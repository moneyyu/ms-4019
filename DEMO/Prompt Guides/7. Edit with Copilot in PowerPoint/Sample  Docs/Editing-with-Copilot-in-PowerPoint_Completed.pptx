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869" r:id="rId5"/>
  </p:sldMasterIdLst>
  <p:notesMasterIdLst>
    <p:notesMasterId r:id="rId12"/>
  </p:notesMasterIdLst>
  <p:sldIdLst>
    <p:sldId id="434" r:id="rId6"/>
    <p:sldId id="438" r:id="rId7"/>
    <p:sldId id="436" r:id="rId8"/>
    <p:sldId id="432" r:id="rId9"/>
    <p:sldId id="446" r:id="rId10"/>
    <p:sldId id="412" r:id="rId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43E1C"/>
    <a:srgbClr val="F5F5F5"/>
    <a:srgbClr val="E6E6E6"/>
    <a:srgbClr val="F6F6F6"/>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18603FDC-E32A-4AB5-989C-0864C3EAD2B8}" styleName="Themed Style 2 - Accent 2">
    <a:tblBg>
      <a:fillRef idx="3">
        <a:schemeClr val="accent2"/>
      </a:fillRef>
      <a:effectRef idx="3">
        <a:schemeClr val="accent2"/>
      </a:effectRef>
    </a:tblBg>
    <a:wholeTbl>
      <a:tcTxStyle>
        <a:fontRef idx="minor">
          <a:scrgbClr r="0" g="0" b="0"/>
        </a:fontRef>
        <a:schemeClr val="lt1"/>
      </a:tcTxStyle>
      <a:tcStyle>
        <a:tcBdr>
          <a:left>
            <a:lnRef idx="1">
              <a:schemeClr val="accent2">
                <a:tint val="50000"/>
              </a:schemeClr>
            </a:lnRef>
          </a:left>
          <a:right>
            <a:lnRef idx="1">
              <a:schemeClr val="accent2">
                <a:tint val="50000"/>
              </a:schemeClr>
            </a:lnRef>
          </a:right>
          <a:top>
            <a:lnRef idx="1">
              <a:schemeClr val="accent2">
                <a:tint val="50000"/>
              </a:schemeClr>
            </a:lnRef>
          </a:top>
          <a:bottom>
            <a:lnRef idx="1">
              <a:schemeClr val="accent2">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25" d="100"/>
          <a:sy n="125" d="100"/>
        </p:scale>
        <p:origin x="102" y="210"/>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presProps" Target="presProps.xml"/><Relationship Id="rId3" Type="http://schemas.openxmlformats.org/officeDocument/2006/relationships/customXml" Target="../customXml/item3.xml"/><Relationship Id="rId7" Type="http://schemas.openxmlformats.org/officeDocument/2006/relationships/slide" Target="slides/slide2.xml"/><Relationship Id="rId12" Type="http://schemas.openxmlformats.org/officeDocument/2006/relationships/notesMaster" Target="notesMasters/notesMaster1.xml"/><Relationship Id="rId17" Type="http://schemas.microsoft.com/office/2016/11/relationships/changesInfo" Target="changesInfos/changesInfo1.xml"/><Relationship Id="rId2" Type="http://schemas.openxmlformats.org/officeDocument/2006/relationships/customXml" Target="../customXml/item2.xml"/><Relationship Id="rId16"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5" Type="http://schemas.openxmlformats.org/officeDocument/2006/relationships/slideMaster" Target="slideMasters/slideMaster2.xml"/><Relationship Id="rId15" Type="http://schemas.openxmlformats.org/officeDocument/2006/relationships/theme" Target="theme/theme1.xml"/><Relationship Id="rId10" Type="http://schemas.openxmlformats.org/officeDocument/2006/relationships/slide" Target="slides/slide5.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att Quinlan" userId="S::maquinl@microsoft.com::255634d8-b803-417a-a2de-8b895e420c9b" providerId="AD" clId="Web-{BFB43FAF-B4E0-E303-16FF-9F66D6D7E546}"/>
    <pc:docChg chg="modSld">
      <pc:chgData name="Matt Quinlan" userId="S::maquinl@microsoft.com::255634d8-b803-417a-a2de-8b895e420c9b" providerId="AD" clId="Web-{BFB43FAF-B4E0-E303-16FF-9F66D6D7E546}" dt="2026-03-11T20:01:26.640" v="7"/>
      <pc:docMkLst>
        <pc:docMk/>
      </pc:docMkLst>
      <pc:sldChg chg="addSp delSp modSp">
        <pc:chgData name="Matt Quinlan" userId="S::maquinl@microsoft.com::255634d8-b803-417a-a2de-8b895e420c9b" providerId="AD" clId="Web-{BFB43FAF-B4E0-E303-16FF-9F66D6D7E546}" dt="2026-03-11T20:01:26.640" v="7"/>
        <pc:sldMkLst>
          <pc:docMk/>
          <pc:sldMk cId="329018391" sldId="446"/>
        </pc:sldMkLst>
      </pc:sldChg>
    </pc:docChg>
  </pc:docChgLst>
  <pc:docChgLst>
    <pc:chgData name="Matt Quinlan" userId="S::maquinl@microsoft.com::255634d8-b803-417a-a2de-8b895e420c9b" providerId="AD" clId="Web-{D4BC9A3B-6A85-21A0-6488-DDB9650DC0EA}"/>
    <pc:docChg chg="modSld modMainMaster">
      <pc:chgData name="Matt Quinlan" userId="S::maquinl@microsoft.com::255634d8-b803-417a-a2de-8b895e420c9b" providerId="AD" clId="Web-{D4BC9A3B-6A85-21A0-6488-DDB9650DC0EA}" dt="2026-03-11T18:50:32.988" v="10"/>
      <pc:docMkLst>
        <pc:docMk/>
      </pc:docMkLst>
      <pc:sldChg chg="addSp delSp">
        <pc:chgData name="Matt Quinlan" userId="S::maquinl@microsoft.com::255634d8-b803-417a-a2de-8b895e420c9b" providerId="AD" clId="Web-{D4BC9A3B-6A85-21A0-6488-DDB9650DC0EA}" dt="2026-03-11T18:34:48.860" v="6"/>
        <pc:sldMkLst>
          <pc:docMk/>
          <pc:sldMk cId="2719471744" sldId="432"/>
        </pc:sldMkLst>
        <pc:picChg chg="add">
          <ac:chgData name="Matt Quinlan" userId="S::maquinl@microsoft.com::255634d8-b803-417a-a2de-8b895e420c9b" providerId="AD" clId="Web-{D4BC9A3B-6A85-21A0-6488-DDB9650DC0EA}" dt="2026-03-11T18:34:48.860" v="6"/>
          <ac:picMkLst>
            <pc:docMk/>
            <pc:sldMk cId="2719471744" sldId="432"/>
            <ac:picMk id="2" creationId="{649886DE-CF05-D1B0-0B3C-A8176C21E185}"/>
          </ac:picMkLst>
        </pc:picChg>
      </pc:sldChg>
      <pc:sldChg chg="addSp delSp mod setBg">
        <pc:chgData name="Matt Quinlan" userId="S::maquinl@microsoft.com::255634d8-b803-417a-a2de-8b895e420c9b" providerId="AD" clId="Web-{D4BC9A3B-6A85-21A0-6488-DDB9650DC0EA}" dt="2026-03-11T18:40:20.242" v="8"/>
        <pc:sldMkLst>
          <pc:docMk/>
          <pc:sldMk cId="523274795" sldId="434"/>
        </pc:sldMkLst>
      </pc:sldChg>
      <pc:sldChg chg="addSp delSp">
        <pc:chgData name="Matt Quinlan" userId="S::maquinl@microsoft.com::255634d8-b803-417a-a2de-8b895e420c9b" providerId="AD" clId="Web-{D4BC9A3B-6A85-21A0-6488-DDB9650DC0EA}" dt="2026-03-11T18:31:18.819" v="5"/>
        <pc:sldMkLst>
          <pc:docMk/>
          <pc:sldMk cId="1421553565" sldId="436"/>
        </pc:sldMkLst>
        <pc:graphicFrameChg chg="add">
          <ac:chgData name="Matt Quinlan" userId="S::maquinl@microsoft.com::255634d8-b803-417a-a2de-8b895e420c9b" providerId="AD" clId="Web-{D4BC9A3B-6A85-21A0-6488-DDB9650DC0EA}" dt="2026-03-11T18:31:18.819" v="5"/>
          <ac:graphicFrameMkLst>
            <pc:docMk/>
            <pc:sldMk cId="1421553565" sldId="436"/>
            <ac:graphicFrameMk id="2" creationId="{06A06893-F41A-E7FA-3C71-2A4DFA39069E}"/>
          </ac:graphicFrameMkLst>
        </pc:graphicFrameChg>
        <pc:graphicFrameChg chg="add">
          <ac:chgData name="Matt Quinlan" userId="S::maquinl@microsoft.com::255634d8-b803-417a-a2de-8b895e420c9b" providerId="AD" clId="Web-{D4BC9A3B-6A85-21A0-6488-DDB9650DC0EA}" dt="2026-03-11T18:31:18.819" v="5"/>
          <ac:graphicFrameMkLst>
            <pc:docMk/>
            <pc:sldMk cId="1421553565" sldId="436"/>
            <ac:graphicFrameMk id="3" creationId="{D511B0C2-BEF6-29BE-C3DF-2919C5F36A6D}"/>
          </ac:graphicFrameMkLst>
        </pc:graphicFrameChg>
      </pc:sldChg>
      <pc:sldChg chg="addSp modSp">
        <pc:chgData name="Matt Quinlan" userId="S::maquinl@microsoft.com::255634d8-b803-417a-a2de-8b895e420c9b" providerId="AD" clId="Web-{D4BC9A3B-6A85-21A0-6488-DDB9650DC0EA}" dt="2026-03-11T18:27:12.534" v="3" actId="20577"/>
        <pc:sldMkLst>
          <pc:docMk/>
          <pc:sldMk cId="456776464" sldId="438"/>
        </pc:sldMkLst>
        <pc:graphicFrameChg chg="add modGraphic">
          <ac:chgData name="Matt Quinlan" userId="S::maquinl@microsoft.com::255634d8-b803-417a-a2de-8b895e420c9b" providerId="AD" clId="Web-{D4BC9A3B-6A85-21A0-6488-DDB9650DC0EA}" dt="2026-03-11T18:27:12.534" v="3" actId="20577"/>
          <ac:graphicFrameMkLst>
            <pc:docMk/>
            <pc:sldMk cId="456776464" sldId="438"/>
            <ac:graphicFrameMk id="7" creationId="{2F589F0A-0601-9042-B875-2A7832A77C90}"/>
          </ac:graphicFrameMkLst>
        </pc:graphicFrameChg>
      </pc:sldChg>
      <pc:sldChg chg="addSp delSp modSp">
        <pc:chgData name="Matt Quinlan" userId="S::maquinl@microsoft.com::255634d8-b803-417a-a2de-8b895e420c9b" providerId="AD" clId="Web-{D4BC9A3B-6A85-21A0-6488-DDB9650DC0EA}" dt="2026-03-11T18:50:32.988" v="10"/>
        <pc:sldMkLst>
          <pc:docMk/>
          <pc:sldMk cId="329018391" sldId="446"/>
        </pc:sldMkLst>
        <pc:spChg chg="mod">
          <ac:chgData name="Matt Quinlan" userId="S::maquinl@microsoft.com::255634d8-b803-417a-a2de-8b895e420c9b" providerId="AD" clId="Web-{D4BC9A3B-6A85-21A0-6488-DDB9650DC0EA}" dt="2026-03-11T18:43:43.101" v="9"/>
          <ac:spMkLst>
            <pc:docMk/>
            <pc:sldMk cId="329018391" sldId="446"/>
            <ac:spMk id="2" creationId="{23517238-F509-0B4F-E1F4-AFFC3C26FEEB}"/>
          </ac:spMkLst>
        </pc:spChg>
        <pc:spChg chg="mod">
          <ac:chgData name="Matt Quinlan" userId="S::maquinl@microsoft.com::255634d8-b803-417a-a2de-8b895e420c9b" providerId="AD" clId="Web-{D4BC9A3B-6A85-21A0-6488-DDB9650DC0EA}" dt="2026-03-11T18:43:43.101" v="9"/>
          <ac:spMkLst>
            <pc:docMk/>
            <pc:sldMk cId="329018391" sldId="446"/>
            <ac:spMk id="3" creationId="{098262B4-EEE8-2ED2-AF04-875E82ED7603}"/>
          </ac:spMkLst>
        </pc:spChg>
      </pc:sldChg>
      <pc:sldMasterChg chg="modSldLayout">
        <pc:chgData name="Matt Quinlan" userId="S::maquinl@microsoft.com::255634d8-b803-417a-a2de-8b895e420c9b" providerId="AD" clId="Web-{D4BC9A3B-6A85-21A0-6488-DDB9650DC0EA}" dt="2026-03-11T18:31:18.804" v="4"/>
        <pc:sldMasterMkLst>
          <pc:docMk/>
          <pc:sldMasterMk cId="2570129871" sldId="2147483648"/>
        </pc:sldMasterMkLst>
        <pc:sldLayoutChg chg="replId">
          <pc:chgData name="Matt Quinlan" userId="S::maquinl@microsoft.com::255634d8-b803-417a-a2de-8b895e420c9b" providerId="AD" clId="Web-{D4BC9A3B-6A85-21A0-6488-DDB9650DC0EA}" dt="2026-03-11T18:31:18.804" v="4"/>
          <pc:sldLayoutMkLst>
            <pc:docMk/>
            <pc:sldMasterMk cId="2570129871" sldId="2147483648"/>
            <pc:sldLayoutMk cId="1682764756" sldId="2147484036"/>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4174635594" sldId="2147484037"/>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332120951" sldId="2147484038"/>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827410809" sldId="2147484039"/>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51028730" sldId="2147484040"/>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281807696" sldId="2147484041"/>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227920525" sldId="2147484042"/>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757641304" sldId="2147484043"/>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727886280" sldId="2147484044"/>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103849677" sldId="2147484045"/>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028307792" sldId="2147484046"/>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397905323" sldId="2147484047"/>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397280640" sldId="2147484048"/>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215958959" sldId="2147484049"/>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781778304" sldId="2147484050"/>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742295689" sldId="2147484051"/>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756675363" sldId="2147484052"/>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129394899" sldId="2147484053"/>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662748374" sldId="2147484054"/>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899836912" sldId="2147484055"/>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4097245660" sldId="2147484056"/>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4143561489" sldId="2147484057"/>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08827701" sldId="2147484058"/>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4062376410" sldId="2147484059"/>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333423654" sldId="2147484060"/>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4079118807" sldId="2147484061"/>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040857887" sldId="2147484062"/>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549465324" sldId="2147484063"/>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63102808" sldId="2147484064"/>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666893336" sldId="2147484065"/>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481978221" sldId="2147484066"/>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724067139" sldId="2147484067"/>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148406354" sldId="2147484068"/>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405219698" sldId="2147484069"/>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622390746" sldId="2147484070"/>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306949502" sldId="2147484071"/>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015109671" sldId="2147484072"/>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457874267" sldId="2147484073"/>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714953852" sldId="2147484074"/>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143768778" sldId="2147484075"/>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54962101" sldId="2147484076"/>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550050128" sldId="2147484077"/>
          </pc:sldLayoutMkLst>
        </pc:sldLayoutChg>
        <pc:sldLayoutChg chg="replId">
          <pc:chgData name="Matt Quinlan" userId="S::maquinl@microsoft.com::255634d8-b803-417a-a2de-8b895e420c9b" providerId="AD" clId="Web-{D4BC9A3B-6A85-21A0-6488-DDB9650DC0EA}" dt="2026-03-11T18:31:18.804" v="4"/>
          <pc:sldLayoutMkLst>
            <pc:docMk/>
            <pc:sldMasterMk cId="2570129871" sldId="2147483648"/>
            <pc:sldLayoutMk cId="2234151822" sldId="2147484078"/>
          </pc:sldLayoutMkLst>
        </pc:sldLayoutChg>
      </pc:sldMasterChg>
    </pc:docChg>
  </pc:docChgLst>
  <pc:docChgLst>
    <pc:chgData name="Matt Quinlan" userId="255634d8-b803-417a-a2de-8b895e420c9b" providerId="ADAL" clId="{0BBE21CC-5765-4A10-BFEF-C4DAF1E2B278}"/>
    <pc:docChg chg="undo custSel mod modSld modMainMaster">
      <pc:chgData name="Matt Quinlan" userId="255634d8-b803-417a-a2de-8b895e420c9b" providerId="ADAL" clId="{0BBE21CC-5765-4A10-BFEF-C4DAF1E2B278}" dt="2026-03-25T14:28:59.124" v="15" actId="33475"/>
      <pc:docMkLst>
        <pc:docMk/>
      </pc:docMkLst>
      <pc:sldChg chg="addSp delSp mod">
        <pc:chgData name="Matt Quinlan" userId="255634d8-b803-417a-a2de-8b895e420c9b" providerId="ADAL" clId="{0BBE21CC-5765-4A10-BFEF-C4DAF1E2B278}" dt="2026-03-11T18:14:55.750" v="1" actId="26606"/>
        <pc:sldMkLst>
          <pc:docMk/>
          <pc:sldMk cId="523274795" sldId="434"/>
        </pc:sldMkLst>
      </pc:sldChg>
      <pc:sldChg chg="delSp modSp mod">
        <pc:chgData name="Matt Quinlan" userId="255634d8-b803-417a-a2de-8b895e420c9b" providerId="ADAL" clId="{0BBE21CC-5765-4A10-BFEF-C4DAF1E2B278}" dt="2026-03-11T20:04:14.040" v="11" actId="14100"/>
        <pc:sldMkLst>
          <pc:docMk/>
          <pc:sldMk cId="456776464" sldId="438"/>
        </pc:sldMkLst>
        <pc:graphicFrameChg chg="mod">
          <ac:chgData name="Matt Quinlan" userId="255634d8-b803-417a-a2de-8b895e420c9b" providerId="ADAL" clId="{0BBE21CC-5765-4A10-BFEF-C4DAF1E2B278}" dt="2026-03-11T20:04:14.040" v="11" actId="14100"/>
          <ac:graphicFrameMkLst>
            <pc:docMk/>
            <pc:sldMk cId="456776464" sldId="438"/>
            <ac:graphicFrameMk id="7" creationId="{2F589F0A-0601-9042-B875-2A7832A77C90}"/>
          </ac:graphicFrameMkLst>
        </pc:graphicFrameChg>
      </pc:sldChg>
      <pc:sldChg chg="addSp delSp modSp mod">
        <pc:chgData name="Matt Quinlan" userId="255634d8-b803-417a-a2de-8b895e420c9b" providerId="ADAL" clId="{0BBE21CC-5765-4A10-BFEF-C4DAF1E2B278}" dt="2026-03-11T20:02:13.539" v="2" actId="931"/>
        <pc:sldMkLst>
          <pc:docMk/>
          <pc:sldMk cId="329018391" sldId="446"/>
        </pc:sldMkLst>
        <pc:picChg chg="add mod ord">
          <ac:chgData name="Matt Quinlan" userId="255634d8-b803-417a-a2de-8b895e420c9b" providerId="ADAL" clId="{0BBE21CC-5765-4A10-BFEF-C4DAF1E2B278}" dt="2026-03-11T20:02:13.539" v="2" actId="931"/>
          <ac:picMkLst>
            <pc:docMk/>
            <pc:sldMk cId="329018391" sldId="446"/>
            <ac:picMk id="9" creationId="{54AA2E38-5E01-DEC8-FF0B-CA578A72F8AB}"/>
          </ac:picMkLst>
        </pc:picChg>
      </pc:sldChg>
      <pc:sldMasterChg chg="addSp delSp mod">
        <pc:chgData name="Matt Quinlan" userId="255634d8-b803-417a-a2de-8b895e420c9b" providerId="ADAL" clId="{0BBE21CC-5765-4A10-BFEF-C4DAF1E2B278}" dt="2026-03-25T14:28:59.119" v="14" actId="33475"/>
        <pc:sldMasterMkLst>
          <pc:docMk/>
          <pc:sldMasterMk cId="2570129871" sldId="2147483648"/>
        </pc:sldMasterMkLst>
        <pc:spChg chg="add del">
          <ac:chgData name="Matt Quinlan" userId="255634d8-b803-417a-a2de-8b895e420c9b" providerId="ADAL" clId="{0BBE21CC-5765-4A10-BFEF-C4DAF1E2B278}" dt="2026-03-25T14:28:59.119" v="14" actId="33475"/>
          <ac:spMkLst>
            <pc:docMk/>
            <pc:sldMasterMk cId="2570129871" sldId="2147483648"/>
            <ac:spMk id="31" creationId="{7B21B926-66EF-9959-EA27-966BB2EF82A5}"/>
          </ac:spMkLst>
        </pc:spChg>
      </pc:sldMasterChg>
      <pc:sldMasterChg chg="addSp delSp mod">
        <pc:chgData name="Matt Quinlan" userId="255634d8-b803-417a-a2de-8b895e420c9b" providerId="ADAL" clId="{0BBE21CC-5765-4A10-BFEF-C4DAF1E2B278}" dt="2026-03-25T14:28:59.119" v="14" actId="33475"/>
        <pc:sldMasterMkLst>
          <pc:docMk/>
          <pc:sldMasterMk cId="517427200" sldId="2147483869"/>
        </pc:sldMasterMkLst>
        <pc:spChg chg="add del">
          <ac:chgData name="Matt Quinlan" userId="255634d8-b803-417a-a2de-8b895e420c9b" providerId="ADAL" clId="{0BBE21CC-5765-4A10-BFEF-C4DAF1E2B278}" dt="2026-03-25T14:28:59.119" v="14" actId="33475"/>
          <ac:spMkLst>
            <pc:docMk/>
            <pc:sldMasterMk cId="517427200" sldId="2147483869"/>
            <ac:spMk id="8" creationId="{498A2B8A-C00D-AD39-0EFA-915B21358302}"/>
          </ac:spMkLst>
        </pc:spChg>
      </pc:sldMaster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pPr>
            <a:r>
              <a:rPr lang="en-US"/>
              <a:t>Revenue ($M)</a:t>
            </a:r>
          </a:p>
        </c:rich>
      </c:tx>
      <c:overlay val="0"/>
      <c:spPr>
        <a:noFill/>
        <a:ln>
          <a:noFill/>
        </a:ln>
        <a:effectLst/>
      </c:spPr>
    </c:title>
    <c:autoTitleDeleted val="0"/>
    <c:plotArea>
      <c:layout/>
      <c:barChart>
        <c:barDir val="bar"/>
        <c:grouping val="clustered"/>
        <c:varyColors val="0"/>
        <c:ser>
          <c:idx val="0"/>
          <c:order val="0"/>
          <c:tx>
            <c:strRef>
              <c:f>Sheet1!$B$1</c:f>
              <c:strCache>
                <c:ptCount val="1"/>
                <c:pt idx="0">
                  <c:v>Revenue ($M)</c:v>
                </c:pt>
              </c:strCache>
            </c:strRef>
          </c:tx>
          <c:spPr>
            <a:solidFill>
              <a:schemeClr val="accent2"/>
            </a:solidFill>
            <a:ln>
              <a:noFill/>
            </a:ln>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Mountain</c:v>
                </c:pt>
                <c:pt idx="1">
                  <c:v>Road</c:v>
                </c:pt>
                <c:pt idx="2">
                  <c:v>Cyclocross</c:v>
                </c:pt>
                <c:pt idx="3">
                  <c:v>Accessories</c:v>
                </c:pt>
              </c:strCache>
            </c:strRef>
          </c:cat>
          <c:val>
            <c:numRef>
              <c:f>Sheet1!$B$2:$B$5</c:f>
              <c:numCache>
                <c:formatCode>General</c:formatCode>
                <c:ptCount val="4"/>
                <c:pt idx="0">
                  <c:v>552</c:v>
                </c:pt>
                <c:pt idx="1">
                  <c:v>370</c:v>
                </c:pt>
                <c:pt idx="2">
                  <c:v>348</c:v>
                </c:pt>
                <c:pt idx="3">
                  <c:v>64</c:v>
                </c:pt>
              </c:numCache>
            </c:numRef>
          </c:val>
          <c:extLst>
            <c:ext xmlns:c16="http://schemas.microsoft.com/office/drawing/2014/chart" uri="{C3380CC4-5D6E-409C-BE32-E72D297353CC}">
              <c16:uniqueId val="{00000000-ABE5-6440-B57B-23AB79B5787A}"/>
            </c:ext>
          </c:extLst>
        </c:ser>
        <c:dLbls>
          <c:showLegendKey val="0"/>
          <c:showVal val="1"/>
          <c:showCatName val="0"/>
          <c:showSerName val="0"/>
          <c:showPercent val="0"/>
          <c:showBubbleSize val="0"/>
        </c:dLbls>
        <c:gapWidth val="182"/>
        <c:axId val="773542720"/>
        <c:axId val="773540928"/>
      </c:barChart>
      <c:catAx>
        <c:axId val="77354272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crossAx val="773540928"/>
        <c:crosses val="autoZero"/>
        <c:auto val="1"/>
        <c:lblAlgn val="ctr"/>
        <c:lblOffset val="100"/>
        <c:noMultiLvlLbl val="0"/>
      </c:catAx>
      <c:valAx>
        <c:axId val="77354092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crossAx val="7735427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pPr>
            <a:r>
              <a:rPr lang="en-US"/>
              <a:t>Units Sold</a:t>
            </a:r>
          </a:p>
        </c:rich>
      </c:tx>
      <c:overlay val="0"/>
      <c:spPr>
        <a:noFill/>
        <a:ln>
          <a:noFill/>
        </a:ln>
        <a:effectLst/>
      </c:spPr>
    </c:title>
    <c:autoTitleDeleted val="0"/>
    <c:plotArea>
      <c:layout/>
      <c:barChart>
        <c:barDir val="bar"/>
        <c:grouping val="clustered"/>
        <c:varyColors val="0"/>
        <c:ser>
          <c:idx val="0"/>
          <c:order val="0"/>
          <c:tx>
            <c:strRef>
              <c:f>Sheet1!$B$1</c:f>
              <c:strCache>
                <c:ptCount val="1"/>
                <c:pt idx="0">
                  <c:v>Units</c:v>
                </c:pt>
              </c:strCache>
            </c:strRef>
          </c:tx>
          <c:spPr>
            <a:solidFill>
              <a:schemeClr val="accent2"/>
            </a:solidFill>
            <a:ln>
              <a:noFill/>
            </a:ln>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Mountain</c:v>
                </c:pt>
                <c:pt idx="1">
                  <c:v>Road</c:v>
                </c:pt>
                <c:pt idx="2">
                  <c:v>Cyclocross</c:v>
                </c:pt>
                <c:pt idx="3">
                  <c:v>Accessories</c:v>
                </c:pt>
              </c:strCache>
            </c:strRef>
          </c:cat>
          <c:val>
            <c:numRef>
              <c:f>Sheet1!$B$2:$B$5</c:f>
              <c:numCache>
                <c:formatCode>General</c:formatCode>
                <c:ptCount val="4"/>
                <c:pt idx="0">
                  <c:v>235567</c:v>
                </c:pt>
                <c:pt idx="1">
                  <c:v>190431</c:v>
                </c:pt>
                <c:pt idx="2">
                  <c:v>124412</c:v>
                </c:pt>
                <c:pt idx="3">
                  <c:v>548120</c:v>
                </c:pt>
              </c:numCache>
            </c:numRef>
          </c:val>
          <c:extLst>
            <c:ext xmlns:c16="http://schemas.microsoft.com/office/drawing/2014/chart" uri="{C3380CC4-5D6E-409C-BE32-E72D297353CC}">
              <c16:uniqueId val="{00000000-ABE5-6440-B57B-23AB79B5787A}"/>
            </c:ext>
          </c:extLst>
        </c:ser>
        <c:dLbls>
          <c:showLegendKey val="0"/>
          <c:showVal val="1"/>
          <c:showCatName val="0"/>
          <c:showSerName val="0"/>
          <c:showPercent val="0"/>
          <c:showBubbleSize val="0"/>
        </c:dLbls>
        <c:gapWidth val="182"/>
        <c:axId val="773542720"/>
        <c:axId val="773540928"/>
      </c:barChart>
      <c:catAx>
        <c:axId val="77354272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crossAx val="773540928"/>
        <c:crosses val="autoZero"/>
        <c:auto val="1"/>
        <c:lblAlgn val="ctr"/>
        <c:lblOffset val="100"/>
        <c:noMultiLvlLbl val="0"/>
      </c:catAx>
      <c:valAx>
        <c:axId val="77354092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crossAx val="7735427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25/7/colors/Standard Color_1">
  <dgm:title val="Standard Color 1"/>
  <dgm:desc val=""/>
  <dgm:catLst>
    <dgm:cat type="accent1" pri="2"/>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bg2">
        <a:alpha val="20000"/>
      </a:schemeClr>
    </dgm:fillClrLst>
    <dgm:linClrLst meth="repeat">
      <a:schemeClr val="tx2">
        <a:alpha val="40000"/>
      </a:schemeClr>
    </dgm:linClrLst>
    <dgm:effectClrLst/>
    <dgm:txLinClrLst/>
    <dgm:txFillClrLst meth="repeat">
      <a:schemeClr val="tx2"/>
    </dgm:txFillClrLst>
    <dgm:txEffectClrLst/>
  </dgm:styleLbl>
  <dgm:styleLbl name="lnNode1">
    <dgm:fillClrLst meth="repeat">
      <a:schemeClr val="accent1"/>
    </dgm:fillClrLst>
    <dgm:linClrLst meth="repeat">
      <a:schemeClr val="bg1"/>
    </dgm:linClrLst>
    <dgm:effectClrLst/>
    <dgm:txLinClrLst/>
    <dgm:txFillClrLst/>
    <dgm:txEffectClrLst/>
  </dgm:styleLbl>
  <dgm:styleLbl name="vennNode1">
    <dgm:fillClrLst meth="repeat">
      <a:schemeClr val="bg2">
        <a:alpha val="80000"/>
      </a:schemeClr>
    </dgm:fillClrLst>
    <dgm:linClrLst meth="repeat">
      <a:schemeClr val="lt1">
        <a:alpha val="0"/>
      </a:schemeClr>
    </dgm:linClrLst>
    <dgm:effectClrLst/>
    <dgm:txLinClrLst/>
    <dgm:txFillClrLst/>
    <dgm:txEffectClrLst/>
  </dgm:styleLbl>
  <dgm:styleLbl name="node2">
    <dgm:fillClrLst meth="repeat">
      <a:schemeClr val="lt1">
        <a:alpha val="0"/>
      </a:schemeClr>
    </dgm:fillClrLst>
    <dgm:linClrLst meth="repeat">
      <a:schemeClr val="tx2">
        <a:alpha val="40000"/>
      </a:schemeClr>
    </dgm:linClrLst>
    <dgm:effectClrLst/>
    <dgm:txLinClrLst/>
    <dgm:txFillClrLst meth="repeat">
      <a:schemeClr val="dk1"/>
    </dgm:txFillClrLst>
    <dgm:txEffectClrLst/>
  </dgm:styleLbl>
  <dgm:styleLbl name="node3">
    <dgm:fillClrLst meth="repeat">
      <a:schemeClr val="lt1">
        <a:alpha val="0"/>
      </a:schemeClr>
    </dgm:fillClrLst>
    <dgm:linClrLst meth="repeat">
      <a:schemeClr val="lt1">
        <a:alpha val="0"/>
      </a:schemeClr>
    </dgm:linClrLst>
    <dgm:effectClrLst/>
    <dgm:txLinClrLst/>
    <dgm:txFillClrLst/>
    <dgm:txEffectClrLst/>
  </dgm:styleLbl>
  <dgm:styleLbl name="node4">
    <dgm:fillClrLst meth="repeat">
      <a:schemeClr val="bg2">
        <a:alpha val="20000"/>
      </a:schemeClr>
    </dgm:fillClrLst>
    <dgm:linClrLst meth="repeat">
      <a:schemeClr val="lt1">
        <a:alpha val="0"/>
      </a:schemeClr>
    </dgm:linClrLst>
    <dgm:effectClrLst/>
    <dgm:txLinClrLst/>
    <dgm:txFillClrLst/>
    <dgm:txEffectClrLst/>
  </dgm:styleLbl>
  <dgm:styleLbl name="fgImgPlace1">
    <dgm:fillClrLst meth="repeat">
      <a:schemeClr val="accent1"/>
    </dgm:fillClrLst>
    <dgm:linClrLst meth="repeat">
      <a:schemeClr val="lt1">
        <a:alpha val="0"/>
      </a:schemeClr>
    </dgm:linClrLst>
    <dgm:effectClrLst/>
    <dgm:txLinClrLst/>
    <dgm:txFillClrLst meth="repeat">
      <a:schemeClr val="tx2"/>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lumMod val="20000"/>
        <a:lumOff val="80000"/>
      </a:schemeClr>
    </dgm:fillClrLst>
    <dgm:linClrLst meth="repeat">
      <a:schemeClr val="accent1">
        <a:alpha val="0"/>
      </a:schemeClr>
    </dgm:linClrLst>
    <dgm:effectClrLst/>
    <dgm:txLinClrLst/>
    <dgm:txFillClrLst meth="repeat">
      <a:schemeClr val="bg2"/>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tx2">
        <a:alpha val="40000"/>
      </a:schemeClr>
    </dgm:fillClrLst>
    <dgm:linClrLst meth="repeat">
      <a:schemeClr val="tx2">
        <a:alpha val="40000"/>
      </a:schemeClr>
    </dgm:linClrLst>
    <dgm:effectClrLst/>
    <dgm:txLinClrLst/>
    <dgm:txFillClrLst meth="repeat">
      <a:schemeClr val="tx1"/>
    </dgm:txFillClrLst>
    <dgm:txEffectClrLst/>
  </dgm:styleLbl>
  <dgm:styleLbl name="tlcallout">
    <dgm:fillClrLst meth="repeat">
      <a:schemeClr val="accent1"/>
    </dgm:fillClrLst>
    <dgm:linClrLst meth="repeat">
      <a:schemeClr val="accent1"/>
    </dgm:linClrLst>
    <dgm:effectClrLst/>
    <dgm:txLinClrLst/>
    <dgm:txFillClrLst meth="repeat">
      <a:schemeClr val="tx1"/>
    </dgm:txFillClrLst>
    <dgm:txEffectClrLst/>
  </dgm:styleLbl>
  <dgm:styleLbl name="tloutline">
    <dgm:fillClrLst meth="repeat">
      <a:schemeClr val="accent1">
        <a:lumMod val="20000"/>
        <a:lumOff val="80000"/>
      </a:schemeClr>
    </dgm:fillClrLst>
    <dgm:linClrLst meth="repeat">
      <a:schemeClr val="accent1"/>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bg1"/>
    </dgm:fillClrLst>
    <dgm:linClrLst meth="repeat">
      <a:schemeClr val="tx2"/>
    </dgm:linClrLst>
    <dgm:effectClrLst/>
    <dgm:txLinClrLst/>
    <dgm:txFillClrLst meth="repeat">
      <a:schemeClr val="tx1"/>
    </dgm:txFillClrLst>
    <dgm:txEffectClrLst/>
  </dgm:styleLbl>
  <dgm:styleLbl name="olBgShp">
    <dgm:fillClrLst meth="repeat">
      <a:schemeClr val="bg2"/>
    </dgm:fillClrLst>
    <dgm:linClrLst meth="repeat">
      <a:schemeClr val="tx2"/>
    </dgm:linClrLst>
    <dgm:effectClrLst/>
    <dgm:txLinClrLst/>
    <dgm:txFillClrLst meth="repeat">
      <a:schemeClr val="tx1"/>
    </dgm:txFillClrLst>
    <dgm:txEffectClrLst/>
  </dgm:styleLbl>
  <dgm:styleLbl name="dkBgShp">
    <dgm:fillClrLst meth="repeat">
      <a:schemeClr val="accent1"/>
    </dgm:fillClrLst>
    <dgm:linClrLst meth="repeat">
      <a:schemeClr val="lt1">
        <a:alpha val="0"/>
      </a:schemeClr>
    </dgm:linClrLst>
    <dgm:effectClrLst/>
    <dgm:txLinClrLst/>
    <dgm:txFillClrLst meth="repeat">
      <a:schemeClr val="tx1"/>
    </dgm:txFillClrLst>
    <dgm:txEffectClrLst/>
  </dgm:styleLbl>
  <dgm:styleLbl name="trBgShp">
    <dgm:fillClrLst meth="repeat">
      <a:schemeClr val="accent1">
        <a:lumMod val="20000"/>
        <a:lumOff val="80000"/>
      </a:schemeClr>
    </dgm:fillClrLst>
    <dgm:linClrLst meth="repeat">
      <a:schemeClr val="accent1"/>
    </dgm:linClrLst>
    <dgm:effectClrLst/>
    <dgm:txLinClrLst/>
    <dgm:txFillClrLst meth="repeat">
      <a:schemeClr val="tx1"/>
    </dgm:txFillClrLst>
    <dgm:txEffectClrLst/>
  </dgm:styleLbl>
  <dgm:styleLbl name="fgShp">
    <dgm:fillClrLst meth="repeat">
      <a:schemeClr val="tx2">
        <a:alpha val="15000"/>
      </a:schemeClr>
    </dgm:fillClrLst>
    <dgm:linClrLst meth="repeat">
      <a:schemeClr val="lt1">
        <a:alpha val="0"/>
      </a:schemeClr>
    </dgm:linClrLst>
    <dgm:effectClrLst/>
    <dgm:txLinClrLst/>
    <dgm:txFillClrLst meth="repeat">
      <a:schemeClr val="tx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2"/>
    </dgm:txFillClrLst>
    <dgm:txEffectClrLst/>
  </dgm:styleLbl>
  <dgm:styleLbl name="revIdxNode">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19459F4-8DD0-4F90-AE59-E138E909CAE6}" type="doc">
      <dgm:prSet loTypeId="urn:microsoft.com/office/officeart/2025/8/layout/Timeline 04" loCatId="list" qsTypeId="urn:microsoft.com/office/officeart/2005/8/quickstyle/simple1" qsCatId="simple" csTypeId="urn:microsoft.com/office/officeart/2025/7/colors/Standard Color_1" csCatId="accent1"/>
      <dgm:spPr/>
      <dgm:t>
        <a:bodyPr/>
        <a:lstStyle/>
        <a:p>
          <a:endParaRPr lang="en-US"/>
        </a:p>
      </dgm:t>
    </dgm:pt>
    <dgm:pt modelId="{31F334D0-8F19-4301-A7E8-18B651261A61}">
      <dgm:prSet phldrT="[Text]"/>
      <dgm:spPr/>
      <dgm:t>
        <a:bodyPr/>
        <a:lstStyle/>
        <a:p>
          <a:pPr>
            <a:defRPr b="1"/>
          </a:pPr>
          <a:r>
            <a:rPr lang="en-US">
              <a:latin typeface="Trade Gothic Next HvyCd"/>
            </a:rPr>
            <a:t>2021</a:t>
          </a:r>
          <a:endParaRPr lang="en-US"/>
        </a:p>
      </dgm:t>
    </dgm:pt>
    <dgm:pt modelId="{F6ACEC43-E147-40F4-8511-EEE40AAFA37E}" type="parTrans" cxnId="{3C4D44AA-7798-4D1C-B9C7-1ECDB714FD91}">
      <dgm:prSet/>
      <dgm:spPr/>
      <dgm:t>
        <a:bodyPr/>
        <a:lstStyle/>
        <a:p>
          <a:endParaRPr lang="en-US"/>
        </a:p>
      </dgm:t>
    </dgm:pt>
    <dgm:pt modelId="{03375892-FEDC-40F8-8CCE-A0611FB322FF}" type="sibTrans" cxnId="{3C4D44AA-7798-4D1C-B9C7-1ECDB714FD91}">
      <dgm:prSet/>
      <dgm:spPr/>
      <dgm:t>
        <a:bodyPr/>
        <a:lstStyle/>
        <a:p>
          <a:endParaRPr lang="en-US"/>
        </a:p>
      </dgm:t>
    </dgm:pt>
    <dgm:pt modelId="{27C87AD6-5E44-483E-96DE-B52ACCB8D867}">
      <dgm:prSet phldrT="[Text]"/>
      <dgm:spPr/>
      <dgm:t>
        <a:bodyPr/>
        <a:lstStyle/>
        <a:p>
          <a:r>
            <a:rPr lang="en-US">
              <a:solidFill>
                <a:schemeClr val="tx2"/>
              </a:solidFill>
            </a:rPr>
            <a:t>Outdoor participation surge boosts core gear demand</a:t>
          </a:r>
          <a:endParaRPr lang="en-US"/>
        </a:p>
      </dgm:t>
    </dgm:pt>
    <dgm:pt modelId="{593AA5BB-40E0-411C-B7CE-C0E8AAB990F8}" type="parTrans" cxnId="{9D8A754E-8BCD-4872-8221-D0EC900501C1}">
      <dgm:prSet/>
      <dgm:spPr/>
      <dgm:t>
        <a:bodyPr/>
        <a:lstStyle/>
        <a:p>
          <a:endParaRPr lang="en-US"/>
        </a:p>
      </dgm:t>
    </dgm:pt>
    <dgm:pt modelId="{019FB6E7-4D44-4E1B-A0AC-A6024DEE7D8A}" type="sibTrans" cxnId="{9D8A754E-8BCD-4872-8221-D0EC900501C1}">
      <dgm:prSet/>
      <dgm:spPr/>
      <dgm:t>
        <a:bodyPr/>
        <a:lstStyle/>
        <a:p>
          <a:endParaRPr lang="en-US"/>
        </a:p>
      </dgm:t>
    </dgm:pt>
    <dgm:pt modelId="{D6BD04D9-CD31-47C4-AAA6-C248E6FD0CA9}">
      <dgm:prSet phldrT="[Text]"/>
      <dgm:spPr/>
      <dgm:t>
        <a:bodyPr/>
        <a:lstStyle/>
        <a:p>
          <a:pPr>
            <a:defRPr b="1"/>
          </a:pPr>
          <a:r>
            <a:rPr lang="en-US">
              <a:solidFill>
                <a:schemeClr val="tx2"/>
              </a:solidFill>
            </a:rPr>
            <a:t>2022</a:t>
          </a:r>
          <a:endParaRPr lang="en-US"/>
        </a:p>
      </dgm:t>
    </dgm:pt>
    <dgm:pt modelId="{C4BF164D-9206-4449-B4E7-3C883EC8A53B}" type="parTrans" cxnId="{0DFBF3A6-ECEB-4B82-8325-674BEF63DB54}">
      <dgm:prSet/>
      <dgm:spPr/>
      <dgm:t>
        <a:bodyPr/>
        <a:lstStyle/>
        <a:p>
          <a:endParaRPr lang="en-US"/>
        </a:p>
      </dgm:t>
    </dgm:pt>
    <dgm:pt modelId="{E696FC8E-89BA-41B5-B245-EDC21EA215C9}" type="sibTrans" cxnId="{0DFBF3A6-ECEB-4B82-8325-674BEF63DB54}">
      <dgm:prSet/>
      <dgm:spPr/>
      <dgm:t>
        <a:bodyPr/>
        <a:lstStyle/>
        <a:p>
          <a:endParaRPr lang="en-US"/>
        </a:p>
      </dgm:t>
    </dgm:pt>
    <dgm:pt modelId="{09EF62BA-B432-4C36-8EC0-C594FA2CF0C1}">
      <dgm:prSet phldrT="[Text]"/>
      <dgm:spPr/>
      <dgm:t>
        <a:bodyPr/>
        <a:lstStyle/>
        <a:p>
          <a:r>
            <a:rPr lang="en-US">
              <a:solidFill>
                <a:schemeClr val="tx2"/>
              </a:solidFill>
            </a:rPr>
            <a:t>Expand service departments and rental offerings</a:t>
          </a:r>
          <a:endParaRPr lang="en-US"/>
        </a:p>
      </dgm:t>
    </dgm:pt>
    <dgm:pt modelId="{5C1023B3-6431-4B15-BCD8-2FF8418EC239}" type="parTrans" cxnId="{669B61FA-F7F7-4A0E-A782-29CE582B5468}">
      <dgm:prSet/>
      <dgm:spPr/>
      <dgm:t>
        <a:bodyPr/>
        <a:lstStyle/>
        <a:p>
          <a:endParaRPr lang="en-US"/>
        </a:p>
      </dgm:t>
    </dgm:pt>
    <dgm:pt modelId="{9F728933-AA58-47B1-A746-D827DA983642}" type="sibTrans" cxnId="{669B61FA-F7F7-4A0E-A782-29CE582B5468}">
      <dgm:prSet/>
      <dgm:spPr/>
      <dgm:t>
        <a:bodyPr/>
        <a:lstStyle/>
        <a:p>
          <a:endParaRPr lang="en-US"/>
        </a:p>
      </dgm:t>
    </dgm:pt>
    <dgm:pt modelId="{909940B6-2105-487E-A852-EDFA5ECC9405}">
      <dgm:prSet phldrT="[Text]"/>
      <dgm:spPr/>
      <dgm:t>
        <a:bodyPr/>
        <a:lstStyle/>
        <a:p>
          <a:pPr>
            <a:defRPr b="1"/>
          </a:pPr>
          <a:r>
            <a:rPr lang="en-US">
              <a:solidFill>
                <a:schemeClr val="tx2"/>
              </a:solidFill>
            </a:rPr>
            <a:t>2023</a:t>
          </a:r>
          <a:endParaRPr lang="en-US"/>
        </a:p>
      </dgm:t>
    </dgm:pt>
    <dgm:pt modelId="{CADCFD6C-88F9-4E81-8FCA-52D76C3E02AC}" type="parTrans" cxnId="{914AEE95-5BBD-4747-AB49-BCE61F4177F2}">
      <dgm:prSet/>
      <dgm:spPr/>
      <dgm:t>
        <a:bodyPr/>
        <a:lstStyle/>
        <a:p>
          <a:endParaRPr lang="en-US"/>
        </a:p>
      </dgm:t>
    </dgm:pt>
    <dgm:pt modelId="{2B39F1C2-776B-498D-B2F0-8810FDBE9B15}" type="sibTrans" cxnId="{914AEE95-5BBD-4747-AB49-BCE61F4177F2}">
      <dgm:prSet/>
      <dgm:spPr/>
      <dgm:t>
        <a:bodyPr/>
        <a:lstStyle/>
        <a:p>
          <a:endParaRPr lang="en-US"/>
        </a:p>
      </dgm:t>
    </dgm:pt>
    <dgm:pt modelId="{FF6DEDCC-BF39-49E9-95DE-3CFC0EBA93CC}">
      <dgm:prSet phldrT="[Text]"/>
      <dgm:spPr/>
      <dgm:t>
        <a:bodyPr/>
        <a:lstStyle/>
        <a:p>
          <a:r>
            <a:rPr lang="en-US">
              <a:solidFill>
                <a:schemeClr val="tx2"/>
              </a:solidFill>
            </a:rPr>
            <a:t>Demand normalizes; shift to upgrade/replace purchases</a:t>
          </a:r>
          <a:endParaRPr lang="en-US"/>
        </a:p>
      </dgm:t>
    </dgm:pt>
    <dgm:pt modelId="{6AF3481A-145D-4E3C-8C42-DDB97D813E74}" type="parTrans" cxnId="{96373FCF-5D67-4F32-8E59-6F2F99AB2969}">
      <dgm:prSet/>
      <dgm:spPr/>
      <dgm:t>
        <a:bodyPr/>
        <a:lstStyle/>
        <a:p>
          <a:endParaRPr lang="en-US"/>
        </a:p>
      </dgm:t>
    </dgm:pt>
    <dgm:pt modelId="{10D2D3BA-B14F-4B55-9D5A-F4E89838669A}" type="sibTrans" cxnId="{96373FCF-5D67-4F32-8E59-6F2F99AB2969}">
      <dgm:prSet/>
      <dgm:spPr/>
      <dgm:t>
        <a:bodyPr/>
        <a:lstStyle/>
        <a:p>
          <a:endParaRPr lang="en-US"/>
        </a:p>
      </dgm:t>
    </dgm:pt>
    <dgm:pt modelId="{CE9F8E8D-FCA5-484B-A80E-C851382D8764}">
      <dgm:prSet phldrT="[Text]"/>
      <dgm:spPr/>
      <dgm:t>
        <a:bodyPr/>
        <a:lstStyle/>
        <a:p>
          <a:pPr>
            <a:defRPr b="1"/>
          </a:pPr>
          <a:r>
            <a:rPr lang="en-US">
              <a:solidFill>
                <a:schemeClr val="tx2"/>
              </a:solidFill>
            </a:rPr>
            <a:t>2024</a:t>
          </a:r>
          <a:endParaRPr lang="en-US"/>
        </a:p>
      </dgm:t>
    </dgm:pt>
    <dgm:pt modelId="{5546ED08-7466-4878-BC51-C13026FE439B}" type="parTrans" cxnId="{151AD062-F940-438F-9AE2-87CDA4382E47}">
      <dgm:prSet/>
      <dgm:spPr/>
      <dgm:t>
        <a:bodyPr/>
        <a:lstStyle/>
        <a:p>
          <a:endParaRPr lang="en-US"/>
        </a:p>
      </dgm:t>
    </dgm:pt>
    <dgm:pt modelId="{D29AEF73-006E-4763-BA14-A0EEC063A93F}" type="sibTrans" cxnId="{151AD062-F940-438F-9AE2-87CDA4382E47}">
      <dgm:prSet/>
      <dgm:spPr/>
      <dgm:t>
        <a:bodyPr/>
        <a:lstStyle/>
        <a:p>
          <a:endParaRPr lang="en-US"/>
        </a:p>
      </dgm:t>
    </dgm:pt>
    <dgm:pt modelId="{53E0E9F2-AEDC-4F7D-B157-39546B10C532}">
      <dgm:prSet phldrT="[Text]"/>
      <dgm:spPr/>
      <dgm:t>
        <a:bodyPr/>
        <a:lstStyle/>
        <a:p>
          <a:r>
            <a:rPr lang="en-US">
              <a:solidFill>
                <a:schemeClr val="tx2"/>
              </a:solidFill>
            </a:rPr>
            <a:t>Loyalty membership expands; offers lift frequency and basket</a:t>
          </a:r>
          <a:endParaRPr lang="en-US"/>
        </a:p>
      </dgm:t>
    </dgm:pt>
    <dgm:pt modelId="{29EBC396-F2E6-40E3-AF01-7A144FAEE5F8}" type="parTrans" cxnId="{A90FEA78-E674-47B2-AD34-7AC9E044B1FA}">
      <dgm:prSet/>
      <dgm:spPr/>
      <dgm:t>
        <a:bodyPr/>
        <a:lstStyle/>
        <a:p>
          <a:endParaRPr lang="en-US"/>
        </a:p>
      </dgm:t>
    </dgm:pt>
    <dgm:pt modelId="{9564EBAF-6D06-464C-BC54-723308F100FB}" type="sibTrans" cxnId="{A90FEA78-E674-47B2-AD34-7AC9E044B1FA}">
      <dgm:prSet/>
      <dgm:spPr/>
      <dgm:t>
        <a:bodyPr/>
        <a:lstStyle/>
        <a:p>
          <a:endParaRPr lang="en-US"/>
        </a:p>
      </dgm:t>
    </dgm:pt>
    <dgm:pt modelId="{C1E8F422-9FEB-4DA3-95D2-AF768C09E735}">
      <dgm:prSet phldrT="[Text]"/>
      <dgm:spPr/>
      <dgm:t>
        <a:bodyPr/>
        <a:lstStyle/>
        <a:p>
          <a:pPr>
            <a:defRPr b="1"/>
          </a:pPr>
          <a:r>
            <a:rPr lang="en-US">
              <a:solidFill>
                <a:schemeClr val="tx2"/>
              </a:solidFill>
            </a:rPr>
            <a:t>2025</a:t>
          </a:r>
          <a:endParaRPr lang="en-US"/>
        </a:p>
      </dgm:t>
    </dgm:pt>
    <dgm:pt modelId="{844A442F-251F-43BC-BDD4-1D0CD8E174ED}" type="parTrans" cxnId="{30DAD478-D729-4F4E-9D38-5139D86BB3DD}">
      <dgm:prSet/>
      <dgm:spPr/>
      <dgm:t>
        <a:bodyPr/>
        <a:lstStyle/>
        <a:p>
          <a:endParaRPr lang="en-US"/>
        </a:p>
      </dgm:t>
    </dgm:pt>
    <dgm:pt modelId="{4576080E-54C2-47D9-AD18-85D7418FF0EC}" type="sibTrans" cxnId="{30DAD478-D729-4F4E-9D38-5139D86BB3DD}">
      <dgm:prSet/>
      <dgm:spPr/>
      <dgm:t>
        <a:bodyPr/>
        <a:lstStyle/>
        <a:p>
          <a:endParaRPr lang="en-US"/>
        </a:p>
      </dgm:t>
    </dgm:pt>
    <dgm:pt modelId="{51A3D06F-264D-44D7-B842-C4F7849E78F9}">
      <dgm:prSet phldrT="[Text]"/>
      <dgm:spPr/>
      <dgm:t>
        <a:bodyPr/>
        <a:lstStyle/>
        <a:p>
          <a:r>
            <a:rPr lang="en-US">
              <a:solidFill>
                <a:schemeClr val="tx2"/>
              </a:solidFill>
            </a:rPr>
            <a:t>Services and experiences become major profit driver</a:t>
          </a:r>
          <a:endParaRPr lang="en-US"/>
        </a:p>
      </dgm:t>
    </dgm:pt>
    <dgm:pt modelId="{80D45218-5A27-47D8-911C-B3ED15441D19}" type="parTrans" cxnId="{1D680C8D-278A-4A95-BBA5-C9723866EB44}">
      <dgm:prSet/>
      <dgm:spPr/>
      <dgm:t>
        <a:bodyPr/>
        <a:lstStyle/>
        <a:p>
          <a:endParaRPr lang="en-US"/>
        </a:p>
      </dgm:t>
    </dgm:pt>
    <dgm:pt modelId="{F2BDAD08-85C4-446A-915F-8F76623BEB8D}" type="sibTrans" cxnId="{1D680C8D-278A-4A95-BBA5-C9723866EB44}">
      <dgm:prSet/>
      <dgm:spPr/>
      <dgm:t>
        <a:bodyPr/>
        <a:lstStyle/>
        <a:p>
          <a:endParaRPr lang="en-US"/>
        </a:p>
      </dgm:t>
    </dgm:pt>
    <dgm:pt modelId="{F6554097-4981-4976-B8D9-EF46E79E644E}" type="parTrans">
      <dgm:prSet/>
      <dgm:spPr/>
      <dgm:t>
        <a:bodyPr/>
        <a:lstStyle/>
        <a:p>
          <a:endParaRPr lang="en-US"/>
        </a:p>
      </dgm:t>
    </dgm:pt>
    <dgm:pt modelId="{2D89FAE8-969E-4FEE-9493-84D29E40E9EB}" type="sibTrans">
      <dgm:prSet/>
      <dgm:spPr/>
      <dgm:t>
        <a:bodyPr/>
        <a:lstStyle/>
        <a:p>
          <a:endParaRPr lang="en-US"/>
        </a:p>
      </dgm:t>
    </dgm:pt>
    <dgm:pt modelId="{BBDBDBB3-D0AF-49EC-8FB8-6260C1436F0E}" type="parTrans">
      <dgm:prSet/>
      <dgm:spPr/>
      <dgm:t>
        <a:bodyPr/>
        <a:lstStyle/>
        <a:p>
          <a:endParaRPr lang="en-US"/>
        </a:p>
      </dgm:t>
    </dgm:pt>
    <dgm:pt modelId="{1D9E90FF-2D4B-468F-B64B-BB9B5978113F}" type="sibTrans">
      <dgm:prSet/>
      <dgm:spPr/>
      <dgm:t>
        <a:bodyPr/>
        <a:lstStyle/>
        <a:p>
          <a:endParaRPr lang="en-US"/>
        </a:p>
      </dgm:t>
    </dgm:pt>
    <dgm:pt modelId="{6BE33D6B-12C3-4AE6-AC50-C9E259259754}" type="parTrans">
      <dgm:prSet/>
      <dgm:spPr/>
      <dgm:t>
        <a:bodyPr/>
        <a:lstStyle/>
        <a:p>
          <a:endParaRPr lang="en-US"/>
        </a:p>
      </dgm:t>
    </dgm:pt>
    <dgm:pt modelId="{0F63AA27-49B2-4735-9345-863A999E81AB}" type="sibTrans">
      <dgm:prSet/>
      <dgm:spPr/>
      <dgm:t>
        <a:bodyPr/>
        <a:lstStyle/>
        <a:p>
          <a:endParaRPr lang="en-US"/>
        </a:p>
      </dgm:t>
    </dgm:pt>
    <dgm:pt modelId="{6D17B564-B2E7-4D2E-BB66-E7CEB5DF3059}" type="parTrans">
      <dgm:prSet/>
      <dgm:spPr/>
      <dgm:t>
        <a:bodyPr/>
        <a:lstStyle/>
        <a:p>
          <a:endParaRPr lang="en-US"/>
        </a:p>
      </dgm:t>
    </dgm:pt>
    <dgm:pt modelId="{7F248D07-F81D-45F1-A790-6D22A1A9D89D}" type="sibTrans">
      <dgm:prSet/>
      <dgm:spPr/>
      <dgm:t>
        <a:bodyPr/>
        <a:lstStyle/>
        <a:p>
          <a:endParaRPr lang="en-US"/>
        </a:p>
      </dgm:t>
    </dgm:pt>
    <dgm:pt modelId="{E9903D96-D847-4C8B-9F5C-58CF66A236A6}" type="parTrans">
      <dgm:prSet/>
      <dgm:spPr/>
      <dgm:t>
        <a:bodyPr/>
        <a:lstStyle/>
        <a:p>
          <a:endParaRPr lang="en-US"/>
        </a:p>
      </dgm:t>
    </dgm:pt>
    <dgm:pt modelId="{3B9EC85F-238F-4FD5-BDFC-BB55A3A87F5D}" type="sibTrans">
      <dgm:prSet/>
      <dgm:spPr/>
      <dgm:t>
        <a:bodyPr/>
        <a:lstStyle/>
        <a:p>
          <a:endParaRPr lang="en-US"/>
        </a:p>
      </dgm:t>
    </dgm:pt>
    <dgm:pt modelId="{6CF84571-FE23-4FBF-B3F3-98A7E1AC0B42}" type="parTrans">
      <dgm:prSet/>
      <dgm:spPr/>
      <dgm:t>
        <a:bodyPr/>
        <a:lstStyle/>
        <a:p>
          <a:endParaRPr lang="en-US"/>
        </a:p>
      </dgm:t>
    </dgm:pt>
    <dgm:pt modelId="{EB7D34DE-9CF9-4D9F-A465-82660AD79675}" type="sibTrans">
      <dgm:prSet/>
      <dgm:spPr/>
      <dgm:t>
        <a:bodyPr/>
        <a:lstStyle/>
        <a:p>
          <a:endParaRPr lang="en-US"/>
        </a:p>
      </dgm:t>
    </dgm:pt>
    <dgm:pt modelId="{125D881D-AA32-4375-9262-13881BAC4A20}" type="parTrans">
      <dgm:prSet/>
      <dgm:spPr/>
      <dgm:t>
        <a:bodyPr/>
        <a:lstStyle/>
        <a:p>
          <a:endParaRPr lang="en-US"/>
        </a:p>
      </dgm:t>
    </dgm:pt>
    <dgm:pt modelId="{B197E99E-D72F-471B-BA50-7D957281B574}" type="sibTrans">
      <dgm:prSet/>
      <dgm:spPr/>
      <dgm:t>
        <a:bodyPr/>
        <a:lstStyle/>
        <a:p>
          <a:endParaRPr lang="en-US"/>
        </a:p>
      </dgm:t>
    </dgm:pt>
    <dgm:pt modelId="{1E489CA9-EFA1-4416-8016-0BDC77C28B3F}" type="parTrans">
      <dgm:prSet/>
      <dgm:spPr/>
      <dgm:t>
        <a:bodyPr/>
        <a:lstStyle/>
        <a:p>
          <a:endParaRPr lang="en-US"/>
        </a:p>
      </dgm:t>
    </dgm:pt>
    <dgm:pt modelId="{5CEC9AA8-E884-4912-BD4C-F4543BBD2F3F}" type="sibTrans">
      <dgm:prSet/>
      <dgm:spPr/>
      <dgm:t>
        <a:bodyPr/>
        <a:lstStyle/>
        <a:p>
          <a:endParaRPr lang="en-US"/>
        </a:p>
      </dgm:t>
    </dgm:pt>
    <dgm:pt modelId="{45950C72-FB2F-4C9A-A85F-47D1288371BE}" type="parTrans">
      <dgm:prSet/>
      <dgm:spPr/>
      <dgm:t>
        <a:bodyPr/>
        <a:lstStyle/>
        <a:p>
          <a:endParaRPr lang="en-US"/>
        </a:p>
      </dgm:t>
    </dgm:pt>
    <dgm:pt modelId="{5C44639C-6AD7-4485-83B1-3CE3C35E3BCA}" type="sibTrans">
      <dgm:prSet/>
      <dgm:spPr/>
      <dgm:t>
        <a:bodyPr/>
        <a:lstStyle/>
        <a:p>
          <a:endParaRPr lang="en-US"/>
        </a:p>
      </dgm:t>
    </dgm:pt>
    <dgm:pt modelId="{EB47BBAA-A8AF-4FFE-AF3A-6F45F929C6DF}" type="parTrans">
      <dgm:prSet/>
      <dgm:spPr/>
      <dgm:t>
        <a:bodyPr/>
        <a:lstStyle/>
        <a:p>
          <a:endParaRPr lang="en-US"/>
        </a:p>
      </dgm:t>
    </dgm:pt>
    <dgm:pt modelId="{DB688341-B991-4340-97CF-B24E5DFE0040}" type="sibTrans">
      <dgm:prSet/>
      <dgm:spPr/>
      <dgm:t>
        <a:bodyPr/>
        <a:lstStyle/>
        <a:p>
          <a:endParaRPr lang="en-US"/>
        </a:p>
      </dgm:t>
    </dgm:pt>
    <dgm:pt modelId="{2D8F2478-5410-4F25-829E-09E2F0CCD46D}">
      <dgm:prSet phldrT="[Text]"/>
      <dgm:spPr/>
      <dgm:t>
        <a:bodyPr/>
        <a:lstStyle/>
        <a:p>
          <a:r>
            <a:rPr lang="en-US">
              <a:solidFill>
                <a:schemeClr val="tx2"/>
              </a:solidFill>
            </a:rPr>
            <a:t>Launch Adventure Works Classes: hiking, bike, camping</a:t>
          </a:r>
          <a:endParaRPr lang="en-US"/>
        </a:p>
      </dgm:t>
    </dgm:pt>
    <dgm:pt modelId="{70A6ABFF-9AFC-4158-950C-F4E82C2290B2}">
      <dgm:prSet phldrT="[Text]"/>
      <dgm:spPr/>
      <dgm:t>
        <a:bodyPr/>
        <a:lstStyle/>
        <a:p>
          <a:r>
            <a:rPr lang="en-US">
              <a:solidFill>
                <a:schemeClr val="tx2"/>
              </a:solidFill>
            </a:rPr>
            <a:t>Add guided trips and skills clinics; repeat attendance</a:t>
          </a:r>
          <a:endParaRPr lang="en-US"/>
        </a:p>
      </dgm:t>
    </dgm:pt>
    <dgm:pt modelId="{F67D079A-632A-4F27-B20B-8A4BBA17C828}">
      <dgm:prSet phldrT="[Text]"/>
      <dgm:spPr/>
      <dgm:t>
        <a:bodyPr/>
        <a:lstStyle/>
        <a:p>
          <a:r>
            <a:rPr lang="en-US">
              <a:solidFill>
                <a:schemeClr val="tx2"/>
              </a:solidFill>
            </a:rPr>
            <a:t>Improve inventory planning; seasonal assortments, faster turns</a:t>
          </a:r>
          <a:endParaRPr lang="en-US"/>
        </a:p>
      </dgm:t>
    </dgm:pt>
    <dgm:pt modelId="{15E97032-084D-40F8-9876-983A0477E3B9}">
      <dgm:prSet phldrT="[Text]"/>
      <dgm:spPr/>
      <dgm:t>
        <a:bodyPr/>
        <a:lstStyle/>
        <a:p>
          <a:r>
            <a:rPr lang="en-US">
              <a:solidFill>
                <a:schemeClr val="tx2"/>
              </a:solidFill>
            </a:rPr>
            <a:t>Expand experiences: avalanche safety, weekends, women’s clinics</a:t>
          </a:r>
          <a:endParaRPr lang="en-US"/>
        </a:p>
      </dgm:t>
    </dgm:pt>
    <dgm:pt modelId="{5B005797-1E0A-44AA-844C-1F855330B63A}">
      <dgm:prSet phldrT="[Text]"/>
      <dgm:spPr/>
      <dgm:t>
        <a:bodyPr/>
        <a:lstStyle/>
        <a:p>
          <a:r>
            <a:rPr lang="en-US">
              <a:solidFill>
                <a:schemeClr val="tx2"/>
              </a:solidFill>
            </a:rPr>
            <a:t>Partnerships with guides/parks/brands broaden community reach</a:t>
          </a:r>
          <a:endParaRPr lang="en-US"/>
        </a:p>
      </dgm:t>
    </dgm:pt>
    <dgm:pt modelId="{8770225F-58DD-475D-AB28-D398E54B60FB}" type="parTrans" cxnId="{0BB91168-0EA5-47B1-937E-96198C9E07DD}">
      <dgm:prSet/>
      <dgm:spPr/>
      <dgm:t>
        <a:bodyPr/>
        <a:lstStyle/>
        <a:p>
          <a:endParaRPr lang="en-US"/>
        </a:p>
      </dgm:t>
    </dgm:pt>
    <dgm:pt modelId="{3383F655-CDB6-4FE3-BA6C-78044F4A7D93}" type="sibTrans" cxnId="{0BB91168-0EA5-47B1-937E-96198C9E07DD}">
      <dgm:prSet/>
      <dgm:spPr/>
      <dgm:t>
        <a:bodyPr/>
        <a:lstStyle/>
        <a:p>
          <a:endParaRPr lang="en-US"/>
        </a:p>
      </dgm:t>
    </dgm:pt>
    <dgm:pt modelId="{63FC775E-69B4-447B-A621-4B5773A0C2BF}" type="parTrans" cxnId="{0A7D8F72-D4F9-4E40-90B1-CD344FCC512A}">
      <dgm:prSet/>
      <dgm:spPr/>
      <dgm:t>
        <a:bodyPr/>
        <a:lstStyle/>
        <a:p>
          <a:endParaRPr lang="en-US"/>
        </a:p>
      </dgm:t>
    </dgm:pt>
    <dgm:pt modelId="{7A1EEF0C-E816-4D47-AC94-8148BD6D91D9}" type="sibTrans" cxnId="{0A7D8F72-D4F9-4E40-90B1-CD344FCC512A}">
      <dgm:prSet/>
      <dgm:spPr/>
      <dgm:t>
        <a:bodyPr/>
        <a:lstStyle/>
        <a:p>
          <a:endParaRPr lang="en-US"/>
        </a:p>
      </dgm:t>
    </dgm:pt>
    <dgm:pt modelId="{FAF68174-6244-4DED-9BA2-467B33DEA411}" type="parTrans" cxnId="{48F8366C-BD23-4A74-8439-D3892D90F569}">
      <dgm:prSet/>
      <dgm:spPr/>
      <dgm:t>
        <a:bodyPr/>
        <a:lstStyle/>
        <a:p>
          <a:endParaRPr lang="en-US"/>
        </a:p>
      </dgm:t>
    </dgm:pt>
    <dgm:pt modelId="{0B4198F2-A282-41BD-AD1F-895ADBE0028A}" type="sibTrans" cxnId="{48F8366C-BD23-4A74-8439-D3892D90F569}">
      <dgm:prSet/>
      <dgm:spPr/>
      <dgm:t>
        <a:bodyPr/>
        <a:lstStyle/>
        <a:p>
          <a:endParaRPr lang="en-US"/>
        </a:p>
      </dgm:t>
    </dgm:pt>
    <dgm:pt modelId="{23322F67-8C32-460F-8233-2A1B402BDBDE}" type="parTrans" cxnId="{A8DA1EE3-FB49-4DBB-A886-9BDB24E9569B}">
      <dgm:prSet/>
      <dgm:spPr/>
      <dgm:t>
        <a:bodyPr/>
        <a:lstStyle/>
        <a:p>
          <a:endParaRPr lang="en-US"/>
        </a:p>
      </dgm:t>
    </dgm:pt>
    <dgm:pt modelId="{3016DD90-049B-4505-AA19-010FE8CB5DFC}" type="sibTrans" cxnId="{A8DA1EE3-FB49-4DBB-A886-9BDB24E9569B}">
      <dgm:prSet/>
      <dgm:spPr/>
      <dgm:t>
        <a:bodyPr/>
        <a:lstStyle/>
        <a:p>
          <a:endParaRPr lang="en-US"/>
        </a:p>
      </dgm:t>
    </dgm:pt>
    <dgm:pt modelId="{773B1C31-2264-44B2-9AAA-651DBF98E93D}" type="parTrans" cxnId="{1938D8CF-ADE8-4F09-9FA8-CFF554A8F638}">
      <dgm:prSet/>
      <dgm:spPr/>
      <dgm:t>
        <a:bodyPr/>
        <a:lstStyle/>
        <a:p>
          <a:endParaRPr lang="en-US"/>
        </a:p>
      </dgm:t>
    </dgm:pt>
    <dgm:pt modelId="{DCBC2007-1840-43CC-8204-9C83CE87BC72}" type="sibTrans" cxnId="{1938D8CF-ADE8-4F09-9FA8-CFF554A8F638}">
      <dgm:prSet/>
      <dgm:spPr/>
      <dgm:t>
        <a:bodyPr/>
        <a:lstStyle/>
        <a:p>
          <a:endParaRPr lang="en-US"/>
        </a:p>
      </dgm:t>
    </dgm:pt>
    <dgm:pt modelId="{7F923441-E96C-4DA4-AA84-3F1E45B53E58}" type="pres">
      <dgm:prSet presAssocID="{719459F4-8DD0-4F90-AE59-E138E909CAE6}" presName="root" presStyleCnt="0">
        <dgm:presLayoutVars>
          <dgm:chMax/>
          <dgm:chPref/>
          <dgm:animLvl val="lvl"/>
        </dgm:presLayoutVars>
      </dgm:prSet>
      <dgm:spPr/>
    </dgm:pt>
    <dgm:pt modelId="{816F57CA-3006-4BDF-B1AC-AF78BAECE812}" type="pres">
      <dgm:prSet presAssocID="{719459F4-8DD0-4F90-AE59-E138E909CAE6}" presName="divider" presStyleLbl="tlcallout" presStyleIdx="0" presStyleCnt="6"/>
      <dgm:spPr>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tailEnd type="triangle" w="lg" len="lg"/>
        </a:ln>
        <a:effectLst/>
      </dgm:spPr>
    </dgm:pt>
    <dgm:pt modelId="{0FC87B23-6B85-42E5-930A-99615FFDCFC9}" type="pres">
      <dgm:prSet presAssocID="{719459F4-8DD0-4F90-AE59-E138E909CAE6}" presName="nodes" presStyleCnt="0">
        <dgm:presLayoutVars>
          <dgm:chMax/>
          <dgm:chPref/>
          <dgm:animLvl val="lvl"/>
        </dgm:presLayoutVars>
      </dgm:prSet>
      <dgm:spPr/>
    </dgm:pt>
    <dgm:pt modelId="{5376A6EE-6B7A-4472-A731-1546FEC05136}" type="pres">
      <dgm:prSet presAssocID="{31F334D0-8F19-4301-A7E8-18B651261A61}" presName="composite" presStyleCnt="0"/>
      <dgm:spPr/>
    </dgm:pt>
    <dgm:pt modelId="{973D4221-FEE6-4D63-A4E0-3708F1DEF855}" type="pres">
      <dgm:prSet presAssocID="{31F334D0-8F19-4301-A7E8-18B651261A61}" presName="ConnectorPoint" presStyleLbl="dkBgShp" presStyleIdx="0" presStyleCnt="10"/>
      <dgm:spPr>
        <a:solidFill>
          <a:schemeClr val="accent1">
            <a:hueOff val="0"/>
            <a:satOff val="0"/>
            <a:lumOff val="0"/>
            <a:alphaOff val="0"/>
          </a:schemeClr>
        </a:solidFill>
        <a:ln w="6350">
          <a:noFill/>
        </a:ln>
        <a:effectLst/>
      </dgm:spPr>
    </dgm:pt>
    <dgm:pt modelId="{BBDEBB5F-8E4B-4401-8B0C-AE7A83EAA95E}" type="pres">
      <dgm:prSet presAssocID="{31F334D0-8F19-4301-A7E8-18B651261A61}" presName="DropPinPlaceHolder" presStyleCnt="0"/>
      <dgm:spPr/>
    </dgm:pt>
    <dgm:pt modelId="{EAAA2632-C8AD-41C8-B0AD-8B673BB45648}" type="pres">
      <dgm:prSet presAssocID="{31F334D0-8F19-4301-A7E8-18B651261A61}" presName="DropPin" presStyleLbl="node3" presStyleIdx="0" presStyleCnt="5"/>
      <dgm:spPr/>
    </dgm:pt>
    <dgm:pt modelId="{C1EABBC3-E011-48F0-AE03-A1DBA1812B33}" type="pres">
      <dgm:prSet presAssocID="{31F334D0-8F19-4301-A7E8-18B651261A61}" presName="Ellipse" presStyleLbl="dkBgShp" presStyleIdx="1" presStyleCnt="10"/>
      <dgm:spPr>
        <a:solidFill>
          <a:schemeClr val="accent1">
            <a:hueOff val="0"/>
            <a:satOff val="0"/>
            <a:lumOff val="0"/>
            <a:alphaOff val="0"/>
          </a:schemeClr>
        </a:solidFill>
        <a:ln>
          <a:noFill/>
        </a:ln>
        <a:effectLst/>
      </dgm:spPr>
    </dgm:pt>
    <dgm:pt modelId="{D9635C4A-9BDD-48B4-A145-AE88DD96237E}" type="pres">
      <dgm:prSet presAssocID="{31F334D0-8F19-4301-A7E8-18B651261A61}" presName="L2TextContainer" presStyleLbl="revTx" presStyleIdx="0" presStyleCnt="10">
        <dgm:presLayoutVars>
          <dgm:bulletEnabled val="1"/>
        </dgm:presLayoutVars>
      </dgm:prSet>
      <dgm:spPr/>
    </dgm:pt>
    <dgm:pt modelId="{774BE055-20E8-4271-B304-970DC2B090E5}" type="pres">
      <dgm:prSet presAssocID="{31F334D0-8F19-4301-A7E8-18B651261A61}" presName="L1TextContainer" presStyleLbl="revTx" presStyleIdx="1" presStyleCnt="10">
        <dgm:presLayoutVars>
          <dgm:chMax val="1"/>
          <dgm:chPref val="1"/>
          <dgm:bulletEnabled val="1"/>
        </dgm:presLayoutVars>
      </dgm:prSet>
      <dgm:spPr/>
    </dgm:pt>
    <dgm:pt modelId="{9DBE4F26-0482-4359-B73D-A1B57A52D580}" type="pres">
      <dgm:prSet presAssocID="{31F334D0-8F19-4301-A7E8-18B651261A61}" presName="ConnectLine" presStyleLbl="tlcallout" presStyleIdx="1" presStyleCnt="6"/>
      <dgm:spPr/>
    </dgm:pt>
    <dgm:pt modelId="{55392116-3841-4D06-B51C-566E70536531}" type="pres">
      <dgm:prSet presAssocID="{31F334D0-8F19-4301-A7E8-18B651261A61}" presName="EmptyPlaceHolder" presStyleCnt="0"/>
      <dgm:spPr/>
    </dgm:pt>
    <dgm:pt modelId="{5F542809-8EE6-486E-B592-0EF024E68BBD}" type="pres">
      <dgm:prSet presAssocID="{03375892-FEDC-40F8-8CCE-A0611FB322FF}" presName="spaceBetweenRectangles" presStyleCnt="0"/>
      <dgm:spPr/>
    </dgm:pt>
    <dgm:pt modelId="{D2C4062F-9B3F-4044-8C7E-1BB93E2144AA}" type="pres">
      <dgm:prSet presAssocID="{D6BD04D9-CD31-47C4-AAA6-C248E6FD0CA9}" presName="composite" presStyleCnt="0"/>
      <dgm:spPr/>
    </dgm:pt>
    <dgm:pt modelId="{B3E6214B-52F9-4E0F-8605-43788CFEDC40}" type="pres">
      <dgm:prSet presAssocID="{D6BD04D9-CD31-47C4-AAA6-C248E6FD0CA9}" presName="ConnectorPoint" presStyleLbl="dkBgShp" presStyleIdx="2" presStyleCnt="10"/>
      <dgm:spPr>
        <a:solidFill>
          <a:schemeClr val="accent1">
            <a:hueOff val="0"/>
            <a:satOff val="0"/>
            <a:lumOff val="0"/>
            <a:alphaOff val="0"/>
          </a:schemeClr>
        </a:solidFill>
        <a:ln w="6350">
          <a:noFill/>
        </a:ln>
        <a:effectLst/>
      </dgm:spPr>
    </dgm:pt>
    <dgm:pt modelId="{B2D21AEF-694F-4DE5-82DE-9AC06F8AE251}" type="pres">
      <dgm:prSet presAssocID="{D6BD04D9-CD31-47C4-AAA6-C248E6FD0CA9}" presName="DropPinPlaceHolder" presStyleCnt="0"/>
      <dgm:spPr/>
    </dgm:pt>
    <dgm:pt modelId="{AC610A94-0983-4337-A113-3459556DC7B1}" type="pres">
      <dgm:prSet presAssocID="{D6BD04D9-CD31-47C4-AAA6-C248E6FD0CA9}" presName="DropPin" presStyleLbl="node3" presStyleIdx="1" presStyleCnt="5"/>
      <dgm:spPr/>
    </dgm:pt>
    <dgm:pt modelId="{1F0A681A-6738-4442-99F2-F8B3F5A92F81}" type="pres">
      <dgm:prSet presAssocID="{D6BD04D9-CD31-47C4-AAA6-C248E6FD0CA9}" presName="Ellipse" presStyleLbl="dkBgShp" presStyleIdx="3" presStyleCnt="10"/>
      <dgm:spPr>
        <a:solidFill>
          <a:schemeClr val="accent1">
            <a:hueOff val="0"/>
            <a:satOff val="0"/>
            <a:lumOff val="0"/>
            <a:alphaOff val="0"/>
          </a:schemeClr>
        </a:solidFill>
        <a:ln>
          <a:noFill/>
        </a:ln>
        <a:effectLst/>
      </dgm:spPr>
    </dgm:pt>
    <dgm:pt modelId="{7FE19CD8-AA79-402E-ACE9-E06110B2A68B}" type="pres">
      <dgm:prSet presAssocID="{D6BD04D9-CD31-47C4-AAA6-C248E6FD0CA9}" presName="L2TextContainer" presStyleLbl="revTx" presStyleIdx="2" presStyleCnt="10">
        <dgm:presLayoutVars>
          <dgm:bulletEnabled val="1"/>
        </dgm:presLayoutVars>
      </dgm:prSet>
      <dgm:spPr/>
    </dgm:pt>
    <dgm:pt modelId="{A5DE6BDA-D178-495E-A64C-C3A6E7B96885}" type="pres">
      <dgm:prSet presAssocID="{D6BD04D9-CD31-47C4-AAA6-C248E6FD0CA9}" presName="L1TextContainer" presStyleLbl="revTx" presStyleIdx="3" presStyleCnt="10">
        <dgm:presLayoutVars>
          <dgm:chMax val="1"/>
          <dgm:chPref val="1"/>
          <dgm:bulletEnabled val="1"/>
        </dgm:presLayoutVars>
      </dgm:prSet>
      <dgm:spPr/>
    </dgm:pt>
    <dgm:pt modelId="{982837A3-29DD-48E3-979E-9D99AEDBEB30}" type="pres">
      <dgm:prSet presAssocID="{D6BD04D9-CD31-47C4-AAA6-C248E6FD0CA9}" presName="ConnectLine" presStyleLbl="tlcallout" presStyleIdx="2" presStyleCnt="6"/>
      <dgm:spPr/>
    </dgm:pt>
    <dgm:pt modelId="{D47BC95B-8A8B-4171-93A5-91E79708C343}" type="pres">
      <dgm:prSet presAssocID="{D6BD04D9-CD31-47C4-AAA6-C248E6FD0CA9}" presName="EmptyPlaceHolder" presStyleCnt="0"/>
      <dgm:spPr/>
    </dgm:pt>
    <dgm:pt modelId="{4E2DD532-A39E-4C05-BA82-F589A203DE30}" type="pres">
      <dgm:prSet presAssocID="{E696FC8E-89BA-41B5-B245-EDC21EA215C9}" presName="spaceBetweenRectangles" presStyleCnt="0"/>
      <dgm:spPr/>
    </dgm:pt>
    <dgm:pt modelId="{06D2C25C-1CB1-4E4D-886D-54C3091475F7}" type="pres">
      <dgm:prSet presAssocID="{909940B6-2105-487E-A852-EDFA5ECC9405}" presName="composite" presStyleCnt="0"/>
      <dgm:spPr/>
    </dgm:pt>
    <dgm:pt modelId="{9D658CA3-4177-4DF7-A1BD-7FFF8CC5AA0C}" type="pres">
      <dgm:prSet presAssocID="{909940B6-2105-487E-A852-EDFA5ECC9405}" presName="ConnectorPoint" presStyleLbl="dkBgShp" presStyleIdx="4" presStyleCnt="10"/>
      <dgm:spPr>
        <a:solidFill>
          <a:schemeClr val="accent1">
            <a:hueOff val="0"/>
            <a:satOff val="0"/>
            <a:lumOff val="0"/>
            <a:alphaOff val="0"/>
          </a:schemeClr>
        </a:solidFill>
        <a:ln w="6350">
          <a:noFill/>
        </a:ln>
        <a:effectLst/>
      </dgm:spPr>
    </dgm:pt>
    <dgm:pt modelId="{E0E7D8F1-CCEE-4B81-AC58-BC5B8D82687E}" type="pres">
      <dgm:prSet presAssocID="{909940B6-2105-487E-A852-EDFA5ECC9405}" presName="DropPinPlaceHolder" presStyleCnt="0"/>
      <dgm:spPr/>
    </dgm:pt>
    <dgm:pt modelId="{5A391F51-FA79-4B63-9810-E178E639D1EE}" type="pres">
      <dgm:prSet presAssocID="{909940B6-2105-487E-A852-EDFA5ECC9405}" presName="DropPin" presStyleLbl="node3" presStyleIdx="2" presStyleCnt="5"/>
      <dgm:spPr/>
    </dgm:pt>
    <dgm:pt modelId="{DA6C8CAD-3E28-4C56-B3BB-0E33DF93DF65}" type="pres">
      <dgm:prSet presAssocID="{909940B6-2105-487E-A852-EDFA5ECC9405}" presName="Ellipse" presStyleLbl="dkBgShp" presStyleIdx="5" presStyleCnt="10"/>
      <dgm:spPr>
        <a:solidFill>
          <a:schemeClr val="accent1">
            <a:hueOff val="0"/>
            <a:satOff val="0"/>
            <a:lumOff val="0"/>
            <a:alphaOff val="0"/>
          </a:schemeClr>
        </a:solidFill>
        <a:ln>
          <a:noFill/>
        </a:ln>
        <a:effectLst/>
      </dgm:spPr>
    </dgm:pt>
    <dgm:pt modelId="{36519839-12C4-449E-BB81-2BA0AA1AD494}" type="pres">
      <dgm:prSet presAssocID="{909940B6-2105-487E-A852-EDFA5ECC9405}" presName="L2TextContainer" presStyleLbl="revTx" presStyleIdx="4" presStyleCnt="10">
        <dgm:presLayoutVars>
          <dgm:bulletEnabled val="1"/>
        </dgm:presLayoutVars>
      </dgm:prSet>
      <dgm:spPr/>
    </dgm:pt>
    <dgm:pt modelId="{6F2A6202-D3EF-4C71-95F6-83EE153C53FA}" type="pres">
      <dgm:prSet presAssocID="{909940B6-2105-487E-A852-EDFA5ECC9405}" presName="L1TextContainer" presStyleLbl="revTx" presStyleIdx="5" presStyleCnt="10">
        <dgm:presLayoutVars>
          <dgm:chMax val="1"/>
          <dgm:chPref val="1"/>
          <dgm:bulletEnabled val="1"/>
        </dgm:presLayoutVars>
      </dgm:prSet>
      <dgm:spPr/>
    </dgm:pt>
    <dgm:pt modelId="{EA5FB152-22E9-421E-BC6A-522D774FC5E7}" type="pres">
      <dgm:prSet presAssocID="{909940B6-2105-487E-A852-EDFA5ECC9405}" presName="ConnectLine" presStyleLbl="tlcallout" presStyleIdx="3" presStyleCnt="6"/>
      <dgm:spPr/>
    </dgm:pt>
    <dgm:pt modelId="{B79A7632-B4FE-4165-BB4E-0EDA17BC8415}" type="pres">
      <dgm:prSet presAssocID="{909940B6-2105-487E-A852-EDFA5ECC9405}" presName="EmptyPlaceHolder" presStyleCnt="0"/>
      <dgm:spPr/>
    </dgm:pt>
    <dgm:pt modelId="{CE200C50-E40A-449C-A864-782B9032CC1F}" type="pres">
      <dgm:prSet presAssocID="{2B39F1C2-776B-498D-B2F0-8810FDBE9B15}" presName="spaceBetweenRectangles" presStyleCnt="0"/>
      <dgm:spPr/>
    </dgm:pt>
    <dgm:pt modelId="{E9FCD298-5BDB-4387-B9D1-ADF1861A56EE}" type="pres">
      <dgm:prSet presAssocID="{CE9F8E8D-FCA5-484B-A80E-C851382D8764}" presName="composite" presStyleCnt="0"/>
      <dgm:spPr/>
    </dgm:pt>
    <dgm:pt modelId="{C7C16408-47EE-4DCC-8C2A-A5C976922E2E}" type="pres">
      <dgm:prSet presAssocID="{CE9F8E8D-FCA5-484B-A80E-C851382D8764}" presName="ConnectorPoint" presStyleLbl="dkBgShp" presStyleIdx="6" presStyleCnt="10"/>
      <dgm:spPr>
        <a:solidFill>
          <a:schemeClr val="accent1">
            <a:hueOff val="0"/>
            <a:satOff val="0"/>
            <a:lumOff val="0"/>
            <a:alphaOff val="0"/>
          </a:schemeClr>
        </a:solidFill>
        <a:ln w="6350">
          <a:noFill/>
        </a:ln>
        <a:effectLst/>
      </dgm:spPr>
    </dgm:pt>
    <dgm:pt modelId="{E5079EA8-41EF-4570-9DC3-11C6D9347C85}" type="pres">
      <dgm:prSet presAssocID="{CE9F8E8D-FCA5-484B-A80E-C851382D8764}" presName="DropPinPlaceHolder" presStyleCnt="0"/>
      <dgm:spPr/>
    </dgm:pt>
    <dgm:pt modelId="{30738D34-93A9-40C9-9AAE-9D567EBBF513}" type="pres">
      <dgm:prSet presAssocID="{CE9F8E8D-FCA5-484B-A80E-C851382D8764}" presName="DropPin" presStyleLbl="node3" presStyleIdx="3" presStyleCnt="5"/>
      <dgm:spPr/>
    </dgm:pt>
    <dgm:pt modelId="{1E5BEB23-BC94-4B6A-A0FA-82F0B013A737}" type="pres">
      <dgm:prSet presAssocID="{CE9F8E8D-FCA5-484B-A80E-C851382D8764}" presName="Ellipse" presStyleLbl="dkBgShp" presStyleIdx="7" presStyleCnt="10"/>
      <dgm:spPr>
        <a:solidFill>
          <a:schemeClr val="accent1">
            <a:hueOff val="0"/>
            <a:satOff val="0"/>
            <a:lumOff val="0"/>
            <a:alphaOff val="0"/>
          </a:schemeClr>
        </a:solidFill>
        <a:ln>
          <a:noFill/>
        </a:ln>
        <a:effectLst/>
      </dgm:spPr>
    </dgm:pt>
    <dgm:pt modelId="{65FBF3D5-E109-4042-8931-8C78597E7868}" type="pres">
      <dgm:prSet presAssocID="{CE9F8E8D-FCA5-484B-A80E-C851382D8764}" presName="L2TextContainer" presStyleLbl="revTx" presStyleIdx="6" presStyleCnt="10">
        <dgm:presLayoutVars>
          <dgm:bulletEnabled val="1"/>
        </dgm:presLayoutVars>
      </dgm:prSet>
      <dgm:spPr/>
    </dgm:pt>
    <dgm:pt modelId="{953D270C-E864-484F-83D4-8252BEBD49F3}" type="pres">
      <dgm:prSet presAssocID="{CE9F8E8D-FCA5-484B-A80E-C851382D8764}" presName="L1TextContainer" presStyleLbl="revTx" presStyleIdx="7" presStyleCnt="10">
        <dgm:presLayoutVars>
          <dgm:chMax val="1"/>
          <dgm:chPref val="1"/>
          <dgm:bulletEnabled val="1"/>
        </dgm:presLayoutVars>
      </dgm:prSet>
      <dgm:spPr/>
    </dgm:pt>
    <dgm:pt modelId="{05EA4FD8-A77D-46F5-98A9-A0B0AB0EAB5B}" type="pres">
      <dgm:prSet presAssocID="{CE9F8E8D-FCA5-484B-A80E-C851382D8764}" presName="ConnectLine" presStyleLbl="tlcallout" presStyleIdx="4" presStyleCnt="6"/>
      <dgm:spPr/>
    </dgm:pt>
    <dgm:pt modelId="{E01576E9-B4F0-4414-BC86-C9B66AE794FB}" type="pres">
      <dgm:prSet presAssocID="{CE9F8E8D-FCA5-484B-A80E-C851382D8764}" presName="EmptyPlaceHolder" presStyleCnt="0"/>
      <dgm:spPr/>
    </dgm:pt>
    <dgm:pt modelId="{2D86A5F4-B323-4C26-BF55-8C3B6319857B}" type="pres">
      <dgm:prSet presAssocID="{D29AEF73-006E-4763-BA14-A0EEC063A93F}" presName="spaceBetweenRectangles" presStyleCnt="0"/>
      <dgm:spPr/>
    </dgm:pt>
    <dgm:pt modelId="{41C5910F-D723-4C9F-B444-97BCB4E97D36}" type="pres">
      <dgm:prSet presAssocID="{C1E8F422-9FEB-4DA3-95D2-AF768C09E735}" presName="composite" presStyleCnt="0"/>
      <dgm:spPr/>
    </dgm:pt>
    <dgm:pt modelId="{F8329DCA-E054-424E-B6E8-53454878CB8B}" type="pres">
      <dgm:prSet presAssocID="{C1E8F422-9FEB-4DA3-95D2-AF768C09E735}" presName="ConnectorPoint" presStyleLbl="dkBgShp" presStyleIdx="8" presStyleCnt="10"/>
      <dgm:spPr>
        <a:solidFill>
          <a:schemeClr val="accent1">
            <a:hueOff val="0"/>
            <a:satOff val="0"/>
            <a:lumOff val="0"/>
            <a:alphaOff val="0"/>
          </a:schemeClr>
        </a:solidFill>
        <a:ln w="6350">
          <a:noFill/>
        </a:ln>
        <a:effectLst/>
      </dgm:spPr>
    </dgm:pt>
    <dgm:pt modelId="{D8ED06CD-EC6A-462F-A67B-346DC6A32F03}" type="pres">
      <dgm:prSet presAssocID="{C1E8F422-9FEB-4DA3-95D2-AF768C09E735}" presName="DropPinPlaceHolder" presStyleCnt="0"/>
      <dgm:spPr/>
    </dgm:pt>
    <dgm:pt modelId="{3B257A17-CBBD-42B2-A302-A8D2D2B3C5E7}" type="pres">
      <dgm:prSet presAssocID="{C1E8F422-9FEB-4DA3-95D2-AF768C09E735}" presName="DropPin" presStyleLbl="node3" presStyleIdx="4" presStyleCnt="5"/>
      <dgm:spPr/>
    </dgm:pt>
    <dgm:pt modelId="{C173C4A5-4C24-4E45-A94A-8439BDC455A3}" type="pres">
      <dgm:prSet presAssocID="{C1E8F422-9FEB-4DA3-95D2-AF768C09E735}" presName="Ellipse" presStyleLbl="dkBgShp" presStyleIdx="9" presStyleCnt="10"/>
      <dgm:spPr>
        <a:solidFill>
          <a:schemeClr val="accent1">
            <a:hueOff val="0"/>
            <a:satOff val="0"/>
            <a:lumOff val="0"/>
            <a:alphaOff val="0"/>
          </a:schemeClr>
        </a:solidFill>
        <a:ln>
          <a:noFill/>
        </a:ln>
        <a:effectLst/>
      </dgm:spPr>
    </dgm:pt>
    <dgm:pt modelId="{4B12849D-CC0F-4112-9508-42FE9D5AA8FD}" type="pres">
      <dgm:prSet presAssocID="{C1E8F422-9FEB-4DA3-95D2-AF768C09E735}" presName="L2TextContainer" presStyleLbl="revTx" presStyleIdx="8" presStyleCnt="10">
        <dgm:presLayoutVars>
          <dgm:bulletEnabled val="1"/>
        </dgm:presLayoutVars>
      </dgm:prSet>
      <dgm:spPr/>
    </dgm:pt>
    <dgm:pt modelId="{A3E2EC78-FF93-4945-AEA1-D7E20C42454F}" type="pres">
      <dgm:prSet presAssocID="{C1E8F422-9FEB-4DA3-95D2-AF768C09E735}" presName="L1TextContainer" presStyleLbl="revTx" presStyleIdx="9" presStyleCnt="10">
        <dgm:presLayoutVars>
          <dgm:chMax val="1"/>
          <dgm:chPref val="1"/>
          <dgm:bulletEnabled val="1"/>
        </dgm:presLayoutVars>
      </dgm:prSet>
      <dgm:spPr/>
    </dgm:pt>
    <dgm:pt modelId="{170D9F41-E094-4271-BE0A-F1DA90991ADF}" type="pres">
      <dgm:prSet presAssocID="{C1E8F422-9FEB-4DA3-95D2-AF768C09E735}" presName="ConnectLine" presStyleLbl="tlcallout" presStyleIdx="5" presStyleCnt="6"/>
      <dgm:spPr/>
    </dgm:pt>
    <dgm:pt modelId="{F67C98C4-65BD-414B-BE8E-7798B7C4A827}" type="pres">
      <dgm:prSet presAssocID="{C1E8F422-9FEB-4DA3-95D2-AF768C09E735}" presName="EmptyPlaceHolder" presStyleCnt="0"/>
      <dgm:spPr/>
    </dgm:pt>
  </dgm:ptLst>
  <dgm:cxnLst>
    <dgm:cxn modelId="{64F7460A-7A4F-4E88-97EF-27C9FF7B6994}" type="presOf" srcId="{15E97032-084D-40F8-9876-983A0477E3B9}" destId="{65FBF3D5-E109-4042-8931-8C78597E7868}" srcOrd="0" destOrd="1" presId="urn:microsoft.com/office/officeart/2025/8/layout/Timeline 04"/>
    <dgm:cxn modelId="{931A5428-71C5-4062-951B-E607973EC73A}" type="presOf" srcId="{51A3D06F-264D-44D7-B842-C4F7849E78F9}" destId="{4B12849D-CC0F-4112-9508-42FE9D5AA8FD}" srcOrd="0" destOrd="0" presId="urn:microsoft.com/office/officeart/2025/8/layout/Timeline 04"/>
    <dgm:cxn modelId="{F76CC732-5DC9-47A9-9E39-E24677439F6B}" type="presOf" srcId="{5B005797-1E0A-44AA-844C-1F855330B63A}" destId="{4B12849D-CC0F-4112-9508-42FE9D5AA8FD}" srcOrd="0" destOrd="1" presId="urn:microsoft.com/office/officeart/2025/8/layout/Timeline 04"/>
    <dgm:cxn modelId="{B0C0483A-0951-4D8D-B426-337E44661BC9}" type="presOf" srcId="{FF6DEDCC-BF39-49E9-95DE-3CFC0EBA93CC}" destId="{36519839-12C4-449E-BB81-2BA0AA1AD494}" srcOrd="0" destOrd="0" presId="urn:microsoft.com/office/officeart/2025/8/layout/Timeline 04"/>
    <dgm:cxn modelId="{151AD062-F940-438F-9AE2-87CDA4382E47}" srcId="{719459F4-8DD0-4F90-AE59-E138E909CAE6}" destId="{CE9F8E8D-FCA5-484B-A80E-C851382D8764}" srcOrd="3" destOrd="0" parTransId="{5546ED08-7466-4878-BC51-C13026FE439B}" sibTransId="{D29AEF73-006E-4763-BA14-A0EEC063A93F}"/>
    <dgm:cxn modelId="{9784F843-F10B-471B-A2A2-D002A7CC7295}" type="presOf" srcId="{C1E8F422-9FEB-4DA3-95D2-AF768C09E735}" destId="{A3E2EC78-FF93-4945-AEA1-D7E20C42454F}" srcOrd="0" destOrd="0" presId="urn:microsoft.com/office/officeart/2025/8/layout/Timeline 04"/>
    <dgm:cxn modelId="{4A838964-03F8-4F92-89B9-0E95706356D2}" type="presOf" srcId="{2D8F2478-5410-4F25-829E-09E2F0CCD46D}" destId="{D9635C4A-9BDD-48B4-A145-AE88DD96237E}" srcOrd="0" destOrd="1" presId="urn:microsoft.com/office/officeart/2025/8/layout/Timeline 04"/>
    <dgm:cxn modelId="{0BB91168-0EA5-47B1-937E-96198C9E07DD}" srcId="{31F334D0-8F19-4301-A7E8-18B651261A61}" destId="{2D8F2478-5410-4F25-829E-09E2F0CCD46D}" srcOrd="1" destOrd="0" parTransId="{8770225F-58DD-475D-AB28-D398E54B60FB}" sibTransId="{3383F655-CDB6-4FE3-BA6C-78044F4A7D93}"/>
    <dgm:cxn modelId="{48F8366C-BD23-4A74-8439-D3892D90F569}" srcId="{909940B6-2105-487E-A852-EDFA5ECC9405}" destId="{F67D079A-632A-4F27-B20B-8A4BBA17C828}" srcOrd="1" destOrd="0" parTransId="{FAF68174-6244-4DED-9BA2-467B33DEA411}" sibTransId="{0B4198F2-A282-41BD-AD1F-895ADBE0028A}"/>
    <dgm:cxn modelId="{399DAE6D-5886-4B02-B648-4A26E2063356}" type="presOf" srcId="{53E0E9F2-AEDC-4F7D-B157-39546B10C532}" destId="{65FBF3D5-E109-4042-8931-8C78597E7868}" srcOrd="0" destOrd="0" presId="urn:microsoft.com/office/officeart/2025/8/layout/Timeline 04"/>
    <dgm:cxn modelId="{9D8A754E-8BCD-4872-8221-D0EC900501C1}" srcId="{31F334D0-8F19-4301-A7E8-18B651261A61}" destId="{27C87AD6-5E44-483E-96DE-B52ACCB8D867}" srcOrd="0" destOrd="0" parTransId="{593AA5BB-40E0-411C-B7CE-C0E8AAB990F8}" sibTransId="{019FB6E7-4D44-4E1B-A0AC-A6024DEE7D8A}"/>
    <dgm:cxn modelId="{0A7D8F72-D4F9-4E40-90B1-CD344FCC512A}" srcId="{D6BD04D9-CD31-47C4-AAA6-C248E6FD0CA9}" destId="{70A6ABFF-9AFC-4158-950C-F4E82C2290B2}" srcOrd="1" destOrd="0" parTransId="{63FC775E-69B4-447B-A621-4B5773A0C2BF}" sibTransId="{7A1EEF0C-E816-4D47-AC94-8148BD6D91D9}"/>
    <dgm:cxn modelId="{30DAD478-D729-4F4E-9D38-5139D86BB3DD}" srcId="{719459F4-8DD0-4F90-AE59-E138E909CAE6}" destId="{C1E8F422-9FEB-4DA3-95D2-AF768C09E735}" srcOrd="4" destOrd="0" parTransId="{844A442F-251F-43BC-BDD4-1D0CD8E174ED}" sibTransId="{4576080E-54C2-47D9-AD18-85D7418FF0EC}"/>
    <dgm:cxn modelId="{A90FEA78-E674-47B2-AD34-7AC9E044B1FA}" srcId="{CE9F8E8D-FCA5-484B-A80E-C851382D8764}" destId="{53E0E9F2-AEDC-4F7D-B157-39546B10C532}" srcOrd="0" destOrd="0" parTransId="{29EBC396-F2E6-40E3-AF01-7A144FAEE5F8}" sibTransId="{9564EBAF-6D06-464C-BC54-723308F100FB}"/>
    <dgm:cxn modelId="{6546547A-3858-4BF7-8ED4-173A81A149EA}" type="presOf" srcId="{719459F4-8DD0-4F90-AE59-E138E909CAE6}" destId="{7F923441-E96C-4DA4-AA84-3F1E45B53E58}" srcOrd="0" destOrd="0" presId="urn:microsoft.com/office/officeart/2025/8/layout/Timeline 04"/>
    <dgm:cxn modelId="{8007C87A-22C6-4ED5-B2ED-026FFF81C3E9}" type="presOf" srcId="{909940B6-2105-487E-A852-EDFA5ECC9405}" destId="{6F2A6202-D3EF-4C71-95F6-83EE153C53FA}" srcOrd="0" destOrd="0" presId="urn:microsoft.com/office/officeart/2025/8/layout/Timeline 04"/>
    <dgm:cxn modelId="{C834C67E-A968-4D07-ADC1-F9C8BE11FF89}" type="presOf" srcId="{D6BD04D9-CD31-47C4-AAA6-C248E6FD0CA9}" destId="{A5DE6BDA-D178-495E-A64C-C3A6E7B96885}" srcOrd="0" destOrd="0" presId="urn:microsoft.com/office/officeart/2025/8/layout/Timeline 04"/>
    <dgm:cxn modelId="{1D680C8D-278A-4A95-BBA5-C9723866EB44}" srcId="{C1E8F422-9FEB-4DA3-95D2-AF768C09E735}" destId="{51A3D06F-264D-44D7-B842-C4F7849E78F9}" srcOrd="0" destOrd="0" parTransId="{80D45218-5A27-47D8-911C-B3ED15441D19}" sibTransId="{F2BDAD08-85C4-446A-915F-8F76623BEB8D}"/>
    <dgm:cxn modelId="{C774448D-960A-46DC-AE2C-3D4614C58022}" type="presOf" srcId="{31F334D0-8F19-4301-A7E8-18B651261A61}" destId="{774BE055-20E8-4271-B304-970DC2B090E5}" srcOrd="0" destOrd="0" presId="urn:microsoft.com/office/officeart/2025/8/layout/Timeline 04"/>
    <dgm:cxn modelId="{914AEE95-5BBD-4747-AB49-BCE61F4177F2}" srcId="{719459F4-8DD0-4F90-AE59-E138E909CAE6}" destId="{909940B6-2105-487E-A852-EDFA5ECC9405}" srcOrd="2" destOrd="0" parTransId="{CADCFD6C-88F9-4E81-8FCA-52D76C3E02AC}" sibTransId="{2B39F1C2-776B-498D-B2F0-8810FDBE9B15}"/>
    <dgm:cxn modelId="{4FFA2C9B-47A7-439C-B55B-6E34CC7E7AEC}" type="presOf" srcId="{27C87AD6-5E44-483E-96DE-B52ACCB8D867}" destId="{D9635C4A-9BDD-48B4-A145-AE88DD96237E}" srcOrd="0" destOrd="0" presId="urn:microsoft.com/office/officeart/2025/8/layout/Timeline 04"/>
    <dgm:cxn modelId="{564E59A5-55B8-4DAE-8D70-3CAD44CCA6C0}" type="presOf" srcId="{F67D079A-632A-4F27-B20B-8A4BBA17C828}" destId="{36519839-12C4-449E-BB81-2BA0AA1AD494}" srcOrd="0" destOrd="1" presId="urn:microsoft.com/office/officeart/2025/8/layout/Timeline 04"/>
    <dgm:cxn modelId="{0DFBF3A6-ECEB-4B82-8325-674BEF63DB54}" srcId="{719459F4-8DD0-4F90-AE59-E138E909CAE6}" destId="{D6BD04D9-CD31-47C4-AAA6-C248E6FD0CA9}" srcOrd="1" destOrd="0" parTransId="{C4BF164D-9206-4449-B4E7-3C883EC8A53B}" sibTransId="{E696FC8E-89BA-41B5-B245-EDC21EA215C9}"/>
    <dgm:cxn modelId="{3C4D44AA-7798-4D1C-B9C7-1ECDB714FD91}" srcId="{719459F4-8DD0-4F90-AE59-E138E909CAE6}" destId="{31F334D0-8F19-4301-A7E8-18B651261A61}" srcOrd="0" destOrd="0" parTransId="{F6ACEC43-E147-40F4-8511-EEE40AAFA37E}" sibTransId="{03375892-FEDC-40F8-8CCE-A0611FB322FF}"/>
    <dgm:cxn modelId="{7492C0B8-C322-43CB-AFCF-7A8D2BDD19BA}" type="presOf" srcId="{CE9F8E8D-FCA5-484B-A80E-C851382D8764}" destId="{953D270C-E864-484F-83D4-8252BEBD49F3}" srcOrd="0" destOrd="0" presId="urn:microsoft.com/office/officeart/2025/8/layout/Timeline 04"/>
    <dgm:cxn modelId="{9DA7C6C0-65E2-46FA-85FE-C9716222C217}" type="presOf" srcId="{09EF62BA-B432-4C36-8EC0-C594FA2CF0C1}" destId="{7FE19CD8-AA79-402E-ACE9-E06110B2A68B}" srcOrd="0" destOrd="0" presId="urn:microsoft.com/office/officeart/2025/8/layout/Timeline 04"/>
    <dgm:cxn modelId="{96373FCF-5D67-4F32-8E59-6F2F99AB2969}" srcId="{909940B6-2105-487E-A852-EDFA5ECC9405}" destId="{FF6DEDCC-BF39-49E9-95DE-3CFC0EBA93CC}" srcOrd="0" destOrd="0" parTransId="{6AF3481A-145D-4E3C-8C42-DDB97D813E74}" sibTransId="{10D2D3BA-B14F-4B55-9D5A-F4E89838669A}"/>
    <dgm:cxn modelId="{1938D8CF-ADE8-4F09-9FA8-CFF554A8F638}" srcId="{C1E8F422-9FEB-4DA3-95D2-AF768C09E735}" destId="{5B005797-1E0A-44AA-844C-1F855330B63A}" srcOrd="1" destOrd="0" parTransId="{773B1C31-2264-44B2-9AAA-651DBF98E93D}" sibTransId="{DCBC2007-1840-43CC-8204-9C83CE87BC72}"/>
    <dgm:cxn modelId="{A8DA1EE3-FB49-4DBB-A886-9BDB24E9569B}" srcId="{CE9F8E8D-FCA5-484B-A80E-C851382D8764}" destId="{15E97032-084D-40F8-9876-983A0477E3B9}" srcOrd="1" destOrd="0" parTransId="{23322F67-8C32-460F-8233-2A1B402BDBDE}" sibTransId="{3016DD90-049B-4505-AA19-010FE8CB5DFC}"/>
    <dgm:cxn modelId="{EB0974F7-0F4C-42EF-B628-15088B63AC4B}" type="presOf" srcId="{70A6ABFF-9AFC-4158-950C-F4E82C2290B2}" destId="{7FE19CD8-AA79-402E-ACE9-E06110B2A68B}" srcOrd="0" destOrd="1" presId="urn:microsoft.com/office/officeart/2025/8/layout/Timeline 04"/>
    <dgm:cxn modelId="{669B61FA-F7F7-4A0E-A782-29CE582B5468}" srcId="{D6BD04D9-CD31-47C4-AAA6-C248E6FD0CA9}" destId="{09EF62BA-B432-4C36-8EC0-C594FA2CF0C1}" srcOrd="0" destOrd="0" parTransId="{5C1023B3-6431-4B15-BCD8-2FF8418EC239}" sibTransId="{9F728933-AA58-47B1-A746-D827DA983642}"/>
    <dgm:cxn modelId="{109EF50E-6D30-42FA-A3BF-8413E7AD9662}" type="presParOf" srcId="{7F923441-E96C-4DA4-AA84-3F1E45B53E58}" destId="{816F57CA-3006-4BDF-B1AC-AF78BAECE812}" srcOrd="0" destOrd="0" presId="urn:microsoft.com/office/officeart/2025/8/layout/Timeline 04"/>
    <dgm:cxn modelId="{7E2758E9-70A3-44AB-8C81-5061BADF31A2}" type="presParOf" srcId="{7F923441-E96C-4DA4-AA84-3F1E45B53E58}" destId="{0FC87B23-6B85-42E5-930A-99615FFDCFC9}" srcOrd="1" destOrd="0" presId="urn:microsoft.com/office/officeart/2025/8/layout/Timeline 04"/>
    <dgm:cxn modelId="{60D555C7-BF86-4482-9031-6EE4EB26DBFC}" type="presParOf" srcId="{0FC87B23-6B85-42E5-930A-99615FFDCFC9}" destId="{5376A6EE-6B7A-4472-A731-1546FEC05136}" srcOrd="0" destOrd="0" presId="urn:microsoft.com/office/officeart/2025/8/layout/Timeline 04"/>
    <dgm:cxn modelId="{B9927524-280D-4430-9A57-E2D0260ACB7B}" type="presParOf" srcId="{5376A6EE-6B7A-4472-A731-1546FEC05136}" destId="{973D4221-FEE6-4D63-A4E0-3708F1DEF855}" srcOrd="0" destOrd="0" presId="urn:microsoft.com/office/officeart/2025/8/layout/Timeline 04"/>
    <dgm:cxn modelId="{5B6AF697-97C7-4FCD-8FFE-12495B8BF383}" type="presParOf" srcId="{5376A6EE-6B7A-4472-A731-1546FEC05136}" destId="{BBDEBB5F-8E4B-4401-8B0C-AE7A83EAA95E}" srcOrd="1" destOrd="0" presId="urn:microsoft.com/office/officeart/2025/8/layout/Timeline 04"/>
    <dgm:cxn modelId="{9CD26710-8FB8-4ECA-BF22-2BB46B443942}" type="presParOf" srcId="{BBDEBB5F-8E4B-4401-8B0C-AE7A83EAA95E}" destId="{EAAA2632-C8AD-41C8-B0AD-8B673BB45648}" srcOrd="0" destOrd="0" presId="urn:microsoft.com/office/officeart/2025/8/layout/Timeline 04"/>
    <dgm:cxn modelId="{B5123BAC-DEC8-41FC-853F-91EA2BC56FDA}" type="presParOf" srcId="{BBDEBB5F-8E4B-4401-8B0C-AE7A83EAA95E}" destId="{C1EABBC3-E011-48F0-AE03-A1DBA1812B33}" srcOrd="1" destOrd="0" presId="urn:microsoft.com/office/officeart/2025/8/layout/Timeline 04"/>
    <dgm:cxn modelId="{CF9F771C-4293-4827-98C9-137D56DF85B5}" type="presParOf" srcId="{5376A6EE-6B7A-4472-A731-1546FEC05136}" destId="{D9635C4A-9BDD-48B4-A145-AE88DD96237E}" srcOrd="2" destOrd="0" presId="urn:microsoft.com/office/officeart/2025/8/layout/Timeline 04"/>
    <dgm:cxn modelId="{F78C3EA2-BDFC-46A6-9BF8-28F838B93D02}" type="presParOf" srcId="{5376A6EE-6B7A-4472-A731-1546FEC05136}" destId="{774BE055-20E8-4271-B304-970DC2B090E5}" srcOrd="3" destOrd="0" presId="urn:microsoft.com/office/officeart/2025/8/layout/Timeline 04"/>
    <dgm:cxn modelId="{190A2E74-9D99-4437-B7FA-7A6BD516DE48}" type="presParOf" srcId="{5376A6EE-6B7A-4472-A731-1546FEC05136}" destId="{9DBE4F26-0482-4359-B73D-A1B57A52D580}" srcOrd="4" destOrd="0" presId="urn:microsoft.com/office/officeart/2025/8/layout/Timeline 04"/>
    <dgm:cxn modelId="{005C3602-E2B2-4BA5-9094-E66059A08E53}" type="presParOf" srcId="{5376A6EE-6B7A-4472-A731-1546FEC05136}" destId="{55392116-3841-4D06-B51C-566E70536531}" srcOrd="5" destOrd="0" presId="urn:microsoft.com/office/officeart/2025/8/layout/Timeline 04"/>
    <dgm:cxn modelId="{C583D73D-A161-4BF1-8405-DAF1FAB9B1BD}" type="presParOf" srcId="{0FC87B23-6B85-42E5-930A-99615FFDCFC9}" destId="{5F542809-8EE6-486E-B592-0EF024E68BBD}" srcOrd="1" destOrd="0" presId="urn:microsoft.com/office/officeart/2025/8/layout/Timeline 04"/>
    <dgm:cxn modelId="{7F8C93FC-F3F2-48AD-8F2D-7F68DCD71A1E}" type="presParOf" srcId="{0FC87B23-6B85-42E5-930A-99615FFDCFC9}" destId="{D2C4062F-9B3F-4044-8C7E-1BB93E2144AA}" srcOrd="2" destOrd="0" presId="urn:microsoft.com/office/officeart/2025/8/layout/Timeline 04"/>
    <dgm:cxn modelId="{5745020F-BEEF-4E4A-AB6F-9053C79E07EE}" type="presParOf" srcId="{D2C4062F-9B3F-4044-8C7E-1BB93E2144AA}" destId="{B3E6214B-52F9-4E0F-8605-43788CFEDC40}" srcOrd="0" destOrd="0" presId="urn:microsoft.com/office/officeart/2025/8/layout/Timeline 04"/>
    <dgm:cxn modelId="{54286104-A6EB-4D49-AF7B-39C3D7054765}" type="presParOf" srcId="{D2C4062F-9B3F-4044-8C7E-1BB93E2144AA}" destId="{B2D21AEF-694F-4DE5-82DE-9AC06F8AE251}" srcOrd="1" destOrd="0" presId="urn:microsoft.com/office/officeart/2025/8/layout/Timeline 04"/>
    <dgm:cxn modelId="{3DB025A5-BBA3-495F-939B-9A9E9B56CECD}" type="presParOf" srcId="{B2D21AEF-694F-4DE5-82DE-9AC06F8AE251}" destId="{AC610A94-0983-4337-A113-3459556DC7B1}" srcOrd="0" destOrd="0" presId="urn:microsoft.com/office/officeart/2025/8/layout/Timeline 04"/>
    <dgm:cxn modelId="{272D54BD-B332-493C-ABF7-813794439949}" type="presParOf" srcId="{B2D21AEF-694F-4DE5-82DE-9AC06F8AE251}" destId="{1F0A681A-6738-4442-99F2-F8B3F5A92F81}" srcOrd="1" destOrd="0" presId="urn:microsoft.com/office/officeart/2025/8/layout/Timeline 04"/>
    <dgm:cxn modelId="{7468BC78-873F-4A0A-A950-B81BFBFD9832}" type="presParOf" srcId="{D2C4062F-9B3F-4044-8C7E-1BB93E2144AA}" destId="{7FE19CD8-AA79-402E-ACE9-E06110B2A68B}" srcOrd="2" destOrd="0" presId="urn:microsoft.com/office/officeart/2025/8/layout/Timeline 04"/>
    <dgm:cxn modelId="{5362C68D-5E0E-4696-AAFD-F47259F4376B}" type="presParOf" srcId="{D2C4062F-9B3F-4044-8C7E-1BB93E2144AA}" destId="{A5DE6BDA-D178-495E-A64C-C3A6E7B96885}" srcOrd="3" destOrd="0" presId="urn:microsoft.com/office/officeart/2025/8/layout/Timeline 04"/>
    <dgm:cxn modelId="{C266E2D1-9851-43D7-A3A1-EF940E676AAC}" type="presParOf" srcId="{D2C4062F-9B3F-4044-8C7E-1BB93E2144AA}" destId="{982837A3-29DD-48E3-979E-9D99AEDBEB30}" srcOrd="4" destOrd="0" presId="urn:microsoft.com/office/officeart/2025/8/layout/Timeline 04"/>
    <dgm:cxn modelId="{360AEF9D-4103-4691-8832-8637BEE81A00}" type="presParOf" srcId="{D2C4062F-9B3F-4044-8C7E-1BB93E2144AA}" destId="{D47BC95B-8A8B-4171-93A5-91E79708C343}" srcOrd="5" destOrd="0" presId="urn:microsoft.com/office/officeart/2025/8/layout/Timeline 04"/>
    <dgm:cxn modelId="{D8DB06BB-6D89-438E-A96C-019972AC6DFE}" type="presParOf" srcId="{0FC87B23-6B85-42E5-930A-99615FFDCFC9}" destId="{4E2DD532-A39E-4C05-BA82-F589A203DE30}" srcOrd="3" destOrd="0" presId="urn:microsoft.com/office/officeart/2025/8/layout/Timeline 04"/>
    <dgm:cxn modelId="{66386567-C775-49D0-BB1C-4B448DCDE4A7}" type="presParOf" srcId="{0FC87B23-6B85-42E5-930A-99615FFDCFC9}" destId="{06D2C25C-1CB1-4E4D-886D-54C3091475F7}" srcOrd="4" destOrd="0" presId="urn:microsoft.com/office/officeart/2025/8/layout/Timeline 04"/>
    <dgm:cxn modelId="{F491F5EB-1AC0-4A33-9C3D-15EED8140248}" type="presParOf" srcId="{06D2C25C-1CB1-4E4D-886D-54C3091475F7}" destId="{9D658CA3-4177-4DF7-A1BD-7FFF8CC5AA0C}" srcOrd="0" destOrd="0" presId="urn:microsoft.com/office/officeart/2025/8/layout/Timeline 04"/>
    <dgm:cxn modelId="{5CD31F66-3350-4103-8618-24078A052E39}" type="presParOf" srcId="{06D2C25C-1CB1-4E4D-886D-54C3091475F7}" destId="{E0E7D8F1-CCEE-4B81-AC58-BC5B8D82687E}" srcOrd="1" destOrd="0" presId="urn:microsoft.com/office/officeart/2025/8/layout/Timeline 04"/>
    <dgm:cxn modelId="{02F96BFC-ACD0-4740-97C4-4589379FE281}" type="presParOf" srcId="{E0E7D8F1-CCEE-4B81-AC58-BC5B8D82687E}" destId="{5A391F51-FA79-4B63-9810-E178E639D1EE}" srcOrd="0" destOrd="0" presId="urn:microsoft.com/office/officeart/2025/8/layout/Timeline 04"/>
    <dgm:cxn modelId="{15791665-F11B-4125-8F23-1201AE5AA90C}" type="presParOf" srcId="{E0E7D8F1-CCEE-4B81-AC58-BC5B8D82687E}" destId="{DA6C8CAD-3E28-4C56-B3BB-0E33DF93DF65}" srcOrd="1" destOrd="0" presId="urn:microsoft.com/office/officeart/2025/8/layout/Timeline 04"/>
    <dgm:cxn modelId="{13CFD836-61E1-4AE5-8DF6-72D6AF06C67E}" type="presParOf" srcId="{06D2C25C-1CB1-4E4D-886D-54C3091475F7}" destId="{36519839-12C4-449E-BB81-2BA0AA1AD494}" srcOrd="2" destOrd="0" presId="urn:microsoft.com/office/officeart/2025/8/layout/Timeline 04"/>
    <dgm:cxn modelId="{F61EFF2D-3CCA-4382-A078-F4A67148BABA}" type="presParOf" srcId="{06D2C25C-1CB1-4E4D-886D-54C3091475F7}" destId="{6F2A6202-D3EF-4C71-95F6-83EE153C53FA}" srcOrd="3" destOrd="0" presId="urn:microsoft.com/office/officeart/2025/8/layout/Timeline 04"/>
    <dgm:cxn modelId="{CA1092A5-029B-49E5-8CF4-B7564154ABBD}" type="presParOf" srcId="{06D2C25C-1CB1-4E4D-886D-54C3091475F7}" destId="{EA5FB152-22E9-421E-BC6A-522D774FC5E7}" srcOrd="4" destOrd="0" presId="urn:microsoft.com/office/officeart/2025/8/layout/Timeline 04"/>
    <dgm:cxn modelId="{EA0811F5-5989-4C08-A2C5-2F82A6B8A236}" type="presParOf" srcId="{06D2C25C-1CB1-4E4D-886D-54C3091475F7}" destId="{B79A7632-B4FE-4165-BB4E-0EDA17BC8415}" srcOrd="5" destOrd="0" presId="urn:microsoft.com/office/officeart/2025/8/layout/Timeline 04"/>
    <dgm:cxn modelId="{EB1FB8AC-8F5F-47D9-AE78-90467DEE2A0E}" type="presParOf" srcId="{0FC87B23-6B85-42E5-930A-99615FFDCFC9}" destId="{CE200C50-E40A-449C-A864-782B9032CC1F}" srcOrd="5" destOrd="0" presId="urn:microsoft.com/office/officeart/2025/8/layout/Timeline 04"/>
    <dgm:cxn modelId="{B78B1699-13FA-40CB-957A-768A0FB6153A}" type="presParOf" srcId="{0FC87B23-6B85-42E5-930A-99615FFDCFC9}" destId="{E9FCD298-5BDB-4387-B9D1-ADF1861A56EE}" srcOrd="6" destOrd="0" presId="urn:microsoft.com/office/officeart/2025/8/layout/Timeline 04"/>
    <dgm:cxn modelId="{A46A4089-6F2E-4934-B7BA-D7A7243DDB5C}" type="presParOf" srcId="{E9FCD298-5BDB-4387-B9D1-ADF1861A56EE}" destId="{C7C16408-47EE-4DCC-8C2A-A5C976922E2E}" srcOrd="0" destOrd="0" presId="urn:microsoft.com/office/officeart/2025/8/layout/Timeline 04"/>
    <dgm:cxn modelId="{516B2F27-4BC8-4B03-8CB1-054F2816C37A}" type="presParOf" srcId="{E9FCD298-5BDB-4387-B9D1-ADF1861A56EE}" destId="{E5079EA8-41EF-4570-9DC3-11C6D9347C85}" srcOrd="1" destOrd="0" presId="urn:microsoft.com/office/officeart/2025/8/layout/Timeline 04"/>
    <dgm:cxn modelId="{C100D97C-0047-4543-A247-DB101262916D}" type="presParOf" srcId="{E5079EA8-41EF-4570-9DC3-11C6D9347C85}" destId="{30738D34-93A9-40C9-9AAE-9D567EBBF513}" srcOrd="0" destOrd="0" presId="urn:microsoft.com/office/officeart/2025/8/layout/Timeline 04"/>
    <dgm:cxn modelId="{204867B0-76C7-4B17-851C-84EC22216C63}" type="presParOf" srcId="{E5079EA8-41EF-4570-9DC3-11C6D9347C85}" destId="{1E5BEB23-BC94-4B6A-A0FA-82F0B013A737}" srcOrd="1" destOrd="0" presId="urn:microsoft.com/office/officeart/2025/8/layout/Timeline 04"/>
    <dgm:cxn modelId="{392F26F1-83E1-40F3-99DB-BC96BACB42E0}" type="presParOf" srcId="{E9FCD298-5BDB-4387-B9D1-ADF1861A56EE}" destId="{65FBF3D5-E109-4042-8931-8C78597E7868}" srcOrd="2" destOrd="0" presId="urn:microsoft.com/office/officeart/2025/8/layout/Timeline 04"/>
    <dgm:cxn modelId="{C2F913EE-9E61-4232-99E8-BC42B935F7A2}" type="presParOf" srcId="{E9FCD298-5BDB-4387-B9D1-ADF1861A56EE}" destId="{953D270C-E864-484F-83D4-8252BEBD49F3}" srcOrd="3" destOrd="0" presId="urn:microsoft.com/office/officeart/2025/8/layout/Timeline 04"/>
    <dgm:cxn modelId="{5D367AE7-6186-4ED2-A3DB-7E31F357BC78}" type="presParOf" srcId="{E9FCD298-5BDB-4387-B9D1-ADF1861A56EE}" destId="{05EA4FD8-A77D-46F5-98A9-A0B0AB0EAB5B}" srcOrd="4" destOrd="0" presId="urn:microsoft.com/office/officeart/2025/8/layout/Timeline 04"/>
    <dgm:cxn modelId="{6231B2AA-DAF7-439E-83B2-B7193B6406EA}" type="presParOf" srcId="{E9FCD298-5BDB-4387-B9D1-ADF1861A56EE}" destId="{E01576E9-B4F0-4414-BC86-C9B66AE794FB}" srcOrd="5" destOrd="0" presId="urn:microsoft.com/office/officeart/2025/8/layout/Timeline 04"/>
    <dgm:cxn modelId="{71186796-0F85-4998-B1DE-57E830E5CA8E}" type="presParOf" srcId="{0FC87B23-6B85-42E5-930A-99615FFDCFC9}" destId="{2D86A5F4-B323-4C26-BF55-8C3B6319857B}" srcOrd="7" destOrd="0" presId="urn:microsoft.com/office/officeart/2025/8/layout/Timeline 04"/>
    <dgm:cxn modelId="{16BB518E-31ED-4FE6-AEE9-7F3216E596EF}" type="presParOf" srcId="{0FC87B23-6B85-42E5-930A-99615FFDCFC9}" destId="{41C5910F-D723-4C9F-B444-97BCB4E97D36}" srcOrd="8" destOrd="0" presId="urn:microsoft.com/office/officeart/2025/8/layout/Timeline 04"/>
    <dgm:cxn modelId="{CBDC10C6-27B0-4748-A395-D7C711F6B67B}" type="presParOf" srcId="{41C5910F-D723-4C9F-B444-97BCB4E97D36}" destId="{F8329DCA-E054-424E-B6E8-53454878CB8B}" srcOrd="0" destOrd="0" presId="urn:microsoft.com/office/officeart/2025/8/layout/Timeline 04"/>
    <dgm:cxn modelId="{D7C70AD8-2886-41B4-9752-833C5C7622E6}" type="presParOf" srcId="{41C5910F-D723-4C9F-B444-97BCB4E97D36}" destId="{D8ED06CD-EC6A-462F-A67B-346DC6A32F03}" srcOrd="1" destOrd="0" presId="urn:microsoft.com/office/officeart/2025/8/layout/Timeline 04"/>
    <dgm:cxn modelId="{4302DCE2-4E7F-462C-983B-F294CA47047E}" type="presParOf" srcId="{D8ED06CD-EC6A-462F-A67B-346DC6A32F03}" destId="{3B257A17-CBBD-42B2-A302-A8D2D2B3C5E7}" srcOrd="0" destOrd="0" presId="urn:microsoft.com/office/officeart/2025/8/layout/Timeline 04"/>
    <dgm:cxn modelId="{17D694F1-7606-4285-9E1D-67A9FA24318C}" type="presParOf" srcId="{D8ED06CD-EC6A-462F-A67B-346DC6A32F03}" destId="{C173C4A5-4C24-4E45-A94A-8439BDC455A3}" srcOrd="1" destOrd="0" presId="urn:microsoft.com/office/officeart/2025/8/layout/Timeline 04"/>
    <dgm:cxn modelId="{7312675C-64E0-4017-83A4-93BBAC31BAE3}" type="presParOf" srcId="{41C5910F-D723-4C9F-B444-97BCB4E97D36}" destId="{4B12849D-CC0F-4112-9508-42FE9D5AA8FD}" srcOrd="2" destOrd="0" presId="urn:microsoft.com/office/officeart/2025/8/layout/Timeline 04"/>
    <dgm:cxn modelId="{78AA9CDC-E30D-4B1C-AF98-21CE1619F103}" type="presParOf" srcId="{41C5910F-D723-4C9F-B444-97BCB4E97D36}" destId="{A3E2EC78-FF93-4945-AEA1-D7E20C42454F}" srcOrd="3" destOrd="0" presId="urn:microsoft.com/office/officeart/2025/8/layout/Timeline 04"/>
    <dgm:cxn modelId="{CC51BDD1-0FBA-4451-BBDB-EE09ADA17730}" type="presParOf" srcId="{41C5910F-D723-4C9F-B444-97BCB4E97D36}" destId="{170D9F41-E094-4271-BE0A-F1DA90991ADF}" srcOrd="4" destOrd="0" presId="urn:microsoft.com/office/officeart/2025/8/layout/Timeline 04"/>
    <dgm:cxn modelId="{81A60146-A31F-4D35-8086-1D4794A2E79A}" type="presParOf" srcId="{41C5910F-D723-4C9F-B444-97BCB4E97D36}" destId="{F67C98C4-65BD-414B-BE8E-7798B7C4A827}" srcOrd="5" destOrd="0" presId="urn:microsoft.com/office/officeart/2025/8/layout/Timeline 0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16F57CA-3006-4BDF-B1AC-AF78BAECE812}">
      <dsp:nvSpPr>
        <dsp:cNvPr id="0" name=""/>
        <dsp:cNvSpPr/>
      </dsp:nvSpPr>
      <dsp:spPr>
        <a:xfrm>
          <a:off x="0" y="2551683"/>
          <a:ext cx="7759700"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tailEnd type="triangle" w="lg" len="lg"/>
        </a:ln>
        <a:effectLst/>
      </dsp:spPr>
      <dsp:style>
        <a:lnRef idx="2">
          <a:scrgbClr r="0" g="0" b="0"/>
        </a:lnRef>
        <a:fillRef idx="1">
          <a:scrgbClr r="0" g="0" b="0"/>
        </a:fillRef>
        <a:effectRef idx="0">
          <a:scrgbClr r="0" g="0" b="0"/>
        </a:effectRef>
        <a:fontRef idx="minor">
          <a:schemeClr val="lt1"/>
        </a:fontRef>
      </dsp:style>
    </dsp:sp>
    <dsp:sp modelId="{EAAA2632-C8AD-41C8-B0AD-8B673BB45648}">
      <dsp:nvSpPr>
        <dsp:cNvPr id="0" name=""/>
        <dsp:cNvSpPr/>
      </dsp:nvSpPr>
      <dsp:spPr>
        <a:xfrm rot="8100000">
          <a:off x="79065" y="594331"/>
          <a:ext cx="362759" cy="362759"/>
        </a:xfrm>
        <a:prstGeom prst="teardrop">
          <a:avLst>
            <a:gd name="adj" fmla="val 115000"/>
          </a:avLst>
        </a:prstGeom>
        <a:solidFill>
          <a:schemeClr val="lt1">
            <a:alpha val="0"/>
            <a:hueOff val="0"/>
            <a:satOff val="0"/>
            <a:lumOff val="0"/>
            <a:alphaOff val="0"/>
          </a:schemeClr>
        </a:solid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1EABBC3-E011-48F0-AE03-A1DBA1812B33}">
      <dsp:nvSpPr>
        <dsp:cNvPr id="0" name=""/>
        <dsp:cNvSpPr/>
      </dsp:nvSpPr>
      <dsp:spPr>
        <a:xfrm>
          <a:off x="157841" y="673107"/>
          <a:ext cx="205208" cy="205208"/>
        </a:xfrm>
        <a:prstGeom prst="ellipse">
          <a:avLst/>
        </a:prstGeom>
        <a:solidFill>
          <a:schemeClr val="accent1">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9635C4A-9BDD-48B4-A145-AE88DD96237E}">
      <dsp:nvSpPr>
        <dsp:cNvPr id="0" name=""/>
        <dsp:cNvSpPr/>
      </dsp:nvSpPr>
      <dsp:spPr>
        <a:xfrm>
          <a:off x="516955" y="1041086"/>
          <a:ext cx="2081571" cy="15105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63500" rIns="63500" bIns="95250" numCol="1" spcCol="1270" anchor="t" anchorCtr="0">
          <a:noAutofit/>
        </a:bodyPr>
        <a:lstStyle/>
        <a:p>
          <a:pPr marL="0" lvl="0" indent="0" algn="l" defTabSz="444500">
            <a:lnSpc>
              <a:spcPct val="90000"/>
            </a:lnSpc>
            <a:spcBef>
              <a:spcPct val="0"/>
            </a:spcBef>
            <a:spcAft>
              <a:spcPct val="35000"/>
            </a:spcAft>
            <a:buNone/>
          </a:pPr>
          <a:r>
            <a:rPr lang="en-US" sz="1000" kern="1200">
              <a:solidFill>
                <a:schemeClr val="tx2"/>
              </a:solidFill>
            </a:rPr>
            <a:t>Outdoor participation surge boosts core gear demand</a:t>
          </a:r>
          <a:endParaRPr lang="en-US" sz="1000" kern="1200"/>
        </a:p>
        <a:p>
          <a:pPr marL="0" lvl="0" indent="0" algn="l" defTabSz="444500">
            <a:lnSpc>
              <a:spcPct val="90000"/>
            </a:lnSpc>
            <a:spcBef>
              <a:spcPct val="0"/>
            </a:spcBef>
            <a:spcAft>
              <a:spcPct val="35000"/>
            </a:spcAft>
            <a:buNone/>
          </a:pPr>
          <a:r>
            <a:rPr lang="en-US" sz="1000" kern="1200">
              <a:solidFill>
                <a:schemeClr val="tx2"/>
              </a:solidFill>
            </a:rPr>
            <a:t>Launch Adventure Works Classes: hiking, bike, camping</a:t>
          </a:r>
          <a:endParaRPr lang="en-US" sz="1000" kern="1200"/>
        </a:p>
      </dsp:txBody>
      <dsp:txXfrm>
        <a:off x="516955" y="1041086"/>
        <a:ext cx="2081571" cy="1510596"/>
      </dsp:txXfrm>
    </dsp:sp>
    <dsp:sp modelId="{774BE055-20E8-4271-B304-970DC2B090E5}">
      <dsp:nvSpPr>
        <dsp:cNvPr id="0" name=""/>
        <dsp:cNvSpPr/>
      </dsp:nvSpPr>
      <dsp:spPr>
        <a:xfrm>
          <a:off x="516955" y="510336"/>
          <a:ext cx="2081571" cy="5307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1600" bIns="0" numCol="1" spcCol="1270" anchor="ctr" anchorCtr="0">
          <a:noAutofit/>
        </a:bodyPr>
        <a:lstStyle/>
        <a:p>
          <a:pPr marL="0" lvl="0" indent="0" algn="l" defTabSz="711200">
            <a:lnSpc>
              <a:spcPct val="90000"/>
            </a:lnSpc>
            <a:spcBef>
              <a:spcPct val="0"/>
            </a:spcBef>
            <a:spcAft>
              <a:spcPct val="35000"/>
            </a:spcAft>
            <a:buNone/>
            <a:defRPr b="1"/>
          </a:pPr>
          <a:r>
            <a:rPr lang="en-US" sz="1600" kern="1200">
              <a:latin typeface="Trade Gothic Next HvyCd"/>
            </a:rPr>
            <a:t>2021</a:t>
          </a:r>
          <a:endParaRPr lang="en-US" sz="1600" kern="1200"/>
        </a:p>
      </dsp:txBody>
      <dsp:txXfrm>
        <a:off x="516955" y="510336"/>
        <a:ext cx="2081571" cy="530750"/>
      </dsp:txXfrm>
    </dsp:sp>
    <dsp:sp modelId="{9DBE4F26-0482-4359-B73D-A1B57A52D580}">
      <dsp:nvSpPr>
        <dsp:cNvPr id="0" name=""/>
        <dsp:cNvSpPr/>
      </dsp:nvSpPr>
      <dsp:spPr>
        <a:xfrm>
          <a:off x="260445" y="934936"/>
          <a:ext cx="0" cy="1616746"/>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73D4221-FEE6-4D63-A4E0-3708F1DEF855}">
      <dsp:nvSpPr>
        <dsp:cNvPr id="0" name=""/>
        <dsp:cNvSpPr/>
      </dsp:nvSpPr>
      <dsp:spPr>
        <a:xfrm>
          <a:off x="223138" y="2503915"/>
          <a:ext cx="92343" cy="95535"/>
        </a:xfrm>
        <a:prstGeom prst="ellipse">
          <a:avLst/>
        </a:prstGeom>
        <a:solidFill>
          <a:schemeClr val="accent1">
            <a:hueOff val="0"/>
            <a:satOff val="0"/>
            <a:lumOff val="0"/>
            <a:alphaOff val="0"/>
          </a:schemeClr>
        </a:solidFill>
        <a:ln w="6350">
          <a:noFill/>
        </a:ln>
        <a:effectLst/>
      </dsp:spPr>
      <dsp:style>
        <a:lnRef idx="0">
          <a:scrgbClr r="0" g="0" b="0"/>
        </a:lnRef>
        <a:fillRef idx="1">
          <a:scrgbClr r="0" g="0" b="0"/>
        </a:fillRef>
        <a:effectRef idx="0">
          <a:scrgbClr r="0" g="0" b="0"/>
        </a:effectRef>
        <a:fontRef idx="minor"/>
      </dsp:style>
    </dsp:sp>
    <dsp:sp modelId="{AC610A94-0983-4337-A113-3459556DC7B1}">
      <dsp:nvSpPr>
        <dsp:cNvPr id="0" name=""/>
        <dsp:cNvSpPr/>
      </dsp:nvSpPr>
      <dsp:spPr>
        <a:xfrm rot="18900000">
          <a:off x="1368374" y="4146275"/>
          <a:ext cx="362759" cy="362759"/>
        </a:xfrm>
        <a:prstGeom prst="teardrop">
          <a:avLst>
            <a:gd name="adj" fmla="val 115000"/>
          </a:avLst>
        </a:prstGeom>
        <a:solidFill>
          <a:schemeClr val="lt1">
            <a:alpha val="0"/>
            <a:hueOff val="0"/>
            <a:satOff val="0"/>
            <a:lumOff val="0"/>
            <a:alphaOff val="0"/>
          </a:schemeClr>
        </a:solid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F0A681A-6738-4442-99F2-F8B3F5A92F81}">
      <dsp:nvSpPr>
        <dsp:cNvPr id="0" name=""/>
        <dsp:cNvSpPr/>
      </dsp:nvSpPr>
      <dsp:spPr>
        <a:xfrm>
          <a:off x="1447150" y="4225051"/>
          <a:ext cx="205208" cy="205208"/>
        </a:xfrm>
        <a:prstGeom prst="ellipse">
          <a:avLst/>
        </a:prstGeom>
        <a:solidFill>
          <a:schemeClr val="accent1">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7FE19CD8-AA79-402E-ACE9-E06110B2A68B}">
      <dsp:nvSpPr>
        <dsp:cNvPr id="0" name=""/>
        <dsp:cNvSpPr/>
      </dsp:nvSpPr>
      <dsp:spPr>
        <a:xfrm>
          <a:off x="1806264" y="3776491"/>
          <a:ext cx="2081571" cy="81653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95250" rIns="0" bIns="63500" numCol="1" spcCol="1270" anchor="t" anchorCtr="0">
          <a:noAutofit/>
        </a:bodyPr>
        <a:lstStyle/>
        <a:p>
          <a:pPr marL="0" lvl="0" indent="0" algn="l" defTabSz="444500">
            <a:lnSpc>
              <a:spcPct val="90000"/>
            </a:lnSpc>
            <a:spcBef>
              <a:spcPct val="0"/>
            </a:spcBef>
            <a:spcAft>
              <a:spcPct val="35000"/>
            </a:spcAft>
            <a:buNone/>
          </a:pPr>
          <a:r>
            <a:rPr lang="en-US" sz="1000" kern="1200">
              <a:solidFill>
                <a:schemeClr val="tx2"/>
              </a:solidFill>
            </a:rPr>
            <a:t>Expand service departments and rental offerings</a:t>
          </a:r>
          <a:endParaRPr lang="en-US" sz="1000" kern="1200"/>
        </a:p>
        <a:p>
          <a:pPr marL="0" lvl="0" indent="0" algn="l" defTabSz="444500">
            <a:lnSpc>
              <a:spcPct val="90000"/>
            </a:lnSpc>
            <a:spcBef>
              <a:spcPct val="0"/>
            </a:spcBef>
            <a:spcAft>
              <a:spcPct val="35000"/>
            </a:spcAft>
            <a:buNone/>
          </a:pPr>
          <a:r>
            <a:rPr lang="en-US" sz="1000" kern="1200">
              <a:solidFill>
                <a:schemeClr val="tx2"/>
              </a:solidFill>
            </a:rPr>
            <a:t>Add guided trips and skills clinics; repeat attendance</a:t>
          </a:r>
          <a:endParaRPr lang="en-US" sz="1000" kern="1200"/>
        </a:p>
      </dsp:txBody>
      <dsp:txXfrm>
        <a:off x="1806264" y="3776491"/>
        <a:ext cx="2081571" cy="816538"/>
      </dsp:txXfrm>
    </dsp:sp>
    <dsp:sp modelId="{A5DE6BDA-D178-495E-A64C-C3A6E7B96885}">
      <dsp:nvSpPr>
        <dsp:cNvPr id="0" name=""/>
        <dsp:cNvSpPr/>
      </dsp:nvSpPr>
      <dsp:spPr>
        <a:xfrm>
          <a:off x="1806264" y="3266154"/>
          <a:ext cx="2081571" cy="5103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1600" bIns="0" numCol="1" spcCol="1270" anchor="ctr" anchorCtr="0">
          <a:noAutofit/>
        </a:bodyPr>
        <a:lstStyle/>
        <a:p>
          <a:pPr marL="0" lvl="0" indent="0" algn="l" defTabSz="711200">
            <a:lnSpc>
              <a:spcPct val="90000"/>
            </a:lnSpc>
            <a:spcBef>
              <a:spcPct val="0"/>
            </a:spcBef>
            <a:spcAft>
              <a:spcPct val="35000"/>
            </a:spcAft>
            <a:buNone/>
            <a:defRPr b="1"/>
          </a:pPr>
          <a:r>
            <a:rPr lang="en-US" sz="1600" kern="1200">
              <a:solidFill>
                <a:schemeClr val="tx2"/>
              </a:solidFill>
            </a:rPr>
            <a:t>2022</a:t>
          </a:r>
          <a:endParaRPr lang="en-US" sz="1600" kern="1200"/>
        </a:p>
      </dsp:txBody>
      <dsp:txXfrm>
        <a:off x="1806264" y="3266154"/>
        <a:ext cx="2081571" cy="510336"/>
      </dsp:txXfrm>
    </dsp:sp>
    <dsp:sp modelId="{982837A3-29DD-48E3-979E-9D99AEDBEB30}">
      <dsp:nvSpPr>
        <dsp:cNvPr id="0" name=""/>
        <dsp:cNvSpPr/>
      </dsp:nvSpPr>
      <dsp:spPr>
        <a:xfrm>
          <a:off x="1549754" y="2551683"/>
          <a:ext cx="0" cy="159225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3E6214B-52F9-4E0F-8605-43788CFEDC40}">
      <dsp:nvSpPr>
        <dsp:cNvPr id="0" name=""/>
        <dsp:cNvSpPr/>
      </dsp:nvSpPr>
      <dsp:spPr>
        <a:xfrm>
          <a:off x="1512447" y="2503915"/>
          <a:ext cx="92343" cy="95535"/>
        </a:xfrm>
        <a:prstGeom prst="ellipse">
          <a:avLst/>
        </a:prstGeom>
        <a:solidFill>
          <a:schemeClr val="accent1">
            <a:hueOff val="0"/>
            <a:satOff val="0"/>
            <a:lumOff val="0"/>
            <a:alphaOff val="0"/>
          </a:schemeClr>
        </a:solidFill>
        <a:ln w="6350">
          <a:noFill/>
        </a:ln>
        <a:effectLst/>
      </dsp:spPr>
      <dsp:style>
        <a:lnRef idx="0">
          <a:scrgbClr r="0" g="0" b="0"/>
        </a:lnRef>
        <a:fillRef idx="1">
          <a:scrgbClr r="0" g="0" b="0"/>
        </a:fillRef>
        <a:effectRef idx="0">
          <a:scrgbClr r="0" g="0" b="0"/>
        </a:effectRef>
        <a:fontRef idx="minor"/>
      </dsp:style>
    </dsp:sp>
    <dsp:sp modelId="{5A391F51-FA79-4B63-9810-E178E639D1EE}">
      <dsp:nvSpPr>
        <dsp:cNvPr id="0" name=""/>
        <dsp:cNvSpPr/>
      </dsp:nvSpPr>
      <dsp:spPr>
        <a:xfrm rot="8100000">
          <a:off x="2657684" y="594331"/>
          <a:ext cx="362759" cy="362759"/>
        </a:xfrm>
        <a:prstGeom prst="teardrop">
          <a:avLst>
            <a:gd name="adj" fmla="val 115000"/>
          </a:avLst>
        </a:prstGeom>
        <a:solidFill>
          <a:schemeClr val="lt1">
            <a:alpha val="0"/>
            <a:hueOff val="0"/>
            <a:satOff val="0"/>
            <a:lumOff val="0"/>
            <a:alphaOff val="0"/>
          </a:schemeClr>
        </a:solid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A6C8CAD-3E28-4C56-B3BB-0E33DF93DF65}">
      <dsp:nvSpPr>
        <dsp:cNvPr id="0" name=""/>
        <dsp:cNvSpPr/>
      </dsp:nvSpPr>
      <dsp:spPr>
        <a:xfrm>
          <a:off x="2736460" y="673107"/>
          <a:ext cx="205208" cy="205208"/>
        </a:xfrm>
        <a:prstGeom prst="ellipse">
          <a:avLst/>
        </a:prstGeom>
        <a:solidFill>
          <a:schemeClr val="accent1">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36519839-12C4-449E-BB81-2BA0AA1AD494}">
      <dsp:nvSpPr>
        <dsp:cNvPr id="0" name=""/>
        <dsp:cNvSpPr/>
      </dsp:nvSpPr>
      <dsp:spPr>
        <a:xfrm>
          <a:off x="3095574" y="1041086"/>
          <a:ext cx="2081571" cy="15105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63500" rIns="63500" bIns="95250" numCol="1" spcCol="1270" anchor="t" anchorCtr="0">
          <a:noAutofit/>
        </a:bodyPr>
        <a:lstStyle/>
        <a:p>
          <a:pPr marL="0" lvl="0" indent="0" algn="l" defTabSz="444500">
            <a:lnSpc>
              <a:spcPct val="90000"/>
            </a:lnSpc>
            <a:spcBef>
              <a:spcPct val="0"/>
            </a:spcBef>
            <a:spcAft>
              <a:spcPct val="35000"/>
            </a:spcAft>
            <a:buNone/>
          </a:pPr>
          <a:r>
            <a:rPr lang="en-US" sz="1000" kern="1200">
              <a:solidFill>
                <a:schemeClr val="tx2"/>
              </a:solidFill>
            </a:rPr>
            <a:t>Demand normalizes; shift to upgrade/replace purchases</a:t>
          </a:r>
          <a:endParaRPr lang="en-US" sz="1000" kern="1200"/>
        </a:p>
        <a:p>
          <a:pPr marL="0" lvl="0" indent="0" algn="l" defTabSz="444500">
            <a:lnSpc>
              <a:spcPct val="90000"/>
            </a:lnSpc>
            <a:spcBef>
              <a:spcPct val="0"/>
            </a:spcBef>
            <a:spcAft>
              <a:spcPct val="35000"/>
            </a:spcAft>
            <a:buNone/>
          </a:pPr>
          <a:r>
            <a:rPr lang="en-US" sz="1000" kern="1200">
              <a:solidFill>
                <a:schemeClr val="tx2"/>
              </a:solidFill>
            </a:rPr>
            <a:t>Improve inventory planning; seasonal assortments, faster turns</a:t>
          </a:r>
          <a:endParaRPr lang="en-US" sz="1000" kern="1200"/>
        </a:p>
      </dsp:txBody>
      <dsp:txXfrm>
        <a:off x="3095574" y="1041086"/>
        <a:ext cx="2081571" cy="1510596"/>
      </dsp:txXfrm>
    </dsp:sp>
    <dsp:sp modelId="{6F2A6202-D3EF-4C71-95F6-83EE153C53FA}">
      <dsp:nvSpPr>
        <dsp:cNvPr id="0" name=""/>
        <dsp:cNvSpPr/>
      </dsp:nvSpPr>
      <dsp:spPr>
        <a:xfrm>
          <a:off x="3095574" y="510336"/>
          <a:ext cx="2081571" cy="5307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1600" bIns="0" numCol="1" spcCol="1270" anchor="ctr" anchorCtr="0">
          <a:noAutofit/>
        </a:bodyPr>
        <a:lstStyle/>
        <a:p>
          <a:pPr marL="0" lvl="0" indent="0" algn="l" defTabSz="711200">
            <a:lnSpc>
              <a:spcPct val="90000"/>
            </a:lnSpc>
            <a:spcBef>
              <a:spcPct val="0"/>
            </a:spcBef>
            <a:spcAft>
              <a:spcPct val="35000"/>
            </a:spcAft>
            <a:buNone/>
            <a:defRPr b="1"/>
          </a:pPr>
          <a:r>
            <a:rPr lang="en-US" sz="1600" kern="1200">
              <a:solidFill>
                <a:schemeClr val="tx2"/>
              </a:solidFill>
            </a:rPr>
            <a:t>2023</a:t>
          </a:r>
          <a:endParaRPr lang="en-US" sz="1600" kern="1200"/>
        </a:p>
      </dsp:txBody>
      <dsp:txXfrm>
        <a:off x="3095574" y="510336"/>
        <a:ext cx="2081571" cy="530750"/>
      </dsp:txXfrm>
    </dsp:sp>
    <dsp:sp modelId="{EA5FB152-22E9-421E-BC6A-522D774FC5E7}">
      <dsp:nvSpPr>
        <dsp:cNvPr id="0" name=""/>
        <dsp:cNvSpPr/>
      </dsp:nvSpPr>
      <dsp:spPr>
        <a:xfrm>
          <a:off x="2839064" y="934936"/>
          <a:ext cx="0" cy="1616746"/>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D658CA3-4177-4DF7-A1BD-7FFF8CC5AA0C}">
      <dsp:nvSpPr>
        <dsp:cNvPr id="0" name=""/>
        <dsp:cNvSpPr/>
      </dsp:nvSpPr>
      <dsp:spPr>
        <a:xfrm>
          <a:off x="2801757" y="2503915"/>
          <a:ext cx="92343" cy="95535"/>
        </a:xfrm>
        <a:prstGeom prst="ellipse">
          <a:avLst/>
        </a:prstGeom>
        <a:solidFill>
          <a:schemeClr val="accent1">
            <a:hueOff val="0"/>
            <a:satOff val="0"/>
            <a:lumOff val="0"/>
            <a:alphaOff val="0"/>
          </a:schemeClr>
        </a:solidFill>
        <a:ln w="6350">
          <a:noFill/>
        </a:ln>
        <a:effectLst/>
      </dsp:spPr>
      <dsp:style>
        <a:lnRef idx="0">
          <a:scrgbClr r="0" g="0" b="0"/>
        </a:lnRef>
        <a:fillRef idx="1">
          <a:scrgbClr r="0" g="0" b="0"/>
        </a:fillRef>
        <a:effectRef idx="0">
          <a:scrgbClr r="0" g="0" b="0"/>
        </a:effectRef>
        <a:fontRef idx="minor"/>
      </dsp:style>
    </dsp:sp>
    <dsp:sp modelId="{30738D34-93A9-40C9-9AAE-9D567EBBF513}">
      <dsp:nvSpPr>
        <dsp:cNvPr id="0" name=""/>
        <dsp:cNvSpPr/>
      </dsp:nvSpPr>
      <dsp:spPr>
        <a:xfrm rot="18900000">
          <a:off x="3946994" y="4146275"/>
          <a:ext cx="362759" cy="362759"/>
        </a:xfrm>
        <a:prstGeom prst="teardrop">
          <a:avLst>
            <a:gd name="adj" fmla="val 115000"/>
          </a:avLst>
        </a:prstGeom>
        <a:solidFill>
          <a:schemeClr val="lt1">
            <a:alpha val="0"/>
            <a:hueOff val="0"/>
            <a:satOff val="0"/>
            <a:lumOff val="0"/>
            <a:alphaOff val="0"/>
          </a:schemeClr>
        </a:solid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E5BEB23-BC94-4B6A-A0FA-82F0B013A737}">
      <dsp:nvSpPr>
        <dsp:cNvPr id="0" name=""/>
        <dsp:cNvSpPr/>
      </dsp:nvSpPr>
      <dsp:spPr>
        <a:xfrm>
          <a:off x="4025770" y="4225051"/>
          <a:ext cx="205208" cy="205208"/>
        </a:xfrm>
        <a:prstGeom prst="ellipse">
          <a:avLst/>
        </a:prstGeom>
        <a:solidFill>
          <a:schemeClr val="accent1">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5FBF3D5-E109-4042-8931-8C78597E7868}">
      <dsp:nvSpPr>
        <dsp:cNvPr id="0" name=""/>
        <dsp:cNvSpPr/>
      </dsp:nvSpPr>
      <dsp:spPr>
        <a:xfrm>
          <a:off x="4384884" y="3776491"/>
          <a:ext cx="2081571" cy="81653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95250" rIns="0" bIns="63500" numCol="1" spcCol="1270" anchor="t" anchorCtr="0">
          <a:noAutofit/>
        </a:bodyPr>
        <a:lstStyle/>
        <a:p>
          <a:pPr marL="0" lvl="0" indent="0" algn="l" defTabSz="444500">
            <a:lnSpc>
              <a:spcPct val="90000"/>
            </a:lnSpc>
            <a:spcBef>
              <a:spcPct val="0"/>
            </a:spcBef>
            <a:spcAft>
              <a:spcPct val="35000"/>
            </a:spcAft>
            <a:buNone/>
          </a:pPr>
          <a:r>
            <a:rPr lang="en-US" sz="1000" kern="1200">
              <a:solidFill>
                <a:schemeClr val="tx2"/>
              </a:solidFill>
            </a:rPr>
            <a:t>Loyalty membership expands; offers lift frequency and basket</a:t>
          </a:r>
          <a:endParaRPr lang="en-US" sz="1000" kern="1200"/>
        </a:p>
        <a:p>
          <a:pPr marL="0" lvl="0" indent="0" algn="l" defTabSz="444500">
            <a:lnSpc>
              <a:spcPct val="90000"/>
            </a:lnSpc>
            <a:spcBef>
              <a:spcPct val="0"/>
            </a:spcBef>
            <a:spcAft>
              <a:spcPct val="35000"/>
            </a:spcAft>
            <a:buNone/>
          </a:pPr>
          <a:r>
            <a:rPr lang="en-US" sz="1000" kern="1200">
              <a:solidFill>
                <a:schemeClr val="tx2"/>
              </a:solidFill>
            </a:rPr>
            <a:t>Expand experiences: avalanche safety, weekends, women’s clinics</a:t>
          </a:r>
          <a:endParaRPr lang="en-US" sz="1000" kern="1200"/>
        </a:p>
      </dsp:txBody>
      <dsp:txXfrm>
        <a:off x="4384884" y="3776491"/>
        <a:ext cx="2081571" cy="816538"/>
      </dsp:txXfrm>
    </dsp:sp>
    <dsp:sp modelId="{953D270C-E864-484F-83D4-8252BEBD49F3}">
      <dsp:nvSpPr>
        <dsp:cNvPr id="0" name=""/>
        <dsp:cNvSpPr/>
      </dsp:nvSpPr>
      <dsp:spPr>
        <a:xfrm>
          <a:off x="4384884" y="3266154"/>
          <a:ext cx="2081571" cy="5103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1600" bIns="0" numCol="1" spcCol="1270" anchor="ctr" anchorCtr="0">
          <a:noAutofit/>
        </a:bodyPr>
        <a:lstStyle/>
        <a:p>
          <a:pPr marL="0" lvl="0" indent="0" algn="l" defTabSz="711200">
            <a:lnSpc>
              <a:spcPct val="90000"/>
            </a:lnSpc>
            <a:spcBef>
              <a:spcPct val="0"/>
            </a:spcBef>
            <a:spcAft>
              <a:spcPct val="35000"/>
            </a:spcAft>
            <a:buNone/>
            <a:defRPr b="1"/>
          </a:pPr>
          <a:r>
            <a:rPr lang="en-US" sz="1600" kern="1200">
              <a:solidFill>
                <a:schemeClr val="tx2"/>
              </a:solidFill>
            </a:rPr>
            <a:t>2024</a:t>
          </a:r>
          <a:endParaRPr lang="en-US" sz="1600" kern="1200"/>
        </a:p>
      </dsp:txBody>
      <dsp:txXfrm>
        <a:off x="4384884" y="3266154"/>
        <a:ext cx="2081571" cy="510336"/>
      </dsp:txXfrm>
    </dsp:sp>
    <dsp:sp modelId="{05EA4FD8-A77D-46F5-98A9-A0B0AB0EAB5B}">
      <dsp:nvSpPr>
        <dsp:cNvPr id="0" name=""/>
        <dsp:cNvSpPr/>
      </dsp:nvSpPr>
      <dsp:spPr>
        <a:xfrm>
          <a:off x="4128374" y="2551683"/>
          <a:ext cx="0" cy="159225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7C16408-47EE-4DCC-8C2A-A5C976922E2E}">
      <dsp:nvSpPr>
        <dsp:cNvPr id="0" name=""/>
        <dsp:cNvSpPr/>
      </dsp:nvSpPr>
      <dsp:spPr>
        <a:xfrm>
          <a:off x="4091067" y="2503915"/>
          <a:ext cx="92343" cy="95535"/>
        </a:xfrm>
        <a:prstGeom prst="ellipse">
          <a:avLst/>
        </a:prstGeom>
        <a:solidFill>
          <a:schemeClr val="accent1">
            <a:hueOff val="0"/>
            <a:satOff val="0"/>
            <a:lumOff val="0"/>
            <a:alphaOff val="0"/>
          </a:schemeClr>
        </a:solidFill>
        <a:ln w="6350">
          <a:noFill/>
        </a:ln>
        <a:effectLst/>
      </dsp:spPr>
      <dsp:style>
        <a:lnRef idx="0">
          <a:scrgbClr r="0" g="0" b="0"/>
        </a:lnRef>
        <a:fillRef idx="1">
          <a:scrgbClr r="0" g="0" b="0"/>
        </a:fillRef>
        <a:effectRef idx="0">
          <a:scrgbClr r="0" g="0" b="0"/>
        </a:effectRef>
        <a:fontRef idx="minor"/>
      </dsp:style>
    </dsp:sp>
    <dsp:sp modelId="{3B257A17-CBBD-42B2-A302-A8D2D2B3C5E7}">
      <dsp:nvSpPr>
        <dsp:cNvPr id="0" name=""/>
        <dsp:cNvSpPr/>
      </dsp:nvSpPr>
      <dsp:spPr>
        <a:xfrm rot="8100000">
          <a:off x="5236303" y="594331"/>
          <a:ext cx="362759" cy="362759"/>
        </a:xfrm>
        <a:prstGeom prst="teardrop">
          <a:avLst>
            <a:gd name="adj" fmla="val 115000"/>
          </a:avLst>
        </a:prstGeom>
        <a:solidFill>
          <a:schemeClr val="lt1">
            <a:alpha val="0"/>
            <a:hueOff val="0"/>
            <a:satOff val="0"/>
            <a:lumOff val="0"/>
            <a:alphaOff val="0"/>
          </a:schemeClr>
        </a:solid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173C4A5-4C24-4E45-A94A-8439BDC455A3}">
      <dsp:nvSpPr>
        <dsp:cNvPr id="0" name=""/>
        <dsp:cNvSpPr/>
      </dsp:nvSpPr>
      <dsp:spPr>
        <a:xfrm>
          <a:off x="5315079" y="673107"/>
          <a:ext cx="205208" cy="205208"/>
        </a:xfrm>
        <a:prstGeom prst="ellipse">
          <a:avLst/>
        </a:prstGeom>
        <a:solidFill>
          <a:schemeClr val="accent1">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4B12849D-CC0F-4112-9508-42FE9D5AA8FD}">
      <dsp:nvSpPr>
        <dsp:cNvPr id="0" name=""/>
        <dsp:cNvSpPr/>
      </dsp:nvSpPr>
      <dsp:spPr>
        <a:xfrm>
          <a:off x="5674193" y="1041086"/>
          <a:ext cx="2081571" cy="15105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63500" rIns="63500" bIns="95250" numCol="1" spcCol="1270" anchor="t" anchorCtr="0">
          <a:noAutofit/>
        </a:bodyPr>
        <a:lstStyle/>
        <a:p>
          <a:pPr marL="0" lvl="0" indent="0" algn="l" defTabSz="444500">
            <a:lnSpc>
              <a:spcPct val="90000"/>
            </a:lnSpc>
            <a:spcBef>
              <a:spcPct val="0"/>
            </a:spcBef>
            <a:spcAft>
              <a:spcPct val="35000"/>
            </a:spcAft>
            <a:buNone/>
          </a:pPr>
          <a:r>
            <a:rPr lang="en-US" sz="1000" kern="1200">
              <a:solidFill>
                <a:schemeClr val="tx2"/>
              </a:solidFill>
            </a:rPr>
            <a:t>Services and experiences become major profit driver</a:t>
          </a:r>
          <a:endParaRPr lang="en-US" sz="1000" kern="1200"/>
        </a:p>
        <a:p>
          <a:pPr marL="0" lvl="0" indent="0" algn="l" defTabSz="444500">
            <a:lnSpc>
              <a:spcPct val="90000"/>
            </a:lnSpc>
            <a:spcBef>
              <a:spcPct val="0"/>
            </a:spcBef>
            <a:spcAft>
              <a:spcPct val="35000"/>
            </a:spcAft>
            <a:buNone/>
          </a:pPr>
          <a:r>
            <a:rPr lang="en-US" sz="1000" kern="1200">
              <a:solidFill>
                <a:schemeClr val="tx2"/>
              </a:solidFill>
            </a:rPr>
            <a:t>Partnerships with guides/parks/brands broaden community reach</a:t>
          </a:r>
          <a:endParaRPr lang="en-US" sz="1000" kern="1200"/>
        </a:p>
      </dsp:txBody>
      <dsp:txXfrm>
        <a:off x="5674193" y="1041086"/>
        <a:ext cx="2081571" cy="1510596"/>
      </dsp:txXfrm>
    </dsp:sp>
    <dsp:sp modelId="{A3E2EC78-FF93-4945-AEA1-D7E20C42454F}">
      <dsp:nvSpPr>
        <dsp:cNvPr id="0" name=""/>
        <dsp:cNvSpPr/>
      </dsp:nvSpPr>
      <dsp:spPr>
        <a:xfrm>
          <a:off x="5674193" y="510336"/>
          <a:ext cx="2081571" cy="5307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1600" bIns="0" numCol="1" spcCol="1270" anchor="ctr" anchorCtr="0">
          <a:noAutofit/>
        </a:bodyPr>
        <a:lstStyle/>
        <a:p>
          <a:pPr marL="0" lvl="0" indent="0" algn="l" defTabSz="711200">
            <a:lnSpc>
              <a:spcPct val="90000"/>
            </a:lnSpc>
            <a:spcBef>
              <a:spcPct val="0"/>
            </a:spcBef>
            <a:spcAft>
              <a:spcPct val="35000"/>
            </a:spcAft>
            <a:buNone/>
            <a:defRPr b="1"/>
          </a:pPr>
          <a:r>
            <a:rPr lang="en-US" sz="1600" kern="1200">
              <a:solidFill>
                <a:schemeClr val="tx2"/>
              </a:solidFill>
            </a:rPr>
            <a:t>2025</a:t>
          </a:r>
          <a:endParaRPr lang="en-US" sz="1600" kern="1200"/>
        </a:p>
      </dsp:txBody>
      <dsp:txXfrm>
        <a:off x="5674193" y="510336"/>
        <a:ext cx="2081571" cy="530750"/>
      </dsp:txXfrm>
    </dsp:sp>
    <dsp:sp modelId="{170D9F41-E094-4271-BE0A-F1DA90991ADF}">
      <dsp:nvSpPr>
        <dsp:cNvPr id="0" name=""/>
        <dsp:cNvSpPr/>
      </dsp:nvSpPr>
      <dsp:spPr>
        <a:xfrm>
          <a:off x="5417683" y="934936"/>
          <a:ext cx="0" cy="1616746"/>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8329DCA-E054-424E-B6E8-53454878CB8B}">
      <dsp:nvSpPr>
        <dsp:cNvPr id="0" name=""/>
        <dsp:cNvSpPr/>
      </dsp:nvSpPr>
      <dsp:spPr>
        <a:xfrm>
          <a:off x="5380376" y="2503915"/>
          <a:ext cx="92343" cy="95535"/>
        </a:xfrm>
        <a:prstGeom prst="ellipse">
          <a:avLst/>
        </a:prstGeom>
        <a:solidFill>
          <a:schemeClr val="accent1">
            <a:hueOff val="0"/>
            <a:satOff val="0"/>
            <a:lumOff val="0"/>
            <a:alphaOff val="0"/>
          </a:schemeClr>
        </a:solidFill>
        <a:ln w="6350">
          <a:noFill/>
        </a:ln>
        <a:effectLst/>
      </dsp:spPr>
      <dsp:style>
        <a:lnRef idx="0">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25/8/layout/Timeline 04">
  <dgm:title val="Timeline 04"/>
  <dgm:desc val="point line"/>
  <dgm:catLst>
    <dgm:cat type="list" pri="4132"/>
    <dgm:cat type="process" pri="4132"/>
    <dgm:cat type="other" pri="1402"/>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 modelId="40">
          <dgm:prSet phldr="1"/>
        </dgm:pt>
        <dgm:pt modelId="41">
          <dgm:prSet phldr="1"/>
        </dgm:pt>
        <dgm:pt modelId="50">
          <dgm:prSet phldr="1"/>
        </dgm:pt>
        <dgm:pt modelId="51">
          <dgm:prSet phldr="1"/>
        </dgm:pt>
        <dgm:pt modelId="60">
          <dgm:prSet phldr="1"/>
        </dgm:pt>
        <dgm:pt modelId="61">
          <dgm:prSet phldr="1"/>
        </dgm:pt>
        <dgm:pt modelId="70">
          <dgm:prSet phldr="1"/>
        </dgm:pt>
        <dgm:pt modelId="71">
          <dgm:prSet phldr="1"/>
        </dgm:pt>
        <dgm:pt modelId="80">
          <dgm:prSet phldr="1"/>
        </dgm:pt>
        <dgm:pt modelId="81">
          <dgm:prSet phldr="1"/>
        </dgm:pt>
        <dgm:pt modelId="90">
          <dgm:prSet phldr="1"/>
        </dgm:pt>
        <dgm:pt modelId="91">
          <dgm:prSet phldr="1"/>
        </dgm:pt>
        <dgm:pt modelId="100">
          <dgm:prSet phldr="1"/>
        </dgm:pt>
        <dgm:pt modelId="101">
          <dgm:prSet phldr="1"/>
        </dgm:pt>
      </dgm:ptLst>
      <dgm:cxnLst>
        <dgm:cxn modelId="1000" srcId="0" destId="10" srcOrd="0" destOrd="0"/>
        <dgm:cxn modelId="1001" srcId="10" destId="11" srcOrd="0" destOrd="0"/>
        <dgm:cxn modelId="2000" srcId="0" destId="20" srcOrd="1" destOrd="0"/>
        <dgm:cxn modelId="2001" srcId="20" destId="21" srcOrd="0" destOrd="0"/>
        <dgm:cxn modelId="3000" srcId="0" destId="30" srcOrd="2" destOrd="0"/>
        <dgm:cxn modelId="3001" srcId="30" destId="31" srcOrd="0" destOrd="0"/>
        <dgm:cxn modelId="4000" srcId="0" destId="40" srcOrd="3" destOrd="0"/>
        <dgm:cxn modelId="4001" srcId="40" destId="41" srcOrd="0" destOrd="0"/>
        <dgm:cxn modelId="5000" srcId="0" destId="50" srcOrd="4" destOrd="0"/>
        <dgm:cxn modelId="5001" srcId="50" destId="51" srcOrd="0" destOrd="0"/>
        <dgm:cxn modelId="6000" srcId="0" destId="60" srcOrd="5" destOrd="0"/>
        <dgm:cxn modelId="6001" srcId="60" destId="61" srcOrd="0" destOrd="0"/>
        <dgm:cxn modelId="7000" srcId="0" destId="70" srcOrd="6" destOrd="0"/>
        <dgm:cxn modelId="7001" srcId="70" destId="71" srcOrd="0" destOrd="0"/>
        <dgm:cxn modelId="8000" srcId="0" destId="80" srcOrd="7" destOrd="0"/>
        <dgm:cxn modelId="8001" srcId="80" destId="81" srcOrd="0" destOrd="0"/>
        <dgm:cxn modelId="9000" srcId="0" destId="90" srcOrd="8" destOrd="0"/>
        <dgm:cxn modelId="9001" srcId="90" destId="91" srcOrd="0" destOrd="0"/>
        <dgm:cxn modelId="10000" srcId="0" destId="100" srcOrd="9" destOrd="0"/>
        <dgm:cxn modelId="10001" srcId="100" destId="10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
    <dgm:varLst>
      <dgm:chMax/>
      <dgm:chPref/>
      <dgm:animLvl val="lvl"/>
    </dgm:varLst>
    <dgm:alg type="composite"/>
    <dgm:shape xmlns:r="http://schemas.openxmlformats.org/officeDocument/2006/relationships" r:blip="">
      <dgm:adjLst/>
    </dgm:shape>
    <dgm:constrLst>
      <dgm:constr type="w" for="ch" forName="divider" refType="w"/>
      <dgm:constr type="h" for="ch" forName="divider"/>
      <dgm:constr type="ctrY" for="ch" forName="divider" refType="h" fact="0.5"/>
      <dgm:constr type="l" for="ch" forName="divider"/>
      <dgm:constr type="w" for="ch" forName="nodes" refType="w"/>
      <dgm:constr type="h" for="ch" forName="nodes" refType="h" fact="0.8"/>
      <dgm:constr type="ctrY" for="ch" forName="nodes" refType="h" fact="0.5"/>
      <dgm:constr type="primFontSz" for="des" forName="L1TextContainer" op="equ" val="16"/>
      <dgm:constr type="primFontSz" for="des" forName="L2TextContainer" op="equ" val="14"/>
      <dgm:constr type="primFontSz" for="des" forName="L2TextContainer" refType="primFontSz" refFor="des" refForName="L1TextContainer" op="lte"/>
    </dgm:constrLst>
    <dgm:layoutNode name="divider" styleLbl="tlcallout">
      <dgm:alg type="sp"/>
      <dgm:choose name="ArrowShape">
        <dgm:if name="ArrowShapeLTR" func="var" arg="dir" op="equ" val="norm">
          <dgm:shape xmlns:r="http://schemas.openxmlformats.org/officeDocument/2006/relationships" type="line" r:blip="" zOrderOff="-1">
            <dgm:adjLst/>
            <dgm:extLst>
              <a:ext uri="{B698B0E9-8C71-41B9-8309-B3DCBF30829C}">
                <dgm1612:spPr xmlns:dgm1612="http://schemas.microsoft.com/office/drawing/2016/12/diagram">
                  <a:ln w="12700">
                    <a:solidFill>
                      <a:srgbClr val="000000"/>
                    </a:solidFill>
                    <a:tailEnd type="triangle" w="lg" len="lg"/>
                  </a:ln>
                </dgm1612:spPr>
              </a:ext>
            </dgm:extLst>
          </dgm:shape>
        </dgm:if>
        <dgm:else name="ArrowShapeRTL">
          <dgm:shape xmlns:r="http://schemas.openxmlformats.org/officeDocument/2006/relationships" type="line" r:blip="" zOrderOff="-1">
            <dgm:adjLst/>
            <dgm:extLst>
              <a:ext uri="{B698B0E9-8C71-41B9-8309-B3DCBF30829C}">
                <dgm1612:spPr xmlns:dgm1612="http://schemas.microsoft.com/office/drawing/2016/12/diagram">
                  <a:ln>
                    <a:solidFill>
                      <a:srgbClr val="000000"/>
                    </a:solidFill>
                    <a:headEnd type="triangle" w="lg" len="lg"/>
                  </a:ln>
                </dgm1612:spPr>
              </a:ext>
            </dgm:extLst>
          </dgm:shape>
        </dgm:else>
      </dgm:choose>
      <dgm:presOf/>
      <dgm:constrLst/>
      <dgm:ruleLst/>
    </dgm:layoutNode>
    <dgm:layoutNode name="nodes">
      <dgm:varLst>
        <dgm:chMax/>
        <dgm:chPref/>
        <dgm:animLvl val="lvl"/>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constrLst>
        <dgm:constr type="w" for="ch" forName="composite" refType="w"/>
        <dgm:constr type="h" for="ch" forName="composite" refType="h"/>
        <dgm:constr type="w" for="ch" forName="spaceBetweenRectangles" refType="w" refFor="ch" refForName="composite" fact="-0.5"/>
        <dgm:constr type="w" for="ch" ptType="sibTrans" op="equ"/>
        <dgm:constr type="w" for="ch" forName="composite1" refType="w"/>
        <dgm:constr type="h" for="ch" forName="composite1" refType="h"/>
        <dgm:constr type="w" for="ch" forName="spaceBetweenRectangles1" refType="w" refFor="ch" refForName="composite1" fact="0.28"/>
      </dgm:constrLst>
      <dgm:choose name="LayoutBasedOnCountOfNodes">
        <dgm:if name="LessThanOrEqualToTwoNodes" axis="ch" ptType="node" func="cnt" op="lte" val="2">
          <dgm:forEach name="nodesForEach1" axis="ch" ptType="node">
            <dgm:layoutNode name="composite1">
              <dgm:alg type="composite"/>
              <dgm:shape xmlns:r="http://schemas.openxmlformats.org/officeDocument/2006/relationships" r:blip="">
                <dgm:adjLst/>
              </dgm:shape>
              <dgm:choose name="CaseForLayoutDirection1">
                <dgm:if name="CaseForLayoutDirectionLTR1" func="var" arg="dir" op="equ" val="norm">
                  <dgm:choose name="CaseForPlacingNodesAboveAndBelowDividerLTR1">
                    <dgm:if name="CaseForPlacingNodeAboveDividerLTR1" axis="self" ptType="node" func="posOdd" op="equ" va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t" for="ch" forName="DropPinPlaceHolder1" refType="h" fact="0"/>
                        <dgm:constr type="l" for="ch" forName="DropPinPlaceHolder1" refType="w" fact="0"/>
                        <dgm:constr type="w" for="ch" forName="L2TextContainer1" refType="w" fact="0.83"/>
                        <dgm:constr type="l" for="ch" forName="L2TextContainer1" refType="r" refFor="ch" refForName="DropPinPlaceHolder1"/>
                        <dgm:constr type="t" for="ch" forName="L2TextContainer1" refType="b" refFor="ch" refForName="DropPinPlaceHolder1"/>
                        <dgm:constr type="b"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b" for="ch" forName="ConnectLine1" refType="h" fact="0.5"/>
                        <dgm:constr type="t" for="ch" forName="ConnectLine1" refType="b" refFor="ch" refForName="DropPinPlaceHolder1" fact="0.8"/>
                        <dgm:constr type="w" for="ch" forName="EmptyPlaceHolder1" refType="w"/>
                        <dgm:constr type="h" for="ch" forName="EmptyPlaceHolder1" refType="h" fact="0.5"/>
                        <dgm:constr type="t" for="ch" forName="EmptyPlaceHolder1" refType="h" fact="0.5"/>
                      </dgm:constrLst>
                    </dgm:if>
                    <dgm:else name="CaseForPlacingNodeBelowDividerLTR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b" for="ch" forName="DropPinPlaceHolder1" refType="h"/>
                        <dgm:constr type="l" for="ch" forName="DropPinPlaceHolder1" refType="w" fact="0"/>
                        <dgm:constr type="w" for="ch" forName="L1TextContainer1" refType="w" fact="0.83"/>
                        <dgm:constr type="l" for="ch" forName="L1TextContainer1" refType="r" refFor="ch" refForName="DropPinPlaceHolder1"/>
                        <dgm:constr type="b" for="ch" forName="L1TextContainer1" refType="h" fact="0.55"/>
                        <dgm:constr type="t" for="ch" forName="L1TextContainer1" refType="h" fact="0.675"/>
                        <dgm:constr type="w" for="ch" forName="L2TextContainer1" refType="w" fact="0.83"/>
                        <dgm:constr type="l" for="ch" forName="L2TextContainer1" refType="r" refFor="ch" refForName="DropPinPlaceHolder1"/>
                        <dgm:constr type="b" for="ch" forName="L2TextContainer1" refType="b" refFor="ch" refForName="DropPinPlaceHolder1"/>
                        <dgm:constr type="t" for="ch" forName="L2TextContainer1" refType="t" refFor="ch" refForName="DropPinPlaceHolder1"/>
                        <dgm:constr type="w" for="ch" forName="ConnectLine1"/>
                        <dgm:constr type="ctrX" for="ch" forName="ConnectLine1" refType="ctrX" refFor="ch" refForName="DropPinPlaceHolder1"/>
                        <dgm:constr type="t" for="ch" forName="ConnectLine1" refType="h" fact="0.5"/>
                        <dgm:constr type="b" for="ch" forName="ConnectLine1" refType="b" refFor="ch" refForName="DropPinPlaceHolder1" fact="0.89"/>
                        <dgm:constr type="w" for="ch" forName="EmptyPlaceHolder1" refType="w"/>
                        <dgm:constr type="h" for="ch" forName="EmptyPlaceHolder1" refType="h" fact="0.5"/>
                        <dgm:constr type="t" for="ch" forName="EmptyPlaceHolder1" refType="h" fact="0"/>
                      </dgm:constrLst>
                    </dgm:else>
                  </dgm:choose>
                </dgm:if>
                <dgm:else name="CaseForLayoutDirectionRTL1">
                  <dgm:choose name="CaseForPlacingNodesAboveAndBelowDividerRTL1">
                    <dgm:if name="CaseForPlacingNodeAboveDividerRTL1" axis="self" ptType="node" func="posOdd" op="equ" va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t" for="ch" forName="DropPinPlaceHolder1" refType="h" fact="0"/>
                        <dgm:constr type="l" for="ch" forName="DropPinPlaceHolder1" refType="w" fact="0"/>
                        <dgm:constr type="w" for="ch" forName="L2TextContainer1" refType="w" fact="0.83"/>
                        <dgm:constr type="l" for="ch" forName="L2TextContainer1" refType="r" refFor="ch" refForName="DropPinPlaceHolder1"/>
                        <dgm:constr type="t" for="ch" forName="L2TextContainer1" refType="b" refFor="ch" refForName="DropPinPlaceHolder1"/>
                        <dgm:constr type="b"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b" for="ch" forName="ConnectLine1" refType="h" fact="0.5"/>
                        <dgm:constr type="t" for="ch" forName="ConnectLine1" refType="b" refFor="ch" refForName="DropPinPlaceHolder1" fact="0.8"/>
                        <dgm:constr type="w" for="ch" forName="EmptyPlaceHolder1" refType="w"/>
                        <dgm:constr type="h" for="ch" forName="EmptyPlaceHolder1" refType="h" fact="0.5"/>
                        <dgm:constr type="t" for="ch" forName="EmptyPlaceHolder1" refType="h" fact="0.5"/>
                      </dgm:constrLst>
                    </dgm:if>
                    <dgm:else name="CaseForPlacingNodeBelowDividerRT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b" for="ch" forName="DropPinPlaceHolder1" refType="h"/>
                        <dgm:constr type="l" for="ch" forName="DropPinPlaceHolder1" refType="w" fact="0"/>
                        <dgm:constr type="w" for="ch" forName="L1TextContainer1" refType="w" fact="0.83"/>
                        <dgm:constr type="l" for="ch" forName="L1TextContainer1" refType="r" refFor="ch" refForName="DropPinPlaceHolder1"/>
                        <dgm:constr type="b" for="ch" forName="L1TextContainer1" refType="h" fact="0.55"/>
                        <dgm:constr type="t" for="ch" forName="L1TextContainer1" refType="h" fact="0.675"/>
                        <dgm:constr type="w" for="ch" forName="L2TextContainer1" refType="w" fact="0.83"/>
                        <dgm:constr type="l" for="ch" forName="L2TextContainer1" refType="r" refFor="ch" refForName="DropPinPlaceHolder1"/>
                        <dgm:constr type="b" for="ch" forName="L2TextContainer1" refType="b" refFor="ch" refForName="DropPinPlaceHolder1"/>
                        <dgm:constr type="t" for="ch" forName="L2TextContainer1" refType="t" refFor="ch" refForName="DropPinPlaceHolder1"/>
                        <dgm:constr type="w" for="ch" forName="ConnectLine1"/>
                        <dgm:constr type="ctrX" for="ch" forName="ConnectLine1" refType="ctrX" refFor="ch" refForName="DropPinPlaceHolder1"/>
                        <dgm:constr type="t" for="ch" forName="ConnectLine1" refType="h" fact="0.5"/>
                        <dgm:constr type="b" for="ch" forName="ConnectLine1" refType="b" refFor="ch" refForName="DropPinPlaceHolder1" fact="0.89"/>
                        <dgm:constr type="w" for="ch" forName="EmptyPlaceHolder1" refType="w"/>
                        <dgm:constr type="h" for="ch" forName="EmptyPlaceHolder1" refType="h" fact="0.5"/>
                        <dgm:constr type="t" for="ch" forName="EmptyPlaceHolder1" refType="h" fact="0"/>
                      </dgm:constrLst>
                    </dgm:else>
                  </dgm:choose>
                </dgm:else>
              </dgm:choose>
              <dgm:layoutNode name="ConnectorPoint1" styleLbl="dkBgShp" moveWith="ConnectLine1">
                <dgm:alg type="sp"/>
                <dgm:shape xmlns:r="http://schemas.openxmlformats.org/officeDocument/2006/relationships" type="ellipse" r:blip="" zOrderOff="10">
                  <dgm:adjLst/>
                </dgm:shape>
                <dgm:presOf/>
                <dgm:constrLst>
                  <dgm:constr type="w" refType="h" op="equ"/>
                </dgm:constrLst>
              </dgm:layoutNode>
              <dgm:layoutNode name="DropPinPlaceHolder1">
                <dgm:alg type="composite"/>
                <dgm:shape xmlns:r="http://schemas.openxmlformats.org/officeDocument/2006/relationships" r:blip="">
                  <dgm:adjLst/>
                </dgm:shape>
                <dgm:constrLst>
                  <dgm:constr type="w" for="ch" forName="DropPin1" refType="w"/>
                  <dgm:constr type="h" for="ch" forName="DropPin1" refType="h"/>
                  <dgm:constr type="ctrX" for="ch" forName="DropPin1" refType="w" fact="0.5"/>
                  <dgm:constr type="ctrY" for="ch" forName="DropPin1" refType="h" fact="0.5"/>
                  <dgm:constr type="w" for="ch" forName="Ellipse1" refType="w" refFor="ch" refForName="DropPin1" fact="0.4"/>
                  <dgm:constr type="h" for="ch" forName="Ellipse1" refType="w" refFor="ch" refForName="DropPin1" fact="0.4"/>
                  <dgm:constr type="ctrX" for="ch" forName="Ellipse1" refType="ctrX" refFor="ch" refForName="DropPin1"/>
                  <dgm:constr type="ctrY" for="ch" forName="Ellipse1" refType="ctrY" refFor="ch" refForName="DropPin1"/>
                </dgm:constrLst>
                <dgm:layoutNode name="DropPin1" styleLbl="node3">
                  <dgm:alg type="sp"/>
                  <dgm:choose name="CaseForPlacingTearDropAboveAndBelowDivider1">
                    <dgm:if name="CaseForPlacingTearDropAboveDivider1" axis="self" ptType="node" func="posOdd" op="equ" val="1">
                      <dgm:shape xmlns:r="http://schemas.openxmlformats.org/officeDocument/2006/relationships" rot="135" type="teardrop" r:blip="">
                        <dgm:adjLst>
                          <dgm:adj idx="1" val="1.15"/>
                        </dgm:adjLst>
                      </dgm:shape>
                    </dgm:if>
                    <dgm:else name="CaseForPlacingTearDropBelowDivider1">
                      <dgm:shape xmlns:r="http://schemas.openxmlformats.org/officeDocument/2006/relationships" rot="-45" type="teardrop" r:blip="">
                        <dgm:adjLst>
                          <dgm:adj idx="1" val="1.15"/>
                        </dgm:adjLst>
                      </dgm:shape>
                    </dgm:else>
                  </dgm:choose>
                  <dgm:presOf/>
                  <dgm:constrLst/>
                </dgm:layoutNode>
                <dgm:layoutNode name="Ellipse1" styleLbl="dkBgShp" moveWith="DropPin1">
                  <dgm:alg type="sp"/>
                  <dgm:shape xmlns:r="http://schemas.openxmlformats.org/officeDocument/2006/relationships" type="ellipse" r:blip="">
                    <dgm:adjLst/>
                    <dgm:extLst>
                      <a:ext uri="{B698B0E9-8C71-41B9-8309-B3DCBF30829C}">
                        <dgm1612:spPr xmlns:dgm1612="http://schemas.microsoft.com/office/drawing/2016/12/diagram">
                          <a:ln>
                            <a:noFill/>
                          </a:ln>
                        </dgm1612:spPr>
                      </a:ext>
                    </dgm:extLst>
                  </dgm:shape>
                  <dgm:presOf/>
                  <dgm:constrLst/>
                </dgm:layoutNode>
              </dgm:layoutNode>
              <dgm:layoutNode name="L2TextContainer1" styleLbl="revTx" moveWith="L1TextContainer">
                <dgm:varLst>
                  <dgm:bulletEnabled val="1"/>
                </dgm:varLst>
                <dgm:choose name="casesForTxtDirLogic1">
                  <dgm:if name="Name771" axis="self" ptType="node" func="posOdd" op="equ" val="1">
                    <dgm:alg type="tx">
                      <dgm:param type="txAnchorVert" val="t"/>
                      <dgm:param type="parTxLTRAlign" val="l"/>
                      <dgm:param type="parTxRTLAlign" val="l"/>
                      <dgm:param type="txAnchorVertCh" val="t"/>
                      <dgm:param type="shpTxRTLAlignCh" val="l"/>
                      <dgm:param type="shpTxLTRAlignCh" val="l"/>
                    </dgm:alg>
                    <dgm:constrLst>
                      <dgm:constr type="lMarg"/>
                      <dgm:constr type="rMarg"/>
                      <dgm:constr type="tMarg" refType="primFontSz" fact="0.5"/>
                      <dgm:constr type="bMarg" refType="primFontSz" fact="0.75"/>
                    </dgm:constrLst>
                  </dgm:if>
                  <dgm:else name="Name881">
                    <dgm:alg type="tx">
                      <dgm:param type="txAnchorVert" val="t"/>
                      <dgm:param type="parTxLTRAlign" val="l"/>
                      <dgm:param type="parTxRTLAlign" val="l"/>
                      <dgm:param type="txAnchorVertCh" val="t"/>
                      <dgm:param type="shpTxRTLAlignCh" val="l"/>
                      <dgm:param type="shpTxLTRAlignCh" val="l"/>
                    </dgm:alg>
                    <dgm:constrLst>
                      <dgm:constr type="lMarg"/>
                      <dgm:constr type="rMarg" refType="primFontSz" fact="0"/>
                      <dgm:constr type="tMarg" refType="primFontSz" fact="0.75"/>
                      <dgm:constr type="bMarg" refType="primFontSz" fact="0.5"/>
                    </dgm:constrLst>
                  </dgm:else>
                </dgm:choose>
                <dgm:shape xmlns:r="http://schemas.openxmlformats.org/officeDocument/2006/relationships" type="rect" r:blip="">
                  <dgm:adjLst/>
                </dgm:shape>
                <dgm:presOf axis="des" ptType="node"/>
                <dgm:ruleLst>
                  <dgm:rule type="primFontSz" val="8" fact="NaN" max="NaN"/>
                </dgm:ruleLst>
              </dgm:layoutNode>
              <dgm:layoutNode name="L1TextContainer1" styleLbl="revTx">
                <dgm:varLst>
                  <dgm:chMax val="1"/>
                  <dgm:chPref val="1"/>
                  <dgm:bulletEnabled val="1"/>
                </dgm:varLst>
                <dgm:alg type="tx">
                  <dgm:param type="txAnchorVert" val="mid"/>
                  <dgm:param type="parTxLTRAlign" val="l"/>
                  <dgm:param type="parTxRTLAlign" val="l"/>
                </dgm:alg>
                <dgm:shape xmlns:r="http://schemas.openxmlformats.org/officeDocument/2006/relationships" type="rect" r:blip="">
                  <dgm:adjLst/>
                </dgm:shape>
                <dgm:presOf axis="self"/>
                <dgm:constrLst>
                  <dgm:constr type="lMarg"/>
                  <dgm:constr type="rMarg" refType="primFontSz" fact="0.5"/>
                  <dgm:constr type="tMarg"/>
                  <dgm:constr type="bMarg"/>
                </dgm:constrLst>
                <dgm:ruleLst>
                  <dgm:rule type="primFontSz" val="8" fact="NaN" max="NaN"/>
                </dgm:ruleLst>
              </dgm:layoutNode>
              <dgm:layoutNode name="ConnectLine1" styleLbl="tlcallout">
                <dgm:alg type="sp"/>
                <dgm:shape xmlns:r="http://schemas.openxmlformats.org/officeDocument/2006/relationships" type="line" r:blip="">
                  <dgm:adjLst/>
                </dgm:shape>
                <dgm:presOf/>
                <dgm:constrLst/>
              </dgm:layoutNode>
              <dgm:layoutNode name="EmptyPlaceHolder1">
                <dgm:alg type="sp"/>
                <dgm:shape xmlns:r="http://schemas.openxmlformats.org/officeDocument/2006/relationships" r:blip="">
                  <dgm:adjLst/>
                </dgm:shape>
                <dgm:presOf/>
                <dgm:constrLst/>
              </dgm:layoutNode>
            </dgm:layoutNode>
            <dgm:forEach name="Name281" axis="followSib" ptType="sibTrans" cnt="1">
              <dgm:layoutNode name="spaceBetweenRectangles1">
                <dgm:alg type="sp"/>
                <dgm:shape xmlns:r="http://schemas.openxmlformats.org/officeDocument/2006/relationships" r:blip="">
                  <dgm:adjLst/>
                </dgm:shape>
                <dgm:presOf/>
                <dgm:constrLst/>
                <dgm:ruleLst/>
              </dgm:layoutNode>
            </dgm:forEach>
          </dgm:forEach>
        </dgm:if>
        <dgm:else name="MoreThanTwoNodes">
          <dgm:forEach name="nodesForEach" axis="ch" ptType="node">
            <dgm:layoutNode name="composite">
              <dgm:alg type="composite"/>
              <dgm:shape xmlns:r="http://schemas.openxmlformats.org/officeDocument/2006/relationships" r:blip="">
                <dgm:adjLst/>
              </dgm:shape>
              <dgm:choose name="CaseForLayoutDirection">
                <dgm:if name="CaseForLayoutDirectionLTR" func="var" arg="dir" op="equ" val="norm">
                  <dgm:choose name="CaseForPlacingNodesAboveAndBelowDividerLTR">
                    <dgm:if name="CaseForPlacingNodeAboveDividerLTR" axis="self" ptType="node" func="posOdd" op="equ" val="1">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ConnectLine"/>
                        <dgm:constr type="ctrY" for="ch" forName="ConnectorPoint" refType="h" fact="0.5"/>
                        <dgm:constr type="w" for="ch" forName="DropPinPlaceHolder" refType="h" fact="0.13"/>
                        <dgm:constr type="h" for="ch" forName="DropPinPlaceHolder" refType="h" fact="0.13"/>
                        <dgm:constr type="t" for="ch" forName="DropPinPlaceHolder" refType="h" fact="0"/>
                        <dgm:constr type="l" for="ch" forName="DropPinPlaceHolder" refType="w" fact="0"/>
                        <dgm:constr type="w" for="ch" forName="L2TextContainer" refType="w" fact="0.83"/>
                        <dgm:constr type="l" for="ch" forName="L2TextContainer" refType="r" refFor="ch" refForName="DropPinPlaceHolder"/>
                        <dgm:constr type="t" for="ch" forName="L2TextContainer" refType="b" refFor="ch" refForName="DropPinPlaceHolder"/>
                        <dgm:constr type="b"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b" for="ch" forName="ConnectLine" refType="h" fact="0.5"/>
                        <dgm:constr type="t" for="ch" forName="ConnectLine" refType="b" refFor="ch" refForName="DropPinPlaceHolder" fact="0.8"/>
                        <dgm:constr type="w" for="ch" forName="EmptyPlaceHolder" refType="w"/>
                        <dgm:constr type="h" for="ch" forName="EmptyPlaceHolder" refType="h" fact="0.5"/>
                        <dgm:constr type="t" for="ch" forName="EmptyPlaceHolder" refType="h" fact="0.5"/>
                      </dgm:constrLst>
                    </dgm:if>
                    <dgm:else name="CaseForPlacingNodeBelowDividerLTR">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ConnectLine"/>
                        <dgm:constr type="ctrY" for="ch" forName="ConnectorPoint" refType="h" fact="0.5"/>
                        <dgm:constr type="w" for="ch" forName="DropPinPlaceHolder" refType="h" fact="0.13"/>
                        <dgm:constr type="h" for="ch" forName="DropPinPlaceHolder" refType="h" fact="0.13"/>
                        <dgm:constr type="b" for="ch" forName="DropPinPlaceHolder" refType="h"/>
                        <dgm:constr type="l" for="ch" forName="DropPinPlaceHolder" refType="w" fact="0"/>
                        <dgm:constr type="w" for="ch" forName="L1TextContainer" refType="w" fact="0.83"/>
                        <dgm:constr type="l" for="ch" forName="L1TextContainer" refType="r" refFor="ch" refForName="DropPinPlaceHolder"/>
                        <dgm:constr type="b" for="ch" forName="L1TextContainer" refType="h" fact="0.55"/>
                        <dgm:constr type="t" for="ch" forName="L1TextContainer" refType="h" fact="0.675"/>
                        <dgm:constr type="w" for="ch" forName="L2TextContainer" refType="w" fact="0.83"/>
                        <dgm:constr type="l" for="ch" forName="L2TextContainer" refType="r" refFor="ch" refForName="DropPinPlaceHolder"/>
                        <dgm:constr type="b" for="ch" forName="L2TextContainer" refType="b" refFor="ch" refForName="DropPinPlaceHolder"/>
                        <dgm:constr type="t" for="ch" forName="L2TextContainer" refType="h" fact="0.8"/>
                        <dgm:constr type="w" for="ch" forName="ConnectLine"/>
                        <dgm:constr type="ctrX" for="ch" forName="ConnectLine" refType="ctrX" refFor="ch" refForName="DropPinPlaceHolder"/>
                        <dgm:constr type="t" for="ch" forName="ConnectLine" refType="h" fact="0.5"/>
                        <dgm:constr type="b" for="ch" forName="ConnectLine" refType="b" refFor="ch" refForName="DropPinPlaceHolder" fact="0.89"/>
                        <dgm:constr type="w" for="ch" forName="EmptyPlaceHolder" refType="w"/>
                        <dgm:constr type="h" for="ch" forName="EmptyPlaceHolder" refType="h" fact="0.5"/>
                        <dgm:constr type="t" for="ch" forName="EmptyPlaceHolder" refType="h" fact="0"/>
                      </dgm:constrLst>
                    </dgm:else>
                  </dgm:choose>
                </dgm:if>
                <dgm:else name="CaseForLayoutDirectionRTL">
                  <dgm:choose name="CaseForPlacingNodesAboveAndBelowDividerRTL">
                    <dgm:if name="CaseForPlacingNodeAboveDividerRTL" axis="self" ptType="node" func="posOdd" op="equ" val="1">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DropPinPlaceHolder"/>
                        <dgm:constr type="ctrY" for="ch" forName="ConnectorPoint" refType="h" fact="0.5"/>
                        <dgm:constr type="w" for="ch" forName="DropPinPlaceHolder" refType="h" fact="0.13"/>
                        <dgm:constr type="h" for="ch" forName="DropPinPlaceHolder" refType="h" fact="0.13"/>
                        <dgm:constr type="t" for="ch" forName="DropPinPlaceHolder" refType="h" fact="0"/>
                        <dgm:constr type="l" for="ch" forName="DropPinPlaceHolder" refType="w" fact="0"/>
                        <dgm:constr type="w" for="ch" forName="L2TextContainer" refType="w" fact="0.83"/>
                        <dgm:constr type="l" for="ch" forName="L2TextContainer" refType="r" refFor="ch" refForName="DropPinPlaceHolder"/>
                        <dgm:constr type="t" for="ch" forName="L2TextContainer" refType="b" refFor="ch" refForName="DropPinPlaceHolder"/>
                        <dgm:constr type="b"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b" for="ch" forName="ConnectLine" refType="h" fact="0.5"/>
                        <dgm:constr type="t" for="ch" forName="ConnectLine" refType="b" refFor="ch" refForName="DropPinPlaceHolder" fact="0.8"/>
                        <dgm:constr type="w" for="ch" forName="EmptyPlaceHolder" refType="w"/>
                        <dgm:constr type="h" for="ch" forName="EmptyPlaceHolder" refType="h" fact="0.5"/>
                        <dgm:constr type="t" for="ch" forName="EmptyPlaceHolder" refType="h" fact="0.5"/>
                      </dgm:constrLst>
                    </dgm:if>
                    <dgm:else name="CaseForPlacingNodeBelowDividerRTL">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DropPinPlaceHolder"/>
                        <dgm:constr type="ctrY" for="ch" forName="ConnectorPoint" refType="h" fact="0.5"/>
                        <dgm:constr type="w" for="ch" forName="DropPinPlaceHolder" refType="h" fact="0.13"/>
                        <dgm:constr type="h" for="ch" forName="DropPinPlaceHolder" refType="h" fact="0.13"/>
                        <dgm:constr type="b" for="ch" forName="DropPinPlaceHolder" refType="h"/>
                        <dgm:constr type="l" for="ch" forName="DropPinPlaceHolder" refType="w" fact="0"/>
                        <dgm:constr type="w" for="ch" forName="L1TextContainer" refType="w" fact="0.83"/>
                        <dgm:constr type="l" for="ch" forName="L1TextContainer" refType="r" refFor="ch" refForName="DropPinPlaceHolder"/>
                        <dgm:constr type="b" for="ch" forName="L1TextContainer" refType="h" fact="0.55"/>
                        <dgm:constr type="t" for="ch" forName="L1TextContainer" refType="h" fact="0.675"/>
                        <dgm:constr type="w" for="ch" forName="L2TextContainer" refType="w" fact="0.83"/>
                        <dgm:constr type="l" for="ch" forName="L2TextContainer" refType="r" refFor="ch" refForName="DropPinPlaceHolder"/>
                        <dgm:constr type="b" for="ch" forName="L2TextContainer" refType="b" refFor="ch" refForName="DropPinPlaceHolder"/>
                        <dgm:constr type="t" for="ch" forName="L2TextContainer" refType="t" refFor="ch" refForName="DropPinPlaceHolder"/>
                        <dgm:constr type="w" for="ch" forName="ConnectLine"/>
                        <dgm:constr type="ctrX" for="ch" forName="ConnectLine" refType="ctrX" refFor="ch" refForName="DropPinPlaceHolder"/>
                        <dgm:constr type="t" for="ch" forName="ConnectLine" refType="h" fact="0.5"/>
                        <dgm:constr type="b" for="ch" forName="ConnectLine" refType="b" refFor="ch" refForName="DropPinPlaceHolder" fact="0.89"/>
                        <dgm:constr type="w" for="ch" forName="EmptyPlaceHolder" refType="w"/>
                        <dgm:constr type="h" for="ch" forName="EmptyPlaceHolder" refType="h" fact="0.5"/>
                        <dgm:constr type="t" for="ch" forName="EmptyPlaceHolder" refType="h" fact="0"/>
                      </dgm:constrLst>
                    </dgm:else>
                  </dgm:choose>
                </dgm:else>
              </dgm:choose>
              <dgm:layoutNode name="ConnectorPoint" styleLbl="dkBgShp" moveWith="ConnectLine">
                <dgm:alg type="sp"/>
                <dgm:shape xmlns:r="http://schemas.openxmlformats.org/officeDocument/2006/relationships" type="ellipse" r:blip="" zOrderOff="10">
                  <dgm:adjLst/>
                  <dgm:extLst>
                    <a:ext uri="{B698B0E9-8C71-41B9-8309-B3DCBF30829C}">
                      <dgm1612:spPr xmlns:dgm1612="http://schemas.microsoft.com/office/drawing/2016/12/diagram">
                        <a:ln w="6350"/>
                      </dgm1612:spPr>
                    </a:ext>
                  </dgm:extLst>
                </dgm:shape>
                <dgm:presOf/>
                <dgm:constrLst>
                  <dgm:constr type="w" refType="h" op="equ"/>
                </dgm:constrLst>
              </dgm:layoutNode>
              <dgm:layoutNode name="DropPinPlaceHolder">
                <dgm:alg type="composite"/>
                <dgm:shape xmlns:r="http://schemas.openxmlformats.org/officeDocument/2006/relationships" r:blip="">
                  <dgm:adjLst/>
                </dgm:shape>
                <dgm:constrLst>
                  <dgm:constr type="w" for="ch" forName="DropPin" refType="w"/>
                  <dgm:constr type="h" for="ch" forName="DropPin" refType="h"/>
                  <dgm:constr type="ctrX" for="ch" forName="DropPin" refType="w" fact="0.5"/>
                  <dgm:constr type="ctrY" for="ch" forName="DropPin" refType="h" fact="0.5"/>
                  <dgm:constr type="w" for="ch" forName="Ellipse" refType="w" refFor="ch" refForName="DropPin" fact="0.4"/>
                  <dgm:constr type="h" for="ch" forName="Ellipse" refType="w" refFor="ch" refForName="DropPin" fact="0.4"/>
                  <dgm:constr type="ctrX" for="ch" forName="Ellipse" refType="ctrX" refFor="ch" refForName="DropPin"/>
                  <dgm:constr type="ctrY" for="ch" forName="Ellipse" refType="ctrY" refFor="ch" refForName="DropPin"/>
                </dgm:constrLst>
                <dgm:layoutNode name="DropPin" styleLbl="node3">
                  <dgm:alg type="sp"/>
                  <dgm:choose name="CaseForPlacingTearDropAboveAndBelowDivider">
                    <dgm:if name="CaseForPlacingTearDropAboveDivider" axis="self" ptType="node" func="posOdd" op="equ" val="1">
                      <dgm:shape xmlns:r="http://schemas.openxmlformats.org/officeDocument/2006/relationships" rot="135" type="teardrop" r:blip="">
                        <dgm:adjLst>
                          <dgm:adj idx="1" val="1.15"/>
                        </dgm:adjLst>
                      </dgm:shape>
                    </dgm:if>
                    <dgm:else name="CaseForPlacingTearDropBelowDivider">
                      <dgm:shape xmlns:r="http://schemas.openxmlformats.org/officeDocument/2006/relationships" rot="-45" type="teardrop" r:blip="">
                        <dgm:adjLst>
                          <dgm:adj idx="1" val="1.15"/>
                        </dgm:adjLst>
                      </dgm:shape>
                    </dgm:else>
                  </dgm:choose>
                  <dgm:presOf/>
                  <dgm:constrLst/>
                </dgm:layoutNode>
                <dgm:layoutNode name="Ellipse" styleLbl="dkBgShp" moveWith="DropPin">
                  <dgm:alg type="sp"/>
                  <dgm:shape xmlns:r="http://schemas.openxmlformats.org/officeDocument/2006/relationships" type="ellipse" r:blip="">
                    <dgm:adjLst/>
                    <dgm:extLst>
                      <a:ext uri="{B698B0E9-8C71-41B9-8309-B3DCBF30829C}">
                        <dgm1612:spPr xmlns:dgm1612="http://schemas.microsoft.com/office/drawing/2016/12/diagram">
                          <a:ln>
                            <a:noFill/>
                          </a:ln>
                        </dgm1612:spPr>
                      </a:ext>
                    </dgm:extLst>
                  </dgm:shape>
                  <dgm:presOf/>
                  <dgm:constrLst/>
                </dgm:layoutNode>
              </dgm:layoutNode>
              <dgm:layoutNode name="L2TextContainer" styleLbl="revTx" moveWith="L1TextContainer">
                <dgm:varLst>
                  <dgm:bulletEnabled val="1"/>
                </dgm:varLst>
                <dgm:choose name="casesForTxtDirLogic">
                  <dgm:if name="Name77" axis="self" ptType="node" func="posOdd" op="equ" val="1">
                    <dgm:alg type="tx">
                      <dgm:param type="txAnchorVert" val="t"/>
                      <dgm:param type="parTxLTRAlign" val="l"/>
                      <dgm:param type="parTxRTLAlign" val="l"/>
                      <dgm:param type="txAnchorVertCh" val="t"/>
                      <dgm:param type="shpTxRTLAlignCh" val="l"/>
                      <dgm:param type="shpTxLTRAlignCh" val="l"/>
                    </dgm:alg>
                    <dgm:constrLst>
                      <dgm:constr type="lMarg"/>
                      <dgm:constr type="rMarg" refType="primFontSz" fact="0.5"/>
                      <dgm:constr type="tMarg" refType="primFontSz" fact="0.5"/>
                      <dgm:constr type="bMarg" refType="primFontSz" fact="0.75"/>
                    </dgm:constrLst>
                  </dgm:if>
                  <dgm:else name="Name88">
                    <dgm:alg type="tx">
                      <dgm:param type="txAnchorVert" val="t"/>
                      <dgm:param type="parTxLTRAlign" val="l"/>
                      <dgm:param type="parTxRTLAlign" val="l"/>
                      <dgm:param type="txAnchorVertCh" val="t"/>
                      <dgm:param type="shpTxRTLAlignCh" val="l"/>
                      <dgm:param type="shpTxLTRAlignCh" val="l"/>
                    </dgm:alg>
                    <dgm:constrLst>
                      <dgm:constr type="lMarg"/>
                      <dgm:constr type="rMarg"/>
                      <dgm:constr type="tMarg" refType="primFontSz" fact="0.75"/>
                      <dgm:constr type="bMarg" refType="primFontSz" fact="0.5"/>
                    </dgm:constrLst>
                  </dgm:else>
                </dgm:choose>
                <dgm:shape xmlns:r="http://schemas.openxmlformats.org/officeDocument/2006/relationships" type="rect" r:blip="">
                  <dgm:adjLst/>
                </dgm:shape>
                <dgm:presOf axis="des" ptType="node"/>
                <dgm:ruleLst>
                  <dgm:rule type="primFontSz" val="8" fact="NaN" max="NaN"/>
                </dgm:ruleLst>
              </dgm:layoutNode>
              <dgm:layoutNode name="L1TextContainer" styleLbl="revTx">
                <dgm:varLst>
                  <dgm:chMax val="1"/>
                  <dgm:chPref val="1"/>
                  <dgm:bulletEnabled val="1"/>
                </dgm:varLst>
                <dgm:alg type="tx">
                  <dgm:param type="txAnchorVert" val="mid"/>
                  <dgm:param type="parTxLTRAlign" val="l"/>
                  <dgm:param type="parTxRTLAlign" val="l"/>
                </dgm:alg>
                <dgm:shape xmlns:r="http://schemas.openxmlformats.org/officeDocument/2006/relationships" type="rect" r:blip="">
                  <dgm:adjLst/>
                </dgm:shape>
                <dgm:presOf axis="self"/>
                <dgm:constrLst>
                  <dgm:constr type="lMarg"/>
                  <dgm:constr type="rMarg" refType="primFontSz" fact="0.5"/>
                  <dgm:constr type="tMarg"/>
                  <dgm:constr type="bMarg"/>
                </dgm:constrLst>
                <dgm:ruleLst>
                  <dgm:rule type="primFontSz" val="8" fact="NaN" max="NaN"/>
                </dgm:ruleLst>
              </dgm:layoutNode>
              <dgm:layoutNode name="ConnectLine" styleLbl="tlcallout">
                <dgm:alg type="sp"/>
                <dgm:shape xmlns:r="http://schemas.openxmlformats.org/officeDocument/2006/relationships" type="line" r:blip="">
                  <dgm:adjLst/>
                </dgm:shape>
                <dgm:presOf/>
                <dgm:constrLst/>
              </dgm:layoutNode>
              <dgm:layoutNode name="EmptyPlaceHolder">
                <dgm:alg type="sp"/>
                <dgm:shape xmlns:r="http://schemas.openxmlformats.org/officeDocument/2006/relationships" r:blip="">
                  <dgm:adjLst/>
                </dgm:shape>
                <dgm:presOf/>
                <dgm:constrLst/>
              </dgm:layoutNode>
            </dgm:layoutNode>
            <dgm:forEach name="Name28" axis="followSib" ptType="sibTrans" cnt="1">
              <dgm:layoutNode name="spaceBetweenRectangles">
                <dgm:alg type="sp"/>
                <dgm:shape xmlns:r="http://schemas.openxmlformats.org/officeDocument/2006/relationships" r:blip="">
                  <dgm:adjLst/>
                </dgm:shape>
                <dgm:presOf/>
                <dgm:constrLst/>
                <dgm:ruleLst/>
              </dgm:layoutNode>
            </dgm:forEach>
          </dgm:forEach>
        </dgm:else>
      </dgm:choose>
    </dgm:layoutNode>
  </dgm:layoutNode>
  <dgm:extLst>
    <a:ext uri="{68A01E43-0DF5-4B5B-8FA6-DAF915123BFB}">
      <dgm1612:lstStyle xmlns:dgm1612="http://schemas.microsoft.com/office/drawing/2016/12/diagram">
        <a:lvl1pPr>
          <a:defRPr b="1"/>
        </a:lvl1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7B474F0-2EF7-4C22-8474-D9081BCBF29B}" type="datetimeFigureOut">
              <a:rPr lang="en-US" smtClean="0"/>
              <a:t>3/25/2026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912B497-444A-443B-900B-4809B7B2A275}" type="slidenum">
              <a:rPr lang="en-US" smtClean="0"/>
              <a:t>‹#›</a:t>
            </a:fld>
            <a:endParaRPr lang="en-US"/>
          </a:p>
        </p:txBody>
      </p:sp>
    </p:spTree>
    <p:extLst>
      <p:ext uri="{BB962C8B-B14F-4D97-AF65-F5344CB8AC3E}">
        <p14:creationId xmlns:p14="http://schemas.microsoft.com/office/powerpoint/2010/main" val="334362015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D9DEB-BC47-8FAF-33E0-BB59F983E4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9AD16-19CC-E20F-CAB1-FA8A61442C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39EE41-8A4C-6147-F82A-F1A054E6F31B}"/>
              </a:ext>
            </a:extLst>
          </p:cNvPr>
          <p:cNvSpPr>
            <a:spLocks noGrp="1"/>
          </p:cNvSpPr>
          <p:nvPr>
            <p:ph type="body" idx="1"/>
          </p:nvPr>
        </p:nvSpPr>
        <p:spPr/>
        <p: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dirty="0"/>
              <a:t>Copy the prompt: </a:t>
            </a:r>
            <a:r>
              <a:rPr lang="en-US" sz="1200" b="1" i="0" kern="1200" dirty="0">
                <a:solidFill>
                  <a:schemeClr val="tx1"/>
                </a:solidFill>
                <a:effectLst/>
                <a:latin typeface="+mn-lt"/>
                <a:ea typeface="+mn-ea"/>
                <a:cs typeface="+mn-cs"/>
              </a:rPr>
              <a:t>Add background image for this slide</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dirty="0"/>
              <a:t>Paste it into the input box in Agent mode </a:t>
            </a:r>
          </a:p>
          <a:p>
            <a:pPr marL="342900" indent="-342900">
              <a:buFont typeface="+mj-lt"/>
              <a:buAutoNum type="arabicPeriod"/>
            </a:pPr>
            <a:r>
              <a:rPr lang="en-US" dirty="0"/>
              <a:t>Click on the Arrow button to send the prompt</a:t>
            </a:r>
          </a:p>
        </p:txBody>
      </p:sp>
      <p:sp>
        <p:nvSpPr>
          <p:cNvPr id="4" name="Slide Number Placeholder 3">
            <a:extLst>
              <a:ext uri="{FF2B5EF4-FFF2-40B4-BE49-F238E27FC236}">
                <a16:creationId xmlns:a16="http://schemas.microsoft.com/office/drawing/2014/main" id="{71B6854D-397D-A45D-C620-67B1A7D446A1}"/>
              </a:ext>
            </a:extLst>
          </p:cNvPr>
          <p:cNvSpPr>
            <a:spLocks noGrp="1"/>
          </p:cNvSpPr>
          <p:nvPr>
            <p:ph type="sldNum" sz="quarter" idx="5"/>
          </p:nvPr>
        </p:nvSpPr>
        <p:spPr/>
        <p:txBody>
          <a:bodyPr/>
          <a:lstStyle/>
          <a:p>
            <a:fld id="{6912B497-444A-443B-900B-4809B7B2A275}" type="slidenum">
              <a:rPr lang="en-US" smtClean="0"/>
              <a:t>1</a:t>
            </a:fld>
            <a:endParaRPr lang="en-US"/>
          </a:p>
        </p:txBody>
      </p:sp>
    </p:spTree>
    <p:extLst>
      <p:ext uri="{BB962C8B-B14F-4D97-AF65-F5344CB8AC3E}">
        <p14:creationId xmlns:p14="http://schemas.microsoft.com/office/powerpoint/2010/main" val="19435238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886442-E2AB-7194-AFBF-311201AA88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8494C1-B380-5C7E-E412-8D18A5B2AC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852B75-4111-6645-C972-7798D4069998}"/>
              </a:ext>
            </a:extLst>
          </p:cNvPr>
          <p:cNvSpPr>
            <a:spLocks noGrp="1"/>
          </p:cNvSpPr>
          <p:nvPr>
            <p:ph type="body" idx="1"/>
          </p:nvPr>
        </p:nvSpPr>
        <p:spPr/>
        <p: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Copy the prompt: </a:t>
            </a:r>
            <a:r>
              <a:rPr lang="en-US" sz="1200" b="1" i="0" kern="1200">
                <a:solidFill>
                  <a:schemeClr val="tx1"/>
                </a:solidFill>
                <a:effectLst/>
                <a:latin typeface="+mn-lt"/>
                <a:ea typeface="+mn-ea"/>
                <a:cs typeface="+mn-cs"/>
              </a:rPr>
              <a:t>Replace the bullet list on this slide with a detailed SmartArt timeline </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Paste it into the input box in Agent mode </a:t>
            </a:r>
          </a:p>
          <a:p>
            <a:pPr marL="342900" indent="-342900">
              <a:buFont typeface="+mj-lt"/>
              <a:buAutoNum type="arabicPeriod"/>
            </a:pPr>
            <a:r>
              <a:rPr lang="en-US"/>
              <a:t>Click on the Arrow button to send the prompt</a:t>
            </a:r>
          </a:p>
        </p:txBody>
      </p:sp>
      <p:sp>
        <p:nvSpPr>
          <p:cNvPr id="4" name="Slide Number Placeholder 3">
            <a:extLst>
              <a:ext uri="{FF2B5EF4-FFF2-40B4-BE49-F238E27FC236}">
                <a16:creationId xmlns:a16="http://schemas.microsoft.com/office/drawing/2014/main" id="{BB915294-1033-E2B8-CAC8-58A8D90AD4EE}"/>
              </a:ext>
            </a:extLst>
          </p:cNvPr>
          <p:cNvSpPr>
            <a:spLocks noGrp="1"/>
          </p:cNvSpPr>
          <p:nvPr>
            <p:ph type="sldNum" sz="quarter" idx="5"/>
          </p:nvPr>
        </p:nvSpPr>
        <p:spPr/>
        <p:txBody>
          <a:bodyPr/>
          <a:lstStyle/>
          <a:p>
            <a:fld id="{6912B497-444A-443B-900B-4809B7B2A275}" type="slidenum">
              <a:rPr lang="en-US" smtClean="0"/>
              <a:t>2</a:t>
            </a:fld>
            <a:endParaRPr lang="en-US"/>
          </a:p>
        </p:txBody>
      </p:sp>
    </p:spTree>
    <p:extLst>
      <p:ext uri="{BB962C8B-B14F-4D97-AF65-F5344CB8AC3E}">
        <p14:creationId xmlns:p14="http://schemas.microsoft.com/office/powerpoint/2010/main" val="272341115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E11CFC-45AC-E985-FBDD-795C81949C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72C538-8061-D180-E86E-09E74E26D29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509D97-711F-A82A-AD6E-C49BFAA47CD4}"/>
              </a:ext>
            </a:extLst>
          </p:cNvPr>
          <p:cNvSpPr>
            <a:spLocks noGrp="1"/>
          </p:cNvSpPr>
          <p:nvPr>
            <p:ph type="body" idx="1"/>
          </p:nvPr>
        </p:nvSpPr>
        <p:spPr/>
        <p: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Copy the prompt: </a:t>
            </a:r>
            <a:r>
              <a:rPr lang="en-US" sz="1200" b="1" i="0" kern="1200">
                <a:solidFill>
                  <a:schemeClr val="tx1"/>
                </a:solidFill>
                <a:effectLst/>
                <a:latin typeface="+mn-lt"/>
                <a:ea typeface="+mn-ea"/>
                <a:cs typeface="+mn-cs"/>
              </a:rPr>
              <a:t>Transform text on this slide into a chart</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Paste it into the input box in Agent mode </a:t>
            </a:r>
          </a:p>
          <a:p>
            <a:pPr marL="342900" indent="-342900">
              <a:buFont typeface="+mj-lt"/>
              <a:buAutoNum type="arabicPeriod"/>
            </a:pPr>
            <a:r>
              <a:rPr lang="en-US"/>
              <a:t>Click on the Arrow button to send the prompt</a:t>
            </a:r>
          </a:p>
        </p:txBody>
      </p:sp>
      <p:sp>
        <p:nvSpPr>
          <p:cNvPr id="4" name="Slide Number Placeholder 3">
            <a:extLst>
              <a:ext uri="{FF2B5EF4-FFF2-40B4-BE49-F238E27FC236}">
                <a16:creationId xmlns:a16="http://schemas.microsoft.com/office/drawing/2014/main" id="{9E4CE0DE-8587-CF9D-EEA9-9735E808DF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12B497-444A-443B-900B-4809B7B2A27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31892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8DF42D-4B2D-295C-8BFA-63BAD45E98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894490-03C6-C10C-024F-98FF373836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B87CF6-57BF-48F8-CAF5-D6BA79976AD7}"/>
              </a:ext>
            </a:extLst>
          </p:cNvPr>
          <p:cNvSpPr>
            <a:spLocks noGrp="1"/>
          </p:cNvSpPr>
          <p:nvPr>
            <p:ph type="body" idx="1"/>
          </p:nvPr>
        </p:nvSpPr>
        <p:spPr/>
        <p: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Copy the prompt: </a:t>
            </a:r>
            <a:r>
              <a:rPr lang="en-US" sz="1200" b="1" i="0" kern="1200">
                <a:solidFill>
                  <a:schemeClr val="tx1"/>
                </a:solidFill>
                <a:effectLst/>
                <a:latin typeface="+mn-lt"/>
                <a:ea typeface="+mn-ea"/>
                <a:cs typeface="+mn-cs"/>
              </a:rPr>
              <a:t>Make the image on this slide photorealistic</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Paste it into the input box in Agent mode </a:t>
            </a:r>
          </a:p>
          <a:p>
            <a:pPr marL="342900" indent="-342900">
              <a:buFont typeface="+mj-lt"/>
              <a:buAutoNum type="arabicPeriod"/>
            </a:pPr>
            <a:r>
              <a:rPr lang="en-US"/>
              <a:t>Click on the Arrow button to send the prompt</a:t>
            </a:r>
          </a:p>
        </p:txBody>
      </p:sp>
      <p:sp>
        <p:nvSpPr>
          <p:cNvPr id="4" name="Slide Number Placeholder 3">
            <a:extLst>
              <a:ext uri="{FF2B5EF4-FFF2-40B4-BE49-F238E27FC236}">
                <a16:creationId xmlns:a16="http://schemas.microsoft.com/office/drawing/2014/main" id="{32C251C4-88C8-E0B7-81C1-23E4F02826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12B497-444A-443B-900B-4809B7B2A27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733243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buAutoNum type="arabicPeriod"/>
            </a:pPr>
            <a:r>
              <a:rPr lang="en-US"/>
              <a:t>Copy the prompt: </a:t>
            </a:r>
            <a:r>
              <a:rPr lang="en-US" b="1"/>
              <a:t>Rewrite the title and body for clarity. Keep the layout unchanged and aim for a crisp, professional tone.</a:t>
            </a:r>
            <a:endParaRPr lang="en-US">
              <a:solidFill>
                <a:srgbClr val="444444"/>
              </a:solidFill>
            </a:endParaRPr>
          </a:p>
          <a:p>
            <a:pPr marL="342900" indent="-342900">
              <a:buAutoNum type="arabicPeriod"/>
            </a:pPr>
            <a:r>
              <a:rPr lang="en-US"/>
              <a:t>Paste it into the input box in Agent mode </a:t>
            </a:r>
            <a:endParaRPr lang="en-US">
              <a:solidFill>
                <a:srgbClr val="444444"/>
              </a:solidFill>
            </a:endParaRPr>
          </a:p>
          <a:p>
            <a:pPr marL="342900" indent="-342900">
              <a:buAutoNum type="arabicPeriod"/>
            </a:pPr>
            <a:r>
              <a:rPr lang="en-US"/>
              <a:t>Click on the Arrow button to send the prompt</a:t>
            </a:r>
            <a:endParaRPr lang="en-US">
              <a:solidFill>
                <a:srgbClr val="444444"/>
              </a:solidFill>
            </a:endParaRPr>
          </a:p>
          <a:p>
            <a:r>
              <a:rPr lang="en-US"/>
              <a:t>~~~~~~~~~~~~~~~~~~~~~</a:t>
            </a:r>
            <a:endParaRPr lang="en-US">
              <a:solidFill>
                <a:srgbClr val="444444"/>
              </a:solidFill>
            </a:endParaRPr>
          </a:p>
          <a:p>
            <a:pPr marL="342900" indent="-342900">
              <a:buAutoNum type="arabicPeriod"/>
            </a:pPr>
            <a:r>
              <a:rPr lang="en-US"/>
              <a:t>Copy the prompt: </a:t>
            </a:r>
            <a:r>
              <a:rPr lang="en-US" b="1"/>
              <a:t>Add a generated image that reinforces the main point of this slide</a:t>
            </a:r>
            <a:r>
              <a:rPr lang="en-US"/>
              <a:t>.</a:t>
            </a:r>
            <a:endParaRPr lang="en-US">
              <a:solidFill>
                <a:srgbClr val="444444"/>
              </a:solidFill>
            </a:endParaRPr>
          </a:p>
          <a:p>
            <a:pPr marL="342900" indent="-342900">
              <a:buAutoNum type="arabicPeriod"/>
            </a:pPr>
            <a:r>
              <a:rPr lang="en-US"/>
              <a:t>Paste it into the input box in Agent mode </a:t>
            </a:r>
            <a:endParaRPr lang="en-US">
              <a:solidFill>
                <a:srgbClr val="444444"/>
              </a:solidFill>
            </a:endParaRPr>
          </a:p>
          <a:p>
            <a:pPr marL="342900" indent="-342900">
              <a:buAutoNum type="arabicPeriod"/>
            </a:pPr>
            <a:r>
              <a:rPr lang="en-US"/>
              <a:t>Click on the Arrow button to send the prompt</a:t>
            </a:r>
            <a:endParaRPr lang="en-US">
              <a:solidFill>
                <a:srgbClr val="444444"/>
              </a:solidFill>
            </a:endParaRPr>
          </a:p>
          <a:p>
            <a:endParaRPr lang="en-US">
              <a:latin typeface="Calibri"/>
              <a:ea typeface="Calibri"/>
              <a:cs typeface="Calibri"/>
            </a:endParaRPr>
          </a:p>
        </p:txBody>
      </p:sp>
      <p:sp>
        <p:nvSpPr>
          <p:cNvPr id="4" name="Slide Number Placeholder 3"/>
          <p:cNvSpPr>
            <a:spLocks noGrp="1"/>
          </p:cNvSpPr>
          <p:nvPr>
            <p:ph type="sldNum" sz="quarter" idx="5"/>
          </p:nvPr>
        </p:nvSpPr>
        <p:spPr/>
        <p:txBody>
          <a:bodyPr/>
          <a:lstStyle/>
          <a:p>
            <a:fld id="{6912B497-444A-443B-900B-4809B7B2A275}" type="slidenum">
              <a:rPr lang="en-US" smtClean="0"/>
              <a:t>5</a:t>
            </a:fld>
            <a:endParaRPr lang="en-US"/>
          </a:p>
        </p:txBody>
      </p:sp>
    </p:spTree>
    <p:extLst>
      <p:ext uri="{BB962C8B-B14F-4D97-AF65-F5344CB8AC3E}">
        <p14:creationId xmlns:p14="http://schemas.microsoft.com/office/powerpoint/2010/main" val="15290204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3B3882-C3A2-CBA2-4398-01CE613618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FA5E7A-E2CD-837C-8DEB-CD377A7A85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7FF34B-3B22-AE97-6BA8-03D9BB53F578}"/>
              </a:ext>
            </a:extLst>
          </p:cNvPr>
          <p:cNvSpPr>
            <a:spLocks noGrp="1"/>
          </p:cNvSpPr>
          <p:nvPr>
            <p:ph type="body" idx="1"/>
          </p:nvPr>
        </p:nvSpPr>
        <p:spPr/>
        <p: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Copy the prompt: </a:t>
            </a:r>
            <a:r>
              <a:rPr kumimoji="0" lang="en-US" sz="1200" b="1"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rPr>
              <a:t>Convert all U.S. units to U.K. metric units.</a:t>
            </a:r>
            <a:endParaRPr lang="en-US" b="1"/>
          </a:p>
          <a:p>
            <a:pPr marL="342900" indent="-342900">
              <a:buFont typeface="+mj-lt"/>
              <a:buAutoNum type="arabicPeriod"/>
            </a:pPr>
            <a:r>
              <a:rPr lang="en-US"/>
              <a:t>Paste it into the input box in Agent mode </a:t>
            </a:r>
          </a:p>
          <a:p>
            <a:pPr marL="342900" indent="-342900">
              <a:buFont typeface="+mj-lt"/>
              <a:buAutoNum type="arabicPeriod"/>
            </a:pPr>
            <a:r>
              <a:rPr lang="en-US"/>
              <a:t>Click on the Arrow button to send the prompt</a:t>
            </a:r>
          </a:p>
          <a:p>
            <a:r>
              <a:rPr lang="en-US"/>
              <a:t>~~~~~~~~~~~~~~~~~~~</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n-US"/>
              <a:t>Copy the prompt: </a:t>
            </a:r>
            <a:r>
              <a:rPr kumimoji="0" lang="en-US" sz="1200" b="1"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rPr>
              <a:t>Redesign this table in a clean, minimal style with no color coding. </a:t>
            </a:r>
            <a:endParaRPr lang="en-US" b="1"/>
          </a:p>
          <a:p>
            <a:pPr marL="342900" indent="-342900">
              <a:buFont typeface="+mj-lt"/>
              <a:buAutoNum type="arabicPeriod"/>
            </a:pPr>
            <a:r>
              <a:rPr lang="en-US"/>
              <a:t>Paste it into the input box in Agent mode </a:t>
            </a:r>
          </a:p>
          <a:p>
            <a:pPr marL="342900" indent="-342900">
              <a:buFont typeface="+mj-lt"/>
              <a:buAutoNum type="arabicPeriod"/>
            </a:pPr>
            <a:r>
              <a:rPr lang="en-US"/>
              <a:t>Click on the Arrow button to send the prompt</a:t>
            </a:r>
          </a:p>
          <a:p>
            <a:endParaRPr lang="en-US"/>
          </a:p>
        </p:txBody>
      </p:sp>
      <p:sp>
        <p:nvSpPr>
          <p:cNvPr id="4" name="Slide Number Placeholder 3">
            <a:extLst>
              <a:ext uri="{FF2B5EF4-FFF2-40B4-BE49-F238E27FC236}">
                <a16:creationId xmlns:a16="http://schemas.microsoft.com/office/drawing/2014/main" id="{0C007222-E7E8-16AB-CFE8-97AC8A2999A1}"/>
              </a:ext>
            </a:extLst>
          </p:cNvPr>
          <p:cNvSpPr>
            <a:spLocks noGrp="1"/>
          </p:cNvSpPr>
          <p:nvPr>
            <p:ph type="sldNum" sz="quarter" idx="5"/>
          </p:nvPr>
        </p:nvSpPr>
        <p:spPr/>
        <p:txBody>
          <a:bodyPr/>
          <a:lstStyle/>
          <a:p>
            <a:fld id="{6912B497-444A-443B-900B-4809B7B2A275}" type="slidenum">
              <a:rPr lang="en-US" smtClean="0"/>
              <a:t>6</a:t>
            </a:fld>
            <a:endParaRPr lang="en-US"/>
          </a:p>
        </p:txBody>
      </p:sp>
    </p:spTree>
    <p:extLst>
      <p:ext uri="{BB962C8B-B14F-4D97-AF65-F5344CB8AC3E}">
        <p14:creationId xmlns:p14="http://schemas.microsoft.com/office/powerpoint/2010/main" val="352332219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Only" preserve="1">
  <p:cSld name="Title Only_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AEAA03-0A50-BC60-FCD6-3297CB201AF5}"/>
              </a:ext>
            </a:extLst>
          </p:cNvPr>
          <p:cNvSpPr>
            <a:spLocks noGrp="1"/>
          </p:cNvSpPr>
          <p:nvPr>
            <p:ph type="title"/>
          </p:nvPr>
        </p:nvSpPr>
        <p:spPr>
          <a:xfrm>
            <a:off x="294064" y="304800"/>
            <a:ext cx="9140392" cy="5445162"/>
          </a:xfrm>
        </p:spPr>
        <p:txBody>
          <a:bodyPr anchor="t">
            <a:normAutofit/>
          </a:bodyPr>
          <a:lstStyle>
            <a:lvl1pPr>
              <a:defRPr sz="115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6" name="Group 5">
            <a:extLst>
              <a:ext uri="{FF2B5EF4-FFF2-40B4-BE49-F238E27FC236}">
                <a16:creationId xmlns:a16="http://schemas.microsoft.com/office/drawing/2014/main" id="{4C11C30C-6235-157F-545C-C3F327858B71}"/>
              </a:ext>
            </a:extLst>
          </p:cNvPr>
          <p:cNvGrpSpPr/>
          <p:nvPr userDrawn="1"/>
        </p:nvGrpSpPr>
        <p:grpSpPr>
          <a:xfrm flipH="1">
            <a:off x="7369834" y="-1321752"/>
            <a:ext cx="5695841" cy="8439423"/>
            <a:chOff x="-866895" y="-1333785"/>
            <a:chExt cx="5695841" cy="8439423"/>
          </a:xfrm>
        </p:grpSpPr>
        <p:sp>
          <p:nvSpPr>
            <p:cNvPr id="7" name="Freeform: Shape 6">
              <a:extLst>
                <a:ext uri="{FF2B5EF4-FFF2-40B4-BE49-F238E27FC236}">
                  <a16:creationId xmlns:a16="http://schemas.microsoft.com/office/drawing/2014/main" id="{E850555C-DF6D-E8AA-87E3-9A078C250B97}"/>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8" name="Freeform: Shape 7">
              <a:extLst>
                <a:ext uri="{FF2B5EF4-FFF2-40B4-BE49-F238E27FC236}">
                  <a16:creationId xmlns:a16="http://schemas.microsoft.com/office/drawing/2014/main" id="{6140A82F-F1F6-205E-7028-20AAEEB830DA}"/>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F702BEA3-E25A-76A1-9F42-4DCCEC9033ED}"/>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BE911E48-ED83-5CC0-5A08-0F1306673ABE}"/>
                </a:ext>
              </a:extLst>
            </p:cNvPr>
            <p:cNvSpPr/>
            <p:nvPr userDrawn="1"/>
          </p:nvSpPr>
          <p:spPr>
            <a:xfrm rot="15058907" flipV="1">
              <a:off x="1334734" y="4817299"/>
              <a:ext cx="955944" cy="1506864"/>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D403A737-AD0B-9A57-F64F-4E1A6B268156}"/>
                </a:ext>
              </a:extLst>
            </p:cNvPr>
            <p:cNvSpPr/>
            <p:nvPr userDrawn="1"/>
          </p:nvSpPr>
          <p:spPr>
            <a:xfrm rot="15058907" flipV="1">
              <a:off x="492563" y="4312855"/>
              <a:ext cx="2100446" cy="3036660"/>
            </a:xfrm>
            <a:custGeom>
              <a:avLst/>
              <a:gdLst>
                <a:gd name="connsiteX0" fmla="*/ 2095140 w 2101044"/>
                <a:gd name="connsiteY0" fmla="*/ 257650 h 3035159"/>
                <a:gd name="connsiteX1" fmla="*/ 1926182 w 2101044"/>
                <a:gd name="connsiteY1" fmla="*/ 42531 h 3035159"/>
                <a:gd name="connsiteX2" fmla="*/ 1684894 w 2101044"/>
                <a:gd name="connsiteY2" fmla="*/ 6503 h 3035159"/>
                <a:gd name="connsiteX3" fmla="*/ 1210537 w 2101044"/>
                <a:gd name="connsiteY3" fmla="*/ 129215 h 3035159"/>
                <a:gd name="connsiteX4" fmla="*/ 999090 w 2101044"/>
                <a:gd name="connsiteY4" fmla="*/ 212204 h 3035159"/>
                <a:gd name="connsiteX5" fmla="*/ 694151 w 2101044"/>
                <a:gd name="connsiteY5" fmla="*/ 450356 h 3035159"/>
                <a:gd name="connsiteX6" fmla="*/ 399726 w 2101044"/>
                <a:gd name="connsiteY6" fmla="*/ 711308 h 3035159"/>
                <a:gd name="connsiteX7" fmla="*/ 275431 w 2101044"/>
                <a:gd name="connsiteY7" fmla="*/ 935065 h 3035159"/>
                <a:gd name="connsiteX8" fmla="*/ 171284 w 2101044"/>
                <a:gd name="connsiteY8" fmla="*/ 1225522 h 3035159"/>
                <a:gd name="connsiteX9" fmla="*/ 2582 w 2101044"/>
                <a:gd name="connsiteY9" fmla="*/ 1509049 h 3035159"/>
                <a:gd name="connsiteX10" fmla="*/ 41828 w 2101044"/>
                <a:gd name="connsiteY10" fmla="*/ 1787345 h 3035159"/>
                <a:gd name="connsiteX11" fmla="*/ 34552 w 2101044"/>
                <a:gd name="connsiteY11" fmla="*/ 1811682 h 3035159"/>
                <a:gd name="connsiteX12" fmla="*/ 342792 w 2101044"/>
                <a:gd name="connsiteY12" fmla="*/ 2705952 h 3035159"/>
                <a:gd name="connsiteX13" fmla="*/ 347240 w 2101044"/>
                <a:gd name="connsiteY13" fmla="*/ 2706828 h 3035159"/>
                <a:gd name="connsiteX14" fmla="*/ 411885 w 2101044"/>
                <a:gd name="connsiteY14" fmla="*/ 2733850 h 3035159"/>
                <a:gd name="connsiteX15" fmla="*/ 665964 w 2101044"/>
                <a:gd name="connsiteY15" fmla="*/ 2975840 h 3035159"/>
                <a:gd name="connsiteX16" fmla="*/ 971709 w 2101044"/>
                <a:gd name="connsiteY16" fmla="*/ 3015398 h 3035159"/>
                <a:gd name="connsiteX17" fmla="*/ 1097765 w 2101044"/>
                <a:gd name="connsiteY17" fmla="*/ 2712040 h 3035159"/>
                <a:gd name="connsiteX18" fmla="*/ 1287543 w 2101044"/>
                <a:gd name="connsiteY18" fmla="*/ 2378433 h 3035159"/>
                <a:gd name="connsiteX19" fmla="*/ 1800522 w 2101044"/>
                <a:gd name="connsiteY19" fmla="*/ 2028136 h 3035159"/>
                <a:gd name="connsiteX20" fmla="*/ 1969626 w 2101044"/>
                <a:gd name="connsiteY20" fmla="*/ 1684173 h 3035159"/>
                <a:gd name="connsiteX21" fmla="*/ 2042558 w 2101044"/>
                <a:gd name="connsiteY21" fmla="*/ 1470344 h 3035159"/>
                <a:gd name="connsiteX22" fmla="*/ 2076699 w 2101044"/>
                <a:gd name="connsiteY22" fmla="*/ 1246423 h 3035159"/>
                <a:gd name="connsiteX23" fmla="*/ 2059489 w 2101044"/>
                <a:gd name="connsiteY23" fmla="*/ 862476 h 3035159"/>
                <a:gd name="connsiteX24" fmla="*/ 2067534 w 2101044"/>
                <a:gd name="connsiteY24" fmla="*/ 477981 h 3035159"/>
                <a:gd name="connsiteX25" fmla="*/ 2095140 w 2101044"/>
                <a:gd name="connsiteY25" fmla="*/ 257650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342792 w 2101044"/>
                <a:gd name="connsiteY24" fmla="*/ 2705952 h 3035159"/>
                <a:gd name="connsiteX25" fmla="*/ 438680 w 2101044"/>
                <a:gd name="connsiteY25"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438680 w 2101044"/>
                <a:gd name="connsiteY24"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23" fmla="*/ 34552 w 2101044"/>
                <a:gd name="connsiteY23" fmla="*/ 1811682 h 3036660"/>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286945 w 2100446"/>
                <a:gd name="connsiteY5" fmla="*/ 237843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323476 w 2100446"/>
                <a:gd name="connsiteY5" fmla="*/ 244630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323476 w 2100446"/>
                <a:gd name="connsiteY5" fmla="*/ 244630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82810 w 2100446"/>
                <a:gd name="connsiteY16" fmla="*/ 166705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00446" h="3036660">
                  <a:moveTo>
                    <a:pt x="351274" y="2648423"/>
                  </a:moveTo>
                  <a:cubicBezTo>
                    <a:pt x="372816" y="2654711"/>
                    <a:pt x="442128" y="2637497"/>
                    <a:pt x="494477" y="2692066"/>
                  </a:cubicBezTo>
                  <a:cubicBezTo>
                    <a:pt x="546826" y="2746635"/>
                    <a:pt x="585927" y="2921951"/>
                    <a:pt x="665366" y="2975840"/>
                  </a:cubicBezTo>
                  <a:cubicBezTo>
                    <a:pt x="744805" y="3029729"/>
                    <a:pt x="899144" y="3059365"/>
                    <a:pt x="971111" y="3015398"/>
                  </a:cubicBezTo>
                  <a:cubicBezTo>
                    <a:pt x="1043078" y="2971431"/>
                    <a:pt x="1038439" y="2806889"/>
                    <a:pt x="1097167" y="2712040"/>
                  </a:cubicBezTo>
                  <a:cubicBezTo>
                    <a:pt x="1155895" y="2617191"/>
                    <a:pt x="1206350" y="2560287"/>
                    <a:pt x="1323476" y="2446303"/>
                  </a:cubicBezTo>
                  <a:cubicBezTo>
                    <a:pt x="1440602" y="2332319"/>
                    <a:pt x="1692332" y="2155158"/>
                    <a:pt x="1799924" y="2028136"/>
                  </a:cubicBezTo>
                  <a:cubicBezTo>
                    <a:pt x="1907516" y="1901114"/>
                    <a:pt x="1928689" y="1777139"/>
                    <a:pt x="1969028" y="1684173"/>
                  </a:cubicBezTo>
                  <a:cubicBezTo>
                    <a:pt x="2009368" y="1591209"/>
                    <a:pt x="2024565" y="1543025"/>
                    <a:pt x="2041960" y="1470344"/>
                  </a:cubicBezTo>
                  <a:cubicBezTo>
                    <a:pt x="2059636" y="1396358"/>
                    <a:pt x="2072752" y="1321645"/>
                    <a:pt x="2076101" y="1246423"/>
                  </a:cubicBezTo>
                  <a:cubicBezTo>
                    <a:pt x="2081775" y="1118344"/>
                    <a:pt x="2059357" y="990628"/>
                    <a:pt x="2058891" y="862476"/>
                  </a:cubicBezTo>
                  <a:cubicBezTo>
                    <a:pt x="2058612" y="765109"/>
                    <a:pt x="2072518" y="575203"/>
                    <a:pt x="2066936" y="477981"/>
                  </a:cubicBezTo>
                  <a:cubicBezTo>
                    <a:pt x="2063308" y="414667"/>
                    <a:pt x="2118101" y="330225"/>
                    <a:pt x="2094542" y="257650"/>
                  </a:cubicBezTo>
                  <a:cubicBezTo>
                    <a:pt x="2070983" y="185075"/>
                    <a:pt x="1993958" y="84388"/>
                    <a:pt x="1925584" y="42531"/>
                  </a:cubicBezTo>
                  <a:cubicBezTo>
                    <a:pt x="1857210" y="673"/>
                    <a:pt x="1803570" y="-7944"/>
                    <a:pt x="1684296" y="6503"/>
                  </a:cubicBezTo>
                  <a:cubicBezTo>
                    <a:pt x="1565022" y="20951"/>
                    <a:pt x="1326853" y="102515"/>
                    <a:pt x="1209939" y="129215"/>
                  </a:cubicBezTo>
                  <a:cubicBezTo>
                    <a:pt x="1093025" y="155915"/>
                    <a:pt x="1047463" y="130619"/>
                    <a:pt x="982810" y="166705"/>
                  </a:cubicBezTo>
                  <a:cubicBezTo>
                    <a:pt x="865505" y="232197"/>
                    <a:pt x="790833" y="359589"/>
                    <a:pt x="693553" y="450356"/>
                  </a:cubicBezTo>
                  <a:cubicBezTo>
                    <a:pt x="596273" y="541123"/>
                    <a:pt x="468914" y="630523"/>
                    <a:pt x="399128" y="711308"/>
                  </a:cubicBezTo>
                  <a:cubicBezTo>
                    <a:pt x="329341" y="792092"/>
                    <a:pt x="312907" y="849362"/>
                    <a:pt x="274833" y="935065"/>
                  </a:cubicBezTo>
                  <a:cubicBezTo>
                    <a:pt x="236760" y="1020767"/>
                    <a:pt x="216160" y="1129858"/>
                    <a:pt x="170686" y="1225522"/>
                  </a:cubicBezTo>
                  <a:cubicBezTo>
                    <a:pt x="125211" y="1321186"/>
                    <a:pt x="19400" y="1413204"/>
                    <a:pt x="1984" y="1509049"/>
                  </a:cubicBezTo>
                  <a:cubicBezTo>
                    <a:pt x="-15432" y="1604894"/>
                    <a:pt x="88151" y="1711550"/>
                    <a:pt x="66189" y="180059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2" name="Freeform: Shape 11">
              <a:extLst>
                <a:ext uri="{FF2B5EF4-FFF2-40B4-BE49-F238E27FC236}">
                  <a16:creationId xmlns:a16="http://schemas.microsoft.com/office/drawing/2014/main" id="{4694E07E-8768-FC40-624E-A39EE78B4BB9}"/>
                </a:ext>
              </a:extLst>
            </p:cNvPr>
            <p:cNvSpPr/>
            <p:nvPr userDrawn="1"/>
          </p:nvSpPr>
          <p:spPr>
            <a:xfrm rot="8899819" flipV="1">
              <a:off x="-866895" y="1075400"/>
              <a:ext cx="4754557" cy="207334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362558"/>
                <a:gd name="connsiteY0" fmla="*/ 90496 h 2549244"/>
                <a:gd name="connsiteX1" fmla="*/ 770307 w 4362558"/>
                <a:gd name="connsiteY1" fmla="*/ 732895 h 2549244"/>
                <a:gd name="connsiteX2" fmla="*/ 1011088 w 4362558"/>
                <a:gd name="connsiteY2" fmla="*/ 1154722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770307 w 4362558"/>
                <a:gd name="connsiteY1" fmla="*/ 732895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836198 w 4362558"/>
                <a:gd name="connsiteY1" fmla="*/ 535182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211255"/>
                <a:gd name="connsiteY0" fmla="*/ -1 h 2605538"/>
                <a:gd name="connsiteX1" fmla="*/ 684895 w 4211255"/>
                <a:gd name="connsiteY1" fmla="*/ 591476 h 2605538"/>
                <a:gd name="connsiteX2" fmla="*/ 870284 w 4211255"/>
                <a:gd name="connsiteY2" fmla="*/ 1101282 h 2605538"/>
                <a:gd name="connsiteX3" fmla="*/ 1135503 w 4211255"/>
                <a:gd name="connsiteY3" fmla="*/ 1148728 h 2605538"/>
                <a:gd name="connsiteX4" fmla="*/ 1245327 w 4211255"/>
                <a:gd name="connsiteY4" fmla="*/ 945406 h 2605538"/>
                <a:gd name="connsiteX5" fmla="*/ 1233454 w 4211255"/>
                <a:gd name="connsiteY5" fmla="*/ 553797 h 2605538"/>
                <a:gd name="connsiteX6" fmla="*/ 1210213 w 4211255"/>
                <a:gd name="connsiteY6" fmla="*/ 419113 h 2605538"/>
                <a:gd name="connsiteX7" fmla="*/ 1210213 w 4211255"/>
                <a:gd name="connsiteY7" fmla="*/ 314338 h 2605538"/>
                <a:gd name="connsiteX8" fmla="*/ 1331987 w 4211255"/>
                <a:gd name="connsiteY8" fmla="*/ 57430 h 2605538"/>
                <a:gd name="connsiteX9" fmla="*/ 1514251 w 4211255"/>
                <a:gd name="connsiteY9" fmla="*/ 231185 h 2605538"/>
                <a:gd name="connsiteX10" fmla="*/ 1623884 w 4211255"/>
                <a:gd name="connsiteY10" fmla="*/ 315957 h 2605538"/>
                <a:gd name="connsiteX11" fmla="*/ 1677033 w 4211255"/>
                <a:gd name="connsiteY11" fmla="*/ 543700 h 2605538"/>
                <a:gd name="connsiteX12" fmla="*/ 1572354 w 4211255"/>
                <a:gd name="connsiteY12" fmla="*/ 874503 h 2605538"/>
                <a:gd name="connsiteX13" fmla="*/ 1540826 w 4211255"/>
                <a:gd name="connsiteY13" fmla="*/ 1100627 h 2605538"/>
                <a:gd name="connsiteX14" fmla="*/ 1640552 w 4211255"/>
                <a:gd name="connsiteY14" fmla="*/ 1353325 h 2605538"/>
                <a:gd name="connsiteX15" fmla="*/ 1821623 w 4211255"/>
                <a:gd name="connsiteY15" fmla="*/ 1689081 h 2605538"/>
                <a:gd name="connsiteX16" fmla="*/ 1932970 w 4211255"/>
                <a:gd name="connsiteY16" fmla="*/ 1920158 h 2605538"/>
                <a:gd name="connsiteX17" fmla="*/ 2103372 w 4211255"/>
                <a:gd name="connsiteY17" fmla="*/ 2218290 h 2605538"/>
                <a:gd name="connsiteX18" fmla="*/ 2263678 w 4211255"/>
                <a:gd name="connsiteY18" fmla="*/ 2409838 h 2605538"/>
                <a:gd name="connsiteX19" fmla="*/ 2421602 w 4211255"/>
                <a:gd name="connsiteY19" fmla="*/ 2500802 h 2605538"/>
                <a:gd name="connsiteX20" fmla="*/ 2660871 w 4211255"/>
                <a:gd name="connsiteY20" fmla="*/ 2529568 h 2605538"/>
                <a:gd name="connsiteX21" fmla="*/ 2888137 w 4211255"/>
                <a:gd name="connsiteY21" fmla="*/ 2529568 h 2605538"/>
                <a:gd name="connsiteX22" fmla="*/ 3186555 w 4211255"/>
                <a:gd name="connsiteY22" fmla="*/ 2505184 h 2605538"/>
                <a:gd name="connsiteX23" fmla="*/ 3314476 w 4211255"/>
                <a:gd name="connsiteY23" fmla="*/ 2505184 h 2605538"/>
                <a:gd name="connsiteX24" fmla="*/ 3570222 w 4211255"/>
                <a:gd name="connsiteY24" fmla="*/ 2555190 h 2605538"/>
                <a:gd name="connsiteX25" fmla="*/ 3904169 w 4211255"/>
                <a:gd name="connsiteY25" fmla="*/ 2605482 h 2605538"/>
                <a:gd name="connsiteX26" fmla="*/ 4211255 w 4211255"/>
                <a:gd name="connsiteY26" fmla="*/ 2543664 h 2605538"/>
                <a:gd name="connsiteX0" fmla="*/ 0 w 4211255"/>
                <a:gd name="connsiteY0" fmla="*/ 0 h 2605539"/>
                <a:gd name="connsiteX1" fmla="*/ 684895 w 4211255"/>
                <a:gd name="connsiteY1" fmla="*/ 591477 h 2605539"/>
                <a:gd name="connsiteX2" fmla="*/ 870284 w 4211255"/>
                <a:gd name="connsiteY2" fmla="*/ 1101283 h 2605539"/>
                <a:gd name="connsiteX3" fmla="*/ 1135503 w 4211255"/>
                <a:gd name="connsiteY3" fmla="*/ 1148729 h 2605539"/>
                <a:gd name="connsiteX4" fmla="*/ 1245327 w 4211255"/>
                <a:gd name="connsiteY4" fmla="*/ 945407 h 2605539"/>
                <a:gd name="connsiteX5" fmla="*/ 1233454 w 4211255"/>
                <a:gd name="connsiteY5" fmla="*/ 553798 h 2605539"/>
                <a:gd name="connsiteX6" fmla="*/ 1210213 w 4211255"/>
                <a:gd name="connsiteY6" fmla="*/ 419114 h 2605539"/>
                <a:gd name="connsiteX7" fmla="*/ 1210213 w 4211255"/>
                <a:gd name="connsiteY7" fmla="*/ 314339 h 2605539"/>
                <a:gd name="connsiteX8" fmla="*/ 1331987 w 4211255"/>
                <a:gd name="connsiteY8" fmla="*/ 57431 h 2605539"/>
                <a:gd name="connsiteX9" fmla="*/ 1514251 w 4211255"/>
                <a:gd name="connsiteY9" fmla="*/ 231186 h 2605539"/>
                <a:gd name="connsiteX10" fmla="*/ 1623884 w 4211255"/>
                <a:gd name="connsiteY10" fmla="*/ 315958 h 2605539"/>
                <a:gd name="connsiteX11" fmla="*/ 1677033 w 4211255"/>
                <a:gd name="connsiteY11" fmla="*/ 543701 h 2605539"/>
                <a:gd name="connsiteX12" fmla="*/ 1572354 w 4211255"/>
                <a:gd name="connsiteY12" fmla="*/ 874504 h 2605539"/>
                <a:gd name="connsiteX13" fmla="*/ 1540826 w 4211255"/>
                <a:gd name="connsiteY13" fmla="*/ 1100628 h 2605539"/>
                <a:gd name="connsiteX14" fmla="*/ 1640552 w 4211255"/>
                <a:gd name="connsiteY14" fmla="*/ 1353326 h 2605539"/>
                <a:gd name="connsiteX15" fmla="*/ 1821623 w 4211255"/>
                <a:gd name="connsiteY15" fmla="*/ 1689082 h 2605539"/>
                <a:gd name="connsiteX16" fmla="*/ 1932970 w 4211255"/>
                <a:gd name="connsiteY16" fmla="*/ 1920159 h 2605539"/>
                <a:gd name="connsiteX17" fmla="*/ 2103372 w 4211255"/>
                <a:gd name="connsiteY17" fmla="*/ 2218291 h 2605539"/>
                <a:gd name="connsiteX18" fmla="*/ 2263678 w 4211255"/>
                <a:gd name="connsiteY18" fmla="*/ 2409839 h 2605539"/>
                <a:gd name="connsiteX19" fmla="*/ 2421602 w 4211255"/>
                <a:gd name="connsiteY19" fmla="*/ 2500803 h 2605539"/>
                <a:gd name="connsiteX20" fmla="*/ 2660871 w 4211255"/>
                <a:gd name="connsiteY20" fmla="*/ 2529569 h 2605539"/>
                <a:gd name="connsiteX21" fmla="*/ 2888137 w 4211255"/>
                <a:gd name="connsiteY21" fmla="*/ 2529569 h 2605539"/>
                <a:gd name="connsiteX22" fmla="*/ 3186555 w 4211255"/>
                <a:gd name="connsiteY22" fmla="*/ 2505185 h 2605539"/>
                <a:gd name="connsiteX23" fmla="*/ 3314476 w 4211255"/>
                <a:gd name="connsiteY23" fmla="*/ 2505185 h 2605539"/>
                <a:gd name="connsiteX24" fmla="*/ 3570222 w 4211255"/>
                <a:gd name="connsiteY24" fmla="*/ 2555191 h 2605539"/>
                <a:gd name="connsiteX25" fmla="*/ 3904169 w 4211255"/>
                <a:gd name="connsiteY25" fmla="*/ 2605483 h 2605539"/>
                <a:gd name="connsiteX26" fmla="*/ 4211255 w 4211255"/>
                <a:gd name="connsiteY26" fmla="*/ 2543665 h 260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11255" h="2605539">
                  <a:moveTo>
                    <a:pt x="0" y="0"/>
                  </a:moveTo>
                  <a:cubicBezTo>
                    <a:pt x="344900" y="287435"/>
                    <a:pt x="539848" y="407930"/>
                    <a:pt x="684895" y="591477"/>
                  </a:cubicBezTo>
                  <a:cubicBezTo>
                    <a:pt x="829942" y="775024"/>
                    <a:pt x="795183" y="1008408"/>
                    <a:pt x="870284" y="1101283"/>
                  </a:cubicBezTo>
                  <a:cubicBezTo>
                    <a:pt x="945385" y="1194158"/>
                    <a:pt x="1072996" y="1174708"/>
                    <a:pt x="1135503" y="1148729"/>
                  </a:cubicBezTo>
                  <a:cubicBezTo>
                    <a:pt x="1198010" y="1122750"/>
                    <a:pt x="1229002" y="1044562"/>
                    <a:pt x="1245327" y="945407"/>
                  </a:cubicBezTo>
                  <a:cubicBezTo>
                    <a:pt x="1261652" y="846252"/>
                    <a:pt x="1245630" y="660208"/>
                    <a:pt x="1233454" y="553798"/>
                  </a:cubicBezTo>
                  <a:cubicBezTo>
                    <a:pt x="1226215" y="508840"/>
                    <a:pt x="1217643" y="464072"/>
                    <a:pt x="1210213" y="419114"/>
                  </a:cubicBezTo>
                  <a:cubicBezTo>
                    <a:pt x="1204403" y="384062"/>
                    <a:pt x="1189917" y="374619"/>
                    <a:pt x="1210213" y="314339"/>
                  </a:cubicBezTo>
                  <a:cubicBezTo>
                    <a:pt x="1230509" y="254059"/>
                    <a:pt x="1277409" y="71432"/>
                    <a:pt x="1331987" y="57431"/>
                  </a:cubicBezTo>
                  <a:cubicBezTo>
                    <a:pt x="1392280" y="42000"/>
                    <a:pt x="1465602" y="188098"/>
                    <a:pt x="1514251" y="231186"/>
                  </a:cubicBezTo>
                  <a:cubicBezTo>
                    <a:pt x="1562900" y="274274"/>
                    <a:pt x="1595690" y="278335"/>
                    <a:pt x="1623884" y="315958"/>
                  </a:cubicBezTo>
                  <a:cubicBezTo>
                    <a:pt x="1672271" y="380347"/>
                    <a:pt x="1685415" y="463215"/>
                    <a:pt x="1677033" y="543701"/>
                  </a:cubicBezTo>
                  <a:cubicBezTo>
                    <a:pt x="1665032" y="659144"/>
                    <a:pt x="1609120" y="764014"/>
                    <a:pt x="1572354" y="874504"/>
                  </a:cubicBezTo>
                  <a:cubicBezTo>
                    <a:pt x="1547970" y="947656"/>
                    <a:pt x="1531872" y="1024142"/>
                    <a:pt x="1540826" y="1100628"/>
                  </a:cubicBezTo>
                  <a:cubicBezTo>
                    <a:pt x="1551398" y="1191306"/>
                    <a:pt x="1596071" y="1273126"/>
                    <a:pt x="1640552" y="1353326"/>
                  </a:cubicBezTo>
                  <a:cubicBezTo>
                    <a:pt x="1702179" y="1464578"/>
                    <a:pt x="1765044" y="1575259"/>
                    <a:pt x="1821623" y="1689082"/>
                  </a:cubicBezTo>
                  <a:cubicBezTo>
                    <a:pt x="1859723" y="1765663"/>
                    <a:pt x="1894965" y="1843578"/>
                    <a:pt x="1932970" y="1920159"/>
                  </a:cubicBezTo>
                  <a:cubicBezTo>
                    <a:pt x="1983929" y="2022743"/>
                    <a:pt x="2039936" y="2122851"/>
                    <a:pt x="2103372" y="2218291"/>
                  </a:cubicBezTo>
                  <a:cubicBezTo>
                    <a:pt x="2149664" y="2288014"/>
                    <a:pt x="2200051" y="2355547"/>
                    <a:pt x="2263678" y="2409839"/>
                  </a:cubicBezTo>
                  <a:cubicBezTo>
                    <a:pt x="2310351" y="2449654"/>
                    <a:pt x="2363310" y="2481658"/>
                    <a:pt x="2421602" y="2500803"/>
                  </a:cubicBezTo>
                  <a:cubicBezTo>
                    <a:pt x="2498279" y="2526044"/>
                    <a:pt x="2580003" y="2527663"/>
                    <a:pt x="2660871" y="2529569"/>
                  </a:cubicBezTo>
                  <a:cubicBezTo>
                    <a:pt x="2736690" y="2531283"/>
                    <a:pt x="2812508" y="2533188"/>
                    <a:pt x="2888137" y="2529569"/>
                  </a:cubicBezTo>
                  <a:cubicBezTo>
                    <a:pt x="2987864" y="2524806"/>
                    <a:pt x="3086829" y="2510804"/>
                    <a:pt x="3186555" y="2505185"/>
                  </a:cubicBezTo>
                  <a:cubicBezTo>
                    <a:pt x="3229132" y="2502803"/>
                    <a:pt x="3271899" y="2501946"/>
                    <a:pt x="3314476" y="2505185"/>
                  </a:cubicBezTo>
                  <a:cubicBezTo>
                    <a:pt x="3401249" y="2511757"/>
                    <a:pt x="3485545" y="2534903"/>
                    <a:pt x="3570222" y="2555191"/>
                  </a:cubicBezTo>
                  <a:cubicBezTo>
                    <a:pt x="3680046" y="2581575"/>
                    <a:pt x="3791298" y="2603673"/>
                    <a:pt x="3904169" y="2605483"/>
                  </a:cubicBezTo>
                  <a:cubicBezTo>
                    <a:pt x="4010182" y="2607197"/>
                    <a:pt x="4064371" y="2569680"/>
                    <a:pt x="4211255" y="2543665"/>
                  </a:cubicBezTo>
                </a:path>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FC6F9330-B628-1D89-EB16-E3BD27573A83}"/>
                </a:ext>
              </a:extLst>
            </p:cNvPr>
            <p:cNvSpPr/>
            <p:nvPr userDrawn="1"/>
          </p:nvSpPr>
          <p:spPr>
            <a:xfrm rot="8899819" flipV="1">
              <a:off x="-864058" y="948113"/>
              <a:ext cx="4490870" cy="2071205"/>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509905 w 4509905"/>
                <a:gd name="connsiteY0" fmla="*/ 2518395 h 2569167"/>
                <a:gd name="connsiteX1" fmla="*/ 4050648 w 4509905"/>
                <a:gd name="connsiteY1" fmla="*/ 2522727 h 2569167"/>
                <a:gd name="connsiteX2" fmla="*/ 3772003 w 4509905"/>
                <a:gd name="connsiteY2" fmla="*/ 2537946 h 2569167"/>
                <a:gd name="connsiteX3" fmla="*/ 3245652 w 4509905"/>
                <a:gd name="connsiteY3" fmla="*/ 2470890 h 2569167"/>
                <a:gd name="connsiteX4" fmla="*/ 2683391 w 4509905"/>
                <a:gd name="connsiteY4" fmla="*/ 2470890 h 2569167"/>
                <a:gd name="connsiteX5" fmla="*/ 2439932 w 4509905"/>
                <a:gd name="connsiteY5" fmla="*/ 2445839 h 2569167"/>
                <a:gd name="connsiteX6" fmla="*/ 2073600 w 4509905"/>
                <a:gd name="connsiteY6" fmla="*/ 2255434 h 2569167"/>
                <a:gd name="connsiteX7" fmla="*/ 1878338 w 4509905"/>
                <a:gd name="connsiteY7" fmla="*/ 1936538 h 2569167"/>
                <a:gd name="connsiteX8" fmla="*/ 1718794 w 4509905"/>
                <a:gd name="connsiteY8" fmla="*/ 1596114 h 2569167"/>
                <a:gd name="connsiteX9" fmla="*/ 1625735 w 4509905"/>
                <a:gd name="connsiteY9" fmla="*/ 1291885 h 2569167"/>
                <a:gd name="connsiteX10" fmla="*/ 1692219 w 4509905"/>
                <a:gd name="connsiteY10" fmla="*/ 848020 h 2569167"/>
                <a:gd name="connsiteX11" fmla="*/ 1756989 w 4509905"/>
                <a:gd name="connsiteY11" fmla="*/ 427396 h 2569167"/>
                <a:gd name="connsiteX12" fmla="*/ 1642308 w 4509905"/>
                <a:gd name="connsiteY12" fmla="*/ 222895 h 2569167"/>
                <a:gd name="connsiteX13" fmla="*/ 1506101 w 4509905"/>
                <a:gd name="connsiteY13" fmla="*/ 139741 h 2569167"/>
                <a:gd name="connsiteX14" fmla="*/ 1190104 w 4509905"/>
                <a:gd name="connsiteY14" fmla="*/ 204 h 2569167"/>
                <a:gd name="connsiteX15" fmla="*/ 999275 w 4509905"/>
                <a:gd name="connsiteY15" fmla="*/ 103165 h 2569167"/>
                <a:gd name="connsiteX16" fmla="*/ 626552 w 4509905"/>
                <a:gd name="connsiteY16" fmla="*/ 492237 h 2569167"/>
                <a:gd name="connsiteX17" fmla="*/ 0 w 4509905"/>
                <a:gd name="connsiteY17" fmla="*/ 132496 h 2569167"/>
                <a:gd name="connsiteX0" fmla="*/ 4050648 w 4050648"/>
                <a:gd name="connsiteY0" fmla="*/ 2522727 h 2540045"/>
                <a:gd name="connsiteX1" fmla="*/ 3772003 w 4050648"/>
                <a:gd name="connsiteY1" fmla="*/ 2537946 h 2540045"/>
                <a:gd name="connsiteX2" fmla="*/ 3245652 w 4050648"/>
                <a:gd name="connsiteY2" fmla="*/ 2470890 h 2540045"/>
                <a:gd name="connsiteX3" fmla="*/ 2683391 w 4050648"/>
                <a:gd name="connsiteY3" fmla="*/ 2470890 h 2540045"/>
                <a:gd name="connsiteX4" fmla="*/ 2439932 w 4050648"/>
                <a:gd name="connsiteY4" fmla="*/ 2445839 h 2540045"/>
                <a:gd name="connsiteX5" fmla="*/ 2073600 w 4050648"/>
                <a:gd name="connsiteY5" fmla="*/ 2255434 h 2540045"/>
                <a:gd name="connsiteX6" fmla="*/ 1878338 w 4050648"/>
                <a:gd name="connsiteY6" fmla="*/ 1936538 h 2540045"/>
                <a:gd name="connsiteX7" fmla="*/ 1718794 w 4050648"/>
                <a:gd name="connsiteY7" fmla="*/ 1596114 h 2540045"/>
                <a:gd name="connsiteX8" fmla="*/ 1625735 w 4050648"/>
                <a:gd name="connsiteY8" fmla="*/ 1291885 h 2540045"/>
                <a:gd name="connsiteX9" fmla="*/ 1692219 w 4050648"/>
                <a:gd name="connsiteY9" fmla="*/ 848020 h 2540045"/>
                <a:gd name="connsiteX10" fmla="*/ 1756989 w 4050648"/>
                <a:gd name="connsiteY10" fmla="*/ 427396 h 2540045"/>
                <a:gd name="connsiteX11" fmla="*/ 1642308 w 4050648"/>
                <a:gd name="connsiteY11" fmla="*/ 222895 h 2540045"/>
                <a:gd name="connsiteX12" fmla="*/ 1506101 w 4050648"/>
                <a:gd name="connsiteY12" fmla="*/ 139741 h 2540045"/>
                <a:gd name="connsiteX13" fmla="*/ 1190104 w 4050648"/>
                <a:gd name="connsiteY13" fmla="*/ 204 h 2540045"/>
                <a:gd name="connsiteX14" fmla="*/ 999275 w 4050648"/>
                <a:gd name="connsiteY14" fmla="*/ 103165 h 2540045"/>
                <a:gd name="connsiteX15" fmla="*/ 626552 w 4050648"/>
                <a:gd name="connsiteY15" fmla="*/ 492237 h 2540045"/>
                <a:gd name="connsiteX16" fmla="*/ 0 w 4050648"/>
                <a:gd name="connsiteY16" fmla="*/ 132496 h 2540045"/>
                <a:gd name="connsiteX0" fmla="*/ 3772003 w 3772003"/>
                <a:gd name="connsiteY0" fmla="*/ 2537946 h 2537946"/>
                <a:gd name="connsiteX1" fmla="*/ 3245652 w 3772003"/>
                <a:gd name="connsiteY1" fmla="*/ 2470890 h 2537946"/>
                <a:gd name="connsiteX2" fmla="*/ 2683391 w 3772003"/>
                <a:gd name="connsiteY2" fmla="*/ 2470890 h 2537946"/>
                <a:gd name="connsiteX3" fmla="*/ 2439932 w 3772003"/>
                <a:gd name="connsiteY3" fmla="*/ 2445839 h 2537946"/>
                <a:gd name="connsiteX4" fmla="*/ 2073600 w 3772003"/>
                <a:gd name="connsiteY4" fmla="*/ 2255434 h 2537946"/>
                <a:gd name="connsiteX5" fmla="*/ 1878338 w 3772003"/>
                <a:gd name="connsiteY5" fmla="*/ 1936538 h 2537946"/>
                <a:gd name="connsiteX6" fmla="*/ 1718794 w 3772003"/>
                <a:gd name="connsiteY6" fmla="*/ 1596114 h 2537946"/>
                <a:gd name="connsiteX7" fmla="*/ 1625735 w 3772003"/>
                <a:gd name="connsiteY7" fmla="*/ 1291885 h 2537946"/>
                <a:gd name="connsiteX8" fmla="*/ 1692219 w 3772003"/>
                <a:gd name="connsiteY8" fmla="*/ 848020 h 2537946"/>
                <a:gd name="connsiteX9" fmla="*/ 1756989 w 3772003"/>
                <a:gd name="connsiteY9" fmla="*/ 427396 h 2537946"/>
                <a:gd name="connsiteX10" fmla="*/ 1642308 w 3772003"/>
                <a:gd name="connsiteY10" fmla="*/ 222895 h 2537946"/>
                <a:gd name="connsiteX11" fmla="*/ 1506101 w 3772003"/>
                <a:gd name="connsiteY11" fmla="*/ 139741 h 2537946"/>
                <a:gd name="connsiteX12" fmla="*/ 1190104 w 3772003"/>
                <a:gd name="connsiteY12" fmla="*/ 204 h 2537946"/>
                <a:gd name="connsiteX13" fmla="*/ 999275 w 3772003"/>
                <a:gd name="connsiteY13" fmla="*/ 103165 h 2537946"/>
                <a:gd name="connsiteX14" fmla="*/ 626552 w 3772003"/>
                <a:gd name="connsiteY14" fmla="*/ 492237 h 2537946"/>
                <a:gd name="connsiteX15" fmla="*/ 0 w 3772003"/>
                <a:gd name="connsiteY15" fmla="*/ 132496 h 2537946"/>
                <a:gd name="connsiteX0" fmla="*/ 3947635 w 3947635"/>
                <a:gd name="connsiteY0" fmla="*/ 2571169 h 2571169"/>
                <a:gd name="connsiteX1" fmla="*/ 3245652 w 3947635"/>
                <a:gd name="connsiteY1" fmla="*/ 2470890 h 2571169"/>
                <a:gd name="connsiteX2" fmla="*/ 2683391 w 3947635"/>
                <a:gd name="connsiteY2" fmla="*/ 2470890 h 2571169"/>
                <a:gd name="connsiteX3" fmla="*/ 2439932 w 3947635"/>
                <a:gd name="connsiteY3" fmla="*/ 2445839 h 2571169"/>
                <a:gd name="connsiteX4" fmla="*/ 2073600 w 3947635"/>
                <a:gd name="connsiteY4" fmla="*/ 2255434 h 2571169"/>
                <a:gd name="connsiteX5" fmla="*/ 1878338 w 3947635"/>
                <a:gd name="connsiteY5" fmla="*/ 1936538 h 2571169"/>
                <a:gd name="connsiteX6" fmla="*/ 1718794 w 3947635"/>
                <a:gd name="connsiteY6" fmla="*/ 1596114 h 2571169"/>
                <a:gd name="connsiteX7" fmla="*/ 1625735 w 3947635"/>
                <a:gd name="connsiteY7" fmla="*/ 1291885 h 2571169"/>
                <a:gd name="connsiteX8" fmla="*/ 1692219 w 3947635"/>
                <a:gd name="connsiteY8" fmla="*/ 848020 h 2571169"/>
                <a:gd name="connsiteX9" fmla="*/ 1756989 w 3947635"/>
                <a:gd name="connsiteY9" fmla="*/ 427396 h 2571169"/>
                <a:gd name="connsiteX10" fmla="*/ 1642308 w 3947635"/>
                <a:gd name="connsiteY10" fmla="*/ 222895 h 2571169"/>
                <a:gd name="connsiteX11" fmla="*/ 1506101 w 3947635"/>
                <a:gd name="connsiteY11" fmla="*/ 139741 h 2571169"/>
                <a:gd name="connsiteX12" fmla="*/ 1190104 w 3947635"/>
                <a:gd name="connsiteY12" fmla="*/ 204 h 2571169"/>
                <a:gd name="connsiteX13" fmla="*/ 999275 w 3947635"/>
                <a:gd name="connsiteY13" fmla="*/ 103165 h 2571169"/>
                <a:gd name="connsiteX14" fmla="*/ 626552 w 3947635"/>
                <a:gd name="connsiteY14" fmla="*/ 492237 h 2571169"/>
                <a:gd name="connsiteX15" fmla="*/ 0 w 3947635"/>
                <a:gd name="connsiteY15" fmla="*/ 132496 h 2571169"/>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73600 w 3947635"/>
                <a:gd name="connsiteY4" fmla="*/ 2255434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88214 w 3947635"/>
                <a:gd name="connsiteY4" fmla="*/ 2333568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7635" h="2602850">
                  <a:moveTo>
                    <a:pt x="3947635" y="2571169"/>
                  </a:moveTo>
                  <a:cubicBezTo>
                    <a:pt x="3667298" y="2676271"/>
                    <a:pt x="3456359" y="2487603"/>
                    <a:pt x="3245652" y="2470890"/>
                  </a:cubicBezTo>
                  <a:cubicBezTo>
                    <a:pt x="3034945" y="2454177"/>
                    <a:pt x="2871128" y="2474128"/>
                    <a:pt x="2683391" y="2470890"/>
                  </a:cubicBezTo>
                  <a:cubicBezTo>
                    <a:pt x="2601666" y="2469461"/>
                    <a:pt x="2539128" y="2468726"/>
                    <a:pt x="2439932" y="2445839"/>
                  </a:cubicBezTo>
                  <a:cubicBezTo>
                    <a:pt x="2340736" y="2422952"/>
                    <a:pt x="2186036" y="2434438"/>
                    <a:pt x="2088214" y="2333568"/>
                  </a:cubicBezTo>
                  <a:cubicBezTo>
                    <a:pt x="2000965" y="2243557"/>
                    <a:pt x="1939908" y="2059447"/>
                    <a:pt x="1878338" y="1936538"/>
                  </a:cubicBezTo>
                  <a:cubicBezTo>
                    <a:pt x="1816768" y="1813629"/>
                    <a:pt x="1768800" y="1710985"/>
                    <a:pt x="1718794" y="1596114"/>
                  </a:cubicBezTo>
                  <a:cubicBezTo>
                    <a:pt x="1676122" y="1498197"/>
                    <a:pt x="1637546" y="1397803"/>
                    <a:pt x="1625735" y="1291885"/>
                  </a:cubicBezTo>
                  <a:cubicBezTo>
                    <a:pt x="1609066" y="1141771"/>
                    <a:pt x="1647642" y="992896"/>
                    <a:pt x="1692219" y="848020"/>
                  </a:cubicBezTo>
                  <a:cubicBezTo>
                    <a:pt x="1734891" y="709432"/>
                    <a:pt x="1785183" y="568462"/>
                    <a:pt x="1756989" y="427396"/>
                  </a:cubicBezTo>
                  <a:cubicBezTo>
                    <a:pt x="1741273" y="348720"/>
                    <a:pt x="1702506" y="275949"/>
                    <a:pt x="1642308" y="222895"/>
                  </a:cubicBezTo>
                  <a:cubicBezTo>
                    <a:pt x="1602208" y="187557"/>
                    <a:pt x="1581468" y="176856"/>
                    <a:pt x="1506101" y="139741"/>
                  </a:cubicBezTo>
                  <a:cubicBezTo>
                    <a:pt x="1430734" y="102626"/>
                    <a:pt x="1299546" y="-5321"/>
                    <a:pt x="1190104" y="204"/>
                  </a:cubicBezTo>
                  <a:cubicBezTo>
                    <a:pt x="1123905" y="3537"/>
                    <a:pt x="1093200" y="21160"/>
                    <a:pt x="999275" y="103165"/>
                  </a:cubicBezTo>
                  <a:cubicBezTo>
                    <a:pt x="905350" y="185170"/>
                    <a:pt x="852878" y="591877"/>
                    <a:pt x="626552" y="492237"/>
                  </a:cubicBezTo>
                  <a:cubicBezTo>
                    <a:pt x="289397" y="284309"/>
                    <a:pt x="108863" y="295482"/>
                    <a:pt x="0" y="132496"/>
                  </a:cubicBezTo>
                </a:path>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DE5F1CED-19C7-F629-2D67-9826FA0C089F}"/>
                </a:ext>
              </a:extLst>
            </p:cNvPr>
            <p:cNvSpPr/>
            <p:nvPr userDrawn="1"/>
          </p:nvSpPr>
          <p:spPr>
            <a:xfrm rot="8899819" flipV="1">
              <a:off x="-846303" y="861224"/>
              <a:ext cx="4215888" cy="2069167"/>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3886622"/>
                <a:gd name="connsiteY0" fmla="*/ 251066 h 2542606"/>
                <a:gd name="connsiteX1" fmla="*/ 650747 w 3886622"/>
                <a:gd name="connsiteY1" fmla="*/ 123344 h 2542606"/>
                <a:gd name="connsiteX2" fmla="*/ 1173830 w 3886622"/>
                <a:gd name="connsiteY2" fmla="*/ 40670 h 2542606"/>
                <a:gd name="connsiteX3" fmla="*/ 1774476 w 3886622"/>
                <a:gd name="connsiteY3" fmla="*/ 261745 h 2542606"/>
                <a:gd name="connsiteX4" fmla="*/ 2039267 w 3886622"/>
                <a:gd name="connsiteY4" fmla="*/ 572068 h 2542606"/>
                <a:gd name="connsiteX5" fmla="*/ 1920304 w 3886622"/>
                <a:gd name="connsiteY5" fmla="*/ 746091 h 2542606"/>
                <a:gd name="connsiteX6" fmla="*/ 1776762 w 3886622"/>
                <a:gd name="connsiteY6" fmla="*/ 1062036 h 2542606"/>
                <a:gd name="connsiteX7" fmla="*/ 1745139 w 3886622"/>
                <a:gd name="connsiteY7" fmla="*/ 1576195 h 2542606"/>
                <a:gd name="connsiteX8" fmla="*/ 1868583 w 3886622"/>
                <a:gd name="connsiteY8" fmla="*/ 1906522 h 2542606"/>
                <a:gd name="connsiteX9" fmla="*/ 2003552 w 3886622"/>
                <a:gd name="connsiteY9" fmla="*/ 2162173 h 2542606"/>
                <a:gd name="connsiteX10" fmla="*/ 2213198 w 3886622"/>
                <a:gd name="connsiteY10" fmla="*/ 2371914 h 2542606"/>
                <a:gd name="connsiteX11" fmla="*/ 2585435 w 3886622"/>
                <a:gd name="connsiteY11" fmla="*/ 2467735 h 2542606"/>
                <a:gd name="connsiteX12" fmla="*/ 2946813 w 3886622"/>
                <a:gd name="connsiteY12" fmla="*/ 2467735 h 2542606"/>
                <a:gd name="connsiteX13" fmla="*/ 3202940 w 3886622"/>
                <a:gd name="connsiteY13" fmla="*/ 2482975 h 2542606"/>
                <a:gd name="connsiteX14" fmla="*/ 3518599 w 3886622"/>
                <a:gd name="connsiteY14" fmla="*/ 2516218 h 2542606"/>
                <a:gd name="connsiteX15" fmla="*/ 3886622 w 3886622"/>
                <a:gd name="connsiteY15" fmla="*/ 2542240 h 2542606"/>
                <a:gd name="connsiteX0" fmla="*/ 0 w 3753495"/>
                <a:gd name="connsiteY0" fmla="*/ 251066 h 2600288"/>
                <a:gd name="connsiteX1" fmla="*/ 650747 w 3753495"/>
                <a:gd name="connsiteY1" fmla="*/ 123344 h 2600288"/>
                <a:gd name="connsiteX2" fmla="*/ 1173830 w 3753495"/>
                <a:gd name="connsiteY2" fmla="*/ 40670 h 2600288"/>
                <a:gd name="connsiteX3" fmla="*/ 1774476 w 3753495"/>
                <a:gd name="connsiteY3" fmla="*/ 261745 h 2600288"/>
                <a:gd name="connsiteX4" fmla="*/ 2039267 w 3753495"/>
                <a:gd name="connsiteY4" fmla="*/ 572068 h 2600288"/>
                <a:gd name="connsiteX5" fmla="*/ 1920304 w 3753495"/>
                <a:gd name="connsiteY5" fmla="*/ 746091 h 2600288"/>
                <a:gd name="connsiteX6" fmla="*/ 1776762 w 3753495"/>
                <a:gd name="connsiteY6" fmla="*/ 1062036 h 2600288"/>
                <a:gd name="connsiteX7" fmla="*/ 1745139 w 3753495"/>
                <a:gd name="connsiteY7" fmla="*/ 1576195 h 2600288"/>
                <a:gd name="connsiteX8" fmla="*/ 1868583 w 3753495"/>
                <a:gd name="connsiteY8" fmla="*/ 1906522 h 2600288"/>
                <a:gd name="connsiteX9" fmla="*/ 2003552 w 3753495"/>
                <a:gd name="connsiteY9" fmla="*/ 2162173 h 2600288"/>
                <a:gd name="connsiteX10" fmla="*/ 2213198 w 3753495"/>
                <a:gd name="connsiteY10" fmla="*/ 2371914 h 2600288"/>
                <a:gd name="connsiteX11" fmla="*/ 2585435 w 3753495"/>
                <a:gd name="connsiteY11" fmla="*/ 2467735 h 2600288"/>
                <a:gd name="connsiteX12" fmla="*/ 2946813 w 3753495"/>
                <a:gd name="connsiteY12" fmla="*/ 2467735 h 2600288"/>
                <a:gd name="connsiteX13" fmla="*/ 3202940 w 3753495"/>
                <a:gd name="connsiteY13" fmla="*/ 2482975 h 2600288"/>
                <a:gd name="connsiteX14" fmla="*/ 3518599 w 3753495"/>
                <a:gd name="connsiteY14" fmla="*/ 2516218 h 2600288"/>
                <a:gd name="connsiteX15" fmla="*/ 3753495 w 3753495"/>
                <a:gd name="connsiteY15" fmla="*/ 2600174 h 2600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3495" h="2600288">
                  <a:moveTo>
                    <a:pt x="0" y="251066"/>
                  </a:moveTo>
                  <a:cubicBezTo>
                    <a:pt x="395303" y="449685"/>
                    <a:pt x="455109" y="158410"/>
                    <a:pt x="650747" y="123344"/>
                  </a:cubicBezTo>
                  <a:cubicBezTo>
                    <a:pt x="846385" y="88278"/>
                    <a:pt x="885017" y="-74641"/>
                    <a:pt x="1173830" y="40670"/>
                  </a:cubicBezTo>
                  <a:cubicBezTo>
                    <a:pt x="1462643" y="155981"/>
                    <a:pt x="1630237" y="173179"/>
                    <a:pt x="1774476" y="261745"/>
                  </a:cubicBezTo>
                  <a:cubicBezTo>
                    <a:pt x="1918715" y="350311"/>
                    <a:pt x="2015074" y="477676"/>
                    <a:pt x="2039267" y="572068"/>
                  </a:cubicBezTo>
                  <a:cubicBezTo>
                    <a:pt x="2061460" y="658936"/>
                    <a:pt x="1964055" y="664430"/>
                    <a:pt x="1920304" y="746091"/>
                  </a:cubicBezTo>
                  <a:cubicBezTo>
                    <a:pt x="1876553" y="827752"/>
                    <a:pt x="1817053" y="953451"/>
                    <a:pt x="1776762" y="1062036"/>
                  </a:cubicBezTo>
                  <a:cubicBezTo>
                    <a:pt x="1715802" y="1226247"/>
                    <a:pt x="1706849" y="1405317"/>
                    <a:pt x="1745139" y="1576195"/>
                  </a:cubicBezTo>
                  <a:cubicBezTo>
                    <a:pt x="1770952" y="1691162"/>
                    <a:pt x="1819244" y="1799366"/>
                    <a:pt x="1868583" y="1906522"/>
                  </a:cubicBezTo>
                  <a:cubicBezTo>
                    <a:pt x="1908969" y="1994247"/>
                    <a:pt x="1950308" y="2081782"/>
                    <a:pt x="2003552" y="2162173"/>
                  </a:cubicBezTo>
                  <a:cubicBezTo>
                    <a:pt x="2058893" y="2245707"/>
                    <a:pt x="2127377" y="2320479"/>
                    <a:pt x="2213198" y="2371914"/>
                  </a:cubicBezTo>
                  <a:cubicBezTo>
                    <a:pt x="2324545" y="2438684"/>
                    <a:pt x="2455323" y="2461068"/>
                    <a:pt x="2585435" y="2467735"/>
                  </a:cubicBezTo>
                  <a:cubicBezTo>
                    <a:pt x="2705735" y="2473927"/>
                    <a:pt x="2826322" y="2466021"/>
                    <a:pt x="2946813" y="2467735"/>
                  </a:cubicBezTo>
                  <a:cubicBezTo>
                    <a:pt x="3032348" y="2468973"/>
                    <a:pt x="3117692" y="2475736"/>
                    <a:pt x="3202940" y="2482975"/>
                  </a:cubicBezTo>
                  <a:cubicBezTo>
                    <a:pt x="3308382" y="2491929"/>
                    <a:pt x="3426840" y="2496685"/>
                    <a:pt x="3518599" y="2516218"/>
                  </a:cubicBezTo>
                  <a:cubicBezTo>
                    <a:pt x="3610358" y="2535751"/>
                    <a:pt x="3629565" y="2603443"/>
                    <a:pt x="3753495" y="2600174"/>
                  </a:cubicBezTo>
                </a:path>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3BFE009D-7F84-DDC7-48D6-DF67013640B8}"/>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8D72B6E9-C1E1-5D43-01C6-9DA8E4FC20C4}"/>
                </a:ext>
              </a:extLst>
            </p:cNvPr>
            <p:cNvSpPr/>
            <p:nvPr userDrawn="1"/>
          </p:nvSpPr>
          <p:spPr>
            <a:xfrm rot="8899819" flipV="1">
              <a:off x="-169955" y="-255381"/>
              <a:ext cx="2620228" cy="134597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 name="connsiteX0" fmla="*/ 0 w 2359266"/>
                <a:gd name="connsiteY0" fmla="*/ 1458246 h 1959543"/>
                <a:gd name="connsiteX1" fmla="*/ 679659 w 2359266"/>
                <a:gd name="connsiteY1" fmla="*/ 1218735 h 1959543"/>
                <a:gd name="connsiteX2" fmla="*/ 1084676 w 2359266"/>
                <a:gd name="connsiteY2" fmla="*/ 1260970 h 1959543"/>
                <a:gd name="connsiteX3" fmla="*/ 1541203 w 2359266"/>
                <a:gd name="connsiteY3" fmla="*/ 1415462 h 1959543"/>
                <a:gd name="connsiteX4" fmla="*/ 1527480 w 2359266"/>
                <a:gd name="connsiteY4" fmla="*/ 1422660 h 1959543"/>
                <a:gd name="connsiteX5" fmla="*/ 1883952 w 2359266"/>
                <a:gd name="connsiteY5" fmla="*/ 1618795 h 1959543"/>
                <a:gd name="connsiteX6" fmla="*/ 2114809 w 2359266"/>
                <a:gd name="connsiteY6" fmla="*/ 1936097 h 1959543"/>
                <a:gd name="connsiteX7" fmla="*/ 2310462 w 2359266"/>
                <a:gd name="connsiteY7" fmla="*/ 1896677 h 1959543"/>
                <a:gd name="connsiteX8" fmla="*/ 2354706 w 2359266"/>
                <a:gd name="connsiteY8" fmla="*/ 1489786 h 1959543"/>
                <a:gd name="connsiteX9" fmla="*/ 2235334 w 2359266"/>
                <a:gd name="connsiteY9" fmla="*/ 1126304 h 1959543"/>
                <a:gd name="connsiteX10" fmla="*/ 1883582 w 2359266"/>
                <a:gd name="connsiteY10" fmla="*/ 512718 h 1959543"/>
                <a:gd name="connsiteX11" fmla="*/ 1585297 w 2359266"/>
                <a:gd name="connsiteY11" fmla="*/ 221367 h 1959543"/>
                <a:gd name="connsiteX12" fmla="*/ 1405994 w 2359266"/>
                <a:gd name="connsiteY12" fmla="*/ 1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1883582 w 2359266"/>
                <a:gd name="connsiteY10" fmla="*/ 512717 h 1959543"/>
                <a:gd name="connsiteX11" fmla="*/ 1712026 w 2359266"/>
                <a:gd name="connsiteY11" fmla="*/ 206654 h 1959543"/>
                <a:gd name="connsiteX12" fmla="*/ 1405994 w 2359266"/>
                <a:gd name="connsiteY12" fmla="*/ 0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2025284 w 2359266"/>
                <a:gd name="connsiteY10" fmla="*/ 575195 h 1959543"/>
                <a:gd name="connsiteX11" fmla="*/ 1712026 w 2359266"/>
                <a:gd name="connsiteY11" fmla="*/ 206654 h 1959543"/>
                <a:gd name="connsiteX12" fmla="*/ 1405994 w 2359266"/>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1800" h="1959543">
                  <a:moveTo>
                    <a:pt x="0" y="1454922"/>
                  </a:moveTo>
                  <a:cubicBezTo>
                    <a:pt x="210352" y="1651069"/>
                    <a:pt x="600991" y="1251060"/>
                    <a:pt x="802193" y="1218734"/>
                  </a:cubicBezTo>
                  <a:cubicBezTo>
                    <a:pt x="1003395" y="1186409"/>
                    <a:pt x="1063619" y="1228181"/>
                    <a:pt x="1207210" y="1260969"/>
                  </a:cubicBezTo>
                  <a:cubicBezTo>
                    <a:pt x="1350801" y="1293757"/>
                    <a:pt x="1589936" y="1388513"/>
                    <a:pt x="1663737" y="1415461"/>
                  </a:cubicBezTo>
                  <a:cubicBezTo>
                    <a:pt x="1737538" y="1442409"/>
                    <a:pt x="1592889" y="1388770"/>
                    <a:pt x="1650014" y="1422659"/>
                  </a:cubicBezTo>
                  <a:cubicBezTo>
                    <a:pt x="1707139" y="1456548"/>
                    <a:pt x="1908598" y="1533221"/>
                    <a:pt x="2006486" y="1618794"/>
                  </a:cubicBezTo>
                  <a:cubicBezTo>
                    <a:pt x="2104374" y="1704367"/>
                    <a:pt x="2166258" y="1889782"/>
                    <a:pt x="2237343" y="1936096"/>
                  </a:cubicBezTo>
                  <a:cubicBezTo>
                    <a:pt x="2308428" y="1982410"/>
                    <a:pt x="2389020" y="1955319"/>
                    <a:pt x="2432996" y="1896676"/>
                  </a:cubicBezTo>
                  <a:cubicBezTo>
                    <a:pt x="2476972" y="1838033"/>
                    <a:pt x="2489761" y="1618180"/>
                    <a:pt x="2477240" y="1489785"/>
                  </a:cubicBezTo>
                  <a:cubicBezTo>
                    <a:pt x="2464719" y="1361390"/>
                    <a:pt x="2412772" y="1278735"/>
                    <a:pt x="2357868" y="1126303"/>
                  </a:cubicBezTo>
                  <a:cubicBezTo>
                    <a:pt x="2302964" y="973871"/>
                    <a:pt x="2235036" y="728470"/>
                    <a:pt x="2147818" y="575195"/>
                  </a:cubicBezTo>
                  <a:cubicBezTo>
                    <a:pt x="2060600" y="421920"/>
                    <a:pt x="1953158" y="299064"/>
                    <a:pt x="1834560" y="206654"/>
                  </a:cubicBezTo>
                  <a:cubicBezTo>
                    <a:pt x="1715962" y="114244"/>
                    <a:pt x="1650099" y="60499"/>
                    <a:pt x="1528528" y="0"/>
                  </a:cubicBezTo>
                </a:path>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C3D29F4D-8B53-D0EA-316A-C475C1319212}"/>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F63465EC-95D9-E383-BFF0-26B2A086A5E4}"/>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F3EDBB75-5C1F-00D0-3388-AEACF4CF114D}"/>
                </a:ext>
              </a:extLst>
            </p:cNvPr>
            <p:cNvSpPr/>
            <p:nvPr userDrawn="1"/>
          </p:nvSpPr>
          <p:spPr>
            <a:xfrm rot="8899819" flipV="1">
              <a:off x="434475" y="-35245"/>
              <a:ext cx="1197270" cy="458709"/>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 name="connsiteX0" fmla="*/ 0 w 1487348"/>
                <a:gd name="connsiteY0" fmla="*/ 746241 h 848563"/>
                <a:gd name="connsiteX1" fmla="*/ 740458 w 1487348"/>
                <a:gd name="connsiteY1" fmla="*/ 719578 h 848563"/>
                <a:gd name="connsiteX2" fmla="*/ 1124849 w 1487348"/>
                <a:gd name="connsiteY2" fmla="*/ 735259 h 848563"/>
                <a:gd name="connsiteX3" fmla="*/ 1479080 w 1487348"/>
                <a:gd name="connsiteY3" fmla="*/ 788978 h 848563"/>
                <a:gd name="connsiteX4" fmla="*/ 1306884 w 1487348"/>
                <a:gd name="connsiteY4" fmla="*/ 454972 h 848563"/>
                <a:gd name="connsiteX5" fmla="*/ 784508 w 1487348"/>
                <a:gd name="connsiteY5" fmla="*/ 0 h 84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48" h="848563">
                  <a:moveTo>
                    <a:pt x="0" y="746241"/>
                  </a:moveTo>
                  <a:cubicBezTo>
                    <a:pt x="158877" y="696425"/>
                    <a:pt x="482874" y="594644"/>
                    <a:pt x="740458" y="719578"/>
                  </a:cubicBezTo>
                  <a:cubicBezTo>
                    <a:pt x="998042" y="844512"/>
                    <a:pt x="1001745" y="723692"/>
                    <a:pt x="1124849" y="735259"/>
                  </a:cubicBezTo>
                  <a:cubicBezTo>
                    <a:pt x="1247953" y="746826"/>
                    <a:pt x="1441630" y="944910"/>
                    <a:pt x="1479080" y="788978"/>
                  </a:cubicBezTo>
                  <a:cubicBezTo>
                    <a:pt x="1516530" y="633046"/>
                    <a:pt x="1421107" y="575587"/>
                    <a:pt x="1306884" y="454972"/>
                  </a:cubicBezTo>
                  <a:cubicBezTo>
                    <a:pt x="1192661" y="334357"/>
                    <a:pt x="973976" y="139716"/>
                    <a:pt x="784508" y="0"/>
                  </a:cubicBezTo>
                </a:path>
              </a:pathLst>
            </a:custGeom>
            <a:noFill/>
            <a:ln w="9525" cap="rnd">
              <a:solidFill>
                <a:schemeClr val="tx1">
                  <a:alpha val="35000"/>
                </a:schemeClr>
              </a:solidFill>
              <a:prstDash val="solid"/>
              <a:round/>
            </a:ln>
          </p:spPr>
          <p:txBody>
            <a:bodyPr rtlCol="0" anchor="ctr"/>
            <a:lstStyle/>
            <a:p>
              <a:endParaRPr lang="en-US"/>
            </a:p>
          </p:txBody>
        </p:sp>
        <p:sp>
          <p:nvSpPr>
            <p:cNvPr id="20" name="Freeform: Shape 19">
              <a:extLst>
                <a:ext uri="{FF2B5EF4-FFF2-40B4-BE49-F238E27FC236}">
                  <a16:creationId xmlns:a16="http://schemas.microsoft.com/office/drawing/2014/main" id="{E9B3B21A-0A99-AAE8-017A-D32993BF59DC}"/>
                </a:ext>
              </a:extLst>
            </p:cNvPr>
            <p:cNvSpPr/>
            <p:nvPr userDrawn="1"/>
          </p:nvSpPr>
          <p:spPr>
            <a:xfrm rot="8899819" flipV="1">
              <a:off x="162586" y="165171"/>
              <a:ext cx="754635" cy="434085"/>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878068 w 878068"/>
                <a:gd name="connsiteY0" fmla="*/ 505090 h 505090"/>
                <a:gd name="connsiteX1" fmla="*/ 623275 w 878068"/>
                <a:gd name="connsiteY1" fmla="*/ 282777 h 505090"/>
                <a:gd name="connsiteX2" fmla="*/ 0 w 878068"/>
                <a:gd name="connsiteY2" fmla="*/ 0 h 505090"/>
                <a:gd name="connsiteX0" fmla="*/ 827490 w 827490"/>
                <a:gd name="connsiteY0" fmla="*/ 616321 h 616321"/>
                <a:gd name="connsiteX1" fmla="*/ 623275 w 827490"/>
                <a:gd name="connsiteY1" fmla="*/ 282777 h 616321"/>
                <a:gd name="connsiteX2" fmla="*/ 0 w 827490"/>
                <a:gd name="connsiteY2" fmla="*/ 0 h 616321"/>
                <a:gd name="connsiteX0" fmla="*/ 827490 w 827490"/>
                <a:gd name="connsiteY0" fmla="*/ 616321 h 616321"/>
                <a:gd name="connsiteX1" fmla="*/ 578231 w 827490"/>
                <a:gd name="connsiteY1" fmla="*/ 308799 h 616321"/>
                <a:gd name="connsiteX2" fmla="*/ 0 w 827490"/>
                <a:gd name="connsiteY2" fmla="*/ 0 h 616321"/>
                <a:gd name="connsiteX0" fmla="*/ 671868 w 671868"/>
                <a:gd name="connsiteY0" fmla="*/ 545508 h 545508"/>
                <a:gd name="connsiteX1" fmla="*/ 422609 w 671868"/>
                <a:gd name="connsiteY1" fmla="*/ 237986 h 545508"/>
                <a:gd name="connsiteX2" fmla="*/ 0 w 671868"/>
                <a:gd name="connsiteY2" fmla="*/ 0 h 545508"/>
              </a:gdLst>
              <a:ahLst/>
              <a:cxnLst>
                <a:cxn ang="0">
                  <a:pos x="connsiteX0" y="connsiteY0"/>
                </a:cxn>
                <a:cxn ang="0">
                  <a:pos x="connsiteX1" y="connsiteY1"/>
                </a:cxn>
                <a:cxn ang="0">
                  <a:pos x="connsiteX2" y="connsiteY2"/>
                </a:cxn>
              </a:cxnLst>
              <a:rect l="l" t="t" r="r" b="b"/>
              <a:pathLst>
                <a:path w="671868" h="545508">
                  <a:moveTo>
                    <a:pt x="671868" y="545508"/>
                  </a:moveTo>
                  <a:cubicBezTo>
                    <a:pt x="599097" y="458926"/>
                    <a:pt x="568954" y="322168"/>
                    <a:pt x="422609" y="237986"/>
                  </a:cubicBezTo>
                  <a:cubicBezTo>
                    <a:pt x="276264" y="153804"/>
                    <a:pt x="133922" y="8296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8FC74955-21B7-078F-C705-4F4239A1CAE8}"/>
                </a:ext>
              </a:extLst>
            </p:cNvPr>
            <p:cNvSpPr/>
            <p:nvPr userDrawn="1"/>
          </p:nvSpPr>
          <p:spPr>
            <a:xfrm rot="8899819" flipV="1">
              <a:off x="217025" y="297447"/>
              <a:ext cx="1980692" cy="370076"/>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60818"/>
                <a:gd name="connsiteY0" fmla="*/ 451295 h 479312"/>
                <a:gd name="connsiteX1" fmla="*/ 335661 w 1760818"/>
                <a:gd name="connsiteY1" fmla="*/ 319373 h 479312"/>
                <a:gd name="connsiteX2" fmla="*/ 629984 w 1760818"/>
                <a:gd name="connsiteY2" fmla="*/ 264319 h 479312"/>
                <a:gd name="connsiteX3" fmla="*/ 878777 w 1760818"/>
                <a:gd name="connsiteY3" fmla="*/ 278702 h 479312"/>
                <a:gd name="connsiteX4" fmla="*/ 1024700 w 1760818"/>
                <a:gd name="connsiteY4" fmla="*/ 302609 h 479312"/>
                <a:gd name="connsiteX5" fmla="*/ 1316641 w 1760818"/>
                <a:gd name="connsiteY5" fmla="*/ 360045 h 479312"/>
                <a:gd name="connsiteX6" fmla="*/ 1527143 w 1760818"/>
                <a:gd name="connsiteY6" fmla="*/ 386334 h 479312"/>
                <a:gd name="connsiteX7" fmla="*/ 1704023 w 1760818"/>
                <a:gd name="connsiteY7" fmla="*/ 0 h 479312"/>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024700 w 1760818"/>
                <a:gd name="connsiteY4" fmla="*/ 302609 h 479311"/>
                <a:gd name="connsiteX5" fmla="*/ 1316641 w 1760818"/>
                <a:gd name="connsiteY5" fmla="*/ 360045 h 479311"/>
                <a:gd name="connsiteX6" fmla="*/ 1527143 w 1760818"/>
                <a:gd name="connsiteY6" fmla="*/ 386334 h 479311"/>
                <a:gd name="connsiteX7" fmla="*/ 1704023 w 1760818"/>
                <a:gd name="connsiteY7" fmla="*/ 0 h 479311"/>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316641 w 1760818"/>
                <a:gd name="connsiteY4" fmla="*/ 360045 h 479311"/>
                <a:gd name="connsiteX5" fmla="*/ 1527143 w 1760818"/>
                <a:gd name="connsiteY5" fmla="*/ 386334 h 479311"/>
                <a:gd name="connsiteX6" fmla="*/ 1704023 w 1760818"/>
                <a:gd name="connsiteY6" fmla="*/ 0 h 479311"/>
                <a:gd name="connsiteX0" fmla="*/ 0 w 1778975"/>
                <a:gd name="connsiteY0" fmla="*/ 451295 h 567158"/>
                <a:gd name="connsiteX1" fmla="*/ 335661 w 1778975"/>
                <a:gd name="connsiteY1" fmla="*/ 319373 h 567158"/>
                <a:gd name="connsiteX2" fmla="*/ 629984 w 1778975"/>
                <a:gd name="connsiteY2" fmla="*/ 264319 h 567158"/>
                <a:gd name="connsiteX3" fmla="*/ 878777 w 1778975"/>
                <a:gd name="connsiteY3" fmla="*/ 278702 h 567158"/>
                <a:gd name="connsiteX4" fmla="*/ 1316641 w 1778975"/>
                <a:gd name="connsiteY4" fmla="*/ 360045 h 567158"/>
                <a:gd name="connsiteX5" fmla="*/ 1631590 w 1778975"/>
                <a:gd name="connsiteY5" fmla="*/ 567105 h 567158"/>
                <a:gd name="connsiteX6" fmla="*/ 1704023 w 1778975"/>
                <a:gd name="connsiteY6" fmla="*/ 0 h 567158"/>
                <a:gd name="connsiteX0" fmla="*/ 0 w 1747224"/>
                <a:gd name="connsiteY0" fmla="*/ 349207 h 465070"/>
                <a:gd name="connsiteX1" fmla="*/ 335661 w 1747224"/>
                <a:gd name="connsiteY1" fmla="*/ 217285 h 465070"/>
                <a:gd name="connsiteX2" fmla="*/ 629984 w 1747224"/>
                <a:gd name="connsiteY2" fmla="*/ 162231 h 465070"/>
                <a:gd name="connsiteX3" fmla="*/ 878777 w 1747224"/>
                <a:gd name="connsiteY3" fmla="*/ 176614 h 465070"/>
                <a:gd name="connsiteX4" fmla="*/ 1316641 w 1747224"/>
                <a:gd name="connsiteY4" fmla="*/ 257957 h 465070"/>
                <a:gd name="connsiteX5" fmla="*/ 1631590 w 1747224"/>
                <a:gd name="connsiteY5" fmla="*/ 465017 h 465070"/>
                <a:gd name="connsiteX6" fmla="*/ 1661322 w 1747224"/>
                <a:gd name="connsiteY6" fmla="*/ 0 h 465070"/>
                <a:gd name="connsiteX0" fmla="*/ 0 w 1763452"/>
                <a:gd name="connsiteY0" fmla="*/ 287483 h 465070"/>
                <a:gd name="connsiteX1" fmla="*/ 351889 w 1763452"/>
                <a:gd name="connsiteY1" fmla="*/ 217285 h 465070"/>
                <a:gd name="connsiteX2" fmla="*/ 646212 w 1763452"/>
                <a:gd name="connsiteY2" fmla="*/ 162231 h 465070"/>
                <a:gd name="connsiteX3" fmla="*/ 895005 w 1763452"/>
                <a:gd name="connsiteY3" fmla="*/ 176614 h 465070"/>
                <a:gd name="connsiteX4" fmla="*/ 1332869 w 1763452"/>
                <a:gd name="connsiteY4" fmla="*/ 257957 h 465070"/>
                <a:gd name="connsiteX5" fmla="*/ 1647818 w 1763452"/>
                <a:gd name="connsiteY5" fmla="*/ 465017 h 465070"/>
                <a:gd name="connsiteX6" fmla="*/ 1677550 w 1763452"/>
                <a:gd name="connsiteY6" fmla="*/ 0 h 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3452" h="465070">
                  <a:moveTo>
                    <a:pt x="0" y="287483"/>
                  </a:moveTo>
                  <a:cubicBezTo>
                    <a:pt x="61697" y="391423"/>
                    <a:pt x="244187" y="238160"/>
                    <a:pt x="351889" y="217285"/>
                  </a:cubicBezTo>
                  <a:cubicBezTo>
                    <a:pt x="459591" y="196410"/>
                    <a:pt x="532248" y="119186"/>
                    <a:pt x="646212" y="162231"/>
                  </a:cubicBezTo>
                  <a:cubicBezTo>
                    <a:pt x="724155" y="191671"/>
                    <a:pt x="780562" y="160660"/>
                    <a:pt x="895005" y="176614"/>
                  </a:cubicBezTo>
                  <a:cubicBezTo>
                    <a:pt x="1009448" y="192568"/>
                    <a:pt x="1207400" y="209890"/>
                    <a:pt x="1332869" y="257957"/>
                  </a:cubicBezTo>
                  <a:cubicBezTo>
                    <a:pt x="1458338" y="306024"/>
                    <a:pt x="1576952" y="468446"/>
                    <a:pt x="1647818" y="465017"/>
                  </a:cubicBezTo>
                  <a:cubicBezTo>
                    <a:pt x="1712683" y="461874"/>
                    <a:pt x="1855096" y="391287"/>
                    <a:pt x="1677550" y="0"/>
                  </a:cubicBezTo>
                </a:path>
              </a:pathLst>
            </a:custGeom>
            <a:noFill/>
            <a:ln w="6350" cap="rnd">
              <a:solidFill>
                <a:schemeClr val="tx1">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EF8A59C0-C11D-0F0B-31B5-C9F57B9DFBFD}"/>
                </a:ext>
              </a:extLst>
            </p:cNvPr>
            <p:cNvSpPr/>
            <p:nvPr userDrawn="1"/>
          </p:nvSpPr>
          <p:spPr>
            <a:xfrm rot="8899819" flipV="1">
              <a:off x="-557806" y="1751239"/>
              <a:ext cx="1992046" cy="1540720"/>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388752"/>
                <a:gd name="connsiteY0" fmla="*/ 0 h 1728516"/>
                <a:gd name="connsiteX1" fmla="*/ 939053 w 2388752"/>
                <a:gd name="connsiteY1" fmla="*/ 214042 h 1728516"/>
                <a:gd name="connsiteX2" fmla="*/ 660243 w 2388752"/>
                <a:gd name="connsiteY2" fmla="*/ 293448 h 1728516"/>
                <a:gd name="connsiteX3" fmla="*/ 436318 w 2388752"/>
                <a:gd name="connsiteY3" fmla="*/ 198732 h 1728516"/>
                <a:gd name="connsiteX4" fmla="*/ 193413 w 2388752"/>
                <a:gd name="connsiteY4" fmla="*/ 459846 h 1728516"/>
                <a:gd name="connsiteX5" fmla="*/ 308 w 2388752"/>
                <a:gd name="connsiteY5" fmla="*/ 858140 h 1728516"/>
                <a:gd name="connsiteX6" fmla="*/ 66423 w 2388752"/>
                <a:gd name="connsiteY6" fmla="*/ 1140531 h 1728516"/>
                <a:gd name="connsiteX7" fmla="*/ 207642 w 2388752"/>
                <a:gd name="connsiteY7" fmla="*/ 1363350 h 1728516"/>
                <a:gd name="connsiteX8" fmla="*/ 258654 w 2388752"/>
                <a:gd name="connsiteY8" fmla="*/ 1422551 h 1728516"/>
                <a:gd name="connsiteX9" fmla="*/ 449960 w 2388752"/>
                <a:gd name="connsiteY9" fmla="*/ 1572107 h 1728516"/>
                <a:gd name="connsiteX10" fmla="*/ 583477 w 2388752"/>
                <a:gd name="connsiteY10" fmla="*/ 1621529 h 1728516"/>
                <a:gd name="connsiteX11" fmla="*/ 958027 w 2388752"/>
                <a:gd name="connsiteY11" fmla="*/ 1666875 h 1728516"/>
                <a:gd name="connsiteX12" fmla="*/ 1200345 w 2388752"/>
                <a:gd name="connsiteY12" fmla="*/ 1666875 h 1728516"/>
                <a:gd name="connsiteX13" fmla="*/ 1775812 w 2388752"/>
                <a:gd name="connsiteY13" fmla="*/ 1683016 h 1728516"/>
                <a:gd name="connsiteX14" fmla="*/ 2058355 w 2388752"/>
                <a:gd name="connsiteY14" fmla="*/ 1669870 h 1728516"/>
                <a:gd name="connsiteX15" fmla="*/ 2388752 w 2388752"/>
                <a:gd name="connsiteY15" fmla="*/ 1715135 h 1728516"/>
                <a:gd name="connsiteX0" fmla="*/ 973740 w 2058355"/>
                <a:gd name="connsiteY0" fmla="*/ 0 h 1683289"/>
                <a:gd name="connsiteX1" fmla="*/ 939053 w 2058355"/>
                <a:gd name="connsiteY1" fmla="*/ 214042 h 1683289"/>
                <a:gd name="connsiteX2" fmla="*/ 660243 w 2058355"/>
                <a:gd name="connsiteY2" fmla="*/ 293448 h 1683289"/>
                <a:gd name="connsiteX3" fmla="*/ 436318 w 2058355"/>
                <a:gd name="connsiteY3" fmla="*/ 198732 h 1683289"/>
                <a:gd name="connsiteX4" fmla="*/ 193413 w 2058355"/>
                <a:gd name="connsiteY4" fmla="*/ 459846 h 1683289"/>
                <a:gd name="connsiteX5" fmla="*/ 308 w 2058355"/>
                <a:gd name="connsiteY5" fmla="*/ 858140 h 1683289"/>
                <a:gd name="connsiteX6" fmla="*/ 66423 w 2058355"/>
                <a:gd name="connsiteY6" fmla="*/ 1140531 h 1683289"/>
                <a:gd name="connsiteX7" fmla="*/ 207642 w 2058355"/>
                <a:gd name="connsiteY7" fmla="*/ 1363350 h 1683289"/>
                <a:gd name="connsiteX8" fmla="*/ 258654 w 2058355"/>
                <a:gd name="connsiteY8" fmla="*/ 1422551 h 1683289"/>
                <a:gd name="connsiteX9" fmla="*/ 449960 w 2058355"/>
                <a:gd name="connsiteY9" fmla="*/ 1572107 h 1683289"/>
                <a:gd name="connsiteX10" fmla="*/ 583477 w 2058355"/>
                <a:gd name="connsiteY10" fmla="*/ 1621529 h 1683289"/>
                <a:gd name="connsiteX11" fmla="*/ 958027 w 2058355"/>
                <a:gd name="connsiteY11" fmla="*/ 1666875 h 1683289"/>
                <a:gd name="connsiteX12" fmla="*/ 1200345 w 2058355"/>
                <a:gd name="connsiteY12" fmla="*/ 1666875 h 1683289"/>
                <a:gd name="connsiteX13" fmla="*/ 1775812 w 2058355"/>
                <a:gd name="connsiteY13" fmla="*/ 1683016 h 1683289"/>
                <a:gd name="connsiteX14" fmla="*/ 2058355 w 2058355"/>
                <a:gd name="connsiteY14" fmla="*/ 1669870 h 1683289"/>
                <a:gd name="connsiteX0" fmla="*/ 973740 w 1992046"/>
                <a:gd name="connsiteY0" fmla="*/ 0 h 1728025"/>
                <a:gd name="connsiteX1" fmla="*/ 939053 w 1992046"/>
                <a:gd name="connsiteY1" fmla="*/ 214042 h 1728025"/>
                <a:gd name="connsiteX2" fmla="*/ 660243 w 1992046"/>
                <a:gd name="connsiteY2" fmla="*/ 293448 h 1728025"/>
                <a:gd name="connsiteX3" fmla="*/ 436318 w 1992046"/>
                <a:gd name="connsiteY3" fmla="*/ 198732 h 1728025"/>
                <a:gd name="connsiteX4" fmla="*/ 193413 w 1992046"/>
                <a:gd name="connsiteY4" fmla="*/ 459846 h 1728025"/>
                <a:gd name="connsiteX5" fmla="*/ 308 w 1992046"/>
                <a:gd name="connsiteY5" fmla="*/ 858140 h 1728025"/>
                <a:gd name="connsiteX6" fmla="*/ 66423 w 1992046"/>
                <a:gd name="connsiteY6" fmla="*/ 1140531 h 1728025"/>
                <a:gd name="connsiteX7" fmla="*/ 207642 w 1992046"/>
                <a:gd name="connsiteY7" fmla="*/ 1363350 h 1728025"/>
                <a:gd name="connsiteX8" fmla="*/ 258654 w 1992046"/>
                <a:gd name="connsiteY8" fmla="*/ 1422551 h 1728025"/>
                <a:gd name="connsiteX9" fmla="*/ 449960 w 1992046"/>
                <a:gd name="connsiteY9" fmla="*/ 1572107 h 1728025"/>
                <a:gd name="connsiteX10" fmla="*/ 583477 w 1992046"/>
                <a:gd name="connsiteY10" fmla="*/ 1621529 h 1728025"/>
                <a:gd name="connsiteX11" fmla="*/ 958027 w 1992046"/>
                <a:gd name="connsiteY11" fmla="*/ 1666875 h 1728025"/>
                <a:gd name="connsiteX12" fmla="*/ 1200345 w 1992046"/>
                <a:gd name="connsiteY12" fmla="*/ 1666875 h 1728025"/>
                <a:gd name="connsiteX13" fmla="*/ 1775812 w 1992046"/>
                <a:gd name="connsiteY13" fmla="*/ 1683016 h 1728025"/>
                <a:gd name="connsiteX14" fmla="*/ 1992046 w 1992046"/>
                <a:gd name="connsiteY14" fmla="*/ 1728025 h 1728025"/>
                <a:gd name="connsiteX0" fmla="*/ 1041326 w 1992046"/>
                <a:gd name="connsiteY0" fmla="*/ 1 h 1691318"/>
                <a:gd name="connsiteX1" fmla="*/ 939053 w 1992046"/>
                <a:gd name="connsiteY1" fmla="*/ 177335 h 1691318"/>
                <a:gd name="connsiteX2" fmla="*/ 660243 w 1992046"/>
                <a:gd name="connsiteY2" fmla="*/ 256741 h 1691318"/>
                <a:gd name="connsiteX3" fmla="*/ 436318 w 1992046"/>
                <a:gd name="connsiteY3" fmla="*/ 162025 h 1691318"/>
                <a:gd name="connsiteX4" fmla="*/ 193413 w 1992046"/>
                <a:gd name="connsiteY4" fmla="*/ 423139 h 1691318"/>
                <a:gd name="connsiteX5" fmla="*/ 308 w 1992046"/>
                <a:gd name="connsiteY5" fmla="*/ 821433 h 1691318"/>
                <a:gd name="connsiteX6" fmla="*/ 66423 w 1992046"/>
                <a:gd name="connsiteY6" fmla="*/ 1103824 h 1691318"/>
                <a:gd name="connsiteX7" fmla="*/ 207642 w 1992046"/>
                <a:gd name="connsiteY7" fmla="*/ 1326643 h 1691318"/>
                <a:gd name="connsiteX8" fmla="*/ 258654 w 1992046"/>
                <a:gd name="connsiteY8" fmla="*/ 1385844 h 1691318"/>
                <a:gd name="connsiteX9" fmla="*/ 449960 w 1992046"/>
                <a:gd name="connsiteY9" fmla="*/ 1535400 h 1691318"/>
                <a:gd name="connsiteX10" fmla="*/ 583477 w 1992046"/>
                <a:gd name="connsiteY10" fmla="*/ 1584822 h 1691318"/>
                <a:gd name="connsiteX11" fmla="*/ 958027 w 1992046"/>
                <a:gd name="connsiteY11" fmla="*/ 1630168 h 1691318"/>
                <a:gd name="connsiteX12" fmla="*/ 1200345 w 1992046"/>
                <a:gd name="connsiteY12" fmla="*/ 1630168 h 1691318"/>
                <a:gd name="connsiteX13" fmla="*/ 1775812 w 1992046"/>
                <a:gd name="connsiteY13" fmla="*/ 1646309 h 1691318"/>
                <a:gd name="connsiteX14" fmla="*/ 1992046 w 1992046"/>
                <a:gd name="connsiteY14" fmla="*/ 1691318 h 1691318"/>
                <a:gd name="connsiteX0" fmla="*/ 1041326 w 1992046"/>
                <a:gd name="connsiteY0" fmla="*/ 0 h 1691317"/>
                <a:gd name="connsiteX1" fmla="*/ 1005420 w 1992046"/>
                <a:gd name="connsiteY1" fmla="*/ 251982 h 1691317"/>
                <a:gd name="connsiteX2" fmla="*/ 660243 w 1992046"/>
                <a:gd name="connsiteY2" fmla="*/ 256740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378591 w 1992046"/>
                <a:gd name="connsiteY3" fmla="*/ 246478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2046" h="1691317">
                  <a:moveTo>
                    <a:pt x="1041326" y="0"/>
                  </a:moveTo>
                  <a:cubicBezTo>
                    <a:pt x="1029879" y="22454"/>
                    <a:pt x="1066479" y="198139"/>
                    <a:pt x="1005420" y="251982"/>
                  </a:cubicBezTo>
                  <a:cubicBezTo>
                    <a:pt x="944361" y="305825"/>
                    <a:pt x="779442" y="323975"/>
                    <a:pt x="674971" y="323058"/>
                  </a:cubicBezTo>
                  <a:cubicBezTo>
                    <a:pt x="570500" y="322141"/>
                    <a:pt x="458851" y="229798"/>
                    <a:pt x="378591" y="246478"/>
                  </a:cubicBezTo>
                  <a:cubicBezTo>
                    <a:pt x="298331" y="263158"/>
                    <a:pt x="256460" y="327312"/>
                    <a:pt x="193413" y="423138"/>
                  </a:cubicBezTo>
                  <a:cubicBezTo>
                    <a:pt x="130366" y="518964"/>
                    <a:pt x="5549" y="676409"/>
                    <a:pt x="308" y="821432"/>
                  </a:cubicBezTo>
                  <a:cubicBezTo>
                    <a:pt x="-3224" y="917865"/>
                    <a:pt x="23951" y="1013048"/>
                    <a:pt x="66423" y="1103823"/>
                  </a:cubicBezTo>
                  <a:cubicBezTo>
                    <a:pt x="102905" y="1181868"/>
                    <a:pt x="150513" y="1256418"/>
                    <a:pt x="207642" y="1326642"/>
                  </a:cubicBezTo>
                  <a:cubicBezTo>
                    <a:pt x="223931" y="1346693"/>
                    <a:pt x="240848" y="1366543"/>
                    <a:pt x="258654" y="1385843"/>
                  </a:cubicBezTo>
                  <a:cubicBezTo>
                    <a:pt x="312072" y="1443745"/>
                    <a:pt x="373494" y="1496709"/>
                    <a:pt x="449960" y="1535399"/>
                  </a:cubicBezTo>
                  <a:cubicBezTo>
                    <a:pt x="491471" y="1556448"/>
                    <a:pt x="536511" y="1572590"/>
                    <a:pt x="583477" y="1584821"/>
                  </a:cubicBezTo>
                  <a:cubicBezTo>
                    <a:pt x="703833" y="1616189"/>
                    <a:pt x="831037" y="1627172"/>
                    <a:pt x="958027" y="1630167"/>
                  </a:cubicBezTo>
                  <a:cubicBezTo>
                    <a:pt x="1038799" y="1632081"/>
                    <a:pt x="1119572" y="1630417"/>
                    <a:pt x="1200345" y="1630167"/>
                  </a:cubicBezTo>
                  <a:cubicBezTo>
                    <a:pt x="1392381" y="1629502"/>
                    <a:pt x="1643862" y="1636116"/>
                    <a:pt x="1775812" y="1646308"/>
                  </a:cubicBezTo>
                  <a:cubicBezTo>
                    <a:pt x="1907762" y="1656500"/>
                    <a:pt x="1889889" y="1685964"/>
                    <a:pt x="1992046" y="1691317"/>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3ACDDDBB-E801-E3BE-8DD2-C94D85A424FE}"/>
                </a:ext>
              </a:extLst>
            </p:cNvPr>
            <p:cNvSpPr/>
            <p:nvPr userDrawn="1"/>
          </p:nvSpPr>
          <p:spPr>
            <a:xfrm rot="8899819" flipV="1">
              <a:off x="-371031" y="2110595"/>
              <a:ext cx="1669674" cy="1022139"/>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58427 w 2166893"/>
                <a:gd name="connsiteY0" fmla="*/ 0 h 1032028"/>
                <a:gd name="connsiteX1" fmla="*/ 902551 w 2166893"/>
                <a:gd name="connsiteY1" fmla="*/ 98263 h 1032028"/>
                <a:gd name="connsiteX2" fmla="*/ 746675 w 2166893"/>
                <a:gd name="connsiteY2" fmla="*/ 98263 h 1032028"/>
                <a:gd name="connsiteX3" fmla="*/ 534419 w 2166893"/>
                <a:gd name="connsiteY3" fmla="*/ 62736 h 1032028"/>
                <a:gd name="connsiteX4" fmla="*/ 271026 w 2166893"/>
                <a:gd name="connsiteY4" fmla="*/ 73219 h 1032028"/>
                <a:gd name="connsiteX5" fmla="*/ 131304 w 2166893"/>
                <a:gd name="connsiteY5" fmla="*/ 144274 h 1032028"/>
                <a:gd name="connsiteX6" fmla="*/ 23786 w 2166893"/>
                <a:gd name="connsiteY6" fmla="*/ 280229 h 1032028"/>
                <a:gd name="connsiteX7" fmla="*/ 2282 w 2166893"/>
                <a:gd name="connsiteY7" fmla="*/ 443307 h 1032028"/>
                <a:gd name="connsiteX8" fmla="*/ 88298 w 2166893"/>
                <a:gd name="connsiteY8" fmla="*/ 683764 h 1032028"/>
                <a:gd name="connsiteX9" fmla="*/ 151164 w 2166893"/>
                <a:gd name="connsiteY9" fmla="*/ 773676 h 1032028"/>
                <a:gd name="connsiteX10" fmla="*/ 231762 w 2166893"/>
                <a:gd name="connsiteY10" fmla="*/ 854165 h 1032028"/>
                <a:gd name="connsiteX11" fmla="*/ 524683 w 2166893"/>
                <a:gd name="connsiteY11" fmla="*/ 995360 h 1032028"/>
                <a:gd name="connsiteX12" fmla="*/ 627068 w 2166893"/>
                <a:gd name="connsiteY12" fmla="*/ 1011501 h 1032028"/>
                <a:gd name="connsiteX13" fmla="*/ 1017130 w 2166893"/>
                <a:gd name="connsiteY13" fmla="*/ 1028642 h 1032028"/>
                <a:gd name="connsiteX14" fmla="*/ 1282851 w 2166893"/>
                <a:gd name="connsiteY14" fmla="*/ 952591 h 1032028"/>
                <a:gd name="connsiteX15" fmla="*/ 1535467 w 2166893"/>
                <a:gd name="connsiteY15" fmla="*/ 1004429 h 1032028"/>
                <a:gd name="connsiteX16" fmla="*/ 1846173 w 2166893"/>
                <a:gd name="connsiteY16" fmla="*/ 957932 h 1032028"/>
                <a:gd name="connsiteX17" fmla="*/ 2166893 w 2166893"/>
                <a:gd name="connsiteY17" fmla="*/ 1001677 h 1032028"/>
                <a:gd name="connsiteX0" fmla="*/ 1058427 w 1846173"/>
                <a:gd name="connsiteY0" fmla="*/ 0 h 1032028"/>
                <a:gd name="connsiteX1" fmla="*/ 902551 w 1846173"/>
                <a:gd name="connsiteY1" fmla="*/ 98263 h 1032028"/>
                <a:gd name="connsiteX2" fmla="*/ 746675 w 1846173"/>
                <a:gd name="connsiteY2" fmla="*/ 98263 h 1032028"/>
                <a:gd name="connsiteX3" fmla="*/ 534419 w 1846173"/>
                <a:gd name="connsiteY3" fmla="*/ 62736 h 1032028"/>
                <a:gd name="connsiteX4" fmla="*/ 271026 w 1846173"/>
                <a:gd name="connsiteY4" fmla="*/ 73219 h 1032028"/>
                <a:gd name="connsiteX5" fmla="*/ 131304 w 1846173"/>
                <a:gd name="connsiteY5" fmla="*/ 144274 h 1032028"/>
                <a:gd name="connsiteX6" fmla="*/ 23786 w 1846173"/>
                <a:gd name="connsiteY6" fmla="*/ 280229 h 1032028"/>
                <a:gd name="connsiteX7" fmla="*/ 2282 w 1846173"/>
                <a:gd name="connsiteY7" fmla="*/ 443307 h 1032028"/>
                <a:gd name="connsiteX8" fmla="*/ 88298 w 1846173"/>
                <a:gd name="connsiteY8" fmla="*/ 683764 h 1032028"/>
                <a:gd name="connsiteX9" fmla="*/ 151164 w 1846173"/>
                <a:gd name="connsiteY9" fmla="*/ 773676 h 1032028"/>
                <a:gd name="connsiteX10" fmla="*/ 231762 w 1846173"/>
                <a:gd name="connsiteY10" fmla="*/ 854165 h 1032028"/>
                <a:gd name="connsiteX11" fmla="*/ 524683 w 1846173"/>
                <a:gd name="connsiteY11" fmla="*/ 995360 h 1032028"/>
                <a:gd name="connsiteX12" fmla="*/ 627068 w 1846173"/>
                <a:gd name="connsiteY12" fmla="*/ 1011501 h 1032028"/>
                <a:gd name="connsiteX13" fmla="*/ 1017130 w 1846173"/>
                <a:gd name="connsiteY13" fmla="*/ 1028642 h 1032028"/>
                <a:gd name="connsiteX14" fmla="*/ 1282851 w 1846173"/>
                <a:gd name="connsiteY14" fmla="*/ 952591 h 1032028"/>
                <a:gd name="connsiteX15" fmla="*/ 1535467 w 1846173"/>
                <a:gd name="connsiteY15" fmla="*/ 1004429 h 1032028"/>
                <a:gd name="connsiteX16" fmla="*/ 1846173 w 1846173"/>
                <a:gd name="connsiteY16" fmla="*/ 957932 h 1032028"/>
                <a:gd name="connsiteX0" fmla="*/ 1058427 w 1535467"/>
                <a:gd name="connsiteY0" fmla="*/ 0 h 1032028"/>
                <a:gd name="connsiteX1" fmla="*/ 902551 w 1535467"/>
                <a:gd name="connsiteY1" fmla="*/ 98263 h 1032028"/>
                <a:gd name="connsiteX2" fmla="*/ 746675 w 1535467"/>
                <a:gd name="connsiteY2" fmla="*/ 98263 h 1032028"/>
                <a:gd name="connsiteX3" fmla="*/ 534419 w 1535467"/>
                <a:gd name="connsiteY3" fmla="*/ 62736 h 1032028"/>
                <a:gd name="connsiteX4" fmla="*/ 271026 w 1535467"/>
                <a:gd name="connsiteY4" fmla="*/ 73219 h 1032028"/>
                <a:gd name="connsiteX5" fmla="*/ 131304 w 1535467"/>
                <a:gd name="connsiteY5" fmla="*/ 144274 h 1032028"/>
                <a:gd name="connsiteX6" fmla="*/ 23786 w 1535467"/>
                <a:gd name="connsiteY6" fmla="*/ 280229 h 1032028"/>
                <a:gd name="connsiteX7" fmla="*/ 2282 w 1535467"/>
                <a:gd name="connsiteY7" fmla="*/ 443307 h 1032028"/>
                <a:gd name="connsiteX8" fmla="*/ 88298 w 1535467"/>
                <a:gd name="connsiteY8" fmla="*/ 683764 h 1032028"/>
                <a:gd name="connsiteX9" fmla="*/ 151164 w 1535467"/>
                <a:gd name="connsiteY9" fmla="*/ 773676 h 1032028"/>
                <a:gd name="connsiteX10" fmla="*/ 231762 w 1535467"/>
                <a:gd name="connsiteY10" fmla="*/ 854165 h 1032028"/>
                <a:gd name="connsiteX11" fmla="*/ 524683 w 1535467"/>
                <a:gd name="connsiteY11" fmla="*/ 995360 h 1032028"/>
                <a:gd name="connsiteX12" fmla="*/ 627068 w 1535467"/>
                <a:gd name="connsiteY12" fmla="*/ 1011501 h 1032028"/>
                <a:gd name="connsiteX13" fmla="*/ 1017130 w 1535467"/>
                <a:gd name="connsiteY13" fmla="*/ 1028642 h 1032028"/>
                <a:gd name="connsiteX14" fmla="*/ 1282851 w 1535467"/>
                <a:gd name="connsiteY14" fmla="*/ 952591 h 1032028"/>
                <a:gd name="connsiteX15" fmla="*/ 1535467 w 1535467"/>
                <a:gd name="connsiteY15" fmla="*/ 1004429 h 1032028"/>
                <a:gd name="connsiteX0" fmla="*/ 1058427 w 1669674"/>
                <a:gd name="connsiteY0" fmla="*/ 0 h 1032028"/>
                <a:gd name="connsiteX1" fmla="*/ 902551 w 1669674"/>
                <a:gd name="connsiteY1" fmla="*/ 98263 h 1032028"/>
                <a:gd name="connsiteX2" fmla="*/ 746675 w 1669674"/>
                <a:gd name="connsiteY2" fmla="*/ 98263 h 1032028"/>
                <a:gd name="connsiteX3" fmla="*/ 534419 w 1669674"/>
                <a:gd name="connsiteY3" fmla="*/ 62736 h 1032028"/>
                <a:gd name="connsiteX4" fmla="*/ 271026 w 1669674"/>
                <a:gd name="connsiteY4" fmla="*/ 73219 h 1032028"/>
                <a:gd name="connsiteX5" fmla="*/ 131304 w 1669674"/>
                <a:gd name="connsiteY5" fmla="*/ 144274 h 1032028"/>
                <a:gd name="connsiteX6" fmla="*/ 23786 w 1669674"/>
                <a:gd name="connsiteY6" fmla="*/ 280229 h 1032028"/>
                <a:gd name="connsiteX7" fmla="*/ 2282 w 1669674"/>
                <a:gd name="connsiteY7" fmla="*/ 443307 h 1032028"/>
                <a:gd name="connsiteX8" fmla="*/ 88298 w 1669674"/>
                <a:gd name="connsiteY8" fmla="*/ 683764 h 1032028"/>
                <a:gd name="connsiteX9" fmla="*/ 151164 w 1669674"/>
                <a:gd name="connsiteY9" fmla="*/ 773676 h 1032028"/>
                <a:gd name="connsiteX10" fmla="*/ 231762 w 1669674"/>
                <a:gd name="connsiteY10" fmla="*/ 854165 h 1032028"/>
                <a:gd name="connsiteX11" fmla="*/ 524683 w 1669674"/>
                <a:gd name="connsiteY11" fmla="*/ 995360 h 1032028"/>
                <a:gd name="connsiteX12" fmla="*/ 627068 w 1669674"/>
                <a:gd name="connsiteY12" fmla="*/ 1011501 h 1032028"/>
                <a:gd name="connsiteX13" fmla="*/ 1017130 w 1669674"/>
                <a:gd name="connsiteY13" fmla="*/ 1028642 h 1032028"/>
                <a:gd name="connsiteX14" fmla="*/ 1282851 w 1669674"/>
                <a:gd name="connsiteY14" fmla="*/ 952591 h 1032028"/>
                <a:gd name="connsiteX15" fmla="*/ 1669674 w 1669674"/>
                <a:gd name="connsiteY15" fmla="*/ 998358 h 1032028"/>
                <a:gd name="connsiteX0" fmla="*/ 1058427 w 1669674"/>
                <a:gd name="connsiteY0" fmla="*/ 33984 h 1066012"/>
                <a:gd name="connsiteX1" fmla="*/ 902551 w 1669674"/>
                <a:gd name="connsiteY1" fmla="*/ 132247 h 1066012"/>
                <a:gd name="connsiteX2" fmla="*/ 746675 w 1669674"/>
                <a:gd name="connsiteY2" fmla="*/ 132247 h 1066012"/>
                <a:gd name="connsiteX3" fmla="*/ 534419 w 1669674"/>
                <a:gd name="connsiteY3" fmla="*/ 96720 h 1066012"/>
                <a:gd name="connsiteX4" fmla="*/ 265476 w 1669674"/>
                <a:gd name="connsiteY4" fmla="*/ 3740 h 1066012"/>
                <a:gd name="connsiteX5" fmla="*/ 131304 w 1669674"/>
                <a:gd name="connsiteY5" fmla="*/ 178258 h 1066012"/>
                <a:gd name="connsiteX6" fmla="*/ 23786 w 1669674"/>
                <a:gd name="connsiteY6" fmla="*/ 314213 h 1066012"/>
                <a:gd name="connsiteX7" fmla="*/ 2282 w 1669674"/>
                <a:gd name="connsiteY7" fmla="*/ 477291 h 1066012"/>
                <a:gd name="connsiteX8" fmla="*/ 88298 w 1669674"/>
                <a:gd name="connsiteY8" fmla="*/ 717748 h 1066012"/>
                <a:gd name="connsiteX9" fmla="*/ 151164 w 1669674"/>
                <a:gd name="connsiteY9" fmla="*/ 807660 h 1066012"/>
                <a:gd name="connsiteX10" fmla="*/ 231762 w 1669674"/>
                <a:gd name="connsiteY10" fmla="*/ 888149 h 1066012"/>
                <a:gd name="connsiteX11" fmla="*/ 524683 w 1669674"/>
                <a:gd name="connsiteY11" fmla="*/ 1029344 h 1066012"/>
                <a:gd name="connsiteX12" fmla="*/ 627068 w 1669674"/>
                <a:gd name="connsiteY12" fmla="*/ 1045485 h 1066012"/>
                <a:gd name="connsiteX13" fmla="*/ 1017130 w 1669674"/>
                <a:gd name="connsiteY13" fmla="*/ 1062626 h 1066012"/>
                <a:gd name="connsiteX14" fmla="*/ 1282851 w 1669674"/>
                <a:gd name="connsiteY14" fmla="*/ 986575 h 1066012"/>
                <a:gd name="connsiteX15" fmla="*/ 1669674 w 1669674"/>
                <a:gd name="connsiteY15" fmla="*/ 1032342 h 1066012"/>
                <a:gd name="connsiteX0" fmla="*/ 1058427 w 1669674"/>
                <a:gd name="connsiteY0" fmla="*/ 32796 h 1064824"/>
                <a:gd name="connsiteX1" fmla="*/ 902551 w 1669674"/>
                <a:gd name="connsiteY1" fmla="*/ 131059 h 1064824"/>
                <a:gd name="connsiteX2" fmla="*/ 746675 w 1669674"/>
                <a:gd name="connsiteY2" fmla="*/ 131059 h 1064824"/>
                <a:gd name="connsiteX3" fmla="*/ 546549 w 1669674"/>
                <a:gd name="connsiteY3" fmla="*/ 77007 h 1064824"/>
                <a:gd name="connsiteX4" fmla="*/ 265476 w 1669674"/>
                <a:gd name="connsiteY4" fmla="*/ 2552 h 1064824"/>
                <a:gd name="connsiteX5" fmla="*/ 131304 w 1669674"/>
                <a:gd name="connsiteY5" fmla="*/ 177070 h 1064824"/>
                <a:gd name="connsiteX6" fmla="*/ 23786 w 1669674"/>
                <a:gd name="connsiteY6" fmla="*/ 313025 h 1064824"/>
                <a:gd name="connsiteX7" fmla="*/ 2282 w 1669674"/>
                <a:gd name="connsiteY7" fmla="*/ 476103 h 1064824"/>
                <a:gd name="connsiteX8" fmla="*/ 88298 w 1669674"/>
                <a:gd name="connsiteY8" fmla="*/ 716560 h 1064824"/>
                <a:gd name="connsiteX9" fmla="*/ 151164 w 1669674"/>
                <a:gd name="connsiteY9" fmla="*/ 806472 h 1064824"/>
                <a:gd name="connsiteX10" fmla="*/ 231762 w 1669674"/>
                <a:gd name="connsiteY10" fmla="*/ 886961 h 1064824"/>
                <a:gd name="connsiteX11" fmla="*/ 524683 w 1669674"/>
                <a:gd name="connsiteY11" fmla="*/ 1028156 h 1064824"/>
                <a:gd name="connsiteX12" fmla="*/ 627068 w 1669674"/>
                <a:gd name="connsiteY12" fmla="*/ 1044297 h 1064824"/>
                <a:gd name="connsiteX13" fmla="*/ 1017130 w 1669674"/>
                <a:gd name="connsiteY13" fmla="*/ 1061438 h 1064824"/>
                <a:gd name="connsiteX14" fmla="*/ 1282851 w 1669674"/>
                <a:gd name="connsiteY14" fmla="*/ 985387 h 1064824"/>
                <a:gd name="connsiteX15" fmla="*/ 1669674 w 1669674"/>
                <a:gd name="connsiteY15" fmla="*/ 1031154 h 1064824"/>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9674" h="1122047">
                  <a:moveTo>
                    <a:pt x="1060433" y="0"/>
                  </a:moveTo>
                  <a:cubicBezTo>
                    <a:pt x="1040805" y="98478"/>
                    <a:pt x="954844" y="156902"/>
                    <a:pt x="902551" y="188282"/>
                  </a:cubicBezTo>
                  <a:cubicBezTo>
                    <a:pt x="850258" y="219662"/>
                    <a:pt x="806009" y="197291"/>
                    <a:pt x="746675" y="188282"/>
                  </a:cubicBezTo>
                  <a:cubicBezTo>
                    <a:pt x="687341" y="179273"/>
                    <a:pt x="626749" y="155648"/>
                    <a:pt x="546549" y="134230"/>
                  </a:cubicBezTo>
                  <a:cubicBezTo>
                    <a:pt x="466349" y="112812"/>
                    <a:pt x="334684" y="43098"/>
                    <a:pt x="265476" y="59775"/>
                  </a:cubicBezTo>
                  <a:cubicBezTo>
                    <a:pt x="196269" y="76452"/>
                    <a:pt x="171586" y="182548"/>
                    <a:pt x="131304" y="234293"/>
                  </a:cubicBezTo>
                  <a:cubicBezTo>
                    <a:pt x="91022" y="286038"/>
                    <a:pt x="45610" y="319162"/>
                    <a:pt x="23786" y="370248"/>
                  </a:cubicBezTo>
                  <a:cubicBezTo>
                    <a:pt x="1319" y="422582"/>
                    <a:pt x="-3602" y="478246"/>
                    <a:pt x="2282" y="533326"/>
                  </a:cubicBezTo>
                  <a:cubicBezTo>
                    <a:pt x="11161" y="616779"/>
                    <a:pt x="43256" y="697653"/>
                    <a:pt x="88298" y="773783"/>
                  </a:cubicBezTo>
                  <a:cubicBezTo>
                    <a:pt x="106699" y="804859"/>
                    <a:pt x="127453" y="835062"/>
                    <a:pt x="151164" y="863695"/>
                  </a:cubicBezTo>
                  <a:cubicBezTo>
                    <a:pt x="174874" y="892327"/>
                    <a:pt x="201539" y="919389"/>
                    <a:pt x="231762" y="944184"/>
                  </a:cubicBezTo>
                  <a:cubicBezTo>
                    <a:pt x="312107" y="1010081"/>
                    <a:pt x="412458" y="1060501"/>
                    <a:pt x="524683" y="1085379"/>
                  </a:cubicBezTo>
                  <a:cubicBezTo>
                    <a:pt x="558277" y="1092867"/>
                    <a:pt x="592512" y="1097859"/>
                    <a:pt x="627068" y="1101520"/>
                  </a:cubicBezTo>
                  <a:cubicBezTo>
                    <a:pt x="756304" y="1115165"/>
                    <a:pt x="907833" y="1128479"/>
                    <a:pt x="1017130" y="1118661"/>
                  </a:cubicBezTo>
                  <a:cubicBezTo>
                    <a:pt x="1126427" y="1108843"/>
                    <a:pt x="1174094" y="1047657"/>
                    <a:pt x="1282851" y="1042610"/>
                  </a:cubicBezTo>
                  <a:cubicBezTo>
                    <a:pt x="1391608" y="1037563"/>
                    <a:pt x="1575787" y="1087487"/>
                    <a:pt x="1669674" y="1088377"/>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E85F3559-B565-567A-DD6C-00A4CE840180}"/>
                </a:ext>
              </a:extLst>
            </p:cNvPr>
            <p:cNvSpPr/>
            <p:nvPr userDrawn="1"/>
          </p:nvSpPr>
          <p:spPr>
            <a:xfrm rot="8532079" flipV="1">
              <a:off x="-265003" y="2326916"/>
              <a:ext cx="1254573" cy="688704"/>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87285 w 1736717"/>
                <a:gd name="connsiteY0" fmla="*/ 1 h 900382"/>
                <a:gd name="connsiteX1" fmla="*/ 1050987 w 1736717"/>
                <a:gd name="connsiteY1" fmla="*/ 169315 h 900382"/>
                <a:gd name="connsiteX2" fmla="*/ 961147 w 1736717"/>
                <a:gd name="connsiteY2" fmla="*/ 389751 h 900382"/>
                <a:gd name="connsiteX3" fmla="*/ 699038 w 1736717"/>
                <a:gd name="connsiteY3" fmla="*/ 465146 h 900382"/>
                <a:gd name="connsiteX4" fmla="*/ 443601 w 1736717"/>
                <a:gd name="connsiteY4" fmla="*/ 389646 h 900382"/>
                <a:gd name="connsiteX5" fmla="*/ 134723 w 1736717"/>
                <a:gd name="connsiteY5" fmla="*/ 341890 h 900382"/>
                <a:gd name="connsiteX6" fmla="*/ 20904 w 1736717"/>
                <a:gd name="connsiteY6" fmla="*/ 524280 h 900382"/>
                <a:gd name="connsiteX7" fmla="*/ 2519 w 1736717"/>
                <a:gd name="connsiteY7" fmla="*/ 640074 h 900382"/>
                <a:gd name="connsiteX8" fmla="*/ 52852 w 1736717"/>
                <a:gd name="connsiteY8" fmla="*/ 764232 h 900382"/>
                <a:gd name="connsiteX9" fmla="*/ 85202 w 1736717"/>
                <a:gd name="connsiteY9" fmla="*/ 799134 h 900382"/>
                <a:gd name="connsiteX10" fmla="*/ 403278 w 1736717"/>
                <a:gd name="connsiteY10" fmla="*/ 894410 h 900382"/>
                <a:gd name="connsiteX11" fmla="*/ 804257 w 1736717"/>
                <a:gd name="connsiteY11" fmla="*/ 883170 h 900382"/>
                <a:gd name="connsiteX12" fmla="*/ 1076201 w 1736717"/>
                <a:gd name="connsiteY12" fmla="*/ 827146 h 900382"/>
                <a:gd name="connsiteX13" fmla="*/ 1548418 w 1736717"/>
                <a:gd name="connsiteY13" fmla="*/ 889023 h 900382"/>
                <a:gd name="connsiteX14" fmla="*/ 1736717 w 1736717"/>
                <a:gd name="connsiteY14" fmla="*/ 802199 h 900382"/>
                <a:gd name="connsiteX0" fmla="*/ 1224796 w 1874228"/>
                <a:gd name="connsiteY0" fmla="*/ 0 h 900381"/>
                <a:gd name="connsiteX1" fmla="*/ 1188498 w 1874228"/>
                <a:gd name="connsiteY1" fmla="*/ 169314 h 900381"/>
                <a:gd name="connsiteX2" fmla="*/ 1098658 w 1874228"/>
                <a:gd name="connsiteY2" fmla="*/ 389750 h 900381"/>
                <a:gd name="connsiteX3" fmla="*/ 836549 w 1874228"/>
                <a:gd name="connsiteY3" fmla="*/ 465145 h 900381"/>
                <a:gd name="connsiteX4" fmla="*/ 581112 w 1874228"/>
                <a:gd name="connsiteY4" fmla="*/ 389645 h 900381"/>
                <a:gd name="connsiteX5" fmla="*/ 272234 w 1874228"/>
                <a:gd name="connsiteY5" fmla="*/ 341889 h 900381"/>
                <a:gd name="connsiteX6" fmla="*/ 2308 w 1874228"/>
                <a:gd name="connsiteY6" fmla="*/ 410971 h 900381"/>
                <a:gd name="connsiteX7" fmla="*/ 140030 w 1874228"/>
                <a:gd name="connsiteY7" fmla="*/ 640073 h 900381"/>
                <a:gd name="connsiteX8" fmla="*/ 190363 w 1874228"/>
                <a:gd name="connsiteY8" fmla="*/ 764231 h 900381"/>
                <a:gd name="connsiteX9" fmla="*/ 222713 w 1874228"/>
                <a:gd name="connsiteY9" fmla="*/ 799133 h 900381"/>
                <a:gd name="connsiteX10" fmla="*/ 540789 w 1874228"/>
                <a:gd name="connsiteY10" fmla="*/ 894409 h 900381"/>
                <a:gd name="connsiteX11" fmla="*/ 941768 w 1874228"/>
                <a:gd name="connsiteY11" fmla="*/ 883169 h 900381"/>
                <a:gd name="connsiteX12" fmla="*/ 1213712 w 1874228"/>
                <a:gd name="connsiteY12" fmla="*/ 827145 h 900381"/>
                <a:gd name="connsiteX13" fmla="*/ 1685929 w 1874228"/>
                <a:gd name="connsiteY13" fmla="*/ 889022 h 900381"/>
                <a:gd name="connsiteX14" fmla="*/ 1874228 w 1874228"/>
                <a:gd name="connsiteY14" fmla="*/ 802198 h 900381"/>
                <a:gd name="connsiteX0" fmla="*/ 1222489 w 1871921"/>
                <a:gd name="connsiteY0" fmla="*/ 0 h 900381"/>
                <a:gd name="connsiteX1" fmla="*/ 1186191 w 1871921"/>
                <a:gd name="connsiteY1" fmla="*/ 169314 h 900381"/>
                <a:gd name="connsiteX2" fmla="*/ 1096351 w 1871921"/>
                <a:gd name="connsiteY2" fmla="*/ 389750 h 900381"/>
                <a:gd name="connsiteX3" fmla="*/ 834242 w 1871921"/>
                <a:gd name="connsiteY3" fmla="*/ 465145 h 900381"/>
                <a:gd name="connsiteX4" fmla="*/ 578805 w 1871921"/>
                <a:gd name="connsiteY4" fmla="*/ 389645 h 900381"/>
                <a:gd name="connsiteX5" fmla="*/ 136401 w 1871921"/>
                <a:gd name="connsiteY5" fmla="*/ 237443 h 900381"/>
                <a:gd name="connsiteX6" fmla="*/ 1 w 1871921"/>
                <a:gd name="connsiteY6" fmla="*/ 410971 h 900381"/>
                <a:gd name="connsiteX7" fmla="*/ 137723 w 1871921"/>
                <a:gd name="connsiteY7" fmla="*/ 640073 h 900381"/>
                <a:gd name="connsiteX8" fmla="*/ 188056 w 1871921"/>
                <a:gd name="connsiteY8" fmla="*/ 764231 h 900381"/>
                <a:gd name="connsiteX9" fmla="*/ 220406 w 1871921"/>
                <a:gd name="connsiteY9" fmla="*/ 799133 h 900381"/>
                <a:gd name="connsiteX10" fmla="*/ 538482 w 1871921"/>
                <a:gd name="connsiteY10" fmla="*/ 894409 h 900381"/>
                <a:gd name="connsiteX11" fmla="*/ 939461 w 1871921"/>
                <a:gd name="connsiteY11" fmla="*/ 883169 h 900381"/>
                <a:gd name="connsiteX12" fmla="*/ 1211405 w 1871921"/>
                <a:gd name="connsiteY12" fmla="*/ 827145 h 900381"/>
                <a:gd name="connsiteX13" fmla="*/ 1683622 w 1871921"/>
                <a:gd name="connsiteY13" fmla="*/ 889022 h 900381"/>
                <a:gd name="connsiteX14" fmla="*/ 1871921 w 1871921"/>
                <a:gd name="connsiteY14" fmla="*/ 802198 h 900381"/>
                <a:gd name="connsiteX0" fmla="*/ 1222489 w 1871921"/>
                <a:gd name="connsiteY0" fmla="*/ 0 h 904629"/>
                <a:gd name="connsiteX1" fmla="*/ 1186191 w 1871921"/>
                <a:gd name="connsiteY1" fmla="*/ 169314 h 904629"/>
                <a:gd name="connsiteX2" fmla="*/ 1096351 w 1871921"/>
                <a:gd name="connsiteY2" fmla="*/ 389750 h 904629"/>
                <a:gd name="connsiteX3" fmla="*/ 834242 w 1871921"/>
                <a:gd name="connsiteY3" fmla="*/ 465145 h 904629"/>
                <a:gd name="connsiteX4" fmla="*/ 578805 w 1871921"/>
                <a:gd name="connsiteY4" fmla="*/ 389645 h 904629"/>
                <a:gd name="connsiteX5" fmla="*/ 136401 w 1871921"/>
                <a:gd name="connsiteY5" fmla="*/ 237443 h 904629"/>
                <a:gd name="connsiteX6" fmla="*/ 1 w 1871921"/>
                <a:gd name="connsiteY6" fmla="*/ 410971 h 904629"/>
                <a:gd name="connsiteX7" fmla="*/ 137723 w 1871921"/>
                <a:gd name="connsiteY7" fmla="*/ 640073 h 904629"/>
                <a:gd name="connsiteX8" fmla="*/ 188056 w 1871921"/>
                <a:gd name="connsiteY8" fmla="*/ 764231 h 904629"/>
                <a:gd name="connsiteX9" fmla="*/ 538482 w 1871921"/>
                <a:gd name="connsiteY9" fmla="*/ 894409 h 904629"/>
                <a:gd name="connsiteX10" fmla="*/ 939461 w 1871921"/>
                <a:gd name="connsiteY10" fmla="*/ 883169 h 904629"/>
                <a:gd name="connsiteX11" fmla="*/ 1211405 w 1871921"/>
                <a:gd name="connsiteY11" fmla="*/ 827145 h 904629"/>
                <a:gd name="connsiteX12" fmla="*/ 1683622 w 1871921"/>
                <a:gd name="connsiteY12" fmla="*/ 889022 h 904629"/>
                <a:gd name="connsiteX13" fmla="*/ 1871921 w 1871921"/>
                <a:gd name="connsiteY13" fmla="*/ 802198 h 904629"/>
                <a:gd name="connsiteX0" fmla="*/ 1222489 w 1871921"/>
                <a:gd name="connsiteY0" fmla="*/ 0 h 913280"/>
                <a:gd name="connsiteX1" fmla="*/ 1186191 w 1871921"/>
                <a:gd name="connsiteY1" fmla="*/ 169314 h 913280"/>
                <a:gd name="connsiteX2" fmla="*/ 1096351 w 1871921"/>
                <a:gd name="connsiteY2" fmla="*/ 389750 h 913280"/>
                <a:gd name="connsiteX3" fmla="*/ 834242 w 1871921"/>
                <a:gd name="connsiteY3" fmla="*/ 465145 h 913280"/>
                <a:gd name="connsiteX4" fmla="*/ 578805 w 1871921"/>
                <a:gd name="connsiteY4" fmla="*/ 389645 h 913280"/>
                <a:gd name="connsiteX5" fmla="*/ 136401 w 1871921"/>
                <a:gd name="connsiteY5" fmla="*/ 237443 h 913280"/>
                <a:gd name="connsiteX6" fmla="*/ 1 w 1871921"/>
                <a:gd name="connsiteY6" fmla="*/ 410971 h 913280"/>
                <a:gd name="connsiteX7" fmla="*/ 137723 w 1871921"/>
                <a:gd name="connsiteY7" fmla="*/ 640073 h 913280"/>
                <a:gd name="connsiteX8" fmla="*/ 216110 w 1871921"/>
                <a:gd name="connsiteY8" fmla="*/ 893899 h 913280"/>
                <a:gd name="connsiteX9" fmla="*/ 538482 w 1871921"/>
                <a:gd name="connsiteY9" fmla="*/ 894409 h 913280"/>
                <a:gd name="connsiteX10" fmla="*/ 939461 w 1871921"/>
                <a:gd name="connsiteY10" fmla="*/ 883169 h 913280"/>
                <a:gd name="connsiteX11" fmla="*/ 1211405 w 1871921"/>
                <a:gd name="connsiteY11" fmla="*/ 827145 h 913280"/>
                <a:gd name="connsiteX12" fmla="*/ 1683622 w 1871921"/>
                <a:gd name="connsiteY12" fmla="*/ 889022 h 913280"/>
                <a:gd name="connsiteX13" fmla="*/ 1871921 w 1871921"/>
                <a:gd name="connsiteY13" fmla="*/ 802198 h 913280"/>
                <a:gd name="connsiteX0" fmla="*/ 1222489 w 1871921"/>
                <a:gd name="connsiteY0" fmla="*/ 0 h 943360"/>
                <a:gd name="connsiteX1" fmla="*/ 1186191 w 1871921"/>
                <a:gd name="connsiteY1" fmla="*/ 169314 h 943360"/>
                <a:gd name="connsiteX2" fmla="*/ 1096351 w 1871921"/>
                <a:gd name="connsiteY2" fmla="*/ 389750 h 943360"/>
                <a:gd name="connsiteX3" fmla="*/ 834242 w 1871921"/>
                <a:gd name="connsiteY3" fmla="*/ 465145 h 943360"/>
                <a:gd name="connsiteX4" fmla="*/ 578805 w 1871921"/>
                <a:gd name="connsiteY4" fmla="*/ 389645 h 943360"/>
                <a:gd name="connsiteX5" fmla="*/ 136401 w 1871921"/>
                <a:gd name="connsiteY5" fmla="*/ 237443 h 943360"/>
                <a:gd name="connsiteX6" fmla="*/ 1 w 1871921"/>
                <a:gd name="connsiteY6" fmla="*/ 410971 h 943360"/>
                <a:gd name="connsiteX7" fmla="*/ 137723 w 1871921"/>
                <a:gd name="connsiteY7" fmla="*/ 640073 h 943360"/>
                <a:gd name="connsiteX8" fmla="*/ 216110 w 1871921"/>
                <a:gd name="connsiteY8" fmla="*/ 893899 h 943360"/>
                <a:gd name="connsiteX9" fmla="*/ 579416 w 1871921"/>
                <a:gd name="connsiteY9" fmla="*/ 942857 h 943360"/>
                <a:gd name="connsiteX10" fmla="*/ 939461 w 1871921"/>
                <a:gd name="connsiteY10" fmla="*/ 883169 h 943360"/>
                <a:gd name="connsiteX11" fmla="*/ 1211405 w 1871921"/>
                <a:gd name="connsiteY11" fmla="*/ 827145 h 943360"/>
                <a:gd name="connsiteX12" fmla="*/ 1683622 w 1871921"/>
                <a:gd name="connsiteY12" fmla="*/ 889022 h 943360"/>
                <a:gd name="connsiteX13" fmla="*/ 1871921 w 1871921"/>
                <a:gd name="connsiteY13" fmla="*/ 802198 h 94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1921" h="943360">
                  <a:moveTo>
                    <a:pt x="1222489" y="0"/>
                  </a:moveTo>
                  <a:cubicBezTo>
                    <a:pt x="1214042" y="38134"/>
                    <a:pt x="1194638" y="131180"/>
                    <a:pt x="1186191" y="169314"/>
                  </a:cubicBezTo>
                  <a:cubicBezTo>
                    <a:pt x="1167475" y="246212"/>
                    <a:pt x="1155009" y="340445"/>
                    <a:pt x="1096351" y="389750"/>
                  </a:cubicBezTo>
                  <a:cubicBezTo>
                    <a:pt x="1037693" y="439055"/>
                    <a:pt x="920500" y="465163"/>
                    <a:pt x="834242" y="465145"/>
                  </a:cubicBezTo>
                  <a:cubicBezTo>
                    <a:pt x="747984" y="465128"/>
                    <a:pt x="695112" y="427595"/>
                    <a:pt x="578805" y="389645"/>
                  </a:cubicBezTo>
                  <a:cubicBezTo>
                    <a:pt x="462498" y="351695"/>
                    <a:pt x="232868" y="233889"/>
                    <a:pt x="136401" y="237443"/>
                  </a:cubicBezTo>
                  <a:cubicBezTo>
                    <a:pt x="39934" y="240997"/>
                    <a:pt x="-219" y="343866"/>
                    <a:pt x="1" y="410971"/>
                  </a:cubicBezTo>
                  <a:cubicBezTo>
                    <a:pt x="221" y="478076"/>
                    <a:pt x="101705" y="559585"/>
                    <a:pt x="137723" y="640073"/>
                  </a:cubicBezTo>
                  <a:cubicBezTo>
                    <a:pt x="173741" y="720561"/>
                    <a:pt x="142495" y="843435"/>
                    <a:pt x="216110" y="893899"/>
                  </a:cubicBezTo>
                  <a:cubicBezTo>
                    <a:pt x="289725" y="944363"/>
                    <a:pt x="458858" y="944645"/>
                    <a:pt x="579416" y="942857"/>
                  </a:cubicBezTo>
                  <a:cubicBezTo>
                    <a:pt x="699974" y="941069"/>
                    <a:pt x="834130" y="902454"/>
                    <a:pt x="939461" y="883169"/>
                  </a:cubicBezTo>
                  <a:cubicBezTo>
                    <a:pt x="1044793" y="863884"/>
                    <a:pt x="1087378" y="826170"/>
                    <a:pt x="1211405" y="827145"/>
                  </a:cubicBezTo>
                  <a:cubicBezTo>
                    <a:pt x="1335432" y="828120"/>
                    <a:pt x="1527172" y="907310"/>
                    <a:pt x="1683622" y="889022"/>
                  </a:cubicBezTo>
                  <a:cubicBezTo>
                    <a:pt x="1784631" y="892461"/>
                    <a:pt x="1871921" y="802198"/>
                    <a:pt x="1871921" y="802198"/>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5" name="Freeform: Shape 24">
              <a:extLst>
                <a:ext uri="{FF2B5EF4-FFF2-40B4-BE49-F238E27FC236}">
                  <a16:creationId xmlns:a16="http://schemas.microsoft.com/office/drawing/2014/main" id="{7DC3A832-B8D2-A84F-96AA-FA41873E6A94}"/>
                </a:ext>
              </a:extLst>
            </p:cNvPr>
            <p:cNvSpPr/>
            <p:nvPr userDrawn="1"/>
          </p:nvSpPr>
          <p:spPr>
            <a:xfrm rot="16200000" flipV="1">
              <a:off x="10932" y="2308893"/>
              <a:ext cx="6802204" cy="2238304"/>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 name="connsiteX0" fmla="*/ 0 w 6317860"/>
                <a:gd name="connsiteY0" fmla="*/ 1131766 h 2572757"/>
                <a:gd name="connsiteX1" fmla="*/ 587477 w 6317860"/>
                <a:gd name="connsiteY1" fmla="*/ 102642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827957 w 6317860"/>
                <a:gd name="connsiteY14" fmla="*/ 1968816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197697 w 6608926"/>
                <a:gd name="connsiteY23" fmla="*/ 1344267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319416 w 6608926"/>
                <a:gd name="connsiteY23" fmla="*/ 1686968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6319416 w 6608926"/>
                <a:gd name="connsiteY22" fmla="*/ 1686968 h 2572757"/>
                <a:gd name="connsiteX23" fmla="*/ 6608926 w 6608926"/>
                <a:gd name="connsiteY23"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820214 w 6608926"/>
                <a:gd name="connsiteY21" fmla="*/ 1935591 h 2572757"/>
                <a:gd name="connsiteX22" fmla="*/ 6319416 w 6608926"/>
                <a:gd name="connsiteY22" fmla="*/ 1686968 h 2572757"/>
                <a:gd name="connsiteX23" fmla="*/ 6608926 w 6608926"/>
                <a:gd name="connsiteY23" fmla="*/ 1359699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319416 w 6620914"/>
                <a:gd name="connsiteY22" fmla="*/ 1686968 h 2562382"/>
                <a:gd name="connsiteX23" fmla="*/ 6620914 w 6620914"/>
                <a:gd name="connsiteY23" fmla="*/ 1232673 h 2562382"/>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243751 w 6620914"/>
                <a:gd name="connsiteY22" fmla="*/ 1837306 h 2562382"/>
                <a:gd name="connsiteX23" fmla="*/ 6620914 w 6620914"/>
                <a:gd name="connsiteY23" fmla="*/ 1232673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626699 w 6613820"/>
                <a:gd name="connsiteY16" fmla="*/ 2321843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700001 w 6613820"/>
                <a:gd name="connsiteY16" fmla="*/ 2435987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13820" h="2562382">
                  <a:moveTo>
                    <a:pt x="0" y="1131766"/>
                  </a:moveTo>
                  <a:cubicBezTo>
                    <a:pt x="139871" y="1187658"/>
                    <a:pt x="380671" y="843100"/>
                    <a:pt x="539847" y="788041"/>
                  </a:cubicBezTo>
                  <a:cubicBezTo>
                    <a:pt x="699023" y="732982"/>
                    <a:pt x="825643" y="803517"/>
                    <a:pt x="955059" y="801413"/>
                  </a:cubicBezTo>
                  <a:cubicBezTo>
                    <a:pt x="1084475" y="799309"/>
                    <a:pt x="1199823" y="796482"/>
                    <a:pt x="1316344" y="775414"/>
                  </a:cubicBezTo>
                  <a:cubicBezTo>
                    <a:pt x="1432865" y="754346"/>
                    <a:pt x="1557424" y="738588"/>
                    <a:pt x="1654183" y="675003"/>
                  </a:cubicBezTo>
                  <a:cubicBezTo>
                    <a:pt x="1750942" y="611418"/>
                    <a:pt x="1909075" y="500316"/>
                    <a:pt x="1896899" y="393906"/>
                  </a:cubicBezTo>
                  <a:cubicBezTo>
                    <a:pt x="1891047" y="288728"/>
                    <a:pt x="1919634" y="170846"/>
                    <a:pt x="1948775" y="106613"/>
                  </a:cubicBezTo>
                  <a:cubicBezTo>
                    <a:pt x="1977916" y="42380"/>
                    <a:pt x="2017165" y="22507"/>
                    <a:pt x="2071743" y="8506"/>
                  </a:cubicBezTo>
                  <a:cubicBezTo>
                    <a:pt x="2132036" y="-6925"/>
                    <a:pt x="2195663" y="-1019"/>
                    <a:pt x="2252813" y="23460"/>
                  </a:cubicBezTo>
                  <a:cubicBezTo>
                    <a:pt x="2296057" y="41938"/>
                    <a:pt x="2334252" y="70609"/>
                    <a:pt x="2362446" y="108232"/>
                  </a:cubicBezTo>
                  <a:cubicBezTo>
                    <a:pt x="2410833" y="172621"/>
                    <a:pt x="2423977" y="255489"/>
                    <a:pt x="2415595" y="335975"/>
                  </a:cubicBezTo>
                  <a:cubicBezTo>
                    <a:pt x="2403594" y="451418"/>
                    <a:pt x="2336099" y="566920"/>
                    <a:pt x="2310916" y="666778"/>
                  </a:cubicBezTo>
                  <a:cubicBezTo>
                    <a:pt x="2285733" y="766636"/>
                    <a:pt x="2255545" y="858637"/>
                    <a:pt x="2264499" y="935123"/>
                  </a:cubicBezTo>
                  <a:cubicBezTo>
                    <a:pt x="2275071" y="1025801"/>
                    <a:pt x="2509058" y="1280376"/>
                    <a:pt x="2602968" y="1452658"/>
                  </a:cubicBezTo>
                  <a:cubicBezTo>
                    <a:pt x="2696878" y="1624940"/>
                    <a:pt x="2718819" y="1835555"/>
                    <a:pt x="2827957" y="1968816"/>
                  </a:cubicBezTo>
                  <a:cubicBezTo>
                    <a:pt x="2937096" y="2102077"/>
                    <a:pt x="3112458" y="2174360"/>
                    <a:pt x="3257799" y="2252222"/>
                  </a:cubicBezTo>
                  <a:cubicBezTo>
                    <a:pt x="3403140" y="2330084"/>
                    <a:pt x="3547737" y="2393133"/>
                    <a:pt x="3700001" y="2435987"/>
                  </a:cubicBezTo>
                  <a:cubicBezTo>
                    <a:pt x="3852265" y="2478841"/>
                    <a:pt x="4029219" y="2489639"/>
                    <a:pt x="4171381" y="2509348"/>
                  </a:cubicBezTo>
                  <a:cubicBezTo>
                    <a:pt x="4313543" y="2529057"/>
                    <a:pt x="4422688" y="2555729"/>
                    <a:pt x="4552971" y="2554243"/>
                  </a:cubicBezTo>
                  <a:cubicBezTo>
                    <a:pt x="4683254" y="2552757"/>
                    <a:pt x="4816818" y="2594996"/>
                    <a:pt x="4953079" y="2500430"/>
                  </a:cubicBezTo>
                  <a:cubicBezTo>
                    <a:pt x="5089340" y="2405864"/>
                    <a:pt x="5226014" y="2080988"/>
                    <a:pt x="5370536" y="1986848"/>
                  </a:cubicBezTo>
                  <a:cubicBezTo>
                    <a:pt x="5515058" y="1892708"/>
                    <a:pt x="5674678" y="1960515"/>
                    <a:pt x="5820214" y="1935591"/>
                  </a:cubicBezTo>
                  <a:cubicBezTo>
                    <a:pt x="5965750" y="1910667"/>
                    <a:pt x="6084956" y="1917711"/>
                    <a:pt x="6243751" y="1837306"/>
                  </a:cubicBezTo>
                  <a:cubicBezTo>
                    <a:pt x="6321471" y="1771614"/>
                    <a:pt x="6474053" y="1791596"/>
                    <a:pt x="6613820" y="1628004"/>
                  </a:cubicBezTo>
                </a:path>
              </a:pathLst>
            </a:custGeom>
            <a:noFill/>
            <a:ln w="6350" cap="rnd">
              <a:solidFill>
                <a:schemeClr val="tx1">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4AF6EB7A-14C5-F340-2892-59F7C9E6E661}"/>
                </a:ext>
              </a:extLst>
            </p:cNvPr>
            <p:cNvSpPr/>
            <p:nvPr userDrawn="1"/>
          </p:nvSpPr>
          <p:spPr>
            <a:xfrm rot="16200000" flipV="1">
              <a:off x="209463" y="2309879"/>
              <a:ext cx="6822304" cy="2217814"/>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57295 w 5917272"/>
                <a:gd name="connsiteY12" fmla="*/ 1237313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43732 w 5917272"/>
                <a:gd name="connsiteY9" fmla="*/ 2280706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90"/>
                <a:gd name="connsiteX1" fmla="*/ 5709091 w 5917272"/>
                <a:gd name="connsiteY1" fmla="*/ 1435768 h 2483890"/>
                <a:gd name="connsiteX2" fmla="*/ 5419775 w 5917272"/>
                <a:gd name="connsiteY2" fmla="*/ 1614360 h 2483890"/>
                <a:gd name="connsiteX3" fmla="*/ 5114202 w 5917272"/>
                <a:gd name="connsiteY3" fmla="*/ 1978282 h 2483890"/>
                <a:gd name="connsiteX4" fmla="*/ 4771336 w 5917272"/>
                <a:gd name="connsiteY4" fmla="*/ 2252393 h 2483890"/>
                <a:gd name="connsiteX5" fmla="*/ 4588265 w 5917272"/>
                <a:gd name="connsiteY5" fmla="*/ 2406793 h 2483890"/>
                <a:gd name="connsiteX6" fmla="*/ 4303563 w 5917272"/>
                <a:gd name="connsiteY6" fmla="*/ 2483374 h 2483890"/>
                <a:gd name="connsiteX7" fmla="*/ 3777212 w 5917272"/>
                <a:gd name="connsiteY7" fmla="*/ 2416318 h 2483890"/>
                <a:gd name="connsiteX8" fmla="*/ 3256590 w 5917272"/>
                <a:gd name="connsiteY8" fmla="*/ 2341042 h 2483890"/>
                <a:gd name="connsiteX9" fmla="*/ 2943732 w 5917272"/>
                <a:gd name="connsiteY9" fmla="*/ 2280706 h 2483890"/>
                <a:gd name="connsiteX10" fmla="*/ 2652748 w 5917272"/>
                <a:gd name="connsiteY10" fmla="*/ 2104416 h 2483890"/>
                <a:gd name="connsiteX11" fmla="*/ 2431709 w 5917272"/>
                <a:gd name="connsiteY11" fmla="*/ 1783167 h 2483890"/>
                <a:gd name="connsiteX12" fmla="*/ 2187037 w 5917272"/>
                <a:gd name="connsiteY12" fmla="*/ 1180856 h 2483890"/>
                <a:gd name="connsiteX13" fmla="*/ 2223779 w 5917272"/>
                <a:gd name="connsiteY13" fmla="*/ 793448 h 2483890"/>
                <a:gd name="connsiteX14" fmla="*/ 2288549 w 5917272"/>
                <a:gd name="connsiteY14" fmla="*/ 372824 h 2483890"/>
                <a:gd name="connsiteX15" fmla="*/ 2173868 w 5917272"/>
                <a:gd name="connsiteY15" fmla="*/ 168323 h 2483890"/>
                <a:gd name="connsiteX16" fmla="*/ 2037661 w 5917272"/>
                <a:gd name="connsiteY16" fmla="*/ 85169 h 2483890"/>
                <a:gd name="connsiteX17" fmla="*/ 1723622 w 5917272"/>
                <a:gd name="connsiteY17" fmla="*/ 3731 h 2483890"/>
                <a:gd name="connsiteX18" fmla="*/ 1530835 w 5917272"/>
                <a:gd name="connsiteY18" fmla="*/ 48593 h 2483890"/>
                <a:gd name="connsiteX19" fmla="*/ 1158112 w 5917272"/>
                <a:gd name="connsiteY19" fmla="*/ 437665 h 2483890"/>
                <a:gd name="connsiteX20" fmla="*/ 503936 w 5917272"/>
                <a:gd name="connsiteY20" fmla="*/ 237742 h 2483890"/>
                <a:gd name="connsiteX21" fmla="*/ 0 w 5917272"/>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14202 w 6270217"/>
                <a:gd name="connsiteY3" fmla="*/ 1978282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832026 w 6270217"/>
                <a:gd name="connsiteY1" fmla="*/ 1616899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830826 w 6583227"/>
                <a:gd name="connsiteY20" fmla="*/ 237742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7091 w 6583227"/>
                <a:gd name="connsiteY20" fmla="*/ 561401 h 2483890"/>
                <a:gd name="connsiteX21" fmla="*/ 0 w 6583227"/>
                <a:gd name="connsiteY21" fmla="*/ 913479 h 2483890"/>
                <a:gd name="connsiteX0" fmla="*/ 6583227 w 6583227"/>
                <a:gd name="connsiteY0" fmla="*/ 1034211 h 2483746"/>
                <a:gd name="connsiteX1" fmla="*/ 6158916 w 6583227"/>
                <a:gd name="connsiteY1" fmla="*/ 1616899 h 2483746"/>
                <a:gd name="connsiteX2" fmla="*/ 5865634 w 6583227"/>
                <a:gd name="connsiteY2" fmla="*/ 1760205 h 2483746"/>
                <a:gd name="connsiteX3" fmla="*/ 5458938 w 6583227"/>
                <a:gd name="connsiteY3" fmla="*/ 1853608 h 2483746"/>
                <a:gd name="connsiteX4" fmla="*/ 5098226 w 6583227"/>
                <a:gd name="connsiteY4" fmla="*/ 2252393 h 2483746"/>
                <a:gd name="connsiteX5" fmla="*/ 4915155 w 6583227"/>
                <a:gd name="connsiteY5" fmla="*/ 2406793 h 2483746"/>
                <a:gd name="connsiteX6" fmla="*/ 4630453 w 6583227"/>
                <a:gd name="connsiteY6" fmla="*/ 2483374 h 2483746"/>
                <a:gd name="connsiteX7" fmla="*/ 4104102 w 6583227"/>
                <a:gd name="connsiteY7" fmla="*/ 2416318 h 2483746"/>
                <a:gd name="connsiteX8" fmla="*/ 3703161 w 6583227"/>
                <a:gd name="connsiteY8" fmla="*/ 2469107 h 2483746"/>
                <a:gd name="connsiteX9" fmla="*/ 3270622 w 6583227"/>
                <a:gd name="connsiteY9" fmla="*/ 2280706 h 2483746"/>
                <a:gd name="connsiteX10" fmla="*/ 2979638 w 6583227"/>
                <a:gd name="connsiteY10" fmla="*/ 2104416 h 2483746"/>
                <a:gd name="connsiteX11" fmla="*/ 2758599 w 6583227"/>
                <a:gd name="connsiteY11" fmla="*/ 1783167 h 2483746"/>
                <a:gd name="connsiteX12" fmla="*/ 2513927 w 6583227"/>
                <a:gd name="connsiteY12" fmla="*/ 1180856 h 2483746"/>
                <a:gd name="connsiteX13" fmla="*/ 2550669 w 6583227"/>
                <a:gd name="connsiteY13" fmla="*/ 793448 h 2483746"/>
                <a:gd name="connsiteX14" fmla="*/ 2615439 w 6583227"/>
                <a:gd name="connsiteY14" fmla="*/ 372824 h 2483746"/>
                <a:gd name="connsiteX15" fmla="*/ 2500758 w 6583227"/>
                <a:gd name="connsiteY15" fmla="*/ 168323 h 2483746"/>
                <a:gd name="connsiteX16" fmla="*/ 2364551 w 6583227"/>
                <a:gd name="connsiteY16" fmla="*/ 85169 h 2483746"/>
                <a:gd name="connsiteX17" fmla="*/ 2050512 w 6583227"/>
                <a:gd name="connsiteY17" fmla="*/ 3731 h 2483746"/>
                <a:gd name="connsiteX18" fmla="*/ 1857725 w 6583227"/>
                <a:gd name="connsiteY18" fmla="*/ 48593 h 2483746"/>
                <a:gd name="connsiteX19" fmla="*/ 1485002 w 6583227"/>
                <a:gd name="connsiteY19" fmla="*/ 437665 h 2483746"/>
                <a:gd name="connsiteX20" fmla="*/ 757091 w 6583227"/>
                <a:gd name="connsiteY20" fmla="*/ 561401 h 2483746"/>
                <a:gd name="connsiteX21" fmla="*/ 0 w 6583227"/>
                <a:gd name="connsiteY21" fmla="*/ 913479 h 248374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513927 w 6583227"/>
                <a:gd name="connsiteY12" fmla="*/ 1180856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83227" h="2538926">
                  <a:moveTo>
                    <a:pt x="6583227" y="1034211"/>
                  </a:moveTo>
                  <a:cubicBezTo>
                    <a:pt x="6237537" y="1313368"/>
                    <a:pt x="6278515" y="1495900"/>
                    <a:pt x="6158916" y="1616899"/>
                  </a:cubicBezTo>
                  <a:cubicBezTo>
                    <a:pt x="6039317" y="1737898"/>
                    <a:pt x="5982297" y="1720753"/>
                    <a:pt x="5865634" y="1760205"/>
                  </a:cubicBezTo>
                  <a:cubicBezTo>
                    <a:pt x="5748971" y="1799657"/>
                    <a:pt x="5586839" y="1771577"/>
                    <a:pt x="5458938" y="1853608"/>
                  </a:cubicBezTo>
                  <a:cubicBezTo>
                    <a:pt x="5331037" y="1935639"/>
                    <a:pt x="5188857" y="2160196"/>
                    <a:pt x="5098226" y="2252393"/>
                  </a:cubicBezTo>
                  <a:cubicBezTo>
                    <a:pt x="5007596" y="2344591"/>
                    <a:pt x="4984116" y="2366026"/>
                    <a:pt x="4915155" y="2406793"/>
                  </a:cubicBezTo>
                  <a:cubicBezTo>
                    <a:pt x="4829240" y="2457561"/>
                    <a:pt x="4744899" y="2461371"/>
                    <a:pt x="4630453" y="2483374"/>
                  </a:cubicBezTo>
                  <a:cubicBezTo>
                    <a:pt x="4516007" y="2505377"/>
                    <a:pt x="4383026" y="2541192"/>
                    <a:pt x="4228477" y="2538814"/>
                  </a:cubicBezTo>
                  <a:cubicBezTo>
                    <a:pt x="4073928" y="2536436"/>
                    <a:pt x="3862803" y="2512125"/>
                    <a:pt x="3703161" y="2469107"/>
                  </a:cubicBezTo>
                  <a:cubicBezTo>
                    <a:pt x="3543519" y="2426089"/>
                    <a:pt x="3391209" y="2341488"/>
                    <a:pt x="3270622" y="2280706"/>
                  </a:cubicBezTo>
                  <a:cubicBezTo>
                    <a:pt x="3150035" y="2219924"/>
                    <a:pt x="3064975" y="2187339"/>
                    <a:pt x="2979638" y="2104416"/>
                  </a:cubicBezTo>
                  <a:cubicBezTo>
                    <a:pt x="2894301" y="2021493"/>
                    <a:pt x="2836217" y="1937093"/>
                    <a:pt x="2758599" y="1783167"/>
                  </a:cubicBezTo>
                  <a:cubicBezTo>
                    <a:pt x="2680981" y="1629241"/>
                    <a:pt x="2548582" y="1345809"/>
                    <a:pt x="2513927" y="1180856"/>
                  </a:cubicBezTo>
                  <a:cubicBezTo>
                    <a:pt x="2497258" y="1030742"/>
                    <a:pt x="2533750" y="928120"/>
                    <a:pt x="2550669" y="793448"/>
                  </a:cubicBezTo>
                  <a:cubicBezTo>
                    <a:pt x="2567588" y="658776"/>
                    <a:pt x="2643633" y="513890"/>
                    <a:pt x="2615439" y="372824"/>
                  </a:cubicBezTo>
                  <a:cubicBezTo>
                    <a:pt x="2599723" y="294148"/>
                    <a:pt x="2560956" y="221377"/>
                    <a:pt x="2500758" y="168323"/>
                  </a:cubicBezTo>
                  <a:cubicBezTo>
                    <a:pt x="2460658" y="132985"/>
                    <a:pt x="2412938" y="108029"/>
                    <a:pt x="2364551" y="85169"/>
                  </a:cubicBezTo>
                  <a:cubicBezTo>
                    <a:pt x="2264919" y="38306"/>
                    <a:pt x="2159954" y="-1794"/>
                    <a:pt x="2050512" y="3731"/>
                  </a:cubicBezTo>
                  <a:cubicBezTo>
                    <a:pt x="1984313" y="7064"/>
                    <a:pt x="1951977" y="-23729"/>
                    <a:pt x="1857725" y="48593"/>
                  </a:cubicBezTo>
                  <a:cubicBezTo>
                    <a:pt x="1763473" y="120915"/>
                    <a:pt x="1668441" y="352197"/>
                    <a:pt x="1485002" y="437665"/>
                  </a:cubicBezTo>
                  <a:cubicBezTo>
                    <a:pt x="1301563" y="523133"/>
                    <a:pt x="1024806" y="545005"/>
                    <a:pt x="757091" y="561401"/>
                  </a:cubicBezTo>
                  <a:cubicBezTo>
                    <a:pt x="331841" y="602184"/>
                    <a:pt x="179640" y="853071"/>
                    <a:pt x="0" y="913479"/>
                  </a:cubicBezTo>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F9E02FB0-7141-F9A5-B3CE-04550103E34A}"/>
                </a:ext>
              </a:extLst>
            </p:cNvPr>
            <p:cNvSpPr/>
            <p:nvPr userDrawn="1"/>
          </p:nvSpPr>
          <p:spPr>
            <a:xfrm rot="16200000" flipV="1">
              <a:off x="333385" y="2359657"/>
              <a:ext cx="6816303" cy="2174818"/>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777675 w 5742377"/>
                <a:gd name="connsiteY16" fmla="*/ 2239314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691319 w 5742377"/>
                <a:gd name="connsiteY16" fmla="*/ 2067593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486937"/>
                <a:gd name="connsiteX1" fmla="*/ 643106 w 5742377"/>
                <a:gd name="connsiteY1" fmla="*/ 366424 h 2486937"/>
                <a:gd name="connsiteX2" fmla="*/ 1077182 w 5742377"/>
                <a:gd name="connsiteY2" fmla="*/ 209214 h 2486937"/>
                <a:gd name="connsiteX3" fmla="*/ 1684632 w 5742377"/>
                <a:gd name="connsiteY3" fmla="*/ 9612 h 2486937"/>
                <a:gd name="connsiteX4" fmla="*/ 2285278 w 5742377"/>
                <a:gd name="connsiteY4" fmla="*/ 230687 h 2486937"/>
                <a:gd name="connsiteX5" fmla="*/ 2460157 w 5742377"/>
                <a:gd name="connsiteY5" fmla="*/ 453667 h 2486937"/>
                <a:gd name="connsiteX6" fmla="*/ 2431106 w 5742377"/>
                <a:gd name="connsiteY6" fmla="*/ 715033 h 2486937"/>
                <a:gd name="connsiteX7" fmla="*/ 2337771 w 5742377"/>
                <a:gd name="connsiteY7" fmla="*/ 1113310 h 2486937"/>
                <a:gd name="connsiteX8" fmla="*/ 2322215 w 5742377"/>
                <a:gd name="connsiteY8" fmla="*/ 1547490 h 2486937"/>
                <a:gd name="connsiteX9" fmla="*/ 2405492 w 5742377"/>
                <a:gd name="connsiteY9" fmla="*/ 1875464 h 2486937"/>
                <a:gd name="connsiteX10" fmla="*/ 2632843 w 5742377"/>
                <a:gd name="connsiteY10" fmla="*/ 2154638 h 2486937"/>
                <a:gd name="connsiteX11" fmla="*/ 3035989 w 5742377"/>
                <a:gd name="connsiteY11" fmla="*/ 2314355 h 2486937"/>
                <a:gd name="connsiteX12" fmla="*/ 3713742 w 5742377"/>
                <a:gd name="connsiteY12" fmla="*/ 2451917 h 2486937"/>
                <a:gd name="connsiteX13" fmla="*/ 4029401 w 5742377"/>
                <a:gd name="connsiteY13" fmla="*/ 2485160 h 2486937"/>
                <a:gd name="connsiteX14" fmla="*/ 4458597 w 5742377"/>
                <a:gd name="connsiteY14" fmla="*/ 2413055 h 2486937"/>
                <a:gd name="connsiteX15" fmla="*/ 4691319 w 5742377"/>
                <a:gd name="connsiteY15" fmla="*/ 2067593 h 2486937"/>
                <a:gd name="connsiteX16" fmla="*/ 5190753 w 5742377"/>
                <a:gd name="connsiteY16" fmla="*/ 1700730 h 2486937"/>
                <a:gd name="connsiteX17" fmla="*/ 5455294 w 5742377"/>
                <a:gd name="connsiteY17" fmla="*/ 1492940 h 2486937"/>
                <a:gd name="connsiteX18" fmla="*/ 5742377 w 5742377"/>
                <a:gd name="connsiteY18" fmla="*/ 1141087 h 2486937"/>
                <a:gd name="connsiteX0" fmla="*/ 0 w 5742377"/>
                <a:gd name="connsiteY0" fmla="*/ 151629 h 2511607"/>
                <a:gd name="connsiteX1" fmla="*/ 643106 w 5742377"/>
                <a:gd name="connsiteY1" fmla="*/ 366424 h 2511607"/>
                <a:gd name="connsiteX2" fmla="*/ 1077182 w 5742377"/>
                <a:gd name="connsiteY2" fmla="*/ 209214 h 2511607"/>
                <a:gd name="connsiteX3" fmla="*/ 1684632 w 5742377"/>
                <a:gd name="connsiteY3" fmla="*/ 9612 h 2511607"/>
                <a:gd name="connsiteX4" fmla="*/ 2285278 w 5742377"/>
                <a:gd name="connsiteY4" fmla="*/ 230687 h 2511607"/>
                <a:gd name="connsiteX5" fmla="*/ 2460157 w 5742377"/>
                <a:gd name="connsiteY5" fmla="*/ 453667 h 2511607"/>
                <a:gd name="connsiteX6" fmla="*/ 2431106 w 5742377"/>
                <a:gd name="connsiteY6" fmla="*/ 715033 h 2511607"/>
                <a:gd name="connsiteX7" fmla="*/ 2337771 w 5742377"/>
                <a:gd name="connsiteY7" fmla="*/ 1113310 h 2511607"/>
                <a:gd name="connsiteX8" fmla="*/ 2322215 w 5742377"/>
                <a:gd name="connsiteY8" fmla="*/ 1547490 h 2511607"/>
                <a:gd name="connsiteX9" fmla="*/ 2405492 w 5742377"/>
                <a:gd name="connsiteY9" fmla="*/ 1875464 h 2511607"/>
                <a:gd name="connsiteX10" fmla="*/ 2632843 w 5742377"/>
                <a:gd name="connsiteY10" fmla="*/ 2154638 h 2511607"/>
                <a:gd name="connsiteX11" fmla="*/ 3035989 w 5742377"/>
                <a:gd name="connsiteY11" fmla="*/ 2314355 h 2511607"/>
                <a:gd name="connsiteX12" fmla="*/ 3713742 w 5742377"/>
                <a:gd name="connsiteY12" fmla="*/ 2451917 h 2511607"/>
                <a:gd name="connsiteX13" fmla="*/ 4029401 w 5742377"/>
                <a:gd name="connsiteY13" fmla="*/ 2485160 h 2511607"/>
                <a:gd name="connsiteX14" fmla="*/ 4691319 w 5742377"/>
                <a:gd name="connsiteY14" fmla="*/ 2067593 h 2511607"/>
                <a:gd name="connsiteX15" fmla="*/ 5190753 w 5742377"/>
                <a:gd name="connsiteY15" fmla="*/ 1700730 h 2511607"/>
                <a:gd name="connsiteX16" fmla="*/ 5455294 w 5742377"/>
                <a:gd name="connsiteY16" fmla="*/ 1492940 h 2511607"/>
                <a:gd name="connsiteX17" fmla="*/ 5742377 w 5742377"/>
                <a:gd name="connsiteY17" fmla="*/ 1141087 h 2511607"/>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190753 w 5742377"/>
                <a:gd name="connsiteY15" fmla="*/ 1700730 h 2451939"/>
                <a:gd name="connsiteX16" fmla="*/ 5455294 w 5742377"/>
                <a:gd name="connsiteY16" fmla="*/ 1492940 h 2451939"/>
                <a:gd name="connsiteX17" fmla="*/ 5742377 w 5742377"/>
                <a:gd name="connsiteY17" fmla="*/ 1141087 h 2451939"/>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098372 w 5742377"/>
                <a:gd name="connsiteY15" fmla="*/ 1613693 h 2451939"/>
                <a:gd name="connsiteX16" fmla="*/ 5455294 w 5742377"/>
                <a:gd name="connsiteY16" fmla="*/ 1492940 h 2451939"/>
                <a:gd name="connsiteX17" fmla="*/ 5742377 w 5742377"/>
                <a:gd name="connsiteY17" fmla="*/ 1141087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5598 h 2449311"/>
                <a:gd name="connsiteX1" fmla="*/ 1101149 w 6666632"/>
                <a:gd name="connsiteY1" fmla="*/ 465852 h 2449311"/>
                <a:gd name="connsiteX2" fmla="*/ 1619864 w 6666632"/>
                <a:gd name="connsiteY2" fmla="*/ 206586 h 2449311"/>
                <a:gd name="connsiteX3" fmla="*/ 2227314 w 6666632"/>
                <a:gd name="connsiteY3" fmla="*/ 6984 h 2449311"/>
                <a:gd name="connsiteX4" fmla="*/ 2827960 w 6666632"/>
                <a:gd name="connsiteY4" fmla="*/ 228059 h 2449311"/>
                <a:gd name="connsiteX5" fmla="*/ 3002839 w 6666632"/>
                <a:gd name="connsiteY5" fmla="*/ 451039 h 2449311"/>
                <a:gd name="connsiteX6" fmla="*/ 2973788 w 6666632"/>
                <a:gd name="connsiteY6" fmla="*/ 712405 h 2449311"/>
                <a:gd name="connsiteX7" fmla="*/ 2880453 w 6666632"/>
                <a:gd name="connsiteY7" fmla="*/ 1110682 h 2449311"/>
                <a:gd name="connsiteX8" fmla="*/ 2864897 w 6666632"/>
                <a:gd name="connsiteY8" fmla="*/ 1544862 h 2449311"/>
                <a:gd name="connsiteX9" fmla="*/ 2948174 w 6666632"/>
                <a:gd name="connsiteY9" fmla="*/ 1872836 h 2449311"/>
                <a:gd name="connsiteX10" fmla="*/ 3175525 w 6666632"/>
                <a:gd name="connsiteY10" fmla="*/ 2152010 h 2449311"/>
                <a:gd name="connsiteX11" fmla="*/ 3578671 w 6666632"/>
                <a:gd name="connsiteY11" fmla="*/ 2311727 h 2449311"/>
                <a:gd name="connsiteX12" fmla="*/ 4256424 w 6666632"/>
                <a:gd name="connsiteY12" fmla="*/ 2449289 h 2449311"/>
                <a:gd name="connsiteX13" fmla="*/ 4805043 w 6666632"/>
                <a:gd name="connsiteY13" fmla="*/ 2320222 h 2449311"/>
                <a:gd name="connsiteX14" fmla="*/ 5234001 w 6666632"/>
                <a:gd name="connsiteY14" fmla="*/ 2064965 h 2449311"/>
                <a:gd name="connsiteX15" fmla="*/ 5641054 w 6666632"/>
                <a:gd name="connsiteY15" fmla="*/ 1611065 h 2449311"/>
                <a:gd name="connsiteX16" fmla="*/ 5997976 w 6666632"/>
                <a:gd name="connsiteY16" fmla="*/ 1490312 h 2449311"/>
                <a:gd name="connsiteX17" fmla="*/ 6666632 w 6666632"/>
                <a:gd name="connsiteY17" fmla="*/ 1002022 h 2449311"/>
                <a:gd name="connsiteX0" fmla="*/ 0 w 6666632"/>
                <a:gd name="connsiteY0" fmla="*/ 399415 h 2443128"/>
                <a:gd name="connsiteX1" fmla="*/ 1101149 w 6666632"/>
                <a:gd name="connsiteY1" fmla="*/ 459669 h 2443128"/>
                <a:gd name="connsiteX2" fmla="*/ 1587502 w 6666632"/>
                <a:gd name="connsiteY2" fmla="*/ 159581 h 2443128"/>
                <a:gd name="connsiteX3" fmla="*/ 2227314 w 6666632"/>
                <a:gd name="connsiteY3" fmla="*/ 801 h 2443128"/>
                <a:gd name="connsiteX4" fmla="*/ 2827960 w 6666632"/>
                <a:gd name="connsiteY4" fmla="*/ 221876 h 2443128"/>
                <a:gd name="connsiteX5" fmla="*/ 3002839 w 6666632"/>
                <a:gd name="connsiteY5" fmla="*/ 444856 h 2443128"/>
                <a:gd name="connsiteX6" fmla="*/ 2973788 w 6666632"/>
                <a:gd name="connsiteY6" fmla="*/ 706222 h 2443128"/>
                <a:gd name="connsiteX7" fmla="*/ 2880453 w 6666632"/>
                <a:gd name="connsiteY7" fmla="*/ 1104499 h 2443128"/>
                <a:gd name="connsiteX8" fmla="*/ 2864897 w 6666632"/>
                <a:gd name="connsiteY8" fmla="*/ 1538679 h 2443128"/>
                <a:gd name="connsiteX9" fmla="*/ 2948174 w 6666632"/>
                <a:gd name="connsiteY9" fmla="*/ 1866653 h 2443128"/>
                <a:gd name="connsiteX10" fmla="*/ 3175525 w 6666632"/>
                <a:gd name="connsiteY10" fmla="*/ 2145827 h 2443128"/>
                <a:gd name="connsiteX11" fmla="*/ 3578671 w 6666632"/>
                <a:gd name="connsiteY11" fmla="*/ 2305544 h 2443128"/>
                <a:gd name="connsiteX12" fmla="*/ 4256424 w 6666632"/>
                <a:gd name="connsiteY12" fmla="*/ 2443106 h 2443128"/>
                <a:gd name="connsiteX13" fmla="*/ 4805043 w 6666632"/>
                <a:gd name="connsiteY13" fmla="*/ 2314039 h 2443128"/>
                <a:gd name="connsiteX14" fmla="*/ 5234001 w 6666632"/>
                <a:gd name="connsiteY14" fmla="*/ 2058782 h 2443128"/>
                <a:gd name="connsiteX15" fmla="*/ 5641054 w 6666632"/>
                <a:gd name="connsiteY15" fmla="*/ 1604882 h 2443128"/>
                <a:gd name="connsiteX16" fmla="*/ 5997976 w 6666632"/>
                <a:gd name="connsiteY16" fmla="*/ 1484129 h 2443128"/>
                <a:gd name="connsiteX17" fmla="*/ 6666632 w 6666632"/>
                <a:gd name="connsiteY17" fmla="*/ 995839 h 2443128"/>
                <a:gd name="connsiteX0" fmla="*/ 0 w 6666632"/>
                <a:gd name="connsiteY0" fmla="*/ 399359 h 2443072"/>
                <a:gd name="connsiteX1" fmla="*/ 1051362 w 6666632"/>
                <a:gd name="connsiteY1" fmla="*/ 412959 h 2443072"/>
                <a:gd name="connsiteX2" fmla="*/ 1587502 w 6666632"/>
                <a:gd name="connsiteY2" fmla="*/ 159525 h 2443072"/>
                <a:gd name="connsiteX3" fmla="*/ 2227314 w 6666632"/>
                <a:gd name="connsiteY3" fmla="*/ 745 h 2443072"/>
                <a:gd name="connsiteX4" fmla="*/ 2827960 w 6666632"/>
                <a:gd name="connsiteY4" fmla="*/ 221820 h 2443072"/>
                <a:gd name="connsiteX5" fmla="*/ 3002839 w 6666632"/>
                <a:gd name="connsiteY5" fmla="*/ 444800 h 2443072"/>
                <a:gd name="connsiteX6" fmla="*/ 2973788 w 6666632"/>
                <a:gd name="connsiteY6" fmla="*/ 706166 h 2443072"/>
                <a:gd name="connsiteX7" fmla="*/ 2880453 w 6666632"/>
                <a:gd name="connsiteY7" fmla="*/ 1104443 h 2443072"/>
                <a:gd name="connsiteX8" fmla="*/ 2864897 w 6666632"/>
                <a:gd name="connsiteY8" fmla="*/ 1538623 h 2443072"/>
                <a:gd name="connsiteX9" fmla="*/ 2948174 w 6666632"/>
                <a:gd name="connsiteY9" fmla="*/ 1866597 h 2443072"/>
                <a:gd name="connsiteX10" fmla="*/ 3175525 w 6666632"/>
                <a:gd name="connsiteY10" fmla="*/ 2145771 h 2443072"/>
                <a:gd name="connsiteX11" fmla="*/ 3578671 w 6666632"/>
                <a:gd name="connsiteY11" fmla="*/ 2305488 h 2443072"/>
                <a:gd name="connsiteX12" fmla="*/ 4256424 w 6666632"/>
                <a:gd name="connsiteY12" fmla="*/ 2443050 h 2443072"/>
                <a:gd name="connsiteX13" fmla="*/ 4805043 w 6666632"/>
                <a:gd name="connsiteY13" fmla="*/ 2313983 h 2443072"/>
                <a:gd name="connsiteX14" fmla="*/ 5234001 w 6666632"/>
                <a:gd name="connsiteY14" fmla="*/ 2058726 h 2443072"/>
                <a:gd name="connsiteX15" fmla="*/ 5641054 w 6666632"/>
                <a:gd name="connsiteY15" fmla="*/ 1604826 h 2443072"/>
                <a:gd name="connsiteX16" fmla="*/ 5997976 w 6666632"/>
                <a:gd name="connsiteY16" fmla="*/ 1484073 h 2443072"/>
                <a:gd name="connsiteX17" fmla="*/ 6666632 w 6666632"/>
                <a:gd name="connsiteY17" fmla="*/ 995783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175525 w 6678516"/>
                <a:gd name="connsiteY10" fmla="*/ 2145771 h 2443072"/>
                <a:gd name="connsiteX11" fmla="*/ 3578671 w 6678516"/>
                <a:gd name="connsiteY11" fmla="*/ 2305488 h 2443072"/>
                <a:gd name="connsiteX12" fmla="*/ 4256424 w 6678516"/>
                <a:gd name="connsiteY12" fmla="*/ 2443050 h 2443072"/>
                <a:gd name="connsiteX13" fmla="*/ 4805043 w 6678516"/>
                <a:gd name="connsiteY13" fmla="*/ 2313983 h 2443072"/>
                <a:gd name="connsiteX14" fmla="*/ 5234001 w 6678516"/>
                <a:gd name="connsiteY14" fmla="*/ 2058726 h 2443072"/>
                <a:gd name="connsiteX15" fmla="*/ 5641054 w 6678516"/>
                <a:gd name="connsiteY15" fmla="*/ 1604826 h 2443072"/>
                <a:gd name="connsiteX16" fmla="*/ 5997976 w 6678516"/>
                <a:gd name="connsiteY16" fmla="*/ 1484073 h 2443072"/>
                <a:gd name="connsiteX17" fmla="*/ 6678516 w 6678516"/>
                <a:gd name="connsiteY17"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578671 w 6678516"/>
                <a:gd name="connsiteY10" fmla="*/ 2305488 h 2443072"/>
                <a:gd name="connsiteX11" fmla="*/ 4256424 w 6678516"/>
                <a:gd name="connsiteY11" fmla="*/ 2443050 h 2443072"/>
                <a:gd name="connsiteX12" fmla="*/ 4805043 w 6678516"/>
                <a:gd name="connsiteY12" fmla="*/ 2313983 h 2443072"/>
                <a:gd name="connsiteX13" fmla="*/ 5234001 w 6678516"/>
                <a:gd name="connsiteY13" fmla="*/ 2058726 h 2443072"/>
                <a:gd name="connsiteX14" fmla="*/ 5641054 w 6678516"/>
                <a:gd name="connsiteY14" fmla="*/ 1604826 h 2443072"/>
                <a:gd name="connsiteX15" fmla="*/ 5997976 w 6678516"/>
                <a:gd name="connsiteY15" fmla="*/ 1484073 h 2443072"/>
                <a:gd name="connsiteX16" fmla="*/ 6678516 w 6678516"/>
                <a:gd name="connsiteY16"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987409 w 6678516"/>
                <a:gd name="connsiteY7" fmla="*/ 1213020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88"/>
                <a:gd name="connsiteX1" fmla="*/ 1051362 w 6678516"/>
                <a:gd name="connsiteY1" fmla="*/ 412959 h 2443088"/>
                <a:gd name="connsiteX2" fmla="*/ 1587502 w 6678516"/>
                <a:gd name="connsiteY2" fmla="*/ 159525 h 2443088"/>
                <a:gd name="connsiteX3" fmla="*/ 2227314 w 6678516"/>
                <a:gd name="connsiteY3" fmla="*/ 745 h 2443088"/>
                <a:gd name="connsiteX4" fmla="*/ 2827960 w 6678516"/>
                <a:gd name="connsiteY4" fmla="*/ 221820 h 2443088"/>
                <a:gd name="connsiteX5" fmla="*/ 3002839 w 6678516"/>
                <a:gd name="connsiteY5" fmla="*/ 444800 h 2443088"/>
                <a:gd name="connsiteX6" fmla="*/ 2973788 w 6678516"/>
                <a:gd name="connsiteY6" fmla="*/ 706166 h 2443088"/>
                <a:gd name="connsiteX7" fmla="*/ 2987409 w 6678516"/>
                <a:gd name="connsiteY7" fmla="*/ 1213020 h 2443088"/>
                <a:gd name="connsiteX8" fmla="*/ 3083564 w 6678516"/>
                <a:gd name="connsiteY8" fmla="*/ 1789185 h 2443088"/>
                <a:gd name="connsiteX9" fmla="*/ 3578671 w 6678516"/>
                <a:gd name="connsiteY9" fmla="*/ 2305488 h 2443088"/>
                <a:gd name="connsiteX10" fmla="*/ 4256424 w 6678516"/>
                <a:gd name="connsiteY10" fmla="*/ 2443050 h 2443088"/>
                <a:gd name="connsiteX11" fmla="*/ 4805043 w 6678516"/>
                <a:gd name="connsiteY11" fmla="*/ 2313983 h 2443088"/>
                <a:gd name="connsiteX12" fmla="*/ 5198348 w 6678516"/>
                <a:gd name="connsiteY12" fmla="*/ 1886117 h 2443088"/>
                <a:gd name="connsiteX13" fmla="*/ 5641054 w 6678516"/>
                <a:gd name="connsiteY13" fmla="*/ 1604826 h 2443088"/>
                <a:gd name="connsiteX14" fmla="*/ 5997976 w 6678516"/>
                <a:gd name="connsiteY14" fmla="*/ 1484073 h 2443088"/>
                <a:gd name="connsiteX15" fmla="*/ 6678516 w 6678516"/>
                <a:gd name="connsiteY15" fmla="*/ 1416171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3179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413183 h 2456912"/>
                <a:gd name="connsiteX1" fmla="*/ 1051362 w 6645240"/>
                <a:gd name="connsiteY1" fmla="*/ 426783 h 2456912"/>
                <a:gd name="connsiteX2" fmla="*/ 1587502 w 6645240"/>
                <a:gd name="connsiteY2" fmla="*/ 173349 h 2456912"/>
                <a:gd name="connsiteX3" fmla="*/ 2227314 w 6645240"/>
                <a:gd name="connsiteY3" fmla="*/ 14569 h 2456912"/>
                <a:gd name="connsiteX4" fmla="*/ 2675844 w 6645240"/>
                <a:gd name="connsiteY4" fmla="*/ 57466 h 2456912"/>
                <a:gd name="connsiteX5" fmla="*/ 3002839 w 6645240"/>
                <a:gd name="connsiteY5" fmla="*/ 458624 h 2456912"/>
                <a:gd name="connsiteX6" fmla="*/ 2973788 w 6645240"/>
                <a:gd name="connsiteY6" fmla="*/ 719990 h 2456912"/>
                <a:gd name="connsiteX7" fmla="*/ 2987409 w 6645240"/>
                <a:gd name="connsiteY7" fmla="*/ 1226844 h 2456912"/>
                <a:gd name="connsiteX8" fmla="*/ 3083564 w 6645240"/>
                <a:gd name="connsiteY8" fmla="*/ 1803009 h 2456912"/>
                <a:gd name="connsiteX9" fmla="*/ 3578671 w 6645240"/>
                <a:gd name="connsiteY9" fmla="*/ 2319312 h 2456912"/>
                <a:gd name="connsiteX10" fmla="*/ 4256424 w 6645240"/>
                <a:gd name="connsiteY10" fmla="*/ 2456874 h 2456912"/>
                <a:gd name="connsiteX11" fmla="*/ 4805043 w 6645240"/>
                <a:gd name="connsiteY11" fmla="*/ 2327807 h 2456912"/>
                <a:gd name="connsiteX12" fmla="*/ 5131798 w 6645240"/>
                <a:gd name="connsiteY12" fmla="*/ 1899941 h 2456912"/>
                <a:gd name="connsiteX13" fmla="*/ 5462793 w 6645240"/>
                <a:gd name="connsiteY13" fmla="*/ 1643706 h 2456912"/>
                <a:gd name="connsiteX14" fmla="*/ 5914787 w 6645240"/>
                <a:gd name="connsiteY14" fmla="*/ 1497897 h 2456912"/>
                <a:gd name="connsiteX15" fmla="*/ 6645240 w 6645240"/>
                <a:gd name="connsiteY15" fmla="*/ 956714 h 2456912"/>
                <a:gd name="connsiteX0" fmla="*/ 0 w 6645240"/>
                <a:gd name="connsiteY0" fmla="*/ 406683 h 2450412"/>
                <a:gd name="connsiteX1" fmla="*/ 1051362 w 6645240"/>
                <a:gd name="connsiteY1" fmla="*/ 420283 h 2450412"/>
                <a:gd name="connsiteX2" fmla="*/ 1601763 w 6645240"/>
                <a:gd name="connsiteY2" fmla="*/ 44352 h 2450412"/>
                <a:gd name="connsiteX3" fmla="*/ 2227314 w 6645240"/>
                <a:gd name="connsiteY3" fmla="*/ 8069 h 2450412"/>
                <a:gd name="connsiteX4" fmla="*/ 2675844 w 6645240"/>
                <a:gd name="connsiteY4" fmla="*/ 50966 h 2450412"/>
                <a:gd name="connsiteX5" fmla="*/ 3002839 w 6645240"/>
                <a:gd name="connsiteY5" fmla="*/ 452124 h 2450412"/>
                <a:gd name="connsiteX6" fmla="*/ 2973788 w 6645240"/>
                <a:gd name="connsiteY6" fmla="*/ 713490 h 2450412"/>
                <a:gd name="connsiteX7" fmla="*/ 2987409 w 6645240"/>
                <a:gd name="connsiteY7" fmla="*/ 1220344 h 2450412"/>
                <a:gd name="connsiteX8" fmla="*/ 3083564 w 6645240"/>
                <a:gd name="connsiteY8" fmla="*/ 1796509 h 2450412"/>
                <a:gd name="connsiteX9" fmla="*/ 3578671 w 6645240"/>
                <a:gd name="connsiteY9" fmla="*/ 2312812 h 2450412"/>
                <a:gd name="connsiteX10" fmla="*/ 4256424 w 6645240"/>
                <a:gd name="connsiteY10" fmla="*/ 2450374 h 2450412"/>
                <a:gd name="connsiteX11" fmla="*/ 4805043 w 6645240"/>
                <a:gd name="connsiteY11" fmla="*/ 2321307 h 2450412"/>
                <a:gd name="connsiteX12" fmla="*/ 5131798 w 6645240"/>
                <a:gd name="connsiteY12" fmla="*/ 1893441 h 2450412"/>
                <a:gd name="connsiteX13" fmla="*/ 5462793 w 6645240"/>
                <a:gd name="connsiteY13" fmla="*/ 1637206 h 2450412"/>
                <a:gd name="connsiteX14" fmla="*/ 5914787 w 6645240"/>
                <a:gd name="connsiteY14" fmla="*/ 1491397 h 2450412"/>
                <a:gd name="connsiteX15" fmla="*/ 6645240 w 6645240"/>
                <a:gd name="connsiteY15" fmla="*/ 950214 h 2450412"/>
                <a:gd name="connsiteX0" fmla="*/ 0 w 6645240"/>
                <a:gd name="connsiteY0" fmla="*/ 446032 h 2489761"/>
                <a:gd name="connsiteX1" fmla="*/ 1051362 w 6645240"/>
                <a:gd name="connsiteY1" fmla="*/ 459632 h 2489761"/>
                <a:gd name="connsiteX2" fmla="*/ 1601763 w 6645240"/>
                <a:gd name="connsiteY2" fmla="*/ 83701 h 2489761"/>
                <a:gd name="connsiteX3" fmla="*/ 2148879 w 6645240"/>
                <a:gd name="connsiteY3" fmla="*/ 88 h 2489761"/>
                <a:gd name="connsiteX4" fmla="*/ 2675844 w 6645240"/>
                <a:gd name="connsiteY4" fmla="*/ 90315 h 2489761"/>
                <a:gd name="connsiteX5" fmla="*/ 3002839 w 6645240"/>
                <a:gd name="connsiteY5" fmla="*/ 491473 h 2489761"/>
                <a:gd name="connsiteX6" fmla="*/ 2973788 w 6645240"/>
                <a:gd name="connsiteY6" fmla="*/ 752839 h 2489761"/>
                <a:gd name="connsiteX7" fmla="*/ 2987409 w 6645240"/>
                <a:gd name="connsiteY7" fmla="*/ 1259693 h 2489761"/>
                <a:gd name="connsiteX8" fmla="*/ 3083564 w 6645240"/>
                <a:gd name="connsiteY8" fmla="*/ 1835858 h 2489761"/>
                <a:gd name="connsiteX9" fmla="*/ 3578671 w 6645240"/>
                <a:gd name="connsiteY9" fmla="*/ 2352161 h 2489761"/>
                <a:gd name="connsiteX10" fmla="*/ 4256424 w 6645240"/>
                <a:gd name="connsiteY10" fmla="*/ 2489723 h 2489761"/>
                <a:gd name="connsiteX11" fmla="*/ 4805043 w 6645240"/>
                <a:gd name="connsiteY11" fmla="*/ 2360656 h 2489761"/>
                <a:gd name="connsiteX12" fmla="*/ 5131798 w 6645240"/>
                <a:gd name="connsiteY12" fmla="*/ 1932790 h 2489761"/>
                <a:gd name="connsiteX13" fmla="*/ 5462793 w 6645240"/>
                <a:gd name="connsiteY13" fmla="*/ 1676555 h 2489761"/>
                <a:gd name="connsiteX14" fmla="*/ 5914787 w 6645240"/>
                <a:gd name="connsiteY14" fmla="*/ 1530746 h 2489761"/>
                <a:gd name="connsiteX15" fmla="*/ 6645240 w 6645240"/>
                <a:gd name="connsiteY15" fmla="*/ 989563 h 2489761"/>
                <a:gd name="connsiteX0" fmla="*/ 0 w 6645240"/>
                <a:gd name="connsiteY0" fmla="*/ 445978 h 2489707"/>
                <a:gd name="connsiteX1" fmla="*/ 932521 w 6645240"/>
                <a:gd name="connsiteY1" fmla="*/ 351000 h 2489707"/>
                <a:gd name="connsiteX2" fmla="*/ 1601763 w 6645240"/>
                <a:gd name="connsiteY2" fmla="*/ 83647 h 2489707"/>
                <a:gd name="connsiteX3" fmla="*/ 2148879 w 6645240"/>
                <a:gd name="connsiteY3" fmla="*/ 34 h 2489707"/>
                <a:gd name="connsiteX4" fmla="*/ 2675844 w 6645240"/>
                <a:gd name="connsiteY4" fmla="*/ 90261 h 2489707"/>
                <a:gd name="connsiteX5" fmla="*/ 3002839 w 6645240"/>
                <a:gd name="connsiteY5" fmla="*/ 491419 h 2489707"/>
                <a:gd name="connsiteX6" fmla="*/ 2973788 w 6645240"/>
                <a:gd name="connsiteY6" fmla="*/ 752785 h 2489707"/>
                <a:gd name="connsiteX7" fmla="*/ 2987409 w 6645240"/>
                <a:gd name="connsiteY7" fmla="*/ 1259639 h 2489707"/>
                <a:gd name="connsiteX8" fmla="*/ 3083564 w 6645240"/>
                <a:gd name="connsiteY8" fmla="*/ 1835804 h 2489707"/>
                <a:gd name="connsiteX9" fmla="*/ 3578671 w 6645240"/>
                <a:gd name="connsiteY9" fmla="*/ 2352107 h 2489707"/>
                <a:gd name="connsiteX10" fmla="*/ 4256424 w 6645240"/>
                <a:gd name="connsiteY10" fmla="*/ 2489669 h 2489707"/>
                <a:gd name="connsiteX11" fmla="*/ 4805043 w 6645240"/>
                <a:gd name="connsiteY11" fmla="*/ 2360602 h 2489707"/>
                <a:gd name="connsiteX12" fmla="*/ 5131798 w 6645240"/>
                <a:gd name="connsiteY12" fmla="*/ 1932736 h 2489707"/>
                <a:gd name="connsiteX13" fmla="*/ 5462793 w 6645240"/>
                <a:gd name="connsiteY13" fmla="*/ 1676501 h 2489707"/>
                <a:gd name="connsiteX14" fmla="*/ 5914787 w 6645240"/>
                <a:gd name="connsiteY14" fmla="*/ 1530692 h 2489707"/>
                <a:gd name="connsiteX15" fmla="*/ 6645240 w 6645240"/>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2990426 w 6661878"/>
                <a:gd name="connsiteY6" fmla="*/ 752785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8799 w 6661878"/>
                <a:gd name="connsiteY7" fmla="*/ 1318103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61878" h="2489707">
                  <a:moveTo>
                    <a:pt x="0" y="393080"/>
                  </a:moveTo>
                  <a:cubicBezTo>
                    <a:pt x="319843" y="263299"/>
                    <a:pt x="679426" y="402572"/>
                    <a:pt x="949159" y="351000"/>
                  </a:cubicBezTo>
                  <a:cubicBezTo>
                    <a:pt x="1218892" y="299428"/>
                    <a:pt x="1415675" y="142141"/>
                    <a:pt x="1618401" y="83647"/>
                  </a:cubicBezTo>
                  <a:cubicBezTo>
                    <a:pt x="1821127" y="25153"/>
                    <a:pt x="1986504" y="-1068"/>
                    <a:pt x="2165517" y="34"/>
                  </a:cubicBezTo>
                  <a:cubicBezTo>
                    <a:pt x="2344530" y="1136"/>
                    <a:pt x="2550155" y="8364"/>
                    <a:pt x="2692482" y="90261"/>
                  </a:cubicBezTo>
                  <a:cubicBezTo>
                    <a:pt x="2834809" y="172158"/>
                    <a:pt x="2965462" y="353622"/>
                    <a:pt x="3019477" y="491419"/>
                  </a:cubicBezTo>
                  <a:cubicBezTo>
                    <a:pt x="3073492" y="629216"/>
                    <a:pt x="3018350" y="779262"/>
                    <a:pt x="3016570" y="917043"/>
                  </a:cubicBezTo>
                  <a:cubicBezTo>
                    <a:pt x="3014790" y="1054824"/>
                    <a:pt x="2994860" y="1164976"/>
                    <a:pt x="3008799" y="1318103"/>
                  </a:cubicBezTo>
                  <a:cubicBezTo>
                    <a:pt x="3022738" y="1471230"/>
                    <a:pt x="3002450" y="1663470"/>
                    <a:pt x="3100202" y="1835804"/>
                  </a:cubicBezTo>
                  <a:cubicBezTo>
                    <a:pt x="3197954" y="2008138"/>
                    <a:pt x="3399832" y="2243130"/>
                    <a:pt x="3595309" y="2352107"/>
                  </a:cubicBezTo>
                  <a:cubicBezTo>
                    <a:pt x="3790786" y="2461084"/>
                    <a:pt x="4068667" y="2488253"/>
                    <a:pt x="4273062" y="2489669"/>
                  </a:cubicBezTo>
                  <a:cubicBezTo>
                    <a:pt x="4477457" y="2491085"/>
                    <a:pt x="4675785" y="2453424"/>
                    <a:pt x="4821681" y="2360602"/>
                  </a:cubicBezTo>
                  <a:cubicBezTo>
                    <a:pt x="4967577" y="2267780"/>
                    <a:pt x="5038811" y="2046753"/>
                    <a:pt x="5148436" y="1932736"/>
                  </a:cubicBezTo>
                  <a:cubicBezTo>
                    <a:pt x="5258061" y="1818719"/>
                    <a:pt x="5348933" y="1743508"/>
                    <a:pt x="5479431" y="1676501"/>
                  </a:cubicBezTo>
                  <a:cubicBezTo>
                    <a:pt x="5609929" y="1609494"/>
                    <a:pt x="5842556" y="1623751"/>
                    <a:pt x="5931425" y="1530692"/>
                  </a:cubicBezTo>
                  <a:cubicBezTo>
                    <a:pt x="6036199" y="1420964"/>
                    <a:pt x="6290097" y="1070386"/>
                    <a:pt x="6661878" y="989509"/>
                  </a:cubicBezTo>
                </a:path>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4DB8C735-4E07-D870-16AA-B264BC30FCD8}"/>
                </a:ext>
              </a:extLst>
            </p:cNvPr>
            <p:cNvSpPr/>
            <p:nvPr userDrawn="1"/>
          </p:nvSpPr>
          <p:spPr>
            <a:xfrm rot="624225" flipH="1" flipV="1">
              <a:off x="-7058" y="2951375"/>
              <a:ext cx="3821419" cy="3648889"/>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343270"/>
                <a:gd name="connsiteY0" fmla="*/ 414875 h 3611829"/>
                <a:gd name="connsiteX1" fmla="*/ 306305 w 5343270"/>
                <a:gd name="connsiteY1" fmla="*/ 566132 h 3611829"/>
                <a:gd name="connsiteX2" fmla="*/ 638097 w 5343270"/>
                <a:gd name="connsiteY2" fmla="*/ 593719 h 3611829"/>
                <a:gd name="connsiteX3" fmla="*/ 857395 w 5343270"/>
                <a:gd name="connsiteY3" fmla="*/ 699696 h 3611829"/>
                <a:gd name="connsiteX4" fmla="*/ 874902 w 5343270"/>
                <a:gd name="connsiteY4" fmla="*/ 1504535 h 3611829"/>
                <a:gd name="connsiteX5" fmla="*/ 1486778 w 5343270"/>
                <a:gd name="connsiteY5" fmla="*/ 1677576 h 3611829"/>
                <a:gd name="connsiteX6" fmla="*/ 1959639 w 5343270"/>
                <a:gd name="connsiteY6" fmla="*/ 1873559 h 3611829"/>
                <a:gd name="connsiteX7" fmla="*/ 2396775 w 5343270"/>
                <a:gd name="connsiteY7" fmla="*/ 2052926 h 3611829"/>
                <a:gd name="connsiteX8" fmla="*/ 2775012 w 5343270"/>
                <a:gd name="connsiteY8" fmla="*/ 2873583 h 3611829"/>
                <a:gd name="connsiteX9" fmla="*/ 3124296 w 5343270"/>
                <a:gd name="connsiteY9" fmla="*/ 3595425 h 3611829"/>
                <a:gd name="connsiteX10" fmla="*/ 3534341 w 5343270"/>
                <a:gd name="connsiteY10" fmla="*/ 2334266 h 3611829"/>
                <a:gd name="connsiteX11" fmla="*/ 4061109 w 5343270"/>
                <a:gd name="connsiteY11" fmla="*/ 1595913 h 3611829"/>
                <a:gd name="connsiteX12" fmla="*/ 4581333 w 5343270"/>
                <a:gd name="connsiteY12" fmla="*/ 1230907 h 3611829"/>
                <a:gd name="connsiteX13" fmla="*/ 4948576 w 5343270"/>
                <a:gd name="connsiteY13" fmla="*/ 792513 h 3611829"/>
                <a:gd name="connsiteX14" fmla="*/ 5181725 w 5343270"/>
                <a:gd name="connsiteY14" fmla="*/ 307181 h 3611829"/>
                <a:gd name="connsiteX15" fmla="*/ 5343270 w 5343270"/>
                <a:gd name="connsiteY15" fmla="*/ -1 h 3611829"/>
                <a:gd name="connsiteX0" fmla="*/ 1087547 w 5061767"/>
                <a:gd name="connsiteY0" fmla="*/ 0 h 4965306"/>
                <a:gd name="connsiteX1" fmla="*/ 24802 w 5061767"/>
                <a:gd name="connsiteY1" fmla="*/ 1919609 h 4965306"/>
                <a:gd name="connsiteX2" fmla="*/ 356594 w 5061767"/>
                <a:gd name="connsiteY2" fmla="*/ 1947196 h 4965306"/>
                <a:gd name="connsiteX3" fmla="*/ 575892 w 5061767"/>
                <a:gd name="connsiteY3" fmla="*/ 2053173 h 4965306"/>
                <a:gd name="connsiteX4" fmla="*/ 593399 w 5061767"/>
                <a:gd name="connsiteY4" fmla="*/ 2858012 h 4965306"/>
                <a:gd name="connsiteX5" fmla="*/ 1205275 w 5061767"/>
                <a:gd name="connsiteY5" fmla="*/ 3031053 h 4965306"/>
                <a:gd name="connsiteX6" fmla="*/ 1678136 w 5061767"/>
                <a:gd name="connsiteY6" fmla="*/ 3227036 h 4965306"/>
                <a:gd name="connsiteX7" fmla="*/ 2115272 w 5061767"/>
                <a:gd name="connsiteY7" fmla="*/ 3406403 h 4965306"/>
                <a:gd name="connsiteX8" fmla="*/ 2493509 w 5061767"/>
                <a:gd name="connsiteY8" fmla="*/ 4227060 h 4965306"/>
                <a:gd name="connsiteX9" fmla="*/ 2842793 w 5061767"/>
                <a:gd name="connsiteY9" fmla="*/ 4948902 h 4965306"/>
                <a:gd name="connsiteX10" fmla="*/ 3252838 w 5061767"/>
                <a:gd name="connsiteY10" fmla="*/ 3687743 h 4965306"/>
                <a:gd name="connsiteX11" fmla="*/ 3779606 w 5061767"/>
                <a:gd name="connsiteY11" fmla="*/ 2949390 h 4965306"/>
                <a:gd name="connsiteX12" fmla="*/ 4299830 w 5061767"/>
                <a:gd name="connsiteY12" fmla="*/ 2584384 h 4965306"/>
                <a:gd name="connsiteX13" fmla="*/ 4667073 w 5061767"/>
                <a:gd name="connsiteY13" fmla="*/ 2145990 h 4965306"/>
                <a:gd name="connsiteX14" fmla="*/ 4900222 w 5061767"/>
                <a:gd name="connsiteY14" fmla="*/ 1660658 h 4965306"/>
                <a:gd name="connsiteX15" fmla="*/ 5061767 w 5061767"/>
                <a:gd name="connsiteY15" fmla="*/ 1353476 h 4965306"/>
                <a:gd name="connsiteX0" fmla="*/ 741491 w 4715711"/>
                <a:gd name="connsiteY0" fmla="*/ 0 h 4965306"/>
                <a:gd name="connsiteX1" fmla="*/ 611438 w 4715711"/>
                <a:gd name="connsiteY1" fmla="*/ 869951 h 4965306"/>
                <a:gd name="connsiteX2" fmla="*/ 10538 w 4715711"/>
                <a:gd name="connsiteY2" fmla="*/ 1947196 h 4965306"/>
                <a:gd name="connsiteX3" fmla="*/ 229836 w 4715711"/>
                <a:gd name="connsiteY3" fmla="*/ 2053173 h 4965306"/>
                <a:gd name="connsiteX4" fmla="*/ 247343 w 4715711"/>
                <a:gd name="connsiteY4" fmla="*/ 2858012 h 4965306"/>
                <a:gd name="connsiteX5" fmla="*/ 859219 w 4715711"/>
                <a:gd name="connsiteY5" fmla="*/ 3031053 h 4965306"/>
                <a:gd name="connsiteX6" fmla="*/ 1332080 w 4715711"/>
                <a:gd name="connsiteY6" fmla="*/ 3227036 h 4965306"/>
                <a:gd name="connsiteX7" fmla="*/ 1769216 w 4715711"/>
                <a:gd name="connsiteY7" fmla="*/ 3406403 h 4965306"/>
                <a:gd name="connsiteX8" fmla="*/ 2147453 w 4715711"/>
                <a:gd name="connsiteY8" fmla="*/ 4227060 h 4965306"/>
                <a:gd name="connsiteX9" fmla="*/ 2496737 w 4715711"/>
                <a:gd name="connsiteY9" fmla="*/ 4948902 h 4965306"/>
                <a:gd name="connsiteX10" fmla="*/ 2906782 w 4715711"/>
                <a:gd name="connsiteY10" fmla="*/ 3687743 h 4965306"/>
                <a:gd name="connsiteX11" fmla="*/ 3433550 w 4715711"/>
                <a:gd name="connsiteY11" fmla="*/ 2949390 h 4965306"/>
                <a:gd name="connsiteX12" fmla="*/ 3953774 w 4715711"/>
                <a:gd name="connsiteY12" fmla="*/ 2584384 h 4965306"/>
                <a:gd name="connsiteX13" fmla="*/ 4321017 w 4715711"/>
                <a:gd name="connsiteY13" fmla="*/ 2145990 h 4965306"/>
                <a:gd name="connsiteX14" fmla="*/ 4554166 w 4715711"/>
                <a:gd name="connsiteY14" fmla="*/ 1660658 h 4965306"/>
                <a:gd name="connsiteX15" fmla="*/ 4715711 w 4715711"/>
                <a:gd name="connsiteY15" fmla="*/ 1353476 h 4965306"/>
                <a:gd name="connsiteX0" fmla="*/ 565042 w 4539262"/>
                <a:gd name="connsiteY0" fmla="*/ 0 h 4965306"/>
                <a:gd name="connsiteX1" fmla="*/ 434989 w 4539262"/>
                <a:gd name="connsiteY1" fmla="*/ 869951 h 4965306"/>
                <a:gd name="connsiteX2" fmla="*/ 53387 w 4539262"/>
                <a:gd name="connsiteY2" fmla="*/ 2053173 h 4965306"/>
                <a:gd name="connsiteX3" fmla="*/ 70894 w 4539262"/>
                <a:gd name="connsiteY3" fmla="*/ 2858012 h 4965306"/>
                <a:gd name="connsiteX4" fmla="*/ 682770 w 4539262"/>
                <a:gd name="connsiteY4" fmla="*/ 3031053 h 4965306"/>
                <a:gd name="connsiteX5" fmla="*/ 1155631 w 4539262"/>
                <a:gd name="connsiteY5" fmla="*/ 3227036 h 4965306"/>
                <a:gd name="connsiteX6" fmla="*/ 1592767 w 4539262"/>
                <a:gd name="connsiteY6" fmla="*/ 3406403 h 4965306"/>
                <a:gd name="connsiteX7" fmla="*/ 1971004 w 4539262"/>
                <a:gd name="connsiteY7" fmla="*/ 4227060 h 4965306"/>
                <a:gd name="connsiteX8" fmla="*/ 2320288 w 4539262"/>
                <a:gd name="connsiteY8" fmla="*/ 4948902 h 4965306"/>
                <a:gd name="connsiteX9" fmla="*/ 2730333 w 4539262"/>
                <a:gd name="connsiteY9" fmla="*/ 3687743 h 4965306"/>
                <a:gd name="connsiteX10" fmla="*/ 3257101 w 4539262"/>
                <a:gd name="connsiteY10" fmla="*/ 2949390 h 4965306"/>
                <a:gd name="connsiteX11" fmla="*/ 3777325 w 4539262"/>
                <a:gd name="connsiteY11" fmla="*/ 2584384 h 4965306"/>
                <a:gd name="connsiteX12" fmla="*/ 4144568 w 4539262"/>
                <a:gd name="connsiteY12" fmla="*/ 2145990 h 4965306"/>
                <a:gd name="connsiteX13" fmla="*/ 4377717 w 4539262"/>
                <a:gd name="connsiteY13" fmla="*/ 1660658 h 4965306"/>
                <a:gd name="connsiteX14" fmla="*/ 4539262 w 4539262"/>
                <a:gd name="connsiteY14" fmla="*/ 1353476 h 4965306"/>
                <a:gd name="connsiteX0" fmla="*/ 494657 w 4468877"/>
                <a:gd name="connsiteY0" fmla="*/ 0 h 4965306"/>
                <a:gd name="connsiteX1" fmla="*/ 364604 w 4468877"/>
                <a:gd name="connsiteY1" fmla="*/ 869951 h 4965306"/>
                <a:gd name="connsiteX2" fmla="*/ 504804 w 4468877"/>
                <a:gd name="connsiteY2" fmla="*/ 1388721 h 4965306"/>
                <a:gd name="connsiteX3" fmla="*/ 509 w 4468877"/>
                <a:gd name="connsiteY3" fmla="*/ 2858012 h 4965306"/>
                <a:gd name="connsiteX4" fmla="*/ 612385 w 4468877"/>
                <a:gd name="connsiteY4" fmla="*/ 3031053 h 4965306"/>
                <a:gd name="connsiteX5" fmla="*/ 1085246 w 4468877"/>
                <a:gd name="connsiteY5" fmla="*/ 3227036 h 4965306"/>
                <a:gd name="connsiteX6" fmla="*/ 1522382 w 4468877"/>
                <a:gd name="connsiteY6" fmla="*/ 3406403 h 4965306"/>
                <a:gd name="connsiteX7" fmla="*/ 1900619 w 4468877"/>
                <a:gd name="connsiteY7" fmla="*/ 4227060 h 4965306"/>
                <a:gd name="connsiteX8" fmla="*/ 2249903 w 4468877"/>
                <a:gd name="connsiteY8" fmla="*/ 4948902 h 4965306"/>
                <a:gd name="connsiteX9" fmla="*/ 2659948 w 4468877"/>
                <a:gd name="connsiteY9" fmla="*/ 3687743 h 4965306"/>
                <a:gd name="connsiteX10" fmla="*/ 3186716 w 4468877"/>
                <a:gd name="connsiteY10" fmla="*/ 2949390 h 4965306"/>
                <a:gd name="connsiteX11" fmla="*/ 3706940 w 4468877"/>
                <a:gd name="connsiteY11" fmla="*/ 2584384 h 4965306"/>
                <a:gd name="connsiteX12" fmla="*/ 4074183 w 4468877"/>
                <a:gd name="connsiteY12" fmla="*/ 2145990 h 4965306"/>
                <a:gd name="connsiteX13" fmla="*/ 4307332 w 4468877"/>
                <a:gd name="connsiteY13" fmla="*/ 1660658 h 4965306"/>
                <a:gd name="connsiteX14" fmla="*/ 4468877 w 4468877"/>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247789 w 4104281"/>
                <a:gd name="connsiteY4" fmla="*/ 3031053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332675 w 4104281"/>
                <a:gd name="connsiteY4" fmla="*/ 2626454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452193 w 4113371"/>
                <a:gd name="connsiteY0" fmla="*/ 0 h 4970354"/>
                <a:gd name="connsiteX1" fmla="*/ 9098 w 4113371"/>
                <a:gd name="connsiteY1" fmla="*/ 874999 h 4970354"/>
                <a:gd name="connsiteX2" fmla="*/ 149298 w 4113371"/>
                <a:gd name="connsiteY2" fmla="*/ 1393769 h 4970354"/>
                <a:gd name="connsiteX3" fmla="*/ 101088 w 4113371"/>
                <a:gd name="connsiteY3" fmla="*/ 2410445 h 4970354"/>
                <a:gd name="connsiteX4" fmla="*/ 341765 w 4113371"/>
                <a:gd name="connsiteY4" fmla="*/ 2631502 h 4970354"/>
                <a:gd name="connsiteX5" fmla="*/ 729740 w 4113371"/>
                <a:gd name="connsiteY5" fmla="*/ 3232084 h 4970354"/>
                <a:gd name="connsiteX6" fmla="*/ 1166876 w 4113371"/>
                <a:gd name="connsiteY6" fmla="*/ 3411451 h 4970354"/>
                <a:gd name="connsiteX7" fmla="*/ 1545113 w 4113371"/>
                <a:gd name="connsiteY7" fmla="*/ 4232108 h 4970354"/>
                <a:gd name="connsiteX8" fmla="*/ 1894397 w 4113371"/>
                <a:gd name="connsiteY8" fmla="*/ 4953950 h 4970354"/>
                <a:gd name="connsiteX9" fmla="*/ 2304442 w 4113371"/>
                <a:gd name="connsiteY9" fmla="*/ 3692791 h 4970354"/>
                <a:gd name="connsiteX10" fmla="*/ 2831210 w 4113371"/>
                <a:gd name="connsiteY10" fmla="*/ 2954438 h 4970354"/>
                <a:gd name="connsiteX11" fmla="*/ 3351434 w 4113371"/>
                <a:gd name="connsiteY11" fmla="*/ 2589432 h 4970354"/>
                <a:gd name="connsiteX12" fmla="*/ 3718677 w 4113371"/>
                <a:gd name="connsiteY12" fmla="*/ 2151038 h 4970354"/>
                <a:gd name="connsiteX13" fmla="*/ 3951826 w 4113371"/>
                <a:gd name="connsiteY13" fmla="*/ 1665706 h 4970354"/>
                <a:gd name="connsiteX14" fmla="*/ 4113371 w 4113371"/>
                <a:gd name="connsiteY14" fmla="*/ 1358524 h 4970354"/>
                <a:gd name="connsiteX0" fmla="*/ 452193 w 3951826"/>
                <a:gd name="connsiteY0" fmla="*/ 0 h 4970354"/>
                <a:gd name="connsiteX1" fmla="*/ 9098 w 3951826"/>
                <a:gd name="connsiteY1" fmla="*/ 874999 h 4970354"/>
                <a:gd name="connsiteX2" fmla="*/ 149298 w 3951826"/>
                <a:gd name="connsiteY2" fmla="*/ 1393769 h 4970354"/>
                <a:gd name="connsiteX3" fmla="*/ 101088 w 3951826"/>
                <a:gd name="connsiteY3" fmla="*/ 2410445 h 4970354"/>
                <a:gd name="connsiteX4" fmla="*/ 341765 w 3951826"/>
                <a:gd name="connsiteY4" fmla="*/ 2631502 h 4970354"/>
                <a:gd name="connsiteX5" fmla="*/ 729740 w 3951826"/>
                <a:gd name="connsiteY5" fmla="*/ 3232084 h 4970354"/>
                <a:gd name="connsiteX6" fmla="*/ 1166876 w 3951826"/>
                <a:gd name="connsiteY6" fmla="*/ 3411451 h 4970354"/>
                <a:gd name="connsiteX7" fmla="*/ 1545113 w 3951826"/>
                <a:gd name="connsiteY7" fmla="*/ 4232108 h 4970354"/>
                <a:gd name="connsiteX8" fmla="*/ 1894397 w 3951826"/>
                <a:gd name="connsiteY8" fmla="*/ 4953950 h 4970354"/>
                <a:gd name="connsiteX9" fmla="*/ 2304442 w 3951826"/>
                <a:gd name="connsiteY9" fmla="*/ 3692791 h 4970354"/>
                <a:gd name="connsiteX10" fmla="*/ 2831210 w 3951826"/>
                <a:gd name="connsiteY10" fmla="*/ 2954438 h 4970354"/>
                <a:gd name="connsiteX11" fmla="*/ 3351434 w 3951826"/>
                <a:gd name="connsiteY11" fmla="*/ 2589432 h 4970354"/>
                <a:gd name="connsiteX12" fmla="*/ 3718677 w 3951826"/>
                <a:gd name="connsiteY12" fmla="*/ 2151038 h 4970354"/>
                <a:gd name="connsiteX13" fmla="*/ 3951826 w 3951826"/>
                <a:gd name="connsiteY13" fmla="*/ 1665706 h 4970354"/>
                <a:gd name="connsiteX0" fmla="*/ 452193 w 3726611"/>
                <a:gd name="connsiteY0" fmla="*/ 0 h 4970354"/>
                <a:gd name="connsiteX1" fmla="*/ 9098 w 3726611"/>
                <a:gd name="connsiteY1" fmla="*/ 874999 h 4970354"/>
                <a:gd name="connsiteX2" fmla="*/ 149298 w 3726611"/>
                <a:gd name="connsiteY2" fmla="*/ 1393769 h 4970354"/>
                <a:gd name="connsiteX3" fmla="*/ 101088 w 3726611"/>
                <a:gd name="connsiteY3" fmla="*/ 2410445 h 4970354"/>
                <a:gd name="connsiteX4" fmla="*/ 341765 w 3726611"/>
                <a:gd name="connsiteY4" fmla="*/ 2631502 h 4970354"/>
                <a:gd name="connsiteX5" fmla="*/ 729740 w 3726611"/>
                <a:gd name="connsiteY5" fmla="*/ 3232084 h 4970354"/>
                <a:gd name="connsiteX6" fmla="*/ 1166876 w 3726611"/>
                <a:gd name="connsiteY6" fmla="*/ 3411451 h 4970354"/>
                <a:gd name="connsiteX7" fmla="*/ 1545113 w 3726611"/>
                <a:gd name="connsiteY7" fmla="*/ 4232108 h 4970354"/>
                <a:gd name="connsiteX8" fmla="*/ 1894397 w 3726611"/>
                <a:gd name="connsiteY8" fmla="*/ 4953950 h 4970354"/>
                <a:gd name="connsiteX9" fmla="*/ 2304442 w 3726611"/>
                <a:gd name="connsiteY9" fmla="*/ 3692791 h 4970354"/>
                <a:gd name="connsiteX10" fmla="*/ 2831210 w 3726611"/>
                <a:gd name="connsiteY10" fmla="*/ 2954438 h 4970354"/>
                <a:gd name="connsiteX11" fmla="*/ 3351434 w 3726611"/>
                <a:gd name="connsiteY11" fmla="*/ 2589432 h 4970354"/>
                <a:gd name="connsiteX12" fmla="*/ 3718677 w 3726611"/>
                <a:gd name="connsiteY12" fmla="*/ 2151038 h 4970354"/>
                <a:gd name="connsiteX13" fmla="*/ 3641598 w 3726611"/>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351434 w 3641598"/>
                <a:gd name="connsiteY11" fmla="*/ 258943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483539 w 3641598"/>
                <a:gd name="connsiteY12" fmla="*/ 2038436 h 4970354"/>
                <a:gd name="connsiteX13" fmla="*/ 3641598 w 3641598"/>
                <a:gd name="connsiteY13" fmla="*/ 1503119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359285 w 3585069"/>
                <a:gd name="connsiteY0" fmla="*/ 0 h 4970354"/>
                <a:gd name="connsiteX1" fmla="*/ 57569 w 3585069"/>
                <a:gd name="connsiteY1" fmla="*/ 831215 h 4970354"/>
                <a:gd name="connsiteX2" fmla="*/ 56390 w 3585069"/>
                <a:gd name="connsiteY2" fmla="*/ 1393769 h 4970354"/>
                <a:gd name="connsiteX3" fmla="*/ 8180 w 3585069"/>
                <a:gd name="connsiteY3" fmla="*/ 2410445 h 4970354"/>
                <a:gd name="connsiteX4" fmla="*/ 248857 w 3585069"/>
                <a:gd name="connsiteY4" fmla="*/ 2631502 h 4970354"/>
                <a:gd name="connsiteX5" fmla="*/ 636832 w 3585069"/>
                <a:gd name="connsiteY5" fmla="*/ 3232084 h 4970354"/>
                <a:gd name="connsiteX6" fmla="*/ 1073968 w 3585069"/>
                <a:gd name="connsiteY6" fmla="*/ 3411451 h 4970354"/>
                <a:gd name="connsiteX7" fmla="*/ 1452205 w 3585069"/>
                <a:gd name="connsiteY7" fmla="*/ 4232108 h 4970354"/>
                <a:gd name="connsiteX8" fmla="*/ 1801489 w 3585069"/>
                <a:gd name="connsiteY8" fmla="*/ 4953950 h 4970354"/>
                <a:gd name="connsiteX9" fmla="*/ 2211534 w 3585069"/>
                <a:gd name="connsiteY9" fmla="*/ 3692791 h 4970354"/>
                <a:gd name="connsiteX10" fmla="*/ 2738302 w 3585069"/>
                <a:gd name="connsiteY10" fmla="*/ 2954438 h 4970354"/>
                <a:gd name="connsiteX11" fmla="*/ 3064507 w 3585069"/>
                <a:gd name="connsiteY11" fmla="*/ 2605202 h 4970354"/>
                <a:gd name="connsiteX12" fmla="*/ 3390631 w 3585069"/>
                <a:gd name="connsiteY12" fmla="*/ 2038436 h 4970354"/>
                <a:gd name="connsiteX13" fmla="*/ 3585069 w 3585069"/>
                <a:gd name="connsiteY13" fmla="*/ 1632728 h 4970354"/>
                <a:gd name="connsiteX0" fmla="*/ 353401 w 3579185"/>
                <a:gd name="connsiteY0" fmla="*/ 0 h 4970354"/>
                <a:gd name="connsiteX1" fmla="*/ 51685 w 3579185"/>
                <a:gd name="connsiteY1" fmla="*/ 831215 h 4970354"/>
                <a:gd name="connsiteX2" fmla="*/ 117760 w 3579185"/>
                <a:gd name="connsiteY2" fmla="*/ 1383203 h 4970354"/>
                <a:gd name="connsiteX3" fmla="*/ 2296 w 3579185"/>
                <a:gd name="connsiteY3" fmla="*/ 2410445 h 4970354"/>
                <a:gd name="connsiteX4" fmla="*/ 242973 w 3579185"/>
                <a:gd name="connsiteY4" fmla="*/ 2631502 h 4970354"/>
                <a:gd name="connsiteX5" fmla="*/ 630948 w 3579185"/>
                <a:gd name="connsiteY5" fmla="*/ 3232084 h 4970354"/>
                <a:gd name="connsiteX6" fmla="*/ 1068084 w 3579185"/>
                <a:gd name="connsiteY6" fmla="*/ 3411451 h 4970354"/>
                <a:gd name="connsiteX7" fmla="*/ 1446321 w 3579185"/>
                <a:gd name="connsiteY7" fmla="*/ 4232108 h 4970354"/>
                <a:gd name="connsiteX8" fmla="*/ 1795605 w 3579185"/>
                <a:gd name="connsiteY8" fmla="*/ 4953950 h 4970354"/>
                <a:gd name="connsiteX9" fmla="*/ 2205650 w 3579185"/>
                <a:gd name="connsiteY9" fmla="*/ 3692791 h 4970354"/>
                <a:gd name="connsiteX10" fmla="*/ 2732418 w 3579185"/>
                <a:gd name="connsiteY10" fmla="*/ 2954438 h 4970354"/>
                <a:gd name="connsiteX11" fmla="*/ 3058623 w 3579185"/>
                <a:gd name="connsiteY11" fmla="*/ 2605202 h 4970354"/>
                <a:gd name="connsiteX12" fmla="*/ 3384747 w 3579185"/>
                <a:gd name="connsiteY12" fmla="*/ 2038436 h 4970354"/>
                <a:gd name="connsiteX13" fmla="*/ 3579185 w 3579185"/>
                <a:gd name="connsiteY13" fmla="*/ 1632728 h 4970354"/>
                <a:gd name="connsiteX0" fmla="*/ 353401 w 3384747"/>
                <a:gd name="connsiteY0" fmla="*/ 0 h 4970354"/>
                <a:gd name="connsiteX1" fmla="*/ 51685 w 3384747"/>
                <a:gd name="connsiteY1" fmla="*/ 831215 h 4970354"/>
                <a:gd name="connsiteX2" fmla="*/ 117760 w 3384747"/>
                <a:gd name="connsiteY2" fmla="*/ 1383203 h 4970354"/>
                <a:gd name="connsiteX3" fmla="*/ 2296 w 3384747"/>
                <a:gd name="connsiteY3" fmla="*/ 2410445 h 4970354"/>
                <a:gd name="connsiteX4" fmla="*/ 242973 w 3384747"/>
                <a:gd name="connsiteY4" fmla="*/ 2631502 h 4970354"/>
                <a:gd name="connsiteX5" fmla="*/ 630948 w 3384747"/>
                <a:gd name="connsiteY5" fmla="*/ 3232084 h 4970354"/>
                <a:gd name="connsiteX6" fmla="*/ 1068084 w 3384747"/>
                <a:gd name="connsiteY6" fmla="*/ 3411451 h 4970354"/>
                <a:gd name="connsiteX7" fmla="*/ 1446321 w 3384747"/>
                <a:gd name="connsiteY7" fmla="*/ 4232108 h 4970354"/>
                <a:gd name="connsiteX8" fmla="*/ 1795605 w 3384747"/>
                <a:gd name="connsiteY8" fmla="*/ 4953950 h 4970354"/>
                <a:gd name="connsiteX9" fmla="*/ 2205650 w 3384747"/>
                <a:gd name="connsiteY9" fmla="*/ 3692791 h 4970354"/>
                <a:gd name="connsiteX10" fmla="*/ 2732418 w 3384747"/>
                <a:gd name="connsiteY10" fmla="*/ 2954438 h 4970354"/>
                <a:gd name="connsiteX11" fmla="*/ 3058623 w 3384747"/>
                <a:gd name="connsiteY11" fmla="*/ 2605202 h 4970354"/>
                <a:gd name="connsiteX12" fmla="*/ 3384747 w 3384747"/>
                <a:gd name="connsiteY12" fmla="*/ 2038436 h 4970354"/>
                <a:gd name="connsiteX0" fmla="*/ 353401 w 3384747"/>
                <a:gd name="connsiteY0" fmla="*/ 0 h 4592452"/>
                <a:gd name="connsiteX1" fmla="*/ 51685 w 3384747"/>
                <a:gd name="connsiteY1" fmla="*/ 831215 h 4592452"/>
                <a:gd name="connsiteX2" fmla="*/ 117760 w 3384747"/>
                <a:gd name="connsiteY2" fmla="*/ 1383203 h 4592452"/>
                <a:gd name="connsiteX3" fmla="*/ 2296 w 3384747"/>
                <a:gd name="connsiteY3" fmla="*/ 2410445 h 4592452"/>
                <a:gd name="connsiteX4" fmla="*/ 242973 w 3384747"/>
                <a:gd name="connsiteY4" fmla="*/ 2631502 h 4592452"/>
                <a:gd name="connsiteX5" fmla="*/ 630948 w 3384747"/>
                <a:gd name="connsiteY5" fmla="*/ 3232084 h 4592452"/>
                <a:gd name="connsiteX6" fmla="*/ 1068084 w 3384747"/>
                <a:gd name="connsiteY6" fmla="*/ 3411451 h 4592452"/>
                <a:gd name="connsiteX7" fmla="*/ 1446321 w 3384747"/>
                <a:gd name="connsiteY7" fmla="*/ 4232108 h 4592452"/>
                <a:gd name="connsiteX8" fmla="*/ 1827316 w 3384747"/>
                <a:gd name="connsiteY8" fmla="*/ 4572821 h 4592452"/>
                <a:gd name="connsiteX9" fmla="*/ 2205650 w 3384747"/>
                <a:gd name="connsiteY9" fmla="*/ 3692791 h 4592452"/>
                <a:gd name="connsiteX10" fmla="*/ 2732418 w 3384747"/>
                <a:gd name="connsiteY10" fmla="*/ 2954438 h 4592452"/>
                <a:gd name="connsiteX11" fmla="*/ 3058623 w 3384747"/>
                <a:gd name="connsiteY11" fmla="*/ 2605202 h 4592452"/>
                <a:gd name="connsiteX12" fmla="*/ 3384747 w 3384747"/>
                <a:gd name="connsiteY12" fmla="*/ 2038436 h 4592452"/>
                <a:gd name="connsiteX0" fmla="*/ 353401 w 3384747"/>
                <a:gd name="connsiteY0" fmla="*/ 0 h 4585499"/>
                <a:gd name="connsiteX1" fmla="*/ 51685 w 3384747"/>
                <a:gd name="connsiteY1" fmla="*/ 831215 h 4585499"/>
                <a:gd name="connsiteX2" fmla="*/ 117760 w 3384747"/>
                <a:gd name="connsiteY2" fmla="*/ 1383203 h 4585499"/>
                <a:gd name="connsiteX3" fmla="*/ 2296 w 3384747"/>
                <a:gd name="connsiteY3" fmla="*/ 2410445 h 4585499"/>
                <a:gd name="connsiteX4" fmla="*/ 242973 w 3384747"/>
                <a:gd name="connsiteY4" fmla="*/ 2631502 h 4585499"/>
                <a:gd name="connsiteX5" fmla="*/ 630948 w 3384747"/>
                <a:gd name="connsiteY5" fmla="*/ 3232084 h 4585499"/>
                <a:gd name="connsiteX6" fmla="*/ 1068084 w 3384747"/>
                <a:gd name="connsiteY6" fmla="*/ 3411451 h 4585499"/>
                <a:gd name="connsiteX7" fmla="*/ 1546416 w 3384747"/>
                <a:gd name="connsiteY7" fmla="*/ 4159425 h 4585499"/>
                <a:gd name="connsiteX8" fmla="*/ 1827316 w 3384747"/>
                <a:gd name="connsiteY8" fmla="*/ 4572821 h 4585499"/>
                <a:gd name="connsiteX9" fmla="*/ 2205650 w 3384747"/>
                <a:gd name="connsiteY9" fmla="*/ 3692791 h 4585499"/>
                <a:gd name="connsiteX10" fmla="*/ 2732418 w 3384747"/>
                <a:gd name="connsiteY10" fmla="*/ 2954438 h 4585499"/>
                <a:gd name="connsiteX11" fmla="*/ 3058623 w 3384747"/>
                <a:gd name="connsiteY11" fmla="*/ 2605202 h 4585499"/>
                <a:gd name="connsiteX12" fmla="*/ 3384747 w 3384747"/>
                <a:gd name="connsiteY12" fmla="*/ 2038436 h 458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84747" h="4585499">
                  <a:moveTo>
                    <a:pt x="353401" y="0"/>
                  </a:moveTo>
                  <a:cubicBezTo>
                    <a:pt x="442777" y="469680"/>
                    <a:pt x="90958" y="600681"/>
                    <a:pt x="51685" y="831215"/>
                  </a:cubicBezTo>
                  <a:cubicBezTo>
                    <a:pt x="12412" y="1061749"/>
                    <a:pt x="125992" y="1119998"/>
                    <a:pt x="117760" y="1383203"/>
                  </a:cubicBezTo>
                  <a:cubicBezTo>
                    <a:pt x="109529" y="1646408"/>
                    <a:pt x="-18573" y="2202395"/>
                    <a:pt x="2296" y="2410445"/>
                  </a:cubicBezTo>
                  <a:cubicBezTo>
                    <a:pt x="23165" y="2618495"/>
                    <a:pt x="138198" y="2494562"/>
                    <a:pt x="242973" y="2631502"/>
                  </a:cubicBezTo>
                  <a:cubicBezTo>
                    <a:pt x="347748" y="2768442"/>
                    <a:pt x="493430" y="3102093"/>
                    <a:pt x="630948" y="3232084"/>
                  </a:cubicBezTo>
                  <a:cubicBezTo>
                    <a:pt x="768466" y="3362075"/>
                    <a:pt x="915506" y="3256894"/>
                    <a:pt x="1068084" y="3411451"/>
                  </a:cubicBezTo>
                  <a:cubicBezTo>
                    <a:pt x="1220662" y="3566008"/>
                    <a:pt x="1419877" y="3965863"/>
                    <a:pt x="1546416" y="4159425"/>
                  </a:cubicBezTo>
                  <a:cubicBezTo>
                    <a:pt x="1672955" y="4352987"/>
                    <a:pt x="1717444" y="4650593"/>
                    <a:pt x="1827316" y="4572821"/>
                  </a:cubicBezTo>
                  <a:cubicBezTo>
                    <a:pt x="1937188" y="4495049"/>
                    <a:pt x="2054800" y="3962521"/>
                    <a:pt x="2205650" y="3692791"/>
                  </a:cubicBezTo>
                  <a:cubicBezTo>
                    <a:pt x="2356500" y="3423061"/>
                    <a:pt x="2590256" y="3135703"/>
                    <a:pt x="2732418" y="2954438"/>
                  </a:cubicBezTo>
                  <a:cubicBezTo>
                    <a:pt x="2874580" y="2773173"/>
                    <a:pt x="2949902" y="2757869"/>
                    <a:pt x="3058623" y="2605202"/>
                  </a:cubicBezTo>
                  <a:cubicBezTo>
                    <a:pt x="3167344" y="2452535"/>
                    <a:pt x="3297987" y="2200515"/>
                    <a:pt x="3384747" y="2038436"/>
                  </a:cubicBezTo>
                </a:path>
              </a:pathLst>
            </a:custGeom>
            <a:noFill/>
            <a:ln w="6350" cap="rnd">
              <a:solidFill>
                <a:schemeClr val="tx1">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C21C5292-6FF6-F274-4E83-D9BB9800AA0F}"/>
                </a:ext>
              </a:extLst>
            </p:cNvPr>
            <p:cNvSpPr/>
            <p:nvPr userDrawn="1"/>
          </p:nvSpPr>
          <p:spPr>
            <a:xfrm rot="624225" flipH="1" flipV="1">
              <a:off x="145834" y="3438899"/>
              <a:ext cx="3419921" cy="3191911"/>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484724 w 6565997"/>
                <a:gd name="connsiteY5" fmla="*/ 2146688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5939826"/>
                <a:gd name="connsiteY0" fmla="*/ 1253643 h 3271214"/>
                <a:gd name="connsiteX1" fmla="*/ 407772 w 5939826"/>
                <a:gd name="connsiteY1" fmla="*/ 1404901 h 3271214"/>
                <a:gd name="connsiteX2" fmla="*/ 2016509 w 5939826"/>
                <a:gd name="connsiteY2" fmla="*/ 797275 h 3271214"/>
                <a:gd name="connsiteX3" fmla="*/ 1789406 w 5939826"/>
                <a:gd name="connsiteY3" fmla="*/ 1616170 h 3271214"/>
                <a:gd name="connsiteX4" fmla="*/ 1858553 w 5939826"/>
                <a:gd name="connsiteY4" fmla="*/ 2146688 h 3271214"/>
                <a:gd name="connsiteX5" fmla="*/ 2111839 w 5939826"/>
                <a:gd name="connsiteY5" fmla="*/ 2621037 h 3271214"/>
                <a:gd name="connsiteX6" fmla="*/ 2640294 w 5939826"/>
                <a:gd name="connsiteY6" fmla="*/ 2788233 h 3271214"/>
                <a:gd name="connsiteX7" fmla="*/ 3165660 w 5939826"/>
                <a:gd name="connsiteY7" fmla="*/ 3255900 h 3271214"/>
                <a:gd name="connsiteX8" fmla="*/ 3686541 w 5939826"/>
                <a:gd name="connsiteY8" fmla="*/ 3081744 h 3271214"/>
                <a:gd name="connsiteX9" fmla="*/ 4213309 w 5939826"/>
                <a:gd name="connsiteY9" fmla="*/ 2343391 h 3271214"/>
                <a:gd name="connsiteX10" fmla="*/ 4733533 w 5939826"/>
                <a:gd name="connsiteY10" fmla="*/ 1978385 h 3271214"/>
                <a:gd name="connsiteX11" fmla="*/ 5100776 w 5939826"/>
                <a:gd name="connsiteY11" fmla="*/ 1539991 h 3271214"/>
                <a:gd name="connsiteX12" fmla="*/ 5333925 w 5939826"/>
                <a:gd name="connsiteY12" fmla="*/ 1054659 h 3271214"/>
                <a:gd name="connsiteX13" fmla="*/ 5495470 w 5939826"/>
                <a:gd name="connsiteY13" fmla="*/ 747477 h 3271214"/>
                <a:gd name="connsiteX14" fmla="*/ 5613103 w 5939826"/>
                <a:gd name="connsiteY14" fmla="*/ 440296 h 3271214"/>
                <a:gd name="connsiteX15" fmla="*/ 5939826 w 5939826"/>
                <a:gd name="connsiteY15" fmla="*/ 0 h 3271214"/>
                <a:gd name="connsiteX0" fmla="*/ 1818177 w 5532686"/>
                <a:gd name="connsiteY0" fmla="*/ 0 h 3547556"/>
                <a:gd name="connsiteX1" fmla="*/ 632 w 5532686"/>
                <a:gd name="connsiteY1" fmla="*/ 1681243 h 3547556"/>
                <a:gd name="connsiteX2" fmla="*/ 1609369 w 5532686"/>
                <a:gd name="connsiteY2" fmla="*/ 1073617 h 3547556"/>
                <a:gd name="connsiteX3" fmla="*/ 1382266 w 5532686"/>
                <a:gd name="connsiteY3" fmla="*/ 1892512 h 3547556"/>
                <a:gd name="connsiteX4" fmla="*/ 1451413 w 5532686"/>
                <a:gd name="connsiteY4" fmla="*/ 2423030 h 3547556"/>
                <a:gd name="connsiteX5" fmla="*/ 1704699 w 5532686"/>
                <a:gd name="connsiteY5" fmla="*/ 2897379 h 3547556"/>
                <a:gd name="connsiteX6" fmla="*/ 2233154 w 5532686"/>
                <a:gd name="connsiteY6" fmla="*/ 3064575 h 3547556"/>
                <a:gd name="connsiteX7" fmla="*/ 2758520 w 5532686"/>
                <a:gd name="connsiteY7" fmla="*/ 3532242 h 3547556"/>
                <a:gd name="connsiteX8" fmla="*/ 3279401 w 5532686"/>
                <a:gd name="connsiteY8" fmla="*/ 3358086 h 3547556"/>
                <a:gd name="connsiteX9" fmla="*/ 3806169 w 5532686"/>
                <a:gd name="connsiteY9" fmla="*/ 2619733 h 3547556"/>
                <a:gd name="connsiteX10" fmla="*/ 4326393 w 5532686"/>
                <a:gd name="connsiteY10" fmla="*/ 2254727 h 3547556"/>
                <a:gd name="connsiteX11" fmla="*/ 4693636 w 5532686"/>
                <a:gd name="connsiteY11" fmla="*/ 1816333 h 3547556"/>
                <a:gd name="connsiteX12" fmla="*/ 4926785 w 5532686"/>
                <a:gd name="connsiteY12" fmla="*/ 1331001 h 3547556"/>
                <a:gd name="connsiteX13" fmla="*/ 5088330 w 5532686"/>
                <a:gd name="connsiteY13" fmla="*/ 1023819 h 3547556"/>
                <a:gd name="connsiteX14" fmla="*/ 5205963 w 5532686"/>
                <a:gd name="connsiteY14" fmla="*/ 716638 h 3547556"/>
                <a:gd name="connsiteX15" fmla="*/ 5532686 w 5532686"/>
                <a:gd name="connsiteY15" fmla="*/ 276342 h 3547556"/>
                <a:gd name="connsiteX0" fmla="*/ 444012 w 4158521"/>
                <a:gd name="connsiteY0" fmla="*/ 0 h 3547556"/>
                <a:gd name="connsiteX1" fmla="*/ 463988 w 4158521"/>
                <a:gd name="connsiteY1" fmla="*/ 510774 h 3547556"/>
                <a:gd name="connsiteX2" fmla="*/ 235204 w 4158521"/>
                <a:gd name="connsiteY2" fmla="*/ 1073617 h 3547556"/>
                <a:gd name="connsiteX3" fmla="*/ 8101 w 4158521"/>
                <a:gd name="connsiteY3" fmla="*/ 1892512 h 3547556"/>
                <a:gd name="connsiteX4" fmla="*/ 77248 w 4158521"/>
                <a:gd name="connsiteY4" fmla="*/ 2423030 h 3547556"/>
                <a:gd name="connsiteX5" fmla="*/ 330534 w 4158521"/>
                <a:gd name="connsiteY5" fmla="*/ 2897379 h 3547556"/>
                <a:gd name="connsiteX6" fmla="*/ 858989 w 4158521"/>
                <a:gd name="connsiteY6" fmla="*/ 3064575 h 3547556"/>
                <a:gd name="connsiteX7" fmla="*/ 1384355 w 4158521"/>
                <a:gd name="connsiteY7" fmla="*/ 3532242 h 3547556"/>
                <a:gd name="connsiteX8" fmla="*/ 1905236 w 4158521"/>
                <a:gd name="connsiteY8" fmla="*/ 3358086 h 3547556"/>
                <a:gd name="connsiteX9" fmla="*/ 2432004 w 4158521"/>
                <a:gd name="connsiteY9" fmla="*/ 2619733 h 3547556"/>
                <a:gd name="connsiteX10" fmla="*/ 2952228 w 4158521"/>
                <a:gd name="connsiteY10" fmla="*/ 2254727 h 3547556"/>
                <a:gd name="connsiteX11" fmla="*/ 3319471 w 4158521"/>
                <a:gd name="connsiteY11" fmla="*/ 1816333 h 3547556"/>
                <a:gd name="connsiteX12" fmla="*/ 3552620 w 4158521"/>
                <a:gd name="connsiteY12" fmla="*/ 1331001 h 3547556"/>
                <a:gd name="connsiteX13" fmla="*/ 3714165 w 4158521"/>
                <a:gd name="connsiteY13" fmla="*/ 1023819 h 3547556"/>
                <a:gd name="connsiteX14" fmla="*/ 3831798 w 4158521"/>
                <a:gd name="connsiteY14" fmla="*/ 716638 h 3547556"/>
                <a:gd name="connsiteX15" fmla="*/ 4158521 w 4158521"/>
                <a:gd name="connsiteY15" fmla="*/ 276342 h 3547556"/>
                <a:gd name="connsiteX0" fmla="*/ 457965 w 4172474"/>
                <a:gd name="connsiteY0" fmla="*/ 0 h 3547556"/>
                <a:gd name="connsiteX1" fmla="*/ 477941 w 4172474"/>
                <a:gd name="connsiteY1" fmla="*/ 510774 h 3547556"/>
                <a:gd name="connsiteX2" fmla="*/ 450557 w 4172474"/>
                <a:gd name="connsiteY2" fmla="*/ 1114757 h 3547556"/>
                <a:gd name="connsiteX3" fmla="*/ 22054 w 4172474"/>
                <a:gd name="connsiteY3" fmla="*/ 1892512 h 3547556"/>
                <a:gd name="connsiteX4" fmla="*/ 91201 w 4172474"/>
                <a:gd name="connsiteY4" fmla="*/ 2423030 h 3547556"/>
                <a:gd name="connsiteX5" fmla="*/ 344487 w 4172474"/>
                <a:gd name="connsiteY5" fmla="*/ 2897379 h 3547556"/>
                <a:gd name="connsiteX6" fmla="*/ 872942 w 4172474"/>
                <a:gd name="connsiteY6" fmla="*/ 3064575 h 3547556"/>
                <a:gd name="connsiteX7" fmla="*/ 1398308 w 4172474"/>
                <a:gd name="connsiteY7" fmla="*/ 3532242 h 3547556"/>
                <a:gd name="connsiteX8" fmla="*/ 1919189 w 4172474"/>
                <a:gd name="connsiteY8" fmla="*/ 3358086 h 3547556"/>
                <a:gd name="connsiteX9" fmla="*/ 2445957 w 4172474"/>
                <a:gd name="connsiteY9" fmla="*/ 2619733 h 3547556"/>
                <a:gd name="connsiteX10" fmla="*/ 2966181 w 4172474"/>
                <a:gd name="connsiteY10" fmla="*/ 2254727 h 3547556"/>
                <a:gd name="connsiteX11" fmla="*/ 3333424 w 4172474"/>
                <a:gd name="connsiteY11" fmla="*/ 1816333 h 3547556"/>
                <a:gd name="connsiteX12" fmla="*/ 3566573 w 4172474"/>
                <a:gd name="connsiteY12" fmla="*/ 1331001 h 3547556"/>
                <a:gd name="connsiteX13" fmla="*/ 3728118 w 4172474"/>
                <a:gd name="connsiteY13" fmla="*/ 1023819 h 3547556"/>
                <a:gd name="connsiteX14" fmla="*/ 3845751 w 4172474"/>
                <a:gd name="connsiteY14" fmla="*/ 716638 h 3547556"/>
                <a:gd name="connsiteX15" fmla="*/ 4172474 w 4172474"/>
                <a:gd name="connsiteY15" fmla="*/ 276342 h 3547556"/>
                <a:gd name="connsiteX0" fmla="*/ 376036 w 4090545"/>
                <a:gd name="connsiteY0" fmla="*/ 0 h 3547556"/>
                <a:gd name="connsiteX1" fmla="*/ 396012 w 4090545"/>
                <a:gd name="connsiteY1" fmla="*/ 510774 h 3547556"/>
                <a:gd name="connsiteX2" fmla="*/ 368628 w 4090545"/>
                <a:gd name="connsiteY2" fmla="*/ 1114757 h 3547556"/>
                <a:gd name="connsiteX3" fmla="*/ 85077 w 4090545"/>
                <a:gd name="connsiteY3" fmla="*/ 1796348 h 3547556"/>
                <a:gd name="connsiteX4" fmla="*/ 9272 w 4090545"/>
                <a:gd name="connsiteY4" fmla="*/ 2423030 h 3547556"/>
                <a:gd name="connsiteX5" fmla="*/ 262558 w 4090545"/>
                <a:gd name="connsiteY5" fmla="*/ 2897379 h 3547556"/>
                <a:gd name="connsiteX6" fmla="*/ 791013 w 4090545"/>
                <a:gd name="connsiteY6" fmla="*/ 3064575 h 3547556"/>
                <a:gd name="connsiteX7" fmla="*/ 1316379 w 4090545"/>
                <a:gd name="connsiteY7" fmla="*/ 3532242 h 3547556"/>
                <a:gd name="connsiteX8" fmla="*/ 1837260 w 4090545"/>
                <a:gd name="connsiteY8" fmla="*/ 3358086 h 3547556"/>
                <a:gd name="connsiteX9" fmla="*/ 2364028 w 4090545"/>
                <a:gd name="connsiteY9" fmla="*/ 2619733 h 3547556"/>
                <a:gd name="connsiteX10" fmla="*/ 2884252 w 4090545"/>
                <a:gd name="connsiteY10" fmla="*/ 2254727 h 3547556"/>
                <a:gd name="connsiteX11" fmla="*/ 3251495 w 4090545"/>
                <a:gd name="connsiteY11" fmla="*/ 1816333 h 3547556"/>
                <a:gd name="connsiteX12" fmla="*/ 3484644 w 4090545"/>
                <a:gd name="connsiteY12" fmla="*/ 1331001 h 3547556"/>
                <a:gd name="connsiteX13" fmla="*/ 3646189 w 4090545"/>
                <a:gd name="connsiteY13" fmla="*/ 1023819 h 3547556"/>
                <a:gd name="connsiteX14" fmla="*/ 3763822 w 4090545"/>
                <a:gd name="connsiteY14" fmla="*/ 716638 h 3547556"/>
                <a:gd name="connsiteX15" fmla="*/ 4090545 w 4090545"/>
                <a:gd name="connsiteY15" fmla="*/ 276342 h 3547556"/>
                <a:gd name="connsiteX0" fmla="*/ 309383 w 4023892"/>
                <a:gd name="connsiteY0" fmla="*/ 0 h 3547556"/>
                <a:gd name="connsiteX1" fmla="*/ 329359 w 4023892"/>
                <a:gd name="connsiteY1" fmla="*/ 510774 h 3547556"/>
                <a:gd name="connsiteX2" fmla="*/ 301975 w 4023892"/>
                <a:gd name="connsiteY2" fmla="*/ 1114757 h 3547556"/>
                <a:gd name="connsiteX3" fmla="*/ 18424 w 4023892"/>
                <a:gd name="connsiteY3" fmla="*/ 1796348 h 3547556"/>
                <a:gd name="connsiteX4" fmla="*/ 46143 w 4023892"/>
                <a:gd name="connsiteY4" fmla="*/ 2295614 h 3547556"/>
                <a:gd name="connsiteX5" fmla="*/ 195905 w 4023892"/>
                <a:gd name="connsiteY5" fmla="*/ 2897379 h 3547556"/>
                <a:gd name="connsiteX6" fmla="*/ 724360 w 4023892"/>
                <a:gd name="connsiteY6" fmla="*/ 3064575 h 3547556"/>
                <a:gd name="connsiteX7" fmla="*/ 1249726 w 4023892"/>
                <a:gd name="connsiteY7" fmla="*/ 3532242 h 3547556"/>
                <a:gd name="connsiteX8" fmla="*/ 1770607 w 4023892"/>
                <a:gd name="connsiteY8" fmla="*/ 3358086 h 3547556"/>
                <a:gd name="connsiteX9" fmla="*/ 2297375 w 4023892"/>
                <a:gd name="connsiteY9" fmla="*/ 2619733 h 3547556"/>
                <a:gd name="connsiteX10" fmla="*/ 2817599 w 4023892"/>
                <a:gd name="connsiteY10" fmla="*/ 2254727 h 3547556"/>
                <a:gd name="connsiteX11" fmla="*/ 3184842 w 4023892"/>
                <a:gd name="connsiteY11" fmla="*/ 1816333 h 3547556"/>
                <a:gd name="connsiteX12" fmla="*/ 3417991 w 4023892"/>
                <a:gd name="connsiteY12" fmla="*/ 1331001 h 3547556"/>
                <a:gd name="connsiteX13" fmla="*/ 3579536 w 4023892"/>
                <a:gd name="connsiteY13" fmla="*/ 1023819 h 3547556"/>
                <a:gd name="connsiteX14" fmla="*/ 3697169 w 4023892"/>
                <a:gd name="connsiteY14" fmla="*/ 716638 h 3547556"/>
                <a:gd name="connsiteX15" fmla="*/ 4023892 w 4023892"/>
                <a:gd name="connsiteY15" fmla="*/ 276342 h 3547556"/>
                <a:gd name="connsiteX0" fmla="*/ 312977 w 4027486"/>
                <a:gd name="connsiteY0" fmla="*/ 0 h 3547556"/>
                <a:gd name="connsiteX1" fmla="*/ 332953 w 4027486"/>
                <a:gd name="connsiteY1" fmla="*/ 510774 h 3547556"/>
                <a:gd name="connsiteX2" fmla="*/ 305569 w 4027486"/>
                <a:gd name="connsiteY2" fmla="*/ 1114757 h 3547556"/>
                <a:gd name="connsiteX3" fmla="*/ 22018 w 4027486"/>
                <a:gd name="connsiteY3" fmla="*/ 1796348 h 3547556"/>
                <a:gd name="connsiteX4" fmla="*/ 49737 w 4027486"/>
                <a:gd name="connsiteY4" fmla="*/ 2295614 h 3547556"/>
                <a:gd name="connsiteX5" fmla="*/ 295614 w 4027486"/>
                <a:gd name="connsiteY5" fmla="*/ 2792281 h 3547556"/>
                <a:gd name="connsiteX6" fmla="*/ 727954 w 4027486"/>
                <a:gd name="connsiteY6" fmla="*/ 3064575 h 3547556"/>
                <a:gd name="connsiteX7" fmla="*/ 1253320 w 4027486"/>
                <a:gd name="connsiteY7" fmla="*/ 3532242 h 3547556"/>
                <a:gd name="connsiteX8" fmla="*/ 1774201 w 4027486"/>
                <a:gd name="connsiteY8" fmla="*/ 3358086 h 3547556"/>
                <a:gd name="connsiteX9" fmla="*/ 2300969 w 4027486"/>
                <a:gd name="connsiteY9" fmla="*/ 2619733 h 3547556"/>
                <a:gd name="connsiteX10" fmla="*/ 2821193 w 4027486"/>
                <a:gd name="connsiteY10" fmla="*/ 2254727 h 3547556"/>
                <a:gd name="connsiteX11" fmla="*/ 3188436 w 4027486"/>
                <a:gd name="connsiteY11" fmla="*/ 1816333 h 3547556"/>
                <a:gd name="connsiteX12" fmla="*/ 3421585 w 4027486"/>
                <a:gd name="connsiteY12" fmla="*/ 1331001 h 3547556"/>
                <a:gd name="connsiteX13" fmla="*/ 3583130 w 4027486"/>
                <a:gd name="connsiteY13" fmla="*/ 1023819 h 3547556"/>
                <a:gd name="connsiteX14" fmla="*/ 3700763 w 4027486"/>
                <a:gd name="connsiteY14" fmla="*/ 716638 h 3547556"/>
                <a:gd name="connsiteX15" fmla="*/ 4027486 w 4027486"/>
                <a:gd name="connsiteY15" fmla="*/ 276342 h 3547556"/>
                <a:gd name="connsiteX0" fmla="*/ 312977 w 4027486"/>
                <a:gd name="connsiteY0" fmla="*/ 0 h 3814033"/>
                <a:gd name="connsiteX1" fmla="*/ 332953 w 4027486"/>
                <a:gd name="connsiteY1" fmla="*/ 510774 h 3814033"/>
                <a:gd name="connsiteX2" fmla="*/ 305569 w 4027486"/>
                <a:gd name="connsiteY2" fmla="*/ 1114757 h 3814033"/>
                <a:gd name="connsiteX3" fmla="*/ 22018 w 4027486"/>
                <a:gd name="connsiteY3" fmla="*/ 1796348 h 3814033"/>
                <a:gd name="connsiteX4" fmla="*/ 49737 w 4027486"/>
                <a:gd name="connsiteY4" fmla="*/ 2295614 h 3814033"/>
                <a:gd name="connsiteX5" fmla="*/ 295614 w 4027486"/>
                <a:gd name="connsiteY5" fmla="*/ 2792281 h 3814033"/>
                <a:gd name="connsiteX6" fmla="*/ 727954 w 4027486"/>
                <a:gd name="connsiteY6" fmla="*/ 3064575 h 3814033"/>
                <a:gd name="connsiteX7" fmla="*/ 1329484 w 4027486"/>
                <a:gd name="connsiteY7" fmla="*/ 3808744 h 3814033"/>
                <a:gd name="connsiteX8" fmla="*/ 1774201 w 4027486"/>
                <a:gd name="connsiteY8" fmla="*/ 3358086 h 3814033"/>
                <a:gd name="connsiteX9" fmla="*/ 2300969 w 4027486"/>
                <a:gd name="connsiteY9" fmla="*/ 2619733 h 3814033"/>
                <a:gd name="connsiteX10" fmla="*/ 2821193 w 4027486"/>
                <a:gd name="connsiteY10" fmla="*/ 2254727 h 3814033"/>
                <a:gd name="connsiteX11" fmla="*/ 3188436 w 4027486"/>
                <a:gd name="connsiteY11" fmla="*/ 1816333 h 3814033"/>
                <a:gd name="connsiteX12" fmla="*/ 3421585 w 4027486"/>
                <a:gd name="connsiteY12" fmla="*/ 1331001 h 3814033"/>
                <a:gd name="connsiteX13" fmla="*/ 3583130 w 4027486"/>
                <a:gd name="connsiteY13" fmla="*/ 1023819 h 3814033"/>
                <a:gd name="connsiteX14" fmla="*/ 3700763 w 4027486"/>
                <a:gd name="connsiteY14" fmla="*/ 716638 h 3814033"/>
                <a:gd name="connsiteX15" fmla="*/ 4027486 w 4027486"/>
                <a:gd name="connsiteY15" fmla="*/ 276342 h 3814033"/>
                <a:gd name="connsiteX0" fmla="*/ 186400 w 4027486"/>
                <a:gd name="connsiteY0" fmla="*/ 0 h 3886682"/>
                <a:gd name="connsiteX1" fmla="*/ 332953 w 4027486"/>
                <a:gd name="connsiteY1" fmla="*/ 583425 h 3886682"/>
                <a:gd name="connsiteX2" fmla="*/ 305569 w 4027486"/>
                <a:gd name="connsiteY2" fmla="*/ 1187408 h 3886682"/>
                <a:gd name="connsiteX3" fmla="*/ 22018 w 4027486"/>
                <a:gd name="connsiteY3" fmla="*/ 1868999 h 3886682"/>
                <a:gd name="connsiteX4" fmla="*/ 49737 w 4027486"/>
                <a:gd name="connsiteY4" fmla="*/ 2368265 h 3886682"/>
                <a:gd name="connsiteX5" fmla="*/ 295614 w 4027486"/>
                <a:gd name="connsiteY5" fmla="*/ 2864932 h 3886682"/>
                <a:gd name="connsiteX6" fmla="*/ 727954 w 4027486"/>
                <a:gd name="connsiteY6" fmla="*/ 3137226 h 3886682"/>
                <a:gd name="connsiteX7" fmla="*/ 1329484 w 4027486"/>
                <a:gd name="connsiteY7" fmla="*/ 3881395 h 3886682"/>
                <a:gd name="connsiteX8" fmla="*/ 1774201 w 4027486"/>
                <a:gd name="connsiteY8" fmla="*/ 3430737 h 3886682"/>
                <a:gd name="connsiteX9" fmla="*/ 2300969 w 4027486"/>
                <a:gd name="connsiteY9" fmla="*/ 2692384 h 3886682"/>
                <a:gd name="connsiteX10" fmla="*/ 2821193 w 4027486"/>
                <a:gd name="connsiteY10" fmla="*/ 2327378 h 3886682"/>
                <a:gd name="connsiteX11" fmla="*/ 3188436 w 4027486"/>
                <a:gd name="connsiteY11" fmla="*/ 1888984 h 3886682"/>
                <a:gd name="connsiteX12" fmla="*/ 3421585 w 4027486"/>
                <a:gd name="connsiteY12" fmla="*/ 1403652 h 3886682"/>
                <a:gd name="connsiteX13" fmla="*/ 3583130 w 4027486"/>
                <a:gd name="connsiteY13" fmla="*/ 1096470 h 3886682"/>
                <a:gd name="connsiteX14" fmla="*/ 3700763 w 4027486"/>
                <a:gd name="connsiteY14" fmla="*/ 789289 h 3886682"/>
                <a:gd name="connsiteX15" fmla="*/ 4027486 w 4027486"/>
                <a:gd name="connsiteY15" fmla="*/ 348993 h 3886682"/>
                <a:gd name="connsiteX0" fmla="*/ 186400 w 4027486"/>
                <a:gd name="connsiteY0" fmla="*/ 0 h 3886683"/>
                <a:gd name="connsiteX1" fmla="*/ 179971 w 4027486"/>
                <a:gd name="connsiteY1" fmla="*/ 585574 h 3886683"/>
                <a:gd name="connsiteX2" fmla="*/ 305569 w 4027486"/>
                <a:gd name="connsiteY2" fmla="*/ 1187408 h 3886683"/>
                <a:gd name="connsiteX3" fmla="*/ 22018 w 4027486"/>
                <a:gd name="connsiteY3" fmla="*/ 1868999 h 3886683"/>
                <a:gd name="connsiteX4" fmla="*/ 49737 w 4027486"/>
                <a:gd name="connsiteY4" fmla="*/ 2368265 h 3886683"/>
                <a:gd name="connsiteX5" fmla="*/ 295614 w 4027486"/>
                <a:gd name="connsiteY5" fmla="*/ 2864932 h 3886683"/>
                <a:gd name="connsiteX6" fmla="*/ 727954 w 4027486"/>
                <a:gd name="connsiteY6" fmla="*/ 3137226 h 3886683"/>
                <a:gd name="connsiteX7" fmla="*/ 1329484 w 4027486"/>
                <a:gd name="connsiteY7" fmla="*/ 3881395 h 3886683"/>
                <a:gd name="connsiteX8" fmla="*/ 1774201 w 4027486"/>
                <a:gd name="connsiteY8" fmla="*/ 3430737 h 3886683"/>
                <a:gd name="connsiteX9" fmla="*/ 2300969 w 4027486"/>
                <a:gd name="connsiteY9" fmla="*/ 2692384 h 3886683"/>
                <a:gd name="connsiteX10" fmla="*/ 2821193 w 4027486"/>
                <a:gd name="connsiteY10" fmla="*/ 2327378 h 3886683"/>
                <a:gd name="connsiteX11" fmla="*/ 3188436 w 4027486"/>
                <a:gd name="connsiteY11" fmla="*/ 1888984 h 3886683"/>
                <a:gd name="connsiteX12" fmla="*/ 3421585 w 4027486"/>
                <a:gd name="connsiteY12" fmla="*/ 1403652 h 3886683"/>
                <a:gd name="connsiteX13" fmla="*/ 3583130 w 4027486"/>
                <a:gd name="connsiteY13" fmla="*/ 1096470 h 3886683"/>
                <a:gd name="connsiteX14" fmla="*/ 3700763 w 4027486"/>
                <a:gd name="connsiteY14" fmla="*/ 789289 h 3886683"/>
                <a:gd name="connsiteX15" fmla="*/ 4027486 w 4027486"/>
                <a:gd name="connsiteY15" fmla="*/ 348993 h 3886683"/>
                <a:gd name="connsiteX0" fmla="*/ 260231 w 4101317"/>
                <a:gd name="connsiteY0" fmla="*/ 0 h 3886683"/>
                <a:gd name="connsiteX1" fmla="*/ 253802 w 4101317"/>
                <a:gd name="connsiteY1" fmla="*/ 585574 h 3886683"/>
                <a:gd name="connsiteX2" fmla="*/ 4464 w 4101317"/>
                <a:gd name="connsiteY2" fmla="*/ 1077942 h 3886683"/>
                <a:gd name="connsiteX3" fmla="*/ 95849 w 4101317"/>
                <a:gd name="connsiteY3" fmla="*/ 1868999 h 3886683"/>
                <a:gd name="connsiteX4" fmla="*/ 123568 w 4101317"/>
                <a:gd name="connsiteY4" fmla="*/ 2368265 h 3886683"/>
                <a:gd name="connsiteX5" fmla="*/ 369445 w 4101317"/>
                <a:gd name="connsiteY5" fmla="*/ 2864932 h 3886683"/>
                <a:gd name="connsiteX6" fmla="*/ 801785 w 4101317"/>
                <a:gd name="connsiteY6" fmla="*/ 3137226 h 3886683"/>
                <a:gd name="connsiteX7" fmla="*/ 1403315 w 4101317"/>
                <a:gd name="connsiteY7" fmla="*/ 3881395 h 3886683"/>
                <a:gd name="connsiteX8" fmla="*/ 1848032 w 4101317"/>
                <a:gd name="connsiteY8" fmla="*/ 3430737 h 3886683"/>
                <a:gd name="connsiteX9" fmla="*/ 2374800 w 4101317"/>
                <a:gd name="connsiteY9" fmla="*/ 2692384 h 3886683"/>
                <a:gd name="connsiteX10" fmla="*/ 2895024 w 4101317"/>
                <a:gd name="connsiteY10" fmla="*/ 2327378 h 3886683"/>
                <a:gd name="connsiteX11" fmla="*/ 3262267 w 4101317"/>
                <a:gd name="connsiteY11" fmla="*/ 1888984 h 3886683"/>
                <a:gd name="connsiteX12" fmla="*/ 3495416 w 4101317"/>
                <a:gd name="connsiteY12" fmla="*/ 1403652 h 3886683"/>
                <a:gd name="connsiteX13" fmla="*/ 3656961 w 4101317"/>
                <a:gd name="connsiteY13" fmla="*/ 1096470 h 3886683"/>
                <a:gd name="connsiteX14" fmla="*/ 3774594 w 4101317"/>
                <a:gd name="connsiteY14" fmla="*/ 789289 h 3886683"/>
                <a:gd name="connsiteX15" fmla="*/ 4101317 w 4101317"/>
                <a:gd name="connsiteY15" fmla="*/ 348993 h 3886683"/>
                <a:gd name="connsiteX0" fmla="*/ 295824 w 4136910"/>
                <a:gd name="connsiteY0" fmla="*/ 0 h 3886683"/>
                <a:gd name="connsiteX1" fmla="*/ 289395 w 4136910"/>
                <a:gd name="connsiteY1" fmla="*/ 585574 h 3886683"/>
                <a:gd name="connsiteX2" fmla="*/ 40057 w 4136910"/>
                <a:gd name="connsiteY2" fmla="*/ 1077942 h 3886683"/>
                <a:gd name="connsiteX3" fmla="*/ 12057 w 4136910"/>
                <a:gd name="connsiteY3" fmla="*/ 1959078 h 3886683"/>
                <a:gd name="connsiteX4" fmla="*/ 159161 w 4136910"/>
                <a:gd name="connsiteY4" fmla="*/ 2368265 h 3886683"/>
                <a:gd name="connsiteX5" fmla="*/ 405038 w 4136910"/>
                <a:gd name="connsiteY5" fmla="*/ 2864932 h 3886683"/>
                <a:gd name="connsiteX6" fmla="*/ 837378 w 4136910"/>
                <a:gd name="connsiteY6" fmla="*/ 3137226 h 3886683"/>
                <a:gd name="connsiteX7" fmla="*/ 1438908 w 4136910"/>
                <a:gd name="connsiteY7" fmla="*/ 3881395 h 3886683"/>
                <a:gd name="connsiteX8" fmla="*/ 1883625 w 4136910"/>
                <a:gd name="connsiteY8" fmla="*/ 3430737 h 3886683"/>
                <a:gd name="connsiteX9" fmla="*/ 2410393 w 4136910"/>
                <a:gd name="connsiteY9" fmla="*/ 2692384 h 3886683"/>
                <a:gd name="connsiteX10" fmla="*/ 2930617 w 4136910"/>
                <a:gd name="connsiteY10" fmla="*/ 2327378 h 3886683"/>
                <a:gd name="connsiteX11" fmla="*/ 3297860 w 4136910"/>
                <a:gd name="connsiteY11" fmla="*/ 1888984 h 3886683"/>
                <a:gd name="connsiteX12" fmla="*/ 3531009 w 4136910"/>
                <a:gd name="connsiteY12" fmla="*/ 1403652 h 3886683"/>
                <a:gd name="connsiteX13" fmla="*/ 3692554 w 4136910"/>
                <a:gd name="connsiteY13" fmla="*/ 1096470 h 3886683"/>
                <a:gd name="connsiteX14" fmla="*/ 3810187 w 4136910"/>
                <a:gd name="connsiteY14" fmla="*/ 789289 h 3886683"/>
                <a:gd name="connsiteX15" fmla="*/ 4136910 w 4136910"/>
                <a:gd name="connsiteY15" fmla="*/ 348993 h 3886683"/>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3810187 w 4136910"/>
                <a:gd name="connsiteY14" fmla="*/ 789289 h 3883449"/>
                <a:gd name="connsiteX15" fmla="*/ 4136910 w 4136910"/>
                <a:gd name="connsiteY15" fmla="*/ 348993 h 3883449"/>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4136910 w 4136910"/>
                <a:gd name="connsiteY14" fmla="*/ 348993 h 3883449"/>
                <a:gd name="connsiteX0" fmla="*/ 295824 w 4136910"/>
                <a:gd name="connsiteY0" fmla="*/ 0 h 3881789"/>
                <a:gd name="connsiteX1" fmla="*/ 289395 w 4136910"/>
                <a:gd name="connsiteY1" fmla="*/ 585574 h 3881789"/>
                <a:gd name="connsiteX2" fmla="*/ 40057 w 4136910"/>
                <a:gd name="connsiteY2" fmla="*/ 1077942 h 3881789"/>
                <a:gd name="connsiteX3" fmla="*/ 12057 w 4136910"/>
                <a:gd name="connsiteY3" fmla="*/ 1959078 h 3881789"/>
                <a:gd name="connsiteX4" fmla="*/ 159161 w 4136910"/>
                <a:gd name="connsiteY4" fmla="*/ 2368265 h 3881789"/>
                <a:gd name="connsiteX5" fmla="*/ 405038 w 4136910"/>
                <a:gd name="connsiteY5" fmla="*/ 2864932 h 3881789"/>
                <a:gd name="connsiteX6" fmla="*/ 1000888 w 4136910"/>
                <a:gd name="connsiteY6" fmla="*/ 3358678 h 3881789"/>
                <a:gd name="connsiteX7" fmla="*/ 1438908 w 4136910"/>
                <a:gd name="connsiteY7" fmla="*/ 3881395 h 3881789"/>
                <a:gd name="connsiteX8" fmla="*/ 1883625 w 4136910"/>
                <a:gd name="connsiteY8" fmla="*/ 3430737 h 3881789"/>
                <a:gd name="connsiteX9" fmla="*/ 2410393 w 4136910"/>
                <a:gd name="connsiteY9" fmla="*/ 2692384 h 3881789"/>
                <a:gd name="connsiteX10" fmla="*/ 2930617 w 4136910"/>
                <a:gd name="connsiteY10" fmla="*/ 2327378 h 3881789"/>
                <a:gd name="connsiteX11" fmla="*/ 3297860 w 4136910"/>
                <a:gd name="connsiteY11" fmla="*/ 1888984 h 3881789"/>
                <a:gd name="connsiteX12" fmla="*/ 3531009 w 4136910"/>
                <a:gd name="connsiteY12" fmla="*/ 1403652 h 3881789"/>
                <a:gd name="connsiteX13" fmla="*/ 3692554 w 4136910"/>
                <a:gd name="connsiteY13" fmla="*/ 1096470 h 3881789"/>
                <a:gd name="connsiteX14" fmla="*/ 4136910 w 4136910"/>
                <a:gd name="connsiteY14" fmla="*/ 348993 h 3881789"/>
                <a:gd name="connsiteX0" fmla="*/ 295824 w 3692554"/>
                <a:gd name="connsiteY0" fmla="*/ 0 h 3881789"/>
                <a:gd name="connsiteX1" fmla="*/ 289395 w 3692554"/>
                <a:gd name="connsiteY1" fmla="*/ 585574 h 3881789"/>
                <a:gd name="connsiteX2" fmla="*/ 40057 w 3692554"/>
                <a:gd name="connsiteY2" fmla="*/ 1077942 h 3881789"/>
                <a:gd name="connsiteX3" fmla="*/ 12057 w 3692554"/>
                <a:gd name="connsiteY3" fmla="*/ 1959078 h 3881789"/>
                <a:gd name="connsiteX4" fmla="*/ 159161 w 3692554"/>
                <a:gd name="connsiteY4" fmla="*/ 2368265 h 3881789"/>
                <a:gd name="connsiteX5" fmla="*/ 405038 w 3692554"/>
                <a:gd name="connsiteY5" fmla="*/ 2864932 h 3881789"/>
                <a:gd name="connsiteX6" fmla="*/ 1000888 w 3692554"/>
                <a:gd name="connsiteY6" fmla="*/ 3358678 h 3881789"/>
                <a:gd name="connsiteX7" fmla="*/ 1438908 w 3692554"/>
                <a:gd name="connsiteY7" fmla="*/ 3881395 h 3881789"/>
                <a:gd name="connsiteX8" fmla="*/ 1883625 w 3692554"/>
                <a:gd name="connsiteY8" fmla="*/ 3430737 h 3881789"/>
                <a:gd name="connsiteX9" fmla="*/ 2410393 w 3692554"/>
                <a:gd name="connsiteY9" fmla="*/ 2692384 h 3881789"/>
                <a:gd name="connsiteX10" fmla="*/ 2930617 w 3692554"/>
                <a:gd name="connsiteY10" fmla="*/ 2327378 h 3881789"/>
                <a:gd name="connsiteX11" fmla="*/ 3297860 w 3692554"/>
                <a:gd name="connsiteY11" fmla="*/ 1888984 h 3881789"/>
                <a:gd name="connsiteX12" fmla="*/ 3531009 w 3692554"/>
                <a:gd name="connsiteY12" fmla="*/ 1403652 h 3881789"/>
                <a:gd name="connsiteX13" fmla="*/ 3692554 w 3692554"/>
                <a:gd name="connsiteY13" fmla="*/ 1096470 h 3881789"/>
                <a:gd name="connsiteX0" fmla="*/ 295824 w 3531009"/>
                <a:gd name="connsiteY0" fmla="*/ 0 h 3881789"/>
                <a:gd name="connsiteX1" fmla="*/ 289395 w 3531009"/>
                <a:gd name="connsiteY1" fmla="*/ 585574 h 3881789"/>
                <a:gd name="connsiteX2" fmla="*/ 40057 w 3531009"/>
                <a:gd name="connsiteY2" fmla="*/ 1077942 h 3881789"/>
                <a:gd name="connsiteX3" fmla="*/ 12057 w 3531009"/>
                <a:gd name="connsiteY3" fmla="*/ 1959078 h 3881789"/>
                <a:gd name="connsiteX4" fmla="*/ 159161 w 3531009"/>
                <a:gd name="connsiteY4" fmla="*/ 2368265 h 3881789"/>
                <a:gd name="connsiteX5" fmla="*/ 405038 w 3531009"/>
                <a:gd name="connsiteY5" fmla="*/ 2864932 h 3881789"/>
                <a:gd name="connsiteX6" fmla="*/ 1000888 w 3531009"/>
                <a:gd name="connsiteY6" fmla="*/ 3358678 h 3881789"/>
                <a:gd name="connsiteX7" fmla="*/ 1438908 w 3531009"/>
                <a:gd name="connsiteY7" fmla="*/ 3881395 h 3881789"/>
                <a:gd name="connsiteX8" fmla="*/ 1883625 w 3531009"/>
                <a:gd name="connsiteY8" fmla="*/ 3430737 h 3881789"/>
                <a:gd name="connsiteX9" fmla="*/ 2410393 w 3531009"/>
                <a:gd name="connsiteY9" fmla="*/ 2692384 h 3881789"/>
                <a:gd name="connsiteX10" fmla="*/ 2930617 w 3531009"/>
                <a:gd name="connsiteY10" fmla="*/ 2327378 h 3881789"/>
                <a:gd name="connsiteX11" fmla="*/ 3297860 w 3531009"/>
                <a:gd name="connsiteY11" fmla="*/ 1888984 h 3881789"/>
                <a:gd name="connsiteX12" fmla="*/ 3531009 w 3531009"/>
                <a:gd name="connsiteY12" fmla="*/ 1403652 h 3881789"/>
                <a:gd name="connsiteX0" fmla="*/ 295824 w 3308880"/>
                <a:gd name="connsiteY0" fmla="*/ 0 h 3881789"/>
                <a:gd name="connsiteX1" fmla="*/ 289395 w 3308880"/>
                <a:gd name="connsiteY1" fmla="*/ 585574 h 3881789"/>
                <a:gd name="connsiteX2" fmla="*/ 40057 w 3308880"/>
                <a:gd name="connsiteY2" fmla="*/ 1077942 h 3881789"/>
                <a:gd name="connsiteX3" fmla="*/ 12057 w 3308880"/>
                <a:gd name="connsiteY3" fmla="*/ 1959078 h 3881789"/>
                <a:gd name="connsiteX4" fmla="*/ 159161 w 3308880"/>
                <a:gd name="connsiteY4" fmla="*/ 2368265 h 3881789"/>
                <a:gd name="connsiteX5" fmla="*/ 405038 w 3308880"/>
                <a:gd name="connsiteY5" fmla="*/ 2864932 h 3881789"/>
                <a:gd name="connsiteX6" fmla="*/ 1000888 w 3308880"/>
                <a:gd name="connsiteY6" fmla="*/ 3358678 h 3881789"/>
                <a:gd name="connsiteX7" fmla="*/ 1438908 w 3308880"/>
                <a:gd name="connsiteY7" fmla="*/ 3881395 h 3881789"/>
                <a:gd name="connsiteX8" fmla="*/ 1883625 w 3308880"/>
                <a:gd name="connsiteY8" fmla="*/ 3430737 h 3881789"/>
                <a:gd name="connsiteX9" fmla="*/ 2410393 w 3308880"/>
                <a:gd name="connsiteY9" fmla="*/ 2692384 h 3881789"/>
                <a:gd name="connsiteX10" fmla="*/ 2930617 w 3308880"/>
                <a:gd name="connsiteY10" fmla="*/ 2327378 h 3881789"/>
                <a:gd name="connsiteX11" fmla="*/ 3297860 w 3308880"/>
                <a:gd name="connsiteY11" fmla="*/ 1888984 h 3881789"/>
                <a:gd name="connsiteX12" fmla="*/ 3253346 w 3308880"/>
                <a:gd name="connsiteY12" fmla="*/ 1010663 h 3881789"/>
                <a:gd name="connsiteX0" fmla="*/ 295824 w 3253346"/>
                <a:gd name="connsiteY0" fmla="*/ 0 h 3881789"/>
                <a:gd name="connsiteX1" fmla="*/ 289395 w 3253346"/>
                <a:gd name="connsiteY1" fmla="*/ 585574 h 3881789"/>
                <a:gd name="connsiteX2" fmla="*/ 40057 w 3253346"/>
                <a:gd name="connsiteY2" fmla="*/ 1077942 h 3881789"/>
                <a:gd name="connsiteX3" fmla="*/ 12057 w 3253346"/>
                <a:gd name="connsiteY3" fmla="*/ 1959078 h 3881789"/>
                <a:gd name="connsiteX4" fmla="*/ 159161 w 3253346"/>
                <a:gd name="connsiteY4" fmla="*/ 2368265 h 3881789"/>
                <a:gd name="connsiteX5" fmla="*/ 405038 w 3253346"/>
                <a:gd name="connsiteY5" fmla="*/ 2864932 h 3881789"/>
                <a:gd name="connsiteX6" fmla="*/ 1000888 w 3253346"/>
                <a:gd name="connsiteY6" fmla="*/ 3358678 h 3881789"/>
                <a:gd name="connsiteX7" fmla="*/ 1438908 w 3253346"/>
                <a:gd name="connsiteY7" fmla="*/ 3881395 h 3881789"/>
                <a:gd name="connsiteX8" fmla="*/ 1883625 w 3253346"/>
                <a:gd name="connsiteY8" fmla="*/ 3430737 h 3881789"/>
                <a:gd name="connsiteX9" fmla="*/ 2410393 w 3253346"/>
                <a:gd name="connsiteY9" fmla="*/ 2692384 h 3881789"/>
                <a:gd name="connsiteX10" fmla="*/ 2930617 w 3253346"/>
                <a:gd name="connsiteY10" fmla="*/ 2327378 h 3881789"/>
                <a:gd name="connsiteX11" fmla="*/ 3104190 w 3253346"/>
                <a:gd name="connsiteY11" fmla="*/ 1715817 h 3881789"/>
                <a:gd name="connsiteX12" fmla="*/ 3253346 w 3253346"/>
                <a:gd name="connsiteY12" fmla="*/ 1010663 h 3881789"/>
                <a:gd name="connsiteX0" fmla="*/ 295824 w 3253346"/>
                <a:gd name="connsiteY0" fmla="*/ 0 h 3881647"/>
                <a:gd name="connsiteX1" fmla="*/ 289395 w 3253346"/>
                <a:gd name="connsiteY1" fmla="*/ 585574 h 3881647"/>
                <a:gd name="connsiteX2" fmla="*/ 40057 w 3253346"/>
                <a:gd name="connsiteY2" fmla="*/ 1077942 h 3881647"/>
                <a:gd name="connsiteX3" fmla="*/ 12057 w 3253346"/>
                <a:gd name="connsiteY3" fmla="*/ 1959078 h 3881647"/>
                <a:gd name="connsiteX4" fmla="*/ 159161 w 3253346"/>
                <a:gd name="connsiteY4" fmla="*/ 2368265 h 3881647"/>
                <a:gd name="connsiteX5" fmla="*/ 405038 w 3253346"/>
                <a:gd name="connsiteY5" fmla="*/ 2864932 h 3881647"/>
                <a:gd name="connsiteX6" fmla="*/ 1146228 w 3253346"/>
                <a:gd name="connsiteY6" fmla="*/ 3373596 h 3881647"/>
                <a:gd name="connsiteX7" fmla="*/ 1438908 w 3253346"/>
                <a:gd name="connsiteY7" fmla="*/ 3881395 h 3881647"/>
                <a:gd name="connsiteX8" fmla="*/ 1883625 w 3253346"/>
                <a:gd name="connsiteY8" fmla="*/ 3430737 h 3881647"/>
                <a:gd name="connsiteX9" fmla="*/ 2410393 w 3253346"/>
                <a:gd name="connsiteY9" fmla="*/ 2692384 h 3881647"/>
                <a:gd name="connsiteX10" fmla="*/ 2930617 w 3253346"/>
                <a:gd name="connsiteY10" fmla="*/ 2327378 h 3881647"/>
                <a:gd name="connsiteX11" fmla="*/ 3104190 w 3253346"/>
                <a:gd name="connsiteY11" fmla="*/ 1715817 h 3881647"/>
                <a:gd name="connsiteX12" fmla="*/ 3253346 w 3253346"/>
                <a:gd name="connsiteY12" fmla="*/ 1010663 h 3881647"/>
                <a:gd name="connsiteX0" fmla="*/ 295824 w 3253346"/>
                <a:gd name="connsiteY0" fmla="*/ 0 h 3952112"/>
                <a:gd name="connsiteX1" fmla="*/ 289395 w 3253346"/>
                <a:gd name="connsiteY1" fmla="*/ 585574 h 3952112"/>
                <a:gd name="connsiteX2" fmla="*/ 40057 w 3253346"/>
                <a:gd name="connsiteY2" fmla="*/ 1077942 h 3952112"/>
                <a:gd name="connsiteX3" fmla="*/ 12057 w 3253346"/>
                <a:gd name="connsiteY3" fmla="*/ 1959078 h 3952112"/>
                <a:gd name="connsiteX4" fmla="*/ 159161 w 3253346"/>
                <a:gd name="connsiteY4" fmla="*/ 2368265 h 3952112"/>
                <a:gd name="connsiteX5" fmla="*/ 405038 w 3253346"/>
                <a:gd name="connsiteY5" fmla="*/ 2864932 h 3952112"/>
                <a:gd name="connsiteX6" fmla="*/ 1146228 w 3253346"/>
                <a:gd name="connsiteY6" fmla="*/ 3373596 h 3952112"/>
                <a:gd name="connsiteX7" fmla="*/ 1558701 w 3253346"/>
                <a:gd name="connsiteY7" fmla="*/ 3951905 h 3952112"/>
                <a:gd name="connsiteX8" fmla="*/ 1883625 w 3253346"/>
                <a:gd name="connsiteY8" fmla="*/ 3430737 h 3952112"/>
                <a:gd name="connsiteX9" fmla="*/ 2410393 w 3253346"/>
                <a:gd name="connsiteY9" fmla="*/ 2692384 h 3952112"/>
                <a:gd name="connsiteX10" fmla="*/ 2930617 w 3253346"/>
                <a:gd name="connsiteY10" fmla="*/ 2327378 h 3952112"/>
                <a:gd name="connsiteX11" fmla="*/ 3104190 w 3253346"/>
                <a:gd name="connsiteY11" fmla="*/ 1715817 h 3952112"/>
                <a:gd name="connsiteX12" fmla="*/ 3253346 w 3253346"/>
                <a:gd name="connsiteY12" fmla="*/ 1010663 h 3952112"/>
                <a:gd name="connsiteX0" fmla="*/ 309089 w 3266611"/>
                <a:gd name="connsiteY0" fmla="*/ 0 h 3952112"/>
                <a:gd name="connsiteX1" fmla="*/ 302660 w 3266611"/>
                <a:gd name="connsiteY1" fmla="*/ 585574 h 3952112"/>
                <a:gd name="connsiteX2" fmla="*/ 53322 w 3266611"/>
                <a:gd name="connsiteY2" fmla="*/ 1077942 h 3952112"/>
                <a:gd name="connsiteX3" fmla="*/ 8347 w 3266611"/>
                <a:gd name="connsiteY3" fmla="*/ 2142591 h 3952112"/>
                <a:gd name="connsiteX4" fmla="*/ 172426 w 3266611"/>
                <a:gd name="connsiteY4" fmla="*/ 2368265 h 3952112"/>
                <a:gd name="connsiteX5" fmla="*/ 418303 w 3266611"/>
                <a:gd name="connsiteY5" fmla="*/ 2864932 h 3952112"/>
                <a:gd name="connsiteX6" fmla="*/ 1159493 w 3266611"/>
                <a:gd name="connsiteY6" fmla="*/ 3373596 h 3952112"/>
                <a:gd name="connsiteX7" fmla="*/ 1571966 w 3266611"/>
                <a:gd name="connsiteY7" fmla="*/ 3951905 h 3952112"/>
                <a:gd name="connsiteX8" fmla="*/ 1896890 w 3266611"/>
                <a:gd name="connsiteY8" fmla="*/ 3430737 h 3952112"/>
                <a:gd name="connsiteX9" fmla="*/ 2423658 w 3266611"/>
                <a:gd name="connsiteY9" fmla="*/ 2692384 h 3952112"/>
                <a:gd name="connsiteX10" fmla="*/ 2943882 w 3266611"/>
                <a:gd name="connsiteY10" fmla="*/ 2327378 h 3952112"/>
                <a:gd name="connsiteX11" fmla="*/ 3117455 w 3266611"/>
                <a:gd name="connsiteY11" fmla="*/ 1715817 h 3952112"/>
                <a:gd name="connsiteX12" fmla="*/ 3266611 w 3266611"/>
                <a:gd name="connsiteY12" fmla="*/ 1010663 h 39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66611" h="3952112">
                  <a:moveTo>
                    <a:pt x="309089" y="0"/>
                  </a:moveTo>
                  <a:cubicBezTo>
                    <a:pt x="481413" y="131923"/>
                    <a:pt x="345288" y="405917"/>
                    <a:pt x="302660" y="585574"/>
                  </a:cubicBezTo>
                  <a:cubicBezTo>
                    <a:pt x="260032" y="765231"/>
                    <a:pt x="102374" y="818439"/>
                    <a:pt x="53322" y="1077942"/>
                  </a:cubicBezTo>
                  <a:cubicBezTo>
                    <a:pt x="4270" y="1337445"/>
                    <a:pt x="-11504" y="1927537"/>
                    <a:pt x="8347" y="2142591"/>
                  </a:cubicBezTo>
                  <a:cubicBezTo>
                    <a:pt x="28198" y="2357645"/>
                    <a:pt x="104100" y="2247875"/>
                    <a:pt x="172426" y="2368265"/>
                  </a:cubicBezTo>
                  <a:cubicBezTo>
                    <a:pt x="240752" y="2488655"/>
                    <a:pt x="253792" y="2697377"/>
                    <a:pt x="418303" y="2864932"/>
                  </a:cubicBezTo>
                  <a:cubicBezTo>
                    <a:pt x="582814" y="3032487"/>
                    <a:pt x="967216" y="3192434"/>
                    <a:pt x="1159493" y="3373596"/>
                  </a:cubicBezTo>
                  <a:cubicBezTo>
                    <a:pt x="1351770" y="3554758"/>
                    <a:pt x="1449067" y="3942382"/>
                    <a:pt x="1571966" y="3951905"/>
                  </a:cubicBezTo>
                  <a:cubicBezTo>
                    <a:pt x="1694866" y="3961429"/>
                    <a:pt x="1754941" y="3640657"/>
                    <a:pt x="1896890" y="3430737"/>
                  </a:cubicBezTo>
                  <a:cubicBezTo>
                    <a:pt x="2038839" y="3220817"/>
                    <a:pt x="2249159" y="2876277"/>
                    <a:pt x="2423658" y="2692384"/>
                  </a:cubicBezTo>
                  <a:cubicBezTo>
                    <a:pt x="2598157" y="2508491"/>
                    <a:pt x="2828249" y="2490139"/>
                    <a:pt x="2943882" y="2327378"/>
                  </a:cubicBezTo>
                  <a:cubicBezTo>
                    <a:pt x="3059515" y="2164617"/>
                    <a:pt x="3063667" y="1935269"/>
                    <a:pt x="3117455" y="1715817"/>
                  </a:cubicBezTo>
                  <a:cubicBezTo>
                    <a:pt x="3171243" y="1496365"/>
                    <a:pt x="3200829" y="1142749"/>
                    <a:pt x="3266611" y="1010663"/>
                  </a:cubicBezTo>
                </a:path>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8C0E2236-D3C4-2CE0-2D52-B1B828ADE62A}"/>
                </a:ext>
              </a:extLst>
            </p:cNvPr>
            <p:cNvSpPr/>
            <p:nvPr userDrawn="1"/>
          </p:nvSpPr>
          <p:spPr>
            <a:xfrm rot="15058907" flipV="1">
              <a:off x="225103" y="3966770"/>
              <a:ext cx="2957961" cy="3319775"/>
            </a:xfrm>
            <a:custGeom>
              <a:avLst/>
              <a:gdLst>
                <a:gd name="connsiteX0" fmla="*/ 2945346 w 2954692"/>
                <a:gd name="connsiteY0" fmla="*/ 598797 h 3672211"/>
                <a:gd name="connsiteX1" fmla="*/ 2271224 w 2954692"/>
                <a:gd name="connsiteY1" fmla="*/ 191779 h 3672211"/>
                <a:gd name="connsiteX2" fmla="*/ 1964175 w 2954692"/>
                <a:gd name="connsiteY2" fmla="*/ 127631 h 3672211"/>
                <a:gd name="connsiteX3" fmla="*/ 1574288 w 2954692"/>
                <a:gd name="connsiteY3" fmla="*/ 80 h 3672211"/>
                <a:gd name="connsiteX4" fmla="*/ 1147931 w 2954692"/>
                <a:gd name="connsiteY4" fmla="*/ 112767 h 3672211"/>
                <a:gd name="connsiteX5" fmla="*/ 818293 w 2954692"/>
                <a:gd name="connsiteY5" fmla="*/ 356583 h 3672211"/>
                <a:gd name="connsiteX6" fmla="*/ 642019 w 2954692"/>
                <a:gd name="connsiteY6" fmla="*/ 601856 h 3672211"/>
                <a:gd name="connsiteX7" fmla="*/ 475633 w 2954692"/>
                <a:gd name="connsiteY7" fmla="*/ 941939 h 3672211"/>
                <a:gd name="connsiteX8" fmla="*/ 243723 w 2954692"/>
                <a:gd name="connsiteY8" fmla="*/ 1100218 h 3672211"/>
                <a:gd name="connsiteX9" fmla="*/ 40300 w 2954692"/>
                <a:gd name="connsiteY9" fmla="*/ 1141029 h 3672211"/>
                <a:gd name="connsiteX10" fmla="*/ 0 w 2954692"/>
                <a:gd name="connsiteY10" fmla="*/ 1147693 h 3672211"/>
                <a:gd name="connsiteX11" fmla="*/ 870159 w 2954692"/>
                <a:gd name="connsiteY11" fmla="*/ 3672211 h 3672211"/>
                <a:gd name="connsiteX12" fmla="*/ 1892650 w 2954692"/>
                <a:gd name="connsiteY12" fmla="*/ 3319775 h 3672211"/>
                <a:gd name="connsiteX13" fmla="*/ 1894129 w 2954692"/>
                <a:gd name="connsiteY13" fmla="*/ 3316208 h 3672211"/>
                <a:gd name="connsiteX14" fmla="*/ 2086439 w 2954692"/>
                <a:gd name="connsiteY14" fmla="*/ 2859270 h 3672211"/>
                <a:gd name="connsiteX15" fmla="*/ 2402185 w 2954692"/>
                <a:gd name="connsiteY15" fmla="*/ 2490877 h 3672211"/>
                <a:gd name="connsiteX16" fmla="*/ 2554506 w 2954692"/>
                <a:gd name="connsiteY16" fmla="*/ 2152317 h 3672211"/>
                <a:gd name="connsiteX17" fmla="*/ 2690046 w 2954692"/>
                <a:gd name="connsiteY17" fmla="*/ 1781326 h 3672211"/>
                <a:gd name="connsiteX18" fmla="*/ 2719345 w 2954692"/>
                <a:gd name="connsiteY18" fmla="*/ 1422242 h 3672211"/>
                <a:gd name="connsiteX19" fmla="*/ 2662826 w 2954692"/>
                <a:gd name="connsiteY19" fmla="*/ 1089767 h 3672211"/>
                <a:gd name="connsiteX20" fmla="*/ 2945346 w 2954692"/>
                <a:gd name="connsiteY20" fmla="*/ 598797 h 3672211"/>
                <a:gd name="connsiteX0" fmla="*/ 2945346 w 2957961"/>
                <a:gd name="connsiteY0" fmla="*/ 598797 h 3672211"/>
                <a:gd name="connsiteX1" fmla="*/ 2271224 w 2957961"/>
                <a:gd name="connsiteY1" fmla="*/ 191779 h 3672211"/>
                <a:gd name="connsiteX2" fmla="*/ 1964175 w 2957961"/>
                <a:gd name="connsiteY2" fmla="*/ 127631 h 3672211"/>
                <a:gd name="connsiteX3" fmla="*/ 1574288 w 2957961"/>
                <a:gd name="connsiteY3" fmla="*/ 80 h 3672211"/>
                <a:gd name="connsiteX4" fmla="*/ 1147931 w 2957961"/>
                <a:gd name="connsiteY4" fmla="*/ 112767 h 3672211"/>
                <a:gd name="connsiteX5" fmla="*/ 818293 w 2957961"/>
                <a:gd name="connsiteY5" fmla="*/ 356583 h 3672211"/>
                <a:gd name="connsiteX6" fmla="*/ 642019 w 2957961"/>
                <a:gd name="connsiteY6" fmla="*/ 601856 h 3672211"/>
                <a:gd name="connsiteX7" fmla="*/ 475633 w 2957961"/>
                <a:gd name="connsiteY7" fmla="*/ 941939 h 3672211"/>
                <a:gd name="connsiteX8" fmla="*/ 243723 w 2957961"/>
                <a:gd name="connsiteY8" fmla="*/ 1100218 h 3672211"/>
                <a:gd name="connsiteX9" fmla="*/ 40300 w 2957961"/>
                <a:gd name="connsiteY9" fmla="*/ 1141029 h 3672211"/>
                <a:gd name="connsiteX10" fmla="*/ 0 w 2957961"/>
                <a:gd name="connsiteY10" fmla="*/ 1147693 h 3672211"/>
                <a:gd name="connsiteX11" fmla="*/ 870159 w 2957961"/>
                <a:gd name="connsiteY11" fmla="*/ 3672211 h 3672211"/>
                <a:gd name="connsiteX12" fmla="*/ 1892650 w 2957961"/>
                <a:gd name="connsiteY12" fmla="*/ 3319775 h 3672211"/>
                <a:gd name="connsiteX13" fmla="*/ 1894129 w 2957961"/>
                <a:gd name="connsiteY13" fmla="*/ 3316208 h 3672211"/>
                <a:gd name="connsiteX14" fmla="*/ 2086439 w 2957961"/>
                <a:gd name="connsiteY14" fmla="*/ 2859270 h 3672211"/>
                <a:gd name="connsiteX15" fmla="*/ 2402185 w 2957961"/>
                <a:gd name="connsiteY15" fmla="*/ 2490877 h 3672211"/>
                <a:gd name="connsiteX16" fmla="*/ 2554506 w 2957961"/>
                <a:gd name="connsiteY16" fmla="*/ 2152317 h 3672211"/>
                <a:gd name="connsiteX17" fmla="*/ 2690046 w 2957961"/>
                <a:gd name="connsiteY17" fmla="*/ 1781326 h 3672211"/>
                <a:gd name="connsiteX18" fmla="*/ 2719345 w 2957961"/>
                <a:gd name="connsiteY18" fmla="*/ 1422242 h 3672211"/>
                <a:gd name="connsiteX19" fmla="*/ 2752252 w 2957961"/>
                <a:gd name="connsiteY19" fmla="*/ 1081971 h 3672211"/>
                <a:gd name="connsiteX20" fmla="*/ 2945346 w 2957961"/>
                <a:gd name="connsiteY20" fmla="*/ 598797 h 3672211"/>
                <a:gd name="connsiteX0" fmla="*/ 870159 w 2957961"/>
                <a:gd name="connsiteY0" fmla="*/ 3672211 h 3763651"/>
                <a:gd name="connsiteX1" fmla="*/ 1892650 w 2957961"/>
                <a:gd name="connsiteY1" fmla="*/ 3319775 h 3763651"/>
                <a:gd name="connsiteX2" fmla="*/ 1894129 w 2957961"/>
                <a:gd name="connsiteY2" fmla="*/ 3316208 h 3763651"/>
                <a:gd name="connsiteX3" fmla="*/ 2086439 w 2957961"/>
                <a:gd name="connsiteY3" fmla="*/ 2859270 h 3763651"/>
                <a:gd name="connsiteX4" fmla="*/ 2402185 w 2957961"/>
                <a:gd name="connsiteY4" fmla="*/ 2490877 h 3763651"/>
                <a:gd name="connsiteX5" fmla="*/ 2554506 w 2957961"/>
                <a:gd name="connsiteY5" fmla="*/ 2152317 h 3763651"/>
                <a:gd name="connsiteX6" fmla="*/ 2690046 w 2957961"/>
                <a:gd name="connsiteY6" fmla="*/ 1781326 h 3763651"/>
                <a:gd name="connsiteX7" fmla="*/ 2719345 w 2957961"/>
                <a:gd name="connsiteY7" fmla="*/ 1422242 h 3763651"/>
                <a:gd name="connsiteX8" fmla="*/ 2752252 w 2957961"/>
                <a:gd name="connsiteY8" fmla="*/ 1081971 h 3763651"/>
                <a:gd name="connsiteX9" fmla="*/ 2945346 w 2957961"/>
                <a:gd name="connsiteY9" fmla="*/ 598797 h 3763651"/>
                <a:gd name="connsiteX10" fmla="*/ 2271224 w 2957961"/>
                <a:gd name="connsiteY10" fmla="*/ 191779 h 3763651"/>
                <a:gd name="connsiteX11" fmla="*/ 1964175 w 2957961"/>
                <a:gd name="connsiteY11" fmla="*/ 127631 h 3763651"/>
                <a:gd name="connsiteX12" fmla="*/ 1574288 w 2957961"/>
                <a:gd name="connsiteY12" fmla="*/ 80 h 3763651"/>
                <a:gd name="connsiteX13" fmla="*/ 1147931 w 2957961"/>
                <a:gd name="connsiteY13" fmla="*/ 112767 h 3763651"/>
                <a:gd name="connsiteX14" fmla="*/ 818293 w 2957961"/>
                <a:gd name="connsiteY14" fmla="*/ 356583 h 3763651"/>
                <a:gd name="connsiteX15" fmla="*/ 642019 w 2957961"/>
                <a:gd name="connsiteY15" fmla="*/ 601856 h 3763651"/>
                <a:gd name="connsiteX16" fmla="*/ 475633 w 2957961"/>
                <a:gd name="connsiteY16" fmla="*/ 941939 h 3763651"/>
                <a:gd name="connsiteX17" fmla="*/ 243723 w 2957961"/>
                <a:gd name="connsiteY17" fmla="*/ 1100218 h 3763651"/>
                <a:gd name="connsiteX18" fmla="*/ 40300 w 2957961"/>
                <a:gd name="connsiteY18" fmla="*/ 1141029 h 3763651"/>
                <a:gd name="connsiteX19" fmla="*/ 0 w 2957961"/>
                <a:gd name="connsiteY19" fmla="*/ 1147693 h 3763651"/>
                <a:gd name="connsiteX20" fmla="*/ 961599 w 2957961"/>
                <a:gd name="connsiteY20" fmla="*/ 3763651 h 3763651"/>
                <a:gd name="connsiteX0" fmla="*/ 870159 w 2957961"/>
                <a:gd name="connsiteY0" fmla="*/ 3672211 h 3672211"/>
                <a:gd name="connsiteX1" fmla="*/ 1892650 w 2957961"/>
                <a:gd name="connsiteY1" fmla="*/ 3319775 h 3672211"/>
                <a:gd name="connsiteX2" fmla="*/ 1894129 w 2957961"/>
                <a:gd name="connsiteY2" fmla="*/ 3316208 h 3672211"/>
                <a:gd name="connsiteX3" fmla="*/ 2086439 w 2957961"/>
                <a:gd name="connsiteY3" fmla="*/ 2859270 h 3672211"/>
                <a:gd name="connsiteX4" fmla="*/ 2402185 w 2957961"/>
                <a:gd name="connsiteY4" fmla="*/ 2490877 h 3672211"/>
                <a:gd name="connsiteX5" fmla="*/ 2554506 w 2957961"/>
                <a:gd name="connsiteY5" fmla="*/ 2152317 h 3672211"/>
                <a:gd name="connsiteX6" fmla="*/ 2690046 w 2957961"/>
                <a:gd name="connsiteY6" fmla="*/ 1781326 h 3672211"/>
                <a:gd name="connsiteX7" fmla="*/ 2719345 w 2957961"/>
                <a:gd name="connsiteY7" fmla="*/ 1422242 h 3672211"/>
                <a:gd name="connsiteX8" fmla="*/ 2752252 w 2957961"/>
                <a:gd name="connsiteY8" fmla="*/ 1081971 h 3672211"/>
                <a:gd name="connsiteX9" fmla="*/ 2945346 w 2957961"/>
                <a:gd name="connsiteY9" fmla="*/ 598797 h 3672211"/>
                <a:gd name="connsiteX10" fmla="*/ 2271224 w 2957961"/>
                <a:gd name="connsiteY10" fmla="*/ 191779 h 3672211"/>
                <a:gd name="connsiteX11" fmla="*/ 1964175 w 2957961"/>
                <a:gd name="connsiteY11" fmla="*/ 127631 h 3672211"/>
                <a:gd name="connsiteX12" fmla="*/ 1574288 w 2957961"/>
                <a:gd name="connsiteY12" fmla="*/ 80 h 3672211"/>
                <a:gd name="connsiteX13" fmla="*/ 1147931 w 2957961"/>
                <a:gd name="connsiteY13" fmla="*/ 112767 h 3672211"/>
                <a:gd name="connsiteX14" fmla="*/ 818293 w 2957961"/>
                <a:gd name="connsiteY14" fmla="*/ 356583 h 3672211"/>
                <a:gd name="connsiteX15" fmla="*/ 642019 w 2957961"/>
                <a:gd name="connsiteY15" fmla="*/ 601856 h 3672211"/>
                <a:gd name="connsiteX16" fmla="*/ 475633 w 2957961"/>
                <a:gd name="connsiteY16" fmla="*/ 941939 h 3672211"/>
                <a:gd name="connsiteX17" fmla="*/ 243723 w 2957961"/>
                <a:gd name="connsiteY17" fmla="*/ 1100218 h 3672211"/>
                <a:gd name="connsiteX18" fmla="*/ 40300 w 2957961"/>
                <a:gd name="connsiteY18" fmla="*/ 1141029 h 3672211"/>
                <a:gd name="connsiteX19" fmla="*/ 0 w 2957961"/>
                <a:gd name="connsiteY19" fmla="*/ 1147693 h 3672211"/>
                <a:gd name="connsiteX0" fmla="*/ 1892650 w 2957961"/>
                <a:gd name="connsiteY0" fmla="*/ 3319775 h 3319775"/>
                <a:gd name="connsiteX1" fmla="*/ 1894129 w 2957961"/>
                <a:gd name="connsiteY1" fmla="*/ 3316208 h 3319775"/>
                <a:gd name="connsiteX2" fmla="*/ 2086439 w 2957961"/>
                <a:gd name="connsiteY2" fmla="*/ 2859270 h 3319775"/>
                <a:gd name="connsiteX3" fmla="*/ 2402185 w 2957961"/>
                <a:gd name="connsiteY3" fmla="*/ 2490877 h 3319775"/>
                <a:gd name="connsiteX4" fmla="*/ 2554506 w 2957961"/>
                <a:gd name="connsiteY4" fmla="*/ 2152317 h 3319775"/>
                <a:gd name="connsiteX5" fmla="*/ 2690046 w 2957961"/>
                <a:gd name="connsiteY5" fmla="*/ 1781326 h 3319775"/>
                <a:gd name="connsiteX6" fmla="*/ 2719345 w 2957961"/>
                <a:gd name="connsiteY6" fmla="*/ 1422242 h 3319775"/>
                <a:gd name="connsiteX7" fmla="*/ 2752252 w 2957961"/>
                <a:gd name="connsiteY7" fmla="*/ 1081971 h 3319775"/>
                <a:gd name="connsiteX8" fmla="*/ 2945346 w 2957961"/>
                <a:gd name="connsiteY8" fmla="*/ 598797 h 3319775"/>
                <a:gd name="connsiteX9" fmla="*/ 2271224 w 2957961"/>
                <a:gd name="connsiteY9" fmla="*/ 191779 h 3319775"/>
                <a:gd name="connsiteX10" fmla="*/ 1964175 w 2957961"/>
                <a:gd name="connsiteY10" fmla="*/ 127631 h 3319775"/>
                <a:gd name="connsiteX11" fmla="*/ 1574288 w 2957961"/>
                <a:gd name="connsiteY11" fmla="*/ 80 h 3319775"/>
                <a:gd name="connsiteX12" fmla="*/ 1147931 w 2957961"/>
                <a:gd name="connsiteY12" fmla="*/ 112767 h 3319775"/>
                <a:gd name="connsiteX13" fmla="*/ 818293 w 2957961"/>
                <a:gd name="connsiteY13" fmla="*/ 356583 h 3319775"/>
                <a:gd name="connsiteX14" fmla="*/ 642019 w 2957961"/>
                <a:gd name="connsiteY14" fmla="*/ 601856 h 3319775"/>
                <a:gd name="connsiteX15" fmla="*/ 475633 w 2957961"/>
                <a:gd name="connsiteY15" fmla="*/ 941939 h 3319775"/>
                <a:gd name="connsiteX16" fmla="*/ 243723 w 2957961"/>
                <a:gd name="connsiteY16" fmla="*/ 1100218 h 3319775"/>
                <a:gd name="connsiteX17" fmla="*/ 40300 w 2957961"/>
                <a:gd name="connsiteY17" fmla="*/ 1141029 h 3319775"/>
                <a:gd name="connsiteX18" fmla="*/ 0 w 2957961"/>
                <a:gd name="connsiteY18" fmla="*/ 1147693 h 331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7961" h="3319775">
                  <a:moveTo>
                    <a:pt x="1892650" y="3319775"/>
                  </a:moveTo>
                  <a:lnTo>
                    <a:pt x="1894129" y="3316208"/>
                  </a:lnTo>
                  <a:cubicBezTo>
                    <a:pt x="1990323" y="3115789"/>
                    <a:pt x="2001763" y="2996825"/>
                    <a:pt x="2086439" y="2859270"/>
                  </a:cubicBezTo>
                  <a:cubicBezTo>
                    <a:pt x="2171115" y="2721714"/>
                    <a:pt x="2324174" y="2608703"/>
                    <a:pt x="2402185" y="2490877"/>
                  </a:cubicBezTo>
                  <a:cubicBezTo>
                    <a:pt x="2480196" y="2373051"/>
                    <a:pt x="2506529" y="2270575"/>
                    <a:pt x="2554506" y="2152317"/>
                  </a:cubicBezTo>
                  <a:cubicBezTo>
                    <a:pt x="2602482" y="2034058"/>
                    <a:pt x="2662572" y="1903005"/>
                    <a:pt x="2690046" y="1781326"/>
                  </a:cubicBezTo>
                  <a:cubicBezTo>
                    <a:pt x="2717519" y="1659647"/>
                    <a:pt x="2711059" y="1534621"/>
                    <a:pt x="2719345" y="1422242"/>
                  </a:cubicBezTo>
                  <a:cubicBezTo>
                    <a:pt x="2728006" y="1303592"/>
                    <a:pt x="2741141" y="1200380"/>
                    <a:pt x="2752252" y="1081971"/>
                  </a:cubicBezTo>
                  <a:cubicBezTo>
                    <a:pt x="2803937" y="940859"/>
                    <a:pt x="3010612" y="748461"/>
                    <a:pt x="2945346" y="598797"/>
                  </a:cubicBezTo>
                  <a:cubicBezTo>
                    <a:pt x="2877065" y="474440"/>
                    <a:pt x="2434752" y="270306"/>
                    <a:pt x="2271224" y="191779"/>
                  </a:cubicBezTo>
                  <a:cubicBezTo>
                    <a:pt x="2107695" y="113251"/>
                    <a:pt x="2080331" y="159581"/>
                    <a:pt x="1964175" y="127631"/>
                  </a:cubicBezTo>
                  <a:cubicBezTo>
                    <a:pt x="1848019" y="95681"/>
                    <a:pt x="1710329" y="2557"/>
                    <a:pt x="1574288" y="80"/>
                  </a:cubicBezTo>
                  <a:cubicBezTo>
                    <a:pt x="1438247" y="-2397"/>
                    <a:pt x="1273930" y="53350"/>
                    <a:pt x="1147931" y="112767"/>
                  </a:cubicBezTo>
                  <a:cubicBezTo>
                    <a:pt x="1021931" y="172184"/>
                    <a:pt x="902612" y="275069"/>
                    <a:pt x="818293" y="356583"/>
                  </a:cubicBezTo>
                  <a:cubicBezTo>
                    <a:pt x="733973" y="438099"/>
                    <a:pt x="699129" y="504297"/>
                    <a:pt x="642019" y="601856"/>
                  </a:cubicBezTo>
                  <a:cubicBezTo>
                    <a:pt x="584910" y="699415"/>
                    <a:pt x="542016" y="858878"/>
                    <a:pt x="475633" y="941939"/>
                  </a:cubicBezTo>
                  <a:cubicBezTo>
                    <a:pt x="409250" y="1024999"/>
                    <a:pt x="347735" y="1059671"/>
                    <a:pt x="243723" y="1100218"/>
                  </a:cubicBezTo>
                  <a:cubicBezTo>
                    <a:pt x="191717" y="1120492"/>
                    <a:pt x="114785" y="1130479"/>
                    <a:pt x="40300" y="1141029"/>
                  </a:cubicBezTo>
                  <a:lnTo>
                    <a:pt x="0" y="1147693"/>
                  </a:ln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31" name="Freeform: Shape 30">
              <a:extLst>
                <a:ext uri="{FF2B5EF4-FFF2-40B4-BE49-F238E27FC236}">
                  <a16:creationId xmlns:a16="http://schemas.microsoft.com/office/drawing/2014/main" id="{0E762A62-D4AA-F5A4-54F7-8D0E1A54F8C7}"/>
                </a:ext>
              </a:extLst>
            </p:cNvPr>
            <p:cNvSpPr/>
            <p:nvPr userDrawn="1"/>
          </p:nvSpPr>
          <p:spPr>
            <a:xfrm rot="15058907" flipV="1">
              <a:off x="356303" y="4176561"/>
              <a:ext cx="2472003" cy="3246871"/>
            </a:xfrm>
            <a:custGeom>
              <a:avLst/>
              <a:gdLst>
                <a:gd name="connsiteX0" fmla="*/ 2447781 w 2472003"/>
                <a:gd name="connsiteY0" fmla="*/ 402400 h 3497624"/>
                <a:gd name="connsiteX1" fmla="*/ 2393746 w 2472003"/>
                <a:gd name="connsiteY1" fmla="*/ 296214 h 3497624"/>
                <a:gd name="connsiteX2" fmla="*/ 2209330 w 2472003"/>
                <a:gd name="connsiteY2" fmla="*/ 128591 h 3497624"/>
                <a:gd name="connsiteX3" fmla="*/ 2013352 w 2472003"/>
                <a:gd name="connsiteY3" fmla="*/ 92352 h 3497624"/>
                <a:gd name="connsiteX4" fmla="*/ 1388288 w 2472003"/>
                <a:gd name="connsiteY4" fmla="*/ 0 h 3497624"/>
                <a:gd name="connsiteX5" fmla="*/ 1061898 w 2472003"/>
                <a:gd name="connsiteY5" fmla="*/ 212208 h 3497624"/>
                <a:gd name="connsiteX6" fmla="*/ 638071 w 2472003"/>
                <a:gd name="connsiteY6" fmla="*/ 653867 h 3497624"/>
                <a:gd name="connsiteX7" fmla="*/ 395183 w 2472003"/>
                <a:gd name="connsiteY7" fmla="*/ 901396 h 3497624"/>
                <a:gd name="connsiteX8" fmla="*/ 161044 w 2472003"/>
                <a:gd name="connsiteY8" fmla="*/ 1171030 h 3497624"/>
                <a:gd name="connsiteX9" fmla="*/ 74629 w 2472003"/>
                <a:gd name="connsiteY9" fmla="*/ 1225508 h 3497624"/>
                <a:gd name="connsiteX10" fmla="*/ 0 w 2472003"/>
                <a:gd name="connsiteY10" fmla="*/ 1260822 h 3497624"/>
                <a:gd name="connsiteX11" fmla="*/ 770988 w 2472003"/>
                <a:gd name="connsiteY11" fmla="*/ 3497624 h 3497624"/>
                <a:gd name="connsiteX12" fmla="*/ 1498476 w 2472003"/>
                <a:gd name="connsiteY12" fmla="*/ 3246871 h 3497624"/>
                <a:gd name="connsiteX13" fmla="*/ 1514003 w 2472003"/>
                <a:gd name="connsiteY13" fmla="*/ 3138424 h 3497624"/>
                <a:gd name="connsiteX14" fmla="*/ 1536677 w 2472003"/>
                <a:gd name="connsiteY14" fmla="*/ 2991332 h 3497624"/>
                <a:gd name="connsiteX15" fmla="*/ 1599320 w 2472003"/>
                <a:gd name="connsiteY15" fmla="*/ 2564362 h 3497624"/>
                <a:gd name="connsiteX16" fmla="*/ 2118542 w 2472003"/>
                <a:gd name="connsiteY16" fmla="*/ 2176537 h 3497624"/>
                <a:gd name="connsiteX17" fmla="*/ 2289704 w 2472003"/>
                <a:gd name="connsiteY17" fmla="*/ 1795726 h 3497624"/>
                <a:gd name="connsiteX18" fmla="*/ 2363524 w 2472003"/>
                <a:gd name="connsiteY18" fmla="*/ 1558989 h 3497624"/>
                <a:gd name="connsiteX19" fmla="*/ 2398080 w 2472003"/>
                <a:gd name="connsiteY19" fmla="*/ 1311080 h 3497624"/>
                <a:gd name="connsiteX20" fmla="*/ 2380661 w 2472003"/>
                <a:gd name="connsiteY20" fmla="*/ 886001 h 3497624"/>
                <a:gd name="connsiteX21" fmla="*/ 2471766 w 2472003"/>
                <a:gd name="connsiteY21" fmla="*/ 513097 h 3497624"/>
                <a:gd name="connsiteX22" fmla="*/ 2447781 w 2472003"/>
                <a:gd name="connsiteY22" fmla="*/ 402400 h 3497624"/>
                <a:gd name="connsiteX0" fmla="*/ 770988 w 2472003"/>
                <a:gd name="connsiteY0" fmla="*/ 3497624 h 3589064"/>
                <a:gd name="connsiteX1" fmla="*/ 1498476 w 2472003"/>
                <a:gd name="connsiteY1" fmla="*/ 3246871 h 3589064"/>
                <a:gd name="connsiteX2" fmla="*/ 1514003 w 2472003"/>
                <a:gd name="connsiteY2" fmla="*/ 3138424 h 3589064"/>
                <a:gd name="connsiteX3" fmla="*/ 1536677 w 2472003"/>
                <a:gd name="connsiteY3" fmla="*/ 2991332 h 3589064"/>
                <a:gd name="connsiteX4" fmla="*/ 1599320 w 2472003"/>
                <a:gd name="connsiteY4" fmla="*/ 2564362 h 3589064"/>
                <a:gd name="connsiteX5" fmla="*/ 2118542 w 2472003"/>
                <a:gd name="connsiteY5" fmla="*/ 2176537 h 3589064"/>
                <a:gd name="connsiteX6" fmla="*/ 2289704 w 2472003"/>
                <a:gd name="connsiteY6" fmla="*/ 1795726 h 3589064"/>
                <a:gd name="connsiteX7" fmla="*/ 2363524 w 2472003"/>
                <a:gd name="connsiteY7" fmla="*/ 1558989 h 3589064"/>
                <a:gd name="connsiteX8" fmla="*/ 2398080 w 2472003"/>
                <a:gd name="connsiteY8" fmla="*/ 1311080 h 3589064"/>
                <a:gd name="connsiteX9" fmla="*/ 2380661 w 2472003"/>
                <a:gd name="connsiteY9" fmla="*/ 886001 h 3589064"/>
                <a:gd name="connsiteX10" fmla="*/ 2471766 w 2472003"/>
                <a:gd name="connsiteY10" fmla="*/ 513097 h 3589064"/>
                <a:gd name="connsiteX11" fmla="*/ 2447781 w 2472003"/>
                <a:gd name="connsiteY11" fmla="*/ 402400 h 3589064"/>
                <a:gd name="connsiteX12" fmla="*/ 2393746 w 2472003"/>
                <a:gd name="connsiteY12" fmla="*/ 296214 h 3589064"/>
                <a:gd name="connsiteX13" fmla="*/ 2209330 w 2472003"/>
                <a:gd name="connsiteY13" fmla="*/ 128591 h 3589064"/>
                <a:gd name="connsiteX14" fmla="*/ 2013352 w 2472003"/>
                <a:gd name="connsiteY14" fmla="*/ 92352 h 3589064"/>
                <a:gd name="connsiteX15" fmla="*/ 1388288 w 2472003"/>
                <a:gd name="connsiteY15" fmla="*/ 0 h 3589064"/>
                <a:gd name="connsiteX16" fmla="*/ 1061898 w 2472003"/>
                <a:gd name="connsiteY16" fmla="*/ 212208 h 3589064"/>
                <a:gd name="connsiteX17" fmla="*/ 638071 w 2472003"/>
                <a:gd name="connsiteY17" fmla="*/ 653867 h 3589064"/>
                <a:gd name="connsiteX18" fmla="*/ 395183 w 2472003"/>
                <a:gd name="connsiteY18" fmla="*/ 901396 h 3589064"/>
                <a:gd name="connsiteX19" fmla="*/ 161044 w 2472003"/>
                <a:gd name="connsiteY19" fmla="*/ 1171030 h 3589064"/>
                <a:gd name="connsiteX20" fmla="*/ 74629 w 2472003"/>
                <a:gd name="connsiteY20" fmla="*/ 1225508 h 3589064"/>
                <a:gd name="connsiteX21" fmla="*/ 0 w 2472003"/>
                <a:gd name="connsiteY21" fmla="*/ 1260822 h 3589064"/>
                <a:gd name="connsiteX22" fmla="*/ 862428 w 2472003"/>
                <a:gd name="connsiteY22" fmla="*/ 3589064 h 3589064"/>
                <a:gd name="connsiteX0" fmla="*/ 770988 w 2472003"/>
                <a:gd name="connsiteY0" fmla="*/ 3497624 h 3497624"/>
                <a:gd name="connsiteX1" fmla="*/ 1498476 w 2472003"/>
                <a:gd name="connsiteY1" fmla="*/ 3246871 h 3497624"/>
                <a:gd name="connsiteX2" fmla="*/ 1514003 w 2472003"/>
                <a:gd name="connsiteY2" fmla="*/ 3138424 h 3497624"/>
                <a:gd name="connsiteX3" fmla="*/ 1536677 w 2472003"/>
                <a:gd name="connsiteY3" fmla="*/ 2991332 h 3497624"/>
                <a:gd name="connsiteX4" fmla="*/ 1599320 w 2472003"/>
                <a:gd name="connsiteY4" fmla="*/ 2564362 h 3497624"/>
                <a:gd name="connsiteX5" fmla="*/ 2118542 w 2472003"/>
                <a:gd name="connsiteY5" fmla="*/ 2176537 h 3497624"/>
                <a:gd name="connsiteX6" fmla="*/ 2289704 w 2472003"/>
                <a:gd name="connsiteY6" fmla="*/ 1795726 h 3497624"/>
                <a:gd name="connsiteX7" fmla="*/ 2363524 w 2472003"/>
                <a:gd name="connsiteY7" fmla="*/ 1558989 h 3497624"/>
                <a:gd name="connsiteX8" fmla="*/ 2398080 w 2472003"/>
                <a:gd name="connsiteY8" fmla="*/ 1311080 h 3497624"/>
                <a:gd name="connsiteX9" fmla="*/ 2380661 w 2472003"/>
                <a:gd name="connsiteY9" fmla="*/ 886001 h 3497624"/>
                <a:gd name="connsiteX10" fmla="*/ 2471766 w 2472003"/>
                <a:gd name="connsiteY10" fmla="*/ 513097 h 3497624"/>
                <a:gd name="connsiteX11" fmla="*/ 2447781 w 2472003"/>
                <a:gd name="connsiteY11" fmla="*/ 402400 h 3497624"/>
                <a:gd name="connsiteX12" fmla="*/ 2393746 w 2472003"/>
                <a:gd name="connsiteY12" fmla="*/ 296214 h 3497624"/>
                <a:gd name="connsiteX13" fmla="*/ 2209330 w 2472003"/>
                <a:gd name="connsiteY13" fmla="*/ 128591 h 3497624"/>
                <a:gd name="connsiteX14" fmla="*/ 2013352 w 2472003"/>
                <a:gd name="connsiteY14" fmla="*/ 92352 h 3497624"/>
                <a:gd name="connsiteX15" fmla="*/ 1388288 w 2472003"/>
                <a:gd name="connsiteY15" fmla="*/ 0 h 3497624"/>
                <a:gd name="connsiteX16" fmla="*/ 1061898 w 2472003"/>
                <a:gd name="connsiteY16" fmla="*/ 212208 h 3497624"/>
                <a:gd name="connsiteX17" fmla="*/ 638071 w 2472003"/>
                <a:gd name="connsiteY17" fmla="*/ 653867 h 3497624"/>
                <a:gd name="connsiteX18" fmla="*/ 395183 w 2472003"/>
                <a:gd name="connsiteY18" fmla="*/ 901396 h 3497624"/>
                <a:gd name="connsiteX19" fmla="*/ 161044 w 2472003"/>
                <a:gd name="connsiteY19" fmla="*/ 1171030 h 3497624"/>
                <a:gd name="connsiteX20" fmla="*/ 74629 w 2472003"/>
                <a:gd name="connsiteY20" fmla="*/ 1225508 h 3497624"/>
                <a:gd name="connsiteX21" fmla="*/ 0 w 2472003"/>
                <a:gd name="connsiteY21" fmla="*/ 1260822 h 3497624"/>
                <a:gd name="connsiteX0" fmla="*/ 1498476 w 2472003"/>
                <a:gd name="connsiteY0" fmla="*/ 3246871 h 3246871"/>
                <a:gd name="connsiteX1" fmla="*/ 1514003 w 2472003"/>
                <a:gd name="connsiteY1" fmla="*/ 3138424 h 3246871"/>
                <a:gd name="connsiteX2" fmla="*/ 1536677 w 2472003"/>
                <a:gd name="connsiteY2" fmla="*/ 2991332 h 3246871"/>
                <a:gd name="connsiteX3" fmla="*/ 1599320 w 2472003"/>
                <a:gd name="connsiteY3" fmla="*/ 2564362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342431 w 2472003"/>
                <a:gd name="connsiteY5" fmla="*/ 1782753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2003" h="3246871">
                  <a:moveTo>
                    <a:pt x="1498476" y="3246871"/>
                  </a:moveTo>
                  <a:lnTo>
                    <a:pt x="1514003" y="3138424"/>
                  </a:lnTo>
                  <a:cubicBezTo>
                    <a:pt x="1521203" y="3083874"/>
                    <a:pt x="1504723" y="3075788"/>
                    <a:pt x="1536677" y="2991332"/>
                  </a:cubicBezTo>
                  <a:cubicBezTo>
                    <a:pt x="1568631" y="2906876"/>
                    <a:pt x="1599106" y="2762142"/>
                    <a:pt x="1705725" y="2631686"/>
                  </a:cubicBezTo>
                  <a:cubicBezTo>
                    <a:pt x="1812344" y="2501230"/>
                    <a:pt x="2070274" y="2350085"/>
                    <a:pt x="2176392" y="2208596"/>
                  </a:cubicBezTo>
                  <a:cubicBezTo>
                    <a:pt x="2282510" y="2067107"/>
                    <a:pt x="2311242" y="1891021"/>
                    <a:pt x="2342431" y="1782753"/>
                  </a:cubicBezTo>
                  <a:cubicBezTo>
                    <a:pt x="2373620" y="1674485"/>
                    <a:pt x="2354249" y="1637601"/>
                    <a:pt x="2363524" y="1558989"/>
                  </a:cubicBezTo>
                  <a:cubicBezTo>
                    <a:pt x="2372799" y="1480377"/>
                    <a:pt x="2394691" y="1394359"/>
                    <a:pt x="2398080" y="1311080"/>
                  </a:cubicBezTo>
                  <a:cubicBezTo>
                    <a:pt x="2403824" y="1169279"/>
                    <a:pt x="2381132" y="1027882"/>
                    <a:pt x="2380661" y="886001"/>
                  </a:cubicBezTo>
                  <a:cubicBezTo>
                    <a:pt x="2380379" y="778203"/>
                    <a:pt x="2477415" y="620733"/>
                    <a:pt x="2471766" y="513097"/>
                  </a:cubicBezTo>
                  <a:cubicBezTo>
                    <a:pt x="2469929" y="478048"/>
                    <a:pt x="2461360" y="439849"/>
                    <a:pt x="2447781" y="402400"/>
                  </a:cubicBezTo>
                  <a:cubicBezTo>
                    <a:pt x="2434202" y="364952"/>
                    <a:pt x="2415616" y="328255"/>
                    <a:pt x="2393746" y="296214"/>
                  </a:cubicBezTo>
                  <a:cubicBezTo>
                    <a:pt x="2350006" y="232129"/>
                    <a:pt x="2272729" y="162568"/>
                    <a:pt x="2209330" y="128591"/>
                  </a:cubicBezTo>
                  <a:cubicBezTo>
                    <a:pt x="2145931" y="94614"/>
                    <a:pt x="2150193" y="113784"/>
                    <a:pt x="2013352" y="92352"/>
                  </a:cubicBezTo>
                  <a:lnTo>
                    <a:pt x="1388288" y="0"/>
                  </a:lnTo>
                  <a:cubicBezTo>
                    <a:pt x="1229712" y="19976"/>
                    <a:pt x="1157658" y="117836"/>
                    <a:pt x="1061898" y="212208"/>
                  </a:cubicBezTo>
                  <a:lnTo>
                    <a:pt x="638071" y="653867"/>
                  </a:lnTo>
                  <a:cubicBezTo>
                    <a:pt x="558696" y="730555"/>
                    <a:pt x="474688" y="815202"/>
                    <a:pt x="395183" y="901396"/>
                  </a:cubicBezTo>
                  <a:cubicBezTo>
                    <a:pt x="315678" y="987590"/>
                    <a:pt x="256699" y="1088127"/>
                    <a:pt x="161044" y="1171030"/>
                  </a:cubicBezTo>
                  <a:cubicBezTo>
                    <a:pt x="137130" y="1191755"/>
                    <a:pt x="107062" y="1209205"/>
                    <a:pt x="74629" y="1225508"/>
                  </a:cubicBezTo>
                  <a:lnTo>
                    <a:pt x="0" y="1260822"/>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2" name="Freeform: Shape 31">
              <a:extLst>
                <a:ext uri="{FF2B5EF4-FFF2-40B4-BE49-F238E27FC236}">
                  <a16:creationId xmlns:a16="http://schemas.microsoft.com/office/drawing/2014/main" id="{5143FA4B-CDE9-5973-16E7-185D26863314}"/>
                </a:ext>
              </a:extLst>
            </p:cNvPr>
            <p:cNvSpPr/>
            <p:nvPr userDrawn="1"/>
          </p:nvSpPr>
          <p:spPr>
            <a:xfrm rot="15058907" flipV="1">
              <a:off x="714150" y="4505130"/>
              <a:ext cx="1820580" cy="2531154"/>
            </a:xfrm>
            <a:custGeom>
              <a:avLst/>
              <a:gdLst>
                <a:gd name="connsiteX0" fmla="*/ 1727250 w 1820259"/>
                <a:gd name="connsiteY0" fmla="*/ 173661 h 2531154"/>
                <a:gd name="connsiteX1" fmla="*/ 1428197 w 1820259"/>
                <a:gd name="connsiteY1" fmla="*/ 6268 h 2531154"/>
                <a:gd name="connsiteX2" fmla="*/ 1013101 w 1820259"/>
                <a:gd name="connsiteY2" fmla="*/ 104381 h 2531154"/>
                <a:gd name="connsiteX3" fmla="*/ 690572 w 1820259"/>
                <a:gd name="connsiteY3" fmla="*/ 264577 h 2531154"/>
                <a:gd name="connsiteX4" fmla="*/ 365350 w 1820259"/>
                <a:gd name="connsiteY4" fmla="*/ 582744 h 2531154"/>
                <a:gd name="connsiteX5" fmla="*/ 187957 w 1820259"/>
                <a:gd name="connsiteY5" fmla="*/ 868918 h 2531154"/>
                <a:gd name="connsiteX6" fmla="*/ 118939 w 1820259"/>
                <a:gd name="connsiteY6" fmla="*/ 1182021 h 2531154"/>
                <a:gd name="connsiteX7" fmla="*/ 1617 w 1820259"/>
                <a:gd name="connsiteY7" fmla="*/ 1454035 h 2531154"/>
                <a:gd name="connsiteX8" fmla="*/ 40034 w 1820259"/>
                <a:gd name="connsiteY8" fmla="*/ 1793114 h 2531154"/>
                <a:gd name="connsiteX9" fmla="*/ 16095 w 1820259"/>
                <a:gd name="connsiteY9" fmla="*/ 1903941 h 2531154"/>
                <a:gd name="connsiteX10" fmla="*/ 1064 w 1820259"/>
                <a:gd name="connsiteY10" fmla="*/ 1933286 h 2531154"/>
                <a:gd name="connsiteX11" fmla="*/ 149993 w 1820259"/>
                <a:gd name="connsiteY11" fmla="*/ 2365361 h 2531154"/>
                <a:gd name="connsiteX12" fmla="*/ 216374 w 1820259"/>
                <a:gd name="connsiteY12" fmla="*/ 2348969 h 2531154"/>
                <a:gd name="connsiteX13" fmla="*/ 371438 w 1820259"/>
                <a:gd name="connsiteY13" fmla="*/ 2340960 h 2531154"/>
                <a:gd name="connsiteX14" fmla="*/ 606317 w 1820259"/>
                <a:gd name="connsiteY14" fmla="*/ 2521680 h 2531154"/>
                <a:gd name="connsiteX15" fmla="*/ 1314273 w 1820259"/>
                <a:gd name="connsiteY15" fmla="*/ 2001232 h 2531154"/>
                <a:gd name="connsiteX16" fmla="*/ 1573456 w 1820259"/>
                <a:gd name="connsiteY16" fmla="*/ 1777677 h 2531154"/>
                <a:gd name="connsiteX17" fmla="*/ 1671803 w 1820259"/>
                <a:gd name="connsiteY17" fmla="*/ 1460640 h 2531154"/>
                <a:gd name="connsiteX18" fmla="*/ 1815946 w 1820259"/>
                <a:gd name="connsiteY18" fmla="*/ 1173741 h 2531154"/>
                <a:gd name="connsiteX19" fmla="*/ 1802104 w 1820259"/>
                <a:gd name="connsiteY19" fmla="*/ 870686 h 2531154"/>
                <a:gd name="connsiteX20" fmla="*/ 1653120 w 1820259"/>
                <a:gd name="connsiteY20" fmla="*/ 522609 h 2531154"/>
                <a:gd name="connsiteX21" fmla="*/ 1727250 w 1820259"/>
                <a:gd name="connsiteY21" fmla="*/ 173661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21" fmla="*/ 92504 w 1820259"/>
                <a:gd name="connsiteY21" fmla="*/ 2024726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0" fmla="*/ 149993 w 1820259"/>
                <a:gd name="connsiteY0" fmla="*/ 2365361 h 2531154"/>
                <a:gd name="connsiteX1" fmla="*/ 216374 w 1820259"/>
                <a:gd name="connsiteY1" fmla="*/ 2348969 h 2531154"/>
                <a:gd name="connsiteX2" fmla="*/ 371438 w 1820259"/>
                <a:gd name="connsiteY2" fmla="*/ 2340960 h 2531154"/>
                <a:gd name="connsiteX3" fmla="*/ 606317 w 1820259"/>
                <a:gd name="connsiteY3" fmla="*/ 2521680 h 2531154"/>
                <a:gd name="connsiteX4" fmla="*/ 1314273 w 1820259"/>
                <a:gd name="connsiteY4" fmla="*/ 2001232 h 2531154"/>
                <a:gd name="connsiteX5" fmla="*/ 1573456 w 1820259"/>
                <a:gd name="connsiteY5" fmla="*/ 1777677 h 2531154"/>
                <a:gd name="connsiteX6" fmla="*/ 1671803 w 1820259"/>
                <a:gd name="connsiteY6" fmla="*/ 1460640 h 2531154"/>
                <a:gd name="connsiteX7" fmla="*/ 1815946 w 1820259"/>
                <a:gd name="connsiteY7" fmla="*/ 1173741 h 2531154"/>
                <a:gd name="connsiteX8" fmla="*/ 1802104 w 1820259"/>
                <a:gd name="connsiteY8" fmla="*/ 870686 h 2531154"/>
                <a:gd name="connsiteX9" fmla="*/ 1653120 w 1820259"/>
                <a:gd name="connsiteY9" fmla="*/ 522609 h 2531154"/>
                <a:gd name="connsiteX10" fmla="*/ 1727250 w 1820259"/>
                <a:gd name="connsiteY10" fmla="*/ 173661 h 2531154"/>
                <a:gd name="connsiteX11" fmla="*/ 1428197 w 1820259"/>
                <a:gd name="connsiteY11" fmla="*/ 6268 h 2531154"/>
                <a:gd name="connsiteX12" fmla="*/ 1013101 w 1820259"/>
                <a:gd name="connsiteY12" fmla="*/ 104381 h 2531154"/>
                <a:gd name="connsiteX13" fmla="*/ 690572 w 1820259"/>
                <a:gd name="connsiteY13" fmla="*/ 264577 h 2531154"/>
                <a:gd name="connsiteX14" fmla="*/ 365350 w 1820259"/>
                <a:gd name="connsiteY14" fmla="*/ 582744 h 2531154"/>
                <a:gd name="connsiteX15" fmla="*/ 187957 w 1820259"/>
                <a:gd name="connsiteY15" fmla="*/ 868918 h 2531154"/>
                <a:gd name="connsiteX16" fmla="*/ 118939 w 1820259"/>
                <a:gd name="connsiteY16" fmla="*/ 1182021 h 2531154"/>
                <a:gd name="connsiteX17" fmla="*/ 1617 w 1820259"/>
                <a:gd name="connsiteY17" fmla="*/ 1454035 h 2531154"/>
                <a:gd name="connsiteX18" fmla="*/ 40034 w 1820259"/>
                <a:gd name="connsiteY18" fmla="*/ 1793114 h 2531154"/>
                <a:gd name="connsiteX19" fmla="*/ 16095 w 1820259"/>
                <a:gd name="connsiteY19" fmla="*/ 1903941 h 2531154"/>
                <a:gd name="connsiteX0" fmla="*/ 150314 w 1820580"/>
                <a:gd name="connsiteY0" fmla="*/ 2365361 h 2531154"/>
                <a:gd name="connsiteX1" fmla="*/ 216695 w 1820580"/>
                <a:gd name="connsiteY1" fmla="*/ 2348969 h 2531154"/>
                <a:gd name="connsiteX2" fmla="*/ 371759 w 1820580"/>
                <a:gd name="connsiteY2" fmla="*/ 2340960 h 2531154"/>
                <a:gd name="connsiteX3" fmla="*/ 606638 w 1820580"/>
                <a:gd name="connsiteY3" fmla="*/ 2521680 h 2531154"/>
                <a:gd name="connsiteX4" fmla="*/ 1314594 w 1820580"/>
                <a:gd name="connsiteY4" fmla="*/ 2001232 h 2531154"/>
                <a:gd name="connsiteX5" fmla="*/ 1573777 w 1820580"/>
                <a:gd name="connsiteY5" fmla="*/ 1777677 h 2531154"/>
                <a:gd name="connsiteX6" fmla="*/ 1672124 w 1820580"/>
                <a:gd name="connsiteY6" fmla="*/ 1460640 h 2531154"/>
                <a:gd name="connsiteX7" fmla="*/ 1816267 w 1820580"/>
                <a:gd name="connsiteY7" fmla="*/ 1173741 h 2531154"/>
                <a:gd name="connsiteX8" fmla="*/ 1802425 w 1820580"/>
                <a:gd name="connsiteY8" fmla="*/ 870686 h 2531154"/>
                <a:gd name="connsiteX9" fmla="*/ 1653441 w 1820580"/>
                <a:gd name="connsiteY9" fmla="*/ 522609 h 2531154"/>
                <a:gd name="connsiteX10" fmla="*/ 1727571 w 1820580"/>
                <a:gd name="connsiteY10" fmla="*/ 173661 h 2531154"/>
                <a:gd name="connsiteX11" fmla="*/ 1428518 w 1820580"/>
                <a:gd name="connsiteY11" fmla="*/ 6268 h 2531154"/>
                <a:gd name="connsiteX12" fmla="*/ 1013422 w 1820580"/>
                <a:gd name="connsiteY12" fmla="*/ 104381 h 2531154"/>
                <a:gd name="connsiteX13" fmla="*/ 690893 w 1820580"/>
                <a:gd name="connsiteY13" fmla="*/ 264577 h 2531154"/>
                <a:gd name="connsiteX14" fmla="*/ 365671 w 1820580"/>
                <a:gd name="connsiteY14" fmla="*/ 582744 h 2531154"/>
                <a:gd name="connsiteX15" fmla="*/ 188278 w 1820580"/>
                <a:gd name="connsiteY15" fmla="*/ 868918 h 2531154"/>
                <a:gd name="connsiteX16" fmla="*/ 119260 w 1820580"/>
                <a:gd name="connsiteY16" fmla="*/ 1182021 h 2531154"/>
                <a:gd name="connsiteX17" fmla="*/ 1938 w 1820580"/>
                <a:gd name="connsiteY17" fmla="*/ 1454035 h 2531154"/>
                <a:gd name="connsiteX18" fmla="*/ 40355 w 1820580"/>
                <a:gd name="connsiteY18" fmla="*/ 1793114 h 2531154"/>
                <a:gd name="connsiteX19" fmla="*/ 30183 w 1820580"/>
                <a:gd name="connsiteY19" fmla="*/ 2015725 h 25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20580" h="2531154">
                  <a:moveTo>
                    <a:pt x="150314" y="2365361"/>
                  </a:moveTo>
                  <a:lnTo>
                    <a:pt x="216695" y="2348969"/>
                  </a:lnTo>
                  <a:cubicBezTo>
                    <a:pt x="271506" y="2336898"/>
                    <a:pt x="326366" y="2329643"/>
                    <a:pt x="371759" y="2340960"/>
                  </a:cubicBezTo>
                  <a:cubicBezTo>
                    <a:pt x="462546" y="2363594"/>
                    <a:pt x="449498" y="2578301"/>
                    <a:pt x="606638" y="2521680"/>
                  </a:cubicBezTo>
                  <a:cubicBezTo>
                    <a:pt x="763777" y="2465059"/>
                    <a:pt x="1153405" y="2125232"/>
                    <a:pt x="1314594" y="2001232"/>
                  </a:cubicBezTo>
                  <a:cubicBezTo>
                    <a:pt x="1475784" y="1877232"/>
                    <a:pt x="1514189" y="1867776"/>
                    <a:pt x="1573777" y="1777677"/>
                  </a:cubicBezTo>
                  <a:cubicBezTo>
                    <a:pt x="1633364" y="1687578"/>
                    <a:pt x="1631709" y="1561296"/>
                    <a:pt x="1672124" y="1460640"/>
                  </a:cubicBezTo>
                  <a:cubicBezTo>
                    <a:pt x="1712539" y="1359984"/>
                    <a:pt x="1805532" y="1284593"/>
                    <a:pt x="1816267" y="1173741"/>
                  </a:cubicBezTo>
                  <a:cubicBezTo>
                    <a:pt x="1825965" y="1072696"/>
                    <a:pt x="1818433" y="971088"/>
                    <a:pt x="1802425" y="870686"/>
                  </a:cubicBezTo>
                  <a:cubicBezTo>
                    <a:pt x="1784818" y="759915"/>
                    <a:pt x="1657301" y="634185"/>
                    <a:pt x="1653441" y="522609"/>
                  </a:cubicBezTo>
                  <a:cubicBezTo>
                    <a:pt x="1649204" y="398975"/>
                    <a:pt x="1765058" y="259718"/>
                    <a:pt x="1727571" y="173661"/>
                  </a:cubicBezTo>
                  <a:cubicBezTo>
                    <a:pt x="1690084" y="87604"/>
                    <a:pt x="1541249" y="-28319"/>
                    <a:pt x="1428518" y="6268"/>
                  </a:cubicBezTo>
                  <a:cubicBezTo>
                    <a:pt x="1301036" y="45381"/>
                    <a:pt x="1136360" y="61329"/>
                    <a:pt x="1013422" y="104381"/>
                  </a:cubicBezTo>
                  <a:cubicBezTo>
                    <a:pt x="890485" y="147432"/>
                    <a:pt x="798851" y="184849"/>
                    <a:pt x="690893" y="264577"/>
                  </a:cubicBezTo>
                  <a:cubicBezTo>
                    <a:pt x="582934" y="344305"/>
                    <a:pt x="461336" y="467712"/>
                    <a:pt x="365671" y="582744"/>
                  </a:cubicBezTo>
                  <a:cubicBezTo>
                    <a:pt x="292040" y="671249"/>
                    <a:pt x="230178" y="766506"/>
                    <a:pt x="188278" y="868918"/>
                  </a:cubicBezTo>
                  <a:cubicBezTo>
                    <a:pt x="147037" y="969561"/>
                    <a:pt x="129052" y="1075670"/>
                    <a:pt x="119260" y="1182021"/>
                  </a:cubicBezTo>
                  <a:cubicBezTo>
                    <a:pt x="111821" y="1262165"/>
                    <a:pt x="9471" y="1373971"/>
                    <a:pt x="1938" y="1454035"/>
                  </a:cubicBezTo>
                  <a:cubicBezTo>
                    <a:pt x="-9831" y="1578553"/>
                    <a:pt x="35648" y="1699499"/>
                    <a:pt x="40355" y="1793114"/>
                  </a:cubicBezTo>
                  <a:cubicBezTo>
                    <a:pt x="45062" y="1886729"/>
                    <a:pt x="42965" y="1984634"/>
                    <a:pt x="30183" y="201572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3" name="Freeform: Shape 32">
              <a:extLst>
                <a:ext uri="{FF2B5EF4-FFF2-40B4-BE49-F238E27FC236}">
                  <a16:creationId xmlns:a16="http://schemas.microsoft.com/office/drawing/2014/main" id="{B48D8E0E-3518-14C2-9E2E-1EEAC560EF4A}"/>
                </a:ext>
              </a:extLst>
            </p:cNvPr>
            <p:cNvSpPr/>
            <p:nvPr userDrawn="1"/>
          </p:nvSpPr>
          <p:spPr>
            <a:xfrm rot="15058907" flipV="1">
              <a:off x="959965" y="4665204"/>
              <a:ext cx="1522631" cy="2021076"/>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34" name="Freeform: Shape 33">
              <a:extLst>
                <a:ext uri="{FF2B5EF4-FFF2-40B4-BE49-F238E27FC236}">
                  <a16:creationId xmlns:a16="http://schemas.microsoft.com/office/drawing/2014/main" id="{E9FC3199-4BEE-B2E6-D840-DCE8A1630E86}"/>
                </a:ext>
              </a:extLst>
            </p:cNvPr>
            <p:cNvSpPr/>
            <p:nvPr userDrawn="1"/>
          </p:nvSpPr>
          <p:spPr>
            <a:xfrm rot="153371" flipV="1">
              <a:off x="1533198" y="5210698"/>
              <a:ext cx="762177" cy="61921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grpSp>
      <p:grpSp>
        <p:nvGrpSpPr>
          <p:cNvPr id="55" name="Group 54">
            <a:extLst>
              <a:ext uri="{FF2B5EF4-FFF2-40B4-BE49-F238E27FC236}">
                <a16:creationId xmlns:a16="http://schemas.microsoft.com/office/drawing/2014/main" id="{B6BB756D-3F27-F1AB-2225-89D4C7A72366}"/>
              </a:ext>
            </a:extLst>
          </p:cNvPr>
          <p:cNvGrpSpPr/>
          <p:nvPr userDrawn="1"/>
        </p:nvGrpSpPr>
        <p:grpSpPr>
          <a:xfrm>
            <a:off x="10717175" y="6292721"/>
            <a:ext cx="1159651" cy="339792"/>
            <a:chOff x="10717175" y="6292721"/>
            <a:chExt cx="1159651" cy="339792"/>
          </a:xfrm>
        </p:grpSpPr>
        <p:sp>
          <p:nvSpPr>
            <p:cNvPr id="56" name="Freeform 24">
              <a:extLst>
                <a:ext uri="{FF2B5EF4-FFF2-40B4-BE49-F238E27FC236}">
                  <a16:creationId xmlns:a16="http://schemas.microsoft.com/office/drawing/2014/main" id="{4076A023-FAE9-534E-697E-A7975BA45BF8}"/>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57" name="Freeform 25">
              <a:extLst>
                <a:ext uri="{FF2B5EF4-FFF2-40B4-BE49-F238E27FC236}">
                  <a16:creationId xmlns:a16="http://schemas.microsoft.com/office/drawing/2014/main" id="{D4250234-AAC5-E4C3-12DA-5CFC5549A386}"/>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58" name="Freeform 26">
              <a:extLst>
                <a:ext uri="{FF2B5EF4-FFF2-40B4-BE49-F238E27FC236}">
                  <a16:creationId xmlns:a16="http://schemas.microsoft.com/office/drawing/2014/main" id="{1B958728-6936-5AFB-0936-895DCDB55033}"/>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59" name="Freeform 27">
              <a:extLst>
                <a:ext uri="{FF2B5EF4-FFF2-40B4-BE49-F238E27FC236}">
                  <a16:creationId xmlns:a16="http://schemas.microsoft.com/office/drawing/2014/main" id="{108C7DD1-8D8B-ADA3-DE0E-B8C7A888B185}"/>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60" name="Freeform 28">
              <a:extLst>
                <a:ext uri="{FF2B5EF4-FFF2-40B4-BE49-F238E27FC236}">
                  <a16:creationId xmlns:a16="http://schemas.microsoft.com/office/drawing/2014/main" id="{0C9FC376-A521-1E0A-4C9A-6F2C4BFB3046}"/>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61" name="Freeform 29">
              <a:extLst>
                <a:ext uri="{FF2B5EF4-FFF2-40B4-BE49-F238E27FC236}">
                  <a16:creationId xmlns:a16="http://schemas.microsoft.com/office/drawing/2014/main" id="{05A0C17A-E227-BDD8-2A61-C3CE4A012DF6}"/>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62" name="Freeform 30">
              <a:extLst>
                <a:ext uri="{FF2B5EF4-FFF2-40B4-BE49-F238E27FC236}">
                  <a16:creationId xmlns:a16="http://schemas.microsoft.com/office/drawing/2014/main" id="{559EB825-15B2-DAC9-275C-26ABAD551DB2}"/>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63" name="Freeform 31">
              <a:extLst>
                <a:ext uri="{FF2B5EF4-FFF2-40B4-BE49-F238E27FC236}">
                  <a16:creationId xmlns:a16="http://schemas.microsoft.com/office/drawing/2014/main" id="{791846C7-5F3C-C0E3-D17B-761A53C37362}"/>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64" name="Freeform 32">
              <a:extLst>
                <a:ext uri="{FF2B5EF4-FFF2-40B4-BE49-F238E27FC236}">
                  <a16:creationId xmlns:a16="http://schemas.microsoft.com/office/drawing/2014/main" id="{34F61058-3E45-561A-AEEC-F3D3131A7061}"/>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65" name="Group 64">
              <a:extLst>
                <a:ext uri="{FF2B5EF4-FFF2-40B4-BE49-F238E27FC236}">
                  <a16:creationId xmlns:a16="http://schemas.microsoft.com/office/drawing/2014/main" id="{0A31071C-5361-4365-751C-082866657C2E}"/>
                </a:ext>
              </a:extLst>
            </p:cNvPr>
            <p:cNvGrpSpPr/>
            <p:nvPr userDrawn="1"/>
          </p:nvGrpSpPr>
          <p:grpSpPr>
            <a:xfrm>
              <a:off x="10717905" y="6554391"/>
              <a:ext cx="1158921" cy="78122"/>
              <a:chOff x="10717904" y="6548918"/>
              <a:chExt cx="1248337" cy="84149"/>
            </a:xfrm>
          </p:grpSpPr>
          <p:grpSp>
            <p:nvGrpSpPr>
              <p:cNvPr id="66" name="Group 65">
                <a:extLst>
                  <a:ext uri="{FF2B5EF4-FFF2-40B4-BE49-F238E27FC236}">
                    <a16:creationId xmlns:a16="http://schemas.microsoft.com/office/drawing/2014/main" id="{71CB7B34-836D-619E-A994-661870A84529}"/>
                  </a:ext>
                </a:extLst>
              </p:cNvPr>
              <p:cNvGrpSpPr/>
              <p:nvPr userDrawn="1"/>
            </p:nvGrpSpPr>
            <p:grpSpPr>
              <a:xfrm>
                <a:off x="11365302" y="6551088"/>
                <a:ext cx="491266" cy="81979"/>
                <a:chOff x="10719494" y="6551088"/>
                <a:chExt cx="491266" cy="81979"/>
              </a:xfrm>
            </p:grpSpPr>
            <p:sp>
              <p:nvSpPr>
                <p:cNvPr id="73" name="Freeform 33">
                  <a:extLst>
                    <a:ext uri="{FF2B5EF4-FFF2-40B4-BE49-F238E27FC236}">
                      <a16:creationId xmlns:a16="http://schemas.microsoft.com/office/drawing/2014/main" id="{A96A96F7-3420-3D3D-175B-D87A9467493D}"/>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74" name="Freeform 34">
                  <a:extLst>
                    <a:ext uri="{FF2B5EF4-FFF2-40B4-BE49-F238E27FC236}">
                      <a16:creationId xmlns:a16="http://schemas.microsoft.com/office/drawing/2014/main" id="{69D7EAF3-0EF0-1C9E-8574-7985D7A5E8C1}"/>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75" name="Freeform 35">
                  <a:extLst>
                    <a:ext uri="{FF2B5EF4-FFF2-40B4-BE49-F238E27FC236}">
                      <a16:creationId xmlns:a16="http://schemas.microsoft.com/office/drawing/2014/main" id="{C74C6AD5-088A-82D3-7EB4-CA58392C7236}"/>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76" name="Freeform 36">
                  <a:extLst>
                    <a:ext uri="{FF2B5EF4-FFF2-40B4-BE49-F238E27FC236}">
                      <a16:creationId xmlns:a16="http://schemas.microsoft.com/office/drawing/2014/main" id="{9BBB4519-E7C1-E67D-CCD5-2C984AB3FEFA}"/>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77" name="Freeform 37">
                  <a:extLst>
                    <a:ext uri="{FF2B5EF4-FFF2-40B4-BE49-F238E27FC236}">
                      <a16:creationId xmlns:a16="http://schemas.microsoft.com/office/drawing/2014/main" id="{03D29F6E-F078-8736-0143-EC0010C29718}"/>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67" name="Freeform 38">
                <a:extLst>
                  <a:ext uri="{FF2B5EF4-FFF2-40B4-BE49-F238E27FC236}">
                    <a16:creationId xmlns:a16="http://schemas.microsoft.com/office/drawing/2014/main" id="{65673C6E-C822-B12A-947A-1F71F3AB6F43}"/>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68" name="Freeform 39">
                <a:extLst>
                  <a:ext uri="{FF2B5EF4-FFF2-40B4-BE49-F238E27FC236}">
                    <a16:creationId xmlns:a16="http://schemas.microsoft.com/office/drawing/2014/main" id="{71F5A1CC-9D67-EB5D-9EDD-F6FED2014840}"/>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69" name="Freeform 40">
                <a:extLst>
                  <a:ext uri="{FF2B5EF4-FFF2-40B4-BE49-F238E27FC236}">
                    <a16:creationId xmlns:a16="http://schemas.microsoft.com/office/drawing/2014/main" id="{743F3E93-3DD2-3E20-D3CA-4E25BB411448}"/>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70" name="Freeform 41">
                <a:extLst>
                  <a:ext uri="{FF2B5EF4-FFF2-40B4-BE49-F238E27FC236}">
                    <a16:creationId xmlns:a16="http://schemas.microsoft.com/office/drawing/2014/main" id="{CC63F29C-4F96-6C35-D39B-76158661235A}"/>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71" name="Freeform 42">
                <a:extLst>
                  <a:ext uri="{FF2B5EF4-FFF2-40B4-BE49-F238E27FC236}">
                    <a16:creationId xmlns:a16="http://schemas.microsoft.com/office/drawing/2014/main" id="{76CDE2B5-D6A0-517F-EE10-881207B53336}"/>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72" name="Freeform 42">
                <a:extLst>
                  <a:ext uri="{FF2B5EF4-FFF2-40B4-BE49-F238E27FC236}">
                    <a16:creationId xmlns:a16="http://schemas.microsoft.com/office/drawing/2014/main" id="{9F15C7C7-BDD9-09F3-4B2F-5F624505EBBE}"/>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0233564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Only" preserve="1">
  <p:cSld name="Title Only_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AEAA03-0A50-BC60-FCD6-3297CB201AF5}"/>
              </a:ext>
            </a:extLst>
          </p:cNvPr>
          <p:cNvSpPr>
            <a:spLocks noGrp="1"/>
          </p:cNvSpPr>
          <p:nvPr>
            <p:ph type="title"/>
          </p:nvPr>
        </p:nvSpPr>
        <p:spPr>
          <a:xfrm>
            <a:off x="294064" y="420282"/>
            <a:ext cx="6487736" cy="5329679"/>
          </a:xfrm>
        </p:spPr>
        <p:txBody>
          <a:bodyPr anchor="t">
            <a:normAutofit/>
          </a:bodyPr>
          <a:lstStyle>
            <a:lvl1pPr>
              <a:defRPr sz="60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19" name="Freeform: Shape 18">
            <a:extLst>
              <a:ext uri="{FF2B5EF4-FFF2-40B4-BE49-F238E27FC236}">
                <a16:creationId xmlns:a16="http://schemas.microsoft.com/office/drawing/2014/main" id="{EB78A69A-6DC8-CC51-B9A7-F8CB6F74D507}"/>
              </a:ext>
            </a:extLst>
          </p:cNvPr>
          <p:cNvSpPr/>
          <p:nvPr userDrawn="1"/>
        </p:nvSpPr>
        <p:spPr>
          <a:xfrm rot="8033131" flipV="1">
            <a:off x="4086314" y="508909"/>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86B2602A-10DE-7E92-963B-8CEACFFBD5D9}"/>
              </a:ext>
            </a:extLst>
          </p:cNvPr>
          <p:cNvSpPr/>
          <p:nvPr userDrawn="1"/>
        </p:nvSpPr>
        <p:spPr>
          <a:xfrm rot="8033131" flipV="1">
            <a:off x="4086314" y="508909"/>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23F06B70-6672-093A-9778-2EEBB708DC8D}"/>
              </a:ext>
            </a:extLst>
          </p:cNvPr>
          <p:cNvSpPr/>
          <p:nvPr userDrawn="1"/>
        </p:nvSpPr>
        <p:spPr>
          <a:xfrm rot="8033131" flipV="1">
            <a:off x="4086314" y="508909"/>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74" name="Freeform: Shape 73">
            <a:extLst>
              <a:ext uri="{FF2B5EF4-FFF2-40B4-BE49-F238E27FC236}">
                <a16:creationId xmlns:a16="http://schemas.microsoft.com/office/drawing/2014/main" id="{E5F4EC9E-556F-F483-6A07-0156C200E538}"/>
              </a:ext>
            </a:extLst>
          </p:cNvPr>
          <p:cNvSpPr/>
          <p:nvPr userDrawn="1"/>
        </p:nvSpPr>
        <p:spPr>
          <a:xfrm rot="1297558" flipH="1">
            <a:off x="9142491" y="1696628"/>
            <a:ext cx="2111795" cy="5589854"/>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923760 w 1319958"/>
              <a:gd name="connsiteY2" fmla="*/ 2170234 h 5716803"/>
              <a:gd name="connsiteX3" fmla="*/ 1182107 w 1319958"/>
              <a:gd name="connsiteY3" fmla="*/ 2719448 h 5716803"/>
              <a:gd name="connsiteX4" fmla="*/ 1303516 w 1319958"/>
              <a:gd name="connsiteY4" fmla="*/ 3450464 h 5716803"/>
              <a:gd name="connsiteX5" fmla="*/ 809674 w 1319958"/>
              <a:gd name="connsiteY5" fmla="*/ 4438741 h 5716803"/>
              <a:gd name="connsiteX6" fmla="*/ 1065755 w 1319958"/>
              <a:gd name="connsiteY6" fmla="*/ 5716803 h 5716803"/>
              <a:gd name="connsiteX0" fmla="*/ 0 w 937405"/>
              <a:gd name="connsiteY0" fmla="*/ 0 h 5863671"/>
              <a:gd name="connsiteX1" fmla="*/ 177939 w 937405"/>
              <a:gd name="connsiteY1" fmla="*/ 1046570 h 5863671"/>
              <a:gd name="connsiteX2" fmla="*/ 541207 w 937405"/>
              <a:gd name="connsiteY2" fmla="*/ 2317102 h 5863671"/>
              <a:gd name="connsiteX3" fmla="*/ 799554 w 937405"/>
              <a:gd name="connsiteY3" fmla="*/ 2866316 h 5863671"/>
              <a:gd name="connsiteX4" fmla="*/ 920963 w 937405"/>
              <a:gd name="connsiteY4" fmla="*/ 3597332 h 5863671"/>
              <a:gd name="connsiteX5" fmla="*/ 427121 w 937405"/>
              <a:gd name="connsiteY5" fmla="*/ 4585609 h 5863671"/>
              <a:gd name="connsiteX6" fmla="*/ 683202 w 937405"/>
              <a:gd name="connsiteY6" fmla="*/ 5863671 h 5863671"/>
              <a:gd name="connsiteX0" fmla="*/ 80527 w 1017932"/>
              <a:gd name="connsiteY0" fmla="*/ 0 h 5863671"/>
              <a:gd name="connsiteX1" fmla="*/ 258466 w 1017932"/>
              <a:gd name="connsiteY1" fmla="*/ 1046570 h 5863671"/>
              <a:gd name="connsiteX2" fmla="*/ 621734 w 1017932"/>
              <a:gd name="connsiteY2" fmla="*/ 2317102 h 5863671"/>
              <a:gd name="connsiteX3" fmla="*/ 880081 w 1017932"/>
              <a:gd name="connsiteY3" fmla="*/ 2866316 h 5863671"/>
              <a:gd name="connsiteX4" fmla="*/ 1001490 w 1017932"/>
              <a:gd name="connsiteY4" fmla="*/ 3597332 h 5863671"/>
              <a:gd name="connsiteX5" fmla="*/ 507648 w 1017932"/>
              <a:gd name="connsiteY5" fmla="*/ 4585609 h 5863671"/>
              <a:gd name="connsiteX6" fmla="*/ 763729 w 1017932"/>
              <a:gd name="connsiteY6" fmla="*/ 5863671 h 5863671"/>
              <a:gd name="connsiteX0" fmla="*/ 86527 w 1023932"/>
              <a:gd name="connsiteY0" fmla="*/ 0 h 5863671"/>
              <a:gd name="connsiteX1" fmla="*/ 230034 w 1023932"/>
              <a:gd name="connsiteY1" fmla="*/ 1301585 h 5863671"/>
              <a:gd name="connsiteX2" fmla="*/ 627734 w 1023932"/>
              <a:gd name="connsiteY2" fmla="*/ 2317102 h 5863671"/>
              <a:gd name="connsiteX3" fmla="*/ 886081 w 1023932"/>
              <a:gd name="connsiteY3" fmla="*/ 2866316 h 5863671"/>
              <a:gd name="connsiteX4" fmla="*/ 1007490 w 1023932"/>
              <a:gd name="connsiteY4" fmla="*/ 3597332 h 5863671"/>
              <a:gd name="connsiteX5" fmla="*/ 513648 w 1023932"/>
              <a:gd name="connsiteY5" fmla="*/ 4585609 h 5863671"/>
              <a:gd name="connsiteX6" fmla="*/ 769729 w 1023932"/>
              <a:gd name="connsiteY6" fmla="*/ 5863671 h 5863671"/>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5095"/>
              <a:gd name="connsiteY0" fmla="*/ 0 h 6936538"/>
              <a:gd name="connsiteX1" fmla="*/ 230034 w 1025095"/>
              <a:gd name="connsiteY1" fmla="*/ 1301585 h 6936538"/>
              <a:gd name="connsiteX2" fmla="*/ 627734 w 1025095"/>
              <a:gd name="connsiteY2" fmla="*/ 2317102 h 6936538"/>
              <a:gd name="connsiteX3" fmla="*/ 886081 w 1025095"/>
              <a:gd name="connsiteY3" fmla="*/ 2866316 h 6936538"/>
              <a:gd name="connsiteX4" fmla="*/ 1007490 w 1025095"/>
              <a:gd name="connsiteY4" fmla="*/ 3597332 h 6936538"/>
              <a:gd name="connsiteX5" fmla="*/ 494866 w 1025095"/>
              <a:gd name="connsiteY5" fmla="*/ 4941764 h 6936538"/>
              <a:gd name="connsiteX6" fmla="*/ 815813 w 1025095"/>
              <a:gd name="connsiteY6" fmla="*/ 6936538 h 6936538"/>
              <a:gd name="connsiteX0" fmla="*/ 86527 w 936471"/>
              <a:gd name="connsiteY0" fmla="*/ 0 h 6936538"/>
              <a:gd name="connsiteX1" fmla="*/ 230034 w 936471"/>
              <a:gd name="connsiteY1" fmla="*/ 1301585 h 6936538"/>
              <a:gd name="connsiteX2" fmla="*/ 627734 w 936471"/>
              <a:gd name="connsiteY2" fmla="*/ 2317102 h 6936538"/>
              <a:gd name="connsiteX3" fmla="*/ 886081 w 936471"/>
              <a:gd name="connsiteY3" fmla="*/ 2866316 h 6936538"/>
              <a:gd name="connsiteX4" fmla="*/ 896176 w 936471"/>
              <a:gd name="connsiteY4" fmla="*/ 4018540 h 6936538"/>
              <a:gd name="connsiteX5" fmla="*/ 494866 w 936471"/>
              <a:gd name="connsiteY5" fmla="*/ 4941764 h 6936538"/>
              <a:gd name="connsiteX6" fmla="*/ 815813 w 936471"/>
              <a:gd name="connsiteY6" fmla="*/ 6936538 h 6936538"/>
              <a:gd name="connsiteX0" fmla="*/ 88068 w 938012"/>
              <a:gd name="connsiteY0" fmla="*/ 0 h 6936538"/>
              <a:gd name="connsiteX1" fmla="*/ 231575 w 938012"/>
              <a:gd name="connsiteY1" fmla="*/ 1301585 h 6936538"/>
              <a:gd name="connsiteX2" fmla="*/ 684342 w 938012"/>
              <a:gd name="connsiteY2" fmla="*/ 2215638 h 6936538"/>
              <a:gd name="connsiteX3" fmla="*/ 887622 w 938012"/>
              <a:gd name="connsiteY3" fmla="*/ 2866316 h 6936538"/>
              <a:gd name="connsiteX4" fmla="*/ 897717 w 938012"/>
              <a:gd name="connsiteY4" fmla="*/ 4018540 h 6936538"/>
              <a:gd name="connsiteX5" fmla="*/ 496407 w 938012"/>
              <a:gd name="connsiteY5" fmla="*/ 4941764 h 6936538"/>
              <a:gd name="connsiteX6" fmla="*/ 817354 w 938012"/>
              <a:gd name="connsiteY6" fmla="*/ 6936538 h 6936538"/>
              <a:gd name="connsiteX0" fmla="*/ 87927 w 937871"/>
              <a:gd name="connsiteY0" fmla="*/ 0 h 6936538"/>
              <a:gd name="connsiteX1" fmla="*/ 231434 w 937871"/>
              <a:gd name="connsiteY1" fmla="*/ 1301585 h 6936538"/>
              <a:gd name="connsiteX2" fmla="*/ 679217 w 937871"/>
              <a:gd name="connsiteY2" fmla="*/ 2163226 h 6936538"/>
              <a:gd name="connsiteX3" fmla="*/ 887481 w 937871"/>
              <a:gd name="connsiteY3" fmla="*/ 2866316 h 6936538"/>
              <a:gd name="connsiteX4" fmla="*/ 897576 w 937871"/>
              <a:gd name="connsiteY4" fmla="*/ 4018540 h 6936538"/>
              <a:gd name="connsiteX5" fmla="*/ 496266 w 937871"/>
              <a:gd name="connsiteY5" fmla="*/ 4941764 h 6936538"/>
              <a:gd name="connsiteX6" fmla="*/ 817213 w 937871"/>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817213 w 909347"/>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685028 w 909347"/>
              <a:gd name="connsiteY6" fmla="*/ 5738263 h 6936538"/>
              <a:gd name="connsiteX7" fmla="*/ 817213 w 909347"/>
              <a:gd name="connsiteY7" fmla="*/ 6936538 h 6936538"/>
              <a:gd name="connsiteX0" fmla="*/ 88922 w 904322"/>
              <a:gd name="connsiteY0" fmla="*/ 0 h 7173129"/>
              <a:gd name="connsiteX1" fmla="*/ 226409 w 904322"/>
              <a:gd name="connsiteY1" fmla="*/ 1538176 h 7173129"/>
              <a:gd name="connsiteX2" fmla="*/ 674192 w 904322"/>
              <a:gd name="connsiteY2" fmla="*/ 2399817 h 7173129"/>
              <a:gd name="connsiteX3" fmla="*/ 882456 w 904322"/>
              <a:gd name="connsiteY3" fmla="*/ 3102907 h 7173129"/>
              <a:gd name="connsiteX4" fmla="*/ 816921 w 904322"/>
              <a:gd name="connsiteY4" fmla="*/ 4238407 h 7173129"/>
              <a:gd name="connsiteX5" fmla="*/ 491241 w 904322"/>
              <a:gd name="connsiteY5" fmla="*/ 5178355 h 7173129"/>
              <a:gd name="connsiteX6" fmla="*/ 680003 w 904322"/>
              <a:gd name="connsiteY6" fmla="*/ 5974854 h 7173129"/>
              <a:gd name="connsiteX7" fmla="*/ 812188 w 904322"/>
              <a:gd name="connsiteY7" fmla="*/ 7173129 h 7173129"/>
              <a:gd name="connsiteX0" fmla="*/ 0 w 815400"/>
              <a:gd name="connsiteY0" fmla="*/ 0 h 7173129"/>
              <a:gd name="connsiteX1" fmla="*/ 137487 w 815400"/>
              <a:gd name="connsiteY1" fmla="*/ 1538176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815400"/>
              <a:gd name="connsiteY0" fmla="*/ 0 h 7173129"/>
              <a:gd name="connsiteX1" fmla="*/ 116083 w 815400"/>
              <a:gd name="connsiteY1" fmla="*/ 1405359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956324"/>
              <a:gd name="connsiteY0" fmla="*/ 0 h 7173129"/>
              <a:gd name="connsiteX1" fmla="*/ 116083 w 956324"/>
              <a:gd name="connsiteY1" fmla="*/ 1405359 h 7173129"/>
              <a:gd name="connsiteX2" fmla="*/ 585270 w 956324"/>
              <a:gd name="connsiteY2" fmla="*/ 2399817 h 7173129"/>
              <a:gd name="connsiteX3" fmla="*/ 946599 w 956324"/>
              <a:gd name="connsiteY3" fmla="*/ 2826617 h 7173129"/>
              <a:gd name="connsiteX4" fmla="*/ 727999 w 956324"/>
              <a:gd name="connsiteY4" fmla="*/ 4238407 h 7173129"/>
              <a:gd name="connsiteX5" fmla="*/ 402319 w 956324"/>
              <a:gd name="connsiteY5" fmla="*/ 5178355 h 7173129"/>
              <a:gd name="connsiteX6" fmla="*/ 591081 w 956324"/>
              <a:gd name="connsiteY6" fmla="*/ 5974854 h 7173129"/>
              <a:gd name="connsiteX7" fmla="*/ 723266 w 956324"/>
              <a:gd name="connsiteY7" fmla="*/ 7173129 h 7173129"/>
              <a:gd name="connsiteX0" fmla="*/ 0 w 1045579"/>
              <a:gd name="connsiteY0" fmla="*/ 0 h 7173129"/>
              <a:gd name="connsiteX1" fmla="*/ 116083 w 1045579"/>
              <a:gd name="connsiteY1" fmla="*/ 1405359 h 7173129"/>
              <a:gd name="connsiteX2" fmla="*/ 585270 w 1045579"/>
              <a:gd name="connsiteY2" fmla="*/ 2399817 h 7173129"/>
              <a:gd name="connsiteX3" fmla="*/ 946599 w 1045579"/>
              <a:gd name="connsiteY3" fmla="*/ 2826617 h 7173129"/>
              <a:gd name="connsiteX4" fmla="*/ 727999 w 1045579"/>
              <a:gd name="connsiteY4" fmla="*/ 4238407 h 7173129"/>
              <a:gd name="connsiteX5" fmla="*/ 1042845 w 1045579"/>
              <a:gd name="connsiteY5" fmla="*/ 5169713 h 7173129"/>
              <a:gd name="connsiteX6" fmla="*/ 591081 w 1045579"/>
              <a:gd name="connsiteY6" fmla="*/ 5974854 h 7173129"/>
              <a:gd name="connsiteX7" fmla="*/ 723266 w 1045579"/>
              <a:gd name="connsiteY7" fmla="*/ 7173129 h 7173129"/>
              <a:gd name="connsiteX0" fmla="*/ 0 w 1934343"/>
              <a:gd name="connsiteY0" fmla="*/ 1 h 6308437"/>
              <a:gd name="connsiteX1" fmla="*/ 1004847 w 1934343"/>
              <a:gd name="connsiteY1" fmla="*/ 540667 h 6308437"/>
              <a:gd name="connsiteX2" fmla="*/ 1474034 w 1934343"/>
              <a:gd name="connsiteY2" fmla="*/ 1535125 h 6308437"/>
              <a:gd name="connsiteX3" fmla="*/ 1835363 w 1934343"/>
              <a:gd name="connsiteY3" fmla="*/ 1961925 h 6308437"/>
              <a:gd name="connsiteX4" fmla="*/ 1616763 w 1934343"/>
              <a:gd name="connsiteY4" fmla="*/ 3373715 h 6308437"/>
              <a:gd name="connsiteX5" fmla="*/ 1931609 w 1934343"/>
              <a:gd name="connsiteY5" fmla="*/ 4305021 h 6308437"/>
              <a:gd name="connsiteX6" fmla="*/ 1479845 w 1934343"/>
              <a:gd name="connsiteY6" fmla="*/ 5110162 h 6308437"/>
              <a:gd name="connsiteX7" fmla="*/ 1612030 w 1934343"/>
              <a:gd name="connsiteY7" fmla="*/ 6308437 h 6308437"/>
              <a:gd name="connsiteX0" fmla="*/ 0 w 1934343"/>
              <a:gd name="connsiteY0" fmla="*/ 111882 h 6420318"/>
              <a:gd name="connsiteX1" fmla="*/ 1004847 w 1934343"/>
              <a:gd name="connsiteY1" fmla="*/ 652548 h 6420318"/>
              <a:gd name="connsiteX2" fmla="*/ 1474034 w 1934343"/>
              <a:gd name="connsiteY2" fmla="*/ 1647006 h 6420318"/>
              <a:gd name="connsiteX3" fmla="*/ 1835363 w 1934343"/>
              <a:gd name="connsiteY3" fmla="*/ 2073806 h 6420318"/>
              <a:gd name="connsiteX4" fmla="*/ 1616763 w 1934343"/>
              <a:gd name="connsiteY4" fmla="*/ 3485596 h 6420318"/>
              <a:gd name="connsiteX5" fmla="*/ 1931609 w 1934343"/>
              <a:gd name="connsiteY5" fmla="*/ 4416902 h 6420318"/>
              <a:gd name="connsiteX6" fmla="*/ 1479845 w 1934343"/>
              <a:gd name="connsiteY6" fmla="*/ 5222043 h 6420318"/>
              <a:gd name="connsiteX7" fmla="*/ 1612030 w 1934343"/>
              <a:gd name="connsiteY7" fmla="*/ 6420318 h 6420318"/>
              <a:gd name="connsiteX0" fmla="*/ 0 w 1934343"/>
              <a:gd name="connsiteY0" fmla="*/ 105272 h 6413708"/>
              <a:gd name="connsiteX1" fmla="*/ 1004847 w 1934343"/>
              <a:gd name="connsiteY1" fmla="*/ 645938 h 6413708"/>
              <a:gd name="connsiteX2" fmla="*/ 1591007 w 1934343"/>
              <a:gd name="connsiteY2" fmla="*/ 1247740 h 6413708"/>
              <a:gd name="connsiteX3" fmla="*/ 1835363 w 1934343"/>
              <a:gd name="connsiteY3" fmla="*/ 2067196 h 6413708"/>
              <a:gd name="connsiteX4" fmla="*/ 1616763 w 1934343"/>
              <a:gd name="connsiteY4" fmla="*/ 3478986 h 6413708"/>
              <a:gd name="connsiteX5" fmla="*/ 1931609 w 1934343"/>
              <a:gd name="connsiteY5" fmla="*/ 4410292 h 6413708"/>
              <a:gd name="connsiteX6" fmla="*/ 1479845 w 1934343"/>
              <a:gd name="connsiteY6" fmla="*/ 5215433 h 6413708"/>
              <a:gd name="connsiteX7" fmla="*/ 1612030 w 1934343"/>
              <a:gd name="connsiteY7" fmla="*/ 6413708 h 6413708"/>
              <a:gd name="connsiteX0" fmla="*/ 0 w 1934343"/>
              <a:gd name="connsiteY0" fmla="*/ 105272 h 6413708"/>
              <a:gd name="connsiteX1" fmla="*/ 1004847 w 1934343"/>
              <a:gd name="connsiteY1" fmla="*/ 645938 h 6413708"/>
              <a:gd name="connsiteX2" fmla="*/ 1591007 w 1934343"/>
              <a:gd name="connsiteY2" fmla="*/ 1247740 h 6413708"/>
              <a:gd name="connsiteX3" fmla="*/ 1835363 w 1934343"/>
              <a:gd name="connsiteY3" fmla="*/ 2067196 h 6413708"/>
              <a:gd name="connsiteX4" fmla="*/ 1616763 w 1934343"/>
              <a:gd name="connsiteY4" fmla="*/ 3478986 h 6413708"/>
              <a:gd name="connsiteX5" fmla="*/ 1931609 w 1934343"/>
              <a:gd name="connsiteY5" fmla="*/ 4410292 h 6413708"/>
              <a:gd name="connsiteX6" fmla="*/ 1479845 w 1934343"/>
              <a:gd name="connsiteY6" fmla="*/ 5215433 h 6413708"/>
              <a:gd name="connsiteX7" fmla="*/ 1448186 w 1934343"/>
              <a:gd name="connsiteY7" fmla="*/ 5792481 h 6413708"/>
              <a:gd name="connsiteX8" fmla="*/ 1612030 w 1934343"/>
              <a:gd name="connsiteY8" fmla="*/ 6413708 h 6413708"/>
              <a:gd name="connsiteX0" fmla="*/ 0 w 1934343"/>
              <a:gd name="connsiteY0" fmla="*/ 182087 h 6490523"/>
              <a:gd name="connsiteX1" fmla="*/ 1089815 w 1934343"/>
              <a:gd name="connsiteY1" fmla="*/ 284648 h 6490523"/>
              <a:gd name="connsiteX2" fmla="*/ 1591007 w 1934343"/>
              <a:gd name="connsiteY2" fmla="*/ 1324555 h 6490523"/>
              <a:gd name="connsiteX3" fmla="*/ 1835363 w 1934343"/>
              <a:gd name="connsiteY3" fmla="*/ 2144011 h 6490523"/>
              <a:gd name="connsiteX4" fmla="*/ 1616763 w 1934343"/>
              <a:gd name="connsiteY4" fmla="*/ 3555801 h 6490523"/>
              <a:gd name="connsiteX5" fmla="*/ 1931609 w 1934343"/>
              <a:gd name="connsiteY5" fmla="*/ 4487107 h 6490523"/>
              <a:gd name="connsiteX6" fmla="*/ 1479845 w 1934343"/>
              <a:gd name="connsiteY6" fmla="*/ 5292248 h 6490523"/>
              <a:gd name="connsiteX7" fmla="*/ 1448186 w 1934343"/>
              <a:gd name="connsiteY7" fmla="*/ 5869296 h 6490523"/>
              <a:gd name="connsiteX8" fmla="*/ 1612030 w 1934343"/>
              <a:gd name="connsiteY8" fmla="*/ 6490523 h 6490523"/>
              <a:gd name="connsiteX0" fmla="*/ 0 w 1934343"/>
              <a:gd name="connsiteY0" fmla="*/ 205867 h 6514303"/>
              <a:gd name="connsiteX1" fmla="*/ 1089815 w 1934343"/>
              <a:gd name="connsiteY1" fmla="*/ 308428 h 6514303"/>
              <a:gd name="connsiteX2" fmla="*/ 1591007 w 1934343"/>
              <a:gd name="connsiteY2" fmla="*/ 1348335 h 6514303"/>
              <a:gd name="connsiteX3" fmla="*/ 1835363 w 1934343"/>
              <a:gd name="connsiteY3" fmla="*/ 2167791 h 6514303"/>
              <a:gd name="connsiteX4" fmla="*/ 1616763 w 1934343"/>
              <a:gd name="connsiteY4" fmla="*/ 3579581 h 6514303"/>
              <a:gd name="connsiteX5" fmla="*/ 1931609 w 1934343"/>
              <a:gd name="connsiteY5" fmla="*/ 4510887 h 6514303"/>
              <a:gd name="connsiteX6" fmla="*/ 1479845 w 1934343"/>
              <a:gd name="connsiteY6" fmla="*/ 5316028 h 6514303"/>
              <a:gd name="connsiteX7" fmla="*/ 1448186 w 1934343"/>
              <a:gd name="connsiteY7" fmla="*/ 5893076 h 6514303"/>
              <a:gd name="connsiteX8" fmla="*/ 1612030 w 1934343"/>
              <a:gd name="connsiteY8" fmla="*/ 6514303 h 6514303"/>
              <a:gd name="connsiteX0" fmla="*/ 0 w 1935272"/>
              <a:gd name="connsiteY0" fmla="*/ 205867 h 6514303"/>
              <a:gd name="connsiteX1" fmla="*/ 1089815 w 1935272"/>
              <a:gd name="connsiteY1" fmla="*/ 308428 h 6514303"/>
              <a:gd name="connsiteX2" fmla="*/ 1591007 w 1935272"/>
              <a:gd name="connsiteY2" fmla="*/ 1348335 h 6514303"/>
              <a:gd name="connsiteX3" fmla="*/ 1835363 w 1935272"/>
              <a:gd name="connsiteY3" fmla="*/ 2167791 h 6514303"/>
              <a:gd name="connsiteX4" fmla="*/ 1708054 w 1935272"/>
              <a:gd name="connsiteY4" fmla="*/ 3633876 h 6514303"/>
              <a:gd name="connsiteX5" fmla="*/ 1931609 w 1935272"/>
              <a:gd name="connsiteY5" fmla="*/ 4510887 h 6514303"/>
              <a:gd name="connsiteX6" fmla="*/ 1479845 w 1935272"/>
              <a:gd name="connsiteY6" fmla="*/ 5316028 h 6514303"/>
              <a:gd name="connsiteX7" fmla="*/ 1448186 w 1935272"/>
              <a:gd name="connsiteY7" fmla="*/ 5893076 h 6514303"/>
              <a:gd name="connsiteX8" fmla="*/ 1612030 w 1935272"/>
              <a:gd name="connsiteY8" fmla="*/ 6514303 h 6514303"/>
              <a:gd name="connsiteX0" fmla="*/ 0 w 1934401"/>
              <a:gd name="connsiteY0" fmla="*/ 205867 h 6514303"/>
              <a:gd name="connsiteX1" fmla="*/ 1089815 w 1934401"/>
              <a:gd name="connsiteY1" fmla="*/ 308428 h 6514303"/>
              <a:gd name="connsiteX2" fmla="*/ 1591007 w 1934401"/>
              <a:gd name="connsiteY2" fmla="*/ 1348335 h 6514303"/>
              <a:gd name="connsiteX3" fmla="*/ 1835363 w 1934401"/>
              <a:gd name="connsiteY3" fmla="*/ 2167791 h 6514303"/>
              <a:gd name="connsiteX4" fmla="*/ 1708054 w 1934401"/>
              <a:gd name="connsiteY4" fmla="*/ 3633876 h 6514303"/>
              <a:gd name="connsiteX5" fmla="*/ 1931609 w 1934401"/>
              <a:gd name="connsiteY5" fmla="*/ 4510887 h 6514303"/>
              <a:gd name="connsiteX6" fmla="*/ 1479845 w 1934401"/>
              <a:gd name="connsiteY6" fmla="*/ 5316028 h 6514303"/>
              <a:gd name="connsiteX7" fmla="*/ 1448186 w 1934401"/>
              <a:gd name="connsiteY7" fmla="*/ 5893076 h 6514303"/>
              <a:gd name="connsiteX8" fmla="*/ 1612030 w 1934401"/>
              <a:gd name="connsiteY8" fmla="*/ 6514303 h 6514303"/>
              <a:gd name="connsiteX0" fmla="*/ 0 w 1934401"/>
              <a:gd name="connsiteY0" fmla="*/ 389807 h 6698243"/>
              <a:gd name="connsiteX1" fmla="*/ 646312 w 1934401"/>
              <a:gd name="connsiteY1" fmla="*/ 573 h 6698243"/>
              <a:gd name="connsiteX2" fmla="*/ 1089815 w 1934401"/>
              <a:gd name="connsiteY2" fmla="*/ 492368 h 6698243"/>
              <a:gd name="connsiteX3" fmla="*/ 1591007 w 1934401"/>
              <a:gd name="connsiteY3" fmla="*/ 1532275 h 6698243"/>
              <a:gd name="connsiteX4" fmla="*/ 1835363 w 1934401"/>
              <a:gd name="connsiteY4" fmla="*/ 2351731 h 6698243"/>
              <a:gd name="connsiteX5" fmla="*/ 1708054 w 1934401"/>
              <a:gd name="connsiteY5" fmla="*/ 3817816 h 6698243"/>
              <a:gd name="connsiteX6" fmla="*/ 1931609 w 1934401"/>
              <a:gd name="connsiteY6" fmla="*/ 4694827 h 6698243"/>
              <a:gd name="connsiteX7" fmla="*/ 1479845 w 1934401"/>
              <a:gd name="connsiteY7" fmla="*/ 5499968 h 6698243"/>
              <a:gd name="connsiteX8" fmla="*/ 1448186 w 1934401"/>
              <a:gd name="connsiteY8" fmla="*/ 6077016 h 6698243"/>
              <a:gd name="connsiteX9" fmla="*/ 1612030 w 1934401"/>
              <a:gd name="connsiteY9" fmla="*/ 6698243 h 6698243"/>
              <a:gd name="connsiteX0" fmla="*/ 0 w 1934401"/>
              <a:gd name="connsiteY0" fmla="*/ 478939 h 6787375"/>
              <a:gd name="connsiteX1" fmla="*/ 718315 w 1934401"/>
              <a:gd name="connsiteY1" fmla="*/ 464 h 6787375"/>
              <a:gd name="connsiteX2" fmla="*/ 1089815 w 1934401"/>
              <a:gd name="connsiteY2" fmla="*/ 581500 h 6787375"/>
              <a:gd name="connsiteX3" fmla="*/ 1591007 w 1934401"/>
              <a:gd name="connsiteY3" fmla="*/ 1621407 h 6787375"/>
              <a:gd name="connsiteX4" fmla="*/ 1835363 w 1934401"/>
              <a:gd name="connsiteY4" fmla="*/ 2440863 h 6787375"/>
              <a:gd name="connsiteX5" fmla="*/ 1708054 w 1934401"/>
              <a:gd name="connsiteY5" fmla="*/ 3906948 h 6787375"/>
              <a:gd name="connsiteX6" fmla="*/ 1931609 w 1934401"/>
              <a:gd name="connsiteY6" fmla="*/ 4783959 h 6787375"/>
              <a:gd name="connsiteX7" fmla="*/ 1479845 w 1934401"/>
              <a:gd name="connsiteY7" fmla="*/ 5589100 h 6787375"/>
              <a:gd name="connsiteX8" fmla="*/ 1448186 w 1934401"/>
              <a:gd name="connsiteY8" fmla="*/ 6166148 h 6787375"/>
              <a:gd name="connsiteX9" fmla="*/ 1612030 w 1934401"/>
              <a:gd name="connsiteY9" fmla="*/ 6787375 h 6787375"/>
              <a:gd name="connsiteX0" fmla="*/ 0 w 1738807"/>
              <a:gd name="connsiteY0" fmla="*/ 6231 h 6904884"/>
              <a:gd name="connsiteX1" fmla="*/ 522721 w 1738807"/>
              <a:gd name="connsiteY1" fmla="*/ 117973 h 6904884"/>
              <a:gd name="connsiteX2" fmla="*/ 894221 w 1738807"/>
              <a:gd name="connsiteY2" fmla="*/ 699009 h 6904884"/>
              <a:gd name="connsiteX3" fmla="*/ 1395413 w 1738807"/>
              <a:gd name="connsiteY3" fmla="*/ 1738916 h 6904884"/>
              <a:gd name="connsiteX4" fmla="*/ 1639769 w 1738807"/>
              <a:gd name="connsiteY4" fmla="*/ 2558372 h 6904884"/>
              <a:gd name="connsiteX5" fmla="*/ 1512460 w 1738807"/>
              <a:gd name="connsiteY5" fmla="*/ 4024457 h 6904884"/>
              <a:gd name="connsiteX6" fmla="*/ 1736015 w 1738807"/>
              <a:gd name="connsiteY6" fmla="*/ 4901468 h 6904884"/>
              <a:gd name="connsiteX7" fmla="*/ 1284251 w 1738807"/>
              <a:gd name="connsiteY7" fmla="*/ 5706609 h 6904884"/>
              <a:gd name="connsiteX8" fmla="*/ 1252592 w 1738807"/>
              <a:gd name="connsiteY8" fmla="*/ 6283657 h 6904884"/>
              <a:gd name="connsiteX9" fmla="*/ 1416436 w 1738807"/>
              <a:gd name="connsiteY9" fmla="*/ 6904884 h 6904884"/>
              <a:gd name="connsiteX0" fmla="*/ 0 w 1738807"/>
              <a:gd name="connsiteY0" fmla="*/ 5482 h 6904135"/>
              <a:gd name="connsiteX1" fmla="*/ 591910 w 1738807"/>
              <a:gd name="connsiteY1" fmla="*/ 138564 h 6904135"/>
              <a:gd name="connsiteX2" fmla="*/ 894221 w 1738807"/>
              <a:gd name="connsiteY2" fmla="*/ 698260 h 6904135"/>
              <a:gd name="connsiteX3" fmla="*/ 1395413 w 1738807"/>
              <a:gd name="connsiteY3" fmla="*/ 1738167 h 6904135"/>
              <a:gd name="connsiteX4" fmla="*/ 1639769 w 1738807"/>
              <a:gd name="connsiteY4" fmla="*/ 2557623 h 6904135"/>
              <a:gd name="connsiteX5" fmla="*/ 1512460 w 1738807"/>
              <a:gd name="connsiteY5" fmla="*/ 4023708 h 6904135"/>
              <a:gd name="connsiteX6" fmla="*/ 1736015 w 1738807"/>
              <a:gd name="connsiteY6" fmla="*/ 4900719 h 6904135"/>
              <a:gd name="connsiteX7" fmla="*/ 1284251 w 1738807"/>
              <a:gd name="connsiteY7" fmla="*/ 5705860 h 6904135"/>
              <a:gd name="connsiteX8" fmla="*/ 1252592 w 1738807"/>
              <a:gd name="connsiteY8" fmla="*/ 6282908 h 6904135"/>
              <a:gd name="connsiteX9" fmla="*/ 1416436 w 1738807"/>
              <a:gd name="connsiteY9" fmla="*/ 6904135 h 6904135"/>
              <a:gd name="connsiteX0" fmla="*/ 0 w 1738807"/>
              <a:gd name="connsiteY0" fmla="*/ 5482 h 6904135"/>
              <a:gd name="connsiteX1" fmla="*/ 591910 w 1738807"/>
              <a:gd name="connsiteY1" fmla="*/ 138564 h 6904135"/>
              <a:gd name="connsiteX2" fmla="*/ 894221 w 1738807"/>
              <a:gd name="connsiteY2" fmla="*/ 698260 h 6904135"/>
              <a:gd name="connsiteX3" fmla="*/ 1395413 w 1738807"/>
              <a:gd name="connsiteY3" fmla="*/ 1738167 h 6904135"/>
              <a:gd name="connsiteX4" fmla="*/ 1639769 w 1738807"/>
              <a:gd name="connsiteY4" fmla="*/ 2557623 h 6904135"/>
              <a:gd name="connsiteX5" fmla="*/ 1512460 w 1738807"/>
              <a:gd name="connsiteY5" fmla="*/ 4023708 h 6904135"/>
              <a:gd name="connsiteX6" fmla="*/ 1736015 w 1738807"/>
              <a:gd name="connsiteY6" fmla="*/ 4900719 h 6904135"/>
              <a:gd name="connsiteX7" fmla="*/ 1284251 w 1738807"/>
              <a:gd name="connsiteY7" fmla="*/ 5705860 h 6904135"/>
              <a:gd name="connsiteX8" fmla="*/ 1252592 w 1738807"/>
              <a:gd name="connsiteY8" fmla="*/ 6282908 h 6904135"/>
              <a:gd name="connsiteX9" fmla="*/ 1416436 w 1738807"/>
              <a:gd name="connsiteY9" fmla="*/ 6904135 h 6904135"/>
              <a:gd name="connsiteX0" fmla="*/ 0 w 1738807"/>
              <a:gd name="connsiteY0" fmla="*/ 10053 h 6908706"/>
              <a:gd name="connsiteX1" fmla="*/ 591910 w 1738807"/>
              <a:gd name="connsiteY1" fmla="*/ 143135 h 6908706"/>
              <a:gd name="connsiteX2" fmla="*/ 894221 w 1738807"/>
              <a:gd name="connsiteY2" fmla="*/ 702831 h 6908706"/>
              <a:gd name="connsiteX3" fmla="*/ 1395413 w 1738807"/>
              <a:gd name="connsiteY3" fmla="*/ 1742738 h 6908706"/>
              <a:gd name="connsiteX4" fmla="*/ 1639769 w 1738807"/>
              <a:gd name="connsiteY4" fmla="*/ 2562194 h 6908706"/>
              <a:gd name="connsiteX5" fmla="*/ 1512460 w 1738807"/>
              <a:gd name="connsiteY5" fmla="*/ 4028279 h 6908706"/>
              <a:gd name="connsiteX6" fmla="*/ 1736015 w 1738807"/>
              <a:gd name="connsiteY6" fmla="*/ 4905290 h 6908706"/>
              <a:gd name="connsiteX7" fmla="*/ 1284251 w 1738807"/>
              <a:gd name="connsiteY7" fmla="*/ 5710431 h 6908706"/>
              <a:gd name="connsiteX8" fmla="*/ 1252592 w 1738807"/>
              <a:gd name="connsiteY8" fmla="*/ 6287479 h 6908706"/>
              <a:gd name="connsiteX9" fmla="*/ 1416436 w 1738807"/>
              <a:gd name="connsiteY9" fmla="*/ 6908706 h 6908706"/>
              <a:gd name="connsiteX0" fmla="*/ 0 w 1738807"/>
              <a:gd name="connsiteY0" fmla="*/ 5948 h 6904601"/>
              <a:gd name="connsiteX1" fmla="*/ 687792 w 1738807"/>
              <a:gd name="connsiteY1" fmla="*/ 209263 h 6904601"/>
              <a:gd name="connsiteX2" fmla="*/ 894221 w 1738807"/>
              <a:gd name="connsiteY2" fmla="*/ 698726 h 6904601"/>
              <a:gd name="connsiteX3" fmla="*/ 1395413 w 1738807"/>
              <a:gd name="connsiteY3" fmla="*/ 1738633 h 6904601"/>
              <a:gd name="connsiteX4" fmla="*/ 1639769 w 1738807"/>
              <a:gd name="connsiteY4" fmla="*/ 2558089 h 6904601"/>
              <a:gd name="connsiteX5" fmla="*/ 1512460 w 1738807"/>
              <a:gd name="connsiteY5" fmla="*/ 4024174 h 6904601"/>
              <a:gd name="connsiteX6" fmla="*/ 1736015 w 1738807"/>
              <a:gd name="connsiteY6" fmla="*/ 4901185 h 6904601"/>
              <a:gd name="connsiteX7" fmla="*/ 1284251 w 1738807"/>
              <a:gd name="connsiteY7" fmla="*/ 5706326 h 6904601"/>
              <a:gd name="connsiteX8" fmla="*/ 1252592 w 1738807"/>
              <a:gd name="connsiteY8" fmla="*/ 6283374 h 6904601"/>
              <a:gd name="connsiteX9" fmla="*/ 1416436 w 1738807"/>
              <a:gd name="connsiteY9" fmla="*/ 6904601 h 6904601"/>
              <a:gd name="connsiteX0" fmla="*/ 0 w 1738807"/>
              <a:gd name="connsiteY0" fmla="*/ 5948 h 6904601"/>
              <a:gd name="connsiteX1" fmla="*/ 687792 w 1738807"/>
              <a:gd name="connsiteY1" fmla="*/ 209263 h 6904601"/>
              <a:gd name="connsiteX2" fmla="*/ 879142 w 1738807"/>
              <a:gd name="connsiteY2" fmla="*/ 755789 h 6904601"/>
              <a:gd name="connsiteX3" fmla="*/ 1395413 w 1738807"/>
              <a:gd name="connsiteY3" fmla="*/ 1738633 h 6904601"/>
              <a:gd name="connsiteX4" fmla="*/ 1639769 w 1738807"/>
              <a:gd name="connsiteY4" fmla="*/ 2558089 h 6904601"/>
              <a:gd name="connsiteX5" fmla="*/ 1512460 w 1738807"/>
              <a:gd name="connsiteY5" fmla="*/ 4024174 h 6904601"/>
              <a:gd name="connsiteX6" fmla="*/ 1736015 w 1738807"/>
              <a:gd name="connsiteY6" fmla="*/ 4901185 h 6904601"/>
              <a:gd name="connsiteX7" fmla="*/ 1284251 w 1738807"/>
              <a:gd name="connsiteY7" fmla="*/ 5706326 h 6904601"/>
              <a:gd name="connsiteX8" fmla="*/ 1252592 w 1738807"/>
              <a:gd name="connsiteY8" fmla="*/ 6283374 h 6904601"/>
              <a:gd name="connsiteX9" fmla="*/ 1416436 w 1738807"/>
              <a:gd name="connsiteY9" fmla="*/ 6904601 h 690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38807" h="6904601">
                <a:moveTo>
                  <a:pt x="0" y="5948"/>
                </a:moveTo>
                <a:cubicBezTo>
                  <a:pt x="97140" y="-29999"/>
                  <a:pt x="502938" y="104415"/>
                  <a:pt x="687792" y="209263"/>
                </a:cubicBezTo>
                <a:cubicBezTo>
                  <a:pt x="796638" y="301921"/>
                  <a:pt x="761205" y="500894"/>
                  <a:pt x="879142" y="755789"/>
                </a:cubicBezTo>
                <a:cubicBezTo>
                  <a:pt x="997079" y="1010684"/>
                  <a:pt x="1291811" y="1435342"/>
                  <a:pt x="1395413" y="1738633"/>
                </a:cubicBezTo>
                <a:cubicBezTo>
                  <a:pt x="1499015" y="2041924"/>
                  <a:pt x="1586139" y="2340765"/>
                  <a:pt x="1639769" y="2558089"/>
                </a:cubicBezTo>
                <a:cubicBezTo>
                  <a:pt x="1693399" y="2775413"/>
                  <a:pt x="1598064" y="3548838"/>
                  <a:pt x="1512460" y="4024174"/>
                </a:cubicBezTo>
                <a:cubicBezTo>
                  <a:pt x="1443186" y="4408831"/>
                  <a:pt x="1772222" y="4599725"/>
                  <a:pt x="1736015" y="4901185"/>
                </a:cubicBezTo>
                <a:cubicBezTo>
                  <a:pt x="1699808" y="5202645"/>
                  <a:pt x="1350754" y="5470896"/>
                  <a:pt x="1284251" y="5706326"/>
                </a:cubicBezTo>
                <a:cubicBezTo>
                  <a:pt x="1217748" y="5941756"/>
                  <a:pt x="1230561" y="6083662"/>
                  <a:pt x="1252592" y="6283374"/>
                </a:cubicBezTo>
                <a:cubicBezTo>
                  <a:pt x="1274623" y="6483087"/>
                  <a:pt x="1403196" y="6806128"/>
                  <a:pt x="1416436" y="6904601"/>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Shape 119">
            <a:extLst>
              <a:ext uri="{FF2B5EF4-FFF2-40B4-BE49-F238E27FC236}">
                <a16:creationId xmlns:a16="http://schemas.microsoft.com/office/drawing/2014/main" id="{C44F0749-4C80-6756-A92C-2DBABCC0D252}"/>
              </a:ext>
            </a:extLst>
          </p:cNvPr>
          <p:cNvSpPr/>
          <p:nvPr userDrawn="1"/>
        </p:nvSpPr>
        <p:spPr>
          <a:xfrm rot="12825190" flipV="1">
            <a:off x="12207968" y="18000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21" name="Freeform: Shape 120">
            <a:extLst>
              <a:ext uri="{FF2B5EF4-FFF2-40B4-BE49-F238E27FC236}">
                <a16:creationId xmlns:a16="http://schemas.microsoft.com/office/drawing/2014/main" id="{342D82F8-76D2-84D4-CE76-CB5A44D73177}"/>
              </a:ext>
            </a:extLst>
          </p:cNvPr>
          <p:cNvSpPr/>
          <p:nvPr userDrawn="1"/>
        </p:nvSpPr>
        <p:spPr>
          <a:xfrm rot="12825190" flipV="1">
            <a:off x="6054551" y="267418"/>
            <a:ext cx="5950675" cy="2411615"/>
          </a:xfrm>
          <a:custGeom>
            <a:avLst/>
            <a:gdLst>
              <a:gd name="connsiteX0" fmla="*/ 0 w 4932034"/>
              <a:gd name="connsiteY0" fmla="*/ 1666689 h 3665353"/>
              <a:gd name="connsiteX1" fmla="*/ 87829 w 4932034"/>
              <a:gd name="connsiteY1" fmla="*/ 1681964 h 3665353"/>
              <a:gd name="connsiteX2" fmla="*/ 748460 w 4932034"/>
              <a:gd name="connsiteY2" fmla="*/ 1877969 h 3665353"/>
              <a:gd name="connsiteX3" fmla="*/ 1172473 w 4932034"/>
              <a:gd name="connsiteY3" fmla="*/ 1538105 h 3665353"/>
              <a:gd name="connsiteX4" fmla="*/ 1391790 w 4932034"/>
              <a:gd name="connsiteY4" fmla="*/ 1498917 h 3665353"/>
              <a:gd name="connsiteX5" fmla="*/ 1749043 w 4932034"/>
              <a:gd name="connsiteY5" fmla="*/ 1570055 h 3665353"/>
              <a:gd name="connsiteX6" fmla="*/ 1903994 w 4932034"/>
              <a:gd name="connsiteY6" fmla="*/ 1642692 h 3665353"/>
              <a:gd name="connsiteX7" fmla="*/ 2034456 w 4932034"/>
              <a:gd name="connsiteY7" fmla="*/ 1821329 h 3665353"/>
              <a:gd name="connsiteX8" fmla="*/ 1960773 w 4932034"/>
              <a:gd name="connsiteY8" fmla="*/ 2188754 h 3665353"/>
              <a:gd name="connsiteX9" fmla="*/ 1885140 w 4932034"/>
              <a:gd name="connsiteY9" fmla="*/ 2576481 h 3665353"/>
              <a:gd name="connsiteX10" fmla="*/ 1991005 w 4932034"/>
              <a:gd name="connsiteY10" fmla="*/ 2842232 h 3665353"/>
              <a:gd name="connsiteX11" fmla="*/ 2172504 w 4932034"/>
              <a:gd name="connsiteY11" fmla="*/ 3139601 h 3665353"/>
              <a:gd name="connsiteX12" fmla="*/ 2394636 w 4932034"/>
              <a:gd name="connsiteY12" fmla="*/ 3418164 h 3665353"/>
              <a:gd name="connsiteX13" fmla="*/ 2811379 w 4932034"/>
              <a:gd name="connsiteY13" fmla="*/ 3584487 h 3665353"/>
              <a:gd name="connsiteX14" fmla="*/ 3088340 w 4932034"/>
              <a:gd name="connsiteY14" fmla="*/ 3606370 h 3665353"/>
              <a:gd name="connsiteX15" fmla="*/ 3727974 w 4932034"/>
              <a:gd name="connsiteY15" fmla="*/ 3606370 h 3665353"/>
              <a:gd name="connsiteX16" fmla="*/ 4326756 w 4932034"/>
              <a:gd name="connsiteY16" fmla="*/ 3664945 h 3665353"/>
              <a:gd name="connsiteX17" fmla="*/ 4650636 w 4932034"/>
              <a:gd name="connsiteY17" fmla="*/ 3598049 h 3665353"/>
              <a:gd name="connsiteX18" fmla="*/ 4858899 w 4932034"/>
              <a:gd name="connsiteY18" fmla="*/ 3463177 h 3665353"/>
              <a:gd name="connsiteX19" fmla="*/ 4932034 w 4932034"/>
              <a:gd name="connsiteY19" fmla="*/ 3418254 h 3665353"/>
              <a:gd name="connsiteX20" fmla="*/ 1846282 w 4932034"/>
              <a:gd name="connsiteY20" fmla="*/ 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21" fmla="*/ 1937722 w 4932034"/>
              <a:gd name="connsiteY21" fmla="*/ 9144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0" fmla="*/ 0 w 4932034"/>
              <a:gd name="connsiteY0" fmla="*/ 171031 h 2169695"/>
              <a:gd name="connsiteX1" fmla="*/ 87829 w 4932034"/>
              <a:gd name="connsiteY1" fmla="*/ 186306 h 2169695"/>
              <a:gd name="connsiteX2" fmla="*/ 748460 w 4932034"/>
              <a:gd name="connsiteY2" fmla="*/ 382311 h 2169695"/>
              <a:gd name="connsiteX3" fmla="*/ 1172473 w 4932034"/>
              <a:gd name="connsiteY3" fmla="*/ 42447 h 2169695"/>
              <a:gd name="connsiteX4" fmla="*/ 1391790 w 4932034"/>
              <a:gd name="connsiteY4" fmla="*/ 3259 h 2169695"/>
              <a:gd name="connsiteX5" fmla="*/ 1749043 w 4932034"/>
              <a:gd name="connsiteY5" fmla="*/ 74397 h 2169695"/>
              <a:gd name="connsiteX6" fmla="*/ 1903994 w 4932034"/>
              <a:gd name="connsiteY6" fmla="*/ 147034 h 2169695"/>
              <a:gd name="connsiteX7" fmla="*/ 2034456 w 4932034"/>
              <a:gd name="connsiteY7" fmla="*/ 325671 h 2169695"/>
              <a:gd name="connsiteX8" fmla="*/ 1960773 w 4932034"/>
              <a:gd name="connsiteY8" fmla="*/ 693096 h 2169695"/>
              <a:gd name="connsiteX9" fmla="*/ 1885140 w 4932034"/>
              <a:gd name="connsiteY9" fmla="*/ 1080823 h 2169695"/>
              <a:gd name="connsiteX10" fmla="*/ 1991005 w 4932034"/>
              <a:gd name="connsiteY10" fmla="*/ 1346574 h 2169695"/>
              <a:gd name="connsiteX11" fmla="*/ 2172504 w 4932034"/>
              <a:gd name="connsiteY11" fmla="*/ 1643943 h 2169695"/>
              <a:gd name="connsiteX12" fmla="*/ 2394636 w 4932034"/>
              <a:gd name="connsiteY12" fmla="*/ 1922506 h 2169695"/>
              <a:gd name="connsiteX13" fmla="*/ 2811379 w 4932034"/>
              <a:gd name="connsiteY13" fmla="*/ 2088829 h 2169695"/>
              <a:gd name="connsiteX14" fmla="*/ 3088340 w 4932034"/>
              <a:gd name="connsiteY14" fmla="*/ 2110712 h 2169695"/>
              <a:gd name="connsiteX15" fmla="*/ 3727974 w 4932034"/>
              <a:gd name="connsiteY15" fmla="*/ 2110712 h 2169695"/>
              <a:gd name="connsiteX16" fmla="*/ 4326756 w 4932034"/>
              <a:gd name="connsiteY16" fmla="*/ 2169287 h 2169695"/>
              <a:gd name="connsiteX17" fmla="*/ 4650636 w 4932034"/>
              <a:gd name="connsiteY17" fmla="*/ 2102391 h 2169695"/>
              <a:gd name="connsiteX18" fmla="*/ 4858899 w 4932034"/>
              <a:gd name="connsiteY18" fmla="*/ 1967519 h 2169695"/>
              <a:gd name="connsiteX19" fmla="*/ 4932034 w 4932034"/>
              <a:gd name="connsiteY19" fmla="*/ 1922596 h 2169695"/>
              <a:gd name="connsiteX0" fmla="*/ 0 w 4932034"/>
              <a:gd name="connsiteY0" fmla="*/ 177342 h 2176006"/>
              <a:gd name="connsiteX1" fmla="*/ 87829 w 4932034"/>
              <a:gd name="connsiteY1" fmla="*/ 192617 h 2176006"/>
              <a:gd name="connsiteX2" fmla="*/ 678759 w 4932034"/>
              <a:gd name="connsiteY2" fmla="*/ 493177 h 2176006"/>
              <a:gd name="connsiteX3" fmla="*/ 1172473 w 4932034"/>
              <a:gd name="connsiteY3" fmla="*/ 48758 h 2176006"/>
              <a:gd name="connsiteX4" fmla="*/ 1391790 w 4932034"/>
              <a:gd name="connsiteY4" fmla="*/ 9570 h 2176006"/>
              <a:gd name="connsiteX5" fmla="*/ 1749043 w 4932034"/>
              <a:gd name="connsiteY5" fmla="*/ 80708 h 2176006"/>
              <a:gd name="connsiteX6" fmla="*/ 1903994 w 4932034"/>
              <a:gd name="connsiteY6" fmla="*/ 153345 h 2176006"/>
              <a:gd name="connsiteX7" fmla="*/ 2034456 w 4932034"/>
              <a:gd name="connsiteY7" fmla="*/ 331982 h 2176006"/>
              <a:gd name="connsiteX8" fmla="*/ 1960773 w 4932034"/>
              <a:gd name="connsiteY8" fmla="*/ 699407 h 2176006"/>
              <a:gd name="connsiteX9" fmla="*/ 1885140 w 4932034"/>
              <a:gd name="connsiteY9" fmla="*/ 1087134 h 2176006"/>
              <a:gd name="connsiteX10" fmla="*/ 1991005 w 4932034"/>
              <a:gd name="connsiteY10" fmla="*/ 1352885 h 2176006"/>
              <a:gd name="connsiteX11" fmla="*/ 2172504 w 4932034"/>
              <a:gd name="connsiteY11" fmla="*/ 1650254 h 2176006"/>
              <a:gd name="connsiteX12" fmla="*/ 2394636 w 4932034"/>
              <a:gd name="connsiteY12" fmla="*/ 1928817 h 2176006"/>
              <a:gd name="connsiteX13" fmla="*/ 2811379 w 4932034"/>
              <a:gd name="connsiteY13" fmla="*/ 2095140 h 2176006"/>
              <a:gd name="connsiteX14" fmla="*/ 3088340 w 4932034"/>
              <a:gd name="connsiteY14" fmla="*/ 2117023 h 2176006"/>
              <a:gd name="connsiteX15" fmla="*/ 3727974 w 4932034"/>
              <a:gd name="connsiteY15" fmla="*/ 2117023 h 2176006"/>
              <a:gd name="connsiteX16" fmla="*/ 4326756 w 4932034"/>
              <a:gd name="connsiteY16" fmla="*/ 2175598 h 2176006"/>
              <a:gd name="connsiteX17" fmla="*/ 4650636 w 4932034"/>
              <a:gd name="connsiteY17" fmla="*/ 2108702 h 2176006"/>
              <a:gd name="connsiteX18" fmla="*/ 4858899 w 4932034"/>
              <a:gd name="connsiteY18" fmla="*/ 1973830 h 2176006"/>
              <a:gd name="connsiteX19" fmla="*/ 4932034 w 4932034"/>
              <a:gd name="connsiteY19" fmla="*/ 1928907 h 2176006"/>
              <a:gd name="connsiteX0" fmla="*/ 0 w 4932034"/>
              <a:gd name="connsiteY0" fmla="*/ 169326 h 2167990"/>
              <a:gd name="connsiteX1" fmla="*/ 87829 w 4932034"/>
              <a:gd name="connsiteY1" fmla="*/ 184601 h 2167990"/>
              <a:gd name="connsiteX2" fmla="*/ 678759 w 4932034"/>
              <a:gd name="connsiteY2" fmla="*/ 485161 h 2167990"/>
              <a:gd name="connsiteX3" fmla="*/ 1111131 w 4932034"/>
              <a:gd name="connsiteY3" fmla="*/ 132853 h 2167990"/>
              <a:gd name="connsiteX4" fmla="*/ 1391790 w 4932034"/>
              <a:gd name="connsiteY4" fmla="*/ 1554 h 2167990"/>
              <a:gd name="connsiteX5" fmla="*/ 1749043 w 4932034"/>
              <a:gd name="connsiteY5" fmla="*/ 72692 h 2167990"/>
              <a:gd name="connsiteX6" fmla="*/ 1903994 w 4932034"/>
              <a:gd name="connsiteY6" fmla="*/ 145329 h 2167990"/>
              <a:gd name="connsiteX7" fmla="*/ 2034456 w 4932034"/>
              <a:gd name="connsiteY7" fmla="*/ 323966 h 2167990"/>
              <a:gd name="connsiteX8" fmla="*/ 1960773 w 4932034"/>
              <a:gd name="connsiteY8" fmla="*/ 691391 h 2167990"/>
              <a:gd name="connsiteX9" fmla="*/ 1885140 w 4932034"/>
              <a:gd name="connsiteY9" fmla="*/ 1079118 h 2167990"/>
              <a:gd name="connsiteX10" fmla="*/ 1991005 w 4932034"/>
              <a:gd name="connsiteY10" fmla="*/ 1344869 h 2167990"/>
              <a:gd name="connsiteX11" fmla="*/ 2172504 w 4932034"/>
              <a:gd name="connsiteY11" fmla="*/ 1642238 h 2167990"/>
              <a:gd name="connsiteX12" fmla="*/ 2394636 w 4932034"/>
              <a:gd name="connsiteY12" fmla="*/ 1920801 h 2167990"/>
              <a:gd name="connsiteX13" fmla="*/ 2811379 w 4932034"/>
              <a:gd name="connsiteY13" fmla="*/ 2087124 h 2167990"/>
              <a:gd name="connsiteX14" fmla="*/ 3088340 w 4932034"/>
              <a:gd name="connsiteY14" fmla="*/ 2109007 h 2167990"/>
              <a:gd name="connsiteX15" fmla="*/ 3727974 w 4932034"/>
              <a:gd name="connsiteY15" fmla="*/ 2109007 h 2167990"/>
              <a:gd name="connsiteX16" fmla="*/ 4326756 w 4932034"/>
              <a:gd name="connsiteY16" fmla="*/ 2167582 h 2167990"/>
              <a:gd name="connsiteX17" fmla="*/ 4650636 w 4932034"/>
              <a:gd name="connsiteY17" fmla="*/ 2100686 h 2167990"/>
              <a:gd name="connsiteX18" fmla="*/ 4858899 w 4932034"/>
              <a:gd name="connsiteY18" fmla="*/ 1965814 h 2167990"/>
              <a:gd name="connsiteX19" fmla="*/ 4932034 w 4932034"/>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2092611 w 4990189"/>
              <a:gd name="connsiteY7" fmla="*/ 323966 h 2167990"/>
              <a:gd name="connsiteX8" fmla="*/ 2018928 w 4990189"/>
              <a:gd name="connsiteY8" fmla="*/ 691391 h 2167990"/>
              <a:gd name="connsiteX9" fmla="*/ 1943295 w 4990189"/>
              <a:gd name="connsiteY9" fmla="*/ 1079118 h 2167990"/>
              <a:gd name="connsiteX10" fmla="*/ 2049160 w 4990189"/>
              <a:gd name="connsiteY10" fmla="*/ 1344869 h 2167990"/>
              <a:gd name="connsiteX11" fmla="*/ 2230659 w 4990189"/>
              <a:gd name="connsiteY11" fmla="*/ 1642238 h 2167990"/>
              <a:gd name="connsiteX12" fmla="*/ 2452791 w 4990189"/>
              <a:gd name="connsiteY12" fmla="*/ 1920801 h 2167990"/>
              <a:gd name="connsiteX13" fmla="*/ 2869534 w 4990189"/>
              <a:gd name="connsiteY13" fmla="*/ 2087124 h 2167990"/>
              <a:gd name="connsiteX14" fmla="*/ 3146495 w 4990189"/>
              <a:gd name="connsiteY14" fmla="*/ 2109007 h 2167990"/>
              <a:gd name="connsiteX15" fmla="*/ 3786129 w 4990189"/>
              <a:gd name="connsiteY15" fmla="*/ 2109007 h 2167990"/>
              <a:gd name="connsiteX16" fmla="*/ 4384911 w 4990189"/>
              <a:gd name="connsiteY16" fmla="*/ 2167582 h 2167990"/>
              <a:gd name="connsiteX17" fmla="*/ 4708791 w 4990189"/>
              <a:gd name="connsiteY17" fmla="*/ 2100686 h 2167990"/>
              <a:gd name="connsiteX18" fmla="*/ 4917054 w 4990189"/>
              <a:gd name="connsiteY18" fmla="*/ 1965814 h 2167990"/>
              <a:gd name="connsiteX19" fmla="*/ 4990189 w 4990189"/>
              <a:gd name="connsiteY19" fmla="*/ 1920891 h 2167990"/>
              <a:gd name="connsiteX0" fmla="*/ 0 w 5247454"/>
              <a:gd name="connsiteY0" fmla="*/ 224272 h 2167990"/>
              <a:gd name="connsiteX1" fmla="*/ 145984 w 5247454"/>
              <a:gd name="connsiteY1" fmla="*/ 184601 h 2167990"/>
              <a:gd name="connsiteX2" fmla="*/ 736914 w 5247454"/>
              <a:gd name="connsiteY2" fmla="*/ 485161 h 2167990"/>
              <a:gd name="connsiteX3" fmla="*/ 1169286 w 5247454"/>
              <a:gd name="connsiteY3" fmla="*/ 132853 h 2167990"/>
              <a:gd name="connsiteX4" fmla="*/ 1449945 w 5247454"/>
              <a:gd name="connsiteY4" fmla="*/ 1554 h 2167990"/>
              <a:gd name="connsiteX5" fmla="*/ 1807198 w 5247454"/>
              <a:gd name="connsiteY5" fmla="*/ 72692 h 2167990"/>
              <a:gd name="connsiteX6" fmla="*/ 1962149 w 5247454"/>
              <a:gd name="connsiteY6" fmla="*/ 145329 h 2167990"/>
              <a:gd name="connsiteX7" fmla="*/ 2092611 w 5247454"/>
              <a:gd name="connsiteY7" fmla="*/ 323966 h 2167990"/>
              <a:gd name="connsiteX8" fmla="*/ 2018928 w 5247454"/>
              <a:gd name="connsiteY8" fmla="*/ 691391 h 2167990"/>
              <a:gd name="connsiteX9" fmla="*/ 1943295 w 5247454"/>
              <a:gd name="connsiteY9" fmla="*/ 1079118 h 2167990"/>
              <a:gd name="connsiteX10" fmla="*/ 2049160 w 5247454"/>
              <a:gd name="connsiteY10" fmla="*/ 1344869 h 2167990"/>
              <a:gd name="connsiteX11" fmla="*/ 2230659 w 5247454"/>
              <a:gd name="connsiteY11" fmla="*/ 1642238 h 2167990"/>
              <a:gd name="connsiteX12" fmla="*/ 2452791 w 5247454"/>
              <a:gd name="connsiteY12" fmla="*/ 1920801 h 2167990"/>
              <a:gd name="connsiteX13" fmla="*/ 2869534 w 5247454"/>
              <a:gd name="connsiteY13" fmla="*/ 2087124 h 2167990"/>
              <a:gd name="connsiteX14" fmla="*/ 3146495 w 5247454"/>
              <a:gd name="connsiteY14" fmla="*/ 2109007 h 2167990"/>
              <a:gd name="connsiteX15" fmla="*/ 3786129 w 5247454"/>
              <a:gd name="connsiteY15" fmla="*/ 2109007 h 2167990"/>
              <a:gd name="connsiteX16" fmla="*/ 4384911 w 5247454"/>
              <a:gd name="connsiteY16" fmla="*/ 2167582 h 2167990"/>
              <a:gd name="connsiteX17" fmla="*/ 4708791 w 5247454"/>
              <a:gd name="connsiteY17" fmla="*/ 2100686 h 2167990"/>
              <a:gd name="connsiteX18" fmla="*/ 4917054 w 5247454"/>
              <a:gd name="connsiteY18" fmla="*/ 1965814 h 2167990"/>
              <a:gd name="connsiteX19" fmla="*/ 5247454 w 5247454"/>
              <a:gd name="connsiteY19"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943295 w 5249984"/>
              <a:gd name="connsiteY9" fmla="*/ 1079118 h 2167990"/>
              <a:gd name="connsiteX10" fmla="*/ 2049160 w 5249984"/>
              <a:gd name="connsiteY10" fmla="*/ 1344869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2049160 w 5249984"/>
              <a:gd name="connsiteY10" fmla="*/ 1344869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1842917 w 5249984"/>
              <a:gd name="connsiteY10" fmla="*/ 1513235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1842917 w 5249984"/>
              <a:gd name="connsiteY10" fmla="*/ 1513235 h 2167990"/>
              <a:gd name="connsiteX11" fmla="*/ 2096542 w 5249984"/>
              <a:gd name="connsiteY11" fmla="*/ 1740076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243191"/>
              <a:gd name="connsiteX1" fmla="*/ 145984 w 5249984"/>
              <a:gd name="connsiteY1" fmla="*/ 184601 h 2243191"/>
              <a:gd name="connsiteX2" fmla="*/ 736914 w 5249984"/>
              <a:gd name="connsiteY2" fmla="*/ 485161 h 2243191"/>
              <a:gd name="connsiteX3" fmla="*/ 1169286 w 5249984"/>
              <a:gd name="connsiteY3" fmla="*/ 132853 h 2243191"/>
              <a:gd name="connsiteX4" fmla="*/ 1449945 w 5249984"/>
              <a:gd name="connsiteY4" fmla="*/ 1554 h 2243191"/>
              <a:gd name="connsiteX5" fmla="*/ 1807198 w 5249984"/>
              <a:gd name="connsiteY5" fmla="*/ 72692 h 2243191"/>
              <a:gd name="connsiteX6" fmla="*/ 1962149 w 5249984"/>
              <a:gd name="connsiteY6" fmla="*/ 145329 h 2243191"/>
              <a:gd name="connsiteX7" fmla="*/ 2092611 w 5249984"/>
              <a:gd name="connsiteY7" fmla="*/ 323966 h 2243191"/>
              <a:gd name="connsiteX8" fmla="*/ 2018928 w 5249984"/>
              <a:gd name="connsiteY8" fmla="*/ 691391 h 2243191"/>
              <a:gd name="connsiteX9" fmla="*/ 1695288 w 5249984"/>
              <a:gd name="connsiteY9" fmla="*/ 1225823 h 2243191"/>
              <a:gd name="connsiteX10" fmla="*/ 1842917 w 5249984"/>
              <a:gd name="connsiteY10" fmla="*/ 1513235 h 2243191"/>
              <a:gd name="connsiteX11" fmla="*/ 2096542 w 5249984"/>
              <a:gd name="connsiteY11" fmla="*/ 1740076 h 2243191"/>
              <a:gd name="connsiteX12" fmla="*/ 2452791 w 5249984"/>
              <a:gd name="connsiteY12" fmla="*/ 1920801 h 2243191"/>
              <a:gd name="connsiteX13" fmla="*/ 2869534 w 5249984"/>
              <a:gd name="connsiteY13" fmla="*/ 2087124 h 2243191"/>
              <a:gd name="connsiteX14" fmla="*/ 3263065 w 5249984"/>
              <a:gd name="connsiteY14" fmla="*/ 2243144 h 2243191"/>
              <a:gd name="connsiteX15" fmla="*/ 3786129 w 5249984"/>
              <a:gd name="connsiteY15" fmla="*/ 2109007 h 2243191"/>
              <a:gd name="connsiteX16" fmla="*/ 4384911 w 5249984"/>
              <a:gd name="connsiteY16" fmla="*/ 2167582 h 2243191"/>
              <a:gd name="connsiteX17" fmla="*/ 4708791 w 5249984"/>
              <a:gd name="connsiteY17" fmla="*/ 2100686 h 2243191"/>
              <a:gd name="connsiteX18" fmla="*/ 4917054 w 5249984"/>
              <a:gd name="connsiteY18" fmla="*/ 1965814 h 2243191"/>
              <a:gd name="connsiteX19" fmla="*/ 5224183 w 5249984"/>
              <a:gd name="connsiteY19" fmla="*/ 1623425 h 2243191"/>
              <a:gd name="connsiteX20" fmla="*/ 5247454 w 5249984"/>
              <a:gd name="connsiteY20" fmla="*/ 1217985 h 2243191"/>
              <a:gd name="connsiteX0" fmla="*/ 0 w 5987324"/>
              <a:gd name="connsiteY0" fmla="*/ 0 h 2411673"/>
              <a:gd name="connsiteX1" fmla="*/ 883324 w 5987324"/>
              <a:gd name="connsiteY1" fmla="*/ 353083 h 2411673"/>
              <a:gd name="connsiteX2" fmla="*/ 1474254 w 5987324"/>
              <a:gd name="connsiteY2" fmla="*/ 653643 h 2411673"/>
              <a:gd name="connsiteX3" fmla="*/ 1906626 w 5987324"/>
              <a:gd name="connsiteY3" fmla="*/ 301335 h 2411673"/>
              <a:gd name="connsiteX4" fmla="*/ 2187285 w 5987324"/>
              <a:gd name="connsiteY4" fmla="*/ 170036 h 2411673"/>
              <a:gd name="connsiteX5" fmla="*/ 2544538 w 5987324"/>
              <a:gd name="connsiteY5" fmla="*/ 241174 h 2411673"/>
              <a:gd name="connsiteX6" fmla="*/ 2699489 w 5987324"/>
              <a:gd name="connsiteY6" fmla="*/ 313811 h 2411673"/>
              <a:gd name="connsiteX7" fmla="*/ 2829951 w 5987324"/>
              <a:gd name="connsiteY7" fmla="*/ 492448 h 2411673"/>
              <a:gd name="connsiteX8" fmla="*/ 2756268 w 5987324"/>
              <a:gd name="connsiteY8" fmla="*/ 859873 h 2411673"/>
              <a:gd name="connsiteX9" fmla="*/ 2432628 w 5987324"/>
              <a:gd name="connsiteY9" fmla="*/ 1394305 h 2411673"/>
              <a:gd name="connsiteX10" fmla="*/ 2580257 w 5987324"/>
              <a:gd name="connsiteY10" fmla="*/ 1681717 h 2411673"/>
              <a:gd name="connsiteX11" fmla="*/ 2833882 w 5987324"/>
              <a:gd name="connsiteY11" fmla="*/ 1908558 h 2411673"/>
              <a:gd name="connsiteX12" fmla="*/ 3190131 w 5987324"/>
              <a:gd name="connsiteY12" fmla="*/ 2089283 h 2411673"/>
              <a:gd name="connsiteX13" fmla="*/ 3606874 w 5987324"/>
              <a:gd name="connsiteY13" fmla="*/ 2255606 h 2411673"/>
              <a:gd name="connsiteX14" fmla="*/ 4000405 w 5987324"/>
              <a:gd name="connsiteY14" fmla="*/ 2411626 h 2411673"/>
              <a:gd name="connsiteX15" fmla="*/ 4523469 w 5987324"/>
              <a:gd name="connsiteY15" fmla="*/ 2277489 h 2411673"/>
              <a:gd name="connsiteX16" fmla="*/ 5122251 w 5987324"/>
              <a:gd name="connsiteY16" fmla="*/ 2336064 h 2411673"/>
              <a:gd name="connsiteX17" fmla="*/ 5446131 w 5987324"/>
              <a:gd name="connsiteY17" fmla="*/ 2269168 h 2411673"/>
              <a:gd name="connsiteX18" fmla="*/ 5654394 w 5987324"/>
              <a:gd name="connsiteY18" fmla="*/ 2134296 h 2411673"/>
              <a:gd name="connsiteX19" fmla="*/ 5961523 w 5987324"/>
              <a:gd name="connsiteY19" fmla="*/ 1791907 h 2411673"/>
              <a:gd name="connsiteX20" fmla="*/ 5984794 w 5987324"/>
              <a:gd name="connsiteY20" fmla="*/ 1386467 h 2411673"/>
              <a:gd name="connsiteX0" fmla="*/ 0 w 5987324"/>
              <a:gd name="connsiteY0" fmla="*/ 0 h 2411673"/>
              <a:gd name="connsiteX1" fmla="*/ 470303 w 5987324"/>
              <a:gd name="connsiteY1" fmla="*/ 228181 h 2411673"/>
              <a:gd name="connsiteX2" fmla="*/ 883324 w 5987324"/>
              <a:gd name="connsiteY2" fmla="*/ 353083 h 2411673"/>
              <a:gd name="connsiteX3" fmla="*/ 1474254 w 5987324"/>
              <a:gd name="connsiteY3" fmla="*/ 653643 h 2411673"/>
              <a:gd name="connsiteX4" fmla="*/ 1906626 w 5987324"/>
              <a:gd name="connsiteY4" fmla="*/ 301335 h 2411673"/>
              <a:gd name="connsiteX5" fmla="*/ 2187285 w 5987324"/>
              <a:gd name="connsiteY5" fmla="*/ 170036 h 2411673"/>
              <a:gd name="connsiteX6" fmla="*/ 2544538 w 5987324"/>
              <a:gd name="connsiteY6" fmla="*/ 241174 h 2411673"/>
              <a:gd name="connsiteX7" fmla="*/ 2699489 w 5987324"/>
              <a:gd name="connsiteY7" fmla="*/ 313811 h 2411673"/>
              <a:gd name="connsiteX8" fmla="*/ 2829951 w 5987324"/>
              <a:gd name="connsiteY8" fmla="*/ 492448 h 2411673"/>
              <a:gd name="connsiteX9" fmla="*/ 2756268 w 5987324"/>
              <a:gd name="connsiteY9" fmla="*/ 859873 h 2411673"/>
              <a:gd name="connsiteX10" fmla="*/ 2432628 w 5987324"/>
              <a:gd name="connsiteY10" fmla="*/ 1394305 h 2411673"/>
              <a:gd name="connsiteX11" fmla="*/ 2580257 w 5987324"/>
              <a:gd name="connsiteY11" fmla="*/ 1681717 h 2411673"/>
              <a:gd name="connsiteX12" fmla="*/ 2833882 w 5987324"/>
              <a:gd name="connsiteY12" fmla="*/ 1908558 h 2411673"/>
              <a:gd name="connsiteX13" fmla="*/ 3190131 w 5987324"/>
              <a:gd name="connsiteY13" fmla="*/ 2089283 h 2411673"/>
              <a:gd name="connsiteX14" fmla="*/ 3606874 w 5987324"/>
              <a:gd name="connsiteY14" fmla="*/ 2255606 h 2411673"/>
              <a:gd name="connsiteX15" fmla="*/ 4000405 w 5987324"/>
              <a:gd name="connsiteY15" fmla="*/ 2411626 h 2411673"/>
              <a:gd name="connsiteX16" fmla="*/ 4523469 w 5987324"/>
              <a:gd name="connsiteY16" fmla="*/ 2277489 h 2411673"/>
              <a:gd name="connsiteX17" fmla="*/ 5122251 w 5987324"/>
              <a:gd name="connsiteY17" fmla="*/ 2336064 h 2411673"/>
              <a:gd name="connsiteX18" fmla="*/ 5446131 w 5987324"/>
              <a:gd name="connsiteY18" fmla="*/ 2269168 h 2411673"/>
              <a:gd name="connsiteX19" fmla="*/ 5654394 w 5987324"/>
              <a:gd name="connsiteY19" fmla="*/ 2134296 h 2411673"/>
              <a:gd name="connsiteX20" fmla="*/ 5961523 w 5987324"/>
              <a:gd name="connsiteY20" fmla="*/ 1791907 h 2411673"/>
              <a:gd name="connsiteX21" fmla="*/ 5984794 w 5987324"/>
              <a:gd name="connsiteY21" fmla="*/ 1386467 h 2411673"/>
              <a:gd name="connsiteX0" fmla="*/ 0 w 5934754"/>
              <a:gd name="connsiteY0" fmla="*/ 0 h 2411615"/>
              <a:gd name="connsiteX1" fmla="*/ 417733 w 5934754"/>
              <a:gd name="connsiteY1" fmla="*/ 228123 h 2411615"/>
              <a:gd name="connsiteX2" fmla="*/ 830754 w 5934754"/>
              <a:gd name="connsiteY2" fmla="*/ 353025 h 2411615"/>
              <a:gd name="connsiteX3" fmla="*/ 1421684 w 5934754"/>
              <a:gd name="connsiteY3" fmla="*/ 653585 h 2411615"/>
              <a:gd name="connsiteX4" fmla="*/ 1854056 w 5934754"/>
              <a:gd name="connsiteY4" fmla="*/ 301277 h 2411615"/>
              <a:gd name="connsiteX5" fmla="*/ 2134715 w 5934754"/>
              <a:gd name="connsiteY5" fmla="*/ 169978 h 2411615"/>
              <a:gd name="connsiteX6" fmla="*/ 2491968 w 5934754"/>
              <a:gd name="connsiteY6" fmla="*/ 241116 h 2411615"/>
              <a:gd name="connsiteX7" fmla="*/ 2646919 w 5934754"/>
              <a:gd name="connsiteY7" fmla="*/ 313753 h 2411615"/>
              <a:gd name="connsiteX8" fmla="*/ 2777381 w 5934754"/>
              <a:gd name="connsiteY8" fmla="*/ 492390 h 2411615"/>
              <a:gd name="connsiteX9" fmla="*/ 2703698 w 5934754"/>
              <a:gd name="connsiteY9" fmla="*/ 859815 h 2411615"/>
              <a:gd name="connsiteX10" fmla="*/ 2380058 w 5934754"/>
              <a:gd name="connsiteY10" fmla="*/ 1394247 h 2411615"/>
              <a:gd name="connsiteX11" fmla="*/ 2527687 w 5934754"/>
              <a:gd name="connsiteY11" fmla="*/ 1681659 h 2411615"/>
              <a:gd name="connsiteX12" fmla="*/ 2781312 w 5934754"/>
              <a:gd name="connsiteY12" fmla="*/ 1908500 h 2411615"/>
              <a:gd name="connsiteX13" fmla="*/ 3137561 w 5934754"/>
              <a:gd name="connsiteY13" fmla="*/ 2089225 h 2411615"/>
              <a:gd name="connsiteX14" fmla="*/ 3554304 w 5934754"/>
              <a:gd name="connsiteY14" fmla="*/ 2255548 h 2411615"/>
              <a:gd name="connsiteX15" fmla="*/ 3947835 w 5934754"/>
              <a:gd name="connsiteY15" fmla="*/ 2411568 h 2411615"/>
              <a:gd name="connsiteX16" fmla="*/ 4470899 w 5934754"/>
              <a:gd name="connsiteY16" fmla="*/ 2277431 h 2411615"/>
              <a:gd name="connsiteX17" fmla="*/ 5069681 w 5934754"/>
              <a:gd name="connsiteY17" fmla="*/ 2336006 h 2411615"/>
              <a:gd name="connsiteX18" fmla="*/ 5393561 w 5934754"/>
              <a:gd name="connsiteY18" fmla="*/ 2269110 h 2411615"/>
              <a:gd name="connsiteX19" fmla="*/ 5601824 w 5934754"/>
              <a:gd name="connsiteY19" fmla="*/ 2134238 h 2411615"/>
              <a:gd name="connsiteX20" fmla="*/ 5908953 w 5934754"/>
              <a:gd name="connsiteY20" fmla="*/ 1791849 h 2411615"/>
              <a:gd name="connsiteX21" fmla="*/ 5932224 w 5934754"/>
              <a:gd name="connsiteY21" fmla="*/ 1386409 h 2411615"/>
              <a:gd name="connsiteX0" fmla="*/ 0 w 5934754"/>
              <a:gd name="connsiteY0" fmla="*/ 0 h 2411615"/>
              <a:gd name="connsiteX1" fmla="*/ 463401 w 5934754"/>
              <a:gd name="connsiteY1" fmla="*/ 201022 h 2411615"/>
              <a:gd name="connsiteX2" fmla="*/ 830754 w 5934754"/>
              <a:gd name="connsiteY2" fmla="*/ 353025 h 2411615"/>
              <a:gd name="connsiteX3" fmla="*/ 1421684 w 5934754"/>
              <a:gd name="connsiteY3" fmla="*/ 653585 h 2411615"/>
              <a:gd name="connsiteX4" fmla="*/ 1854056 w 5934754"/>
              <a:gd name="connsiteY4" fmla="*/ 301277 h 2411615"/>
              <a:gd name="connsiteX5" fmla="*/ 2134715 w 5934754"/>
              <a:gd name="connsiteY5" fmla="*/ 169978 h 2411615"/>
              <a:gd name="connsiteX6" fmla="*/ 2491968 w 5934754"/>
              <a:gd name="connsiteY6" fmla="*/ 241116 h 2411615"/>
              <a:gd name="connsiteX7" fmla="*/ 2646919 w 5934754"/>
              <a:gd name="connsiteY7" fmla="*/ 313753 h 2411615"/>
              <a:gd name="connsiteX8" fmla="*/ 2777381 w 5934754"/>
              <a:gd name="connsiteY8" fmla="*/ 492390 h 2411615"/>
              <a:gd name="connsiteX9" fmla="*/ 2703698 w 5934754"/>
              <a:gd name="connsiteY9" fmla="*/ 859815 h 2411615"/>
              <a:gd name="connsiteX10" fmla="*/ 2380058 w 5934754"/>
              <a:gd name="connsiteY10" fmla="*/ 1394247 h 2411615"/>
              <a:gd name="connsiteX11" fmla="*/ 2527687 w 5934754"/>
              <a:gd name="connsiteY11" fmla="*/ 1681659 h 2411615"/>
              <a:gd name="connsiteX12" fmla="*/ 2781312 w 5934754"/>
              <a:gd name="connsiteY12" fmla="*/ 1908500 h 2411615"/>
              <a:gd name="connsiteX13" fmla="*/ 3137561 w 5934754"/>
              <a:gd name="connsiteY13" fmla="*/ 2089225 h 2411615"/>
              <a:gd name="connsiteX14" fmla="*/ 3554304 w 5934754"/>
              <a:gd name="connsiteY14" fmla="*/ 2255548 h 2411615"/>
              <a:gd name="connsiteX15" fmla="*/ 3947835 w 5934754"/>
              <a:gd name="connsiteY15" fmla="*/ 2411568 h 2411615"/>
              <a:gd name="connsiteX16" fmla="*/ 4470899 w 5934754"/>
              <a:gd name="connsiteY16" fmla="*/ 2277431 h 2411615"/>
              <a:gd name="connsiteX17" fmla="*/ 5069681 w 5934754"/>
              <a:gd name="connsiteY17" fmla="*/ 2336006 h 2411615"/>
              <a:gd name="connsiteX18" fmla="*/ 5393561 w 5934754"/>
              <a:gd name="connsiteY18" fmla="*/ 2269110 h 2411615"/>
              <a:gd name="connsiteX19" fmla="*/ 5601824 w 5934754"/>
              <a:gd name="connsiteY19" fmla="*/ 2134238 h 2411615"/>
              <a:gd name="connsiteX20" fmla="*/ 5908953 w 5934754"/>
              <a:gd name="connsiteY20" fmla="*/ 1791849 h 2411615"/>
              <a:gd name="connsiteX21" fmla="*/ 5932224 w 5934754"/>
              <a:gd name="connsiteY21" fmla="*/ 1386409 h 2411615"/>
              <a:gd name="connsiteX0" fmla="*/ 0 w 5950675"/>
              <a:gd name="connsiteY0" fmla="*/ 0 h 2411615"/>
              <a:gd name="connsiteX1" fmla="*/ 463401 w 5950675"/>
              <a:gd name="connsiteY1" fmla="*/ 201022 h 2411615"/>
              <a:gd name="connsiteX2" fmla="*/ 830754 w 5950675"/>
              <a:gd name="connsiteY2" fmla="*/ 353025 h 2411615"/>
              <a:gd name="connsiteX3" fmla="*/ 1421684 w 5950675"/>
              <a:gd name="connsiteY3" fmla="*/ 653585 h 2411615"/>
              <a:gd name="connsiteX4" fmla="*/ 1854056 w 5950675"/>
              <a:gd name="connsiteY4" fmla="*/ 301277 h 2411615"/>
              <a:gd name="connsiteX5" fmla="*/ 2134715 w 5950675"/>
              <a:gd name="connsiteY5" fmla="*/ 169978 h 2411615"/>
              <a:gd name="connsiteX6" fmla="*/ 2491968 w 5950675"/>
              <a:gd name="connsiteY6" fmla="*/ 241116 h 2411615"/>
              <a:gd name="connsiteX7" fmla="*/ 2646919 w 5950675"/>
              <a:gd name="connsiteY7" fmla="*/ 313753 h 2411615"/>
              <a:gd name="connsiteX8" fmla="*/ 2777381 w 5950675"/>
              <a:gd name="connsiteY8" fmla="*/ 492390 h 2411615"/>
              <a:gd name="connsiteX9" fmla="*/ 2703698 w 5950675"/>
              <a:gd name="connsiteY9" fmla="*/ 859815 h 2411615"/>
              <a:gd name="connsiteX10" fmla="*/ 2380058 w 5950675"/>
              <a:gd name="connsiteY10" fmla="*/ 1394247 h 2411615"/>
              <a:gd name="connsiteX11" fmla="*/ 2527687 w 5950675"/>
              <a:gd name="connsiteY11" fmla="*/ 1681659 h 2411615"/>
              <a:gd name="connsiteX12" fmla="*/ 2781312 w 5950675"/>
              <a:gd name="connsiteY12" fmla="*/ 1908500 h 2411615"/>
              <a:gd name="connsiteX13" fmla="*/ 3137561 w 5950675"/>
              <a:gd name="connsiteY13" fmla="*/ 2089225 h 2411615"/>
              <a:gd name="connsiteX14" fmla="*/ 3554304 w 5950675"/>
              <a:gd name="connsiteY14" fmla="*/ 2255548 h 2411615"/>
              <a:gd name="connsiteX15" fmla="*/ 3947835 w 5950675"/>
              <a:gd name="connsiteY15" fmla="*/ 2411568 h 2411615"/>
              <a:gd name="connsiteX16" fmla="*/ 4470899 w 5950675"/>
              <a:gd name="connsiteY16" fmla="*/ 2277431 h 2411615"/>
              <a:gd name="connsiteX17" fmla="*/ 5069681 w 5950675"/>
              <a:gd name="connsiteY17" fmla="*/ 2336006 h 2411615"/>
              <a:gd name="connsiteX18" fmla="*/ 5393561 w 5950675"/>
              <a:gd name="connsiteY18" fmla="*/ 2269110 h 2411615"/>
              <a:gd name="connsiteX19" fmla="*/ 5601824 w 5950675"/>
              <a:gd name="connsiteY19" fmla="*/ 2134238 h 2411615"/>
              <a:gd name="connsiteX20" fmla="*/ 5908953 w 5950675"/>
              <a:gd name="connsiteY20" fmla="*/ 1791849 h 2411615"/>
              <a:gd name="connsiteX21" fmla="*/ 5950675 w 5950675"/>
              <a:gd name="connsiteY21" fmla="*/ 1418780 h 241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50675" h="2411615">
                <a:moveTo>
                  <a:pt x="0" y="0"/>
                </a:moveTo>
                <a:cubicBezTo>
                  <a:pt x="157744" y="62132"/>
                  <a:pt x="305657" y="138890"/>
                  <a:pt x="463401" y="201022"/>
                </a:cubicBezTo>
                <a:lnTo>
                  <a:pt x="830754" y="353025"/>
                </a:lnTo>
                <a:cubicBezTo>
                  <a:pt x="1041840" y="393384"/>
                  <a:pt x="1229908" y="562770"/>
                  <a:pt x="1421684" y="653585"/>
                </a:cubicBezTo>
                <a:cubicBezTo>
                  <a:pt x="1679154" y="740623"/>
                  <a:pt x="1735218" y="381878"/>
                  <a:pt x="1854056" y="301277"/>
                </a:cubicBezTo>
                <a:cubicBezTo>
                  <a:pt x="1972895" y="220676"/>
                  <a:pt x="2028396" y="180005"/>
                  <a:pt x="2134715" y="169978"/>
                </a:cubicBezTo>
                <a:cubicBezTo>
                  <a:pt x="2241034" y="159951"/>
                  <a:pt x="2378626" y="200180"/>
                  <a:pt x="2491968" y="241116"/>
                </a:cubicBezTo>
                <a:cubicBezTo>
                  <a:pt x="2547014" y="261085"/>
                  <a:pt x="2601301" y="282884"/>
                  <a:pt x="2646919" y="313753"/>
                </a:cubicBezTo>
                <a:cubicBezTo>
                  <a:pt x="2715401" y="360097"/>
                  <a:pt x="2759502" y="423664"/>
                  <a:pt x="2777381" y="492390"/>
                </a:cubicBezTo>
                <a:cubicBezTo>
                  <a:pt x="2809455" y="615614"/>
                  <a:pt x="2769919" y="709506"/>
                  <a:pt x="2703698" y="859815"/>
                </a:cubicBezTo>
                <a:cubicBezTo>
                  <a:pt x="2637478" y="1010125"/>
                  <a:pt x="2361095" y="1263118"/>
                  <a:pt x="2380058" y="1394247"/>
                </a:cubicBezTo>
                <a:cubicBezTo>
                  <a:pt x="2393495" y="1486769"/>
                  <a:pt x="2460811" y="1595950"/>
                  <a:pt x="2527687" y="1681659"/>
                </a:cubicBezTo>
                <a:cubicBezTo>
                  <a:pt x="2594563" y="1767368"/>
                  <a:pt x="2679666" y="1840572"/>
                  <a:pt x="2781312" y="1908500"/>
                </a:cubicBezTo>
                <a:cubicBezTo>
                  <a:pt x="2882958" y="1976428"/>
                  <a:pt x="3008729" y="2031384"/>
                  <a:pt x="3137561" y="2089225"/>
                </a:cubicBezTo>
                <a:cubicBezTo>
                  <a:pt x="3266393" y="2147066"/>
                  <a:pt x="3419258" y="2201824"/>
                  <a:pt x="3554304" y="2255548"/>
                </a:cubicBezTo>
                <a:cubicBezTo>
                  <a:pt x="3689350" y="2309272"/>
                  <a:pt x="3854864" y="2410320"/>
                  <a:pt x="3947835" y="2411568"/>
                </a:cubicBezTo>
                <a:cubicBezTo>
                  <a:pt x="4161407" y="2414397"/>
                  <a:pt x="4283925" y="2290025"/>
                  <a:pt x="4470899" y="2277431"/>
                </a:cubicBezTo>
                <a:cubicBezTo>
                  <a:pt x="4657873" y="2264837"/>
                  <a:pt x="4868136" y="2341331"/>
                  <a:pt x="5069681" y="2336006"/>
                </a:cubicBezTo>
                <a:cubicBezTo>
                  <a:pt x="5183240" y="2333010"/>
                  <a:pt x="5295823" y="2313458"/>
                  <a:pt x="5393561" y="2269110"/>
                </a:cubicBezTo>
                <a:cubicBezTo>
                  <a:pt x="5472012" y="2233499"/>
                  <a:pt x="5502106" y="2196625"/>
                  <a:pt x="5601824" y="2134238"/>
                </a:cubicBezTo>
                <a:cubicBezTo>
                  <a:pt x="5669727" y="2039545"/>
                  <a:pt x="5853886" y="1916487"/>
                  <a:pt x="5908953" y="1791849"/>
                </a:cubicBezTo>
                <a:cubicBezTo>
                  <a:pt x="5964020" y="1667211"/>
                  <a:pt x="5928801" y="1471204"/>
                  <a:pt x="5950675" y="141878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22" name="Freeform: Shape 121">
            <a:extLst>
              <a:ext uri="{FF2B5EF4-FFF2-40B4-BE49-F238E27FC236}">
                <a16:creationId xmlns:a16="http://schemas.microsoft.com/office/drawing/2014/main" id="{DC1B29C5-B31A-6928-13AD-CF3FA703427D}"/>
              </a:ext>
            </a:extLst>
          </p:cNvPr>
          <p:cNvSpPr/>
          <p:nvPr userDrawn="1"/>
        </p:nvSpPr>
        <p:spPr>
          <a:xfrm rot="12825190" flipV="1">
            <a:off x="9774902" y="444643"/>
            <a:ext cx="2668556" cy="823055"/>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44118 h 1555490"/>
              <a:gd name="connsiteX1" fmla="*/ 830015 w 2753592"/>
              <a:gd name="connsiteY1" fmla="*/ 1240086 h 1555490"/>
              <a:gd name="connsiteX2" fmla="*/ 1200914 w 2753592"/>
              <a:gd name="connsiteY2" fmla="*/ 1215923 h 1555490"/>
              <a:gd name="connsiteX3" fmla="*/ 1657441 w 2753592"/>
              <a:gd name="connsiteY3" fmla="*/ 1370415 h 1555490"/>
              <a:gd name="connsiteX4" fmla="*/ 1643718 w 2753592"/>
              <a:gd name="connsiteY4" fmla="*/ 1377613 h 1555490"/>
              <a:gd name="connsiteX5" fmla="*/ 2084059 w 2753592"/>
              <a:gd name="connsiteY5" fmla="*/ 1528584 h 1555490"/>
              <a:gd name="connsiteX6" fmla="*/ 2485633 w 2753592"/>
              <a:gd name="connsiteY6" fmla="*/ 1517535 h 1555490"/>
              <a:gd name="connsiteX7" fmla="*/ 2749489 w 2753592"/>
              <a:gd name="connsiteY7" fmla="*/ 1165675 h 1555490"/>
              <a:gd name="connsiteX8" fmla="*/ 2593551 w 2753592"/>
              <a:gd name="connsiteY8" fmla="*/ 802779 h 1555490"/>
              <a:gd name="connsiteX9" fmla="*/ 1941279 w 2753592"/>
              <a:gd name="connsiteY9" fmla="*/ 319576 h 1555490"/>
              <a:gd name="connsiteX10" fmla="*/ 1701535 w 2753592"/>
              <a:gd name="connsiteY10" fmla="*/ 176320 h 1555490"/>
              <a:gd name="connsiteX11" fmla="*/ 1421881 w 2753592"/>
              <a:gd name="connsiteY11" fmla="*/ 5918 h 1555490"/>
              <a:gd name="connsiteX12" fmla="*/ 1328275 w 2753592"/>
              <a:gd name="connsiteY12" fmla="*/ 156951 h 1555490"/>
              <a:gd name="connsiteX0" fmla="*/ 0 w 2753592"/>
              <a:gd name="connsiteY0" fmla="*/ 1187167 h 1398539"/>
              <a:gd name="connsiteX1" fmla="*/ 830015 w 2753592"/>
              <a:gd name="connsiteY1" fmla="*/ 1083135 h 1398539"/>
              <a:gd name="connsiteX2" fmla="*/ 1200914 w 2753592"/>
              <a:gd name="connsiteY2" fmla="*/ 1058972 h 1398539"/>
              <a:gd name="connsiteX3" fmla="*/ 1657441 w 2753592"/>
              <a:gd name="connsiteY3" fmla="*/ 1213464 h 1398539"/>
              <a:gd name="connsiteX4" fmla="*/ 1643718 w 2753592"/>
              <a:gd name="connsiteY4" fmla="*/ 1220662 h 1398539"/>
              <a:gd name="connsiteX5" fmla="*/ 2084059 w 2753592"/>
              <a:gd name="connsiteY5" fmla="*/ 1371633 h 1398539"/>
              <a:gd name="connsiteX6" fmla="*/ 2485633 w 2753592"/>
              <a:gd name="connsiteY6" fmla="*/ 1360584 h 1398539"/>
              <a:gd name="connsiteX7" fmla="*/ 2749489 w 2753592"/>
              <a:gd name="connsiteY7" fmla="*/ 1008724 h 1398539"/>
              <a:gd name="connsiteX8" fmla="*/ 2593551 w 2753592"/>
              <a:gd name="connsiteY8" fmla="*/ 645828 h 1398539"/>
              <a:gd name="connsiteX9" fmla="*/ 1941279 w 2753592"/>
              <a:gd name="connsiteY9" fmla="*/ 162625 h 1398539"/>
              <a:gd name="connsiteX10" fmla="*/ 1701535 w 2753592"/>
              <a:gd name="connsiteY10" fmla="*/ 19369 h 1398539"/>
              <a:gd name="connsiteX11" fmla="*/ 1529710 w 2753592"/>
              <a:gd name="connsiteY11" fmla="*/ 45915 h 1398539"/>
              <a:gd name="connsiteX12" fmla="*/ 1328275 w 2753592"/>
              <a:gd name="connsiteY12" fmla="*/ 0 h 1398539"/>
              <a:gd name="connsiteX0" fmla="*/ 0 w 2753592"/>
              <a:gd name="connsiteY0" fmla="*/ 1187167 h 1398539"/>
              <a:gd name="connsiteX1" fmla="*/ 830015 w 2753592"/>
              <a:gd name="connsiteY1" fmla="*/ 1083135 h 1398539"/>
              <a:gd name="connsiteX2" fmla="*/ 1200914 w 2753592"/>
              <a:gd name="connsiteY2" fmla="*/ 1058972 h 1398539"/>
              <a:gd name="connsiteX3" fmla="*/ 1657441 w 2753592"/>
              <a:gd name="connsiteY3" fmla="*/ 1213464 h 1398539"/>
              <a:gd name="connsiteX4" fmla="*/ 1643718 w 2753592"/>
              <a:gd name="connsiteY4" fmla="*/ 1220662 h 1398539"/>
              <a:gd name="connsiteX5" fmla="*/ 2084059 w 2753592"/>
              <a:gd name="connsiteY5" fmla="*/ 1371633 h 1398539"/>
              <a:gd name="connsiteX6" fmla="*/ 2485633 w 2753592"/>
              <a:gd name="connsiteY6" fmla="*/ 1360584 h 1398539"/>
              <a:gd name="connsiteX7" fmla="*/ 2749489 w 2753592"/>
              <a:gd name="connsiteY7" fmla="*/ 1008724 h 1398539"/>
              <a:gd name="connsiteX8" fmla="*/ 2593551 w 2753592"/>
              <a:gd name="connsiteY8" fmla="*/ 645828 h 1398539"/>
              <a:gd name="connsiteX9" fmla="*/ 1941279 w 2753592"/>
              <a:gd name="connsiteY9" fmla="*/ 162625 h 1398539"/>
              <a:gd name="connsiteX10" fmla="*/ 1740601 w 2753592"/>
              <a:gd name="connsiteY10" fmla="*/ 151582 h 1398539"/>
              <a:gd name="connsiteX11" fmla="*/ 1529710 w 2753592"/>
              <a:gd name="connsiteY11" fmla="*/ 45915 h 1398539"/>
              <a:gd name="connsiteX12" fmla="*/ 1328275 w 2753592"/>
              <a:gd name="connsiteY12" fmla="*/ 0 h 1398539"/>
              <a:gd name="connsiteX0" fmla="*/ 0 w 2753707"/>
              <a:gd name="connsiteY0" fmla="*/ 1187167 h 1398539"/>
              <a:gd name="connsiteX1" fmla="*/ 830015 w 2753707"/>
              <a:gd name="connsiteY1" fmla="*/ 1083135 h 1398539"/>
              <a:gd name="connsiteX2" fmla="*/ 1200914 w 2753707"/>
              <a:gd name="connsiteY2" fmla="*/ 1058972 h 1398539"/>
              <a:gd name="connsiteX3" fmla="*/ 1657441 w 2753707"/>
              <a:gd name="connsiteY3" fmla="*/ 1213464 h 1398539"/>
              <a:gd name="connsiteX4" fmla="*/ 1643718 w 2753707"/>
              <a:gd name="connsiteY4" fmla="*/ 1220662 h 1398539"/>
              <a:gd name="connsiteX5" fmla="*/ 2084059 w 2753707"/>
              <a:gd name="connsiteY5" fmla="*/ 1371633 h 1398539"/>
              <a:gd name="connsiteX6" fmla="*/ 2485633 w 2753707"/>
              <a:gd name="connsiteY6" fmla="*/ 1360584 h 1398539"/>
              <a:gd name="connsiteX7" fmla="*/ 2749489 w 2753707"/>
              <a:gd name="connsiteY7" fmla="*/ 1008724 h 1398539"/>
              <a:gd name="connsiteX8" fmla="*/ 2593551 w 2753707"/>
              <a:gd name="connsiteY8" fmla="*/ 645828 h 1398539"/>
              <a:gd name="connsiteX9" fmla="*/ 1929459 w 2753707"/>
              <a:gd name="connsiteY9" fmla="*/ 273627 h 1398539"/>
              <a:gd name="connsiteX10" fmla="*/ 1740601 w 2753707"/>
              <a:gd name="connsiteY10" fmla="*/ 151582 h 1398539"/>
              <a:gd name="connsiteX11" fmla="*/ 1529710 w 2753707"/>
              <a:gd name="connsiteY11" fmla="*/ 45915 h 1398539"/>
              <a:gd name="connsiteX12" fmla="*/ 1328275 w 2753707"/>
              <a:gd name="connsiteY12" fmla="*/ 0 h 1398539"/>
              <a:gd name="connsiteX0" fmla="*/ 0 w 2756811"/>
              <a:gd name="connsiteY0" fmla="*/ 1187167 h 1398539"/>
              <a:gd name="connsiteX1" fmla="*/ 830015 w 2756811"/>
              <a:gd name="connsiteY1" fmla="*/ 1083135 h 1398539"/>
              <a:gd name="connsiteX2" fmla="*/ 1200914 w 2756811"/>
              <a:gd name="connsiteY2" fmla="*/ 1058972 h 1398539"/>
              <a:gd name="connsiteX3" fmla="*/ 1657441 w 2756811"/>
              <a:gd name="connsiteY3" fmla="*/ 1213464 h 1398539"/>
              <a:gd name="connsiteX4" fmla="*/ 1643718 w 2756811"/>
              <a:gd name="connsiteY4" fmla="*/ 1220662 h 1398539"/>
              <a:gd name="connsiteX5" fmla="*/ 2084059 w 2756811"/>
              <a:gd name="connsiteY5" fmla="*/ 1371633 h 1398539"/>
              <a:gd name="connsiteX6" fmla="*/ 2485633 w 2756811"/>
              <a:gd name="connsiteY6" fmla="*/ 1360584 h 1398539"/>
              <a:gd name="connsiteX7" fmla="*/ 2749489 w 2756811"/>
              <a:gd name="connsiteY7" fmla="*/ 1008724 h 1398539"/>
              <a:gd name="connsiteX8" fmla="*/ 2196609 w 2756811"/>
              <a:gd name="connsiteY8" fmla="*/ 606520 h 1398539"/>
              <a:gd name="connsiteX9" fmla="*/ 1929459 w 2756811"/>
              <a:gd name="connsiteY9" fmla="*/ 273627 h 1398539"/>
              <a:gd name="connsiteX10" fmla="*/ 1740601 w 2756811"/>
              <a:gd name="connsiteY10" fmla="*/ 151582 h 1398539"/>
              <a:gd name="connsiteX11" fmla="*/ 1529710 w 2756811"/>
              <a:gd name="connsiteY11" fmla="*/ 45915 h 1398539"/>
              <a:gd name="connsiteX12" fmla="*/ 1328275 w 2756811"/>
              <a:gd name="connsiteY12" fmla="*/ 0 h 1398539"/>
              <a:gd name="connsiteX0" fmla="*/ 0 w 2567482"/>
              <a:gd name="connsiteY0" fmla="*/ 1187167 h 1391666"/>
              <a:gd name="connsiteX1" fmla="*/ 830015 w 2567482"/>
              <a:gd name="connsiteY1" fmla="*/ 1083135 h 1391666"/>
              <a:gd name="connsiteX2" fmla="*/ 1200914 w 2567482"/>
              <a:gd name="connsiteY2" fmla="*/ 1058972 h 1391666"/>
              <a:gd name="connsiteX3" fmla="*/ 1657441 w 2567482"/>
              <a:gd name="connsiteY3" fmla="*/ 1213464 h 1391666"/>
              <a:gd name="connsiteX4" fmla="*/ 1643718 w 2567482"/>
              <a:gd name="connsiteY4" fmla="*/ 1220662 h 1391666"/>
              <a:gd name="connsiteX5" fmla="*/ 2084059 w 2567482"/>
              <a:gd name="connsiteY5" fmla="*/ 1371633 h 1391666"/>
              <a:gd name="connsiteX6" fmla="*/ 2485633 w 2567482"/>
              <a:gd name="connsiteY6" fmla="*/ 1360584 h 1391666"/>
              <a:gd name="connsiteX7" fmla="*/ 2544216 w 2567482"/>
              <a:gd name="connsiteY7" fmla="*/ 1116447 h 1391666"/>
              <a:gd name="connsiteX8" fmla="*/ 2196609 w 2567482"/>
              <a:gd name="connsiteY8" fmla="*/ 606520 h 1391666"/>
              <a:gd name="connsiteX9" fmla="*/ 1929459 w 2567482"/>
              <a:gd name="connsiteY9" fmla="*/ 273627 h 1391666"/>
              <a:gd name="connsiteX10" fmla="*/ 1740601 w 2567482"/>
              <a:gd name="connsiteY10" fmla="*/ 151582 h 1391666"/>
              <a:gd name="connsiteX11" fmla="*/ 1529710 w 2567482"/>
              <a:gd name="connsiteY11" fmla="*/ 45915 h 1391666"/>
              <a:gd name="connsiteX12" fmla="*/ 1328275 w 2567482"/>
              <a:gd name="connsiteY12" fmla="*/ 0 h 1391666"/>
              <a:gd name="connsiteX0" fmla="*/ 0 w 2559973"/>
              <a:gd name="connsiteY0" fmla="*/ 1187167 h 1415175"/>
              <a:gd name="connsiteX1" fmla="*/ 830015 w 2559973"/>
              <a:gd name="connsiteY1" fmla="*/ 1083135 h 1415175"/>
              <a:gd name="connsiteX2" fmla="*/ 1200914 w 2559973"/>
              <a:gd name="connsiteY2" fmla="*/ 1058972 h 1415175"/>
              <a:gd name="connsiteX3" fmla="*/ 1657441 w 2559973"/>
              <a:gd name="connsiteY3" fmla="*/ 1213464 h 1415175"/>
              <a:gd name="connsiteX4" fmla="*/ 1643718 w 2559973"/>
              <a:gd name="connsiteY4" fmla="*/ 1220662 h 1415175"/>
              <a:gd name="connsiteX5" fmla="*/ 2084059 w 2559973"/>
              <a:gd name="connsiteY5" fmla="*/ 1371633 h 1415175"/>
              <a:gd name="connsiteX6" fmla="*/ 2458288 w 2559973"/>
              <a:gd name="connsiteY6" fmla="*/ 1396100 h 1415175"/>
              <a:gd name="connsiteX7" fmla="*/ 2544216 w 2559973"/>
              <a:gd name="connsiteY7" fmla="*/ 1116447 h 1415175"/>
              <a:gd name="connsiteX8" fmla="*/ 2196609 w 2559973"/>
              <a:gd name="connsiteY8" fmla="*/ 606520 h 1415175"/>
              <a:gd name="connsiteX9" fmla="*/ 1929459 w 2559973"/>
              <a:gd name="connsiteY9" fmla="*/ 273627 h 1415175"/>
              <a:gd name="connsiteX10" fmla="*/ 1740601 w 2559973"/>
              <a:gd name="connsiteY10" fmla="*/ 151582 h 1415175"/>
              <a:gd name="connsiteX11" fmla="*/ 1529710 w 2559973"/>
              <a:gd name="connsiteY11" fmla="*/ 45915 h 1415175"/>
              <a:gd name="connsiteX12" fmla="*/ 1328275 w 2559973"/>
              <a:gd name="connsiteY12" fmla="*/ 0 h 1415175"/>
              <a:gd name="connsiteX0" fmla="*/ 0 w 2559973"/>
              <a:gd name="connsiteY0" fmla="*/ 1187167 h 1415175"/>
              <a:gd name="connsiteX1" fmla="*/ 830015 w 2559973"/>
              <a:gd name="connsiteY1" fmla="*/ 1083135 h 1415175"/>
              <a:gd name="connsiteX2" fmla="*/ 1200914 w 2559973"/>
              <a:gd name="connsiteY2" fmla="*/ 1058972 h 1415175"/>
              <a:gd name="connsiteX3" fmla="*/ 1657441 w 2559973"/>
              <a:gd name="connsiteY3" fmla="*/ 1213464 h 1415175"/>
              <a:gd name="connsiteX4" fmla="*/ 1643718 w 2559973"/>
              <a:gd name="connsiteY4" fmla="*/ 1220662 h 1415175"/>
              <a:gd name="connsiteX5" fmla="*/ 2084059 w 2559973"/>
              <a:gd name="connsiteY5" fmla="*/ 1371633 h 1415175"/>
              <a:gd name="connsiteX6" fmla="*/ 2458288 w 2559973"/>
              <a:gd name="connsiteY6" fmla="*/ 1396100 h 1415175"/>
              <a:gd name="connsiteX7" fmla="*/ 2544216 w 2559973"/>
              <a:gd name="connsiteY7" fmla="*/ 1116447 h 1415175"/>
              <a:gd name="connsiteX8" fmla="*/ 2196609 w 2559973"/>
              <a:gd name="connsiteY8" fmla="*/ 606520 h 1415175"/>
              <a:gd name="connsiteX9" fmla="*/ 1929459 w 2559973"/>
              <a:gd name="connsiteY9" fmla="*/ 273627 h 1415175"/>
              <a:gd name="connsiteX10" fmla="*/ 1529710 w 2559973"/>
              <a:gd name="connsiteY10" fmla="*/ 45915 h 1415175"/>
              <a:gd name="connsiteX11" fmla="*/ 1328275 w 2559973"/>
              <a:gd name="connsiteY11" fmla="*/ 0 h 1415175"/>
              <a:gd name="connsiteX0" fmla="*/ 0 w 2559973"/>
              <a:gd name="connsiteY0" fmla="*/ 1322930 h 1550938"/>
              <a:gd name="connsiteX1" fmla="*/ 830015 w 2559973"/>
              <a:gd name="connsiteY1" fmla="*/ 1218898 h 1550938"/>
              <a:gd name="connsiteX2" fmla="*/ 1200914 w 2559973"/>
              <a:gd name="connsiteY2" fmla="*/ 1194735 h 1550938"/>
              <a:gd name="connsiteX3" fmla="*/ 1657441 w 2559973"/>
              <a:gd name="connsiteY3" fmla="*/ 1349227 h 1550938"/>
              <a:gd name="connsiteX4" fmla="*/ 1643718 w 2559973"/>
              <a:gd name="connsiteY4" fmla="*/ 1356425 h 1550938"/>
              <a:gd name="connsiteX5" fmla="*/ 2084059 w 2559973"/>
              <a:gd name="connsiteY5" fmla="*/ 1507396 h 1550938"/>
              <a:gd name="connsiteX6" fmla="*/ 2458288 w 2559973"/>
              <a:gd name="connsiteY6" fmla="*/ 1531863 h 1550938"/>
              <a:gd name="connsiteX7" fmla="*/ 2544216 w 2559973"/>
              <a:gd name="connsiteY7" fmla="*/ 1252210 h 1550938"/>
              <a:gd name="connsiteX8" fmla="*/ 2196609 w 2559973"/>
              <a:gd name="connsiteY8" fmla="*/ 742283 h 1550938"/>
              <a:gd name="connsiteX9" fmla="*/ 1929459 w 2559973"/>
              <a:gd name="connsiteY9" fmla="*/ 409390 h 1550938"/>
              <a:gd name="connsiteX10" fmla="*/ 1529710 w 2559973"/>
              <a:gd name="connsiteY10" fmla="*/ 181678 h 1550938"/>
              <a:gd name="connsiteX11" fmla="*/ 1456027 w 2559973"/>
              <a:gd name="connsiteY11" fmla="*/ 0 h 1550938"/>
              <a:gd name="connsiteX0" fmla="*/ 0 w 2559973"/>
              <a:gd name="connsiteY0" fmla="*/ 1322930 h 1550938"/>
              <a:gd name="connsiteX1" fmla="*/ 830015 w 2559973"/>
              <a:gd name="connsiteY1" fmla="*/ 1218898 h 1550938"/>
              <a:gd name="connsiteX2" fmla="*/ 1200914 w 2559973"/>
              <a:gd name="connsiteY2" fmla="*/ 1194735 h 1550938"/>
              <a:gd name="connsiteX3" fmla="*/ 1657441 w 2559973"/>
              <a:gd name="connsiteY3" fmla="*/ 1349227 h 1550938"/>
              <a:gd name="connsiteX4" fmla="*/ 1643718 w 2559973"/>
              <a:gd name="connsiteY4" fmla="*/ 1356425 h 1550938"/>
              <a:gd name="connsiteX5" fmla="*/ 2084059 w 2559973"/>
              <a:gd name="connsiteY5" fmla="*/ 1507396 h 1550938"/>
              <a:gd name="connsiteX6" fmla="*/ 2458288 w 2559973"/>
              <a:gd name="connsiteY6" fmla="*/ 1531863 h 1550938"/>
              <a:gd name="connsiteX7" fmla="*/ 2544216 w 2559973"/>
              <a:gd name="connsiteY7" fmla="*/ 1252210 h 1550938"/>
              <a:gd name="connsiteX8" fmla="*/ 2196609 w 2559973"/>
              <a:gd name="connsiteY8" fmla="*/ 742283 h 1550938"/>
              <a:gd name="connsiteX9" fmla="*/ 1929459 w 2559973"/>
              <a:gd name="connsiteY9" fmla="*/ 409390 h 1550938"/>
              <a:gd name="connsiteX10" fmla="*/ 1663076 w 2559973"/>
              <a:gd name="connsiteY10" fmla="*/ 286475 h 1550938"/>
              <a:gd name="connsiteX11" fmla="*/ 1456027 w 2559973"/>
              <a:gd name="connsiteY11" fmla="*/ 0 h 1550938"/>
              <a:gd name="connsiteX0" fmla="*/ 0 w 2358141"/>
              <a:gd name="connsiteY0" fmla="*/ 1424365 h 1550938"/>
              <a:gd name="connsiteX1" fmla="*/ 628183 w 2358141"/>
              <a:gd name="connsiteY1" fmla="*/ 1218898 h 1550938"/>
              <a:gd name="connsiteX2" fmla="*/ 999082 w 2358141"/>
              <a:gd name="connsiteY2" fmla="*/ 1194735 h 1550938"/>
              <a:gd name="connsiteX3" fmla="*/ 1455609 w 2358141"/>
              <a:gd name="connsiteY3" fmla="*/ 1349227 h 1550938"/>
              <a:gd name="connsiteX4" fmla="*/ 1441886 w 2358141"/>
              <a:gd name="connsiteY4" fmla="*/ 1356425 h 1550938"/>
              <a:gd name="connsiteX5" fmla="*/ 1882227 w 2358141"/>
              <a:gd name="connsiteY5" fmla="*/ 1507396 h 1550938"/>
              <a:gd name="connsiteX6" fmla="*/ 2256456 w 2358141"/>
              <a:gd name="connsiteY6" fmla="*/ 1531863 h 1550938"/>
              <a:gd name="connsiteX7" fmla="*/ 2342384 w 2358141"/>
              <a:gd name="connsiteY7" fmla="*/ 1252210 h 1550938"/>
              <a:gd name="connsiteX8" fmla="*/ 1994777 w 2358141"/>
              <a:gd name="connsiteY8" fmla="*/ 742283 h 1550938"/>
              <a:gd name="connsiteX9" fmla="*/ 1727627 w 2358141"/>
              <a:gd name="connsiteY9" fmla="*/ 409390 h 1550938"/>
              <a:gd name="connsiteX10" fmla="*/ 1461244 w 2358141"/>
              <a:gd name="connsiteY10" fmla="*/ 286475 h 1550938"/>
              <a:gd name="connsiteX11" fmla="*/ 1254195 w 2358141"/>
              <a:gd name="connsiteY11" fmla="*/ 0 h 1550938"/>
              <a:gd name="connsiteX0" fmla="*/ 0 w 2358141"/>
              <a:gd name="connsiteY0" fmla="*/ 1424365 h 1550938"/>
              <a:gd name="connsiteX1" fmla="*/ 628183 w 2358141"/>
              <a:gd name="connsiteY1" fmla="*/ 1218898 h 1550938"/>
              <a:gd name="connsiteX2" fmla="*/ 999082 w 2358141"/>
              <a:gd name="connsiteY2" fmla="*/ 1194735 h 1550938"/>
              <a:gd name="connsiteX3" fmla="*/ 1455609 w 2358141"/>
              <a:gd name="connsiteY3" fmla="*/ 1349227 h 1550938"/>
              <a:gd name="connsiteX4" fmla="*/ 1441886 w 2358141"/>
              <a:gd name="connsiteY4" fmla="*/ 1356425 h 1550938"/>
              <a:gd name="connsiteX5" fmla="*/ 1882227 w 2358141"/>
              <a:gd name="connsiteY5" fmla="*/ 1507396 h 1550938"/>
              <a:gd name="connsiteX6" fmla="*/ 2256456 w 2358141"/>
              <a:gd name="connsiteY6" fmla="*/ 1531863 h 1550938"/>
              <a:gd name="connsiteX7" fmla="*/ 2342384 w 2358141"/>
              <a:gd name="connsiteY7" fmla="*/ 1252210 h 1550938"/>
              <a:gd name="connsiteX8" fmla="*/ 1994777 w 2358141"/>
              <a:gd name="connsiteY8" fmla="*/ 742283 h 1550938"/>
              <a:gd name="connsiteX9" fmla="*/ 1727627 w 2358141"/>
              <a:gd name="connsiteY9" fmla="*/ 409390 h 1550938"/>
              <a:gd name="connsiteX10" fmla="*/ 1461244 w 2358141"/>
              <a:gd name="connsiteY10" fmla="*/ 286475 h 1550938"/>
              <a:gd name="connsiteX11" fmla="*/ 1254195 w 2358141"/>
              <a:gd name="connsiteY11" fmla="*/ 0 h 1550938"/>
              <a:gd name="connsiteX0" fmla="*/ 0 w 2371751"/>
              <a:gd name="connsiteY0" fmla="*/ 1402949 h 1550938"/>
              <a:gd name="connsiteX1" fmla="*/ 641793 w 2371751"/>
              <a:gd name="connsiteY1" fmla="*/ 1218898 h 1550938"/>
              <a:gd name="connsiteX2" fmla="*/ 1012692 w 2371751"/>
              <a:gd name="connsiteY2" fmla="*/ 1194735 h 1550938"/>
              <a:gd name="connsiteX3" fmla="*/ 1469219 w 2371751"/>
              <a:gd name="connsiteY3" fmla="*/ 1349227 h 1550938"/>
              <a:gd name="connsiteX4" fmla="*/ 1455496 w 2371751"/>
              <a:gd name="connsiteY4" fmla="*/ 1356425 h 1550938"/>
              <a:gd name="connsiteX5" fmla="*/ 1895837 w 2371751"/>
              <a:gd name="connsiteY5" fmla="*/ 1507396 h 1550938"/>
              <a:gd name="connsiteX6" fmla="*/ 2270066 w 2371751"/>
              <a:gd name="connsiteY6" fmla="*/ 1531863 h 1550938"/>
              <a:gd name="connsiteX7" fmla="*/ 2355994 w 2371751"/>
              <a:gd name="connsiteY7" fmla="*/ 1252210 h 1550938"/>
              <a:gd name="connsiteX8" fmla="*/ 2008387 w 2371751"/>
              <a:gd name="connsiteY8" fmla="*/ 742283 h 1550938"/>
              <a:gd name="connsiteX9" fmla="*/ 1741237 w 2371751"/>
              <a:gd name="connsiteY9" fmla="*/ 409390 h 1550938"/>
              <a:gd name="connsiteX10" fmla="*/ 1474854 w 2371751"/>
              <a:gd name="connsiteY10" fmla="*/ 286475 h 1550938"/>
              <a:gd name="connsiteX11" fmla="*/ 1267805 w 2371751"/>
              <a:gd name="connsiteY11" fmla="*/ 0 h 1550938"/>
              <a:gd name="connsiteX0" fmla="*/ 0 w 2371751"/>
              <a:gd name="connsiteY0" fmla="*/ 1402949 h 1550938"/>
              <a:gd name="connsiteX1" fmla="*/ 641793 w 2371751"/>
              <a:gd name="connsiteY1" fmla="*/ 1218898 h 1550938"/>
              <a:gd name="connsiteX2" fmla="*/ 1012692 w 2371751"/>
              <a:gd name="connsiteY2" fmla="*/ 1194735 h 1550938"/>
              <a:gd name="connsiteX3" fmla="*/ 1455496 w 2371751"/>
              <a:gd name="connsiteY3" fmla="*/ 1356425 h 1550938"/>
              <a:gd name="connsiteX4" fmla="*/ 1895837 w 2371751"/>
              <a:gd name="connsiteY4" fmla="*/ 1507396 h 1550938"/>
              <a:gd name="connsiteX5" fmla="*/ 2270066 w 2371751"/>
              <a:gd name="connsiteY5" fmla="*/ 1531863 h 1550938"/>
              <a:gd name="connsiteX6" fmla="*/ 2355994 w 2371751"/>
              <a:gd name="connsiteY6" fmla="*/ 1252210 h 1550938"/>
              <a:gd name="connsiteX7" fmla="*/ 2008387 w 2371751"/>
              <a:gd name="connsiteY7" fmla="*/ 742283 h 1550938"/>
              <a:gd name="connsiteX8" fmla="*/ 1741237 w 2371751"/>
              <a:gd name="connsiteY8" fmla="*/ 409390 h 1550938"/>
              <a:gd name="connsiteX9" fmla="*/ 1474854 w 2371751"/>
              <a:gd name="connsiteY9" fmla="*/ 286475 h 1550938"/>
              <a:gd name="connsiteX10" fmla="*/ 1267805 w 2371751"/>
              <a:gd name="connsiteY10" fmla="*/ 0 h 1550938"/>
              <a:gd name="connsiteX0" fmla="*/ 0 w 2371751"/>
              <a:gd name="connsiteY0" fmla="*/ 1402949 h 1553226"/>
              <a:gd name="connsiteX1" fmla="*/ 641793 w 2371751"/>
              <a:gd name="connsiteY1" fmla="*/ 1218898 h 1553226"/>
              <a:gd name="connsiteX2" fmla="*/ 1012692 w 2371751"/>
              <a:gd name="connsiteY2" fmla="*/ 1194735 h 1553226"/>
              <a:gd name="connsiteX3" fmla="*/ 1476615 w 2371751"/>
              <a:gd name="connsiteY3" fmla="*/ 1296108 h 1553226"/>
              <a:gd name="connsiteX4" fmla="*/ 1895837 w 2371751"/>
              <a:gd name="connsiteY4" fmla="*/ 1507396 h 1553226"/>
              <a:gd name="connsiteX5" fmla="*/ 2270066 w 2371751"/>
              <a:gd name="connsiteY5" fmla="*/ 1531863 h 1553226"/>
              <a:gd name="connsiteX6" fmla="*/ 2355994 w 2371751"/>
              <a:gd name="connsiteY6" fmla="*/ 1252210 h 1553226"/>
              <a:gd name="connsiteX7" fmla="*/ 2008387 w 2371751"/>
              <a:gd name="connsiteY7" fmla="*/ 742283 h 1553226"/>
              <a:gd name="connsiteX8" fmla="*/ 1741237 w 2371751"/>
              <a:gd name="connsiteY8" fmla="*/ 409390 h 1553226"/>
              <a:gd name="connsiteX9" fmla="*/ 1474854 w 2371751"/>
              <a:gd name="connsiteY9" fmla="*/ 286475 h 1553226"/>
              <a:gd name="connsiteX10" fmla="*/ 1267805 w 2371751"/>
              <a:gd name="connsiteY10" fmla="*/ 0 h 1553226"/>
              <a:gd name="connsiteX0" fmla="*/ 0 w 2371751"/>
              <a:gd name="connsiteY0" fmla="*/ 1402949 h 1553227"/>
              <a:gd name="connsiteX1" fmla="*/ 641793 w 2371751"/>
              <a:gd name="connsiteY1" fmla="*/ 1218898 h 1553227"/>
              <a:gd name="connsiteX2" fmla="*/ 1012692 w 2371751"/>
              <a:gd name="connsiteY2" fmla="*/ 1194735 h 1553227"/>
              <a:gd name="connsiteX3" fmla="*/ 1476615 w 2371751"/>
              <a:gd name="connsiteY3" fmla="*/ 1296108 h 1553227"/>
              <a:gd name="connsiteX4" fmla="*/ 1895837 w 2371751"/>
              <a:gd name="connsiteY4" fmla="*/ 1507396 h 1553227"/>
              <a:gd name="connsiteX5" fmla="*/ 2270066 w 2371751"/>
              <a:gd name="connsiteY5" fmla="*/ 1531863 h 1553227"/>
              <a:gd name="connsiteX6" fmla="*/ 2355994 w 2371751"/>
              <a:gd name="connsiteY6" fmla="*/ 1252210 h 1553227"/>
              <a:gd name="connsiteX7" fmla="*/ 2008387 w 2371751"/>
              <a:gd name="connsiteY7" fmla="*/ 742283 h 1553227"/>
              <a:gd name="connsiteX8" fmla="*/ 1741237 w 2371751"/>
              <a:gd name="connsiteY8" fmla="*/ 409390 h 1553227"/>
              <a:gd name="connsiteX9" fmla="*/ 1474854 w 2371751"/>
              <a:gd name="connsiteY9" fmla="*/ 286475 h 1553227"/>
              <a:gd name="connsiteX10" fmla="*/ 1267805 w 2371751"/>
              <a:gd name="connsiteY10" fmla="*/ 0 h 1553227"/>
              <a:gd name="connsiteX0" fmla="*/ 0 w 2360462"/>
              <a:gd name="connsiteY0" fmla="*/ 1402949 h 1636459"/>
              <a:gd name="connsiteX1" fmla="*/ 641793 w 2360462"/>
              <a:gd name="connsiteY1" fmla="*/ 1218898 h 1636459"/>
              <a:gd name="connsiteX2" fmla="*/ 1012692 w 2360462"/>
              <a:gd name="connsiteY2" fmla="*/ 1194735 h 1636459"/>
              <a:gd name="connsiteX3" fmla="*/ 1476615 w 2360462"/>
              <a:gd name="connsiteY3" fmla="*/ 1296108 h 1636459"/>
              <a:gd name="connsiteX4" fmla="*/ 1895837 w 2360462"/>
              <a:gd name="connsiteY4" fmla="*/ 1507396 h 1636459"/>
              <a:gd name="connsiteX5" fmla="*/ 2185413 w 2360462"/>
              <a:gd name="connsiteY5" fmla="*/ 1626685 h 1636459"/>
              <a:gd name="connsiteX6" fmla="*/ 2355994 w 2360462"/>
              <a:gd name="connsiteY6" fmla="*/ 1252210 h 1636459"/>
              <a:gd name="connsiteX7" fmla="*/ 2008387 w 2360462"/>
              <a:gd name="connsiteY7" fmla="*/ 742283 h 1636459"/>
              <a:gd name="connsiteX8" fmla="*/ 1741237 w 2360462"/>
              <a:gd name="connsiteY8" fmla="*/ 409390 h 1636459"/>
              <a:gd name="connsiteX9" fmla="*/ 1474854 w 2360462"/>
              <a:gd name="connsiteY9" fmla="*/ 286475 h 1636459"/>
              <a:gd name="connsiteX10" fmla="*/ 1267805 w 2360462"/>
              <a:gd name="connsiteY10" fmla="*/ 0 h 1636459"/>
              <a:gd name="connsiteX0" fmla="*/ 0 w 2261587"/>
              <a:gd name="connsiteY0" fmla="*/ 1402949 h 1638842"/>
              <a:gd name="connsiteX1" fmla="*/ 641793 w 2261587"/>
              <a:gd name="connsiteY1" fmla="*/ 1218898 h 1638842"/>
              <a:gd name="connsiteX2" fmla="*/ 1012692 w 2261587"/>
              <a:gd name="connsiteY2" fmla="*/ 1194735 h 1638842"/>
              <a:gd name="connsiteX3" fmla="*/ 1476615 w 2261587"/>
              <a:gd name="connsiteY3" fmla="*/ 1296108 h 1638842"/>
              <a:gd name="connsiteX4" fmla="*/ 1895837 w 2261587"/>
              <a:gd name="connsiteY4" fmla="*/ 1507396 h 1638842"/>
              <a:gd name="connsiteX5" fmla="*/ 2185413 w 2261587"/>
              <a:gd name="connsiteY5" fmla="*/ 1626685 h 1638842"/>
              <a:gd name="connsiteX6" fmla="*/ 2251069 w 2261587"/>
              <a:gd name="connsiteY6" fmla="*/ 1210871 h 1638842"/>
              <a:gd name="connsiteX7" fmla="*/ 2008387 w 2261587"/>
              <a:gd name="connsiteY7" fmla="*/ 742283 h 1638842"/>
              <a:gd name="connsiteX8" fmla="*/ 1741237 w 2261587"/>
              <a:gd name="connsiteY8" fmla="*/ 409390 h 1638842"/>
              <a:gd name="connsiteX9" fmla="*/ 1474854 w 2261587"/>
              <a:gd name="connsiteY9" fmla="*/ 286475 h 1638842"/>
              <a:gd name="connsiteX10" fmla="*/ 1267805 w 2261587"/>
              <a:gd name="connsiteY10" fmla="*/ 0 h 1638842"/>
              <a:gd name="connsiteX0" fmla="*/ 0 w 2261587"/>
              <a:gd name="connsiteY0" fmla="*/ 1116474 h 1352368"/>
              <a:gd name="connsiteX1" fmla="*/ 641793 w 2261587"/>
              <a:gd name="connsiteY1" fmla="*/ 932423 h 1352368"/>
              <a:gd name="connsiteX2" fmla="*/ 1012692 w 2261587"/>
              <a:gd name="connsiteY2" fmla="*/ 908260 h 1352368"/>
              <a:gd name="connsiteX3" fmla="*/ 1476615 w 2261587"/>
              <a:gd name="connsiteY3" fmla="*/ 1009633 h 1352368"/>
              <a:gd name="connsiteX4" fmla="*/ 1895837 w 2261587"/>
              <a:gd name="connsiteY4" fmla="*/ 1220921 h 1352368"/>
              <a:gd name="connsiteX5" fmla="*/ 2185413 w 2261587"/>
              <a:gd name="connsiteY5" fmla="*/ 1340210 h 1352368"/>
              <a:gd name="connsiteX6" fmla="*/ 2251069 w 2261587"/>
              <a:gd name="connsiteY6" fmla="*/ 924396 h 1352368"/>
              <a:gd name="connsiteX7" fmla="*/ 2008387 w 2261587"/>
              <a:gd name="connsiteY7" fmla="*/ 455808 h 1352368"/>
              <a:gd name="connsiteX8" fmla="*/ 1741237 w 2261587"/>
              <a:gd name="connsiteY8" fmla="*/ 122915 h 1352368"/>
              <a:gd name="connsiteX9" fmla="*/ 1474854 w 2261587"/>
              <a:gd name="connsiteY9" fmla="*/ 0 h 1352368"/>
              <a:gd name="connsiteX0" fmla="*/ 0 w 2261587"/>
              <a:gd name="connsiteY0" fmla="*/ 993559 h 1229453"/>
              <a:gd name="connsiteX1" fmla="*/ 641793 w 2261587"/>
              <a:gd name="connsiteY1" fmla="*/ 809508 h 1229453"/>
              <a:gd name="connsiteX2" fmla="*/ 1012692 w 2261587"/>
              <a:gd name="connsiteY2" fmla="*/ 785345 h 1229453"/>
              <a:gd name="connsiteX3" fmla="*/ 1476615 w 2261587"/>
              <a:gd name="connsiteY3" fmla="*/ 886718 h 1229453"/>
              <a:gd name="connsiteX4" fmla="*/ 1895837 w 2261587"/>
              <a:gd name="connsiteY4" fmla="*/ 1098006 h 1229453"/>
              <a:gd name="connsiteX5" fmla="*/ 2185413 w 2261587"/>
              <a:gd name="connsiteY5" fmla="*/ 1217295 h 1229453"/>
              <a:gd name="connsiteX6" fmla="*/ 2251069 w 2261587"/>
              <a:gd name="connsiteY6" fmla="*/ 801481 h 1229453"/>
              <a:gd name="connsiteX7" fmla="*/ 2008387 w 2261587"/>
              <a:gd name="connsiteY7" fmla="*/ 332893 h 1229453"/>
              <a:gd name="connsiteX8" fmla="*/ 1741237 w 2261587"/>
              <a:gd name="connsiteY8" fmla="*/ 0 h 1229453"/>
              <a:gd name="connsiteX0" fmla="*/ 0 w 2261587"/>
              <a:gd name="connsiteY0" fmla="*/ 660666 h 896560"/>
              <a:gd name="connsiteX1" fmla="*/ 641793 w 2261587"/>
              <a:gd name="connsiteY1" fmla="*/ 476615 h 896560"/>
              <a:gd name="connsiteX2" fmla="*/ 1012692 w 2261587"/>
              <a:gd name="connsiteY2" fmla="*/ 452452 h 896560"/>
              <a:gd name="connsiteX3" fmla="*/ 1476615 w 2261587"/>
              <a:gd name="connsiteY3" fmla="*/ 553825 h 896560"/>
              <a:gd name="connsiteX4" fmla="*/ 1895837 w 2261587"/>
              <a:gd name="connsiteY4" fmla="*/ 765113 h 896560"/>
              <a:gd name="connsiteX5" fmla="*/ 2185413 w 2261587"/>
              <a:gd name="connsiteY5" fmla="*/ 884402 h 896560"/>
              <a:gd name="connsiteX6" fmla="*/ 2251069 w 2261587"/>
              <a:gd name="connsiteY6" fmla="*/ 468588 h 896560"/>
              <a:gd name="connsiteX7" fmla="*/ 2008387 w 2261587"/>
              <a:gd name="connsiteY7" fmla="*/ 0 h 896560"/>
              <a:gd name="connsiteX0" fmla="*/ 0 w 2257305"/>
              <a:gd name="connsiteY0" fmla="*/ 658931 h 894825"/>
              <a:gd name="connsiteX1" fmla="*/ 641793 w 2257305"/>
              <a:gd name="connsiteY1" fmla="*/ 474880 h 894825"/>
              <a:gd name="connsiteX2" fmla="*/ 1012692 w 2257305"/>
              <a:gd name="connsiteY2" fmla="*/ 450717 h 894825"/>
              <a:gd name="connsiteX3" fmla="*/ 1476615 w 2257305"/>
              <a:gd name="connsiteY3" fmla="*/ 552090 h 894825"/>
              <a:gd name="connsiteX4" fmla="*/ 1895837 w 2257305"/>
              <a:gd name="connsiteY4" fmla="*/ 763378 h 894825"/>
              <a:gd name="connsiteX5" fmla="*/ 2185413 w 2257305"/>
              <a:gd name="connsiteY5" fmla="*/ 882667 h 894825"/>
              <a:gd name="connsiteX6" fmla="*/ 2251069 w 2257305"/>
              <a:gd name="connsiteY6" fmla="*/ 466853 h 894825"/>
              <a:gd name="connsiteX7" fmla="*/ 2070870 w 2257305"/>
              <a:gd name="connsiteY7" fmla="*/ 1 h 894825"/>
              <a:gd name="connsiteX0" fmla="*/ 0 w 2324887"/>
              <a:gd name="connsiteY0" fmla="*/ 658930 h 932408"/>
              <a:gd name="connsiteX1" fmla="*/ 641793 w 2324887"/>
              <a:gd name="connsiteY1" fmla="*/ 474879 h 932408"/>
              <a:gd name="connsiteX2" fmla="*/ 1012692 w 2324887"/>
              <a:gd name="connsiteY2" fmla="*/ 450716 h 932408"/>
              <a:gd name="connsiteX3" fmla="*/ 1476615 w 2324887"/>
              <a:gd name="connsiteY3" fmla="*/ 552089 h 932408"/>
              <a:gd name="connsiteX4" fmla="*/ 1895837 w 2324887"/>
              <a:gd name="connsiteY4" fmla="*/ 763377 h 932408"/>
              <a:gd name="connsiteX5" fmla="*/ 2302371 w 2324887"/>
              <a:gd name="connsiteY5" fmla="*/ 922415 h 932408"/>
              <a:gd name="connsiteX6" fmla="*/ 2251069 w 2324887"/>
              <a:gd name="connsiteY6" fmla="*/ 466852 h 932408"/>
              <a:gd name="connsiteX7" fmla="*/ 2070870 w 2324887"/>
              <a:gd name="connsiteY7" fmla="*/ 0 h 932408"/>
              <a:gd name="connsiteX0" fmla="*/ 0 w 2368118"/>
              <a:gd name="connsiteY0" fmla="*/ 658930 h 951630"/>
              <a:gd name="connsiteX1" fmla="*/ 641793 w 2368118"/>
              <a:gd name="connsiteY1" fmla="*/ 474879 h 951630"/>
              <a:gd name="connsiteX2" fmla="*/ 1012692 w 2368118"/>
              <a:gd name="connsiteY2" fmla="*/ 450716 h 951630"/>
              <a:gd name="connsiteX3" fmla="*/ 1476615 w 2368118"/>
              <a:gd name="connsiteY3" fmla="*/ 552089 h 951630"/>
              <a:gd name="connsiteX4" fmla="*/ 1895837 w 2368118"/>
              <a:gd name="connsiteY4" fmla="*/ 763377 h 951630"/>
              <a:gd name="connsiteX5" fmla="*/ 2302371 w 2368118"/>
              <a:gd name="connsiteY5" fmla="*/ 922415 h 951630"/>
              <a:gd name="connsiteX6" fmla="*/ 2251069 w 2368118"/>
              <a:gd name="connsiteY6" fmla="*/ 466852 h 951630"/>
              <a:gd name="connsiteX7" fmla="*/ 2070870 w 2368118"/>
              <a:gd name="connsiteY7" fmla="*/ 0 h 951630"/>
              <a:gd name="connsiteX0" fmla="*/ 0 w 2403447"/>
              <a:gd name="connsiteY0" fmla="*/ 658930 h 918935"/>
              <a:gd name="connsiteX1" fmla="*/ 641793 w 2403447"/>
              <a:gd name="connsiteY1" fmla="*/ 474879 h 918935"/>
              <a:gd name="connsiteX2" fmla="*/ 1012692 w 2403447"/>
              <a:gd name="connsiteY2" fmla="*/ 450716 h 918935"/>
              <a:gd name="connsiteX3" fmla="*/ 1476615 w 2403447"/>
              <a:gd name="connsiteY3" fmla="*/ 552089 h 918935"/>
              <a:gd name="connsiteX4" fmla="*/ 1895837 w 2403447"/>
              <a:gd name="connsiteY4" fmla="*/ 763377 h 918935"/>
              <a:gd name="connsiteX5" fmla="*/ 2344947 w 2403447"/>
              <a:gd name="connsiteY5" fmla="*/ 886183 h 918935"/>
              <a:gd name="connsiteX6" fmla="*/ 2251069 w 2403447"/>
              <a:gd name="connsiteY6" fmla="*/ 466852 h 918935"/>
              <a:gd name="connsiteX7" fmla="*/ 2070870 w 2403447"/>
              <a:gd name="connsiteY7" fmla="*/ 0 h 918935"/>
              <a:gd name="connsiteX0" fmla="*/ 0 w 2375715"/>
              <a:gd name="connsiteY0" fmla="*/ 658930 h 899174"/>
              <a:gd name="connsiteX1" fmla="*/ 641793 w 2375715"/>
              <a:gd name="connsiteY1" fmla="*/ 474879 h 899174"/>
              <a:gd name="connsiteX2" fmla="*/ 1012692 w 2375715"/>
              <a:gd name="connsiteY2" fmla="*/ 450716 h 899174"/>
              <a:gd name="connsiteX3" fmla="*/ 1476615 w 2375715"/>
              <a:gd name="connsiteY3" fmla="*/ 552089 h 899174"/>
              <a:gd name="connsiteX4" fmla="*/ 1895837 w 2375715"/>
              <a:gd name="connsiteY4" fmla="*/ 763377 h 899174"/>
              <a:gd name="connsiteX5" fmla="*/ 2344947 w 2375715"/>
              <a:gd name="connsiteY5" fmla="*/ 886183 h 899174"/>
              <a:gd name="connsiteX6" fmla="*/ 2306922 w 2375715"/>
              <a:gd name="connsiteY6" fmla="*/ 448783 h 899174"/>
              <a:gd name="connsiteX7" fmla="*/ 2070870 w 2375715"/>
              <a:gd name="connsiteY7" fmla="*/ 0 h 899174"/>
              <a:gd name="connsiteX0" fmla="*/ 0 w 2375715"/>
              <a:gd name="connsiteY0" fmla="*/ 658930 h 899174"/>
              <a:gd name="connsiteX1" fmla="*/ 641793 w 2375715"/>
              <a:gd name="connsiteY1" fmla="*/ 474879 h 899174"/>
              <a:gd name="connsiteX2" fmla="*/ 1074928 w 2375715"/>
              <a:gd name="connsiteY2" fmla="*/ 731230 h 899174"/>
              <a:gd name="connsiteX3" fmla="*/ 1476615 w 2375715"/>
              <a:gd name="connsiteY3" fmla="*/ 552089 h 899174"/>
              <a:gd name="connsiteX4" fmla="*/ 1895837 w 2375715"/>
              <a:gd name="connsiteY4" fmla="*/ 763377 h 899174"/>
              <a:gd name="connsiteX5" fmla="*/ 2344947 w 2375715"/>
              <a:gd name="connsiteY5" fmla="*/ 886183 h 899174"/>
              <a:gd name="connsiteX6" fmla="*/ 2306922 w 2375715"/>
              <a:gd name="connsiteY6" fmla="*/ 448783 h 899174"/>
              <a:gd name="connsiteX7" fmla="*/ 2070870 w 2375715"/>
              <a:gd name="connsiteY7" fmla="*/ 0 h 899174"/>
              <a:gd name="connsiteX0" fmla="*/ 0 w 2375715"/>
              <a:gd name="connsiteY0" fmla="*/ 658930 h 896579"/>
              <a:gd name="connsiteX1" fmla="*/ 641793 w 2375715"/>
              <a:gd name="connsiteY1" fmla="*/ 474879 h 896579"/>
              <a:gd name="connsiteX2" fmla="*/ 1074928 w 2375715"/>
              <a:gd name="connsiteY2" fmla="*/ 731230 h 896579"/>
              <a:gd name="connsiteX3" fmla="*/ 1476615 w 2375715"/>
              <a:gd name="connsiteY3" fmla="*/ 552089 h 896579"/>
              <a:gd name="connsiteX4" fmla="*/ 1639443 w 2375715"/>
              <a:gd name="connsiteY4" fmla="*/ 808503 h 896579"/>
              <a:gd name="connsiteX5" fmla="*/ 1895837 w 2375715"/>
              <a:gd name="connsiteY5" fmla="*/ 763377 h 896579"/>
              <a:gd name="connsiteX6" fmla="*/ 2344947 w 2375715"/>
              <a:gd name="connsiteY6" fmla="*/ 886183 h 896579"/>
              <a:gd name="connsiteX7" fmla="*/ 2306922 w 2375715"/>
              <a:gd name="connsiteY7" fmla="*/ 448783 h 896579"/>
              <a:gd name="connsiteX8" fmla="*/ 2070870 w 2375715"/>
              <a:gd name="connsiteY8" fmla="*/ 0 h 896579"/>
              <a:gd name="connsiteX0" fmla="*/ 0 w 2375715"/>
              <a:gd name="connsiteY0" fmla="*/ 658930 h 896579"/>
              <a:gd name="connsiteX1" fmla="*/ 641793 w 2375715"/>
              <a:gd name="connsiteY1" fmla="*/ 474879 h 896579"/>
              <a:gd name="connsiteX2" fmla="*/ 1074928 w 2375715"/>
              <a:gd name="connsiteY2" fmla="*/ 731230 h 896579"/>
              <a:gd name="connsiteX3" fmla="*/ 1331455 w 2375715"/>
              <a:gd name="connsiteY3" fmla="*/ 832322 h 896579"/>
              <a:gd name="connsiteX4" fmla="*/ 1639443 w 2375715"/>
              <a:gd name="connsiteY4" fmla="*/ 808503 h 896579"/>
              <a:gd name="connsiteX5" fmla="*/ 1895837 w 2375715"/>
              <a:gd name="connsiteY5" fmla="*/ 763377 h 896579"/>
              <a:gd name="connsiteX6" fmla="*/ 2344947 w 2375715"/>
              <a:gd name="connsiteY6" fmla="*/ 886183 h 896579"/>
              <a:gd name="connsiteX7" fmla="*/ 2306922 w 2375715"/>
              <a:gd name="connsiteY7" fmla="*/ 448783 h 896579"/>
              <a:gd name="connsiteX8" fmla="*/ 2070870 w 2375715"/>
              <a:gd name="connsiteY8" fmla="*/ 0 h 896579"/>
              <a:gd name="connsiteX0" fmla="*/ 0 w 2375715"/>
              <a:gd name="connsiteY0" fmla="*/ 658930 h 896579"/>
              <a:gd name="connsiteX1" fmla="*/ 641793 w 2375715"/>
              <a:gd name="connsiteY1" fmla="*/ 474879 h 896579"/>
              <a:gd name="connsiteX2" fmla="*/ 980410 w 2375715"/>
              <a:gd name="connsiteY2" fmla="*/ 874616 h 896579"/>
              <a:gd name="connsiteX3" fmla="*/ 1331455 w 2375715"/>
              <a:gd name="connsiteY3" fmla="*/ 832322 h 896579"/>
              <a:gd name="connsiteX4" fmla="*/ 1639443 w 2375715"/>
              <a:gd name="connsiteY4" fmla="*/ 808503 h 896579"/>
              <a:gd name="connsiteX5" fmla="*/ 1895837 w 2375715"/>
              <a:gd name="connsiteY5" fmla="*/ 763377 h 896579"/>
              <a:gd name="connsiteX6" fmla="*/ 2344947 w 2375715"/>
              <a:gd name="connsiteY6" fmla="*/ 886183 h 896579"/>
              <a:gd name="connsiteX7" fmla="*/ 2306922 w 2375715"/>
              <a:gd name="connsiteY7" fmla="*/ 448783 h 896579"/>
              <a:gd name="connsiteX8" fmla="*/ 2070870 w 2375715"/>
              <a:gd name="connsiteY8" fmla="*/ 0 h 896579"/>
              <a:gd name="connsiteX0" fmla="*/ 0 w 2375715"/>
              <a:gd name="connsiteY0" fmla="*/ 658930 h 896579"/>
              <a:gd name="connsiteX1" fmla="*/ 641793 w 2375715"/>
              <a:gd name="connsiteY1" fmla="*/ 474879 h 896579"/>
              <a:gd name="connsiteX2" fmla="*/ 980410 w 2375715"/>
              <a:gd name="connsiteY2" fmla="*/ 874616 h 896579"/>
              <a:gd name="connsiteX3" fmla="*/ 1350156 w 2375715"/>
              <a:gd name="connsiteY3" fmla="*/ 733373 h 896579"/>
              <a:gd name="connsiteX4" fmla="*/ 1639443 w 2375715"/>
              <a:gd name="connsiteY4" fmla="*/ 808503 h 896579"/>
              <a:gd name="connsiteX5" fmla="*/ 1895837 w 2375715"/>
              <a:gd name="connsiteY5" fmla="*/ 763377 h 896579"/>
              <a:gd name="connsiteX6" fmla="*/ 2344947 w 2375715"/>
              <a:gd name="connsiteY6" fmla="*/ 886183 h 896579"/>
              <a:gd name="connsiteX7" fmla="*/ 2306922 w 2375715"/>
              <a:gd name="connsiteY7" fmla="*/ 448783 h 896579"/>
              <a:gd name="connsiteX8" fmla="*/ 2070870 w 2375715"/>
              <a:gd name="connsiteY8" fmla="*/ 0 h 896579"/>
              <a:gd name="connsiteX0" fmla="*/ 0 w 2375715"/>
              <a:gd name="connsiteY0" fmla="*/ 658930 h 897570"/>
              <a:gd name="connsiteX1" fmla="*/ 641793 w 2375715"/>
              <a:gd name="connsiteY1" fmla="*/ 474879 h 897570"/>
              <a:gd name="connsiteX2" fmla="*/ 980410 w 2375715"/>
              <a:gd name="connsiteY2" fmla="*/ 874616 h 897570"/>
              <a:gd name="connsiteX3" fmla="*/ 1350156 w 2375715"/>
              <a:gd name="connsiteY3" fmla="*/ 733373 h 897570"/>
              <a:gd name="connsiteX4" fmla="*/ 1652836 w 2375715"/>
              <a:gd name="connsiteY4" fmla="*/ 697999 h 897570"/>
              <a:gd name="connsiteX5" fmla="*/ 1895837 w 2375715"/>
              <a:gd name="connsiteY5" fmla="*/ 763377 h 897570"/>
              <a:gd name="connsiteX6" fmla="*/ 2344947 w 2375715"/>
              <a:gd name="connsiteY6" fmla="*/ 886183 h 897570"/>
              <a:gd name="connsiteX7" fmla="*/ 2306922 w 2375715"/>
              <a:gd name="connsiteY7" fmla="*/ 448783 h 897570"/>
              <a:gd name="connsiteX8" fmla="*/ 2070870 w 2375715"/>
              <a:gd name="connsiteY8" fmla="*/ 0 h 897570"/>
              <a:gd name="connsiteX0" fmla="*/ 0 w 2366476"/>
              <a:gd name="connsiteY0" fmla="*/ 658930 h 931040"/>
              <a:gd name="connsiteX1" fmla="*/ 641793 w 2366476"/>
              <a:gd name="connsiteY1" fmla="*/ 474879 h 931040"/>
              <a:gd name="connsiteX2" fmla="*/ 980410 w 2366476"/>
              <a:gd name="connsiteY2" fmla="*/ 874616 h 931040"/>
              <a:gd name="connsiteX3" fmla="*/ 1350156 w 2366476"/>
              <a:gd name="connsiteY3" fmla="*/ 733373 h 931040"/>
              <a:gd name="connsiteX4" fmla="*/ 1652836 w 2366476"/>
              <a:gd name="connsiteY4" fmla="*/ 697999 h 931040"/>
              <a:gd name="connsiteX5" fmla="*/ 2020690 w 2366476"/>
              <a:gd name="connsiteY5" fmla="*/ 895515 h 931040"/>
              <a:gd name="connsiteX6" fmla="*/ 2344947 w 2366476"/>
              <a:gd name="connsiteY6" fmla="*/ 886183 h 931040"/>
              <a:gd name="connsiteX7" fmla="*/ 2306922 w 2366476"/>
              <a:gd name="connsiteY7" fmla="*/ 448783 h 931040"/>
              <a:gd name="connsiteX8" fmla="*/ 2070870 w 2366476"/>
              <a:gd name="connsiteY8" fmla="*/ 0 h 931040"/>
              <a:gd name="connsiteX0" fmla="*/ 0 w 2428063"/>
              <a:gd name="connsiteY0" fmla="*/ 658930 h 912576"/>
              <a:gd name="connsiteX1" fmla="*/ 641793 w 2428063"/>
              <a:gd name="connsiteY1" fmla="*/ 474879 h 912576"/>
              <a:gd name="connsiteX2" fmla="*/ 980410 w 2428063"/>
              <a:gd name="connsiteY2" fmla="*/ 874616 h 912576"/>
              <a:gd name="connsiteX3" fmla="*/ 1350156 w 2428063"/>
              <a:gd name="connsiteY3" fmla="*/ 733373 h 912576"/>
              <a:gd name="connsiteX4" fmla="*/ 1652836 w 2428063"/>
              <a:gd name="connsiteY4" fmla="*/ 697999 h 912576"/>
              <a:gd name="connsiteX5" fmla="*/ 2020690 w 2428063"/>
              <a:gd name="connsiteY5" fmla="*/ 895515 h 912576"/>
              <a:gd name="connsiteX6" fmla="*/ 2415439 w 2428063"/>
              <a:gd name="connsiteY6" fmla="*/ 851637 h 912576"/>
              <a:gd name="connsiteX7" fmla="*/ 2306922 w 2428063"/>
              <a:gd name="connsiteY7" fmla="*/ 448783 h 912576"/>
              <a:gd name="connsiteX8" fmla="*/ 2070870 w 2428063"/>
              <a:gd name="connsiteY8" fmla="*/ 0 h 912576"/>
              <a:gd name="connsiteX0" fmla="*/ 0 w 2462062"/>
              <a:gd name="connsiteY0" fmla="*/ 658930 h 942223"/>
              <a:gd name="connsiteX1" fmla="*/ 641793 w 2462062"/>
              <a:gd name="connsiteY1" fmla="*/ 474879 h 942223"/>
              <a:gd name="connsiteX2" fmla="*/ 980410 w 2462062"/>
              <a:gd name="connsiteY2" fmla="*/ 874616 h 942223"/>
              <a:gd name="connsiteX3" fmla="*/ 1350156 w 2462062"/>
              <a:gd name="connsiteY3" fmla="*/ 733373 h 942223"/>
              <a:gd name="connsiteX4" fmla="*/ 1652836 w 2462062"/>
              <a:gd name="connsiteY4" fmla="*/ 697999 h 942223"/>
              <a:gd name="connsiteX5" fmla="*/ 2020690 w 2462062"/>
              <a:gd name="connsiteY5" fmla="*/ 895515 h 942223"/>
              <a:gd name="connsiteX6" fmla="*/ 2415439 w 2462062"/>
              <a:gd name="connsiteY6" fmla="*/ 851637 h 942223"/>
              <a:gd name="connsiteX7" fmla="*/ 2306922 w 2462062"/>
              <a:gd name="connsiteY7" fmla="*/ 448783 h 942223"/>
              <a:gd name="connsiteX8" fmla="*/ 2070870 w 2462062"/>
              <a:gd name="connsiteY8" fmla="*/ 0 h 94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2062" h="942223">
                <a:moveTo>
                  <a:pt x="0" y="658930"/>
                </a:moveTo>
                <a:cubicBezTo>
                  <a:pt x="286941" y="929254"/>
                  <a:pt x="478391" y="438931"/>
                  <a:pt x="641793" y="474879"/>
                </a:cubicBezTo>
                <a:cubicBezTo>
                  <a:pt x="805195" y="510827"/>
                  <a:pt x="862350" y="831534"/>
                  <a:pt x="980410" y="874616"/>
                </a:cubicBezTo>
                <a:cubicBezTo>
                  <a:pt x="1098471" y="917698"/>
                  <a:pt x="1238085" y="762809"/>
                  <a:pt x="1350156" y="733373"/>
                </a:cubicBezTo>
                <a:cubicBezTo>
                  <a:pt x="1462227" y="703937"/>
                  <a:pt x="1582966" y="662784"/>
                  <a:pt x="1652836" y="697999"/>
                </a:cubicBezTo>
                <a:cubicBezTo>
                  <a:pt x="1722706" y="733214"/>
                  <a:pt x="1893590" y="869909"/>
                  <a:pt x="2020690" y="895515"/>
                </a:cubicBezTo>
                <a:cubicBezTo>
                  <a:pt x="2147790" y="921121"/>
                  <a:pt x="2283907" y="1006809"/>
                  <a:pt x="2415439" y="851637"/>
                </a:cubicBezTo>
                <a:cubicBezTo>
                  <a:pt x="2546971" y="696465"/>
                  <a:pt x="2364350" y="590722"/>
                  <a:pt x="2306922" y="448783"/>
                </a:cubicBezTo>
                <a:cubicBezTo>
                  <a:pt x="2249494" y="306844"/>
                  <a:pt x="2155842" y="133580"/>
                  <a:pt x="2070870" y="0"/>
                </a:cubicBezTo>
              </a:path>
            </a:pathLst>
          </a:custGeom>
          <a:noFill/>
          <a:ln w="6350" cap="rnd">
            <a:solidFill>
              <a:schemeClr val="tx1">
                <a:alpha val="35000"/>
              </a:schemeClr>
            </a:solidFill>
            <a:prstDash val="dash"/>
            <a:round/>
          </a:ln>
        </p:spPr>
        <p:txBody>
          <a:bodyPr rtlCol="0" anchor="ctr"/>
          <a:lstStyle/>
          <a:p>
            <a:endParaRPr lang="en-US"/>
          </a:p>
        </p:txBody>
      </p:sp>
      <p:sp>
        <p:nvSpPr>
          <p:cNvPr id="123" name="Freeform: Shape 122">
            <a:extLst>
              <a:ext uri="{FF2B5EF4-FFF2-40B4-BE49-F238E27FC236}">
                <a16:creationId xmlns:a16="http://schemas.microsoft.com/office/drawing/2014/main" id="{4434BB63-7D3D-FE4B-91E1-54C77F70227C}"/>
              </a:ext>
            </a:extLst>
          </p:cNvPr>
          <p:cNvSpPr/>
          <p:nvPr userDrawn="1"/>
        </p:nvSpPr>
        <p:spPr>
          <a:xfrm rot="12825190" flipV="1">
            <a:off x="12207968" y="18000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24" name="Freeform: Shape 123">
            <a:extLst>
              <a:ext uri="{FF2B5EF4-FFF2-40B4-BE49-F238E27FC236}">
                <a16:creationId xmlns:a16="http://schemas.microsoft.com/office/drawing/2014/main" id="{99FE4055-1E84-5167-B8D2-80F82C64C1F4}"/>
              </a:ext>
            </a:extLst>
          </p:cNvPr>
          <p:cNvSpPr/>
          <p:nvPr userDrawn="1"/>
        </p:nvSpPr>
        <p:spPr>
          <a:xfrm rot="12825190" flipV="1">
            <a:off x="12207968" y="18000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25" name="Freeform: Shape 124">
            <a:extLst>
              <a:ext uri="{FF2B5EF4-FFF2-40B4-BE49-F238E27FC236}">
                <a16:creationId xmlns:a16="http://schemas.microsoft.com/office/drawing/2014/main" id="{B3B4AE41-EA6F-0DEC-DC21-0A80BEF6F5BB}"/>
              </a:ext>
            </a:extLst>
          </p:cNvPr>
          <p:cNvSpPr/>
          <p:nvPr userDrawn="1"/>
        </p:nvSpPr>
        <p:spPr>
          <a:xfrm rot="12261333" flipV="1">
            <a:off x="10846462" y="156594"/>
            <a:ext cx="1550123" cy="696235"/>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0 w 1234226"/>
              <a:gd name="connsiteY0" fmla="*/ 911733 h 911733"/>
              <a:gd name="connsiteX1" fmla="*/ 570383 w 1234226"/>
              <a:gd name="connsiteY1" fmla="*/ 721710 h 911733"/>
              <a:gd name="connsiteX2" fmla="*/ 954774 w 1234226"/>
              <a:gd name="connsiteY2" fmla="*/ 737391 h 911733"/>
              <a:gd name="connsiteX3" fmla="*/ 1215692 w 1234226"/>
              <a:gd name="connsiteY3" fmla="*/ 723688 h 911733"/>
              <a:gd name="connsiteX4" fmla="*/ 1136809 w 1234226"/>
              <a:gd name="connsiteY4" fmla="*/ 457104 h 911733"/>
              <a:gd name="connsiteX5" fmla="*/ 530352 w 1234226"/>
              <a:gd name="connsiteY5" fmla="*/ 0 h 911733"/>
              <a:gd name="connsiteX0" fmla="*/ 0 w 1234186"/>
              <a:gd name="connsiteY0" fmla="*/ 819803 h 819803"/>
              <a:gd name="connsiteX1" fmla="*/ 570383 w 1234186"/>
              <a:gd name="connsiteY1" fmla="*/ 629780 h 819803"/>
              <a:gd name="connsiteX2" fmla="*/ 954774 w 1234186"/>
              <a:gd name="connsiteY2" fmla="*/ 645461 h 819803"/>
              <a:gd name="connsiteX3" fmla="*/ 1215692 w 1234186"/>
              <a:gd name="connsiteY3" fmla="*/ 631758 h 819803"/>
              <a:gd name="connsiteX4" fmla="*/ 1136809 w 1234186"/>
              <a:gd name="connsiteY4" fmla="*/ 365174 h 819803"/>
              <a:gd name="connsiteX5" fmla="*/ 531317 w 1234186"/>
              <a:gd name="connsiteY5" fmla="*/ 0 h 819803"/>
              <a:gd name="connsiteX0" fmla="*/ 0 w 1234186"/>
              <a:gd name="connsiteY0" fmla="*/ 819803 h 819803"/>
              <a:gd name="connsiteX1" fmla="*/ 570383 w 1234186"/>
              <a:gd name="connsiteY1" fmla="*/ 629780 h 819803"/>
              <a:gd name="connsiteX2" fmla="*/ 954774 w 1234186"/>
              <a:gd name="connsiteY2" fmla="*/ 645461 h 819803"/>
              <a:gd name="connsiteX3" fmla="*/ 1215692 w 1234186"/>
              <a:gd name="connsiteY3" fmla="*/ 631758 h 819803"/>
              <a:gd name="connsiteX4" fmla="*/ 1136809 w 1234186"/>
              <a:gd name="connsiteY4" fmla="*/ 365174 h 819803"/>
              <a:gd name="connsiteX5" fmla="*/ 531317 w 1234186"/>
              <a:gd name="connsiteY5" fmla="*/ 0 h 819803"/>
              <a:gd name="connsiteX0" fmla="*/ 0 w 1266004"/>
              <a:gd name="connsiteY0" fmla="*/ 819803 h 819803"/>
              <a:gd name="connsiteX1" fmla="*/ 570383 w 1266004"/>
              <a:gd name="connsiteY1" fmla="*/ 629780 h 819803"/>
              <a:gd name="connsiteX2" fmla="*/ 954774 w 1266004"/>
              <a:gd name="connsiteY2" fmla="*/ 645461 h 819803"/>
              <a:gd name="connsiteX3" fmla="*/ 1215692 w 1266004"/>
              <a:gd name="connsiteY3" fmla="*/ 631758 h 819803"/>
              <a:gd name="connsiteX4" fmla="*/ 1198532 w 1266004"/>
              <a:gd name="connsiteY4" fmla="*/ 322566 h 819803"/>
              <a:gd name="connsiteX5" fmla="*/ 531317 w 1266004"/>
              <a:gd name="connsiteY5" fmla="*/ 0 h 819803"/>
              <a:gd name="connsiteX0" fmla="*/ 0 w 1266004"/>
              <a:gd name="connsiteY0" fmla="*/ 1144981 h 1144981"/>
              <a:gd name="connsiteX1" fmla="*/ 570383 w 1266004"/>
              <a:gd name="connsiteY1" fmla="*/ 954958 h 1144981"/>
              <a:gd name="connsiteX2" fmla="*/ 954774 w 1266004"/>
              <a:gd name="connsiteY2" fmla="*/ 970639 h 1144981"/>
              <a:gd name="connsiteX3" fmla="*/ 1215692 w 1266004"/>
              <a:gd name="connsiteY3" fmla="*/ 956936 h 1144981"/>
              <a:gd name="connsiteX4" fmla="*/ 1198532 w 1266004"/>
              <a:gd name="connsiteY4" fmla="*/ 647744 h 1144981"/>
              <a:gd name="connsiteX5" fmla="*/ 776653 w 1266004"/>
              <a:gd name="connsiteY5" fmla="*/ 0 h 1144981"/>
              <a:gd name="connsiteX0" fmla="*/ 0 w 1266004"/>
              <a:gd name="connsiteY0" fmla="*/ 1144981 h 1144981"/>
              <a:gd name="connsiteX1" fmla="*/ 570383 w 1266004"/>
              <a:gd name="connsiteY1" fmla="*/ 954958 h 1144981"/>
              <a:gd name="connsiteX2" fmla="*/ 954774 w 1266004"/>
              <a:gd name="connsiteY2" fmla="*/ 970639 h 1144981"/>
              <a:gd name="connsiteX3" fmla="*/ 1215692 w 1266004"/>
              <a:gd name="connsiteY3" fmla="*/ 956936 h 1144981"/>
              <a:gd name="connsiteX4" fmla="*/ 1198532 w 1266004"/>
              <a:gd name="connsiteY4" fmla="*/ 647744 h 1144981"/>
              <a:gd name="connsiteX5" fmla="*/ 776653 w 1266004"/>
              <a:gd name="connsiteY5" fmla="*/ 0 h 1144981"/>
              <a:gd name="connsiteX0" fmla="*/ 0 w 1489179"/>
              <a:gd name="connsiteY0" fmla="*/ 1048297 h 1048297"/>
              <a:gd name="connsiteX1" fmla="*/ 793558 w 1489179"/>
              <a:gd name="connsiteY1" fmla="*/ 954958 h 1048297"/>
              <a:gd name="connsiteX2" fmla="*/ 1177949 w 1489179"/>
              <a:gd name="connsiteY2" fmla="*/ 970639 h 1048297"/>
              <a:gd name="connsiteX3" fmla="*/ 1438867 w 1489179"/>
              <a:gd name="connsiteY3" fmla="*/ 956936 h 1048297"/>
              <a:gd name="connsiteX4" fmla="*/ 1421707 w 1489179"/>
              <a:gd name="connsiteY4" fmla="*/ 647744 h 1048297"/>
              <a:gd name="connsiteX5" fmla="*/ 999828 w 1489179"/>
              <a:gd name="connsiteY5" fmla="*/ 0 h 1048297"/>
              <a:gd name="connsiteX0" fmla="*/ 0 w 1489179"/>
              <a:gd name="connsiteY0" fmla="*/ 1048297 h 1129557"/>
              <a:gd name="connsiteX1" fmla="*/ 793558 w 1489179"/>
              <a:gd name="connsiteY1" fmla="*/ 954958 h 1129557"/>
              <a:gd name="connsiteX2" fmla="*/ 1177949 w 1489179"/>
              <a:gd name="connsiteY2" fmla="*/ 970639 h 1129557"/>
              <a:gd name="connsiteX3" fmla="*/ 1438867 w 1489179"/>
              <a:gd name="connsiteY3" fmla="*/ 956936 h 1129557"/>
              <a:gd name="connsiteX4" fmla="*/ 1421707 w 1489179"/>
              <a:gd name="connsiteY4" fmla="*/ 647744 h 1129557"/>
              <a:gd name="connsiteX5" fmla="*/ 999828 w 1489179"/>
              <a:gd name="connsiteY5" fmla="*/ 0 h 1129557"/>
              <a:gd name="connsiteX0" fmla="*/ 0 w 1489179"/>
              <a:gd name="connsiteY0" fmla="*/ 1048297 h 1114069"/>
              <a:gd name="connsiteX1" fmla="*/ 617572 w 1489179"/>
              <a:gd name="connsiteY1" fmla="*/ 846481 h 1114069"/>
              <a:gd name="connsiteX2" fmla="*/ 1177949 w 1489179"/>
              <a:gd name="connsiteY2" fmla="*/ 970639 h 1114069"/>
              <a:gd name="connsiteX3" fmla="*/ 1438867 w 1489179"/>
              <a:gd name="connsiteY3" fmla="*/ 956936 h 1114069"/>
              <a:gd name="connsiteX4" fmla="*/ 1421707 w 1489179"/>
              <a:gd name="connsiteY4" fmla="*/ 647744 h 1114069"/>
              <a:gd name="connsiteX5" fmla="*/ 999828 w 1489179"/>
              <a:gd name="connsiteY5" fmla="*/ 0 h 1114069"/>
              <a:gd name="connsiteX0" fmla="*/ 0 w 1489179"/>
              <a:gd name="connsiteY0" fmla="*/ 1048297 h 1112474"/>
              <a:gd name="connsiteX1" fmla="*/ 617572 w 1489179"/>
              <a:gd name="connsiteY1" fmla="*/ 846481 h 1112474"/>
              <a:gd name="connsiteX2" fmla="*/ 995894 w 1489179"/>
              <a:gd name="connsiteY2" fmla="*/ 1062564 h 1112474"/>
              <a:gd name="connsiteX3" fmla="*/ 1177949 w 1489179"/>
              <a:gd name="connsiteY3" fmla="*/ 970639 h 1112474"/>
              <a:gd name="connsiteX4" fmla="*/ 1438867 w 1489179"/>
              <a:gd name="connsiteY4" fmla="*/ 956936 h 1112474"/>
              <a:gd name="connsiteX5" fmla="*/ 1421707 w 1489179"/>
              <a:gd name="connsiteY5" fmla="*/ 647744 h 1112474"/>
              <a:gd name="connsiteX6" fmla="*/ 999828 w 1489179"/>
              <a:gd name="connsiteY6" fmla="*/ 0 h 1112474"/>
              <a:gd name="connsiteX0" fmla="*/ 0 w 1492633"/>
              <a:gd name="connsiteY0" fmla="*/ 1048297 h 1112475"/>
              <a:gd name="connsiteX1" fmla="*/ 617572 w 1492633"/>
              <a:gd name="connsiteY1" fmla="*/ 846481 h 1112475"/>
              <a:gd name="connsiteX2" fmla="*/ 995894 w 1492633"/>
              <a:gd name="connsiteY2" fmla="*/ 1062564 h 1112475"/>
              <a:gd name="connsiteX3" fmla="*/ 1115854 w 1492633"/>
              <a:gd name="connsiteY3" fmla="*/ 904064 h 1112475"/>
              <a:gd name="connsiteX4" fmla="*/ 1438867 w 1492633"/>
              <a:gd name="connsiteY4" fmla="*/ 956936 h 1112475"/>
              <a:gd name="connsiteX5" fmla="*/ 1421707 w 1492633"/>
              <a:gd name="connsiteY5" fmla="*/ 647744 h 1112475"/>
              <a:gd name="connsiteX6" fmla="*/ 999828 w 1492633"/>
              <a:gd name="connsiteY6" fmla="*/ 0 h 1112475"/>
              <a:gd name="connsiteX0" fmla="*/ 0 w 1611475"/>
              <a:gd name="connsiteY0" fmla="*/ 1048297 h 1112475"/>
              <a:gd name="connsiteX1" fmla="*/ 617572 w 1611475"/>
              <a:gd name="connsiteY1" fmla="*/ 846481 h 1112475"/>
              <a:gd name="connsiteX2" fmla="*/ 995894 w 1611475"/>
              <a:gd name="connsiteY2" fmla="*/ 1062564 h 1112475"/>
              <a:gd name="connsiteX3" fmla="*/ 1115854 w 1611475"/>
              <a:gd name="connsiteY3" fmla="*/ 904064 h 1112475"/>
              <a:gd name="connsiteX4" fmla="*/ 1598985 w 1611475"/>
              <a:gd name="connsiteY4" fmla="*/ 955450 h 1112475"/>
              <a:gd name="connsiteX5" fmla="*/ 1421707 w 1611475"/>
              <a:gd name="connsiteY5" fmla="*/ 647744 h 1112475"/>
              <a:gd name="connsiteX6" fmla="*/ 999828 w 1611475"/>
              <a:gd name="connsiteY6" fmla="*/ 0 h 1112475"/>
              <a:gd name="connsiteX0" fmla="*/ 0 w 1611475"/>
              <a:gd name="connsiteY0" fmla="*/ 1048297 h 1112475"/>
              <a:gd name="connsiteX1" fmla="*/ 617572 w 1611475"/>
              <a:gd name="connsiteY1" fmla="*/ 846481 h 1112475"/>
              <a:gd name="connsiteX2" fmla="*/ 995894 w 1611475"/>
              <a:gd name="connsiteY2" fmla="*/ 1062564 h 1112475"/>
              <a:gd name="connsiteX3" fmla="*/ 1115854 w 1611475"/>
              <a:gd name="connsiteY3" fmla="*/ 904064 h 1112475"/>
              <a:gd name="connsiteX4" fmla="*/ 1598985 w 1611475"/>
              <a:gd name="connsiteY4" fmla="*/ 955450 h 1112475"/>
              <a:gd name="connsiteX5" fmla="*/ 1421707 w 1611475"/>
              <a:gd name="connsiteY5" fmla="*/ 647744 h 1112475"/>
              <a:gd name="connsiteX6" fmla="*/ 999828 w 1611475"/>
              <a:gd name="connsiteY6" fmla="*/ 0 h 1112475"/>
              <a:gd name="connsiteX0" fmla="*/ 0 w 1611475"/>
              <a:gd name="connsiteY0" fmla="*/ 881515 h 945693"/>
              <a:gd name="connsiteX1" fmla="*/ 617572 w 1611475"/>
              <a:gd name="connsiteY1" fmla="*/ 679699 h 945693"/>
              <a:gd name="connsiteX2" fmla="*/ 995894 w 1611475"/>
              <a:gd name="connsiteY2" fmla="*/ 895782 h 945693"/>
              <a:gd name="connsiteX3" fmla="*/ 1115854 w 1611475"/>
              <a:gd name="connsiteY3" fmla="*/ 737282 h 945693"/>
              <a:gd name="connsiteX4" fmla="*/ 1598985 w 1611475"/>
              <a:gd name="connsiteY4" fmla="*/ 788668 h 945693"/>
              <a:gd name="connsiteX5" fmla="*/ 1421707 w 1611475"/>
              <a:gd name="connsiteY5" fmla="*/ 480962 h 945693"/>
              <a:gd name="connsiteX6" fmla="*/ 1277697 w 1611475"/>
              <a:gd name="connsiteY6" fmla="*/ 0 h 945693"/>
              <a:gd name="connsiteX0" fmla="*/ 0 w 1611475"/>
              <a:gd name="connsiteY0" fmla="*/ 881515 h 945693"/>
              <a:gd name="connsiteX1" fmla="*/ 617572 w 1611475"/>
              <a:gd name="connsiteY1" fmla="*/ 679699 h 945693"/>
              <a:gd name="connsiteX2" fmla="*/ 995894 w 1611475"/>
              <a:gd name="connsiteY2" fmla="*/ 895782 h 945693"/>
              <a:gd name="connsiteX3" fmla="*/ 1115854 w 1611475"/>
              <a:gd name="connsiteY3" fmla="*/ 737282 h 945693"/>
              <a:gd name="connsiteX4" fmla="*/ 1598985 w 1611475"/>
              <a:gd name="connsiteY4" fmla="*/ 788668 h 945693"/>
              <a:gd name="connsiteX5" fmla="*/ 1421707 w 1611475"/>
              <a:gd name="connsiteY5" fmla="*/ 480962 h 945693"/>
              <a:gd name="connsiteX6" fmla="*/ 1277697 w 1611475"/>
              <a:gd name="connsiteY6" fmla="*/ 0 h 945693"/>
              <a:gd name="connsiteX0" fmla="*/ 0 w 1668755"/>
              <a:gd name="connsiteY0" fmla="*/ 881515 h 945693"/>
              <a:gd name="connsiteX1" fmla="*/ 617572 w 1668755"/>
              <a:gd name="connsiteY1" fmla="*/ 679699 h 945693"/>
              <a:gd name="connsiteX2" fmla="*/ 995894 w 1668755"/>
              <a:gd name="connsiteY2" fmla="*/ 895782 h 945693"/>
              <a:gd name="connsiteX3" fmla="*/ 1115854 w 1668755"/>
              <a:gd name="connsiteY3" fmla="*/ 737282 h 945693"/>
              <a:gd name="connsiteX4" fmla="*/ 1598985 w 1668755"/>
              <a:gd name="connsiteY4" fmla="*/ 788668 h 945693"/>
              <a:gd name="connsiteX5" fmla="*/ 1592873 w 1668755"/>
              <a:gd name="connsiteY5" fmla="*/ 431485 h 945693"/>
              <a:gd name="connsiteX6" fmla="*/ 1277697 w 1668755"/>
              <a:gd name="connsiteY6" fmla="*/ 0 h 945693"/>
              <a:gd name="connsiteX0" fmla="*/ 0 w 1668755"/>
              <a:gd name="connsiteY0" fmla="*/ 881515 h 947322"/>
              <a:gd name="connsiteX1" fmla="*/ 617572 w 1668755"/>
              <a:gd name="connsiteY1" fmla="*/ 679699 h 947322"/>
              <a:gd name="connsiteX2" fmla="*/ 845380 w 1668755"/>
              <a:gd name="connsiteY2" fmla="*/ 801884 h 947322"/>
              <a:gd name="connsiteX3" fmla="*/ 1115854 w 1668755"/>
              <a:gd name="connsiteY3" fmla="*/ 737282 h 947322"/>
              <a:gd name="connsiteX4" fmla="*/ 1598985 w 1668755"/>
              <a:gd name="connsiteY4" fmla="*/ 788668 h 947322"/>
              <a:gd name="connsiteX5" fmla="*/ 1592873 w 1668755"/>
              <a:gd name="connsiteY5" fmla="*/ 431485 h 947322"/>
              <a:gd name="connsiteX6" fmla="*/ 1277697 w 1668755"/>
              <a:gd name="connsiteY6" fmla="*/ 0 h 947322"/>
              <a:gd name="connsiteX0" fmla="*/ 0 w 1668355"/>
              <a:gd name="connsiteY0" fmla="*/ 881515 h 947322"/>
              <a:gd name="connsiteX1" fmla="*/ 617572 w 1668355"/>
              <a:gd name="connsiteY1" fmla="*/ 679699 h 947322"/>
              <a:gd name="connsiteX2" fmla="*/ 845380 w 1668355"/>
              <a:gd name="connsiteY2" fmla="*/ 801884 h 947322"/>
              <a:gd name="connsiteX3" fmla="*/ 1122669 w 1668355"/>
              <a:gd name="connsiteY3" fmla="*/ 632545 h 947322"/>
              <a:gd name="connsiteX4" fmla="*/ 1598985 w 1668355"/>
              <a:gd name="connsiteY4" fmla="*/ 788668 h 947322"/>
              <a:gd name="connsiteX5" fmla="*/ 1592873 w 1668355"/>
              <a:gd name="connsiteY5" fmla="*/ 431485 h 947322"/>
              <a:gd name="connsiteX6" fmla="*/ 1277697 w 1668355"/>
              <a:gd name="connsiteY6" fmla="*/ 0 h 94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8355" h="947322">
                <a:moveTo>
                  <a:pt x="0" y="881515"/>
                </a:moveTo>
                <a:cubicBezTo>
                  <a:pt x="159672" y="1103743"/>
                  <a:pt x="476675" y="692971"/>
                  <a:pt x="617572" y="679699"/>
                </a:cubicBezTo>
                <a:cubicBezTo>
                  <a:pt x="758469" y="666427"/>
                  <a:pt x="751984" y="781191"/>
                  <a:pt x="845380" y="801884"/>
                </a:cubicBezTo>
                <a:cubicBezTo>
                  <a:pt x="938776" y="822577"/>
                  <a:pt x="997068" y="634748"/>
                  <a:pt x="1122669" y="632545"/>
                </a:cubicBezTo>
                <a:cubicBezTo>
                  <a:pt x="1248270" y="630342"/>
                  <a:pt x="1520618" y="822178"/>
                  <a:pt x="1598985" y="788668"/>
                </a:cubicBezTo>
                <a:cubicBezTo>
                  <a:pt x="1677352" y="755158"/>
                  <a:pt x="1706935" y="536778"/>
                  <a:pt x="1592873" y="431485"/>
                </a:cubicBezTo>
                <a:cubicBezTo>
                  <a:pt x="1478811" y="326192"/>
                  <a:pt x="1331620" y="241921"/>
                  <a:pt x="1277697" y="0"/>
                </a:cubicBezTo>
              </a:path>
            </a:pathLst>
          </a:custGeom>
          <a:noFill/>
          <a:ln w="9525" cap="rnd">
            <a:solidFill>
              <a:schemeClr val="tx1">
                <a:alpha val="35000"/>
              </a:schemeClr>
            </a:solidFill>
            <a:prstDash val="solid"/>
            <a:round/>
          </a:ln>
        </p:spPr>
        <p:txBody>
          <a:bodyPr rtlCol="0" anchor="ctr"/>
          <a:lstStyle/>
          <a:p>
            <a:endParaRPr lang="en-US"/>
          </a:p>
        </p:txBody>
      </p:sp>
      <p:sp>
        <p:nvSpPr>
          <p:cNvPr id="126" name="Freeform: Shape 125">
            <a:extLst>
              <a:ext uri="{FF2B5EF4-FFF2-40B4-BE49-F238E27FC236}">
                <a16:creationId xmlns:a16="http://schemas.microsoft.com/office/drawing/2014/main" id="{4351D34E-5D9D-C650-6DA3-445FAB4BD165}"/>
              </a:ext>
            </a:extLst>
          </p:cNvPr>
          <p:cNvSpPr/>
          <p:nvPr userDrawn="1"/>
        </p:nvSpPr>
        <p:spPr>
          <a:xfrm rot="12825190" flipV="1">
            <a:off x="10336113" y="351013"/>
            <a:ext cx="2124052" cy="779293"/>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81987"/>
              <a:gd name="connsiteY0" fmla="*/ 451295 h 602179"/>
              <a:gd name="connsiteX1" fmla="*/ 335661 w 1781987"/>
              <a:gd name="connsiteY1" fmla="*/ 319373 h 602179"/>
              <a:gd name="connsiteX2" fmla="*/ 629984 w 1781987"/>
              <a:gd name="connsiteY2" fmla="*/ 264319 h 602179"/>
              <a:gd name="connsiteX3" fmla="*/ 878777 w 1781987"/>
              <a:gd name="connsiteY3" fmla="*/ 278702 h 602179"/>
              <a:gd name="connsiteX4" fmla="*/ 1024700 w 1781987"/>
              <a:gd name="connsiteY4" fmla="*/ 302609 h 602179"/>
              <a:gd name="connsiteX5" fmla="*/ 1316641 w 1781987"/>
              <a:gd name="connsiteY5" fmla="*/ 360045 h 602179"/>
              <a:gd name="connsiteX6" fmla="*/ 1644436 w 1781987"/>
              <a:gd name="connsiteY6" fmla="*/ 602136 h 602179"/>
              <a:gd name="connsiteX7" fmla="*/ 1704023 w 1781987"/>
              <a:gd name="connsiteY7" fmla="*/ 0 h 602179"/>
              <a:gd name="connsiteX0" fmla="*/ 0 w 1825254"/>
              <a:gd name="connsiteY0" fmla="*/ 451295 h 602180"/>
              <a:gd name="connsiteX1" fmla="*/ 335661 w 1825254"/>
              <a:gd name="connsiteY1" fmla="*/ 319373 h 602180"/>
              <a:gd name="connsiteX2" fmla="*/ 629984 w 1825254"/>
              <a:gd name="connsiteY2" fmla="*/ 264319 h 602180"/>
              <a:gd name="connsiteX3" fmla="*/ 878777 w 1825254"/>
              <a:gd name="connsiteY3" fmla="*/ 278702 h 602180"/>
              <a:gd name="connsiteX4" fmla="*/ 1024700 w 1825254"/>
              <a:gd name="connsiteY4" fmla="*/ 302609 h 602180"/>
              <a:gd name="connsiteX5" fmla="*/ 1316641 w 1825254"/>
              <a:gd name="connsiteY5" fmla="*/ 360045 h 602180"/>
              <a:gd name="connsiteX6" fmla="*/ 1644436 w 1825254"/>
              <a:gd name="connsiteY6" fmla="*/ 602136 h 602180"/>
              <a:gd name="connsiteX7" fmla="*/ 1704023 w 1825254"/>
              <a:gd name="connsiteY7" fmla="*/ 0 h 602180"/>
              <a:gd name="connsiteX0" fmla="*/ 0 w 1824780"/>
              <a:gd name="connsiteY0" fmla="*/ 355010 h 505895"/>
              <a:gd name="connsiteX1" fmla="*/ 335661 w 1824780"/>
              <a:gd name="connsiteY1" fmla="*/ 223088 h 505895"/>
              <a:gd name="connsiteX2" fmla="*/ 629984 w 1824780"/>
              <a:gd name="connsiteY2" fmla="*/ 168034 h 505895"/>
              <a:gd name="connsiteX3" fmla="*/ 878777 w 1824780"/>
              <a:gd name="connsiteY3" fmla="*/ 182417 h 505895"/>
              <a:gd name="connsiteX4" fmla="*/ 1024700 w 1824780"/>
              <a:gd name="connsiteY4" fmla="*/ 206324 h 505895"/>
              <a:gd name="connsiteX5" fmla="*/ 1316641 w 1824780"/>
              <a:gd name="connsiteY5" fmla="*/ 263760 h 505895"/>
              <a:gd name="connsiteX6" fmla="*/ 1644436 w 1824780"/>
              <a:gd name="connsiteY6" fmla="*/ 505851 h 505895"/>
              <a:gd name="connsiteX7" fmla="*/ 1703192 w 1824780"/>
              <a:gd name="connsiteY7" fmla="*/ 0 h 505895"/>
              <a:gd name="connsiteX0" fmla="*/ 0 w 1837532"/>
              <a:gd name="connsiteY0" fmla="*/ 355010 h 505895"/>
              <a:gd name="connsiteX1" fmla="*/ 335661 w 1837532"/>
              <a:gd name="connsiteY1" fmla="*/ 223088 h 505895"/>
              <a:gd name="connsiteX2" fmla="*/ 629984 w 1837532"/>
              <a:gd name="connsiteY2" fmla="*/ 168034 h 505895"/>
              <a:gd name="connsiteX3" fmla="*/ 878777 w 1837532"/>
              <a:gd name="connsiteY3" fmla="*/ 182417 h 505895"/>
              <a:gd name="connsiteX4" fmla="*/ 1024700 w 1837532"/>
              <a:gd name="connsiteY4" fmla="*/ 206324 h 505895"/>
              <a:gd name="connsiteX5" fmla="*/ 1316641 w 1837532"/>
              <a:gd name="connsiteY5" fmla="*/ 263760 h 505895"/>
              <a:gd name="connsiteX6" fmla="*/ 1644436 w 1837532"/>
              <a:gd name="connsiteY6" fmla="*/ 505851 h 505895"/>
              <a:gd name="connsiteX7" fmla="*/ 1703192 w 1837532"/>
              <a:gd name="connsiteY7" fmla="*/ 0 h 505895"/>
              <a:gd name="connsiteX0" fmla="*/ 0 w 1936213"/>
              <a:gd name="connsiteY0" fmla="*/ 234451 h 505895"/>
              <a:gd name="connsiteX1" fmla="*/ 434342 w 1936213"/>
              <a:gd name="connsiteY1" fmla="*/ 223088 h 505895"/>
              <a:gd name="connsiteX2" fmla="*/ 728665 w 1936213"/>
              <a:gd name="connsiteY2" fmla="*/ 168034 h 505895"/>
              <a:gd name="connsiteX3" fmla="*/ 977458 w 1936213"/>
              <a:gd name="connsiteY3" fmla="*/ 182417 h 505895"/>
              <a:gd name="connsiteX4" fmla="*/ 1123381 w 1936213"/>
              <a:gd name="connsiteY4" fmla="*/ 206324 h 505895"/>
              <a:gd name="connsiteX5" fmla="*/ 1415322 w 1936213"/>
              <a:gd name="connsiteY5" fmla="*/ 263760 h 505895"/>
              <a:gd name="connsiteX6" fmla="*/ 1743117 w 1936213"/>
              <a:gd name="connsiteY6" fmla="*/ 505851 h 505895"/>
              <a:gd name="connsiteX7" fmla="*/ 1801873 w 1936213"/>
              <a:gd name="connsiteY7" fmla="*/ 0 h 505895"/>
              <a:gd name="connsiteX0" fmla="*/ 0 w 1936213"/>
              <a:gd name="connsiteY0" fmla="*/ 234451 h 505895"/>
              <a:gd name="connsiteX1" fmla="*/ 434342 w 1936213"/>
              <a:gd name="connsiteY1" fmla="*/ 223088 h 505895"/>
              <a:gd name="connsiteX2" fmla="*/ 728665 w 1936213"/>
              <a:gd name="connsiteY2" fmla="*/ 168034 h 505895"/>
              <a:gd name="connsiteX3" fmla="*/ 977458 w 1936213"/>
              <a:gd name="connsiteY3" fmla="*/ 182417 h 505895"/>
              <a:gd name="connsiteX4" fmla="*/ 1123381 w 1936213"/>
              <a:gd name="connsiteY4" fmla="*/ 206324 h 505895"/>
              <a:gd name="connsiteX5" fmla="*/ 1415322 w 1936213"/>
              <a:gd name="connsiteY5" fmla="*/ 263760 h 505895"/>
              <a:gd name="connsiteX6" fmla="*/ 1743117 w 1936213"/>
              <a:gd name="connsiteY6" fmla="*/ 505851 h 505895"/>
              <a:gd name="connsiteX7" fmla="*/ 1801873 w 1936213"/>
              <a:gd name="connsiteY7" fmla="*/ 0 h 505895"/>
              <a:gd name="connsiteX0" fmla="*/ 0 w 1936213"/>
              <a:gd name="connsiteY0" fmla="*/ 234451 h 505895"/>
              <a:gd name="connsiteX1" fmla="*/ 454939 w 1936213"/>
              <a:gd name="connsiteY1" fmla="*/ 140636 h 505895"/>
              <a:gd name="connsiteX2" fmla="*/ 728665 w 1936213"/>
              <a:gd name="connsiteY2" fmla="*/ 168034 h 505895"/>
              <a:gd name="connsiteX3" fmla="*/ 977458 w 1936213"/>
              <a:gd name="connsiteY3" fmla="*/ 182417 h 505895"/>
              <a:gd name="connsiteX4" fmla="*/ 1123381 w 1936213"/>
              <a:gd name="connsiteY4" fmla="*/ 206324 h 505895"/>
              <a:gd name="connsiteX5" fmla="*/ 1415322 w 1936213"/>
              <a:gd name="connsiteY5" fmla="*/ 263760 h 505895"/>
              <a:gd name="connsiteX6" fmla="*/ 1743117 w 1936213"/>
              <a:gd name="connsiteY6" fmla="*/ 505851 h 505895"/>
              <a:gd name="connsiteX7" fmla="*/ 1801873 w 1936213"/>
              <a:gd name="connsiteY7" fmla="*/ 0 h 505895"/>
              <a:gd name="connsiteX0" fmla="*/ 0 w 1936213"/>
              <a:gd name="connsiteY0" fmla="*/ 234451 h 505895"/>
              <a:gd name="connsiteX1" fmla="*/ 454939 w 1936213"/>
              <a:gd name="connsiteY1" fmla="*/ 140636 h 505895"/>
              <a:gd name="connsiteX2" fmla="*/ 728665 w 1936213"/>
              <a:gd name="connsiteY2" fmla="*/ 168034 h 505895"/>
              <a:gd name="connsiteX3" fmla="*/ 996560 w 1936213"/>
              <a:gd name="connsiteY3" fmla="*/ 349052 h 505895"/>
              <a:gd name="connsiteX4" fmla="*/ 1123381 w 1936213"/>
              <a:gd name="connsiteY4" fmla="*/ 206324 h 505895"/>
              <a:gd name="connsiteX5" fmla="*/ 1415322 w 1936213"/>
              <a:gd name="connsiteY5" fmla="*/ 263760 h 505895"/>
              <a:gd name="connsiteX6" fmla="*/ 1743117 w 1936213"/>
              <a:gd name="connsiteY6" fmla="*/ 505851 h 505895"/>
              <a:gd name="connsiteX7" fmla="*/ 1801873 w 1936213"/>
              <a:gd name="connsiteY7" fmla="*/ 0 h 505895"/>
              <a:gd name="connsiteX0" fmla="*/ 0 w 1936213"/>
              <a:gd name="connsiteY0" fmla="*/ 234451 h 505897"/>
              <a:gd name="connsiteX1" fmla="*/ 454939 w 1936213"/>
              <a:gd name="connsiteY1" fmla="*/ 140636 h 505897"/>
              <a:gd name="connsiteX2" fmla="*/ 728665 w 1936213"/>
              <a:gd name="connsiteY2" fmla="*/ 168034 h 505897"/>
              <a:gd name="connsiteX3" fmla="*/ 996560 w 1936213"/>
              <a:gd name="connsiteY3" fmla="*/ 349052 h 505897"/>
              <a:gd name="connsiteX4" fmla="*/ 1156773 w 1936213"/>
              <a:gd name="connsiteY4" fmla="*/ 163481 h 505897"/>
              <a:gd name="connsiteX5" fmla="*/ 1415322 w 1936213"/>
              <a:gd name="connsiteY5" fmla="*/ 263760 h 505897"/>
              <a:gd name="connsiteX6" fmla="*/ 1743117 w 1936213"/>
              <a:gd name="connsiteY6" fmla="*/ 505851 h 505897"/>
              <a:gd name="connsiteX7" fmla="*/ 1801873 w 1936213"/>
              <a:gd name="connsiteY7" fmla="*/ 0 h 505897"/>
              <a:gd name="connsiteX0" fmla="*/ 0 w 1866959"/>
              <a:gd name="connsiteY0" fmla="*/ 620667 h 892113"/>
              <a:gd name="connsiteX1" fmla="*/ 454939 w 1866959"/>
              <a:gd name="connsiteY1" fmla="*/ 526852 h 892113"/>
              <a:gd name="connsiteX2" fmla="*/ 728665 w 1866959"/>
              <a:gd name="connsiteY2" fmla="*/ 554250 h 892113"/>
              <a:gd name="connsiteX3" fmla="*/ 996560 w 1866959"/>
              <a:gd name="connsiteY3" fmla="*/ 735268 h 892113"/>
              <a:gd name="connsiteX4" fmla="*/ 1156773 w 1866959"/>
              <a:gd name="connsiteY4" fmla="*/ 549697 h 892113"/>
              <a:gd name="connsiteX5" fmla="*/ 1415322 w 1866959"/>
              <a:gd name="connsiteY5" fmla="*/ 649976 h 892113"/>
              <a:gd name="connsiteX6" fmla="*/ 1743117 w 1866959"/>
              <a:gd name="connsiteY6" fmla="*/ 892067 h 892113"/>
              <a:gd name="connsiteX7" fmla="*/ 1652102 w 1866959"/>
              <a:gd name="connsiteY7" fmla="*/ -1 h 892113"/>
              <a:gd name="connsiteX0" fmla="*/ 0 w 1891088"/>
              <a:gd name="connsiteY0" fmla="*/ 620668 h 892123"/>
              <a:gd name="connsiteX1" fmla="*/ 454939 w 1891088"/>
              <a:gd name="connsiteY1" fmla="*/ 526853 h 892123"/>
              <a:gd name="connsiteX2" fmla="*/ 728665 w 1891088"/>
              <a:gd name="connsiteY2" fmla="*/ 554251 h 892123"/>
              <a:gd name="connsiteX3" fmla="*/ 996560 w 1891088"/>
              <a:gd name="connsiteY3" fmla="*/ 735269 h 892123"/>
              <a:gd name="connsiteX4" fmla="*/ 1156773 w 1891088"/>
              <a:gd name="connsiteY4" fmla="*/ 549698 h 892123"/>
              <a:gd name="connsiteX5" fmla="*/ 1415322 w 1891088"/>
              <a:gd name="connsiteY5" fmla="*/ 649977 h 892123"/>
              <a:gd name="connsiteX6" fmla="*/ 1743117 w 1891088"/>
              <a:gd name="connsiteY6" fmla="*/ 892068 h 892123"/>
              <a:gd name="connsiteX7" fmla="*/ 1889291 w 1891088"/>
              <a:gd name="connsiteY7" fmla="*/ 728036 h 892123"/>
              <a:gd name="connsiteX8" fmla="*/ 1652102 w 1891088"/>
              <a:gd name="connsiteY8" fmla="*/ 0 h 89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1088" h="892123">
                <a:moveTo>
                  <a:pt x="0" y="620668"/>
                </a:moveTo>
                <a:cubicBezTo>
                  <a:pt x="151622" y="862706"/>
                  <a:pt x="333495" y="537922"/>
                  <a:pt x="454939" y="526853"/>
                </a:cubicBezTo>
                <a:cubicBezTo>
                  <a:pt x="546181" y="535986"/>
                  <a:pt x="638395" y="519515"/>
                  <a:pt x="728665" y="554251"/>
                </a:cubicBezTo>
                <a:cubicBezTo>
                  <a:pt x="818935" y="588987"/>
                  <a:pt x="925209" y="736028"/>
                  <a:pt x="996560" y="735269"/>
                </a:cubicBezTo>
                <a:cubicBezTo>
                  <a:pt x="1067911" y="734510"/>
                  <a:pt x="1086979" y="563913"/>
                  <a:pt x="1156773" y="549698"/>
                </a:cubicBezTo>
                <a:cubicBezTo>
                  <a:pt x="1226567" y="535483"/>
                  <a:pt x="1317598" y="592915"/>
                  <a:pt x="1415322" y="649977"/>
                </a:cubicBezTo>
                <a:cubicBezTo>
                  <a:pt x="1513046" y="707039"/>
                  <a:pt x="1665395" y="890882"/>
                  <a:pt x="1743117" y="892068"/>
                </a:cubicBezTo>
                <a:cubicBezTo>
                  <a:pt x="1820839" y="893254"/>
                  <a:pt x="1904460" y="876714"/>
                  <a:pt x="1889291" y="728036"/>
                </a:cubicBezTo>
                <a:cubicBezTo>
                  <a:pt x="1874122" y="579358"/>
                  <a:pt x="1690361" y="109516"/>
                  <a:pt x="1652102" y="0"/>
                </a:cubicBezTo>
              </a:path>
            </a:pathLst>
          </a:custGeom>
          <a:noFill/>
          <a:ln w="6350" cap="rnd">
            <a:solidFill>
              <a:schemeClr val="tx1">
                <a:alpha val="35000"/>
              </a:schemeClr>
            </a:solidFill>
            <a:prstDash val="dash"/>
            <a:round/>
          </a:ln>
        </p:spPr>
        <p:txBody>
          <a:bodyPr rtlCol="0" anchor="ctr"/>
          <a:lstStyle/>
          <a:p>
            <a:endParaRPr lang="en-US"/>
          </a:p>
        </p:txBody>
      </p:sp>
      <p:sp>
        <p:nvSpPr>
          <p:cNvPr id="127" name="Freeform: Shape 126">
            <a:extLst>
              <a:ext uri="{FF2B5EF4-FFF2-40B4-BE49-F238E27FC236}">
                <a16:creationId xmlns:a16="http://schemas.microsoft.com/office/drawing/2014/main" id="{F7445B87-086C-BB64-D5BE-544EA3243AC4}"/>
              </a:ext>
            </a:extLst>
          </p:cNvPr>
          <p:cNvSpPr/>
          <p:nvPr userDrawn="1"/>
        </p:nvSpPr>
        <p:spPr>
          <a:xfrm rot="11845513" flipV="1">
            <a:off x="11703712" y="121954"/>
            <a:ext cx="563327" cy="586499"/>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1666 w 912119"/>
              <a:gd name="connsiteY0" fmla="*/ 787379 h 787379"/>
              <a:gd name="connsiteX1" fmla="*/ 580843 w 912119"/>
              <a:gd name="connsiteY1" fmla="*/ 551013 h 787379"/>
              <a:gd name="connsiteX2" fmla="*/ 900928 w 912119"/>
              <a:gd name="connsiteY2" fmla="*/ 405102 h 787379"/>
              <a:gd name="connsiteX3" fmla="*/ 0 w 912119"/>
              <a:gd name="connsiteY3" fmla="*/ 0 h 787379"/>
              <a:gd name="connsiteX0" fmla="*/ 0 w 910453"/>
              <a:gd name="connsiteY0" fmla="*/ 497392 h 497392"/>
              <a:gd name="connsiteX1" fmla="*/ 579177 w 910453"/>
              <a:gd name="connsiteY1" fmla="*/ 261026 h 497392"/>
              <a:gd name="connsiteX2" fmla="*/ 899262 w 910453"/>
              <a:gd name="connsiteY2" fmla="*/ 115115 h 497392"/>
              <a:gd name="connsiteX3" fmla="*/ 231015 w 910453"/>
              <a:gd name="connsiteY3" fmla="*/ 0 h 497392"/>
              <a:gd name="connsiteX0" fmla="*/ 0 w 910453"/>
              <a:gd name="connsiteY0" fmla="*/ 544929 h 544929"/>
              <a:gd name="connsiteX1" fmla="*/ 579177 w 910453"/>
              <a:gd name="connsiteY1" fmla="*/ 308563 h 544929"/>
              <a:gd name="connsiteX2" fmla="*/ 899262 w 910453"/>
              <a:gd name="connsiteY2" fmla="*/ 162652 h 544929"/>
              <a:gd name="connsiteX3" fmla="*/ 231015 w 910453"/>
              <a:gd name="connsiteY3" fmla="*/ 47537 h 544929"/>
              <a:gd name="connsiteX0" fmla="*/ 0 w 910453"/>
              <a:gd name="connsiteY0" fmla="*/ 553790 h 553790"/>
              <a:gd name="connsiteX1" fmla="*/ 579177 w 910453"/>
              <a:gd name="connsiteY1" fmla="*/ 317424 h 553790"/>
              <a:gd name="connsiteX2" fmla="*/ 899262 w 910453"/>
              <a:gd name="connsiteY2" fmla="*/ 171513 h 553790"/>
              <a:gd name="connsiteX3" fmla="*/ 231015 w 910453"/>
              <a:gd name="connsiteY3" fmla="*/ 56398 h 553790"/>
              <a:gd name="connsiteX0" fmla="*/ 0 w 899262"/>
              <a:gd name="connsiteY0" fmla="*/ 553792 h 553792"/>
              <a:gd name="connsiteX1" fmla="*/ 579177 w 899262"/>
              <a:gd name="connsiteY1" fmla="*/ 317426 h 553792"/>
              <a:gd name="connsiteX2" fmla="*/ 899262 w 899262"/>
              <a:gd name="connsiteY2" fmla="*/ 171515 h 553792"/>
              <a:gd name="connsiteX3" fmla="*/ 231015 w 899262"/>
              <a:gd name="connsiteY3" fmla="*/ 56400 h 553792"/>
              <a:gd name="connsiteX0" fmla="*/ 0 w 801558"/>
              <a:gd name="connsiteY0" fmla="*/ 560103 h 560103"/>
              <a:gd name="connsiteX1" fmla="*/ 579177 w 801558"/>
              <a:gd name="connsiteY1" fmla="*/ 323737 h 560103"/>
              <a:gd name="connsiteX2" fmla="*/ 801558 w 801558"/>
              <a:gd name="connsiteY2" fmla="*/ 156149 h 560103"/>
              <a:gd name="connsiteX3" fmla="*/ 231015 w 801558"/>
              <a:gd name="connsiteY3" fmla="*/ 62711 h 560103"/>
              <a:gd name="connsiteX0" fmla="*/ 0 w 801558"/>
              <a:gd name="connsiteY0" fmla="*/ 560103 h 560103"/>
              <a:gd name="connsiteX1" fmla="*/ 537743 w 801558"/>
              <a:gd name="connsiteY1" fmla="*/ 436307 h 560103"/>
              <a:gd name="connsiteX2" fmla="*/ 801558 w 801558"/>
              <a:gd name="connsiteY2" fmla="*/ 156149 h 560103"/>
              <a:gd name="connsiteX3" fmla="*/ 231015 w 801558"/>
              <a:gd name="connsiteY3" fmla="*/ 62711 h 560103"/>
              <a:gd name="connsiteX0" fmla="*/ 0 w 801558"/>
              <a:gd name="connsiteY0" fmla="*/ 849569 h 849569"/>
              <a:gd name="connsiteX1" fmla="*/ 537743 w 801558"/>
              <a:gd name="connsiteY1" fmla="*/ 725773 h 849569"/>
              <a:gd name="connsiteX2" fmla="*/ 801558 w 801558"/>
              <a:gd name="connsiteY2" fmla="*/ 445615 h 849569"/>
              <a:gd name="connsiteX3" fmla="*/ 203914 w 801558"/>
              <a:gd name="connsiteY3" fmla="*/ 21084 h 849569"/>
              <a:gd name="connsiteX0" fmla="*/ 0 w 845492"/>
              <a:gd name="connsiteY0" fmla="*/ 1047142 h 1047142"/>
              <a:gd name="connsiteX1" fmla="*/ 581677 w 845492"/>
              <a:gd name="connsiteY1" fmla="*/ 725775 h 1047142"/>
              <a:gd name="connsiteX2" fmla="*/ 845492 w 845492"/>
              <a:gd name="connsiteY2" fmla="*/ 445617 h 1047142"/>
              <a:gd name="connsiteX3" fmla="*/ 247848 w 845492"/>
              <a:gd name="connsiteY3" fmla="*/ 21086 h 1047142"/>
              <a:gd name="connsiteX0" fmla="*/ 0 w 845492"/>
              <a:gd name="connsiteY0" fmla="*/ 1047142 h 1047740"/>
              <a:gd name="connsiteX1" fmla="*/ 581677 w 845492"/>
              <a:gd name="connsiteY1" fmla="*/ 725775 h 1047740"/>
              <a:gd name="connsiteX2" fmla="*/ 845492 w 845492"/>
              <a:gd name="connsiteY2" fmla="*/ 445617 h 1047740"/>
              <a:gd name="connsiteX3" fmla="*/ 247848 w 845492"/>
              <a:gd name="connsiteY3" fmla="*/ 21086 h 1047740"/>
              <a:gd name="connsiteX0" fmla="*/ 0 w 845492"/>
              <a:gd name="connsiteY0" fmla="*/ 1047142 h 1047592"/>
              <a:gd name="connsiteX1" fmla="*/ 581677 w 845492"/>
              <a:gd name="connsiteY1" fmla="*/ 725775 h 1047592"/>
              <a:gd name="connsiteX2" fmla="*/ 845492 w 845492"/>
              <a:gd name="connsiteY2" fmla="*/ 445617 h 1047592"/>
              <a:gd name="connsiteX3" fmla="*/ 247848 w 845492"/>
              <a:gd name="connsiteY3" fmla="*/ 21086 h 1047592"/>
            </a:gdLst>
            <a:ahLst/>
            <a:cxnLst>
              <a:cxn ang="0">
                <a:pos x="connsiteX0" y="connsiteY0"/>
              </a:cxn>
              <a:cxn ang="0">
                <a:pos x="connsiteX1" y="connsiteY1"/>
              </a:cxn>
              <a:cxn ang="0">
                <a:pos x="connsiteX2" y="connsiteY2"/>
              </a:cxn>
              <a:cxn ang="0">
                <a:pos x="connsiteX3" y="connsiteY3"/>
              </a:cxn>
            </a:cxnLst>
            <a:rect l="l" t="t" r="r" b="b"/>
            <a:pathLst>
              <a:path w="845492" h="1047592">
                <a:moveTo>
                  <a:pt x="0" y="1047142"/>
                </a:moveTo>
                <a:cubicBezTo>
                  <a:pt x="279998" y="1061140"/>
                  <a:pt x="298968" y="743887"/>
                  <a:pt x="581677" y="725775"/>
                </a:cubicBezTo>
                <a:cubicBezTo>
                  <a:pt x="864386" y="707663"/>
                  <a:pt x="749864" y="666012"/>
                  <a:pt x="845492" y="445617"/>
                </a:cubicBezTo>
                <a:cubicBezTo>
                  <a:pt x="825202" y="285876"/>
                  <a:pt x="439472" y="-93045"/>
                  <a:pt x="247848" y="21086"/>
                </a:cubicBezTo>
              </a:path>
            </a:pathLst>
          </a:custGeom>
          <a:noFill/>
          <a:ln w="6350" cap="rnd">
            <a:solidFill>
              <a:schemeClr val="tx1">
                <a:alpha val="35000"/>
              </a:schemeClr>
            </a:solidFill>
            <a:prstDash val="dash"/>
            <a:round/>
          </a:ln>
        </p:spPr>
        <p:txBody>
          <a:bodyPr rtlCol="0" anchor="ctr"/>
          <a:lstStyle/>
          <a:p>
            <a:endParaRPr lang="en-US"/>
          </a:p>
        </p:txBody>
      </p:sp>
      <p:sp>
        <p:nvSpPr>
          <p:cNvPr id="128" name="Freeform: Shape 127">
            <a:extLst>
              <a:ext uri="{FF2B5EF4-FFF2-40B4-BE49-F238E27FC236}">
                <a16:creationId xmlns:a16="http://schemas.microsoft.com/office/drawing/2014/main" id="{DFA61A58-E70C-8D5C-0206-AD5C95A08700}"/>
              </a:ext>
            </a:extLst>
          </p:cNvPr>
          <p:cNvSpPr/>
          <p:nvPr userDrawn="1"/>
        </p:nvSpPr>
        <p:spPr>
          <a:xfrm rot="13742023" flipV="1">
            <a:off x="7083943" y="-998989"/>
            <a:ext cx="2474660" cy="2688734"/>
          </a:xfrm>
          <a:custGeom>
            <a:avLst/>
            <a:gdLst>
              <a:gd name="connsiteX0" fmla="*/ 258654 w 2479630"/>
              <a:gd name="connsiteY0" fmla="*/ 1533975 h 1796033"/>
              <a:gd name="connsiteX1" fmla="*/ 449960 w 2479630"/>
              <a:gd name="connsiteY1" fmla="*/ 1683530 h 1796033"/>
              <a:gd name="connsiteX2" fmla="*/ 583477 w 2479630"/>
              <a:gd name="connsiteY2" fmla="*/ 1732952 h 1796033"/>
              <a:gd name="connsiteX3" fmla="*/ 958027 w 2479630"/>
              <a:gd name="connsiteY3" fmla="*/ 1778299 h 1796033"/>
              <a:gd name="connsiteX4" fmla="*/ 1200345 w 2479630"/>
              <a:gd name="connsiteY4" fmla="*/ 1778298 h 1796033"/>
              <a:gd name="connsiteX5" fmla="*/ 1775811 w 2479630"/>
              <a:gd name="connsiteY5" fmla="*/ 1794440 h 1796033"/>
              <a:gd name="connsiteX6" fmla="*/ 2058356 w 2479630"/>
              <a:gd name="connsiteY6" fmla="*/ 1781294 h 1796033"/>
              <a:gd name="connsiteX7" fmla="*/ 2389758 w 2479630"/>
              <a:gd name="connsiteY7" fmla="*/ 1651723 h 1796033"/>
              <a:gd name="connsiteX8" fmla="*/ 2479630 w 2479630"/>
              <a:gd name="connsiteY8" fmla="*/ 1600372 h 1796033"/>
              <a:gd name="connsiteX9" fmla="*/ 1034931 w 2479630"/>
              <a:gd name="connsiteY9" fmla="*/ 0 h 1796033"/>
              <a:gd name="connsiteX10" fmla="*/ 1033745 w 2479630"/>
              <a:gd name="connsiteY10" fmla="*/ 12197 h 1796033"/>
              <a:gd name="connsiteX11" fmla="*/ 1016119 w 2479630"/>
              <a:gd name="connsiteY11" fmla="*/ 78624 h 1796033"/>
              <a:gd name="connsiteX12" fmla="*/ 922614 w 2479630"/>
              <a:gd name="connsiteY12" fmla="*/ 294242 h 1796033"/>
              <a:gd name="connsiteX13" fmla="*/ 703466 w 2479630"/>
              <a:gd name="connsiteY13" fmla="*/ 369397 h 1796033"/>
              <a:gd name="connsiteX14" fmla="*/ 411584 w 2479630"/>
              <a:gd name="connsiteY14" fmla="*/ 272592 h 1796033"/>
              <a:gd name="connsiteX15" fmla="*/ 193413 w 2479630"/>
              <a:gd name="connsiteY15" fmla="*/ 571270 h 1796033"/>
              <a:gd name="connsiteX16" fmla="*/ 308 w 2479630"/>
              <a:gd name="connsiteY16" fmla="*/ 969564 h 1796033"/>
              <a:gd name="connsiteX17" fmla="*/ 66423 w 2479630"/>
              <a:gd name="connsiteY17" fmla="*/ 1251955 h 1796033"/>
              <a:gd name="connsiteX18" fmla="*/ 207642 w 2479630"/>
              <a:gd name="connsiteY18" fmla="*/ 1474774 h 1796033"/>
              <a:gd name="connsiteX19" fmla="*/ 258654 w 2479630"/>
              <a:gd name="connsiteY19" fmla="*/ 1533975 h 1796033"/>
              <a:gd name="connsiteX0" fmla="*/ 1033745 w 2479630"/>
              <a:gd name="connsiteY0" fmla="*/ 12197 h 1796033"/>
              <a:gd name="connsiteX1" fmla="*/ 1016119 w 2479630"/>
              <a:gd name="connsiteY1" fmla="*/ 78624 h 1796033"/>
              <a:gd name="connsiteX2" fmla="*/ 922614 w 2479630"/>
              <a:gd name="connsiteY2" fmla="*/ 294242 h 1796033"/>
              <a:gd name="connsiteX3" fmla="*/ 703466 w 2479630"/>
              <a:gd name="connsiteY3" fmla="*/ 369397 h 1796033"/>
              <a:gd name="connsiteX4" fmla="*/ 411584 w 2479630"/>
              <a:gd name="connsiteY4" fmla="*/ 272592 h 1796033"/>
              <a:gd name="connsiteX5" fmla="*/ 193413 w 2479630"/>
              <a:gd name="connsiteY5" fmla="*/ 571270 h 1796033"/>
              <a:gd name="connsiteX6" fmla="*/ 308 w 2479630"/>
              <a:gd name="connsiteY6" fmla="*/ 969564 h 1796033"/>
              <a:gd name="connsiteX7" fmla="*/ 66423 w 2479630"/>
              <a:gd name="connsiteY7" fmla="*/ 1251955 h 1796033"/>
              <a:gd name="connsiteX8" fmla="*/ 207642 w 2479630"/>
              <a:gd name="connsiteY8" fmla="*/ 1474774 h 1796033"/>
              <a:gd name="connsiteX9" fmla="*/ 258654 w 2479630"/>
              <a:gd name="connsiteY9" fmla="*/ 1533975 h 1796033"/>
              <a:gd name="connsiteX10" fmla="*/ 449960 w 2479630"/>
              <a:gd name="connsiteY10" fmla="*/ 1683530 h 1796033"/>
              <a:gd name="connsiteX11" fmla="*/ 583477 w 2479630"/>
              <a:gd name="connsiteY11" fmla="*/ 1732952 h 1796033"/>
              <a:gd name="connsiteX12" fmla="*/ 958027 w 2479630"/>
              <a:gd name="connsiteY12" fmla="*/ 1778299 h 1796033"/>
              <a:gd name="connsiteX13" fmla="*/ 1200345 w 2479630"/>
              <a:gd name="connsiteY13" fmla="*/ 1778298 h 1796033"/>
              <a:gd name="connsiteX14" fmla="*/ 1775811 w 2479630"/>
              <a:gd name="connsiteY14" fmla="*/ 1794440 h 1796033"/>
              <a:gd name="connsiteX15" fmla="*/ 2058356 w 2479630"/>
              <a:gd name="connsiteY15" fmla="*/ 1781294 h 1796033"/>
              <a:gd name="connsiteX16" fmla="*/ 2389758 w 2479630"/>
              <a:gd name="connsiteY16" fmla="*/ 1651723 h 1796033"/>
              <a:gd name="connsiteX17" fmla="*/ 2479630 w 2479630"/>
              <a:gd name="connsiteY17" fmla="*/ 1600372 h 1796033"/>
              <a:gd name="connsiteX18" fmla="*/ 1034931 w 2479630"/>
              <a:gd name="connsiteY18" fmla="*/ 0 h 1796033"/>
              <a:gd name="connsiteX19" fmla="*/ 1125185 w 2479630"/>
              <a:gd name="connsiteY19" fmla="*/ 103637 h 1796033"/>
              <a:gd name="connsiteX0" fmla="*/ 1033745 w 2479630"/>
              <a:gd name="connsiteY0" fmla="*/ 12197 h 1796033"/>
              <a:gd name="connsiteX1" fmla="*/ 1016119 w 2479630"/>
              <a:gd name="connsiteY1" fmla="*/ 78624 h 1796033"/>
              <a:gd name="connsiteX2" fmla="*/ 922614 w 2479630"/>
              <a:gd name="connsiteY2" fmla="*/ 294242 h 1796033"/>
              <a:gd name="connsiteX3" fmla="*/ 703466 w 2479630"/>
              <a:gd name="connsiteY3" fmla="*/ 369397 h 1796033"/>
              <a:gd name="connsiteX4" fmla="*/ 411584 w 2479630"/>
              <a:gd name="connsiteY4" fmla="*/ 272592 h 1796033"/>
              <a:gd name="connsiteX5" fmla="*/ 193413 w 2479630"/>
              <a:gd name="connsiteY5" fmla="*/ 571270 h 1796033"/>
              <a:gd name="connsiteX6" fmla="*/ 308 w 2479630"/>
              <a:gd name="connsiteY6" fmla="*/ 969564 h 1796033"/>
              <a:gd name="connsiteX7" fmla="*/ 66423 w 2479630"/>
              <a:gd name="connsiteY7" fmla="*/ 1251955 h 1796033"/>
              <a:gd name="connsiteX8" fmla="*/ 207642 w 2479630"/>
              <a:gd name="connsiteY8" fmla="*/ 1474774 h 1796033"/>
              <a:gd name="connsiteX9" fmla="*/ 258654 w 2479630"/>
              <a:gd name="connsiteY9" fmla="*/ 1533975 h 1796033"/>
              <a:gd name="connsiteX10" fmla="*/ 449960 w 2479630"/>
              <a:gd name="connsiteY10" fmla="*/ 1683530 h 1796033"/>
              <a:gd name="connsiteX11" fmla="*/ 583477 w 2479630"/>
              <a:gd name="connsiteY11" fmla="*/ 1732952 h 1796033"/>
              <a:gd name="connsiteX12" fmla="*/ 958027 w 2479630"/>
              <a:gd name="connsiteY12" fmla="*/ 1778299 h 1796033"/>
              <a:gd name="connsiteX13" fmla="*/ 1200345 w 2479630"/>
              <a:gd name="connsiteY13" fmla="*/ 1778298 h 1796033"/>
              <a:gd name="connsiteX14" fmla="*/ 1775811 w 2479630"/>
              <a:gd name="connsiteY14" fmla="*/ 1794440 h 1796033"/>
              <a:gd name="connsiteX15" fmla="*/ 2058356 w 2479630"/>
              <a:gd name="connsiteY15" fmla="*/ 1781294 h 1796033"/>
              <a:gd name="connsiteX16" fmla="*/ 2389758 w 2479630"/>
              <a:gd name="connsiteY16" fmla="*/ 1651723 h 1796033"/>
              <a:gd name="connsiteX17" fmla="*/ 2479630 w 2479630"/>
              <a:gd name="connsiteY17" fmla="*/ 1600372 h 1796033"/>
              <a:gd name="connsiteX18" fmla="*/ 1034931 w 2479630"/>
              <a:gd name="connsiteY18" fmla="*/ 0 h 1796033"/>
              <a:gd name="connsiteX0" fmla="*/ 1033745 w 2479630"/>
              <a:gd name="connsiteY0" fmla="*/ 0 h 1783836"/>
              <a:gd name="connsiteX1" fmla="*/ 1016119 w 2479630"/>
              <a:gd name="connsiteY1" fmla="*/ 66427 h 1783836"/>
              <a:gd name="connsiteX2" fmla="*/ 922614 w 2479630"/>
              <a:gd name="connsiteY2" fmla="*/ 282045 h 1783836"/>
              <a:gd name="connsiteX3" fmla="*/ 703466 w 2479630"/>
              <a:gd name="connsiteY3" fmla="*/ 357200 h 1783836"/>
              <a:gd name="connsiteX4" fmla="*/ 411584 w 2479630"/>
              <a:gd name="connsiteY4" fmla="*/ 260395 h 1783836"/>
              <a:gd name="connsiteX5" fmla="*/ 193413 w 2479630"/>
              <a:gd name="connsiteY5" fmla="*/ 559073 h 1783836"/>
              <a:gd name="connsiteX6" fmla="*/ 308 w 2479630"/>
              <a:gd name="connsiteY6" fmla="*/ 957367 h 1783836"/>
              <a:gd name="connsiteX7" fmla="*/ 66423 w 2479630"/>
              <a:gd name="connsiteY7" fmla="*/ 1239758 h 1783836"/>
              <a:gd name="connsiteX8" fmla="*/ 207642 w 2479630"/>
              <a:gd name="connsiteY8" fmla="*/ 1462577 h 1783836"/>
              <a:gd name="connsiteX9" fmla="*/ 258654 w 2479630"/>
              <a:gd name="connsiteY9" fmla="*/ 1521778 h 1783836"/>
              <a:gd name="connsiteX10" fmla="*/ 449960 w 2479630"/>
              <a:gd name="connsiteY10" fmla="*/ 1671333 h 1783836"/>
              <a:gd name="connsiteX11" fmla="*/ 583477 w 2479630"/>
              <a:gd name="connsiteY11" fmla="*/ 1720755 h 1783836"/>
              <a:gd name="connsiteX12" fmla="*/ 958027 w 2479630"/>
              <a:gd name="connsiteY12" fmla="*/ 1766102 h 1783836"/>
              <a:gd name="connsiteX13" fmla="*/ 1200345 w 2479630"/>
              <a:gd name="connsiteY13" fmla="*/ 1766101 h 1783836"/>
              <a:gd name="connsiteX14" fmla="*/ 1775811 w 2479630"/>
              <a:gd name="connsiteY14" fmla="*/ 1782243 h 1783836"/>
              <a:gd name="connsiteX15" fmla="*/ 2058356 w 2479630"/>
              <a:gd name="connsiteY15" fmla="*/ 1769097 h 1783836"/>
              <a:gd name="connsiteX16" fmla="*/ 2389758 w 2479630"/>
              <a:gd name="connsiteY16" fmla="*/ 1639526 h 1783836"/>
              <a:gd name="connsiteX17" fmla="*/ 2479630 w 2479630"/>
              <a:gd name="connsiteY17" fmla="*/ 1588175 h 1783836"/>
              <a:gd name="connsiteX0" fmla="*/ 1033745 w 2479630"/>
              <a:gd name="connsiteY0" fmla="*/ 0 h 1822370"/>
              <a:gd name="connsiteX1" fmla="*/ 1016119 w 2479630"/>
              <a:gd name="connsiteY1" fmla="*/ 66427 h 1822370"/>
              <a:gd name="connsiteX2" fmla="*/ 922614 w 2479630"/>
              <a:gd name="connsiteY2" fmla="*/ 282045 h 1822370"/>
              <a:gd name="connsiteX3" fmla="*/ 703466 w 2479630"/>
              <a:gd name="connsiteY3" fmla="*/ 357200 h 1822370"/>
              <a:gd name="connsiteX4" fmla="*/ 411584 w 2479630"/>
              <a:gd name="connsiteY4" fmla="*/ 260395 h 1822370"/>
              <a:gd name="connsiteX5" fmla="*/ 193413 w 2479630"/>
              <a:gd name="connsiteY5" fmla="*/ 559073 h 1822370"/>
              <a:gd name="connsiteX6" fmla="*/ 308 w 2479630"/>
              <a:gd name="connsiteY6" fmla="*/ 957367 h 1822370"/>
              <a:gd name="connsiteX7" fmla="*/ 66423 w 2479630"/>
              <a:gd name="connsiteY7" fmla="*/ 1239758 h 1822370"/>
              <a:gd name="connsiteX8" fmla="*/ 207642 w 2479630"/>
              <a:gd name="connsiteY8" fmla="*/ 1462577 h 1822370"/>
              <a:gd name="connsiteX9" fmla="*/ 258654 w 2479630"/>
              <a:gd name="connsiteY9" fmla="*/ 1521778 h 1822370"/>
              <a:gd name="connsiteX10" fmla="*/ 449960 w 2479630"/>
              <a:gd name="connsiteY10" fmla="*/ 1671333 h 1822370"/>
              <a:gd name="connsiteX11" fmla="*/ 583477 w 2479630"/>
              <a:gd name="connsiteY11" fmla="*/ 1720755 h 1822370"/>
              <a:gd name="connsiteX12" fmla="*/ 958027 w 2479630"/>
              <a:gd name="connsiteY12" fmla="*/ 1766102 h 1822370"/>
              <a:gd name="connsiteX13" fmla="*/ 1200345 w 2479630"/>
              <a:gd name="connsiteY13" fmla="*/ 1766101 h 1822370"/>
              <a:gd name="connsiteX14" fmla="*/ 1775811 w 2479630"/>
              <a:gd name="connsiteY14" fmla="*/ 1782243 h 1822370"/>
              <a:gd name="connsiteX15" fmla="*/ 2058356 w 2479630"/>
              <a:gd name="connsiteY15" fmla="*/ 1769097 h 1822370"/>
              <a:gd name="connsiteX16" fmla="*/ 2256679 w 2479630"/>
              <a:gd name="connsiteY16" fmla="*/ 1803236 h 1822370"/>
              <a:gd name="connsiteX17" fmla="*/ 2479630 w 2479630"/>
              <a:gd name="connsiteY17" fmla="*/ 1588175 h 1822370"/>
              <a:gd name="connsiteX0" fmla="*/ 1033745 w 2479630"/>
              <a:gd name="connsiteY0" fmla="*/ 0 h 1889350"/>
              <a:gd name="connsiteX1" fmla="*/ 1016119 w 2479630"/>
              <a:gd name="connsiteY1" fmla="*/ 66427 h 1889350"/>
              <a:gd name="connsiteX2" fmla="*/ 922614 w 2479630"/>
              <a:gd name="connsiteY2" fmla="*/ 282045 h 1889350"/>
              <a:gd name="connsiteX3" fmla="*/ 703466 w 2479630"/>
              <a:gd name="connsiteY3" fmla="*/ 357200 h 1889350"/>
              <a:gd name="connsiteX4" fmla="*/ 411584 w 2479630"/>
              <a:gd name="connsiteY4" fmla="*/ 260395 h 1889350"/>
              <a:gd name="connsiteX5" fmla="*/ 193413 w 2479630"/>
              <a:gd name="connsiteY5" fmla="*/ 559073 h 1889350"/>
              <a:gd name="connsiteX6" fmla="*/ 308 w 2479630"/>
              <a:gd name="connsiteY6" fmla="*/ 957367 h 1889350"/>
              <a:gd name="connsiteX7" fmla="*/ 66423 w 2479630"/>
              <a:gd name="connsiteY7" fmla="*/ 1239758 h 1889350"/>
              <a:gd name="connsiteX8" fmla="*/ 207642 w 2479630"/>
              <a:gd name="connsiteY8" fmla="*/ 1462577 h 1889350"/>
              <a:gd name="connsiteX9" fmla="*/ 258654 w 2479630"/>
              <a:gd name="connsiteY9" fmla="*/ 1521778 h 1889350"/>
              <a:gd name="connsiteX10" fmla="*/ 449960 w 2479630"/>
              <a:gd name="connsiteY10" fmla="*/ 1671333 h 1889350"/>
              <a:gd name="connsiteX11" fmla="*/ 583477 w 2479630"/>
              <a:gd name="connsiteY11" fmla="*/ 1720755 h 1889350"/>
              <a:gd name="connsiteX12" fmla="*/ 958027 w 2479630"/>
              <a:gd name="connsiteY12" fmla="*/ 1766102 h 1889350"/>
              <a:gd name="connsiteX13" fmla="*/ 1200345 w 2479630"/>
              <a:gd name="connsiteY13" fmla="*/ 1766101 h 1889350"/>
              <a:gd name="connsiteX14" fmla="*/ 1779311 w 2479630"/>
              <a:gd name="connsiteY14" fmla="*/ 1889293 h 1889350"/>
              <a:gd name="connsiteX15" fmla="*/ 2058356 w 2479630"/>
              <a:gd name="connsiteY15" fmla="*/ 1769097 h 1889350"/>
              <a:gd name="connsiteX16" fmla="*/ 2256679 w 2479630"/>
              <a:gd name="connsiteY16" fmla="*/ 1803236 h 1889350"/>
              <a:gd name="connsiteX17" fmla="*/ 2479630 w 2479630"/>
              <a:gd name="connsiteY17" fmla="*/ 1588175 h 1889350"/>
              <a:gd name="connsiteX0" fmla="*/ 851876 w 2479630"/>
              <a:gd name="connsiteY0" fmla="*/ 0 h 2130513"/>
              <a:gd name="connsiteX1" fmla="*/ 1016119 w 2479630"/>
              <a:gd name="connsiteY1" fmla="*/ 307590 h 2130513"/>
              <a:gd name="connsiteX2" fmla="*/ 922614 w 2479630"/>
              <a:gd name="connsiteY2" fmla="*/ 523208 h 2130513"/>
              <a:gd name="connsiteX3" fmla="*/ 703466 w 2479630"/>
              <a:gd name="connsiteY3" fmla="*/ 598363 h 2130513"/>
              <a:gd name="connsiteX4" fmla="*/ 411584 w 2479630"/>
              <a:gd name="connsiteY4" fmla="*/ 501558 h 2130513"/>
              <a:gd name="connsiteX5" fmla="*/ 193413 w 2479630"/>
              <a:gd name="connsiteY5" fmla="*/ 800236 h 2130513"/>
              <a:gd name="connsiteX6" fmla="*/ 308 w 2479630"/>
              <a:gd name="connsiteY6" fmla="*/ 1198530 h 2130513"/>
              <a:gd name="connsiteX7" fmla="*/ 66423 w 2479630"/>
              <a:gd name="connsiteY7" fmla="*/ 1480921 h 2130513"/>
              <a:gd name="connsiteX8" fmla="*/ 207642 w 2479630"/>
              <a:gd name="connsiteY8" fmla="*/ 1703740 h 2130513"/>
              <a:gd name="connsiteX9" fmla="*/ 258654 w 2479630"/>
              <a:gd name="connsiteY9" fmla="*/ 1762941 h 2130513"/>
              <a:gd name="connsiteX10" fmla="*/ 449960 w 2479630"/>
              <a:gd name="connsiteY10" fmla="*/ 1912496 h 2130513"/>
              <a:gd name="connsiteX11" fmla="*/ 583477 w 2479630"/>
              <a:gd name="connsiteY11" fmla="*/ 1961918 h 2130513"/>
              <a:gd name="connsiteX12" fmla="*/ 958027 w 2479630"/>
              <a:gd name="connsiteY12" fmla="*/ 2007265 h 2130513"/>
              <a:gd name="connsiteX13" fmla="*/ 1200345 w 2479630"/>
              <a:gd name="connsiteY13" fmla="*/ 2007264 h 2130513"/>
              <a:gd name="connsiteX14" fmla="*/ 1779311 w 2479630"/>
              <a:gd name="connsiteY14" fmla="*/ 2130456 h 2130513"/>
              <a:gd name="connsiteX15" fmla="*/ 2058356 w 2479630"/>
              <a:gd name="connsiteY15" fmla="*/ 2010260 h 2130513"/>
              <a:gd name="connsiteX16" fmla="*/ 2256679 w 2479630"/>
              <a:gd name="connsiteY16" fmla="*/ 2044399 h 2130513"/>
              <a:gd name="connsiteX17" fmla="*/ 2479630 w 2479630"/>
              <a:gd name="connsiteY17" fmla="*/ 1829338 h 2130513"/>
              <a:gd name="connsiteX0" fmla="*/ 851876 w 2479630"/>
              <a:gd name="connsiteY0" fmla="*/ 0 h 2130513"/>
              <a:gd name="connsiteX1" fmla="*/ 857459 w 2479630"/>
              <a:gd name="connsiteY1" fmla="*/ 259572 h 2130513"/>
              <a:gd name="connsiteX2" fmla="*/ 922614 w 2479630"/>
              <a:gd name="connsiteY2" fmla="*/ 523208 h 2130513"/>
              <a:gd name="connsiteX3" fmla="*/ 703466 w 2479630"/>
              <a:gd name="connsiteY3" fmla="*/ 598363 h 2130513"/>
              <a:gd name="connsiteX4" fmla="*/ 411584 w 2479630"/>
              <a:gd name="connsiteY4" fmla="*/ 501558 h 2130513"/>
              <a:gd name="connsiteX5" fmla="*/ 193413 w 2479630"/>
              <a:gd name="connsiteY5" fmla="*/ 800236 h 2130513"/>
              <a:gd name="connsiteX6" fmla="*/ 308 w 2479630"/>
              <a:gd name="connsiteY6" fmla="*/ 1198530 h 2130513"/>
              <a:gd name="connsiteX7" fmla="*/ 66423 w 2479630"/>
              <a:gd name="connsiteY7" fmla="*/ 1480921 h 2130513"/>
              <a:gd name="connsiteX8" fmla="*/ 207642 w 2479630"/>
              <a:gd name="connsiteY8" fmla="*/ 1703740 h 2130513"/>
              <a:gd name="connsiteX9" fmla="*/ 258654 w 2479630"/>
              <a:gd name="connsiteY9" fmla="*/ 1762941 h 2130513"/>
              <a:gd name="connsiteX10" fmla="*/ 449960 w 2479630"/>
              <a:gd name="connsiteY10" fmla="*/ 1912496 h 2130513"/>
              <a:gd name="connsiteX11" fmla="*/ 583477 w 2479630"/>
              <a:gd name="connsiteY11" fmla="*/ 1961918 h 2130513"/>
              <a:gd name="connsiteX12" fmla="*/ 958027 w 2479630"/>
              <a:gd name="connsiteY12" fmla="*/ 2007265 h 2130513"/>
              <a:gd name="connsiteX13" fmla="*/ 1200345 w 2479630"/>
              <a:gd name="connsiteY13" fmla="*/ 2007264 h 2130513"/>
              <a:gd name="connsiteX14" fmla="*/ 1779311 w 2479630"/>
              <a:gd name="connsiteY14" fmla="*/ 2130456 h 2130513"/>
              <a:gd name="connsiteX15" fmla="*/ 2058356 w 2479630"/>
              <a:gd name="connsiteY15" fmla="*/ 2010260 h 2130513"/>
              <a:gd name="connsiteX16" fmla="*/ 2256679 w 2479630"/>
              <a:gd name="connsiteY16" fmla="*/ 2044399 h 2130513"/>
              <a:gd name="connsiteX17" fmla="*/ 2479630 w 2479630"/>
              <a:gd name="connsiteY17" fmla="*/ 1829338 h 2130513"/>
              <a:gd name="connsiteX0" fmla="*/ 544283 w 2479630"/>
              <a:gd name="connsiteY0" fmla="*/ 0 h 2468931"/>
              <a:gd name="connsiteX1" fmla="*/ 857459 w 2479630"/>
              <a:gd name="connsiteY1" fmla="*/ 597990 h 2468931"/>
              <a:gd name="connsiteX2" fmla="*/ 922614 w 2479630"/>
              <a:gd name="connsiteY2" fmla="*/ 861626 h 2468931"/>
              <a:gd name="connsiteX3" fmla="*/ 703466 w 2479630"/>
              <a:gd name="connsiteY3" fmla="*/ 936781 h 2468931"/>
              <a:gd name="connsiteX4" fmla="*/ 411584 w 2479630"/>
              <a:gd name="connsiteY4" fmla="*/ 839976 h 2468931"/>
              <a:gd name="connsiteX5" fmla="*/ 193413 w 2479630"/>
              <a:gd name="connsiteY5" fmla="*/ 1138654 h 2468931"/>
              <a:gd name="connsiteX6" fmla="*/ 308 w 2479630"/>
              <a:gd name="connsiteY6" fmla="*/ 1536948 h 2468931"/>
              <a:gd name="connsiteX7" fmla="*/ 66423 w 2479630"/>
              <a:gd name="connsiteY7" fmla="*/ 1819339 h 2468931"/>
              <a:gd name="connsiteX8" fmla="*/ 207642 w 2479630"/>
              <a:gd name="connsiteY8" fmla="*/ 2042158 h 2468931"/>
              <a:gd name="connsiteX9" fmla="*/ 258654 w 2479630"/>
              <a:gd name="connsiteY9" fmla="*/ 2101359 h 2468931"/>
              <a:gd name="connsiteX10" fmla="*/ 449960 w 2479630"/>
              <a:gd name="connsiteY10" fmla="*/ 2250914 h 2468931"/>
              <a:gd name="connsiteX11" fmla="*/ 583477 w 2479630"/>
              <a:gd name="connsiteY11" fmla="*/ 2300336 h 2468931"/>
              <a:gd name="connsiteX12" fmla="*/ 958027 w 2479630"/>
              <a:gd name="connsiteY12" fmla="*/ 2345683 h 2468931"/>
              <a:gd name="connsiteX13" fmla="*/ 1200345 w 2479630"/>
              <a:gd name="connsiteY13" fmla="*/ 2345682 h 2468931"/>
              <a:gd name="connsiteX14" fmla="*/ 1779311 w 2479630"/>
              <a:gd name="connsiteY14" fmla="*/ 2468874 h 2468931"/>
              <a:gd name="connsiteX15" fmla="*/ 2058356 w 2479630"/>
              <a:gd name="connsiteY15" fmla="*/ 2348678 h 2468931"/>
              <a:gd name="connsiteX16" fmla="*/ 2256679 w 2479630"/>
              <a:gd name="connsiteY16" fmla="*/ 2382817 h 2468931"/>
              <a:gd name="connsiteX17" fmla="*/ 2479630 w 2479630"/>
              <a:gd name="connsiteY17" fmla="*/ 2167756 h 2468931"/>
              <a:gd name="connsiteX0" fmla="*/ 544283 w 2479630"/>
              <a:gd name="connsiteY0" fmla="*/ 0 h 2468931"/>
              <a:gd name="connsiteX1" fmla="*/ 668143 w 2479630"/>
              <a:gd name="connsiteY1" fmla="*/ 514666 h 2468931"/>
              <a:gd name="connsiteX2" fmla="*/ 922614 w 2479630"/>
              <a:gd name="connsiteY2" fmla="*/ 861626 h 2468931"/>
              <a:gd name="connsiteX3" fmla="*/ 703466 w 2479630"/>
              <a:gd name="connsiteY3" fmla="*/ 936781 h 2468931"/>
              <a:gd name="connsiteX4" fmla="*/ 411584 w 2479630"/>
              <a:gd name="connsiteY4" fmla="*/ 839976 h 2468931"/>
              <a:gd name="connsiteX5" fmla="*/ 193413 w 2479630"/>
              <a:gd name="connsiteY5" fmla="*/ 1138654 h 2468931"/>
              <a:gd name="connsiteX6" fmla="*/ 308 w 2479630"/>
              <a:gd name="connsiteY6" fmla="*/ 1536948 h 2468931"/>
              <a:gd name="connsiteX7" fmla="*/ 66423 w 2479630"/>
              <a:gd name="connsiteY7" fmla="*/ 1819339 h 2468931"/>
              <a:gd name="connsiteX8" fmla="*/ 207642 w 2479630"/>
              <a:gd name="connsiteY8" fmla="*/ 2042158 h 2468931"/>
              <a:gd name="connsiteX9" fmla="*/ 258654 w 2479630"/>
              <a:gd name="connsiteY9" fmla="*/ 2101359 h 2468931"/>
              <a:gd name="connsiteX10" fmla="*/ 449960 w 2479630"/>
              <a:gd name="connsiteY10" fmla="*/ 2250914 h 2468931"/>
              <a:gd name="connsiteX11" fmla="*/ 583477 w 2479630"/>
              <a:gd name="connsiteY11" fmla="*/ 2300336 h 2468931"/>
              <a:gd name="connsiteX12" fmla="*/ 958027 w 2479630"/>
              <a:gd name="connsiteY12" fmla="*/ 2345683 h 2468931"/>
              <a:gd name="connsiteX13" fmla="*/ 1200345 w 2479630"/>
              <a:gd name="connsiteY13" fmla="*/ 2345682 h 2468931"/>
              <a:gd name="connsiteX14" fmla="*/ 1779311 w 2479630"/>
              <a:gd name="connsiteY14" fmla="*/ 2468874 h 2468931"/>
              <a:gd name="connsiteX15" fmla="*/ 2058356 w 2479630"/>
              <a:gd name="connsiteY15" fmla="*/ 2348678 h 2468931"/>
              <a:gd name="connsiteX16" fmla="*/ 2256679 w 2479630"/>
              <a:gd name="connsiteY16" fmla="*/ 2382817 h 2468931"/>
              <a:gd name="connsiteX17" fmla="*/ 2479630 w 2479630"/>
              <a:gd name="connsiteY17" fmla="*/ 2167756 h 2468931"/>
              <a:gd name="connsiteX0" fmla="*/ 544283 w 2479630"/>
              <a:gd name="connsiteY0" fmla="*/ 0 h 2468931"/>
              <a:gd name="connsiteX1" fmla="*/ 668143 w 2479630"/>
              <a:gd name="connsiteY1" fmla="*/ 514666 h 2468931"/>
              <a:gd name="connsiteX2" fmla="*/ 810209 w 2479630"/>
              <a:gd name="connsiteY2" fmla="*/ 732165 h 2468931"/>
              <a:gd name="connsiteX3" fmla="*/ 703466 w 2479630"/>
              <a:gd name="connsiteY3" fmla="*/ 936781 h 2468931"/>
              <a:gd name="connsiteX4" fmla="*/ 411584 w 2479630"/>
              <a:gd name="connsiteY4" fmla="*/ 839976 h 2468931"/>
              <a:gd name="connsiteX5" fmla="*/ 193413 w 2479630"/>
              <a:gd name="connsiteY5" fmla="*/ 1138654 h 2468931"/>
              <a:gd name="connsiteX6" fmla="*/ 308 w 2479630"/>
              <a:gd name="connsiteY6" fmla="*/ 1536948 h 2468931"/>
              <a:gd name="connsiteX7" fmla="*/ 66423 w 2479630"/>
              <a:gd name="connsiteY7" fmla="*/ 1819339 h 2468931"/>
              <a:gd name="connsiteX8" fmla="*/ 207642 w 2479630"/>
              <a:gd name="connsiteY8" fmla="*/ 2042158 h 2468931"/>
              <a:gd name="connsiteX9" fmla="*/ 258654 w 2479630"/>
              <a:gd name="connsiteY9" fmla="*/ 2101359 h 2468931"/>
              <a:gd name="connsiteX10" fmla="*/ 449960 w 2479630"/>
              <a:gd name="connsiteY10" fmla="*/ 2250914 h 2468931"/>
              <a:gd name="connsiteX11" fmla="*/ 583477 w 2479630"/>
              <a:gd name="connsiteY11" fmla="*/ 2300336 h 2468931"/>
              <a:gd name="connsiteX12" fmla="*/ 958027 w 2479630"/>
              <a:gd name="connsiteY12" fmla="*/ 2345683 h 2468931"/>
              <a:gd name="connsiteX13" fmla="*/ 1200345 w 2479630"/>
              <a:gd name="connsiteY13" fmla="*/ 2345682 h 2468931"/>
              <a:gd name="connsiteX14" fmla="*/ 1779311 w 2479630"/>
              <a:gd name="connsiteY14" fmla="*/ 2468874 h 2468931"/>
              <a:gd name="connsiteX15" fmla="*/ 2058356 w 2479630"/>
              <a:gd name="connsiteY15" fmla="*/ 2348678 h 2468931"/>
              <a:gd name="connsiteX16" fmla="*/ 2256679 w 2479630"/>
              <a:gd name="connsiteY16" fmla="*/ 2382817 h 2468931"/>
              <a:gd name="connsiteX17" fmla="*/ 2479630 w 2479630"/>
              <a:gd name="connsiteY17" fmla="*/ 2167756 h 2468931"/>
              <a:gd name="connsiteX0" fmla="*/ 544283 w 2416980"/>
              <a:gd name="connsiteY0" fmla="*/ 0 h 2468931"/>
              <a:gd name="connsiteX1" fmla="*/ 668143 w 2416980"/>
              <a:gd name="connsiteY1" fmla="*/ 514666 h 2468931"/>
              <a:gd name="connsiteX2" fmla="*/ 810209 w 2416980"/>
              <a:gd name="connsiteY2" fmla="*/ 732165 h 2468931"/>
              <a:gd name="connsiteX3" fmla="*/ 703466 w 2416980"/>
              <a:gd name="connsiteY3" fmla="*/ 936781 h 2468931"/>
              <a:gd name="connsiteX4" fmla="*/ 411584 w 2416980"/>
              <a:gd name="connsiteY4" fmla="*/ 839976 h 2468931"/>
              <a:gd name="connsiteX5" fmla="*/ 193413 w 2416980"/>
              <a:gd name="connsiteY5" fmla="*/ 1138654 h 2468931"/>
              <a:gd name="connsiteX6" fmla="*/ 308 w 2416980"/>
              <a:gd name="connsiteY6" fmla="*/ 1536948 h 2468931"/>
              <a:gd name="connsiteX7" fmla="*/ 66423 w 2416980"/>
              <a:gd name="connsiteY7" fmla="*/ 1819339 h 2468931"/>
              <a:gd name="connsiteX8" fmla="*/ 207642 w 2416980"/>
              <a:gd name="connsiteY8" fmla="*/ 2042158 h 2468931"/>
              <a:gd name="connsiteX9" fmla="*/ 258654 w 2416980"/>
              <a:gd name="connsiteY9" fmla="*/ 2101359 h 2468931"/>
              <a:gd name="connsiteX10" fmla="*/ 449960 w 2416980"/>
              <a:gd name="connsiteY10" fmla="*/ 2250914 h 2468931"/>
              <a:gd name="connsiteX11" fmla="*/ 583477 w 2416980"/>
              <a:gd name="connsiteY11" fmla="*/ 2300336 h 2468931"/>
              <a:gd name="connsiteX12" fmla="*/ 958027 w 2416980"/>
              <a:gd name="connsiteY12" fmla="*/ 2345683 h 2468931"/>
              <a:gd name="connsiteX13" fmla="*/ 1200345 w 2416980"/>
              <a:gd name="connsiteY13" fmla="*/ 2345682 h 2468931"/>
              <a:gd name="connsiteX14" fmla="*/ 1779311 w 2416980"/>
              <a:gd name="connsiteY14" fmla="*/ 2468874 h 2468931"/>
              <a:gd name="connsiteX15" fmla="*/ 2058356 w 2416980"/>
              <a:gd name="connsiteY15" fmla="*/ 2348678 h 2468931"/>
              <a:gd name="connsiteX16" fmla="*/ 2256679 w 2416980"/>
              <a:gd name="connsiteY16" fmla="*/ 2382817 h 2468931"/>
              <a:gd name="connsiteX17" fmla="*/ 2416980 w 2416980"/>
              <a:gd name="connsiteY17" fmla="*/ 2063901 h 2468931"/>
              <a:gd name="connsiteX0" fmla="*/ 544283 w 2419819"/>
              <a:gd name="connsiteY0" fmla="*/ 0 h 2468931"/>
              <a:gd name="connsiteX1" fmla="*/ 668143 w 2419819"/>
              <a:gd name="connsiteY1" fmla="*/ 514666 h 2468931"/>
              <a:gd name="connsiteX2" fmla="*/ 810209 w 2419819"/>
              <a:gd name="connsiteY2" fmla="*/ 732165 h 2468931"/>
              <a:gd name="connsiteX3" fmla="*/ 703466 w 2419819"/>
              <a:gd name="connsiteY3" fmla="*/ 936781 h 2468931"/>
              <a:gd name="connsiteX4" fmla="*/ 411584 w 2419819"/>
              <a:gd name="connsiteY4" fmla="*/ 839976 h 2468931"/>
              <a:gd name="connsiteX5" fmla="*/ 193413 w 2419819"/>
              <a:gd name="connsiteY5" fmla="*/ 1138654 h 2468931"/>
              <a:gd name="connsiteX6" fmla="*/ 308 w 2419819"/>
              <a:gd name="connsiteY6" fmla="*/ 1536948 h 2468931"/>
              <a:gd name="connsiteX7" fmla="*/ 66423 w 2419819"/>
              <a:gd name="connsiteY7" fmla="*/ 1819339 h 2468931"/>
              <a:gd name="connsiteX8" fmla="*/ 207642 w 2419819"/>
              <a:gd name="connsiteY8" fmla="*/ 2042158 h 2468931"/>
              <a:gd name="connsiteX9" fmla="*/ 258654 w 2419819"/>
              <a:gd name="connsiteY9" fmla="*/ 2101359 h 2468931"/>
              <a:gd name="connsiteX10" fmla="*/ 449960 w 2419819"/>
              <a:gd name="connsiteY10" fmla="*/ 2250914 h 2468931"/>
              <a:gd name="connsiteX11" fmla="*/ 583477 w 2419819"/>
              <a:gd name="connsiteY11" fmla="*/ 2300336 h 2468931"/>
              <a:gd name="connsiteX12" fmla="*/ 958027 w 2419819"/>
              <a:gd name="connsiteY12" fmla="*/ 2345683 h 2468931"/>
              <a:gd name="connsiteX13" fmla="*/ 1200345 w 2419819"/>
              <a:gd name="connsiteY13" fmla="*/ 2345682 h 2468931"/>
              <a:gd name="connsiteX14" fmla="*/ 1779311 w 2419819"/>
              <a:gd name="connsiteY14" fmla="*/ 2468874 h 2468931"/>
              <a:gd name="connsiteX15" fmla="*/ 2058356 w 2419819"/>
              <a:gd name="connsiteY15" fmla="*/ 2348678 h 2468931"/>
              <a:gd name="connsiteX16" fmla="*/ 2256679 w 2419819"/>
              <a:gd name="connsiteY16" fmla="*/ 2382817 h 2468931"/>
              <a:gd name="connsiteX17" fmla="*/ 2416980 w 2419819"/>
              <a:gd name="connsiteY17" fmla="*/ 2063901 h 2468931"/>
              <a:gd name="connsiteX0" fmla="*/ 544283 w 2359036"/>
              <a:gd name="connsiteY0" fmla="*/ 0 h 2468931"/>
              <a:gd name="connsiteX1" fmla="*/ 668143 w 2359036"/>
              <a:gd name="connsiteY1" fmla="*/ 514666 h 2468931"/>
              <a:gd name="connsiteX2" fmla="*/ 810209 w 2359036"/>
              <a:gd name="connsiteY2" fmla="*/ 732165 h 2468931"/>
              <a:gd name="connsiteX3" fmla="*/ 703466 w 2359036"/>
              <a:gd name="connsiteY3" fmla="*/ 936781 h 2468931"/>
              <a:gd name="connsiteX4" fmla="*/ 411584 w 2359036"/>
              <a:gd name="connsiteY4" fmla="*/ 839976 h 2468931"/>
              <a:gd name="connsiteX5" fmla="*/ 193413 w 2359036"/>
              <a:gd name="connsiteY5" fmla="*/ 1138654 h 2468931"/>
              <a:gd name="connsiteX6" fmla="*/ 308 w 2359036"/>
              <a:gd name="connsiteY6" fmla="*/ 1536948 h 2468931"/>
              <a:gd name="connsiteX7" fmla="*/ 66423 w 2359036"/>
              <a:gd name="connsiteY7" fmla="*/ 1819339 h 2468931"/>
              <a:gd name="connsiteX8" fmla="*/ 207642 w 2359036"/>
              <a:gd name="connsiteY8" fmla="*/ 2042158 h 2468931"/>
              <a:gd name="connsiteX9" fmla="*/ 258654 w 2359036"/>
              <a:gd name="connsiteY9" fmla="*/ 2101359 h 2468931"/>
              <a:gd name="connsiteX10" fmla="*/ 449960 w 2359036"/>
              <a:gd name="connsiteY10" fmla="*/ 2250914 h 2468931"/>
              <a:gd name="connsiteX11" fmla="*/ 583477 w 2359036"/>
              <a:gd name="connsiteY11" fmla="*/ 2300336 h 2468931"/>
              <a:gd name="connsiteX12" fmla="*/ 958027 w 2359036"/>
              <a:gd name="connsiteY12" fmla="*/ 2345683 h 2468931"/>
              <a:gd name="connsiteX13" fmla="*/ 1200345 w 2359036"/>
              <a:gd name="connsiteY13" fmla="*/ 2345682 h 2468931"/>
              <a:gd name="connsiteX14" fmla="*/ 1779311 w 2359036"/>
              <a:gd name="connsiteY14" fmla="*/ 2468874 h 2468931"/>
              <a:gd name="connsiteX15" fmla="*/ 2058356 w 2359036"/>
              <a:gd name="connsiteY15" fmla="*/ 2348678 h 2468931"/>
              <a:gd name="connsiteX16" fmla="*/ 2256679 w 2359036"/>
              <a:gd name="connsiteY16" fmla="*/ 2382817 h 2468931"/>
              <a:gd name="connsiteX17" fmla="*/ 2354633 w 2359036"/>
              <a:gd name="connsiteY17" fmla="*/ 2007944 h 2468931"/>
              <a:gd name="connsiteX0" fmla="*/ 544283 w 2359036"/>
              <a:gd name="connsiteY0" fmla="*/ 0 h 2470104"/>
              <a:gd name="connsiteX1" fmla="*/ 668143 w 2359036"/>
              <a:gd name="connsiteY1" fmla="*/ 514666 h 2470104"/>
              <a:gd name="connsiteX2" fmla="*/ 810209 w 2359036"/>
              <a:gd name="connsiteY2" fmla="*/ 732165 h 2470104"/>
              <a:gd name="connsiteX3" fmla="*/ 703466 w 2359036"/>
              <a:gd name="connsiteY3" fmla="*/ 936781 h 2470104"/>
              <a:gd name="connsiteX4" fmla="*/ 411584 w 2359036"/>
              <a:gd name="connsiteY4" fmla="*/ 839976 h 2470104"/>
              <a:gd name="connsiteX5" fmla="*/ 193413 w 2359036"/>
              <a:gd name="connsiteY5" fmla="*/ 1138654 h 2470104"/>
              <a:gd name="connsiteX6" fmla="*/ 308 w 2359036"/>
              <a:gd name="connsiteY6" fmla="*/ 1536948 h 2470104"/>
              <a:gd name="connsiteX7" fmla="*/ 66423 w 2359036"/>
              <a:gd name="connsiteY7" fmla="*/ 1819339 h 2470104"/>
              <a:gd name="connsiteX8" fmla="*/ 207642 w 2359036"/>
              <a:gd name="connsiteY8" fmla="*/ 2042158 h 2470104"/>
              <a:gd name="connsiteX9" fmla="*/ 258654 w 2359036"/>
              <a:gd name="connsiteY9" fmla="*/ 2101359 h 2470104"/>
              <a:gd name="connsiteX10" fmla="*/ 449960 w 2359036"/>
              <a:gd name="connsiteY10" fmla="*/ 2250914 h 2470104"/>
              <a:gd name="connsiteX11" fmla="*/ 583477 w 2359036"/>
              <a:gd name="connsiteY11" fmla="*/ 2300336 h 2470104"/>
              <a:gd name="connsiteX12" fmla="*/ 958027 w 2359036"/>
              <a:gd name="connsiteY12" fmla="*/ 2345683 h 2470104"/>
              <a:gd name="connsiteX13" fmla="*/ 1200345 w 2359036"/>
              <a:gd name="connsiteY13" fmla="*/ 2345682 h 2470104"/>
              <a:gd name="connsiteX14" fmla="*/ 1779311 w 2359036"/>
              <a:gd name="connsiteY14" fmla="*/ 2468874 h 2470104"/>
              <a:gd name="connsiteX15" fmla="*/ 2256679 w 2359036"/>
              <a:gd name="connsiteY15" fmla="*/ 2382817 h 2470104"/>
              <a:gd name="connsiteX16" fmla="*/ 2354633 w 2359036"/>
              <a:gd name="connsiteY16" fmla="*/ 2007944 h 2470104"/>
              <a:gd name="connsiteX0" fmla="*/ 544283 w 2359036"/>
              <a:gd name="connsiteY0" fmla="*/ 0 h 2469127"/>
              <a:gd name="connsiteX1" fmla="*/ 668143 w 2359036"/>
              <a:gd name="connsiteY1" fmla="*/ 514666 h 2469127"/>
              <a:gd name="connsiteX2" fmla="*/ 810209 w 2359036"/>
              <a:gd name="connsiteY2" fmla="*/ 732165 h 2469127"/>
              <a:gd name="connsiteX3" fmla="*/ 703466 w 2359036"/>
              <a:gd name="connsiteY3" fmla="*/ 936781 h 2469127"/>
              <a:gd name="connsiteX4" fmla="*/ 411584 w 2359036"/>
              <a:gd name="connsiteY4" fmla="*/ 839976 h 2469127"/>
              <a:gd name="connsiteX5" fmla="*/ 193413 w 2359036"/>
              <a:gd name="connsiteY5" fmla="*/ 1138654 h 2469127"/>
              <a:gd name="connsiteX6" fmla="*/ 308 w 2359036"/>
              <a:gd name="connsiteY6" fmla="*/ 1536948 h 2469127"/>
              <a:gd name="connsiteX7" fmla="*/ 66423 w 2359036"/>
              <a:gd name="connsiteY7" fmla="*/ 1819339 h 2469127"/>
              <a:gd name="connsiteX8" fmla="*/ 207642 w 2359036"/>
              <a:gd name="connsiteY8" fmla="*/ 2042158 h 2469127"/>
              <a:gd name="connsiteX9" fmla="*/ 258654 w 2359036"/>
              <a:gd name="connsiteY9" fmla="*/ 2101359 h 2469127"/>
              <a:gd name="connsiteX10" fmla="*/ 449960 w 2359036"/>
              <a:gd name="connsiteY10" fmla="*/ 2250914 h 2469127"/>
              <a:gd name="connsiteX11" fmla="*/ 583477 w 2359036"/>
              <a:gd name="connsiteY11" fmla="*/ 2300336 h 2469127"/>
              <a:gd name="connsiteX12" fmla="*/ 958027 w 2359036"/>
              <a:gd name="connsiteY12" fmla="*/ 2345683 h 2469127"/>
              <a:gd name="connsiteX13" fmla="*/ 1200345 w 2359036"/>
              <a:gd name="connsiteY13" fmla="*/ 2345682 h 2469127"/>
              <a:gd name="connsiteX14" fmla="*/ 1779311 w 2359036"/>
              <a:gd name="connsiteY14" fmla="*/ 2468874 h 2469127"/>
              <a:gd name="connsiteX15" fmla="*/ 2256679 w 2359036"/>
              <a:gd name="connsiteY15" fmla="*/ 2382817 h 2469127"/>
              <a:gd name="connsiteX16" fmla="*/ 2354633 w 2359036"/>
              <a:gd name="connsiteY16" fmla="*/ 2007944 h 2469127"/>
              <a:gd name="connsiteX0" fmla="*/ 403260 w 2359036"/>
              <a:gd name="connsiteY0" fmla="*/ 0 h 2688734"/>
              <a:gd name="connsiteX1" fmla="*/ 668143 w 2359036"/>
              <a:gd name="connsiteY1" fmla="*/ 734273 h 2688734"/>
              <a:gd name="connsiteX2" fmla="*/ 810209 w 2359036"/>
              <a:gd name="connsiteY2" fmla="*/ 951772 h 2688734"/>
              <a:gd name="connsiteX3" fmla="*/ 703466 w 2359036"/>
              <a:gd name="connsiteY3" fmla="*/ 1156388 h 2688734"/>
              <a:gd name="connsiteX4" fmla="*/ 411584 w 2359036"/>
              <a:gd name="connsiteY4" fmla="*/ 1059583 h 2688734"/>
              <a:gd name="connsiteX5" fmla="*/ 193413 w 2359036"/>
              <a:gd name="connsiteY5" fmla="*/ 1358261 h 2688734"/>
              <a:gd name="connsiteX6" fmla="*/ 308 w 2359036"/>
              <a:gd name="connsiteY6" fmla="*/ 1756555 h 2688734"/>
              <a:gd name="connsiteX7" fmla="*/ 66423 w 2359036"/>
              <a:gd name="connsiteY7" fmla="*/ 2038946 h 2688734"/>
              <a:gd name="connsiteX8" fmla="*/ 207642 w 2359036"/>
              <a:gd name="connsiteY8" fmla="*/ 2261765 h 2688734"/>
              <a:gd name="connsiteX9" fmla="*/ 258654 w 2359036"/>
              <a:gd name="connsiteY9" fmla="*/ 2320966 h 2688734"/>
              <a:gd name="connsiteX10" fmla="*/ 449960 w 2359036"/>
              <a:gd name="connsiteY10" fmla="*/ 2470521 h 2688734"/>
              <a:gd name="connsiteX11" fmla="*/ 583477 w 2359036"/>
              <a:gd name="connsiteY11" fmla="*/ 2519943 h 2688734"/>
              <a:gd name="connsiteX12" fmla="*/ 958027 w 2359036"/>
              <a:gd name="connsiteY12" fmla="*/ 2565290 h 2688734"/>
              <a:gd name="connsiteX13" fmla="*/ 1200345 w 2359036"/>
              <a:gd name="connsiteY13" fmla="*/ 2565289 h 2688734"/>
              <a:gd name="connsiteX14" fmla="*/ 1779311 w 2359036"/>
              <a:gd name="connsiteY14" fmla="*/ 2688481 h 2688734"/>
              <a:gd name="connsiteX15" fmla="*/ 2256679 w 2359036"/>
              <a:gd name="connsiteY15" fmla="*/ 2602424 h 2688734"/>
              <a:gd name="connsiteX16" fmla="*/ 2354633 w 2359036"/>
              <a:gd name="connsiteY16" fmla="*/ 2227551 h 2688734"/>
              <a:gd name="connsiteX0" fmla="*/ 403260 w 2359036"/>
              <a:gd name="connsiteY0" fmla="*/ 0 h 2688734"/>
              <a:gd name="connsiteX1" fmla="*/ 515404 w 2359036"/>
              <a:gd name="connsiteY1" fmla="*/ 555181 h 2688734"/>
              <a:gd name="connsiteX2" fmla="*/ 810209 w 2359036"/>
              <a:gd name="connsiteY2" fmla="*/ 951772 h 2688734"/>
              <a:gd name="connsiteX3" fmla="*/ 703466 w 2359036"/>
              <a:gd name="connsiteY3" fmla="*/ 1156388 h 2688734"/>
              <a:gd name="connsiteX4" fmla="*/ 411584 w 2359036"/>
              <a:gd name="connsiteY4" fmla="*/ 1059583 h 2688734"/>
              <a:gd name="connsiteX5" fmla="*/ 193413 w 2359036"/>
              <a:gd name="connsiteY5" fmla="*/ 1358261 h 2688734"/>
              <a:gd name="connsiteX6" fmla="*/ 308 w 2359036"/>
              <a:gd name="connsiteY6" fmla="*/ 1756555 h 2688734"/>
              <a:gd name="connsiteX7" fmla="*/ 66423 w 2359036"/>
              <a:gd name="connsiteY7" fmla="*/ 2038946 h 2688734"/>
              <a:gd name="connsiteX8" fmla="*/ 207642 w 2359036"/>
              <a:gd name="connsiteY8" fmla="*/ 2261765 h 2688734"/>
              <a:gd name="connsiteX9" fmla="*/ 258654 w 2359036"/>
              <a:gd name="connsiteY9" fmla="*/ 2320966 h 2688734"/>
              <a:gd name="connsiteX10" fmla="*/ 449960 w 2359036"/>
              <a:gd name="connsiteY10" fmla="*/ 2470521 h 2688734"/>
              <a:gd name="connsiteX11" fmla="*/ 583477 w 2359036"/>
              <a:gd name="connsiteY11" fmla="*/ 2519943 h 2688734"/>
              <a:gd name="connsiteX12" fmla="*/ 958027 w 2359036"/>
              <a:gd name="connsiteY12" fmla="*/ 2565290 h 2688734"/>
              <a:gd name="connsiteX13" fmla="*/ 1200345 w 2359036"/>
              <a:gd name="connsiteY13" fmla="*/ 2565289 h 2688734"/>
              <a:gd name="connsiteX14" fmla="*/ 1779311 w 2359036"/>
              <a:gd name="connsiteY14" fmla="*/ 2688481 h 2688734"/>
              <a:gd name="connsiteX15" fmla="*/ 2256679 w 2359036"/>
              <a:gd name="connsiteY15" fmla="*/ 2602424 h 2688734"/>
              <a:gd name="connsiteX16" fmla="*/ 2354633 w 2359036"/>
              <a:gd name="connsiteY16" fmla="*/ 2227551 h 2688734"/>
              <a:gd name="connsiteX0" fmla="*/ 491770 w 2447546"/>
              <a:gd name="connsiteY0" fmla="*/ 0 h 2688734"/>
              <a:gd name="connsiteX1" fmla="*/ 603914 w 2447546"/>
              <a:gd name="connsiteY1" fmla="*/ 555181 h 2688734"/>
              <a:gd name="connsiteX2" fmla="*/ 898719 w 2447546"/>
              <a:gd name="connsiteY2" fmla="*/ 951772 h 2688734"/>
              <a:gd name="connsiteX3" fmla="*/ 791976 w 2447546"/>
              <a:gd name="connsiteY3" fmla="*/ 1156388 h 2688734"/>
              <a:gd name="connsiteX4" fmla="*/ 500094 w 2447546"/>
              <a:gd name="connsiteY4" fmla="*/ 1059583 h 2688734"/>
              <a:gd name="connsiteX5" fmla="*/ 281923 w 2447546"/>
              <a:gd name="connsiteY5" fmla="*/ 1358261 h 2688734"/>
              <a:gd name="connsiteX6" fmla="*/ 88818 w 2447546"/>
              <a:gd name="connsiteY6" fmla="*/ 1756555 h 2688734"/>
              <a:gd name="connsiteX7" fmla="*/ 9173 w 2447546"/>
              <a:gd name="connsiteY7" fmla="*/ 2033096 h 2688734"/>
              <a:gd name="connsiteX8" fmla="*/ 296152 w 2447546"/>
              <a:gd name="connsiteY8" fmla="*/ 2261765 h 2688734"/>
              <a:gd name="connsiteX9" fmla="*/ 347164 w 2447546"/>
              <a:gd name="connsiteY9" fmla="*/ 2320966 h 2688734"/>
              <a:gd name="connsiteX10" fmla="*/ 538470 w 2447546"/>
              <a:gd name="connsiteY10" fmla="*/ 2470521 h 2688734"/>
              <a:gd name="connsiteX11" fmla="*/ 671987 w 2447546"/>
              <a:gd name="connsiteY11" fmla="*/ 2519943 h 2688734"/>
              <a:gd name="connsiteX12" fmla="*/ 1046537 w 2447546"/>
              <a:gd name="connsiteY12" fmla="*/ 2565290 h 2688734"/>
              <a:gd name="connsiteX13" fmla="*/ 1288855 w 2447546"/>
              <a:gd name="connsiteY13" fmla="*/ 2565289 h 2688734"/>
              <a:gd name="connsiteX14" fmla="*/ 1867821 w 2447546"/>
              <a:gd name="connsiteY14" fmla="*/ 2688481 h 2688734"/>
              <a:gd name="connsiteX15" fmla="*/ 2345189 w 2447546"/>
              <a:gd name="connsiteY15" fmla="*/ 2602424 h 2688734"/>
              <a:gd name="connsiteX16" fmla="*/ 2443143 w 2447546"/>
              <a:gd name="connsiteY16" fmla="*/ 2227551 h 2688734"/>
              <a:gd name="connsiteX0" fmla="*/ 503180 w 2458956"/>
              <a:gd name="connsiteY0" fmla="*/ 0 h 2688734"/>
              <a:gd name="connsiteX1" fmla="*/ 615324 w 2458956"/>
              <a:gd name="connsiteY1" fmla="*/ 555181 h 2688734"/>
              <a:gd name="connsiteX2" fmla="*/ 910129 w 2458956"/>
              <a:gd name="connsiteY2" fmla="*/ 951772 h 2688734"/>
              <a:gd name="connsiteX3" fmla="*/ 803386 w 2458956"/>
              <a:gd name="connsiteY3" fmla="*/ 1156388 h 2688734"/>
              <a:gd name="connsiteX4" fmla="*/ 511504 w 2458956"/>
              <a:gd name="connsiteY4" fmla="*/ 1059583 h 2688734"/>
              <a:gd name="connsiteX5" fmla="*/ 293333 w 2458956"/>
              <a:gd name="connsiteY5" fmla="*/ 1358261 h 2688734"/>
              <a:gd name="connsiteX6" fmla="*/ 24988 w 2458956"/>
              <a:gd name="connsiteY6" fmla="*/ 1755679 h 2688734"/>
              <a:gd name="connsiteX7" fmla="*/ 20583 w 2458956"/>
              <a:gd name="connsiteY7" fmla="*/ 2033096 h 2688734"/>
              <a:gd name="connsiteX8" fmla="*/ 307562 w 2458956"/>
              <a:gd name="connsiteY8" fmla="*/ 2261765 h 2688734"/>
              <a:gd name="connsiteX9" fmla="*/ 358574 w 2458956"/>
              <a:gd name="connsiteY9" fmla="*/ 2320966 h 2688734"/>
              <a:gd name="connsiteX10" fmla="*/ 549880 w 2458956"/>
              <a:gd name="connsiteY10" fmla="*/ 2470521 h 2688734"/>
              <a:gd name="connsiteX11" fmla="*/ 683397 w 2458956"/>
              <a:gd name="connsiteY11" fmla="*/ 2519943 h 2688734"/>
              <a:gd name="connsiteX12" fmla="*/ 1057947 w 2458956"/>
              <a:gd name="connsiteY12" fmla="*/ 2565290 h 2688734"/>
              <a:gd name="connsiteX13" fmla="*/ 1300265 w 2458956"/>
              <a:gd name="connsiteY13" fmla="*/ 2565289 h 2688734"/>
              <a:gd name="connsiteX14" fmla="*/ 1879231 w 2458956"/>
              <a:gd name="connsiteY14" fmla="*/ 2688481 h 2688734"/>
              <a:gd name="connsiteX15" fmla="*/ 2356599 w 2458956"/>
              <a:gd name="connsiteY15" fmla="*/ 2602424 h 2688734"/>
              <a:gd name="connsiteX16" fmla="*/ 2454553 w 2458956"/>
              <a:gd name="connsiteY16" fmla="*/ 2227551 h 2688734"/>
              <a:gd name="connsiteX0" fmla="*/ 515489 w 2471265"/>
              <a:gd name="connsiteY0" fmla="*/ 0 h 2688734"/>
              <a:gd name="connsiteX1" fmla="*/ 627633 w 2471265"/>
              <a:gd name="connsiteY1" fmla="*/ 555181 h 2688734"/>
              <a:gd name="connsiteX2" fmla="*/ 922438 w 2471265"/>
              <a:gd name="connsiteY2" fmla="*/ 951772 h 2688734"/>
              <a:gd name="connsiteX3" fmla="*/ 815695 w 2471265"/>
              <a:gd name="connsiteY3" fmla="*/ 1156388 h 2688734"/>
              <a:gd name="connsiteX4" fmla="*/ 523813 w 2471265"/>
              <a:gd name="connsiteY4" fmla="*/ 1059583 h 2688734"/>
              <a:gd name="connsiteX5" fmla="*/ 305642 w 2471265"/>
              <a:gd name="connsiteY5" fmla="*/ 1358261 h 2688734"/>
              <a:gd name="connsiteX6" fmla="*/ 37297 w 2471265"/>
              <a:gd name="connsiteY6" fmla="*/ 1755679 h 2688734"/>
              <a:gd name="connsiteX7" fmla="*/ 32892 w 2471265"/>
              <a:gd name="connsiteY7" fmla="*/ 2033096 h 2688734"/>
              <a:gd name="connsiteX8" fmla="*/ 319871 w 2471265"/>
              <a:gd name="connsiteY8" fmla="*/ 2261765 h 2688734"/>
              <a:gd name="connsiteX9" fmla="*/ 370883 w 2471265"/>
              <a:gd name="connsiteY9" fmla="*/ 2320966 h 2688734"/>
              <a:gd name="connsiteX10" fmla="*/ 562189 w 2471265"/>
              <a:gd name="connsiteY10" fmla="*/ 2470521 h 2688734"/>
              <a:gd name="connsiteX11" fmla="*/ 695706 w 2471265"/>
              <a:gd name="connsiteY11" fmla="*/ 2519943 h 2688734"/>
              <a:gd name="connsiteX12" fmla="*/ 1070256 w 2471265"/>
              <a:gd name="connsiteY12" fmla="*/ 2565290 h 2688734"/>
              <a:gd name="connsiteX13" fmla="*/ 1312574 w 2471265"/>
              <a:gd name="connsiteY13" fmla="*/ 2565289 h 2688734"/>
              <a:gd name="connsiteX14" fmla="*/ 1891540 w 2471265"/>
              <a:gd name="connsiteY14" fmla="*/ 2688481 h 2688734"/>
              <a:gd name="connsiteX15" fmla="*/ 2368908 w 2471265"/>
              <a:gd name="connsiteY15" fmla="*/ 2602424 h 2688734"/>
              <a:gd name="connsiteX16" fmla="*/ 2466862 w 2471265"/>
              <a:gd name="connsiteY16" fmla="*/ 2227551 h 2688734"/>
              <a:gd name="connsiteX0" fmla="*/ 515489 w 2471265"/>
              <a:gd name="connsiteY0" fmla="*/ 0 h 2688734"/>
              <a:gd name="connsiteX1" fmla="*/ 627633 w 2471265"/>
              <a:gd name="connsiteY1" fmla="*/ 555181 h 2688734"/>
              <a:gd name="connsiteX2" fmla="*/ 922438 w 2471265"/>
              <a:gd name="connsiteY2" fmla="*/ 951772 h 2688734"/>
              <a:gd name="connsiteX3" fmla="*/ 815695 w 2471265"/>
              <a:gd name="connsiteY3" fmla="*/ 1156388 h 2688734"/>
              <a:gd name="connsiteX4" fmla="*/ 523813 w 2471265"/>
              <a:gd name="connsiteY4" fmla="*/ 1059583 h 2688734"/>
              <a:gd name="connsiteX5" fmla="*/ 305642 w 2471265"/>
              <a:gd name="connsiteY5" fmla="*/ 1358261 h 2688734"/>
              <a:gd name="connsiteX6" fmla="*/ 37297 w 2471265"/>
              <a:gd name="connsiteY6" fmla="*/ 1755679 h 2688734"/>
              <a:gd name="connsiteX7" fmla="*/ 32892 w 2471265"/>
              <a:gd name="connsiteY7" fmla="*/ 2033096 h 2688734"/>
              <a:gd name="connsiteX8" fmla="*/ 319871 w 2471265"/>
              <a:gd name="connsiteY8" fmla="*/ 2261765 h 2688734"/>
              <a:gd name="connsiteX9" fmla="*/ 370883 w 2471265"/>
              <a:gd name="connsiteY9" fmla="*/ 2320966 h 2688734"/>
              <a:gd name="connsiteX10" fmla="*/ 562189 w 2471265"/>
              <a:gd name="connsiteY10" fmla="*/ 2470521 h 2688734"/>
              <a:gd name="connsiteX11" fmla="*/ 695706 w 2471265"/>
              <a:gd name="connsiteY11" fmla="*/ 2519943 h 2688734"/>
              <a:gd name="connsiteX12" fmla="*/ 1070256 w 2471265"/>
              <a:gd name="connsiteY12" fmla="*/ 2565290 h 2688734"/>
              <a:gd name="connsiteX13" fmla="*/ 1312574 w 2471265"/>
              <a:gd name="connsiteY13" fmla="*/ 2565289 h 2688734"/>
              <a:gd name="connsiteX14" fmla="*/ 1891540 w 2471265"/>
              <a:gd name="connsiteY14" fmla="*/ 2688481 h 2688734"/>
              <a:gd name="connsiteX15" fmla="*/ 2368908 w 2471265"/>
              <a:gd name="connsiteY15" fmla="*/ 2602424 h 2688734"/>
              <a:gd name="connsiteX16" fmla="*/ 2466862 w 2471265"/>
              <a:gd name="connsiteY16" fmla="*/ 2227551 h 2688734"/>
              <a:gd name="connsiteX0" fmla="*/ 518884 w 2474660"/>
              <a:gd name="connsiteY0" fmla="*/ 0 h 2688734"/>
              <a:gd name="connsiteX1" fmla="*/ 631028 w 2474660"/>
              <a:gd name="connsiteY1" fmla="*/ 555181 h 2688734"/>
              <a:gd name="connsiteX2" fmla="*/ 925833 w 2474660"/>
              <a:gd name="connsiteY2" fmla="*/ 951772 h 2688734"/>
              <a:gd name="connsiteX3" fmla="*/ 819090 w 2474660"/>
              <a:gd name="connsiteY3" fmla="*/ 1156388 h 2688734"/>
              <a:gd name="connsiteX4" fmla="*/ 527208 w 2474660"/>
              <a:gd name="connsiteY4" fmla="*/ 1059583 h 2688734"/>
              <a:gd name="connsiteX5" fmla="*/ 309037 w 2474660"/>
              <a:gd name="connsiteY5" fmla="*/ 1358261 h 2688734"/>
              <a:gd name="connsiteX6" fmla="*/ 40692 w 2474660"/>
              <a:gd name="connsiteY6" fmla="*/ 1755679 h 2688734"/>
              <a:gd name="connsiteX7" fmla="*/ 36287 w 2474660"/>
              <a:gd name="connsiteY7" fmla="*/ 2033096 h 2688734"/>
              <a:gd name="connsiteX8" fmla="*/ 374278 w 2474660"/>
              <a:gd name="connsiteY8" fmla="*/ 2320966 h 2688734"/>
              <a:gd name="connsiteX9" fmla="*/ 565584 w 2474660"/>
              <a:gd name="connsiteY9" fmla="*/ 2470521 h 2688734"/>
              <a:gd name="connsiteX10" fmla="*/ 699101 w 2474660"/>
              <a:gd name="connsiteY10" fmla="*/ 2519943 h 2688734"/>
              <a:gd name="connsiteX11" fmla="*/ 1073651 w 2474660"/>
              <a:gd name="connsiteY11" fmla="*/ 2565290 h 2688734"/>
              <a:gd name="connsiteX12" fmla="*/ 1315969 w 2474660"/>
              <a:gd name="connsiteY12" fmla="*/ 2565289 h 2688734"/>
              <a:gd name="connsiteX13" fmla="*/ 1894935 w 2474660"/>
              <a:gd name="connsiteY13" fmla="*/ 2688481 h 2688734"/>
              <a:gd name="connsiteX14" fmla="*/ 2372303 w 2474660"/>
              <a:gd name="connsiteY14" fmla="*/ 2602424 h 2688734"/>
              <a:gd name="connsiteX15" fmla="*/ 2470257 w 2474660"/>
              <a:gd name="connsiteY15" fmla="*/ 2227551 h 268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4660" h="2688734">
                <a:moveTo>
                  <a:pt x="518884" y="0"/>
                </a:moveTo>
                <a:cubicBezTo>
                  <a:pt x="514444" y="22309"/>
                  <a:pt x="563203" y="396552"/>
                  <a:pt x="631028" y="555181"/>
                </a:cubicBezTo>
                <a:cubicBezTo>
                  <a:pt x="698853" y="713810"/>
                  <a:pt x="894489" y="851571"/>
                  <a:pt x="925833" y="951772"/>
                </a:cubicBezTo>
                <a:cubicBezTo>
                  <a:pt x="957177" y="1051973"/>
                  <a:pt x="885527" y="1138420"/>
                  <a:pt x="819090" y="1156388"/>
                </a:cubicBezTo>
                <a:cubicBezTo>
                  <a:pt x="752653" y="1174356"/>
                  <a:pt x="612217" y="1025937"/>
                  <a:pt x="527208" y="1059583"/>
                </a:cubicBezTo>
                <a:cubicBezTo>
                  <a:pt x="442200" y="1093228"/>
                  <a:pt x="390123" y="1242245"/>
                  <a:pt x="309037" y="1358261"/>
                </a:cubicBezTo>
                <a:cubicBezTo>
                  <a:pt x="227951" y="1474277"/>
                  <a:pt x="115260" y="1569773"/>
                  <a:pt x="40692" y="1755679"/>
                </a:cubicBezTo>
                <a:cubicBezTo>
                  <a:pt x="-5549" y="1850575"/>
                  <a:pt x="-19311" y="1938882"/>
                  <a:pt x="36287" y="2033096"/>
                </a:cubicBezTo>
                <a:cubicBezTo>
                  <a:pt x="91885" y="2127310"/>
                  <a:pt x="286062" y="2248062"/>
                  <a:pt x="374278" y="2320966"/>
                </a:cubicBezTo>
                <a:cubicBezTo>
                  <a:pt x="462494" y="2393870"/>
                  <a:pt x="489118" y="2431832"/>
                  <a:pt x="565584" y="2470521"/>
                </a:cubicBezTo>
                <a:cubicBezTo>
                  <a:pt x="607095" y="2491571"/>
                  <a:pt x="652135" y="2507713"/>
                  <a:pt x="699101" y="2519943"/>
                </a:cubicBezTo>
                <a:cubicBezTo>
                  <a:pt x="819458" y="2551311"/>
                  <a:pt x="946661" y="2562294"/>
                  <a:pt x="1073651" y="2565290"/>
                </a:cubicBezTo>
                <a:cubicBezTo>
                  <a:pt x="1154423" y="2567204"/>
                  <a:pt x="1179088" y="2544757"/>
                  <a:pt x="1315969" y="2565289"/>
                </a:cubicBezTo>
                <a:cubicBezTo>
                  <a:pt x="1452850" y="2585821"/>
                  <a:pt x="1718879" y="2682292"/>
                  <a:pt x="1894935" y="2688481"/>
                </a:cubicBezTo>
                <a:cubicBezTo>
                  <a:pt x="2070991" y="2694670"/>
                  <a:pt x="2091540" y="2585185"/>
                  <a:pt x="2372303" y="2602424"/>
                </a:cubicBezTo>
                <a:cubicBezTo>
                  <a:pt x="2402260" y="2585307"/>
                  <a:pt x="2495927" y="2395905"/>
                  <a:pt x="2470257" y="2227551"/>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129" name="Freeform: Shape 128">
            <a:extLst>
              <a:ext uri="{FF2B5EF4-FFF2-40B4-BE49-F238E27FC236}">
                <a16:creationId xmlns:a16="http://schemas.microsoft.com/office/drawing/2014/main" id="{BD75B119-899F-3484-1830-4FBD9072E464}"/>
              </a:ext>
            </a:extLst>
          </p:cNvPr>
          <p:cNvSpPr/>
          <p:nvPr userDrawn="1"/>
        </p:nvSpPr>
        <p:spPr>
          <a:xfrm rot="13742023" flipV="1">
            <a:off x="6933557" y="-354165"/>
            <a:ext cx="2082961" cy="1684153"/>
          </a:xfrm>
          <a:custGeom>
            <a:avLst/>
            <a:gdLst>
              <a:gd name="connsiteX0" fmla="*/ 151164 w 2150051"/>
              <a:gd name="connsiteY0" fmla="*/ 1209554 h 1464917"/>
              <a:gd name="connsiteX1" fmla="*/ 231762 w 2150051"/>
              <a:gd name="connsiteY1" fmla="*/ 1290043 h 1464917"/>
              <a:gd name="connsiteX2" fmla="*/ 524683 w 2150051"/>
              <a:gd name="connsiteY2" fmla="*/ 1431238 h 1464917"/>
              <a:gd name="connsiteX3" fmla="*/ 627068 w 2150051"/>
              <a:gd name="connsiteY3" fmla="*/ 1447379 h 1464917"/>
              <a:gd name="connsiteX4" fmla="*/ 1017130 w 2150051"/>
              <a:gd name="connsiteY4" fmla="*/ 1464520 h 1464917"/>
              <a:gd name="connsiteX5" fmla="*/ 1359265 w 2150051"/>
              <a:gd name="connsiteY5" fmla="*/ 1450375 h 1464917"/>
              <a:gd name="connsiteX6" fmla="*/ 1535467 w 2150051"/>
              <a:gd name="connsiteY6" fmla="*/ 1440307 h 1464917"/>
              <a:gd name="connsiteX7" fmla="*/ 1808918 w 2150051"/>
              <a:gd name="connsiteY7" fmla="*/ 1383812 h 1464917"/>
              <a:gd name="connsiteX8" fmla="*/ 1977417 w 2150051"/>
              <a:gd name="connsiteY8" fmla="*/ 1324322 h 1464917"/>
              <a:gd name="connsiteX9" fmla="*/ 2150051 w 2150051"/>
              <a:gd name="connsiteY9" fmla="*/ 1268964 h 1464917"/>
              <a:gd name="connsiteX10" fmla="*/ 1004523 w 2150051"/>
              <a:gd name="connsiteY10" fmla="*/ 0 h 1464917"/>
              <a:gd name="connsiteX11" fmla="*/ 994110 w 2150051"/>
              <a:gd name="connsiteY11" fmla="*/ 27748 h 1464917"/>
              <a:gd name="connsiteX12" fmla="*/ 1032043 w 2150051"/>
              <a:gd name="connsiteY12" fmla="*/ 359351 h 1464917"/>
              <a:gd name="connsiteX13" fmla="*/ 816764 w 2150051"/>
              <a:gd name="connsiteY13" fmla="*/ 434382 h 1464917"/>
              <a:gd name="connsiteX14" fmla="*/ 697237 w 2150051"/>
              <a:gd name="connsiteY14" fmla="*/ 557421 h 1464917"/>
              <a:gd name="connsiteX15" fmla="*/ 454597 w 2150051"/>
              <a:gd name="connsiteY15" fmla="*/ 369987 h 1464917"/>
              <a:gd name="connsiteX16" fmla="*/ 271026 w 2150051"/>
              <a:gd name="connsiteY16" fmla="*/ 509097 h 1464917"/>
              <a:gd name="connsiteX17" fmla="*/ 131304 w 2150051"/>
              <a:gd name="connsiteY17" fmla="*/ 580152 h 1464917"/>
              <a:gd name="connsiteX18" fmla="*/ 23786 w 2150051"/>
              <a:gd name="connsiteY18" fmla="*/ 716107 h 1464917"/>
              <a:gd name="connsiteX19" fmla="*/ 2282 w 2150051"/>
              <a:gd name="connsiteY19" fmla="*/ 879185 h 1464917"/>
              <a:gd name="connsiteX20" fmla="*/ 88298 w 2150051"/>
              <a:gd name="connsiteY20" fmla="*/ 1119642 h 1464917"/>
              <a:gd name="connsiteX21" fmla="*/ 151164 w 2150051"/>
              <a:gd name="connsiteY21" fmla="*/ 1209554 h 1464917"/>
              <a:gd name="connsiteX0" fmla="*/ 1004523 w 2150051"/>
              <a:gd name="connsiteY0" fmla="*/ 0 h 1464917"/>
              <a:gd name="connsiteX1" fmla="*/ 994110 w 2150051"/>
              <a:gd name="connsiteY1" fmla="*/ 27748 h 1464917"/>
              <a:gd name="connsiteX2" fmla="*/ 1032043 w 2150051"/>
              <a:gd name="connsiteY2" fmla="*/ 359351 h 1464917"/>
              <a:gd name="connsiteX3" fmla="*/ 816764 w 2150051"/>
              <a:gd name="connsiteY3" fmla="*/ 434382 h 1464917"/>
              <a:gd name="connsiteX4" fmla="*/ 697237 w 2150051"/>
              <a:gd name="connsiteY4" fmla="*/ 557421 h 1464917"/>
              <a:gd name="connsiteX5" fmla="*/ 454597 w 2150051"/>
              <a:gd name="connsiteY5" fmla="*/ 369987 h 1464917"/>
              <a:gd name="connsiteX6" fmla="*/ 271026 w 2150051"/>
              <a:gd name="connsiteY6" fmla="*/ 509097 h 1464917"/>
              <a:gd name="connsiteX7" fmla="*/ 131304 w 2150051"/>
              <a:gd name="connsiteY7" fmla="*/ 580152 h 1464917"/>
              <a:gd name="connsiteX8" fmla="*/ 23786 w 2150051"/>
              <a:gd name="connsiteY8" fmla="*/ 716107 h 1464917"/>
              <a:gd name="connsiteX9" fmla="*/ 2282 w 2150051"/>
              <a:gd name="connsiteY9" fmla="*/ 879185 h 1464917"/>
              <a:gd name="connsiteX10" fmla="*/ 88298 w 2150051"/>
              <a:gd name="connsiteY10" fmla="*/ 1119642 h 1464917"/>
              <a:gd name="connsiteX11" fmla="*/ 151164 w 2150051"/>
              <a:gd name="connsiteY11" fmla="*/ 1209554 h 1464917"/>
              <a:gd name="connsiteX12" fmla="*/ 231762 w 2150051"/>
              <a:gd name="connsiteY12" fmla="*/ 1290043 h 1464917"/>
              <a:gd name="connsiteX13" fmla="*/ 524683 w 2150051"/>
              <a:gd name="connsiteY13" fmla="*/ 1431238 h 1464917"/>
              <a:gd name="connsiteX14" fmla="*/ 627068 w 2150051"/>
              <a:gd name="connsiteY14" fmla="*/ 1447379 h 1464917"/>
              <a:gd name="connsiteX15" fmla="*/ 1017130 w 2150051"/>
              <a:gd name="connsiteY15" fmla="*/ 1464520 h 1464917"/>
              <a:gd name="connsiteX16" fmla="*/ 1359265 w 2150051"/>
              <a:gd name="connsiteY16" fmla="*/ 1450375 h 1464917"/>
              <a:gd name="connsiteX17" fmla="*/ 1535467 w 2150051"/>
              <a:gd name="connsiteY17" fmla="*/ 1440307 h 1464917"/>
              <a:gd name="connsiteX18" fmla="*/ 1808918 w 2150051"/>
              <a:gd name="connsiteY18" fmla="*/ 1383812 h 1464917"/>
              <a:gd name="connsiteX19" fmla="*/ 1977417 w 2150051"/>
              <a:gd name="connsiteY19" fmla="*/ 1324322 h 1464917"/>
              <a:gd name="connsiteX20" fmla="*/ 2150051 w 2150051"/>
              <a:gd name="connsiteY20" fmla="*/ 1268964 h 1464917"/>
              <a:gd name="connsiteX21" fmla="*/ 1095963 w 2150051"/>
              <a:gd name="connsiteY21" fmla="*/ 91440 h 1464917"/>
              <a:gd name="connsiteX0" fmla="*/ 1004523 w 2150051"/>
              <a:gd name="connsiteY0" fmla="*/ 0 h 1464917"/>
              <a:gd name="connsiteX1" fmla="*/ 994110 w 2150051"/>
              <a:gd name="connsiteY1" fmla="*/ 27748 h 1464917"/>
              <a:gd name="connsiteX2" fmla="*/ 1032043 w 2150051"/>
              <a:gd name="connsiteY2" fmla="*/ 359351 h 1464917"/>
              <a:gd name="connsiteX3" fmla="*/ 816764 w 2150051"/>
              <a:gd name="connsiteY3" fmla="*/ 434382 h 1464917"/>
              <a:gd name="connsiteX4" fmla="*/ 697237 w 2150051"/>
              <a:gd name="connsiteY4" fmla="*/ 557421 h 1464917"/>
              <a:gd name="connsiteX5" fmla="*/ 454597 w 2150051"/>
              <a:gd name="connsiteY5" fmla="*/ 369987 h 1464917"/>
              <a:gd name="connsiteX6" fmla="*/ 271026 w 2150051"/>
              <a:gd name="connsiteY6" fmla="*/ 509097 h 1464917"/>
              <a:gd name="connsiteX7" fmla="*/ 131304 w 2150051"/>
              <a:gd name="connsiteY7" fmla="*/ 580152 h 1464917"/>
              <a:gd name="connsiteX8" fmla="*/ 23786 w 2150051"/>
              <a:gd name="connsiteY8" fmla="*/ 716107 h 1464917"/>
              <a:gd name="connsiteX9" fmla="*/ 2282 w 2150051"/>
              <a:gd name="connsiteY9" fmla="*/ 879185 h 1464917"/>
              <a:gd name="connsiteX10" fmla="*/ 88298 w 2150051"/>
              <a:gd name="connsiteY10" fmla="*/ 1119642 h 1464917"/>
              <a:gd name="connsiteX11" fmla="*/ 151164 w 2150051"/>
              <a:gd name="connsiteY11" fmla="*/ 1209554 h 1464917"/>
              <a:gd name="connsiteX12" fmla="*/ 231762 w 2150051"/>
              <a:gd name="connsiteY12" fmla="*/ 1290043 h 1464917"/>
              <a:gd name="connsiteX13" fmla="*/ 524683 w 2150051"/>
              <a:gd name="connsiteY13" fmla="*/ 1431238 h 1464917"/>
              <a:gd name="connsiteX14" fmla="*/ 627068 w 2150051"/>
              <a:gd name="connsiteY14" fmla="*/ 1447379 h 1464917"/>
              <a:gd name="connsiteX15" fmla="*/ 1017130 w 2150051"/>
              <a:gd name="connsiteY15" fmla="*/ 1464520 h 1464917"/>
              <a:gd name="connsiteX16" fmla="*/ 1359265 w 2150051"/>
              <a:gd name="connsiteY16" fmla="*/ 1450375 h 1464917"/>
              <a:gd name="connsiteX17" fmla="*/ 1535467 w 2150051"/>
              <a:gd name="connsiteY17" fmla="*/ 1440307 h 1464917"/>
              <a:gd name="connsiteX18" fmla="*/ 1808918 w 2150051"/>
              <a:gd name="connsiteY18" fmla="*/ 1383812 h 1464917"/>
              <a:gd name="connsiteX19" fmla="*/ 1977417 w 2150051"/>
              <a:gd name="connsiteY19" fmla="*/ 1324322 h 1464917"/>
              <a:gd name="connsiteX20" fmla="*/ 2150051 w 2150051"/>
              <a:gd name="connsiteY20" fmla="*/ 1268964 h 1464917"/>
              <a:gd name="connsiteX0" fmla="*/ 1004523 w 2150051"/>
              <a:gd name="connsiteY0" fmla="*/ 0 h 1464917"/>
              <a:gd name="connsiteX1" fmla="*/ 994110 w 2150051"/>
              <a:gd name="connsiteY1" fmla="*/ 27748 h 1464917"/>
              <a:gd name="connsiteX2" fmla="*/ 1032043 w 2150051"/>
              <a:gd name="connsiteY2" fmla="*/ 359351 h 1464917"/>
              <a:gd name="connsiteX3" fmla="*/ 816764 w 2150051"/>
              <a:gd name="connsiteY3" fmla="*/ 434382 h 1464917"/>
              <a:gd name="connsiteX4" fmla="*/ 697237 w 2150051"/>
              <a:gd name="connsiteY4" fmla="*/ 557421 h 1464917"/>
              <a:gd name="connsiteX5" fmla="*/ 454597 w 2150051"/>
              <a:gd name="connsiteY5" fmla="*/ 369987 h 1464917"/>
              <a:gd name="connsiteX6" fmla="*/ 271026 w 2150051"/>
              <a:gd name="connsiteY6" fmla="*/ 509097 h 1464917"/>
              <a:gd name="connsiteX7" fmla="*/ 131304 w 2150051"/>
              <a:gd name="connsiteY7" fmla="*/ 580152 h 1464917"/>
              <a:gd name="connsiteX8" fmla="*/ 23786 w 2150051"/>
              <a:gd name="connsiteY8" fmla="*/ 716107 h 1464917"/>
              <a:gd name="connsiteX9" fmla="*/ 2282 w 2150051"/>
              <a:gd name="connsiteY9" fmla="*/ 879185 h 1464917"/>
              <a:gd name="connsiteX10" fmla="*/ 88298 w 2150051"/>
              <a:gd name="connsiteY10" fmla="*/ 1119642 h 1464917"/>
              <a:gd name="connsiteX11" fmla="*/ 151164 w 2150051"/>
              <a:gd name="connsiteY11" fmla="*/ 1209554 h 1464917"/>
              <a:gd name="connsiteX12" fmla="*/ 231762 w 2150051"/>
              <a:gd name="connsiteY12" fmla="*/ 1290043 h 1464917"/>
              <a:gd name="connsiteX13" fmla="*/ 524683 w 2150051"/>
              <a:gd name="connsiteY13" fmla="*/ 1431238 h 1464917"/>
              <a:gd name="connsiteX14" fmla="*/ 627068 w 2150051"/>
              <a:gd name="connsiteY14" fmla="*/ 1447379 h 1464917"/>
              <a:gd name="connsiteX15" fmla="*/ 1017130 w 2150051"/>
              <a:gd name="connsiteY15" fmla="*/ 1464520 h 1464917"/>
              <a:gd name="connsiteX16" fmla="*/ 1359265 w 2150051"/>
              <a:gd name="connsiteY16" fmla="*/ 1450375 h 1464917"/>
              <a:gd name="connsiteX17" fmla="*/ 1535467 w 2150051"/>
              <a:gd name="connsiteY17" fmla="*/ 1440307 h 1464917"/>
              <a:gd name="connsiteX18" fmla="*/ 1808918 w 2150051"/>
              <a:gd name="connsiteY18" fmla="*/ 1383812 h 1464917"/>
              <a:gd name="connsiteX19" fmla="*/ 1960784 w 2150051"/>
              <a:gd name="connsiteY19" fmla="*/ 1455732 h 1464917"/>
              <a:gd name="connsiteX20" fmla="*/ 2150051 w 2150051"/>
              <a:gd name="connsiteY20" fmla="*/ 1268964 h 1464917"/>
              <a:gd name="connsiteX0" fmla="*/ 1004523 w 2082961"/>
              <a:gd name="connsiteY0" fmla="*/ 0 h 1464917"/>
              <a:gd name="connsiteX1" fmla="*/ 994110 w 2082961"/>
              <a:gd name="connsiteY1" fmla="*/ 27748 h 1464917"/>
              <a:gd name="connsiteX2" fmla="*/ 1032043 w 2082961"/>
              <a:gd name="connsiteY2" fmla="*/ 359351 h 1464917"/>
              <a:gd name="connsiteX3" fmla="*/ 816764 w 2082961"/>
              <a:gd name="connsiteY3" fmla="*/ 434382 h 1464917"/>
              <a:gd name="connsiteX4" fmla="*/ 697237 w 2082961"/>
              <a:gd name="connsiteY4" fmla="*/ 557421 h 1464917"/>
              <a:gd name="connsiteX5" fmla="*/ 454597 w 2082961"/>
              <a:gd name="connsiteY5" fmla="*/ 369987 h 1464917"/>
              <a:gd name="connsiteX6" fmla="*/ 271026 w 2082961"/>
              <a:gd name="connsiteY6" fmla="*/ 509097 h 1464917"/>
              <a:gd name="connsiteX7" fmla="*/ 131304 w 2082961"/>
              <a:gd name="connsiteY7" fmla="*/ 580152 h 1464917"/>
              <a:gd name="connsiteX8" fmla="*/ 23786 w 2082961"/>
              <a:gd name="connsiteY8" fmla="*/ 716107 h 1464917"/>
              <a:gd name="connsiteX9" fmla="*/ 2282 w 2082961"/>
              <a:gd name="connsiteY9" fmla="*/ 879185 h 1464917"/>
              <a:gd name="connsiteX10" fmla="*/ 88298 w 2082961"/>
              <a:gd name="connsiteY10" fmla="*/ 1119642 h 1464917"/>
              <a:gd name="connsiteX11" fmla="*/ 151164 w 2082961"/>
              <a:gd name="connsiteY11" fmla="*/ 1209554 h 1464917"/>
              <a:gd name="connsiteX12" fmla="*/ 231762 w 2082961"/>
              <a:gd name="connsiteY12" fmla="*/ 1290043 h 1464917"/>
              <a:gd name="connsiteX13" fmla="*/ 524683 w 2082961"/>
              <a:gd name="connsiteY13" fmla="*/ 1431238 h 1464917"/>
              <a:gd name="connsiteX14" fmla="*/ 627068 w 2082961"/>
              <a:gd name="connsiteY14" fmla="*/ 1447379 h 1464917"/>
              <a:gd name="connsiteX15" fmla="*/ 1017130 w 2082961"/>
              <a:gd name="connsiteY15" fmla="*/ 1464520 h 1464917"/>
              <a:gd name="connsiteX16" fmla="*/ 1359265 w 2082961"/>
              <a:gd name="connsiteY16" fmla="*/ 1450375 h 1464917"/>
              <a:gd name="connsiteX17" fmla="*/ 1535467 w 2082961"/>
              <a:gd name="connsiteY17" fmla="*/ 1440307 h 1464917"/>
              <a:gd name="connsiteX18" fmla="*/ 1808918 w 2082961"/>
              <a:gd name="connsiteY18" fmla="*/ 1383812 h 1464917"/>
              <a:gd name="connsiteX19" fmla="*/ 1960784 w 2082961"/>
              <a:gd name="connsiteY19" fmla="*/ 1455732 h 1464917"/>
              <a:gd name="connsiteX20" fmla="*/ 2082961 w 2082961"/>
              <a:gd name="connsiteY20" fmla="*/ 1175844 h 1464917"/>
              <a:gd name="connsiteX0" fmla="*/ 1004523 w 2082961"/>
              <a:gd name="connsiteY0" fmla="*/ 0 h 1566461"/>
              <a:gd name="connsiteX1" fmla="*/ 994110 w 2082961"/>
              <a:gd name="connsiteY1" fmla="*/ 27748 h 1566461"/>
              <a:gd name="connsiteX2" fmla="*/ 1032043 w 2082961"/>
              <a:gd name="connsiteY2" fmla="*/ 359351 h 1566461"/>
              <a:gd name="connsiteX3" fmla="*/ 816764 w 2082961"/>
              <a:gd name="connsiteY3" fmla="*/ 434382 h 1566461"/>
              <a:gd name="connsiteX4" fmla="*/ 697237 w 2082961"/>
              <a:gd name="connsiteY4" fmla="*/ 557421 h 1566461"/>
              <a:gd name="connsiteX5" fmla="*/ 454597 w 2082961"/>
              <a:gd name="connsiteY5" fmla="*/ 369987 h 1566461"/>
              <a:gd name="connsiteX6" fmla="*/ 271026 w 2082961"/>
              <a:gd name="connsiteY6" fmla="*/ 509097 h 1566461"/>
              <a:gd name="connsiteX7" fmla="*/ 131304 w 2082961"/>
              <a:gd name="connsiteY7" fmla="*/ 580152 h 1566461"/>
              <a:gd name="connsiteX8" fmla="*/ 23786 w 2082961"/>
              <a:gd name="connsiteY8" fmla="*/ 716107 h 1566461"/>
              <a:gd name="connsiteX9" fmla="*/ 2282 w 2082961"/>
              <a:gd name="connsiteY9" fmla="*/ 879185 h 1566461"/>
              <a:gd name="connsiteX10" fmla="*/ 88298 w 2082961"/>
              <a:gd name="connsiteY10" fmla="*/ 1119642 h 1566461"/>
              <a:gd name="connsiteX11" fmla="*/ 151164 w 2082961"/>
              <a:gd name="connsiteY11" fmla="*/ 1209554 h 1566461"/>
              <a:gd name="connsiteX12" fmla="*/ 231762 w 2082961"/>
              <a:gd name="connsiteY12" fmla="*/ 1290043 h 1566461"/>
              <a:gd name="connsiteX13" fmla="*/ 524683 w 2082961"/>
              <a:gd name="connsiteY13" fmla="*/ 1431238 h 1566461"/>
              <a:gd name="connsiteX14" fmla="*/ 627068 w 2082961"/>
              <a:gd name="connsiteY14" fmla="*/ 1447379 h 1566461"/>
              <a:gd name="connsiteX15" fmla="*/ 1017130 w 2082961"/>
              <a:gd name="connsiteY15" fmla="*/ 1464520 h 1566461"/>
              <a:gd name="connsiteX16" fmla="*/ 1359265 w 2082961"/>
              <a:gd name="connsiteY16" fmla="*/ 1450375 h 1566461"/>
              <a:gd name="connsiteX17" fmla="*/ 1535467 w 2082961"/>
              <a:gd name="connsiteY17" fmla="*/ 1440307 h 1566461"/>
              <a:gd name="connsiteX18" fmla="*/ 1630313 w 2082961"/>
              <a:gd name="connsiteY18" fmla="*/ 1566409 h 1566461"/>
              <a:gd name="connsiteX19" fmla="*/ 1960784 w 2082961"/>
              <a:gd name="connsiteY19" fmla="*/ 1455732 h 1566461"/>
              <a:gd name="connsiteX20" fmla="*/ 2082961 w 2082961"/>
              <a:gd name="connsiteY20" fmla="*/ 1175844 h 1566461"/>
              <a:gd name="connsiteX0" fmla="*/ 1004523 w 2082961"/>
              <a:gd name="connsiteY0" fmla="*/ 0 h 1566461"/>
              <a:gd name="connsiteX1" fmla="*/ 1032043 w 2082961"/>
              <a:gd name="connsiteY1" fmla="*/ 359351 h 1566461"/>
              <a:gd name="connsiteX2" fmla="*/ 816764 w 2082961"/>
              <a:gd name="connsiteY2" fmla="*/ 434382 h 1566461"/>
              <a:gd name="connsiteX3" fmla="*/ 697237 w 2082961"/>
              <a:gd name="connsiteY3" fmla="*/ 557421 h 1566461"/>
              <a:gd name="connsiteX4" fmla="*/ 454597 w 2082961"/>
              <a:gd name="connsiteY4" fmla="*/ 369987 h 1566461"/>
              <a:gd name="connsiteX5" fmla="*/ 271026 w 2082961"/>
              <a:gd name="connsiteY5" fmla="*/ 509097 h 1566461"/>
              <a:gd name="connsiteX6" fmla="*/ 131304 w 2082961"/>
              <a:gd name="connsiteY6" fmla="*/ 580152 h 1566461"/>
              <a:gd name="connsiteX7" fmla="*/ 23786 w 2082961"/>
              <a:gd name="connsiteY7" fmla="*/ 716107 h 1566461"/>
              <a:gd name="connsiteX8" fmla="*/ 2282 w 2082961"/>
              <a:gd name="connsiteY8" fmla="*/ 879185 h 1566461"/>
              <a:gd name="connsiteX9" fmla="*/ 88298 w 2082961"/>
              <a:gd name="connsiteY9" fmla="*/ 1119642 h 1566461"/>
              <a:gd name="connsiteX10" fmla="*/ 151164 w 2082961"/>
              <a:gd name="connsiteY10" fmla="*/ 1209554 h 1566461"/>
              <a:gd name="connsiteX11" fmla="*/ 231762 w 2082961"/>
              <a:gd name="connsiteY11" fmla="*/ 1290043 h 1566461"/>
              <a:gd name="connsiteX12" fmla="*/ 524683 w 2082961"/>
              <a:gd name="connsiteY12" fmla="*/ 1431238 h 1566461"/>
              <a:gd name="connsiteX13" fmla="*/ 627068 w 2082961"/>
              <a:gd name="connsiteY13" fmla="*/ 1447379 h 1566461"/>
              <a:gd name="connsiteX14" fmla="*/ 1017130 w 2082961"/>
              <a:gd name="connsiteY14" fmla="*/ 1464520 h 1566461"/>
              <a:gd name="connsiteX15" fmla="*/ 1359265 w 2082961"/>
              <a:gd name="connsiteY15" fmla="*/ 1450375 h 1566461"/>
              <a:gd name="connsiteX16" fmla="*/ 1535467 w 2082961"/>
              <a:gd name="connsiteY16" fmla="*/ 1440307 h 1566461"/>
              <a:gd name="connsiteX17" fmla="*/ 1630313 w 2082961"/>
              <a:gd name="connsiteY17" fmla="*/ 1566409 h 1566461"/>
              <a:gd name="connsiteX18" fmla="*/ 1960784 w 2082961"/>
              <a:gd name="connsiteY18" fmla="*/ 1455732 h 1566461"/>
              <a:gd name="connsiteX19" fmla="*/ 2082961 w 2082961"/>
              <a:gd name="connsiteY19" fmla="*/ 1175844 h 1566461"/>
              <a:gd name="connsiteX0" fmla="*/ 902337 w 2082961"/>
              <a:gd name="connsiteY0" fmla="*/ 0 h 1684153"/>
              <a:gd name="connsiteX1" fmla="*/ 1032043 w 2082961"/>
              <a:gd name="connsiteY1" fmla="*/ 477043 h 1684153"/>
              <a:gd name="connsiteX2" fmla="*/ 816764 w 2082961"/>
              <a:gd name="connsiteY2" fmla="*/ 552074 h 1684153"/>
              <a:gd name="connsiteX3" fmla="*/ 697237 w 2082961"/>
              <a:gd name="connsiteY3" fmla="*/ 675113 h 1684153"/>
              <a:gd name="connsiteX4" fmla="*/ 454597 w 2082961"/>
              <a:gd name="connsiteY4" fmla="*/ 487679 h 1684153"/>
              <a:gd name="connsiteX5" fmla="*/ 271026 w 2082961"/>
              <a:gd name="connsiteY5" fmla="*/ 626789 h 1684153"/>
              <a:gd name="connsiteX6" fmla="*/ 131304 w 2082961"/>
              <a:gd name="connsiteY6" fmla="*/ 697844 h 1684153"/>
              <a:gd name="connsiteX7" fmla="*/ 23786 w 2082961"/>
              <a:gd name="connsiteY7" fmla="*/ 833799 h 1684153"/>
              <a:gd name="connsiteX8" fmla="*/ 2282 w 2082961"/>
              <a:gd name="connsiteY8" fmla="*/ 996877 h 1684153"/>
              <a:gd name="connsiteX9" fmla="*/ 88298 w 2082961"/>
              <a:gd name="connsiteY9" fmla="*/ 1237334 h 1684153"/>
              <a:gd name="connsiteX10" fmla="*/ 151164 w 2082961"/>
              <a:gd name="connsiteY10" fmla="*/ 1327246 h 1684153"/>
              <a:gd name="connsiteX11" fmla="*/ 231762 w 2082961"/>
              <a:gd name="connsiteY11" fmla="*/ 1407735 h 1684153"/>
              <a:gd name="connsiteX12" fmla="*/ 524683 w 2082961"/>
              <a:gd name="connsiteY12" fmla="*/ 1548930 h 1684153"/>
              <a:gd name="connsiteX13" fmla="*/ 627068 w 2082961"/>
              <a:gd name="connsiteY13" fmla="*/ 1565071 h 1684153"/>
              <a:gd name="connsiteX14" fmla="*/ 1017130 w 2082961"/>
              <a:gd name="connsiteY14" fmla="*/ 1582212 h 1684153"/>
              <a:gd name="connsiteX15" fmla="*/ 1359265 w 2082961"/>
              <a:gd name="connsiteY15" fmla="*/ 1568067 h 1684153"/>
              <a:gd name="connsiteX16" fmla="*/ 1535467 w 2082961"/>
              <a:gd name="connsiteY16" fmla="*/ 1557999 h 1684153"/>
              <a:gd name="connsiteX17" fmla="*/ 1630313 w 2082961"/>
              <a:gd name="connsiteY17" fmla="*/ 1684101 h 1684153"/>
              <a:gd name="connsiteX18" fmla="*/ 1960784 w 2082961"/>
              <a:gd name="connsiteY18" fmla="*/ 1573424 h 1684153"/>
              <a:gd name="connsiteX19" fmla="*/ 2082961 w 2082961"/>
              <a:gd name="connsiteY19" fmla="*/ 1293536 h 1684153"/>
              <a:gd name="connsiteX0" fmla="*/ 902337 w 2082961"/>
              <a:gd name="connsiteY0" fmla="*/ 0 h 1684153"/>
              <a:gd name="connsiteX1" fmla="*/ 1032043 w 2082961"/>
              <a:gd name="connsiteY1" fmla="*/ 477043 h 1684153"/>
              <a:gd name="connsiteX2" fmla="*/ 816764 w 2082961"/>
              <a:gd name="connsiteY2" fmla="*/ 552074 h 1684153"/>
              <a:gd name="connsiteX3" fmla="*/ 697237 w 2082961"/>
              <a:gd name="connsiteY3" fmla="*/ 675113 h 1684153"/>
              <a:gd name="connsiteX4" fmla="*/ 454597 w 2082961"/>
              <a:gd name="connsiteY4" fmla="*/ 487679 h 1684153"/>
              <a:gd name="connsiteX5" fmla="*/ 271026 w 2082961"/>
              <a:gd name="connsiteY5" fmla="*/ 626789 h 1684153"/>
              <a:gd name="connsiteX6" fmla="*/ 131304 w 2082961"/>
              <a:gd name="connsiteY6" fmla="*/ 697844 h 1684153"/>
              <a:gd name="connsiteX7" fmla="*/ 23786 w 2082961"/>
              <a:gd name="connsiteY7" fmla="*/ 833799 h 1684153"/>
              <a:gd name="connsiteX8" fmla="*/ 2282 w 2082961"/>
              <a:gd name="connsiteY8" fmla="*/ 996877 h 1684153"/>
              <a:gd name="connsiteX9" fmla="*/ 88298 w 2082961"/>
              <a:gd name="connsiteY9" fmla="*/ 1237334 h 1684153"/>
              <a:gd name="connsiteX10" fmla="*/ 151164 w 2082961"/>
              <a:gd name="connsiteY10" fmla="*/ 1327246 h 1684153"/>
              <a:gd name="connsiteX11" fmla="*/ 231762 w 2082961"/>
              <a:gd name="connsiteY11" fmla="*/ 1407735 h 1684153"/>
              <a:gd name="connsiteX12" fmla="*/ 524683 w 2082961"/>
              <a:gd name="connsiteY12" fmla="*/ 1548930 h 1684153"/>
              <a:gd name="connsiteX13" fmla="*/ 627068 w 2082961"/>
              <a:gd name="connsiteY13" fmla="*/ 1565071 h 1684153"/>
              <a:gd name="connsiteX14" fmla="*/ 1017130 w 2082961"/>
              <a:gd name="connsiteY14" fmla="*/ 1582212 h 1684153"/>
              <a:gd name="connsiteX15" fmla="*/ 1359265 w 2082961"/>
              <a:gd name="connsiteY15" fmla="*/ 1568067 h 1684153"/>
              <a:gd name="connsiteX16" fmla="*/ 1535467 w 2082961"/>
              <a:gd name="connsiteY16" fmla="*/ 1557999 h 1684153"/>
              <a:gd name="connsiteX17" fmla="*/ 1630313 w 2082961"/>
              <a:gd name="connsiteY17" fmla="*/ 1684101 h 1684153"/>
              <a:gd name="connsiteX18" fmla="*/ 1960784 w 2082961"/>
              <a:gd name="connsiteY18" fmla="*/ 1573424 h 1684153"/>
              <a:gd name="connsiteX19" fmla="*/ 2082961 w 2082961"/>
              <a:gd name="connsiteY19" fmla="*/ 1293536 h 1684153"/>
              <a:gd name="connsiteX0" fmla="*/ 902337 w 2082961"/>
              <a:gd name="connsiteY0" fmla="*/ 0 h 1684153"/>
              <a:gd name="connsiteX1" fmla="*/ 1032043 w 2082961"/>
              <a:gd name="connsiteY1" fmla="*/ 477043 h 1684153"/>
              <a:gd name="connsiteX2" fmla="*/ 816764 w 2082961"/>
              <a:gd name="connsiteY2" fmla="*/ 552074 h 1684153"/>
              <a:gd name="connsiteX3" fmla="*/ 697237 w 2082961"/>
              <a:gd name="connsiteY3" fmla="*/ 675113 h 1684153"/>
              <a:gd name="connsiteX4" fmla="*/ 454597 w 2082961"/>
              <a:gd name="connsiteY4" fmla="*/ 487679 h 1684153"/>
              <a:gd name="connsiteX5" fmla="*/ 271026 w 2082961"/>
              <a:gd name="connsiteY5" fmla="*/ 626789 h 1684153"/>
              <a:gd name="connsiteX6" fmla="*/ 131304 w 2082961"/>
              <a:gd name="connsiteY6" fmla="*/ 697844 h 1684153"/>
              <a:gd name="connsiteX7" fmla="*/ 23786 w 2082961"/>
              <a:gd name="connsiteY7" fmla="*/ 833799 h 1684153"/>
              <a:gd name="connsiteX8" fmla="*/ 2282 w 2082961"/>
              <a:gd name="connsiteY8" fmla="*/ 996877 h 1684153"/>
              <a:gd name="connsiteX9" fmla="*/ 88298 w 2082961"/>
              <a:gd name="connsiteY9" fmla="*/ 1237334 h 1684153"/>
              <a:gd name="connsiteX10" fmla="*/ 151164 w 2082961"/>
              <a:gd name="connsiteY10" fmla="*/ 1327246 h 1684153"/>
              <a:gd name="connsiteX11" fmla="*/ 231762 w 2082961"/>
              <a:gd name="connsiteY11" fmla="*/ 1407735 h 1684153"/>
              <a:gd name="connsiteX12" fmla="*/ 524683 w 2082961"/>
              <a:gd name="connsiteY12" fmla="*/ 1548930 h 1684153"/>
              <a:gd name="connsiteX13" fmla="*/ 627068 w 2082961"/>
              <a:gd name="connsiteY13" fmla="*/ 1565071 h 1684153"/>
              <a:gd name="connsiteX14" fmla="*/ 1017130 w 2082961"/>
              <a:gd name="connsiteY14" fmla="*/ 1582212 h 1684153"/>
              <a:gd name="connsiteX15" fmla="*/ 1359265 w 2082961"/>
              <a:gd name="connsiteY15" fmla="*/ 1568067 h 1684153"/>
              <a:gd name="connsiteX16" fmla="*/ 1535467 w 2082961"/>
              <a:gd name="connsiteY16" fmla="*/ 1557999 h 1684153"/>
              <a:gd name="connsiteX17" fmla="*/ 1630313 w 2082961"/>
              <a:gd name="connsiteY17" fmla="*/ 1684101 h 1684153"/>
              <a:gd name="connsiteX18" fmla="*/ 1960784 w 2082961"/>
              <a:gd name="connsiteY18" fmla="*/ 1573424 h 1684153"/>
              <a:gd name="connsiteX19" fmla="*/ 2082961 w 2082961"/>
              <a:gd name="connsiteY19" fmla="*/ 1293536 h 168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82961" h="1684153">
                <a:moveTo>
                  <a:pt x="902337" y="0"/>
                </a:moveTo>
                <a:cubicBezTo>
                  <a:pt x="841412" y="173766"/>
                  <a:pt x="1060658" y="338166"/>
                  <a:pt x="1032043" y="477043"/>
                </a:cubicBezTo>
                <a:cubicBezTo>
                  <a:pt x="1003428" y="615920"/>
                  <a:pt x="872565" y="519063"/>
                  <a:pt x="816764" y="552074"/>
                </a:cubicBezTo>
                <a:cubicBezTo>
                  <a:pt x="760962" y="585086"/>
                  <a:pt x="757598" y="685845"/>
                  <a:pt x="697237" y="675113"/>
                </a:cubicBezTo>
                <a:cubicBezTo>
                  <a:pt x="636876" y="664380"/>
                  <a:pt x="525631" y="495733"/>
                  <a:pt x="454597" y="487679"/>
                </a:cubicBezTo>
                <a:cubicBezTo>
                  <a:pt x="383562" y="479625"/>
                  <a:pt x="324908" y="591762"/>
                  <a:pt x="271026" y="626789"/>
                </a:cubicBezTo>
                <a:cubicBezTo>
                  <a:pt x="217144" y="661817"/>
                  <a:pt x="170996" y="666644"/>
                  <a:pt x="131304" y="697844"/>
                </a:cubicBezTo>
                <a:cubicBezTo>
                  <a:pt x="82520" y="736119"/>
                  <a:pt x="45610" y="782713"/>
                  <a:pt x="23786" y="833799"/>
                </a:cubicBezTo>
                <a:cubicBezTo>
                  <a:pt x="1319" y="886133"/>
                  <a:pt x="-3602" y="941797"/>
                  <a:pt x="2282" y="996877"/>
                </a:cubicBezTo>
                <a:cubicBezTo>
                  <a:pt x="11161" y="1080330"/>
                  <a:pt x="43256" y="1161204"/>
                  <a:pt x="88298" y="1237334"/>
                </a:cubicBezTo>
                <a:cubicBezTo>
                  <a:pt x="106699" y="1268410"/>
                  <a:pt x="127453" y="1298613"/>
                  <a:pt x="151164" y="1327246"/>
                </a:cubicBezTo>
                <a:cubicBezTo>
                  <a:pt x="174874" y="1355878"/>
                  <a:pt x="201539" y="1382940"/>
                  <a:pt x="231762" y="1407735"/>
                </a:cubicBezTo>
                <a:cubicBezTo>
                  <a:pt x="312107" y="1473632"/>
                  <a:pt x="412458" y="1524052"/>
                  <a:pt x="524683" y="1548930"/>
                </a:cubicBezTo>
                <a:cubicBezTo>
                  <a:pt x="558277" y="1556418"/>
                  <a:pt x="592512" y="1561410"/>
                  <a:pt x="627068" y="1565071"/>
                </a:cubicBezTo>
                <a:cubicBezTo>
                  <a:pt x="756304" y="1578716"/>
                  <a:pt x="886717" y="1584208"/>
                  <a:pt x="1017130" y="1582212"/>
                </a:cubicBezTo>
                <a:cubicBezTo>
                  <a:pt x="1131283" y="1580381"/>
                  <a:pt x="1245220" y="1572893"/>
                  <a:pt x="1359265" y="1568067"/>
                </a:cubicBezTo>
                <a:cubicBezTo>
                  <a:pt x="1418106" y="1565571"/>
                  <a:pt x="1490292" y="1538660"/>
                  <a:pt x="1535467" y="1557999"/>
                </a:cubicBezTo>
                <a:cubicBezTo>
                  <a:pt x="1580642" y="1577338"/>
                  <a:pt x="1559427" y="1681530"/>
                  <a:pt x="1630313" y="1684101"/>
                </a:cubicBezTo>
                <a:cubicBezTo>
                  <a:pt x="1701199" y="1686672"/>
                  <a:pt x="1904618" y="1593226"/>
                  <a:pt x="1960784" y="1573424"/>
                </a:cubicBezTo>
                <a:cubicBezTo>
                  <a:pt x="2018329" y="1554971"/>
                  <a:pt x="2025416" y="1311989"/>
                  <a:pt x="2082961" y="1293536"/>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30" name="Freeform: Shape 129">
            <a:extLst>
              <a:ext uri="{FF2B5EF4-FFF2-40B4-BE49-F238E27FC236}">
                <a16:creationId xmlns:a16="http://schemas.microsoft.com/office/drawing/2014/main" id="{E48DE8FE-B03A-1374-663F-D6A673AC3C57}"/>
              </a:ext>
            </a:extLst>
          </p:cNvPr>
          <p:cNvSpPr/>
          <p:nvPr userDrawn="1"/>
        </p:nvSpPr>
        <p:spPr>
          <a:xfrm rot="13742023" flipV="1">
            <a:off x="7034781" y="-9189"/>
            <a:ext cx="1833214" cy="1077994"/>
          </a:xfrm>
          <a:custGeom>
            <a:avLst/>
            <a:gdLst>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71896 w 1902144"/>
              <a:gd name="connsiteY9" fmla="*/ 239369 h 921214"/>
              <a:gd name="connsiteX10" fmla="*/ 933330 w 1902144"/>
              <a:gd name="connsiteY10" fmla="*/ 353077 h 921214"/>
              <a:gd name="connsiteX11" fmla="*/ 769431 w 1902144"/>
              <a:gd name="connsiteY11" fmla="*/ 457381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71896 w 1902144"/>
              <a:gd name="connsiteY9" fmla="*/ 239369 h 921214"/>
              <a:gd name="connsiteX10" fmla="*/ 933330 w 1902144"/>
              <a:gd name="connsiteY10" fmla="*/ 353077 h 921214"/>
              <a:gd name="connsiteX11" fmla="*/ 689858 w 1902144"/>
              <a:gd name="connsiteY11" fmla="*/ 377373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23864 w 1902144"/>
              <a:gd name="connsiteY9" fmla="*/ 197011 h 921214"/>
              <a:gd name="connsiteX10" fmla="*/ 933330 w 1902144"/>
              <a:gd name="connsiteY10" fmla="*/ 353077 h 921214"/>
              <a:gd name="connsiteX11" fmla="*/ 689858 w 1902144"/>
              <a:gd name="connsiteY11" fmla="*/ 377373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123864 w 1902144"/>
              <a:gd name="connsiteY8" fmla="*/ 197011 h 921214"/>
              <a:gd name="connsiteX9" fmla="*/ 933330 w 1902144"/>
              <a:gd name="connsiteY9" fmla="*/ 353077 h 921214"/>
              <a:gd name="connsiteX10" fmla="*/ 689858 w 1902144"/>
              <a:gd name="connsiteY10" fmla="*/ 377373 h 921214"/>
              <a:gd name="connsiteX11" fmla="*/ 495320 w 1902144"/>
              <a:gd name="connsiteY11" fmla="*/ 392841 h 921214"/>
              <a:gd name="connsiteX12" fmla="*/ 175132 w 1902144"/>
              <a:gd name="connsiteY12" fmla="*/ 306984 h 921214"/>
              <a:gd name="connsiteX13" fmla="*/ 65 w 1902144"/>
              <a:gd name="connsiteY13" fmla="*/ 511206 h 921214"/>
              <a:gd name="connsiteX14" fmla="*/ 153090 w 1902144"/>
              <a:gd name="connsiteY14" fmla="*/ 678433 h 921214"/>
              <a:gd name="connsiteX15" fmla="*/ 233434 w 1902144"/>
              <a:gd name="connsiteY15"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18436 w 1902144"/>
              <a:gd name="connsiteY4" fmla="*/ 849077 h 921214"/>
              <a:gd name="connsiteX5" fmla="*/ 1866783 w 1902144"/>
              <a:gd name="connsiteY5" fmla="*/ 746784 h 921214"/>
              <a:gd name="connsiteX6" fmla="*/ 1902144 w 1902144"/>
              <a:gd name="connsiteY6" fmla="*/ 743393 h 921214"/>
              <a:gd name="connsiteX7" fmla="*/ 1231063 w 1902144"/>
              <a:gd name="connsiteY7" fmla="*/ 0 h 921214"/>
              <a:gd name="connsiteX8" fmla="*/ 1123864 w 1902144"/>
              <a:gd name="connsiteY8" fmla="*/ 197011 h 921214"/>
              <a:gd name="connsiteX9" fmla="*/ 933330 w 1902144"/>
              <a:gd name="connsiteY9" fmla="*/ 353077 h 921214"/>
              <a:gd name="connsiteX10" fmla="*/ 689858 w 1902144"/>
              <a:gd name="connsiteY10" fmla="*/ 377373 h 921214"/>
              <a:gd name="connsiteX11" fmla="*/ 495320 w 1902144"/>
              <a:gd name="connsiteY11" fmla="*/ 392841 h 921214"/>
              <a:gd name="connsiteX12" fmla="*/ 175132 w 1902144"/>
              <a:gd name="connsiteY12" fmla="*/ 306984 h 921214"/>
              <a:gd name="connsiteX13" fmla="*/ 65 w 1902144"/>
              <a:gd name="connsiteY13" fmla="*/ 511206 h 921214"/>
              <a:gd name="connsiteX14" fmla="*/ 153090 w 1902144"/>
              <a:gd name="connsiteY14" fmla="*/ 678433 h 921214"/>
              <a:gd name="connsiteX15" fmla="*/ 233434 w 1902144"/>
              <a:gd name="connsiteY15" fmla="*/ 826784 h 921214"/>
              <a:gd name="connsiteX0" fmla="*/ 233450 w 1902160"/>
              <a:gd name="connsiteY0" fmla="*/ 826784 h 921214"/>
              <a:gd name="connsiteX1" fmla="*/ 542527 w 1902160"/>
              <a:gd name="connsiteY1" fmla="*/ 915644 h 921214"/>
              <a:gd name="connsiteX2" fmla="*/ 932161 w 1902160"/>
              <a:gd name="connsiteY2" fmla="*/ 905161 h 921214"/>
              <a:gd name="connsiteX3" fmla="*/ 1196412 w 1902160"/>
              <a:gd name="connsiteY3" fmla="*/ 852910 h 921214"/>
              <a:gd name="connsiteX4" fmla="*/ 1618452 w 1902160"/>
              <a:gd name="connsiteY4" fmla="*/ 849077 h 921214"/>
              <a:gd name="connsiteX5" fmla="*/ 1866799 w 1902160"/>
              <a:gd name="connsiteY5" fmla="*/ 746784 h 921214"/>
              <a:gd name="connsiteX6" fmla="*/ 1902160 w 1902160"/>
              <a:gd name="connsiteY6" fmla="*/ 743393 h 921214"/>
              <a:gd name="connsiteX7" fmla="*/ 1231079 w 1902160"/>
              <a:gd name="connsiteY7" fmla="*/ 0 h 921214"/>
              <a:gd name="connsiteX8" fmla="*/ 1123880 w 1902160"/>
              <a:gd name="connsiteY8" fmla="*/ 197011 h 921214"/>
              <a:gd name="connsiteX9" fmla="*/ 933346 w 1902160"/>
              <a:gd name="connsiteY9" fmla="*/ 353077 h 921214"/>
              <a:gd name="connsiteX10" fmla="*/ 689874 w 1902160"/>
              <a:gd name="connsiteY10" fmla="*/ 377373 h 921214"/>
              <a:gd name="connsiteX11" fmla="*/ 495336 w 1902160"/>
              <a:gd name="connsiteY11" fmla="*/ 392841 h 921214"/>
              <a:gd name="connsiteX12" fmla="*/ 175148 w 1902160"/>
              <a:gd name="connsiteY12" fmla="*/ 306984 h 921214"/>
              <a:gd name="connsiteX13" fmla="*/ 81 w 1902160"/>
              <a:gd name="connsiteY13" fmla="*/ 511206 h 921214"/>
              <a:gd name="connsiteX14" fmla="*/ 124076 w 1902160"/>
              <a:gd name="connsiteY14" fmla="*/ 692395 h 921214"/>
              <a:gd name="connsiteX15" fmla="*/ 233450 w 1902160"/>
              <a:gd name="connsiteY15" fmla="*/ 826784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866799 w 1902160"/>
              <a:gd name="connsiteY13" fmla="*/ 746784 h 921214"/>
              <a:gd name="connsiteX14" fmla="*/ 1902160 w 1902160"/>
              <a:gd name="connsiteY14" fmla="*/ 743393 h 921214"/>
              <a:gd name="connsiteX15" fmla="*/ 1322519 w 1902160"/>
              <a:gd name="connsiteY15" fmla="*/ 91440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866799 w 1902160"/>
              <a:gd name="connsiteY13" fmla="*/ 746784 h 921214"/>
              <a:gd name="connsiteX14" fmla="*/ 1902160 w 1902160"/>
              <a:gd name="connsiteY14" fmla="*/ 743393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902160 w 1902160"/>
              <a:gd name="connsiteY13" fmla="*/ 743393 h 921214"/>
              <a:gd name="connsiteX0" fmla="*/ 1115784 w 1902160"/>
              <a:gd name="connsiteY0" fmla="*/ 0 h 1061928"/>
              <a:gd name="connsiteX1" fmla="*/ 1123880 w 1902160"/>
              <a:gd name="connsiteY1" fmla="*/ 337725 h 1061928"/>
              <a:gd name="connsiteX2" fmla="*/ 933346 w 1902160"/>
              <a:gd name="connsiteY2" fmla="*/ 493791 h 1061928"/>
              <a:gd name="connsiteX3" fmla="*/ 689874 w 1902160"/>
              <a:gd name="connsiteY3" fmla="*/ 518087 h 1061928"/>
              <a:gd name="connsiteX4" fmla="*/ 495336 w 1902160"/>
              <a:gd name="connsiteY4" fmla="*/ 533555 h 1061928"/>
              <a:gd name="connsiteX5" fmla="*/ 175148 w 1902160"/>
              <a:gd name="connsiteY5" fmla="*/ 447698 h 1061928"/>
              <a:gd name="connsiteX6" fmla="*/ 81 w 1902160"/>
              <a:gd name="connsiteY6" fmla="*/ 651920 h 1061928"/>
              <a:gd name="connsiteX7" fmla="*/ 124076 w 1902160"/>
              <a:gd name="connsiteY7" fmla="*/ 833109 h 1061928"/>
              <a:gd name="connsiteX8" fmla="*/ 233450 w 1902160"/>
              <a:gd name="connsiteY8" fmla="*/ 967498 h 1061928"/>
              <a:gd name="connsiteX9" fmla="*/ 542527 w 1902160"/>
              <a:gd name="connsiteY9" fmla="*/ 1056358 h 1061928"/>
              <a:gd name="connsiteX10" fmla="*/ 932161 w 1902160"/>
              <a:gd name="connsiteY10" fmla="*/ 1045875 h 1061928"/>
              <a:gd name="connsiteX11" fmla="*/ 1196412 w 1902160"/>
              <a:gd name="connsiteY11" fmla="*/ 993624 h 1061928"/>
              <a:gd name="connsiteX12" fmla="*/ 1618452 w 1902160"/>
              <a:gd name="connsiteY12" fmla="*/ 989791 h 1061928"/>
              <a:gd name="connsiteX13" fmla="*/ 1902160 w 1902160"/>
              <a:gd name="connsiteY13" fmla="*/ 884107 h 1061928"/>
              <a:gd name="connsiteX0" fmla="*/ 1115784 w 1902160"/>
              <a:gd name="connsiteY0" fmla="*/ 0 h 1061928"/>
              <a:gd name="connsiteX1" fmla="*/ 1081149 w 1902160"/>
              <a:gd name="connsiteY1" fmla="*/ 264738 h 1061928"/>
              <a:gd name="connsiteX2" fmla="*/ 933346 w 1902160"/>
              <a:gd name="connsiteY2" fmla="*/ 493791 h 1061928"/>
              <a:gd name="connsiteX3" fmla="*/ 689874 w 1902160"/>
              <a:gd name="connsiteY3" fmla="*/ 518087 h 1061928"/>
              <a:gd name="connsiteX4" fmla="*/ 495336 w 1902160"/>
              <a:gd name="connsiteY4" fmla="*/ 533555 h 1061928"/>
              <a:gd name="connsiteX5" fmla="*/ 175148 w 1902160"/>
              <a:gd name="connsiteY5" fmla="*/ 447698 h 1061928"/>
              <a:gd name="connsiteX6" fmla="*/ 81 w 1902160"/>
              <a:gd name="connsiteY6" fmla="*/ 651920 h 1061928"/>
              <a:gd name="connsiteX7" fmla="*/ 124076 w 1902160"/>
              <a:gd name="connsiteY7" fmla="*/ 833109 h 1061928"/>
              <a:gd name="connsiteX8" fmla="*/ 233450 w 1902160"/>
              <a:gd name="connsiteY8" fmla="*/ 967498 h 1061928"/>
              <a:gd name="connsiteX9" fmla="*/ 542527 w 1902160"/>
              <a:gd name="connsiteY9" fmla="*/ 1056358 h 1061928"/>
              <a:gd name="connsiteX10" fmla="*/ 932161 w 1902160"/>
              <a:gd name="connsiteY10" fmla="*/ 1045875 h 1061928"/>
              <a:gd name="connsiteX11" fmla="*/ 1196412 w 1902160"/>
              <a:gd name="connsiteY11" fmla="*/ 993624 h 1061928"/>
              <a:gd name="connsiteX12" fmla="*/ 1618452 w 1902160"/>
              <a:gd name="connsiteY12" fmla="*/ 989791 h 1061928"/>
              <a:gd name="connsiteX13" fmla="*/ 1902160 w 1902160"/>
              <a:gd name="connsiteY13" fmla="*/ 884107 h 1061928"/>
              <a:gd name="connsiteX0" fmla="*/ 1115784 w 1902160"/>
              <a:gd name="connsiteY0" fmla="*/ 0 h 1061928"/>
              <a:gd name="connsiteX1" fmla="*/ 1081149 w 1902160"/>
              <a:gd name="connsiteY1" fmla="*/ 264738 h 1061928"/>
              <a:gd name="connsiteX2" fmla="*/ 891132 w 1902160"/>
              <a:gd name="connsiteY2" fmla="*/ 413474 h 1061928"/>
              <a:gd name="connsiteX3" fmla="*/ 689874 w 1902160"/>
              <a:gd name="connsiteY3" fmla="*/ 518087 h 1061928"/>
              <a:gd name="connsiteX4" fmla="*/ 495336 w 1902160"/>
              <a:gd name="connsiteY4" fmla="*/ 533555 h 1061928"/>
              <a:gd name="connsiteX5" fmla="*/ 175148 w 1902160"/>
              <a:gd name="connsiteY5" fmla="*/ 447698 h 1061928"/>
              <a:gd name="connsiteX6" fmla="*/ 81 w 1902160"/>
              <a:gd name="connsiteY6" fmla="*/ 651920 h 1061928"/>
              <a:gd name="connsiteX7" fmla="*/ 124076 w 1902160"/>
              <a:gd name="connsiteY7" fmla="*/ 833109 h 1061928"/>
              <a:gd name="connsiteX8" fmla="*/ 233450 w 1902160"/>
              <a:gd name="connsiteY8" fmla="*/ 967498 h 1061928"/>
              <a:gd name="connsiteX9" fmla="*/ 542527 w 1902160"/>
              <a:gd name="connsiteY9" fmla="*/ 1056358 h 1061928"/>
              <a:gd name="connsiteX10" fmla="*/ 932161 w 1902160"/>
              <a:gd name="connsiteY10" fmla="*/ 1045875 h 1061928"/>
              <a:gd name="connsiteX11" fmla="*/ 1196412 w 1902160"/>
              <a:gd name="connsiteY11" fmla="*/ 993624 h 1061928"/>
              <a:gd name="connsiteX12" fmla="*/ 1618452 w 1902160"/>
              <a:gd name="connsiteY12" fmla="*/ 989791 h 1061928"/>
              <a:gd name="connsiteX13" fmla="*/ 1902160 w 1902160"/>
              <a:gd name="connsiteY13" fmla="*/ 884107 h 1061928"/>
              <a:gd name="connsiteX0" fmla="*/ 1115784 w 1902160"/>
              <a:gd name="connsiteY0" fmla="*/ 0 h 1077994"/>
              <a:gd name="connsiteX1" fmla="*/ 1081149 w 1902160"/>
              <a:gd name="connsiteY1" fmla="*/ 264738 h 1077994"/>
              <a:gd name="connsiteX2" fmla="*/ 891132 w 1902160"/>
              <a:gd name="connsiteY2" fmla="*/ 413474 h 1077994"/>
              <a:gd name="connsiteX3" fmla="*/ 689874 w 1902160"/>
              <a:gd name="connsiteY3" fmla="*/ 518087 h 1077994"/>
              <a:gd name="connsiteX4" fmla="*/ 495336 w 1902160"/>
              <a:gd name="connsiteY4" fmla="*/ 533555 h 1077994"/>
              <a:gd name="connsiteX5" fmla="*/ 175148 w 1902160"/>
              <a:gd name="connsiteY5" fmla="*/ 447698 h 1077994"/>
              <a:gd name="connsiteX6" fmla="*/ 81 w 1902160"/>
              <a:gd name="connsiteY6" fmla="*/ 651920 h 1077994"/>
              <a:gd name="connsiteX7" fmla="*/ 124076 w 1902160"/>
              <a:gd name="connsiteY7" fmla="*/ 833109 h 1077994"/>
              <a:gd name="connsiteX8" fmla="*/ 233450 w 1902160"/>
              <a:gd name="connsiteY8" fmla="*/ 967498 h 1077994"/>
              <a:gd name="connsiteX9" fmla="*/ 542527 w 1902160"/>
              <a:gd name="connsiteY9" fmla="*/ 1056358 h 1077994"/>
              <a:gd name="connsiteX10" fmla="*/ 932161 w 1902160"/>
              <a:gd name="connsiteY10" fmla="*/ 1045875 h 1077994"/>
              <a:gd name="connsiteX11" fmla="*/ 1196412 w 1902160"/>
              <a:gd name="connsiteY11" fmla="*/ 993624 h 1077994"/>
              <a:gd name="connsiteX12" fmla="*/ 1582935 w 1902160"/>
              <a:gd name="connsiteY12" fmla="*/ 1075675 h 1077994"/>
              <a:gd name="connsiteX13" fmla="*/ 1902160 w 1902160"/>
              <a:gd name="connsiteY13" fmla="*/ 884107 h 1077994"/>
              <a:gd name="connsiteX0" fmla="*/ 1115784 w 1833214"/>
              <a:gd name="connsiteY0" fmla="*/ 0 h 1077994"/>
              <a:gd name="connsiteX1" fmla="*/ 1081149 w 1833214"/>
              <a:gd name="connsiteY1" fmla="*/ 264738 h 1077994"/>
              <a:gd name="connsiteX2" fmla="*/ 891132 w 1833214"/>
              <a:gd name="connsiteY2" fmla="*/ 413474 h 1077994"/>
              <a:gd name="connsiteX3" fmla="*/ 689874 w 1833214"/>
              <a:gd name="connsiteY3" fmla="*/ 518087 h 1077994"/>
              <a:gd name="connsiteX4" fmla="*/ 495336 w 1833214"/>
              <a:gd name="connsiteY4" fmla="*/ 533555 h 1077994"/>
              <a:gd name="connsiteX5" fmla="*/ 175148 w 1833214"/>
              <a:gd name="connsiteY5" fmla="*/ 447698 h 1077994"/>
              <a:gd name="connsiteX6" fmla="*/ 81 w 1833214"/>
              <a:gd name="connsiteY6" fmla="*/ 651920 h 1077994"/>
              <a:gd name="connsiteX7" fmla="*/ 124076 w 1833214"/>
              <a:gd name="connsiteY7" fmla="*/ 833109 h 1077994"/>
              <a:gd name="connsiteX8" fmla="*/ 233450 w 1833214"/>
              <a:gd name="connsiteY8" fmla="*/ 967498 h 1077994"/>
              <a:gd name="connsiteX9" fmla="*/ 542527 w 1833214"/>
              <a:gd name="connsiteY9" fmla="*/ 1056358 h 1077994"/>
              <a:gd name="connsiteX10" fmla="*/ 932161 w 1833214"/>
              <a:gd name="connsiteY10" fmla="*/ 1045875 h 1077994"/>
              <a:gd name="connsiteX11" fmla="*/ 1196412 w 1833214"/>
              <a:gd name="connsiteY11" fmla="*/ 993624 h 1077994"/>
              <a:gd name="connsiteX12" fmla="*/ 1582935 w 1833214"/>
              <a:gd name="connsiteY12" fmla="*/ 1075675 h 1077994"/>
              <a:gd name="connsiteX13" fmla="*/ 1833214 w 1833214"/>
              <a:gd name="connsiteY13" fmla="*/ 765076 h 107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3214" h="1077994">
                <a:moveTo>
                  <a:pt x="1115784" y="0"/>
                </a:moveTo>
                <a:cubicBezTo>
                  <a:pt x="1080051" y="65670"/>
                  <a:pt x="1116882" y="199068"/>
                  <a:pt x="1081149" y="264738"/>
                </a:cubicBezTo>
                <a:cubicBezTo>
                  <a:pt x="1029067" y="347575"/>
                  <a:pt x="956344" y="371249"/>
                  <a:pt x="891132" y="413474"/>
                </a:cubicBezTo>
                <a:cubicBezTo>
                  <a:pt x="825920" y="455699"/>
                  <a:pt x="755840" y="498074"/>
                  <a:pt x="689874" y="518087"/>
                </a:cubicBezTo>
                <a:cubicBezTo>
                  <a:pt x="623908" y="538100"/>
                  <a:pt x="581124" y="545287"/>
                  <a:pt x="495336" y="533555"/>
                </a:cubicBezTo>
                <a:cubicBezTo>
                  <a:pt x="409548" y="521824"/>
                  <a:pt x="257690" y="427970"/>
                  <a:pt x="175148" y="447698"/>
                </a:cubicBezTo>
                <a:cubicBezTo>
                  <a:pt x="92606" y="467426"/>
                  <a:pt x="3755" y="590013"/>
                  <a:pt x="81" y="651920"/>
                </a:cubicBezTo>
                <a:cubicBezTo>
                  <a:pt x="-3593" y="713828"/>
                  <a:pt x="118513" y="796167"/>
                  <a:pt x="124076" y="833109"/>
                </a:cubicBezTo>
                <a:cubicBezTo>
                  <a:pt x="132313" y="887773"/>
                  <a:pt x="185949" y="927061"/>
                  <a:pt x="233450" y="967498"/>
                </a:cubicBezTo>
                <a:cubicBezTo>
                  <a:pt x="310158" y="1031980"/>
                  <a:pt x="428482" y="1048038"/>
                  <a:pt x="542527" y="1056358"/>
                </a:cubicBezTo>
                <a:cubicBezTo>
                  <a:pt x="672726" y="1065844"/>
                  <a:pt x="803460" y="1063763"/>
                  <a:pt x="932161" y="1045875"/>
                </a:cubicBezTo>
                <a:cubicBezTo>
                  <a:pt x="1021707" y="1033478"/>
                  <a:pt x="1087950" y="988657"/>
                  <a:pt x="1196412" y="993624"/>
                </a:cubicBezTo>
                <a:cubicBezTo>
                  <a:pt x="1304874" y="998591"/>
                  <a:pt x="1465310" y="1093928"/>
                  <a:pt x="1582935" y="1075675"/>
                </a:cubicBezTo>
                <a:cubicBezTo>
                  <a:pt x="1700560" y="1057422"/>
                  <a:pt x="1774108" y="787093"/>
                  <a:pt x="1833214" y="765076"/>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31" name="Freeform: Shape 130">
            <a:extLst>
              <a:ext uri="{FF2B5EF4-FFF2-40B4-BE49-F238E27FC236}">
                <a16:creationId xmlns:a16="http://schemas.microsoft.com/office/drawing/2014/main" id="{85E75BD5-BEB7-8396-AACE-B3828E44FE22}"/>
              </a:ext>
            </a:extLst>
          </p:cNvPr>
          <p:cNvSpPr/>
          <p:nvPr userDrawn="1"/>
        </p:nvSpPr>
        <p:spPr>
          <a:xfrm rot="12711339" flipV="1">
            <a:off x="7274037" y="4895"/>
            <a:ext cx="826791" cy="699752"/>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528010 w 1837644"/>
              <a:gd name="connsiteY0" fmla="*/ 1664146 h 2679571"/>
              <a:gd name="connsiteX1" fmla="*/ 611354 w 1837644"/>
              <a:gd name="connsiteY1" fmla="*/ 1271049 h 2679571"/>
              <a:gd name="connsiteX2" fmla="*/ 611354 w 1837644"/>
              <a:gd name="connsiteY2" fmla="*/ 991109 h 2679571"/>
              <a:gd name="connsiteX3" fmla="*/ 709271 w 1837644"/>
              <a:gd name="connsiteY3" fmla="*/ 588964 h 2679571"/>
              <a:gd name="connsiteX4" fmla="*/ 887293 w 1837644"/>
              <a:gd name="connsiteY4" fmla="*/ 336170 h 2679571"/>
              <a:gd name="connsiteX5" fmla="*/ 1220382 w 1837644"/>
              <a:gd name="connsiteY5" fmla="*/ 86234 h 2679571"/>
              <a:gd name="connsiteX6" fmla="*/ 1467270 w 1837644"/>
              <a:gd name="connsiteY6" fmla="*/ 33 h 2679571"/>
              <a:gd name="connsiteX7" fmla="*/ 1619480 w 1837644"/>
              <a:gd name="connsiteY7" fmla="*/ 60326 h 2679571"/>
              <a:gd name="connsiteX8" fmla="*/ 1659675 w 1837644"/>
              <a:gd name="connsiteY8" fmla="*/ 221204 h 2679571"/>
              <a:gd name="connsiteX9" fmla="*/ 1691298 w 1837644"/>
              <a:gd name="connsiteY9" fmla="*/ 448089 h 2679571"/>
              <a:gd name="connsiteX10" fmla="*/ 1794644 w 1837644"/>
              <a:gd name="connsiteY10" fmla="*/ 789941 h 2679571"/>
              <a:gd name="connsiteX11" fmla="*/ 1820457 w 1837644"/>
              <a:gd name="connsiteY11" fmla="*/ 942151 h 2679571"/>
              <a:gd name="connsiteX12" fmla="*/ 1834840 w 1837644"/>
              <a:gd name="connsiteY12" fmla="*/ 1272478 h 2679571"/>
              <a:gd name="connsiteX13" fmla="*/ 1728636 w 1837644"/>
              <a:gd name="connsiteY13" fmla="*/ 1660240 h 2679571"/>
              <a:gd name="connsiteX14" fmla="*/ 1599477 w 1837644"/>
              <a:gd name="connsiteY14" fmla="*/ 1844073 h 2679571"/>
              <a:gd name="connsiteX15" fmla="*/ 1362590 w 1837644"/>
              <a:gd name="connsiteY15" fmla="*/ 2081055 h 2679571"/>
              <a:gd name="connsiteX16" fmla="*/ 959206 w 1837644"/>
              <a:gd name="connsiteY16" fmla="*/ 2254887 h 2679571"/>
              <a:gd name="connsiteX17" fmla="*/ 640500 w 1837644"/>
              <a:gd name="connsiteY17" fmla="*/ 2134205 h 2679571"/>
              <a:gd name="connsiteX18" fmla="*/ 10 w 1837644"/>
              <a:gd name="connsiteY18" fmla="*/ 2667512 h 2679571"/>
              <a:gd name="connsiteX19" fmla="*/ 528010 w 1837644"/>
              <a:gd name="connsiteY19" fmla="*/ 1664146 h 2679571"/>
              <a:gd name="connsiteX0" fmla="*/ 528010 w 1837646"/>
              <a:gd name="connsiteY0" fmla="*/ 1664146 h 2700556"/>
              <a:gd name="connsiteX1" fmla="*/ 611354 w 1837646"/>
              <a:gd name="connsiteY1" fmla="*/ 1271049 h 2700556"/>
              <a:gd name="connsiteX2" fmla="*/ 611354 w 1837646"/>
              <a:gd name="connsiteY2" fmla="*/ 991109 h 2700556"/>
              <a:gd name="connsiteX3" fmla="*/ 709271 w 1837646"/>
              <a:gd name="connsiteY3" fmla="*/ 588964 h 2700556"/>
              <a:gd name="connsiteX4" fmla="*/ 887293 w 1837646"/>
              <a:gd name="connsiteY4" fmla="*/ 336170 h 2700556"/>
              <a:gd name="connsiteX5" fmla="*/ 1220382 w 1837646"/>
              <a:gd name="connsiteY5" fmla="*/ 86234 h 2700556"/>
              <a:gd name="connsiteX6" fmla="*/ 1467270 w 1837646"/>
              <a:gd name="connsiteY6" fmla="*/ 33 h 2700556"/>
              <a:gd name="connsiteX7" fmla="*/ 1619480 w 1837646"/>
              <a:gd name="connsiteY7" fmla="*/ 60326 h 2700556"/>
              <a:gd name="connsiteX8" fmla="*/ 1659675 w 1837646"/>
              <a:gd name="connsiteY8" fmla="*/ 221204 h 2700556"/>
              <a:gd name="connsiteX9" fmla="*/ 1691298 w 1837646"/>
              <a:gd name="connsiteY9" fmla="*/ 448089 h 2700556"/>
              <a:gd name="connsiteX10" fmla="*/ 1794644 w 1837646"/>
              <a:gd name="connsiteY10" fmla="*/ 789941 h 2700556"/>
              <a:gd name="connsiteX11" fmla="*/ 1820457 w 1837646"/>
              <a:gd name="connsiteY11" fmla="*/ 942151 h 2700556"/>
              <a:gd name="connsiteX12" fmla="*/ 1834840 w 1837646"/>
              <a:gd name="connsiteY12" fmla="*/ 1272478 h 2700556"/>
              <a:gd name="connsiteX13" fmla="*/ 1728636 w 1837646"/>
              <a:gd name="connsiteY13" fmla="*/ 1660240 h 2700556"/>
              <a:gd name="connsiteX14" fmla="*/ 1599477 w 1837646"/>
              <a:gd name="connsiteY14" fmla="*/ 1844073 h 2700556"/>
              <a:gd name="connsiteX15" fmla="*/ 1362590 w 1837646"/>
              <a:gd name="connsiteY15" fmla="*/ 2081055 h 2700556"/>
              <a:gd name="connsiteX16" fmla="*/ 959206 w 1837646"/>
              <a:gd name="connsiteY16" fmla="*/ 2254887 h 2700556"/>
              <a:gd name="connsiteX17" fmla="*/ 493569 w 1837646"/>
              <a:gd name="connsiteY17" fmla="*/ 2639756 h 2700556"/>
              <a:gd name="connsiteX18" fmla="*/ 10 w 1837646"/>
              <a:gd name="connsiteY18" fmla="*/ 2667512 h 2700556"/>
              <a:gd name="connsiteX19" fmla="*/ 528010 w 1837646"/>
              <a:gd name="connsiteY19" fmla="*/ 1664146 h 2700556"/>
              <a:gd name="connsiteX0" fmla="*/ 396196 w 1837648"/>
              <a:gd name="connsiteY0" fmla="*/ 1684811 h 2700556"/>
              <a:gd name="connsiteX1" fmla="*/ 611358 w 1837648"/>
              <a:gd name="connsiteY1" fmla="*/ 1271049 h 2700556"/>
              <a:gd name="connsiteX2" fmla="*/ 611358 w 1837648"/>
              <a:gd name="connsiteY2" fmla="*/ 991109 h 2700556"/>
              <a:gd name="connsiteX3" fmla="*/ 709275 w 1837648"/>
              <a:gd name="connsiteY3" fmla="*/ 588964 h 2700556"/>
              <a:gd name="connsiteX4" fmla="*/ 887297 w 1837648"/>
              <a:gd name="connsiteY4" fmla="*/ 336170 h 2700556"/>
              <a:gd name="connsiteX5" fmla="*/ 1220386 w 1837648"/>
              <a:gd name="connsiteY5" fmla="*/ 86234 h 2700556"/>
              <a:gd name="connsiteX6" fmla="*/ 1467274 w 1837648"/>
              <a:gd name="connsiteY6" fmla="*/ 33 h 2700556"/>
              <a:gd name="connsiteX7" fmla="*/ 1619484 w 1837648"/>
              <a:gd name="connsiteY7" fmla="*/ 60326 h 2700556"/>
              <a:gd name="connsiteX8" fmla="*/ 1659679 w 1837648"/>
              <a:gd name="connsiteY8" fmla="*/ 221204 h 2700556"/>
              <a:gd name="connsiteX9" fmla="*/ 1691302 w 1837648"/>
              <a:gd name="connsiteY9" fmla="*/ 448089 h 2700556"/>
              <a:gd name="connsiteX10" fmla="*/ 1794648 w 1837648"/>
              <a:gd name="connsiteY10" fmla="*/ 789941 h 2700556"/>
              <a:gd name="connsiteX11" fmla="*/ 1820461 w 1837648"/>
              <a:gd name="connsiteY11" fmla="*/ 942151 h 2700556"/>
              <a:gd name="connsiteX12" fmla="*/ 1834844 w 1837648"/>
              <a:gd name="connsiteY12" fmla="*/ 1272478 h 2700556"/>
              <a:gd name="connsiteX13" fmla="*/ 1728640 w 1837648"/>
              <a:gd name="connsiteY13" fmla="*/ 1660240 h 2700556"/>
              <a:gd name="connsiteX14" fmla="*/ 1599481 w 1837648"/>
              <a:gd name="connsiteY14" fmla="*/ 1844073 h 2700556"/>
              <a:gd name="connsiteX15" fmla="*/ 1362594 w 1837648"/>
              <a:gd name="connsiteY15" fmla="*/ 2081055 h 2700556"/>
              <a:gd name="connsiteX16" fmla="*/ 959210 w 1837648"/>
              <a:gd name="connsiteY16" fmla="*/ 2254887 h 2700556"/>
              <a:gd name="connsiteX17" fmla="*/ 493573 w 1837648"/>
              <a:gd name="connsiteY17" fmla="*/ 2639756 h 2700556"/>
              <a:gd name="connsiteX18" fmla="*/ 14 w 1837648"/>
              <a:gd name="connsiteY18" fmla="*/ 2667512 h 2700556"/>
              <a:gd name="connsiteX19" fmla="*/ 396196 w 1837648"/>
              <a:gd name="connsiteY19" fmla="*/ 1684811 h 2700556"/>
              <a:gd name="connsiteX0" fmla="*/ 396196 w 1837650"/>
              <a:gd name="connsiteY0" fmla="*/ 1684811 h 2700556"/>
              <a:gd name="connsiteX1" fmla="*/ 611358 w 1837650"/>
              <a:gd name="connsiteY1" fmla="*/ 1271049 h 2700556"/>
              <a:gd name="connsiteX2" fmla="*/ 709275 w 1837650"/>
              <a:gd name="connsiteY2" fmla="*/ 588964 h 2700556"/>
              <a:gd name="connsiteX3" fmla="*/ 887297 w 1837650"/>
              <a:gd name="connsiteY3" fmla="*/ 336170 h 2700556"/>
              <a:gd name="connsiteX4" fmla="*/ 1220386 w 1837650"/>
              <a:gd name="connsiteY4" fmla="*/ 86234 h 2700556"/>
              <a:gd name="connsiteX5" fmla="*/ 1467274 w 1837650"/>
              <a:gd name="connsiteY5" fmla="*/ 33 h 2700556"/>
              <a:gd name="connsiteX6" fmla="*/ 1619484 w 1837650"/>
              <a:gd name="connsiteY6" fmla="*/ 60326 h 2700556"/>
              <a:gd name="connsiteX7" fmla="*/ 1659679 w 1837650"/>
              <a:gd name="connsiteY7" fmla="*/ 221204 h 2700556"/>
              <a:gd name="connsiteX8" fmla="*/ 1691302 w 1837650"/>
              <a:gd name="connsiteY8" fmla="*/ 448089 h 2700556"/>
              <a:gd name="connsiteX9" fmla="*/ 1794648 w 1837650"/>
              <a:gd name="connsiteY9" fmla="*/ 789941 h 2700556"/>
              <a:gd name="connsiteX10" fmla="*/ 1820461 w 1837650"/>
              <a:gd name="connsiteY10" fmla="*/ 942151 h 2700556"/>
              <a:gd name="connsiteX11" fmla="*/ 1834844 w 1837650"/>
              <a:gd name="connsiteY11" fmla="*/ 1272478 h 2700556"/>
              <a:gd name="connsiteX12" fmla="*/ 1728640 w 1837650"/>
              <a:gd name="connsiteY12" fmla="*/ 1660240 h 2700556"/>
              <a:gd name="connsiteX13" fmla="*/ 1599481 w 1837650"/>
              <a:gd name="connsiteY13" fmla="*/ 1844073 h 2700556"/>
              <a:gd name="connsiteX14" fmla="*/ 1362594 w 1837650"/>
              <a:gd name="connsiteY14" fmla="*/ 2081055 h 2700556"/>
              <a:gd name="connsiteX15" fmla="*/ 959210 w 1837650"/>
              <a:gd name="connsiteY15" fmla="*/ 2254887 h 2700556"/>
              <a:gd name="connsiteX16" fmla="*/ 493573 w 1837650"/>
              <a:gd name="connsiteY16" fmla="*/ 2639756 h 2700556"/>
              <a:gd name="connsiteX17" fmla="*/ 14 w 1837650"/>
              <a:gd name="connsiteY17" fmla="*/ 2667512 h 2700556"/>
              <a:gd name="connsiteX18" fmla="*/ 396196 w 1837650"/>
              <a:gd name="connsiteY18" fmla="*/ 1684811 h 2700556"/>
              <a:gd name="connsiteX0" fmla="*/ 396196 w 1837648"/>
              <a:gd name="connsiteY0" fmla="*/ 1684811 h 2700556"/>
              <a:gd name="connsiteX1" fmla="*/ 611358 w 1837648"/>
              <a:gd name="connsiteY1" fmla="*/ 1271049 h 2700556"/>
              <a:gd name="connsiteX2" fmla="*/ 807382 w 1837648"/>
              <a:gd name="connsiteY2" fmla="*/ 694408 h 2700556"/>
              <a:gd name="connsiteX3" fmla="*/ 887297 w 1837648"/>
              <a:gd name="connsiteY3" fmla="*/ 336170 h 2700556"/>
              <a:gd name="connsiteX4" fmla="*/ 1220386 w 1837648"/>
              <a:gd name="connsiteY4" fmla="*/ 86234 h 2700556"/>
              <a:gd name="connsiteX5" fmla="*/ 1467274 w 1837648"/>
              <a:gd name="connsiteY5" fmla="*/ 33 h 2700556"/>
              <a:gd name="connsiteX6" fmla="*/ 1619484 w 1837648"/>
              <a:gd name="connsiteY6" fmla="*/ 60326 h 2700556"/>
              <a:gd name="connsiteX7" fmla="*/ 1659679 w 1837648"/>
              <a:gd name="connsiteY7" fmla="*/ 221204 h 2700556"/>
              <a:gd name="connsiteX8" fmla="*/ 1691302 w 1837648"/>
              <a:gd name="connsiteY8" fmla="*/ 448089 h 2700556"/>
              <a:gd name="connsiteX9" fmla="*/ 1794648 w 1837648"/>
              <a:gd name="connsiteY9" fmla="*/ 789941 h 2700556"/>
              <a:gd name="connsiteX10" fmla="*/ 1820461 w 1837648"/>
              <a:gd name="connsiteY10" fmla="*/ 942151 h 2700556"/>
              <a:gd name="connsiteX11" fmla="*/ 1834844 w 1837648"/>
              <a:gd name="connsiteY11" fmla="*/ 1272478 h 2700556"/>
              <a:gd name="connsiteX12" fmla="*/ 1728640 w 1837648"/>
              <a:gd name="connsiteY12" fmla="*/ 1660240 h 2700556"/>
              <a:gd name="connsiteX13" fmla="*/ 1599481 w 1837648"/>
              <a:gd name="connsiteY13" fmla="*/ 1844073 h 2700556"/>
              <a:gd name="connsiteX14" fmla="*/ 1362594 w 1837648"/>
              <a:gd name="connsiteY14" fmla="*/ 2081055 h 2700556"/>
              <a:gd name="connsiteX15" fmla="*/ 959210 w 1837648"/>
              <a:gd name="connsiteY15" fmla="*/ 2254887 h 2700556"/>
              <a:gd name="connsiteX16" fmla="*/ 493573 w 1837648"/>
              <a:gd name="connsiteY16" fmla="*/ 2639756 h 2700556"/>
              <a:gd name="connsiteX17" fmla="*/ 14 w 1837648"/>
              <a:gd name="connsiteY17" fmla="*/ 2667512 h 2700556"/>
              <a:gd name="connsiteX18" fmla="*/ 396196 w 1837648"/>
              <a:gd name="connsiteY18" fmla="*/ 1684811 h 2700556"/>
              <a:gd name="connsiteX0" fmla="*/ 396196 w 1837650"/>
              <a:gd name="connsiteY0" fmla="*/ 1684811 h 2773108"/>
              <a:gd name="connsiteX1" fmla="*/ 611358 w 1837650"/>
              <a:gd name="connsiteY1" fmla="*/ 1271049 h 2773108"/>
              <a:gd name="connsiteX2" fmla="*/ 807382 w 1837650"/>
              <a:gd name="connsiteY2" fmla="*/ 694408 h 2773108"/>
              <a:gd name="connsiteX3" fmla="*/ 887297 w 1837650"/>
              <a:gd name="connsiteY3" fmla="*/ 336170 h 2773108"/>
              <a:gd name="connsiteX4" fmla="*/ 1220386 w 1837650"/>
              <a:gd name="connsiteY4" fmla="*/ 86234 h 2773108"/>
              <a:gd name="connsiteX5" fmla="*/ 1467274 w 1837650"/>
              <a:gd name="connsiteY5" fmla="*/ 33 h 2773108"/>
              <a:gd name="connsiteX6" fmla="*/ 1619484 w 1837650"/>
              <a:gd name="connsiteY6" fmla="*/ 60326 h 2773108"/>
              <a:gd name="connsiteX7" fmla="*/ 1659679 w 1837650"/>
              <a:gd name="connsiteY7" fmla="*/ 221204 h 2773108"/>
              <a:gd name="connsiteX8" fmla="*/ 1691302 w 1837650"/>
              <a:gd name="connsiteY8" fmla="*/ 448089 h 2773108"/>
              <a:gd name="connsiteX9" fmla="*/ 1794648 w 1837650"/>
              <a:gd name="connsiteY9" fmla="*/ 789941 h 2773108"/>
              <a:gd name="connsiteX10" fmla="*/ 1820461 w 1837650"/>
              <a:gd name="connsiteY10" fmla="*/ 942151 h 2773108"/>
              <a:gd name="connsiteX11" fmla="*/ 1834844 w 1837650"/>
              <a:gd name="connsiteY11" fmla="*/ 1272478 h 2773108"/>
              <a:gd name="connsiteX12" fmla="*/ 1728640 w 1837650"/>
              <a:gd name="connsiteY12" fmla="*/ 1660240 h 2773108"/>
              <a:gd name="connsiteX13" fmla="*/ 1599481 w 1837650"/>
              <a:gd name="connsiteY13" fmla="*/ 1844073 h 2773108"/>
              <a:gd name="connsiteX14" fmla="*/ 1362594 w 1837650"/>
              <a:gd name="connsiteY14" fmla="*/ 2081055 h 2773108"/>
              <a:gd name="connsiteX15" fmla="*/ 959210 w 1837650"/>
              <a:gd name="connsiteY15" fmla="*/ 2254887 h 2773108"/>
              <a:gd name="connsiteX16" fmla="*/ 493573 w 1837650"/>
              <a:gd name="connsiteY16" fmla="*/ 2639756 h 2773108"/>
              <a:gd name="connsiteX17" fmla="*/ 14 w 1837650"/>
              <a:gd name="connsiteY17" fmla="*/ 2667512 h 2773108"/>
              <a:gd name="connsiteX18" fmla="*/ 396196 w 1837650"/>
              <a:gd name="connsiteY18" fmla="*/ 1684811 h 2773108"/>
              <a:gd name="connsiteX0" fmla="*/ 407195 w 1848647"/>
              <a:gd name="connsiteY0" fmla="*/ 1684811 h 2773108"/>
              <a:gd name="connsiteX1" fmla="*/ 622357 w 1848647"/>
              <a:gd name="connsiteY1" fmla="*/ 1271049 h 2773108"/>
              <a:gd name="connsiteX2" fmla="*/ 818381 w 1848647"/>
              <a:gd name="connsiteY2" fmla="*/ 694408 h 2773108"/>
              <a:gd name="connsiteX3" fmla="*/ 898296 w 1848647"/>
              <a:gd name="connsiteY3" fmla="*/ 336170 h 2773108"/>
              <a:gd name="connsiteX4" fmla="*/ 1231385 w 1848647"/>
              <a:gd name="connsiteY4" fmla="*/ 86234 h 2773108"/>
              <a:gd name="connsiteX5" fmla="*/ 1478273 w 1848647"/>
              <a:gd name="connsiteY5" fmla="*/ 33 h 2773108"/>
              <a:gd name="connsiteX6" fmla="*/ 1630483 w 1848647"/>
              <a:gd name="connsiteY6" fmla="*/ 60326 h 2773108"/>
              <a:gd name="connsiteX7" fmla="*/ 1670678 w 1848647"/>
              <a:gd name="connsiteY7" fmla="*/ 221204 h 2773108"/>
              <a:gd name="connsiteX8" fmla="*/ 1702301 w 1848647"/>
              <a:gd name="connsiteY8" fmla="*/ 448089 h 2773108"/>
              <a:gd name="connsiteX9" fmla="*/ 1805647 w 1848647"/>
              <a:gd name="connsiteY9" fmla="*/ 789941 h 2773108"/>
              <a:gd name="connsiteX10" fmla="*/ 1831460 w 1848647"/>
              <a:gd name="connsiteY10" fmla="*/ 942151 h 2773108"/>
              <a:gd name="connsiteX11" fmla="*/ 1845843 w 1848647"/>
              <a:gd name="connsiteY11" fmla="*/ 1272478 h 2773108"/>
              <a:gd name="connsiteX12" fmla="*/ 1739639 w 1848647"/>
              <a:gd name="connsiteY12" fmla="*/ 1660240 h 2773108"/>
              <a:gd name="connsiteX13" fmla="*/ 1610480 w 1848647"/>
              <a:gd name="connsiteY13" fmla="*/ 1844073 h 2773108"/>
              <a:gd name="connsiteX14" fmla="*/ 1373593 w 1848647"/>
              <a:gd name="connsiteY14" fmla="*/ 2081055 h 2773108"/>
              <a:gd name="connsiteX15" fmla="*/ 970209 w 1848647"/>
              <a:gd name="connsiteY15" fmla="*/ 2254887 h 2773108"/>
              <a:gd name="connsiteX16" fmla="*/ 504572 w 1848647"/>
              <a:gd name="connsiteY16" fmla="*/ 2639756 h 2773108"/>
              <a:gd name="connsiteX17" fmla="*/ 11013 w 1848647"/>
              <a:gd name="connsiteY17" fmla="*/ 2667512 h 2773108"/>
              <a:gd name="connsiteX18" fmla="*/ 407195 w 1848647"/>
              <a:gd name="connsiteY18" fmla="*/ 1684811 h 2773108"/>
              <a:gd name="connsiteX0" fmla="*/ 1670678 w 1848649"/>
              <a:gd name="connsiteY0" fmla="*/ 221204 h 2773108"/>
              <a:gd name="connsiteX1" fmla="*/ 1702301 w 1848649"/>
              <a:gd name="connsiteY1" fmla="*/ 448089 h 2773108"/>
              <a:gd name="connsiteX2" fmla="*/ 1805647 w 1848649"/>
              <a:gd name="connsiteY2" fmla="*/ 789941 h 2773108"/>
              <a:gd name="connsiteX3" fmla="*/ 1831460 w 1848649"/>
              <a:gd name="connsiteY3" fmla="*/ 942151 h 2773108"/>
              <a:gd name="connsiteX4" fmla="*/ 1845843 w 1848649"/>
              <a:gd name="connsiteY4" fmla="*/ 1272478 h 2773108"/>
              <a:gd name="connsiteX5" fmla="*/ 1739639 w 1848649"/>
              <a:gd name="connsiteY5" fmla="*/ 1660240 h 2773108"/>
              <a:gd name="connsiteX6" fmla="*/ 1610480 w 1848649"/>
              <a:gd name="connsiteY6" fmla="*/ 1844073 h 2773108"/>
              <a:gd name="connsiteX7" fmla="*/ 1373593 w 1848649"/>
              <a:gd name="connsiteY7" fmla="*/ 2081055 h 2773108"/>
              <a:gd name="connsiteX8" fmla="*/ 970209 w 1848649"/>
              <a:gd name="connsiteY8" fmla="*/ 2254887 h 2773108"/>
              <a:gd name="connsiteX9" fmla="*/ 504572 w 1848649"/>
              <a:gd name="connsiteY9" fmla="*/ 2639756 h 2773108"/>
              <a:gd name="connsiteX10" fmla="*/ 11013 w 1848649"/>
              <a:gd name="connsiteY10" fmla="*/ 2667512 h 2773108"/>
              <a:gd name="connsiteX11" fmla="*/ 407195 w 1848649"/>
              <a:gd name="connsiteY11" fmla="*/ 1684811 h 2773108"/>
              <a:gd name="connsiteX12" fmla="*/ 622357 w 1848649"/>
              <a:gd name="connsiteY12" fmla="*/ 1271049 h 2773108"/>
              <a:gd name="connsiteX13" fmla="*/ 818381 w 1848649"/>
              <a:gd name="connsiteY13" fmla="*/ 694408 h 2773108"/>
              <a:gd name="connsiteX14" fmla="*/ 898296 w 1848649"/>
              <a:gd name="connsiteY14" fmla="*/ 336170 h 2773108"/>
              <a:gd name="connsiteX15" fmla="*/ 1231385 w 1848649"/>
              <a:gd name="connsiteY15" fmla="*/ 86234 h 2773108"/>
              <a:gd name="connsiteX16" fmla="*/ 1478273 w 1848649"/>
              <a:gd name="connsiteY16" fmla="*/ 33 h 2773108"/>
              <a:gd name="connsiteX17" fmla="*/ 1630483 w 1848649"/>
              <a:gd name="connsiteY17" fmla="*/ 60326 h 2773108"/>
              <a:gd name="connsiteX18" fmla="*/ 1839562 w 1848649"/>
              <a:gd name="connsiteY18" fmla="*/ 526322 h 2773108"/>
              <a:gd name="connsiteX0" fmla="*/ 1670678 w 1848647"/>
              <a:gd name="connsiteY0" fmla="*/ 221204 h 2773108"/>
              <a:gd name="connsiteX1" fmla="*/ 1702301 w 1848647"/>
              <a:gd name="connsiteY1" fmla="*/ 448089 h 2773108"/>
              <a:gd name="connsiteX2" fmla="*/ 1805647 w 1848647"/>
              <a:gd name="connsiteY2" fmla="*/ 789941 h 2773108"/>
              <a:gd name="connsiteX3" fmla="*/ 1831460 w 1848647"/>
              <a:gd name="connsiteY3" fmla="*/ 942151 h 2773108"/>
              <a:gd name="connsiteX4" fmla="*/ 1845843 w 1848647"/>
              <a:gd name="connsiteY4" fmla="*/ 1272478 h 2773108"/>
              <a:gd name="connsiteX5" fmla="*/ 1739639 w 1848647"/>
              <a:gd name="connsiteY5" fmla="*/ 1660240 h 2773108"/>
              <a:gd name="connsiteX6" fmla="*/ 1610480 w 1848647"/>
              <a:gd name="connsiteY6" fmla="*/ 1844073 h 2773108"/>
              <a:gd name="connsiteX7" fmla="*/ 1373593 w 1848647"/>
              <a:gd name="connsiteY7" fmla="*/ 2081055 h 2773108"/>
              <a:gd name="connsiteX8" fmla="*/ 970209 w 1848647"/>
              <a:gd name="connsiteY8" fmla="*/ 2254887 h 2773108"/>
              <a:gd name="connsiteX9" fmla="*/ 504572 w 1848647"/>
              <a:gd name="connsiteY9" fmla="*/ 2639756 h 2773108"/>
              <a:gd name="connsiteX10" fmla="*/ 11013 w 1848647"/>
              <a:gd name="connsiteY10" fmla="*/ 2667512 h 2773108"/>
              <a:gd name="connsiteX11" fmla="*/ 407195 w 1848647"/>
              <a:gd name="connsiteY11" fmla="*/ 1684811 h 2773108"/>
              <a:gd name="connsiteX12" fmla="*/ 622357 w 1848647"/>
              <a:gd name="connsiteY12" fmla="*/ 1271049 h 2773108"/>
              <a:gd name="connsiteX13" fmla="*/ 818381 w 1848647"/>
              <a:gd name="connsiteY13" fmla="*/ 694408 h 2773108"/>
              <a:gd name="connsiteX14" fmla="*/ 898296 w 1848647"/>
              <a:gd name="connsiteY14" fmla="*/ 336170 h 2773108"/>
              <a:gd name="connsiteX15" fmla="*/ 1231385 w 1848647"/>
              <a:gd name="connsiteY15" fmla="*/ 86234 h 2773108"/>
              <a:gd name="connsiteX16" fmla="*/ 1478273 w 1848647"/>
              <a:gd name="connsiteY16" fmla="*/ 33 h 2773108"/>
              <a:gd name="connsiteX17" fmla="*/ 1630483 w 1848647"/>
              <a:gd name="connsiteY17" fmla="*/ 60326 h 2773108"/>
              <a:gd name="connsiteX0" fmla="*/ 1670678 w 1848649"/>
              <a:gd name="connsiteY0" fmla="*/ 221204 h 2773108"/>
              <a:gd name="connsiteX1" fmla="*/ 1805647 w 1848649"/>
              <a:gd name="connsiteY1" fmla="*/ 789941 h 2773108"/>
              <a:gd name="connsiteX2" fmla="*/ 1831460 w 1848649"/>
              <a:gd name="connsiteY2" fmla="*/ 942151 h 2773108"/>
              <a:gd name="connsiteX3" fmla="*/ 1845843 w 1848649"/>
              <a:gd name="connsiteY3" fmla="*/ 1272478 h 2773108"/>
              <a:gd name="connsiteX4" fmla="*/ 1739639 w 1848649"/>
              <a:gd name="connsiteY4" fmla="*/ 1660240 h 2773108"/>
              <a:gd name="connsiteX5" fmla="*/ 1610480 w 1848649"/>
              <a:gd name="connsiteY5" fmla="*/ 1844073 h 2773108"/>
              <a:gd name="connsiteX6" fmla="*/ 1373593 w 1848649"/>
              <a:gd name="connsiteY6" fmla="*/ 2081055 h 2773108"/>
              <a:gd name="connsiteX7" fmla="*/ 970209 w 1848649"/>
              <a:gd name="connsiteY7" fmla="*/ 2254887 h 2773108"/>
              <a:gd name="connsiteX8" fmla="*/ 504572 w 1848649"/>
              <a:gd name="connsiteY8" fmla="*/ 2639756 h 2773108"/>
              <a:gd name="connsiteX9" fmla="*/ 11013 w 1848649"/>
              <a:gd name="connsiteY9" fmla="*/ 2667512 h 2773108"/>
              <a:gd name="connsiteX10" fmla="*/ 407195 w 1848649"/>
              <a:gd name="connsiteY10" fmla="*/ 1684811 h 2773108"/>
              <a:gd name="connsiteX11" fmla="*/ 622357 w 1848649"/>
              <a:gd name="connsiteY11" fmla="*/ 1271049 h 2773108"/>
              <a:gd name="connsiteX12" fmla="*/ 818381 w 1848649"/>
              <a:gd name="connsiteY12" fmla="*/ 694408 h 2773108"/>
              <a:gd name="connsiteX13" fmla="*/ 898296 w 1848649"/>
              <a:gd name="connsiteY13" fmla="*/ 336170 h 2773108"/>
              <a:gd name="connsiteX14" fmla="*/ 1231385 w 1848649"/>
              <a:gd name="connsiteY14" fmla="*/ 86234 h 2773108"/>
              <a:gd name="connsiteX15" fmla="*/ 1478273 w 1848649"/>
              <a:gd name="connsiteY15" fmla="*/ 33 h 2773108"/>
              <a:gd name="connsiteX16" fmla="*/ 1630483 w 1848649"/>
              <a:gd name="connsiteY16" fmla="*/ 60326 h 2773108"/>
              <a:gd name="connsiteX0" fmla="*/ 1805647 w 1848647"/>
              <a:gd name="connsiteY0" fmla="*/ 789941 h 2773108"/>
              <a:gd name="connsiteX1" fmla="*/ 1831460 w 1848647"/>
              <a:gd name="connsiteY1" fmla="*/ 942151 h 2773108"/>
              <a:gd name="connsiteX2" fmla="*/ 1845843 w 1848647"/>
              <a:gd name="connsiteY2" fmla="*/ 1272478 h 2773108"/>
              <a:gd name="connsiteX3" fmla="*/ 1739639 w 1848647"/>
              <a:gd name="connsiteY3" fmla="*/ 1660240 h 2773108"/>
              <a:gd name="connsiteX4" fmla="*/ 1610480 w 1848647"/>
              <a:gd name="connsiteY4" fmla="*/ 1844073 h 2773108"/>
              <a:gd name="connsiteX5" fmla="*/ 1373593 w 1848647"/>
              <a:gd name="connsiteY5" fmla="*/ 2081055 h 2773108"/>
              <a:gd name="connsiteX6" fmla="*/ 970209 w 1848647"/>
              <a:gd name="connsiteY6" fmla="*/ 2254887 h 2773108"/>
              <a:gd name="connsiteX7" fmla="*/ 504572 w 1848647"/>
              <a:gd name="connsiteY7" fmla="*/ 2639756 h 2773108"/>
              <a:gd name="connsiteX8" fmla="*/ 11013 w 1848647"/>
              <a:gd name="connsiteY8" fmla="*/ 2667512 h 2773108"/>
              <a:gd name="connsiteX9" fmla="*/ 407195 w 1848647"/>
              <a:gd name="connsiteY9" fmla="*/ 1684811 h 2773108"/>
              <a:gd name="connsiteX10" fmla="*/ 622357 w 1848647"/>
              <a:gd name="connsiteY10" fmla="*/ 1271049 h 2773108"/>
              <a:gd name="connsiteX11" fmla="*/ 818381 w 1848647"/>
              <a:gd name="connsiteY11" fmla="*/ 694408 h 2773108"/>
              <a:gd name="connsiteX12" fmla="*/ 898296 w 1848647"/>
              <a:gd name="connsiteY12" fmla="*/ 336170 h 2773108"/>
              <a:gd name="connsiteX13" fmla="*/ 1231385 w 1848647"/>
              <a:gd name="connsiteY13" fmla="*/ 86234 h 2773108"/>
              <a:gd name="connsiteX14" fmla="*/ 1478273 w 1848647"/>
              <a:gd name="connsiteY14" fmla="*/ 33 h 2773108"/>
              <a:gd name="connsiteX15" fmla="*/ 1630483 w 1848647"/>
              <a:gd name="connsiteY15" fmla="*/ 60326 h 2773108"/>
              <a:gd name="connsiteX0" fmla="*/ 1831460 w 1848649"/>
              <a:gd name="connsiteY0" fmla="*/ 942151 h 2773108"/>
              <a:gd name="connsiteX1" fmla="*/ 1845843 w 1848649"/>
              <a:gd name="connsiteY1" fmla="*/ 1272478 h 2773108"/>
              <a:gd name="connsiteX2" fmla="*/ 1739639 w 1848649"/>
              <a:gd name="connsiteY2" fmla="*/ 1660240 h 2773108"/>
              <a:gd name="connsiteX3" fmla="*/ 1610480 w 1848649"/>
              <a:gd name="connsiteY3" fmla="*/ 1844073 h 2773108"/>
              <a:gd name="connsiteX4" fmla="*/ 1373593 w 1848649"/>
              <a:gd name="connsiteY4" fmla="*/ 2081055 h 2773108"/>
              <a:gd name="connsiteX5" fmla="*/ 970209 w 1848649"/>
              <a:gd name="connsiteY5" fmla="*/ 2254887 h 2773108"/>
              <a:gd name="connsiteX6" fmla="*/ 504572 w 1848649"/>
              <a:gd name="connsiteY6" fmla="*/ 2639756 h 2773108"/>
              <a:gd name="connsiteX7" fmla="*/ 11013 w 1848649"/>
              <a:gd name="connsiteY7" fmla="*/ 2667512 h 2773108"/>
              <a:gd name="connsiteX8" fmla="*/ 407195 w 1848649"/>
              <a:gd name="connsiteY8" fmla="*/ 1684811 h 2773108"/>
              <a:gd name="connsiteX9" fmla="*/ 622357 w 1848649"/>
              <a:gd name="connsiteY9" fmla="*/ 1271049 h 2773108"/>
              <a:gd name="connsiteX10" fmla="*/ 818381 w 1848649"/>
              <a:gd name="connsiteY10" fmla="*/ 694408 h 2773108"/>
              <a:gd name="connsiteX11" fmla="*/ 898296 w 1848649"/>
              <a:gd name="connsiteY11" fmla="*/ 336170 h 2773108"/>
              <a:gd name="connsiteX12" fmla="*/ 1231385 w 1848649"/>
              <a:gd name="connsiteY12" fmla="*/ 86234 h 2773108"/>
              <a:gd name="connsiteX13" fmla="*/ 1478273 w 1848649"/>
              <a:gd name="connsiteY13" fmla="*/ 33 h 2773108"/>
              <a:gd name="connsiteX14" fmla="*/ 1630483 w 1848649"/>
              <a:gd name="connsiteY14" fmla="*/ 60326 h 2773108"/>
              <a:gd name="connsiteX0" fmla="*/ 1831460 w 1848647"/>
              <a:gd name="connsiteY0" fmla="*/ 884087 h 2715044"/>
              <a:gd name="connsiteX1" fmla="*/ 1845843 w 1848647"/>
              <a:gd name="connsiteY1" fmla="*/ 1214414 h 2715044"/>
              <a:gd name="connsiteX2" fmla="*/ 1739639 w 1848647"/>
              <a:gd name="connsiteY2" fmla="*/ 1602176 h 2715044"/>
              <a:gd name="connsiteX3" fmla="*/ 1610480 w 1848647"/>
              <a:gd name="connsiteY3" fmla="*/ 1786009 h 2715044"/>
              <a:gd name="connsiteX4" fmla="*/ 1373593 w 1848647"/>
              <a:gd name="connsiteY4" fmla="*/ 2022991 h 2715044"/>
              <a:gd name="connsiteX5" fmla="*/ 970209 w 1848647"/>
              <a:gd name="connsiteY5" fmla="*/ 2196823 h 2715044"/>
              <a:gd name="connsiteX6" fmla="*/ 504572 w 1848647"/>
              <a:gd name="connsiteY6" fmla="*/ 2581692 h 2715044"/>
              <a:gd name="connsiteX7" fmla="*/ 11013 w 1848647"/>
              <a:gd name="connsiteY7" fmla="*/ 2609448 h 2715044"/>
              <a:gd name="connsiteX8" fmla="*/ 407195 w 1848647"/>
              <a:gd name="connsiteY8" fmla="*/ 1626747 h 2715044"/>
              <a:gd name="connsiteX9" fmla="*/ 622357 w 1848647"/>
              <a:gd name="connsiteY9" fmla="*/ 1212985 h 2715044"/>
              <a:gd name="connsiteX10" fmla="*/ 818381 w 1848647"/>
              <a:gd name="connsiteY10" fmla="*/ 636344 h 2715044"/>
              <a:gd name="connsiteX11" fmla="*/ 898296 w 1848647"/>
              <a:gd name="connsiteY11" fmla="*/ 278106 h 2715044"/>
              <a:gd name="connsiteX12" fmla="*/ 1231385 w 1848647"/>
              <a:gd name="connsiteY12" fmla="*/ 28170 h 2715044"/>
              <a:gd name="connsiteX13" fmla="*/ 1630483 w 1848647"/>
              <a:gd name="connsiteY13" fmla="*/ 2262 h 2715044"/>
              <a:gd name="connsiteX0" fmla="*/ 1831460 w 1848649"/>
              <a:gd name="connsiteY0" fmla="*/ 881825 h 2712782"/>
              <a:gd name="connsiteX1" fmla="*/ 1845843 w 1848649"/>
              <a:gd name="connsiteY1" fmla="*/ 1212152 h 2712782"/>
              <a:gd name="connsiteX2" fmla="*/ 1739639 w 1848649"/>
              <a:gd name="connsiteY2" fmla="*/ 1599914 h 2712782"/>
              <a:gd name="connsiteX3" fmla="*/ 1610480 w 1848649"/>
              <a:gd name="connsiteY3" fmla="*/ 1783747 h 2712782"/>
              <a:gd name="connsiteX4" fmla="*/ 1373593 w 1848649"/>
              <a:gd name="connsiteY4" fmla="*/ 2020729 h 2712782"/>
              <a:gd name="connsiteX5" fmla="*/ 970209 w 1848649"/>
              <a:gd name="connsiteY5" fmla="*/ 2194561 h 2712782"/>
              <a:gd name="connsiteX6" fmla="*/ 504572 w 1848649"/>
              <a:gd name="connsiteY6" fmla="*/ 2579430 h 2712782"/>
              <a:gd name="connsiteX7" fmla="*/ 11013 w 1848649"/>
              <a:gd name="connsiteY7" fmla="*/ 2607186 h 2712782"/>
              <a:gd name="connsiteX8" fmla="*/ 407195 w 1848649"/>
              <a:gd name="connsiteY8" fmla="*/ 1624485 h 2712782"/>
              <a:gd name="connsiteX9" fmla="*/ 622357 w 1848649"/>
              <a:gd name="connsiteY9" fmla="*/ 1210723 h 2712782"/>
              <a:gd name="connsiteX10" fmla="*/ 818381 w 1848649"/>
              <a:gd name="connsiteY10" fmla="*/ 634082 h 2712782"/>
              <a:gd name="connsiteX11" fmla="*/ 898296 w 1848649"/>
              <a:gd name="connsiteY11" fmla="*/ 275844 h 2712782"/>
              <a:gd name="connsiteX12" fmla="*/ 1630483 w 1848649"/>
              <a:gd name="connsiteY12" fmla="*/ 0 h 2712782"/>
              <a:gd name="connsiteX0" fmla="*/ 1831460 w 1848647"/>
              <a:gd name="connsiteY0" fmla="*/ 605981 h 2436938"/>
              <a:gd name="connsiteX1" fmla="*/ 1845843 w 1848647"/>
              <a:gd name="connsiteY1" fmla="*/ 936308 h 2436938"/>
              <a:gd name="connsiteX2" fmla="*/ 1739639 w 1848647"/>
              <a:gd name="connsiteY2" fmla="*/ 1324070 h 2436938"/>
              <a:gd name="connsiteX3" fmla="*/ 1610480 w 1848647"/>
              <a:gd name="connsiteY3" fmla="*/ 1507903 h 2436938"/>
              <a:gd name="connsiteX4" fmla="*/ 1373593 w 1848647"/>
              <a:gd name="connsiteY4" fmla="*/ 1744885 h 2436938"/>
              <a:gd name="connsiteX5" fmla="*/ 970209 w 1848647"/>
              <a:gd name="connsiteY5" fmla="*/ 1918717 h 2436938"/>
              <a:gd name="connsiteX6" fmla="*/ 504572 w 1848647"/>
              <a:gd name="connsiteY6" fmla="*/ 2303586 h 2436938"/>
              <a:gd name="connsiteX7" fmla="*/ 11013 w 1848647"/>
              <a:gd name="connsiteY7" fmla="*/ 2331342 h 2436938"/>
              <a:gd name="connsiteX8" fmla="*/ 407195 w 1848647"/>
              <a:gd name="connsiteY8" fmla="*/ 1348641 h 2436938"/>
              <a:gd name="connsiteX9" fmla="*/ 622357 w 1848647"/>
              <a:gd name="connsiteY9" fmla="*/ 934879 h 2436938"/>
              <a:gd name="connsiteX10" fmla="*/ 818381 w 1848647"/>
              <a:gd name="connsiteY10" fmla="*/ 358238 h 2436938"/>
              <a:gd name="connsiteX11" fmla="*/ 898296 w 1848647"/>
              <a:gd name="connsiteY11" fmla="*/ 0 h 2436938"/>
              <a:gd name="connsiteX0" fmla="*/ 1831460 w 1848649"/>
              <a:gd name="connsiteY0" fmla="*/ 296776 h 2127733"/>
              <a:gd name="connsiteX1" fmla="*/ 1845843 w 1848649"/>
              <a:gd name="connsiteY1" fmla="*/ 627103 h 2127733"/>
              <a:gd name="connsiteX2" fmla="*/ 1739639 w 1848649"/>
              <a:gd name="connsiteY2" fmla="*/ 1014865 h 2127733"/>
              <a:gd name="connsiteX3" fmla="*/ 1610480 w 1848649"/>
              <a:gd name="connsiteY3" fmla="*/ 1198698 h 2127733"/>
              <a:gd name="connsiteX4" fmla="*/ 1373593 w 1848649"/>
              <a:gd name="connsiteY4" fmla="*/ 1435680 h 2127733"/>
              <a:gd name="connsiteX5" fmla="*/ 970209 w 1848649"/>
              <a:gd name="connsiteY5" fmla="*/ 1609512 h 2127733"/>
              <a:gd name="connsiteX6" fmla="*/ 504572 w 1848649"/>
              <a:gd name="connsiteY6" fmla="*/ 1994381 h 2127733"/>
              <a:gd name="connsiteX7" fmla="*/ 11013 w 1848649"/>
              <a:gd name="connsiteY7" fmla="*/ 2022137 h 2127733"/>
              <a:gd name="connsiteX8" fmla="*/ 407195 w 1848649"/>
              <a:gd name="connsiteY8" fmla="*/ 1039436 h 2127733"/>
              <a:gd name="connsiteX9" fmla="*/ 622357 w 1848649"/>
              <a:gd name="connsiteY9" fmla="*/ 625674 h 2127733"/>
              <a:gd name="connsiteX10" fmla="*/ 818381 w 1848649"/>
              <a:gd name="connsiteY10" fmla="*/ 49033 h 2127733"/>
              <a:gd name="connsiteX11" fmla="*/ 1126359 w 1848649"/>
              <a:gd name="connsiteY11" fmla="*/ 1 h 2127733"/>
              <a:gd name="connsiteX0" fmla="*/ 1845843 w 1845844"/>
              <a:gd name="connsiteY0" fmla="*/ 627103 h 2127733"/>
              <a:gd name="connsiteX1" fmla="*/ 1739639 w 1845844"/>
              <a:gd name="connsiteY1" fmla="*/ 1014865 h 2127733"/>
              <a:gd name="connsiteX2" fmla="*/ 1610480 w 1845844"/>
              <a:gd name="connsiteY2" fmla="*/ 1198698 h 2127733"/>
              <a:gd name="connsiteX3" fmla="*/ 1373593 w 1845844"/>
              <a:gd name="connsiteY3" fmla="*/ 1435680 h 2127733"/>
              <a:gd name="connsiteX4" fmla="*/ 970209 w 1845844"/>
              <a:gd name="connsiteY4" fmla="*/ 1609512 h 2127733"/>
              <a:gd name="connsiteX5" fmla="*/ 504572 w 1845844"/>
              <a:gd name="connsiteY5" fmla="*/ 1994381 h 2127733"/>
              <a:gd name="connsiteX6" fmla="*/ 11013 w 1845844"/>
              <a:gd name="connsiteY6" fmla="*/ 2022137 h 2127733"/>
              <a:gd name="connsiteX7" fmla="*/ 407195 w 1845844"/>
              <a:gd name="connsiteY7" fmla="*/ 1039436 h 2127733"/>
              <a:gd name="connsiteX8" fmla="*/ 622357 w 1845844"/>
              <a:gd name="connsiteY8" fmla="*/ 625674 h 2127733"/>
              <a:gd name="connsiteX9" fmla="*/ 818381 w 1845844"/>
              <a:gd name="connsiteY9" fmla="*/ 49033 h 2127733"/>
              <a:gd name="connsiteX10" fmla="*/ 1126359 w 1845844"/>
              <a:gd name="connsiteY10" fmla="*/ 1 h 2127733"/>
              <a:gd name="connsiteX0" fmla="*/ 1739639 w 1739640"/>
              <a:gd name="connsiteY0" fmla="*/ 1014865 h 2127733"/>
              <a:gd name="connsiteX1" fmla="*/ 1610480 w 1739640"/>
              <a:gd name="connsiteY1" fmla="*/ 1198698 h 2127733"/>
              <a:gd name="connsiteX2" fmla="*/ 1373593 w 1739640"/>
              <a:gd name="connsiteY2" fmla="*/ 1435680 h 2127733"/>
              <a:gd name="connsiteX3" fmla="*/ 970209 w 1739640"/>
              <a:gd name="connsiteY3" fmla="*/ 1609512 h 2127733"/>
              <a:gd name="connsiteX4" fmla="*/ 504572 w 1739640"/>
              <a:gd name="connsiteY4" fmla="*/ 1994381 h 2127733"/>
              <a:gd name="connsiteX5" fmla="*/ 11013 w 1739640"/>
              <a:gd name="connsiteY5" fmla="*/ 2022137 h 2127733"/>
              <a:gd name="connsiteX6" fmla="*/ 407195 w 1739640"/>
              <a:gd name="connsiteY6" fmla="*/ 1039436 h 2127733"/>
              <a:gd name="connsiteX7" fmla="*/ 622357 w 1739640"/>
              <a:gd name="connsiteY7" fmla="*/ 625674 h 2127733"/>
              <a:gd name="connsiteX8" fmla="*/ 818381 w 1739640"/>
              <a:gd name="connsiteY8" fmla="*/ 49033 h 2127733"/>
              <a:gd name="connsiteX9" fmla="*/ 1126359 w 1739640"/>
              <a:gd name="connsiteY9" fmla="*/ 1 h 2127733"/>
              <a:gd name="connsiteX0" fmla="*/ 1703486 w 1703486"/>
              <a:gd name="connsiteY0" fmla="*/ 726080 h 2127733"/>
              <a:gd name="connsiteX1" fmla="*/ 1610480 w 1703486"/>
              <a:gd name="connsiteY1" fmla="*/ 1198698 h 2127733"/>
              <a:gd name="connsiteX2" fmla="*/ 1373593 w 1703486"/>
              <a:gd name="connsiteY2" fmla="*/ 1435680 h 2127733"/>
              <a:gd name="connsiteX3" fmla="*/ 970209 w 1703486"/>
              <a:gd name="connsiteY3" fmla="*/ 1609512 h 2127733"/>
              <a:gd name="connsiteX4" fmla="*/ 504572 w 1703486"/>
              <a:gd name="connsiteY4" fmla="*/ 1994381 h 2127733"/>
              <a:gd name="connsiteX5" fmla="*/ 11013 w 1703486"/>
              <a:gd name="connsiteY5" fmla="*/ 2022137 h 2127733"/>
              <a:gd name="connsiteX6" fmla="*/ 407195 w 1703486"/>
              <a:gd name="connsiteY6" fmla="*/ 1039436 h 2127733"/>
              <a:gd name="connsiteX7" fmla="*/ 622357 w 1703486"/>
              <a:gd name="connsiteY7" fmla="*/ 625674 h 2127733"/>
              <a:gd name="connsiteX8" fmla="*/ 818381 w 1703486"/>
              <a:gd name="connsiteY8" fmla="*/ 49033 h 2127733"/>
              <a:gd name="connsiteX9" fmla="*/ 1126359 w 1703486"/>
              <a:gd name="connsiteY9" fmla="*/ 1 h 2127733"/>
              <a:gd name="connsiteX0" fmla="*/ 1703486 w 1704539"/>
              <a:gd name="connsiteY0" fmla="*/ 726080 h 2127733"/>
              <a:gd name="connsiteX1" fmla="*/ 1610480 w 1704539"/>
              <a:gd name="connsiteY1" fmla="*/ 1198698 h 2127733"/>
              <a:gd name="connsiteX2" fmla="*/ 1373593 w 1704539"/>
              <a:gd name="connsiteY2" fmla="*/ 1435680 h 2127733"/>
              <a:gd name="connsiteX3" fmla="*/ 970209 w 1704539"/>
              <a:gd name="connsiteY3" fmla="*/ 1609512 h 2127733"/>
              <a:gd name="connsiteX4" fmla="*/ 504572 w 1704539"/>
              <a:gd name="connsiteY4" fmla="*/ 1994381 h 2127733"/>
              <a:gd name="connsiteX5" fmla="*/ 11013 w 1704539"/>
              <a:gd name="connsiteY5" fmla="*/ 2022137 h 2127733"/>
              <a:gd name="connsiteX6" fmla="*/ 407195 w 1704539"/>
              <a:gd name="connsiteY6" fmla="*/ 1039436 h 2127733"/>
              <a:gd name="connsiteX7" fmla="*/ 622357 w 1704539"/>
              <a:gd name="connsiteY7" fmla="*/ 625674 h 2127733"/>
              <a:gd name="connsiteX8" fmla="*/ 818381 w 1704539"/>
              <a:gd name="connsiteY8" fmla="*/ 49033 h 2127733"/>
              <a:gd name="connsiteX9" fmla="*/ 1126359 w 1704539"/>
              <a:gd name="connsiteY9" fmla="*/ 1 h 2127733"/>
              <a:gd name="connsiteX0" fmla="*/ 1735422 w 1736133"/>
              <a:gd name="connsiteY0" fmla="*/ 747588 h 2127733"/>
              <a:gd name="connsiteX1" fmla="*/ 1610480 w 1736133"/>
              <a:gd name="connsiteY1" fmla="*/ 1198698 h 2127733"/>
              <a:gd name="connsiteX2" fmla="*/ 1373593 w 1736133"/>
              <a:gd name="connsiteY2" fmla="*/ 1435680 h 2127733"/>
              <a:gd name="connsiteX3" fmla="*/ 970209 w 1736133"/>
              <a:gd name="connsiteY3" fmla="*/ 1609512 h 2127733"/>
              <a:gd name="connsiteX4" fmla="*/ 504572 w 1736133"/>
              <a:gd name="connsiteY4" fmla="*/ 1994381 h 2127733"/>
              <a:gd name="connsiteX5" fmla="*/ 11013 w 1736133"/>
              <a:gd name="connsiteY5" fmla="*/ 2022137 h 2127733"/>
              <a:gd name="connsiteX6" fmla="*/ 407195 w 1736133"/>
              <a:gd name="connsiteY6" fmla="*/ 1039436 h 2127733"/>
              <a:gd name="connsiteX7" fmla="*/ 622357 w 1736133"/>
              <a:gd name="connsiteY7" fmla="*/ 625674 h 2127733"/>
              <a:gd name="connsiteX8" fmla="*/ 818381 w 1736133"/>
              <a:gd name="connsiteY8" fmla="*/ 49033 h 2127733"/>
              <a:gd name="connsiteX9" fmla="*/ 1126359 w 1736133"/>
              <a:gd name="connsiteY9" fmla="*/ 1 h 2127733"/>
              <a:gd name="connsiteX0" fmla="*/ 1735422 w 1735681"/>
              <a:gd name="connsiteY0" fmla="*/ 747588 h 2127733"/>
              <a:gd name="connsiteX1" fmla="*/ 1468938 w 1735681"/>
              <a:gd name="connsiteY1" fmla="*/ 1014530 h 2127733"/>
              <a:gd name="connsiteX2" fmla="*/ 1373593 w 1735681"/>
              <a:gd name="connsiteY2" fmla="*/ 1435680 h 2127733"/>
              <a:gd name="connsiteX3" fmla="*/ 970209 w 1735681"/>
              <a:gd name="connsiteY3" fmla="*/ 1609512 h 2127733"/>
              <a:gd name="connsiteX4" fmla="*/ 504572 w 1735681"/>
              <a:gd name="connsiteY4" fmla="*/ 1994381 h 2127733"/>
              <a:gd name="connsiteX5" fmla="*/ 11013 w 1735681"/>
              <a:gd name="connsiteY5" fmla="*/ 2022137 h 2127733"/>
              <a:gd name="connsiteX6" fmla="*/ 407195 w 1735681"/>
              <a:gd name="connsiteY6" fmla="*/ 1039436 h 2127733"/>
              <a:gd name="connsiteX7" fmla="*/ 622357 w 1735681"/>
              <a:gd name="connsiteY7" fmla="*/ 625674 h 2127733"/>
              <a:gd name="connsiteX8" fmla="*/ 818381 w 1735681"/>
              <a:gd name="connsiteY8" fmla="*/ 49033 h 2127733"/>
              <a:gd name="connsiteX9" fmla="*/ 1126359 w 1735681"/>
              <a:gd name="connsiteY9" fmla="*/ 1 h 2127733"/>
              <a:gd name="connsiteX0" fmla="*/ 1735422 w 1735711"/>
              <a:gd name="connsiteY0" fmla="*/ 747588 h 2127733"/>
              <a:gd name="connsiteX1" fmla="*/ 1468938 w 1735711"/>
              <a:gd name="connsiteY1" fmla="*/ 1014530 h 2127733"/>
              <a:gd name="connsiteX2" fmla="*/ 1229497 w 1735711"/>
              <a:gd name="connsiteY2" fmla="*/ 1280807 h 2127733"/>
              <a:gd name="connsiteX3" fmla="*/ 970209 w 1735711"/>
              <a:gd name="connsiteY3" fmla="*/ 1609512 h 2127733"/>
              <a:gd name="connsiteX4" fmla="*/ 504572 w 1735711"/>
              <a:gd name="connsiteY4" fmla="*/ 1994381 h 2127733"/>
              <a:gd name="connsiteX5" fmla="*/ 11013 w 1735711"/>
              <a:gd name="connsiteY5" fmla="*/ 2022137 h 2127733"/>
              <a:gd name="connsiteX6" fmla="*/ 407195 w 1735711"/>
              <a:gd name="connsiteY6" fmla="*/ 1039436 h 2127733"/>
              <a:gd name="connsiteX7" fmla="*/ 622357 w 1735711"/>
              <a:gd name="connsiteY7" fmla="*/ 625674 h 2127733"/>
              <a:gd name="connsiteX8" fmla="*/ 818381 w 1735711"/>
              <a:gd name="connsiteY8" fmla="*/ 49033 h 2127733"/>
              <a:gd name="connsiteX9" fmla="*/ 1126359 w 1735711"/>
              <a:gd name="connsiteY9" fmla="*/ 1 h 2127733"/>
              <a:gd name="connsiteX0" fmla="*/ 1735422 w 1735711"/>
              <a:gd name="connsiteY0" fmla="*/ 714417 h 2094562"/>
              <a:gd name="connsiteX1" fmla="*/ 1468938 w 1735711"/>
              <a:gd name="connsiteY1" fmla="*/ 981359 h 2094562"/>
              <a:gd name="connsiteX2" fmla="*/ 1229497 w 1735711"/>
              <a:gd name="connsiteY2" fmla="*/ 1247636 h 2094562"/>
              <a:gd name="connsiteX3" fmla="*/ 970209 w 1735711"/>
              <a:gd name="connsiteY3" fmla="*/ 1576341 h 2094562"/>
              <a:gd name="connsiteX4" fmla="*/ 504572 w 1735711"/>
              <a:gd name="connsiteY4" fmla="*/ 1961210 h 2094562"/>
              <a:gd name="connsiteX5" fmla="*/ 11013 w 1735711"/>
              <a:gd name="connsiteY5" fmla="*/ 1988966 h 2094562"/>
              <a:gd name="connsiteX6" fmla="*/ 407195 w 1735711"/>
              <a:gd name="connsiteY6" fmla="*/ 1006265 h 2094562"/>
              <a:gd name="connsiteX7" fmla="*/ 622357 w 1735711"/>
              <a:gd name="connsiteY7" fmla="*/ 592503 h 2094562"/>
              <a:gd name="connsiteX8" fmla="*/ 818381 w 1735711"/>
              <a:gd name="connsiteY8" fmla="*/ 15862 h 2094562"/>
              <a:gd name="connsiteX9" fmla="*/ 1242697 w 1735711"/>
              <a:gd name="connsiteY9" fmla="*/ 98279 h 2094562"/>
              <a:gd name="connsiteX0" fmla="*/ 1735422 w 1735711"/>
              <a:gd name="connsiteY0" fmla="*/ 714417 h 2065448"/>
              <a:gd name="connsiteX1" fmla="*/ 1468938 w 1735711"/>
              <a:gd name="connsiteY1" fmla="*/ 981359 h 2065448"/>
              <a:gd name="connsiteX2" fmla="*/ 1229497 w 1735711"/>
              <a:gd name="connsiteY2" fmla="*/ 1247636 h 2065448"/>
              <a:gd name="connsiteX3" fmla="*/ 970209 w 1735711"/>
              <a:gd name="connsiteY3" fmla="*/ 1576341 h 2065448"/>
              <a:gd name="connsiteX4" fmla="*/ 500261 w 1735711"/>
              <a:gd name="connsiteY4" fmla="*/ 1898898 h 2065448"/>
              <a:gd name="connsiteX5" fmla="*/ 11013 w 1735711"/>
              <a:gd name="connsiteY5" fmla="*/ 1988966 h 2065448"/>
              <a:gd name="connsiteX6" fmla="*/ 407195 w 1735711"/>
              <a:gd name="connsiteY6" fmla="*/ 1006265 h 2065448"/>
              <a:gd name="connsiteX7" fmla="*/ 622357 w 1735711"/>
              <a:gd name="connsiteY7" fmla="*/ 592503 h 2065448"/>
              <a:gd name="connsiteX8" fmla="*/ 818381 w 1735711"/>
              <a:gd name="connsiteY8" fmla="*/ 15862 h 2065448"/>
              <a:gd name="connsiteX9" fmla="*/ 1242697 w 1735711"/>
              <a:gd name="connsiteY9" fmla="*/ 98279 h 2065448"/>
              <a:gd name="connsiteX0" fmla="*/ 1735422 w 1735711"/>
              <a:gd name="connsiteY0" fmla="*/ 714417 h 2065448"/>
              <a:gd name="connsiteX1" fmla="*/ 1468938 w 1735711"/>
              <a:gd name="connsiteY1" fmla="*/ 981359 h 2065448"/>
              <a:gd name="connsiteX2" fmla="*/ 1229497 w 1735711"/>
              <a:gd name="connsiteY2" fmla="*/ 1247636 h 2065448"/>
              <a:gd name="connsiteX3" fmla="*/ 970209 w 1735711"/>
              <a:gd name="connsiteY3" fmla="*/ 1576341 h 2065448"/>
              <a:gd name="connsiteX4" fmla="*/ 500261 w 1735711"/>
              <a:gd name="connsiteY4" fmla="*/ 1898898 h 2065448"/>
              <a:gd name="connsiteX5" fmla="*/ 11013 w 1735711"/>
              <a:gd name="connsiteY5" fmla="*/ 1988966 h 2065448"/>
              <a:gd name="connsiteX6" fmla="*/ 407195 w 1735711"/>
              <a:gd name="connsiteY6" fmla="*/ 1006265 h 2065448"/>
              <a:gd name="connsiteX7" fmla="*/ 622357 w 1735711"/>
              <a:gd name="connsiteY7" fmla="*/ 592503 h 2065448"/>
              <a:gd name="connsiteX8" fmla="*/ 818381 w 1735711"/>
              <a:gd name="connsiteY8" fmla="*/ 15862 h 2065448"/>
              <a:gd name="connsiteX9" fmla="*/ 1242697 w 1735711"/>
              <a:gd name="connsiteY9" fmla="*/ 98279 h 2065448"/>
              <a:gd name="connsiteX0" fmla="*/ 1525491 w 1527759"/>
              <a:gd name="connsiteY0" fmla="*/ 437923 h 2065448"/>
              <a:gd name="connsiteX1" fmla="*/ 1468938 w 1527759"/>
              <a:gd name="connsiteY1" fmla="*/ 981359 h 2065448"/>
              <a:gd name="connsiteX2" fmla="*/ 1229497 w 1527759"/>
              <a:gd name="connsiteY2" fmla="*/ 1247636 h 2065448"/>
              <a:gd name="connsiteX3" fmla="*/ 970209 w 1527759"/>
              <a:gd name="connsiteY3" fmla="*/ 1576341 h 2065448"/>
              <a:gd name="connsiteX4" fmla="*/ 500261 w 1527759"/>
              <a:gd name="connsiteY4" fmla="*/ 1898898 h 2065448"/>
              <a:gd name="connsiteX5" fmla="*/ 11013 w 1527759"/>
              <a:gd name="connsiteY5" fmla="*/ 1988966 h 2065448"/>
              <a:gd name="connsiteX6" fmla="*/ 407195 w 1527759"/>
              <a:gd name="connsiteY6" fmla="*/ 1006265 h 2065448"/>
              <a:gd name="connsiteX7" fmla="*/ 622357 w 1527759"/>
              <a:gd name="connsiteY7" fmla="*/ 592503 h 2065448"/>
              <a:gd name="connsiteX8" fmla="*/ 818381 w 1527759"/>
              <a:gd name="connsiteY8" fmla="*/ 15862 h 2065448"/>
              <a:gd name="connsiteX9" fmla="*/ 1242697 w 1527759"/>
              <a:gd name="connsiteY9" fmla="*/ 98279 h 2065448"/>
              <a:gd name="connsiteX0" fmla="*/ 1525491 w 1527759"/>
              <a:gd name="connsiteY0" fmla="*/ 422060 h 2049585"/>
              <a:gd name="connsiteX1" fmla="*/ 1468938 w 1527759"/>
              <a:gd name="connsiteY1" fmla="*/ 965496 h 2049585"/>
              <a:gd name="connsiteX2" fmla="*/ 1229497 w 1527759"/>
              <a:gd name="connsiteY2" fmla="*/ 1231773 h 2049585"/>
              <a:gd name="connsiteX3" fmla="*/ 970209 w 1527759"/>
              <a:gd name="connsiteY3" fmla="*/ 1560478 h 2049585"/>
              <a:gd name="connsiteX4" fmla="*/ 500261 w 1527759"/>
              <a:gd name="connsiteY4" fmla="*/ 1883035 h 2049585"/>
              <a:gd name="connsiteX5" fmla="*/ 11013 w 1527759"/>
              <a:gd name="connsiteY5" fmla="*/ 1973103 h 2049585"/>
              <a:gd name="connsiteX6" fmla="*/ 407195 w 1527759"/>
              <a:gd name="connsiteY6" fmla="*/ 990402 h 2049585"/>
              <a:gd name="connsiteX7" fmla="*/ 622357 w 1527759"/>
              <a:gd name="connsiteY7" fmla="*/ 576640 h 2049585"/>
              <a:gd name="connsiteX8" fmla="*/ 818381 w 1527759"/>
              <a:gd name="connsiteY8" fmla="*/ -1 h 2049585"/>
              <a:gd name="connsiteX0" fmla="*/ 1525491 w 1527759"/>
              <a:gd name="connsiteY0" fmla="*/ 707414 h 2334939"/>
              <a:gd name="connsiteX1" fmla="*/ 1468938 w 1527759"/>
              <a:gd name="connsiteY1" fmla="*/ 1250850 h 2334939"/>
              <a:gd name="connsiteX2" fmla="*/ 1229497 w 1527759"/>
              <a:gd name="connsiteY2" fmla="*/ 1517127 h 2334939"/>
              <a:gd name="connsiteX3" fmla="*/ 970209 w 1527759"/>
              <a:gd name="connsiteY3" fmla="*/ 1845832 h 2334939"/>
              <a:gd name="connsiteX4" fmla="*/ 500261 w 1527759"/>
              <a:gd name="connsiteY4" fmla="*/ 2168389 h 2334939"/>
              <a:gd name="connsiteX5" fmla="*/ 11013 w 1527759"/>
              <a:gd name="connsiteY5" fmla="*/ 2258457 h 2334939"/>
              <a:gd name="connsiteX6" fmla="*/ 407195 w 1527759"/>
              <a:gd name="connsiteY6" fmla="*/ 1275756 h 2334939"/>
              <a:gd name="connsiteX7" fmla="*/ 622357 w 1527759"/>
              <a:gd name="connsiteY7" fmla="*/ 861994 h 2334939"/>
              <a:gd name="connsiteX8" fmla="*/ 927820 w 1527759"/>
              <a:gd name="connsiteY8" fmla="*/ 1 h 2334939"/>
              <a:gd name="connsiteX0" fmla="*/ 1525491 w 1527033"/>
              <a:gd name="connsiteY0" fmla="*/ 707414 h 2334939"/>
              <a:gd name="connsiteX1" fmla="*/ 1468938 w 1527033"/>
              <a:gd name="connsiteY1" fmla="*/ 1250850 h 2334939"/>
              <a:gd name="connsiteX2" fmla="*/ 1311000 w 1527033"/>
              <a:gd name="connsiteY2" fmla="*/ 1608626 h 2334939"/>
              <a:gd name="connsiteX3" fmla="*/ 970209 w 1527033"/>
              <a:gd name="connsiteY3" fmla="*/ 1845832 h 2334939"/>
              <a:gd name="connsiteX4" fmla="*/ 500261 w 1527033"/>
              <a:gd name="connsiteY4" fmla="*/ 2168389 h 2334939"/>
              <a:gd name="connsiteX5" fmla="*/ 11013 w 1527033"/>
              <a:gd name="connsiteY5" fmla="*/ 2258457 h 2334939"/>
              <a:gd name="connsiteX6" fmla="*/ 407195 w 1527033"/>
              <a:gd name="connsiteY6" fmla="*/ 1275756 h 2334939"/>
              <a:gd name="connsiteX7" fmla="*/ 622357 w 1527033"/>
              <a:gd name="connsiteY7" fmla="*/ 861994 h 2334939"/>
              <a:gd name="connsiteX8" fmla="*/ 927820 w 1527033"/>
              <a:gd name="connsiteY8" fmla="*/ 1 h 2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3" h="2334939">
                <a:moveTo>
                  <a:pt x="1525491" y="707414"/>
                </a:moveTo>
                <a:cubicBezTo>
                  <a:pt x="1534216" y="821288"/>
                  <a:pt x="1504686" y="1100648"/>
                  <a:pt x="1468938" y="1250850"/>
                </a:cubicBezTo>
                <a:cubicBezTo>
                  <a:pt x="1433190" y="1401052"/>
                  <a:pt x="1394121" y="1509462"/>
                  <a:pt x="1311000" y="1608626"/>
                </a:cubicBezTo>
                <a:cubicBezTo>
                  <a:pt x="1227879" y="1707790"/>
                  <a:pt x="1105332" y="1752538"/>
                  <a:pt x="970209" y="1845832"/>
                </a:cubicBezTo>
                <a:cubicBezTo>
                  <a:pt x="835086" y="1939126"/>
                  <a:pt x="661276" y="1984289"/>
                  <a:pt x="500261" y="2168389"/>
                </a:cubicBezTo>
                <a:cubicBezTo>
                  <a:pt x="291954" y="2372494"/>
                  <a:pt x="16252" y="2371995"/>
                  <a:pt x="11013" y="2258457"/>
                </a:cubicBezTo>
                <a:cubicBezTo>
                  <a:pt x="-77513" y="1941443"/>
                  <a:pt x="396432" y="1330429"/>
                  <a:pt x="407195" y="1275756"/>
                </a:cubicBezTo>
                <a:cubicBezTo>
                  <a:pt x="433293" y="1143930"/>
                  <a:pt x="612070" y="995725"/>
                  <a:pt x="622357" y="861994"/>
                </a:cubicBezTo>
                <a:cubicBezTo>
                  <a:pt x="674537" y="679353"/>
                  <a:pt x="824430" y="82372"/>
                  <a:pt x="927820" y="1"/>
                </a:cubicBezTo>
              </a:path>
            </a:pathLst>
          </a:custGeom>
          <a:noFill/>
          <a:ln w="6350" cap="rnd">
            <a:solidFill>
              <a:schemeClr val="tx1">
                <a:alpha val="35000"/>
              </a:schemeClr>
            </a:solidFill>
            <a:prstDash val="dash"/>
            <a:round/>
          </a:ln>
        </p:spPr>
        <p:txBody>
          <a:bodyPr rtlCol="0" anchor="ctr"/>
          <a:lstStyle/>
          <a:p>
            <a:endParaRPr lang="en-US"/>
          </a:p>
        </p:txBody>
      </p:sp>
      <p:sp>
        <p:nvSpPr>
          <p:cNvPr id="132" name="Freeform: Shape 131">
            <a:extLst>
              <a:ext uri="{FF2B5EF4-FFF2-40B4-BE49-F238E27FC236}">
                <a16:creationId xmlns:a16="http://schemas.microsoft.com/office/drawing/2014/main" id="{67385899-2455-7890-FFD2-AAD4FDDA4B04}"/>
              </a:ext>
            </a:extLst>
          </p:cNvPr>
          <p:cNvSpPr/>
          <p:nvPr userDrawn="1"/>
        </p:nvSpPr>
        <p:spPr>
          <a:xfrm rot="19255791" flipV="1">
            <a:off x="6045200" y="2915751"/>
            <a:ext cx="6547718" cy="2247367"/>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53302"/>
              <a:gd name="connsiteY0" fmla="*/ 2340349 h 4874826"/>
              <a:gd name="connsiteX1" fmla="*/ 1023177 w 7853302"/>
              <a:gd name="connsiteY1" fmla="*/ 2960172 h 4874826"/>
              <a:gd name="connsiteX2" fmla="*/ 1379169 w 7853302"/>
              <a:gd name="connsiteY2" fmla="*/ 3227025 h 4874826"/>
              <a:gd name="connsiteX3" fmla="*/ 1642919 w 7853302"/>
              <a:gd name="connsiteY3" fmla="*/ 3070536 h 4874826"/>
              <a:gd name="connsiteX4" fmla="*/ 1695118 w 7853302"/>
              <a:gd name="connsiteY4" fmla="*/ 2695975 h 4874826"/>
              <a:gd name="connsiteX5" fmla="*/ 1746994 w 7853302"/>
              <a:gd name="connsiteY5" fmla="*/ 2408682 h 4874826"/>
              <a:gd name="connsiteX6" fmla="*/ 1869962 w 7853302"/>
              <a:gd name="connsiteY6" fmla="*/ 2310575 h 4874826"/>
              <a:gd name="connsiteX7" fmla="*/ 2051032 w 7853302"/>
              <a:gd name="connsiteY7" fmla="*/ 2325529 h 4874826"/>
              <a:gd name="connsiteX8" fmla="*/ 2160665 w 7853302"/>
              <a:gd name="connsiteY8" fmla="*/ 2410301 h 4874826"/>
              <a:gd name="connsiteX9" fmla="*/ 2213814 w 7853302"/>
              <a:gd name="connsiteY9" fmla="*/ 2638044 h 4874826"/>
              <a:gd name="connsiteX10" fmla="*/ 2109135 w 7853302"/>
              <a:gd name="connsiteY10" fmla="*/ 2968847 h 4874826"/>
              <a:gd name="connsiteX11" fmla="*/ 2062718 w 7853302"/>
              <a:gd name="connsiteY11" fmla="*/ 3237192 h 4874826"/>
              <a:gd name="connsiteX12" fmla="*/ 2136581 w 7853302"/>
              <a:gd name="connsiteY12" fmla="*/ 3555339 h 4874826"/>
              <a:gd name="connsiteX13" fmla="*/ 2594424 w 7853302"/>
              <a:gd name="connsiteY13" fmla="*/ 4370580 h 4874826"/>
              <a:gd name="connsiteX14" fmla="*/ 2833750 w 7853302"/>
              <a:gd name="connsiteY14" fmla="*/ 4572983 h 4874826"/>
              <a:gd name="connsiteX15" fmla="*/ 3424918 w 7853302"/>
              <a:gd name="connsiteY15" fmla="*/ 4623912 h 4874826"/>
              <a:gd name="connsiteX16" fmla="*/ 3773342 w 7853302"/>
              <a:gd name="connsiteY16" fmla="*/ 4661079 h 4874826"/>
              <a:gd name="connsiteX17" fmla="*/ 4351190 w 7853302"/>
              <a:gd name="connsiteY17" fmla="*/ 4856312 h 4874826"/>
              <a:gd name="connsiteX18" fmla="*/ 4751298 w 7853302"/>
              <a:gd name="connsiteY18" fmla="*/ 4802499 h 4874826"/>
              <a:gd name="connsiteX19" fmla="*/ 5168755 w 7853302"/>
              <a:gd name="connsiteY19" fmla="*/ 4288917 h 4874826"/>
              <a:gd name="connsiteX20" fmla="*/ 5688979 w 7853302"/>
              <a:gd name="connsiteY20" fmla="*/ 3923911 h 4874826"/>
              <a:gd name="connsiteX21" fmla="*/ 6056222 w 7853302"/>
              <a:gd name="connsiteY21" fmla="*/ 3485517 h 4874826"/>
              <a:gd name="connsiteX22" fmla="*/ 6289371 w 7853302"/>
              <a:gd name="connsiteY22" fmla="*/ 3000185 h 4874826"/>
              <a:gd name="connsiteX23" fmla="*/ 6450916 w 7853302"/>
              <a:gd name="connsiteY23" fmla="*/ 2693003 h 4874826"/>
              <a:gd name="connsiteX24" fmla="*/ 6568549 w 7853302"/>
              <a:gd name="connsiteY24" fmla="*/ 2385822 h 4874826"/>
              <a:gd name="connsiteX25" fmla="*/ 6737999 w 7853302"/>
              <a:gd name="connsiteY25" fmla="*/ 2030730 h 4874826"/>
              <a:gd name="connsiteX26" fmla="*/ 6938405 w 7853302"/>
              <a:gd name="connsiteY26" fmla="*/ 1830229 h 4874826"/>
              <a:gd name="connsiteX27" fmla="*/ 7158718 w 7853302"/>
              <a:gd name="connsiteY27" fmla="*/ 1679639 h 4874826"/>
              <a:gd name="connsiteX28" fmla="*/ 7417893 w 7853302"/>
              <a:gd name="connsiteY28" fmla="*/ 1498092 h 4874826"/>
              <a:gd name="connsiteX29" fmla="*/ 7625253 w 7853302"/>
              <a:gd name="connsiteY29" fmla="*/ 1270635 h 4874826"/>
              <a:gd name="connsiteX30" fmla="*/ 7804704 w 7853302"/>
              <a:gd name="connsiteY30" fmla="*/ 947452 h 4874826"/>
              <a:gd name="connsiteX31" fmla="*/ 7852519 w 7853302"/>
              <a:gd name="connsiteY31" fmla="*/ 694087 h 4874826"/>
              <a:gd name="connsiteX32" fmla="*/ 7828611 w 7853302"/>
              <a:gd name="connsiteY32" fmla="*/ 492633 h 4874826"/>
              <a:gd name="connsiteX33" fmla="*/ 7637159 w 7853302"/>
              <a:gd name="connsiteY33" fmla="*/ 233267 h 4874826"/>
              <a:gd name="connsiteX34" fmla="*/ 7384366 w 7853302"/>
              <a:gd name="connsiteY34" fmla="*/ 0 h 4874826"/>
              <a:gd name="connsiteX0" fmla="*/ 0 w 7853302"/>
              <a:gd name="connsiteY0" fmla="*/ 2340349 h 4874826"/>
              <a:gd name="connsiteX1" fmla="*/ 1015797 w 7853302"/>
              <a:gd name="connsiteY1" fmla="*/ 2841998 h 4874826"/>
              <a:gd name="connsiteX2" fmla="*/ 1379169 w 7853302"/>
              <a:gd name="connsiteY2" fmla="*/ 3227025 h 4874826"/>
              <a:gd name="connsiteX3" fmla="*/ 1642919 w 7853302"/>
              <a:gd name="connsiteY3" fmla="*/ 3070536 h 4874826"/>
              <a:gd name="connsiteX4" fmla="*/ 1695118 w 7853302"/>
              <a:gd name="connsiteY4" fmla="*/ 2695975 h 4874826"/>
              <a:gd name="connsiteX5" fmla="*/ 1746994 w 7853302"/>
              <a:gd name="connsiteY5" fmla="*/ 2408682 h 4874826"/>
              <a:gd name="connsiteX6" fmla="*/ 1869962 w 7853302"/>
              <a:gd name="connsiteY6" fmla="*/ 2310575 h 4874826"/>
              <a:gd name="connsiteX7" fmla="*/ 2051032 w 7853302"/>
              <a:gd name="connsiteY7" fmla="*/ 2325529 h 4874826"/>
              <a:gd name="connsiteX8" fmla="*/ 2160665 w 7853302"/>
              <a:gd name="connsiteY8" fmla="*/ 2410301 h 4874826"/>
              <a:gd name="connsiteX9" fmla="*/ 2213814 w 7853302"/>
              <a:gd name="connsiteY9" fmla="*/ 2638044 h 4874826"/>
              <a:gd name="connsiteX10" fmla="*/ 2109135 w 7853302"/>
              <a:gd name="connsiteY10" fmla="*/ 2968847 h 4874826"/>
              <a:gd name="connsiteX11" fmla="*/ 2062718 w 7853302"/>
              <a:gd name="connsiteY11" fmla="*/ 3237192 h 4874826"/>
              <a:gd name="connsiteX12" fmla="*/ 2136581 w 7853302"/>
              <a:gd name="connsiteY12" fmla="*/ 3555339 h 4874826"/>
              <a:gd name="connsiteX13" fmla="*/ 2594424 w 7853302"/>
              <a:gd name="connsiteY13" fmla="*/ 4370580 h 4874826"/>
              <a:gd name="connsiteX14" fmla="*/ 2833750 w 7853302"/>
              <a:gd name="connsiteY14" fmla="*/ 4572983 h 4874826"/>
              <a:gd name="connsiteX15" fmla="*/ 3424918 w 7853302"/>
              <a:gd name="connsiteY15" fmla="*/ 4623912 h 4874826"/>
              <a:gd name="connsiteX16" fmla="*/ 3773342 w 7853302"/>
              <a:gd name="connsiteY16" fmla="*/ 4661079 h 4874826"/>
              <a:gd name="connsiteX17" fmla="*/ 4351190 w 7853302"/>
              <a:gd name="connsiteY17" fmla="*/ 4856312 h 4874826"/>
              <a:gd name="connsiteX18" fmla="*/ 4751298 w 7853302"/>
              <a:gd name="connsiteY18" fmla="*/ 4802499 h 4874826"/>
              <a:gd name="connsiteX19" fmla="*/ 5168755 w 7853302"/>
              <a:gd name="connsiteY19" fmla="*/ 4288917 h 4874826"/>
              <a:gd name="connsiteX20" fmla="*/ 5688979 w 7853302"/>
              <a:gd name="connsiteY20" fmla="*/ 3923911 h 4874826"/>
              <a:gd name="connsiteX21" fmla="*/ 6056222 w 7853302"/>
              <a:gd name="connsiteY21" fmla="*/ 3485517 h 4874826"/>
              <a:gd name="connsiteX22" fmla="*/ 6289371 w 7853302"/>
              <a:gd name="connsiteY22" fmla="*/ 3000185 h 4874826"/>
              <a:gd name="connsiteX23" fmla="*/ 6450916 w 7853302"/>
              <a:gd name="connsiteY23" fmla="*/ 2693003 h 4874826"/>
              <a:gd name="connsiteX24" fmla="*/ 6568549 w 7853302"/>
              <a:gd name="connsiteY24" fmla="*/ 2385822 h 4874826"/>
              <a:gd name="connsiteX25" fmla="*/ 6737999 w 7853302"/>
              <a:gd name="connsiteY25" fmla="*/ 2030730 h 4874826"/>
              <a:gd name="connsiteX26" fmla="*/ 6938405 w 7853302"/>
              <a:gd name="connsiteY26" fmla="*/ 1830229 h 4874826"/>
              <a:gd name="connsiteX27" fmla="*/ 7158718 w 7853302"/>
              <a:gd name="connsiteY27" fmla="*/ 1679639 h 4874826"/>
              <a:gd name="connsiteX28" fmla="*/ 7417893 w 7853302"/>
              <a:gd name="connsiteY28" fmla="*/ 1498092 h 4874826"/>
              <a:gd name="connsiteX29" fmla="*/ 7625253 w 7853302"/>
              <a:gd name="connsiteY29" fmla="*/ 1270635 h 4874826"/>
              <a:gd name="connsiteX30" fmla="*/ 7804704 w 7853302"/>
              <a:gd name="connsiteY30" fmla="*/ 947452 h 4874826"/>
              <a:gd name="connsiteX31" fmla="*/ 7852519 w 7853302"/>
              <a:gd name="connsiteY31" fmla="*/ 694087 h 4874826"/>
              <a:gd name="connsiteX32" fmla="*/ 7828611 w 7853302"/>
              <a:gd name="connsiteY32" fmla="*/ 492633 h 4874826"/>
              <a:gd name="connsiteX33" fmla="*/ 7637159 w 7853302"/>
              <a:gd name="connsiteY33" fmla="*/ 233267 h 4874826"/>
              <a:gd name="connsiteX34" fmla="*/ 7384366 w 7853302"/>
              <a:gd name="connsiteY34" fmla="*/ 0 h 4874826"/>
              <a:gd name="connsiteX0" fmla="*/ 0 w 7853302"/>
              <a:gd name="connsiteY0" fmla="*/ 2107083 h 4641560"/>
              <a:gd name="connsiteX1" fmla="*/ 1015797 w 7853302"/>
              <a:gd name="connsiteY1" fmla="*/ 2608732 h 4641560"/>
              <a:gd name="connsiteX2" fmla="*/ 1379169 w 7853302"/>
              <a:gd name="connsiteY2" fmla="*/ 2993759 h 4641560"/>
              <a:gd name="connsiteX3" fmla="*/ 1642919 w 7853302"/>
              <a:gd name="connsiteY3" fmla="*/ 2837270 h 4641560"/>
              <a:gd name="connsiteX4" fmla="*/ 1695118 w 7853302"/>
              <a:gd name="connsiteY4" fmla="*/ 2462709 h 4641560"/>
              <a:gd name="connsiteX5" fmla="*/ 1746994 w 7853302"/>
              <a:gd name="connsiteY5" fmla="*/ 2175416 h 4641560"/>
              <a:gd name="connsiteX6" fmla="*/ 1869962 w 7853302"/>
              <a:gd name="connsiteY6" fmla="*/ 2077309 h 4641560"/>
              <a:gd name="connsiteX7" fmla="*/ 2051032 w 7853302"/>
              <a:gd name="connsiteY7" fmla="*/ 2092263 h 4641560"/>
              <a:gd name="connsiteX8" fmla="*/ 2160665 w 7853302"/>
              <a:gd name="connsiteY8" fmla="*/ 2177035 h 4641560"/>
              <a:gd name="connsiteX9" fmla="*/ 2213814 w 7853302"/>
              <a:gd name="connsiteY9" fmla="*/ 2404778 h 4641560"/>
              <a:gd name="connsiteX10" fmla="*/ 2109135 w 7853302"/>
              <a:gd name="connsiteY10" fmla="*/ 2735581 h 4641560"/>
              <a:gd name="connsiteX11" fmla="*/ 2062718 w 7853302"/>
              <a:gd name="connsiteY11" fmla="*/ 3003926 h 4641560"/>
              <a:gd name="connsiteX12" fmla="*/ 2136581 w 7853302"/>
              <a:gd name="connsiteY12" fmla="*/ 3322073 h 4641560"/>
              <a:gd name="connsiteX13" fmla="*/ 2594424 w 7853302"/>
              <a:gd name="connsiteY13" fmla="*/ 4137314 h 4641560"/>
              <a:gd name="connsiteX14" fmla="*/ 2833750 w 7853302"/>
              <a:gd name="connsiteY14" fmla="*/ 4339717 h 4641560"/>
              <a:gd name="connsiteX15" fmla="*/ 3424918 w 7853302"/>
              <a:gd name="connsiteY15" fmla="*/ 4390646 h 4641560"/>
              <a:gd name="connsiteX16" fmla="*/ 3773342 w 7853302"/>
              <a:gd name="connsiteY16" fmla="*/ 4427813 h 4641560"/>
              <a:gd name="connsiteX17" fmla="*/ 4351190 w 7853302"/>
              <a:gd name="connsiteY17" fmla="*/ 4623046 h 4641560"/>
              <a:gd name="connsiteX18" fmla="*/ 4751298 w 7853302"/>
              <a:gd name="connsiteY18" fmla="*/ 4569233 h 4641560"/>
              <a:gd name="connsiteX19" fmla="*/ 5168755 w 7853302"/>
              <a:gd name="connsiteY19" fmla="*/ 4055651 h 4641560"/>
              <a:gd name="connsiteX20" fmla="*/ 5688979 w 7853302"/>
              <a:gd name="connsiteY20" fmla="*/ 3690645 h 4641560"/>
              <a:gd name="connsiteX21" fmla="*/ 6056222 w 7853302"/>
              <a:gd name="connsiteY21" fmla="*/ 3252251 h 4641560"/>
              <a:gd name="connsiteX22" fmla="*/ 6289371 w 7853302"/>
              <a:gd name="connsiteY22" fmla="*/ 2766919 h 4641560"/>
              <a:gd name="connsiteX23" fmla="*/ 6450916 w 7853302"/>
              <a:gd name="connsiteY23" fmla="*/ 2459737 h 4641560"/>
              <a:gd name="connsiteX24" fmla="*/ 6568549 w 7853302"/>
              <a:gd name="connsiteY24" fmla="*/ 2152556 h 4641560"/>
              <a:gd name="connsiteX25" fmla="*/ 6737999 w 7853302"/>
              <a:gd name="connsiteY25" fmla="*/ 1797464 h 4641560"/>
              <a:gd name="connsiteX26" fmla="*/ 6938405 w 7853302"/>
              <a:gd name="connsiteY26" fmla="*/ 1596963 h 4641560"/>
              <a:gd name="connsiteX27" fmla="*/ 7158718 w 7853302"/>
              <a:gd name="connsiteY27" fmla="*/ 1446373 h 4641560"/>
              <a:gd name="connsiteX28" fmla="*/ 7417893 w 7853302"/>
              <a:gd name="connsiteY28" fmla="*/ 1264826 h 4641560"/>
              <a:gd name="connsiteX29" fmla="*/ 7625253 w 7853302"/>
              <a:gd name="connsiteY29" fmla="*/ 1037369 h 4641560"/>
              <a:gd name="connsiteX30" fmla="*/ 7804704 w 7853302"/>
              <a:gd name="connsiteY30" fmla="*/ 714186 h 4641560"/>
              <a:gd name="connsiteX31" fmla="*/ 7852519 w 7853302"/>
              <a:gd name="connsiteY31" fmla="*/ 460821 h 4641560"/>
              <a:gd name="connsiteX32" fmla="*/ 7828611 w 7853302"/>
              <a:gd name="connsiteY32" fmla="*/ 259367 h 4641560"/>
              <a:gd name="connsiteX33" fmla="*/ 7637159 w 7853302"/>
              <a:gd name="connsiteY33" fmla="*/ 1 h 4641560"/>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289371 w 7853302"/>
              <a:gd name="connsiteY22" fmla="*/ 2507552 h 4382193"/>
              <a:gd name="connsiteX23" fmla="*/ 6450916 w 7853302"/>
              <a:gd name="connsiteY23" fmla="*/ 2200370 h 4382193"/>
              <a:gd name="connsiteX24" fmla="*/ 6568549 w 7853302"/>
              <a:gd name="connsiteY24" fmla="*/ 1893189 h 4382193"/>
              <a:gd name="connsiteX25" fmla="*/ 6737999 w 7853302"/>
              <a:gd name="connsiteY25" fmla="*/ 1538097 h 4382193"/>
              <a:gd name="connsiteX26" fmla="*/ 6938405 w 7853302"/>
              <a:gd name="connsiteY26" fmla="*/ 1337596 h 4382193"/>
              <a:gd name="connsiteX27" fmla="*/ 7158718 w 7853302"/>
              <a:gd name="connsiteY27" fmla="*/ 1187006 h 4382193"/>
              <a:gd name="connsiteX28" fmla="*/ 7417893 w 7853302"/>
              <a:gd name="connsiteY28" fmla="*/ 1005459 h 4382193"/>
              <a:gd name="connsiteX29" fmla="*/ 7625253 w 7853302"/>
              <a:gd name="connsiteY29" fmla="*/ 778002 h 4382193"/>
              <a:gd name="connsiteX30" fmla="*/ 7804704 w 7853302"/>
              <a:gd name="connsiteY30" fmla="*/ 454819 h 4382193"/>
              <a:gd name="connsiteX31" fmla="*/ 7852519 w 7853302"/>
              <a:gd name="connsiteY31" fmla="*/ 201454 h 4382193"/>
              <a:gd name="connsiteX32" fmla="*/ 7828611 w 7853302"/>
              <a:gd name="connsiteY32"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6737999 w 7853302"/>
              <a:gd name="connsiteY24" fmla="*/ 1538097 h 4382193"/>
              <a:gd name="connsiteX25" fmla="*/ 6938405 w 7853302"/>
              <a:gd name="connsiteY25" fmla="*/ 1337596 h 4382193"/>
              <a:gd name="connsiteX26" fmla="*/ 7158718 w 7853302"/>
              <a:gd name="connsiteY26" fmla="*/ 1187006 h 4382193"/>
              <a:gd name="connsiteX27" fmla="*/ 7417893 w 7853302"/>
              <a:gd name="connsiteY27" fmla="*/ 1005459 h 4382193"/>
              <a:gd name="connsiteX28" fmla="*/ 7625253 w 7853302"/>
              <a:gd name="connsiteY28" fmla="*/ 778002 h 4382193"/>
              <a:gd name="connsiteX29" fmla="*/ 7804704 w 7853302"/>
              <a:gd name="connsiteY29" fmla="*/ 454819 h 4382193"/>
              <a:gd name="connsiteX30" fmla="*/ 7852519 w 7853302"/>
              <a:gd name="connsiteY30" fmla="*/ 201454 h 4382193"/>
              <a:gd name="connsiteX31" fmla="*/ 7828611 w 7853302"/>
              <a:gd name="connsiteY31"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6938405 w 7853302"/>
              <a:gd name="connsiteY24" fmla="*/ 1337596 h 4382193"/>
              <a:gd name="connsiteX25" fmla="*/ 7158718 w 7853302"/>
              <a:gd name="connsiteY25" fmla="*/ 1187006 h 4382193"/>
              <a:gd name="connsiteX26" fmla="*/ 7417893 w 7853302"/>
              <a:gd name="connsiteY26" fmla="*/ 1005459 h 4382193"/>
              <a:gd name="connsiteX27" fmla="*/ 7625253 w 7853302"/>
              <a:gd name="connsiteY27" fmla="*/ 778002 h 4382193"/>
              <a:gd name="connsiteX28" fmla="*/ 7804704 w 7853302"/>
              <a:gd name="connsiteY28" fmla="*/ 454819 h 4382193"/>
              <a:gd name="connsiteX29" fmla="*/ 7852519 w 7853302"/>
              <a:gd name="connsiteY29" fmla="*/ 201454 h 4382193"/>
              <a:gd name="connsiteX30" fmla="*/ 7828611 w 7853302"/>
              <a:gd name="connsiteY30"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158718 w 7853302"/>
              <a:gd name="connsiteY24" fmla="*/ 1187006 h 4382193"/>
              <a:gd name="connsiteX25" fmla="*/ 7417893 w 7853302"/>
              <a:gd name="connsiteY25" fmla="*/ 1005459 h 4382193"/>
              <a:gd name="connsiteX26" fmla="*/ 7625253 w 7853302"/>
              <a:gd name="connsiteY26" fmla="*/ 778002 h 4382193"/>
              <a:gd name="connsiteX27" fmla="*/ 7804704 w 7853302"/>
              <a:gd name="connsiteY27" fmla="*/ 454819 h 4382193"/>
              <a:gd name="connsiteX28" fmla="*/ 7852519 w 7853302"/>
              <a:gd name="connsiteY28" fmla="*/ 201454 h 4382193"/>
              <a:gd name="connsiteX29" fmla="*/ 7828611 w 7853302"/>
              <a:gd name="connsiteY29"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417893 w 7853302"/>
              <a:gd name="connsiteY24" fmla="*/ 1005459 h 4382193"/>
              <a:gd name="connsiteX25" fmla="*/ 7625253 w 7853302"/>
              <a:gd name="connsiteY25" fmla="*/ 778002 h 4382193"/>
              <a:gd name="connsiteX26" fmla="*/ 7804704 w 7853302"/>
              <a:gd name="connsiteY26" fmla="*/ 454819 h 4382193"/>
              <a:gd name="connsiteX27" fmla="*/ 7852519 w 7853302"/>
              <a:gd name="connsiteY27" fmla="*/ 201454 h 4382193"/>
              <a:gd name="connsiteX28" fmla="*/ 7828611 w 7853302"/>
              <a:gd name="connsiteY28"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625253 w 7853302"/>
              <a:gd name="connsiteY24" fmla="*/ 778002 h 4382193"/>
              <a:gd name="connsiteX25" fmla="*/ 7804704 w 7853302"/>
              <a:gd name="connsiteY25" fmla="*/ 454819 h 4382193"/>
              <a:gd name="connsiteX26" fmla="*/ 7852519 w 7853302"/>
              <a:gd name="connsiteY26" fmla="*/ 201454 h 4382193"/>
              <a:gd name="connsiteX27" fmla="*/ 7828611 w 7853302"/>
              <a:gd name="connsiteY27" fmla="*/ 0 h 4382193"/>
              <a:gd name="connsiteX0" fmla="*/ 0 w 7912981"/>
              <a:gd name="connsiteY0" fmla="*/ 1847716 h 4382193"/>
              <a:gd name="connsiteX1" fmla="*/ 1015797 w 7912981"/>
              <a:gd name="connsiteY1" fmla="*/ 2349365 h 4382193"/>
              <a:gd name="connsiteX2" fmla="*/ 1379169 w 7912981"/>
              <a:gd name="connsiteY2" fmla="*/ 2734392 h 4382193"/>
              <a:gd name="connsiteX3" fmla="*/ 1642919 w 7912981"/>
              <a:gd name="connsiteY3" fmla="*/ 2577903 h 4382193"/>
              <a:gd name="connsiteX4" fmla="*/ 1695118 w 7912981"/>
              <a:gd name="connsiteY4" fmla="*/ 2203342 h 4382193"/>
              <a:gd name="connsiteX5" fmla="*/ 1746994 w 7912981"/>
              <a:gd name="connsiteY5" fmla="*/ 1916049 h 4382193"/>
              <a:gd name="connsiteX6" fmla="*/ 1869962 w 7912981"/>
              <a:gd name="connsiteY6" fmla="*/ 1817942 h 4382193"/>
              <a:gd name="connsiteX7" fmla="*/ 2051032 w 7912981"/>
              <a:gd name="connsiteY7" fmla="*/ 1832896 h 4382193"/>
              <a:gd name="connsiteX8" fmla="*/ 2160665 w 7912981"/>
              <a:gd name="connsiteY8" fmla="*/ 1917668 h 4382193"/>
              <a:gd name="connsiteX9" fmla="*/ 2213814 w 7912981"/>
              <a:gd name="connsiteY9" fmla="*/ 2145411 h 4382193"/>
              <a:gd name="connsiteX10" fmla="*/ 2109135 w 7912981"/>
              <a:gd name="connsiteY10" fmla="*/ 2476214 h 4382193"/>
              <a:gd name="connsiteX11" fmla="*/ 2062718 w 7912981"/>
              <a:gd name="connsiteY11" fmla="*/ 2744559 h 4382193"/>
              <a:gd name="connsiteX12" fmla="*/ 2136581 w 7912981"/>
              <a:gd name="connsiteY12" fmla="*/ 3062706 h 4382193"/>
              <a:gd name="connsiteX13" fmla="*/ 2594424 w 7912981"/>
              <a:gd name="connsiteY13" fmla="*/ 3877947 h 4382193"/>
              <a:gd name="connsiteX14" fmla="*/ 2833750 w 7912981"/>
              <a:gd name="connsiteY14" fmla="*/ 4080350 h 4382193"/>
              <a:gd name="connsiteX15" fmla="*/ 3424918 w 7912981"/>
              <a:gd name="connsiteY15" fmla="*/ 4131279 h 4382193"/>
              <a:gd name="connsiteX16" fmla="*/ 3773342 w 7912981"/>
              <a:gd name="connsiteY16" fmla="*/ 4168446 h 4382193"/>
              <a:gd name="connsiteX17" fmla="*/ 4351190 w 7912981"/>
              <a:gd name="connsiteY17" fmla="*/ 4363679 h 4382193"/>
              <a:gd name="connsiteX18" fmla="*/ 4751298 w 7912981"/>
              <a:gd name="connsiteY18" fmla="*/ 4309866 h 4382193"/>
              <a:gd name="connsiteX19" fmla="*/ 5168755 w 7912981"/>
              <a:gd name="connsiteY19" fmla="*/ 3796284 h 4382193"/>
              <a:gd name="connsiteX20" fmla="*/ 5688979 w 7912981"/>
              <a:gd name="connsiteY20" fmla="*/ 3431278 h 4382193"/>
              <a:gd name="connsiteX21" fmla="*/ 6056222 w 7912981"/>
              <a:gd name="connsiteY21" fmla="*/ 2992884 h 4382193"/>
              <a:gd name="connsiteX22" fmla="*/ 6450916 w 7912981"/>
              <a:gd name="connsiteY22" fmla="*/ 2200370 h 4382193"/>
              <a:gd name="connsiteX23" fmla="*/ 6568549 w 7912981"/>
              <a:gd name="connsiteY23" fmla="*/ 1893189 h 4382193"/>
              <a:gd name="connsiteX24" fmla="*/ 7804704 w 7912981"/>
              <a:gd name="connsiteY24" fmla="*/ 454819 h 4382193"/>
              <a:gd name="connsiteX25" fmla="*/ 7852519 w 7912981"/>
              <a:gd name="connsiteY25" fmla="*/ 201454 h 4382193"/>
              <a:gd name="connsiteX26" fmla="*/ 7828611 w 7912981"/>
              <a:gd name="connsiteY26" fmla="*/ 0 h 4382193"/>
              <a:gd name="connsiteX0" fmla="*/ 0 w 7921544"/>
              <a:gd name="connsiteY0" fmla="*/ 1847716 h 4382193"/>
              <a:gd name="connsiteX1" fmla="*/ 1015797 w 7921544"/>
              <a:gd name="connsiteY1" fmla="*/ 2349365 h 4382193"/>
              <a:gd name="connsiteX2" fmla="*/ 1379169 w 7921544"/>
              <a:gd name="connsiteY2" fmla="*/ 2734392 h 4382193"/>
              <a:gd name="connsiteX3" fmla="*/ 1642919 w 7921544"/>
              <a:gd name="connsiteY3" fmla="*/ 2577903 h 4382193"/>
              <a:gd name="connsiteX4" fmla="*/ 1695118 w 7921544"/>
              <a:gd name="connsiteY4" fmla="*/ 2203342 h 4382193"/>
              <a:gd name="connsiteX5" fmla="*/ 1746994 w 7921544"/>
              <a:gd name="connsiteY5" fmla="*/ 1916049 h 4382193"/>
              <a:gd name="connsiteX6" fmla="*/ 1869962 w 7921544"/>
              <a:gd name="connsiteY6" fmla="*/ 1817942 h 4382193"/>
              <a:gd name="connsiteX7" fmla="*/ 2051032 w 7921544"/>
              <a:gd name="connsiteY7" fmla="*/ 1832896 h 4382193"/>
              <a:gd name="connsiteX8" fmla="*/ 2160665 w 7921544"/>
              <a:gd name="connsiteY8" fmla="*/ 1917668 h 4382193"/>
              <a:gd name="connsiteX9" fmla="*/ 2213814 w 7921544"/>
              <a:gd name="connsiteY9" fmla="*/ 2145411 h 4382193"/>
              <a:gd name="connsiteX10" fmla="*/ 2109135 w 7921544"/>
              <a:gd name="connsiteY10" fmla="*/ 2476214 h 4382193"/>
              <a:gd name="connsiteX11" fmla="*/ 2062718 w 7921544"/>
              <a:gd name="connsiteY11" fmla="*/ 2744559 h 4382193"/>
              <a:gd name="connsiteX12" fmla="*/ 2136581 w 7921544"/>
              <a:gd name="connsiteY12" fmla="*/ 3062706 h 4382193"/>
              <a:gd name="connsiteX13" fmla="*/ 2594424 w 7921544"/>
              <a:gd name="connsiteY13" fmla="*/ 3877947 h 4382193"/>
              <a:gd name="connsiteX14" fmla="*/ 2833750 w 7921544"/>
              <a:gd name="connsiteY14" fmla="*/ 4080350 h 4382193"/>
              <a:gd name="connsiteX15" fmla="*/ 3424918 w 7921544"/>
              <a:gd name="connsiteY15" fmla="*/ 4131279 h 4382193"/>
              <a:gd name="connsiteX16" fmla="*/ 3773342 w 7921544"/>
              <a:gd name="connsiteY16" fmla="*/ 4168446 h 4382193"/>
              <a:gd name="connsiteX17" fmla="*/ 4351190 w 7921544"/>
              <a:gd name="connsiteY17" fmla="*/ 4363679 h 4382193"/>
              <a:gd name="connsiteX18" fmla="*/ 4751298 w 7921544"/>
              <a:gd name="connsiteY18" fmla="*/ 4309866 h 4382193"/>
              <a:gd name="connsiteX19" fmla="*/ 5168755 w 7921544"/>
              <a:gd name="connsiteY19" fmla="*/ 3796284 h 4382193"/>
              <a:gd name="connsiteX20" fmla="*/ 5688979 w 7921544"/>
              <a:gd name="connsiteY20" fmla="*/ 3431278 h 4382193"/>
              <a:gd name="connsiteX21" fmla="*/ 6056222 w 7921544"/>
              <a:gd name="connsiteY21" fmla="*/ 2992884 h 4382193"/>
              <a:gd name="connsiteX22" fmla="*/ 6450916 w 7921544"/>
              <a:gd name="connsiteY22" fmla="*/ 2200370 h 4382193"/>
              <a:gd name="connsiteX23" fmla="*/ 7804704 w 7921544"/>
              <a:gd name="connsiteY23" fmla="*/ 454819 h 4382193"/>
              <a:gd name="connsiteX24" fmla="*/ 7852519 w 7921544"/>
              <a:gd name="connsiteY24" fmla="*/ 201454 h 4382193"/>
              <a:gd name="connsiteX25" fmla="*/ 7828611 w 7921544"/>
              <a:gd name="connsiteY25" fmla="*/ 0 h 4382193"/>
              <a:gd name="connsiteX0" fmla="*/ 0 w 7912124"/>
              <a:gd name="connsiteY0" fmla="*/ 1847716 h 4382193"/>
              <a:gd name="connsiteX1" fmla="*/ 1015797 w 7912124"/>
              <a:gd name="connsiteY1" fmla="*/ 2349365 h 4382193"/>
              <a:gd name="connsiteX2" fmla="*/ 1379169 w 7912124"/>
              <a:gd name="connsiteY2" fmla="*/ 2734392 h 4382193"/>
              <a:gd name="connsiteX3" fmla="*/ 1642919 w 7912124"/>
              <a:gd name="connsiteY3" fmla="*/ 2577903 h 4382193"/>
              <a:gd name="connsiteX4" fmla="*/ 1695118 w 7912124"/>
              <a:gd name="connsiteY4" fmla="*/ 2203342 h 4382193"/>
              <a:gd name="connsiteX5" fmla="*/ 1746994 w 7912124"/>
              <a:gd name="connsiteY5" fmla="*/ 1916049 h 4382193"/>
              <a:gd name="connsiteX6" fmla="*/ 1869962 w 7912124"/>
              <a:gd name="connsiteY6" fmla="*/ 1817942 h 4382193"/>
              <a:gd name="connsiteX7" fmla="*/ 2051032 w 7912124"/>
              <a:gd name="connsiteY7" fmla="*/ 1832896 h 4382193"/>
              <a:gd name="connsiteX8" fmla="*/ 2160665 w 7912124"/>
              <a:gd name="connsiteY8" fmla="*/ 1917668 h 4382193"/>
              <a:gd name="connsiteX9" fmla="*/ 2213814 w 7912124"/>
              <a:gd name="connsiteY9" fmla="*/ 2145411 h 4382193"/>
              <a:gd name="connsiteX10" fmla="*/ 2109135 w 7912124"/>
              <a:gd name="connsiteY10" fmla="*/ 2476214 h 4382193"/>
              <a:gd name="connsiteX11" fmla="*/ 2062718 w 7912124"/>
              <a:gd name="connsiteY11" fmla="*/ 2744559 h 4382193"/>
              <a:gd name="connsiteX12" fmla="*/ 2136581 w 7912124"/>
              <a:gd name="connsiteY12" fmla="*/ 3062706 h 4382193"/>
              <a:gd name="connsiteX13" fmla="*/ 2594424 w 7912124"/>
              <a:gd name="connsiteY13" fmla="*/ 3877947 h 4382193"/>
              <a:gd name="connsiteX14" fmla="*/ 2833750 w 7912124"/>
              <a:gd name="connsiteY14" fmla="*/ 4080350 h 4382193"/>
              <a:gd name="connsiteX15" fmla="*/ 3424918 w 7912124"/>
              <a:gd name="connsiteY15" fmla="*/ 4131279 h 4382193"/>
              <a:gd name="connsiteX16" fmla="*/ 3773342 w 7912124"/>
              <a:gd name="connsiteY16" fmla="*/ 4168446 h 4382193"/>
              <a:gd name="connsiteX17" fmla="*/ 4351190 w 7912124"/>
              <a:gd name="connsiteY17" fmla="*/ 4363679 h 4382193"/>
              <a:gd name="connsiteX18" fmla="*/ 4751298 w 7912124"/>
              <a:gd name="connsiteY18" fmla="*/ 4309866 h 4382193"/>
              <a:gd name="connsiteX19" fmla="*/ 5168755 w 7912124"/>
              <a:gd name="connsiteY19" fmla="*/ 3796284 h 4382193"/>
              <a:gd name="connsiteX20" fmla="*/ 5688979 w 7912124"/>
              <a:gd name="connsiteY20" fmla="*/ 3431278 h 4382193"/>
              <a:gd name="connsiteX21" fmla="*/ 6056222 w 7912124"/>
              <a:gd name="connsiteY21" fmla="*/ 2992884 h 4382193"/>
              <a:gd name="connsiteX22" fmla="*/ 6450916 w 7912124"/>
              <a:gd name="connsiteY22" fmla="*/ 2200370 h 4382193"/>
              <a:gd name="connsiteX23" fmla="*/ 7804704 w 7912124"/>
              <a:gd name="connsiteY23" fmla="*/ 454819 h 4382193"/>
              <a:gd name="connsiteX24" fmla="*/ 7828611 w 7912124"/>
              <a:gd name="connsiteY24" fmla="*/ 0 h 4382193"/>
              <a:gd name="connsiteX0" fmla="*/ 0 w 7804704"/>
              <a:gd name="connsiteY0" fmla="*/ 1392896 h 3927373"/>
              <a:gd name="connsiteX1" fmla="*/ 1015797 w 7804704"/>
              <a:gd name="connsiteY1" fmla="*/ 1894545 h 3927373"/>
              <a:gd name="connsiteX2" fmla="*/ 1379169 w 7804704"/>
              <a:gd name="connsiteY2" fmla="*/ 2279572 h 3927373"/>
              <a:gd name="connsiteX3" fmla="*/ 1642919 w 7804704"/>
              <a:gd name="connsiteY3" fmla="*/ 2123083 h 3927373"/>
              <a:gd name="connsiteX4" fmla="*/ 1695118 w 7804704"/>
              <a:gd name="connsiteY4" fmla="*/ 1748522 h 3927373"/>
              <a:gd name="connsiteX5" fmla="*/ 1746994 w 7804704"/>
              <a:gd name="connsiteY5" fmla="*/ 1461229 h 3927373"/>
              <a:gd name="connsiteX6" fmla="*/ 1869962 w 7804704"/>
              <a:gd name="connsiteY6" fmla="*/ 1363122 h 3927373"/>
              <a:gd name="connsiteX7" fmla="*/ 2051032 w 7804704"/>
              <a:gd name="connsiteY7" fmla="*/ 1378076 h 3927373"/>
              <a:gd name="connsiteX8" fmla="*/ 2160665 w 7804704"/>
              <a:gd name="connsiteY8" fmla="*/ 1462848 h 3927373"/>
              <a:gd name="connsiteX9" fmla="*/ 2213814 w 7804704"/>
              <a:gd name="connsiteY9" fmla="*/ 1690591 h 3927373"/>
              <a:gd name="connsiteX10" fmla="*/ 2109135 w 7804704"/>
              <a:gd name="connsiteY10" fmla="*/ 2021394 h 3927373"/>
              <a:gd name="connsiteX11" fmla="*/ 2062718 w 7804704"/>
              <a:gd name="connsiteY11" fmla="*/ 2289739 h 3927373"/>
              <a:gd name="connsiteX12" fmla="*/ 2136581 w 7804704"/>
              <a:gd name="connsiteY12" fmla="*/ 2607886 h 3927373"/>
              <a:gd name="connsiteX13" fmla="*/ 2594424 w 7804704"/>
              <a:gd name="connsiteY13" fmla="*/ 3423127 h 3927373"/>
              <a:gd name="connsiteX14" fmla="*/ 2833750 w 7804704"/>
              <a:gd name="connsiteY14" fmla="*/ 3625530 h 3927373"/>
              <a:gd name="connsiteX15" fmla="*/ 3424918 w 7804704"/>
              <a:gd name="connsiteY15" fmla="*/ 3676459 h 3927373"/>
              <a:gd name="connsiteX16" fmla="*/ 3773342 w 7804704"/>
              <a:gd name="connsiteY16" fmla="*/ 3713626 h 3927373"/>
              <a:gd name="connsiteX17" fmla="*/ 4351190 w 7804704"/>
              <a:gd name="connsiteY17" fmla="*/ 3908859 h 3927373"/>
              <a:gd name="connsiteX18" fmla="*/ 4751298 w 7804704"/>
              <a:gd name="connsiteY18" fmla="*/ 3855046 h 3927373"/>
              <a:gd name="connsiteX19" fmla="*/ 5168755 w 7804704"/>
              <a:gd name="connsiteY19" fmla="*/ 3341464 h 3927373"/>
              <a:gd name="connsiteX20" fmla="*/ 5688979 w 7804704"/>
              <a:gd name="connsiteY20" fmla="*/ 2976458 h 3927373"/>
              <a:gd name="connsiteX21" fmla="*/ 6056222 w 7804704"/>
              <a:gd name="connsiteY21" fmla="*/ 2538064 h 3927373"/>
              <a:gd name="connsiteX22" fmla="*/ 6450916 w 7804704"/>
              <a:gd name="connsiteY22" fmla="*/ 1745550 h 3927373"/>
              <a:gd name="connsiteX23" fmla="*/ 7804704 w 7804704"/>
              <a:gd name="connsiteY23" fmla="*/ -1 h 3927373"/>
              <a:gd name="connsiteX0" fmla="*/ 0 w 6450916"/>
              <a:gd name="connsiteY0" fmla="*/ 38280 h 2572757"/>
              <a:gd name="connsiteX1" fmla="*/ 1015797 w 6450916"/>
              <a:gd name="connsiteY1" fmla="*/ 539929 h 2572757"/>
              <a:gd name="connsiteX2" fmla="*/ 1379169 w 6450916"/>
              <a:gd name="connsiteY2" fmla="*/ 924956 h 2572757"/>
              <a:gd name="connsiteX3" fmla="*/ 1642919 w 6450916"/>
              <a:gd name="connsiteY3" fmla="*/ 768467 h 2572757"/>
              <a:gd name="connsiteX4" fmla="*/ 1695118 w 6450916"/>
              <a:gd name="connsiteY4" fmla="*/ 393906 h 2572757"/>
              <a:gd name="connsiteX5" fmla="*/ 1746994 w 6450916"/>
              <a:gd name="connsiteY5" fmla="*/ 106613 h 2572757"/>
              <a:gd name="connsiteX6" fmla="*/ 1869962 w 6450916"/>
              <a:gd name="connsiteY6" fmla="*/ 8506 h 2572757"/>
              <a:gd name="connsiteX7" fmla="*/ 2051032 w 6450916"/>
              <a:gd name="connsiteY7" fmla="*/ 23460 h 2572757"/>
              <a:gd name="connsiteX8" fmla="*/ 2160665 w 6450916"/>
              <a:gd name="connsiteY8" fmla="*/ 108232 h 2572757"/>
              <a:gd name="connsiteX9" fmla="*/ 2213814 w 6450916"/>
              <a:gd name="connsiteY9" fmla="*/ 335975 h 2572757"/>
              <a:gd name="connsiteX10" fmla="*/ 2109135 w 6450916"/>
              <a:gd name="connsiteY10" fmla="*/ 666778 h 2572757"/>
              <a:gd name="connsiteX11" fmla="*/ 2062718 w 6450916"/>
              <a:gd name="connsiteY11" fmla="*/ 935123 h 2572757"/>
              <a:gd name="connsiteX12" fmla="*/ 2136581 w 6450916"/>
              <a:gd name="connsiteY12" fmla="*/ 1253270 h 2572757"/>
              <a:gd name="connsiteX13" fmla="*/ 2594424 w 6450916"/>
              <a:gd name="connsiteY13" fmla="*/ 2068511 h 2572757"/>
              <a:gd name="connsiteX14" fmla="*/ 2833750 w 6450916"/>
              <a:gd name="connsiteY14" fmla="*/ 2270914 h 2572757"/>
              <a:gd name="connsiteX15" fmla="*/ 3424918 w 6450916"/>
              <a:gd name="connsiteY15" fmla="*/ 2321843 h 2572757"/>
              <a:gd name="connsiteX16" fmla="*/ 3773342 w 6450916"/>
              <a:gd name="connsiteY16" fmla="*/ 2359010 h 2572757"/>
              <a:gd name="connsiteX17" fmla="*/ 4351190 w 6450916"/>
              <a:gd name="connsiteY17" fmla="*/ 2554243 h 2572757"/>
              <a:gd name="connsiteX18" fmla="*/ 4751298 w 6450916"/>
              <a:gd name="connsiteY18" fmla="*/ 2500430 h 2572757"/>
              <a:gd name="connsiteX19" fmla="*/ 5168755 w 6450916"/>
              <a:gd name="connsiteY19" fmla="*/ 1986848 h 2572757"/>
              <a:gd name="connsiteX20" fmla="*/ 5688979 w 6450916"/>
              <a:gd name="connsiteY20" fmla="*/ 1621842 h 2572757"/>
              <a:gd name="connsiteX21" fmla="*/ 6056222 w 6450916"/>
              <a:gd name="connsiteY21" fmla="*/ 1183448 h 2572757"/>
              <a:gd name="connsiteX22" fmla="*/ 6450916 w 6450916"/>
              <a:gd name="connsiteY22" fmla="*/ 390934 h 2572757"/>
              <a:gd name="connsiteX0" fmla="*/ 0 w 6056222"/>
              <a:gd name="connsiteY0" fmla="*/ 38280 h 2572757"/>
              <a:gd name="connsiteX1" fmla="*/ 1015797 w 6056222"/>
              <a:gd name="connsiteY1" fmla="*/ 539929 h 2572757"/>
              <a:gd name="connsiteX2" fmla="*/ 1379169 w 6056222"/>
              <a:gd name="connsiteY2" fmla="*/ 924956 h 2572757"/>
              <a:gd name="connsiteX3" fmla="*/ 1642919 w 6056222"/>
              <a:gd name="connsiteY3" fmla="*/ 768467 h 2572757"/>
              <a:gd name="connsiteX4" fmla="*/ 1695118 w 6056222"/>
              <a:gd name="connsiteY4" fmla="*/ 393906 h 2572757"/>
              <a:gd name="connsiteX5" fmla="*/ 1746994 w 6056222"/>
              <a:gd name="connsiteY5" fmla="*/ 106613 h 2572757"/>
              <a:gd name="connsiteX6" fmla="*/ 1869962 w 6056222"/>
              <a:gd name="connsiteY6" fmla="*/ 8506 h 2572757"/>
              <a:gd name="connsiteX7" fmla="*/ 2051032 w 6056222"/>
              <a:gd name="connsiteY7" fmla="*/ 23460 h 2572757"/>
              <a:gd name="connsiteX8" fmla="*/ 2160665 w 6056222"/>
              <a:gd name="connsiteY8" fmla="*/ 108232 h 2572757"/>
              <a:gd name="connsiteX9" fmla="*/ 2213814 w 6056222"/>
              <a:gd name="connsiteY9" fmla="*/ 335975 h 2572757"/>
              <a:gd name="connsiteX10" fmla="*/ 2109135 w 6056222"/>
              <a:gd name="connsiteY10" fmla="*/ 666778 h 2572757"/>
              <a:gd name="connsiteX11" fmla="*/ 2062718 w 6056222"/>
              <a:gd name="connsiteY11" fmla="*/ 935123 h 2572757"/>
              <a:gd name="connsiteX12" fmla="*/ 2136581 w 6056222"/>
              <a:gd name="connsiteY12" fmla="*/ 1253270 h 2572757"/>
              <a:gd name="connsiteX13" fmla="*/ 2594424 w 6056222"/>
              <a:gd name="connsiteY13" fmla="*/ 2068511 h 2572757"/>
              <a:gd name="connsiteX14" fmla="*/ 2833750 w 6056222"/>
              <a:gd name="connsiteY14" fmla="*/ 2270914 h 2572757"/>
              <a:gd name="connsiteX15" fmla="*/ 3424918 w 6056222"/>
              <a:gd name="connsiteY15" fmla="*/ 2321843 h 2572757"/>
              <a:gd name="connsiteX16" fmla="*/ 3773342 w 6056222"/>
              <a:gd name="connsiteY16" fmla="*/ 2359010 h 2572757"/>
              <a:gd name="connsiteX17" fmla="*/ 4351190 w 6056222"/>
              <a:gd name="connsiteY17" fmla="*/ 2554243 h 2572757"/>
              <a:gd name="connsiteX18" fmla="*/ 4751298 w 6056222"/>
              <a:gd name="connsiteY18" fmla="*/ 2500430 h 2572757"/>
              <a:gd name="connsiteX19" fmla="*/ 5168755 w 6056222"/>
              <a:gd name="connsiteY19" fmla="*/ 1986848 h 2572757"/>
              <a:gd name="connsiteX20" fmla="*/ 5688979 w 6056222"/>
              <a:gd name="connsiteY20" fmla="*/ 1621842 h 2572757"/>
              <a:gd name="connsiteX21" fmla="*/ 6056222 w 6056222"/>
              <a:gd name="connsiteY21" fmla="*/ 1183448 h 2572757"/>
              <a:gd name="connsiteX0" fmla="*/ 0 w 6349512"/>
              <a:gd name="connsiteY0" fmla="*/ 38280 h 2572757"/>
              <a:gd name="connsiteX1" fmla="*/ 1015797 w 6349512"/>
              <a:gd name="connsiteY1" fmla="*/ 539929 h 2572757"/>
              <a:gd name="connsiteX2" fmla="*/ 1379169 w 6349512"/>
              <a:gd name="connsiteY2" fmla="*/ 924956 h 2572757"/>
              <a:gd name="connsiteX3" fmla="*/ 1642919 w 6349512"/>
              <a:gd name="connsiteY3" fmla="*/ 768467 h 2572757"/>
              <a:gd name="connsiteX4" fmla="*/ 1695118 w 6349512"/>
              <a:gd name="connsiteY4" fmla="*/ 393906 h 2572757"/>
              <a:gd name="connsiteX5" fmla="*/ 1746994 w 6349512"/>
              <a:gd name="connsiteY5" fmla="*/ 106613 h 2572757"/>
              <a:gd name="connsiteX6" fmla="*/ 1869962 w 6349512"/>
              <a:gd name="connsiteY6" fmla="*/ 8506 h 2572757"/>
              <a:gd name="connsiteX7" fmla="*/ 2051032 w 6349512"/>
              <a:gd name="connsiteY7" fmla="*/ 23460 h 2572757"/>
              <a:gd name="connsiteX8" fmla="*/ 2160665 w 6349512"/>
              <a:gd name="connsiteY8" fmla="*/ 108232 h 2572757"/>
              <a:gd name="connsiteX9" fmla="*/ 2213814 w 6349512"/>
              <a:gd name="connsiteY9" fmla="*/ 335975 h 2572757"/>
              <a:gd name="connsiteX10" fmla="*/ 2109135 w 6349512"/>
              <a:gd name="connsiteY10" fmla="*/ 666778 h 2572757"/>
              <a:gd name="connsiteX11" fmla="*/ 2062718 w 6349512"/>
              <a:gd name="connsiteY11" fmla="*/ 935123 h 2572757"/>
              <a:gd name="connsiteX12" fmla="*/ 2136581 w 6349512"/>
              <a:gd name="connsiteY12" fmla="*/ 1253270 h 2572757"/>
              <a:gd name="connsiteX13" fmla="*/ 2594424 w 6349512"/>
              <a:gd name="connsiteY13" fmla="*/ 2068511 h 2572757"/>
              <a:gd name="connsiteX14" fmla="*/ 2833750 w 6349512"/>
              <a:gd name="connsiteY14" fmla="*/ 2270914 h 2572757"/>
              <a:gd name="connsiteX15" fmla="*/ 3424918 w 6349512"/>
              <a:gd name="connsiteY15" fmla="*/ 2321843 h 2572757"/>
              <a:gd name="connsiteX16" fmla="*/ 3773342 w 6349512"/>
              <a:gd name="connsiteY16" fmla="*/ 2359010 h 2572757"/>
              <a:gd name="connsiteX17" fmla="*/ 4351190 w 6349512"/>
              <a:gd name="connsiteY17" fmla="*/ 2554243 h 2572757"/>
              <a:gd name="connsiteX18" fmla="*/ 4751298 w 6349512"/>
              <a:gd name="connsiteY18" fmla="*/ 2500430 h 2572757"/>
              <a:gd name="connsiteX19" fmla="*/ 5168755 w 6349512"/>
              <a:gd name="connsiteY19" fmla="*/ 1986848 h 2572757"/>
              <a:gd name="connsiteX20" fmla="*/ 5688979 w 6349512"/>
              <a:gd name="connsiteY20" fmla="*/ 1621842 h 2572757"/>
              <a:gd name="connsiteX21" fmla="*/ 6349512 w 6349512"/>
              <a:gd name="connsiteY21" fmla="*/ 546297 h 2572757"/>
              <a:gd name="connsiteX0" fmla="*/ 0 w 6349512"/>
              <a:gd name="connsiteY0" fmla="*/ 38280 h 2572757"/>
              <a:gd name="connsiteX1" fmla="*/ 1015797 w 6349512"/>
              <a:gd name="connsiteY1" fmla="*/ 539929 h 2572757"/>
              <a:gd name="connsiteX2" fmla="*/ 1379169 w 6349512"/>
              <a:gd name="connsiteY2" fmla="*/ 924956 h 2572757"/>
              <a:gd name="connsiteX3" fmla="*/ 1642919 w 6349512"/>
              <a:gd name="connsiteY3" fmla="*/ 768467 h 2572757"/>
              <a:gd name="connsiteX4" fmla="*/ 1695118 w 6349512"/>
              <a:gd name="connsiteY4" fmla="*/ 393906 h 2572757"/>
              <a:gd name="connsiteX5" fmla="*/ 1746994 w 6349512"/>
              <a:gd name="connsiteY5" fmla="*/ 106613 h 2572757"/>
              <a:gd name="connsiteX6" fmla="*/ 1869962 w 6349512"/>
              <a:gd name="connsiteY6" fmla="*/ 8506 h 2572757"/>
              <a:gd name="connsiteX7" fmla="*/ 2051032 w 6349512"/>
              <a:gd name="connsiteY7" fmla="*/ 23460 h 2572757"/>
              <a:gd name="connsiteX8" fmla="*/ 2160665 w 6349512"/>
              <a:gd name="connsiteY8" fmla="*/ 108232 h 2572757"/>
              <a:gd name="connsiteX9" fmla="*/ 2213814 w 6349512"/>
              <a:gd name="connsiteY9" fmla="*/ 335975 h 2572757"/>
              <a:gd name="connsiteX10" fmla="*/ 2109135 w 6349512"/>
              <a:gd name="connsiteY10" fmla="*/ 666778 h 2572757"/>
              <a:gd name="connsiteX11" fmla="*/ 2062718 w 6349512"/>
              <a:gd name="connsiteY11" fmla="*/ 935123 h 2572757"/>
              <a:gd name="connsiteX12" fmla="*/ 2136581 w 6349512"/>
              <a:gd name="connsiteY12" fmla="*/ 1253270 h 2572757"/>
              <a:gd name="connsiteX13" fmla="*/ 2594424 w 6349512"/>
              <a:gd name="connsiteY13" fmla="*/ 2068511 h 2572757"/>
              <a:gd name="connsiteX14" fmla="*/ 2833750 w 6349512"/>
              <a:gd name="connsiteY14" fmla="*/ 2270914 h 2572757"/>
              <a:gd name="connsiteX15" fmla="*/ 3424918 w 6349512"/>
              <a:gd name="connsiteY15" fmla="*/ 2321843 h 2572757"/>
              <a:gd name="connsiteX16" fmla="*/ 3773342 w 6349512"/>
              <a:gd name="connsiteY16" fmla="*/ 2359010 h 2572757"/>
              <a:gd name="connsiteX17" fmla="*/ 4351190 w 6349512"/>
              <a:gd name="connsiteY17" fmla="*/ 2554243 h 2572757"/>
              <a:gd name="connsiteX18" fmla="*/ 4751298 w 6349512"/>
              <a:gd name="connsiteY18" fmla="*/ 2500430 h 2572757"/>
              <a:gd name="connsiteX19" fmla="*/ 5168755 w 6349512"/>
              <a:gd name="connsiteY19" fmla="*/ 1986848 h 2572757"/>
              <a:gd name="connsiteX20" fmla="*/ 5688979 w 6349512"/>
              <a:gd name="connsiteY20" fmla="*/ 1621842 h 2572757"/>
              <a:gd name="connsiteX21" fmla="*/ 6143895 w 6349512"/>
              <a:gd name="connsiteY21" fmla="*/ 1205932 h 2572757"/>
              <a:gd name="connsiteX22" fmla="*/ 6349512 w 6349512"/>
              <a:gd name="connsiteY22" fmla="*/ 546297 h 2572757"/>
              <a:gd name="connsiteX0" fmla="*/ 0 w 6514660"/>
              <a:gd name="connsiteY0" fmla="*/ 38280 h 2572757"/>
              <a:gd name="connsiteX1" fmla="*/ 1015797 w 6514660"/>
              <a:gd name="connsiteY1" fmla="*/ 539929 h 2572757"/>
              <a:gd name="connsiteX2" fmla="*/ 1379169 w 6514660"/>
              <a:gd name="connsiteY2" fmla="*/ 924956 h 2572757"/>
              <a:gd name="connsiteX3" fmla="*/ 1642919 w 6514660"/>
              <a:gd name="connsiteY3" fmla="*/ 768467 h 2572757"/>
              <a:gd name="connsiteX4" fmla="*/ 1695118 w 6514660"/>
              <a:gd name="connsiteY4" fmla="*/ 393906 h 2572757"/>
              <a:gd name="connsiteX5" fmla="*/ 1746994 w 6514660"/>
              <a:gd name="connsiteY5" fmla="*/ 106613 h 2572757"/>
              <a:gd name="connsiteX6" fmla="*/ 1869962 w 6514660"/>
              <a:gd name="connsiteY6" fmla="*/ 8506 h 2572757"/>
              <a:gd name="connsiteX7" fmla="*/ 2051032 w 6514660"/>
              <a:gd name="connsiteY7" fmla="*/ 23460 h 2572757"/>
              <a:gd name="connsiteX8" fmla="*/ 2160665 w 6514660"/>
              <a:gd name="connsiteY8" fmla="*/ 108232 h 2572757"/>
              <a:gd name="connsiteX9" fmla="*/ 2213814 w 6514660"/>
              <a:gd name="connsiteY9" fmla="*/ 335975 h 2572757"/>
              <a:gd name="connsiteX10" fmla="*/ 2109135 w 6514660"/>
              <a:gd name="connsiteY10" fmla="*/ 666778 h 2572757"/>
              <a:gd name="connsiteX11" fmla="*/ 2062718 w 6514660"/>
              <a:gd name="connsiteY11" fmla="*/ 935123 h 2572757"/>
              <a:gd name="connsiteX12" fmla="*/ 2136581 w 6514660"/>
              <a:gd name="connsiteY12" fmla="*/ 1253270 h 2572757"/>
              <a:gd name="connsiteX13" fmla="*/ 2594424 w 6514660"/>
              <a:gd name="connsiteY13" fmla="*/ 2068511 h 2572757"/>
              <a:gd name="connsiteX14" fmla="*/ 2833750 w 6514660"/>
              <a:gd name="connsiteY14" fmla="*/ 2270914 h 2572757"/>
              <a:gd name="connsiteX15" fmla="*/ 3424918 w 6514660"/>
              <a:gd name="connsiteY15" fmla="*/ 2321843 h 2572757"/>
              <a:gd name="connsiteX16" fmla="*/ 3773342 w 6514660"/>
              <a:gd name="connsiteY16" fmla="*/ 2359010 h 2572757"/>
              <a:gd name="connsiteX17" fmla="*/ 4351190 w 6514660"/>
              <a:gd name="connsiteY17" fmla="*/ 2554243 h 2572757"/>
              <a:gd name="connsiteX18" fmla="*/ 4751298 w 6514660"/>
              <a:gd name="connsiteY18" fmla="*/ 2500430 h 2572757"/>
              <a:gd name="connsiteX19" fmla="*/ 5168755 w 6514660"/>
              <a:gd name="connsiteY19" fmla="*/ 1986848 h 2572757"/>
              <a:gd name="connsiteX20" fmla="*/ 5688979 w 6514660"/>
              <a:gd name="connsiteY20" fmla="*/ 1621842 h 2572757"/>
              <a:gd name="connsiteX21" fmla="*/ 6143895 w 6514660"/>
              <a:gd name="connsiteY21" fmla="*/ 1205932 h 2572757"/>
              <a:gd name="connsiteX22" fmla="*/ 6514660 w 6514660"/>
              <a:gd name="connsiteY22" fmla="*/ 648805 h 2572757"/>
              <a:gd name="connsiteX0" fmla="*/ 0 w 5835239"/>
              <a:gd name="connsiteY0" fmla="*/ 214054 h 2572757"/>
              <a:gd name="connsiteX1" fmla="*/ 336376 w 5835239"/>
              <a:gd name="connsiteY1" fmla="*/ 539929 h 2572757"/>
              <a:gd name="connsiteX2" fmla="*/ 699748 w 5835239"/>
              <a:gd name="connsiteY2" fmla="*/ 924956 h 2572757"/>
              <a:gd name="connsiteX3" fmla="*/ 963498 w 5835239"/>
              <a:gd name="connsiteY3" fmla="*/ 768467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835239"/>
              <a:gd name="connsiteY0" fmla="*/ 214054 h 2572757"/>
              <a:gd name="connsiteX1" fmla="*/ 336376 w 5835239"/>
              <a:gd name="connsiteY1" fmla="*/ 539929 h 2572757"/>
              <a:gd name="connsiteX2" fmla="*/ 699748 w 5835239"/>
              <a:gd name="connsiteY2" fmla="*/ 924956 h 2572757"/>
              <a:gd name="connsiteX3" fmla="*/ 963498 w 5835239"/>
              <a:gd name="connsiteY3" fmla="*/ 768467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835239"/>
              <a:gd name="connsiteY0" fmla="*/ 214054 h 2572757"/>
              <a:gd name="connsiteX1" fmla="*/ 520312 w 5835239"/>
              <a:gd name="connsiteY1" fmla="*/ 530795 h 2572757"/>
              <a:gd name="connsiteX2" fmla="*/ 699748 w 5835239"/>
              <a:gd name="connsiteY2" fmla="*/ 924956 h 2572757"/>
              <a:gd name="connsiteX3" fmla="*/ 963498 w 5835239"/>
              <a:gd name="connsiteY3" fmla="*/ 768467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835239"/>
              <a:gd name="connsiteY0" fmla="*/ 214054 h 2572757"/>
              <a:gd name="connsiteX1" fmla="*/ 520312 w 5835239"/>
              <a:gd name="connsiteY1" fmla="*/ 530795 h 2572757"/>
              <a:gd name="connsiteX2" fmla="*/ 663426 w 5835239"/>
              <a:gd name="connsiteY2" fmla="*/ 725580 h 2572757"/>
              <a:gd name="connsiteX3" fmla="*/ 963498 w 5835239"/>
              <a:gd name="connsiteY3" fmla="*/ 768467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835239"/>
              <a:gd name="connsiteY0" fmla="*/ 214054 h 2572757"/>
              <a:gd name="connsiteX1" fmla="*/ 520312 w 5835239"/>
              <a:gd name="connsiteY1" fmla="*/ 530795 h 2572757"/>
              <a:gd name="connsiteX2" fmla="*/ 663426 w 5835239"/>
              <a:gd name="connsiteY2" fmla="*/ 725580 h 2572757"/>
              <a:gd name="connsiteX3" fmla="*/ 887878 w 5835239"/>
              <a:gd name="connsiteY3" fmla="*/ 610326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835239"/>
              <a:gd name="connsiteY0" fmla="*/ 214054 h 2572757"/>
              <a:gd name="connsiteX1" fmla="*/ 520312 w 5835239"/>
              <a:gd name="connsiteY1" fmla="*/ 530795 h 2572757"/>
              <a:gd name="connsiteX2" fmla="*/ 711466 w 5835239"/>
              <a:gd name="connsiteY2" fmla="*/ 575583 h 2572757"/>
              <a:gd name="connsiteX3" fmla="*/ 887878 w 5835239"/>
              <a:gd name="connsiteY3" fmla="*/ 610326 h 2572757"/>
              <a:gd name="connsiteX4" fmla="*/ 1015697 w 5835239"/>
              <a:gd name="connsiteY4" fmla="*/ 393906 h 2572757"/>
              <a:gd name="connsiteX5" fmla="*/ 1067573 w 5835239"/>
              <a:gd name="connsiteY5" fmla="*/ 106613 h 2572757"/>
              <a:gd name="connsiteX6" fmla="*/ 1190541 w 5835239"/>
              <a:gd name="connsiteY6" fmla="*/ 8506 h 2572757"/>
              <a:gd name="connsiteX7" fmla="*/ 1371611 w 5835239"/>
              <a:gd name="connsiteY7" fmla="*/ 23460 h 2572757"/>
              <a:gd name="connsiteX8" fmla="*/ 1481244 w 5835239"/>
              <a:gd name="connsiteY8" fmla="*/ 108232 h 2572757"/>
              <a:gd name="connsiteX9" fmla="*/ 1534393 w 5835239"/>
              <a:gd name="connsiteY9" fmla="*/ 335975 h 2572757"/>
              <a:gd name="connsiteX10" fmla="*/ 1429714 w 5835239"/>
              <a:gd name="connsiteY10" fmla="*/ 666778 h 2572757"/>
              <a:gd name="connsiteX11" fmla="*/ 1383297 w 5835239"/>
              <a:gd name="connsiteY11" fmla="*/ 935123 h 2572757"/>
              <a:gd name="connsiteX12" fmla="*/ 1457160 w 5835239"/>
              <a:gd name="connsiteY12" fmla="*/ 1253270 h 2572757"/>
              <a:gd name="connsiteX13" fmla="*/ 1915003 w 5835239"/>
              <a:gd name="connsiteY13" fmla="*/ 2068511 h 2572757"/>
              <a:gd name="connsiteX14" fmla="*/ 2154329 w 5835239"/>
              <a:gd name="connsiteY14" fmla="*/ 2270914 h 2572757"/>
              <a:gd name="connsiteX15" fmla="*/ 2745497 w 5835239"/>
              <a:gd name="connsiteY15" fmla="*/ 2321843 h 2572757"/>
              <a:gd name="connsiteX16" fmla="*/ 3093921 w 5835239"/>
              <a:gd name="connsiteY16" fmla="*/ 2359010 h 2572757"/>
              <a:gd name="connsiteX17" fmla="*/ 3671769 w 5835239"/>
              <a:gd name="connsiteY17" fmla="*/ 2554243 h 2572757"/>
              <a:gd name="connsiteX18" fmla="*/ 4071877 w 5835239"/>
              <a:gd name="connsiteY18" fmla="*/ 2500430 h 2572757"/>
              <a:gd name="connsiteX19" fmla="*/ 4489334 w 5835239"/>
              <a:gd name="connsiteY19" fmla="*/ 1986848 h 2572757"/>
              <a:gd name="connsiteX20" fmla="*/ 5009558 w 5835239"/>
              <a:gd name="connsiteY20" fmla="*/ 1621842 h 2572757"/>
              <a:gd name="connsiteX21" fmla="*/ 5464474 w 5835239"/>
              <a:gd name="connsiteY21" fmla="*/ 1205932 h 2572757"/>
              <a:gd name="connsiteX22" fmla="*/ 5835239 w 5835239"/>
              <a:gd name="connsiteY22" fmla="*/ 648805 h 2572757"/>
              <a:gd name="connsiteX0" fmla="*/ 0 w 5799512"/>
              <a:gd name="connsiteY0" fmla="*/ 176566 h 2572757"/>
              <a:gd name="connsiteX1" fmla="*/ 484585 w 5799512"/>
              <a:gd name="connsiteY1" fmla="*/ 530795 h 2572757"/>
              <a:gd name="connsiteX2" fmla="*/ 675739 w 5799512"/>
              <a:gd name="connsiteY2" fmla="*/ 575583 h 2572757"/>
              <a:gd name="connsiteX3" fmla="*/ 852151 w 5799512"/>
              <a:gd name="connsiteY3" fmla="*/ 610326 h 2572757"/>
              <a:gd name="connsiteX4" fmla="*/ 979970 w 5799512"/>
              <a:gd name="connsiteY4" fmla="*/ 393906 h 2572757"/>
              <a:gd name="connsiteX5" fmla="*/ 1031846 w 5799512"/>
              <a:gd name="connsiteY5" fmla="*/ 106613 h 2572757"/>
              <a:gd name="connsiteX6" fmla="*/ 1154814 w 5799512"/>
              <a:gd name="connsiteY6" fmla="*/ 8506 h 2572757"/>
              <a:gd name="connsiteX7" fmla="*/ 1335884 w 5799512"/>
              <a:gd name="connsiteY7" fmla="*/ 23460 h 2572757"/>
              <a:gd name="connsiteX8" fmla="*/ 1445517 w 5799512"/>
              <a:gd name="connsiteY8" fmla="*/ 108232 h 2572757"/>
              <a:gd name="connsiteX9" fmla="*/ 1498666 w 5799512"/>
              <a:gd name="connsiteY9" fmla="*/ 335975 h 2572757"/>
              <a:gd name="connsiteX10" fmla="*/ 1393987 w 5799512"/>
              <a:gd name="connsiteY10" fmla="*/ 666778 h 2572757"/>
              <a:gd name="connsiteX11" fmla="*/ 1347570 w 5799512"/>
              <a:gd name="connsiteY11" fmla="*/ 935123 h 2572757"/>
              <a:gd name="connsiteX12" fmla="*/ 1421433 w 5799512"/>
              <a:gd name="connsiteY12" fmla="*/ 1253270 h 2572757"/>
              <a:gd name="connsiteX13" fmla="*/ 1879276 w 5799512"/>
              <a:gd name="connsiteY13" fmla="*/ 2068511 h 2572757"/>
              <a:gd name="connsiteX14" fmla="*/ 2118602 w 5799512"/>
              <a:gd name="connsiteY14" fmla="*/ 2270914 h 2572757"/>
              <a:gd name="connsiteX15" fmla="*/ 2709770 w 5799512"/>
              <a:gd name="connsiteY15" fmla="*/ 2321843 h 2572757"/>
              <a:gd name="connsiteX16" fmla="*/ 3058194 w 5799512"/>
              <a:gd name="connsiteY16" fmla="*/ 2359010 h 2572757"/>
              <a:gd name="connsiteX17" fmla="*/ 3636042 w 5799512"/>
              <a:gd name="connsiteY17" fmla="*/ 2554243 h 2572757"/>
              <a:gd name="connsiteX18" fmla="*/ 4036150 w 5799512"/>
              <a:gd name="connsiteY18" fmla="*/ 2500430 h 2572757"/>
              <a:gd name="connsiteX19" fmla="*/ 4453607 w 5799512"/>
              <a:gd name="connsiteY19" fmla="*/ 1986848 h 2572757"/>
              <a:gd name="connsiteX20" fmla="*/ 4973831 w 5799512"/>
              <a:gd name="connsiteY20" fmla="*/ 1621842 h 2572757"/>
              <a:gd name="connsiteX21" fmla="*/ 5428747 w 5799512"/>
              <a:gd name="connsiteY21" fmla="*/ 1205932 h 2572757"/>
              <a:gd name="connsiteX22" fmla="*/ 5799512 w 5799512"/>
              <a:gd name="connsiteY22" fmla="*/ 648805 h 2572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99512" h="2572757">
                <a:moveTo>
                  <a:pt x="0" y="176566"/>
                </a:moveTo>
                <a:cubicBezTo>
                  <a:pt x="212606" y="249997"/>
                  <a:pt x="371962" y="464292"/>
                  <a:pt x="484585" y="530795"/>
                </a:cubicBezTo>
                <a:cubicBezTo>
                  <a:pt x="597208" y="597298"/>
                  <a:pt x="614478" y="562328"/>
                  <a:pt x="675739" y="575583"/>
                </a:cubicBezTo>
                <a:cubicBezTo>
                  <a:pt x="737000" y="588838"/>
                  <a:pt x="801446" y="640606"/>
                  <a:pt x="852151" y="610326"/>
                </a:cubicBezTo>
                <a:cubicBezTo>
                  <a:pt x="902856" y="580047"/>
                  <a:pt x="992146" y="500316"/>
                  <a:pt x="979970" y="393906"/>
                </a:cubicBezTo>
                <a:cubicBezTo>
                  <a:pt x="974118" y="288728"/>
                  <a:pt x="1002705" y="170846"/>
                  <a:pt x="1031846" y="106613"/>
                </a:cubicBezTo>
                <a:cubicBezTo>
                  <a:pt x="1060987" y="42380"/>
                  <a:pt x="1100236" y="22507"/>
                  <a:pt x="1154814" y="8506"/>
                </a:cubicBezTo>
                <a:cubicBezTo>
                  <a:pt x="1215107" y="-6925"/>
                  <a:pt x="1278734" y="-1019"/>
                  <a:pt x="1335884" y="23460"/>
                </a:cubicBezTo>
                <a:cubicBezTo>
                  <a:pt x="1379128" y="41938"/>
                  <a:pt x="1417323" y="70609"/>
                  <a:pt x="1445517" y="108232"/>
                </a:cubicBezTo>
                <a:cubicBezTo>
                  <a:pt x="1493904" y="172621"/>
                  <a:pt x="1507048" y="255489"/>
                  <a:pt x="1498666" y="335975"/>
                </a:cubicBezTo>
                <a:cubicBezTo>
                  <a:pt x="1486665" y="451418"/>
                  <a:pt x="1419170" y="566920"/>
                  <a:pt x="1393987" y="666778"/>
                </a:cubicBezTo>
                <a:cubicBezTo>
                  <a:pt x="1368804" y="766636"/>
                  <a:pt x="1338616" y="858637"/>
                  <a:pt x="1347570" y="935123"/>
                </a:cubicBezTo>
                <a:cubicBezTo>
                  <a:pt x="1358142" y="1025801"/>
                  <a:pt x="1332815" y="1064372"/>
                  <a:pt x="1421433" y="1253270"/>
                </a:cubicBezTo>
                <a:cubicBezTo>
                  <a:pt x="1510051" y="1442168"/>
                  <a:pt x="1763081" y="1898904"/>
                  <a:pt x="1879276" y="2068511"/>
                </a:cubicBezTo>
                <a:cubicBezTo>
                  <a:pt x="1995471" y="2238118"/>
                  <a:pt x="1980186" y="2228692"/>
                  <a:pt x="2118602" y="2270914"/>
                </a:cubicBezTo>
                <a:cubicBezTo>
                  <a:pt x="2257018" y="2313136"/>
                  <a:pt x="2553171" y="2307160"/>
                  <a:pt x="2709770" y="2321843"/>
                </a:cubicBezTo>
                <a:cubicBezTo>
                  <a:pt x="2866369" y="2336526"/>
                  <a:pt x="2903815" y="2320277"/>
                  <a:pt x="3058194" y="2359010"/>
                </a:cubicBezTo>
                <a:cubicBezTo>
                  <a:pt x="3212573" y="2397743"/>
                  <a:pt x="3473050" y="2530673"/>
                  <a:pt x="3636042" y="2554243"/>
                </a:cubicBezTo>
                <a:cubicBezTo>
                  <a:pt x="3799034" y="2577813"/>
                  <a:pt x="3899889" y="2594996"/>
                  <a:pt x="4036150" y="2500430"/>
                </a:cubicBezTo>
                <a:cubicBezTo>
                  <a:pt x="4172411" y="2405864"/>
                  <a:pt x="4297327" y="2133279"/>
                  <a:pt x="4453607" y="1986848"/>
                </a:cubicBezTo>
                <a:cubicBezTo>
                  <a:pt x="4609887" y="1840417"/>
                  <a:pt x="4841480" y="1749702"/>
                  <a:pt x="4973831" y="1621842"/>
                </a:cubicBezTo>
                <a:cubicBezTo>
                  <a:pt x="5106182" y="1493982"/>
                  <a:pt x="5318658" y="1385189"/>
                  <a:pt x="5428747" y="1205932"/>
                </a:cubicBezTo>
                <a:cubicBezTo>
                  <a:pt x="5538836" y="1026675"/>
                  <a:pt x="5735070" y="761036"/>
                  <a:pt x="5799512" y="648805"/>
                </a:cubicBezTo>
              </a:path>
            </a:pathLst>
          </a:custGeom>
          <a:noFill/>
          <a:ln w="6350" cap="rnd">
            <a:solidFill>
              <a:schemeClr val="tx1">
                <a:alpha val="35000"/>
              </a:schemeClr>
            </a:solidFill>
            <a:prstDash val="dash"/>
            <a:round/>
          </a:ln>
        </p:spPr>
        <p:txBody>
          <a:bodyPr rtlCol="0" anchor="ctr"/>
          <a:lstStyle/>
          <a:p>
            <a:endParaRPr lang="en-US"/>
          </a:p>
        </p:txBody>
      </p:sp>
      <p:sp>
        <p:nvSpPr>
          <p:cNvPr id="133" name="Freeform: Shape 132">
            <a:extLst>
              <a:ext uri="{FF2B5EF4-FFF2-40B4-BE49-F238E27FC236}">
                <a16:creationId xmlns:a16="http://schemas.microsoft.com/office/drawing/2014/main" id="{3564935B-A241-9033-5B70-51F10868C4AC}"/>
              </a:ext>
            </a:extLst>
          </p:cNvPr>
          <p:cNvSpPr/>
          <p:nvPr userDrawn="1"/>
        </p:nvSpPr>
        <p:spPr>
          <a:xfrm rot="19255791" flipV="1">
            <a:off x="6277228" y="3226277"/>
            <a:ext cx="6129707" cy="2188536"/>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711828 w 7288603"/>
              <a:gd name="connsiteY0" fmla="*/ 0 h 4555608"/>
              <a:gd name="connsiteX1" fmla="*/ 6840606 w 7288603"/>
              <a:gd name="connsiteY1" fmla="*/ 218218 h 4555608"/>
              <a:gd name="connsiteX2" fmla="*/ 7158360 w 7288603"/>
              <a:gd name="connsiteY2" fmla="*/ 492919 h 4555608"/>
              <a:gd name="connsiteX3" fmla="*/ 7287519 w 7288603"/>
              <a:gd name="connsiteY3" fmla="*/ 789718 h 4555608"/>
              <a:gd name="connsiteX4" fmla="*/ 7213319 w 7288603"/>
              <a:gd name="connsiteY4" fmla="*/ 1096137 h 4555608"/>
              <a:gd name="connsiteX5" fmla="*/ 7024343 w 7288603"/>
              <a:gd name="connsiteY5" fmla="*/ 1349883 h 4555608"/>
              <a:gd name="connsiteX6" fmla="*/ 6765930 w 7288603"/>
              <a:gd name="connsiteY6" fmla="*/ 1515047 h 4555608"/>
              <a:gd name="connsiteX7" fmla="*/ 6490752 w 7288603"/>
              <a:gd name="connsiteY7" fmla="*/ 1632299 h 4555608"/>
              <a:gd name="connsiteX8" fmla="*/ 6318446 w 7288603"/>
              <a:gd name="connsiteY8" fmla="*/ 1759172 h 4555608"/>
              <a:gd name="connsiteX9" fmla="*/ 6203573 w 7288603"/>
              <a:gd name="connsiteY9" fmla="*/ 1962626 h 4555608"/>
              <a:gd name="connsiteX10" fmla="*/ 6110229 w 7288603"/>
              <a:gd name="connsiteY10" fmla="*/ 2245138 h 4555608"/>
              <a:gd name="connsiteX11" fmla="*/ 6045649 w 7288603"/>
              <a:gd name="connsiteY11" fmla="*/ 2467737 h 4555608"/>
              <a:gd name="connsiteX12" fmla="*/ 5966687 w 7288603"/>
              <a:gd name="connsiteY12" fmla="*/ 2723864 h 4555608"/>
              <a:gd name="connsiteX13" fmla="*/ 5837528 w 7288603"/>
              <a:gd name="connsiteY13" fmla="*/ 2970467 h 4555608"/>
              <a:gd name="connsiteX14" fmla="*/ 5553797 w 7288603"/>
              <a:gd name="connsiteY14" fmla="*/ 3507535 h 4555608"/>
              <a:gd name="connsiteX15" fmla="*/ 5277272 w 7288603"/>
              <a:gd name="connsiteY15" fmla="*/ 3772955 h 4555608"/>
              <a:gd name="connsiteX16" fmla="*/ 4958908 w 7288603"/>
              <a:gd name="connsiteY16" fmla="*/ 4050049 h 4555608"/>
              <a:gd name="connsiteX17" fmla="*/ 4616042 w 7288603"/>
              <a:gd name="connsiteY17" fmla="*/ 4324160 h 4555608"/>
              <a:gd name="connsiteX18" fmla="*/ 4432971 w 7288603"/>
              <a:gd name="connsiteY18" fmla="*/ 4478560 h 4555608"/>
              <a:gd name="connsiteX19" fmla="*/ 4148269 w 7288603"/>
              <a:gd name="connsiteY19" fmla="*/ 4555141 h 4555608"/>
              <a:gd name="connsiteX20" fmla="*/ 3621918 w 7288603"/>
              <a:gd name="connsiteY20" fmla="*/ 4488085 h 4555608"/>
              <a:gd name="connsiteX21" fmla="*/ 3059657 w 7288603"/>
              <a:gd name="connsiteY21" fmla="*/ 4488085 h 4555608"/>
              <a:gd name="connsiteX22" fmla="*/ 2816198 w 7288603"/>
              <a:gd name="connsiteY22" fmla="*/ 4463034 h 4555608"/>
              <a:gd name="connsiteX23" fmla="*/ 2449866 w 7288603"/>
              <a:gd name="connsiteY23" fmla="*/ 4272629 h 4555608"/>
              <a:gd name="connsiteX24" fmla="*/ 2254604 w 7288603"/>
              <a:gd name="connsiteY24" fmla="*/ 3953733 h 4555608"/>
              <a:gd name="connsiteX25" fmla="*/ 2095060 w 7288603"/>
              <a:gd name="connsiteY25" fmla="*/ 3613309 h 4555608"/>
              <a:gd name="connsiteX26" fmla="*/ 2002001 w 7288603"/>
              <a:gd name="connsiteY26" fmla="*/ 3309080 h 4555608"/>
              <a:gd name="connsiteX27" fmla="*/ 2068485 w 7288603"/>
              <a:gd name="connsiteY27" fmla="*/ 2865215 h 4555608"/>
              <a:gd name="connsiteX28" fmla="*/ 2133255 w 7288603"/>
              <a:gd name="connsiteY28" fmla="*/ 2444591 h 4555608"/>
              <a:gd name="connsiteX29" fmla="*/ 2018574 w 7288603"/>
              <a:gd name="connsiteY29" fmla="*/ 2240090 h 4555608"/>
              <a:gd name="connsiteX30" fmla="*/ 1882367 w 7288603"/>
              <a:gd name="connsiteY30" fmla="*/ 2156936 h 4555608"/>
              <a:gd name="connsiteX31" fmla="*/ 1568328 w 7288603"/>
              <a:gd name="connsiteY31" fmla="*/ 2075498 h 4555608"/>
              <a:gd name="connsiteX32" fmla="*/ 1375541 w 7288603"/>
              <a:gd name="connsiteY32" fmla="*/ 2120360 h 4555608"/>
              <a:gd name="connsiteX33" fmla="*/ 1002818 w 7288603"/>
              <a:gd name="connsiteY33" fmla="*/ 2509432 h 4555608"/>
              <a:gd name="connsiteX34" fmla="*/ 0 w 7288603"/>
              <a:gd name="connsiteY34" fmla="*/ 2172434 h 4555608"/>
              <a:gd name="connsiteX0" fmla="*/ 6601962 w 7178737"/>
              <a:gd name="connsiteY0" fmla="*/ 0 h 4555608"/>
              <a:gd name="connsiteX1" fmla="*/ 6730740 w 7178737"/>
              <a:gd name="connsiteY1" fmla="*/ 218218 h 4555608"/>
              <a:gd name="connsiteX2" fmla="*/ 7048494 w 7178737"/>
              <a:gd name="connsiteY2" fmla="*/ 492919 h 4555608"/>
              <a:gd name="connsiteX3" fmla="*/ 7177653 w 7178737"/>
              <a:gd name="connsiteY3" fmla="*/ 789718 h 4555608"/>
              <a:gd name="connsiteX4" fmla="*/ 7103453 w 7178737"/>
              <a:gd name="connsiteY4" fmla="*/ 1096137 h 4555608"/>
              <a:gd name="connsiteX5" fmla="*/ 6914477 w 7178737"/>
              <a:gd name="connsiteY5" fmla="*/ 1349883 h 4555608"/>
              <a:gd name="connsiteX6" fmla="*/ 6656064 w 7178737"/>
              <a:gd name="connsiteY6" fmla="*/ 1515047 h 4555608"/>
              <a:gd name="connsiteX7" fmla="*/ 6380886 w 7178737"/>
              <a:gd name="connsiteY7" fmla="*/ 1632299 h 4555608"/>
              <a:gd name="connsiteX8" fmla="*/ 6208580 w 7178737"/>
              <a:gd name="connsiteY8" fmla="*/ 1759172 h 4555608"/>
              <a:gd name="connsiteX9" fmla="*/ 6093707 w 7178737"/>
              <a:gd name="connsiteY9" fmla="*/ 1962626 h 4555608"/>
              <a:gd name="connsiteX10" fmla="*/ 6000363 w 7178737"/>
              <a:gd name="connsiteY10" fmla="*/ 2245138 h 4555608"/>
              <a:gd name="connsiteX11" fmla="*/ 5935783 w 7178737"/>
              <a:gd name="connsiteY11" fmla="*/ 2467737 h 4555608"/>
              <a:gd name="connsiteX12" fmla="*/ 5856821 w 7178737"/>
              <a:gd name="connsiteY12" fmla="*/ 2723864 h 4555608"/>
              <a:gd name="connsiteX13" fmla="*/ 5727662 w 7178737"/>
              <a:gd name="connsiteY13" fmla="*/ 2970467 h 4555608"/>
              <a:gd name="connsiteX14" fmla="*/ 5443931 w 7178737"/>
              <a:gd name="connsiteY14" fmla="*/ 3507535 h 4555608"/>
              <a:gd name="connsiteX15" fmla="*/ 5167406 w 7178737"/>
              <a:gd name="connsiteY15" fmla="*/ 3772955 h 4555608"/>
              <a:gd name="connsiteX16" fmla="*/ 4849042 w 7178737"/>
              <a:gd name="connsiteY16" fmla="*/ 4050049 h 4555608"/>
              <a:gd name="connsiteX17" fmla="*/ 4506176 w 7178737"/>
              <a:gd name="connsiteY17" fmla="*/ 4324160 h 4555608"/>
              <a:gd name="connsiteX18" fmla="*/ 4323105 w 7178737"/>
              <a:gd name="connsiteY18" fmla="*/ 4478560 h 4555608"/>
              <a:gd name="connsiteX19" fmla="*/ 4038403 w 7178737"/>
              <a:gd name="connsiteY19" fmla="*/ 4555141 h 4555608"/>
              <a:gd name="connsiteX20" fmla="*/ 3512052 w 7178737"/>
              <a:gd name="connsiteY20" fmla="*/ 4488085 h 4555608"/>
              <a:gd name="connsiteX21" fmla="*/ 2949791 w 7178737"/>
              <a:gd name="connsiteY21" fmla="*/ 4488085 h 4555608"/>
              <a:gd name="connsiteX22" fmla="*/ 2706332 w 7178737"/>
              <a:gd name="connsiteY22" fmla="*/ 4463034 h 4555608"/>
              <a:gd name="connsiteX23" fmla="*/ 2340000 w 7178737"/>
              <a:gd name="connsiteY23" fmla="*/ 4272629 h 4555608"/>
              <a:gd name="connsiteX24" fmla="*/ 2144738 w 7178737"/>
              <a:gd name="connsiteY24" fmla="*/ 3953733 h 4555608"/>
              <a:gd name="connsiteX25" fmla="*/ 1985194 w 7178737"/>
              <a:gd name="connsiteY25" fmla="*/ 3613309 h 4555608"/>
              <a:gd name="connsiteX26" fmla="*/ 1892135 w 7178737"/>
              <a:gd name="connsiteY26" fmla="*/ 3309080 h 4555608"/>
              <a:gd name="connsiteX27" fmla="*/ 1958619 w 7178737"/>
              <a:gd name="connsiteY27" fmla="*/ 2865215 h 4555608"/>
              <a:gd name="connsiteX28" fmla="*/ 2023389 w 7178737"/>
              <a:gd name="connsiteY28" fmla="*/ 2444591 h 4555608"/>
              <a:gd name="connsiteX29" fmla="*/ 1908708 w 7178737"/>
              <a:gd name="connsiteY29" fmla="*/ 2240090 h 4555608"/>
              <a:gd name="connsiteX30" fmla="*/ 1772501 w 7178737"/>
              <a:gd name="connsiteY30" fmla="*/ 2156936 h 4555608"/>
              <a:gd name="connsiteX31" fmla="*/ 1458462 w 7178737"/>
              <a:gd name="connsiteY31" fmla="*/ 2075498 h 4555608"/>
              <a:gd name="connsiteX32" fmla="*/ 1265675 w 7178737"/>
              <a:gd name="connsiteY32" fmla="*/ 2120360 h 4555608"/>
              <a:gd name="connsiteX33" fmla="*/ 892952 w 7178737"/>
              <a:gd name="connsiteY33" fmla="*/ 2509432 h 4555608"/>
              <a:gd name="connsiteX34" fmla="*/ 0 w 7178737"/>
              <a:gd name="connsiteY34" fmla="*/ 2124685 h 4555608"/>
              <a:gd name="connsiteX0" fmla="*/ 6699623 w 7276398"/>
              <a:gd name="connsiteY0" fmla="*/ 0 h 4555608"/>
              <a:gd name="connsiteX1" fmla="*/ 6828401 w 7276398"/>
              <a:gd name="connsiteY1" fmla="*/ 218218 h 4555608"/>
              <a:gd name="connsiteX2" fmla="*/ 7146155 w 7276398"/>
              <a:gd name="connsiteY2" fmla="*/ 492919 h 4555608"/>
              <a:gd name="connsiteX3" fmla="*/ 7275314 w 7276398"/>
              <a:gd name="connsiteY3" fmla="*/ 789718 h 4555608"/>
              <a:gd name="connsiteX4" fmla="*/ 7201114 w 7276398"/>
              <a:gd name="connsiteY4" fmla="*/ 1096137 h 4555608"/>
              <a:gd name="connsiteX5" fmla="*/ 7012138 w 7276398"/>
              <a:gd name="connsiteY5" fmla="*/ 1349883 h 4555608"/>
              <a:gd name="connsiteX6" fmla="*/ 6753725 w 7276398"/>
              <a:gd name="connsiteY6" fmla="*/ 1515047 h 4555608"/>
              <a:gd name="connsiteX7" fmla="*/ 6478547 w 7276398"/>
              <a:gd name="connsiteY7" fmla="*/ 1632299 h 4555608"/>
              <a:gd name="connsiteX8" fmla="*/ 6306241 w 7276398"/>
              <a:gd name="connsiteY8" fmla="*/ 1759172 h 4555608"/>
              <a:gd name="connsiteX9" fmla="*/ 6191368 w 7276398"/>
              <a:gd name="connsiteY9" fmla="*/ 1962626 h 4555608"/>
              <a:gd name="connsiteX10" fmla="*/ 6098024 w 7276398"/>
              <a:gd name="connsiteY10" fmla="*/ 2245138 h 4555608"/>
              <a:gd name="connsiteX11" fmla="*/ 6033444 w 7276398"/>
              <a:gd name="connsiteY11" fmla="*/ 2467737 h 4555608"/>
              <a:gd name="connsiteX12" fmla="*/ 5954482 w 7276398"/>
              <a:gd name="connsiteY12" fmla="*/ 2723864 h 4555608"/>
              <a:gd name="connsiteX13" fmla="*/ 5825323 w 7276398"/>
              <a:gd name="connsiteY13" fmla="*/ 2970467 h 4555608"/>
              <a:gd name="connsiteX14" fmla="*/ 5541592 w 7276398"/>
              <a:gd name="connsiteY14" fmla="*/ 3507535 h 4555608"/>
              <a:gd name="connsiteX15" fmla="*/ 5265067 w 7276398"/>
              <a:gd name="connsiteY15" fmla="*/ 3772955 h 4555608"/>
              <a:gd name="connsiteX16" fmla="*/ 4946703 w 7276398"/>
              <a:gd name="connsiteY16" fmla="*/ 4050049 h 4555608"/>
              <a:gd name="connsiteX17" fmla="*/ 4603837 w 7276398"/>
              <a:gd name="connsiteY17" fmla="*/ 4324160 h 4555608"/>
              <a:gd name="connsiteX18" fmla="*/ 4420766 w 7276398"/>
              <a:gd name="connsiteY18" fmla="*/ 4478560 h 4555608"/>
              <a:gd name="connsiteX19" fmla="*/ 4136064 w 7276398"/>
              <a:gd name="connsiteY19" fmla="*/ 4555141 h 4555608"/>
              <a:gd name="connsiteX20" fmla="*/ 3609713 w 7276398"/>
              <a:gd name="connsiteY20" fmla="*/ 4488085 h 4555608"/>
              <a:gd name="connsiteX21" fmla="*/ 3047452 w 7276398"/>
              <a:gd name="connsiteY21" fmla="*/ 4488085 h 4555608"/>
              <a:gd name="connsiteX22" fmla="*/ 2803993 w 7276398"/>
              <a:gd name="connsiteY22" fmla="*/ 4463034 h 4555608"/>
              <a:gd name="connsiteX23" fmla="*/ 2437661 w 7276398"/>
              <a:gd name="connsiteY23" fmla="*/ 4272629 h 4555608"/>
              <a:gd name="connsiteX24" fmla="*/ 2242399 w 7276398"/>
              <a:gd name="connsiteY24" fmla="*/ 3953733 h 4555608"/>
              <a:gd name="connsiteX25" fmla="*/ 2082855 w 7276398"/>
              <a:gd name="connsiteY25" fmla="*/ 3613309 h 4555608"/>
              <a:gd name="connsiteX26" fmla="*/ 1989796 w 7276398"/>
              <a:gd name="connsiteY26" fmla="*/ 3309080 h 4555608"/>
              <a:gd name="connsiteX27" fmla="*/ 2056280 w 7276398"/>
              <a:gd name="connsiteY27" fmla="*/ 2865215 h 4555608"/>
              <a:gd name="connsiteX28" fmla="*/ 2121050 w 7276398"/>
              <a:gd name="connsiteY28" fmla="*/ 2444591 h 4555608"/>
              <a:gd name="connsiteX29" fmla="*/ 2006369 w 7276398"/>
              <a:gd name="connsiteY29" fmla="*/ 2240090 h 4555608"/>
              <a:gd name="connsiteX30" fmla="*/ 1870162 w 7276398"/>
              <a:gd name="connsiteY30" fmla="*/ 2156936 h 4555608"/>
              <a:gd name="connsiteX31" fmla="*/ 1556123 w 7276398"/>
              <a:gd name="connsiteY31" fmla="*/ 2075498 h 4555608"/>
              <a:gd name="connsiteX32" fmla="*/ 1363336 w 7276398"/>
              <a:gd name="connsiteY32" fmla="*/ 2120360 h 4555608"/>
              <a:gd name="connsiteX33" fmla="*/ 990613 w 7276398"/>
              <a:gd name="connsiteY33" fmla="*/ 2509432 h 4555608"/>
              <a:gd name="connsiteX34" fmla="*/ 0 w 7276398"/>
              <a:gd name="connsiteY34" fmla="*/ 2183714 h 4555608"/>
              <a:gd name="connsiteX0" fmla="*/ 6711288 w 7288063"/>
              <a:gd name="connsiteY0" fmla="*/ 0 h 4555608"/>
              <a:gd name="connsiteX1" fmla="*/ 6840066 w 7288063"/>
              <a:gd name="connsiteY1" fmla="*/ 218218 h 4555608"/>
              <a:gd name="connsiteX2" fmla="*/ 7157820 w 7288063"/>
              <a:gd name="connsiteY2" fmla="*/ 492919 h 4555608"/>
              <a:gd name="connsiteX3" fmla="*/ 7286979 w 7288063"/>
              <a:gd name="connsiteY3" fmla="*/ 789718 h 4555608"/>
              <a:gd name="connsiteX4" fmla="*/ 7212779 w 7288063"/>
              <a:gd name="connsiteY4" fmla="*/ 1096137 h 4555608"/>
              <a:gd name="connsiteX5" fmla="*/ 7023803 w 7288063"/>
              <a:gd name="connsiteY5" fmla="*/ 1349883 h 4555608"/>
              <a:gd name="connsiteX6" fmla="*/ 6765390 w 7288063"/>
              <a:gd name="connsiteY6" fmla="*/ 1515047 h 4555608"/>
              <a:gd name="connsiteX7" fmla="*/ 6490212 w 7288063"/>
              <a:gd name="connsiteY7" fmla="*/ 1632299 h 4555608"/>
              <a:gd name="connsiteX8" fmla="*/ 6317906 w 7288063"/>
              <a:gd name="connsiteY8" fmla="*/ 1759172 h 4555608"/>
              <a:gd name="connsiteX9" fmla="*/ 6203033 w 7288063"/>
              <a:gd name="connsiteY9" fmla="*/ 1962626 h 4555608"/>
              <a:gd name="connsiteX10" fmla="*/ 6109689 w 7288063"/>
              <a:gd name="connsiteY10" fmla="*/ 2245138 h 4555608"/>
              <a:gd name="connsiteX11" fmla="*/ 6045109 w 7288063"/>
              <a:gd name="connsiteY11" fmla="*/ 2467737 h 4555608"/>
              <a:gd name="connsiteX12" fmla="*/ 5966147 w 7288063"/>
              <a:gd name="connsiteY12" fmla="*/ 2723864 h 4555608"/>
              <a:gd name="connsiteX13" fmla="*/ 5836988 w 7288063"/>
              <a:gd name="connsiteY13" fmla="*/ 2970467 h 4555608"/>
              <a:gd name="connsiteX14" fmla="*/ 5553257 w 7288063"/>
              <a:gd name="connsiteY14" fmla="*/ 3507535 h 4555608"/>
              <a:gd name="connsiteX15" fmla="*/ 5276732 w 7288063"/>
              <a:gd name="connsiteY15" fmla="*/ 3772955 h 4555608"/>
              <a:gd name="connsiteX16" fmla="*/ 4958368 w 7288063"/>
              <a:gd name="connsiteY16" fmla="*/ 4050049 h 4555608"/>
              <a:gd name="connsiteX17" fmla="*/ 4615502 w 7288063"/>
              <a:gd name="connsiteY17" fmla="*/ 4324160 h 4555608"/>
              <a:gd name="connsiteX18" fmla="*/ 4432431 w 7288063"/>
              <a:gd name="connsiteY18" fmla="*/ 4478560 h 4555608"/>
              <a:gd name="connsiteX19" fmla="*/ 4147729 w 7288063"/>
              <a:gd name="connsiteY19" fmla="*/ 4555141 h 4555608"/>
              <a:gd name="connsiteX20" fmla="*/ 3621378 w 7288063"/>
              <a:gd name="connsiteY20" fmla="*/ 4488085 h 4555608"/>
              <a:gd name="connsiteX21" fmla="*/ 3059117 w 7288063"/>
              <a:gd name="connsiteY21" fmla="*/ 4488085 h 4555608"/>
              <a:gd name="connsiteX22" fmla="*/ 2815658 w 7288063"/>
              <a:gd name="connsiteY22" fmla="*/ 4463034 h 4555608"/>
              <a:gd name="connsiteX23" fmla="*/ 2449326 w 7288063"/>
              <a:gd name="connsiteY23" fmla="*/ 4272629 h 4555608"/>
              <a:gd name="connsiteX24" fmla="*/ 2254064 w 7288063"/>
              <a:gd name="connsiteY24" fmla="*/ 3953733 h 4555608"/>
              <a:gd name="connsiteX25" fmla="*/ 2094520 w 7288063"/>
              <a:gd name="connsiteY25" fmla="*/ 3613309 h 4555608"/>
              <a:gd name="connsiteX26" fmla="*/ 2001461 w 7288063"/>
              <a:gd name="connsiteY26" fmla="*/ 3309080 h 4555608"/>
              <a:gd name="connsiteX27" fmla="*/ 2067945 w 7288063"/>
              <a:gd name="connsiteY27" fmla="*/ 2865215 h 4555608"/>
              <a:gd name="connsiteX28" fmla="*/ 2132715 w 7288063"/>
              <a:gd name="connsiteY28" fmla="*/ 2444591 h 4555608"/>
              <a:gd name="connsiteX29" fmla="*/ 2018034 w 7288063"/>
              <a:gd name="connsiteY29" fmla="*/ 2240090 h 4555608"/>
              <a:gd name="connsiteX30" fmla="*/ 1881827 w 7288063"/>
              <a:gd name="connsiteY30" fmla="*/ 2156936 h 4555608"/>
              <a:gd name="connsiteX31" fmla="*/ 1567788 w 7288063"/>
              <a:gd name="connsiteY31" fmla="*/ 2075498 h 4555608"/>
              <a:gd name="connsiteX32" fmla="*/ 1375001 w 7288063"/>
              <a:gd name="connsiteY32" fmla="*/ 2120360 h 4555608"/>
              <a:gd name="connsiteX33" fmla="*/ 1002278 w 7288063"/>
              <a:gd name="connsiteY33" fmla="*/ 2509432 h 4555608"/>
              <a:gd name="connsiteX34" fmla="*/ 0 w 7288063"/>
              <a:gd name="connsiteY34" fmla="*/ 2185434 h 4555608"/>
              <a:gd name="connsiteX0" fmla="*/ 6711288 w 7288063"/>
              <a:gd name="connsiteY0" fmla="*/ 0 h 4555608"/>
              <a:gd name="connsiteX1" fmla="*/ 6840066 w 7288063"/>
              <a:gd name="connsiteY1" fmla="*/ 218218 h 4555608"/>
              <a:gd name="connsiteX2" fmla="*/ 7157820 w 7288063"/>
              <a:gd name="connsiteY2" fmla="*/ 492919 h 4555608"/>
              <a:gd name="connsiteX3" fmla="*/ 7286979 w 7288063"/>
              <a:gd name="connsiteY3" fmla="*/ 789718 h 4555608"/>
              <a:gd name="connsiteX4" fmla="*/ 7212779 w 7288063"/>
              <a:gd name="connsiteY4" fmla="*/ 1096137 h 4555608"/>
              <a:gd name="connsiteX5" fmla="*/ 7023803 w 7288063"/>
              <a:gd name="connsiteY5" fmla="*/ 1349883 h 4555608"/>
              <a:gd name="connsiteX6" fmla="*/ 6765390 w 7288063"/>
              <a:gd name="connsiteY6" fmla="*/ 1515047 h 4555608"/>
              <a:gd name="connsiteX7" fmla="*/ 6490212 w 7288063"/>
              <a:gd name="connsiteY7" fmla="*/ 1632299 h 4555608"/>
              <a:gd name="connsiteX8" fmla="*/ 6317906 w 7288063"/>
              <a:gd name="connsiteY8" fmla="*/ 1759172 h 4555608"/>
              <a:gd name="connsiteX9" fmla="*/ 6203033 w 7288063"/>
              <a:gd name="connsiteY9" fmla="*/ 1962626 h 4555608"/>
              <a:gd name="connsiteX10" fmla="*/ 6109689 w 7288063"/>
              <a:gd name="connsiteY10" fmla="*/ 2245138 h 4555608"/>
              <a:gd name="connsiteX11" fmla="*/ 6045109 w 7288063"/>
              <a:gd name="connsiteY11" fmla="*/ 2467737 h 4555608"/>
              <a:gd name="connsiteX12" fmla="*/ 5966147 w 7288063"/>
              <a:gd name="connsiteY12" fmla="*/ 2723864 h 4555608"/>
              <a:gd name="connsiteX13" fmla="*/ 5836988 w 7288063"/>
              <a:gd name="connsiteY13" fmla="*/ 2970467 h 4555608"/>
              <a:gd name="connsiteX14" fmla="*/ 5553257 w 7288063"/>
              <a:gd name="connsiteY14" fmla="*/ 3507535 h 4555608"/>
              <a:gd name="connsiteX15" fmla="*/ 5276732 w 7288063"/>
              <a:gd name="connsiteY15" fmla="*/ 3772955 h 4555608"/>
              <a:gd name="connsiteX16" fmla="*/ 4958368 w 7288063"/>
              <a:gd name="connsiteY16" fmla="*/ 4050049 h 4555608"/>
              <a:gd name="connsiteX17" fmla="*/ 4615502 w 7288063"/>
              <a:gd name="connsiteY17" fmla="*/ 4324160 h 4555608"/>
              <a:gd name="connsiteX18" fmla="*/ 4432431 w 7288063"/>
              <a:gd name="connsiteY18" fmla="*/ 4478560 h 4555608"/>
              <a:gd name="connsiteX19" fmla="*/ 4147729 w 7288063"/>
              <a:gd name="connsiteY19" fmla="*/ 4555141 h 4555608"/>
              <a:gd name="connsiteX20" fmla="*/ 3621378 w 7288063"/>
              <a:gd name="connsiteY20" fmla="*/ 4488085 h 4555608"/>
              <a:gd name="connsiteX21" fmla="*/ 3059117 w 7288063"/>
              <a:gd name="connsiteY21" fmla="*/ 4488085 h 4555608"/>
              <a:gd name="connsiteX22" fmla="*/ 2815658 w 7288063"/>
              <a:gd name="connsiteY22" fmla="*/ 4463034 h 4555608"/>
              <a:gd name="connsiteX23" fmla="*/ 2449326 w 7288063"/>
              <a:gd name="connsiteY23" fmla="*/ 4272629 h 4555608"/>
              <a:gd name="connsiteX24" fmla="*/ 2254064 w 7288063"/>
              <a:gd name="connsiteY24" fmla="*/ 3953733 h 4555608"/>
              <a:gd name="connsiteX25" fmla="*/ 2094520 w 7288063"/>
              <a:gd name="connsiteY25" fmla="*/ 3613309 h 4555608"/>
              <a:gd name="connsiteX26" fmla="*/ 2001461 w 7288063"/>
              <a:gd name="connsiteY26" fmla="*/ 3309080 h 4555608"/>
              <a:gd name="connsiteX27" fmla="*/ 2067945 w 7288063"/>
              <a:gd name="connsiteY27" fmla="*/ 2865215 h 4555608"/>
              <a:gd name="connsiteX28" fmla="*/ 2132715 w 7288063"/>
              <a:gd name="connsiteY28" fmla="*/ 2444591 h 4555608"/>
              <a:gd name="connsiteX29" fmla="*/ 2018034 w 7288063"/>
              <a:gd name="connsiteY29" fmla="*/ 2240090 h 4555608"/>
              <a:gd name="connsiteX30" fmla="*/ 1881827 w 7288063"/>
              <a:gd name="connsiteY30" fmla="*/ 2156936 h 4555608"/>
              <a:gd name="connsiteX31" fmla="*/ 1567788 w 7288063"/>
              <a:gd name="connsiteY31" fmla="*/ 2075498 h 4555608"/>
              <a:gd name="connsiteX32" fmla="*/ 1375001 w 7288063"/>
              <a:gd name="connsiteY32" fmla="*/ 2120360 h 4555608"/>
              <a:gd name="connsiteX33" fmla="*/ 928190 w 7288063"/>
              <a:gd name="connsiteY33" fmla="*/ 2554214 h 4555608"/>
              <a:gd name="connsiteX34" fmla="*/ 0 w 7288063"/>
              <a:gd name="connsiteY34" fmla="*/ 2185434 h 4555608"/>
              <a:gd name="connsiteX0" fmla="*/ 6711288 w 7288063"/>
              <a:gd name="connsiteY0" fmla="*/ 0 h 4555608"/>
              <a:gd name="connsiteX1" fmla="*/ 7157820 w 7288063"/>
              <a:gd name="connsiteY1" fmla="*/ 492919 h 4555608"/>
              <a:gd name="connsiteX2" fmla="*/ 7286979 w 7288063"/>
              <a:gd name="connsiteY2" fmla="*/ 789718 h 4555608"/>
              <a:gd name="connsiteX3" fmla="*/ 7212779 w 7288063"/>
              <a:gd name="connsiteY3" fmla="*/ 1096137 h 4555608"/>
              <a:gd name="connsiteX4" fmla="*/ 7023803 w 7288063"/>
              <a:gd name="connsiteY4" fmla="*/ 1349883 h 4555608"/>
              <a:gd name="connsiteX5" fmla="*/ 6765390 w 7288063"/>
              <a:gd name="connsiteY5" fmla="*/ 1515047 h 4555608"/>
              <a:gd name="connsiteX6" fmla="*/ 6490212 w 7288063"/>
              <a:gd name="connsiteY6" fmla="*/ 1632299 h 4555608"/>
              <a:gd name="connsiteX7" fmla="*/ 6317906 w 7288063"/>
              <a:gd name="connsiteY7" fmla="*/ 1759172 h 4555608"/>
              <a:gd name="connsiteX8" fmla="*/ 6203033 w 7288063"/>
              <a:gd name="connsiteY8" fmla="*/ 1962626 h 4555608"/>
              <a:gd name="connsiteX9" fmla="*/ 6109689 w 7288063"/>
              <a:gd name="connsiteY9" fmla="*/ 2245138 h 4555608"/>
              <a:gd name="connsiteX10" fmla="*/ 6045109 w 7288063"/>
              <a:gd name="connsiteY10" fmla="*/ 2467737 h 4555608"/>
              <a:gd name="connsiteX11" fmla="*/ 5966147 w 7288063"/>
              <a:gd name="connsiteY11" fmla="*/ 2723864 h 4555608"/>
              <a:gd name="connsiteX12" fmla="*/ 5836988 w 7288063"/>
              <a:gd name="connsiteY12" fmla="*/ 2970467 h 4555608"/>
              <a:gd name="connsiteX13" fmla="*/ 5553257 w 7288063"/>
              <a:gd name="connsiteY13" fmla="*/ 3507535 h 4555608"/>
              <a:gd name="connsiteX14" fmla="*/ 5276732 w 7288063"/>
              <a:gd name="connsiteY14" fmla="*/ 3772955 h 4555608"/>
              <a:gd name="connsiteX15" fmla="*/ 4958368 w 7288063"/>
              <a:gd name="connsiteY15" fmla="*/ 4050049 h 4555608"/>
              <a:gd name="connsiteX16" fmla="*/ 4615502 w 7288063"/>
              <a:gd name="connsiteY16" fmla="*/ 4324160 h 4555608"/>
              <a:gd name="connsiteX17" fmla="*/ 4432431 w 7288063"/>
              <a:gd name="connsiteY17" fmla="*/ 4478560 h 4555608"/>
              <a:gd name="connsiteX18" fmla="*/ 4147729 w 7288063"/>
              <a:gd name="connsiteY18" fmla="*/ 4555141 h 4555608"/>
              <a:gd name="connsiteX19" fmla="*/ 3621378 w 7288063"/>
              <a:gd name="connsiteY19" fmla="*/ 4488085 h 4555608"/>
              <a:gd name="connsiteX20" fmla="*/ 3059117 w 7288063"/>
              <a:gd name="connsiteY20" fmla="*/ 4488085 h 4555608"/>
              <a:gd name="connsiteX21" fmla="*/ 2815658 w 7288063"/>
              <a:gd name="connsiteY21" fmla="*/ 4463034 h 4555608"/>
              <a:gd name="connsiteX22" fmla="*/ 2449326 w 7288063"/>
              <a:gd name="connsiteY22" fmla="*/ 4272629 h 4555608"/>
              <a:gd name="connsiteX23" fmla="*/ 2254064 w 7288063"/>
              <a:gd name="connsiteY23" fmla="*/ 3953733 h 4555608"/>
              <a:gd name="connsiteX24" fmla="*/ 2094520 w 7288063"/>
              <a:gd name="connsiteY24" fmla="*/ 3613309 h 4555608"/>
              <a:gd name="connsiteX25" fmla="*/ 2001461 w 7288063"/>
              <a:gd name="connsiteY25" fmla="*/ 3309080 h 4555608"/>
              <a:gd name="connsiteX26" fmla="*/ 2067945 w 7288063"/>
              <a:gd name="connsiteY26" fmla="*/ 2865215 h 4555608"/>
              <a:gd name="connsiteX27" fmla="*/ 2132715 w 7288063"/>
              <a:gd name="connsiteY27" fmla="*/ 2444591 h 4555608"/>
              <a:gd name="connsiteX28" fmla="*/ 2018034 w 7288063"/>
              <a:gd name="connsiteY28" fmla="*/ 2240090 h 4555608"/>
              <a:gd name="connsiteX29" fmla="*/ 1881827 w 7288063"/>
              <a:gd name="connsiteY29" fmla="*/ 2156936 h 4555608"/>
              <a:gd name="connsiteX30" fmla="*/ 1567788 w 7288063"/>
              <a:gd name="connsiteY30" fmla="*/ 2075498 h 4555608"/>
              <a:gd name="connsiteX31" fmla="*/ 1375001 w 7288063"/>
              <a:gd name="connsiteY31" fmla="*/ 2120360 h 4555608"/>
              <a:gd name="connsiteX32" fmla="*/ 928190 w 7288063"/>
              <a:gd name="connsiteY32" fmla="*/ 2554214 h 4555608"/>
              <a:gd name="connsiteX33" fmla="*/ 0 w 7288063"/>
              <a:gd name="connsiteY33" fmla="*/ 2185434 h 4555608"/>
              <a:gd name="connsiteX0" fmla="*/ 7157820 w 7288063"/>
              <a:gd name="connsiteY0" fmla="*/ 0 h 4062689"/>
              <a:gd name="connsiteX1" fmla="*/ 7286979 w 7288063"/>
              <a:gd name="connsiteY1" fmla="*/ 296799 h 4062689"/>
              <a:gd name="connsiteX2" fmla="*/ 7212779 w 7288063"/>
              <a:gd name="connsiteY2" fmla="*/ 603218 h 4062689"/>
              <a:gd name="connsiteX3" fmla="*/ 7023803 w 7288063"/>
              <a:gd name="connsiteY3" fmla="*/ 856964 h 4062689"/>
              <a:gd name="connsiteX4" fmla="*/ 6765390 w 7288063"/>
              <a:gd name="connsiteY4" fmla="*/ 1022128 h 4062689"/>
              <a:gd name="connsiteX5" fmla="*/ 6490212 w 7288063"/>
              <a:gd name="connsiteY5" fmla="*/ 1139380 h 4062689"/>
              <a:gd name="connsiteX6" fmla="*/ 6317906 w 7288063"/>
              <a:gd name="connsiteY6" fmla="*/ 1266253 h 4062689"/>
              <a:gd name="connsiteX7" fmla="*/ 6203033 w 7288063"/>
              <a:gd name="connsiteY7" fmla="*/ 1469707 h 4062689"/>
              <a:gd name="connsiteX8" fmla="*/ 6109689 w 7288063"/>
              <a:gd name="connsiteY8" fmla="*/ 1752219 h 4062689"/>
              <a:gd name="connsiteX9" fmla="*/ 6045109 w 7288063"/>
              <a:gd name="connsiteY9" fmla="*/ 1974818 h 4062689"/>
              <a:gd name="connsiteX10" fmla="*/ 5966147 w 7288063"/>
              <a:gd name="connsiteY10" fmla="*/ 2230945 h 4062689"/>
              <a:gd name="connsiteX11" fmla="*/ 5836988 w 7288063"/>
              <a:gd name="connsiteY11" fmla="*/ 2477548 h 4062689"/>
              <a:gd name="connsiteX12" fmla="*/ 5553257 w 7288063"/>
              <a:gd name="connsiteY12" fmla="*/ 3014616 h 4062689"/>
              <a:gd name="connsiteX13" fmla="*/ 5276732 w 7288063"/>
              <a:gd name="connsiteY13" fmla="*/ 3280036 h 4062689"/>
              <a:gd name="connsiteX14" fmla="*/ 4958368 w 7288063"/>
              <a:gd name="connsiteY14" fmla="*/ 3557130 h 4062689"/>
              <a:gd name="connsiteX15" fmla="*/ 4615502 w 7288063"/>
              <a:gd name="connsiteY15" fmla="*/ 3831241 h 4062689"/>
              <a:gd name="connsiteX16" fmla="*/ 4432431 w 7288063"/>
              <a:gd name="connsiteY16" fmla="*/ 3985641 h 4062689"/>
              <a:gd name="connsiteX17" fmla="*/ 4147729 w 7288063"/>
              <a:gd name="connsiteY17" fmla="*/ 4062222 h 4062689"/>
              <a:gd name="connsiteX18" fmla="*/ 3621378 w 7288063"/>
              <a:gd name="connsiteY18" fmla="*/ 3995166 h 4062689"/>
              <a:gd name="connsiteX19" fmla="*/ 3059117 w 7288063"/>
              <a:gd name="connsiteY19" fmla="*/ 3995166 h 4062689"/>
              <a:gd name="connsiteX20" fmla="*/ 2815658 w 7288063"/>
              <a:gd name="connsiteY20" fmla="*/ 3970115 h 4062689"/>
              <a:gd name="connsiteX21" fmla="*/ 2449326 w 7288063"/>
              <a:gd name="connsiteY21" fmla="*/ 3779710 h 4062689"/>
              <a:gd name="connsiteX22" fmla="*/ 2254064 w 7288063"/>
              <a:gd name="connsiteY22" fmla="*/ 3460814 h 4062689"/>
              <a:gd name="connsiteX23" fmla="*/ 2094520 w 7288063"/>
              <a:gd name="connsiteY23" fmla="*/ 3120390 h 4062689"/>
              <a:gd name="connsiteX24" fmla="*/ 2001461 w 7288063"/>
              <a:gd name="connsiteY24" fmla="*/ 2816161 h 4062689"/>
              <a:gd name="connsiteX25" fmla="*/ 2067945 w 7288063"/>
              <a:gd name="connsiteY25" fmla="*/ 2372296 h 4062689"/>
              <a:gd name="connsiteX26" fmla="*/ 2132715 w 7288063"/>
              <a:gd name="connsiteY26" fmla="*/ 1951672 h 4062689"/>
              <a:gd name="connsiteX27" fmla="*/ 2018034 w 7288063"/>
              <a:gd name="connsiteY27" fmla="*/ 1747171 h 4062689"/>
              <a:gd name="connsiteX28" fmla="*/ 1881827 w 7288063"/>
              <a:gd name="connsiteY28" fmla="*/ 1664017 h 4062689"/>
              <a:gd name="connsiteX29" fmla="*/ 1567788 w 7288063"/>
              <a:gd name="connsiteY29" fmla="*/ 1582579 h 4062689"/>
              <a:gd name="connsiteX30" fmla="*/ 1375001 w 7288063"/>
              <a:gd name="connsiteY30" fmla="*/ 1627441 h 4062689"/>
              <a:gd name="connsiteX31" fmla="*/ 928190 w 7288063"/>
              <a:gd name="connsiteY31" fmla="*/ 2061295 h 4062689"/>
              <a:gd name="connsiteX32" fmla="*/ 0 w 7288063"/>
              <a:gd name="connsiteY32" fmla="*/ 1692515 h 4062689"/>
              <a:gd name="connsiteX0" fmla="*/ 7157820 w 7288063"/>
              <a:gd name="connsiteY0" fmla="*/ 0 h 4062689"/>
              <a:gd name="connsiteX1" fmla="*/ 7286979 w 7288063"/>
              <a:gd name="connsiteY1" fmla="*/ 296799 h 4062689"/>
              <a:gd name="connsiteX2" fmla="*/ 7212779 w 7288063"/>
              <a:gd name="connsiteY2" fmla="*/ 603218 h 4062689"/>
              <a:gd name="connsiteX3" fmla="*/ 7023803 w 7288063"/>
              <a:gd name="connsiteY3" fmla="*/ 856964 h 4062689"/>
              <a:gd name="connsiteX4" fmla="*/ 6490212 w 7288063"/>
              <a:gd name="connsiteY4" fmla="*/ 1139380 h 4062689"/>
              <a:gd name="connsiteX5" fmla="*/ 6317906 w 7288063"/>
              <a:gd name="connsiteY5" fmla="*/ 1266253 h 4062689"/>
              <a:gd name="connsiteX6" fmla="*/ 6203033 w 7288063"/>
              <a:gd name="connsiteY6" fmla="*/ 1469707 h 4062689"/>
              <a:gd name="connsiteX7" fmla="*/ 6109689 w 7288063"/>
              <a:gd name="connsiteY7" fmla="*/ 1752219 h 4062689"/>
              <a:gd name="connsiteX8" fmla="*/ 6045109 w 7288063"/>
              <a:gd name="connsiteY8" fmla="*/ 1974818 h 4062689"/>
              <a:gd name="connsiteX9" fmla="*/ 5966147 w 7288063"/>
              <a:gd name="connsiteY9" fmla="*/ 2230945 h 4062689"/>
              <a:gd name="connsiteX10" fmla="*/ 5836988 w 7288063"/>
              <a:gd name="connsiteY10" fmla="*/ 2477548 h 4062689"/>
              <a:gd name="connsiteX11" fmla="*/ 5553257 w 7288063"/>
              <a:gd name="connsiteY11" fmla="*/ 3014616 h 4062689"/>
              <a:gd name="connsiteX12" fmla="*/ 5276732 w 7288063"/>
              <a:gd name="connsiteY12" fmla="*/ 3280036 h 4062689"/>
              <a:gd name="connsiteX13" fmla="*/ 4958368 w 7288063"/>
              <a:gd name="connsiteY13" fmla="*/ 3557130 h 4062689"/>
              <a:gd name="connsiteX14" fmla="*/ 4615502 w 7288063"/>
              <a:gd name="connsiteY14" fmla="*/ 3831241 h 4062689"/>
              <a:gd name="connsiteX15" fmla="*/ 4432431 w 7288063"/>
              <a:gd name="connsiteY15" fmla="*/ 3985641 h 4062689"/>
              <a:gd name="connsiteX16" fmla="*/ 4147729 w 7288063"/>
              <a:gd name="connsiteY16" fmla="*/ 4062222 h 4062689"/>
              <a:gd name="connsiteX17" fmla="*/ 3621378 w 7288063"/>
              <a:gd name="connsiteY17" fmla="*/ 3995166 h 4062689"/>
              <a:gd name="connsiteX18" fmla="*/ 3059117 w 7288063"/>
              <a:gd name="connsiteY18" fmla="*/ 3995166 h 4062689"/>
              <a:gd name="connsiteX19" fmla="*/ 2815658 w 7288063"/>
              <a:gd name="connsiteY19" fmla="*/ 3970115 h 4062689"/>
              <a:gd name="connsiteX20" fmla="*/ 2449326 w 7288063"/>
              <a:gd name="connsiteY20" fmla="*/ 3779710 h 4062689"/>
              <a:gd name="connsiteX21" fmla="*/ 2254064 w 7288063"/>
              <a:gd name="connsiteY21" fmla="*/ 3460814 h 4062689"/>
              <a:gd name="connsiteX22" fmla="*/ 2094520 w 7288063"/>
              <a:gd name="connsiteY22" fmla="*/ 3120390 h 4062689"/>
              <a:gd name="connsiteX23" fmla="*/ 2001461 w 7288063"/>
              <a:gd name="connsiteY23" fmla="*/ 2816161 h 4062689"/>
              <a:gd name="connsiteX24" fmla="*/ 2067945 w 7288063"/>
              <a:gd name="connsiteY24" fmla="*/ 2372296 h 4062689"/>
              <a:gd name="connsiteX25" fmla="*/ 2132715 w 7288063"/>
              <a:gd name="connsiteY25" fmla="*/ 1951672 h 4062689"/>
              <a:gd name="connsiteX26" fmla="*/ 2018034 w 7288063"/>
              <a:gd name="connsiteY26" fmla="*/ 1747171 h 4062689"/>
              <a:gd name="connsiteX27" fmla="*/ 1881827 w 7288063"/>
              <a:gd name="connsiteY27" fmla="*/ 1664017 h 4062689"/>
              <a:gd name="connsiteX28" fmla="*/ 1567788 w 7288063"/>
              <a:gd name="connsiteY28" fmla="*/ 1582579 h 4062689"/>
              <a:gd name="connsiteX29" fmla="*/ 1375001 w 7288063"/>
              <a:gd name="connsiteY29" fmla="*/ 1627441 h 4062689"/>
              <a:gd name="connsiteX30" fmla="*/ 928190 w 7288063"/>
              <a:gd name="connsiteY30" fmla="*/ 2061295 h 4062689"/>
              <a:gd name="connsiteX31" fmla="*/ 0 w 7288063"/>
              <a:gd name="connsiteY31" fmla="*/ 1692515 h 4062689"/>
              <a:gd name="connsiteX0" fmla="*/ 7157820 w 7302912"/>
              <a:gd name="connsiteY0" fmla="*/ 0 h 4062689"/>
              <a:gd name="connsiteX1" fmla="*/ 7286979 w 7302912"/>
              <a:gd name="connsiteY1" fmla="*/ 296799 h 4062689"/>
              <a:gd name="connsiteX2" fmla="*/ 7212779 w 7302912"/>
              <a:gd name="connsiteY2" fmla="*/ 603218 h 4062689"/>
              <a:gd name="connsiteX3" fmla="*/ 6490212 w 7302912"/>
              <a:gd name="connsiteY3" fmla="*/ 1139380 h 4062689"/>
              <a:gd name="connsiteX4" fmla="*/ 6317906 w 7302912"/>
              <a:gd name="connsiteY4" fmla="*/ 1266253 h 4062689"/>
              <a:gd name="connsiteX5" fmla="*/ 6203033 w 7302912"/>
              <a:gd name="connsiteY5" fmla="*/ 1469707 h 4062689"/>
              <a:gd name="connsiteX6" fmla="*/ 6109689 w 7302912"/>
              <a:gd name="connsiteY6" fmla="*/ 1752219 h 4062689"/>
              <a:gd name="connsiteX7" fmla="*/ 6045109 w 7302912"/>
              <a:gd name="connsiteY7" fmla="*/ 1974818 h 4062689"/>
              <a:gd name="connsiteX8" fmla="*/ 5966147 w 7302912"/>
              <a:gd name="connsiteY8" fmla="*/ 2230945 h 4062689"/>
              <a:gd name="connsiteX9" fmla="*/ 5836988 w 7302912"/>
              <a:gd name="connsiteY9" fmla="*/ 2477548 h 4062689"/>
              <a:gd name="connsiteX10" fmla="*/ 5553257 w 7302912"/>
              <a:gd name="connsiteY10" fmla="*/ 3014616 h 4062689"/>
              <a:gd name="connsiteX11" fmla="*/ 5276732 w 7302912"/>
              <a:gd name="connsiteY11" fmla="*/ 3280036 h 4062689"/>
              <a:gd name="connsiteX12" fmla="*/ 4958368 w 7302912"/>
              <a:gd name="connsiteY12" fmla="*/ 3557130 h 4062689"/>
              <a:gd name="connsiteX13" fmla="*/ 4615502 w 7302912"/>
              <a:gd name="connsiteY13" fmla="*/ 3831241 h 4062689"/>
              <a:gd name="connsiteX14" fmla="*/ 4432431 w 7302912"/>
              <a:gd name="connsiteY14" fmla="*/ 3985641 h 4062689"/>
              <a:gd name="connsiteX15" fmla="*/ 4147729 w 7302912"/>
              <a:gd name="connsiteY15" fmla="*/ 4062222 h 4062689"/>
              <a:gd name="connsiteX16" fmla="*/ 3621378 w 7302912"/>
              <a:gd name="connsiteY16" fmla="*/ 3995166 h 4062689"/>
              <a:gd name="connsiteX17" fmla="*/ 3059117 w 7302912"/>
              <a:gd name="connsiteY17" fmla="*/ 3995166 h 4062689"/>
              <a:gd name="connsiteX18" fmla="*/ 2815658 w 7302912"/>
              <a:gd name="connsiteY18" fmla="*/ 3970115 h 4062689"/>
              <a:gd name="connsiteX19" fmla="*/ 2449326 w 7302912"/>
              <a:gd name="connsiteY19" fmla="*/ 3779710 h 4062689"/>
              <a:gd name="connsiteX20" fmla="*/ 2254064 w 7302912"/>
              <a:gd name="connsiteY20" fmla="*/ 3460814 h 4062689"/>
              <a:gd name="connsiteX21" fmla="*/ 2094520 w 7302912"/>
              <a:gd name="connsiteY21" fmla="*/ 3120390 h 4062689"/>
              <a:gd name="connsiteX22" fmla="*/ 2001461 w 7302912"/>
              <a:gd name="connsiteY22" fmla="*/ 2816161 h 4062689"/>
              <a:gd name="connsiteX23" fmla="*/ 2067945 w 7302912"/>
              <a:gd name="connsiteY23" fmla="*/ 2372296 h 4062689"/>
              <a:gd name="connsiteX24" fmla="*/ 2132715 w 7302912"/>
              <a:gd name="connsiteY24" fmla="*/ 1951672 h 4062689"/>
              <a:gd name="connsiteX25" fmla="*/ 2018034 w 7302912"/>
              <a:gd name="connsiteY25" fmla="*/ 1747171 h 4062689"/>
              <a:gd name="connsiteX26" fmla="*/ 1881827 w 7302912"/>
              <a:gd name="connsiteY26" fmla="*/ 1664017 h 4062689"/>
              <a:gd name="connsiteX27" fmla="*/ 1567788 w 7302912"/>
              <a:gd name="connsiteY27" fmla="*/ 1582579 h 4062689"/>
              <a:gd name="connsiteX28" fmla="*/ 1375001 w 7302912"/>
              <a:gd name="connsiteY28" fmla="*/ 1627441 h 4062689"/>
              <a:gd name="connsiteX29" fmla="*/ 928190 w 7302912"/>
              <a:gd name="connsiteY29" fmla="*/ 2061295 h 4062689"/>
              <a:gd name="connsiteX30" fmla="*/ 0 w 7302912"/>
              <a:gd name="connsiteY30" fmla="*/ 1692515 h 4062689"/>
              <a:gd name="connsiteX0" fmla="*/ 7286979 w 7302912"/>
              <a:gd name="connsiteY0" fmla="*/ 0 h 3765890"/>
              <a:gd name="connsiteX1" fmla="*/ 7212779 w 7302912"/>
              <a:gd name="connsiteY1" fmla="*/ 306419 h 3765890"/>
              <a:gd name="connsiteX2" fmla="*/ 6490212 w 7302912"/>
              <a:gd name="connsiteY2" fmla="*/ 842581 h 3765890"/>
              <a:gd name="connsiteX3" fmla="*/ 6317906 w 7302912"/>
              <a:gd name="connsiteY3" fmla="*/ 969454 h 3765890"/>
              <a:gd name="connsiteX4" fmla="*/ 6203033 w 7302912"/>
              <a:gd name="connsiteY4" fmla="*/ 1172908 h 3765890"/>
              <a:gd name="connsiteX5" fmla="*/ 6109689 w 7302912"/>
              <a:gd name="connsiteY5" fmla="*/ 1455420 h 3765890"/>
              <a:gd name="connsiteX6" fmla="*/ 6045109 w 7302912"/>
              <a:gd name="connsiteY6" fmla="*/ 1678019 h 3765890"/>
              <a:gd name="connsiteX7" fmla="*/ 5966147 w 7302912"/>
              <a:gd name="connsiteY7" fmla="*/ 1934146 h 3765890"/>
              <a:gd name="connsiteX8" fmla="*/ 5836988 w 7302912"/>
              <a:gd name="connsiteY8" fmla="*/ 2180749 h 3765890"/>
              <a:gd name="connsiteX9" fmla="*/ 5553257 w 7302912"/>
              <a:gd name="connsiteY9" fmla="*/ 2717817 h 3765890"/>
              <a:gd name="connsiteX10" fmla="*/ 5276732 w 7302912"/>
              <a:gd name="connsiteY10" fmla="*/ 2983237 h 3765890"/>
              <a:gd name="connsiteX11" fmla="*/ 4958368 w 7302912"/>
              <a:gd name="connsiteY11" fmla="*/ 3260331 h 3765890"/>
              <a:gd name="connsiteX12" fmla="*/ 4615502 w 7302912"/>
              <a:gd name="connsiteY12" fmla="*/ 3534442 h 3765890"/>
              <a:gd name="connsiteX13" fmla="*/ 4432431 w 7302912"/>
              <a:gd name="connsiteY13" fmla="*/ 3688842 h 3765890"/>
              <a:gd name="connsiteX14" fmla="*/ 4147729 w 7302912"/>
              <a:gd name="connsiteY14" fmla="*/ 3765423 h 3765890"/>
              <a:gd name="connsiteX15" fmla="*/ 3621378 w 7302912"/>
              <a:gd name="connsiteY15" fmla="*/ 3698367 h 3765890"/>
              <a:gd name="connsiteX16" fmla="*/ 3059117 w 7302912"/>
              <a:gd name="connsiteY16" fmla="*/ 3698367 h 3765890"/>
              <a:gd name="connsiteX17" fmla="*/ 2815658 w 7302912"/>
              <a:gd name="connsiteY17" fmla="*/ 3673316 h 3765890"/>
              <a:gd name="connsiteX18" fmla="*/ 2449326 w 7302912"/>
              <a:gd name="connsiteY18" fmla="*/ 3482911 h 3765890"/>
              <a:gd name="connsiteX19" fmla="*/ 2254064 w 7302912"/>
              <a:gd name="connsiteY19" fmla="*/ 3164015 h 3765890"/>
              <a:gd name="connsiteX20" fmla="*/ 2094520 w 7302912"/>
              <a:gd name="connsiteY20" fmla="*/ 2823591 h 3765890"/>
              <a:gd name="connsiteX21" fmla="*/ 2001461 w 7302912"/>
              <a:gd name="connsiteY21" fmla="*/ 2519362 h 3765890"/>
              <a:gd name="connsiteX22" fmla="*/ 2067945 w 7302912"/>
              <a:gd name="connsiteY22" fmla="*/ 2075497 h 3765890"/>
              <a:gd name="connsiteX23" fmla="*/ 2132715 w 7302912"/>
              <a:gd name="connsiteY23" fmla="*/ 1654873 h 3765890"/>
              <a:gd name="connsiteX24" fmla="*/ 2018034 w 7302912"/>
              <a:gd name="connsiteY24" fmla="*/ 1450372 h 3765890"/>
              <a:gd name="connsiteX25" fmla="*/ 1881827 w 7302912"/>
              <a:gd name="connsiteY25" fmla="*/ 1367218 h 3765890"/>
              <a:gd name="connsiteX26" fmla="*/ 1567788 w 7302912"/>
              <a:gd name="connsiteY26" fmla="*/ 1285780 h 3765890"/>
              <a:gd name="connsiteX27" fmla="*/ 1375001 w 7302912"/>
              <a:gd name="connsiteY27" fmla="*/ 1330642 h 3765890"/>
              <a:gd name="connsiteX28" fmla="*/ 928190 w 7302912"/>
              <a:gd name="connsiteY28" fmla="*/ 1764496 h 3765890"/>
              <a:gd name="connsiteX29" fmla="*/ 0 w 7302912"/>
              <a:gd name="connsiteY29" fmla="*/ 1395716 h 3765890"/>
              <a:gd name="connsiteX0" fmla="*/ 7212779 w 7212779"/>
              <a:gd name="connsiteY0" fmla="*/ 0 h 3459471"/>
              <a:gd name="connsiteX1" fmla="*/ 6490212 w 7212779"/>
              <a:gd name="connsiteY1" fmla="*/ 536162 h 3459471"/>
              <a:gd name="connsiteX2" fmla="*/ 6317906 w 7212779"/>
              <a:gd name="connsiteY2" fmla="*/ 663035 h 3459471"/>
              <a:gd name="connsiteX3" fmla="*/ 6203033 w 7212779"/>
              <a:gd name="connsiteY3" fmla="*/ 866489 h 3459471"/>
              <a:gd name="connsiteX4" fmla="*/ 6109689 w 7212779"/>
              <a:gd name="connsiteY4" fmla="*/ 1149001 h 3459471"/>
              <a:gd name="connsiteX5" fmla="*/ 6045109 w 7212779"/>
              <a:gd name="connsiteY5" fmla="*/ 1371600 h 3459471"/>
              <a:gd name="connsiteX6" fmla="*/ 5966147 w 7212779"/>
              <a:gd name="connsiteY6" fmla="*/ 1627727 h 3459471"/>
              <a:gd name="connsiteX7" fmla="*/ 5836988 w 7212779"/>
              <a:gd name="connsiteY7" fmla="*/ 1874330 h 3459471"/>
              <a:gd name="connsiteX8" fmla="*/ 5553257 w 7212779"/>
              <a:gd name="connsiteY8" fmla="*/ 2411398 h 3459471"/>
              <a:gd name="connsiteX9" fmla="*/ 5276732 w 7212779"/>
              <a:gd name="connsiteY9" fmla="*/ 2676818 h 3459471"/>
              <a:gd name="connsiteX10" fmla="*/ 4958368 w 7212779"/>
              <a:gd name="connsiteY10" fmla="*/ 2953912 h 3459471"/>
              <a:gd name="connsiteX11" fmla="*/ 4615502 w 7212779"/>
              <a:gd name="connsiteY11" fmla="*/ 3228023 h 3459471"/>
              <a:gd name="connsiteX12" fmla="*/ 4432431 w 7212779"/>
              <a:gd name="connsiteY12" fmla="*/ 3382423 h 3459471"/>
              <a:gd name="connsiteX13" fmla="*/ 4147729 w 7212779"/>
              <a:gd name="connsiteY13" fmla="*/ 3459004 h 3459471"/>
              <a:gd name="connsiteX14" fmla="*/ 3621378 w 7212779"/>
              <a:gd name="connsiteY14" fmla="*/ 3391948 h 3459471"/>
              <a:gd name="connsiteX15" fmla="*/ 3059117 w 7212779"/>
              <a:gd name="connsiteY15" fmla="*/ 3391948 h 3459471"/>
              <a:gd name="connsiteX16" fmla="*/ 2815658 w 7212779"/>
              <a:gd name="connsiteY16" fmla="*/ 3366897 h 3459471"/>
              <a:gd name="connsiteX17" fmla="*/ 2449326 w 7212779"/>
              <a:gd name="connsiteY17" fmla="*/ 3176492 h 3459471"/>
              <a:gd name="connsiteX18" fmla="*/ 2254064 w 7212779"/>
              <a:gd name="connsiteY18" fmla="*/ 2857596 h 3459471"/>
              <a:gd name="connsiteX19" fmla="*/ 2094520 w 7212779"/>
              <a:gd name="connsiteY19" fmla="*/ 2517172 h 3459471"/>
              <a:gd name="connsiteX20" fmla="*/ 2001461 w 7212779"/>
              <a:gd name="connsiteY20" fmla="*/ 2212943 h 3459471"/>
              <a:gd name="connsiteX21" fmla="*/ 2067945 w 7212779"/>
              <a:gd name="connsiteY21" fmla="*/ 1769078 h 3459471"/>
              <a:gd name="connsiteX22" fmla="*/ 2132715 w 7212779"/>
              <a:gd name="connsiteY22" fmla="*/ 1348454 h 3459471"/>
              <a:gd name="connsiteX23" fmla="*/ 2018034 w 7212779"/>
              <a:gd name="connsiteY23" fmla="*/ 1143953 h 3459471"/>
              <a:gd name="connsiteX24" fmla="*/ 1881827 w 7212779"/>
              <a:gd name="connsiteY24" fmla="*/ 1060799 h 3459471"/>
              <a:gd name="connsiteX25" fmla="*/ 1567788 w 7212779"/>
              <a:gd name="connsiteY25" fmla="*/ 979361 h 3459471"/>
              <a:gd name="connsiteX26" fmla="*/ 1375001 w 7212779"/>
              <a:gd name="connsiteY26" fmla="*/ 1024223 h 3459471"/>
              <a:gd name="connsiteX27" fmla="*/ 928190 w 7212779"/>
              <a:gd name="connsiteY27" fmla="*/ 1458077 h 3459471"/>
              <a:gd name="connsiteX28" fmla="*/ 0 w 7212779"/>
              <a:gd name="connsiteY28" fmla="*/ 1089297 h 3459471"/>
              <a:gd name="connsiteX0" fmla="*/ 6490212 w 6490212"/>
              <a:gd name="connsiteY0" fmla="*/ -1 h 2923308"/>
              <a:gd name="connsiteX1" fmla="*/ 6317906 w 6490212"/>
              <a:gd name="connsiteY1" fmla="*/ 126872 h 2923308"/>
              <a:gd name="connsiteX2" fmla="*/ 6203033 w 6490212"/>
              <a:gd name="connsiteY2" fmla="*/ 330326 h 2923308"/>
              <a:gd name="connsiteX3" fmla="*/ 6109689 w 6490212"/>
              <a:gd name="connsiteY3" fmla="*/ 612838 h 2923308"/>
              <a:gd name="connsiteX4" fmla="*/ 6045109 w 6490212"/>
              <a:gd name="connsiteY4" fmla="*/ 835437 h 2923308"/>
              <a:gd name="connsiteX5" fmla="*/ 5966147 w 6490212"/>
              <a:gd name="connsiteY5" fmla="*/ 1091564 h 2923308"/>
              <a:gd name="connsiteX6" fmla="*/ 5836988 w 6490212"/>
              <a:gd name="connsiteY6" fmla="*/ 1338167 h 2923308"/>
              <a:gd name="connsiteX7" fmla="*/ 5553257 w 6490212"/>
              <a:gd name="connsiteY7" fmla="*/ 1875235 h 2923308"/>
              <a:gd name="connsiteX8" fmla="*/ 5276732 w 6490212"/>
              <a:gd name="connsiteY8" fmla="*/ 2140655 h 2923308"/>
              <a:gd name="connsiteX9" fmla="*/ 4958368 w 6490212"/>
              <a:gd name="connsiteY9" fmla="*/ 2417749 h 2923308"/>
              <a:gd name="connsiteX10" fmla="*/ 4615502 w 6490212"/>
              <a:gd name="connsiteY10" fmla="*/ 2691860 h 2923308"/>
              <a:gd name="connsiteX11" fmla="*/ 4432431 w 6490212"/>
              <a:gd name="connsiteY11" fmla="*/ 2846260 h 2923308"/>
              <a:gd name="connsiteX12" fmla="*/ 4147729 w 6490212"/>
              <a:gd name="connsiteY12" fmla="*/ 2922841 h 2923308"/>
              <a:gd name="connsiteX13" fmla="*/ 3621378 w 6490212"/>
              <a:gd name="connsiteY13" fmla="*/ 2855785 h 2923308"/>
              <a:gd name="connsiteX14" fmla="*/ 3059117 w 6490212"/>
              <a:gd name="connsiteY14" fmla="*/ 2855785 h 2923308"/>
              <a:gd name="connsiteX15" fmla="*/ 2815658 w 6490212"/>
              <a:gd name="connsiteY15" fmla="*/ 2830734 h 2923308"/>
              <a:gd name="connsiteX16" fmla="*/ 2449326 w 6490212"/>
              <a:gd name="connsiteY16" fmla="*/ 2640329 h 2923308"/>
              <a:gd name="connsiteX17" fmla="*/ 2254064 w 6490212"/>
              <a:gd name="connsiteY17" fmla="*/ 2321433 h 2923308"/>
              <a:gd name="connsiteX18" fmla="*/ 2094520 w 6490212"/>
              <a:gd name="connsiteY18" fmla="*/ 1981009 h 2923308"/>
              <a:gd name="connsiteX19" fmla="*/ 2001461 w 6490212"/>
              <a:gd name="connsiteY19" fmla="*/ 1676780 h 2923308"/>
              <a:gd name="connsiteX20" fmla="*/ 2067945 w 6490212"/>
              <a:gd name="connsiteY20" fmla="*/ 1232915 h 2923308"/>
              <a:gd name="connsiteX21" fmla="*/ 2132715 w 6490212"/>
              <a:gd name="connsiteY21" fmla="*/ 812291 h 2923308"/>
              <a:gd name="connsiteX22" fmla="*/ 2018034 w 6490212"/>
              <a:gd name="connsiteY22" fmla="*/ 607790 h 2923308"/>
              <a:gd name="connsiteX23" fmla="*/ 1881827 w 6490212"/>
              <a:gd name="connsiteY23" fmla="*/ 524636 h 2923308"/>
              <a:gd name="connsiteX24" fmla="*/ 1567788 w 6490212"/>
              <a:gd name="connsiteY24" fmla="*/ 443198 h 2923308"/>
              <a:gd name="connsiteX25" fmla="*/ 1375001 w 6490212"/>
              <a:gd name="connsiteY25" fmla="*/ 488060 h 2923308"/>
              <a:gd name="connsiteX26" fmla="*/ 928190 w 6490212"/>
              <a:gd name="connsiteY26" fmla="*/ 921914 h 2923308"/>
              <a:gd name="connsiteX27" fmla="*/ 0 w 6490212"/>
              <a:gd name="connsiteY27" fmla="*/ 553134 h 2923308"/>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966147 w 6490212"/>
              <a:gd name="connsiteY4" fmla="*/ 1091565 h 2923309"/>
              <a:gd name="connsiteX5" fmla="*/ 5836988 w 6490212"/>
              <a:gd name="connsiteY5" fmla="*/ 1338168 h 2923309"/>
              <a:gd name="connsiteX6" fmla="*/ 5553257 w 6490212"/>
              <a:gd name="connsiteY6" fmla="*/ 1875236 h 2923309"/>
              <a:gd name="connsiteX7" fmla="*/ 5276732 w 6490212"/>
              <a:gd name="connsiteY7" fmla="*/ 2140656 h 2923309"/>
              <a:gd name="connsiteX8" fmla="*/ 4958368 w 6490212"/>
              <a:gd name="connsiteY8" fmla="*/ 2417750 h 2923309"/>
              <a:gd name="connsiteX9" fmla="*/ 4615502 w 6490212"/>
              <a:gd name="connsiteY9" fmla="*/ 2691861 h 2923309"/>
              <a:gd name="connsiteX10" fmla="*/ 4432431 w 6490212"/>
              <a:gd name="connsiteY10" fmla="*/ 2846261 h 2923309"/>
              <a:gd name="connsiteX11" fmla="*/ 4147729 w 6490212"/>
              <a:gd name="connsiteY11" fmla="*/ 2922842 h 2923309"/>
              <a:gd name="connsiteX12" fmla="*/ 3621378 w 6490212"/>
              <a:gd name="connsiteY12" fmla="*/ 2855786 h 2923309"/>
              <a:gd name="connsiteX13" fmla="*/ 3059117 w 6490212"/>
              <a:gd name="connsiteY13" fmla="*/ 2855786 h 2923309"/>
              <a:gd name="connsiteX14" fmla="*/ 2815658 w 6490212"/>
              <a:gd name="connsiteY14" fmla="*/ 2830735 h 2923309"/>
              <a:gd name="connsiteX15" fmla="*/ 2449326 w 6490212"/>
              <a:gd name="connsiteY15" fmla="*/ 2640330 h 2923309"/>
              <a:gd name="connsiteX16" fmla="*/ 2254064 w 6490212"/>
              <a:gd name="connsiteY16" fmla="*/ 2321434 h 2923309"/>
              <a:gd name="connsiteX17" fmla="*/ 2094520 w 6490212"/>
              <a:gd name="connsiteY17" fmla="*/ 1981010 h 2923309"/>
              <a:gd name="connsiteX18" fmla="*/ 2001461 w 6490212"/>
              <a:gd name="connsiteY18" fmla="*/ 1676781 h 2923309"/>
              <a:gd name="connsiteX19" fmla="*/ 2067945 w 6490212"/>
              <a:gd name="connsiteY19" fmla="*/ 1232916 h 2923309"/>
              <a:gd name="connsiteX20" fmla="*/ 2132715 w 6490212"/>
              <a:gd name="connsiteY20" fmla="*/ 812292 h 2923309"/>
              <a:gd name="connsiteX21" fmla="*/ 2018034 w 6490212"/>
              <a:gd name="connsiteY21" fmla="*/ 607791 h 2923309"/>
              <a:gd name="connsiteX22" fmla="*/ 1881827 w 6490212"/>
              <a:gd name="connsiteY22" fmla="*/ 524637 h 2923309"/>
              <a:gd name="connsiteX23" fmla="*/ 1567788 w 6490212"/>
              <a:gd name="connsiteY23" fmla="*/ 443199 h 2923309"/>
              <a:gd name="connsiteX24" fmla="*/ 1375001 w 6490212"/>
              <a:gd name="connsiteY24" fmla="*/ 488061 h 2923309"/>
              <a:gd name="connsiteX25" fmla="*/ 928190 w 6490212"/>
              <a:gd name="connsiteY25" fmla="*/ 921915 h 2923309"/>
              <a:gd name="connsiteX26" fmla="*/ 0 w 6490212"/>
              <a:gd name="connsiteY26"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836988 w 6490212"/>
              <a:gd name="connsiteY4" fmla="*/ 1338168 h 2923309"/>
              <a:gd name="connsiteX5" fmla="*/ 5553257 w 6490212"/>
              <a:gd name="connsiteY5" fmla="*/ 1875236 h 2923309"/>
              <a:gd name="connsiteX6" fmla="*/ 5276732 w 6490212"/>
              <a:gd name="connsiteY6" fmla="*/ 2140656 h 2923309"/>
              <a:gd name="connsiteX7" fmla="*/ 4958368 w 6490212"/>
              <a:gd name="connsiteY7" fmla="*/ 2417750 h 2923309"/>
              <a:gd name="connsiteX8" fmla="*/ 4615502 w 6490212"/>
              <a:gd name="connsiteY8" fmla="*/ 2691861 h 2923309"/>
              <a:gd name="connsiteX9" fmla="*/ 4432431 w 6490212"/>
              <a:gd name="connsiteY9" fmla="*/ 2846261 h 2923309"/>
              <a:gd name="connsiteX10" fmla="*/ 4147729 w 6490212"/>
              <a:gd name="connsiteY10" fmla="*/ 2922842 h 2923309"/>
              <a:gd name="connsiteX11" fmla="*/ 3621378 w 6490212"/>
              <a:gd name="connsiteY11" fmla="*/ 2855786 h 2923309"/>
              <a:gd name="connsiteX12" fmla="*/ 3059117 w 6490212"/>
              <a:gd name="connsiteY12" fmla="*/ 2855786 h 2923309"/>
              <a:gd name="connsiteX13" fmla="*/ 2815658 w 6490212"/>
              <a:gd name="connsiteY13" fmla="*/ 2830735 h 2923309"/>
              <a:gd name="connsiteX14" fmla="*/ 2449326 w 6490212"/>
              <a:gd name="connsiteY14" fmla="*/ 2640330 h 2923309"/>
              <a:gd name="connsiteX15" fmla="*/ 2254064 w 6490212"/>
              <a:gd name="connsiteY15" fmla="*/ 2321434 h 2923309"/>
              <a:gd name="connsiteX16" fmla="*/ 2094520 w 6490212"/>
              <a:gd name="connsiteY16" fmla="*/ 1981010 h 2923309"/>
              <a:gd name="connsiteX17" fmla="*/ 2001461 w 6490212"/>
              <a:gd name="connsiteY17" fmla="*/ 1676781 h 2923309"/>
              <a:gd name="connsiteX18" fmla="*/ 2067945 w 6490212"/>
              <a:gd name="connsiteY18" fmla="*/ 1232916 h 2923309"/>
              <a:gd name="connsiteX19" fmla="*/ 2132715 w 6490212"/>
              <a:gd name="connsiteY19" fmla="*/ 812292 h 2923309"/>
              <a:gd name="connsiteX20" fmla="*/ 2018034 w 6490212"/>
              <a:gd name="connsiteY20" fmla="*/ 607791 h 2923309"/>
              <a:gd name="connsiteX21" fmla="*/ 1881827 w 6490212"/>
              <a:gd name="connsiteY21" fmla="*/ 524637 h 2923309"/>
              <a:gd name="connsiteX22" fmla="*/ 1567788 w 6490212"/>
              <a:gd name="connsiteY22" fmla="*/ 443199 h 2923309"/>
              <a:gd name="connsiteX23" fmla="*/ 1375001 w 6490212"/>
              <a:gd name="connsiteY23" fmla="*/ 488061 h 2923309"/>
              <a:gd name="connsiteX24" fmla="*/ 928190 w 6490212"/>
              <a:gd name="connsiteY24" fmla="*/ 921915 h 2923309"/>
              <a:gd name="connsiteX25" fmla="*/ 0 w 6490212"/>
              <a:gd name="connsiteY25"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681887 w 6490212"/>
              <a:gd name="connsiteY4" fmla="*/ 1662725 h 2923309"/>
              <a:gd name="connsiteX5" fmla="*/ 5553257 w 6490212"/>
              <a:gd name="connsiteY5" fmla="*/ 1875236 h 2923309"/>
              <a:gd name="connsiteX6" fmla="*/ 5276732 w 6490212"/>
              <a:gd name="connsiteY6" fmla="*/ 2140656 h 2923309"/>
              <a:gd name="connsiteX7" fmla="*/ 4958368 w 6490212"/>
              <a:gd name="connsiteY7" fmla="*/ 2417750 h 2923309"/>
              <a:gd name="connsiteX8" fmla="*/ 4615502 w 6490212"/>
              <a:gd name="connsiteY8" fmla="*/ 2691861 h 2923309"/>
              <a:gd name="connsiteX9" fmla="*/ 4432431 w 6490212"/>
              <a:gd name="connsiteY9" fmla="*/ 2846261 h 2923309"/>
              <a:gd name="connsiteX10" fmla="*/ 4147729 w 6490212"/>
              <a:gd name="connsiteY10" fmla="*/ 2922842 h 2923309"/>
              <a:gd name="connsiteX11" fmla="*/ 3621378 w 6490212"/>
              <a:gd name="connsiteY11" fmla="*/ 2855786 h 2923309"/>
              <a:gd name="connsiteX12" fmla="*/ 3059117 w 6490212"/>
              <a:gd name="connsiteY12" fmla="*/ 2855786 h 2923309"/>
              <a:gd name="connsiteX13" fmla="*/ 2815658 w 6490212"/>
              <a:gd name="connsiteY13" fmla="*/ 2830735 h 2923309"/>
              <a:gd name="connsiteX14" fmla="*/ 2449326 w 6490212"/>
              <a:gd name="connsiteY14" fmla="*/ 2640330 h 2923309"/>
              <a:gd name="connsiteX15" fmla="*/ 2254064 w 6490212"/>
              <a:gd name="connsiteY15" fmla="*/ 2321434 h 2923309"/>
              <a:gd name="connsiteX16" fmla="*/ 2094520 w 6490212"/>
              <a:gd name="connsiteY16" fmla="*/ 1981010 h 2923309"/>
              <a:gd name="connsiteX17" fmla="*/ 2001461 w 6490212"/>
              <a:gd name="connsiteY17" fmla="*/ 1676781 h 2923309"/>
              <a:gd name="connsiteX18" fmla="*/ 2067945 w 6490212"/>
              <a:gd name="connsiteY18" fmla="*/ 1232916 h 2923309"/>
              <a:gd name="connsiteX19" fmla="*/ 2132715 w 6490212"/>
              <a:gd name="connsiteY19" fmla="*/ 812292 h 2923309"/>
              <a:gd name="connsiteX20" fmla="*/ 2018034 w 6490212"/>
              <a:gd name="connsiteY20" fmla="*/ 607791 h 2923309"/>
              <a:gd name="connsiteX21" fmla="*/ 1881827 w 6490212"/>
              <a:gd name="connsiteY21" fmla="*/ 524637 h 2923309"/>
              <a:gd name="connsiteX22" fmla="*/ 1567788 w 6490212"/>
              <a:gd name="connsiteY22" fmla="*/ 443199 h 2923309"/>
              <a:gd name="connsiteX23" fmla="*/ 1375001 w 6490212"/>
              <a:gd name="connsiteY23" fmla="*/ 488061 h 2923309"/>
              <a:gd name="connsiteX24" fmla="*/ 928190 w 6490212"/>
              <a:gd name="connsiteY24" fmla="*/ 921915 h 2923309"/>
              <a:gd name="connsiteX25" fmla="*/ 0 w 6490212"/>
              <a:gd name="connsiteY25"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5681887 w 6490212"/>
              <a:gd name="connsiteY3" fmla="*/ 1662725 h 2923309"/>
              <a:gd name="connsiteX4" fmla="*/ 5553257 w 6490212"/>
              <a:gd name="connsiteY4" fmla="*/ 1875236 h 2923309"/>
              <a:gd name="connsiteX5" fmla="*/ 5276732 w 6490212"/>
              <a:gd name="connsiteY5" fmla="*/ 2140656 h 2923309"/>
              <a:gd name="connsiteX6" fmla="*/ 4958368 w 6490212"/>
              <a:gd name="connsiteY6" fmla="*/ 2417750 h 2923309"/>
              <a:gd name="connsiteX7" fmla="*/ 4615502 w 6490212"/>
              <a:gd name="connsiteY7" fmla="*/ 2691861 h 2923309"/>
              <a:gd name="connsiteX8" fmla="*/ 4432431 w 6490212"/>
              <a:gd name="connsiteY8" fmla="*/ 2846261 h 2923309"/>
              <a:gd name="connsiteX9" fmla="*/ 4147729 w 6490212"/>
              <a:gd name="connsiteY9" fmla="*/ 2922842 h 2923309"/>
              <a:gd name="connsiteX10" fmla="*/ 3621378 w 6490212"/>
              <a:gd name="connsiteY10" fmla="*/ 2855786 h 2923309"/>
              <a:gd name="connsiteX11" fmla="*/ 3059117 w 6490212"/>
              <a:gd name="connsiteY11" fmla="*/ 2855786 h 2923309"/>
              <a:gd name="connsiteX12" fmla="*/ 2815658 w 6490212"/>
              <a:gd name="connsiteY12" fmla="*/ 2830735 h 2923309"/>
              <a:gd name="connsiteX13" fmla="*/ 2449326 w 6490212"/>
              <a:gd name="connsiteY13" fmla="*/ 2640330 h 2923309"/>
              <a:gd name="connsiteX14" fmla="*/ 2254064 w 6490212"/>
              <a:gd name="connsiteY14" fmla="*/ 2321434 h 2923309"/>
              <a:gd name="connsiteX15" fmla="*/ 2094520 w 6490212"/>
              <a:gd name="connsiteY15" fmla="*/ 1981010 h 2923309"/>
              <a:gd name="connsiteX16" fmla="*/ 2001461 w 6490212"/>
              <a:gd name="connsiteY16" fmla="*/ 1676781 h 2923309"/>
              <a:gd name="connsiteX17" fmla="*/ 2067945 w 6490212"/>
              <a:gd name="connsiteY17" fmla="*/ 1232916 h 2923309"/>
              <a:gd name="connsiteX18" fmla="*/ 2132715 w 6490212"/>
              <a:gd name="connsiteY18" fmla="*/ 812292 h 2923309"/>
              <a:gd name="connsiteX19" fmla="*/ 2018034 w 6490212"/>
              <a:gd name="connsiteY19" fmla="*/ 607791 h 2923309"/>
              <a:gd name="connsiteX20" fmla="*/ 1881827 w 6490212"/>
              <a:gd name="connsiteY20" fmla="*/ 524637 h 2923309"/>
              <a:gd name="connsiteX21" fmla="*/ 1567788 w 6490212"/>
              <a:gd name="connsiteY21" fmla="*/ 443199 h 2923309"/>
              <a:gd name="connsiteX22" fmla="*/ 1375001 w 6490212"/>
              <a:gd name="connsiteY22" fmla="*/ 488061 h 2923309"/>
              <a:gd name="connsiteX23" fmla="*/ 928190 w 6490212"/>
              <a:gd name="connsiteY23" fmla="*/ 921915 h 2923309"/>
              <a:gd name="connsiteX24" fmla="*/ 0 w 6490212"/>
              <a:gd name="connsiteY24" fmla="*/ 553135 h 2923309"/>
              <a:gd name="connsiteX0" fmla="*/ 6490212 w 6490212"/>
              <a:gd name="connsiteY0" fmla="*/ 5924 h 2929233"/>
              <a:gd name="connsiteX1" fmla="*/ 6317906 w 6490212"/>
              <a:gd name="connsiteY1" fmla="*/ 132797 h 2929233"/>
              <a:gd name="connsiteX2" fmla="*/ 5681887 w 6490212"/>
              <a:gd name="connsiteY2" fmla="*/ 1668649 h 2929233"/>
              <a:gd name="connsiteX3" fmla="*/ 5553257 w 6490212"/>
              <a:gd name="connsiteY3" fmla="*/ 1881160 h 2929233"/>
              <a:gd name="connsiteX4" fmla="*/ 5276732 w 6490212"/>
              <a:gd name="connsiteY4" fmla="*/ 2146580 h 2929233"/>
              <a:gd name="connsiteX5" fmla="*/ 4958368 w 6490212"/>
              <a:gd name="connsiteY5" fmla="*/ 2423674 h 2929233"/>
              <a:gd name="connsiteX6" fmla="*/ 4615502 w 6490212"/>
              <a:gd name="connsiteY6" fmla="*/ 2697785 h 2929233"/>
              <a:gd name="connsiteX7" fmla="*/ 4432431 w 6490212"/>
              <a:gd name="connsiteY7" fmla="*/ 2852185 h 2929233"/>
              <a:gd name="connsiteX8" fmla="*/ 4147729 w 6490212"/>
              <a:gd name="connsiteY8" fmla="*/ 2928766 h 2929233"/>
              <a:gd name="connsiteX9" fmla="*/ 3621378 w 6490212"/>
              <a:gd name="connsiteY9" fmla="*/ 2861710 h 2929233"/>
              <a:gd name="connsiteX10" fmla="*/ 3059117 w 6490212"/>
              <a:gd name="connsiteY10" fmla="*/ 2861710 h 2929233"/>
              <a:gd name="connsiteX11" fmla="*/ 2815658 w 6490212"/>
              <a:gd name="connsiteY11" fmla="*/ 2836659 h 2929233"/>
              <a:gd name="connsiteX12" fmla="*/ 2449326 w 6490212"/>
              <a:gd name="connsiteY12" fmla="*/ 2646254 h 2929233"/>
              <a:gd name="connsiteX13" fmla="*/ 2254064 w 6490212"/>
              <a:gd name="connsiteY13" fmla="*/ 2327358 h 2929233"/>
              <a:gd name="connsiteX14" fmla="*/ 2094520 w 6490212"/>
              <a:gd name="connsiteY14" fmla="*/ 1986934 h 2929233"/>
              <a:gd name="connsiteX15" fmla="*/ 2001461 w 6490212"/>
              <a:gd name="connsiteY15" fmla="*/ 1682705 h 2929233"/>
              <a:gd name="connsiteX16" fmla="*/ 2067945 w 6490212"/>
              <a:gd name="connsiteY16" fmla="*/ 1238840 h 2929233"/>
              <a:gd name="connsiteX17" fmla="*/ 2132715 w 6490212"/>
              <a:gd name="connsiteY17" fmla="*/ 818216 h 2929233"/>
              <a:gd name="connsiteX18" fmla="*/ 2018034 w 6490212"/>
              <a:gd name="connsiteY18" fmla="*/ 613715 h 2929233"/>
              <a:gd name="connsiteX19" fmla="*/ 1881827 w 6490212"/>
              <a:gd name="connsiteY19" fmla="*/ 530561 h 2929233"/>
              <a:gd name="connsiteX20" fmla="*/ 1567788 w 6490212"/>
              <a:gd name="connsiteY20" fmla="*/ 449123 h 2929233"/>
              <a:gd name="connsiteX21" fmla="*/ 1375001 w 6490212"/>
              <a:gd name="connsiteY21" fmla="*/ 493985 h 2929233"/>
              <a:gd name="connsiteX22" fmla="*/ 928190 w 6490212"/>
              <a:gd name="connsiteY22" fmla="*/ 927839 h 2929233"/>
              <a:gd name="connsiteX23" fmla="*/ 0 w 6490212"/>
              <a:gd name="connsiteY23" fmla="*/ 559059 h 2929233"/>
              <a:gd name="connsiteX0" fmla="*/ 6490212 w 6490212"/>
              <a:gd name="connsiteY0" fmla="*/ 0 h 2923309"/>
              <a:gd name="connsiteX1" fmla="*/ 5681887 w 6490212"/>
              <a:gd name="connsiteY1" fmla="*/ 1662725 h 2923309"/>
              <a:gd name="connsiteX2" fmla="*/ 5553257 w 6490212"/>
              <a:gd name="connsiteY2" fmla="*/ 1875236 h 2923309"/>
              <a:gd name="connsiteX3" fmla="*/ 5276732 w 6490212"/>
              <a:gd name="connsiteY3" fmla="*/ 2140656 h 2923309"/>
              <a:gd name="connsiteX4" fmla="*/ 4958368 w 6490212"/>
              <a:gd name="connsiteY4" fmla="*/ 2417750 h 2923309"/>
              <a:gd name="connsiteX5" fmla="*/ 4615502 w 6490212"/>
              <a:gd name="connsiteY5" fmla="*/ 2691861 h 2923309"/>
              <a:gd name="connsiteX6" fmla="*/ 4432431 w 6490212"/>
              <a:gd name="connsiteY6" fmla="*/ 2846261 h 2923309"/>
              <a:gd name="connsiteX7" fmla="*/ 4147729 w 6490212"/>
              <a:gd name="connsiteY7" fmla="*/ 2922842 h 2923309"/>
              <a:gd name="connsiteX8" fmla="*/ 3621378 w 6490212"/>
              <a:gd name="connsiteY8" fmla="*/ 2855786 h 2923309"/>
              <a:gd name="connsiteX9" fmla="*/ 3059117 w 6490212"/>
              <a:gd name="connsiteY9" fmla="*/ 2855786 h 2923309"/>
              <a:gd name="connsiteX10" fmla="*/ 2815658 w 6490212"/>
              <a:gd name="connsiteY10" fmla="*/ 2830735 h 2923309"/>
              <a:gd name="connsiteX11" fmla="*/ 2449326 w 6490212"/>
              <a:gd name="connsiteY11" fmla="*/ 2640330 h 2923309"/>
              <a:gd name="connsiteX12" fmla="*/ 2254064 w 6490212"/>
              <a:gd name="connsiteY12" fmla="*/ 2321434 h 2923309"/>
              <a:gd name="connsiteX13" fmla="*/ 2094520 w 6490212"/>
              <a:gd name="connsiteY13" fmla="*/ 1981010 h 2923309"/>
              <a:gd name="connsiteX14" fmla="*/ 2001461 w 6490212"/>
              <a:gd name="connsiteY14" fmla="*/ 1676781 h 2923309"/>
              <a:gd name="connsiteX15" fmla="*/ 2067945 w 6490212"/>
              <a:gd name="connsiteY15" fmla="*/ 1232916 h 2923309"/>
              <a:gd name="connsiteX16" fmla="*/ 2132715 w 6490212"/>
              <a:gd name="connsiteY16" fmla="*/ 812292 h 2923309"/>
              <a:gd name="connsiteX17" fmla="*/ 2018034 w 6490212"/>
              <a:gd name="connsiteY17" fmla="*/ 607791 h 2923309"/>
              <a:gd name="connsiteX18" fmla="*/ 1881827 w 6490212"/>
              <a:gd name="connsiteY18" fmla="*/ 524637 h 2923309"/>
              <a:gd name="connsiteX19" fmla="*/ 1567788 w 6490212"/>
              <a:gd name="connsiteY19" fmla="*/ 443199 h 2923309"/>
              <a:gd name="connsiteX20" fmla="*/ 1375001 w 6490212"/>
              <a:gd name="connsiteY20" fmla="*/ 488061 h 2923309"/>
              <a:gd name="connsiteX21" fmla="*/ 928190 w 6490212"/>
              <a:gd name="connsiteY21" fmla="*/ 921915 h 2923309"/>
              <a:gd name="connsiteX22" fmla="*/ 0 w 6490212"/>
              <a:gd name="connsiteY22" fmla="*/ 553135 h 2923309"/>
              <a:gd name="connsiteX0" fmla="*/ 5681887 w 5681887"/>
              <a:gd name="connsiteY0" fmla="*/ 1225821 h 2486405"/>
              <a:gd name="connsiteX1" fmla="*/ 5553257 w 5681887"/>
              <a:gd name="connsiteY1" fmla="*/ 1438332 h 2486405"/>
              <a:gd name="connsiteX2" fmla="*/ 5276732 w 5681887"/>
              <a:gd name="connsiteY2" fmla="*/ 1703752 h 2486405"/>
              <a:gd name="connsiteX3" fmla="*/ 4958368 w 5681887"/>
              <a:gd name="connsiteY3" fmla="*/ 1980846 h 2486405"/>
              <a:gd name="connsiteX4" fmla="*/ 4615502 w 5681887"/>
              <a:gd name="connsiteY4" fmla="*/ 2254957 h 2486405"/>
              <a:gd name="connsiteX5" fmla="*/ 4432431 w 5681887"/>
              <a:gd name="connsiteY5" fmla="*/ 2409357 h 2486405"/>
              <a:gd name="connsiteX6" fmla="*/ 4147729 w 5681887"/>
              <a:gd name="connsiteY6" fmla="*/ 2485938 h 2486405"/>
              <a:gd name="connsiteX7" fmla="*/ 3621378 w 5681887"/>
              <a:gd name="connsiteY7" fmla="*/ 2418882 h 2486405"/>
              <a:gd name="connsiteX8" fmla="*/ 3059117 w 5681887"/>
              <a:gd name="connsiteY8" fmla="*/ 2418882 h 2486405"/>
              <a:gd name="connsiteX9" fmla="*/ 2815658 w 5681887"/>
              <a:gd name="connsiteY9" fmla="*/ 2393831 h 2486405"/>
              <a:gd name="connsiteX10" fmla="*/ 2449326 w 5681887"/>
              <a:gd name="connsiteY10" fmla="*/ 2203426 h 2486405"/>
              <a:gd name="connsiteX11" fmla="*/ 2254064 w 5681887"/>
              <a:gd name="connsiteY11" fmla="*/ 1884530 h 2486405"/>
              <a:gd name="connsiteX12" fmla="*/ 2094520 w 5681887"/>
              <a:gd name="connsiteY12" fmla="*/ 1544106 h 2486405"/>
              <a:gd name="connsiteX13" fmla="*/ 2001461 w 5681887"/>
              <a:gd name="connsiteY13" fmla="*/ 1239877 h 2486405"/>
              <a:gd name="connsiteX14" fmla="*/ 2067945 w 5681887"/>
              <a:gd name="connsiteY14" fmla="*/ 796012 h 2486405"/>
              <a:gd name="connsiteX15" fmla="*/ 2132715 w 5681887"/>
              <a:gd name="connsiteY15" fmla="*/ 375388 h 2486405"/>
              <a:gd name="connsiteX16" fmla="*/ 2018034 w 5681887"/>
              <a:gd name="connsiteY16" fmla="*/ 170887 h 2486405"/>
              <a:gd name="connsiteX17" fmla="*/ 1881827 w 5681887"/>
              <a:gd name="connsiteY17" fmla="*/ 87733 h 2486405"/>
              <a:gd name="connsiteX18" fmla="*/ 1567788 w 5681887"/>
              <a:gd name="connsiteY18" fmla="*/ 6295 h 2486405"/>
              <a:gd name="connsiteX19" fmla="*/ 1375001 w 5681887"/>
              <a:gd name="connsiteY19" fmla="*/ 51157 h 2486405"/>
              <a:gd name="connsiteX20" fmla="*/ 928190 w 5681887"/>
              <a:gd name="connsiteY20" fmla="*/ 485011 h 2486405"/>
              <a:gd name="connsiteX21" fmla="*/ 0 w 5681887"/>
              <a:gd name="connsiteY21" fmla="*/ 116231 h 2486405"/>
              <a:gd name="connsiteX0" fmla="*/ 5156481 w 5156481"/>
              <a:gd name="connsiteY0" fmla="*/ 1225821 h 2486405"/>
              <a:gd name="connsiteX1" fmla="*/ 5027851 w 5156481"/>
              <a:gd name="connsiteY1" fmla="*/ 1438332 h 2486405"/>
              <a:gd name="connsiteX2" fmla="*/ 4751326 w 5156481"/>
              <a:gd name="connsiteY2" fmla="*/ 1703752 h 2486405"/>
              <a:gd name="connsiteX3" fmla="*/ 4432962 w 5156481"/>
              <a:gd name="connsiteY3" fmla="*/ 1980846 h 2486405"/>
              <a:gd name="connsiteX4" fmla="*/ 4090096 w 5156481"/>
              <a:gd name="connsiteY4" fmla="*/ 2254957 h 2486405"/>
              <a:gd name="connsiteX5" fmla="*/ 3907025 w 5156481"/>
              <a:gd name="connsiteY5" fmla="*/ 2409357 h 2486405"/>
              <a:gd name="connsiteX6" fmla="*/ 3622323 w 5156481"/>
              <a:gd name="connsiteY6" fmla="*/ 2485938 h 2486405"/>
              <a:gd name="connsiteX7" fmla="*/ 3095972 w 5156481"/>
              <a:gd name="connsiteY7" fmla="*/ 2418882 h 2486405"/>
              <a:gd name="connsiteX8" fmla="*/ 2533711 w 5156481"/>
              <a:gd name="connsiteY8" fmla="*/ 2418882 h 2486405"/>
              <a:gd name="connsiteX9" fmla="*/ 2290252 w 5156481"/>
              <a:gd name="connsiteY9" fmla="*/ 2393831 h 2486405"/>
              <a:gd name="connsiteX10" fmla="*/ 1923920 w 5156481"/>
              <a:gd name="connsiteY10" fmla="*/ 2203426 h 2486405"/>
              <a:gd name="connsiteX11" fmla="*/ 1728658 w 5156481"/>
              <a:gd name="connsiteY11" fmla="*/ 1884530 h 2486405"/>
              <a:gd name="connsiteX12" fmla="*/ 1569114 w 5156481"/>
              <a:gd name="connsiteY12" fmla="*/ 1544106 h 2486405"/>
              <a:gd name="connsiteX13" fmla="*/ 1476055 w 5156481"/>
              <a:gd name="connsiteY13" fmla="*/ 1239877 h 2486405"/>
              <a:gd name="connsiteX14" fmla="*/ 1542539 w 5156481"/>
              <a:gd name="connsiteY14" fmla="*/ 796012 h 2486405"/>
              <a:gd name="connsiteX15" fmla="*/ 1607309 w 5156481"/>
              <a:gd name="connsiteY15" fmla="*/ 375388 h 2486405"/>
              <a:gd name="connsiteX16" fmla="*/ 1492628 w 5156481"/>
              <a:gd name="connsiteY16" fmla="*/ 170887 h 2486405"/>
              <a:gd name="connsiteX17" fmla="*/ 1356421 w 5156481"/>
              <a:gd name="connsiteY17" fmla="*/ 87733 h 2486405"/>
              <a:gd name="connsiteX18" fmla="*/ 1042382 w 5156481"/>
              <a:gd name="connsiteY18" fmla="*/ 6295 h 2486405"/>
              <a:gd name="connsiteX19" fmla="*/ 849595 w 5156481"/>
              <a:gd name="connsiteY19" fmla="*/ 51157 h 2486405"/>
              <a:gd name="connsiteX20" fmla="*/ 402784 w 5156481"/>
              <a:gd name="connsiteY20" fmla="*/ 485011 h 2486405"/>
              <a:gd name="connsiteX21" fmla="*/ 0 w 5156481"/>
              <a:gd name="connsiteY21" fmla="*/ 326835 h 2486405"/>
              <a:gd name="connsiteX0" fmla="*/ 5388233 w 5388233"/>
              <a:gd name="connsiteY0" fmla="*/ 436884 h 2486405"/>
              <a:gd name="connsiteX1" fmla="*/ 5027851 w 5388233"/>
              <a:gd name="connsiteY1" fmla="*/ 1438332 h 2486405"/>
              <a:gd name="connsiteX2" fmla="*/ 4751326 w 5388233"/>
              <a:gd name="connsiteY2" fmla="*/ 1703752 h 2486405"/>
              <a:gd name="connsiteX3" fmla="*/ 4432962 w 5388233"/>
              <a:gd name="connsiteY3" fmla="*/ 1980846 h 2486405"/>
              <a:gd name="connsiteX4" fmla="*/ 4090096 w 5388233"/>
              <a:gd name="connsiteY4" fmla="*/ 2254957 h 2486405"/>
              <a:gd name="connsiteX5" fmla="*/ 3907025 w 5388233"/>
              <a:gd name="connsiteY5" fmla="*/ 2409357 h 2486405"/>
              <a:gd name="connsiteX6" fmla="*/ 3622323 w 5388233"/>
              <a:gd name="connsiteY6" fmla="*/ 2485938 h 2486405"/>
              <a:gd name="connsiteX7" fmla="*/ 3095972 w 5388233"/>
              <a:gd name="connsiteY7" fmla="*/ 2418882 h 2486405"/>
              <a:gd name="connsiteX8" fmla="*/ 2533711 w 5388233"/>
              <a:gd name="connsiteY8" fmla="*/ 2418882 h 2486405"/>
              <a:gd name="connsiteX9" fmla="*/ 2290252 w 5388233"/>
              <a:gd name="connsiteY9" fmla="*/ 2393831 h 2486405"/>
              <a:gd name="connsiteX10" fmla="*/ 1923920 w 5388233"/>
              <a:gd name="connsiteY10" fmla="*/ 2203426 h 2486405"/>
              <a:gd name="connsiteX11" fmla="*/ 1728658 w 5388233"/>
              <a:gd name="connsiteY11" fmla="*/ 1884530 h 2486405"/>
              <a:gd name="connsiteX12" fmla="*/ 1569114 w 5388233"/>
              <a:gd name="connsiteY12" fmla="*/ 1544106 h 2486405"/>
              <a:gd name="connsiteX13" fmla="*/ 1476055 w 5388233"/>
              <a:gd name="connsiteY13" fmla="*/ 1239877 h 2486405"/>
              <a:gd name="connsiteX14" fmla="*/ 1542539 w 5388233"/>
              <a:gd name="connsiteY14" fmla="*/ 796012 h 2486405"/>
              <a:gd name="connsiteX15" fmla="*/ 1607309 w 5388233"/>
              <a:gd name="connsiteY15" fmla="*/ 375388 h 2486405"/>
              <a:gd name="connsiteX16" fmla="*/ 1492628 w 5388233"/>
              <a:gd name="connsiteY16" fmla="*/ 170887 h 2486405"/>
              <a:gd name="connsiteX17" fmla="*/ 1356421 w 5388233"/>
              <a:gd name="connsiteY17" fmla="*/ 87733 h 2486405"/>
              <a:gd name="connsiteX18" fmla="*/ 1042382 w 5388233"/>
              <a:gd name="connsiteY18" fmla="*/ 6295 h 2486405"/>
              <a:gd name="connsiteX19" fmla="*/ 849595 w 5388233"/>
              <a:gd name="connsiteY19" fmla="*/ 51157 h 2486405"/>
              <a:gd name="connsiteX20" fmla="*/ 402784 w 5388233"/>
              <a:gd name="connsiteY20" fmla="*/ 485011 h 2486405"/>
              <a:gd name="connsiteX21" fmla="*/ 0 w 5388233"/>
              <a:gd name="connsiteY21" fmla="*/ 326835 h 2486405"/>
              <a:gd name="connsiteX0" fmla="*/ 5388233 w 5388233"/>
              <a:gd name="connsiteY0" fmla="*/ 436884 h 2486405"/>
              <a:gd name="connsiteX1" fmla="*/ 5027851 w 5388233"/>
              <a:gd name="connsiteY1" fmla="*/ 1438332 h 2486405"/>
              <a:gd name="connsiteX2" fmla="*/ 4751326 w 5388233"/>
              <a:gd name="connsiteY2" fmla="*/ 1703752 h 2486405"/>
              <a:gd name="connsiteX3" fmla="*/ 4432962 w 5388233"/>
              <a:gd name="connsiteY3" fmla="*/ 1980846 h 2486405"/>
              <a:gd name="connsiteX4" fmla="*/ 4090096 w 5388233"/>
              <a:gd name="connsiteY4" fmla="*/ 2254957 h 2486405"/>
              <a:gd name="connsiteX5" fmla="*/ 3907025 w 5388233"/>
              <a:gd name="connsiteY5" fmla="*/ 2409357 h 2486405"/>
              <a:gd name="connsiteX6" fmla="*/ 3622323 w 5388233"/>
              <a:gd name="connsiteY6" fmla="*/ 2485938 h 2486405"/>
              <a:gd name="connsiteX7" fmla="*/ 3095972 w 5388233"/>
              <a:gd name="connsiteY7" fmla="*/ 2418882 h 2486405"/>
              <a:gd name="connsiteX8" fmla="*/ 2533711 w 5388233"/>
              <a:gd name="connsiteY8" fmla="*/ 2418882 h 2486405"/>
              <a:gd name="connsiteX9" fmla="*/ 2290252 w 5388233"/>
              <a:gd name="connsiteY9" fmla="*/ 2393831 h 2486405"/>
              <a:gd name="connsiteX10" fmla="*/ 1923920 w 5388233"/>
              <a:gd name="connsiteY10" fmla="*/ 2203426 h 2486405"/>
              <a:gd name="connsiteX11" fmla="*/ 1728658 w 5388233"/>
              <a:gd name="connsiteY11" fmla="*/ 1884530 h 2486405"/>
              <a:gd name="connsiteX12" fmla="*/ 1569114 w 5388233"/>
              <a:gd name="connsiteY12" fmla="*/ 1544106 h 2486405"/>
              <a:gd name="connsiteX13" fmla="*/ 1476055 w 5388233"/>
              <a:gd name="connsiteY13" fmla="*/ 1239877 h 2486405"/>
              <a:gd name="connsiteX14" fmla="*/ 1542539 w 5388233"/>
              <a:gd name="connsiteY14" fmla="*/ 796012 h 2486405"/>
              <a:gd name="connsiteX15" fmla="*/ 1607309 w 5388233"/>
              <a:gd name="connsiteY15" fmla="*/ 375388 h 2486405"/>
              <a:gd name="connsiteX16" fmla="*/ 1492628 w 5388233"/>
              <a:gd name="connsiteY16" fmla="*/ 170887 h 2486405"/>
              <a:gd name="connsiteX17" fmla="*/ 1356421 w 5388233"/>
              <a:gd name="connsiteY17" fmla="*/ 87733 h 2486405"/>
              <a:gd name="connsiteX18" fmla="*/ 1042382 w 5388233"/>
              <a:gd name="connsiteY18" fmla="*/ 6295 h 2486405"/>
              <a:gd name="connsiteX19" fmla="*/ 849595 w 5388233"/>
              <a:gd name="connsiteY19" fmla="*/ 51157 h 2486405"/>
              <a:gd name="connsiteX20" fmla="*/ 402784 w 5388233"/>
              <a:gd name="connsiteY20" fmla="*/ 485011 h 2486405"/>
              <a:gd name="connsiteX21" fmla="*/ 0 w 5388233"/>
              <a:gd name="connsiteY21" fmla="*/ 326835 h 2486405"/>
              <a:gd name="connsiteX0" fmla="*/ 5388233 w 5388233"/>
              <a:gd name="connsiteY0" fmla="*/ 436884 h 2505408"/>
              <a:gd name="connsiteX1" fmla="*/ 5027851 w 5388233"/>
              <a:gd name="connsiteY1" fmla="*/ 1438332 h 2505408"/>
              <a:gd name="connsiteX2" fmla="*/ 4751326 w 5388233"/>
              <a:gd name="connsiteY2" fmla="*/ 1703752 h 2505408"/>
              <a:gd name="connsiteX3" fmla="*/ 4432962 w 5388233"/>
              <a:gd name="connsiteY3" fmla="*/ 1980846 h 2505408"/>
              <a:gd name="connsiteX4" fmla="*/ 4090096 w 5388233"/>
              <a:gd name="connsiteY4" fmla="*/ 2254957 h 2505408"/>
              <a:gd name="connsiteX5" fmla="*/ 3943778 w 5388233"/>
              <a:gd name="connsiteY5" fmla="*/ 2477752 h 2505408"/>
              <a:gd name="connsiteX6" fmla="*/ 3622323 w 5388233"/>
              <a:gd name="connsiteY6" fmla="*/ 2485938 h 2505408"/>
              <a:gd name="connsiteX7" fmla="*/ 3095972 w 5388233"/>
              <a:gd name="connsiteY7" fmla="*/ 2418882 h 2505408"/>
              <a:gd name="connsiteX8" fmla="*/ 2533711 w 5388233"/>
              <a:gd name="connsiteY8" fmla="*/ 2418882 h 2505408"/>
              <a:gd name="connsiteX9" fmla="*/ 2290252 w 5388233"/>
              <a:gd name="connsiteY9" fmla="*/ 2393831 h 2505408"/>
              <a:gd name="connsiteX10" fmla="*/ 1923920 w 5388233"/>
              <a:gd name="connsiteY10" fmla="*/ 2203426 h 2505408"/>
              <a:gd name="connsiteX11" fmla="*/ 1728658 w 5388233"/>
              <a:gd name="connsiteY11" fmla="*/ 1884530 h 2505408"/>
              <a:gd name="connsiteX12" fmla="*/ 1569114 w 5388233"/>
              <a:gd name="connsiteY12" fmla="*/ 1544106 h 2505408"/>
              <a:gd name="connsiteX13" fmla="*/ 1476055 w 5388233"/>
              <a:gd name="connsiteY13" fmla="*/ 1239877 h 2505408"/>
              <a:gd name="connsiteX14" fmla="*/ 1542539 w 5388233"/>
              <a:gd name="connsiteY14" fmla="*/ 796012 h 2505408"/>
              <a:gd name="connsiteX15" fmla="*/ 1607309 w 5388233"/>
              <a:gd name="connsiteY15" fmla="*/ 375388 h 2505408"/>
              <a:gd name="connsiteX16" fmla="*/ 1492628 w 5388233"/>
              <a:gd name="connsiteY16" fmla="*/ 170887 h 2505408"/>
              <a:gd name="connsiteX17" fmla="*/ 1356421 w 5388233"/>
              <a:gd name="connsiteY17" fmla="*/ 87733 h 2505408"/>
              <a:gd name="connsiteX18" fmla="*/ 1042382 w 5388233"/>
              <a:gd name="connsiteY18" fmla="*/ 6295 h 2505408"/>
              <a:gd name="connsiteX19" fmla="*/ 849595 w 5388233"/>
              <a:gd name="connsiteY19" fmla="*/ 51157 h 2505408"/>
              <a:gd name="connsiteX20" fmla="*/ 402784 w 5388233"/>
              <a:gd name="connsiteY20" fmla="*/ 485011 h 2505408"/>
              <a:gd name="connsiteX21" fmla="*/ 0 w 5388233"/>
              <a:gd name="connsiteY21" fmla="*/ 326835 h 250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88233" h="2505408">
                <a:moveTo>
                  <a:pt x="5388233" y="436884"/>
                </a:moveTo>
                <a:cubicBezTo>
                  <a:pt x="5363854" y="847585"/>
                  <a:pt x="5134002" y="1227187"/>
                  <a:pt x="5027851" y="1438332"/>
                </a:cubicBezTo>
                <a:cubicBezTo>
                  <a:pt x="4921700" y="1649477"/>
                  <a:pt x="4850474" y="1613333"/>
                  <a:pt x="4751326" y="1703752"/>
                </a:cubicBezTo>
                <a:cubicBezTo>
                  <a:pt x="4652178" y="1794171"/>
                  <a:pt x="4543167" y="1888979"/>
                  <a:pt x="4432962" y="1980846"/>
                </a:cubicBezTo>
                <a:cubicBezTo>
                  <a:pt x="4322757" y="2072713"/>
                  <a:pt x="4171626" y="2172140"/>
                  <a:pt x="4090096" y="2254957"/>
                </a:cubicBezTo>
                <a:cubicBezTo>
                  <a:pt x="4008566" y="2337774"/>
                  <a:pt x="4012739" y="2436985"/>
                  <a:pt x="3943778" y="2477752"/>
                </a:cubicBezTo>
                <a:cubicBezTo>
                  <a:pt x="3857863" y="2528520"/>
                  <a:pt x="3763624" y="2495750"/>
                  <a:pt x="3622323" y="2485938"/>
                </a:cubicBezTo>
                <a:cubicBezTo>
                  <a:pt x="3481022" y="2476126"/>
                  <a:pt x="3272660" y="2436884"/>
                  <a:pt x="3095972" y="2418882"/>
                </a:cubicBezTo>
                <a:cubicBezTo>
                  <a:pt x="2909377" y="2399927"/>
                  <a:pt x="2721448" y="2422120"/>
                  <a:pt x="2533711" y="2418882"/>
                </a:cubicBezTo>
                <a:cubicBezTo>
                  <a:pt x="2451986" y="2417453"/>
                  <a:pt x="2370262" y="2410881"/>
                  <a:pt x="2290252" y="2393831"/>
                </a:cubicBezTo>
                <a:cubicBezTo>
                  <a:pt x="2152520" y="2364494"/>
                  <a:pt x="2021742" y="2304296"/>
                  <a:pt x="1923920" y="2203426"/>
                </a:cubicBezTo>
                <a:cubicBezTo>
                  <a:pt x="1836671" y="2113415"/>
                  <a:pt x="1782950" y="1997972"/>
                  <a:pt x="1728658" y="1884530"/>
                </a:cubicBezTo>
                <a:cubicBezTo>
                  <a:pt x="1674556" y="1771468"/>
                  <a:pt x="1619120" y="1658977"/>
                  <a:pt x="1569114" y="1544106"/>
                </a:cubicBezTo>
                <a:cubicBezTo>
                  <a:pt x="1526442" y="1446189"/>
                  <a:pt x="1487866" y="1345795"/>
                  <a:pt x="1476055" y="1239877"/>
                </a:cubicBezTo>
                <a:cubicBezTo>
                  <a:pt x="1459386" y="1089763"/>
                  <a:pt x="1497962" y="940888"/>
                  <a:pt x="1542539" y="796012"/>
                </a:cubicBezTo>
                <a:cubicBezTo>
                  <a:pt x="1585211" y="657424"/>
                  <a:pt x="1635503" y="516454"/>
                  <a:pt x="1607309" y="375388"/>
                </a:cubicBezTo>
                <a:cubicBezTo>
                  <a:pt x="1591593" y="296712"/>
                  <a:pt x="1552826" y="223941"/>
                  <a:pt x="1492628" y="170887"/>
                </a:cubicBezTo>
                <a:cubicBezTo>
                  <a:pt x="1452528" y="135549"/>
                  <a:pt x="1404808" y="110593"/>
                  <a:pt x="1356421" y="87733"/>
                </a:cubicBezTo>
                <a:cubicBezTo>
                  <a:pt x="1256789" y="40870"/>
                  <a:pt x="1151824" y="770"/>
                  <a:pt x="1042382" y="6295"/>
                </a:cubicBezTo>
                <a:cubicBezTo>
                  <a:pt x="976183" y="9628"/>
                  <a:pt x="956195" y="-28629"/>
                  <a:pt x="849595" y="51157"/>
                </a:cubicBezTo>
                <a:cubicBezTo>
                  <a:pt x="742995" y="130943"/>
                  <a:pt x="629110" y="584651"/>
                  <a:pt x="402784" y="485011"/>
                </a:cubicBezTo>
                <a:cubicBezTo>
                  <a:pt x="65629" y="277083"/>
                  <a:pt x="8858" y="310642"/>
                  <a:pt x="0" y="326835"/>
                </a:cubicBezTo>
              </a:path>
            </a:pathLst>
          </a:custGeom>
          <a:noFill/>
          <a:ln w="6350" cap="rnd">
            <a:solidFill>
              <a:schemeClr val="tx1">
                <a:alpha val="35000"/>
              </a:schemeClr>
            </a:solidFill>
            <a:prstDash val="dash"/>
            <a:round/>
          </a:ln>
        </p:spPr>
        <p:txBody>
          <a:bodyPr rtlCol="0" anchor="ctr"/>
          <a:lstStyle/>
          <a:p>
            <a:endParaRPr lang="en-US"/>
          </a:p>
        </p:txBody>
      </p:sp>
      <p:sp>
        <p:nvSpPr>
          <p:cNvPr id="134" name="Freeform: Shape 133">
            <a:extLst>
              <a:ext uri="{FF2B5EF4-FFF2-40B4-BE49-F238E27FC236}">
                <a16:creationId xmlns:a16="http://schemas.microsoft.com/office/drawing/2014/main" id="{E95564F2-B204-9894-4421-07390757F431}"/>
              </a:ext>
            </a:extLst>
          </p:cNvPr>
          <p:cNvSpPr/>
          <p:nvPr userDrawn="1"/>
        </p:nvSpPr>
        <p:spPr>
          <a:xfrm rot="19255791" flipV="1">
            <a:off x="6708830" y="3382116"/>
            <a:ext cx="5663568" cy="2095442"/>
          </a:xfrm>
          <a:custGeom>
            <a:avLst/>
            <a:gdLst>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24" fmla="*/ 4792754 w 6148864"/>
              <a:gd name="connsiteY24" fmla="*/ 91440 h 4266076"/>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0" fmla="*/ 34732 w 6148864"/>
              <a:gd name="connsiteY0" fmla="*/ 100449 h 2200692"/>
              <a:gd name="connsiteX1" fmla="*/ 0 w 6148864"/>
              <a:gd name="connsiteY1" fmla="*/ 121993 h 2200692"/>
              <a:gd name="connsiteX2" fmla="*/ 1046190 w 6148864"/>
              <a:gd name="connsiteY2" fmla="*/ 92852 h 2200692"/>
              <a:gd name="connsiteX3" fmla="*/ 1633712 w 6148864"/>
              <a:gd name="connsiteY3" fmla="*/ 20634 h 2200692"/>
              <a:gd name="connsiteX4" fmla="*/ 2308351 w 6148864"/>
              <a:gd name="connsiteY4" fmla="*/ 213749 h 2200692"/>
              <a:gd name="connsiteX5" fmla="*/ 2504774 w 6148864"/>
              <a:gd name="connsiteY5" fmla="*/ 408527 h 2200692"/>
              <a:gd name="connsiteX6" fmla="*/ 2472144 w 6148864"/>
              <a:gd name="connsiteY6" fmla="*/ 636837 h 2200692"/>
              <a:gd name="connsiteX7" fmla="*/ 2310919 w 6148864"/>
              <a:gd name="connsiteY7" fmla="*/ 912823 h 2200692"/>
              <a:gd name="connsiteX8" fmla="*/ 2275400 w 6148864"/>
              <a:gd name="connsiteY8" fmla="*/ 1361953 h 2200692"/>
              <a:gd name="connsiteX9" fmla="*/ 2414051 w 6148864"/>
              <a:gd name="connsiteY9" fmla="*/ 1650502 h 2200692"/>
              <a:gd name="connsiteX10" fmla="*/ 2565647 w 6148864"/>
              <a:gd name="connsiteY10" fmla="*/ 1873819 h 2200692"/>
              <a:gd name="connsiteX11" fmla="*/ 2801120 w 6148864"/>
              <a:gd name="connsiteY11" fmla="*/ 2057033 h 2200692"/>
              <a:gd name="connsiteX12" fmla="*/ 3219212 w 6148864"/>
              <a:gd name="connsiteY12" fmla="*/ 2140735 h 2200692"/>
              <a:gd name="connsiteX13" fmla="*/ 3625109 w 6148864"/>
              <a:gd name="connsiteY13" fmla="*/ 2140735 h 2200692"/>
              <a:gd name="connsiteX14" fmla="*/ 3912788 w 6148864"/>
              <a:gd name="connsiteY14" fmla="*/ 2154048 h 2200692"/>
              <a:gd name="connsiteX15" fmla="*/ 4267333 w 6148864"/>
              <a:gd name="connsiteY15" fmla="*/ 2183086 h 2200692"/>
              <a:gd name="connsiteX16" fmla="*/ 4561218 w 6148864"/>
              <a:gd name="connsiteY16" fmla="*/ 2192737 h 2200692"/>
              <a:gd name="connsiteX17" fmla="*/ 4749402 w 6148864"/>
              <a:gd name="connsiteY17" fmla="*/ 2120101 h 2200692"/>
              <a:gd name="connsiteX18" fmla="*/ 5019643 w 6148864"/>
              <a:gd name="connsiteY18" fmla="*/ 1960434 h 2200692"/>
              <a:gd name="connsiteX19" fmla="*/ 5562479 w 6148864"/>
              <a:gd name="connsiteY19" fmla="*/ 1554735 h 2200692"/>
              <a:gd name="connsiteX20" fmla="*/ 5868882 w 6148864"/>
              <a:gd name="connsiteY20" fmla="*/ 1316358 h 2200692"/>
              <a:gd name="connsiteX21" fmla="*/ 6039413 w 6148864"/>
              <a:gd name="connsiteY21" fmla="*/ 1168391 h 2200692"/>
              <a:gd name="connsiteX22" fmla="*/ 6148864 w 6148864"/>
              <a:gd name="connsiteY22" fmla="*/ 1053560 h 2200692"/>
              <a:gd name="connsiteX0" fmla="*/ 34732 w 6422285"/>
              <a:gd name="connsiteY0" fmla="*/ 100449 h 2200692"/>
              <a:gd name="connsiteX1" fmla="*/ 0 w 6422285"/>
              <a:gd name="connsiteY1" fmla="*/ 121993 h 2200692"/>
              <a:gd name="connsiteX2" fmla="*/ 1046190 w 6422285"/>
              <a:gd name="connsiteY2" fmla="*/ 92852 h 2200692"/>
              <a:gd name="connsiteX3" fmla="*/ 1633712 w 6422285"/>
              <a:gd name="connsiteY3" fmla="*/ 20634 h 2200692"/>
              <a:gd name="connsiteX4" fmla="*/ 2308351 w 6422285"/>
              <a:gd name="connsiteY4" fmla="*/ 213749 h 2200692"/>
              <a:gd name="connsiteX5" fmla="*/ 2504774 w 6422285"/>
              <a:gd name="connsiteY5" fmla="*/ 408527 h 2200692"/>
              <a:gd name="connsiteX6" fmla="*/ 2472144 w 6422285"/>
              <a:gd name="connsiteY6" fmla="*/ 636837 h 2200692"/>
              <a:gd name="connsiteX7" fmla="*/ 2310919 w 6422285"/>
              <a:gd name="connsiteY7" fmla="*/ 912823 h 2200692"/>
              <a:gd name="connsiteX8" fmla="*/ 2275400 w 6422285"/>
              <a:gd name="connsiteY8" fmla="*/ 1361953 h 2200692"/>
              <a:gd name="connsiteX9" fmla="*/ 2414051 w 6422285"/>
              <a:gd name="connsiteY9" fmla="*/ 1650502 h 2200692"/>
              <a:gd name="connsiteX10" fmla="*/ 2565647 w 6422285"/>
              <a:gd name="connsiteY10" fmla="*/ 1873819 h 2200692"/>
              <a:gd name="connsiteX11" fmla="*/ 2801120 w 6422285"/>
              <a:gd name="connsiteY11" fmla="*/ 2057033 h 2200692"/>
              <a:gd name="connsiteX12" fmla="*/ 3219212 w 6422285"/>
              <a:gd name="connsiteY12" fmla="*/ 2140735 h 2200692"/>
              <a:gd name="connsiteX13" fmla="*/ 3625109 w 6422285"/>
              <a:gd name="connsiteY13" fmla="*/ 2140735 h 2200692"/>
              <a:gd name="connsiteX14" fmla="*/ 3912788 w 6422285"/>
              <a:gd name="connsiteY14" fmla="*/ 2154048 h 2200692"/>
              <a:gd name="connsiteX15" fmla="*/ 4267333 w 6422285"/>
              <a:gd name="connsiteY15" fmla="*/ 2183086 h 2200692"/>
              <a:gd name="connsiteX16" fmla="*/ 4561218 w 6422285"/>
              <a:gd name="connsiteY16" fmla="*/ 2192737 h 2200692"/>
              <a:gd name="connsiteX17" fmla="*/ 4749402 w 6422285"/>
              <a:gd name="connsiteY17" fmla="*/ 2120101 h 2200692"/>
              <a:gd name="connsiteX18" fmla="*/ 5019643 w 6422285"/>
              <a:gd name="connsiteY18" fmla="*/ 1960434 h 2200692"/>
              <a:gd name="connsiteX19" fmla="*/ 5562479 w 6422285"/>
              <a:gd name="connsiteY19" fmla="*/ 1554735 h 2200692"/>
              <a:gd name="connsiteX20" fmla="*/ 5868882 w 6422285"/>
              <a:gd name="connsiteY20" fmla="*/ 1316358 h 2200692"/>
              <a:gd name="connsiteX21" fmla="*/ 6039413 w 6422285"/>
              <a:gd name="connsiteY21" fmla="*/ 1168391 h 2200692"/>
              <a:gd name="connsiteX22" fmla="*/ 6422285 w 6422285"/>
              <a:gd name="connsiteY22" fmla="*/ 483612 h 2200692"/>
              <a:gd name="connsiteX0" fmla="*/ 34732 w 6422907"/>
              <a:gd name="connsiteY0" fmla="*/ 100449 h 2200692"/>
              <a:gd name="connsiteX1" fmla="*/ 0 w 6422907"/>
              <a:gd name="connsiteY1" fmla="*/ 121993 h 2200692"/>
              <a:gd name="connsiteX2" fmla="*/ 1046190 w 6422907"/>
              <a:gd name="connsiteY2" fmla="*/ 92852 h 2200692"/>
              <a:gd name="connsiteX3" fmla="*/ 1633712 w 6422907"/>
              <a:gd name="connsiteY3" fmla="*/ 20634 h 2200692"/>
              <a:gd name="connsiteX4" fmla="*/ 2308351 w 6422907"/>
              <a:gd name="connsiteY4" fmla="*/ 213749 h 2200692"/>
              <a:gd name="connsiteX5" fmla="*/ 2504774 w 6422907"/>
              <a:gd name="connsiteY5" fmla="*/ 408527 h 2200692"/>
              <a:gd name="connsiteX6" fmla="*/ 2472144 w 6422907"/>
              <a:gd name="connsiteY6" fmla="*/ 636837 h 2200692"/>
              <a:gd name="connsiteX7" fmla="*/ 2310919 w 6422907"/>
              <a:gd name="connsiteY7" fmla="*/ 912823 h 2200692"/>
              <a:gd name="connsiteX8" fmla="*/ 2275400 w 6422907"/>
              <a:gd name="connsiteY8" fmla="*/ 1361953 h 2200692"/>
              <a:gd name="connsiteX9" fmla="*/ 2414051 w 6422907"/>
              <a:gd name="connsiteY9" fmla="*/ 1650502 h 2200692"/>
              <a:gd name="connsiteX10" fmla="*/ 2565647 w 6422907"/>
              <a:gd name="connsiteY10" fmla="*/ 1873819 h 2200692"/>
              <a:gd name="connsiteX11" fmla="*/ 2801120 w 6422907"/>
              <a:gd name="connsiteY11" fmla="*/ 2057033 h 2200692"/>
              <a:gd name="connsiteX12" fmla="*/ 3219212 w 6422907"/>
              <a:gd name="connsiteY12" fmla="*/ 2140735 h 2200692"/>
              <a:gd name="connsiteX13" fmla="*/ 3625109 w 6422907"/>
              <a:gd name="connsiteY13" fmla="*/ 2140735 h 2200692"/>
              <a:gd name="connsiteX14" fmla="*/ 3912788 w 6422907"/>
              <a:gd name="connsiteY14" fmla="*/ 2154048 h 2200692"/>
              <a:gd name="connsiteX15" fmla="*/ 4267333 w 6422907"/>
              <a:gd name="connsiteY15" fmla="*/ 2183086 h 2200692"/>
              <a:gd name="connsiteX16" fmla="*/ 4561218 w 6422907"/>
              <a:gd name="connsiteY16" fmla="*/ 2192737 h 2200692"/>
              <a:gd name="connsiteX17" fmla="*/ 4749402 w 6422907"/>
              <a:gd name="connsiteY17" fmla="*/ 2120101 h 2200692"/>
              <a:gd name="connsiteX18" fmla="*/ 5019643 w 6422907"/>
              <a:gd name="connsiteY18" fmla="*/ 1960434 h 2200692"/>
              <a:gd name="connsiteX19" fmla="*/ 5562479 w 6422907"/>
              <a:gd name="connsiteY19" fmla="*/ 1554735 h 2200692"/>
              <a:gd name="connsiteX20" fmla="*/ 5868882 w 6422907"/>
              <a:gd name="connsiteY20" fmla="*/ 1316358 h 2200692"/>
              <a:gd name="connsiteX21" fmla="*/ 6039413 w 6422907"/>
              <a:gd name="connsiteY21" fmla="*/ 1168391 h 2200692"/>
              <a:gd name="connsiteX22" fmla="*/ 6422285 w 6422907"/>
              <a:gd name="connsiteY22" fmla="*/ 483612 h 2200692"/>
              <a:gd name="connsiteX0" fmla="*/ 34732 w 6423371"/>
              <a:gd name="connsiteY0" fmla="*/ 100449 h 2200692"/>
              <a:gd name="connsiteX1" fmla="*/ 0 w 6423371"/>
              <a:gd name="connsiteY1" fmla="*/ 121993 h 2200692"/>
              <a:gd name="connsiteX2" fmla="*/ 1046190 w 6423371"/>
              <a:gd name="connsiteY2" fmla="*/ 92852 h 2200692"/>
              <a:gd name="connsiteX3" fmla="*/ 1633712 w 6423371"/>
              <a:gd name="connsiteY3" fmla="*/ 20634 h 2200692"/>
              <a:gd name="connsiteX4" fmla="*/ 2308351 w 6423371"/>
              <a:gd name="connsiteY4" fmla="*/ 213749 h 2200692"/>
              <a:gd name="connsiteX5" fmla="*/ 2504774 w 6423371"/>
              <a:gd name="connsiteY5" fmla="*/ 408527 h 2200692"/>
              <a:gd name="connsiteX6" fmla="*/ 2472144 w 6423371"/>
              <a:gd name="connsiteY6" fmla="*/ 636837 h 2200692"/>
              <a:gd name="connsiteX7" fmla="*/ 2310919 w 6423371"/>
              <a:gd name="connsiteY7" fmla="*/ 912823 h 2200692"/>
              <a:gd name="connsiteX8" fmla="*/ 2275400 w 6423371"/>
              <a:gd name="connsiteY8" fmla="*/ 1361953 h 2200692"/>
              <a:gd name="connsiteX9" fmla="*/ 2414051 w 6423371"/>
              <a:gd name="connsiteY9" fmla="*/ 1650502 h 2200692"/>
              <a:gd name="connsiteX10" fmla="*/ 2565647 w 6423371"/>
              <a:gd name="connsiteY10" fmla="*/ 1873819 h 2200692"/>
              <a:gd name="connsiteX11" fmla="*/ 2801120 w 6423371"/>
              <a:gd name="connsiteY11" fmla="*/ 2057033 h 2200692"/>
              <a:gd name="connsiteX12" fmla="*/ 3219212 w 6423371"/>
              <a:gd name="connsiteY12" fmla="*/ 2140735 h 2200692"/>
              <a:gd name="connsiteX13" fmla="*/ 3625109 w 6423371"/>
              <a:gd name="connsiteY13" fmla="*/ 2140735 h 2200692"/>
              <a:gd name="connsiteX14" fmla="*/ 3912788 w 6423371"/>
              <a:gd name="connsiteY14" fmla="*/ 2154048 h 2200692"/>
              <a:gd name="connsiteX15" fmla="*/ 4267333 w 6423371"/>
              <a:gd name="connsiteY15" fmla="*/ 2183086 h 2200692"/>
              <a:gd name="connsiteX16" fmla="*/ 4561218 w 6423371"/>
              <a:gd name="connsiteY16" fmla="*/ 2192737 h 2200692"/>
              <a:gd name="connsiteX17" fmla="*/ 4749402 w 6423371"/>
              <a:gd name="connsiteY17" fmla="*/ 2120101 h 2200692"/>
              <a:gd name="connsiteX18" fmla="*/ 5019643 w 6423371"/>
              <a:gd name="connsiteY18" fmla="*/ 1960434 h 2200692"/>
              <a:gd name="connsiteX19" fmla="*/ 5562479 w 6423371"/>
              <a:gd name="connsiteY19" fmla="*/ 1554735 h 2200692"/>
              <a:gd name="connsiteX20" fmla="*/ 5868882 w 6423371"/>
              <a:gd name="connsiteY20" fmla="*/ 1316358 h 2200692"/>
              <a:gd name="connsiteX21" fmla="*/ 6200475 w 6423371"/>
              <a:gd name="connsiteY21" fmla="*/ 1111250 h 2200692"/>
              <a:gd name="connsiteX22" fmla="*/ 6422285 w 6423371"/>
              <a:gd name="connsiteY22" fmla="*/ 483612 h 2200692"/>
              <a:gd name="connsiteX0" fmla="*/ 34732 w 6423371"/>
              <a:gd name="connsiteY0" fmla="*/ 100449 h 2200692"/>
              <a:gd name="connsiteX1" fmla="*/ 0 w 6423371"/>
              <a:gd name="connsiteY1" fmla="*/ 121993 h 2200692"/>
              <a:gd name="connsiteX2" fmla="*/ 1046190 w 6423371"/>
              <a:gd name="connsiteY2" fmla="*/ 92852 h 2200692"/>
              <a:gd name="connsiteX3" fmla="*/ 1633712 w 6423371"/>
              <a:gd name="connsiteY3" fmla="*/ 20634 h 2200692"/>
              <a:gd name="connsiteX4" fmla="*/ 2308351 w 6423371"/>
              <a:gd name="connsiteY4" fmla="*/ 213749 h 2200692"/>
              <a:gd name="connsiteX5" fmla="*/ 2504774 w 6423371"/>
              <a:gd name="connsiteY5" fmla="*/ 408527 h 2200692"/>
              <a:gd name="connsiteX6" fmla="*/ 2472144 w 6423371"/>
              <a:gd name="connsiteY6" fmla="*/ 636837 h 2200692"/>
              <a:gd name="connsiteX7" fmla="*/ 2310919 w 6423371"/>
              <a:gd name="connsiteY7" fmla="*/ 912823 h 2200692"/>
              <a:gd name="connsiteX8" fmla="*/ 2275400 w 6423371"/>
              <a:gd name="connsiteY8" fmla="*/ 1361953 h 2200692"/>
              <a:gd name="connsiteX9" fmla="*/ 2414051 w 6423371"/>
              <a:gd name="connsiteY9" fmla="*/ 1650502 h 2200692"/>
              <a:gd name="connsiteX10" fmla="*/ 2565647 w 6423371"/>
              <a:gd name="connsiteY10" fmla="*/ 1873819 h 2200692"/>
              <a:gd name="connsiteX11" fmla="*/ 2801120 w 6423371"/>
              <a:gd name="connsiteY11" fmla="*/ 2057033 h 2200692"/>
              <a:gd name="connsiteX12" fmla="*/ 3219212 w 6423371"/>
              <a:gd name="connsiteY12" fmla="*/ 2140735 h 2200692"/>
              <a:gd name="connsiteX13" fmla="*/ 3625109 w 6423371"/>
              <a:gd name="connsiteY13" fmla="*/ 2140735 h 2200692"/>
              <a:gd name="connsiteX14" fmla="*/ 3912788 w 6423371"/>
              <a:gd name="connsiteY14" fmla="*/ 2154048 h 2200692"/>
              <a:gd name="connsiteX15" fmla="*/ 4267333 w 6423371"/>
              <a:gd name="connsiteY15" fmla="*/ 2183086 h 2200692"/>
              <a:gd name="connsiteX16" fmla="*/ 4561218 w 6423371"/>
              <a:gd name="connsiteY16" fmla="*/ 2192737 h 2200692"/>
              <a:gd name="connsiteX17" fmla="*/ 4749402 w 6423371"/>
              <a:gd name="connsiteY17" fmla="*/ 2120101 h 2200692"/>
              <a:gd name="connsiteX18" fmla="*/ 5019643 w 6423371"/>
              <a:gd name="connsiteY18" fmla="*/ 1960434 h 2200692"/>
              <a:gd name="connsiteX19" fmla="*/ 5562479 w 6423371"/>
              <a:gd name="connsiteY19" fmla="*/ 1554735 h 2200692"/>
              <a:gd name="connsiteX20" fmla="*/ 5918000 w 6423371"/>
              <a:gd name="connsiteY20" fmla="*/ 1376862 h 2200692"/>
              <a:gd name="connsiteX21" fmla="*/ 6200475 w 6423371"/>
              <a:gd name="connsiteY21" fmla="*/ 1111250 h 2200692"/>
              <a:gd name="connsiteX22" fmla="*/ 6422285 w 6423371"/>
              <a:gd name="connsiteY22" fmla="*/ 483612 h 2200692"/>
              <a:gd name="connsiteX0" fmla="*/ 34732 w 6423371"/>
              <a:gd name="connsiteY0" fmla="*/ 100449 h 2200692"/>
              <a:gd name="connsiteX1" fmla="*/ 0 w 6423371"/>
              <a:gd name="connsiteY1" fmla="*/ 121993 h 2200692"/>
              <a:gd name="connsiteX2" fmla="*/ 1046190 w 6423371"/>
              <a:gd name="connsiteY2" fmla="*/ 92852 h 2200692"/>
              <a:gd name="connsiteX3" fmla="*/ 1633712 w 6423371"/>
              <a:gd name="connsiteY3" fmla="*/ 20634 h 2200692"/>
              <a:gd name="connsiteX4" fmla="*/ 2308351 w 6423371"/>
              <a:gd name="connsiteY4" fmla="*/ 213749 h 2200692"/>
              <a:gd name="connsiteX5" fmla="*/ 2504774 w 6423371"/>
              <a:gd name="connsiteY5" fmla="*/ 408527 h 2200692"/>
              <a:gd name="connsiteX6" fmla="*/ 2472144 w 6423371"/>
              <a:gd name="connsiteY6" fmla="*/ 636837 h 2200692"/>
              <a:gd name="connsiteX7" fmla="*/ 2310919 w 6423371"/>
              <a:gd name="connsiteY7" fmla="*/ 912823 h 2200692"/>
              <a:gd name="connsiteX8" fmla="*/ 2275400 w 6423371"/>
              <a:gd name="connsiteY8" fmla="*/ 1361953 h 2200692"/>
              <a:gd name="connsiteX9" fmla="*/ 2414051 w 6423371"/>
              <a:gd name="connsiteY9" fmla="*/ 1650502 h 2200692"/>
              <a:gd name="connsiteX10" fmla="*/ 2565647 w 6423371"/>
              <a:gd name="connsiteY10" fmla="*/ 1873819 h 2200692"/>
              <a:gd name="connsiteX11" fmla="*/ 2801120 w 6423371"/>
              <a:gd name="connsiteY11" fmla="*/ 2057033 h 2200692"/>
              <a:gd name="connsiteX12" fmla="*/ 3219212 w 6423371"/>
              <a:gd name="connsiteY12" fmla="*/ 2140735 h 2200692"/>
              <a:gd name="connsiteX13" fmla="*/ 3625109 w 6423371"/>
              <a:gd name="connsiteY13" fmla="*/ 2140735 h 2200692"/>
              <a:gd name="connsiteX14" fmla="*/ 3912788 w 6423371"/>
              <a:gd name="connsiteY14" fmla="*/ 2154048 h 2200692"/>
              <a:gd name="connsiteX15" fmla="*/ 4267333 w 6423371"/>
              <a:gd name="connsiteY15" fmla="*/ 2183086 h 2200692"/>
              <a:gd name="connsiteX16" fmla="*/ 4561218 w 6423371"/>
              <a:gd name="connsiteY16" fmla="*/ 2192737 h 2200692"/>
              <a:gd name="connsiteX17" fmla="*/ 4749402 w 6423371"/>
              <a:gd name="connsiteY17" fmla="*/ 2120101 h 2200692"/>
              <a:gd name="connsiteX18" fmla="*/ 5019643 w 6423371"/>
              <a:gd name="connsiteY18" fmla="*/ 1960434 h 2200692"/>
              <a:gd name="connsiteX19" fmla="*/ 5592709 w 6423371"/>
              <a:gd name="connsiteY19" fmla="*/ 1583729 h 2200692"/>
              <a:gd name="connsiteX20" fmla="*/ 5918000 w 6423371"/>
              <a:gd name="connsiteY20" fmla="*/ 1376862 h 2200692"/>
              <a:gd name="connsiteX21" fmla="*/ 6200475 w 6423371"/>
              <a:gd name="connsiteY21" fmla="*/ 1111250 h 2200692"/>
              <a:gd name="connsiteX22" fmla="*/ 6422285 w 6423371"/>
              <a:gd name="connsiteY22" fmla="*/ 483612 h 2200692"/>
              <a:gd name="connsiteX0" fmla="*/ 0 w 6388639"/>
              <a:gd name="connsiteY0" fmla="*/ 100449 h 2200692"/>
              <a:gd name="connsiteX1" fmla="*/ 1011458 w 6388639"/>
              <a:gd name="connsiteY1" fmla="*/ 92852 h 2200692"/>
              <a:gd name="connsiteX2" fmla="*/ 1598980 w 6388639"/>
              <a:gd name="connsiteY2" fmla="*/ 20634 h 2200692"/>
              <a:gd name="connsiteX3" fmla="*/ 2273619 w 6388639"/>
              <a:gd name="connsiteY3" fmla="*/ 213749 h 2200692"/>
              <a:gd name="connsiteX4" fmla="*/ 2470042 w 6388639"/>
              <a:gd name="connsiteY4" fmla="*/ 408527 h 2200692"/>
              <a:gd name="connsiteX5" fmla="*/ 2437412 w 6388639"/>
              <a:gd name="connsiteY5" fmla="*/ 636837 h 2200692"/>
              <a:gd name="connsiteX6" fmla="*/ 2276187 w 6388639"/>
              <a:gd name="connsiteY6" fmla="*/ 912823 h 2200692"/>
              <a:gd name="connsiteX7" fmla="*/ 2240668 w 6388639"/>
              <a:gd name="connsiteY7" fmla="*/ 1361953 h 2200692"/>
              <a:gd name="connsiteX8" fmla="*/ 2379319 w 6388639"/>
              <a:gd name="connsiteY8" fmla="*/ 1650502 h 2200692"/>
              <a:gd name="connsiteX9" fmla="*/ 2530915 w 6388639"/>
              <a:gd name="connsiteY9" fmla="*/ 1873819 h 2200692"/>
              <a:gd name="connsiteX10" fmla="*/ 2766388 w 6388639"/>
              <a:gd name="connsiteY10" fmla="*/ 2057033 h 2200692"/>
              <a:gd name="connsiteX11" fmla="*/ 3184480 w 6388639"/>
              <a:gd name="connsiteY11" fmla="*/ 2140735 h 2200692"/>
              <a:gd name="connsiteX12" fmla="*/ 3590377 w 6388639"/>
              <a:gd name="connsiteY12" fmla="*/ 2140735 h 2200692"/>
              <a:gd name="connsiteX13" fmla="*/ 3878056 w 6388639"/>
              <a:gd name="connsiteY13" fmla="*/ 2154048 h 2200692"/>
              <a:gd name="connsiteX14" fmla="*/ 4232601 w 6388639"/>
              <a:gd name="connsiteY14" fmla="*/ 2183086 h 2200692"/>
              <a:gd name="connsiteX15" fmla="*/ 4526486 w 6388639"/>
              <a:gd name="connsiteY15" fmla="*/ 2192737 h 2200692"/>
              <a:gd name="connsiteX16" fmla="*/ 4714670 w 6388639"/>
              <a:gd name="connsiteY16" fmla="*/ 2120101 h 2200692"/>
              <a:gd name="connsiteX17" fmla="*/ 4984911 w 6388639"/>
              <a:gd name="connsiteY17" fmla="*/ 1960434 h 2200692"/>
              <a:gd name="connsiteX18" fmla="*/ 5557977 w 6388639"/>
              <a:gd name="connsiteY18" fmla="*/ 1583729 h 2200692"/>
              <a:gd name="connsiteX19" fmla="*/ 5883268 w 6388639"/>
              <a:gd name="connsiteY19" fmla="*/ 1376862 h 2200692"/>
              <a:gd name="connsiteX20" fmla="*/ 6165743 w 6388639"/>
              <a:gd name="connsiteY20" fmla="*/ 1111250 h 2200692"/>
              <a:gd name="connsiteX21" fmla="*/ 6387553 w 6388639"/>
              <a:gd name="connsiteY21" fmla="*/ 483612 h 2200692"/>
              <a:gd name="connsiteX0" fmla="*/ 0 w 5377181"/>
              <a:gd name="connsiteY0" fmla="*/ 92852 h 2200692"/>
              <a:gd name="connsiteX1" fmla="*/ 587522 w 5377181"/>
              <a:gd name="connsiteY1" fmla="*/ 20634 h 2200692"/>
              <a:gd name="connsiteX2" fmla="*/ 1262161 w 5377181"/>
              <a:gd name="connsiteY2" fmla="*/ 213749 h 2200692"/>
              <a:gd name="connsiteX3" fmla="*/ 1458584 w 5377181"/>
              <a:gd name="connsiteY3" fmla="*/ 408527 h 2200692"/>
              <a:gd name="connsiteX4" fmla="*/ 1425954 w 5377181"/>
              <a:gd name="connsiteY4" fmla="*/ 636837 h 2200692"/>
              <a:gd name="connsiteX5" fmla="*/ 1264729 w 5377181"/>
              <a:gd name="connsiteY5" fmla="*/ 912823 h 2200692"/>
              <a:gd name="connsiteX6" fmla="*/ 1229210 w 5377181"/>
              <a:gd name="connsiteY6" fmla="*/ 1361953 h 2200692"/>
              <a:gd name="connsiteX7" fmla="*/ 1367861 w 5377181"/>
              <a:gd name="connsiteY7" fmla="*/ 1650502 h 2200692"/>
              <a:gd name="connsiteX8" fmla="*/ 1519457 w 5377181"/>
              <a:gd name="connsiteY8" fmla="*/ 1873819 h 2200692"/>
              <a:gd name="connsiteX9" fmla="*/ 1754930 w 5377181"/>
              <a:gd name="connsiteY9" fmla="*/ 2057033 h 2200692"/>
              <a:gd name="connsiteX10" fmla="*/ 2173022 w 5377181"/>
              <a:gd name="connsiteY10" fmla="*/ 2140735 h 2200692"/>
              <a:gd name="connsiteX11" fmla="*/ 2578919 w 5377181"/>
              <a:gd name="connsiteY11" fmla="*/ 2140735 h 2200692"/>
              <a:gd name="connsiteX12" fmla="*/ 2866598 w 5377181"/>
              <a:gd name="connsiteY12" fmla="*/ 2154048 h 2200692"/>
              <a:gd name="connsiteX13" fmla="*/ 3221143 w 5377181"/>
              <a:gd name="connsiteY13" fmla="*/ 2183086 h 2200692"/>
              <a:gd name="connsiteX14" fmla="*/ 3515028 w 5377181"/>
              <a:gd name="connsiteY14" fmla="*/ 2192737 h 2200692"/>
              <a:gd name="connsiteX15" fmla="*/ 3703212 w 5377181"/>
              <a:gd name="connsiteY15" fmla="*/ 2120101 h 2200692"/>
              <a:gd name="connsiteX16" fmla="*/ 3973453 w 5377181"/>
              <a:gd name="connsiteY16" fmla="*/ 1960434 h 2200692"/>
              <a:gd name="connsiteX17" fmla="*/ 4546519 w 5377181"/>
              <a:gd name="connsiteY17" fmla="*/ 1583729 h 2200692"/>
              <a:gd name="connsiteX18" fmla="*/ 4871810 w 5377181"/>
              <a:gd name="connsiteY18" fmla="*/ 1376862 h 2200692"/>
              <a:gd name="connsiteX19" fmla="*/ 5154285 w 5377181"/>
              <a:gd name="connsiteY19" fmla="*/ 1111250 h 2200692"/>
              <a:gd name="connsiteX20" fmla="*/ 5376095 w 5377181"/>
              <a:gd name="connsiteY20" fmla="*/ 483612 h 2200692"/>
              <a:gd name="connsiteX0" fmla="*/ 0 w 5663568"/>
              <a:gd name="connsiteY0" fmla="*/ 306323 h 2181671"/>
              <a:gd name="connsiteX1" fmla="*/ 873909 w 5663568"/>
              <a:gd name="connsiteY1" fmla="*/ 1613 h 2181671"/>
              <a:gd name="connsiteX2" fmla="*/ 1548548 w 5663568"/>
              <a:gd name="connsiteY2" fmla="*/ 194728 h 2181671"/>
              <a:gd name="connsiteX3" fmla="*/ 1744971 w 5663568"/>
              <a:gd name="connsiteY3" fmla="*/ 389506 h 2181671"/>
              <a:gd name="connsiteX4" fmla="*/ 1712341 w 5663568"/>
              <a:gd name="connsiteY4" fmla="*/ 617816 h 2181671"/>
              <a:gd name="connsiteX5" fmla="*/ 1551116 w 5663568"/>
              <a:gd name="connsiteY5" fmla="*/ 893802 h 2181671"/>
              <a:gd name="connsiteX6" fmla="*/ 1515597 w 5663568"/>
              <a:gd name="connsiteY6" fmla="*/ 1342932 h 2181671"/>
              <a:gd name="connsiteX7" fmla="*/ 1654248 w 5663568"/>
              <a:gd name="connsiteY7" fmla="*/ 1631481 h 2181671"/>
              <a:gd name="connsiteX8" fmla="*/ 1805844 w 5663568"/>
              <a:gd name="connsiteY8" fmla="*/ 1854798 h 2181671"/>
              <a:gd name="connsiteX9" fmla="*/ 2041317 w 5663568"/>
              <a:gd name="connsiteY9" fmla="*/ 2038012 h 2181671"/>
              <a:gd name="connsiteX10" fmla="*/ 2459409 w 5663568"/>
              <a:gd name="connsiteY10" fmla="*/ 2121714 h 2181671"/>
              <a:gd name="connsiteX11" fmla="*/ 2865306 w 5663568"/>
              <a:gd name="connsiteY11" fmla="*/ 2121714 h 2181671"/>
              <a:gd name="connsiteX12" fmla="*/ 3152985 w 5663568"/>
              <a:gd name="connsiteY12" fmla="*/ 2135027 h 2181671"/>
              <a:gd name="connsiteX13" fmla="*/ 3507530 w 5663568"/>
              <a:gd name="connsiteY13" fmla="*/ 2164065 h 2181671"/>
              <a:gd name="connsiteX14" fmla="*/ 3801415 w 5663568"/>
              <a:gd name="connsiteY14" fmla="*/ 2173716 h 2181671"/>
              <a:gd name="connsiteX15" fmla="*/ 3989599 w 5663568"/>
              <a:gd name="connsiteY15" fmla="*/ 2101080 h 2181671"/>
              <a:gd name="connsiteX16" fmla="*/ 4259840 w 5663568"/>
              <a:gd name="connsiteY16" fmla="*/ 1941413 h 2181671"/>
              <a:gd name="connsiteX17" fmla="*/ 4832906 w 5663568"/>
              <a:gd name="connsiteY17" fmla="*/ 1564708 h 2181671"/>
              <a:gd name="connsiteX18" fmla="*/ 5158197 w 5663568"/>
              <a:gd name="connsiteY18" fmla="*/ 1357841 h 2181671"/>
              <a:gd name="connsiteX19" fmla="*/ 5440672 w 5663568"/>
              <a:gd name="connsiteY19" fmla="*/ 1092229 h 2181671"/>
              <a:gd name="connsiteX20" fmla="*/ 5662482 w 5663568"/>
              <a:gd name="connsiteY20" fmla="*/ 464591 h 2181671"/>
              <a:gd name="connsiteX0" fmla="*/ 0 w 5663568"/>
              <a:gd name="connsiteY0" fmla="*/ 305670 h 2181018"/>
              <a:gd name="connsiteX1" fmla="*/ 340979 w 5663568"/>
              <a:gd name="connsiteY1" fmla="*/ 277965 h 2181018"/>
              <a:gd name="connsiteX2" fmla="*/ 873909 w 5663568"/>
              <a:gd name="connsiteY2" fmla="*/ 960 h 2181018"/>
              <a:gd name="connsiteX3" fmla="*/ 1548548 w 5663568"/>
              <a:gd name="connsiteY3" fmla="*/ 194075 h 2181018"/>
              <a:gd name="connsiteX4" fmla="*/ 1744971 w 5663568"/>
              <a:gd name="connsiteY4" fmla="*/ 388853 h 2181018"/>
              <a:gd name="connsiteX5" fmla="*/ 1712341 w 5663568"/>
              <a:gd name="connsiteY5" fmla="*/ 617163 h 2181018"/>
              <a:gd name="connsiteX6" fmla="*/ 1551116 w 5663568"/>
              <a:gd name="connsiteY6" fmla="*/ 893149 h 2181018"/>
              <a:gd name="connsiteX7" fmla="*/ 1515597 w 5663568"/>
              <a:gd name="connsiteY7" fmla="*/ 1342279 h 2181018"/>
              <a:gd name="connsiteX8" fmla="*/ 1654248 w 5663568"/>
              <a:gd name="connsiteY8" fmla="*/ 1630828 h 2181018"/>
              <a:gd name="connsiteX9" fmla="*/ 1805844 w 5663568"/>
              <a:gd name="connsiteY9" fmla="*/ 1854145 h 2181018"/>
              <a:gd name="connsiteX10" fmla="*/ 2041317 w 5663568"/>
              <a:gd name="connsiteY10" fmla="*/ 2037359 h 2181018"/>
              <a:gd name="connsiteX11" fmla="*/ 2459409 w 5663568"/>
              <a:gd name="connsiteY11" fmla="*/ 2121061 h 2181018"/>
              <a:gd name="connsiteX12" fmla="*/ 2865306 w 5663568"/>
              <a:gd name="connsiteY12" fmla="*/ 2121061 h 2181018"/>
              <a:gd name="connsiteX13" fmla="*/ 3152985 w 5663568"/>
              <a:gd name="connsiteY13" fmla="*/ 2134374 h 2181018"/>
              <a:gd name="connsiteX14" fmla="*/ 3507530 w 5663568"/>
              <a:gd name="connsiteY14" fmla="*/ 2163412 h 2181018"/>
              <a:gd name="connsiteX15" fmla="*/ 3801415 w 5663568"/>
              <a:gd name="connsiteY15" fmla="*/ 2173063 h 2181018"/>
              <a:gd name="connsiteX16" fmla="*/ 3989599 w 5663568"/>
              <a:gd name="connsiteY16" fmla="*/ 2100427 h 2181018"/>
              <a:gd name="connsiteX17" fmla="*/ 4259840 w 5663568"/>
              <a:gd name="connsiteY17" fmla="*/ 1940760 h 2181018"/>
              <a:gd name="connsiteX18" fmla="*/ 4832906 w 5663568"/>
              <a:gd name="connsiteY18" fmla="*/ 1564055 h 2181018"/>
              <a:gd name="connsiteX19" fmla="*/ 5158197 w 5663568"/>
              <a:gd name="connsiteY19" fmla="*/ 1357188 h 2181018"/>
              <a:gd name="connsiteX20" fmla="*/ 5440672 w 5663568"/>
              <a:gd name="connsiteY20" fmla="*/ 1091576 h 2181018"/>
              <a:gd name="connsiteX21" fmla="*/ 5662482 w 5663568"/>
              <a:gd name="connsiteY21" fmla="*/ 463938 h 2181018"/>
              <a:gd name="connsiteX0" fmla="*/ 0 w 5663568"/>
              <a:gd name="connsiteY0" fmla="*/ 220094 h 2095442"/>
              <a:gd name="connsiteX1" fmla="*/ 340979 w 5663568"/>
              <a:gd name="connsiteY1" fmla="*/ 192389 h 2095442"/>
              <a:gd name="connsiteX2" fmla="*/ 816918 w 5663568"/>
              <a:gd name="connsiteY2" fmla="*/ 1802 h 2095442"/>
              <a:gd name="connsiteX3" fmla="*/ 1548548 w 5663568"/>
              <a:gd name="connsiteY3" fmla="*/ 108499 h 2095442"/>
              <a:gd name="connsiteX4" fmla="*/ 1744971 w 5663568"/>
              <a:gd name="connsiteY4" fmla="*/ 303277 h 2095442"/>
              <a:gd name="connsiteX5" fmla="*/ 1712341 w 5663568"/>
              <a:gd name="connsiteY5" fmla="*/ 531587 h 2095442"/>
              <a:gd name="connsiteX6" fmla="*/ 1551116 w 5663568"/>
              <a:gd name="connsiteY6" fmla="*/ 807573 h 2095442"/>
              <a:gd name="connsiteX7" fmla="*/ 1515597 w 5663568"/>
              <a:gd name="connsiteY7" fmla="*/ 1256703 h 2095442"/>
              <a:gd name="connsiteX8" fmla="*/ 1654248 w 5663568"/>
              <a:gd name="connsiteY8" fmla="*/ 1545252 h 2095442"/>
              <a:gd name="connsiteX9" fmla="*/ 1805844 w 5663568"/>
              <a:gd name="connsiteY9" fmla="*/ 1768569 h 2095442"/>
              <a:gd name="connsiteX10" fmla="*/ 2041317 w 5663568"/>
              <a:gd name="connsiteY10" fmla="*/ 1951783 h 2095442"/>
              <a:gd name="connsiteX11" fmla="*/ 2459409 w 5663568"/>
              <a:gd name="connsiteY11" fmla="*/ 2035485 h 2095442"/>
              <a:gd name="connsiteX12" fmla="*/ 2865306 w 5663568"/>
              <a:gd name="connsiteY12" fmla="*/ 2035485 h 2095442"/>
              <a:gd name="connsiteX13" fmla="*/ 3152985 w 5663568"/>
              <a:gd name="connsiteY13" fmla="*/ 2048798 h 2095442"/>
              <a:gd name="connsiteX14" fmla="*/ 3507530 w 5663568"/>
              <a:gd name="connsiteY14" fmla="*/ 2077836 h 2095442"/>
              <a:gd name="connsiteX15" fmla="*/ 3801415 w 5663568"/>
              <a:gd name="connsiteY15" fmla="*/ 2087487 h 2095442"/>
              <a:gd name="connsiteX16" fmla="*/ 3989599 w 5663568"/>
              <a:gd name="connsiteY16" fmla="*/ 2014851 h 2095442"/>
              <a:gd name="connsiteX17" fmla="*/ 4259840 w 5663568"/>
              <a:gd name="connsiteY17" fmla="*/ 1855184 h 2095442"/>
              <a:gd name="connsiteX18" fmla="*/ 4832906 w 5663568"/>
              <a:gd name="connsiteY18" fmla="*/ 1478479 h 2095442"/>
              <a:gd name="connsiteX19" fmla="*/ 5158197 w 5663568"/>
              <a:gd name="connsiteY19" fmla="*/ 1271612 h 2095442"/>
              <a:gd name="connsiteX20" fmla="*/ 5440672 w 5663568"/>
              <a:gd name="connsiteY20" fmla="*/ 1006000 h 2095442"/>
              <a:gd name="connsiteX21" fmla="*/ 5662482 w 5663568"/>
              <a:gd name="connsiteY21" fmla="*/ 378362 h 209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63568" h="2095442">
                <a:moveTo>
                  <a:pt x="0" y="220094"/>
                </a:moveTo>
                <a:cubicBezTo>
                  <a:pt x="51799" y="192793"/>
                  <a:pt x="195328" y="243174"/>
                  <a:pt x="340979" y="192389"/>
                </a:cubicBezTo>
                <a:cubicBezTo>
                  <a:pt x="486631" y="141604"/>
                  <a:pt x="615657" y="15784"/>
                  <a:pt x="816918" y="1802"/>
                </a:cubicBezTo>
                <a:cubicBezTo>
                  <a:pt x="1018179" y="-12180"/>
                  <a:pt x="1393873" y="58253"/>
                  <a:pt x="1548548" y="108499"/>
                </a:cubicBezTo>
                <a:cubicBezTo>
                  <a:pt x="1703224" y="158745"/>
                  <a:pt x="1717797" y="220824"/>
                  <a:pt x="1744971" y="303277"/>
                </a:cubicBezTo>
                <a:cubicBezTo>
                  <a:pt x="1769898" y="379159"/>
                  <a:pt x="1748715" y="458035"/>
                  <a:pt x="1712341" y="531587"/>
                </a:cubicBezTo>
                <a:cubicBezTo>
                  <a:pt x="1665481" y="626023"/>
                  <a:pt x="1596370" y="712721"/>
                  <a:pt x="1551116" y="807573"/>
                </a:cubicBezTo>
                <a:cubicBezTo>
                  <a:pt x="1482646" y="951015"/>
                  <a:pt x="1472590" y="1107437"/>
                  <a:pt x="1515597" y="1256703"/>
                </a:cubicBezTo>
                <a:cubicBezTo>
                  <a:pt x="1544590" y="1357129"/>
                  <a:pt x="1598831" y="1451648"/>
                  <a:pt x="1654248" y="1545252"/>
                </a:cubicBezTo>
                <a:cubicBezTo>
                  <a:pt x="1699610" y="1621882"/>
                  <a:pt x="1746041" y="1698346"/>
                  <a:pt x="1805844" y="1768569"/>
                </a:cubicBezTo>
                <a:cubicBezTo>
                  <a:pt x="1868003" y="1841538"/>
                  <a:pt x="1944923" y="1906853"/>
                  <a:pt x="2041317" y="1951783"/>
                </a:cubicBezTo>
                <a:cubicBezTo>
                  <a:pt x="2166380" y="2010108"/>
                  <a:pt x="2313269" y="2029661"/>
                  <a:pt x="2459409" y="2035485"/>
                </a:cubicBezTo>
                <a:cubicBezTo>
                  <a:pt x="2594529" y="2040894"/>
                  <a:pt x="2729971" y="2033988"/>
                  <a:pt x="2865306" y="2035485"/>
                </a:cubicBezTo>
                <a:cubicBezTo>
                  <a:pt x="2961377" y="2036567"/>
                  <a:pt x="3057235" y="2042474"/>
                  <a:pt x="3152985" y="2048798"/>
                </a:cubicBezTo>
                <a:cubicBezTo>
                  <a:pt x="3271417" y="2056619"/>
                  <a:pt x="3389954" y="2064357"/>
                  <a:pt x="3507530" y="2077836"/>
                </a:cubicBezTo>
                <a:cubicBezTo>
                  <a:pt x="3605848" y="2089068"/>
                  <a:pt x="3705343" y="2105376"/>
                  <a:pt x="3801415" y="2087487"/>
                </a:cubicBezTo>
                <a:cubicBezTo>
                  <a:pt x="3869991" y="2074757"/>
                  <a:pt x="3930971" y="2045719"/>
                  <a:pt x="3989599" y="2014851"/>
                </a:cubicBezTo>
                <a:cubicBezTo>
                  <a:pt x="4083424" y="1965594"/>
                  <a:pt x="4119289" y="1944579"/>
                  <a:pt x="4259840" y="1855184"/>
                </a:cubicBezTo>
                <a:cubicBezTo>
                  <a:pt x="4400391" y="1765789"/>
                  <a:pt x="4683180" y="1575741"/>
                  <a:pt x="4832906" y="1478479"/>
                </a:cubicBezTo>
                <a:cubicBezTo>
                  <a:pt x="4982632" y="1381217"/>
                  <a:pt x="5056903" y="1350358"/>
                  <a:pt x="5158197" y="1271612"/>
                </a:cubicBezTo>
                <a:cubicBezTo>
                  <a:pt x="5259491" y="1192866"/>
                  <a:pt x="5386378" y="1056972"/>
                  <a:pt x="5440672" y="1006000"/>
                </a:cubicBezTo>
                <a:cubicBezTo>
                  <a:pt x="5477156" y="967723"/>
                  <a:pt x="5680147" y="499828"/>
                  <a:pt x="5662482" y="37836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35" name="Freeform: Shape 134">
            <a:extLst>
              <a:ext uri="{FF2B5EF4-FFF2-40B4-BE49-F238E27FC236}">
                <a16:creationId xmlns:a16="http://schemas.microsoft.com/office/drawing/2014/main" id="{1D653AE1-C7F7-AA11-E573-ED3AC6D0156F}"/>
              </a:ext>
            </a:extLst>
          </p:cNvPr>
          <p:cNvSpPr/>
          <p:nvPr userDrawn="1"/>
        </p:nvSpPr>
        <p:spPr>
          <a:xfrm rot="19255791" flipV="1">
            <a:off x="8343160" y="5890106"/>
            <a:ext cx="2204561" cy="1182873"/>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1954"/>
              <a:gd name="connsiteY0" fmla="*/ 1338200 h 1549572"/>
              <a:gd name="connsiteX1" fmla="*/ 830015 w 2751954"/>
              <a:gd name="connsiteY1" fmla="*/ 1234168 h 1549572"/>
              <a:gd name="connsiteX2" fmla="*/ 1200914 w 2751954"/>
              <a:gd name="connsiteY2" fmla="*/ 1210005 h 1549572"/>
              <a:gd name="connsiteX3" fmla="*/ 1657441 w 2751954"/>
              <a:gd name="connsiteY3" fmla="*/ 1364497 h 1549572"/>
              <a:gd name="connsiteX4" fmla="*/ 1643718 w 2751954"/>
              <a:gd name="connsiteY4" fmla="*/ 1371695 h 1549572"/>
              <a:gd name="connsiteX5" fmla="*/ 2084059 w 2751954"/>
              <a:gd name="connsiteY5" fmla="*/ 1522666 h 1549572"/>
              <a:gd name="connsiteX6" fmla="*/ 2485633 w 2751954"/>
              <a:gd name="connsiteY6" fmla="*/ 1511617 h 1549572"/>
              <a:gd name="connsiteX7" fmla="*/ 2749489 w 2751954"/>
              <a:gd name="connsiteY7" fmla="*/ 1159757 h 1549572"/>
              <a:gd name="connsiteX8" fmla="*/ 2593551 w 2751954"/>
              <a:gd name="connsiteY8" fmla="*/ 796861 h 1549572"/>
              <a:gd name="connsiteX9" fmla="*/ 2205757 w 2751954"/>
              <a:gd name="connsiteY9" fmla="*/ 595783 h 1549572"/>
              <a:gd name="connsiteX10" fmla="*/ 1701535 w 2751954"/>
              <a:gd name="connsiteY10" fmla="*/ 170402 h 1549572"/>
              <a:gd name="connsiteX11" fmla="*/ 1421881 w 2751954"/>
              <a:gd name="connsiteY11" fmla="*/ 0 h 1549572"/>
              <a:gd name="connsiteX0" fmla="*/ 0 w 2751954"/>
              <a:gd name="connsiteY0" fmla="*/ 1338200 h 1549572"/>
              <a:gd name="connsiteX1" fmla="*/ 830015 w 2751954"/>
              <a:gd name="connsiteY1" fmla="*/ 1234168 h 1549572"/>
              <a:gd name="connsiteX2" fmla="*/ 1200914 w 2751954"/>
              <a:gd name="connsiteY2" fmla="*/ 1210005 h 1549572"/>
              <a:gd name="connsiteX3" fmla="*/ 1657441 w 2751954"/>
              <a:gd name="connsiteY3" fmla="*/ 1364497 h 1549572"/>
              <a:gd name="connsiteX4" fmla="*/ 1643718 w 2751954"/>
              <a:gd name="connsiteY4" fmla="*/ 1371695 h 1549572"/>
              <a:gd name="connsiteX5" fmla="*/ 2084059 w 2751954"/>
              <a:gd name="connsiteY5" fmla="*/ 1522666 h 1549572"/>
              <a:gd name="connsiteX6" fmla="*/ 2485633 w 2751954"/>
              <a:gd name="connsiteY6" fmla="*/ 1511617 h 1549572"/>
              <a:gd name="connsiteX7" fmla="*/ 2749489 w 2751954"/>
              <a:gd name="connsiteY7" fmla="*/ 1159757 h 1549572"/>
              <a:gd name="connsiteX8" fmla="*/ 2593551 w 2751954"/>
              <a:gd name="connsiteY8" fmla="*/ 796861 h 1549572"/>
              <a:gd name="connsiteX9" fmla="*/ 2205757 w 2751954"/>
              <a:gd name="connsiteY9" fmla="*/ 595783 h 1549572"/>
              <a:gd name="connsiteX10" fmla="*/ 1904993 w 2751954"/>
              <a:gd name="connsiteY10" fmla="*/ 341078 h 1549572"/>
              <a:gd name="connsiteX11" fmla="*/ 1421881 w 2751954"/>
              <a:gd name="connsiteY11" fmla="*/ 0 h 1549572"/>
              <a:gd name="connsiteX0" fmla="*/ 0 w 2751954"/>
              <a:gd name="connsiteY0" fmla="*/ 997122 h 1208494"/>
              <a:gd name="connsiteX1" fmla="*/ 830015 w 2751954"/>
              <a:gd name="connsiteY1" fmla="*/ 893090 h 1208494"/>
              <a:gd name="connsiteX2" fmla="*/ 1200914 w 2751954"/>
              <a:gd name="connsiteY2" fmla="*/ 868927 h 1208494"/>
              <a:gd name="connsiteX3" fmla="*/ 1657441 w 2751954"/>
              <a:gd name="connsiteY3" fmla="*/ 1023419 h 1208494"/>
              <a:gd name="connsiteX4" fmla="*/ 1643718 w 2751954"/>
              <a:gd name="connsiteY4" fmla="*/ 1030617 h 1208494"/>
              <a:gd name="connsiteX5" fmla="*/ 2084059 w 2751954"/>
              <a:gd name="connsiteY5" fmla="*/ 1181588 h 1208494"/>
              <a:gd name="connsiteX6" fmla="*/ 2485633 w 2751954"/>
              <a:gd name="connsiteY6" fmla="*/ 1170539 h 1208494"/>
              <a:gd name="connsiteX7" fmla="*/ 2749489 w 2751954"/>
              <a:gd name="connsiteY7" fmla="*/ 818679 h 1208494"/>
              <a:gd name="connsiteX8" fmla="*/ 2593551 w 2751954"/>
              <a:gd name="connsiteY8" fmla="*/ 455783 h 1208494"/>
              <a:gd name="connsiteX9" fmla="*/ 2205757 w 2751954"/>
              <a:gd name="connsiteY9" fmla="*/ 254705 h 1208494"/>
              <a:gd name="connsiteX10" fmla="*/ 1904993 w 2751954"/>
              <a:gd name="connsiteY10" fmla="*/ 0 h 1208494"/>
              <a:gd name="connsiteX0" fmla="*/ 0 w 2691054"/>
              <a:gd name="connsiteY0" fmla="*/ 1039342 h 1208494"/>
              <a:gd name="connsiteX1" fmla="*/ 769115 w 2691054"/>
              <a:gd name="connsiteY1" fmla="*/ 893090 h 1208494"/>
              <a:gd name="connsiteX2" fmla="*/ 1140014 w 2691054"/>
              <a:gd name="connsiteY2" fmla="*/ 868927 h 1208494"/>
              <a:gd name="connsiteX3" fmla="*/ 1596541 w 2691054"/>
              <a:gd name="connsiteY3" fmla="*/ 1023419 h 1208494"/>
              <a:gd name="connsiteX4" fmla="*/ 1582818 w 2691054"/>
              <a:gd name="connsiteY4" fmla="*/ 1030617 h 1208494"/>
              <a:gd name="connsiteX5" fmla="*/ 2023159 w 2691054"/>
              <a:gd name="connsiteY5" fmla="*/ 1181588 h 1208494"/>
              <a:gd name="connsiteX6" fmla="*/ 2424733 w 2691054"/>
              <a:gd name="connsiteY6" fmla="*/ 1170539 h 1208494"/>
              <a:gd name="connsiteX7" fmla="*/ 2688589 w 2691054"/>
              <a:gd name="connsiteY7" fmla="*/ 818679 h 1208494"/>
              <a:gd name="connsiteX8" fmla="*/ 2532651 w 2691054"/>
              <a:gd name="connsiteY8" fmla="*/ 455783 h 1208494"/>
              <a:gd name="connsiteX9" fmla="*/ 2144857 w 2691054"/>
              <a:gd name="connsiteY9" fmla="*/ 254705 h 1208494"/>
              <a:gd name="connsiteX10" fmla="*/ 1844093 w 2691054"/>
              <a:gd name="connsiteY10" fmla="*/ 0 h 1208494"/>
              <a:gd name="connsiteX0" fmla="*/ 0 w 1921939"/>
              <a:gd name="connsiteY0" fmla="*/ 893090 h 1208494"/>
              <a:gd name="connsiteX1" fmla="*/ 370899 w 1921939"/>
              <a:gd name="connsiteY1" fmla="*/ 868927 h 1208494"/>
              <a:gd name="connsiteX2" fmla="*/ 827426 w 1921939"/>
              <a:gd name="connsiteY2" fmla="*/ 1023419 h 1208494"/>
              <a:gd name="connsiteX3" fmla="*/ 813703 w 1921939"/>
              <a:gd name="connsiteY3" fmla="*/ 1030617 h 1208494"/>
              <a:gd name="connsiteX4" fmla="*/ 1254044 w 1921939"/>
              <a:gd name="connsiteY4" fmla="*/ 1181588 h 1208494"/>
              <a:gd name="connsiteX5" fmla="*/ 1655618 w 1921939"/>
              <a:gd name="connsiteY5" fmla="*/ 1170539 h 1208494"/>
              <a:gd name="connsiteX6" fmla="*/ 1919474 w 1921939"/>
              <a:gd name="connsiteY6" fmla="*/ 818679 h 1208494"/>
              <a:gd name="connsiteX7" fmla="*/ 1763536 w 1921939"/>
              <a:gd name="connsiteY7" fmla="*/ 455783 h 1208494"/>
              <a:gd name="connsiteX8" fmla="*/ 1375742 w 1921939"/>
              <a:gd name="connsiteY8" fmla="*/ 254705 h 1208494"/>
              <a:gd name="connsiteX9" fmla="*/ 1074978 w 1921939"/>
              <a:gd name="connsiteY9" fmla="*/ 0 h 1208494"/>
              <a:gd name="connsiteX0" fmla="*/ 0 w 1551040"/>
              <a:gd name="connsiteY0" fmla="*/ 868927 h 1208494"/>
              <a:gd name="connsiteX1" fmla="*/ 456527 w 1551040"/>
              <a:gd name="connsiteY1" fmla="*/ 1023419 h 1208494"/>
              <a:gd name="connsiteX2" fmla="*/ 442804 w 1551040"/>
              <a:gd name="connsiteY2" fmla="*/ 1030617 h 1208494"/>
              <a:gd name="connsiteX3" fmla="*/ 883145 w 1551040"/>
              <a:gd name="connsiteY3" fmla="*/ 1181588 h 1208494"/>
              <a:gd name="connsiteX4" fmla="*/ 1284719 w 1551040"/>
              <a:gd name="connsiteY4" fmla="*/ 1170539 h 1208494"/>
              <a:gd name="connsiteX5" fmla="*/ 1548575 w 1551040"/>
              <a:gd name="connsiteY5" fmla="*/ 818679 h 1208494"/>
              <a:gd name="connsiteX6" fmla="*/ 1392637 w 1551040"/>
              <a:gd name="connsiteY6" fmla="*/ 455783 h 1208494"/>
              <a:gd name="connsiteX7" fmla="*/ 1004843 w 1551040"/>
              <a:gd name="connsiteY7" fmla="*/ 254705 h 1208494"/>
              <a:gd name="connsiteX8" fmla="*/ 704079 w 1551040"/>
              <a:gd name="connsiteY8" fmla="*/ 0 h 1208494"/>
              <a:gd name="connsiteX0" fmla="*/ 0 w 1711725"/>
              <a:gd name="connsiteY0" fmla="*/ 915870 h 1208494"/>
              <a:gd name="connsiteX1" fmla="*/ 617212 w 1711725"/>
              <a:gd name="connsiteY1" fmla="*/ 1023419 h 1208494"/>
              <a:gd name="connsiteX2" fmla="*/ 603489 w 1711725"/>
              <a:gd name="connsiteY2" fmla="*/ 1030617 h 1208494"/>
              <a:gd name="connsiteX3" fmla="*/ 1043830 w 1711725"/>
              <a:gd name="connsiteY3" fmla="*/ 1181588 h 1208494"/>
              <a:gd name="connsiteX4" fmla="*/ 1445404 w 1711725"/>
              <a:gd name="connsiteY4" fmla="*/ 1170539 h 1208494"/>
              <a:gd name="connsiteX5" fmla="*/ 1709260 w 1711725"/>
              <a:gd name="connsiteY5" fmla="*/ 818679 h 1208494"/>
              <a:gd name="connsiteX6" fmla="*/ 1553322 w 1711725"/>
              <a:gd name="connsiteY6" fmla="*/ 455783 h 1208494"/>
              <a:gd name="connsiteX7" fmla="*/ 1165528 w 1711725"/>
              <a:gd name="connsiteY7" fmla="*/ 254705 h 1208494"/>
              <a:gd name="connsiteX8" fmla="*/ 864764 w 1711725"/>
              <a:gd name="connsiteY8" fmla="*/ 0 h 1208494"/>
              <a:gd name="connsiteX0" fmla="*/ 0 w 1711725"/>
              <a:gd name="connsiteY0" fmla="*/ 915870 h 1210450"/>
              <a:gd name="connsiteX1" fmla="*/ 617212 w 1711725"/>
              <a:gd name="connsiteY1" fmla="*/ 1023419 h 1210450"/>
              <a:gd name="connsiteX2" fmla="*/ 505151 w 1711725"/>
              <a:gd name="connsiteY2" fmla="*/ 984117 h 1210450"/>
              <a:gd name="connsiteX3" fmla="*/ 1043830 w 1711725"/>
              <a:gd name="connsiteY3" fmla="*/ 1181588 h 1210450"/>
              <a:gd name="connsiteX4" fmla="*/ 1445404 w 1711725"/>
              <a:gd name="connsiteY4" fmla="*/ 1170539 h 1210450"/>
              <a:gd name="connsiteX5" fmla="*/ 1709260 w 1711725"/>
              <a:gd name="connsiteY5" fmla="*/ 818679 h 1210450"/>
              <a:gd name="connsiteX6" fmla="*/ 1553322 w 1711725"/>
              <a:gd name="connsiteY6" fmla="*/ 455783 h 1210450"/>
              <a:gd name="connsiteX7" fmla="*/ 1165528 w 1711725"/>
              <a:gd name="connsiteY7" fmla="*/ 254705 h 1210450"/>
              <a:gd name="connsiteX8" fmla="*/ 864764 w 1711725"/>
              <a:gd name="connsiteY8" fmla="*/ 0 h 1210450"/>
              <a:gd name="connsiteX0" fmla="*/ 0 w 1711725"/>
              <a:gd name="connsiteY0" fmla="*/ 915870 h 1210450"/>
              <a:gd name="connsiteX1" fmla="*/ 769492 w 1711725"/>
              <a:gd name="connsiteY1" fmla="*/ 1076870 h 1210450"/>
              <a:gd name="connsiteX2" fmla="*/ 505151 w 1711725"/>
              <a:gd name="connsiteY2" fmla="*/ 984117 h 1210450"/>
              <a:gd name="connsiteX3" fmla="*/ 1043830 w 1711725"/>
              <a:gd name="connsiteY3" fmla="*/ 1181588 h 1210450"/>
              <a:gd name="connsiteX4" fmla="*/ 1445404 w 1711725"/>
              <a:gd name="connsiteY4" fmla="*/ 1170539 h 1210450"/>
              <a:gd name="connsiteX5" fmla="*/ 1709260 w 1711725"/>
              <a:gd name="connsiteY5" fmla="*/ 818679 h 1210450"/>
              <a:gd name="connsiteX6" fmla="*/ 1553322 w 1711725"/>
              <a:gd name="connsiteY6" fmla="*/ 455783 h 1210450"/>
              <a:gd name="connsiteX7" fmla="*/ 1165528 w 1711725"/>
              <a:gd name="connsiteY7" fmla="*/ 254705 h 1210450"/>
              <a:gd name="connsiteX8" fmla="*/ 864764 w 1711725"/>
              <a:gd name="connsiteY8" fmla="*/ 0 h 1210450"/>
              <a:gd name="connsiteX0" fmla="*/ 0 w 1711725"/>
              <a:gd name="connsiteY0" fmla="*/ 915870 h 1210450"/>
              <a:gd name="connsiteX1" fmla="*/ 505151 w 1711725"/>
              <a:gd name="connsiteY1" fmla="*/ 984117 h 1210450"/>
              <a:gd name="connsiteX2" fmla="*/ 1043830 w 1711725"/>
              <a:gd name="connsiteY2" fmla="*/ 1181588 h 1210450"/>
              <a:gd name="connsiteX3" fmla="*/ 1445404 w 1711725"/>
              <a:gd name="connsiteY3" fmla="*/ 1170539 h 1210450"/>
              <a:gd name="connsiteX4" fmla="*/ 1709260 w 1711725"/>
              <a:gd name="connsiteY4" fmla="*/ 818679 h 1210450"/>
              <a:gd name="connsiteX5" fmla="*/ 1553322 w 1711725"/>
              <a:gd name="connsiteY5" fmla="*/ 455783 h 1210450"/>
              <a:gd name="connsiteX6" fmla="*/ 1165528 w 1711725"/>
              <a:gd name="connsiteY6" fmla="*/ 254705 h 1210450"/>
              <a:gd name="connsiteX7" fmla="*/ 864764 w 1711725"/>
              <a:gd name="connsiteY7" fmla="*/ 0 h 1210450"/>
              <a:gd name="connsiteX0" fmla="*/ 0 w 1711725"/>
              <a:gd name="connsiteY0" fmla="*/ 915870 h 1208080"/>
              <a:gd name="connsiteX1" fmla="*/ 655111 w 1711725"/>
              <a:gd name="connsiteY1" fmla="*/ 1024585 h 1208080"/>
              <a:gd name="connsiteX2" fmla="*/ 1043830 w 1711725"/>
              <a:gd name="connsiteY2" fmla="*/ 1181588 h 1208080"/>
              <a:gd name="connsiteX3" fmla="*/ 1445404 w 1711725"/>
              <a:gd name="connsiteY3" fmla="*/ 1170539 h 1208080"/>
              <a:gd name="connsiteX4" fmla="*/ 1709260 w 1711725"/>
              <a:gd name="connsiteY4" fmla="*/ 818679 h 1208080"/>
              <a:gd name="connsiteX5" fmla="*/ 1553322 w 1711725"/>
              <a:gd name="connsiteY5" fmla="*/ 455783 h 1208080"/>
              <a:gd name="connsiteX6" fmla="*/ 1165528 w 1711725"/>
              <a:gd name="connsiteY6" fmla="*/ 254705 h 1208080"/>
              <a:gd name="connsiteX7" fmla="*/ 864764 w 1711725"/>
              <a:gd name="connsiteY7" fmla="*/ 0 h 1208080"/>
              <a:gd name="connsiteX0" fmla="*/ 0 w 1711725"/>
              <a:gd name="connsiteY0" fmla="*/ 915870 h 1332858"/>
              <a:gd name="connsiteX1" fmla="*/ 655111 w 1711725"/>
              <a:gd name="connsiteY1" fmla="*/ 1024585 h 1332858"/>
              <a:gd name="connsiteX2" fmla="*/ 1171199 w 1711725"/>
              <a:gd name="connsiteY2" fmla="*/ 1329079 h 1332858"/>
              <a:gd name="connsiteX3" fmla="*/ 1445404 w 1711725"/>
              <a:gd name="connsiteY3" fmla="*/ 1170539 h 1332858"/>
              <a:gd name="connsiteX4" fmla="*/ 1709260 w 1711725"/>
              <a:gd name="connsiteY4" fmla="*/ 818679 h 1332858"/>
              <a:gd name="connsiteX5" fmla="*/ 1553322 w 1711725"/>
              <a:gd name="connsiteY5" fmla="*/ 455783 h 1332858"/>
              <a:gd name="connsiteX6" fmla="*/ 1165528 w 1711725"/>
              <a:gd name="connsiteY6" fmla="*/ 254705 h 1332858"/>
              <a:gd name="connsiteX7" fmla="*/ 864764 w 1711725"/>
              <a:gd name="connsiteY7" fmla="*/ 0 h 1332858"/>
              <a:gd name="connsiteX0" fmla="*/ 0 w 1711725"/>
              <a:gd name="connsiteY0" fmla="*/ 915870 h 1331656"/>
              <a:gd name="connsiteX1" fmla="*/ 822976 w 1711725"/>
              <a:gd name="connsiteY1" fmla="*/ 1054675 h 1331656"/>
              <a:gd name="connsiteX2" fmla="*/ 1171199 w 1711725"/>
              <a:gd name="connsiteY2" fmla="*/ 1329079 h 1331656"/>
              <a:gd name="connsiteX3" fmla="*/ 1445404 w 1711725"/>
              <a:gd name="connsiteY3" fmla="*/ 1170539 h 1331656"/>
              <a:gd name="connsiteX4" fmla="*/ 1709260 w 1711725"/>
              <a:gd name="connsiteY4" fmla="*/ 818679 h 1331656"/>
              <a:gd name="connsiteX5" fmla="*/ 1553322 w 1711725"/>
              <a:gd name="connsiteY5" fmla="*/ 455783 h 1331656"/>
              <a:gd name="connsiteX6" fmla="*/ 1165528 w 1711725"/>
              <a:gd name="connsiteY6" fmla="*/ 254705 h 1331656"/>
              <a:gd name="connsiteX7" fmla="*/ 864764 w 1711725"/>
              <a:gd name="connsiteY7" fmla="*/ 0 h 1331656"/>
              <a:gd name="connsiteX0" fmla="*/ 0 w 1953623"/>
              <a:gd name="connsiteY0" fmla="*/ 1159534 h 1331656"/>
              <a:gd name="connsiteX1" fmla="*/ 1064874 w 1953623"/>
              <a:gd name="connsiteY1" fmla="*/ 1054675 h 1331656"/>
              <a:gd name="connsiteX2" fmla="*/ 1413097 w 1953623"/>
              <a:gd name="connsiteY2" fmla="*/ 1329079 h 1331656"/>
              <a:gd name="connsiteX3" fmla="*/ 1687302 w 1953623"/>
              <a:gd name="connsiteY3" fmla="*/ 1170539 h 1331656"/>
              <a:gd name="connsiteX4" fmla="*/ 1951158 w 1953623"/>
              <a:gd name="connsiteY4" fmla="*/ 818679 h 1331656"/>
              <a:gd name="connsiteX5" fmla="*/ 1795220 w 1953623"/>
              <a:gd name="connsiteY5" fmla="*/ 455783 h 1331656"/>
              <a:gd name="connsiteX6" fmla="*/ 1407426 w 1953623"/>
              <a:gd name="connsiteY6" fmla="*/ 254705 h 1331656"/>
              <a:gd name="connsiteX7" fmla="*/ 1106662 w 1953623"/>
              <a:gd name="connsiteY7" fmla="*/ 0 h 1331656"/>
              <a:gd name="connsiteX0" fmla="*/ 0 w 1953623"/>
              <a:gd name="connsiteY0" fmla="*/ 1159534 h 1331656"/>
              <a:gd name="connsiteX1" fmla="*/ 286985 w 1953623"/>
              <a:gd name="connsiteY1" fmla="*/ 1035447 h 1331656"/>
              <a:gd name="connsiteX2" fmla="*/ 1064874 w 1953623"/>
              <a:gd name="connsiteY2" fmla="*/ 1054675 h 1331656"/>
              <a:gd name="connsiteX3" fmla="*/ 1413097 w 1953623"/>
              <a:gd name="connsiteY3" fmla="*/ 1329079 h 1331656"/>
              <a:gd name="connsiteX4" fmla="*/ 1687302 w 1953623"/>
              <a:gd name="connsiteY4" fmla="*/ 1170539 h 1331656"/>
              <a:gd name="connsiteX5" fmla="*/ 1951158 w 1953623"/>
              <a:gd name="connsiteY5" fmla="*/ 818679 h 1331656"/>
              <a:gd name="connsiteX6" fmla="*/ 1795220 w 1953623"/>
              <a:gd name="connsiteY6" fmla="*/ 455783 h 1331656"/>
              <a:gd name="connsiteX7" fmla="*/ 1407426 w 1953623"/>
              <a:gd name="connsiteY7" fmla="*/ 254705 h 1331656"/>
              <a:gd name="connsiteX8" fmla="*/ 1106662 w 1953623"/>
              <a:gd name="connsiteY8" fmla="*/ 0 h 1331656"/>
              <a:gd name="connsiteX0" fmla="*/ 0 w 1951735"/>
              <a:gd name="connsiteY0" fmla="*/ 1159534 h 1345277"/>
              <a:gd name="connsiteX1" fmla="*/ 286985 w 1951735"/>
              <a:gd name="connsiteY1" fmla="*/ 1035447 h 1345277"/>
              <a:gd name="connsiteX2" fmla="*/ 1064874 w 1951735"/>
              <a:gd name="connsiteY2" fmla="*/ 1054675 h 1345277"/>
              <a:gd name="connsiteX3" fmla="*/ 1413097 w 1951735"/>
              <a:gd name="connsiteY3" fmla="*/ 1329079 h 1345277"/>
              <a:gd name="connsiteX4" fmla="*/ 1748144 w 1951735"/>
              <a:gd name="connsiteY4" fmla="*/ 1259747 h 1345277"/>
              <a:gd name="connsiteX5" fmla="*/ 1951158 w 1951735"/>
              <a:gd name="connsiteY5" fmla="*/ 818679 h 1345277"/>
              <a:gd name="connsiteX6" fmla="*/ 1795220 w 1951735"/>
              <a:gd name="connsiteY6" fmla="*/ 455783 h 1345277"/>
              <a:gd name="connsiteX7" fmla="*/ 1407426 w 1951735"/>
              <a:gd name="connsiteY7" fmla="*/ 254705 h 1345277"/>
              <a:gd name="connsiteX8" fmla="*/ 1106662 w 1951735"/>
              <a:gd name="connsiteY8" fmla="*/ 0 h 1345277"/>
              <a:gd name="connsiteX0" fmla="*/ 0 w 2033970"/>
              <a:gd name="connsiteY0" fmla="*/ 1159534 h 1345490"/>
              <a:gd name="connsiteX1" fmla="*/ 286985 w 2033970"/>
              <a:gd name="connsiteY1" fmla="*/ 1035447 h 1345490"/>
              <a:gd name="connsiteX2" fmla="*/ 1064874 w 2033970"/>
              <a:gd name="connsiteY2" fmla="*/ 1054675 h 1345490"/>
              <a:gd name="connsiteX3" fmla="*/ 1413097 w 2033970"/>
              <a:gd name="connsiteY3" fmla="*/ 1329079 h 1345490"/>
              <a:gd name="connsiteX4" fmla="*/ 1748144 w 2033970"/>
              <a:gd name="connsiteY4" fmla="*/ 1259747 h 1345490"/>
              <a:gd name="connsiteX5" fmla="*/ 2033659 w 2033970"/>
              <a:gd name="connsiteY5" fmla="*/ 812360 h 1345490"/>
              <a:gd name="connsiteX6" fmla="*/ 1795220 w 2033970"/>
              <a:gd name="connsiteY6" fmla="*/ 455783 h 1345490"/>
              <a:gd name="connsiteX7" fmla="*/ 1407426 w 2033970"/>
              <a:gd name="connsiteY7" fmla="*/ 254705 h 1345490"/>
              <a:gd name="connsiteX8" fmla="*/ 1106662 w 2033970"/>
              <a:gd name="connsiteY8" fmla="*/ 0 h 1345490"/>
              <a:gd name="connsiteX0" fmla="*/ 0 w 2033970"/>
              <a:gd name="connsiteY0" fmla="*/ 1168182 h 1354138"/>
              <a:gd name="connsiteX1" fmla="*/ 286985 w 2033970"/>
              <a:gd name="connsiteY1" fmla="*/ 1044095 h 1354138"/>
              <a:gd name="connsiteX2" fmla="*/ 1064874 w 2033970"/>
              <a:gd name="connsiteY2" fmla="*/ 1063323 h 1354138"/>
              <a:gd name="connsiteX3" fmla="*/ 1413097 w 2033970"/>
              <a:gd name="connsiteY3" fmla="*/ 1337727 h 1354138"/>
              <a:gd name="connsiteX4" fmla="*/ 1748144 w 2033970"/>
              <a:gd name="connsiteY4" fmla="*/ 1268395 h 1354138"/>
              <a:gd name="connsiteX5" fmla="*/ 2033659 w 2033970"/>
              <a:gd name="connsiteY5" fmla="*/ 821008 h 1354138"/>
              <a:gd name="connsiteX6" fmla="*/ 1795220 w 2033970"/>
              <a:gd name="connsiteY6" fmla="*/ 464431 h 1354138"/>
              <a:gd name="connsiteX7" fmla="*/ 1407426 w 2033970"/>
              <a:gd name="connsiteY7" fmla="*/ 263353 h 1354138"/>
              <a:gd name="connsiteX8" fmla="*/ 1157935 w 2033970"/>
              <a:gd name="connsiteY8" fmla="*/ 0 h 135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3970" h="1354138">
                <a:moveTo>
                  <a:pt x="0" y="1168182"/>
                </a:moveTo>
                <a:cubicBezTo>
                  <a:pt x="58368" y="1157315"/>
                  <a:pt x="109506" y="1061572"/>
                  <a:pt x="286985" y="1044095"/>
                </a:cubicBezTo>
                <a:cubicBezTo>
                  <a:pt x="464464" y="1026618"/>
                  <a:pt x="877189" y="1014384"/>
                  <a:pt x="1064874" y="1063323"/>
                </a:cubicBezTo>
                <a:cubicBezTo>
                  <a:pt x="1252559" y="1112262"/>
                  <a:pt x="1299219" y="1303548"/>
                  <a:pt x="1413097" y="1337727"/>
                </a:cubicBezTo>
                <a:cubicBezTo>
                  <a:pt x="1526975" y="1371906"/>
                  <a:pt x="1644717" y="1354515"/>
                  <a:pt x="1748144" y="1268395"/>
                </a:cubicBezTo>
                <a:cubicBezTo>
                  <a:pt x="1851571" y="1182275"/>
                  <a:pt x="2025813" y="955002"/>
                  <a:pt x="2033659" y="821008"/>
                </a:cubicBezTo>
                <a:cubicBezTo>
                  <a:pt x="2041505" y="687014"/>
                  <a:pt x="1899592" y="557373"/>
                  <a:pt x="1795220" y="464431"/>
                </a:cubicBezTo>
                <a:cubicBezTo>
                  <a:pt x="1690848" y="371489"/>
                  <a:pt x="1522186" y="339317"/>
                  <a:pt x="1407426" y="263353"/>
                </a:cubicBezTo>
                <a:cubicBezTo>
                  <a:pt x="1292666" y="187389"/>
                  <a:pt x="1288581" y="99297"/>
                  <a:pt x="1157935" y="0"/>
                </a:cubicBezTo>
              </a:path>
            </a:pathLst>
          </a:custGeom>
          <a:noFill/>
          <a:ln w="6350" cap="rnd">
            <a:solidFill>
              <a:schemeClr val="tx1">
                <a:alpha val="35000"/>
              </a:schemeClr>
            </a:solidFill>
            <a:prstDash val="dash"/>
            <a:round/>
          </a:ln>
        </p:spPr>
        <p:txBody>
          <a:bodyPr rtlCol="0" anchor="ctr"/>
          <a:lstStyle/>
          <a:p>
            <a:endParaRPr lang="en-US"/>
          </a:p>
        </p:txBody>
      </p:sp>
      <p:sp>
        <p:nvSpPr>
          <p:cNvPr id="136" name="Freeform: Shape 135">
            <a:extLst>
              <a:ext uri="{FF2B5EF4-FFF2-40B4-BE49-F238E27FC236}">
                <a16:creationId xmlns:a16="http://schemas.microsoft.com/office/drawing/2014/main" id="{516B265F-4507-7CC8-3D1C-52E5E3BF7190}"/>
              </a:ext>
            </a:extLst>
          </p:cNvPr>
          <p:cNvSpPr/>
          <p:nvPr userDrawn="1"/>
        </p:nvSpPr>
        <p:spPr>
          <a:xfrm rot="18267077" flipV="1">
            <a:off x="9166666" y="6529342"/>
            <a:ext cx="599878" cy="405996"/>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0 w 1234226"/>
              <a:gd name="connsiteY0" fmla="*/ 911733 h 911733"/>
              <a:gd name="connsiteX1" fmla="*/ 570383 w 1234226"/>
              <a:gd name="connsiteY1" fmla="*/ 721710 h 911733"/>
              <a:gd name="connsiteX2" fmla="*/ 954774 w 1234226"/>
              <a:gd name="connsiteY2" fmla="*/ 737391 h 911733"/>
              <a:gd name="connsiteX3" fmla="*/ 1215692 w 1234226"/>
              <a:gd name="connsiteY3" fmla="*/ 723688 h 911733"/>
              <a:gd name="connsiteX4" fmla="*/ 1136809 w 1234226"/>
              <a:gd name="connsiteY4" fmla="*/ 457104 h 911733"/>
              <a:gd name="connsiteX5" fmla="*/ 530352 w 1234226"/>
              <a:gd name="connsiteY5" fmla="*/ 0 h 911733"/>
              <a:gd name="connsiteX0" fmla="*/ 0 w 1234226"/>
              <a:gd name="connsiteY0" fmla="*/ 454630 h 454630"/>
              <a:gd name="connsiteX1" fmla="*/ 570383 w 1234226"/>
              <a:gd name="connsiteY1" fmla="*/ 264607 h 454630"/>
              <a:gd name="connsiteX2" fmla="*/ 954774 w 1234226"/>
              <a:gd name="connsiteY2" fmla="*/ 280288 h 454630"/>
              <a:gd name="connsiteX3" fmla="*/ 1215692 w 1234226"/>
              <a:gd name="connsiteY3" fmla="*/ 266585 h 454630"/>
              <a:gd name="connsiteX4" fmla="*/ 1136809 w 1234226"/>
              <a:gd name="connsiteY4" fmla="*/ 1 h 454630"/>
              <a:gd name="connsiteX0" fmla="*/ 0 w 1228887"/>
              <a:gd name="connsiteY0" fmla="*/ 508275 h 508275"/>
              <a:gd name="connsiteX1" fmla="*/ 570383 w 1228887"/>
              <a:gd name="connsiteY1" fmla="*/ 318252 h 508275"/>
              <a:gd name="connsiteX2" fmla="*/ 954774 w 1228887"/>
              <a:gd name="connsiteY2" fmla="*/ 333933 h 508275"/>
              <a:gd name="connsiteX3" fmla="*/ 1215692 w 1228887"/>
              <a:gd name="connsiteY3" fmla="*/ 320230 h 508275"/>
              <a:gd name="connsiteX4" fmla="*/ 1120452 w 1228887"/>
              <a:gd name="connsiteY4" fmla="*/ 0 h 508275"/>
              <a:gd name="connsiteX0" fmla="*/ 0 w 658504"/>
              <a:gd name="connsiteY0" fmla="*/ 318252 h 349191"/>
              <a:gd name="connsiteX1" fmla="*/ 384391 w 658504"/>
              <a:gd name="connsiteY1" fmla="*/ 333933 h 349191"/>
              <a:gd name="connsiteX2" fmla="*/ 645309 w 658504"/>
              <a:gd name="connsiteY2" fmla="*/ 320230 h 349191"/>
              <a:gd name="connsiteX3" fmla="*/ 550069 w 658504"/>
              <a:gd name="connsiteY3" fmla="*/ 0 h 349191"/>
              <a:gd name="connsiteX0" fmla="*/ 0 w 650268"/>
              <a:gd name="connsiteY0" fmla="*/ 342373 h 348063"/>
              <a:gd name="connsiteX1" fmla="*/ 376155 w 650268"/>
              <a:gd name="connsiteY1" fmla="*/ 333933 h 348063"/>
              <a:gd name="connsiteX2" fmla="*/ 637073 w 650268"/>
              <a:gd name="connsiteY2" fmla="*/ 320230 h 348063"/>
              <a:gd name="connsiteX3" fmla="*/ 541833 w 650268"/>
              <a:gd name="connsiteY3" fmla="*/ 0 h 348063"/>
              <a:gd name="connsiteX0" fmla="*/ 0 w 638780"/>
              <a:gd name="connsiteY0" fmla="*/ 431238 h 436928"/>
              <a:gd name="connsiteX1" fmla="*/ 376155 w 638780"/>
              <a:gd name="connsiteY1" fmla="*/ 422798 h 436928"/>
              <a:gd name="connsiteX2" fmla="*/ 637073 w 638780"/>
              <a:gd name="connsiteY2" fmla="*/ 409095 h 436928"/>
              <a:gd name="connsiteX3" fmla="*/ 235660 w 638780"/>
              <a:gd name="connsiteY3" fmla="*/ 0 h 436928"/>
              <a:gd name="connsiteX0" fmla="*/ 0 w 639094"/>
              <a:gd name="connsiteY0" fmla="*/ 431238 h 436928"/>
              <a:gd name="connsiteX1" fmla="*/ 376155 w 639094"/>
              <a:gd name="connsiteY1" fmla="*/ 422798 h 436928"/>
              <a:gd name="connsiteX2" fmla="*/ 637073 w 639094"/>
              <a:gd name="connsiteY2" fmla="*/ 409095 h 436928"/>
              <a:gd name="connsiteX3" fmla="*/ 235660 w 639094"/>
              <a:gd name="connsiteY3" fmla="*/ 0 h 436928"/>
              <a:gd name="connsiteX0" fmla="*/ 0 w 532844"/>
              <a:gd name="connsiteY0" fmla="*/ 431238 h 432700"/>
              <a:gd name="connsiteX1" fmla="*/ 376155 w 532844"/>
              <a:gd name="connsiteY1" fmla="*/ 422798 h 432700"/>
              <a:gd name="connsiteX2" fmla="*/ 529619 w 532844"/>
              <a:gd name="connsiteY2" fmla="*/ 251065 h 432700"/>
              <a:gd name="connsiteX3" fmla="*/ 235660 w 532844"/>
              <a:gd name="connsiteY3" fmla="*/ 0 h 432700"/>
              <a:gd name="connsiteX0" fmla="*/ 0 w 532844"/>
              <a:gd name="connsiteY0" fmla="*/ 431238 h 431238"/>
              <a:gd name="connsiteX1" fmla="*/ 348014 w 532844"/>
              <a:gd name="connsiteY1" fmla="*/ 364747 h 431238"/>
              <a:gd name="connsiteX2" fmla="*/ 529619 w 532844"/>
              <a:gd name="connsiteY2" fmla="*/ 251065 h 431238"/>
              <a:gd name="connsiteX3" fmla="*/ 235660 w 532844"/>
              <a:gd name="connsiteY3" fmla="*/ 0 h 431238"/>
              <a:gd name="connsiteX0" fmla="*/ 0 w 504958"/>
              <a:gd name="connsiteY0" fmla="*/ 431238 h 431238"/>
              <a:gd name="connsiteX1" fmla="*/ 348014 w 504958"/>
              <a:gd name="connsiteY1" fmla="*/ 364747 h 431238"/>
              <a:gd name="connsiteX2" fmla="*/ 501141 w 504958"/>
              <a:gd name="connsiteY2" fmla="*/ 227402 h 431238"/>
              <a:gd name="connsiteX3" fmla="*/ 235660 w 504958"/>
              <a:gd name="connsiteY3" fmla="*/ 0 h 431238"/>
              <a:gd name="connsiteX0" fmla="*/ 0 w 505234"/>
              <a:gd name="connsiteY0" fmla="*/ 464779 h 464779"/>
              <a:gd name="connsiteX1" fmla="*/ 348014 w 505234"/>
              <a:gd name="connsiteY1" fmla="*/ 398288 h 464779"/>
              <a:gd name="connsiteX2" fmla="*/ 501141 w 505234"/>
              <a:gd name="connsiteY2" fmla="*/ 260943 h 464779"/>
              <a:gd name="connsiteX3" fmla="*/ 246207 w 505234"/>
              <a:gd name="connsiteY3" fmla="*/ 0 h 464779"/>
            </a:gdLst>
            <a:ahLst/>
            <a:cxnLst>
              <a:cxn ang="0">
                <a:pos x="connsiteX0" y="connsiteY0"/>
              </a:cxn>
              <a:cxn ang="0">
                <a:pos x="connsiteX1" y="connsiteY1"/>
              </a:cxn>
              <a:cxn ang="0">
                <a:pos x="connsiteX2" y="connsiteY2"/>
              </a:cxn>
              <a:cxn ang="0">
                <a:pos x="connsiteX3" y="connsiteY3"/>
              </a:cxn>
            </a:cxnLst>
            <a:rect l="l" t="t" r="r" b="b"/>
            <a:pathLst>
              <a:path w="505234" h="464779">
                <a:moveTo>
                  <a:pt x="0" y="464779"/>
                </a:moveTo>
                <a:cubicBezTo>
                  <a:pt x="159129" y="435722"/>
                  <a:pt x="264491" y="432261"/>
                  <a:pt x="348014" y="398288"/>
                </a:cubicBezTo>
                <a:cubicBezTo>
                  <a:pt x="431537" y="364315"/>
                  <a:pt x="473528" y="316599"/>
                  <a:pt x="501141" y="260943"/>
                </a:cubicBezTo>
                <a:cubicBezTo>
                  <a:pt x="528754" y="205287"/>
                  <a:pt x="413684" y="48824"/>
                  <a:pt x="246207" y="0"/>
                </a:cubicBezTo>
              </a:path>
            </a:pathLst>
          </a:custGeom>
          <a:noFill/>
          <a:ln w="9525" cap="rnd">
            <a:solidFill>
              <a:schemeClr val="tx1">
                <a:alpha val="35000"/>
              </a:schemeClr>
            </a:solidFill>
            <a:prstDash val="solid"/>
            <a:round/>
          </a:ln>
        </p:spPr>
        <p:txBody>
          <a:bodyPr rtlCol="0" anchor="ctr"/>
          <a:lstStyle/>
          <a:p>
            <a:endParaRPr lang="en-US"/>
          </a:p>
        </p:txBody>
      </p:sp>
      <p:sp>
        <p:nvSpPr>
          <p:cNvPr id="137" name="Freeform: Shape 136">
            <a:extLst>
              <a:ext uri="{FF2B5EF4-FFF2-40B4-BE49-F238E27FC236}">
                <a16:creationId xmlns:a16="http://schemas.microsoft.com/office/drawing/2014/main" id="{9DF478EE-04BE-D3C3-850C-7BE2728315D4}"/>
              </a:ext>
            </a:extLst>
          </p:cNvPr>
          <p:cNvSpPr/>
          <p:nvPr userDrawn="1"/>
        </p:nvSpPr>
        <p:spPr>
          <a:xfrm rot="18640519" flipV="1">
            <a:off x="8814015" y="6112516"/>
            <a:ext cx="1495594" cy="793680"/>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533689"/>
              <a:gd name="connsiteY0" fmla="*/ 711937 h 711937"/>
              <a:gd name="connsiteX1" fmla="*/ 335661 w 1533689"/>
              <a:gd name="connsiteY1" fmla="*/ 580015 h 711937"/>
              <a:gd name="connsiteX2" fmla="*/ 629984 w 1533689"/>
              <a:gd name="connsiteY2" fmla="*/ 524961 h 711937"/>
              <a:gd name="connsiteX3" fmla="*/ 878777 w 1533689"/>
              <a:gd name="connsiteY3" fmla="*/ 539344 h 711937"/>
              <a:gd name="connsiteX4" fmla="*/ 1024700 w 1533689"/>
              <a:gd name="connsiteY4" fmla="*/ 563251 h 711937"/>
              <a:gd name="connsiteX5" fmla="*/ 1316641 w 1533689"/>
              <a:gd name="connsiteY5" fmla="*/ 620687 h 711937"/>
              <a:gd name="connsiteX6" fmla="*/ 1527143 w 1533689"/>
              <a:gd name="connsiteY6" fmla="*/ 646976 h 711937"/>
              <a:gd name="connsiteX7" fmla="*/ 980213 w 1533689"/>
              <a:gd name="connsiteY7" fmla="*/ 0 h 711937"/>
              <a:gd name="connsiteX0" fmla="*/ 0 w 1893762"/>
              <a:gd name="connsiteY0" fmla="*/ 711937 h 711937"/>
              <a:gd name="connsiteX1" fmla="*/ 335661 w 1893762"/>
              <a:gd name="connsiteY1" fmla="*/ 580015 h 711937"/>
              <a:gd name="connsiteX2" fmla="*/ 629984 w 1893762"/>
              <a:gd name="connsiteY2" fmla="*/ 524961 h 711937"/>
              <a:gd name="connsiteX3" fmla="*/ 878777 w 1893762"/>
              <a:gd name="connsiteY3" fmla="*/ 539344 h 711937"/>
              <a:gd name="connsiteX4" fmla="*/ 1024700 w 1893762"/>
              <a:gd name="connsiteY4" fmla="*/ 563251 h 711937"/>
              <a:gd name="connsiteX5" fmla="*/ 1316641 w 1893762"/>
              <a:gd name="connsiteY5" fmla="*/ 620687 h 711937"/>
              <a:gd name="connsiteX6" fmla="*/ 1527143 w 1893762"/>
              <a:gd name="connsiteY6" fmla="*/ 646976 h 711937"/>
              <a:gd name="connsiteX7" fmla="*/ 1881479 w 1893762"/>
              <a:gd name="connsiteY7" fmla="*/ 318206 h 711937"/>
              <a:gd name="connsiteX8" fmla="*/ 980213 w 1893762"/>
              <a:gd name="connsiteY8" fmla="*/ 0 h 711937"/>
              <a:gd name="connsiteX0" fmla="*/ 0 w 1899882"/>
              <a:gd name="connsiteY0" fmla="*/ 711937 h 711937"/>
              <a:gd name="connsiteX1" fmla="*/ 335661 w 1899882"/>
              <a:gd name="connsiteY1" fmla="*/ 580015 h 711937"/>
              <a:gd name="connsiteX2" fmla="*/ 629984 w 1899882"/>
              <a:gd name="connsiteY2" fmla="*/ 524961 h 711937"/>
              <a:gd name="connsiteX3" fmla="*/ 878777 w 1899882"/>
              <a:gd name="connsiteY3" fmla="*/ 539344 h 711937"/>
              <a:gd name="connsiteX4" fmla="*/ 1024700 w 1899882"/>
              <a:gd name="connsiteY4" fmla="*/ 563251 h 711937"/>
              <a:gd name="connsiteX5" fmla="*/ 1316641 w 1899882"/>
              <a:gd name="connsiteY5" fmla="*/ 620687 h 711937"/>
              <a:gd name="connsiteX6" fmla="*/ 1696103 w 1899882"/>
              <a:gd name="connsiteY6" fmla="*/ 652930 h 711937"/>
              <a:gd name="connsiteX7" fmla="*/ 1881479 w 1899882"/>
              <a:gd name="connsiteY7" fmla="*/ 318206 h 711937"/>
              <a:gd name="connsiteX8" fmla="*/ 980213 w 1899882"/>
              <a:gd name="connsiteY8" fmla="*/ 0 h 711937"/>
              <a:gd name="connsiteX0" fmla="*/ -1 w 1564219"/>
              <a:gd name="connsiteY0" fmla="*/ 580015 h 653306"/>
              <a:gd name="connsiteX1" fmla="*/ 294322 w 1564219"/>
              <a:gd name="connsiteY1" fmla="*/ 524961 h 653306"/>
              <a:gd name="connsiteX2" fmla="*/ 543115 w 1564219"/>
              <a:gd name="connsiteY2" fmla="*/ 539344 h 653306"/>
              <a:gd name="connsiteX3" fmla="*/ 689038 w 1564219"/>
              <a:gd name="connsiteY3" fmla="*/ 563251 h 653306"/>
              <a:gd name="connsiteX4" fmla="*/ 980979 w 1564219"/>
              <a:gd name="connsiteY4" fmla="*/ 620687 h 653306"/>
              <a:gd name="connsiteX5" fmla="*/ 1360441 w 1564219"/>
              <a:gd name="connsiteY5" fmla="*/ 652930 h 653306"/>
              <a:gd name="connsiteX6" fmla="*/ 1545817 w 1564219"/>
              <a:gd name="connsiteY6" fmla="*/ 318206 h 653306"/>
              <a:gd name="connsiteX7" fmla="*/ 644551 w 1564219"/>
              <a:gd name="connsiteY7" fmla="*/ 0 h 653306"/>
              <a:gd name="connsiteX0" fmla="*/ 0 w 1564220"/>
              <a:gd name="connsiteY0" fmla="*/ 580015 h 653306"/>
              <a:gd name="connsiteX1" fmla="*/ 543116 w 1564220"/>
              <a:gd name="connsiteY1" fmla="*/ 539344 h 653306"/>
              <a:gd name="connsiteX2" fmla="*/ 689039 w 1564220"/>
              <a:gd name="connsiteY2" fmla="*/ 563251 h 653306"/>
              <a:gd name="connsiteX3" fmla="*/ 980980 w 1564220"/>
              <a:gd name="connsiteY3" fmla="*/ 620687 h 653306"/>
              <a:gd name="connsiteX4" fmla="*/ 1360442 w 1564220"/>
              <a:gd name="connsiteY4" fmla="*/ 652930 h 653306"/>
              <a:gd name="connsiteX5" fmla="*/ 1545818 w 1564220"/>
              <a:gd name="connsiteY5" fmla="*/ 318206 h 653306"/>
              <a:gd name="connsiteX6" fmla="*/ 644552 w 1564220"/>
              <a:gd name="connsiteY6" fmla="*/ 0 h 653306"/>
              <a:gd name="connsiteX0" fmla="*/ 0 w 1564220"/>
              <a:gd name="connsiteY0" fmla="*/ 580015 h 653306"/>
              <a:gd name="connsiteX1" fmla="*/ 543116 w 1564220"/>
              <a:gd name="connsiteY1" fmla="*/ 539344 h 653306"/>
              <a:gd name="connsiteX2" fmla="*/ 689039 w 1564220"/>
              <a:gd name="connsiteY2" fmla="*/ 563251 h 653306"/>
              <a:gd name="connsiteX3" fmla="*/ 980980 w 1564220"/>
              <a:gd name="connsiteY3" fmla="*/ 620687 h 653306"/>
              <a:gd name="connsiteX4" fmla="*/ 1360442 w 1564220"/>
              <a:gd name="connsiteY4" fmla="*/ 652930 h 653306"/>
              <a:gd name="connsiteX5" fmla="*/ 1545818 w 1564220"/>
              <a:gd name="connsiteY5" fmla="*/ 318206 h 653306"/>
              <a:gd name="connsiteX6" fmla="*/ 1098710 w 1564220"/>
              <a:gd name="connsiteY6" fmla="*/ 240122 h 653306"/>
              <a:gd name="connsiteX7" fmla="*/ 644552 w 1564220"/>
              <a:gd name="connsiteY7" fmla="*/ 0 h 653306"/>
              <a:gd name="connsiteX0" fmla="*/ 0 w 1566385"/>
              <a:gd name="connsiteY0" fmla="*/ 580015 h 682567"/>
              <a:gd name="connsiteX1" fmla="*/ 543116 w 1566385"/>
              <a:gd name="connsiteY1" fmla="*/ 539344 h 682567"/>
              <a:gd name="connsiteX2" fmla="*/ 689039 w 1566385"/>
              <a:gd name="connsiteY2" fmla="*/ 563251 h 682567"/>
              <a:gd name="connsiteX3" fmla="*/ 980980 w 1566385"/>
              <a:gd name="connsiteY3" fmla="*/ 620687 h 682567"/>
              <a:gd name="connsiteX4" fmla="*/ 1396197 w 1566385"/>
              <a:gd name="connsiteY4" fmla="*/ 682383 h 682567"/>
              <a:gd name="connsiteX5" fmla="*/ 1545818 w 1566385"/>
              <a:gd name="connsiteY5" fmla="*/ 318206 h 682567"/>
              <a:gd name="connsiteX6" fmla="*/ 1098710 w 1566385"/>
              <a:gd name="connsiteY6" fmla="*/ 240122 h 682567"/>
              <a:gd name="connsiteX7" fmla="*/ 644552 w 1566385"/>
              <a:gd name="connsiteY7" fmla="*/ 0 h 682567"/>
              <a:gd name="connsiteX0" fmla="*/ 0 w 1614702"/>
              <a:gd name="connsiteY0" fmla="*/ 580015 h 682567"/>
              <a:gd name="connsiteX1" fmla="*/ 543116 w 1614702"/>
              <a:gd name="connsiteY1" fmla="*/ 539344 h 682567"/>
              <a:gd name="connsiteX2" fmla="*/ 689039 w 1614702"/>
              <a:gd name="connsiteY2" fmla="*/ 563251 h 682567"/>
              <a:gd name="connsiteX3" fmla="*/ 980980 w 1614702"/>
              <a:gd name="connsiteY3" fmla="*/ 620687 h 682567"/>
              <a:gd name="connsiteX4" fmla="*/ 1396197 w 1614702"/>
              <a:gd name="connsiteY4" fmla="*/ 682383 h 682567"/>
              <a:gd name="connsiteX5" fmla="*/ 1545818 w 1614702"/>
              <a:gd name="connsiteY5" fmla="*/ 318206 h 682567"/>
              <a:gd name="connsiteX6" fmla="*/ 1098710 w 1614702"/>
              <a:gd name="connsiteY6" fmla="*/ 240122 h 682567"/>
              <a:gd name="connsiteX7" fmla="*/ 644552 w 1614702"/>
              <a:gd name="connsiteY7" fmla="*/ 0 h 682567"/>
              <a:gd name="connsiteX0" fmla="*/ 0 w 1652370"/>
              <a:gd name="connsiteY0" fmla="*/ 665624 h 682567"/>
              <a:gd name="connsiteX1" fmla="*/ 580784 w 1652370"/>
              <a:gd name="connsiteY1" fmla="*/ 539344 h 682567"/>
              <a:gd name="connsiteX2" fmla="*/ 726707 w 1652370"/>
              <a:gd name="connsiteY2" fmla="*/ 563251 h 682567"/>
              <a:gd name="connsiteX3" fmla="*/ 1018648 w 1652370"/>
              <a:gd name="connsiteY3" fmla="*/ 620687 h 682567"/>
              <a:gd name="connsiteX4" fmla="*/ 1433865 w 1652370"/>
              <a:gd name="connsiteY4" fmla="*/ 682383 h 682567"/>
              <a:gd name="connsiteX5" fmla="*/ 1583486 w 1652370"/>
              <a:gd name="connsiteY5" fmla="*/ 318206 h 682567"/>
              <a:gd name="connsiteX6" fmla="*/ 1136378 w 1652370"/>
              <a:gd name="connsiteY6" fmla="*/ 240122 h 682567"/>
              <a:gd name="connsiteX7" fmla="*/ 682220 w 1652370"/>
              <a:gd name="connsiteY7" fmla="*/ 0 h 682567"/>
              <a:gd name="connsiteX0" fmla="*/ 0 w 1652370"/>
              <a:gd name="connsiteY0" fmla="*/ 665624 h 682567"/>
              <a:gd name="connsiteX1" fmla="*/ 490016 w 1652370"/>
              <a:gd name="connsiteY1" fmla="*/ 604021 h 682567"/>
              <a:gd name="connsiteX2" fmla="*/ 726707 w 1652370"/>
              <a:gd name="connsiteY2" fmla="*/ 563251 h 682567"/>
              <a:gd name="connsiteX3" fmla="*/ 1018648 w 1652370"/>
              <a:gd name="connsiteY3" fmla="*/ 620687 h 682567"/>
              <a:gd name="connsiteX4" fmla="*/ 1433865 w 1652370"/>
              <a:gd name="connsiteY4" fmla="*/ 682383 h 682567"/>
              <a:gd name="connsiteX5" fmla="*/ 1583486 w 1652370"/>
              <a:gd name="connsiteY5" fmla="*/ 318206 h 682567"/>
              <a:gd name="connsiteX6" fmla="*/ 1136378 w 1652370"/>
              <a:gd name="connsiteY6" fmla="*/ 240122 h 682567"/>
              <a:gd name="connsiteX7" fmla="*/ 682220 w 1652370"/>
              <a:gd name="connsiteY7" fmla="*/ 0 h 682567"/>
              <a:gd name="connsiteX0" fmla="*/ 0 w 1652370"/>
              <a:gd name="connsiteY0" fmla="*/ 665624 h 705912"/>
              <a:gd name="connsiteX1" fmla="*/ 490016 w 1652370"/>
              <a:gd name="connsiteY1" fmla="*/ 604021 h 705912"/>
              <a:gd name="connsiteX2" fmla="*/ 726707 w 1652370"/>
              <a:gd name="connsiteY2" fmla="*/ 563251 h 705912"/>
              <a:gd name="connsiteX3" fmla="*/ 1018648 w 1652370"/>
              <a:gd name="connsiteY3" fmla="*/ 620687 h 705912"/>
              <a:gd name="connsiteX4" fmla="*/ 1433865 w 1652370"/>
              <a:gd name="connsiteY4" fmla="*/ 682383 h 705912"/>
              <a:gd name="connsiteX5" fmla="*/ 1583486 w 1652370"/>
              <a:gd name="connsiteY5" fmla="*/ 318206 h 705912"/>
              <a:gd name="connsiteX6" fmla="*/ 1136378 w 1652370"/>
              <a:gd name="connsiteY6" fmla="*/ 240122 h 705912"/>
              <a:gd name="connsiteX7" fmla="*/ 682220 w 1652370"/>
              <a:gd name="connsiteY7" fmla="*/ 0 h 705912"/>
              <a:gd name="connsiteX0" fmla="*/ 0 w 1637329"/>
              <a:gd name="connsiteY0" fmla="*/ 665624 h 705912"/>
              <a:gd name="connsiteX1" fmla="*/ 490016 w 1637329"/>
              <a:gd name="connsiteY1" fmla="*/ 604021 h 705912"/>
              <a:gd name="connsiteX2" fmla="*/ 726707 w 1637329"/>
              <a:gd name="connsiteY2" fmla="*/ 563251 h 705912"/>
              <a:gd name="connsiteX3" fmla="*/ 1018648 w 1637329"/>
              <a:gd name="connsiteY3" fmla="*/ 620687 h 705912"/>
              <a:gd name="connsiteX4" fmla="*/ 1433865 w 1637329"/>
              <a:gd name="connsiteY4" fmla="*/ 682383 h 705912"/>
              <a:gd name="connsiteX5" fmla="*/ 1583486 w 1637329"/>
              <a:gd name="connsiteY5" fmla="*/ 318206 h 705912"/>
              <a:gd name="connsiteX6" fmla="*/ 1136378 w 1637329"/>
              <a:gd name="connsiteY6" fmla="*/ 240122 h 705912"/>
              <a:gd name="connsiteX7" fmla="*/ 682220 w 1637329"/>
              <a:gd name="connsiteY7" fmla="*/ 0 h 705912"/>
              <a:gd name="connsiteX0" fmla="*/ 0 w 1637329"/>
              <a:gd name="connsiteY0" fmla="*/ 665624 h 705912"/>
              <a:gd name="connsiteX1" fmla="*/ 490016 w 1637329"/>
              <a:gd name="connsiteY1" fmla="*/ 604021 h 705912"/>
              <a:gd name="connsiteX2" fmla="*/ 726707 w 1637329"/>
              <a:gd name="connsiteY2" fmla="*/ 563251 h 705912"/>
              <a:gd name="connsiteX3" fmla="*/ 1018648 w 1637329"/>
              <a:gd name="connsiteY3" fmla="*/ 620687 h 705912"/>
              <a:gd name="connsiteX4" fmla="*/ 1433865 w 1637329"/>
              <a:gd name="connsiteY4" fmla="*/ 682383 h 705912"/>
              <a:gd name="connsiteX5" fmla="*/ 1583486 w 1637329"/>
              <a:gd name="connsiteY5" fmla="*/ 318206 h 705912"/>
              <a:gd name="connsiteX6" fmla="*/ 1136378 w 1637329"/>
              <a:gd name="connsiteY6" fmla="*/ 240122 h 705912"/>
              <a:gd name="connsiteX7" fmla="*/ 682220 w 1637329"/>
              <a:gd name="connsiteY7" fmla="*/ 0 h 705912"/>
              <a:gd name="connsiteX0" fmla="*/ 0 w 1637329"/>
              <a:gd name="connsiteY0" fmla="*/ 639707 h 679995"/>
              <a:gd name="connsiteX1" fmla="*/ 490016 w 1637329"/>
              <a:gd name="connsiteY1" fmla="*/ 578104 h 679995"/>
              <a:gd name="connsiteX2" fmla="*/ 726707 w 1637329"/>
              <a:gd name="connsiteY2" fmla="*/ 537334 h 679995"/>
              <a:gd name="connsiteX3" fmla="*/ 1018648 w 1637329"/>
              <a:gd name="connsiteY3" fmla="*/ 594770 h 679995"/>
              <a:gd name="connsiteX4" fmla="*/ 1433865 w 1637329"/>
              <a:gd name="connsiteY4" fmla="*/ 656466 h 679995"/>
              <a:gd name="connsiteX5" fmla="*/ 1583486 w 1637329"/>
              <a:gd name="connsiteY5" fmla="*/ 292289 h 679995"/>
              <a:gd name="connsiteX6" fmla="*/ 1136378 w 1637329"/>
              <a:gd name="connsiteY6" fmla="*/ 214205 h 679995"/>
              <a:gd name="connsiteX7" fmla="*/ 693006 w 1637329"/>
              <a:gd name="connsiteY7" fmla="*/ 0 h 679995"/>
              <a:gd name="connsiteX0" fmla="*/ 0 w 1637329"/>
              <a:gd name="connsiteY0" fmla="*/ 639707 h 679188"/>
              <a:gd name="connsiteX1" fmla="*/ 490016 w 1637329"/>
              <a:gd name="connsiteY1" fmla="*/ 578104 h 679188"/>
              <a:gd name="connsiteX2" fmla="*/ 747040 w 1637329"/>
              <a:gd name="connsiteY2" fmla="*/ 576600 h 679188"/>
              <a:gd name="connsiteX3" fmla="*/ 1018648 w 1637329"/>
              <a:gd name="connsiteY3" fmla="*/ 594770 h 679188"/>
              <a:gd name="connsiteX4" fmla="*/ 1433865 w 1637329"/>
              <a:gd name="connsiteY4" fmla="*/ 656466 h 679188"/>
              <a:gd name="connsiteX5" fmla="*/ 1583486 w 1637329"/>
              <a:gd name="connsiteY5" fmla="*/ 292289 h 679188"/>
              <a:gd name="connsiteX6" fmla="*/ 1136378 w 1637329"/>
              <a:gd name="connsiteY6" fmla="*/ 214205 h 679188"/>
              <a:gd name="connsiteX7" fmla="*/ 693006 w 1637329"/>
              <a:gd name="connsiteY7" fmla="*/ 0 h 679188"/>
              <a:gd name="connsiteX0" fmla="*/ 0 w 1667087"/>
              <a:gd name="connsiteY0" fmla="*/ 639707 h 679188"/>
              <a:gd name="connsiteX1" fmla="*/ 490016 w 1667087"/>
              <a:gd name="connsiteY1" fmla="*/ 578104 h 679188"/>
              <a:gd name="connsiteX2" fmla="*/ 747040 w 1667087"/>
              <a:gd name="connsiteY2" fmla="*/ 576600 h 679188"/>
              <a:gd name="connsiteX3" fmla="*/ 1018648 w 1667087"/>
              <a:gd name="connsiteY3" fmla="*/ 594770 h 679188"/>
              <a:gd name="connsiteX4" fmla="*/ 1433865 w 1667087"/>
              <a:gd name="connsiteY4" fmla="*/ 656466 h 679188"/>
              <a:gd name="connsiteX5" fmla="*/ 1583486 w 1667087"/>
              <a:gd name="connsiteY5" fmla="*/ 292289 h 679188"/>
              <a:gd name="connsiteX6" fmla="*/ 1136378 w 1667087"/>
              <a:gd name="connsiteY6" fmla="*/ 214205 h 679188"/>
              <a:gd name="connsiteX7" fmla="*/ 693006 w 1667087"/>
              <a:gd name="connsiteY7" fmla="*/ 0 h 67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7087" h="679188">
                <a:moveTo>
                  <a:pt x="0" y="639707"/>
                </a:moveTo>
                <a:cubicBezTo>
                  <a:pt x="113149" y="631234"/>
                  <a:pt x="365509" y="588622"/>
                  <a:pt x="490016" y="578104"/>
                </a:cubicBezTo>
                <a:cubicBezTo>
                  <a:pt x="614523" y="567586"/>
                  <a:pt x="658935" y="573822"/>
                  <a:pt x="747040" y="576600"/>
                </a:cubicBezTo>
                <a:cubicBezTo>
                  <a:pt x="835145" y="579378"/>
                  <a:pt x="904177" y="581459"/>
                  <a:pt x="1018648" y="594770"/>
                </a:cubicBezTo>
                <a:cubicBezTo>
                  <a:pt x="1133119" y="608081"/>
                  <a:pt x="1317052" y="728290"/>
                  <a:pt x="1433865" y="656466"/>
                </a:cubicBezTo>
                <a:cubicBezTo>
                  <a:pt x="1762839" y="483564"/>
                  <a:pt x="1674641" y="400118"/>
                  <a:pt x="1583486" y="292289"/>
                </a:cubicBezTo>
                <a:cubicBezTo>
                  <a:pt x="1522043" y="235075"/>
                  <a:pt x="1286589" y="267239"/>
                  <a:pt x="1136378" y="214205"/>
                </a:cubicBezTo>
                <a:cubicBezTo>
                  <a:pt x="986167" y="161171"/>
                  <a:pt x="780125" y="30950"/>
                  <a:pt x="693006" y="0"/>
                </a:cubicBezTo>
              </a:path>
            </a:pathLst>
          </a:custGeom>
          <a:noFill/>
          <a:ln w="6350" cap="rnd">
            <a:solidFill>
              <a:schemeClr val="tx1">
                <a:alpha val="35000"/>
              </a:schemeClr>
            </a:solidFill>
            <a:prstDash val="dash"/>
            <a:round/>
          </a:ln>
        </p:spPr>
        <p:txBody>
          <a:bodyPr rtlCol="0" anchor="ctr"/>
          <a:lstStyle/>
          <a:p>
            <a:endParaRPr lang="en-US"/>
          </a:p>
        </p:txBody>
      </p:sp>
      <p:sp>
        <p:nvSpPr>
          <p:cNvPr id="138" name="Freeform: Shape 137">
            <a:extLst>
              <a:ext uri="{FF2B5EF4-FFF2-40B4-BE49-F238E27FC236}">
                <a16:creationId xmlns:a16="http://schemas.microsoft.com/office/drawing/2014/main" id="{B0CDF3F5-D653-98EE-AAE7-094589E0F0B2}"/>
              </a:ext>
            </a:extLst>
          </p:cNvPr>
          <p:cNvSpPr/>
          <p:nvPr userDrawn="1"/>
        </p:nvSpPr>
        <p:spPr>
          <a:xfrm rot="19255791" flipV="1">
            <a:off x="9741391" y="5491751"/>
            <a:ext cx="2456464" cy="960028"/>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462705"/>
              <a:gd name="connsiteY0" fmla="*/ 277178 h 1271168"/>
              <a:gd name="connsiteX1" fmla="*/ 251555 w 4462705"/>
              <a:gd name="connsiteY1" fmla="*/ 421958 h 1271168"/>
              <a:gd name="connsiteX2" fmla="*/ 709803 w 4462705"/>
              <a:gd name="connsiteY2" fmla="*/ 690848 h 1271168"/>
              <a:gd name="connsiteX3" fmla="*/ 1010031 w 4462705"/>
              <a:gd name="connsiteY3" fmla="*/ 830580 h 1271168"/>
              <a:gd name="connsiteX4" fmla="*/ 1184529 w 4462705"/>
              <a:gd name="connsiteY4" fmla="*/ 917067 h 1271168"/>
              <a:gd name="connsiteX5" fmla="*/ 1495234 w 4462705"/>
              <a:gd name="connsiteY5" fmla="*/ 1114901 h 1271168"/>
              <a:gd name="connsiteX6" fmla="*/ 1641443 w 4462705"/>
              <a:gd name="connsiteY6" fmla="*/ 1204627 h 1271168"/>
              <a:gd name="connsiteX7" fmla="*/ 1875758 w 4462705"/>
              <a:gd name="connsiteY7" fmla="*/ 1271111 h 1271168"/>
              <a:gd name="connsiteX8" fmla="*/ 2168176 w 4462705"/>
              <a:gd name="connsiteY8" fmla="*/ 1128141 h 1271168"/>
              <a:gd name="connsiteX9" fmla="*/ 2326005 w 4462705"/>
              <a:gd name="connsiteY9" fmla="*/ 882110 h 1271168"/>
              <a:gd name="connsiteX10" fmla="*/ 2461069 w 4462705"/>
              <a:gd name="connsiteY10" fmla="*/ 574929 h 1271168"/>
              <a:gd name="connsiteX11" fmla="*/ 2589848 w 4462705"/>
              <a:gd name="connsiteY11" fmla="*/ 411480 h 1271168"/>
              <a:gd name="connsiteX12" fmla="*/ 2858452 w 4462705"/>
              <a:gd name="connsiteY12" fmla="*/ 292322 h 1271168"/>
              <a:gd name="connsiteX13" fmla="*/ 3081338 w 4462705"/>
              <a:gd name="connsiteY13" fmla="*/ 325565 h 1271168"/>
              <a:gd name="connsiteX14" fmla="*/ 3423380 w 4462705"/>
              <a:gd name="connsiteY14" fmla="*/ 383762 h 1271168"/>
              <a:gd name="connsiteX15" fmla="*/ 3805333 w 4462705"/>
              <a:gd name="connsiteY15" fmla="*/ 420434 h 1271168"/>
              <a:gd name="connsiteX16" fmla="*/ 4104418 w 4462705"/>
              <a:gd name="connsiteY16" fmla="*/ 420434 h 1271168"/>
              <a:gd name="connsiteX17" fmla="*/ 4419315 w 4462705"/>
              <a:gd name="connsiteY17" fmla="*/ 349091 h 1271168"/>
              <a:gd name="connsiteX18" fmla="*/ 4462558 w 4462705"/>
              <a:gd name="connsiteY18" fmla="*/ 242316 h 1271168"/>
              <a:gd name="connsiteX19" fmla="*/ 4359879 w 4462705"/>
              <a:gd name="connsiteY19" fmla="*/ 0 h 1271168"/>
              <a:gd name="connsiteX0" fmla="*/ 0 w 4211150"/>
              <a:gd name="connsiteY0" fmla="*/ 421958 h 1271168"/>
              <a:gd name="connsiteX1" fmla="*/ 458248 w 4211150"/>
              <a:gd name="connsiteY1" fmla="*/ 690848 h 1271168"/>
              <a:gd name="connsiteX2" fmla="*/ 758476 w 4211150"/>
              <a:gd name="connsiteY2" fmla="*/ 830580 h 1271168"/>
              <a:gd name="connsiteX3" fmla="*/ 932974 w 4211150"/>
              <a:gd name="connsiteY3" fmla="*/ 917067 h 1271168"/>
              <a:gd name="connsiteX4" fmla="*/ 1243679 w 4211150"/>
              <a:gd name="connsiteY4" fmla="*/ 1114901 h 1271168"/>
              <a:gd name="connsiteX5" fmla="*/ 1389888 w 4211150"/>
              <a:gd name="connsiteY5" fmla="*/ 1204627 h 1271168"/>
              <a:gd name="connsiteX6" fmla="*/ 1624203 w 4211150"/>
              <a:gd name="connsiteY6" fmla="*/ 1271111 h 1271168"/>
              <a:gd name="connsiteX7" fmla="*/ 1916621 w 4211150"/>
              <a:gd name="connsiteY7" fmla="*/ 1128141 h 1271168"/>
              <a:gd name="connsiteX8" fmla="*/ 2074450 w 4211150"/>
              <a:gd name="connsiteY8" fmla="*/ 882110 h 1271168"/>
              <a:gd name="connsiteX9" fmla="*/ 2209514 w 4211150"/>
              <a:gd name="connsiteY9" fmla="*/ 574929 h 1271168"/>
              <a:gd name="connsiteX10" fmla="*/ 2338293 w 4211150"/>
              <a:gd name="connsiteY10" fmla="*/ 411480 h 1271168"/>
              <a:gd name="connsiteX11" fmla="*/ 2606897 w 4211150"/>
              <a:gd name="connsiteY11" fmla="*/ 292322 h 1271168"/>
              <a:gd name="connsiteX12" fmla="*/ 2829783 w 4211150"/>
              <a:gd name="connsiteY12" fmla="*/ 325565 h 1271168"/>
              <a:gd name="connsiteX13" fmla="*/ 3171825 w 4211150"/>
              <a:gd name="connsiteY13" fmla="*/ 383762 h 1271168"/>
              <a:gd name="connsiteX14" fmla="*/ 3553778 w 4211150"/>
              <a:gd name="connsiteY14" fmla="*/ 420434 h 1271168"/>
              <a:gd name="connsiteX15" fmla="*/ 3852863 w 4211150"/>
              <a:gd name="connsiteY15" fmla="*/ 420434 h 1271168"/>
              <a:gd name="connsiteX16" fmla="*/ 4167760 w 4211150"/>
              <a:gd name="connsiteY16" fmla="*/ 349091 h 1271168"/>
              <a:gd name="connsiteX17" fmla="*/ 4211003 w 4211150"/>
              <a:gd name="connsiteY17" fmla="*/ 242316 h 1271168"/>
              <a:gd name="connsiteX18" fmla="*/ 4108324 w 4211150"/>
              <a:gd name="connsiteY18"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80045 w 3752902"/>
              <a:gd name="connsiteY9" fmla="*/ 411480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452674"/>
              <a:gd name="connsiteY0" fmla="*/ 830580 h 1271168"/>
              <a:gd name="connsiteX1" fmla="*/ 174498 w 3452674"/>
              <a:gd name="connsiteY1" fmla="*/ 917067 h 1271168"/>
              <a:gd name="connsiteX2" fmla="*/ 485203 w 3452674"/>
              <a:gd name="connsiteY2" fmla="*/ 1114901 h 1271168"/>
              <a:gd name="connsiteX3" fmla="*/ 631412 w 3452674"/>
              <a:gd name="connsiteY3" fmla="*/ 1204627 h 1271168"/>
              <a:gd name="connsiteX4" fmla="*/ 865727 w 3452674"/>
              <a:gd name="connsiteY4" fmla="*/ 1271111 h 1271168"/>
              <a:gd name="connsiteX5" fmla="*/ 1158145 w 3452674"/>
              <a:gd name="connsiteY5" fmla="*/ 1128141 h 1271168"/>
              <a:gd name="connsiteX6" fmla="*/ 1315974 w 3452674"/>
              <a:gd name="connsiteY6" fmla="*/ 882110 h 1271168"/>
              <a:gd name="connsiteX7" fmla="*/ 1451038 w 3452674"/>
              <a:gd name="connsiteY7" fmla="*/ 574929 h 1271168"/>
              <a:gd name="connsiteX8" fmla="*/ 1579817 w 3452674"/>
              <a:gd name="connsiteY8" fmla="*/ 411480 h 1271168"/>
              <a:gd name="connsiteX9" fmla="*/ 1848421 w 3452674"/>
              <a:gd name="connsiteY9" fmla="*/ 292322 h 1271168"/>
              <a:gd name="connsiteX10" fmla="*/ 2071307 w 3452674"/>
              <a:gd name="connsiteY10" fmla="*/ 325565 h 1271168"/>
              <a:gd name="connsiteX11" fmla="*/ 2413349 w 3452674"/>
              <a:gd name="connsiteY11" fmla="*/ 383762 h 1271168"/>
              <a:gd name="connsiteX12" fmla="*/ 2795302 w 3452674"/>
              <a:gd name="connsiteY12" fmla="*/ 420434 h 1271168"/>
              <a:gd name="connsiteX13" fmla="*/ 3094387 w 3452674"/>
              <a:gd name="connsiteY13" fmla="*/ 420434 h 1271168"/>
              <a:gd name="connsiteX14" fmla="*/ 3409284 w 3452674"/>
              <a:gd name="connsiteY14" fmla="*/ 349091 h 1271168"/>
              <a:gd name="connsiteX15" fmla="*/ 3452527 w 3452674"/>
              <a:gd name="connsiteY15" fmla="*/ 242316 h 1271168"/>
              <a:gd name="connsiteX16" fmla="*/ 3349848 w 3452674"/>
              <a:gd name="connsiteY16" fmla="*/ 0 h 1271168"/>
              <a:gd name="connsiteX0" fmla="*/ 0 w 3614883"/>
              <a:gd name="connsiteY0" fmla="*/ 682584 h 1271168"/>
              <a:gd name="connsiteX1" fmla="*/ 336707 w 3614883"/>
              <a:gd name="connsiteY1" fmla="*/ 917067 h 1271168"/>
              <a:gd name="connsiteX2" fmla="*/ 647412 w 3614883"/>
              <a:gd name="connsiteY2" fmla="*/ 1114901 h 1271168"/>
              <a:gd name="connsiteX3" fmla="*/ 793621 w 3614883"/>
              <a:gd name="connsiteY3" fmla="*/ 1204627 h 1271168"/>
              <a:gd name="connsiteX4" fmla="*/ 1027936 w 3614883"/>
              <a:gd name="connsiteY4" fmla="*/ 1271111 h 1271168"/>
              <a:gd name="connsiteX5" fmla="*/ 1320354 w 3614883"/>
              <a:gd name="connsiteY5" fmla="*/ 1128141 h 1271168"/>
              <a:gd name="connsiteX6" fmla="*/ 1478183 w 3614883"/>
              <a:gd name="connsiteY6" fmla="*/ 882110 h 1271168"/>
              <a:gd name="connsiteX7" fmla="*/ 1613247 w 3614883"/>
              <a:gd name="connsiteY7" fmla="*/ 574929 h 1271168"/>
              <a:gd name="connsiteX8" fmla="*/ 1742026 w 3614883"/>
              <a:gd name="connsiteY8" fmla="*/ 411480 h 1271168"/>
              <a:gd name="connsiteX9" fmla="*/ 2010630 w 3614883"/>
              <a:gd name="connsiteY9" fmla="*/ 292322 h 1271168"/>
              <a:gd name="connsiteX10" fmla="*/ 2233516 w 3614883"/>
              <a:gd name="connsiteY10" fmla="*/ 325565 h 1271168"/>
              <a:gd name="connsiteX11" fmla="*/ 2575558 w 3614883"/>
              <a:gd name="connsiteY11" fmla="*/ 383762 h 1271168"/>
              <a:gd name="connsiteX12" fmla="*/ 2957511 w 3614883"/>
              <a:gd name="connsiteY12" fmla="*/ 420434 h 1271168"/>
              <a:gd name="connsiteX13" fmla="*/ 3256596 w 3614883"/>
              <a:gd name="connsiteY13" fmla="*/ 420434 h 1271168"/>
              <a:gd name="connsiteX14" fmla="*/ 3571493 w 3614883"/>
              <a:gd name="connsiteY14" fmla="*/ 349091 h 1271168"/>
              <a:gd name="connsiteX15" fmla="*/ 3614736 w 3614883"/>
              <a:gd name="connsiteY15" fmla="*/ 242316 h 1271168"/>
              <a:gd name="connsiteX16" fmla="*/ 3512057 w 3614883"/>
              <a:gd name="connsiteY16" fmla="*/ 0 h 1271168"/>
              <a:gd name="connsiteX0" fmla="*/ 0 w 3614736"/>
              <a:gd name="connsiteY0" fmla="*/ 440268 h 1028852"/>
              <a:gd name="connsiteX1" fmla="*/ 336707 w 3614736"/>
              <a:gd name="connsiteY1" fmla="*/ 674751 h 1028852"/>
              <a:gd name="connsiteX2" fmla="*/ 647412 w 3614736"/>
              <a:gd name="connsiteY2" fmla="*/ 872585 h 1028852"/>
              <a:gd name="connsiteX3" fmla="*/ 793621 w 3614736"/>
              <a:gd name="connsiteY3" fmla="*/ 962311 h 1028852"/>
              <a:gd name="connsiteX4" fmla="*/ 1027936 w 3614736"/>
              <a:gd name="connsiteY4" fmla="*/ 1028795 h 1028852"/>
              <a:gd name="connsiteX5" fmla="*/ 1320354 w 3614736"/>
              <a:gd name="connsiteY5" fmla="*/ 885825 h 1028852"/>
              <a:gd name="connsiteX6" fmla="*/ 1478183 w 3614736"/>
              <a:gd name="connsiteY6" fmla="*/ 639794 h 1028852"/>
              <a:gd name="connsiteX7" fmla="*/ 1613247 w 3614736"/>
              <a:gd name="connsiteY7" fmla="*/ 332613 h 1028852"/>
              <a:gd name="connsiteX8" fmla="*/ 1742026 w 3614736"/>
              <a:gd name="connsiteY8" fmla="*/ 169164 h 1028852"/>
              <a:gd name="connsiteX9" fmla="*/ 2010630 w 3614736"/>
              <a:gd name="connsiteY9" fmla="*/ 50006 h 1028852"/>
              <a:gd name="connsiteX10" fmla="*/ 2233516 w 3614736"/>
              <a:gd name="connsiteY10" fmla="*/ 83249 h 1028852"/>
              <a:gd name="connsiteX11" fmla="*/ 2575558 w 3614736"/>
              <a:gd name="connsiteY11" fmla="*/ 141446 h 1028852"/>
              <a:gd name="connsiteX12" fmla="*/ 2957511 w 3614736"/>
              <a:gd name="connsiteY12" fmla="*/ 178118 h 1028852"/>
              <a:gd name="connsiteX13" fmla="*/ 3256596 w 3614736"/>
              <a:gd name="connsiteY13" fmla="*/ 178118 h 1028852"/>
              <a:gd name="connsiteX14" fmla="*/ 3571493 w 3614736"/>
              <a:gd name="connsiteY14" fmla="*/ 106775 h 1028852"/>
              <a:gd name="connsiteX15" fmla="*/ 3614736 w 3614736"/>
              <a:gd name="connsiteY15" fmla="*/ 0 h 1028852"/>
              <a:gd name="connsiteX0" fmla="*/ 0 w 3634041"/>
              <a:gd name="connsiteY0" fmla="*/ 440268 h 1028852"/>
              <a:gd name="connsiteX1" fmla="*/ 336707 w 3634041"/>
              <a:gd name="connsiteY1" fmla="*/ 674751 h 1028852"/>
              <a:gd name="connsiteX2" fmla="*/ 647412 w 3634041"/>
              <a:gd name="connsiteY2" fmla="*/ 872585 h 1028852"/>
              <a:gd name="connsiteX3" fmla="*/ 793621 w 3634041"/>
              <a:gd name="connsiteY3" fmla="*/ 962311 h 1028852"/>
              <a:gd name="connsiteX4" fmla="*/ 1027936 w 3634041"/>
              <a:gd name="connsiteY4" fmla="*/ 1028795 h 1028852"/>
              <a:gd name="connsiteX5" fmla="*/ 1320354 w 3634041"/>
              <a:gd name="connsiteY5" fmla="*/ 885825 h 1028852"/>
              <a:gd name="connsiteX6" fmla="*/ 1478183 w 3634041"/>
              <a:gd name="connsiteY6" fmla="*/ 639794 h 1028852"/>
              <a:gd name="connsiteX7" fmla="*/ 1613247 w 3634041"/>
              <a:gd name="connsiteY7" fmla="*/ 332613 h 1028852"/>
              <a:gd name="connsiteX8" fmla="*/ 1742026 w 3634041"/>
              <a:gd name="connsiteY8" fmla="*/ 169164 h 1028852"/>
              <a:gd name="connsiteX9" fmla="*/ 2010630 w 3634041"/>
              <a:gd name="connsiteY9" fmla="*/ 50006 h 1028852"/>
              <a:gd name="connsiteX10" fmla="*/ 2233516 w 3634041"/>
              <a:gd name="connsiteY10" fmla="*/ 83249 h 1028852"/>
              <a:gd name="connsiteX11" fmla="*/ 2575558 w 3634041"/>
              <a:gd name="connsiteY11" fmla="*/ 141446 h 1028852"/>
              <a:gd name="connsiteX12" fmla="*/ 2957511 w 3634041"/>
              <a:gd name="connsiteY12" fmla="*/ 178118 h 1028852"/>
              <a:gd name="connsiteX13" fmla="*/ 3571493 w 3634041"/>
              <a:gd name="connsiteY13" fmla="*/ 106775 h 1028852"/>
              <a:gd name="connsiteX14" fmla="*/ 3614736 w 3634041"/>
              <a:gd name="connsiteY14" fmla="*/ 0 h 1028852"/>
              <a:gd name="connsiteX0" fmla="*/ 0 w 3614736"/>
              <a:gd name="connsiteY0" fmla="*/ 440268 h 1028852"/>
              <a:gd name="connsiteX1" fmla="*/ 336707 w 3614736"/>
              <a:gd name="connsiteY1" fmla="*/ 674751 h 1028852"/>
              <a:gd name="connsiteX2" fmla="*/ 647412 w 3614736"/>
              <a:gd name="connsiteY2" fmla="*/ 872585 h 1028852"/>
              <a:gd name="connsiteX3" fmla="*/ 793621 w 3614736"/>
              <a:gd name="connsiteY3" fmla="*/ 962311 h 1028852"/>
              <a:gd name="connsiteX4" fmla="*/ 1027936 w 3614736"/>
              <a:gd name="connsiteY4" fmla="*/ 1028795 h 1028852"/>
              <a:gd name="connsiteX5" fmla="*/ 1320354 w 3614736"/>
              <a:gd name="connsiteY5" fmla="*/ 885825 h 1028852"/>
              <a:gd name="connsiteX6" fmla="*/ 1478183 w 3614736"/>
              <a:gd name="connsiteY6" fmla="*/ 639794 h 1028852"/>
              <a:gd name="connsiteX7" fmla="*/ 1613247 w 3614736"/>
              <a:gd name="connsiteY7" fmla="*/ 332613 h 1028852"/>
              <a:gd name="connsiteX8" fmla="*/ 1742026 w 3614736"/>
              <a:gd name="connsiteY8" fmla="*/ 169164 h 1028852"/>
              <a:gd name="connsiteX9" fmla="*/ 2010630 w 3614736"/>
              <a:gd name="connsiteY9" fmla="*/ 50006 h 1028852"/>
              <a:gd name="connsiteX10" fmla="*/ 2233516 w 3614736"/>
              <a:gd name="connsiteY10" fmla="*/ 83249 h 1028852"/>
              <a:gd name="connsiteX11" fmla="*/ 2575558 w 3614736"/>
              <a:gd name="connsiteY11" fmla="*/ 141446 h 1028852"/>
              <a:gd name="connsiteX12" fmla="*/ 2957511 w 3614736"/>
              <a:gd name="connsiteY12" fmla="*/ 178118 h 1028852"/>
              <a:gd name="connsiteX13" fmla="*/ 3614736 w 3614736"/>
              <a:gd name="connsiteY13" fmla="*/ 0 h 1028852"/>
              <a:gd name="connsiteX0" fmla="*/ 0 w 2957511"/>
              <a:gd name="connsiteY0" fmla="*/ 390758 h 979342"/>
              <a:gd name="connsiteX1" fmla="*/ 336707 w 2957511"/>
              <a:gd name="connsiteY1" fmla="*/ 625241 h 979342"/>
              <a:gd name="connsiteX2" fmla="*/ 647412 w 2957511"/>
              <a:gd name="connsiteY2" fmla="*/ 823075 h 979342"/>
              <a:gd name="connsiteX3" fmla="*/ 793621 w 2957511"/>
              <a:gd name="connsiteY3" fmla="*/ 912801 h 979342"/>
              <a:gd name="connsiteX4" fmla="*/ 1027936 w 2957511"/>
              <a:gd name="connsiteY4" fmla="*/ 979285 h 979342"/>
              <a:gd name="connsiteX5" fmla="*/ 1320354 w 2957511"/>
              <a:gd name="connsiteY5" fmla="*/ 836315 h 979342"/>
              <a:gd name="connsiteX6" fmla="*/ 1478183 w 2957511"/>
              <a:gd name="connsiteY6" fmla="*/ 590284 h 979342"/>
              <a:gd name="connsiteX7" fmla="*/ 1613247 w 2957511"/>
              <a:gd name="connsiteY7" fmla="*/ 283103 h 979342"/>
              <a:gd name="connsiteX8" fmla="*/ 1742026 w 2957511"/>
              <a:gd name="connsiteY8" fmla="*/ 119654 h 979342"/>
              <a:gd name="connsiteX9" fmla="*/ 2010630 w 2957511"/>
              <a:gd name="connsiteY9" fmla="*/ 496 h 979342"/>
              <a:gd name="connsiteX10" fmla="*/ 2233516 w 2957511"/>
              <a:gd name="connsiteY10" fmla="*/ 33739 h 979342"/>
              <a:gd name="connsiteX11" fmla="*/ 2575558 w 2957511"/>
              <a:gd name="connsiteY11" fmla="*/ 91936 h 979342"/>
              <a:gd name="connsiteX12" fmla="*/ 2957511 w 2957511"/>
              <a:gd name="connsiteY12" fmla="*/ 128608 h 979342"/>
              <a:gd name="connsiteX0" fmla="*/ 0 w 2575558"/>
              <a:gd name="connsiteY0" fmla="*/ 390758 h 979342"/>
              <a:gd name="connsiteX1" fmla="*/ 336707 w 2575558"/>
              <a:gd name="connsiteY1" fmla="*/ 625241 h 979342"/>
              <a:gd name="connsiteX2" fmla="*/ 647412 w 2575558"/>
              <a:gd name="connsiteY2" fmla="*/ 823075 h 979342"/>
              <a:gd name="connsiteX3" fmla="*/ 793621 w 2575558"/>
              <a:gd name="connsiteY3" fmla="*/ 912801 h 979342"/>
              <a:gd name="connsiteX4" fmla="*/ 1027936 w 2575558"/>
              <a:gd name="connsiteY4" fmla="*/ 979285 h 979342"/>
              <a:gd name="connsiteX5" fmla="*/ 1320354 w 2575558"/>
              <a:gd name="connsiteY5" fmla="*/ 836315 h 979342"/>
              <a:gd name="connsiteX6" fmla="*/ 1478183 w 2575558"/>
              <a:gd name="connsiteY6" fmla="*/ 590284 h 979342"/>
              <a:gd name="connsiteX7" fmla="*/ 1613247 w 2575558"/>
              <a:gd name="connsiteY7" fmla="*/ 283103 h 979342"/>
              <a:gd name="connsiteX8" fmla="*/ 1742026 w 2575558"/>
              <a:gd name="connsiteY8" fmla="*/ 119654 h 979342"/>
              <a:gd name="connsiteX9" fmla="*/ 2010630 w 2575558"/>
              <a:gd name="connsiteY9" fmla="*/ 496 h 979342"/>
              <a:gd name="connsiteX10" fmla="*/ 2233516 w 2575558"/>
              <a:gd name="connsiteY10" fmla="*/ 33739 h 979342"/>
              <a:gd name="connsiteX11" fmla="*/ 2575558 w 2575558"/>
              <a:gd name="connsiteY11" fmla="*/ 91936 h 979342"/>
              <a:gd name="connsiteX0" fmla="*/ 0 w 2233516"/>
              <a:gd name="connsiteY0" fmla="*/ 390758 h 979342"/>
              <a:gd name="connsiteX1" fmla="*/ 336707 w 2233516"/>
              <a:gd name="connsiteY1" fmla="*/ 625241 h 979342"/>
              <a:gd name="connsiteX2" fmla="*/ 647412 w 2233516"/>
              <a:gd name="connsiteY2" fmla="*/ 823075 h 979342"/>
              <a:gd name="connsiteX3" fmla="*/ 793621 w 2233516"/>
              <a:gd name="connsiteY3" fmla="*/ 912801 h 979342"/>
              <a:gd name="connsiteX4" fmla="*/ 1027936 w 2233516"/>
              <a:gd name="connsiteY4" fmla="*/ 979285 h 979342"/>
              <a:gd name="connsiteX5" fmla="*/ 1320354 w 2233516"/>
              <a:gd name="connsiteY5" fmla="*/ 836315 h 979342"/>
              <a:gd name="connsiteX6" fmla="*/ 1478183 w 2233516"/>
              <a:gd name="connsiteY6" fmla="*/ 590284 h 979342"/>
              <a:gd name="connsiteX7" fmla="*/ 1613247 w 2233516"/>
              <a:gd name="connsiteY7" fmla="*/ 283103 h 979342"/>
              <a:gd name="connsiteX8" fmla="*/ 1742026 w 2233516"/>
              <a:gd name="connsiteY8" fmla="*/ 119654 h 979342"/>
              <a:gd name="connsiteX9" fmla="*/ 2010630 w 2233516"/>
              <a:gd name="connsiteY9" fmla="*/ 496 h 979342"/>
              <a:gd name="connsiteX10" fmla="*/ 2233516 w 2233516"/>
              <a:gd name="connsiteY10" fmla="*/ 33739 h 979342"/>
              <a:gd name="connsiteX0" fmla="*/ 0 w 2187042"/>
              <a:gd name="connsiteY0" fmla="*/ 390366 h 978950"/>
              <a:gd name="connsiteX1" fmla="*/ 336707 w 2187042"/>
              <a:gd name="connsiteY1" fmla="*/ 624849 h 978950"/>
              <a:gd name="connsiteX2" fmla="*/ 647412 w 2187042"/>
              <a:gd name="connsiteY2" fmla="*/ 822683 h 978950"/>
              <a:gd name="connsiteX3" fmla="*/ 793621 w 2187042"/>
              <a:gd name="connsiteY3" fmla="*/ 912409 h 978950"/>
              <a:gd name="connsiteX4" fmla="*/ 1027936 w 2187042"/>
              <a:gd name="connsiteY4" fmla="*/ 978893 h 978950"/>
              <a:gd name="connsiteX5" fmla="*/ 1320354 w 2187042"/>
              <a:gd name="connsiteY5" fmla="*/ 835923 h 978950"/>
              <a:gd name="connsiteX6" fmla="*/ 1478183 w 2187042"/>
              <a:gd name="connsiteY6" fmla="*/ 589892 h 978950"/>
              <a:gd name="connsiteX7" fmla="*/ 1613247 w 2187042"/>
              <a:gd name="connsiteY7" fmla="*/ 282711 h 978950"/>
              <a:gd name="connsiteX8" fmla="*/ 1742026 w 2187042"/>
              <a:gd name="connsiteY8" fmla="*/ 119262 h 978950"/>
              <a:gd name="connsiteX9" fmla="*/ 2010630 w 2187042"/>
              <a:gd name="connsiteY9" fmla="*/ 104 h 978950"/>
              <a:gd name="connsiteX10" fmla="*/ 2187042 w 2187042"/>
              <a:gd name="connsiteY10" fmla="*/ 120161 h 978950"/>
              <a:gd name="connsiteX0" fmla="*/ 0 w 2187042"/>
              <a:gd name="connsiteY0" fmla="*/ 433834 h 1022418"/>
              <a:gd name="connsiteX1" fmla="*/ 336707 w 2187042"/>
              <a:gd name="connsiteY1" fmla="*/ 668317 h 1022418"/>
              <a:gd name="connsiteX2" fmla="*/ 647412 w 2187042"/>
              <a:gd name="connsiteY2" fmla="*/ 866151 h 1022418"/>
              <a:gd name="connsiteX3" fmla="*/ 793621 w 2187042"/>
              <a:gd name="connsiteY3" fmla="*/ 955877 h 1022418"/>
              <a:gd name="connsiteX4" fmla="*/ 1027936 w 2187042"/>
              <a:gd name="connsiteY4" fmla="*/ 1022361 h 1022418"/>
              <a:gd name="connsiteX5" fmla="*/ 1320354 w 2187042"/>
              <a:gd name="connsiteY5" fmla="*/ 879391 h 1022418"/>
              <a:gd name="connsiteX6" fmla="*/ 1478183 w 2187042"/>
              <a:gd name="connsiteY6" fmla="*/ 633360 h 1022418"/>
              <a:gd name="connsiteX7" fmla="*/ 1613247 w 2187042"/>
              <a:gd name="connsiteY7" fmla="*/ 326179 h 1022418"/>
              <a:gd name="connsiteX8" fmla="*/ 1690687 w 2187042"/>
              <a:gd name="connsiteY8" fmla="*/ 24798 h 1022418"/>
              <a:gd name="connsiteX9" fmla="*/ 2010630 w 2187042"/>
              <a:gd name="connsiteY9" fmla="*/ 43572 h 1022418"/>
              <a:gd name="connsiteX10" fmla="*/ 2187042 w 2187042"/>
              <a:gd name="connsiteY10" fmla="*/ 163629 h 1022418"/>
              <a:gd name="connsiteX0" fmla="*/ 0 w 2187042"/>
              <a:gd name="connsiteY0" fmla="*/ 433834 h 1099028"/>
              <a:gd name="connsiteX1" fmla="*/ 336707 w 2187042"/>
              <a:gd name="connsiteY1" fmla="*/ 668317 h 1099028"/>
              <a:gd name="connsiteX2" fmla="*/ 647412 w 2187042"/>
              <a:gd name="connsiteY2" fmla="*/ 866151 h 1099028"/>
              <a:gd name="connsiteX3" fmla="*/ 829030 w 2187042"/>
              <a:gd name="connsiteY3" fmla="*/ 1087455 h 1099028"/>
              <a:gd name="connsiteX4" fmla="*/ 1027936 w 2187042"/>
              <a:gd name="connsiteY4" fmla="*/ 1022361 h 1099028"/>
              <a:gd name="connsiteX5" fmla="*/ 1320354 w 2187042"/>
              <a:gd name="connsiteY5" fmla="*/ 879391 h 1099028"/>
              <a:gd name="connsiteX6" fmla="*/ 1478183 w 2187042"/>
              <a:gd name="connsiteY6" fmla="*/ 633360 h 1099028"/>
              <a:gd name="connsiteX7" fmla="*/ 1613247 w 2187042"/>
              <a:gd name="connsiteY7" fmla="*/ 326179 h 1099028"/>
              <a:gd name="connsiteX8" fmla="*/ 1690687 w 2187042"/>
              <a:gd name="connsiteY8" fmla="*/ 24798 h 1099028"/>
              <a:gd name="connsiteX9" fmla="*/ 2010630 w 2187042"/>
              <a:gd name="connsiteY9" fmla="*/ 43572 h 1099028"/>
              <a:gd name="connsiteX10" fmla="*/ 2187042 w 2187042"/>
              <a:gd name="connsiteY10" fmla="*/ 163629 h 1099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7042" h="1099028">
                <a:moveTo>
                  <a:pt x="0" y="433834"/>
                </a:moveTo>
                <a:cubicBezTo>
                  <a:pt x="59055" y="460885"/>
                  <a:pt x="228805" y="596264"/>
                  <a:pt x="336707" y="668317"/>
                </a:cubicBezTo>
                <a:cubicBezTo>
                  <a:pt x="444609" y="740370"/>
                  <a:pt x="565358" y="796295"/>
                  <a:pt x="647412" y="866151"/>
                </a:cubicBezTo>
                <a:cubicBezTo>
                  <a:pt x="729466" y="936007"/>
                  <a:pt x="778548" y="1060499"/>
                  <a:pt x="829030" y="1087455"/>
                </a:cubicBezTo>
                <a:cubicBezTo>
                  <a:pt x="901992" y="1126507"/>
                  <a:pt x="946049" y="1057038"/>
                  <a:pt x="1027936" y="1022361"/>
                </a:cubicBezTo>
                <a:cubicBezTo>
                  <a:pt x="1109823" y="987684"/>
                  <a:pt x="1241963" y="960735"/>
                  <a:pt x="1320354" y="879391"/>
                </a:cubicBezTo>
                <a:cubicBezTo>
                  <a:pt x="1388458" y="808811"/>
                  <a:pt x="1437988" y="723086"/>
                  <a:pt x="1478183" y="633360"/>
                </a:cubicBezTo>
                <a:cubicBezTo>
                  <a:pt x="1523998" y="531157"/>
                  <a:pt x="1577830" y="427606"/>
                  <a:pt x="1613247" y="326179"/>
                </a:cubicBezTo>
                <a:cubicBezTo>
                  <a:pt x="1648664" y="224752"/>
                  <a:pt x="1638585" y="71280"/>
                  <a:pt x="1690687" y="24798"/>
                </a:cubicBezTo>
                <a:cubicBezTo>
                  <a:pt x="1765839" y="-42353"/>
                  <a:pt x="1910332" y="48716"/>
                  <a:pt x="2010630" y="43572"/>
                </a:cubicBezTo>
                <a:cubicBezTo>
                  <a:pt x="2085973" y="39667"/>
                  <a:pt x="2113318" y="146388"/>
                  <a:pt x="2187042" y="163629"/>
                </a:cubicBezTo>
              </a:path>
            </a:pathLst>
          </a:custGeom>
          <a:noFill/>
          <a:ln w="6350" cap="rnd">
            <a:solidFill>
              <a:schemeClr val="tx1">
                <a:alpha val="35000"/>
              </a:schemeClr>
            </a:solidFill>
            <a:prstDash val="dash"/>
            <a:round/>
          </a:ln>
        </p:spPr>
        <p:txBody>
          <a:bodyPr rtlCol="0" anchor="ctr"/>
          <a:lstStyle/>
          <a:p>
            <a:endParaRPr lang="en-US"/>
          </a:p>
        </p:txBody>
      </p:sp>
      <p:sp>
        <p:nvSpPr>
          <p:cNvPr id="139" name="Freeform: Shape 138">
            <a:extLst>
              <a:ext uri="{FF2B5EF4-FFF2-40B4-BE49-F238E27FC236}">
                <a16:creationId xmlns:a16="http://schemas.microsoft.com/office/drawing/2014/main" id="{884BC74D-D877-C548-6FFF-D889BC4E8B55}"/>
              </a:ext>
            </a:extLst>
          </p:cNvPr>
          <p:cNvSpPr/>
          <p:nvPr userDrawn="1"/>
        </p:nvSpPr>
        <p:spPr>
          <a:xfrm rot="19255791" flipV="1">
            <a:off x="10019712" y="5806844"/>
            <a:ext cx="2140032" cy="814386"/>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3876199"/>
              <a:gd name="connsiteY0" fmla="*/ 274606 h 919287"/>
              <a:gd name="connsiteX1" fmla="*/ 562356 w 3876199"/>
              <a:gd name="connsiteY1" fmla="*/ 608171 h 919287"/>
              <a:gd name="connsiteX2" fmla="*/ 1055275 w 3876199"/>
              <a:gd name="connsiteY2" fmla="*/ 792480 h 919287"/>
              <a:gd name="connsiteX3" fmla="*/ 1409414 w 3876199"/>
              <a:gd name="connsiteY3" fmla="*/ 914591 h 919287"/>
              <a:gd name="connsiteX4" fmla="*/ 1701355 w 3876199"/>
              <a:gd name="connsiteY4" fmla="*/ 847535 h 919287"/>
              <a:gd name="connsiteX5" fmla="*/ 1852136 w 3876199"/>
              <a:gd name="connsiteY5" fmla="*/ 610553 h 919287"/>
              <a:gd name="connsiteX6" fmla="*/ 1995678 w 3876199"/>
              <a:gd name="connsiteY6" fmla="*/ 361569 h 919287"/>
              <a:gd name="connsiteX7" fmla="*/ 2265997 w 3876199"/>
              <a:gd name="connsiteY7" fmla="*/ 67151 h 919287"/>
              <a:gd name="connsiteX8" fmla="*/ 2612898 w 3876199"/>
              <a:gd name="connsiteY8" fmla="*/ 36005 h 919287"/>
              <a:gd name="connsiteX9" fmla="*/ 2938272 w 3876199"/>
              <a:gd name="connsiteY9" fmla="*/ 129350 h 919287"/>
              <a:gd name="connsiteX10" fmla="*/ 3256502 w 3876199"/>
              <a:gd name="connsiteY10" fmla="*/ 244221 h 919287"/>
              <a:gd name="connsiteX11" fmla="*/ 3550825 w 3876199"/>
              <a:gd name="connsiteY11" fmla="*/ 244221 h 919287"/>
              <a:gd name="connsiteX12" fmla="*/ 3739800 w 3876199"/>
              <a:gd name="connsiteY12" fmla="*/ 177165 h 919287"/>
              <a:gd name="connsiteX13" fmla="*/ 3853434 w 3876199"/>
              <a:gd name="connsiteY13" fmla="*/ 63437 h 919287"/>
              <a:gd name="connsiteX14" fmla="*/ 3876199 w 3876199"/>
              <a:gd name="connsiteY14" fmla="*/ 0 h 919287"/>
              <a:gd name="connsiteX0" fmla="*/ 0 w 3313843"/>
              <a:gd name="connsiteY0" fmla="*/ 608171 h 919287"/>
              <a:gd name="connsiteX1" fmla="*/ 492919 w 3313843"/>
              <a:gd name="connsiteY1" fmla="*/ 792480 h 919287"/>
              <a:gd name="connsiteX2" fmla="*/ 847058 w 3313843"/>
              <a:gd name="connsiteY2" fmla="*/ 914591 h 919287"/>
              <a:gd name="connsiteX3" fmla="*/ 1138999 w 3313843"/>
              <a:gd name="connsiteY3" fmla="*/ 847535 h 919287"/>
              <a:gd name="connsiteX4" fmla="*/ 1289780 w 3313843"/>
              <a:gd name="connsiteY4" fmla="*/ 610553 h 919287"/>
              <a:gd name="connsiteX5" fmla="*/ 1433322 w 3313843"/>
              <a:gd name="connsiteY5" fmla="*/ 361569 h 919287"/>
              <a:gd name="connsiteX6" fmla="*/ 1703641 w 3313843"/>
              <a:gd name="connsiteY6" fmla="*/ 67151 h 919287"/>
              <a:gd name="connsiteX7" fmla="*/ 2050542 w 3313843"/>
              <a:gd name="connsiteY7" fmla="*/ 36005 h 919287"/>
              <a:gd name="connsiteX8" fmla="*/ 2375916 w 3313843"/>
              <a:gd name="connsiteY8" fmla="*/ 129350 h 919287"/>
              <a:gd name="connsiteX9" fmla="*/ 2694146 w 3313843"/>
              <a:gd name="connsiteY9" fmla="*/ 244221 h 919287"/>
              <a:gd name="connsiteX10" fmla="*/ 2988469 w 3313843"/>
              <a:gd name="connsiteY10" fmla="*/ 244221 h 919287"/>
              <a:gd name="connsiteX11" fmla="*/ 3177444 w 3313843"/>
              <a:gd name="connsiteY11" fmla="*/ 177165 h 919287"/>
              <a:gd name="connsiteX12" fmla="*/ 3291078 w 3313843"/>
              <a:gd name="connsiteY12" fmla="*/ 63437 h 919287"/>
              <a:gd name="connsiteX13" fmla="*/ 3313843 w 3313843"/>
              <a:gd name="connsiteY13" fmla="*/ 0 h 919287"/>
              <a:gd name="connsiteX0" fmla="*/ 0 w 3176796"/>
              <a:gd name="connsiteY0" fmla="*/ 648784 h 919287"/>
              <a:gd name="connsiteX1" fmla="*/ 355872 w 3176796"/>
              <a:gd name="connsiteY1" fmla="*/ 792480 h 919287"/>
              <a:gd name="connsiteX2" fmla="*/ 710011 w 3176796"/>
              <a:gd name="connsiteY2" fmla="*/ 914591 h 919287"/>
              <a:gd name="connsiteX3" fmla="*/ 1001952 w 3176796"/>
              <a:gd name="connsiteY3" fmla="*/ 847535 h 919287"/>
              <a:gd name="connsiteX4" fmla="*/ 1152733 w 3176796"/>
              <a:gd name="connsiteY4" fmla="*/ 610553 h 919287"/>
              <a:gd name="connsiteX5" fmla="*/ 1296275 w 3176796"/>
              <a:gd name="connsiteY5" fmla="*/ 361569 h 919287"/>
              <a:gd name="connsiteX6" fmla="*/ 1566594 w 3176796"/>
              <a:gd name="connsiteY6" fmla="*/ 67151 h 919287"/>
              <a:gd name="connsiteX7" fmla="*/ 1913495 w 3176796"/>
              <a:gd name="connsiteY7" fmla="*/ 36005 h 919287"/>
              <a:gd name="connsiteX8" fmla="*/ 2238869 w 3176796"/>
              <a:gd name="connsiteY8" fmla="*/ 129350 h 919287"/>
              <a:gd name="connsiteX9" fmla="*/ 2557099 w 3176796"/>
              <a:gd name="connsiteY9" fmla="*/ 244221 h 919287"/>
              <a:gd name="connsiteX10" fmla="*/ 2851422 w 3176796"/>
              <a:gd name="connsiteY10" fmla="*/ 244221 h 919287"/>
              <a:gd name="connsiteX11" fmla="*/ 3040397 w 3176796"/>
              <a:gd name="connsiteY11" fmla="*/ 177165 h 919287"/>
              <a:gd name="connsiteX12" fmla="*/ 3154031 w 3176796"/>
              <a:gd name="connsiteY12" fmla="*/ 63437 h 919287"/>
              <a:gd name="connsiteX13" fmla="*/ 3176796 w 3176796"/>
              <a:gd name="connsiteY13" fmla="*/ 0 h 919287"/>
              <a:gd name="connsiteX0" fmla="*/ 0 w 3176796"/>
              <a:gd name="connsiteY0" fmla="*/ 648784 h 919287"/>
              <a:gd name="connsiteX1" fmla="*/ 355872 w 3176796"/>
              <a:gd name="connsiteY1" fmla="*/ 792480 h 919287"/>
              <a:gd name="connsiteX2" fmla="*/ 710011 w 3176796"/>
              <a:gd name="connsiteY2" fmla="*/ 914591 h 919287"/>
              <a:gd name="connsiteX3" fmla="*/ 1001952 w 3176796"/>
              <a:gd name="connsiteY3" fmla="*/ 847535 h 919287"/>
              <a:gd name="connsiteX4" fmla="*/ 1152733 w 3176796"/>
              <a:gd name="connsiteY4" fmla="*/ 610553 h 919287"/>
              <a:gd name="connsiteX5" fmla="*/ 1296275 w 3176796"/>
              <a:gd name="connsiteY5" fmla="*/ 361569 h 919287"/>
              <a:gd name="connsiteX6" fmla="*/ 1566594 w 3176796"/>
              <a:gd name="connsiteY6" fmla="*/ 67151 h 919287"/>
              <a:gd name="connsiteX7" fmla="*/ 1913495 w 3176796"/>
              <a:gd name="connsiteY7" fmla="*/ 36005 h 919287"/>
              <a:gd name="connsiteX8" fmla="*/ 2238869 w 3176796"/>
              <a:gd name="connsiteY8" fmla="*/ 129350 h 919287"/>
              <a:gd name="connsiteX9" fmla="*/ 2557099 w 3176796"/>
              <a:gd name="connsiteY9" fmla="*/ 244221 h 919287"/>
              <a:gd name="connsiteX10" fmla="*/ 2851422 w 3176796"/>
              <a:gd name="connsiteY10" fmla="*/ 244221 h 919287"/>
              <a:gd name="connsiteX11" fmla="*/ 3154031 w 3176796"/>
              <a:gd name="connsiteY11" fmla="*/ 63437 h 919287"/>
              <a:gd name="connsiteX12" fmla="*/ 3176796 w 3176796"/>
              <a:gd name="connsiteY12" fmla="*/ 0 h 919287"/>
              <a:gd name="connsiteX0" fmla="*/ 0 w 3154031"/>
              <a:gd name="connsiteY0" fmla="*/ 625275 h 895778"/>
              <a:gd name="connsiteX1" fmla="*/ 355872 w 3154031"/>
              <a:gd name="connsiteY1" fmla="*/ 768971 h 895778"/>
              <a:gd name="connsiteX2" fmla="*/ 710011 w 3154031"/>
              <a:gd name="connsiteY2" fmla="*/ 891082 h 895778"/>
              <a:gd name="connsiteX3" fmla="*/ 1001952 w 3154031"/>
              <a:gd name="connsiteY3" fmla="*/ 824026 h 895778"/>
              <a:gd name="connsiteX4" fmla="*/ 1152733 w 3154031"/>
              <a:gd name="connsiteY4" fmla="*/ 587044 h 895778"/>
              <a:gd name="connsiteX5" fmla="*/ 1296275 w 3154031"/>
              <a:gd name="connsiteY5" fmla="*/ 338060 h 895778"/>
              <a:gd name="connsiteX6" fmla="*/ 1566594 w 3154031"/>
              <a:gd name="connsiteY6" fmla="*/ 43642 h 895778"/>
              <a:gd name="connsiteX7" fmla="*/ 1913495 w 3154031"/>
              <a:gd name="connsiteY7" fmla="*/ 12496 h 895778"/>
              <a:gd name="connsiteX8" fmla="*/ 2238869 w 3154031"/>
              <a:gd name="connsiteY8" fmla="*/ 105841 h 895778"/>
              <a:gd name="connsiteX9" fmla="*/ 2557099 w 3154031"/>
              <a:gd name="connsiteY9" fmla="*/ 220712 h 895778"/>
              <a:gd name="connsiteX10" fmla="*/ 2851422 w 3154031"/>
              <a:gd name="connsiteY10" fmla="*/ 220712 h 895778"/>
              <a:gd name="connsiteX11" fmla="*/ 3154031 w 3154031"/>
              <a:gd name="connsiteY11" fmla="*/ 39928 h 895778"/>
              <a:gd name="connsiteX0" fmla="*/ 0 w 2851422"/>
              <a:gd name="connsiteY0" fmla="*/ 625275 h 895778"/>
              <a:gd name="connsiteX1" fmla="*/ 355872 w 2851422"/>
              <a:gd name="connsiteY1" fmla="*/ 768971 h 895778"/>
              <a:gd name="connsiteX2" fmla="*/ 710011 w 2851422"/>
              <a:gd name="connsiteY2" fmla="*/ 891082 h 895778"/>
              <a:gd name="connsiteX3" fmla="*/ 1001952 w 2851422"/>
              <a:gd name="connsiteY3" fmla="*/ 824026 h 895778"/>
              <a:gd name="connsiteX4" fmla="*/ 1152733 w 2851422"/>
              <a:gd name="connsiteY4" fmla="*/ 587044 h 895778"/>
              <a:gd name="connsiteX5" fmla="*/ 1296275 w 2851422"/>
              <a:gd name="connsiteY5" fmla="*/ 338060 h 895778"/>
              <a:gd name="connsiteX6" fmla="*/ 1566594 w 2851422"/>
              <a:gd name="connsiteY6" fmla="*/ 43642 h 895778"/>
              <a:gd name="connsiteX7" fmla="*/ 1913495 w 2851422"/>
              <a:gd name="connsiteY7" fmla="*/ 12496 h 895778"/>
              <a:gd name="connsiteX8" fmla="*/ 2238869 w 2851422"/>
              <a:gd name="connsiteY8" fmla="*/ 105841 h 895778"/>
              <a:gd name="connsiteX9" fmla="*/ 2557099 w 2851422"/>
              <a:gd name="connsiteY9" fmla="*/ 220712 h 895778"/>
              <a:gd name="connsiteX10" fmla="*/ 2851422 w 2851422"/>
              <a:gd name="connsiteY10" fmla="*/ 220712 h 895778"/>
              <a:gd name="connsiteX0" fmla="*/ 0 w 2557099"/>
              <a:gd name="connsiteY0" fmla="*/ 625275 h 895778"/>
              <a:gd name="connsiteX1" fmla="*/ 355872 w 2557099"/>
              <a:gd name="connsiteY1" fmla="*/ 768971 h 895778"/>
              <a:gd name="connsiteX2" fmla="*/ 710011 w 2557099"/>
              <a:gd name="connsiteY2" fmla="*/ 891082 h 895778"/>
              <a:gd name="connsiteX3" fmla="*/ 1001952 w 2557099"/>
              <a:gd name="connsiteY3" fmla="*/ 824026 h 895778"/>
              <a:gd name="connsiteX4" fmla="*/ 1152733 w 2557099"/>
              <a:gd name="connsiteY4" fmla="*/ 587044 h 895778"/>
              <a:gd name="connsiteX5" fmla="*/ 1296275 w 2557099"/>
              <a:gd name="connsiteY5" fmla="*/ 338060 h 895778"/>
              <a:gd name="connsiteX6" fmla="*/ 1566594 w 2557099"/>
              <a:gd name="connsiteY6" fmla="*/ 43642 h 895778"/>
              <a:gd name="connsiteX7" fmla="*/ 1913495 w 2557099"/>
              <a:gd name="connsiteY7" fmla="*/ 12496 h 895778"/>
              <a:gd name="connsiteX8" fmla="*/ 2238869 w 2557099"/>
              <a:gd name="connsiteY8" fmla="*/ 105841 h 895778"/>
              <a:gd name="connsiteX9" fmla="*/ 2557099 w 2557099"/>
              <a:gd name="connsiteY9" fmla="*/ 220712 h 895778"/>
              <a:gd name="connsiteX0" fmla="*/ 0 w 2238869"/>
              <a:gd name="connsiteY0" fmla="*/ 625275 h 895778"/>
              <a:gd name="connsiteX1" fmla="*/ 355872 w 2238869"/>
              <a:gd name="connsiteY1" fmla="*/ 768971 h 895778"/>
              <a:gd name="connsiteX2" fmla="*/ 710011 w 2238869"/>
              <a:gd name="connsiteY2" fmla="*/ 891082 h 895778"/>
              <a:gd name="connsiteX3" fmla="*/ 1001952 w 2238869"/>
              <a:gd name="connsiteY3" fmla="*/ 824026 h 895778"/>
              <a:gd name="connsiteX4" fmla="*/ 1152733 w 2238869"/>
              <a:gd name="connsiteY4" fmla="*/ 587044 h 895778"/>
              <a:gd name="connsiteX5" fmla="*/ 1296275 w 2238869"/>
              <a:gd name="connsiteY5" fmla="*/ 338060 h 895778"/>
              <a:gd name="connsiteX6" fmla="*/ 1566594 w 2238869"/>
              <a:gd name="connsiteY6" fmla="*/ 43642 h 895778"/>
              <a:gd name="connsiteX7" fmla="*/ 1913495 w 2238869"/>
              <a:gd name="connsiteY7" fmla="*/ 12496 h 895778"/>
              <a:gd name="connsiteX8" fmla="*/ 2238869 w 2238869"/>
              <a:gd name="connsiteY8" fmla="*/ 105841 h 895778"/>
              <a:gd name="connsiteX0" fmla="*/ 0 w 2149361"/>
              <a:gd name="connsiteY0" fmla="*/ 625286 h 895789"/>
              <a:gd name="connsiteX1" fmla="*/ 355872 w 2149361"/>
              <a:gd name="connsiteY1" fmla="*/ 768982 h 895789"/>
              <a:gd name="connsiteX2" fmla="*/ 710011 w 2149361"/>
              <a:gd name="connsiteY2" fmla="*/ 891093 h 895789"/>
              <a:gd name="connsiteX3" fmla="*/ 1001952 w 2149361"/>
              <a:gd name="connsiteY3" fmla="*/ 824037 h 895789"/>
              <a:gd name="connsiteX4" fmla="*/ 1152733 w 2149361"/>
              <a:gd name="connsiteY4" fmla="*/ 587055 h 895789"/>
              <a:gd name="connsiteX5" fmla="*/ 1296275 w 2149361"/>
              <a:gd name="connsiteY5" fmla="*/ 338071 h 895789"/>
              <a:gd name="connsiteX6" fmla="*/ 1566594 w 2149361"/>
              <a:gd name="connsiteY6" fmla="*/ 43653 h 895789"/>
              <a:gd name="connsiteX7" fmla="*/ 1913495 w 2149361"/>
              <a:gd name="connsiteY7" fmla="*/ 12507 h 895789"/>
              <a:gd name="connsiteX8" fmla="*/ 2149361 w 2149361"/>
              <a:gd name="connsiteY8" fmla="*/ 159270 h 895789"/>
              <a:gd name="connsiteX0" fmla="*/ 0 w 2060859"/>
              <a:gd name="connsiteY0" fmla="*/ 543153 h 895789"/>
              <a:gd name="connsiteX1" fmla="*/ 267370 w 2060859"/>
              <a:gd name="connsiteY1" fmla="*/ 768982 h 895789"/>
              <a:gd name="connsiteX2" fmla="*/ 621509 w 2060859"/>
              <a:gd name="connsiteY2" fmla="*/ 891093 h 895789"/>
              <a:gd name="connsiteX3" fmla="*/ 913450 w 2060859"/>
              <a:gd name="connsiteY3" fmla="*/ 824037 h 895789"/>
              <a:gd name="connsiteX4" fmla="*/ 1064231 w 2060859"/>
              <a:gd name="connsiteY4" fmla="*/ 587055 h 895789"/>
              <a:gd name="connsiteX5" fmla="*/ 1207773 w 2060859"/>
              <a:gd name="connsiteY5" fmla="*/ 338071 h 895789"/>
              <a:gd name="connsiteX6" fmla="*/ 1478092 w 2060859"/>
              <a:gd name="connsiteY6" fmla="*/ 43653 h 895789"/>
              <a:gd name="connsiteX7" fmla="*/ 1824993 w 2060859"/>
              <a:gd name="connsiteY7" fmla="*/ 12507 h 895789"/>
              <a:gd name="connsiteX8" fmla="*/ 2060859 w 2060859"/>
              <a:gd name="connsiteY8" fmla="*/ 159270 h 895789"/>
              <a:gd name="connsiteX0" fmla="*/ 0 w 2060859"/>
              <a:gd name="connsiteY0" fmla="*/ 543153 h 893458"/>
              <a:gd name="connsiteX1" fmla="*/ 267370 w 2060859"/>
              <a:gd name="connsiteY1" fmla="*/ 768982 h 893458"/>
              <a:gd name="connsiteX2" fmla="*/ 621509 w 2060859"/>
              <a:gd name="connsiteY2" fmla="*/ 891093 h 893458"/>
              <a:gd name="connsiteX3" fmla="*/ 913450 w 2060859"/>
              <a:gd name="connsiteY3" fmla="*/ 824037 h 893458"/>
              <a:gd name="connsiteX4" fmla="*/ 1155028 w 2060859"/>
              <a:gd name="connsiteY4" fmla="*/ 700779 h 893458"/>
              <a:gd name="connsiteX5" fmla="*/ 1207773 w 2060859"/>
              <a:gd name="connsiteY5" fmla="*/ 338071 h 893458"/>
              <a:gd name="connsiteX6" fmla="*/ 1478092 w 2060859"/>
              <a:gd name="connsiteY6" fmla="*/ 43653 h 893458"/>
              <a:gd name="connsiteX7" fmla="*/ 1824993 w 2060859"/>
              <a:gd name="connsiteY7" fmla="*/ 12507 h 893458"/>
              <a:gd name="connsiteX8" fmla="*/ 2060859 w 2060859"/>
              <a:gd name="connsiteY8" fmla="*/ 159270 h 893458"/>
              <a:gd name="connsiteX0" fmla="*/ 0 w 2045885"/>
              <a:gd name="connsiteY0" fmla="*/ 537318 h 887623"/>
              <a:gd name="connsiteX1" fmla="*/ 267370 w 2045885"/>
              <a:gd name="connsiteY1" fmla="*/ 763147 h 887623"/>
              <a:gd name="connsiteX2" fmla="*/ 621509 w 2045885"/>
              <a:gd name="connsiteY2" fmla="*/ 885258 h 887623"/>
              <a:gd name="connsiteX3" fmla="*/ 913450 w 2045885"/>
              <a:gd name="connsiteY3" fmla="*/ 818202 h 887623"/>
              <a:gd name="connsiteX4" fmla="*/ 1155028 w 2045885"/>
              <a:gd name="connsiteY4" fmla="*/ 694944 h 887623"/>
              <a:gd name="connsiteX5" fmla="*/ 1207773 w 2045885"/>
              <a:gd name="connsiteY5" fmla="*/ 332236 h 887623"/>
              <a:gd name="connsiteX6" fmla="*/ 1478092 w 2045885"/>
              <a:gd name="connsiteY6" fmla="*/ 37818 h 887623"/>
              <a:gd name="connsiteX7" fmla="*/ 1824993 w 2045885"/>
              <a:gd name="connsiteY7" fmla="*/ 6672 h 887623"/>
              <a:gd name="connsiteX8" fmla="*/ 2045885 w 2045885"/>
              <a:gd name="connsiteY8" fmla="*/ 71755 h 887623"/>
              <a:gd name="connsiteX0" fmla="*/ 0 w 1824993"/>
              <a:gd name="connsiteY0" fmla="*/ 537318 h 887623"/>
              <a:gd name="connsiteX1" fmla="*/ 267370 w 1824993"/>
              <a:gd name="connsiteY1" fmla="*/ 763147 h 887623"/>
              <a:gd name="connsiteX2" fmla="*/ 621509 w 1824993"/>
              <a:gd name="connsiteY2" fmla="*/ 885258 h 887623"/>
              <a:gd name="connsiteX3" fmla="*/ 913450 w 1824993"/>
              <a:gd name="connsiteY3" fmla="*/ 818202 h 887623"/>
              <a:gd name="connsiteX4" fmla="*/ 1155028 w 1824993"/>
              <a:gd name="connsiteY4" fmla="*/ 694944 h 887623"/>
              <a:gd name="connsiteX5" fmla="*/ 1207773 w 1824993"/>
              <a:gd name="connsiteY5" fmla="*/ 332236 h 887623"/>
              <a:gd name="connsiteX6" fmla="*/ 1478092 w 1824993"/>
              <a:gd name="connsiteY6" fmla="*/ 37818 h 887623"/>
              <a:gd name="connsiteX7" fmla="*/ 1824993 w 1824993"/>
              <a:gd name="connsiteY7" fmla="*/ 6672 h 887623"/>
              <a:gd name="connsiteX0" fmla="*/ 0 w 1846149"/>
              <a:gd name="connsiteY0" fmla="*/ 581172 h 931477"/>
              <a:gd name="connsiteX1" fmla="*/ 267370 w 1846149"/>
              <a:gd name="connsiteY1" fmla="*/ 807001 h 931477"/>
              <a:gd name="connsiteX2" fmla="*/ 621509 w 1846149"/>
              <a:gd name="connsiteY2" fmla="*/ 929112 h 931477"/>
              <a:gd name="connsiteX3" fmla="*/ 913450 w 1846149"/>
              <a:gd name="connsiteY3" fmla="*/ 862056 h 931477"/>
              <a:gd name="connsiteX4" fmla="*/ 1155028 w 1846149"/>
              <a:gd name="connsiteY4" fmla="*/ 738798 h 931477"/>
              <a:gd name="connsiteX5" fmla="*/ 1207773 w 1846149"/>
              <a:gd name="connsiteY5" fmla="*/ 376090 h 931477"/>
              <a:gd name="connsiteX6" fmla="*/ 1478092 w 1846149"/>
              <a:gd name="connsiteY6" fmla="*/ 81672 h 931477"/>
              <a:gd name="connsiteX7" fmla="*/ 1846149 w 1846149"/>
              <a:gd name="connsiteY7" fmla="*/ 802 h 931477"/>
              <a:gd name="connsiteX0" fmla="*/ 0 w 1846149"/>
              <a:gd name="connsiteY0" fmla="*/ 580966 h 931271"/>
              <a:gd name="connsiteX1" fmla="*/ 267370 w 1846149"/>
              <a:gd name="connsiteY1" fmla="*/ 806795 h 931271"/>
              <a:gd name="connsiteX2" fmla="*/ 621509 w 1846149"/>
              <a:gd name="connsiteY2" fmla="*/ 928906 h 931271"/>
              <a:gd name="connsiteX3" fmla="*/ 913450 w 1846149"/>
              <a:gd name="connsiteY3" fmla="*/ 861850 h 931271"/>
              <a:gd name="connsiteX4" fmla="*/ 1155028 w 1846149"/>
              <a:gd name="connsiteY4" fmla="*/ 738592 h 931271"/>
              <a:gd name="connsiteX5" fmla="*/ 1298920 w 1846149"/>
              <a:gd name="connsiteY5" fmla="*/ 308385 h 931271"/>
              <a:gd name="connsiteX6" fmla="*/ 1478092 w 1846149"/>
              <a:gd name="connsiteY6" fmla="*/ 81466 h 931271"/>
              <a:gd name="connsiteX7" fmla="*/ 1846149 w 1846149"/>
              <a:gd name="connsiteY7" fmla="*/ 596 h 931271"/>
              <a:gd name="connsiteX0" fmla="*/ 0 w 1885889"/>
              <a:gd name="connsiteY0" fmla="*/ 518024 h 931271"/>
              <a:gd name="connsiteX1" fmla="*/ 307110 w 1885889"/>
              <a:gd name="connsiteY1" fmla="*/ 806795 h 931271"/>
              <a:gd name="connsiteX2" fmla="*/ 661249 w 1885889"/>
              <a:gd name="connsiteY2" fmla="*/ 928906 h 931271"/>
              <a:gd name="connsiteX3" fmla="*/ 953190 w 1885889"/>
              <a:gd name="connsiteY3" fmla="*/ 861850 h 931271"/>
              <a:gd name="connsiteX4" fmla="*/ 1194768 w 1885889"/>
              <a:gd name="connsiteY4" fmla="*/ 738592 h 931271"/>
              <a:gd name="connsiteX5" fmla="*/ 1338660 w 1885889"/>
              <a:gd name="connsiteY5" fmla="*/ 308385 h 931271"/>
              <a:gd name="connsiteX6" fmla="*/ 1517832 w 1885889"/>
              <a:gd name="connsiteY6" fmla="*/ 81466 h 931271"/>
              <a:gd name="connsiteX7" fmla="*/ 1885889 w 1885889"/>
              <a:gd name="connsiteY7" fmla="*/ 596 h 931271"/>
              <a:gd name="connsiteX0" fmla="*/ 0 w 1885889"/>
              <a:gd name="connsiteY0" fmla="*/ 518024 h 932298"/>
              <a:gd name="connsiteX1" fmla="*/ 312343 w 1885889"/>
              <a:gd name="connsiteY1" fmla="*/ 758335 h 932298"/>
              <a:gd name="connsiteX2" fmla="*/ 661249 w 1885889"/>
              <a:gd name="connsiteY2" fmla="*/ 928906 h 932298"/>
              <a:gd name="connsiteX3" fmla="*/ 953190 w 1885889"/>
              <a:gd name="connsiteY3" fmla="*/ 861850 h 932298"/>
              <a:gd name="connsiteX4" fmla="*/ 1194768 w 1885889"/>
              <a:gd name="connsiteY4" fmla="*/ 738592 h 932298"/>
              <a:gd name="connsiteX5" fmla="*/ 1338660 w 1885889"/>
              <a:gd name="connsiteY5" fmla="*/ 308385 h 932298"/>
              <a:gd name="connsiteX6" fmla="*/ 1517832 w 1885889"/>
              <a:gd name="connsiteY6" fmla="*/ 81466 h 932298"/>
              <a:gd name="connsiteX7" fmla="*/ 1885889 w 1885889"/>
              <a:gd name="connsiteY7" fmla="*/ 596 h 932298"/>
              <a:gd name="connsiteX0" fmla="*/ 0 w 1905317"/>
              <a:gd name="connsiteY0" fmla="*/ 513734 h 932298"/>
              <a:gd name="connsiteX1" fmla="*/ 331771 w 1905317"/>
              <a:gd name="connsiteY1" fmla="*/ 758335 h 932298"/>
              <a:gd name="connsiteX2" fmla="*/ 680677 w 1905317"/>
              <a:gd name="connsiteY2" fmla="*/ 928906 h 932298"/>
              <a:gd name="connsiteX3" fmla="*/ 972618 w 1905317"/>
              <a:gd name="connsiteY3" fmla="*/ 861850 h 932298"/>
              <a:gd name="connsiteX4" fmla="*/ 1214196 w 1905317"/>
              <a:gd name="connsiteY4" fmla="*/ 738592 h 932298"/>
              <a:gd name="connsiteX5" fmla="*/ 1358088 w 1905317"/>
              <a:gd name="connsiteY5" fmla="*/ 308385 h 932298"/>
              <a:gd name="connsiteX6" fmla="*/ 1537260 w 1905317"/>
              <a:gd name="connsiteY6" fmla="*/ 81466 h 932298"/>
              <a:gd name="connsiteX7" fmla="*/ 1905317 w 1905317"/>
              <a:gd name="connsiteY7" fmla="*/ 596 h 93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317" h="932298">
                <a:moveTo>
                  <a:pt x="0" y="513734"/>
                </a:moveTo>
                <a:cubicBezTo>
                  <a:pt x="160115" y="585553"/>
                  <a:pt x="218325" y="689140"/>
                  <a:pt x="331771" y="758335"/>
                </a:cubicBezTo>
                <a:cubicBezTo>
                  <a:pt x="445217" y="827530"/>
                  <a:pt x="573869" y="911654"/>
                  <a:pt x="680677" y="928906"/>
                </a:cubicBezTo>
                <a:cubicBezTo>
                  <a:pt x="787485" y="946159"/>
                  <a:pt x="883698" y="893569"/>
                  <a:pt x="972618" y="861850"/>
                </a:cubicBezTo>
                <a:cubicBezTo>
                  <a:pt x="1061538" y="830131"/>
                  <a:pt x="1149951" y="830836"/>
                  <a:pt x="1214196" y="738592"/>
                </a:cubicBezTo>
                <a:cubicBezTo>
                  <a:pt x="1278441" y="646348"/>
                  <a:pt x="1304244" y="417906"/>
                  <a:pt x="1358088" y="308385"/>
                </a:cubicBezTo>
                <a:cubicBezTo>
                  <a:pt x="1411932" y="198864"/>
                  <a:pt x="1446055" y="132764"/>
                  <a:pt x="1537260" y="81466"/>
                </a:cubicBezTo>
                <a:cubicBezTo>
                  <a:pt x="1628465" y="30168"/>
                  <a:pt x="1810685" y="-5060"/>
                  <a:pt x="1905317" y="596"/>
                </a:cubicBezTo>
              </a:path>
            </a:pathLst>
          </a:custGeom>
          <a:noFill/>
          <a:ln w="6350" cap="rnd">
            <a:solidFill>
              <a:schemeClr val="tx1">
                <a:alpha val="35000"/>
              </a:schemeClr>
            </a:solidFill>
            <a:prstDash val="dash"/>
            <a:round/>
          </a:ln>
        </p:spPr>
        <p:txBody>
          <a:bodyPr rtlCol="0" anchor="ctr"/>
          <a:lstStyle/>
          <a:p>
            <a:endParaRPr lang="en-US"/>
          </a:p>
        </p:txBody>
      </p:sp>
      <p:sp>
        <p:nvSpPr>
          <p:cNvPr id="140" name="Freeform: Shape 139">
            <a:extLst>
              <a:ext uri="{FF2B5EF4-FFF2-40B4-BE49-F238E27FC236}">
                <a16:creationId xmlns:a16="http://schemas.microsoft.com/office/drawing/2014/main" id="{BBDC16B5-5C17-64C6-63AE-01B722A082AF}"/>
              </a:ext>
            </a:extLst>
          </p:cNvPr>
          <p:cNvSpPr/>
          <p:nvPr userDrawn="1"/>
        </p:nvSpPr>
        <p:spPr>
          <a:xfrm rot="20086466" flipV="1">
            <a:off x="10290001" y="6023058"/>
            <a:ext cx="1813716" cy="589834"/>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019967"/>
              <a:gd name="connsiteY0" fmla="*/ 181070 h 625711"/>
              <a:gd name="connsiteX1" fmla="*/ 379000 w 2019967"/>
              <a:gd name="connsiteY1" fmla="*/ 385000 h 625711"/>
              <a:gd name="connsiteX2" fmla="*/ 643128 w 2019967"/>
              <a:gd name="connsiteY2" fmla="*/ 514255 h 625711"/>
              <a:gd name="connsiteX3" fmla="*/ 1004888 w 2019967"/>
              <a:gd name="connsiteY3" fmla="*/ 606171 h 625711"/>
              <a:gd name="connsiteX4" fmla="*/ 1346549 w 2019967"/>
              <a:gd name="connsiteY4" fmla="*/ 606171 h 625711"/>
              <a:gd name="connsiteX5" fmla="*/ 1544669 w 2019967"/>
              <a:gd name="connsiteY5" fmla="*/ 485489 h 625711"/>
              <a:gd name="connsiteX6" fmla="*/ 1691068 w 2019967"/>
              <a:gd name="connsiteY6" fmla="*/ 313182 h 625711"/>
              <a:gd name="connsiteX7" fmla="*/ 1830324 w 2019967"/>
              <a:gd name="connsiteY7" fmla="*/ 173831 h 625711"/>
              <a:gd name="connsiteX8" fmla="*/ 2019967 w 2019967"/>
              <a:gd name="connsiteY8" fmla="*/ 0 h 625711"/>
              <a:gd name="connsiteX0" fmla="*/ 0 w 2286924"/>
              <a:gd name="connsiteY0" fmla="*/ 349621 h 794262"/>
              <a:gd name="connsiteX1" fmla="*/ 379000 w 2286924"/>
              <a:gd name="connsiteY1" fmla="*/ 553551 h 794262"/>
              <a:gd name="connsiteX2" fmla="*/ 643128 w 2286924"/>
              <a:gd name="connsiteY2" fmla="*/ 682806 h 794262"/>
              <a:gd name="connsiteX3" fmla="*/ 1004888 w 2286924"/>
              <a:gd name="connsiteY3" fmla="*/ 774722 h 794262"/>
              <a:gd name="connsiteX4" fmla="*/ 1346549 w 2286924"/>
              <a:gd name="connsiteY4" fmla="*/ 774722 h 794262"/>
              <a:gd name="connsiteX5" fmla="*/ 1544669 w 2286924"/>
              <a:gd name="connsiteY5" fmla="*/ 654040 h 794262"/>
              <a:gd name="connsiteX6" fmla="*/ 1691068 w 2286924"/>
              <a:gd name="connsiteY6" fmla="*/ 481733 h 794262"/>
              <a:gd name="connsiteX7" fmla="*/ 1830324 w 2286924"/>
              <a:gd name="connsiteY7" fmla="*/ 342382 h 794262"/>
              <a:gd name="connsiteX8" fmla="*/ 2286924 w 2286924"/>
              <a:gd name="connsiteY8" fmla="*/ 0 h 794262"/>
              <a:gd name="connsiteX0" fmla="*/ 0 w 2286924"/>
              <a:gd name="connsiteY0" fmla="*/ 349621 h 794262"/>
              <a:gd name="connsiteX1" fmla="*/ 379000 w 2286924"/>
              <a:gd name="connsiteY1" fmla="*/ 553551 h 794262"/>
              <a:gd name="connsiteX2" fmla="*/ 643128 w 2286924"/>
              <a:gd name="connsiteY2" fmla="*/ 682806 h 794262"/>
              <a:gd name="connsiteX3" fmla="*/ 1004888 w 2286924"/>
              <a:gd name="connsiteY3" fmla="*/ 774722 h 794262"/>
              <a:gd name="connsiteX4" fmla="*/ 1346549 w 2286924"/>
              <a:gd name="connsiteY4" fmla="*/ 774722 h 794262"/>
              <a:gd name="connsiteX5" fmla="*/ 1544669 w 2286924"/>
              <a:gd name="connsiteY5" fmla="*/ 654040 h 794262"/>
              <a:gd name="connsiteX6" fmla="*/ 1691068 w 2286924"/>
              <a:gd name="connsiteY6" fmla="*/ 481733 h 794262"/>
              <a:gd name="connsiteX7" fmla="*/ 1830324 w 2286924"/>
              <a:gd name="connsiteY7" fmla="*/ 342382 h 794262"/>
              <a:gd name="connsiteX8" fmla="*/ 2286924 w 2286924"/>
              <a:gd name="connsiteY8" fmla="*/ 0 h 794262"/>
              <a:gd name="connsiteX0" fmla="*/ 0 w 2286924"/>
              <a:gd name="connsiteY0" fmla="*/ 349621 h 1017075"/>
              <a:gd name="connsiteX1" fmla="*/ 379000 w 2286924"/>
              <a:gd name="connsiteY1" fmla="*/ 553551 h 1017075"/>
              <a:gd name="connsiteX2" fmla="*/ 643128 w 2286924"/>
              <a:gd name="connsiteY2" fmla="*/ 682806 h 1017075"/>
              <a:gd name="connsiteX3" fmla="*/ 1052467 w 2286924"/>
              <a:gd name="connsiteY3" fmla="*/ 1015824 h 1017075"/>
              <a:gd name="connsiteX4" fmla="*/ 1346549 w 2286924"/>
              <a:gd name="connsiteY4" fmla="*/ 774722 h 1017075"/>
              <a:gd name="connsiteX5" fmla="*/ 1544669 w 2286924"/>
              <a:gd name="connsiteY5" fmla="*/ 654040 h 1017075"/>
              <a:gd name="connsiteX6" fmla="*/ 1691068 w 2286924"/>
              <a:gd name="connsiteY6" fmla="*/ 481733 h 1017075"/>
              <a:gd name="connsiteX7" fmla="*/ 1830324 w 2286924"/>
              <a:gd name="connsiteY7" fmla="*/ 342382 h 1017075"/>
              <a:gd name="connsiteX8" fmla="*/ 2286924 w 2286924"/>
              <a:gd name="connsiteY8" fmla="*/ 0 h 1017075"/>
              <a:gd name="connsiteX0" fmla="*/ 0 w 2286924"/>
              <a:gd name="connsiteY0" fmla="*/ 349621 h 1016543"/>
              <a:gd name="connsiteX1" fmla="*/ 379000 w 2286924"/>
              <a:gd name="connsiteY1" fmla="*/ 553551 h 1016543"/>
              <a:gd name="connsiteX2" fmla="*/ 651318 w 2286924"/>
              <a:gd name="connsiteY2" fmla="*/ 838806 h 1016543"/>
              <a:gd name="connsiteX3" fmla="*/ 1052467 w 2286924"/>
              <a:gd name="connsiteY3" fmla="*/ 1015824 h 1016543"/>
              <a:gd name="connsiteX4" fmla="*/ 1346549 w 2286924"/>
              <a:gd name="connsiteY4" fmla="*/ 774722 h 1016543"/>
              <a:gd name="connsiteX5" fmla="*/ 1544669 w 2286924"/>
              <a:gd name="connsiteY5" fmla="*/ 654040 h 1016543"/>
              <a:gd name="connsiteX6" fmla="*/ 1691068 w 2286924"/>
              <a:gd name="connsiteY6" fmla="*/ 481733 h 1016543"/>
              <a:gd name="connsiteX7" fmla="*/ 1830324 w 2286924"/>
              <a:gd name="connsiteY7" fmla="*/ 342382 h 1016543"/>
              <a:gd name="connsiteX8" fmla="*/ 2286924 w 2286924"/>
              <a:gd name="connsiteY8" fmla="*/ 0 h 1016543"/>
              <a:gd name="connsiteX0" fmla="*/ 0 w 1907924"/>
              <a:gd name="connsiteY0" fmla="*/ 553551 h 1016542"/>
              <a:gd name="connsiteX1" fmla="*/ 272318 w 1907924"/>
              <a:gd name="connsiteY1" fmla="*/ 838806 h 1016542"/>
              <a:gd name="connsiteX2" fmla="*/ 673467 w 1907924"/>
              <a:gd name="connsiteY2" fmla="*/ 1015824 h 1016542"/>
              <a:gd name="connsiteX3" fmla="*/ 967549 w 1907924"/>
              <a:gd name="connsiteY3" fmla="*/ 774722 h 1016542"/>
              <a:gd name="connsiteX4" fmla="*/ 1165669 w 1907924"/>
              <a:gd name="connsiteY4" fmla="*/ 654040 h 1016542"/>
              <a:gd name="connsiteX5" fmla="*/ 1312068 w 1907924"/>
              <a:gd name="connsiteY5" fmla="*/ 481733 h 1016542"/>
              <a:gd name="connsiteX6" fmla="*/ 1451324 w 1907924"/>
              <a:gd name="connsiteY6" fmla="*/ 342382 h 1016542"/>
              <a:gd name="connsiteX7" fmla="*/ 1907924 w 1907924"/>
              <a:gd name="connsiteY7" fmla="*/ 0 h 1016542"/>
              <a:gd name="connsiteX0" fmla="*/ 0 w 1910346"/>
              <a:gd name="connsiteY0" fmla="*/ 535610 h 1016561"/>
              <a:gd name="connsiteX1" fmla="*/ 274740 w 1910346"/>
              <a:gd name="connsiteY1" fmla="*/ 838806 h 1016561"/>
              <a:gd name="connsiteX2" fmla="*/ 675889 w 1910346"/>
              <a:gd name="connsiteY2" fmla="*/ 1015824 h 1016561"/>
              <a:gd name="connsiteX3" fmla="*/ 969971 w 1910346"/>
              <a:gd name="connsiteY3" fmla="*/ 774722 h 1016561"/>
              <a:gd name="connsiteX4" fmla="*/ 1168091 w 1910346"/>
              <a:gd name="connsiteY4" fmla="*/ 654040 h 1016561"/>
              <a:gd name="connsiteX5" fmla="*/ 1314490 w 1910346"/>
              <a:gd name="connsiteY5" fmla="*/ 481733 h 1016561"/>
              <a:gd name="connsiteX6" fmla="*/ 1453746 w 1910346"/>
              <a:gd name="connsiteY6" fmla="*/ 342382 h 1016561"/>
              <a:gd name="connsiteX7" fmla="*/ 1910346 w 1910346"/>
              <a:gd name="connsiteY7" fmla="*/ 0 h 1016561"/>
              <a:gd name="connsiteX0" fmla="*/ 0 w 1763944"/>
              <a:gd name="connsiteY0" fmla="*/ 369657 h 850608"/>
              <a:gd name="connsiteX1" fmla="*/ 274740 w 1763944"/>
              <a:gd name="connsiteY1" fmla="*/ 672853 h 850608"/>
              <a:gd name="connsiteX2" fmla="*/ 675889 w 1763944"/>
              <a:gd name="connsiteY2" fmla="*/ 849871 h 850608"/>
              <a:gd name="connsiteX3" fmla="*/ 969971 w 1763944"/>
              <a:gd name="connsiteY3" fmla="*/ 608769 h 850608"/>
              <a:gd name="connsiteX4" fmla="*/ 1168091 w 1763944"/>
              <a:gd name="connsiteY4" fmla="*/ 488087 h 850608"/>
              <a:gd name="connsiteX5" fmla="*/ 1314490 w 1763944"/>
              <a:gd name="connsiteY5" fmla="*/ 315780 h 850608"/>
              <a:gd name="connsiteX6" fmla="*/ 1453746 w 1763944"/>
              <a:gd name="connsiteY6" fmla="*/ 176429 h 850608"/>
              <a:gd name="connsiteX7" fmla="*/ 1763944 w 1763944"/>
              <a:gd name="connsiteY7" fmla="*/ 97 h 850608"/>
              <a:gd name="connsiteX0" fmla="*/ 0 w 1808965"/>
              <a:gd name="connsiteY0" fmla="*/ 143488 h 850941"/>
              <a:gd name="connsiteX1" fmla="*/ 319761 w 1808965"/>
              <a:gd name="connsiteY1" fmla="*/ 672853 h 850941"/>
              <a:gd name="connsiteX2" fmla="*/ 720910 w 1808965"/>
              <a:gd name="connsiteY2" fmla="*/ 849871 h 850941"/>
              <a:gd name="connsiteX3" fmla="*/ 1014992 w 1808965"/>
              <a:gd name="connsiteY3" fmla="*/ 608769 h 850941"/>
              <a:gd name="connsiteX4" fmla="*/ 1213112 w 1808965"/>
              <a:gd name="connsiteY4" fmla="*/ 488087 h 850941"/>
              <a:gd name="connsiteX5" fmla="*/ 1359511 w 1808965"/>
              <a:gd name="connsiteY5" fmla="*/ 315780 h 850941"/>
              <a:gd name="connsiteX6" fmla="*/ 1498767 w 1808965"/>
              <a:gd name="connsiteY6" fmla="*/ 176429 h 850941"/>
              <a:gd name="connsiteX7" fmla="*/ 1808965 w 1808965"/>
              <a:gd name="connsiteY7" fmla="*/ 97 h 85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8965" h="850941">
                <a:moveTo>
                  <a:pt x="0" y="143488"/>
                </a:moveTo>
                <a:cubicBezTo>
                  <a:pt x="108553" y="225019"/>
                  <a:pt x="199609" y="555123"/>
                  <a:pt x="319761" y="672853"/>
                </a:cubicBezTo>
                <a:cubicBezTo>
                  <a:pt x="439913" y="790584"/>
                  <a:pt x="605038" y="860552"/>
                  <a:pt x="720910" y="849871"/>
                </a:cubicBezTo>
                <a:cubicBezTo>
                  <a:pt x="836782" y="839190"/>
                  <a:pt x="932958" y="669066"/>
                  <a:pt x="1014992" y="608769"/>
                </a:cubicBezTo>
                <a:cubicBezTo>
                  <a:pt x="1097026" y="548472"/>
                  <a:pt x="1156819" y="542856"/>
                  <a:pt x="1213112" y="488087"/>
                </a:cubicBezTo>
                <a:cubicBezTo>
                  <a:pt x="1267214" y="435509"/>
                  <a:pt x="1309315" y="372073"/>
                  <a:pt x="1359511" y="315780"/>
                </a:cubicBezTo>
                <a:cubicBezTo>
                  <a:pt x="1403231" y="266726"/>
                  <a:pt x="1451333" y="221959"/>
                  <a:pt x="1498767" y="176429"/>
                </a:cubicBezTo>
                <a:cubicBezTo>
                  <a:pt x="1646401" y="-10020"/>
                  <a:pt x="1808965" y="97"/>
                  <a:pt x="1808965" y="97"/>
                </a:cubicBezTo>
              </a:path>
            </a:pathLst>
          </a:custGeom>
          <a:noFill/>
          <a:ln w="6350" cap="rnd">
            <a:solidFill>
              <a:schemeClr val="tx1">
                <a:alpha val="35000"/>
              </a:schemeClr>
            </a:solidFill>
            <a:prstDash val="dash"/>
            <a:round/>
          </a:ln>
        </p:spPr>
        <p:txBody>
          <a:bodyPr rtlCol="0" anchor="ctr"/>
          <a:lstStyle/>
          <a:p>
            <a:endParaRPr lang="en-US"/>
          </a:p>
        </p:txBody>
      </p:sp>
      <p:sp>
        <p:nvSpPr>
          <p:cNvPr id="141" name="Freeform: Shape 140">
            <a:extLst>
              <a:ext uri="{FF2B5EF4-FFF2-40B4-BE49-F238E27FC236}">
                <a16:creationId xmlns:a16="http://schemas.microsoft.com/office/drawing/2014/main" id="{A0608D6C-1936-9316-C54A-977B316EAF4D}"/>
              </a:ext>
            </a:extLst>
          </p:cNvPr>
          <p:cNvSpPr/>
          <p:nvPr userDrawn="1"/>
        </p:nvSpPr>
        <p:spPr>
          <a:xfrm rot="20749596" flipV="1">
            <a:off x="11374395" y="6583162"/>
            <a:ext cx="771314" cy="175830"/>
          </a:xfrm>
          <a:custGeom>
            <a:avLst/>
            <a:gdLst>
              <a:gd name="connsiteX0" fmla="*/ 1865852 w 1865852"/>
              <a:gd name="connsiteY0" fmla="*/ 0 h 421548"/>
              <a:gd name="connsiteX1" fmla="*/ 1535049 w 1865852"/>
              <a:gd name="connsiteY1" fmla="*/ 258699 h 421548"/>
              <a:gd name="connsiteX2" fmla="*/ 1247966 w 1865852"/>
              <a:gd name="connsiteY2" fmla="*/ 408051 h 421548"/>
              <a:gd name="connsiteX3" fmla="*/ 955072 w 1865852"/>
              <a:gd name="connsiteY3" fmla="*/ 408051 h 421548"/>
              <a:gd name="connsiteX4" fmla="*/ 596170 w 1865852"/>
              <a:gd name="connsiteY4" fmla="*/ 336233 h 421548"/>
              <a:gd name="connsiteX5" fmla="*/ 283178 w 1865852"/>
              <a:gd name="connsiteY5" fmla="*/ 186881 h 421548"/>
              <a:gd name="connsiteX6" fmla="*/ 0 w 1865852"/>
              <a:gd name="connsiteY6" fmla="*/ 0 h 421548"/>
              <a:gd name="connsiteX0" fmla="*/ 1865852 w 1865852"/>
              <a:gd name="connsiteY0" fmla="*/ 0 h 410317"/>
              <a:gd name="connsiteX1" fmla="*/ 1535049 w 1865852"/>
              <a:gd name="connsiteY1" fmla="*/ 258699 h 410317"/>
              <a:gd name="connsiteX2" fmla="*/ 955072 w 1865852"/>
              <a:gd name="connsiteY2" fmla="*/ 408051 h 410317"/>
              <a:gd name="connsiteX3" fmla="*/ 596170 w 1865852"/>
              <a:gd name="connsiteY3" fmla="*/ 336233 h 410317"/>
              <a:gd name="connsiteX4" fmla="*/ 283178 w 1865852"/>
              <a:gd name="connsiteY4" fmla="*/ 186881 h 410317"/>
              <a:gd name="connsiteX5" fmla="*/ 0 w 1865852"/>
              <a:gd name="connsiteY5" fmla="*/ 0 h 410317"/>
              <a:gd name="connsiteX0" fmla="*/ 1865852 w 1865852"/>
              <a:gd name="connsiteY0" fmla="*/ 0 h 411528"/>
              <a:gd name="connsiteX1" fmla="*/ 1662192 w 1865852"/>
              <a:gd name="connsiteY1" fmla="*/ 234094 h 411528"/>
              <a:gd name="connsiteX2" fmla="*/ 955072 w 1865852"/>
              <a:gd name="connsiteY2" fmla="*/ 408051 h 411528"/>
              <a:gd name="connsiteX3" fmla="*/ 596170 w 1865852"/>
              <a:gd name="connsiteY3" fmla="*/ 336233 h 411528"/>
              <a:gd name="connsiteX4" fmla="*/ 283178 w 1865852"/>
              <a:gd name="connsiteY4" fmla="*/ 186881 h 411528"/>
              <a:gd name="connsiteX5" fmla="*/ 0 w 1865852"/>
              <a:gd name="connsiteY5" fmla="*/ 0 h 411528"/>
              <a:gd name="connsiteX0" fmla="*/ 1865852 w 1865852"/>
              <a:gd name="connsiteY0" fmla="*/ 0 h 340281"/>
              <a:gd name="connsiteX1" fmla="*/ 1662192 w 1865852"/>
              <a:gd name="connsiteY1" fmla="*/ 234094 h 340281"/>
              <a:gd name="connsiteX2" fmla="*/ 1026590 w 1865852"/>
              <a:gd name="connsiteY2" fmla="*/ 292412 h 340281"/>
              <a:gd name="connsiteX3" fmla="*/ 596170 w 1865852"/>
              <a:gd name="connsiteY3" fmla="*/ 336233 h 340281"/>
              <a:gd name="connsiteX4" fmla="*/ 283178 w 1865852"/>
              <a:gd name="connsiteY4" fmla="*/ 186881 h 340281"/>
              <a:gd name="connsiteX5" fmla="*/ 0 w 1865852"/>
              <a:gd name="connsiteY5" fmla="*/ 0 h 340281"/>
              <a:gd name="connsiteX0" fmla="*/ 1865852 w 1865852"/>
              <a:gd name="connsiteY0" fmla="*/ 0 h 301027"/>
              <a:gd name="connsiteX1" fmla="*/ 1662192 w 1865852"/>
              <a:gd name="connsiteY1" fmla="*/ 234094 h 301027"/>
              <a:gd name="connsiteX2" fmla="*/ 1026590 w 1865852"/>
              <a:gd name="connsiteY2" fmla="*/ 292412 h 301027"/>
              <a:gd name="connsiteX3" fmla="*/ 631929 w 1865852"/>
              <a:gd name="connsiteY3" fmla="*/ 289485 h 301027"/>
              <a:gd name="connsiteX4" fmla="*/ 283178 w 1865852"/>
              <a:gd name="connsiteY4" fmla="*/ 186881 h 301027"/>
              <a:gd name="connsiteX5" fmla="*/ 0 w 1865852"/>
              <a:gd name="connsiteY5" fmla="*/ 0 h 3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5852" h="301027">
                <a:moveTo>
                  <a:pt x="1865852" y="0"/>
                </a:moveTo>
                <a:cubicBezTo>
                  <a:pt x="1865852" y="0"/>
                  <a:pt x="1802069" y="185359"/>
                  <a:pt x="1662192" y="234094"/>
                </a:cubicBezTo>
                <a:cubicBezTo>
                  <a:pt x="1522315" y="282829"/>
                  <a:pt x="1198300" y="283180"/>
                  <a:pt x="1026590" y="292412"/>
                </a:cubicBezTo>
                <a:cubicBezTo>
                  <a:pt x="854880" y="301644"/>
                  <a:pt x="755831" y="307073"/>
                  <a:pt x="631929" y="289485"/>
                </a:cubicBezTo>
                <a:cubicBezTo>
                  <a:pt x="508027" y="271897"/>
                  <a:pt x="382715" y="246412"/>
                  <a:pt x="283178" y="186881"/>
                </a:cubicBezTo>
                <a:cubicBezTo>
                  <a:pt x="176213" y="122777"/>
                  <a:pt x="0" y="0"/>
                  <a:pt x="0" y="0"/>
                </a:cubicBezTo>
              </a:path>
            </a:pathLst>
          </a:custGeom>
          <a:noFill/>
          <a:ln w="6350" cap="rnd">
            <a:solidFill>
              <a:schemeClr val="tx1">
                <a:alpha val="35000"/>
              </a:schemeClr>
            </a:solidFill>
            <a:prstDash val="dash"/>
            <a:round/>
          </a:ln>
        </p:spPr>
        <p:txBody>
          <a:bodyPr rtlCol="0" anchor="ctr"/>
          <a:lstStyle/>
          <a:p>
            <a:endParaRPr lang="en-US"/>
          </a:p>
        </p:txBody>
      </p:sp>
      <p:sp>
        <p:nvSpPr>
          <p:cNvPr id="142" name="Freeform: Shape 141">
            <a:extLst>
              <a:ext uri="{FF2B5EF4-FFF2-40B4-BE49-F238E27FC236}">
                <a16:creationId xmlns:a16="http://schemas.microsoft.com/office/drawing/2014/main" id="{8771AF8C-52CB-3597-AC65-8265FBA53197}"/>
              </a:ext>
            </a:extLst>
          </p:cNvPr>
          <p:cNvSpPr/>
          <p:nvPr userDrawn="1"/>
        </p:nvSpPr>
        <p:spPr>
          <a:xfrm rot="19255791" flipV="1">
            <a:off x="8648900" y="2870903"/>
            <a:ext cx="3948817" cy="3234396"/>
          </a:xfrm>
          <a:custGeom>
            <a:avLst/>
            <a:gdLst>
              <a:gd name="connsiteX0" fmla="*/ 2281471 w 3606715"/>
              <a:gd name="connsiteY0" fmla="*/ 54126 h 3082100"/>
              <a:gd name="connsiteX1" fmla="*/ 2104156 w 3606715"/>
              <a:gd name="connsiteY1" fmla="*/ 156083 h 3082100"/>
              <a:gd name="connsiteX2" fmla="*/ 1892225 w 3606715"/>
              <a:gd name="connsiteY2" fmla="*/ 389410 h 3082100"/>
              <a:gd name="connsiteX3" fmla="*/ 1704818 w 3606715"/>
              <a:gd name="connsiteY3" fmla="*/ 601289 h 3082100"/>
              <a:gd name="connsiteX4" fmla="*/ 1403270 w 3606715"/>
              <a:gd name="connsiteY4" fmla="*/ 804336 h 3082100"/>
              <a:gd name="connsiteX5" fmla="*/ 1154707 w 3606715"/>
              <a:gd name="connsiteY5" fmla="*/ 959598 h 3082100"/>
              <a:gd name="connsiteX6" fmla="*/ 1005951 w 3606715"/>
              <a:gd name="connsiteY6" fmla="*/ 1075907 h 3082100"/>
              <a:gd name="connsiteX7" fmla="*/ 967198 w 3606715"/>
              <a:gd name="connsiteY7" fmla="*/ 1169111 h 3082100"/>
              <a:gd name="connsiteX8" fmla="*/ 981327 w 3606715"/>
              <a:gd name="connsiteY8" fmla="*/ 1327685 h 3082100"/>
              <a:gd name="connsiteX9" fmla="*/ 958519 w 3606715"/>
              <a:gd name="connsiteY9" fmla="*/ 1454481 h 3082100"/>
              <a:gd name="connsiteX10" fmla="*/ 890196 w 3606715"/>
              <a:gd name="connsiteY10" fmla="*/ 1580094 h 3082100"/>
              <a:gd name="connsiteX11" fmla="*/ 671403 w 3606715"/>
              <a:gd name="connsiteY11" fmla="*/ 1680474 h 3082100"/>
              <a:gd name="connsiteX12" fmla="*/ 473400 w 3606715"/>
              <a:gd name="connsiteY12" fmla="*/ 1733069 h 3082100"/>
              <a:gd name="connsiteX13" fmla="*/ 182449 w 3606715"/>
              <a:gd name="connsiteY13" fmla="*/ 1921370 h 3082100"/>
              <a:gd name="connsiteX14" fmla="*/ 290 w 3606715"/>
              <a:gd name="connsiteY14" fmla="*/ 2298841 h 3082100"/>
              <a:gd name="connsiteX15" fmla="*/ 62658 w 3606715"/>
              <a:gd name="connsiteY15" fmla="*/ 2566468 h 3082100"/>
              <a:gd name="connsiteX16" fmla="*/ 195872 w 3606715"/>
              <a:gd name="connsiteY16" fmla="*/ 2777638 h 3082100"/>
              <a:gd name="connsiteX17" fmla="*/ 424454 w 3606715"/>
              <a:gd name="connsiteY17" fmla="*/ 2975480 h 3082100"/>
              <a:gd name="connsiteX18" fmla="*/ 550402 w 3606715"/>
              <a:gd name="connsiteY18" fmla="*/ 3022318 h 3082100"/>
              <a:gd name="connsiteX19" fmla="*/ 903720 w 3606715"/>
              <a:gd name="connsiteY19" fmla="*/ 3065294 h 3082100"/>
              <a:gd name="connsiteX20" fmla="*/ 1132302 w 3606715"/>
              <a:gd name="connsiteY20" fmla="*/ 3065294 h 3082100"/>
              <a:gd name="connsiteX21" fmla="*/ 1675148 w 3606715"/>
              <a:gd name="connsiteY21" fmla="*/ 3080591 h 3082100"/>
              <a:gd name="connsiteX22" fmla="*/ 1941675 w 3606715"/>
              <a:gd name="connsiteY22" fmla="*/ 3068133 h 3082100"/>
              <a:gd name="connsiteX23" fmla="*/ 2349995 w 3606715"/>
              <a:gd name="connsiteY23" fmla="*/ 2890397 h 3082100"/>
              <a:gd name="connsiteX24" fmla="*/ 2760737 w 3606715"/>
              <a:gd name="connsiteY24" fmla="*/ 2641931 h 3082100"/>
              <a:gd name="connsiteX25" fmla="*/ 3007687 w 3606715"/>
              <a:gd name="connsiteY25" fmla="*/ 2473737 h 3082100"/>
              <a:gd name="connsiteX26" fmla="*/ 3231424 w 3606715"/>
              <a:gd name="connsiteY26" fmla="*/ 2290246 h 3082100"/>
              <a:gd name="connsiteX27" fmla="*/ 3534586 w 3606715"/>
              <a:gd name="connsiteY27" fmla="*/ 1940453 h 3082100"/>
              <a:gd name="connsiteX28" fmla="*/ 3606715 w 3606715"/>
              <a:gd name="connsiteY28" fmla="*/ 1804954 h 3082100"/>
              <a:gd name="connsiteX29" fmla="*/ 2769008 w 3606715"/>
              <a:gd name="connsiteY29" fmla="*/ 0 h 3082100"/>
              <a:gd name="connsiteX30" fmla="*/ 2613597 w 3606715"/>
              <a:gd name="connsiteY30" fmla="*/ 5553 h 3082100"/>
              <a:gd name="connsiteX31" fmla="*/ 2281471 w 3606715"/>
              <a:gd name="connsiteY31" fmla="*/ 54126 h 3082100"/>
              <a:gd name="connsiteX0" fmla="*/ 3606715 w 3698155"/>
              <a:gd name="connsiteY0" fmla="*/ 1804954 h 3082100"/>
              <a:gd name="connsiteX1" fmla="*/ 2769008 w 3698155"/>
              <a:gd name="connsiteY1" fmla="*/ 0 h 3082100"/>
              <a:gd name="connsiteX2" fmla="*/ 2613597 w 3698155"/>
              <a:gd name="connsiteY2" fmla="*/ 5553 h 3082100"/>
              <a:gd name="connsiteX3" fmla="*/ 2281471 w 3698155"/>
              <a:gd name="connsiteY3" fmla="*/ 54126 h 3082100"/>
              <a:gd name="connsiteX4" fmla="*/ 2104156 w 3698155"/>
              <a:gd name="connsiteY4" fmla="*/ 156083 h 3082100"/>
              <a:gd name="connsiteX5" fmla="*/ 1892225 w 3698155"/>
              <a:gd name="connsiteY5" fmla="*/ 389410 h 3082100"/>
              <a:gd name="connsiteX6" fmla="*/ 1704818 w 3698155"/>
              <a:gd name="connsiteY6" fmla="*/ 601289 h 3082100"/>
              <a:gd name="connsiteX7" fmla="*/ 1403270 w 3698155"/>
              <a:gd name="connsiteY7" fmla="*/ 804336 h 3082100"/>
              <a:gd name="connsiteX8" fmla="*/ 1154707 w 3698155"/>
              <a:gd name="connsiteY8" fmla="*/ 959598 h 3082100"/>
              <a:gd name="connsiteX9" fmla="*/ 1005951 w 3698155"/>
              <a:gd name="connsiteY9" fmla="*/ 1075907 h 3082100"/>
              <a:gd name="connsiteX10" fmla="*/ 967198 w 3698155"/>
              <a:gd name="connsiteY10" fmla="*/ 1169111 h 3082100"/>
              <a:gd name="connsiteX11" fmla="*/ 981327 w 3698155"/>
              <a:gd name="connsiteY11" fmla="*/ 1327685 h 3082100"/>
              <a:gd name="connsiteX12" fmla="*/ 958519 w 3698155"/>
              <a:gd name="connsiteY12" fmla="*/ 1454481 h 3082100"/>
              <a:gd name="connsiteX13" fmla="*/ 890196 w 3698155"/>
              <a:gd name="connsiteY13" fmla="*/ 1580094 h 3082100"/>
              <a:gd name="connsiteX14" fmla="*/ 671403 w 3698155"/>
              <a:gd name="connsiteY14" fmla="*/ 1680474 h 3082100"/>
              <a:gd name="connsiteX15" fmla="*/ 473400 w 3698155"/>
              <a:gd name="connsiteY15" fmla="*/ 1733069 h 3082100"/>
              <a:gd name="connsiteX16" fmla="*/ 182449 w 3698155"/>
              <a:gd name="connsiteY16" fmla="*/ 1921370 h 3082100"/>
              <a:gd name="connsiteX17" fmla="*/ 290 w 3698155"/>
              <a:gd name="connsiteY17" fmla="*/ 2298841 h 3082100"/>
              <a:gd name="connsiteX18" fmla="*/ 62658 w 3698155"/>
              <a:gd name="connsiteY18" fmla="*/ 2566468 h 3082100"/>
              <a:gd name="connsiteX19" fmla="*/ 195872 w 3698155"/>
              <a:gd name="connsiteY19" fmla="*/ 2777638 h 3082100"/>
              <a:gd name="connsiteX20" fmla="*/ 424454 w 3698155"/>
              <a:gd name="connsiteY20" fmla="*/ 2975480 h 3082100"/>
              <a:gd name="connsiteX21" fmla="*/ 550402 w 3698155"/>
              <a:gd name="connsiteY21" fmla="*/ 3022318 h 3082100"/>
              <a:gd name="connsiteX22" fmla="*/ 903720 w 3698155"/>
              <a:gd name="connsiteY22" fmla="*/ 3065294 h 3082100"/>
              <a:gd name="connsiteX23" fmla="*/ 1132302 w 3698155"/>
              <a:gd name="connsiteY23" fmla="*/ 3065294 h 3082100"/>
              <a:gd name="connsiteX24" fmla="*/ 1675148 w 3698155"/>
              <a:gd name="connsiteY24" fmla="*/ 3080591 h 3082100"/>
              <a:gd name="connsiteX25" fmla="*/ 1941675 w 3698155"/>
              <a:gd name="connsiteY25" fmla="*/ 3068133 h 3082100"/>
              <a:gd name="connsiteX26" fmla="*/ 2349995 w 3698155"/>
              <a:gd name="connsiteY26" fmla="*/ 2890397 h 3082100"/>
              <a:gd name="connsiteX27" fmla="*/ 2760737 w 3698155"/>
              <a:gd name="connsiteY27" fmla="*/ 2641931 h 3082100"/>
              <a:gd name="connsiteX28" fmla="*/ 3007687 w 3698155"/>
              <a:gd name="connsiteY28" fmla="*/ 2473737 h 3082100"/>
              <a:gd name="connsiteX29" fmla="*/ 3231424 w 3698155"/>
              <a:gd name="connsiteY29" fmla="*/ 2290246 h 3082100"/>
              <a:gd name="connsiteX30" fmla="*/ 3534586 w 3698155"/>
              <a:gd name="connsiteY30" fmla="*/ 1940453 h 3082100"/>
              <a:gd name="connsiteX31" fmla="*/ 3698155 w 3698155"/>
              <a:gd name="connsiteY31" fmla="*/ 1896394 h 3082100"/>
              <a:gd name="connsiteX0" fmla="*/ 2769008 w 3698155"/>
              <a:gd name="connsiteY0" fmla="*/ 0 h 3082100"/>
              <a:gd name="connsiteX1" fmla="*/ 2613597 w 3698155"/>
              <a:gd name="connsiteY1" fmla="*/ 5553 h 3082100"/>
              <a:gd name="connsiteX2" fmla="*/ 2281471 w 3698155"/>
              <a:gd name="connsiteY2" fmla="*/ 54126 h 3082100"/>
              <a:gd name="connsiteX3" fmla="*/ 2104156 w 3698155"/>
              <a:gd name="connsiteY3" fmla="*/ 156083 h 3082100"/>
              <a:gd name="connsiteX4" fmla="*/ 1892225 w 3698155"/>
              <a:gd name="connsiteY4" fmla="*/ 389410 h 3082100"/>
              <a:gd name="connsiteX5" fmla="*/ 1704818 w 3698155"/>
              <a:gd name="connsiteY5" fmla="*/ 601289 h 3082100"/>
              <a:gd name="connsiteX6" fmla="*/ 1403270 w 3698155"/>
              <a:gd name="connsiteY6" fmla="*/ 804336 h 3082100"/>
              <a:gd name="connsiteX7" fmla="*/ 1154707 w 3698155"/>
              <a:gd name="connsiteY7" fmla="*/ 959598 h 3082100"/>
              <a:gd name="connsiteX8" fmla="*/ 1005951 w 3698155"/>
              <a:gd name="connsiteY8" fmla="*/ 1075907 h 3082100"/>
              <a:gd name="connsiteX9" fmla="*/ 967198 w 3698155"/>
              <a:gd name="connsiteY9" fmla="*/ 1169111 h 3082100"/>
              <a:gd name="connsiteX10" fmla="*/ 981327 w 3698155"/>
              <a:gd name="connsiteY10" fmla="*/ 1327685 h 3082100"/>
              <a:gd name="connsiteX11" fmla="*/ 958519 w 3698155"/>
              <a:gd name="connsiteY11" fmla="*/ 1454481 h 3082100"/>
              <a:gd name="connsiteX12" fmla="*/ 890196 w 3698155"/>
              <a:gd name="connsiteY12" fmla="*/ 1580094 h 3082100"/>
              <a:gd name="connsiteX13" fmla="*/ 671403 w 3698155"/>
              <a:gd name="connsiteY13" fmla="*/ 1680474 h 3082100"/>
              <a:gd name="connsiteX14" fmla="*/ 473400 w 3698155"/>
              <a:gd name="connsiteY14" fmla="*/ 1733069 h 3082100"/>
              <a:gd name="connsiteX15" fmla="*/ 182449 w 3698155"/>
              <a:gd name="connsiteY15" fmla="*/ 1921370 h 3082100"/>
              <a:gd name="connsiteX16" fmla="*/ 290 w 3698155"/>
              <a:gd name="connsiteY16" fmla="*/ 2298841 h 3082100"/>
              <a:gd name="connsiteX17" fmla="*/ 62658 w 3698155"/>
              <a:gd name="connsiteY17" fmla="*/ 2566468 h 3082100"/>
              <a:gd name="connsiteX18" fmla="*/ 195872 w 3698155"/>
              <a:gd name="connsiteY18" fmla="*/ 2777638 h 3082100"/>
              <a:gd name="connsiteX19" fmla="*/ 424454 w 3698155"/>
              <a:gd name="connsiteY19" fmla="*/ 2975480 h 3082100"/>
              <a:gd name="connsiteX20" fmla="*/ 550402 w 3698155"/>
              <a:gd name="connsiteY20" fmla="*/ 3022318 h 3082100"/>
              <a:gd name="connsiteX21" fmla="*/ 903720 w 3698155"/>
              <a:gd name="connsiteY21" fmla="*/ 3065294 h 3082100"/>
              <a:gd name="connsiteX22" fmla="*/ 1132302 w 3698155"/>
              <a:gd name="connsiteY22" fmla="*/ 3065294 h 3082100"/>
              <a:gd name="connsiteX23" fmla="*/ 1675148 w 3698155"/>
              <a:gd name="connsiteY23" fmla="*/ 3080591 h 3082100"/>
              <a:gd name="connsiteX24" fmla="*/ 1941675 w 3698155"/>
              <a:gd name="connsiteY24" fmla="*/ 3068133 h 3082100"/>
              <a:gd name="connsiteX25" fmla="*/ 2349995 w 3698155"/>
              <a:gd name="connsiteY25" fmla="*/ 2890397 h 3082100"/>
              <a:gd name="connsiteX26" fmla="*/ 2760737 w 3698155"/>
              <a:gd name="connsiteY26" fmla="*/ 2641931 h 3082100"/>
              <a:gd name="connsiteX27" fmla="*/ 3007687 w 3698155"/>
              <a:gd name="connsiteY27" fmla="*/ 2473737 h 3082100"/>
              <a:gd name="connsiteX28" fmla="*/ 3231424 w 3698155"/>
              <a:gd name="connsiteY28" fmla="*/ 2290246 h 3082100"/>
              <a:gd name="connsiteX29" fmla="*/ 3534586 w 3698155"/>
              <a:gd name="connsiteY29" fmla="*/ 1940453 h 3082100"/>
              <a:gd name="connsiteX30" fmla="*/ 3698155 w 3698155"/>
              <a:gd name="connsiteY30" fmla="*/ 1896394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31424 w 3611778"/>
              <a:gd name="connsiteY28" fmla="*/ 2290246 h 3082100"/>
              <a:gd name="connsiteX29" fmla="*/ 3534586 w 3611778"/>
              <a:gd name="connsiteY29" fmla="*/ 1940453 h 3082100"/>
              <a:gd name="connsiteX30" fmla="*/ 3611778 w 3611778"/>
              <a:gd name="connsiteY30" fmla="*/ 1818238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31424 w 3611778"/>
              <a:gd name="connsiteY28" fmla="*/ 2290246 h 3082100"/>
              <a:gd name="connsiteX29" fmla="*/ 3536637 w 3611778"/>
              <a:gd name="connsiteY29" fmla="*/ 2009646 h 3082100"/>
              <a:gd name="connsiteX30" fmla="*/ 3611778 w 3611778"/>
              <a:gd name="connsiteY30" fmla="*/ 1818238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48079 w 3611778"/>
              <a:gd name="connsiteY28" fmla="*/ 2360678 h 3082100"/>
              <a:gd name="connsiteX29" fmla="*/ 3536637 w 3611778"/>
              <a:gd name="connsiteY29" fmla="*/ 2009646 h 3082100"/>
              <a:gd name="connsiteX30" fmla="*/ 3611778 w 3611778"/>
              <a:gd name="connsiteY30" fmla="*/ 1818238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07687 w 3892940"/>
              <a:gd name="connsiteY27" fmla="*/ 2473737 h 3082100"/>
              <a:gd name="connsiteX28" fmla="*/ 3248079 w 3892940"/>
              <a:gd name="connsiteY28" fmla="*/ 2360678 h 3082100"/>
              <a:gd name="connsiteX29" fmla="*/ 3536637 w 3892940"/>
              <a:gd name="connsiteY29" fmla="*/ 2009646 h 3082100"/>
              <a:gd name="connsiteX30" fmla="*/ 3892940 w 3892940"/>
              <a:gd name="connsiteY30" fmla="*/ 1422689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07687 w 3892940"/>
              <a:gd name="connsiteY27" fmla="*/ 2473737 h 3082100"/>
              <a:gd name="connsiteX28" fmla="*/ 3248079 w 3892940"/>
              <a:gd name="connsiteY28" fmla="*/ 2360678 h 3082100"/>
              <a:gd name="connsiteX29" fmla="*/ 3536637 w 3892940"/>
              <a:gd name="connsiteY29" fmla="*/ 2009646 h 3082100"/>
              <a:gd name="connsiteX30" fmla="*/ 3702059 w 3892940"/>
              <a:gd name="connsiteY30" fmla="*/ 1486604 h 3082100"/>
              <a:gd name="connsiteX31" fmla="*/ 3892940 w 3892940"/>
              <a:gd name="connsiteY31" fmla="*/ 1422689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07687 w 3892940"/>
              <a:gd name="connsiteY27" fmla="*/ 2473737 h 3082100"/>
              <a:gd name="connsiteX28" fmla="*/ 3248079 w 3892940"/>
              <a:gd name="connsiteY28" fmla="*/ 2360678 h 3082100"/>
              <a:gd name="connsiteX29" fmla="*/ 3536637 w 3892940"/>
              <a:gd name="connsiteY29" fmla="*/ 2009646 h 3082100"/>
              <a:gd name="connsiteX30" fmla="*/ 3702059 w 3892940"/>
              <a:gd name="connsiteY30" fmla="*/ 1486604 h 3082100"/>
              <a:gd name="connsiteX31" fmla="*/ 3892940 w 3892940"/>
              <a:gd name="connsiteY31" fmla="*/ 1422689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07687 w 3892940"/>
              <a:gd name="connsiteY27" fmla="*/ 2473737 h 3082100"/>
              <a:gd name="connsiteX28" fmla="*/ 3248079 w 3892940"/>
              <a:gd name="connsiteY28" fmla="*/ 2360678 h 3082100"/>
              <a:gd name="connsiteX29" fmla="*/ 3601175 w 3892940"/>
              <a:gd name="connsiteY29" fmla="*/ 1957254 h 3082100"/>
              <a:gd name="connsiteX30" fmla="*/ 3702059 w 3892940"/>
              <a:gd name="connsiteY30" fmla="*/ 1486604 h 3082100"/>
              <a:gd name="connsiteX31" fmla="*/ 3892940 w 3892940"/>
              <a:gd name="connsiteY31" fmla="*/ 1422689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07687 w 3892940"/>
              <a:gd name="connsiteY27" fmla="*/ 2473737 h 3082100"/>
              <a:gd name="connsiteX28" fmla="*/ 3225158 w 3892940"/>
              <a:gd name="connsiteY28" fmla="*/ 2332443 h 3082100"/>
              <a:gd name="connsiteX29" fmla="*/ 3601175 w 3892940"/>
              <a:gd name="connsiteY29" fmla="*/ 1957254 h 3082100"/>
              <a:gd name="connsiteX30" fmla="*/ 3702059 w 3892940"/>
              <a:gd name="connsiteY30" fmla="*/ 1486604 h 3082100"/>
              <a:gd name="connsiteX31" fmla="*/ 3892940 w 3892940"/>
              <a:gd name="connsiteY31" fmla="*/ 1422689 h 3082100"/>
              <a:gd name="connsiteX0" fmla="*/ 2769008 w 3892940"/>
              <a:gd name="connsiteY0" fmla="*/ 0 h 3082100"/>
              <a:gd name="connsiteX1" fmla="*/ 2613597 w 3892940"/>
              <a:gd name="connsiteY1" fmla="*/ 5553 h 3082100"/>
              <a:gd name="connsiteX2" fmla="*/ 2281471 w 3892940"/>
              <a:gd name="connsiteY2" fmla="*/ 54126 h 3082100"/>
              <a:gd name="connsiteX3" fmla="*/ 2104156 w 3892940"/>
              <a:gd name="connsiteY3" fmla="*/ 156083 h 3082100"/>
              <a:gd name="connsiteX4" fmla="*/ 1892225 w 3892940"/>
              <a:gd name="connsiteY4" fmla="*/ 389410 h 3082100"/>
              <a:gd name="connsiteX5" fmla="*/ 1704818 w 3892940"/>
              <a:gd name="connsiteY5" fmla="*/ 601289 h 3082100"/>
              <a:gd name="connsiteX6" fmla="*/ 1403270 w 3892940"/>
              <a:gd name="connsiteY6" fmla="*/ 804336 h 3082100"/>
              <a:gd name="connsiteX7" fmla="*/ 1154707 w 3892940"/>
              <a:gd name="connsiteY7" fmla="*/ 959598 h 3082100"/>
              <a:gd name="connsiteX8" fmla="*/ 1005951 w 3892940"/>
              <a:gd name="connsiteY8" fmla="*/ 1075907 h 3082100"/>
              <a:gd name="connsiteX9" fmla="*/ 967198 w 3892940"/>
              <a:gd name="connsiteY9" fmla="*/ 1169111 h 3082100"/>
              <a:gd name="connsiteX10" fmla="*/ 981327 w 3892940"/>
              <a:gd name="connsiteY10" fmla="*/ 1327685 h 3082100"/>
              <a:gd name="connsiteX11" fmla="*/ 958519 w 3892940"/>
              <a:gd name="connsiteY11" fmla="*/ 1454481 h 3082100"/>
              <a:gd name="connsiteX12" fmla="*/ 890196 w 3892940"/>
              <a:gd name="connsiteY12" fmla="*/ 1580094 h 3082100"/>
              <a:gd name="connsiteX13" fmla="*/ 671403 w 3892940"/>
              <a:gd name="connsiteY13" fmla="*/ 1680474 h 3082100"/>
              <a:gd name="connsiteX14" fmla="*/ 473400 w 3892940"/>
              <a:gd name="connsiteY14" fmla="*/ 1733069 h 3082100"/>
              <a:gd name="connsiteX15" fmla="*/ 182449 w 3892940"/>
              <a:gd name="connsiteY15" fmla="*/ 1921370 h 3082100"/>
              <a:gd name="connsiteX16" fmla="*/ 290 w 3892940"/>
              <a:gd name="connsiteY16" fmla="*/ 2298841 h 3082100"/>
              <a:gd name="connsiteX17" fmla="*/ 62658 w 3892940"/>
              <a:gd name="connsiteY17" fmla="*/ 2566468 h 3082100"/>
              <a:gd name="connsiteX18" fmla="*/ 195872 w 3892940"/>
              <a:gd name="connsiteY18" fmla="*/ 2777638 h 3082100"/>
              <a:gd name="connsiteX19" fmla="*/ 424454 w 3892940"/>
              <a:gd name="connsiteY19" fmla="*/ 2975480 h 3082100"/>
              <a:gd name="connsiteX20" fmla="*/ 550402 w 3892940"/>
              <a:gd name="connsiteY20" fmla="*/ 3022318 h 3082100"/>
              <a:gd name="connsiteX21" fmla="*/ 903720 w 3892940"/>
              <a:gd name="connsiteY21" fmla="*/ 3065294 h 3082100"/>
              <a:gd name="connsiteX22" fmla="*/ 1132302 w 3892940"/>
              <a:gd name="connsiteY22" fmla="*/ 3065294 h 3082100"/>
              <a:gd name="connsiteX23" fmla="*/ 1675148 w 3892940"/>
              <a:gd name="connsiteY23" fmla="*/ 3080591 h 3082100"/>
              <a:gd name="connsiteX24" fmla="*/ 1941675 w 3892940"/>
              <a:gd name="connsiteY24" fmla="*/ 3068133 h 3082100"/>
              <a:gd name="connsiteX25" fmla="*/ 2349995 w 3892940"/>
              <a:gd name="connsiteY25" fmla="*/ 2890397 h 3082100"/>
              <a:gd name="connsiteX26" fmla="*/ 2760737 w 3892940"/>
              <a:gd name="connsiteY26" fmla="*/ 2641931 h 3082100"/>
              <a:gd name="connsiteX27" fmla="*/ 3011958 w 3892940"/>
              <a:gd name="connsiteY27" fmla="*/ 2503728 h 3082100"/>
              <a:gd name="connsiteX28" fmla="*/ 3225158 w 3892940"/>
              <a:gd name="connsiteY28" fmla="*/ 2332443 h 3082100"/>
              <a:gd name="connsiteX29" fmla="*/ 3601175 w 3892940"/>
              <a:gd name="connsiteY29" fmla="*/ 1957254 h 3082100"/>
              <a:gd name="connsiteX30" fmla="*/ 3702059 w 3892940"/>
              <a:gd name="connsiteY30" fmla="*/ 1486604 h 3082100"/>
              <a:gd name="connsiteX31" fmla="*/ 3892940 w 3892940"/>
              <a:gd name="connsiteY31" fmla="*/ 1422689 h 3082100"/>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73400 w 3892940"/>
              <a:gd name="connsiteY14" fmla="*/ 1733069 h 3083786"/>
              <a:gd name="connsiteX15" fmla="*/ 182449 w 3892940"/>
              <a:gd name="connsiteY15" fmla="*/ 1921370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60737 w 3892940"/>
              <a:gd name="connsiteY26" fmla="*/ 2641931 h 3083786"/>
              <a:gd name="connsiteX27" fmla="*/ 3011958 w 3892940"/>
              <a:gd name="connsiteY27" fmla="*/ 2503728 h 3083786"/>
              <a:gd name="connsiteX28" fmla="*/ 3225158 w 3892940"/>
              <a:gd name="connsiteY28" fmla="*/ 2332443 h 3083786"/>
              <a:gd name="connsiteX29" fmla="*/ 3601175 w 3892940"/>
              <a:gd name="connsiteY29" fmla="*/ 1957254 h 3083786"/>
              <a:gd name="connsiteX30" fmla="*/ 3702059 w 3892940"/>
              <a:gd name="connsiteY30" fmla="*/ 1486604 h 3083786"/>
              <a:gd name="connsiteX31" fmla="*/ 3892940 w 3892940"/>
              <a:gd name="connsiteY31"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73400 w 3892940"/>
              <a:gd name="connsiteY14" fmla="*/ 1733069 h 3083786"/>
              <a:gd name="connsiteX15" fmla="*/ 182449 w 3892940"/>
              <a:gd name="connsiteY15" fmla="*/ 1921370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89448 w 3892940"/>
              <a:gd name="connsiteY26" fmla="*/ 2685542 h 3083786"/>
              <a:gd name="connsiteX27" fmla="*/ 3011958 w 3892940"/>
              <a:gd name="connsiteY27" fmla="*/ 2503728 h 3083786"/>
              <a:gd name="connsiteX28" fmla="*/ 3225158 w 3892940"/>
              <a:gd name="connsiteY28" fmla="*/ 2332443 h 3083786"/>
              <a:gd name="connsiteX29" fmla="*/ 3601175 w 3892940"/>
              <a:gd name="connsiteY29" fmla="*/ 1957254 h 3083786"/>
              <a:gd name="connsiteX30" fmla="*/ 3702059 w 3892940"/>
              <a:gd name="connsiteY30" fmla="*/ 1486604 h 3083786"/>
              <a:gd name="connsiteX31" fmla="*/ 3892940 w 3892940"/>
              <a:gd name="connsiteY31"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73400 w 3892940"/>
              <a:gd name="connsiteY14" fmla="*/ 1733069 h 3083786"/>
              <a:gd name="connsiteX15" fmla="*/ 182449 w 3892940"/>
              <a:gd name="connsiteY15" fmla="*/ 1921370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89448 w 3892940"/>
              <a:gd name="connsiteY26" fmla="*/ 2685542 h 3083786"/>
              <a:gd name="connsiteX27" fmla="*/ 3011958 w 3892940"/>
              <a:gd name="connsiteY27" fmla="*/ 2503728 h 3083786"/>
              <a:gd name="connsiteX28" fmla="*/ 3601175 w 3892940"/>
              <a:gd name="connsiteY28" fmla="*/ 1957254 h 3083786"/>
              <a:gd name="connsiteX29" fmla="*/ 3702059 w 3892940"/>
              <a:gd name="connsiteY29" fmla="*/ 1486604 h 3083786"/>
              <a:gd name="connsiteX30" fmla="*/ 3892940 w 3892940"/>
              <a:gd name="connsiteY30"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73400 w 3892940"/>
              <a:gd name="connsiteY14" fmla="*/ 1733069 h 3083786"/>
              <a:gd name="connsiteX15" fmla="*/ 182449 w 3892940"/>
              <a:gd name="connsiteY15" fmla="*/ 1921370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89448 w 3892940"/>
              <a:gd name="connsiteY26" fmla="*/ 2685542 h 3083786"/>
              <a:gd name="connsiteX27" fmla="*/ 3079533 w 3892940"/>
              <a:gd name="connsiteY27" fmla="*/ 2422103 h 3083786"/>
              <a:gd name="connsiteX28" fmla="*/ 3601175 w 3892940"/>
              <a:gd name="connsiteY28" fmla="*/ 1957254 h 3083786"/>
              <a:gd name="connsiteX29" fmla="*/ 3702059 w 3892940"/>
              <a:gd name="connsiteY29" fmla="*/ 1486604 h 3083786"/>
              <a:gd name="connsiteX30" fmla="*/ 3892940 w 3892940"/>
              <a:gd name="connsiteY30"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04203 w 3892940"/>
              <a:gd name="connsiteY14" fmla="*/ 1474723 h 3083786"/>
              <a:gd name="connsiteX15" fmla="*/ 182449 w 3892940"/>
              <a:gd name="connsiteY15" fmla="*/ 1921370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89448 w 3892940"/>
              <a:gd name="connsiteY26" fmla="*/ 2685542 h 3083786"/>
              <a:gd name="connsiteX27" fmla="*/ 3079533 w 3892940"/>
              <a:gd name="connsiteY27" fmla="*/ 2422103 h 3083786"/>
              <a:gd name="connsiteX28" fmla="*/ 3601175 w 3892940"/>
              <a:gd name="connsiteY28" fmla="*/ 1957254 h 3083786"/>
              <a:gd name="connsiteX29" fmla="*/ 3702059 w 3892940"/>
              <a:gd name="connsiteY29" fmla="*/ 1486604 h 3083786"/>
              <a:gd name="connsiteX30" fmla="*/ 3892940 w 3892940"/>
              <a:gd name="connsiteY30"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958519 w 3892940"/>
              <a:gd name="connsiteY11" fmla="*/ 1454481 h 3083786"/>
              <a:gd name="connsiteX12" fmla="*/ 890196 w 3892940"/>
              <a:gd name="connsiteY12" fmla="*/ 1580094 h 3083786"/>
              <a:gd name="connsiteX13" fmla="*/ 671403 w 3892940"/>
              <a:gd name="connsiteY13" fmla="*/ 1680474 h 3083786"/>
              <a:gd name="connsiteX14" fmla="*/ 404203 w 3892940"/>
              <a:gd name="connsiteY14" fmla="*/ 1474723 h 3083786"/>
              <a:gd name="connsiteX15" fmla="*/ 108372 w 3892940"/>
              <a:gd name="connsiteY15" fmla="*/ 1887821 h 3083786"/>
              <a:gd name="connsiteX16" fmla="*/ 290 w 3892940"/>
              <a:gd name="connsiteY16" fmla="*/ 2298841 h 3083786"/>
              <a:gd name="connsiteX17" fmla="*/ 62658 w 3892940"/>
              <a:gd name="connsiteY17" fmla="*/ 2566468 h 3083786"/>
              <a:gd name="connsiteX18" fmla="*/ 195872 w 3892940"/>
              <a:gd name="connsiteY18" fmla="*/ 2777638 h 3083786"/>
              <a:gd name="connsiteX19" fmla="*/ 424454 w 3892940"/>
              <a:gd name="connsiteY19" fmla="*/ 2975480 h 3083786"/>
              <a:gd name="connsiteX20" fmla="*/ 550402 w 3892940"/>
              <a:gd name="connsiteY20" fmla="*/ 3022318 h 3083786"/>
              <a:gd name="connsiteX21" fmla="*/ 903720 w 3892940"/>
              <a:gd name="connsiteY21" fmla="*/ 3065294 h 3083786"/>
              <a:gd name="connsiteX22" fmla="*/ 1132302 w 3892940"/>
              <a:gd name="connsiteY22" fmla="*/ 3065294 h 3083786"/>
              <a:gd name="connsiteX23" fmla="*/ 1675148 w 3892940"/>
              <a:gd name="connsiteY23" fmla="*/ 3080591 h 3083786"/>
              <a:gd name="connsiteX24" fmla="*/ 1941675 w 3892940"/>
              <a:gd name="connsiteY24" fmla="*/ 3068133 h 3083786"/>
              <a:gd name="connsiteX25" fmla="*/ 2410454 w 3892940"/>
              <a:gd name="connsiteY25" fmla="*/ 2948386 h 3083786"/>
              <a:gd name="connsiteX26" fmla="*/ 2789448 w 3892940"/>
              <a:gd name="connsiteY26" fmla="*/ 2685542 h 3083786"/>
              <a:gd name="connsiteX27" fmla="*/ 3079533 w 3892940"/>
              <a:gd name="connsiteY27" fmla="*/ 2422103 h 3083786"/>
              <a:gd name="connsiteX28" fmla="*/ 3601175 w 3892940"/>
              <a:gd name="connsiteY28" fmla="*/ 1957254 h 3083786"/>
              <a:gd name="connsiteX29" fmla="*/ 3702059 w 3892940"/>
              <a:gd name="connsiteY29" fmla="*/ 1486604 h 3083786"/>
              <a:gd name="connsiteX30" fmla="*/ 3892940 w 3892940"/>
              <a:gd name="connsiteY30"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981327 w 3892940"/>
              <a:gd name="connsiteY10" fmla="*/ 1327685 h 3083786"/>
              <a:gd name="connsiteX11" fmla="*/ 890196 w 3892940"/>
              <a:gd name="connsiteY11" fmla="*/ 1580094 h 3083786"/>
              <a:gd name="connsiteX12" fmla="*/ 671403 w 3892940"/>
              <a:gd name="connsiteY12" fmla="*/ 1680474 h 3083786"/>
              <a:gd name="connsiteX13" fmla="*/ 404203 w 3892940"/>
              <a:gd name="connsiteY13" fmla="*/ 1474723 h 3083786"/>
              <a:gd name="connsiteX14" fmla="*/ 108372 w 3892940"/>
              <a:gd name="connsiteY14" fmla="*/ 1887821 h 3083786"/>
              <a:gd name="connsiteX15" fmla="*/ 290 w 3892940"/>
              <a:gd name="connsiteY15" fmla="*/ 2298841 h 3083786"/>
              <a:gd name="connsiteX16" fmla="*/ 62658 w 3892940"/>
              <a:gd name="connsiteY16" fmla="*/ 2566468 h 3083786"/>
              <a:gd name="connsiteX17" fmla="*/ 195872 w 3892940"/>
              <a:gd name="connsiteY17" fmla="*/ 2777638 h 3083786"/>
              <a:gd name="connsiteX18" fmla="*/ 424454 w 3892940"/>
              <a:gd name="connsiteY18" fmla="*/ 2975480 h 3083786"/>
              <a:gd name="connsiteX19" fmla="*/ 550402 w 3892940"/>
              <a:gd name="connsiteY19" fmla="*/ 3022318 h 3083786"/>
              <a:gd name="connsiteX20" fmla="*/ 903720 w 3892940"/>
              <a:gd name="connsiteY20" fmla="*/ 3065294 h 3083786"/>
              <a:gd name="connsiteX21" fmla="*/ 1132302 w 3892940"/>
              <a:gd name="connsiteY21" fmla="*/ 3065294 h 3083786"/>
              <a:gd name="connsiteX22" fmla="*/ 1675148 w 3892940"/>
              <a:gd name="connsiteY22" fmla="*/ 3080591 h 3083786"/>
              <a:gd name="connsiteX23" fmla="*/ 1941675 w 3892940"/>
              <a:gd name="connsiteY23" fmla="*/ 3068133 h 3083786"/>
              <a:gd name="connsiteX24" fmla="*/ 2410454 w 3892940"/>
              <a:gd name="connsiteY24" fmla="*/ 2948386 h 3083786"/>
              <a:gd name="connsiteX25" fmla="*/ 2789448 w 3892940"/>
              <a:gd name="connsiteY25" fmla="*/ 2685542 h 3083786"/>
              <a:gd name="connsiteX26" fmla="*/ 3079533 w 3892940"/>
              <a:gd name="connsiteY26" fmla="*/ 2422103 h 3083786"/>
              <a:gd name="connsiteX27" fmla="*/ 3601175 w 3892940"/>
              <a:gd name="connsiteY27" fmla="*/ 1957254 h 3083786"/>
              <a:gd name="connsiteX28" fmla="*/ 3702059 w 3892940"/>
              <a:gd name="connsiteY28" fmla="*/ 1486604 h 3083786"/>
              <a:gd name="connsiteX29" fmla="*/ 3892940 w 3892940"/>
              <a:gd name="connsiteY29"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1077330 w 3892940"/>
              <a:gd name="connsiteY10" fmla="*/ 1363512 h 3083786"/>
              <a:gd name="connsiteX11" fmla="*/ 890196 w 3892940"/>
              <a:gd name="connsiteY11" fmla="*/ 1580094 h 3083786"/>
              <a:gd name="connsiteX12" fmla="*/ 671403 w 3892940"/>
              <a:gd name="connsiteY12" fmla="*/ 1680474 h 3083786"/>
              <a:gd name="connsiteX13" fmla="*/ 404203 w 3892940"/>
              <a:gd name="connsiteY13" fmla="*/ 1474723 h 3083786"/>
              <a:gd name="connsiteX14" fmla="*/ 108372 w 3892940"/>
              <a:gd name="connsiteY14" fmla="*/ 1887821 h 3083786"/>
              <a:gd name="connsiteX15" fmla="*/ 290 w 3892940"/>
              <a:gd name="connsiteY15" fmla="*/ 2298841 h 3083786"/>
              <a:gd name="connsiteX16" fmla="*/ 62658 w 3892940"/>
              <a:gd name="connsiteY16" fmla="*/ 2566468 h 3083786"/>
              <a:gd name="connsiteX17" fmla="*/ 195872 w 3892940"/>
              <a:gd name="connsiteY17" fmla="*/ 2777638 h 3083786"/>
              <a:gd name="connsiteX18" fmla="*/ 424454 w 3892940"/>
              <a:gd name="connsiteY18" fmla="*/ 2975480 h 3083786"/>
              <a:gd name="connsiteX19" fmla="*/ 550402 w 3892940"/>
              <a:gd name="connsiteY19" fmla="*/ 3022318 h 3083786"/>
              <a:gd name="connsiteX20" fmla="*/ 903720 w 3892940"/>
              <a:gd name="connsiteY20" fmla="*/ 3065294 h 3083786"/>
              <a:gd name="connsiteX21" fmla="*/ 1132302 w 3892940"/>
              <a:gd name="connsiteY21" fmla="*/ 3065294 h 3083786"/>
              <a:gd name="connsiteX22" fmla="*/ 1675148 w 3892940"/>
              <a:gd name="connsiteY22" fmla="*/ 3080591 h 3083786"/>
              <a:gd name="connsiteX23" fmla="*/ 1941675 w 3892940"/>
              <a:gd name="connsiteY23" fmla="*/ 3068133 h 3083786"/>
              <a:gd name="connsiteX24" fmla="*/ 2410454 w 3892940"/>
              <a:gd name="connsiteY24" fmla="*/ 2948386 h 3083786"/>
              <a:gd name="connsiteX25" fmla="*/ 2789448 w 3892940"/>
              <a:gd name="connsiteY25" fmla="*/ 2685542 h 3083786"/>
              <a:gd name="connsiteX26" fmla="*/ 3079533 w 3892940"/>
              <a:gd name="connsiteY26" fmla="*/ 2422103 h 3083786"/>
              <a:gd name="connsiteX27" fmla="*/ 3601175 w 3892940"/>
              <a:gd name="connsiteY27" fmla="*/ 1957254 h 3083786"/>
              <a:gd name="connsiteX28" fmla="*/ 3702059 w 3892940"/>
              <a:gd name="connsiteY28" fmla="*/ 1486604 h 3083786"/>
              <a:gd name="connsiteX29" fmla="*/ 3892940 w 3892940"/>
              <a:gd name="connsiteY29" fmla="*/ 1422689 h 3083786"/>
              <a:gd name="connsiteX0" fmla="*/ 2769008 w 3892940"/>
              <a:gd name="connsiteY0" fmla="*/ 0 h 3083786"/>
              <a:gd name="connsiteX1" fmla="*/ 2613597 w 3892940"/>
              <a:gd name="connsiteY1" fmla="*/ 5553 h 3083786"/>
              <a:gd name="connsiteX2" fmla="*/ 2281471 w 3892940"/>
              <a:gd name="connsiteY2" fmla="*/ 54126 h 3083786"/>
              <a:gd name="connsiteX3" fmla="*/ 2104156 w 3892940"/>
              <a:gd name="connsiteY3" fmla="*/ 156083 h 3083786"/>
              <a:gd name="connsiteX4" fmla="*/ 1892225 w 3892940"/>
              <a:gd name="connsiteY4" fmla="*/ 389410 h 3083786"/>
              <a:gd name="connsiteX5" fmla="*/ 1704818 w 3892940"/>
              <a:gd name="connsiteY5" fmla="*/ 601289 h 3083786"/>
              <a:gd name="connsiteX6" fmla="*/ 1403270 w 3892940"/>
              <a:gd name="connsiteY6" fmla="*/ 804336 h 3083786"/>
              <a:gd name="connsiteX7" fmla="*/ 1154707 w 3892940"/>
              <a:gd name="connsiteY7" fmla="*/ 959598 h 3083786"/>
              <a:gd name="connsiteX8" fmla="*/ 1005951 w 3892940"/>
              <a:gd name="connsiteY8" fmla="*/ 1075907 h 3083786"/>
              <a:gd name="connsiteX9" fmla="*/ 967198 w 3892940"/>
              <a:gd name="connsiteY9" fmla="*/ 1169111 h 3083786"/>
              <a:gd name="connsiteX10" fmla="*/ 1077330 w 3892940"/>
              <a:gd name="connsiteY10" fmla="*/ 1363512 h 3083786"/>
              <a:gd name="connsiteX11" fmla="*/ 919667 w 3892940"/>
              <a:gd name="connsiteY11" fmla="*/ 1616396 h 3083786"/>
              <a:gd name="connsiteX12" fmla="*/ 671403 w 3892940"/>
              <a:gd name="connsiteY12" fmla="*/ 1680474 h 3083786"/>
              <a:gd name="connsiteX13" fmla="*/ 404203 w 3892940"/>
              <a:gd name="connsiteY13" fmla="*/ 1474723 h 3083786"/>
              <a:gd name="connsiteX14" fmla="*/ 108372 w 3892940"/>
              <a:gd name="connsiteY14" fmla="*/ 1887821 h 3083786"/>
              <a:gd name="connsiteX15" fmla="*/ 290 w 3892940"/>
              <a:gd name="connsiteY15" fmla="*/ 2298841 h 3083786"/>
              <a:gd name="connsiteX16" fmla="*/ 62658 w 3892940"/>
              <a:gd name="connsiteY16" fmla="*/ 2566468 h 3083786"/>
              <a:gd name="connsiteX17" fmla="*/ 195872 w 3892940"/>
              <a:gd name="connsiteY17" fmla="*/ 2777638 h 3083786"/>
              <a:gd name="connsiteX18" fmla="*/ 424454 w 3892940"/>
              <a:gd name="connsiteY18" fmla="*/ 2975480 h 3083786"/>
              <a:gd name="connsiteX19" fmla="*/ 550402 w 3892940"/>
              <a:gd name="connsiteY19" fmla="*/ 3022318 h 3083786"/>
              <a:gd name="connsiteX20" fmla="*/ 903720 w 3892940"/>
              <a:gd name="connsiteY20" fmla="*/ 3065294 h 3083786"/>
              <a:gd name="connsiteX21" fmla="*/ 1132302 w 3892940"/>
              <a:gd name="connsiteY21" fmla="*/ 3065294 h 3083786"/>
              <a:gd name="connsiteX22" fmla="*/ 1675148 w 3892940"/>
              <a:gd name="connsiteY22" fmla="*/ 3080591 h 3083786"/>
              <a:gd name="connsiteX23" fmla="*/ 1941675 w 3892940"/>
              <a:gd name="connsiteY23" fmla="*/ 3068133 h 3083786"/>
              <a:gd name="connsiteX24" fmla="*/ 2410454 w 3892940"/>
              <a:gd name="connsiteY24" fmla="*/ 2948386 h 3083786"/>
              <a:gd name="connsiteX25" fmla="*/ 2789448 w 3892940"/>
              <a:gd name="connsiteY25" fmla="*/ 2685542 h 3083786"/>
              <a:gd name="connsiteX26" fmla="*/ 3079533 w 3892940"/>
              <a:gd name="connsiteY26" fmla="*/ 2422103 h 3083786"/>
              <a:gd name="connsiteX27" fmla="*/ 3601175 w 3892940"/>
              <a:gd name="connsiteY27" fmla="*/ 1957254 h 3083786"/>
              <a:gd name="connsiteX28" fmla="*/ 3702059 w 3892940"/>
              <a:gd name="connsiteY28" fmla="*/ 1486604 h 3083786"/>
              <a:gd name="connsiteX29" fmla="*/ 3892940 w 3892940"/>
              <a:gd name="connsiteY29" fmla="*/ 1422689 h 3083786"/>
              <a:gd name="connsiteX0" fmla="*/ 2769008 w 3892940"/>
              <a:gd name="connsiteY0" fmla="*/ 154316 h 3238102"/>
              <a:gd name="connsiteX1" fmla="*/ 2613597 w 3892940"/>
              <a:gd name="connsiteY1" fmla="*/ 159869 h 3238102"/>
              <a:gd name="connsiteX2" fmla="*/ 2310033 w 3892940"/>
              <a:gd name="connsiteY2" fmla="*/ 4572 h 3238102"/>
              <a:gd name="connsiteX3" fmla="*/ 2104156 w 3892940"/>
              <a:gd name="connsiteY3" fmla="*/ 310399 h 3238102"/>
              <a:gd name="connsiteX4" fmla="*/ 1892225 w 3892940"/>
              <a:gd name="connsiteY4" fmla="*/ 543726 h 3238102"/>
              <a:gd name="connsiteX5" fmla="*/ 1704818 w 3892940"/>
              <a:gd name="connsiteY5" fmla="*/ 755605 h 3238102"/>
              <a:gd name="connsiteX6" fmla="*/ 1403270 w 3892940"/>
              <a:gd name="connsiteY6" fmla="*/ 958652 h 3238102"/>
              <a:gd name="connsiteX7" fmla="*/ 1154707 w 3892940"/>
              <a:gd name="connsiteY7" fmla="*/ 1113914 h 3238102"/>
              <a:gd name="connsiteX8" fmla="*/ 1005951 w 3892940"/>
              <a:gd name="connsiteY8" fmla="*/ 1230223 h 3238102"/>
              <a:gd name="connsiteX9" fmla="*/ 967198 w 3892940"/>
              <a:gd name="connsiteY9" fmla="*/ 1323427 h 3238102"/>
              <a:gd name="connsiteX10" fmla="*/ 1077330 w 3892940"/>
              <a:gd name="connsiteY10" fmla="*/ 1517828 h 3238102"/>
              <a:gd name="connsiteX11" fmla="*/ 919667 w 3892940"/>
              <a:gd name="connsiteY11" fmla="*/ 1770712 h 3238102"/>
              <a:gd name="connsiteX12" fmla="*/ 671403 w 3892940"/>
              <a:gd name="connsiteY12" fmla="*/ 1834790 h 3238102"/>
              <a:gd name="connsiteX13" fmla="*/ 404203 w 3892940"/>
              <a:gd name="connsiteY13" fmla="*/ 1629039 h 3238102"/>
              <a:gd name="connsiteX14" fmla="*/ 108372 w 3892940"/>
              <a:gd name="connsiteY14" fmla="*/ 2042137 h 3238102"/>
              <a:gd name="connsiteX15" fmla="*/ 290 w 3892940"/>
              <a:gd name="connsiteY15" fmla="*/ 2453157 h 3238102"/>
              <a:gd name="connsiteX16" fmla="*/ 62658 w 3892940"/>
              <a:gd name="connsiteY16" fmla="*/ 2720784 h 3238102"/>
              <a:gd name="connsiteX17" fmla="*/ 195872 w 3892940"/>
              <a:gd name="connsiteY17" fmla="*/ 2931954 h 3238102"/>
              <a:gd name="connsiteX18" fmla="*/ 424454 w 3892940"/>
              <a:gd name="connsiteY18" fmla="*/ 3129796 h 3238102"/>
              <a:gd name="connsiteX19" fmla="*/ 550402 w 3892940"/>
              <a:gd name="connsiteY19" fmla="*/ 3176634 h 3238102"/>
              <a:gd name="connsiteX20" fmla="*/ 903720 w 3892940"/>
              <a:gd name="connsiteY20" fmla="*/ 3219610 h 3238102"/>
              <a:gd name="connsiteX21" fmla="*/ 1132302 w 3892940"/>
              <a:gd name="connsiteY21" fmla="*/ 3219610 h 3238102"/>
              <a:gd name="connsiteX22" fmla="*/ 1675148 w 3892940"/>
              <a:gd name="connsiteY22" fmla="*/ 3234907 h 3238102"/>
              <a:gd name="connsiteX23" fmla="*/ 1941675 w 3892940"/>
              <a:gd name="connsiteY23" fmla="*/ 3222449 h 3238102"/>
              <a:gd name="connsiteX24" fmla="*/ 2410454 w 3892940"/>
              <a:gd name="connsiteY24" fmla="*/ 3102702 h 3238102"/>
              <a:gd name="connsiteX25" fmla="*/ 2789448 w 3892940"/>
              <a:gd name="connsiteY25" fmla="*/ 2839858 h 3238102"/>
              <a:gd name="connsiteX26" fmla="*/ 3079533 w 3892940"/>
              <a:gd name="connsiteY26" fmla="*/ 2576419 h 3238102"/>
              <a:gd name="connsiteX27" fmla="*/ 3601175 w 3892940"/>
              <a:gd name="connsiteY27" fmla="*/ 2111570 h 3238102"/>
              <a:gd name="connsiteX28" fmla="*/ 3702059 w 3892940"/>
              <a:gd name="connsiteY28" fmla="*/ 1640920 h 3238102"/>
              <a:gd name="connsiteX29" fmla="*/ 3892940 w 3892940"/>
              <a:gd name="connsiteY29" fmla="*/ 1577005 h 3238102"/>
              <a:gd name="connsiteX0" fmla="*/ 2769008 w 3892940"/>
              <a:gd name="connsiteY0" fmla="*/ 150610 h 3234396"/>
              <a:gd name="connsiteX1" fmla="*/ 2613597 w 3892940"/>
              <a:gd name="connsiteY1" fmla="*/ 156163 h 3234396"/>
              <a:gd name="connsiteX2" fmla="*/ 2310033 w 3892940"/>
              <a:gd name="connsiteY2" fmla="*/ 866 h 3234396"/>
              <a:gd name="connsiteX3" fmla="*/ 2033113 w 3892940"/>
              <a:gd name="connsiteY3" fmla="*/ 243911 h 3234396"/>
              <a:gd name="connsiteX4" fmla="*/ 1892225 w 3892940"/>
              <a:gd name="connsiteY4" fmla="*/ 540020 h 3234396"/>
              <a:gd name="connsiteX5" fmla="*/ 1704818 w 3892940"/>
              <a:gd name="connsiteY5" fmla="*/ 751899 h 3234396"/>
              <a:gd name="connsiteX6" fmla="*/ 1403270 w 3892940"/>
              <a:gd name="connsiteY6" fmla="*/ 954946 h 3234396"/>
              <a:gd name="connsiteX7" fmla="*/ 1154707 w 3892940"/>
              <a:gd name="connsiteY7" fmla="*/ 1110208 h 3234396"/>
              <a:gd name="connsiteX8" fmla="*/ 1005951 w 3892940"/>
              <a:gd name="connsiteY8" fmla="*/ 1226517 h 3234396"/>
              <a:gd name="connsiteX9" fmla="*/ 967198 w 3892940"/>
              <a:gd name="connsiteY9" fmla="*/ 1319721 h 3234396"/>
              <a:gd name="connsiteX10" fmla="*/ 1077330 w 3892940"/>
              <a:gd name="connsiteY10" fmla="*/ 1514122 h 3234396"/>
              <a:gd name="connsiteX11" fmla="*/ 919667 w 3892940"/>
              <a:gd name="connsiteY11" fmla="*/ 1767006 h 3234396"/>
              <a:gd name="connsiteX12" fmla="*/ 671403 w 3892940"/>
              <a:gd name="connsiteY12" fmla="*/ 1831084 h 3234396"/>
              <a:gd name="connsiteX13" fmla="*/ 404203 w 3892940"/>
              <a:gd name="connsiteY13" fmla="*/ 1625333 h 3234396"/>
              <a:gd name="connsiteX14" fmla="*/ 108372 w 3892940"/>
              <a:gd name="connsiteY14" fmla="*/ 2038431 h 3234396"/>
              <a:gd name="connsiteX15" fmla="*/ 290 w 3892940"/>
              <a:gd name="connsiteY15" fmla="*/ 2449451 h 3234396"/>
              <a:gd name="connsiteX16" fmla="*/ 62658 w 3892940"/>
              <a:gd name="connsiteY16" fmla="*/ 2717078 h 3234396"/>
              <a:gd name="connsiteX17" fmla="*/ 195872 w 3892940"/>
              <a:gd name="connsiteY17" fmla="*/ 2928248 h 3234396"/>
              <a:gd name="connsiteX18" fmla="*/ 424454 w 3892940"/>
              <a:gd name="connsiteY18" fmla="*/ 3126090 h 3234396"/>
              <a:gd name="connsiteX19" fmla="*/ 550402 w 3892940"/>
              <a:gd name="connsiteY19" fmla="*/ 3172928 h 3234396"/>
              <a:gd name="connsiteX20" fmla="*/ 903720 w 3892940"/>
              <a:gd name="connsiteY20" fmla="*/ 3215904 h 3234396"/>
              <a:gd name="connsiteX21" fmla="*/ 1132302 w 3892940"/>
              <a:gd name="connsiteY21" fmla="*/ 3215904 h 3234396"/>
              <a:gd name="connsiteX22" fmla="*/ 1675148 w 3892940"/>
              <a:gd name="connsiteY22" fmla="*/ 3231201 h 3234396"/>
              <a:gd name="connsiteX23" fmla="*/ 1941675 w 3892940"/>
              <a:gd name="connsiteY23" fmla="*/ 3218743 h 3234396"/>
              <a:gd name="connsiteX24" fmla="*/ 2410454 w 3892940"/>
              <a:gd name="connsiteY24" fmla="*/ 3098996 h 3234396"/>
              <a:gd name="connsiteX25" fmla="*/ 2789448 w 3892940"/>
              <a:gd name="connsiteY25" fmla="*/ 2836152 h 3234396"/>
              <a:gd name="connsiteX26" fmla="*/ 3079533 w 3892940"/>
              <a:gd name="connsiteY26" fmla="*/ 2572713 h 3234396"/>
              <a:gd name="connsiteX27" fmla="*/ 3601175 w 3892940"/>
              <a:gd name="connsiteY27" fmla="*/ 2107864 h 3234396"/>
              <a:gd name="connsiteX28" fmla="*/ 3702059 w 3892940"/>
              <a:gd name="connsiteY28" fmla="*/ 1637214 h 3234396"/>
              <a:gd name="connsiteX29" fmla="*/ 3892940 w 3892940"/>
              <a:gd name="connsiteY29" fmla="*/ 1573299 h 3234396"/>
              <a:gd name="connsiteX0" fmla="*/ 2769008 w 3948817"/>
              <a:gd name="connsiteY0" fmla="*/ 150610 h 3234396"/>
              <a:gd name="connsiteX1" fmla="*/ 2613597 w 3948817"/>
              <a:gd name="connsiteY1" fmla="*/ 156163 h 3234396"/>
              <a:gd name="connsiteX2" fmla="*/ 2310033 w 3948817"/>
              <a:gd name="connsiteY2" fmla="*/ 866 h 3234396"/>
              <a:gd name="connsiteX3" fmla="*/ 2033113 w 3948817"/>
              <a:gd name="connsiteY3" fmla="*/ 243911 h 3234396"/>
              <a:gd name="connsiteX4" fmla="*/ 1892225 w 3948817"/>
              <a:gd name="connsiteY4" fmla="*/ 540020 h 3234396"/>
              <a:gd name="connsiteX5" fmla="*/ 1704818 w 3948817"/>
              <a:gd name="connsiteY5" fmla="*/ 751899 h 3234396"/>
              <a:gd name="connsiteX6" fmla="*/ 1403270 w 3948817"/>
              <a:gd name="connsiteY6" fmla="*/ 954946 h 3234396"/>
              <a:gd name="connsiteX7" fmla="*/ 1154707 w 3948817"/>
              <a:gd name="connsiteY7" fmla="*/ 1110208 h 3234396"/>
              <a:gd name="connsiteX8" fmla="*/ 1005951 w 3948817"/>
              <a:gd name="connsiteY8" fmla="*/ 1226517 h 3234396"/>
              <a:gd name="connsiteX9" fmla="*/ 967198 w 3948817"/>
              <a:gd name="connsiteY9" fmla="*/ 1319721 h 3234396"/>
              <a:gd name="connsiteX10" fmla="*/ 1077330 w 3948817"/>
              <a:gd name="connsiteY10" fmla="*/ 1514122 h 3234396"/>
              <a:gd name="connsiteX11" fmla="*/ 919667 w 3948817"/>
              <a:gd name="connsiteY11" fmla="*/ 1767006 h 3234396"/>
              <a:gd name="connsiteX12" fmla="*/ 671403 w 3948817"/>
              <a:gd name="connsiteY12" fmla="*/ 1831084 h 3234396"/>
              <a:gd name="connsiteX13" fmla="*/ 404203 w 3948817"/>
              <a:gd name="connsiteY13" fmla="*/ 1625333 h 3234396"/>
              <a:gd name="connsiteX14" fmla="*/ 108372 w 3948817"/>
              <a:gd name="connsiteY14" fmla="*/ 2038431 h 3234396"/>
              <a:gd name="connsiteX15" fmla="*/ 290 w 3948817"/>
              <a:gd name="connsiteY15" fmla="*/ 2449451 h 3234396"/>
              <a:gd name="connsiteX16" fmla="*/ 62658 w 3948817"/>
              <a:gd name="connsiteY16" fmla="*/ 2717078 h 3234396"/>
              <a:gd name="connsiteX17" fmla="*/ 195872 w 3948817"/>
              <a:gd name="connsiteY17" fmla="*/ 2928248 h 3234396"/>
              <a:gd name="connsiteX18" fmla="*/ 424454 w 3948817"/>
              <a:gd name="connsiteY18" fmla="*/ 3126090 h 3234396"/>
              <a:gd name="connsiteX19" fmla="*/ 550402 w 3948817"/>
              <a:gd name="connsiteY19" fmla="*/ 3172928 h 3234396"/>
              <a:gd name="connsiteX20" fmla="*/ 903720 w 3948817"/>
              <a:gd name="connsiteY20" fmla="*/ 3215904 h 3234396"/>
              <a:gd name="connsiteX21" fmla="*/ 1132302 w 3948817"/>
              <a:gd name="connsiteY21" fmla="*/ 3215904 h 3234396"/>
              <a:gd name="connsiteX22" fmla="*/ 1675148 w 3948817"/>
              <a:gd name="connsiteY22" fmla="*/ 3231201 h 3234396"/>
              <a:gd name="connsiteX23" fmla="*/ 1941675 w 3948817"/>
              <a:gd name="connsiteY23" fmla="*/ 3218743 h 3234396"/>
              <a:gd name="connsiteX24" fmla="*/ 2410454 w 3948817"/>
              <a:gd name="connsiteY24" fmla="*/ 3098996 h 3234396"/>
              <a:gd name="connsiteX25" fmla="*/ 2789448 w 3948817"/>
              <a:gd name="connsiteY25" fmla="*/ 2836152 h 3234396"/>
              <a:gd name="connsiteX26" fmla="*/ 3079533 w 3948817"/>
              <a:gd name="connsiteY26" fmla="*/ 2572713 h 3234396"/>
              <a:gd name="connsiteX27" fmla="*/ 3601175 w 3948817"/>
              <a:gd name="connsiteY27" fmla="*/ 2107864 h 3234396"/>
              <a:gd name="connsiteX28" fmla="*/ 3702059 w 3948817"/>
              <a:gd name="connsiteY28" fmla="*/ 1637214 h 3234396"/>
              <a:gd name="connsiteX29" fmla="*/ 3948817 w 3948817"/>
              <a:gd name="connsiteY29" fmla="*/ 1562815 h 3234396"/>
              <a:gd name="connsiteX0" fmla="*/ 2769008 w 3948817"/>
              <a:gd name="connsiteY0" fmla="*/ 150610 h 3234396"/>
              <a:gd name="connsiteX1" fmla="*/ 2613597 w 3948817"/>
              <a:gd name="connsiteY1" fmla="*/ 156163 h 3234396"/>
              <a:gd name="connsiteX2" fmla="*/ 2310033 w 3948817"/>
              <a:gd name="connsiteY2" fmla="*/ 866 h 3234396"/>
              <a:gd name="connsiteX3" fmla="*/ 2033113 w 3948817"/>
              <a:gd name="connsiteY3" fmla="*/ 243911 h 3234396"/>
              <a:gd name="connsiteX4" fmla="*/ 1892225 w 3948817"/>
              <a:gd name="connsiteY4" fmla="*/ 540020 h 3234396"/>
              <a:gd name="connsiteX5" fmla="*/ 1704818 w 3948817"/>
              <a:gd name="connsiteY5" fmla="*/ 751899 h 3234396"/>
              <a:gd name="connsiteX6" fmla="*/ 1403270 w 3948817"/>
              <a:gd name="connsiteY6" fmla="*/ 954946 h 3234396"/>
              <a:gd name="connsiteX7" fmla="*/ 1154707 w 3948817"/>
              <a:gd name="connsiteY7" fmla="*/ 1110208 h 3234396"/>
              <a:gd name="connsiteX8" fmla="*/ 1005951 w 3948817"/>
              <a:gd name="connsiteY8" fmla="*/ 1226517 h 3234396"/>
              <a:gd name="connsiteX9" fmla="*/ 967198 w 3948817"/>
              <a:gd name="connsiteY9" fmla="*/ 1319721 h 3234396"/>
              <a:gd name="connsiteX10" fmla="*/ 1077330 w 3948817"/>
              <a:gd name="connsiteY10" fmla="*/ 1514122 h 3234396"/>
              <a:gd name="connsiteX11" fmla="*/ 919667 w 3948817"/>
              <a:gd name="connsiteY11" fmla="*/ 1767006 h 3234396"/>
              <a:gd name="connsiteX12" fmla="*/ 671403 w 3948817"/>
              <a:gd name="connsiteY12" fmla="*/ 1831084 h 3234396"/>
              <a:gd name="connsiteX13" fmla="*/ 404203 w 3948817"/>
              <a:gd name="connsiteY13" fmla="*/ 1625333 h 3234396"/>
              <a:gd name="connsiteX14" fmla="*/ 108372 w 3948817"/>
              <a:gd name="connsiteY14" fmla="*/ 2038431 h 3234396"/>
              <a:gd name="connsiteX15" fmla="*/ 290 w 3948817"/>
              <a:gd name="connsiteY15" fmla="*/ 2449451 h 3234396"/>
              <a:gd name="connsiteX16" fmla="*/ 62658 w 3948817"/>
              <a:gd name="connsiteY16" fmla="*/ 2717078 h 3234396"/>
              <a:gd name="connsiteX17" fmla="*/ 195872 w 3948817"/>
              <a:gd name="connsiteY17" fmla="*/ 2928248 h 3234396"/>
              <a:gd name="connsiteX18" fmla="*/ 424454 w 3948817"/>
              <a:gd name="connsiteY18" fmla="*/ 3126090 h 3234396"/>
              <a:gd name="connsiteX19" fmla="*/ 550402 w 3948817"/>
              <a:gd name="connsiteY19" fmla="*/ 3172928 h 3234396"/>
              <a:gd name="connsiteX20" fmla="*/ 903720 w 3948817"/>
              <a:gd name="connsiteY20" fmla="*/ 3215904 h 3234396"/>
              <a:gd name="connsiteX21" fmla="*/ 1132302 w 3948817"/>
              <a:gd name="connsiteY21" fmla="*/ 3215904 h 3234396"/>
              <a:gd name="connsiteX22" fmla="*/ 1675148 w 3948817"/>
              <a:gd name="connsiteY22" fmla="*/ 3231201 h 3234396"/>
              <a:gd name="connsiteX23" fmla="*/ 1941675 w 3948817"/>
              <a:gd name="connsiteY23" fmla="*/ 3218743 h 3234396"/>
              <a:gd name="connsiteX24" fmla="*/ 2410454 w 3948817"/>
              <a:gd name="connsiteY24" fmla="*/ 3098996 h 3234396"/>
              <a:gd name="connsiteX25" fmla="*/ 2789448 w 3948817"/>
              <a:gd name="connsiteY25" fmla="*/ 2836152 h 3234396"/>
              <a:gd name="connsiteX26" fmla="*/ 3208772 w 3948817"/>
              <a:gd name="connsiteY26" fmla="*/ 2540233 h 3234396"/>
              <a:gd name="connsiteX27" fmla="*/ 3601175 w 3948817"/>
              <a:gd name="connsiteY27" fmla="*/ 2107864 h 3234396"/>
              <a:gd name="connsiteX28" fmla="*/ 3702059 w 3948817"/>
              <a:gd name="connsiteY28" fmla="*/ 1637214 h 3234396"/>
              <a:gd name="connsiteX29" fmla="*/ 3948817 w 3948817"/>
              <a:gd name="connsiteY29" fmla="*/ 1562815 h 3234396"/>
              <a:gd name="connsiteX0" fmla="*/ 2769008 w 3948817"/>
              <a:gd name="connsiteY0" fmla="*/ 150610 h 3234396"/>
              <a:gd name="connsiteX1" fmla="*/ 2613597 w 3948817"/>
              <a:gd name="connsiteY1" fmla="*/ 156163 h 3234396"/>
              <a:gd name="connsiteX2" fmla="*/ 2310033 w 3948817"/>
              <a:gd name="connsiteY2" fmla="*/ 866 h 3234396"/>
              <a:gd name="connsiteX3" fmla="*/ 2033113 w 3948817"/>
              <a:gd name="connsiteY3" fmla="*/ 243911 h 3234396"/>
              <a:gd name="connsiteX4" fmla="*/ 1892225 w 3948817"/>
              <a:gd name="connsiteY4" fmla="*/ 540020 h 3234396"/>
              <a:gd name="connsiteX5" fmla="*/ 1704818 w 3948817"/>
              <a:gd name="connsiteY5" fmla="*/ 751899 h 3234396"/>
              <a:gd name="connsiteX6" fmla="*/ 1403270 w 3948817"/>
              <a:gd name="connsiteY6" fmla="*/ 954946 h 3234396"/>
              <a:gd name="connsiteX7" fmla="*/ 1154707 w 3948817"/>
              <a:gd name="connsiteY7" fmla="*/ 1110208 h 3234396"/>
              <a:gd name="connsiteX8" fmla="*/ 1005951 w 3948817"/>
              <a:gd name="connsiteY8" fmla="*/ 1226517 h 3234396"/>
              <a:gd name="connsiteX9" fmla="*/ 967198 w 3948817"/>
              <a:gd name="connsiteY9" fmla="*/ 1319721 h 3234396"/>
              <a:gd name="connsiteX10" fmla="*/ 1077330 w 3948817"/>
              <a:gd name="connsiteY10" fmla="*/ 1514122 h 3234396"/>
              <a:gd name="connsiteX11" fmla="*/ 919667 w 3948817"/>
              <a:gd name="connsiteY11" fmla="*/ 1767006 h 3234396"/>
              <a:gd name="connsiteX12" fmla="*/ 671403 w 3948817"/>
              <a:gd name="connsiteY12" fmla="*/ 1831084 h 3234396"/>
              <a:gd name="connsiteX13" fmla="*/ 404203 w 3948817"/>
              <a:gd name="connsiteY13" fmla="*/ 1625333 h 3234396"/>
              <a:gd name="connsiteX14" fmla="*/ 108372 w 3948817"/>
              <a:gd name="connsiteY14" fmla="*/ 2038431 h 3234396"/>
              <a:gd name="connsiteX15" fmla="*/ 290 w 3948817"/>
              <a:gd name="connsiteY15" fmla="*/ 2449451 h 3234396"/>
              <a:gd name="connsiteX16" fmla="*/ 62658 w 3948817"/>
              <a:gd name="connsiteY16" fmla="*/ 2717078 h 3234396"/>
              <a:gd name="connsiteX17" fmla="*/ 195872 w 3948817"/>
              <a:gd name="connsiteY17" fmla="*/ 2928248 h 3234396"/>
              <a:gd name="connsiteX18" fmla="*/ 424454 w 3948817"/>
              <a:gd name="connsiteY18" fmla="*/ 3126090 h 3234396"/>
              <a:gd name="connsiteX19" fmla="*/ 550402 w 3948817"/>
              <a:gd name="connsiteY19" fmla="*/ 3172928 h 3234396"/>
              <a:gd name="connsiteX20" fmla="*/ 903720 w 3948817"/>
              <a:gd name="connsiteY20" fmla="*/ 3215904 h 3234396"/>
              <a:gd name="connsiteX21" fmla="*/ 1132302 w 3948817"/>
              <a:gd name="connsiteY21" fmla="*/ 3215904 h 3234396"/>
              <a:gd name="connsiteX22" fmla="*/ 1675148 w 3948817"/>
              <a:gd name="connsiteY22" fmla="*/ 3231201 h 3234396"/>
              <a:gd name="connsiteX23" fmla="*/ 1941675 w 3948817"/>
              <a:gd name="connsiteY23" fmla="*/ 3218743 h 3234396"/>
              <a:gd name="connsiteX24" fmla="*/ 2410454 w 3948817"/>
              <a:gd name="connsiteY24" fmla="*/ 3098996 h 3234396"/>
              <a:gd name="connsiteX25" fmla="*/ 2755680 w 3948817"/>
              <a:gd name="connsiteY25" fmla="*/ 2890394 h 3234396"/>
              <a:gd name="connsiteX26" fmla="*/ 3208772 w 3948817"/>
              <a:gd name="connsiteY26" fmla="*/ 2540233 h 3234396"/>
              <a:gd name="connsiteX27" fmla="*/ 3601175 w 3948817"/>
              <a:gd name="connsiteY27" fmla="*/ 2107864 h 3234396"/>
              <a:gd name="connsiteX28" fmla="*/ 3702059 w 3948817"/>
              <a:gd name="connsiteY28" fmla="*/ 1637214 h 3234396"/>
              <a:gd name="connsiteX29" fmla="*/ 3948817 w 3948817"/>
              <a:gd name="connsiteY29" fmla="*/ 1562815 h 323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48817" h="3234396">
                <a:moveTo>
                  <a:pt x="2769008" y="150610"/>
                </a:moveTo>
                <a:lnTo>
                  <a:pt x="2613597" y="156163"/>
                </a:lnTo>
                <a:cubicBezTo>
                  <a:pt x="2500062" y="161919"/>
                  <a:pt x="2406780" y="-13759"/>
                  <a:pt x="2310033" y="866"/>
                </a:cubicBezTo>
                <a:cubicBezTo>
                  <a:pt x="2213286" y="15491"/>
                  <a:pt x="2102748" y="154052"/>
                  <a:pt x="2033113" y="243911"/>
                </a:cubicBezTo>
                <a:cubicBezTo>
                  <a:pt x="1963478" y="333770"/>
                  <a:pt x="1946941" y="455355"/>
                  <a:pt x="1892225" y="540020"/>
                </a:cubicBezTo>
                <a:cubicBezTo>
                  <a:pt x="1837509" y="624685"/>
                  <a:pt x="1777479" y="687318"/>
                  <a:pt x="1704818" y="751899"/>
                </a:cubicBezTo>
                <a:cubicBezTo>
                  <a:pt x="1617018" y="829885"/>
                  <a:pt x="1508429" y="891153"/>
                  <a:pt x="1403270" y="954946"/>
                </a:cubicBezTo>
                <a:cubicBezTo>
                  <a:pt x="1319508" y="1005728"/>
                  <a:pt x="1237461" y="1058402"/>
                  <a:pt x="1154707" y="1110208"/>
                </a:cubicBezTo>
                <a:cubicBezTo>
                  <a:pt x="1099402" y="1144825"/>
                  <a:pt x="1042282" y="1179205"/>
                  <a:pt x="1005951" y="1226517"/>
                </a:cubicBezTo>
                <a:cubicBezTo>
                  <a:pt x="984153" y="1254904"/>
                  <a:pt x="970630" y="1286760"/>
                  <a:pt x="967198" y="1319721"/>
                </a:cubicBezTo>
                <a:cubicBezTo>
                  <a:pt x="961648" y="1372710"/>
                  <a:pt x="1076220" y="1460896"/>
                  <a:pt x="1077330" y="1514122"/>
                </a:cubicBezTo>
                <a:cubicBezTo>
                  <a:pt x="1064496" y="1582619"/>
                  <a:pt x="987321" y="1714179"/>
                  <a:pt x="919667" y="1767006"/>
                </a:cubicBezTo>
                <a:cubicBezTo>
                  <a:pt x="852013" y="1819833"/>
                  <a:pt x="757314" y="1854696"/>
                  <a:pt x="671403" y="1831084"/>
                </a:cubicBezTo>
                <a:cubicBezTo>
                  <a:pt x="585492" y="1807472"/>
                  <a:pt x="498042" y="1590775"/>
                  <a:pt x="404203" y="1625333"/>
                </a:cubicBezTo>
                <a:cubicBezTo>
                  <a:pt x="310365" y="1659891"/>
                  <a:pt x="175691" y="1901078"/>
                  <a:pt x="108372" y="2038431"/>
                </a:cubicBezTo>
                <a:cubicBezTo>
                  <a:pt x="41053" y="2175784"/>
                  <a:pt x="5235" y="2312010"/>
                  <a:pt x="290" y="2449451"/>
                </a:cubicBezTo>
                <a:cubicBezTo>
                  <a:pt x="-3041" y="2540842"/>
                  <a:pt x="22593" y="2631049"/>
                  <a:pt x="62658" y="2717078"/>
                </a:cubicBezTo>
                <a:cubicBezTo>
                  <a:pt x="97071" y="2791043"/>
                  <a:pt x="141981" y="2861695"/>
                  <a:pt x="195872" y="2928248"/>
                </a:cubicBezTo>
                <a:cubicBezTo>
                  <a:pt x="257332" y="3004262"/>
                  <a:pt x="328278" y="3077201"/>
                  <a:pt x="424454" y="3126090"/>
                </a:cubicBezTo>
                <a:cubicBezTo>
                  <a:pt x="463611" y="3146039"/>
                  <a:pt x="506098" y="3161338"/>
                  <a:pt x="550402" y="3172928"/>
                </a:cubicBezTo>
                <a:cubicBezTo>
                  <a:pt x="663936" y="3202656"/>
                  <a:pt x="783929" y="3213065"/>
                  <a:pt x="903720" y="3215904"/>
                </a:cubicBezTo>
                <a:cubicBezTo>
                  <a:pt x="979913" y="3217718"/>
                  <a:pt x="1056108" y="3216141"/>
                  <a:pt x="1132302" y="3215904"/>
                </a:cubicBezTo>
                <a:cubicBezTo>
                  <a:pt x="1313453" y="3215273"/>
                  <a:pt x="1494200" y="3225603"/>
                  <a:pt x="1675148" y="3231201"/>
                </a:cubicBezTo>
                <a:cubicBezTo>
                  <a:pt x="1764663" y="3233961"/>
                  <a:pt x="1819124" y="3240777"/>
                  <a:pt x="1941675" y="3218743"/>
                </a:cubicBezTo>
                <a:cubicBezTo>
                  <a:pt x="2064226" y="3196709"/>
                  <a:pt x="2274787" y="3153721"/>
                  <a:pt x="2410454" y="3098996"/>
                </a:cubicBezTo>
                <a:cubicBezTo>
                  <a:pt x="2546121" y="3044271"/>
                  <a:pt x="2622627" y="2983521"/>
                  <a:pt x="2755680" y="2890394"/>
                </a:cubicBezTo>
                <a:cubicBezTo>
                  <a:pt x="2888733" y="2797267"/>
                  <a:pt x="3067856" y="2670655"/>
                  <a:pt x="3208772" y="2540233"/>
                </a:cubicBezTo>
                <a:cubicBezTo>
                  <a:pt x="3349688" y="2409811"/>
                  <a:pt x="3486158" y="2277385"/>
                  <a:pt x="3601175" y="2107864"/>
                </a:cubicBezTo>
                <a:cubicBezTo>
                  <a:pt x="3690482" y="1978992"/>
                  <a:pt x="3707407" y="1823021"/>
                  <a:pt x="3702059" y="1637214"/>
                </a:cubicBezTo>
                <a:cubicBezTo>
                  <a:pt x="3761443" y="1539388"/>
                  <a:pt x="3930647" y="1590274"/>
                  <a:pt x="3948817" y="1562815"/>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143" name="Freeform: Shape 142">
            <a:extLst>
              <a:ext uri="{FF2B5EF4-FFF2-40B4-BE49-F238E27FC236}">
                <a16:creationId xmlns:a16="http://schemas.microsoft.com/office/drawing/2014/main" id="{716701AD-6088-F830-969F-C4699D4DB0C6}"/>
              </a:ext>
            </a:extLst>
          </p:cNvPr>
          <p:cNvSpPr/>
          <p:nvPr userDrawn="1"/>
        </p:nvSpPr>
        <p:spPr>
          <a:xfrm rot="19255791" flipV="1">
            <a:off x="8792498" y="3007637"/>
            <a:ext cx="3593663" cy="2844772"/>
          </a:xfrm>
          <a:custGeom>
            <a:avLst/>
            <a:gdLst>
              <a:gd name="connsiteX0" fmla="*/ 2359855 w 3366969"/>
              <a:gd name="connsiteY0" fmla="*/ 59921 h 2851372"/>
              <a:gd name="connsiteX1" fmla="*/ 2247676 w 3366969"/>
              <a:gd name="connsiteY1" fmla="*/ 112996 h 2851372"/>
              <a:gd name="connsiteX2" fmla="*/ 1910663 w 3366969"/>
              <a:gd name="connsiteY2" fmla="*/ 375273 h 2851372"/>
              <a:gd name="connsiteX3" fmla="*/ 1585268 w 3366969"/>
              <a:gd name="connsiteY3" fmla="*/ 662658 h 2851372"/>
              <a:gd name="connsiteX4" fmla="*/ 1342533 w 3366969"/>
              <a:gd name="connsiteY4" fmla="*/ 901826 h 2851372"/>
              <a:gd name="connsiteX5" fmla="*/ 1203122 w 3366969"/>
              <a:gd name="connsiteY5" fmla="*/ 1144992 h 2851372"/>
              <a:gd name="connsiteX6" fmla="*/ 1146268 w 3366969"/>
              <a:gd name="connsiteY6" fmla="*/ 1343938 h 2851372"/>
              <a:gd name="connsiteX7" fmla="*/ 1099798 w 3366969"/>
              <a:gd name="connsiteY7" fmla="*/ 1639319 h 2851372"/>
              <a:gd name="connsiteX8" fmla="*/ 1017138 w 3366969"/>
              <a:gd name="connsiteY8" fmla="*/ 1862414 h 2851372"/>
              <a:gd name="connsiteX9" fmla="*/ 867342 w 3366969"/>
              <a:gd name="connsiteY9" fmla="*/ 1956850 h 2851372"/>
              <a:gd name="connsiteX10" fmla="*/ 717548 w 3366969"/>
              <a:gd name="connsiteY10" fmla="*/ 1956850 h 2851372"/>
              <a:gd name="connsiteX11" fmla="*/ 513572 w 3366969"/>
              <a:gd name="connsiteY11" fmla="*/ 1922706 h 2851372"/>
              <a:gd name="connsiteX12" fmla="*/ 260453 w 3366969"/>
              <a:gd name="connsiteY12" fmla="*/ 1932781 h 2851372"/>
              <a:gd name="connsiteX13" fmla="*/ 126182 w 3366969"/>
              <a:gd name="connsiteY13" fmla="*/ 2001069 h 2851372"/>
              <a:gd name="connsiteX14" fmla="*/ 22858 w 3366969"/>
              <a:gd name="connsiteY14" fmla="*/ 2131728 h 2851372"/>
              <a:gd name="connsiteX15" fmla="*/ 2193 w 3366969"/>
              <a:gd name="connsiteY15" fmla="*/ 2288454 h 2851372"/>
              <a:gd name="connsiteX16" fmla="*/ 84853 w 3366969"/>
              <a:gd name="connsiteY16" fmla="*/ 2519545 h 2851372"/>
              <a:gd name="connsiteX17" fmla="*/ 222721 w 3366969"/>
              <a:gd name="connsiteY17" fmla="*/ 2683309 h 2851372"/>
              <a:gd name="connsiteX18" fmla="*/ 504216 w 3366969"/>
              <a:gd name="connsiteY18" fmla="*/ 2819005 h 2851372"/>
              <a:gd name="connsiteX19" fmla="*/ 602606 w 3366969"/>
              <a:gd name="connsiteY19" fmla="*/ 2834517 h 2851372"/>
              <a:gd name="connsiteX20" fmla="*/ 977453 w 3366969"/>
              <a:gd name="connsiteY20" fmla="*/ 2850990 h 2851372"/>
              <a:gd name="connsiteX21" fmla="*/ 1306241 w 3366969"/>
              <a:gd name="connsiteY21" fmla="*/ 2837396 h 2851372"/>
              <a:gd name="connsiteX22" fmla="*/ 1475569 w 3366969"/>
              <a:gd name="connsiteY22" fmla="*/ 2827721 h 2851372"/>
              <a:gd name="connsiteX23" fmla="*/ 1738352 w 3366969"/>
              <a:gd name="connsiteY23" fmla="*/ 2773426 h 2851372"/>
              <a:gd name="connsiteX24" fmla="*/ 1900279 w 3366969"/>
              <a:gd name="connsiteY24" fmla="*/ 2716253 h 2851372"/>
              <a:gd name="connsiteX25" fmla="*/ 2266388 w 3366969"/>
              <a:gd name="connsiteY25" fmla="*/ 2595110 h 2851372"/>
              <a:gd name="connsiteX26" fmla="*/ 2546649 w 3366969"/>
              <a:gd name="connsiteY26" fmla="*/ 2454616 h 2851372"/>
              <a:gd name="connsiteX27" fmla="*/ 3073449 w 3366969"/>
              <a:gd name="connsiteY27" fmla="*/ 2068878 h 2851372"/>
              <a:gd name="connsiteX28" fmla="*/ 3320297 w 3366969"/>
              <a:gd name="connsiteY28" fmla="*/ 1734075 h 2851372"/>
              <a:gd name="connsiteX29" fmla="*/ 3366969 w 3366969"/>
              <a:gd name="connsiteY29" fmla="*/ 1617813 h 2851372"/>
              <a:gd name="connsiteX30" fmla="*/ 2616117 w 3366969"/>
              <a:gd name="connsiteY30" fmla="*/ 0 h 2851372"/>
              <a:gd name="connsiteX31" fmla="*/ 2606497 w 3366969"/>
              <a:gd name="connsiteY31" fmla="*/ 369 h 2851372"/>
              <a:gd name="connsiteX32" fmla="*/ 2481364 w 3366969"/>
              <a:gd name="connsiteY32" fmla="*/ 21600 h 2851372"/>
              <a:gd name="connsiteX33" fmla="*/ 2359855 w 3366969"/>
              <a:gd name="connsiteY33" fmla="*/ 59921 h 2851372"/>
              <a:gd name="connsiteX0" fmla="*/ 3366969 w 3458409"/>
              <a:gd name="connsiteY0" fmla="*/ 1617813 h 2851372"/>
              <a:gd name="connsiteX1" fmla="*/ 2616117 w 3458409"/>
              <a:gd name="connsiteY1" fmla="*/ 0 h 2851372"/>
              <a:gd name="connsiteX2" fmla="*/ 2606497 w 3458409"/>
              <a:gd name="connsiteY2" fmla="*/ 369 h 2851372"/>
              <a:gd name="connsiteX3" fmla="*/ 2481364 w 3458409"/>
              <a:gd name="connsiteY3" fmla="*/ 21600 h 2851372"/>
              <a:gd name="connsiteX4" fmla="*/ 2359855 w 3458409"/>
              <a:gd name="connsiteY4" fmla="*/ 59921 h 2851372"/>
              <a:gd name="connsiteX5" fmla="*/ 2247676 w 3458409"/>
              <a:gd name="connsiteY5" fmla="*/ 112996 h 2851372"/>
              <a:gd name="connsiteX6" fmla="*/ 1910663 w 3458409"/>
              <a:gd name="connsiteY6" fmla="*/ 375273 h 2851372"/>
              <a:gd name="connsiteX7" fmla="*/ 1585268 w 3458409"/>
              <a:gd name="connsiteY7" fmla="*/ 662658 h 2851372"/>
              <a:gd name="connsiteX8" fmla="*/ 1342533 w 3458409"/>
              <a:gd name="connsiteY8" fmla="*/ 901826 h 2851372"/>
              <a:gd name="connsiteX9" fmla="*/ 1203122 w 3458409"/>
              <a:gd name="connsiteY9" fmla="*/ 1144992 h 2851372"/>
              <a:gd name="connsiteX10" fmla="*/ 1146268 w 3458409"/>
              <a:gd name="connsiteY10" fmla="*/ 1343938 h 2851372"/>
              <a:gd name="connsiteX11" fmla="*/ 1099798 w 3458409"/>
              <a:gd name="connsiteY11" fmla="*/ 1639319 h 2851372"/>
              <a:gd name="connsiteX12" fmla="*/ 1017138 w 3458409"/>
              <a:gd name="connsiteY12" fmla="*/ 1862414 h 2851372"/>
              <a:gd name="connsiteX13" fmla="*/ 867342 w 3458409"/>
              <a:gd name="connsiteY13" fmla="*/ 1956850 h 2851372"/>
              <a:gd name="connsiteX14" fmla="*/ 717548 w 3458409"/>
              <a:gd name="connsiteY14" fmla="*/ 1956850 h 2851372"/>
              <a:gd name="connsiteX15" fmla="*/ 513572 w 3458409"/>
              <a:gd name="connsiteY15" fmla="*/ 1922706 h 2851372"/>
              <a:gd name="connsiteX16" fmla="*/ 260453 w 3458409"/>
              <a:gd name="connsiteY16" fmla="*/ 1932781 h 2851372"/>
              <a:gd name="connsiteX17" fmla="*/ 126182 w 3458409"/>
              <a:gd name="connsiteY17" fmla="*/ 2001069 h 2851372"/>
              <a:gd name="connsiteX18" fmla="*/ 22858 w 3458409"/>
              <a:gd name="connsiteY18" fmla="*/ 2131728 h 2851372"/>
              <a:gd name="connsiteX19" fmla="*/ 2193 w 3458409"/>
              <a:gd name="connsiteY19" fmla="*/ 2288454 h 2851372"/>
              <a:gd name="connsiteX20" fmla="*/ 84853 w 3458409"/>
              <a:gd name="connsiteY20" fmla="*/ 2519545 h 2851372"/>
              <a:gd name="connsiteX21" fmla="*/ 222721 w 3458409"/>
              <a:gd name="connsiteY21" fmla="*/ 2683309 h 2851372"/>
              <a:gd name="connsiteX22" fmla="*/ 504216 w 3458409"/>
              <a:gd name="connsiteY22" fmla="*/ 2819005 h 2851372"/>
              <a:gd name="connsiteX23" fmla="*/ 602606 w 3458409"/>
              <a:gd name="connsiteY23" fmla="*/ 2834517 h 2851372"/>
              <a:gd name="connsiteX24" fmla="*/ 977453 w 3458409"/>
              <a:gd name="connsiteY24" fmla="*/ 2850990 h 2851372"/>
              <a:gd name="connsiteX25" fmla="*/ 1306241 w 3458409"/>
              <a:gd name="connsiteY25" fmla="*/ 2837396 h 2851372"/>
              <a:gd name="connsiteX26" fmla="*/ 1475569 w 3458409"/>
              <a:gd name="connsiteY26" fmla="*/ 2827721 h 2851372"/>
              <a:gd name="connsiteX27" fmla="*/ 1738352 w 3458409"/>
              <a:gd name="connsiteY27" fmla="*/ 2773426 h 2851372"/>
              <a:gd name="connsiteX28" fmla="*/ 1900279 w 3458409"/>
              <a:gd name="connsiteY28" fmla="*/ 2716253 h 2851372"/>
              <a:gd name="connsiteX29" fmla="*/ 2266388 w 3458409"/>
              <a:gd name="connsiteY29" fmla="*/ 2595110 h 2851372"/>
              <a:gd name="connsiteX30" fmla="*/ 2546649 w 3458409"/>
              <a:gd name="connsiteY30" fmla="*/ 2454616 h 2851372"/>
              <a:gd name="connsiteX31" fmla="*/ 3073449 w 3458409"/>
              <a:gd name="connsiteY31" fmla="*/ 2068878 h 2851372"/>
              <a:gd name="connsiteX32" fmla="*/ 3320297 w 3458409"/>
              <a:gd name="connsiteY32" fmla="*/ 1734075 h 2851372"/>
              <a:gd name="connsiteX33" fmla="*/ 3458409 w 3458409"/>
              <a:gd name="connsiteY33" fmla="*/ 1709253 h 2851372"/>
              <a:gd name="connsiteX0" fmla="*/ 3366969 w 3366969"/>
              <a:gd name="connsiteY0" fmla="*/ 1617813 h 2851372"/>
              <a:gd name="connsiteX1" fmla="*/ 2616117 w 3366969"/>
              <a:gd name="connsiteY1" fmla="*/ 0 h 2851372"/>
              <a:gd name="connsiteX2" fmla="*/ 2606497 w 3366969"/>
              <a:gd name="connsiteY2" fmla="*/ 369 h 2851372"/>
              <a:gd name="connsiteX3" fmla="*/ 2481364 w 3366969"/>
              <a:gd name="connsiteY3" fmla="*/ 21600 h 2851372"/>
              <a:gd name="connsiteX4" fmla="*/ 2359855 w 3366969"/>
              <a:gd name="connsiteY4" fmla="*/ 59921 h 2851372"/>
              <a:gd name="connsiteX5" fmla="*/ 2247676 w 3366969"/>
              <a:gd name="connsiteY5" fmla="*/ 112996 h 2851372"/>
              <a:gd name="connsiteX6" fmla="*/ 1910663 w 3366969"/>
              <a:gd name="connsiteY6" fmla="*/ 375273 h 2851372"/>
              <a:gd name="connsiteX7" fmla="*/ 1585268 w 3366969"/>
              <a:gd name="connsiteY7" fmla="*/ 662658 h 2851372"/>
              <a:gd name="connsiteX8" fmla="*/ 1342533 w 3366969"/>
              <a:gd name="connsiteY8" fmla="*/ 901826 h 2851372"/>
              <a:gd name="connsiteX9" fmla="*/ 1203122 w 3366969"/>
              <a:gd name="connsiteY9" fmla="*/ 1144992 h 2851372"/>
              <a:gd name="connsiteX10" fmla="*/ 1146268 w 3366969"/>
              <a:gd name="connsiteY10" fmla="*/ 1343938 h 2851372"/>
              <a:gd name="connsiteX11" fmla="*/ 1099798 w 3366969"/>
              <a:gd name="connsiteY11" fmla="*/ 1639319 h 2851372"/>
              <a:gd name="connsiteX12" fmla="*/ 1017138 w 3366969"/>
              <a:gd name="connsiteY12" fmla="*/ 1862414 h 2851372"/>
              <a:gd name="connsiteX13" fmla="*/ 867342 w 3366969"/>
              <a:gd name="connsiteY13" fmla="*/ 1956850 h 2851372"/>
              <a:gd name="connsiteX14" fmla="*/ 717548 w 3366969"/>
              <a:gd name="connsiteY14" fmla="*/ 1956850 h 2851372"/>
              <a:gd name="connsiteX15" fmla="*/ 513572 w 3366969"/>
              <a:gd name="connsiteY15" fmla="*/ 1922706 h 2851372"/>
              <a:gd name="connsiteX16" fmla="*/ 260453 w 3366969"/>
              <a:gd name="connsiteY16" fmla="*/ 1932781 h 2851372"/>
              <a:gd name="connsiteX17" fmla="*/ 126182 w 3366969"/>
              <a:gd name="connsiteY17" fmla="*/ 2001069 h 2851372"/>
              <a:gd name="connsiteX18" fmla="*/ 22858 w 3366969"/>
              <a:gd name="connsiteY18" fmla="*/ 2131728 h 2851372"/>
              <a:gd name="connsiteX19" fmla="*/ 2193 w 3366969"/>
              <a:gd name="connsiteY19" fmla="*/ 2288454 h 2851372"/>
              <a:gd name="connsiteX20" fmla="*/ 84853 w 3366969"/>
              <a:gd name="connsiteY20" fmla="*/ 2519545 h 2851372"/>
              <a:gd name="connsiteX21" fmla="*/ 222721 w 3366969"/>
              <a:gd name="connsiteY21" fmla="*/ 2683309 h 2851372"/>
              <a:gd name="connsiteX22" fmla="*/ 504216 w 3366969"/>
              <a:gd name="connsiteY22" fmla="*/ 2819005 h 2851372"/>
              <a:gd name="connsiteX23" fmla="*/ 602606 w 3366969"/>
              <a:gd name="connsiteY23" fmla="*/ 2834517 h 2851372"/>
              <a:gd name="connsiteX24" fmla="*/ 977453 w 3366969"/>
              <a:gd name="connsiteY24" fmla="*/ 2850990 h 2851372"/>
              <a:gd name="connsiteX25" fmla="*/ 1306241 w 3366969"/>
              <a:gd name="connsiteY25" fmla="*/ 2837396 h 2851372"/>
              <a:gd name="connsiteX26" fmla="*/ 1475569 w 3366969"/>
              <a:gd name="connsiteY26" fmla="*/ 2827721 h 2851372"/>
              <a:gd name="connsiteX27" fmla="*/ 1738352 w 3366969"/>
              <a:gd name="connsiteY27" fmla="*/ 2773426 h 2851372"/>
              <a:gd name="connsiteX28" fmla="*/ 1900279 w 3366969"/>
              <a:gd name="connsiteY28" fmla="*/ 2716253 h 2851372"/>
              <a:gd name="connsiteX29" fmla="*/ 2266388 w 3366969"/>
              <a:gd name="connsiteY29" fmla="*/ 2595110 h 2851372"/>
              <a:gd name="connsiteX30" fmla="*/ 2546649 w 3366969"/>
              <a:gd name="connsiteY30" fmla="*/ 2454616 h 2851372"/>
              <a:gd name="connsiteX31" fmla="*/ 3073449 w 3366969"/>
              <a:gd name="connsiteY31" fmla="*/ 2068878 h 2851372"/>
              <a:gd name="connsiteX32" fmla="*/ 3320297 w 3366969"/>
              <a:gd name="connsiteY32" fmla="*/ 1734075 h 2851372"/>
              <a:gd name="connsiteX0" fmla="*/ 2616117 w 3320297"/>
              <a:gd name="connsiteY0" fmla="*/ 0 h 2851372"/>
              <a:gd name="connsiteX1" fmla="*/ 2606497 w 3320297"/>
              <a:gd name="connsiteY1" fmla="*/ 369 h 2851372"/>
              <a:gd name="connsiteX2" fmla="*/ 2481364 w 3320297"/>
              <a:gd name="connsiteY2" fmla="*/ 21600 h 2851372"/>
              <a:gd name="connsiteX3" fmla="*/ 2359855 w 3320297"/>
              <a:gd name="connsiteY3" fmla="*/ 59921 h 2851372"/>
              <a:gd name="connsiteX4" fmla="*/ 2247676 w 3320297"/>
              <a:gd name="connsiteY4" fmla="*/ 112996 h 2851372"/>
              <a:gd name="connsiteX5" fmla="*/ 1910663 w 3320297"/>
              <a:gd name="connsiteY5" fmla="*/ 375273 h 2851372"/>
              <a:gd name="connsiteX6" fmla="*/ 1585268 w 3320297"/>
              <a:gd name="connsiteY6" fmla="*/ 662658 h 2851372"/>
              <a:gd name="connsiteX7" fmla="*/ 1342533 w 3320297"/>
              <a:gd name="connsiteY7" fmla="*/ 901826 h 2851372"/>
              <a:gd name="connsiteX8" fmla="*/ 1203122 w 3320297"/>
              <a:gd name="connsiteY8" fmla="*/ 1144992 h 2851372"/>
              <a:gd name="connsiteX9" fmla="*/ 1146268 w 3320297"/>
              <a:gd name="connsiteY9" fmla="*/ 1343938 h 2851372"/>
              <a:gd name="connsiteX10" fmla="*/ 1099798 w 3320297"/>
              <a:gd name="connsiteY10" fmla="*/ 1639319 h 2851372"/>
              <a:gd name="connsiteX11" fmla="*/ 1017138 w 3320297"/>
              <a:gd name="connsiteY11" fmla="*/ 1862414 h 2851372"/>
              <a:gd name="connsiteX12" fmla="*/ 867342 w 3320297"/>
              <a:gd name="connsiteY12" fmla="*/ 1956850 h 2851372"/>
              <a:gd name="connsiteX13" fmla="*/ 717548 w 3320297"/>
              <a:gd name="connsiteY13" fmla="*/ 1956850 h 2851372"/>
              <a:gd name="connsiteX14" fmla="*/ 513572 w 3320297"/>
              <a:gd name="connsiteY14" fmla="*/ 1922706 h 2851372"/>
              <a:gd name="connsiteX15" fmla="*/ 260453 w 3320297"/>
              <a:gd name="connsiteY15" fmla="*/ 1932781 h 2851372"/>
              <a:gd name="connsiteX16" fmla="*/ 126182 w 3320297"/>
              <a:gd name="connsiteY16" fmla="*/ 2001069 h 2851372"/>
              <a:gd name="connsiteX17" fmla="*/ 22858 w 3320297"/>
              <a:gd name="connsiteY17" fmla="*/ 2131728 h 2851372"/>
              <a:gd name="connsiteX18" fmla="*/ 2193 w 3320297"/>
              <a:gd name="connsiteY18" fmla="*/ 2288454 h 2851372"/>
              <a:gd name="connsiteX19" fmla="*/ 84853 w 3320297"/>
              <a:gd name="connsiteY19" fmla="*/ 2519545 h 2851372"/>
              <a:gd name="connsiteX20" fmla="*/ 222721 w 3320297"/>
              <a:gd name="connsiteY20" fmla="*/ 2683309 h 2851372"/>
              <a:gd name="connsiteX21" fmla="*/ 504216 w 3320297"/>
              <a:gd name="connsiteY21" fmla="*/ 2819005 h 2851372"/>
              <a:gd name="connsiteX22" fmla="*/ 602606 w 3320297"/>
              <a:gd name="connsiteY22" fmla="*/ 2834517 h 2851372"/>
              <a:gd name="connsiteX23" fmla="*/ 977453 w 3320297"/>
              <a:gd name="connsiteY23" fmla="*/ 2850990 h 2851372"/>
              <a:gd name="connsiteX24" fmla="*/ 1306241 w 3320297"/>
              <a:gd name="connsiteY24" fmla="*/ 2837396 h 2851372"/>
              <a:gd name="connsiteX25" fmla="*/ 1475569 w 3320297"/>
              <a:gd name="connsiteY25" fmla="*/ 2827721 h 2851372"/>
              <a:gd name="connsiteX26" fmla="*/ 1738352 w 3320297"/>
              <a:gd name="connsiteY26" fmla="*/ 2773426 h 2851372"/>
              <a:gd name="connsiteX27" fmla="*/ 1900279 w 3320297"/>
              <a:gd name="connsiteY27" fmla="*/ 2716253 h 2851372"/>
              <a:gd name="connsiteX28" fmla="*/ 2266388 w 3320297"/>
              <a:gd name="connsiteY28" fmla="*/ 2595110 h 2851372"/>
              <a:gd name="connsiteX29" fmla="*/ 2546649 w 3320297"/>
              <a:gd name="connsiteY29" fmla="*/ 2454616 h 2851372"/>
              <a:gd name="connsiteX30" fmla="*/ 3073449 w 3320297"/>
              <a:gd name="connsiteY30" fmla="*/ 2068878 h 2851372"/>
              <a:gd name="connsiteX31" fmla="*/ 3320297 w 3320297"/>
              <a:gd name="connsiteY31" fmla="*/ 1734075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2967150 w 3330040"/>
              <a:gd name="connsiteY30" fmla="*/ 2116209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2967150 w 3330040"/>
              <a:gd name="connsiteY30" fmla="*/ 2116209 h 2851372"/>
              <a:gd name="connsiteX31" fmla="*/ 3330040 w 3330040"/>
              <a:gd name="connsiteY31" fmla="*/ 1539160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546649 w 3601617"/>
              <a:gd name="connsiteY29" fmla="*/ 2454616 h 2851372"/>
              <a:gd name="connsiteX30" fmla="*/ 2967150 w 3601617"/>
              <a:gd name="connsiteY30" fmla="*/ 2116209 h 2851372"/>
              <a:gd name="connsiteX31" fmla="*/ 3601617 w 3601617"/>
              <a:gd name="connsiteY31" fmla="*/ 1164776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546649 w 3601617"/>
              <a:gd name="connsiteY29" fmla="*/ 2454616 h 2851372"/>
              <a:gd name="connsiteX30" fmla="*/ 2967150 w 3601617"/>
              <a:gd name="connsiteY30" fmla="*/ 2116209 h 2851372"/>
              <a:gd name="connsiteX31" fmla="*/ 3325665 w 3601617"/>
              <a:gd name="connsiteY31" fmla="*/ 1138488 h 2851372"/>
              <a:gd name="connsiteX32" fmla="*/ 3601617 w 3601617"/>
              <a:gd name="connsiteY32" fmla="*/ 1164776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546649 w 3601617"/>
              <a:gd name="connsiteY29" fmla="*/ 2454616 h 2851372"/>
              <a:gd name="connsiteX30" fmla="*/ 3247553 w 3601617"/>
              <a:gd name="connsiteY30" fmla="*/ 1727967 h 2851372"/>
              <a:gd name="connsiteX31" fmla="*/ 3325665 w 3601617"/>
              <a:gd name="connsiteY31" fmla="*/ 1138488 h 2851372"/>
              <a:gd name="connsiteX32" fmla="*/ 3601617 w 3601617"/>
              <a:gd name="connsiteY32" fmla="*/ 1164776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854284 w 3601617"/>
              <a:gd name="connsiteY29" fmla="*/ 2258531 h 2851372"/>
              <a:gd name="connsiteX30" fmla="*/ 3247553 w 3601617"/>
              <a:gd name="connsiteY30" fmla="*/ 1727967 h 2851372"/>
              <a:gd name="connsiteX31" fmla="*/ 3325665 w 3601617"/>
              <a:gd name="connsiteY31" fmla="*/ 1138488 h 2851372"/>
              <a:gd name="connsiteX32" fmla="*/ 3601617 w 3601617"/>
              <a:gd name="connsiteY32" fmla="*/ 1164776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854284 w 3601617"/>
              <a:gd name="connsiteY29" fmla="*/ 2258531 h 2851372"/>
              <a:gd name="connsiteX30" fmla="*/ 3247553 w 3601617"/>
              <a:gd name="connsiteY30" fmla="*/ 1727967 h 2851372"/>
              <a:gd name="connsiteX31" fmla="*/ 3325665 w 3601617"/>
              <a:gd name="connsiteY31" fmla="*/ 1138488 h 2851372"/>
              <a:gd name="connsiteX32" fmla="*/ 3601617 w 3601617"/>
              <a:gd name="connsiteY32" fmla="*/ 1164776 h 2851372"/>
              <a:gd name="connsiteX0" fmla="*/ 2616117 w 3601617"/>
              <a:gd name="connsiteY0" fmla="*/ 0 h 2851372"/>
              <a:gd name="connsiteX1" fmla="*/ 2606497 w 3601617"/>
              <a:gd name="connsiteY1" fmla="*/ 369 h 2851372"/>
              <a:gd name="connsiteX2" fmla="*/ 2481364 w 3601617"/>
              <a:gd name="connsiteY2" fmla="*/ 21600 h 2851372"/>
              <a:gd name="connsiteX3" fmla="*/ 2359855 w 3601617"/>
              <a:gd name="connsiteY3" fmla="*/ 59921 h 2851372"/>
              <a:gd name="connsiteX4" fmla="*/ 2247676 w 3601617"/>
              <a:gd name="connsiteY4" fmla="*/ 112996 h 2851372"/>
              <a:gd name="connsiteX5" fmla="*/ 1910663 w 3601617"/>
              <a:gd name="connsiteY5" fmla="*/ 375273 h 2851372"/>
              <a:gd name="connsiteX6" fmla="*/ 1585268 w 3601617"/>
              <a:gd name="connsiteY6" fmla="*/ 662658 h 2851372"/>
              <a:gd name="connsiteX7" fmla="*/ 1342533 w 3601617"/>
              <a:gd name="connsiteY7" fmla="*/ 901826 h 2851372"/>
              <a:gd name="connsiteX8" fmla="*/ 1203122 w 3601617"/>
              <a:gd name="connsiteY8" fmla="*/ 1144992 h 2851372"/>
              <a:gd name="connsiteX9" fmla="*/ 1146268 w 3601617"/>
              <a:gd name="connsiteY9" fmla="*/ 1343938 h 2851372"/>
              <a:gd name="connsiteX10" fmla="*/ 1099798 w 3601617"/>
              <a:gd name="connsiteY10" fmla="*/ 1639319 h 2851372"/>
              <a:gd name="connsiteX11" fmla="*/ 1017138 w 3601617"/>
              <a:gd name="connsiteY11" fmla="*/ 1862414 h 2851372"/>
              <a:gd name="connsiteX12" fmla="*/ 867342 w 3601617"/>
              <a:gd name="connsiteY12" fmla="*/ 1956850 h 2851372"/>
              <a:gd name="connsiteX13" fmla="*/ 717548 w 3601617"/>
              <a:gd name="connsiteY13" fmla="*/ 1956850 h 2851372"/>
              <a:gd name="connsiteX14" fmla="*/ 513572 w 3601617"/>
              <a:gd name="connsiteY14" fmla="*/ 1922706 h 2851372"/>
              <a:gd name="connsiteX15" fmla="*/ 260453 w 3601617"/>
              <a:gd name="connsiteY15" fmla="*/ 1932781 h 2851372"/>
              <a:gd name="connsiteX16" fmla="*/ 126182 w 3601617"/>
              <a:gd name="connsiteY16" fmla="*/ 2001069 h 2851372"/>
              <a:gd name="connsiteX17" fmla="*/ 22858 w 3601617"/>
              <a:gd name="connsiteY17" fmla="*/ 2131728 h 2851372"/>
              <a:gd name="connsiteX18" fmla="*/ 2193 w 3601617"/>
              <a:gd name="connsiteY18" fmla="*/ 2288454 h 2851372"/>
              <a:gd name="connsiteX19" fmla="*/ 84853 w 3601617"/>
              <a:gd name="connsiteY19" fmla="*/ 2519545 h 2851372"/>
              <a:gd name="connsiteX20" fmla="*/ 222721 w 3601617"/>
              <a:gd name="connsiteY20" fmla="*/ 2683309 h 2851372"/>
              <a:gd name="connsiteX21" fmla="*/ 504216 w 3601617"/>
              <a:gd name="connsiteY21" fmla="*/ 2819005 h 2851372"/>
              <a:gd name="connsiteX22" fmla="*/ 602606 w 3601617"/>
              <a:gd name="connsiteY22" fmla="*/ 2834517 h 2851372"/>
              <a:gd name="connsiteX23" fmla="*/ 977453 w 3601617"/>
              <a:gd name="connsiteY23" fmla="*/ 2850990 h 2851372"/>
              <a:gd name="connsiteX24" fmla="*/ 1306241 w 3601617"/>
              <a:gd name="connsiteY24" fmla="*/ 2837396 h 2851372"/>
              <a:gd name="connsiteX25" fmla="*/ 1475569 w 3601617"/>
              <a:gd name="connsiteY25" fmla="*/ 2827721 h 2851372"/>
              <a:gd name="connsiteX26" fmla="*/ 1738352 w 3601617"/>
              <a:gd name="connsiteY26" fmla="*/ 2773426 h 2851372"/>
              <a:gd name="connsiteX27" fmla="*/ 1900279 w 3601617"/>
              <a:gd name="connsiteY27" fmla="*/ 2716253 h 2851372"/>
              <a:gd name="connsiteX28" fmla="*/ 2266388 w 3601617"/>
              <a:gd name="connsiteY28" fmla="*/ 2595110 h 2851372"/>
              <a:gd name="connsiteX29" fmla="*/ 2854284 w 3601617"/>
              <a:gd name="connsiteY29" fmla="*/ 2258531 h 2851372"/>
              <a:gd name="connsiteX30" fmla="*/ 3247553 w 3601617"/>
              <a:gd name="connsiteY30" fmla="*/ 1727967 h 2851372"/>
              <a:gd name="connsiteX31" fmla="*/ 3325665 w 3601617"/>
              <a:gd name="connsiteY31" fmla="*/ 1138488 h 2851372"/>
              <a:gd name="connsiteX32" fmla="*/ 3601617 w 3601617"/>
              <a:gd name="connsiteY32" fmla="*/ 1164776 h 2851372"/>
              <a:gd name="connsiteX0" fmla="*/ 2616117 w 3593663"/>
              <a:gd name="connsiteY0" fmla="*/ 0 h 2851372"/>
              <a:gd name="connsiteX1" fmla="*/ 2606497 w 3593663"/>
              <a:gd name="connsiteY1" fmla="*/ 369 h 2851372"/>
              <a:gd name="connsiteX2" fmla="*/ 2481364 w 3593663"/>
              <a:gd name="connsiteY2" fmla="*/ 21600 h 2851372"/>
              <a:gd name="connsiteX3" fmla="*/ 2359855 w 3593663"/>
              <a:gd name="connsiteY3" fmla="*/ 59921 h 2851372"/>
              <a:gd name="connsiteX4" fmla="*/ 2247676 w 3593663"/>
              <a:gd name="connsiteY4" fmla="*/ 112996 h 2851372"/>
              <a:gd name="connsiteX5" fmla="*/ 1910663 w 3593663"/>
              <a:gd name="connsiteY5" fmla="*/ 375273 h 2851372"/>
              <a:gd name="connsiteX6" fmla="*/ 1585268 w 3593663"/>
              <a:gd name="connsiteY6" fmla="*/ 662658 h 2851372"/>
              <a:gd name="connsiteX7" fmla="*/ 1342533 w 3593663"/>
              <a:gd name="connsiteY7" fmla="*/ 901826 h 2851372"/>
              <a:gd name="connsiteX8" fmla="*/ 1203122 w 3593663"/>
              <a:gd name="connsiteY8" fmla="*/ 1144992 h 2851372"/>
              <a:gd name="connsiteX9" fmla="*/ 1146268 w 3593663"/>
              <a:gd name="connsiteY9" fmla="*/ 1343938 h 2851372"/>
              <a:gd name="connsiteX10" fmla="*/ 1099798 w 3593663"/>
              <a:gd name="connsiteY10" fmla="*/ 1639319 h 2851372"/>
              <a:gd name="connsiteX11" fmla="*/ 1017138 w 3593663"/>
              <a:gd name="connsiteY11" fmla="*/ 1862414 h 2851372"/>
              <a:gd name="connsiteX12" fmla="*/ 867342 w 3593663"/>
              <a:gd name="connsiteY12" fmla="*/ 1956850 h 2851372"/>
              <a:gd name="connsiteX13" fmla="*/ 717548 w 3593663"/>
              <a:gd name="connsiteY13" fmla="*/ 1956850 h 2851372"/>
              <a:gd name="connsiteX14" fmla="*/ 513572 w 3593663"/>
              <a:gd name="connsiteY14" fmla="*/ 1922706 h 2851372"/>
              <a:gd name="connsiteX15" fmla="*/ 260453 w 3593663"/>
              <a:gd name="connsiteY15" fmla="*/ 1932781 h 2851372"/>
              <a:gd name="connsiteX16" fmla="*/ 126182 w 3593663"/>
              <a:gd name="connsiteY16" fmla="*/ 2001069 h 2851372"/>
              <a:gd name="connsiteX17" fmla="*/ 22858 w 3593663"/>
              <a:gd name="connsiteY17" fmla="*/ 2131728 h 2851372"/>
              <a:gd name="connsiteX18" fmla="*/ 2193 w 3593663"/>
              <a:gd name="connsiteY18" fmla="*/ 2288454 h 2851372"/>
              <a:gd name="connsiteX19" fmla="*/ 84853 w 3593663"/>
              <a:gd name="connsiteY19" fmla="*/ 2519545 h 2851372"/>
              <a:gd name="connsiteX20" fmla="*/ 222721 w 3593663"/>
              <a:gd name="connsiteY20" fmla="*/ 2683309 h 2851372"/>
              <a:gd name="connsiteX21" fmla="*/ 504216 w 3593663"/>
              <a:gd name="connsiteY21" fmla="*/ 2819005 h 2851372"/>
              <a:gd name="connsiteX22" fmla="*/ 602606 w 3593663"/>
              <a:gd name="connsiteY22" fmla="*/ 2834517 h 2851372"/>
              <a:gd name="connsiteX23" fmla="*/ 977453 w 3593663"/>
              <a:gd name="connsiteY23" fmla="*/ 2850990 h 2851372"/>
              <a:gd name="connsiteX24" fmla="*/ 1306241 w 3593663"/>
              <a:gd name="connsiteY24" fmla="*/ 2837396 h 2851372"/>
              <a:gd name="connsiteX25" fmla="*/ 1475569 w 3593663"/>
              <a:gd name="connsiteY25" fmla="*/ 2827721 h 2851372"/>
              <a:gd name="connsiteX26" fmla="*/ 1738352 w 3593663"/>
              <a:gd name="connsiteY26" fmla="*/ 2773426 h 2851372"/>
              <a:gd name="connsiteX27" fmla="*/ 1900279 w 3593663"/>
              <a:gd name="connsiteY27" fmla="*/ 2716253 h 2851372"/>
              <a:gd name="connsiteX28" fmla="*/ 2266388 w 3593663"/>
              <a:gd name="connsiteY28" fmla="*/ 2595110 h 2851372"/>
              <a:gd name="connsiteX29" fmla="*/ 2854284 w 3593663"/>
              <a:gd name="connsiteY29" fmla="*/ 2258531 h 2851372"/>
              <a:gd name="connsiteX30" fmla="*/ 3247553 w 3593663"/>
              <a:gd name="connsiteY30" fmla="*/ 1727967 h 2851372"/>
              <a:gd name="connsiteX31" fmla="*/ 3325665 w 3593663"/>
              <a:gd name="connsiteY31" fmla="*/ 1138488 h 2851372"/>
              <a:gd name="connsiteX32" fmla="*/ 3593663 w 3593663"/>
              <a:gd name="connsiteY32" fmla="*/ 1098796 h 2851372"/>
              <a:gd name="connsiteX0" fmla="*/ 2616117 w 3593663"/>
              <a:gd name="connsiteY0" fmla="*/ 0 h 2851372"/>
              <a:gd name="connsiteX1" fmla="*/ 2481364 w 3593663"/>
              <a:gd name="connsiteY1" fmla="*/ 21600 h 2851372"/>
              <a:gd name="connsiteX2" fmla="*/ 2359855 w 3593663"/>
              <a:gd name="connsiteY2" fmla="*/ 59921 h 2851372"/>
              <a:gd name="connsiteX3" fmla="*/ 2247676 w 3593663"/>
              <a:gd name="connsiteY3" fmla="*/ 112996 h 2851372"/>
              <a:gd name="connsiteX4" fmla="*/ 1910663 w 3593663"/>
              <a:gd name="connsiteY4" fmla="*/ 375273 h 2851372"/>
              <a:gd name="connsiteX5" fmla="*/ 1585268 w 3593663"/>
              <a:gd name="connsiteY5" fmla="*/ 662658 h 2851372"/>
              <a:gd name="connsiteX6" fmla="*/ 1342533 w 3593663"/>
              <a:gd name="connsiteY6" fmla="*/ 901826 h 2851372"/>
              <a:gd name="connsiteX7" fmla="*/ 1203122 w 3593663"/>
              <a:gd name="connsiteY7" fmla="*/ 1144992 h 2851372"/>
              <a:gd name="connsiteX8" fmla="*/ 1146268 w 3593663"/>
              <a:gd name="connsiteY8" fmla="*/ 1343938 h 2851372"/>
              <a:gd name="connsiteX9" fmla="*/ 1099798 w 3593663"/>
              <a:gd name="connsiteY9" fmla="*/ 1639319 h 2851372"/>
              <a:gd name="connsiteX10" fmla="*/ 1017138 w 3593663"/>
              <a:gd name="connsiteY10" fmla="*/ 1862414 h 2851372"/>
              <a:gd name="connsiteX11" fmla="*/ 867342 w 3593663"/>
              <a:gd name="connsiteY11" fmla="*/ 1956850 h 2851372"/>
              <a:gd name="connsiteX12" fmla="*/ 717548 w 3593663"/>
              <a:gd name="connsiteY12" fmla="*/ 1956850 h 2851372"/>
              <a:gd name="connsiteX13" fmla="*/ 513572 w 3593663"/>
              <a:gd name="connsiteY13" fmla="*/ 1922706 h 2851372"/>
              <a:gd name="connsiteX14" fmla="*/ 260453 w 3593663"/>
              <a:gd name="connsiteY14" fmla="*/ 1932781 h 2851372"/>
              <a:gd name="connsiteX15" fmla="*/ 126182 w 3593663"/>
              <a:gd name="connsiteY15" fmla="*/ 2001069 h 2851372"/>
              <a:gd name="connsiteX16" fmla="*/ 22858 w 3593663"/>
              <a:gd name="connsiteY16" fmla="*/ 2131728 h 2851372"/>
              <a:gd name="connsiteX17" fmla="*/ 2193 w 3593663"/>
              <a:gd name="connsiteY17" fmla="*/ 2288454 h 2851372"/>
              <a:gd name="connsiteX18" fmla="*/ 84853 w 3593663"/>
              <a:gd name="connsiteY18" fmla="*/ 2519545 h 2851372"/>
              <a:gd name="connsiteX19" fmla="*/ 222721 w 3593663"/>
              <a:gd name="connsiteY19" fmla="*/ 2683309 h 2851372"/>
              <a:gd name="connsiteX20" fmla="*/ 504216 w 3593663"/>
              <a:gd name="connsiteY20" fmla="*/ 2819005 h 2851372"/>
              <a:gd name="connsiteX21" fmla="*/ 602606 w 3593663"/>
              <a:gd name="connsiteY21" fmla="*/ 2834517 h 2851372"/>
              <a:gd name="connsiteX22" fmla="*/ 977453 w 3593663"/>
              <a:gd name="connsiteY22" fmla="*/ 2850990 h 2851372"/>
              <a:gd name="connsiteX23" fmla="*/ 1306241 w 3593663"/>
              <a:gd name="connsiteY23" fmla="*/ 2837396 h 2851372"/>
              <a:gd name="connsiteX24" fmla="*/ 1475569 w 3593663"/>
              <a:gd name="connsiteY24" fmla="*/ 2827721 h 2851372"/>
              <a:gd name="connsiteX25" fmla="*/ 1738352 w 3593663"/>
              <a:gd name="connsiteY25" fmla="*/ 2773426 h 2851372"/>
              <a:gd name="connsiteX26" fmla="*/ 1900279 w 3593663"/>
              <a:gd name="connsiteY26" fmla="*/ 2716253 h 2851372"/>
              <a:gd name="connsiteX27" fmla="*/ 2266388 w 3593663"/>
              <a:gd name="connsiteY27" fmla="*/ 2595110 h 2851372"/>
              <a:gd name="connsiteX28" fmla="*/ 2854284 w 3593663"/>
              <a:gd name="connsiteY28" fmla="*/ 2258531 h 2851372"/>
              <a:gd name="connsiteX29" fmla="*/ 3247553 w 3593663"/>
              <a:gd name="connsiteY29" fmla="*/ 1727967 h 2851372"/>
              <a:gd name="connsiteX30" fmla="*/ 3325665 w 3593663"/>
              <a:gd name="connsiteY30" fmla="*/ 1138488 h 2851372"/>
              <a:gd name="connsiteX31" fmla="*/ 3593663 w 3593663"/>
              <a:gd name="connsiteY31" fmla="*/ 1098796 h 2851372"/>
              <a:gd name="connsiteX0" fmla="*/ 2693913 w 3593663"/>
              <a:gd name="connsiteY0" fmla="*/ 0 h 2844772"/>
              <a:gd name="connsiteX1" fmla="*/ 2481364 w 3593663"/>
              <a:gd name="connsiteY1" fmla="*/ 15000 h 2844772"/>
              <a:gd name="connsiteX2" fmla="*/ 2359855 w 3593663"/>
              <a:gd name="connsiteY2" fmla="*/ 53321 h 2844772"/>
              <a:gd name="connsiteX3" fmla="*/ 2247676 w 3593663"/>
              <a:gd name="connsiteY3" fmla="*/ 106396 h 2844772"/>
              <a:gd name="connsiteX4" fmla="*/ 1910663 w 3593663"/>
              <a:gd name="connsiteY4" fmla="*/ 368673 h 2844772"/>
              <a:gd name="connsiteX5" fmla="*/ 1585268 w 3593663"/>
              <a:gd name="connsiteY5" fmla="*/ 656058 h 2844772"/>
              <a:gd name="connsiteX6" fmla="*/ 1342533 w 3593663"/>
              <a:gd name="connsiteY6" fmla="*/ 895226 h 2844772"/>
              <a:gd name="connsiteX7" fmla="*/ 1203122 w 3593663"/>
              <a:gd name="connsiteY7" fmla="*/ 1138392 h 2844772"/>
              <a:gd name="connsiteX8" fmla="*/ 1146268 w 3593663"/>
              <a:gd name="connsiteY8" fmla="*/ 1337338 h 2844772"/>
              <a:gd name="connsiteX9" fmla="*/ 1099798 w 3593663"/>
              <a:gd name="connsiteY9" fmla="*/ 1632719 h 2844772"/>
              <a:gd name="connsiteX10" fmla="*/ 1017138 w 3593663"/>
              <a:gd name="connsiteY10" fmla="*/ 1855814 h 2844772"/>
              <a:gd name="connsiteX11" fmla="*/ 867342 w 3593663"/>
              <a:gd name="connsiteY11" fmla="*/ 1950250 h 2844772"/>
              <a:gd name="connsiteX12" fmla="*/ 717548 w 3593663"/>
              <a:gd name="connsiteY12" fmla="*/ 1950250 h 2844772"/>
              <a:gd name="connsiteX13" fmla="*/ 513572 w 3593663"/>
              <a:gd name="connsiteY13" fmla="*/ 1916106 h 2844772"/>
              <a:gd name="connsiteX14" fmla="*/ 260453 w 3593663"/>
              <a:gd name="connsiteY14" fmla="*/ 1926181 h 2844772"/>
              <a:gd name="connsiteX15" fmla="*/ 126182 w 3593663"/>
              <a:gd name="connsiteY15" fmla="*/ 1994469 h 2844772"/>
              <a:gd name="connsiteX16" fmla="*/ 22858 w 3593663"/>
              <a:gd name="connsiteY16" fmla="*/ 2125128 h 2844772"/>
              <a:gd name="connsiteX17" fmla="*/ 2193 w 3593663"/>
              <a:gd name="connsiteY17" fmla="*/ 2281854 h 2844772"/>
              <a:gd name="connsiteX18" fmla="*/ 84853 w 3593663"/>
              <a:gd name="connsiteY18" fmla="*/ 2512945 h 2844772"/>
              <a:gd name="connsiteX19" fmla="*/ 222721 w 3593663"/>
              <a:gd name="connsiteY19" fmla="*/ 2676709 h 2844772"/>
              <a:gd name="connsiteX20" fmla="*/ 504216 w 3593663"/>
              <a:gd name="connsiteY20" fmla="*/ 2812405 h 2844772"/>
              <a:gd name="connsiteX21" fmla="*/ 602606 w 3593663"/>
              <a:gd name="connsiteY21" fmla="*/ 2827917 h 2844772"/>
              <a:gd name="connsiteX22" fmla="*/ 977453 w 3593663"/>
              <a:gd name="connsiteY22" fmla="*/ 2844390 h 2844772"/>
              <a:gd name="connsiteX23" fmla="*/ 1306241 w 3593663"/>
              <a:gd name="connsiteY23" fmla="*/ 2830796 h 2844772"/>
              <a:gd name="connsiteX24" fmla="*/ 1475569 w 3593663"/>
              <a:gd name="connsiteY24" fmla="*/ 2821121 h 2844772"/>
              <a:gd name="connsiteX25" fmla="*/ 1738352 w 3593663"/>
              <a:gd name="connsiteY25" fmla="*/ 2766826 h 2844772"/>
              <a:gd name="connsiteX26" fmla="*/ 1900279 w 3593663"/>
              <a:gd name="connsiteY26" fmla="*/ 2709653 h 2844772"/>
              <a:gd name="connsiteX27" fmla="*/ 2266388 w 3593663"/>
              <a:gd name="connsiteY27" fmla="*/ 2588510 h 2844772"/>
              <a:gd name="connsiteX28" fmla="*/ 2854284 w 3593663"/>
              <a:gd name="connsiteY28" fmla="*/ 2251931 h 2844772"/>
              <a:gd name="connsiteX29" fmla="*/ 3247553 w 3593663"/>
              <a:gd name="connsiteY29" fmla="*/ 1721367 h 2844772"/>
              <a:gd name="connsiteX30" fmla="*/ 3325665 w 3593663"/>
              <a:gd name="connsiteY30" fmla="*/ 1131888 h 2844772"/>
              <a:gd name="connsiteX31" fmla="*/ 3593663 w 3593663"/>
              <a:gd name="connsiteY31" fmla="*/ 1092196 h 284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593663" h="2844772">
                <a:moveTo>
                  <a:pt x="2693913" y="0"/>
                </a:moveTo>
                <a:cubicBezTo>
                  <a:pt x="2623063" y="5000"/>
                  <a:pt x="2537040" y="6113"/>
                  <a:pt x="2481364" y="15000"/>
                </a:cubicBezTo>
                <a:cubicBezTo>
                  <a:pt x="2425688" y="23887"/>
                  <a:pt x="2398859" y="37948"/>
                  <a:pt x="2359855" y="53321"/>
                </a:cubicBezTo>
                <a:cubicBezTo>
                  <a:pt x="2320851" y="68694"/>
                  <a:pt x="2283403" y="86525"/>
                  <a:pt x="2247676" y="106396"/>
                </a:cubicBezTo>
                <a:cubicBezTo>
                  <a:pt x="2118032" y="178523"/>
                  <a:pt x="2015222" y="274797"/>
                  <a:pt x="1910663" y="368673"/>
                </a:cubicBezTo>
                <a:cubicBezTo>
                  <a:pt x="1803226" y="465187"/>
                  <a:pt x="1694042" y="560423"/>
                  <a:pt x="1585268" y="656058"/>
                </a:cubicBezTo>
                <a:cubicBezTo>
                  <a:pt x="1498600" y="732342"/>
                  <a:pt x="1411415" y="808706"/>
                  <a:pt x="1342533" y="895226"/>
                </a:cubicBezTo>
                <a:cubicBezTo>
                  <a:pt x="1282285" y="970951"/>
                  <a:pt x="1236330" y="1053071"/>
                  <a:pt x="1203122" y="1138392"/>
                </a:cubicBezTo>
                <a:cubicBezTo>
                  <a:pt x="1177727" y="1203481"/>
                  <a:pt x="1159633" y="1270090"/>
                  <a:pt x="1146268" y="1337338"/>
                </a:cubicBezTo>
                <a:cubicBezTo>
                  <a:pt x="1126837" y="1435372"/>
                  <a:pt x="1116144" y="1534286"/>
                  <a:pt x="1099798" y="1632719"/>
                </a:cubicBezTo>
                <a:cubicBezTo>
                  <a:pt x="1086843" y="1710602"/>
                  <a:pt x="1070907" y="1789766"/>
                  <a:pt x="1017138" y="1855814"/>
                </a:cubicBezTo>
                <a:cubicBezTo>
                  <a:pt x="981463" y="1899554"/>
                  <a:pt x="931189" y="1936417"/>
                  <a:pt x="867342" y="1950250"/>
                </a:cubicBezTo>
                <a:cubicBezTo>
                  <a:pt x="818611" y="1960805"/>
                  <a:pt x="767412" y="1957447"/>
                  <a:pt x="717548" y="1950250"/>
                </a:cubicBezTo>
                <a:cubicBezTo>
                  <a:pt x="649179" y="1940334"/>
                  <a:pt x="582147" y="1925222"/>
                  <a:pt x="513572" y="1916106"/>
                </a:cubicBezTo>
                <a:cubicBezTo>
                  <a:pt x="428754" y="1904831"/>
                  <a:pt x="340953" y="1903472"/>
                  <a:pt x="260453" y="1926181"/>
                </a:cubicBezTo>
                <a:cubicBezTo>
                  <a:pt x="209562" y="1940495"/>
                  <a:pt x="164325" y="1964484"/>
                  <a:pt x="126182" y="1994469"/>
                </a:cubicBezTo>
                <a:cubicBezTo>
                  <a:pt x="79301" y="2031252"/>
                  <a:pt x="43831" y="2076031"/>
                  <a:pt x="22858" y="2125128"/>
                </a:cubicBezTo>
                <a:cubicBezTo>
                  <a:pt x="1267" y="2175424"/>
                  <a:pt x="-3461" y="2228920"/>
                  <a:pt x="2193" y="2281854"/>
                </a:cubicBezTo>
                <a:cubicBezTo>
                  <a:pt x="10726" y="2362057"/>
                  <a:pt x="41569" y="2439780"/>
                  <a:pt x="84853" y="2512945"/>
                </a:cubicBezTo>
                <a:cubicBezTo>
                  <a:pt x="120220" y="2572677"/>
                  <a:pt x="164634" y="2629051"/>
                  <a:pt x="222721" y="2676709"/>
                </a:cubicBezTo>
                <a:cubicBezTo>
                  <a:pt x="299932" y="2740039"/>
                  <a:pt x="396368" y="2788496"/>
                  <a:pt x="504216" y="2812405"/>
                </a:cubicBezTo>
                <a:cubicBezTo>
                  <a:pt x="536499" y="2819601"/>
                  <a:pt x="569398" y="2824399"/>
                  <a:pt x="602606" y="2827917"/>
                </a:cubicBezTo>
                <a:cubicBezTo>
                  <a:pt x="726801" y="2841031"/>
                  <a:pt x="852127" y="2846309"/>
                  <a:pt x="977453" y="2844390"/>
                </a:cubicBezTo>
                <a:cubicBezTo>
                  <a:pt x="1087152" y="2842630"/>
                  <a:pt x="1196644" y="2835434"/>
                  <a:pt x="1306241" y="2830796"/>
                </a:cubicBezTo>
                <a:cubicBezTo>
                  <a:pt x="1362786" y="2828397"/>
                  <a:pt x="1419435" y="2826719"/>
                  <a:pt x="1475569" y="2821121"/>
                </a:cubicBezTo>
                <a:cubicBezTo>
                  <a:pt x="1565837" y="2812085"/>
                  <a:pt x="1654049" y="2793454"/>
                  <a:pt x="1738352" y="2766826"/>
                </a:cubicBezTo>
                <a:cubicBezTo>
                  <a:pt x="1793254" y="2749475"/>
                  <a:pt x="1846304" y="2728684"/>
                  <a:pt x="1900279" y="2709653"/>
                </a:cubicBezTo>
                <a:cubicBezTo>
                  <a:pt x="2021184" y="2667114"/>
                  <a:pt x="2107387" y="2664797"/>
                  <a:pt x="2266388" y="2588510"/>
                </a:cubicBezTo>
                <a:cubicBezTo>
                  <a:pt x="2425389" y="2512223"/>
                  <a:pt x="2690756" y="2396455"/>
                  <a:pt x="2854284" y="2251931"/>
                </a:cubicBezTo>
                <a:cubicBezTo>
                  <a:pt x="3017812" y="2107407"/>
                  <a:pt x="3165754" y="1918426"/>
                  <a:pt x="3247553" y="1721367"/>
                </a:cubicBezTo>
                <a:cubicBezTo>
                  <a:pt x="3368371" y="1476533"/>
                  <a:pt x="3219921" y="1290460"/>
                  <a:pt x="3325665" y="1131888"/>
                </a:cubicBezTo>
                <a:cubicBezTo>
                  <a:pt x="3431409" y="973316"/>
                  <a:pt x="3570752" y="1138227"/>
                  <a:pt x="3593663" y="1092196"/>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44" name="Freeform: Shape 143">
            <a:extLst>
              <a:ext uri="{FF2B5EF4-FFF2-40B4-BE49-F238E27FC236}">
                <a16:creationId xmlns:a16="http://schemas.microsoft.com/office/drawing/2014/main" id="{8B95442C-A45F-FAA5-3211-32ABB427DF1D}"/>
              </a:ext>
            </a:extLst>
          </p:cNvPr>
          <p:cNvSpPr/>
          <p:nvPr userDrawn="1"/>
        </p:nvSpPr>
        <p:spPr>
          <a:xfrm rot="19255791" flipV="1">
            <a:off x="9130779" y="3138280"/>
            <a:ext cx="3072146" cy="2468559"/>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616030 w 2710118"/>
              <a:gd name="connsiteY0" fmla="*/ 291354 h 2990829"/>
              <a:gd name="connsiteX1" fmla="*/ 2637937 w 2710118"/>
              <a:gd name="connsiteY1" fmla="*/ 724265 h 2990829"/>
              <a:gd name="connsiteX2" fmla="*/ 2691753 w 2710118"/>
              <a:gd name="connsiteY2" fmla="*/ 1117266 h 2990829"/>
              <a:gd name="connsiteX3" fmla="*/ 2705755 w 2710118"/>
              <a:gd name="connsiteY3" fmla="*/ 1476359 h 2990829"/>
              <a:gd name="connsiteX4" fmla="*/ 2616030 w 2710118"/>
              <a:gd name="connsiteY4" fmla="*/ 1859359 h 2990829"/>
              <a:gd name="connsiteX5" fmla="*/ 2404670 w 2710118"/>
              <a:gd name="connsiteY5" fmla="*/ 2250361 h 2990829"/>
              <a:gd name="connsiteX6" fmla="*/ 2198263 w 2710118"/>
              <a:gd name="connsiteY6" fmla="*/ 2456862 h 2990829"/>
              <a:gd name="connsiteX7" fmla="*/ 1724680 w 2710118"/>
              <a:gd name="connsiteY7" fmla="*/ 2757091 h 2990829"/>
              <a:gd name="connsiteX8" fmla="*/ 1327868 w 2710118"/>
              <a:gd name="connsiteY8" fmla="*/ 2810907 h 2990829"/>
              <a:gd name="connsiteX9" fmla="*/ 931057 w 2710118"/>
              <a:gd name="connsiteY9" fmla="*/ 2912634 h 2990829"/>
              <a:gd name="connsiteX10" fmla="*/ 695789 w 2710118"/>
              <a:gd name="connsiteY10" fmla="*/ 2972451 h 2990829"/>
              <a:gd name="connsiteX11" fmla="*/ 348889 w 2710118"/>
              <a:gd name="connsiteY11" fmla="*/ 2984452 h 2990829"/>
              <a:gd name="connsiteX12" fmla="*/ 73711 w 2710118"/>
              <a:gd name="connsiteY12" fmla="*/ 2882725 h 2990829"/>
              <a:gd name="connsiteX13" fmla="*/ 2179 w 2710118"/>
              <a:gd name="connsiteY13" fmla="*/ 2712895 h 2990829"/>
              <a:gd name="connsiteX14" fmla="*/ 18085 w 2710118"/>
              <a:gd name="connsiteY14" fmla="*/ 2589260 h 2990829"/>
              <a:gd name="connsiteX15" fmla="*/ 161627 w 2710118"/>
              <a:gd name="connsiteY15" fmla="*/ 2489533 h 2990829"/>
              <a:gd name="connsiteX16" fmla="*/ 384893 w 2710118"/>
              <a:gd name="connsiteY16" fmla="*/ 2559352 h 2990829"/>
              <a:gd name="connsiteX17" fmla="*/ 648069 w 2710118"/>
              <a:gd name="connsiteY17" fmla="*/ 2579259 h 2990829"/>
              <a:gd name="connsiteX18" fmla="*/ 831520 w 2710118"/>
              <a:gd name="connsiteY18" fmla="*/ 2445623 h 2990829"/>
              <a:gd name="connsiteX19" fmla="*/ 909244 w 2710118"/>
              <a:gd name="connsiteY19" fmla="*/ 2210260 h 2990829"/>
              <a:gd name="connsiteX20" fmla="*/ 975062 w 2710118"/>
              <a:gd name="connsiteY20" fmla="*/ 1771444 h 2990829"/>
              <a:gd name="connsiteX21" fmla="*/ 989064 w 2710118"/>
              <a:gd name="connsiteY21" fmla="*/ 1486170 h 2990829"/>
              <a:gd name="connsiteX22" fmla="*/ 1058882 w 2710118"/>
              <a:gd name="connsiteY22" fmla="*/ 1115171 h 2990829"/>
              <a:gd name="connsiteX23" fmla="*/ 1238333 w 2710118"/>
              <a:gd name="connsiteY23" fmla="*/ 776081 h 2990829"/>
              <a:gd name="connsiteX24" fmla="*/ 1567327 w 2710118"/>
              <a:gd name="connsiteY24" fmla="*/ 399081 h 2990829"/>
              <a:gd name="connsiteX25" fmla="*/ 1944136 w 2710118"/>
              <a:gd name="connsiteY25" fmla="*/ 85899 h 2990829"/>
              <a:gd name="connsiteX26" fmla="*/ 2167402 w 2710118"/>
              <a:gd name="connsiteY26" fmla="*/ 2079 h 2990829"/>
              <a:gd name="connsiteX27" fmla="*/ 2412671 w 2710118"/>
              <a:gd name="connsiteY27" fmla="*/ 53991 h 2990829"/>
              <a:gd name="connsiteX28" fmla="*/ 2702711 w 2710118"/>
              <a:gd name="connsiteY28" fmla="*/ 402830 h 2990829"/>
              <a:gd name="connsiteX0" fmla="*/ 2616030 w 2710118"/>
              <a:gd name="connsiteY0" fmla="*/ 291354 h 2990829"/>
              <a:gd name="connsiteX1" fmla="*/ 2637937 w 2710118"/>
              <a:gd name="connsiteY1" fmla="*/ 724265 h 2990829"/>
              <a:gd name="connsiteX2" fmla="*/ 2691753 w 2710118"/>
              <a:gd name="connsiteY2" fmla="*/ 1117266 h 2990829"/>
              <a:gd name="connsiteX3" fmla="*/ 2705755 w 2710118"/>
              <a:gd name="connsiteY3" fmla="*/ 1476359 h 2990829"/>
              <a:gd name="connsiteX4" fmla="*/ 2616030 w 2710118"/>
              <a:gd name="connsiteY4" fmla="*/ 1859359 h 2990829"/>
              <a:gd name="connsiteX5" fmla="*/ 2404670 w 2710118"/>
              <a:gd name="connsiteY5" fmla="*/ 2250361 h 2990829"/>
              <a:gd name="connsiteX6" fmla="*/ 2198263 w 2710118"/>
              <a:gd name="connsiteY6" fmla="*/ 2456862 h 2990829"/>
              <a:gd name="connsiteX7" fmla="*/ 1724680 w 2710118"/>
              <a:gd name="connsiteY7" fmla="*/ 2757091 h 2990829"/>
              <a:gd name="connsiteX8" fmla="*/ 1327868 w 2710118"/>
              <a:gd name="connsiteY8" fmla="*/ 2810907 h 2990829"/>
              <a:gd name="connsiteX9" fmla="*/ 931057 w 2710118"/>
              <a:gd name="connsiteY9" fmla="*/ 2912634 h 2990829"/>
              <a:gd name="connsiteX10" fmla="*/ 695789 w 2710118"/>
              <a:gd name="connsiteY10" fmla="*/ 2972451 h 2990829"/>
              <a:gd name="connsiteX11" fmla="*/ 348889 w 2710118"/>
              <a:gd name="connsiteY11" fmla="*/ 2984452 h 2990829"/>
              <a:gd name="connsiteX12" fmla="*/ 73711 w 2710118"/>
              <a:gd name="connsiteY12" fmla="*/ 2882725 h 2990829"/>
              <a:gd name="connsiteX13" fmla="*/ 2179 w 2710118"/>
              <a:gd name="connsiteY13" fmla="*/ 2712895 h 2990829"/>
              <a:gd name="connsiteX14" fmla="*/ 18085 w 2710118"/>
              <a:gd name="connsiteY14" fmla="*/ 2589260 h 2990829"/>
              <a:gd name="connsiteX15" fmla="*/ 161627 w 2710118"/>
              <a:gd name="connsiteY15" fmla="*/ 2489533 h 2990829"/>
              <a:gd name="connsiteX16" fmla="*/ 384893 w 2710118"/>
              <a:gd name="connsiteY16" fmla="*/ 2559352 h 2990829"/>
              <a:gd name="connsiteX17" fmla="*/ 648069 w 2710118"/>
              <a:gd name="connsiteY17" fmla="*/ 2579259 h 2990829"/>
              <a:gd name="connsiteX18" fmla="*/ 831520 w 2710118"/>
              <a:gd name="connsiteY18" fmla="*/ 2445623 h 2990829"/>
              <a:gd name="connsiteX19" fmla="*/ 909244 w 2710118"/>
              <a:gd name="connsiteY19" fmla="*/ 2210260 h 2990829"/>
              <a:gd name="connsiteX20" fmla="*/ 975062 w 2710118"/>
              <a:gd name="connsiteY20" fmla="*/ 1771444 h 2990829"/>
              <a:gd name="connsiteX21" fmla="*/ 989064 w 2710118"/>
              <a:gd name="connsiteY21" fmla="*/ 1486170 h 2990829"/>
              <a:gd name="connsiteX22" fmla="*/ 1058882 w 2710118"/>
              <a:gd name="connsiteY22" fmla="*/ 1115171 h 2990829"/>
              <a:gd name="connsiteX23" fmla="*/ 1238333 w 2710118"/>
              <a:gd name="connsiteY23" fmla="*/ 776081 h 2990829"/>
              <a:gd name="connsiteX24" fmla="*/ 1567327 w 2710118"/>
              <a:gd name="connsiteY24" fmla="*/ 399081 h 2990829"/>
              <a:gd name="connsiteX25" fmla="*/ 1944136 w 2710118"/>
              <a:gd name="connsiteY25" fmla="*/ 85899 h 2990829"/>
              <a:gd name="connsiteX26" fmla="*/ 2167402 w 2710118"/>
              <a:gd name="connsiteY26" fmla="*/ 2079 h 2990829"/>
              <a:gd name="connsiteX27" fmla="*/ 2412671 w 2710118"/>
              <a:gd name="connsiteY27" fmla="*/ 53991 h 2990829"/>
              <a:gd name="connsiteX0" fmla="*/ 2616030 w 2710118"/>
              <a:gd name="connsiteY0" fmla="*/ 378195 h 3077670"/>
              <a:gd name="connsiteX1" fmla="*/ 2637937 w 2710118"/>
              <a:gd name="connsiteY1" fmla="*/ 811106 h 3077670"/>
              <a:gd name="connsiteX2" fmla="*/ 2691753 w 2710118"/>
              <a:gd name="connsiteY2" fmla="*/ 1204107 h 3077670"/>
              <a:gd name="connsiteX3" fmla="*/ 2705755 w 2710118"/>
              <a:gd name="connsiteY3" fmla="*/ 1563200 h 3077670"/>
              <a:gd name="connsiteX4" fmla="*/ 2616030 w 2710118"/>
              <a:gd name="connsiteY4" fmla="*/ 1946200 h 3077670"/>
              <a:gd name="connsiteX5" fmla="*/ 2404670 w 2710118"/>
              <a:gd name="connsiteY5" fmla="*/ 2337202 h 3077670"/>
              <a:gd name="connsiteX6" fmla="*/ 2198263 w 2710118"/>
              <a:gd name="connsiteY6" fmla="*/ 2543703 h 3077670"/>
              <a:gd name="connsiteX7" fmla="*/ 1724680 w 2710118"/>
              <a:gd name="connsiteY7" fmla="*/ 2843932 h 3077670"/>
              <a:gd name="connsiteX8" fmla="*/ 1327868 w 2710118"/>
              <a:gd name="connsiteY8" fmla="*/ 2897748 h 3077670"/>
              <a:gd name="connsiteX9" fmla="*/ 931057 w 2710118"/>
              <a:gd name="connsiteY9" fmla="*/ 2999475 h 3077670"/>
              <a:gd name="connsiteX10" fmla="*/ 695789 w 2710118"/>
              <a:gd name="connsiteY10" fmla="*/ 3059292 h 3077670"/>
              <a:gd name="connsiteX11" fmla="*/ 348889 w 2710118"/>
              <a:gd name="connsiteY11" fmla="*/ 3071293 h 3077670"/>
              <a:gd name="connsiteX12" fmla="*/ 73711 w 2710118"/>
              <a:gd name="connsiteY12" fmla="*/ 2969566 h 3077670"/>
              <a:gd name="connsiteX13" fmla="*/ 2179 w 2710118"/>
              <a:gd name="connsiteY13" fmla="*/ 2799736 h 3077670"/>
              <a:gd name="connsiteX14" fmla="*/ 18085 w 2710118"/>
              <a:gd name="connsiteY14" fmla="*/ 2676101 h 3077670"/>
              <a:gd name="connsiteX15" fmla="*/ 161627 w 2710118"/>
              <a:gd name="connsiteY15" fmla="*/ 2576374 h 3077670"/>
              <a:gd name="connsiteX16" fmla="*/ 384893 w 2710118"/>
              <a:gd name="connsiteY16" fmla="*/ 2646193 h 3077670"/>
              <a:gd name="connsiteX17" fmla="*/ 648069 w 2710118"/>
              <a:gd name="connsiteY17" fmla="*/ 2666100 h 3077670"/>
              <a:gd name="connsiteX18" fmla="*/ 831520 w 2710118"/>
              <a:gd name="connsiteY18" fmla="*/ 2532464 h 3077670"/>
              <a:gd name="connsiteX19" fmla="*/ 909244 w 2710118"/>
              <a:gd name="connsiteY19" fmla="*/ 2297101 h 3077670"/>
              <a:gd name="connsiteX20" fmla="*/ 975062 w 2710118"/>
              <a:gd name="connsiteY20" fmla="*/ 1858285 h 3077670"/>
              <a:gd name="connsiteX21" fmla="*/ 989064 w 2710118"/>
              <a:gd name="connsiteY21" fmla="*/ 1573011 h 3077670"/>
              <a:gd name="connsiteX22" fmla="*/ 1058882 w 2710118"/>
              <a:gd name="connsiteY22" fmla="*/ 1202012 h 3077670"/>
              <a:gd name="connsiteX23" fmla="*/ 1238333 w 2710118"/>
              <a:gd name="connsiteY23" fmla="*/ 862922 h 3077670"/>
              <a:gd name="connsiteX24" fmla="*/ 1567327 w 2710118"/>
              <a:gd name="connsiteY24" fmla="*/ 485922 h 3077670"/>
              <a:gd name="connsiteX25" fmla="*/ 1944136 w 2710118"/>
              <a:gd name="connsiteY25" fmla="*/ 172740 h 3077670"/>
              <a:gd name="connsiteX26" fmla="*/ 2167402 w 2710118"/>
              <a:gd name="connsiteY26" fmla="*/ 88920 h 3077670"/>
              <a:gd name="connsiteX27" fmla="*/ 2188949 w 2710118"/>
              <a:gd name="connsiteY27" fmla="*/ 10492 h 3077670"/>
              <a:gd name="connsiteX0" fmla="*/ 2616030 w 2710118"/>
              <a:gd name="connsiteY0" fmla="*/ 382366 h 3081841"/>
              <a:gd name="connsiteX1" fmla="*/ 2637937 w 2710118"/>
              <a:gd name="connsiteY1" fmla="*/ 815277 h 3081841"/>
              <a:gd name="connsiteX2" fmla="*/ 2691753 w 2710118"/>
              <a:gd name="connsiteY2" fmla="*/ 1208278 h 3081841"/>
              <a:gd name="connsiteX3" fmla="*/ 2705755 w 2710118"/>
              <a:gd name="connsiteY3" fmla="*/ 1567371 h 3081841"/>
              <a:gd name="connsiteX4" fmla="*/ 2616030 w 2710118"/>
              <a:gd name="connsiteY4" fmla="*/ 1950371 h 3081841"/>
              <a:gd name="connsiteX5" fmla="*/ 2404670 w 2710118"/>
              <a:gd name="connsiteY5" fmla="*/ 2341373 h 3081841"/>
              <a:gd name="connsiteX6" fmla="*/ 2198263 w 2710118"/>
              <a:gd name="connsiteY6" fmla="*/ 2547874 h 3081841"/>
              <a:gd name="connsiteX7" fmla="*/ 1724680 w 2710118"/>
              <a:gd name="connsiteY7" fmla="*/ 2848103 h 3081841"/>
              <a:gd name="connsiteX8" fmla="*/ 1327868 w 2710118"/>
              <a:gd name="connsiteY8" fmla="*/ 2901919 h 3081841"/>
              <a:gd name="connsiteX9" fmla="*/ 931057 w 2710118"/>
              <a:gd name="connsiteY9" fmla="*/ 3003646 h 3081841"/>
              <a:gd name="connsiteX10" fmla="*/ 695789 w 2710118"/>
              <a:gd name="connsiteY10" fmla="*/ 3063463 h 3081841"/>
              <a:gd name="connsiteX11" fmla="*/ 348889 w 2710118"/>
              <a:gd name="connsiteY11" fmla="*/ 3075464 h 3081841"/>
              <a:gd name="connsiteX12" fmla="*/ 73711 w 2710118"/>
              <a:gd name="connsiteY12" fmla="*/ 2973737 h 3081841"/>
              <a:gd name="connsiteX13" fmla="*/ 2179 w 2710118"/>
              <a:gd name="connsiteY13" fmla="*/ 2803907 h 3081841"/>
              <a:gd name="connsiteX14" fmla="*/ 18085 w 2710118"/>
              <a:gd name="connsiteY14" fmla="*/ 2680272 h 3081841"/>
              <a:gd name="connsiteX15" fmla="*/ 161627 w 2710118"/>
              <a:gd name="connsiteY15" fmla="*/ 2580545 h 3081841"/>
              <a:gd name="connsiteX16" fmla="*/ 384893 w 2710118"/>
              <a:gd name="connsiteY16" fmla="*/ 2650364 h 3081841"/>
              <a:gd name="connsiteX17" fmla="*/ 648069 w 2710118"/>
              <a:gd name="connsiteY17" fmla="*/ 2670271 h 3081841"/>
              <a:gd name="connsiteX18" fmla="*/ 831520 w 2710118"/>
              <a:gd name="connsiteY18" fmla="*/ 2536635 h 3081841"/>
              <a:gd name="connsiteX19" fmla="*/ 909244 w 2710118"/>
              <a:gd name="connsiteY19" fmla="*/ 2301272 h 3081841"/>
              <a:gd name="connsiteX20" fmla="*/ 975062 w 2710118"/>
              <a:gd name="connsiteY20" fmla="*/ 1862456 h 3081841"/>
              <a:gd name="connsiteX21" fmla="*/ 989064 w 2710118"/>
              <a:gd name="connsiteY21" fmla="*/ 1577182 h 3081841"/>
              <a:gd name="connsiteX22" fmla="*/ 1058882 w 2710118"/>
              <a:gd name="connsiteY22" fmla="*/ 1206183 h 3081841"/>
              <a:gd name="connsiteX23" fmla="*/ 1238333 w 2710118"/>
              <a:gd name="connsiteY23" fmla="*/ 867093 h 3081841"/>
              <a:gd name="connsiteX24" fmla="*/ 1567327 w 2710118"/>
              <a:gd name="connsiteY24" fmla="*/ 490093 h 3081841"/>
              <a:gd name="connsiteX25" fmla="*/ 1944136 w 2710118"/>
              <a:gd name="connsiteY25" fmla="*/ 176911 h 3081841"/>
              <a:gd name="connsiteX26" fmla="*/ 2104996 w 2710118"/>
              <a:gd name="connsiteY26" fmla="*/ 57040 h 3081841"/>
              <a:gd name="connsiteX27" fmla="*/ 2188949 w 2710118"/>
              <a:gd name="connsiteY27" fmla="*/ 14663 h 3081841"/>
              <a:gd name="connsiteX0" fmla="*/ 2637937 w 2710118"/>
              <a:gd name="connsiteY0" fmla="*/ 815277 h 3081841"/>
              <a:gd name="connsiteX1" fmla="*/ 2691753 w 2710118"/>
              <a:gd name="connsiteY1" fmla="*/ 1208278 h 3081841"/>
              <a:gd name="connsiteX2" fmla="*/ 2705755 w 2710118"/>
              <a:gd name="connsiteY2" fmla="*/ 1567371 h 3081841"/>
              <a:gd name="connsiteX3" fmla="*/ 2616030 w 2710118"/>
              <a:gd name="connsiteY3" fmla="*/ 1950371 h 3081841"/>
              <a:gd name="connsiteX4" fmla="*/ 2404670 w 2710118"/>
              <a:gd name="connsiteY4" fmla="*/ 2341373 h 3081841"/>
              <a:gd name="connsiteX5" fmla="*/ 2198263 w 2710118"/>
              <a:gd name="connsiteY5" fmla="*/ 2547874 h 3081841"/>
              <a:gd name="connsiteX6" fmla="*/ 1724680 w 2710118"/>
              <a:gd name="connsiteY6" fmla="*/ 2848103 h 3081841"/>
              <a:gd name="connsiteX7" fmla="*/ 1327868 w 2710118"/>
              <a:gd name="connsiteY7" fmla="*/ 2901919 h 3081841"/>
              <a:gd name="connsiteX8" fmla="*/ 931057 w 2710118"/>
              <a:gd name="connsiteY8" fmla="*/ 3003646 h 3081841"/>
              <a:gd name="connsiteX9" fmla="*/ 695789 w 2710118"/>
              <a:gd name="connsiteY9" fmla="*/ 3063463 h 3081841"/>
              <a:gd name="connsiteX10" fmla="*/ 348889 w 2710118"/>
              <a:gd name="connsiteY10" fmla="*/ 3075464 h 3081841"/>
              <a:gd name="connsiteX11" fmla="*/ 73711 w 2710118"/>
              <a:gd name="connsiteY11" fmla="*/ 2973737 h 3081841"/>
              <a:gd name="connsiteX12" fmla="*/ 2179 w 2710118"/>
              <a:gd name="connsiteY12" fmla="*/ 2803907 h 3081841"/>
              <a:gd name="connsiteX13" fmla="*/ 18085 w 2710118"/>
              <a:gd name="connsiteY13" fmla="*/ 2680272 h 3081841"/>
              <a:gd name="connsiteX14" fmla="*/ 161627 w 2710118"/>
              <a:gd name="connsiteY14" fmla="*/ 2580545 h 3081841"/>
              <a:gd name="connsiteX15" fmla="*/ 384893 w 2710118"/>
              <a:gd name="connsiteY15" fmla="*/ 2650364 h 3081841"/>
              <a:gd name="connsiteX16" fmla="*/ 648069 w 2710118"/>
              <a:gd name="connsiteY16" fmla="*/ 2670271 h 3081841"/>
              <a:gd name="connsiteX17" fmla="*/ 831520 w 2710118"/>
              <a:gd name="connsiteY17" fmla="*/ 2536635 h 3081841"/>
              <a:gd name="connsiteX18" fmla="*/ 909244 w 2710118"/>
              <a:gd name="connsiteY18" fmla="*/ 2301272 h 3081841"/>
              <a:gd name="connsiteX19" fmla="*/ 975062 w 2710118"/>
              <a:gd name="connsiteY19" fmla="*/ 1862456 h 3081841"/>
              <a:gd name="connsiteX20" fmla="*/ 989064 w 2710118"/>
              <a:gd name="connsiteY20" fmla="*/ 1577182 h 3081841"/>
              <a:gd name="connsiteX21" fmla="*/ 1058882 w 2710118"/>
              <a:gd name="connsiteY21" fmla="*/ 1206183 h 3081841"/>
              <a:gd name="connsiteX22" fmla="*/ 1238333 w 2710118"/>
              <a:gd name="connsiteY22" fmla="*/ 867093 h 3081841"/>
              <a:gd name="connsiteX23" fmla="*/ 1567327 w 2710118"/>
              <a:gd name="connsiteY23" fmla="*/ 490093 h 3081841"/>
              <a:gd name="connsiteX24" fmla="*/ 1944136 w 2710118"/>
              <a:gd name="connsiteY24" fmla="*/ 176911 h 3081841"/>
              <a:gd name="connsiteX25" fmla="*/ 2104996 w 2710118"/>
              <a:gd name="connsiteY25" fmla="*/ 57040 h 3081841"/>
              <a:gd name="connsiteX26" fmla="*/ 2188949 w 2710118"/>
              <a:gd name="connsiteY26" fmla="*/ 14663 h 3081841"/>
              <a:gd name="connsiteX0" fmla="*/ 2691753 w 2710118"/>
              <a:gd name="connsiteY0" fmla="*/ 1208278 h 3081841"/>
              <a:gd name="connsiteX1" fmla="*/ 2705755 w 2710118"/>
              <a:gd name="connsiteY1" fmla="*/ 1567371 h 3081841"/>
              <a:gd name="connsiteX2" fmla="*/ 2616030 w 2710118"/>
              <a:gd name="connsiteY2" fmla="*/ 1950371 h 3081841"/>
              <a:gd name="connsiteX3" fmla="*/ 2404670 w 2710118"/>
              <a:gd name="connsiteY3" fmla="*/ 2341373 h 3081841"/>
              <a:gd name="connsiteX4" fmla="*/ 2198263 w 2710118"/>
              <a:gd name="connsiteY4" fmla="*/ 2547874 h 3081841"/>
              <a:gd name="connsiteX5" fmla="*/ 1724680 w 2710118"/>
              <a:gd name="connsiteY5" fmla="*/ 2848103 h 3081841"/>
              <a:gd name="connsiteX6" fmla="*/ 1327868 w 2710118"/>
              <a:gd name="connsiteY6" fmla="*/ 2901919 h 3081841"/>
              <a:gd name="connsiteX7" fmla="*/ 931057 w 2710118"/>
              <a:gd name="connsiteY7" fmla="*/ 3003646 h 3081841"/>
              <a:gd name="connsiteX8" fmla="*/ 695789 w 2710118"/>
              <a:gd name="connsiteY8" fmla="*/ 3063463 h 3081841"/>
              <a:gd name="connsiteX9" fmla="*/ 348889 w 2710118"/>
              <a:gd name="connsiteY9" fmla="*/ 3075464 h 3081841"/>
              <a:gd name="connsiteX10" fmla="*/ 73711 w 2710118"/>
              <a:gd name="connsiteY10" fmla="*/ 2973737 h 3081841"/>
              <a:gd name="connsiteX11" fmla="*/ 2179 w 2710118"/>
              <a:gd name="connsiteY11" fmla="*/ 2803907 h 3081841"/>
              <a:gd name="connsiteX12" fmla="*/ 18085 w 2710118"/>
              <a:gd name="connsiteY12" fmla="*/ 2680272 h 3081841"/>
              <a:gd name="connsiteX13" fmla="*/ 161627 w 2710118"/>
              <a:gd name="connsiteY13" fmla="*/ 2580545 h 3081841"/>
              <a:gd name="connsiteX14" fmla="*/ 384893 w 2710118"/>
              <a:gd name="connsiteY14" fmla="*/ 2650364 h 3081841"/>
              <a:gd name="connsiteX15" fmla="*/ 648069 w 2710118"/>
              <a:gd name="connsiteY15" fmla="*/ 2670271 h 3081841"/>
              <a:gd name="connsiteX16" fmla="*/ 831520 w 2710118"/>
              <a:gd name="connsiteY16" fmla="*/ 2536635 h 3081841"/>
              <a:gd name="connsiteX17" fmla="*/ 909244 w 2710118"/>
              <a:gd name="connsiteY17" fmla="*/ 2301272 h 3081841"/>
              <a:gd name="connsiteX18" fmla="*/ 975062 w 2710118"/>
              <a:gd name="connsiteY18" fmla="*/ 1862456 h 3081841"/>
              <a:gd name="connsiteX19" fmla="*/ 989064 w 2710118"/>
              <a:gd name="connsiteY19" fmla="*/ 1577182 h 3081841"/>
              <a:gd name="connsiteX20" fmla="*/ 1058882 w 2710118"/>
              <a:gd name="connsiteY20" fmla="*/ 1206183 h 3081841"/>
              <a:gd name="connsiteX21" fmla="*/ 1238333 w 2710118"/>
              <a:gd name="connsiteY21" fmla="*/ 867093 h 3081841"/>
              <a:gd name="connsiteX22" fmla="*/ 1567327 w 2710118"/>
              <a:gd name="connsiteY22" fmla="*/ 490093 h 3081841"/>
              <a:gd name="connsiteX23" fmla="*/ 1944136 w 2710118"/>
              <a:gd name="connsiteY23" fmla="*/ 176911 h 3081841"/>
              <a:gd name="connsiteX24" fmla="*/ 2104996 w 2710118"/>
              <a:gd name="connsiteY24" fmla="*/ 57040 h 3081841"/>
              <a:gd name="connsiteX25" fmla="*/ 2188949 w 2710118"/>
              <a:gd name="connsiteY25" fmla="*/ 14663 h 3081841"/>
              <a:gd name="connsiteX0" fmla="*/ 2607576 w 2706486"/>
              <a:gd name="connsiteY0" fmla="*/ 1180336 h 3081841"/>
              <a:gd name="connsiteX1" fmla="*/ 2705755 w 2706486"/>
              <a:gd name="connsiteY1" fmla="*/ 1567371 h 3081841"/>
              <a:gd name="connsiteX2" fmla="*/ 2616030 w 2706486"/>
              <a:gd name="connsiteY2" fmla="*/ 1950371 h 3081841"/>
              <a:gd name="connsiteX3" fmla="*/ 2404670 w 2706486"/>
              <a:gd name="connsiteY3" fmla="*/ 2341373 h 3081841"/>
              <a:gd name="connsiteX4" fmla="*/ 2198263 w 2706486"/>
              <a:gd name="connsiteY4" fmla="*/ 2547874 h 3081841"/>
              <a:gd name="connsiteX5" fmla="*/ 1724680 w 2706486"/>
              <a:gd name="connsiteY5" fmla="*/ 2848103 h 3081841"/>
              <a:gd name="connsiteX6" fmla="*/ 1327868 w 2706486"/>
              <a:gd name="connsiteY6" fmla="*/ 2901919 h 3081841"/>
              <a:gd name="connsiteX7" fmla="*/ 931057 w 2706486"/>
              <a:gd name="connsiteY7" fmla="*/ 3003646 h 3081841"/>
              <a:gd name="connsiteX8" fmla="*/ 695789 w 2706486"/>
              <a:gd name="connsiteY8" fmla="*/ 3063463 h 3081841"/>
              <a:gd name="connsiteX9" fmla="*/ 348889 w 2706486"/>
              <a:gd name="connsiteY9" fmla="*/ 3075464 h 3081841"/>
              <a:gd name="connsiteX10" fmla="*/ 73711 w 2706486"/>
              <a:gd name="connsiteY10" fmla="*/ 2973737 h 3081841"/>
              <a:gd name="connsiteX11" fmla="*/ 2179 w 2706486"/>
              <a:gd name="connsiteY11" fmla="*/ 2803907 h 3081841"/>
              <a:gd name="connsiteX12" fmla="*/ 18085 w 2706486"/>
              <a:gd name="connsiteY12" fmla="*/ 2680272 h 3081841"/>
              <a:gd name="connsiteX13" fmla="*/ 161627 w 2706486"/>
              <a:gd name="connsiteY13" fmla="*/ 2580545 h 3081841"/>
              <a:gd name="connsiteX14" fmla="*/ 384893 w 2706486"/>
              <a:gd name="connsiteY14" fmla="*/ 2650364 h 3081841"/>
              <a:gd name="connsiteX15" fmla="*/ 648069 w 2706486"/>
              <a:gd name="connsiteY15" fmla="*/ 2670271 h 3081841"/>
              <a:gd name="connsiteX16" fmla="*/ 831520 w 2706486"/>
              <a:gd name="connsiteY16" fmla="*/ 2536635 h 3081841"/>
              <a:gd name="connsiteX17" fmla="*/ 909244 w 2706486"/>
              <a:gd name="connsiteY17" fmla="*/ 2301272 h 3081841"/>
              <a:gd name="connsiteX18" fmla="*/ 975062 w 2706486"/>
              <a:gd name="connsiteY18" fmla="*/ 1862456 h 3081841"/>
              <a:gd name="connsiteX19" fmla="*/ 989064 w 2706486"/>
              <a:gd name="connsiteY19" fmla="*/ 1577182 h 3081841"/>
              <a:gd name="connsiteX20" fmla="*/ 1058882 w 2706486"/>
              <a:gd name="connsiteY20" fmla="*/ 1206183 h 3081841"/>
              <a:gd name="connsiteX21" fmla="*/ 1238333 w 2706486"/>
              <a:gd name="connsiteY21" fmla="*/ 867093 h 3081841"/>
              <a:gd name="connsiteX22" fmla="*/ 1567327 w 2706486"/>
              <a:gd name="connsiteY22" fmla="*/ 490093 h 3081841"/>
              <a:gd name="connsiteX23" fmla="*/ 1944136 w 2706486"/>
              <a:gd name="connsiteY23" fmla="*/ 176911 h 3081841"/>
              <a:gd name="connsiteX24" fmla="*/ 2104996 w 2706486"/>
              <a:gd name="connsiteY24" fmla="*/ 57040 h 3081841"/>
              <a:gd name="connsiteX25" fmla="*/ 2188949 w 2706486"/>
              <a:gd name="connsiteY25" fmla="*/ 14663 h 3081841"/>
              <a:gd name="connsiteX0" fmla="*/ 2607576 w 2670949"/>
              <a:gd name="connsiteY0" fmla="*/ 1180336 h 3081841"/>
              <a:gd name="connsiteX1" fmla="*/ 2669802 w 2670949"/>
              <a:gd name="connsiteY1" fmla="*/ 1588830 h 3081841"/>
              <a:gd name="connsiteX2" fmla="*/ 2616030 w 2670949"/>
              <a:gd name="connsiteY2" fmla="*/ 1950371 h 3081841"/>
              <a:gd name="connsiteX3" fmla="*/ 2404670 w 2670949"/>
              <a:gd name="connsiteY3" fmla="*/ 2341373 h 3081841"/>
              <a:gd name="connsiteX4" fmla="*/ 2198263 w 2670949"/>
              <a:gd name="connsiteY4" fmla="*/ 2547874 h 3081841"/>
              <a:gd name="connsiteX5" fmla="*/ 1724680 w 2670949"/>
              <a:gd name="connsiteY5" fmla="*/ 2848103 h 3081841"/>
              <a:gd name="connsiteX6" fmla="*/ 1327868 w 2670949"/>
              <a:gd name="connsiteY6" fmla="*/ 2901919 h 3081841"/>
              <a:gd name="connsiteX7" fmla="*/ 931057 w 2670949"/>
              <a:gd name="connsiteY7" fmla="*/ 3003646 h 3081841"/>
              <a:gd name="connsiteX8" fmla="*/ 695789 w 2670949"/>
              <a:gd name="connsiteY8" fmla="*/ 3063463 h 3081841"/>
              <a:gd name="connsiteX9" fmla="*/ 348889 w 2670949"/>
              <a:gd name="connsiteY9" fmla="*/ 3075464 h 3081841"/>
              <a:gd name="connsiteX10" fmla="*/ 73711 w 2670949"/>
              <a:gd name="connsiteY10" fmla="*/ 2973737 h 3081841"/>
              <a:gd name="connsiteX11" fmla="*/ 2179 w 2670949"/>
              <a:gd name="connsiteY11" fmla="*/ 2803907 h 3081841"/>
              <a:gd name="connsiteX12" fmla="*/ 18085 w 2670949"/>
              <a:gd name="connsiteY12" fmla="*/ 2680272 h 3081841"/>
              <a:gd name="connsiteX13" fmla="*/ 161627 w 2670949"/>
              <a:gd name="connsiteY13" fmla="*/ 2580545 h 3081841"/>
              <a:gd name="connsiteX14" fmla="*/ 384893 w 2670949"/>
              <a:gd name="connsiteY14" fmla="*/ 2650364 h 3081841"/>
              <a:gd name="connsiteX15" fmla="*/ 648069 w 2670949"/>
              <a:gd name="connsiteY15" fmla="*/ 2670271 h 3081841"/>
              <a:gd name="connsiteX16" fmla="*/ 831520 w 2670949"/>
              <a:gd name="connsiteY16" fmla="*/ 2536635 h 3081841"/>
              <a:gd name="connsiteX17" fmla="*/ 909244 w 2670949"/>
              <a:gd name="connsiteY17" fmla="*/ 2301272 h 3081841"/>
              <a:gd name="connsiteX18" fmla="*/ 975062 w 2670949"/>
              <a:gd name="connsiteY18" fmla="*/ 1862456 h 3081841"/>
              <a:gd name="connsiteX19" fmla="*/ 989064 w 2670949"/>
              <a:gd name="connsiteY19" fmla="*/ 1577182 h 3081841"/>
              <a:gd name="connsiteX20" fmla="*/ 1058882 w 2670949"/>
              <a:gd name="connsiteY20" fmla="*/ 1206183 h 3081841"/>
              <a:gd name="connsiteX21" fmla="*/ 1238333 w 2670949"/>
              <a:gd name="connsiteY21" fmla="*/ 867093 h 3081841"/>
              <a:gd name="connsiteX22" fmla="*/ 1567327 w 2670949"/>
              <a:gd name="connsiteY22" fmla="*/ 490093 h 3081841"/>
              <a:gd name="connsiteX23" fmla="*/ 1944136 w 2670949"/>
              <a:gd name="connsiteY23" fmla="*/ 176911 h 3081841"/>
              <a:gd name="connsiteX24" fmla="*/ 2104996 w 2670949"/>
              <a:gd name="connsiteY24" fmla="*/ 57040 h 3081841"/>
              <a:gd name="connsiteX25" fmla="*/ 2188949 w 2670949"/>
              <a:gd name="connsiteY25" fmla="*/ 14663 h 3081841"/>
              <a:gd name="connsiteX0" fmla="*/ 2607576 w 2670949"/>
              <a:gd name="connsiteY0" fmla="*/ 1123354 h 3024859"/>
              <a:gd name="connsiteX1" fmla="*/ 2669802 w 2670949"/>
              <a:gd name="connsiteY1" fmla="*/ 1531848 h 3024859"/>
              <a:gd name="connsiteX2" fmla="*/ 2616030 w 2670949"/>
              <a:gd name="connsiteY2" fmla="*/ 1893389 h 3024859"/>
              <a:gd name="connsiteX3" fmla="*/ 2404670 w 2670949"/>
              <a:gd name="connsiteY3" fmla="*/ 2284391 h 3024859"/>
              <a:gd name="connsiteX4" fmla="*/ 2198263 w 2670949"/>
              <a:gd name="connsiteY4" fmla="*/ 2490892 h 3024859"/>
              <a:gd name="connsiteX5" fmla="*/ 1724680 w 2670949"/>
              <a:gd name="connsiteY5" fmla="*/ 2791121 h 3024859"/>
              <a:gd name="connsiteX6" fmla="*/ 1327868 w 2670949"/>
              <a:gd name="connsiteY6" fmla="*/ 2844937 h 3024859"/>
              <a:gd name="connsiteX7" fmla="*/ 931057 w 2670949"/>
              <a:gd name="connsiteY7" fmla="*/ 2946664 h 3024859"/>
              <a:gd name="connsiteX8" fmla="*/ 695789 w 2670949"/>
              <a:gd name="connsiteY8" fmla="*/ 3006481 h 3024859"/>
              <a:gd name="connsiteX9" fmla="*/ 348889 w 2670949"/>
              <a:gd name="connsiteY9" fmla="*/ 3018482 h 3024859"/>
              <a:gd name="connsiteX10" fmla="*/ 73711 w 2670949"/>
              <a:gd name="connsiteY10" fmla="*/ 2916755 h 3024859"/>
              <a:gd name="connsiteX11" fmla="*/ 2179 w 2670949"/>
              <a:gd name="connsiteY11" fmla="*/ 2746925 h 3024859"/>
              <a:gd name="connsiteX12" fmla="*/ 18085 w 2670949"/>
              <a:gd name="connsiteY12" fmla="*/ 2623290 h 3024859"/>
              <a:gd name="connsiteX13" fmla="*/ 161627 w 2670949"/>
              <a:gd name="connsiteY13" fmla="*/ 2523563 h 3024859"/>
              <a:gd name="connsiteX14" fmla="*/ 384893 w 2670949"/>
              <a:gd name="connsiteY14" fmla="*/ 2593382 h 3024859"/>
              <a:gd name="connsiteX15" fmla="*/ 648069 w 2670949"/>
              <a:gd name="connsiteY15" fmla="*/ 2613289 h 3024859"/>
              <a:gd name="connsiteX16" fmla="*/ 831520 w 2670949"/>
              <a:gd name="connsiteY16" fmla="*/ 2479653 h 3024859"/>
              <a:gd name="connsiteX17" fmla="*/ 909244 w 2670949"/>
              <a:gd name="connsiteY17" fmla="*/ 2244290 h 3024859"/>
              <a:gd name="connsiteX18" fmla="*/ 975062 w 2670949"/>
              <a:gd name="connsiteY18" fmla="*/ 1805474 h 3024859"/>
              <a:gd name="connsiteX19" fmla="*/ 989064 w 2670949"/>
              <a:gd name="connsiteY19" fmla="*/ 1520200 h 3024859"/>
              <a:gd name="connsiteX20" fmla="*/ 1058882 w 2670949"/>
              <a:gd name="connsiteY20" fmla="*/ 1149201 h 3024859"/>
              <a:gd name="connsiteX21" fmla="*/ 1238333 w 2670949"/>
              <a:gd name="connsiteY21" fmla="*/ 810111 h 3024859"/>
              <a:gd name="connsiteX22" fmla="*/ 1567327 w 2670949"/>
              <a:gd name="connsiteY22" fmla="*/ 433111 h 3024859"/>
              <a:gd name="connsiteX23" fmla="*/ 1944136 w 2670949"/>
              <a:gd name="connsiteY23" fmla="*/ 119929 h 3024859"/>
              <a:gd name="connsiteX24" fmla="*/ 2104996 w 2670949"/>
              <a:gd name="connsiteY24" fmla="*/ 58 h 3024859"/>
              <a:gd name="connsiteX25" fmla="*/ 2261332 w 2670949"/>
              <a:gd name="connsiteY25" fmla="*/ 131932 h 3024859"/>
              <a:gd name="connsiteX0" fmla="*/ 2607576 w 2670949"/>
              <a:gd name="connsiteY0" fmla="*/ 1050465 h 2951970"/>
              <a:gd name="connsiteX1" fmla="*/ 2669802 w 2670949"/>
              <a:gd name="connsiteY1" fmla="*/ 1458959 h 2951970"/>
              <a:gd name="connsiteX2" fmla="*/ 2616030 w 2670949"/>
              <a:gd name="connsiteY2" fmla="*/ 1820500 h 2951970"/>
              <a:gd name="connsiteX3" fmla="*/ 2404670 w 2670949"/>
              <a:gd name="connsiteY3" fmla="*/ 2211502 h 2951970"/>
              <a:gd name="connsiteX4" fmla="*/ 2198263 w 2670949"/>
              <a:gd name="connsiteY4" fmla="*/ 2418003 h 2951970"/>
              <a:gd name="connsiteX5" fmla="*/ 1724680 w 2670949"/>
              <a:gd name="connsiteY5" fmla="*/ 2718232 h 2951970"/>
              <a:gd name="connsiteX6" fmla="*/ 1327868 w 2670949"/>
              <a:gd name="connsiteY6" fmla="*/ 2772048 h 2951970"/>
              <a:gd name="connsiteX7" fmla="*/ 931057 w 2670949"/>
              <a:gd name="connsiteY7" fmla="*/ 2873775 h 2951970"/>
              <a:gd name="connsiteX8" fmla="*/ 695789 w 2670949"/>
              <a:gd name="connsiteY8" fmla="*/ 2933592 h 2951970"/>
              <a:gd name="connsiteX9" fmla="*/ 348889 w 2670949"/>
              <a:gd name="connsiteY9" fmla="*/ 2945593 h 2951970"/>
              <a:gd name="connsiteX10" fmla="*/ 73711 w 2670949"/>
              <a:gd name="connsiteY10" fmla="*/ 2843866 h 2951970"/>
              <a:gd name="connsiteX11" fmla="*/ 2179 w 2670949"/>
              <a:gd name="connsiteY11" fmla="*/ 2674036 h 2951970"/>
              <a:gd name="connsiteX12" fmla="*/ 18085 w 2670949"/>
              <a:gd name="connsiteY12" fmla="*/ 2550401 h 2951970"/>
              <a:gd name="connsiteX13" fmla="*/ 161627 w 2670949"/>
              <a:gd name="connsiteY13" fmla="*/ 2450674 h 2951970"/>
              <a:gd name="connsiteX14" fmla="*/ 384893 w 2670949"/>
              <a:gd name="connsiteY14" fmla="*/ 2520493 h 2951970"/>
              <a:gd name="connsiteX15" fmla="*/ 648069 w 2670949"/>
              <a:gd name="connsiteY15" fmla="*/ 2540400 h 2951970"/>
              <a:gd name="connsiteX16" fmla="*/ 831520 w 2670949"/>
              <a:gd name="connsiteY16" fmla="*/ 2406764 h 2951970"/>
              <a:gd name="connsiteX17" fmla="*/ 909244 w 2670949"/>
              <a:gd name="connsiteY17" fmla="*/ 2171401 h 2951970"/>
              <a:gd name="connsiteX18" fmla="*/ 975062 w 2670949"/>
              <a:gd name="connsiteY18" fmla="*/ 1732585 h 2951970"/>
              <a:gd name="connsiteX19" fmla="*/ 989064 w 2670949"/>
              <a:gd name="connsiteY19" fmla="*/ 1447311 h 2951970"/>
              <a:gd name="connsiteX20" fmla="*/ 1058882 w 2670949"/>
              <a:gd name="connsiteY20" fmla="*/ 1076312 h 2951970"/>
              <a:gd name="connsiteX21" fmla="*/ 1238333 w 2670949"/>
              <a:gd name="connsiteY21" fmla="*/ 737222 h 2951970"/>
              <a:gd name="connsiteX22" fmla="*/ 1567327 w 2670949"/>
              <a:gd name="connsiteY22" fmla="*/ 360222 h 2951970"/>
              <a:gd name="connsiteX23" fmla="*/ 1944136 w 2670949"/>
              <a:gd name="connsiteY23" fmla="*/ 47040 h 2951970"/>
              <a:gd name="connsiteX24" fmla="*/ 2080927 w 2670949"/>
              <a:gd name="connsiteY24" fmla="*/ 2618 h 2951970"/>
              <a:gd name="connsiteX25" fmla="*/ 2261332 w 2670949"/>
              <a:gd name="connsiteY25" fmla="*/ 59043 h 2951970"/>
              <a:gd name="connsiteX0" fmla="*/ 2607576 w 2670949"/>
              <a:gd name="connsiteY0" fmla="*/ 1065424 h 2966929"/>
              <a:gd name="connsiteX1" fmla="*/ 2669802 w 2670949"/>
              <a:gd name="connsiteY1" fmla="*/ 1473918 h 2966929"/>
              <a:gd name="connsiteX2" fmla="*/ 2616030 w 2670949"/>
              <a:gd name="connsiteY2" fmla="*/ 1835459 h 2966929"/>
              <a:gd name="connsiteX3" fmla="*/ 2404670 w 2670949"/>
              <a:gd name="connsiteY3" fmla="*/ 2226461 h 2966929"/>
              <a:gd name="connsiteX4" fmla="*/ 2198263 w 2670949"/>
              <a:gd name="connsiteY4" fmla="*/ 2432962 h 2966929"/>
              <a:gd name="connsiteX5" fmla="*/ 1724680 w 2670949"/>
              <a:gd name="connsiteY5" fmla="*/ 2733191 h 2966929"/>
              <a:gd name="connsiteX6" fmla="*/ 1327868 w 2670949"/>
              <a:gd name="connsiteY6" fmla="*/ 2787007 h 2966929"/>
              <a:gd name="connsiteX7" fmla="*/ 931057 w 2670949"/>
              <a:gd name="connsiteY7" fmla="*/ 2888734 h 2966929"/>
              <a:gd name="connsiteX8" fmla="*/ 695789 w 2670949"/>
              <a:gd name="connsiteY8" fmla="*/ 2948551 h 2966929"/>
              <a:gd name="connsiteX9" fmla="*/ 348889 w 2670949"/>
              <a:gd name="connsiteY9" fmla="*/ 2960552 h 2966929"/>
              <a:gd name="connsiteX10" fmla="*/ 73711 w 2670949"/>
              <a:gd name="connsiteY10" fmla="*/ 2858825 h 2966929"/>
              <a:gd name="connsiteX11" fmla="*/ 2179 w 2670949"/>
              <a:gd name="connsiteY11" fmla="*/ 2688995 h 2966929"/>
              <a:gd name="connsiteX12" fmla="*/ 18085 w 2670949"/>
              <a:gd name="connsiteY12" fmla="*/ 2565360 h 2966929"/>
              <a:gd name="connsiteX13" fmla="*/ 161627 w 2670949"/>
              <a:gd name="connsiteY13" fmla="*/ 2465633 h 2966929"/>
              <a:gd name="connsiteX14" fmla="*/ 384893 w 2670949"/>
              <a:gd name="connsiteY14" fmla="*/ 2535452 h 2966929"/>
              <a:gd name="connsiteX15" fmla="*/ 648069 w 2670949"/>
              <a:gd name="connsiteY15" fmla="*/ 2555359 h 2966929"/>
              <a:gd name="connsiteX16" fmla="*/ 831520 w 2670949"/>
              <a:gd name="connsiteY16" fmla="*/ 2421723 h 2966929"/>
              <a:gd name="connsiteX17" fmla="*/ 909244 w 2670949"/>
              <a:gd name="connsiteY17" fmla="*/ 2186360 h 2966929"/>
              <a:gd name="connsiteX18" fmla="*/ 975062 w 2670949"/>
              <a:gd name="connsiteY18" fmla="*/ 1747544 h 2966929"/>
              <a:gd name="connsiteX19" fmla="*/ 989064 w 2670949"/>
              <a:gd name="connsiteY19" fmla="*/ 1462270 h 2966929"/>
              <a:gd name="connsiteX20" fmla="*/ 1058882 w 2670949"/>
              <a:gd name="connsiteY20" fmla="*/ 1091271 h 2966929"/>
              <a:gd name="connsiteX21" fmla="*/ 1238333 w 2670949"/>
              <a:gd name="connsiteY21" fmla="*/ 752181 h 2966929"/>
              <a:gd name="connsiteX22" fmla="*/ 1567327 w 2670949"/>
              <a:gd name="connsiteY22" fmla="*/ 375181 h 2966929"/>
              <a:gd name="connsiteX23" fmla="*/ 1944136 w 2670949"/>
              <a:gd name="connsiteY23" fmla="*/ 61999 h 2966929"/>
              <a:gd name="connsiteX24" fmla="*/ 2080927 w 2670949"/>
              <a:gd name="connsiteY24" fmla="*/ 17577 h 2966929"/>
              <a:gd name="connsiteX25" fmla="*/ 2314865 w 2670949"/>
              <a:gd name="connsiteY25" fmla="*/ 18113 h 2966929"/>
              <a:gd name="connsiteX0" fmla="*/ 2949508 w 2950170"/>
              <a:gd name="connsiteY0" fmla="*/ 863445 h 2966929"/>
              <a:gd name="connsiteX1" fmla="*/ 2669802 w 2950170"/>
              <a:gd name="connsiteY1" fmla="*/ 1473918 h 2966929"/>
              <a:gd name="connsiteX2" fmla="*/ 2616030 w 2950170"/>
              <a:gd name="connsiteY2" fmla="*/ 1835459 h 2966929"/>
              <a:gd name="connsiteX3" fmla="*/ 2404670 w 2950170"/>
              <a:gd name="connsiteY3" fmla="*/ 2226461 h 2966929"/>
              <a:gd name="connsiteX4" fmla="*/ 2198263 w 2950170"/>
              <a:gd name="connsiteY4" fmla="*/ 2432962 h 2966929"/>
              <a:gd name="connsiteX5" fmla="*/ 1724680 w 2950170"/>
              <a:gd name="connsiteY5" fmla="*/ 2733191 h 2966929"/>
              <a:gd name="connsiteX6" fmla="*/ 1327868 w 2950170"/>
              <a:gd name="connsiteY6" fmla="*/ 2787007 h 2966929"/>
              <a:gd name="connsiteX7" fmla="*/ 931057 w 2950170"/>
              <a:gd name="connsiteY7" fmla="*/ 2888734 h 2966929"/>
              <a:gd name="connsiteX8" fmla="*/ 695789 w 2950170"/>
              <a:gd name="connsiteY8" fmla="*/ 2948551 h 2966929"/>
              <a:gd name="connsiteX9" fmla="*/ 348889 w 2950170"/>
              <a:gd name="connsiteY9" fmla="*/ 2960552 h 2966929"/>
              <a:gd name="connsiteX10" fmla="*/ 73711 w 2950170"/>
              <a:gd name="connsiteY10" fmla="*/ 2858825 h 2966929"/>
              <a:gd name="connsiteX11" fmla="*/ 2179 w 2950170"/>
              <a:gd name="connsiteY11" fmla="*/ 2688995 h 2966929"/>
              <a:gd name="connsiteX12" fmla="*/ 18085 w 2950170"/>
              <a:gd name="connsiteY12" fmla="*/ 2565360 h 2966929"/>
              <a:gd name="connsiteX13" fmla="*/ 161627 w 2950170"/>
              <a:gd name="connsiteY13" fmla="*/ 2465633 h 2966929"/>
              <a:gd name="connsiteX14" fmla="*/ 384893 w 2950170"/>
              <a:gd name="connsiteY14" fmla="*/ 2535452 h 2966929"/>
              <a:gd name="connsiteX15" fmla="*/ 648069 w 2950170"/>
              <a:gd name="connsiteY15" fmla="*/ 2555359 h 2966929"/>
              <a:gd name="connsiteX16" fmla="*/ 831520 w 2950170"/>
              <a:gd name="connsiteY16" fmla="*/ 2421723 h 2966929"/>
              <a:gd name="connsiteX17" fmla="*/ 909244 w 2950170"/>
              <a:gd name="connsiteY17" fmla="*/ 2186360 h 2966929"/>
              <a:gd name="connsiteX18" fmla="*/ 975062 w 2950170"/>
              <a:gd name="connsiteY18" fmla="*/ 1747544 h 2966929"/>
              <a:gd name="connsiteX19" fmla="*/ 989064 w 2950170"/>
              <a:gd name="connsiteY19" fmla="*/ 1462270 h 2966929"/>
              <a:gd name="connsiteX20" fmla="*/ 1058882 w 2950170"/>
              <a:gd name="connsiteY20" fmla="*/ 1091271 h 2966929"/>
              <a:gd name="connsiteX21" fmla="*/ 1238333 w 2950170"/>
              <a:gd name="connsiteY21" fmla="*/ 752181 h 2966929"/>
              <a:gd name="connsiteX22" fmla="*/ 1567327 w 2950170"/>
              <a:gd name="connsiteY22" fmla="*/ 375181 h 2966929"/>
              <a:gd name="connsiteX23" fmla="*/ 1944136 w 2950170"/>
              <a:gd name="connsiteY23" fmla="*/ 61999 h 2966929"/>
              <a:gd name="connsiteX24" fmla="*/ 2080927 w 2950170"/>
              <a:gd name="connsiteY24" fmla="*/ 17577 h 2966929"/>
              <a:gd name="connsiteX25" fmla="*/ 2314865 w 2950170"/>
              <a:gd name="connsiteY25" fmla="*/ 18113 h 2966929"/>
              <a:gd name="connsiteX0" fmla="*/ 2949508 w 2949508"/>
              <a:gd name="connsiteY0" fmla="*/ 863445 h 2966929"/>
              <a:gd name="connsiteX1" fmla="*/ 2669802 w 2949508"/>
              <a:gd name="connsiteY1" fmla="*/ 1473918 h 2966929"/>
              <a:gd name="connsiteX2" fmla="*/ 2616030 w 2949508"/>
              <a:gd name="connsiteY2" fmla="*/ 1835459 h 2966929"/>
              <a:gd name="connsiteX3" fmla="*/ 2404670 w 2949508"/>
              <a:gd name="connsiteY3" fmla="*/ 2226461 h 2966929"/>
              <a:gd name="connsiteX4" fmla="*/ 2198263 w 2949508"/>
              <a:gd name="connsiteY4" fmla="*/ 2432962 h 2966929"/>
              <a:gd name="connsiteX5" fmla="*/ 1724680 w 2949508"/>
              <a:gd name="connsiteY5" fmla="*/ 2733191 h 2966929"/>
              <a:gd name="connsiteX6" fmla="*/ 1327868 w 2949508"/>
              <a:gd name="connsiteY6" fmla="*/ 2787007 h 2966929"/>
              <a:gd name="connsiteX7" fmla="*/ 931057 w 2949508"/>
              <a:gd name="connsiteY7" fmla="*/ 2888734 h 2966929"/>
              <a:gd name="connsiteX8" fmla="*/ 695789 w 2949508"/>
              <a:gd name="connsiteY8" fmla="*/ 2948551 h 2966929"/>
              <a:gd name="connsiteX9" fmla="*/ 348889 w 2949508"/>
              <a:gd name="connsiteY9" fmla="*/ 2960552 h 2966929"/>
              <a:gd name="connsiteX10" fmla="*/ 73711 w 2949508"/>
              <a:gd name="connsiteY10" fmla="*/ 2858825 h 2966929"/>
              <a:gd name="connsiteX11" fmla="*/ 2179 w 2949508"/>
              <a:gd name="connsiteY11" fmla="*/ 2688995 h 2966929"/>
              <a:gd name="connsiteX12" fmla="*/ 18085 w 2949508"/>
              <a:gd name="connsiteY12" fmla="*/ 2565360 h 2966929"/>
              <a:gd name="connsiteX13" fmla="*/ 161627 w 2949508"/>
              <a:gd name="connsiteY13" fmla="*/ 2465633 h 2966929"/>
              <a:gd name="connsiteX14" fmla="*/ 384893 w 2949508"/>
              <a:gd name="connsiteY14" fmla="*/ 2535452 h 2966929"/>
              <a:gd name="connsiteX15" fmla="*/ 648069 w 2949508"/>
              <a:gd name="connsiteY15" fmla="*/ 2555359 h 2966929"/>
              <a:gd name="connsiteX16" fmla="*/ 831520 w 2949508"/>
              <a:gd name="connsiteY16" fmla="*/ 2421723 h 2966929"/>
              <a:gd name="connsiteX17" fmla="*/ 909244 w 2949508"/>
              <a:gd name="connsiteY17" fmla="*/ 2186360 h 2966929"/>
              <a:gd name="connsiteX18" fmla="*/ 975062 w 2949508"/>
              <a:gd name="connsiteY18" fmla="*/ 1747544 h 2966929"/>
              <a:gd name="connsiteX19" fmla="*/ 989064 w 2949508"/>
              <a:gd name="connsiteY19" fmla="*/ 1462270 h 2966929"/>
              <a:gd name="connsiteX20" fmla="*/ 1058882 w 2949508"/>
              <a:gd name="connsiteY20" fmla="*/ 1091271 h 2966929"/>
              <a:gd name="connsiteX21" fmla="*/ 1238333 w 2949508"/>
              <a:gd name="connsiteY21" fmla="*/ 752181 h 2966929"/>
              <a:gd name="connsiteX22" fmla="*/ 1567327 w 2949508"/>
              <a:gd name="connsiteY22" fmla="*/ 375181 h 2966929"/>
              <a:gd name="connsiteX23" fmla="*/ 1944136 w 2949508"/>
              <a:gd name="connsiteY23" fmla="*/ 61999 h 2966929"/>
              <a:gd name="connsiteX24" fmla="*/ 2080927 w 2949508"/>
              <a:gd name="connsiteY24" fmla="*/ 17577 h 2966929"/>
              <a:gd name="connsiteX25" fmla="*/ 2314865 w 2949508"/>
              <a:gd name="connsiteY25" fmla="*/ 18113 h 2966929"/>
              <a:gd name="connsiteX0" fmla="*/ 2949508 w 2949508"/>
              <a:gd name="connsiteY0" fmla="*/ 863445 h 2966929"/>
              <a:gd name="connsiteX1" fmla="*/ 2747263 w 2949508"/>
              <a:gd name="connsiteY1" fmla="*/ 1295147 h 2966929"/>
              <a:gd name="connsiteX2" fmla="*/ 2616030 w 2949508"/>
              <a:gd name="connsiteY2" fmla="*/ 1835459 h 2966929"/>
              <a:gd name="connsiteX3" fmla="*/ 2404670 w 2949508"/>
              <a:gd name="connsiteY3" fmla="*/ 2226461 h 2966929"/>
              <a:gd name="connsiteX4" fmla="*/ 2198263 w 2949508"/>
              <a:gd name="connsiteY4" fmla="*/ 2432962 h 2966929"/>
              <a:gd name="connsiteX5" fmla="*/ 1724680 w 2949508"/>
              <a:gd name="connsiteY5" fmla="*/ 2733191 h 2966929"/>
              <a:gd name="connsiteX6" fmla="*/ 1327868 w 2949508"/>
              <a:gd name="connsiteY6" fmla="*/ 2787007 h 2966929"/>
              <a:gd name="connsiteX7" fmla="*/ 931057 w 2949508"/>
              <a:gd name="connsiteY7" fmla="*/ 2888734 h 2966929"/>
              <a:gd name="connsiteX8" fmla="*/ 695789 w 2949508"/>
              <a:gd name="connsiteY8" fmla="*/ 2948551 h 2966929"/>
              <a:gd name="connsiteX9" fmla="*/ 348889 w 2949508"/>
              <a:gd name="connsiteY9" fmla="*/ 2960552 h 2966929"/>
              <a:gd name="connsiteX10" fmla="*/ 73711 w 2949508"/>
              <a:gd name="connsiteY10" fmla="*/ 2858825 h 2966929"/>
              <a:gd name="connsiteX11" fmla="*/ 2179 w 2949508"/>
              <a:gd name="connsiteY11" fmla="*/ 2688995 h 2966929"/>
              <a:gd name="connsiteX12" fmla="*/ 18085 w 2949508"/>
              <a:gd name="connsiteY12" fmla="*/ 2565360 h 2966929"/>
              <a:gd name="connsiteX13" fmla="*/ 161627 w 2949508"/>
              <a:gd name="connsiteY13" fmla="*/ 2465633 h 2966929"/>
              <a:gd name="connsiteX14" fmla="*/ 384893 w 2949508"/>
              <a:gd name="connsiteY14" fmla="*/ 2535452 h 2966929"/>
              <a:gd name="connsiteX15" fmla="*/ 648069 w 2949508"/>
              <a:gd name="connsiteY15" fmla="*/ 2555359 h 2966929"/>
              <a:gd name="connsiteX16" fmla="*/ 831520 w 2949508"/>
              <a:gd name="connsiteY16" fmla="*/ 2421723 h 2966929"/>
              <a:gd name="connsiteX17" fmla="*/ 909244 w 2949508"/>
              <a:gd name="connsiteY17" fmla="*/ 2186360 h 2966929"/>
              <a:gd name="connsiteX18" fmla="*/ 975062 w 2949508"/>
              <a:gd name="connsiteY18" fmla="*/ 1747544 h 2966929"/>
              <a:gd name="connsiteX19" fmla="*/ 989064 w 2949508"/>
              <a:gd name="connsiteY19" fmla="*/ 1462270 h 2966929"/>
              <a:gd name="connsiteX20" fmla="*/ 1058882 w 2949508"/>
              <a:gd name="connsiteY20" fmla="*/ 1091271 h 2966929"/>
              <a:gd name="connsiteX21" fmla="*/ 1238333 w 2949508"/>
              <a:gd name="connsiteY21" fmla="*/ 752181 h 2966929"/>
              <a:gd name="connsiteX22" fmla="*/ 1567327 w 2949508"/>
              <a:gd name="connsiteY22" fmla="*/ 375181 h 2966929"/>
              <a:gd name="connsiteX23" fmla="*/ 1944136 w 2949508"/>
              <a:gd name="connsiteY23" fmla="*/ 61999 h 2966929"/>
              <a:gd name="connsiteX24" fmla="*/ 2080927 w 2949508"/>
              <a:gd name="connsiteY24" fmla="*/ 17577 h 2966929"/>
              <a:gd name="connsiteX25" fmla="*/ 2314865 w 2949508"/>
              <a:gd name="connsiteY25" fmla="*/ 18113 h 2966929"/>
              <a:gd name="connsiteX0" fmla="*/ 2912258 w 2912258"/>
              <a:gd name="connsiteY0" fmla="*/ 804434 h 2966929"/>
              <a:gd name="connsiteX1" fmla="*/ 2747263 w 2912258"/>
              <a:gd name="connsiteY1" fmla="*/ 1295147 h 2966929"/>
              <a:gd name="connsiteX2" fmla="*/ 2616030 w 2912258"/>
              <a:gd name="connsiteY2" fmla="*/ 1835459 h 2966929"/>
              <a:gd name="connsiteX3" fmla="*/ 2404670 w 2912258"/>
              <a:gd name="connsiteY3" fmla="*/ 2226461 h 2966929"/>
              <a:gd name="connsiteX4" fmla="*/ 2198263 w 2912258"/>
              <a:gd name="connsiteY4" fmla="*/ 2432962 h 2966929"/>
              <a:gd name="connsiteX5" fmla="*/ 1724680 w 2912258"/>
              <a:gd name="connsiteY5" fmla="*/ 2733191 h 2966929"/>
              <a:gd name="connsiteX6" fmla="*/ 1327868 w 2912258"/>
              <a:gd name="connsiteY6" fmla="*/ 2787007 h 2966929"/>
              <a:gd name="connsiteX7" fmla="*/ 931057 w 2912258"/>
              <a:gd name="connsiteY7" fmla="*/ 2888734 h 2966929"/>
              <a:gd name="connsiteX8" fmla="*/ 695789 w 2912258"/>
              <a:gd name="connsiteY8" fmla="*/ 2948551 h 2966929"/>
              <a:gd name="connsiteX9" fmla="*/ 348889 w 2912258"/>
              <a:gd name="connsiteY9" fmla="*/ 2960552 h 2966929"/>
              <a:gd name="connsiteX10" fmla="*/ 73711 w 2912258"/>
              <a:gd name="connsiteY10" fmla="*/ 2858825 h 2966929"/>
              <a:gd name="connsiteX11" fmla="*/ 2179 w 2912258"/>
              <a:gd name="connsiteY11" fmla="*/ 2688995 h 2966929"/>
              <a:gd name="connsiteX12" fmla="*/ 18085 w 2912258"/>
              <a:gd name="connsiteY12" fmla="*/ 2565360 h 2966929"/>
              <a:gd name="connsiteX13" fmla="*/ 161627 w 2912258"/>
              <a:gd name="connsiteY13" fmla="*/ 2465633 h 2966929"/>
              <a:gd name="connsiteX14" fmla="*/ 384893 w 2912258"/>
              <a:gd name="connsiteY14" fmla="*/ 2535452 h 2966929"/>
              <a:gd name="connsiteX15" fmla="*/ 648069 w 2912258"/>
              <a:gd name="connsiteY15" fmla="*/ 2555359 h 2966929"/>
              <a:gd name="connsiteX16" fmla="*/ 831520 w 2912258"/>
              <a:gd name="connsiteY16" fmla="*/ 2421723 h 2966929"/>
              <a:gd name="connsiteX17" fmla="*/ 909244 w 2912258"/>
              <a:gd name="connsiteY17" fmla="*/ 2186360 h 2966929"/>
              <a:gd name="connsiteX18" fmla="*/ 975062 w 2912258"/>
              <a:gd name="connsiteY18" fmla="*/ 1747544 h 2966929"/>
              <a:gd name="connsiteX19" fmla="*/ 989064 w 2912258"/>
              <a:gd name="connsiteY19" fmla="*/ 1462270 h 2966929"/>
              <a:gd name="connsiteX20" fmla="*/ 1058882 w 2912258"/>
              <a:gd name="connsiteY20" fmla="*/ 1091271 h 2966929"/>
              <a:gd name="connsiteX21" fmla="*/ 1238333 w 2912258"/>
              <a:gd name="connsiteY21" fmla="*/ 752181 h 2966929"/>
              <a:gd name="connsiteX22" fmla="*/ 1567327 w 2912258"/>
              <a:gd name="connsiteY22" fmla="*/ 375181 h 2966929"/>
              <a:gd name="connsiteX23" fmla="*/ 1944136 w 2912258"/>
              <a:gd name="connsiteY23" fmla="*/ 61999 h 2966929"/>
              <a:gd name="connsiteX24" fmla="*/ 2080927 w 2912258"/>
              <a:gd name="connsiteY24" fmla="*/ 17577 h 2966929"/>
              <a:gd name="connsiteX25" fmla="*/ 2314865 w 2912258"/>
              <a:gd name="connsiteY25" fmla="*/ 18113 h 2966929"/>
              <a:gd name="connsiteX0" fmla="*/ 2912258 w 2912258"/>
              <a:gd name="connsiteY0" fmla="*/ 804434 h 2966929"/>
              <a:gd name="connsiteX1" fmla="*/ 2521008 w 2912258"/>
              <a:gd name="connsiteY1" fmla="*/ 709357 h 2966929"/>
              <a:gd name="connsiteX2" fmla="*/ 2747263 w 2912258"/>
              <a:gd name="connsiteY2" fmla="*/ 1295147 h 2966929"/>
              <a:gd name="connsiteX3" fmla="*/ 2616030 w 2912258"/>
              <a:gd name="connsiteY3" fmla="*/ 1835459 h 2966929"/>
              <a:gd name="connsiteX4" fmla="*/ 2404670 w 2912258"/>
              <a:gd name="connsiteY4" fmla="*/ 2226461 h 2966929"/>
              <a:gd name="connsiteX5" fmla="*/ 2198263 w 2912258"/>
              <a:gd name="connsiteY5" fmla="*/ 2432962 h 2966929"/>
              <a:gd name="connsiteX6" fmla="*/ 1724680 w 2912258"/>
              <a:gd name="connsiteY6" fmla="*/ 2733191 h 2966929"/>
              <a:gd name="connsiteX7" fmla="*/ 1327868 w 2912258"/>
              <a:gd name="connsiteY7" fmla="*/ 2787007 h 2966929"/>
              <a:gd name="connsiteX8" fmla="*/ 931057 w 2912258"/>
              <a:gd name="connsiteY8" fmla="*/ 2888734 h 2966929"/>
              <a:gd name="connsiteX9" fmla="*/ 695789 w 2912258"/>
              <a:gd name="connsiteY9" fmla="*/ 2948551 h 2966929"/>
              <a:gd name="connsiteX10" fmla="*/ 348889 w 2912258"/>
              <a:gd name="connsiteY10" fmla="*/ 2960552 h 2966929"/>
              <a:gd name="connsiteX11" fmla="*/ 73711 w 2912258"/>
              <a:gd name="connsiteY11" fmla="*/ 2858825 h 2966929"/>
              <a:gd name="connsiteX12" fmla="*/ 2179 w 2912258"/>
              <a:gd name="connsiteY12" fmla="*/ 2688995 h 2966929"/>
              <a:gd name="connsiteX13" fmla="*/ 18085 w 2912258"/>
              <a:gd name="connsiteY13" fmla="*/ 2565360 h 2966929"/>
              <a:gd name="connsiteX14" fmla="*/ 161627 w 2912258"/>
              <a:gd name="connsiteY14" fmla="*/ 2465633 h 2966929"/>
              <a:gd name="connsiteX15" fmla="*/ 384893 w 2912258"/>
              <a:gd name="connsiteY15" fmla="*/ 2535452 h 2966929"/>
              <a:gd name="connsiteX16" fmla="*/ 648069 w 2912258"/>
              <a:gd name="connsiteY16" fmla="*/ 2555359 h 2966929"/>
              <a:gd name="connsiteX17" fmla="*/ 831520 w 2912258"/>
              <a:gd name="connsiteY17" fmla="*/ 2421723 h 2966929"/>
              <a:gd name="connsiteX18" fmla="*/ 909244 w 2912258"/>
              <a:gd name="connsiteY18" fmla="*/ 2186360 h 2966929"/>
              <a:gd name="connsiteX19" fmla="*/ 975062 w 2912258"/>
              <a:gd name="connsiteY19" fmla="*/ 1747544 h 2966929"/>
              <a:gd name="connsiteX20" fmla="*/ 989064 w 2912258"/>
              <a:gd name="connsiteY20" fmla="*/ 1462270 h 2966929"/>
              <a:gd name="connsiteX21" fmla="*/ 1058882 w 2912258"/>
              <a:gd name="connsiteY21" fmla="*/ 1091271 h 2966929"/>
              <a:gd name="connsiteX22" fmla="*/ 1238333 w 2912258"/>
              <a:gd name="connsiteY22" fmla="*/ 752181 h 2966929"/>
              <a:gd name="connsiteX23" fmla="*/ 1567327 w 2912258"/>
              <a:gd name="connsiteY23" fmla="*/ 375181 h 2966929"/>
              <a:gd name="connsiteX24" fmla="*/ 1944136 w 2912258"/>
              <a:gd name="connsiteY24" fmla="*/ 61999 h 2966929"/>
              <a:gd name="connsiteX25" fmla="*/ 2080927 w 2912258"/>
              <a:gd name="connsiteY25" fmla="*/ 17577 h 2966929"/>
              <a:gd name="connsiteX26" fmla="*/ 2314865 w 2912258"/>
              <a:gd name="connsiteY26" fmla="*/ 18113 h 2966929"/>
              <a:gd name="connsiteX0" fmla="*/ 2912258 w 2912258"/>
              <a:gd name="connsiteY0" fmla="*/ 804434 h 2966929"/>
              <a:gd name="connsiteX1" fmla="*/ 2620424 w 2912258"/>
              <a:gd name="connsiteY1" fmla="*/ 605563 h 2966929"/>
              <a:gd name="connsiteX2" fmla="*/ 2521008 w 2912258"/>
              <a:gd name="connsiteY2" fmla="*/ 709357 h 2966929"/>
              <a:gd name="connsiteX3" fmla="*/ 2747263 w 2912258"/>
              <a:gd name="connsiteY3" fmla="*/ 1295147 h 2966929"/>
              <a:gd name="connsiteX4" fmla="*/ 2616030 w 2912258"/>
              <a:gd name="connsiteY4" fmla="*/ 1835459 h 2966929"/>
              <a:gd name="connsiteX5" fmla="*/ 2404670 w 2912258"/>
              <a:gd name="connsiteY5" fmla="*/ 2226461 h 2966929"/>
              <a:gd name="connsiteX6" fmla="*/ 2198263 w 2912258"/>
              <a:gd name="connsiteY6" fmla="*/ 2432962 h 2966929"/>
              <a:gd name="connsiteX7" fmla="*/ 1724680 w 2912258"/>
              <a:gd name="connsiteY7" fmla="*/ 2733191 h 2966929"/>
              <a:gd name="connsiteX8" fmla="*/ 1327868 w 2912258"/>
              <a:gd name="connsiteY8" fmla="*/ 2787007 h 2966929"/>
              <a:gd name="connsiteX9" fmla="*/ 931057 w 2912258"/>
              <a:gd name="connsiteY9" fmla="*/ 2888734 h 2966929"/>
              <a:gd name="connsiteX10" fmla="*/ 695789 w 2912258"/>
              <a:gd name="connsiteY10" fmla="*/ 2948551 h 2966929"/>
              <a:gd name="connsiteX11" fmla="*/ 348889 w 2912258"/>
              <a:gd name="connsiteY11" fmla="*/ 2960552 h 2966929"/>
              <a:gd name="connsiteX12" fmla="*/ 73711 w 2912258"/>
              <a:gd name="connsiteY12" fmla="*/ 2858825 h 2966929"/>
              <a:gd name="connsiteX13" fmla="*/ 2179 w 2912258"/>
              <a:gd name="connsiteY13" fmla="*/ 2688995 h 2966929"/>
              <a:gd name="connsiteX14" fmla="*/ 18085 w 2912258"/>
              <a:gd name="connsiteY14" fmla="*/ 2565360 h 2966929"/>
              <a:gd name="connsiteX15" fmla="*/ 161627 w 2912258"/>
              <a:gd name="connsiteY15" fmla="*/ 2465633 h 2966929"/>
              <a:gd name="connsiteX16" fmla="*/ 384893 w 2912258"/>
              <a:gd name="connsiteY16" fmla="*/ 2535452 h 2966929"/>
              <a:gd name="connsiteX17" fmla="*/ 648069 w 2912258"/>
              <a:gd name="connsiteY17" fmla="*/ 2555359 h 2966929"/>
              <a:gd name="connsiteX18" fmla="*/ 831520 w 2912258"/>
              <a:gd name="connsiteY18" fmla="*/ 2421723 h 2966929"/>
              <a:gd name="connsiteX19" fmla="*/ 909244 w 2912258"/>
              <a:gd name="connsiteY19" fmla="*/ 2186360 h 2966929"/>
              <a:gd name="connsiteX20" fmla="*/ 975062 w 2912258"/>
              <a:gd name="connsiteY20" fmla="*/ 1747544 h 2966929"/>
              <a:gd name="connsiteX21" fmla="*/ 989064 w 2912258"/>
              <a:gd name="connsiteY21" fmla="*/ 1462270 h 2966929"/>
              <a:gd name="connsiteX22" fmla="*/ 1058882 w 2912258"/>
              <a:gd name="connsiteY22" fmla="*/ 1091271 h 2966929"/>
              <a:gd name="connsiteX23" fmla="*/ 1238333 w 2912258"/>
              <a:gd name="connsiteY23" fmla="*/ 752181 h 2966929"/>
              <a:gd name="connsiteX24" fmla="*/ 1567327 w 2912258"/>
              <a:gd name="connsiteY24" fmla="*/ 375181 h 2966929"/>
              <a:gd name="connsiteX25" fmla="*/ 1944136 w 2912258"/>
              <a:gd name="connsiteY25" fmla="*/ 61999 h 2966929"/>
              <a:gd name="connsiteX26" fmla="*/ 2080927 w 2912258"/>
              <a:gd name="connsiteY26" fmla="*/ 17577 h 2966929"/>
              <a:gd name="connsiteX27" fmla="*/ 2314865 w 2912258"/>
              <a:gd name="connsiteY27" fmla="*/ 18113 h 2966929"/>
              <a:gd name="connsiteX0" fmla="*/ 2912258 w 2912258"/>
              <a:gd name="connsiteY0" fmla="*/ 804434 h 2966929"/>
              <a:gd name="connsiteX1" fmla="*/ 2620424 w 2912258"/>
              <a:gd name="connsiteY1" fmla="*/ 605563 h 2966929"/>
              <a:gd name="connsiteX2" fmla="*/ 2521008 w 2912258"/>
              <a:gd name="connsiteY2" fmla="*/ 709357 h 2966929"/>
              <a:gd name="connsiteX3" fmla="*/ 2638308 w 2912258"/>
              <a:gd name="connsiteY3" fmla="*/ 1343633 h 2966929"/>
              <a:gd name="connsiteX4" fmla="*/ 2616030 w 2912258"/>
              <a:gd name="connsiteY4" fmla="*/ 1835459 h 2966929"/>
              <a:gd name="connsiteX5" fmla="*/ 2404670 w 2912258"/>
              <a:gd name="connsiteY5" fmla="*/ 2226461 h 2966929"/>
              <a:gd name="connsiteX6" fmla="*/ 2198263 w 2912258"/>
              <a:gd name="connsiteY6" fmla="*/ 2432962 h 2966929"/>
              <a:gd name="connsiteX7" fmla="*/ 1724680 w 2912258"/>
              <a:gd name="connsiteY7" fmla="*/ 2733191 h 2966929"/>
              <a:gd name="connsiteX8" fmla="*/ 1327868 w 2912258"/>
              <a:gd name="connsiteY8" fmla="*/ 2787007 h 2966929"/>
              <a:gd name="connsiteX9" fmla="*/ 931057 w 2912258"/>
              <a:gd name="connsiteY9" fmla="*/ 2888734 h 2966929"/>
              <a:gd name="connsiteX10" fmla="*/ 695789 w 2912258"/>
              <a:gd name="connsiteY10" fmla="*/ 2948551 h 2966929"/>
              <a:gd name="connsiteX11" fmla="*/ 348889 w 2912258"/>
              <a:gd name="connsiteY11" fmla="*/ 2960552 h 2966929"/>
              <a:gd name="connsiteX12" fmla="*/ 73711 w 2912258"/>
              <a:gd name="connsiteY12" fmla="*/ 2858825 h 2966929"/>
              <a:gd name="connsiteX13" fmla="*/ 2179 w 2912258"/>
              <a:gd name="connsiteY13" fmla="*/ 2688995 h 2966929"/>
              <a:gd name="connsiteX14" fmla="*/ 18085 w 2912258"/>
              <a:gd name="connsiteY14" fmla="*/ 2565360 h 2966929"/>
              <a:gd name="connsiteX15" fmla="*/ 161627 w 2912258"/>
              <a:gd name="connsiteY15" fmla="*/ 2465633 h 2966929"/>
              <a:gd name="connsiteX16" fmla="*/ 384893 w 2912258"/>
              <a:gd name="connsiteY16" fmla="*/ 2535452 h 2966929"/>
              <a:gd name="connsiteX17" fmla="*/ 648069 w 2912258"/>
              <a:gd name="connsiteY17" fmla="*/ 2555359 h 2966929"/>
              <a:gd name="connsiteX18" fmla="*/ 831520 w 2912258"/>
              <a:gd name="connsiteY18" fmla="*/ 2421723 h 2966929"/>
              <a:gd name="connsiteX19" fmla="*/ 909244 w 2912258"/>
              <a:gd name="connsiteY19" fmla="*/ 2186360 h 2966929"/>
              <a:gd name="connsiteX20" fmla="*/ 975062 w 2912258"/>
              <a:gd name="connsiteY20" fmla="*/ 1747544 h 2966929"/>
              <a:gd name="connsiteX21" fmla="*/ 989064 w 2912258"/>
              <a:gd name="connsiteY21" fmla="*/ 1462270 h 2966929"/>
              <a:gd name="connsiteX22" fmla="*/ 1058882 w 2912258"/>
              <a:gd name="connsiteY22" fmla="*/ 1091271 h 2966929"/>
              <a:gd name="connsiteX23" fmla="*/ 1238333 w 2912258"/>
              <a:gd name="connsiteY23" fmla="*/ 752181 h 2966929"/>
              <a:gd name="connsiteX24" fmla="*/ 1567327 w 2912258"/>
              <a:gd name="connsiteY24" fmla="*/ 375181 h 2966929"/>
              <a:gd name="connsiteX25" fmla="*/ 1944136 w 2912258"/>
              <a:gd name="connsiteY25" fmla="*/ 61999 h 2966929"/>
              <a:gd name="connsiteX26" fmla="*/ 2080927 w 2912258"/>
              <a:gd name="connsiteY26" fmla="*/ 17577 h 2966929"/>
              <a:gd name="connsiteX27" fmla="*/ 2314865 w 2912258"/>
              <a:gd name="connsiteY27" fmla="*/ 18113 h 2966929"/>
              <a:gd name="connsiteX0" fmla="*/ 2912258 w 2912258"/>
              <a:gd name="connsiteY0" fmla="*/ 804434 h 2966929"/>
              <a:gd name="connsiteX1" fmla="*/ 2620424 w 2912258"/>
              <a:gd name="connsiteY1" fmla="*/ 605563 h 2966929"/>
              <a:gd name="connsiteX2" fmla="*/ 2521008 w 2912258"/>
              <a:gd name="connsiteY2" fmla="*/ 709357 h 2966929"/>
              <a:gd name="connsiteX3" fmla="*/ 2638308 w 2912258"/>
              <a:gd name="connsiteY3" fmla="*/ 1343633 h 2966929"/>
              <a:gd name="connsiteX4" fmla="*/ 2616030 w 2912258"/>
              <a:gd name="connsiteY4" fmla="*/ 1835459 h 2966929"/>
              <a:gd name="connsiteX5" fmla="*/ 2404670 w 2912258"/>
              <a:gd name="connsiteY5" fmla="*/ 2226461 h 2966929"/>
              <a:gd name="connsiteX6" fmla="*/ 2198263 w 2912258"/>
              <a:gd name="connsiteY6" fmla="*/ 2432962 h 2966929"/>
              <a:gd name="connsiteX7" fmla="*/ 1724680 w 2912258"/>
              <a:gd name="connsiteY7" fmla="*/ 2733191 h 2966929"/>
              <a:gd name="connsiteX8" fmla="*/ 1327868 w 2912258"/>
              <a:gd name="connsiteY8" fmla="*/ 2787007 h 2966929"/>
              <a:gd name="connsiteX9" fmla="*/ 931057 w 2912258"/>
              <a:gd name="connsiteY9" fmla="*/ 2888734 h 2966929"/>
              <a:gd name="connsiteX10" fmla="*/ 695789 w 2912258"/>
              <a:gd name="connsiteY10" fmla="*/ 2948551 h 2966929"/>
              <a:gd name="connsiteX11" fmla="*/ 348889 w 2912258"/>
              <a:gd name="connsiteY11" fmla="*/ 2960552 h 2966929"/>
              <a:gd name="connsiteX12" fmla="*/ 73711 w 2912258"/>
              <a:gd name="connsiteY12" fmla="*/ 2858825 h 2966929"/>
              <a:gd name="connsiteX13" fmla="*/ 2179 w 2912258"/>
              <a:gd name="connsiteY13" fmla="*/ 2688995 h 2966929"/>
              <a:gd name="connsiteX14" fmla="*/ 18085 w 2912258"/>
              <a:gd name="connsiteY14" fmla="*/ 2565360 h 2966929"/>
              <a:gd name="connsiteX15" fmla="*/ 161627 w 2912258"/>
              <a:gd name="connsiteY15" fmla="*/ 2465633 h 2966929"/>
              <a:gd name="connsiteX16" fmla="*/ 384893 w 2912258"/>
              <a:gd name="connsiteY16" fmla="*/ 2535452 h 2966929"/>
              <a:gd name="connsiteX17" fmla="*/ 648069 w 2912258"/>
              <a:gd name="connsiteY17" fmla="*/ 2555359 h 2966929"/>
              <a:gd name="connsiteX18" fmla="*/ 831520 w 2912258"/>
              <a:gd name="connsiteY18" fmla="*/ 2421723 h 2966929"/>
              <a:gd name="connsiteX19" fmla="*/ 909244 w 2912258"/>
              <a:gd name="connsiteY19" fmla="*/ 2186360 h 2966929"/>
              <a:gd name="connsiteX20" fmla="*/ 975062 w 2912258"/>
              <a:gd name="connsiteY20" fmla="*/ 1747544 h 2966929"/>
              <a:gd name="connsiteX21" fmla="*/ 989064 w 2912258"/>
              <a:gd name="connsiteY21" fmla="*/ 1462270 h 2966929"/>
              <a:gd name="connsiteX22" fmla="*/ 1058882 w 2912258"/>
              <a:gd name="connsiteY22" fmla="*/ 1091271 h 2966929"/>
              <a:gd name="connsiteX23" fmla="*/ 1238333 w 2912258"/>
              <a:gd name="connsiteY23" fmla="*/ 752181 h 2966929"/>
              <a:gd name="connsiteX24" fmla="*/ 1581718 w 2912258"/>
              <a:gd name="connsiteY24" fmla="*/ 196990 h 2966929"/>
              <a:gd name="connsiteX25" fmla="*/ 1944136 w 2912258"/>
              <a:gd name="connsiteY25" fmla="*/ 61999 h 2966929"/>
              <a:gd name="connsiteX26" fmla="*/ 2080927 w 2912258"/>
              <a:gd name="connsiteY26" fmla="*/ 17577 h 2966929"/>
              <a:gd name="connsiteX27" fmla="*/ 2314865 w 2912258"/>
              <a:gd name="connsiteY27" fmla="*/ 18113 h 2966929"/>
              <a:gd name="connsiteX0" fmla="*/ 2912258 w 2912258"/>
              <a:gd name="connsiteY0" fmla="*/ 836391 h 2998886"/>
              <a:gd name="connsiteX1" fmla="*/ 2620424 w 2912258"/>
              <a:gd name="connsiteY1" fmla="*/ 637520 h 2998886"/>
              <a:gd name="connsiteX2" fmla="*/ 2521008 w 2912258"/>
              <a:gd name="connsiteY2" fmla="*/ 741314 h 2998886"/>
              <a:gd name="connsiteX3" fmla="*/ 2638308 w 2912258"/>
              <a:gd name="connsiteY3" fmla="*/ 1375590 h 2998886"/>
              <a:gd name="connsiteX4" fmla="*/ 2616030 w 2912258"/>
              <a:gd name="connsiteY4" fmla="*/ 1867416 h 2998886"/>
              <a:gd name="connsiteX5" fmla="*/ 2404670 w 2912258"/>
              <a:gd name="connsiteY5" fmla="*/ 2258418 h 2998886"/>
              <a:gd name="connsiteX6" fmla="*/ 2198263 w 2912258"/>
              <a:gd name="connsiteY6" fmla="*/ 2464919 h 2998886"/>
              <a:gd name="connsiteX7" fmla="*/ 1724680 w 2912258"/>
              <a:gd name="connsiteY7" fmla="*/ 2765148 h 2998886"/>
              <a:gd name="connsiteX8" fmla="*/ 1327868 w 2912258"/>
              <a:gd name="connsiteY8" fmla="*/ 2818964 h 2998886"/>
              <a:gd name="connsiteX9" fmla="*/ 931057 w 2912258"/>
              <a:gd name="connsiteY9" fmla="*/ 2920691 h 2998886"/>
              <a:gd name="connsiteX10" fmla="*/ 695789 w 2912258"/>
              <a:gd name="connsiteY10" fmla="*/ 2980508 h 2998886"/>
              <a:gd name="connsiteX11" fmla="*/ 348889 w 2912258"/>
              <a:gd name="connsiteY11" fmla="*/ 2992509 h 2998886"/>
              <a:gd name="connsiteX12" fmla="*/ 73711 w 2912258"/>
              <a:gd name="connsiteY12" fmla="*/ 2890782 h 2998886"/>
              <a:gd name="connsiteX13" fmla="*/ 2179 w 2912258"/>
              <a:gd name="connsiteY13" fmla="*/ 2720952 h 2998886"/>
              <a:gd name="connsiteX14" fmla="*/ 18085 w 2912258"/>
              <a:gd name="connsiteY14" fmla="*/ 2597317 h 2998886"/>
              <a:gd name="connsiteX15" fmla="*/ 161627 w 2912258"/>
              <a:gd name="connsiteY15" fmla="*/ 2497590 h 2998886"/>
              <a:gd name="connsiteX16" fmla="*/ 384893 w 2912258"/>
              <a:gd name="connsiteY16" fmla="*/ 2567409 h 2998886"/>
              <a:gd name="connsiteX17" fmla="*/ 648069 w 2912258"/>
              <a:gd name="connsiteY17" fmla="*/ 2587316 h 2998886"/>
              <a:gd name="connsiteX18" fmla="*/ 831520 w 2912258"/>
              <a:gd name="connsiteY18" fmla="*/ 2453680 h 2998886"/>
              <a:gd name="connsiteX19" fmla="*/ 909244 w 2912258"/>
              <a:gd name="connsiteY19" fmla="*/ 2218317 h 2998886"/>
              <a:gd name="connsiteX20" fmla="*/ 975062 w 2912258"/>
              <a:gd name="connsiteY20" fmla="*/ 1779501 h 2998886"/>
              <a:gd name="connsiteX21" fmla="*/ 989064 w 2912258"/>
              <a:gd name="connsiteY21" fmla="*/ 1494227 h 2998886"/>
              <a:gd name="connsiteX22" fmla="*/ 1058882 w 2912258"/>
              <a:gd name="connsiteY22" fmla="*/ 1123228 h 2998886"/>
              <a:gd name="connsiteX23" fmla="*/ 1238333 w 2912258"/>
              <a:gd name="connsiteY23" fmla="*/ 784138 h 2998886"/>
              <a:gd name="connsiteX24" fmla="*/ 1581718 w 2912258"/>
              <a:gd name="connsiteY24" fmla="*/ 228947 h 2998886"/>
              <a:gd name="connsiteX25" fmla="*/ 1944136 w 2912258"/>
              <a:gd name="connsiteY25" fmla="*/ 93956 h 2998886"/>
              <a:gd name="connsiteX26" fmla="*/ 2080927 w 2912258"/>
              <a:gd name="connsiteY26" fmla="*/ 49534 h 2998886"/>
              <a:gd name="connsiteX27" fmla="*/ 2379718 w 2912258"/>
              <a:gd name="connsiteY27" fmla="*/ 11797 h 2998886"/>
              <a:gd name="connsiteX0" fmla="*/ 2912258 w 2912258"/>
              <a:gd name="connsiteY0" fmla="*/ 824594 h 2987089"/>
              <a:gd name="connsiteX1" fmla="*/ 2620424 w 2912258"/>
              <a:gd name="connsiteY1" fmla="*/ 625723 h 2987089"/>
              <a:gd name="connsiteX2" fmla="*/ 2521008 w 2912258"/>
              <a:gd name="connsiteY2" fmla="*/ 729517 h 2987089"/>
              <a:gd name="connsiteX3" fmla="*/ 2638308 w 2912258"/>
              <a:gd name="connsiteY3" fmla="*/ 1363793 h 2987089"/>
              <a:gd name="connsiteX4" fmla="*/ 2616030 w 2912258"/>
              <a:gd name="connsiteY4" fmla="*/ 1855619 h 2987089"/>
              <a:gd name="connsiteX5" fmla="*/ 2404670 w 2912258"/>
              <a:gd name="connsiteY5" fmla="*/ 2246621 h 2987089"/>
              <a:gd name="connsiteX6" fmla="*/ 2198263 w 2912258"/>
              <a:gd name="connsiteY6" fmla="*/ 2453122 h 2987089"/>
              <a:gd name="connsiteX7" fmla="*/ 1724680 w 2912258"/>
              <a:gd name="connsiteY7" fmla="*/ 2753351 h 2987089"/>
              <a:gd name="connsiteX8" fmla="*/ 1327868 w 2912258"/>
              <a:gd name="connsiteY8" fmla="*/ 2807167 h 2987089"/>
              <a:gd name="connsiteX9" fmla="*/ 931057 w 2912258"/>
              <a:gd name="connsiteY9" fmla="*/ 2908894 h 2987089"/>
              <a:gd name="connsiteX10" fmla="*/ 695789 w 2912258"/>
              <a:gd name="connsiteY10" fmla="*/ 2968711 h 2987089"/>
              <a:gd name="connsiteX11" fmla="*/ 348889 w 2912258"/>
              <a:gd name="connsiteY11" fmla="*/ 2980712 h 2987089"/>
              <a:gd name="connsiteX12" fmla="*/ 73711 w 2912258"/>
              <a:gd name="connsiteY12" fmla="*/ 2878985 h 2987089"/>
              <a:gd name="connsiteX13" fmla="*/ 2179 w 2912258"/>
              <a:gd name="connsiteY13" fmla="*/ 2709155 h 2987089"/>
              <a:gd name="connsiteX14" fmla="*/ 18085 w 2912258"/>
              <a:gd name="connsiteY14" fmla="*/ 2585520 h 2987089"/>
              <a:gd name="connsiteX15" fmla="*/ 161627 w 2912258"/>
              <a:gd name="connsiteY15" fmla="*/ 2485793 h 2987089"/>
              <a:gd name="connsiteX16" fmla="*/ 384893 w 2912258"/>
              <a:gd name="connsiteY16" fmla="*/ 2555612 h 2987089"/>
              <a:gd name="connsiteX17" fmla="*/ 648069 w 2912258"/>
              <a:gd name="connsiteY17" fmla="*/ 2575519 h 2987089"/>
              <a:gd name="connsiteX18" fmla="*/ 831520 w 2912258"/>
              <a:gd name="connsiteY18" fmla="*/ 2441883 h 2987089"/>
              <a:gd name="connsiteX19" fmla="*/ 909244 w 2912258"/>
              <a:gd name="connsiteY19" fmla="*/ 2206520 h 2987089"/>
              <a:gd name="connsiteX20" fmla="*/ 975062 w 2912258"/>
              <a:gd name="connsiteY20" fmla="*/ 1767704 h 2987089"/>
              <a:gd name="connsiteX21" fmla="*/ 989064 w 2912258"/>
              <a:gd name="connsiteY21" fmla="*/ 1482430 h 2987089"/>
              <a:gd name="connsiteX22" fmla="*/ 1058882 w 2912258"/>
              <a:gd name="connsiteY22" fmla="*/ 1111431 h 2987089"/>
              <a:gd name="connsiteX23" fmla="*/ 1238333 w 2912258"/>
              <a:gd name="connsiteY23" fmla="*/ 772341 h 2987089"/>
              <a:gd name="connsiteX24" fmla="*/ 1581718 w 2912258"/>
              <a:gd name="connsiteY24" fmla="*/ 217150 h 2987089"/>
              <a:gd name="connsiteX25" fmla="*/ 1944136 w 2912258"/>
              <a:gd name="connsiteY25" fmla="*/ 82159 h 2987089"/>
              <a:gd name="connsiteX26" fmla="*/ 2379718 w 2912258"/>
              <a:gd name="connsiteY26" fmla="*/ 0 h 2987089"/>
              <a:gd name="connsiteX0" fmla="*/ 2912258 w 2912258"/>
              <a:gd name="connsiteY0" fmla="*/ 846968 h 3009463"/>
              <a:gd name="connsiteX1" fmla="*/ 2620424 w 2912258"/>
              <a:gd name="connsiteY1" fmla="*/ 648097 h 3009463"/>
              <a:gd name="connsiteX2" fmla="*/ 2521008 w 2912258"/>
              <a:gd name="connsiteY2" fmla="*/ 751891 h 3009463"/>
              <a:gd name="connsiteX3" fmla="*/ 2638308 w 2912258"/>
              <a:gd name="connsiteY3" fmla="*/ 1386167 h 3009463"/>
              <a:gd name="connsiteX4" fmla="*/ 2616030 w 2912258"/>
              <a:gd name="connsiteY4" fmla="*/ 1877993 h 3009463"/>
              <a:gd name="connsiteX5" fmla="*/ 2404670 w 2912258"/>
              <a:gd name="connsiteY5" fmla="*/ 2268995 h 3009463"/>
              <a:gd name="connsiteX6" fmla="*/ 2198263 w 2912258"/>
              <a:gd name="connsiteY6" fmla="*/ 2475496 h 3009463"/>
              <a:gd name="connsiteX7" fmla="*/ 1724680 w 2912258"/>
              <a:gd name="connsiteY7" fmla="*/ 2775725 h 3009463"/>
              <a:gd name="connsiteX8" fmla="*/ 1327868 w 2912258"/>
              <a:gd name="connsiteY8" fmla="*/ 2829541 h 3009463"/>
              <a:gd name="connsiteX9" fmla="*/ 931057 w 2912258"/>
              <a:gd name="connsiteY9" fmla="*/ 2931268 h 3009463"/>
              <a:gd name="connsiteX10" fmla="*/ 695789 w 2912258"/>
              <a:gd name="connsiteY10" fmla="*/ 2991085 h 3009463"/>
              <a:gd name="connsiteX11" fmla="*/ 348889 w 2912258"/>
              <a:gd name="connsiteY11" fmla="*/ 3003086 h 3009463"/>
              <a:gd name="connsiteX12" fmla="*/ 73711 w 2912258"/>
              <a:gd name="connsiteY12" fmla="*/ 2901359 h 3009463"/>
              <a:gd name="connsiteX13" fmla="*/ 2179 w 2912258"/>
              <a:gd name="connsiteY13" fmla="*/ 2731529 h 3009463"/>
              <a:gd name="connsiteX14" fmla="*/ 18085 w 2912258"/>
              <a:gd name="connsiteY14" fmla="*/ 2607894 h 3009463"/>
              <a:gd name="connsiteX15" fmla="*/ 161627 w 2912258"/>
              <a:gd name="connsiteY15" fmla="*/ 2508167 h 3009463"/>
              <a:gd name="connsiteX16" fmla="*/ 384893 w 2912258"/>
              <a:gd name="connsiteY16" fmla="*/ 2577986 h 3009463"/>
              <a:gd name="connsiteX17" fmla="*/ 648069 w 2912258"/>
              <a:gd name="connsiteY17" fmla="*/ 2597893 h 3009463"/>
              <a:gd name="connsiteX18" fmla="*/ 831520 w 2912258"/>
              <a:gd name="connsiteY18" fmla="*/ 2464257 h 3009463"/>
              <a:gd name="connsiteX19" fmla="*/ 909244 w 2912258"/>
              <a:gd name="connsiteY19" fmla="*/ 2228894 h 3009463"/>
              <a:gd name="connsiteX20" fmla="*/ 975062 w 2912258"/>
              <a:gd name="connsiteY20" fmla="*/ 1790078 h 3009463"/>
              <a:gd name="connsiteX21" fmla="*/ 989064 w 2912258"/>
              <a:gd name="connsiteY21" fmla="*/ 1504804 h 3009463"/>
              <a:gd name="connsiteX22" fmla="*/ 1058882 w 2912258"/>
              <a:gd name="connsiteY22" fmla="*/ 1133805 h 3009463"/>
              <a:gd name="connsiteX23" fmla="*/ 1238333 w 2912258"/>
              <a:gd name="connsiteY23" fmla="*/ 794715 h 3009463"/>
              <a:gd name="connsiteX24" fmla="*/ 1581718 w 2912258"/>
              <a:gd name="connsiteY24" fmla="*/ 239524 h 3009463"/>
              <a:gd name="connsiteX25" fmla="*/ 2042913 w 2912258"/>
              <a:gd name="connsiteY25" fmla="*/ 11218 h 3009463"/>
              <a:gd name="connsiteX26" fmla="*/ 2379718 w 2912258"/>
              <a:gd name="connsiteY26" fmla="*/ 22374 h 300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2258" h="3009463">
                <a:moveTo>
                  <a:pt x="2912258" y="846968"/>
                </a:moveTo>
                <a:cubicBezTo>
                  <a:pt x="2866521" y="828469"/>
                  <a:pt x="2685632" y="663943"/>
                  <a:pt x="2620424" y="648097"/>
                </a:cubicBezTo>
                <a:cubicBezTo>
                  <a:pt x="2555216" y="632251"/>
                  <a:pt x="2502770" y="651607"/>
                  <a:pt x="2521008" y="751891"/>
                </a:cubicBezTo>
                <a:cubicBezTo>
                  <a:pt x="2539246" y="852175"/>
                  <a:pt x="2649853" y="1235162"/>
                  <a:pt x="2638308" y="1386167"/>
                </a:cubicBezTo>
                <a:cubicBezTo>
                  <a:pt x="2627449" y="1517517"/>
                  <a:pt x="2654970" y="1730855"/>
                  <a:pt x="2616030" y="1877993"/>
                </a:cubicBezTo>
                <a:cubicBezTo>
                  <a:pt x="2577090" y="2025131"/>
                  <a:pt x="2496681" y="2151932"/>
                  <a:pt x="2404670" y="2268995"/>
                </a:cubicBezTo>
                <a:cubicBezTo>
                  <a:pt x="2344376" y="2345766"/>
                  <a:pt x="2272177" y="2411488"/>
                  <a:pt x="2198263" y="2475496"/>
                </a:cubicBezTo>
                <a:cubicBezTo>
                  <a:pt x="2054911" y="2599607"/>
                  <a:pt x="1905464" y="2722004"/>
                  <a:pt x="1724680" y="2775725"/>
                </a:cubicBezTo>
                <a:cubicBezTo>
                  <a:pt x="1596473" y="2813825"/>
                  <a:pt x="1460456" y="2810491"/>
                  <a:pt x="1327868" y="2829541"/>
                </a:cubicBezTo>
                <a:cubicBezTo>
                  <a:pt x="1192518" y="2849067"/>
                  <a:pt x="1062311" y="2892311"/>
                  <a:pt x="931057" y="2931268"/>
                </a:cubicBezTo>
                <a:cubicBezTo>
                  <a:pt x="853428" y="2954318"/>
                  <a:pt x="775513" y="2976893"/>
                  <a:pt x="695789" y="2991085"/>
                </a:cubicBezTo>
                <a:cubicBezTo>
                  <a:pt x="581203" y="3011563"/>
                  <a:pt x="464808" y="3013945"/>
                  <a:pt x="348889" y="3003086"/>
                </a:cubicBezTo>
                <a:cubicBezTo>
                  <a:pt x="247352" y="2993561"/>
                  <a:pt x="142006" y="2975178"/>
                  <a:pt x="73711" y="2901359"/>
                </a:cubicBezTo>
                <a:cubicBezTo>
                  <a:pt x="31420" y="2855068"/>
                  <a:pt x="9513" y="2794108"/>
                  <a:pt x="2179" y="2731529"/>
                </a:cubicBezTo>
                <a:cubicBezTo>
                  <a:pt x="-2774" y="2689238"/>
                  <a:pt x="-12" y="2646185"/>
                  <a:pt x="18085" y="2607894"/>
                </a:cubicBezTo>
                <a:cubicBezTo>
                  <a:pt x="44755" y="2551601"/>
                  <a:pt x="99810" y="2513787"/>
                  <a:pt x="161627" y="2508167"/>
                </a:cubicBezTo>
                <a:cubicBezTo>
                  <a:pt x="240304" y="2501023"/>
                  <a:pt x="310312" y="2549125"/>
                  <a:pt x="384893" y="2577986"/>
                </a:cubicBezTo>
                <a:cubicBezTo>
                  <a:pt x="468904" y="2610466"/>
                  <a:pt x="561392" y="2622086"/>
                  <a:pt x="648069" y="2597893"/>
                </a:cubicBezTo>
                <a:cubicBezTo>
                  <a:pt x="723602" y="2576843"/>
                  <a:pt x="788563" y="2529980"/>
                  <a:pt x="831520" y="2464257"/>
                </a:cubicBezTo>
                <a:cubicBezTo>
                  <a:pt x="877050" y="2394439"/>
                  <a:pt x="893052" y="2311000"/>
                  <a:pt x="909244" y="2228894"/>
                </a:cubicBezTo>
                <a:cubicBezTo>
                  <a:pt x="938010" y="2083543"/>
                  <a:pt x="963156" y="1937620"/>
                  <a:pt x="975062" y="1790078"/>
                </a:cubicBezTo>
                <a:cubicBezTo>
                  <a:pt x="982682" y="1695209"/>
                  <a:pt x="981539" y="1599768"/>
                  <a:pt x="989064" y="1504804"/>
                </a:cubicBezTo>
                <a:cubicBezTo>
                  <a:pt x="998970" y="1378788"/>
                  <a:pt x="1017163" y="1253058"/>
                  <a:pt x="1058882" y="1133805"/>
                </a:cubicBezTo>
                <a:cubicBezTo>
                  <a:pt x="1101269" y="1012456"/>
                  <a:pt x="1151194" y="943762"/>
                  <a:pt x="1238333" y="794715"/>
                </a:cubicBezTo>
                <a:cubicBezTo>
                  <a:pt x="1325472" y="645668"/>
                  <a:pt x="1447621" y="370107"/>
                  <a:pt x="1581718" y="239524"/>
                </a:cubicBezTo>
                <a:cubicBezTo>
                  <a:pt x="1715815" y="108941"/>
                  <a:pt x="1909913" y="47410"/>
                  <a:pt x="2042913" y="11218"/>
                </a:cubicBezTo>
                <a:cubicBezTo>
                  <a:pt x="2175913" y="-24974"/>
                  <a:pt x="2288972" y="39490"/>
                  <a:pt x="2379718" y="22374"/>
                </a:cubicBezTo>
              </a:path>
            </a:pathLst>
          </a:custGeom>
          <a:noFill/>
          <a:ln w="6350" cap="rnd">
            <a:solidFill>
              <a:schemeClr val="tx1">
                <a:alpha val="35000"/>
              </a:schemeClr>
            </a:solidFill>
            <a:prstDash val="dash"/>
            <a:round/>
          </a:ln>
        </p:spPr>
        <p:txBody>
          <a:bodyPr rtlCol="0" anchor="ctr"/>
          <a:lstStyle/>
          <a:p>
            <a:endParaRPr lang="en-US"/>
          </a:p>
        </p:txBody>
      </p:sp>
      <p:sp>
        <p:nvSpPr>
          <p:cNvPr id="145" name="Freeform: Shape 144">
            <a:extLst>
              <a:ext uri="{FF2B5EF4-FFF2-40B4-BE49-F238E27FC236}">
                <a16:creationId xmlns:a16="http://schemas.microsoft.com/office/drawing/2014/main" id="{06F7A511-742B-D437-407A-19C77740D811}"/>
              </a:ext>
            </a:extLst>
          </p:cNvPr>
          <p:cNvSpPr/>
          <p:nvPr userDrawn="1"/>
        </p:nvSpPr>
        <p:spPr>
          <a:xfrm rot="19255791" flipV="1">
            <a:off x="10397087" y="3276642"/>
            <a:ext cx="1285922" cy="1831687"/>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24131" h="2255159">
                <a:moveTo>
                  <a:pt x="14495" y="1664146"/>
                </a:move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34063" y="1786352"/>
                  <a:pt x="1085962" y="1844073"/>
                </a:cubicBezTo>
                <a:cubicBezTo>
                  <a:pt x="1014239" y="1930084"/>
                  <a:pt x="936610" y="2011237"/>
                  <a:pt x="849075" y="2081055"/>
                </a:cubicBezTo>
                <a:cubicBezTo>
                  <a:pt x="731441" y="2174972"/>
                  <a:pt x="595424" y="2249743"/>
                  <a:pt x="445691" y="2254887"/>
                </a:cubicBezTo>
                <a:cubicBezTo>
                  <a:pt x="326915" y="2258887"/>
                  <a:pt x="210138" y="2218882"/>
                  <a:pt x="126985" y="2134205"/>
                </a:cubicBezTo>
                <a:cubicBezTo>
                  <a:pt x="47642" y="2053432"/>
                  <a:pt x="5922" y="1943228"/>
                  <a:pt x="683" y="1829690"/>
                </a:cubicBezTo>
                <a:cubicBezTo>
                  <a:pt x="-2079" y="1774255"/>
                  <a:pt x="3732" y="1718819"/>
                  <a:pt x="14495" y="1664146"/>
                </a:cubicBezTo>
                <a:close/>
              </a:path>
            </a:pathLst>
          </a:custGeom>
          <a:noFill/>
          <a:ln w="6350" cap="rnd">
            <a:solidFill>
              <a:schemeClr val="tx1">
                <a:alpha val="35000"/>
              </a:schemeClr>
            </a:solidFill>
            <a:prstDash val="dash"/>
            <a:round/>
          </a:ln>
        </p:spPr>
        <p:txBody>
          <a:bodyPr rtlCol="0" anchor="ctr"/>
          <a:lstStyle/>
          <a:p>
            <a:endParaRPr lang="en-US"/>
          </a:p>
        </p:txBody>
      </p:sp>
      <p:sp>
        <p:nvSpPr>
          <p:cNvPr id="146" name="Freeform: Shape 145">
            <a:extLst>
              <a:ext uri="{FF2B5EF4-FFF2-40B4-BE49-F238E27FC236}">
                <a16:creationId xmlns:a16="http://schemas.microsoft.com/office/drawing/2014/main" id="{422D9601-6696-B3CE-5973-CAC4A17FB12D}"/>
              </a:ext>
            </a:extLst>
          </p:cNvPr>
          <p:cNvSpPr/>
          <p:nvPr userDrawn="1"/>
        </p:nvSpPr>
        <p:spPr>
          <a:xfrm rot="20774216" flipV="1">
            <a:off x="10953683" y="3966496"/>
            <a:ext cx="513331" cy="442593"/>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147" name="Freeform: Shape 146">
            <a:extLst>
              <a:ext uri="{FF2B5EF4-FFF2-40B4-BE49-F238E27FC236}">
                <a16:creationId xmlns:a16="http://schemas.microsoft.com/office/drawing/2014/main" id="{B14D6991-721B-7B8A-F09A-EA4C5AAD607F}"/>
              </a:ext>
            </a:extLst>
          </p:cNvPr>
          <p:cNvSpPr/>
          <p:nvPr userDrawn="1"/>
        </p:nvSpPr>
        <p:spPr>
          <a:xfrm rot="4350255" flipV="1">
            <a:off x="10558267" y="3691419"/>
            <a:ext cx="1117305" cy="99645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sp>
        <p:nvSpPr>
          <p:cNvPr id="148" name="Freeform: Shape 147">
            <a:extLst>
              <a:ext uri="{FF2B5EF4-FFF2-40B4-BE49-F238E27FC236}">
                <a16:creationId xmlns:a16="http://schemas.microsoft.com/office/drawing/2014/main" id="{30A74797-B708-F457-EC8D-043CAE63A088}"/>
              </a:ext>
            </a:extLst>
          </p:cNvPr>
          <p:cNvSpPr/>
          <p:nvPr userDrawn="1"/>
        </p:nvSpPr>
        <p:spPr>
          <a:xfrm rot="4549596" flipH="1" flipV="1">
            <a:off x="4276401" y="1824471"/>
            <a:ext cx="6857024" cy="2725051"/>
          </a:xfrm>
          <a:custGeom>
            <a:avLst/>
            <a:gdLst>
              <a:gd name="connsiteX0" fmla="*/ 0 w 6809197"/>
              <a:gd name="connsiteY0" fmla="*/ 1784432 h 5247991"/>
              <a:gd name="connsiteX1" fmla="*/ 6809197 w 6809197"/>
              <a:gd name="connsiteY1" fmla="*/ 0 h 5247991"/>
              <a:gd name="connsiteX2" fmla="*/ 6809197 w 6809197"/>
              <a:gd name="connsiteY2" fmla="*/ 1968923 h 5247991"/>
              <a:gd name="connsiteX3" fmla="*/ 6745297 w 6809197"/>
              <a:gd name="connsiteY3" fmla="*/ 2092969 h 5247991"/>
              <a:gd name="connsiteX4" fmla="*/ 6562911 w 6809197"/>
              <a:gd name="connsiteY4" fmla="*/ 2361300 h 5247991"/>
              <a:gd name="connsiteX5" fmla="*/ 6299683 w 6809197"/>
              <a:gd name="connsiteY5" fmla="*/ 2785249 h 5247991"/>
              <a:gd name="connsiteX6" fmla="*/ 5885061 w 6809197"/>
              <a:gd name="connsiteY6" fmla="*/ 3168197 h 5247991"/>
              <a:gd name="connsiteX7" fmla="*/ 5297722 w 6809197"/>
              <a:gd name="connsiteY7" fmla="*/ 3487039 h 5247991"/>
              <a:gd name="connsiteX8" fmla="*/ 4702995 w 6809197"/>
              <a:gd name="connsiteY8" fmla="*/ 4132008 h 5247991"/>
              <a:gd name="connsiteX9" fmla="*/ 4240050 w 6809197"/>
              <a:gd name="connsiteY9" fmla="*/ 5233662 h 5247991"/>
              <a:gd name="connsiteX10" fmla="*/ 3845704 w 6809197"/>
              <a:gd name="connsiteY10" fmla="*/ 4603115 h 5247991"/>
              <a:gd name="connsiteX11" fmla="*/ 3418670 w 6809197"/>
              <a:gd name="connsiteY11" fmla="*/ 3886251 h 5247991"/>
              <a:gd name="connsiteX12" fmla="*/ 2925138 w 6809197"/>
              <a:gd name="connsiteY12" fmla="*/ 3729569 h 5247991"/>
              <a:gd name="connsiteX13" fmla="*/ 2391273 w 6809197"/>
              <a:gd name="connsiteY13" fmla="*/ 3558373 h 5247991"/>
              <a:gd name="connsiteX14" fmla="*/ 1700458 w 6809197"/>
              <a:gd name="connsiteY14" fmla="*/ 3407218 h 5247991"/>
              <a:gd name="connsiteX15" fmla="*/ 1680692 w 6809197"/>
              <a:gd name="connsiteY15" fmla="*/ 2704171 h 5247991"/>
              <a:gd name="connsiteX16" fmla="*/ 1433102 w 6809197"/>
              <a:gd name="connsiteY16" fmla="*/ 2611597 h 5247991"/>
              <a:gd name="connsiteX17" fmla="*/ 1058505 w 6809197"/>
              <a:gd name="connsiteY17" fmla="*/ 2587499 h 5247991"/>
              <a:gd name="connsiteX18" fmla="*/ 712683 w 6809197"/>
              <a:gd name="connsiteY18" fmla="*/ 2455373 h 5247991"/>
              <a:gd name="connsiteX19" fmla="*/ 0 w 6809197"/>
              <a:gd name="connsiteY19" fmla="*/ 1784432 h 5247991"/>
              <a:gd name="connsiteX0" fmla="*/ 0 w 6809197"/>
              <a:gd name="connsiteY0" fmla="*/ 1784432 h 5247991"/>
              <a:gd name="connsiteX1" fmla="*/ 6809197 w 6809197"/>
              <a:gd name="connsiteY1" fmla="*/ 0 h 5247991"/>
              <a:gd name="connsiteX2" fmla="*/ 6809197 w 6809197"/>
              <a:gd name="connsiteY2" fmla="*/ 1968923 h 5247991"/>
              <a:gd name="connsiteX3" fmla="*/ 6745297 w 6809197"/>
              <a:gd name="connsiteY3" fmla="*/ 2092969 h 5247991"/>
              <a:gd name="connsiteX4" fmla="*/ 6562911 w 6809197"/>
              <a:gd name="connsiteY4" fmla="*/ 2361300 h 5247991"/>
              <a:gd name="connsiteX5" fmla="*/ 6299683 w 6809197"/>
              <a:gd name="connsiteY5" fmla="*/ 2785249 h 5247991"/>
              <a:gd name="connsiteX6" fmla="*/ 5885061 w 6809197"/>
              <a:gd name="connsiteY6" fmla="*/ 3168197 h 5247991"/>
              <a:gd name="connsiteX7" fmla="*/ 5297722 w 6809197"/>
              <a:gd name="connsiteY7" fmla="*/ 3487039 h 5247991"/>
              <a:gd name="connsiteX8" fmla="*/ 4702995 w 6809197"/>
              <a:gd name="connsiteY8" fmla="*/ 4132008 h 5247991"/>
              <a:gd name="connsiteX9" fmla="*/ 4240050 w 6809197"/>
              <a:gd name="connsiteY9" fmla="*/ 5233662 h 5247991"/>
              <a:gd name="connsiteX10" fmla="*/ 3845704 w 6809197"/>
              <a:gd name="connsiteY10" fmla="*/ 4603115 h 5247991"/>
              <a:gd name="connsiteX11" fmla="*/ 3418670 w 6809197"/>
              <a:gd name="connsiteY11" fmla="*/ 3886251 h 5247991"/>
              <a:gd name="connsiteX12" fmla="*/ 2925138 w 6809197"/>
              <a:gd name="connsiteY12" fmla="*/ 3729569 h 5247991"/>
              <a:gd name="connsiteX13" fmla="*/ 2391273 w 6809197"/>
              <a:gd name="connsiteY13" fmla="*/ 3558373 h 5247991"/>
              <a:gd name="connsiteX14" fmla="*/ 1700458 w 6809197"/>
              <a:gd name="connsiteY14" fmla="*/ 3407218 h 5247991"/>
              <a:gd name="connsiteX15" fmla="*/ 1680692 w 6809197"/>
              <a:gd name="connsiteY15" fmla="*/ 2704171 h 5247991"/>
              <a:gd name="connsiteX16" fmla="*/ 1433102 w 6809197"/>
              <a:gd name="connsiteY16" fmla="*/ 2611597 h 5247991"/>
              <a:gd name="connsiteX17" fmla="*/ 1058505 w 6809197"/>
              <a:gd name="connsiteY17" fmla="*/ 2587499 h 5247991"/>
              <a:gd name="connsiteX18" fmla="*/ 712683 w 6809197"/>
              <a:gd name="connsiteY18" fmla="*/ 2455373 h 5247991"/>
              <a:gd name="connsiteX19" fmla="*/ 91440 w 6809197"/>
              <a:gd name="connsiteY19" fmla="*/ 1875872 h 5247991"/>
              <a:gd name="connsiteX0" fmla="*/ 6717757 w 6717757"/>
              <a:gd name="connsiteY0" fmla="*/ 0 h 5247991"/>
              <a:gd name="connsiteX1" fmla="*/ 6717757 w 6717757"/>
              <a:gd name="connsiteY1" fmla="*/ 1968923 h 5247991"/>
              <a:gd name="connsiteX2" fmla="*/ 6653857 w 6717757"/>
              <a:gd name="connsiteY2" fmla="*/ 2092969 h 5247991"/>
              <a:gd name="connsiteX3" fmla="*/ 6471471 w 6717757"/>
              <a:gd name="connsiteY3" fmla="*/ 2361300 h 5247991"/>
              <a:gd name="connsiteX4" fmla="*/ 6208243 w 6717757"/>
              <a:gd name="connsiteY4" fmla="*/ 2785249 h 5247991"/>
              <a:gd name="connsiteX5" fmla="*/ 5793621 w 6717757"/>
              <a:gd name="connsiteY5" fmla="*/ 3168197 h 5247991"/>
              <a:gd name="connsiteX6" fmla="*/ 5206282 w 6717757"/>
              <a:gd name="connsiteY6" fmla="*/ 3487039 h 5247991"/>
              <a:gd name="connsiteX7" fmla="*/ 4611555 w 6717757"/>
              <a:gd name="connsiteY7" fmla="*/ 4132008 h 5247991"/>
              <a:gd name="connsiteX8" fmla="*/ 4148610 w 6717757"/>
              <a:gd name="connsiteY8" fmla="*/ 5233662 h 5247991"/>
              <a:gd name="connsiteX9" fmla="*/ 3754264 w 6717757"/>
              <a:gd name="connsiteY9" fmla="*/ 4603115 h 5247991"/>
              <a:gd name="connsiteX10" fmla="*/ 3327230 w 6717757"/>
              <a:gd name="connsiteY10" fmla="*/ 3886251 h 5247991"/>
              <a:gd name="connsiteX11" fmla="*/ 2833698 w 6717757"/>
              <a:gd name="connsiteY11" fmla="*/ 3729569 h 5247991"/>
              <a:gd name="connsiteX12" fmla="*/ 2299833 w 6717757"/>
              <a:gd name="connsiteY12" fmla="*/ 3558373 h 5247991"/>
              <a:gd name="connsiteX13" fmla="*/ 1609018 w 6717757"/>
              <a:gd name="connsiteY13" fmla="*/ 3407218 h 5247991"/>
              <a:gd name="connsiteX14" fmla="*/ 1589252 w 6717757"/>
              <a:gd name="connsiteY14" fmla="*/ 2704171 h 5247991"/>
              <a:gd name="connsiteX15" fmla="*/ 1341662 w 6717757"/>
              <a:gd name="connsiteY15" fmla="*/ 2611597 h 5247991"/>
              <a:gd name="connsiteX16" fmla="*/ 967065 w 6717757"/>
              <a:gd name="connsiteY16" fmla="*/ 2587499 h 5247991"/>
              <a:gd name="connsiteX17" fmla="*/ 621243 w 6717757"/>
              <a:gd name="connsiteY17" fmla="*/ 2455373 h 5247991"/>
              <a:gd name="connsiteX18" fmla="*/ 0 w 6717757"/>
              <a:gd name="connsiteY18" fmla="*/ 1875872 h 5247991"/>
              <a:gd name="connsiteX0" fmla="*/ 6717757 w 6717757"/>
              <a:gd name="connsiteY0" fmla="*/ 93051 h 3372119"/>
              <a:gd name="connsiteX1" fmla="*/ 6653857 w 6717757"/>
              <a:gd name="connsiteY1" fmla="*/ 217097 h 3372119"/>
              <a:gd name="connsiteX2" fmla="*/ 6471471 w 6717757"/>
              <a:gd name="connsiteY2" fmla="*/ 485428 h 3372119"/>
              <a:gd name="connsiteX3" fmla="*/ 6208243 w 6717757"/>
              <a:gd name="connsiteY3" fmla="*/ 909377 h 3372119"/>
              <a:gd name="connsiteX4" fmla="*/ 5793621 w 6717757"/>
              <a:gd name="connsiteY4" fmla="*/ 1292325 h 3372119"/>
              <a:gd name="connsiteX5" fmla="*/ 5206282 w 6717757"/>
              <a:gd name="connsiteY5" fmla="*/ 1611167 h 3372119"/>
              <a:gd name="connsiteX6" fmla="*/ 4611555 w 6717757"/>
              <a:gd name="connsiteY6" fmla="*/ 2256136 h 3372119"/>
              <a:gd name="connsiteX7" fmla="*/ 4148610 w 6717757"/>
              <a:gd name="connsiteY7" fmla="*/ 3357790 h 3372119"/>
              <a:gd name="connsiteX8" fmla="*/ 3754264 w 6717757"/>
              <a:gd name="connsiteY8" fmla="*/ 2727243 h 3372119"/>
              <a:gd name="connsiteX9" fmla="*/ 3327230 w 6717757"/>
              <a:gd name="connsiteY9" fmla="*/ 2010379 h 3372119"/>
              <a:gd name="connsiteX10" fmla="*/ 2833698 w 6717757"/>
              <a:gd name="connsiteY10" fmla="*/ 1853697 h 3372119"/>
              <a:gd name="connsiteX11" fmla="*/ 2299833 w 6717757"/>
              <a:gd name="connsiteY11" fmla="*/ 1682501 h 3372119"/>
              <a:gd name="connsiteX12" fmla="*/ 1609018 w 6717757"/>
              <a:gd name="connsiteY12" fmla="*/ 1531346 h 3372119"/>
              <a:gd name="connsiteX13" fmla="*/ 1589252 w 6717757"/>
              <a:gd name="connsiteY13" fmla="*/ 828299 h 3372119"/>
              <a:gd name="connsiteX14" fmla="*/ 1341662 w 6717757"/>
              <a:gd name="connsiteY14" fmla="*/ 735725 h 3372119"/>
              <a:gd name="connsiteX15" fmla="*/ 967065 w 6717757"/>
              <a:gd name="connsiteY15" fmla="*/ 711627 h 3372119"/>
              <a:gd name="connsiteX16" fmla="*/ 621243 w 6717757"/>
              <a:gd name="connsiteY16" fmla="*/ 579501 h 3372119"/>
              <a:gd name="connsiteX17" fmla="*/ 0 w 6717757"/>
              <a:gd name="connsiteY17" fmla="*/ 0 h 3372119"/>
              <a:gd name="connsiteX0" fmla="*/ 7363333 w 7363333"/>
              <a:gd name="connsiteY0" fmla="*/ 974136 h 3372119"/>
              <a:gd name="connsiteX1" fmla="*/ 6653857 w 7363333"/>
              <a:gd name="connsiteY1" fmla="*/ 217097 h 3372119"/>
              <a:gd name="connsiteX2" fmla="*/ 6471471 w 7363333"/>
              <a:gd name="connsiteY2" fmla="*/ 485428 h 3372119"/>
              <a:gd name="connsiteX3" fmla="*/ 6208243 w 7363333"/>
              <a:gd name="connsiteY3" fmla="*/ 909377 h 3372119"/>
              <a:gd name="connsiteX4" fmla="*/ 5793621 w 7363333"/>
              <a:gd name="connsiteY4" fmla="*/ 1292325 h 3372119"/>
              <a:gd name="connsiteX5" fmla="*/ 5206282 w 7363333"/>
              <a:gd name="connsiteY5" fmla="*/ 1611167 h 3372119"/>
              <a:gd name="connsiteX6" fmla="*/ 4611555 w 7363333"/>
              <a:gd name="connsiteY6" fmla="*/ 2256136 h 3372119"/>
              <a:gd name="connsiteX7" fmla="*/ 4148610 w 7363333"/>
              <a:gd name="connsiteY7" fmla="*/ 3357790 h 3372119"/>
              <a:gd name="connsiteX8" fmla="*/ 3754264 w 7363333"/>
              <a:gd name="connsiteY8" fmla="*/ 2727243 h 3372119"/>
              <a:gd name="connsiteX9" fmla="*/ 3327230 w 7363333"/>
              <a:gd name="connsiteY9" fmla="*/ 2010379 h 3372119"/>
              <a:gd name="connsiteX10" fmla="*/ 2833698 w 7363333"/>
              <a:gd name="connsiteY10" fmla="*/ 1853697 h 3372119"/>
              <a:gd name="connsiteX11" fmla="*/ 2299833 w 7363333"/>
              <a:gd name="connsiteY11" fmla="*/ 1682501 h 3372119"/>
              <a:gd name="connsiteX12" fmla="*/ 1609018 w 7363333"/>
              <a:gd name="connsiteY12" fmla="*/ 1531346 h 3372119"/>
              <a:gd name="connsiteX13" fmla="*/ 1589252 w 7363333"/>
              <a:gd name="connsiteY13" fmla="*/ 828299 h 3372119"/>
              <a:gd name="connsiteX14" fmla="*/ 1341662 w 7363333"/>
              <a:gd name="connsiteY14" fmla="*/ 735725 h 3372119"/>
              <a:gd name="connsiteX15" fmla="*/ 967065 w 7363333"/>
              <a:gd name="connsiteY15" fmla="*/ 711627 h 3372119"/>
              <a:gd name="connsiteX16" fmla="*/ 621243 w 7363333"/>
              <a:gd name="connsiteY16" fmla="*/ 579501 h 3372119"/>
              <a:gd name="connsiteX17" fmla="*/ 0 w 7363333"/>
              <a:gd name="connsiteY17" fmla="*/ 0 h 3372119"/>
              <a:gd name="connsiteX0" fmla="*/ 7363333 w 7363333"/>
              <a:gd name="connsiteY0" fmla="*/ 974136 h 3372119"/>
              <a:gd name="connsiteX1" fmla="*/ 6957511 w 7363333"/>
              <a:gd name="connsiteY1" fmla="*/ 754621 h 3372119"/>
              <a:gd name="connsiteX2" fmla="*/ 6471471 w 7363333"/>
              <a:gd name="connsiteY2" fmla="*/ 485428 h 3372119"/>
              <a:gd name="connsiteX3" fmla="*/ 6208243 w 7363333"/>
              <a:gd name="connsiteY3" fmla="*/ 909377 h 3372119"/>
              <a:gd name="connsiteX4" fmla="*/ 5793621 w 7363333"/>
              <a:gd name="connsiteY4" fmla="*/ 1292325 h 3372119"/>
              <a:gd name="connsiteX5" fmla="*/ 5206282 w 7363333"/>
              <a:gd name="connsiteY5" fmla="*/ 1611167 h 3372119"/>
              <a:gd name="connsiteX6" fmla="*/ 4611555 w 7363333"/>
              <a:gd name="connsiteY6" fmla="*/ 2256136 h 3372119"/>
              <a:gd name="connsiteX7" fmla="*/ 4148610 w 7363333"/>
              <a:gd name="connsiteY7" fmla="*/ 3357790 h 3372119"/>
              <a:gd name="connsiteX8" fmla="*/ 3754264 w 7363333"/>
              <a:gd name="connsiteY8" fmla="*/ 2727243 h 3372119"/>
              <a:gd name="connsiteX9" fmla="*/ 3327230 w 7363333"/>
              <a:gd name="connsiteY9" fmla="*/ 2010379 h 3372119"/>
              <a:gd name="connsiteX10" fmla="*/ 2833698 w 7363333"/>
              <a:gd name="connsiteY10" fmla="*/ 1853697 h 3372119"/>
              <a:gd name="connsiteX11" fmla="*/ 2299833 w 7363333"/>
              <a:gd name="connsiteY11" fmla="*/ 1682501 h 3372119"/>
              <a:gd name="connsiteX12" fmla="*/ 1609018 w 7363333"/>
              <a:gd name="connsiteY12" fmla="*/ 1531346 h 3372119"/>
              <a:gd name="connsiteX13" fmla="*/ 1589252 w 7363333"/>
              <a:gd name="connsiteY13" fmla="*/ 828299 h 3372119"/>
              <a:gd name="connsiteX14" fmla="*/ 1341662 w 7363333"/>
              <a:gd name="connsiteY14" fmla="*/ 735725 h 3372119"/>
              <a:gd name="connsiteX15" fmla="*/ 967065 w 7363333"/>
              <a:gd name="connsiteY15" fmla="*/ 711627 h 3372119"/>
              <a:gd name="connsiteX16" fmla="*/ 621243 w 7363333"/>
              <a:gd name="connsiteY16" fmla="*/ 579501 h 3372119"/>
              <a:gd name="connsiteX17" fmla="*/ 0 w 7363333"/>
              <a:gd name="connsiteY17" fmla="*/ 0 h 3372119"/>
              <a:gd name="connsiteX0" fmla="*/ 7363333 w 7363333"/>
              <a:gd name="connsiteY0" fmla="*/ 974136 h 3372119"/>
              <a:gd name="connsiteX1" fmla="*/ 6957511 w 7363333"/>
              <a:gd name="connsiteY1" fmla="*/ 754621 h 3372119"/>
              <a:gd name="connsiteX2" fmla="*/ 6598819 w 7363333"/>
              <a:gd name="connsiteY2" fmla="*/ 978427 h 3372119"/>
              <a:gd name="connsiteX3" fmla="*/ 6208243 w 7363333"/>
              <a:gd name="connsiteY3" fmla="*/ 909377 h 3372119"/>
              <a:gd name="connsiteX4" fmla="*/ 5793621 w 7363333"/>
              <a:gd name="connsiteY4" fmla="*/ 1292325 h 3372119"/>
              <a:gd name="connsiteX5" fmla="*/ 5206282 w 7363333"/>
              <a:gd name="connsiteY5" fmla="*/ 1611167 h 3372119"/>
              <a:gd name="connsiteX6" fmla="*/ 4611555 w 7363333"/>
              <a:gd name="connsiteY6" fmla="*/ 2256136 h 3372119"/>
              <a:gd name="connsiteX7" fmla="*/ 4148610 w 7363333"/>
              <a:gd name="connsiteY7" fmla="*/ 3357790 h 3372119"/>
              <a:gd name="connsiteX8" fmla="*/ 3754264 w 7363333"/>
              <a:gd name="connsiteY8" fmla="*/ 2727243 h 3372119"/>
              <a:gd name="connsiteX9" fmla="*/ 3327230 w 7363333"/>
              <a:gd name="connsiteY9" fmla="*/ 2010379 h 3372119"/>
              <a:gd name="connsiteX10" fmla="*/ 2833698 w 7363333"/>
              <a:gd name="connsiteY10" fmla="*/ 1853697 h 3372119"/>
              <a:gd name="connsiteX11" fmla="*/ 2299833 w 7363333"/>
              <a:gd name="connsiteY11" fmla="*/ 1682501 h 3372119"/>
              <a:gd name="connsiteX12" fmla="*/ 1609018 w 7363333"/>
              <a:gd name="connsiteY12" fmla="*/ 1531346 h 3372119"/>
              <a:gd name="connsiteX13" fmla="*/ 1589252 w 7363333"/>
              <a:gd name="connsiteY13" fmla="*/ 828299 h 3372119"/>
              <a:gd name="connsiteX14" fmla="*/ 1341662 w 7363333"/>
              <a:gd name="connsiteY14" fmla="*/ 735725 h 3372119"/>
              <a:gd name="connsiteX15" fmla="*/ 967065 w 7363333"/>
              <a:gd name="connsiteY15" fmla="*/ 711627 h 3372119"/>
              <a:gd name="connsiteX16" fmla="*/ 621243 w 7363333"/>
              <a:gd name="connsiteY16" fmla="*/ 579501 h 3372119"/>
              <a:gd name="connsiteX17" fmla="*/ 0 w 7363333"/>
              <a:gd name="connsiteY17" fmla="*/ 0 h 3372119"/>
              <a:gd name="connsiteX0" fmla="*/ 7363333 w 7363333"/>
              <a:gd name="connsiteY0" fmla="*/ 974136 h 3372119"/>
              <a:gd name="connsiteX1" fmla="*/ 6902656 w 7363333"/>
              <a:gd name="connsiteY1" fmla="*/ 1035489 h 3372119"/>
              <a:gd name="connsiteX2" fmla="*/ 6598819 w 7363333"/>
              <a:gd name="connsiteY2" fmla="*/ 978427 h 3372119"/>
              <a:gd name="connsiteX3" fmla="*/ 6208243 w 7363333"/>
              <a:gd name="connsiteY3" fmla="*/ 909377 h 3372119"/>
              <a:gd name="connsiteX4" fmla="*/ 5793621 w 7363333"/>
              <a:gd name="connsiteY4" fmla="*/ 1292325 h 3372119"/>
              <a:gd name="connsiteX5" fmla="*/ 5206282 w 7363333"/>
              <a:gd name="connsiteY5" fmla="*/ 1611167 h 3372119"/>
              <a:gd name="connsiteX6" fmla="*/ 4611555 w 7363333"/>
              <a:gd name="connsiteY6" fmla="*/ 2256136 h 3372119"/>
              <a:gd name="connsiteX7" fmla="*/ 4148610 w 7363333"/>
              <a:gd name="connsiteY7" fmla="*/ 3357790 h 3372119"/>
              <a:gd name="connsiteX8" fmla="*/ 3754264 w 7363333"/>
              <a:gd name="connsiteY8" fmla="*/ 2727243 h 3372119"/>
              <a:gd name="connsiteX9" fmla="*/ 3327230 w 7363333"/>
              <a:gd name="connsiteY9" fmla="*/ 2010379 h 3372119"/>
              <a:gd name="connsiteX10" fmla="*/ 2833698 w 7363333"/>
              <a:gd name="connsiteY10" fmla="*/ 1853697 h 3372119"/>
              <a:gd name="connsiteX11" fmla="*/ 2299833 w 7363333"/>
              <a:gd name="connsiteY11" fmla="*/ 1682501 h 3372119"/>
              <a:gd name="connsiteX12" fmla="*/ 1609018 w 7363333"/>
              <a:gd name="connsiteY12" fmla="*/ 1531346 h 3372119"/>
              <a:gd name="connsiteX13" fmla="*/ 1589252 w 7363333"/>
              <a:gd name="connsiteY13" fmla="*/ 828299 h 3372119"/>
              <a:gd name="connsiteX14" fmla="*/ 1341662 w 7363333"/>
              <a:gd name="connsiteY14" fmla="*/ 735725 h 3372119"/>
              <a:gd name="connsiteX15" fmla="*/ 967065 w 7363333"/>
              <a:gd name="connsiteY15" fmla="*/ 711627 h 3372119"/>
              <a:gd name="connsiteX16" fmla="*/ 621243 w 7363333"/>
              <a:gd name="connsiteY16" fmla="*/ 579501 h 3372119"/>
              <a:gd name="connsiteX17" fmla="*/ 0 w 7363333"/>
              <a:gd name="connsiteY17" fmla="*/ 0 h 3372119"/>
              <a:gd name="connsiteX0" fmla="*/ 7231594 w 7231594"/>
              <a:gd name="connsiteY0" fmla="*/ 1262381 h 3372119"/>
              <a:gd name="connsiteX1" fmla="*/ 6902656 w 7231594"/>
              <a:gd name="connsiteY1" fmla="*/ 1035489 h 3372119"/>
              <a:gd name="connsiteX2" fmla="*/ 6598819 w 7231594"/>
              <a:gd name="connsiteY2" fmla="*/ 978427 h 3372119"/>
              <a:gd name="connsiteX3" fmla="*/ 6208243 w 7231594"/>
              <a:gd name="connsiteY3" fmla="*/ 909377 h 3372119"/>
              <a:gd name="connsiteX4" fmla="*/ 5793621 w 7231594"/>
              <a:gd name="connsiteY4" fmla="*/ 1292325 h 3372119"/>
              <a:gd name="connsiteX5" fmla="*/ 5206282 w 7231594"/>
              <a:gd name="connsiteY5" fmla="*/ 1611167 h 3372119"/>
              <a:gd name="connsiteX6" fmla="*/ 4611555 w 7231594"/>
              <a:gd name="connsiteY6" fmla="*/ 2256136 h 3372119"/>
              <a:gd name="connsiteX7" fmla="*/ 4148610 w 7231594"/>
              <a:gd name="connsiteY7" fmla="*/ 3357790 h 3372119"/>
              <a:gd name="connsiteX8" fmla="*/ 3754264 w 7231594"/>
              <a:gd name="connsiteY8" fmla="*/ 2727243 h 3372119"/>
              <a:gd name="connsiteX9" fmla="*/ 3327230 w 7231594"/>
              <a:gd name="connsiteY9" fmla="*/ 2010379 h 3372119"/>
              <a:gd name="connsiteX10" fmla="*/ 2833698 w 7231594"/>
              <a:gd name="connsiteY10" fmla="*/ 1853697 h 3372119"/>
              <a:gd name="connsiteX11" fmla="*/ 2299833 w 7231594"/>
              <a:gd name="connsiteY11" fmla="*/ 1682501 h 3372119"/>
              <a:gd name="connsiteX12" fmla="*/ 1609018 w 7231594"/>
              <a:gd name="connsiteY12" fmla="*/ 1531346 h 3372119"/>
              <a:gd name="connsiteX13" fmla="*/ 1589252 w 7231594"/>
              <a:gd name="connsiteY13" fmla="*/ 828299 h 3372119"/>
              <a:gd name="connsiteX14" fmla="*/ 1341662 w 7231594"/>
              <a:gd name="connsiteY14" fmla="*/ 735725 h 3372119"/>
              <a:gd name="connsiteX15" fmla="*/ 967065 w 7231594"/>
              <a:gd name="connsiteY15" fmla="*/ 711627 h 3372119"/>
              <a:gd name="connsiteX16" fmla="*/ 621243 w 7231594"/>
              <a:gd name="connsiteY16" fmla="*/ 579501 h 3372119"/>
              <a:gd name="connsiteX17" fmla="*/ 0 w 7231594"/>
              <a:gd name="connsiteY17" fmla="*/ 0 h 3372119"/>
              <a:gd name="connsiteX0" fmla="*/ 7231594 w 7231594"/>
              <a:gd name="connsiteY0" fmla="*/ 1262381 h 3372119"/>
              <a:gd name="connsiteX1" fmla="*/ 6902656 w 7231594"/>
              <a:gd name="connsiteY1" fmla="*/ 1035489 h 3372119"/>
              <a:gd name="connsiteX2" fmla="*/ 6598819 w 7231594"/>
              <a:gd name="connsiteY2" fmla="*/ 978427 h 3372119"/>
              <a:gd name="connsiteX3" fmla="*/ 6208243 w 7231594"/>
              <a:gd name="connsiteY3" fmla="*/ 909377 h 3372119"/>
              <a:gd name="connsiteX4" fmla="*/ 5793621 w 7231594"/>
              <a:gd name="connsiteY4" fmla="*/ 1292325 h 3372119"/>
              <a:gd name="connsiteX5" fmla="*/ 5206282 w 7231594"/>
              <a:gd name="connsiteY5" fmla="*/ 1611167 h 3372119"/>
              <a:gd name="connsiteX6" fmla="*/ 4611555 w 7231594"/>
              <a:gd name="connsiteY6" fmla="*/ 2256136 h 3372119"/>
              <a:gd name="connsiteX7" fmla="*/ 4148610 w 7231594"/>
              <a:gd name="connsiteY7" fmla="*/ 3357790 h 3372119"/>
              <a:gd name="connsiteX8" fmla="*/ 3754264 w 7231594"/>
              <a:gd name="connsiteY8" fmla="*/ 2727243 h 3372119"/>
              <a:gd name="connsiteX9" fmla="*/ 3327230 w 7231594"/>
              <a:gd name="connsiteY9" fmla="*/ 2010379 h 3372119"/>
              <a:gd name="connsiteX10" fmla="*/ 2833698 w 7231594"/>
              <a:gd name="connsiteY10" fmla="*/ 1853697 h 3372119"/>
              <a:gd name="connsiteX11" fmla="*/ 2299833 w 7231594"/>
              <a:gd name="connsiteY11" fmla="*/ 1682501 h 3372119"/>
              <a:gd name="connsiteX12" fmla="*/ 1609018 w 7231594"/>
              <a:gd name="connsiteY12" fmla="*/ 1531346 h 3372119"/>
              <a:gd name="connsiteX13" fmla="*/ 1589252 w 7231594"/>
              <a:gd name="connsiteY13" fmla="*/ 828299 h 3372119"/>
              <a:gd name="connsiteX14" fmla="*/ 1341662 w 7231594"/>
              <a:gd name="connsiteY14" fmla="*/ 735725 h 3372119"/>
              <a:gd name="connsiteX15" fmla="*/ 967065 w 7231594"/>
              <a:gd name="connsiteY15" fmla="*/ 711627 h 3372119"/>
              <a:gd name="connsiteX16" fmla="*/ 621243 w 7231594"/>
              <a:gd name="connsiteY16" fmla="*/ 579501 h 3372119"/>
              <a:gd name="connsiteX17" fmla="*/ 0 w 7231594"/>
              <a:gd name="connsiteY17" fmla="*/ 0 h 3372119"/>
              <a:gd name="connsiteX0" fmla="*/ 7279012 w 7279012"/>
              <a:gd name="connsiteY0" fmla="*/ 1456547 h 3372119"/>
              <a:gd name="connsiteX1" fmla="*/ 6902656 w 7279012"/>
              <a:gd name="connsiteY1" fmla="*/ 1035489 h 3372119"/>
              <a:gd name="connsiteX2" fmla="*/ 6598819 w 7279012"/>
              <a:gd name="connsiteY2" fmla="*/ 978427 h 3372119"/>
              <a:gd name="connsiteX3" fmla="*/ 6208243 w 7279012"/>
              <a:gd name="connsiteY3" fmla="*/ 909377 h 3372119"/>
              <a:gd name="connsiteX4" fmla="*/ 5793621 w 7279012"/>
              <a:gd name="connsiteY4" fmla="*/ 1292325 h 3372119"/>
              <a:gd name="connsiteX5" fmla="*/ 5206282 w 7279012"/>
              <a:gd name="connsiteY5" fmla="*/ 1611167 h 3372119"/>
              <a:gd name="connsiteX6" fmla="*/ 4611555 w 7279012"/>
              <a:gd name="connsiteY6" fmla="*/ 2256136 h 3372119"/>
              <a:gd name="connsiteX7" fmla="*/ 4148610 w 7279012"/>
              <a:gd name="connsiteY7" fmla="*/ 3357790 h 3372119"/>
              <a:gd name="connsiteX8" fmla="*/ 3754264 w 7279012"/>
              <a:gd name="connsiteY8" fmla="*/ 2727243 h 3372119"/>
              <a:gd name="connsiteX9" fmla="*/ 3327230 w 7279012"/>
              <a:gd name="connsiteY9" fmla="*/ 2010379 h 3372119"/>
              <a:gd name="connsiteX10" fmla="*/ 2833698 w 7279012"/>
              <a:gd name="connsiteY10" fmla="*/ 1853697 h 3372119"/>
              <a:gd name="connsiteX11" fmla="*/ 2299833 w 7279012"/>
              <a:gd name="connsiteY11" fmla="*/ 1682501 h 3372119"/>
              <a:gd name="connsiteX12" fmla="*/ 1609018 w 7279012"/>
              <a:gd name="connsiteY12" fmla="*/ 1531346 h 3372119"/>
              <a:gd name="connsiteX13" fmla="*/ 1589252 w 7279012"/>
              <a:gd name="connsiteY13" fmla="*/ 828299 h 3372119"/>
              <a:gd name="connsiteX14" fmla="*/ 1341662 w 7279012"/>
              <a:gd name="connsiteY14" fmla="*/ 735725 h 3372119"/>
              <a:gd name="connsiteX15" fmla="*/ 967065 w 7279012"/>
              <a:gd name="connsiteY15" fmla="*/ 711627 h 3372119"/>
              <a:gd name="connsiteX16" fmla="*/ 621243 w 7279012"/>
              <a:gd name="connsiteY16" fmla="*/ 579501 h 3372119"/>
              <a:gd name="connsiteX17" fmla="*/ 0 w 7279012"/>
              <a:gd name="connsiteY17" fmla="*/ 0 h 3372119"/>
              <a:gd name="connsiteX0" fmla="*/ 7279012 w 7279012"/>
              <a:gd name="connsiteY0" fmla="*/ 1456547 h 3372119"/>
              <a:gd name="connsiteX1" fmla="*/ 6598819 w 7279012"/>
              <a:gd name="connsiteY1" fmla="*/ 978427 h 3372119"/>
              <a:gd name="connsiteX2" fmla="*/ 6208243 w 7279012"/>
              <a:gd name="connsiteY2" fmla="*/ 909377 h 3372119"/>
              <a:gd name="connsiteX3" fmla="*/ 5793621 w 7279012"/>
              <a:gd name="connsiteY3" fmla="*/ 1292325 h 3372119"/>
              <a:gd name="connsiteX4" fmla="*/ 5206282 w 7279012"/>
              <a:gd name="connsiteY4" fmla="*/ 1611167 h 3372119"/>
              <a:gd name="connsiteX5" fmla="*/ 4611555 w 7279012"/>
              <a:gd name="connsiteY5" fmla="*/ 2256136 h 3372119"/>
              <a:gd name="connsiteX6" fmla="*/ 4148610 w 7279012"/>
              <a:gd name="connsiteY6" fmla="*/ 3357790 h 3372119"/>
              <a:gd name="connsiteX7" fmla="*/ 3754264 w 7279012"/>
              <a:gd name="connsiteY7" fmla="*/ 2727243 h 3372119"/>
              <a:gd name="connsiteX8" fmla="*/ 3327230 w 7279012"/>
              <a:gd name="connsiteY8" fmla="*/ 2010379 h 3372119"/>
              <a:gd name="connsiteX9" fmla="*/ 2833698 w 7279012"/>
              <a:gd name="connsiteY9" fmla="*/ 1853697 h 3372119"/>
              <a:gd name="connsiteX10" fmla="*/ 2299833 w 7279012"/>
              <a:gd name="connsiteY10" fmla="*/ 1682501 h 3372119"/>
              <a:gd name="connsiteX11" fmla="*/ 1609018 w 7279012"/>
              <a:gd name="connsiteY11" fmla="*/ 1531346 h 3372119"/>
              <a:gd name="connsiteX12" fmla="*/ 1589252 w 7279012"/>
              <a:gd name="connsiteY12" fmla="*/ 828299 h 3372119"/>
              <a:gd name="connsiteX13" fmla="*/ 1341662 w 7279012"/>
              <a:gd name="connsiteY13" fmla="*/ 735725 h 3372119"/>
              <a:gd name="connsiteX14" fmla="*/ 967065 w 7279012"/>
              <a:gd name="connsiteY14" fmla="*/ 711627 h 3372119"/>
              <a:gd name="connsiteX15" fmla="*/ 621243 w 7279012"/>
              <a:gd name="connsiteY15" fmla="*/ 579501 h 3372119"/>
              <a:gd name="connsiteX16" fmla="*/ 0 w 7279012"/>
              <a:gd name="connsiteY16" fmla="*/ 0 h 3372119"/>
              <a:gd name="connsiteX0" fmla="*/ 7279012 w 7279012"/>
              <a:gd name="connsiteY0" fmla="*/ 1456547 h 3372119"/>
              <a:gd name="connsiteX1" fmla="*/ 6970306 w 7279012"/>
              <a:gd name="connsiteY1" fmla="*/ 1077603 h 3372119"/>
              <a:gd name="connsiteX2" fmla="*/ 6208243 w 7279012"/>
              <a:gd name="connsiteY2" fmla="*/ 909377 h 3372119"/>
              <a:gd name="connsiteX3" fmla="*/ 5793621 w 7279012"/>
              <a:gd name="connsiteY3" fmla="*/ 1292325 h 3372119"/>
              <a:gd name="connsiteX4" fmla="*/ 5206282 w 7279012"/>
              <a:gd name="connsiteY4" fmla="*/ 1611167 h 3372119"/>
              <a:gd name="connsiteX5" fmla="*/ 4611555 w 7279012"/>
              <a:gd name="connsiteY5" fmla="*/ 2256136 h 3372119"/>
              <a:gd name="connsiteX6" fmla="*/ 4148610 w 7279012"/>
              <a:gd name="connsiteY6" fmla="*/ 3357790 h 3372119"/>
              <a:gd name="connsiteX7" fmla="*/ 3754264 w 7279012"/>
              <a:gd name="connsiteY7" fmla="*/ 2727243 h 3372119"/>
              <a:gd name="connsiteX8" fmla="*/ 3327230 w 7279012"/>
              <a:gd name="connsiteY8" fmla="*/ 2010379 h 3372119"/>
              <a:gd name="connsiteX9" fmla="*/ 2833698 w 7279012"/>
              <a:gd name="connsiteY9" fmla="*/ 1853697 h 3372119"/>
              <a:gd name="connsiteX10" fmla="*/ 2299833 w 7279012"/>
              <a:gd name="connsiteY10" fmla="*/ 1682501 h 3372119"/>
              <a:gd name="connsiteX11" fmla="*/ 1609018 w 7279012"/>
              <a:gd name="connsiteY11" fmla="*/ 1531346 h 3372119"/>
              <a:gd name="connsiteX12" fmla="*/ 1589252 w 7279012"/>
              <a:gd name="connsiteY12" fmla="*/ 828299 h 3372119"/>
              <a:gd name="connsiteX13" fmla="*/ 1341662 w 7279012"/>
              <a:gd name="connsiteY13" fmla="*/ 735725 h 3372119"/>
              <a:gd name="connsiteX14" fmla="*/ 967065 w 7279012"/>
              <a:gd name="connsiteY14" fmla="*/ 711627 h 3372119"/>
              <a:gd name="connsiteX15" fmla="*/ 621243 w 7279012"/>
              <a:gd name="connsiteY15" fmla="*/ 579501 h 3372119"/>
              <a:gd name="connsiteX16" fmla="*/ 0 w 7279012"/>
              <a:gd name="connsiteY16" fmla="*/ 0 h 3372119"/>
              <a:gd name="connsiteX0" fmla="*/ 7279012 w 7279012"/>
              <a:gd name="connsiteY0" fmla="*/ 1456547 h 3372119"/>
              <a:gd name="connsiteX1" fmla="*/ 6970306 w 7279012"/>
              <a:gd name="connsiteY1" fmla="*/ 1077603 h 3372119"/>
              <a:gd name="connsiteX2" fmla="*/ 6279576 w 7279012"/>
              <a:gd name="connsiteY2" fmla="*/ 1114943 h 3372119"/>
              <a:gd name="connsiteX3" fmla="*/ 5793621 w 7279012"/>
              <a:gd name="connsiteY3" fmla="*/ 1292325 h 3372119"/>
              <a:gd name="connsiteX4" fmla="*/ 5206282 w 7279012"/>
              <a:gd name="connsiteY4" fmla="*/ 1611167 h 3372119"/>
              <a:gd name="connsiteX5" fmla="*/ 4611555 w 7279012"/>
              <a:gd name="connsiteY5" fmla="*/ 2256136 h 3372119"/>
              <a:gd name="connsiteX6" fmla="*/ 4148610 w 7279012"/>
              <a:gd name="connsiteY6" fmla="*/ 3357790 h 3372119"/>
              <a:gd name="connsiteX7" fmla="*/ 3754264 w 7279012"/>
              <a:gd name="connsiteY7" fmla="*/ 2727243 h 3372119"/>
              <a:gd name="connsiteX8" fmla="*/ 3327230 w 7279012"/>
              <a:gd name="connsiteY8" fmla="*/ 2010379 h 3372119"/>
              <a:gd name="connsiteX9" fmla="*/ 2833698 w 7279012"/>
              <a:gd name="connsiteY9" fmla="*/ 1853697 h 3372119"/>
              <a:gd name="connsiteX10" fmla="*/ 2299833 w 7279012"/>
              <a:gd name="connsiteY10" fmla="*/ 1682501 h 3372119"/>
              <a:gd name="connsiteX11" fmla="*/ 1609018 w 7279012"/>
              <a:gd name="connsiteY11" fmla="*/ 1531346 h 3372119"/>
              <a:gd name="connsiteX12" fmla="*/ 1589252 w 7279012"/>
              <a:gd name="connsiteY12" fmla="*/ 828299 h 3372119"/>
              <a:gd name="connsiteX13" fmla="*/ 1341662 w 7279012"/>
              <a:gd name="connsiteY13" fmla="*/ 735725 h 3372119"/>
              <a:gd name="connsiteX14" fmla="*/ 967065 w 7279012"/>
              <a:gd name="connsiteY14" fmla="*/ 711627 h 3372119"/>
              <a:gd name="connsiteX15" fmla="*/ 621243 w 7279012"/>
              <a:gd name="connsiteY15" fmla="*/ 579501 h 3372119"/>
              <a:gd name="connsiteX16" fmla="*/ 0 w 7279012"/>
              <a:gd name="connsiteY16" fmla="*/ 0 h 3372119"/>
              <a:gd name="connsiteX0" fmla="*/ 6657769 w 6657769"/>
              <a:gd name="connsiteY0" fmla="*/ 877046 h 2792618"/>
              <a:gd name="connsiteX1" fmla="*/ 6349063 w 6657769"/>
              <a:gd name="connsiteY1" fmla="*/ 498102 h 2792618"/>
              <a:gd name="connsiteX2" fmla="*/ 5658333 w 6657769"/>
              <a:gd name="connsiteY2" fmla="*/ 535442 h 2792618"/>
              <a:gd name="connsiteX3" fmla="*/ 5172378 w 6657769"/>
              <a:gd name="connsiteY3" fmla="*/ 712824 h 2792618"/>
              <a:gd name="connsiteX4" fmla="*/ 4585039 w 6657769"/>
              <a:gd name="connsiteY4" fmla="*/ 1031666 h 2792618"/>
              <a:gd name="connsiteX5" fmla="*/ 3990312 w 6657769"/>
              <a:gd name="connsiteY5" fmla="*/ 1676635 h 2792618"/>
              <a:gd name="connsiteX6" fmla="*/ 3527367 w 6657769"/>
              <a:gd name="connsiteY6" fmla="*/ 2778289 h 2792618"/>
              <a:gd name="connsiteX7" fmla="*/ 3133021 w 6657769"/>
              <a:gd name="connsiteY7" fmla="*/ 2147742 h 2792618"/>
              <a:gd name="connsiteX8" fmla="*/ 2705987 w 6657769"/>
              <a:gd name="connsiteY8" fmla="*/ 1430878 h 2792618"/>
              <a:gd name="connsiteX9" fmla="*/ 2212455 w 6657769"/>
              <a:gd name="connsiteY9" fmla="*/ 1274196 h 2792618"/>
              <a:gd name="connsiteX10" fmla="*/ 1678590 w 6657769"/>
              <a:gd name="connsiteY10" fmla="*/ 1103000 h 2792618"/>
              <a:gd name="connsiteX11" fmla="*/ 987775 w 6657769"/>
              <a:gd name="connsiteY11" fmla="*/ 951845 h 2792618"/>
              <a:gd name="connsiteX12" fmla="*/ 968009 w 6657769"/>
              <a:gd name="connsiteY12" fmla="*/ 248798 h 2792618"/>
              <a:gd name="connsiteX13" fmla="*/ 720419 w 6657769"/>
              <a:gd name="connsiteY13" fmla="*/ 156224 h 2792618"/>
              <a:gd name="connsiteX14" fmla="*/ 345822 w 6657769"/>
              <a:gd name="connsiteY14" fmla="*/ 132126 h 2792618"/>
              <a:gd name="connsiteX15" fmla="*/ 0 w 6657769"/>
              <a:gd name="connsiteY15" fmla="*/ 0 h 2792618"/>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187030 w 6857024"/>
              <a:gd name="connsiteY11" fmla="*/ 884278 h 2725051"/>
              <a:gd name="connsiteX12" fmla="*/ 1167264 w 6857024"/>
              <a:gd name="connsiteY12" fmla="*/ 181231 h 2725051"/>
              <a:gd name="connsiteX13" fmla="*/ 919674 w 6857024"/>
              <a:gd name="connsiteY13" fmla="*/ 88657 h 2725051"/>
              <a:gd name="connsiteX14" fmla="*/ 545077 w 6857024"/>
              <a:gd name="connsiteY14" fmla="*/ 64559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187030 w 6857024"/>
              <a:gd name="connsiteY11" fmla="*/ 884278 h 2725051"/>
              <a:gd name="connsiteX12" fmla="*/ 1167264 w 6857024"/>
              <a:gd name="connsiteY12" fmla="*/ 181231 h 2725051"/>
              <a:gd name="connsiteX13" fmla="*/ 919674 w 6857024"/>
              <a:gd name="connsiteY13" fmla="*/ 88657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187030 w 6857024"/>
              <a:gd name="connsiteY11" fmla="*/ 884278 h 2725051"/>
              <a:gd name="connsiteX12" fmla="*/ 1167264 w 6857024"/>
              <a:gd name="connsiteY12" fmla="*/ 181231 h 2725051"/>
              <a:gd name="connsiteX13" fmla="*/ 797147 w 6857024"/>
              <a:gd name="connsiteY13" fmla="*/ 213112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187030 w 6857024"/>
              <a:gd name="connsiteY11" fmla="*/ 884278 h 2725051"/>
              <a:gd name="connsiteX12" fmla="*/ 1079794 w 6857024"/>
              <a:gd name="connsiteY12" fmla="*/ 400277 h 2725051"/>
              <a:gd name="connsiteX13" fmla="*/ 797147 w 6857024"/>
              <a:gd name="connsiteY13" fmla="*/ 213112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062216 w 6857024"/>
              <a:gd name="connsiteY11" fmla="*/ 911701 h 2725051"/>
              <a:gd name="connsiteX12" fmla="*/ 1079794 w 6857024"/>
              <a:gd name="connsiteY12" fmla="*/ 400277 h 2725051"/>
              <a:gd name="connsiteX13" fmla="*/ 797147 w 6857024"/>
              <a:gd name="connsiteY13" fmla="*/ 213112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062216 w 6857024"/>
              <a:gd name="connsiteY11" fmla="*/ 911701 h 2725051"/>
              <a:gd name="connsiteX12" fmla="*/ 1031606 w 6857024"/>
              <a:gd name="connsiteY12" fmla="*/ 527431 h 2725051"/>
              <a:gd name="connsiteX13" fmla="*/ 797147 w 6857024"/>
              <a:gd name="connsiteY13" fmla="*/ 213112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062216 w 6857024"/>
              <a:gd name="connsiteY11" fmla="*/ 911701 h 2725051"/>
              <a:gd name="connsiteX12" fmla="*/ 1031606 w 6857024"/>
              <a:gd name="connsiteY12" fmla="*/ 527431 h 2725051"/>
              <a:gd name="connsiteX13" fmla="*/ 793023 w 6857024"/>
              <a:gd name="connsiteY13" fmla="*/ 356753 h 2725051"/>
              <a:gd name="connsiteX14" fmla="*/ 562477 w 6857024"/>
              <a:gd name="connsiteY14" fmla="*/ 165407 h 2725051"/>
              <a:gd name="connsiteX15" fmla="*/ 0 w 6857024"/>
              <a:gd name="connsiteY15" fmla="*/ 0 h 2725051"/>
              <a:gd name="connsiteX0" fmla="*/ 6857024 w 6857024"/>
              <a:gd name="connsiteY0" fmla="*/ 809479 h 2725051"/>
              <a:gd name="connsiteX1" fmla="*/ 6548318 w 6857024"/>
              <a:gd name="connsiteY1" fmla="*/ 430535 h 2725051"/>
              <a:gd name="connsiteX2" fmla="*/ 5857588 w 6857024"/>
              <a:gd name="connsiteY2" fmla="*/ 467875 h 2725051"/>
              <a:gd name="connsiteX3" fmla="*/ 5371633 w 6857024"/>
              <a:gd name="connsiteY3" fmla="*/ 645257 h 2725051"/>
              <a:gd name="connsiteX4" fmla="*/ 4784294 w 6857024"/>
              <a:gd name="connsiteY4" fmla="*/ 964099 h 2725051"/>
              <a:gd name="connsiteX5" fmla="*/ 4189567 w 6857024"/>
              <a:gd name="connsiteY5" fmla="*/ 1609068 h 2725051"/>
              <a:gd name="connsiteX6" fmla="*/ 3726622 w 6857024"/>
              <a:gd name="connsiteY6" fmla="*/ 2710722 h 2725051"/>
              <a:gd name="connsiteX7" fmla="*/ 3332276 w 6857024"/>
              <a:gd name="connsiteY7" fmla="*/ 2080175 h 2725051"/>
              <a:gd name="connsiteX8" fmla="*/ 2905242 w 6857024"/>
              <a:gd name="connsiteY8" fmla="*/ 1363311 h 2725051"/>
              <a:gd name="connsiteX9" fmla="*/ 2411710 w 6857024"/>
              <a:gd name="connsiteY9" fmla="*/ 1206629 h 2725051"/>
              <a:gd name="connsiteX10" fmla="*/ 1877845 w 6857024"/>
              <a:gd name="connsiteY10" fmla="*/ 1035433 h 2725051"/>
              <a:gd name="connsiteX11" fmla="*/ 1062216 w 6857024"/>
              <a:gd name="connsiteY11" fmla="*/ 911701 h 2725051"/>
              <a:gd name="connsiteX12" fmla="*/ 1031606 w 6857024"/>
              <a:gd name="connsiteY12" fmla="*/ 527431 h 2725051"/>
              <a:gd name="connsiteX13" fmla="*/ 793023 w 6857024"/>
              <a:gd name="connsiteY13" fmla="*/ 356753 h 2725051"/>
              <a:gd name="connsiteX14" fmla="*/ 475365 w 6857024"/>
              <a:gd name="connsiteY14" fmla="*/ 234503 h 2725051"/>
              <a:gd name="connsiteX15" fmla="*/ 0 w 6857024"/>
              <a:gd name="connsiteY15" fmla="*/ 0 h 272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7024" h="2725051">
                <a:moveTo>
                  <a:pt x="6857024" y="809479"/>
                </a:moveTo>
                <a:cubicBezTo>
                  <a:pt x="6715317" y="709871"/>
                  <a:pt x="6714891" y="487469"/>
                  <a:pt x="6548318" y="430535"/>
                </a:cubicBezTo>
                <a:cubicBezTo>
                  <a:pt x="6381745" y="373601"/>
                  <a:pt x="6053702" y="432088"/>
                  <a:pt x="5857588" y="467875"/>
                </a:cubicBezTo>
                <a:cubicBezTo>
                  <a:pt x="5661474" y="503662"/>
                  <a:pt x="5550515" y="562553"/>
                  <a:pt x="5371633" y="645257"/>
                </a:cubicBezTo>
                <a:cubicBezTo>
                  <a:pt x="5192751" y="727961"/>
                  <a:pt x="4981306" y="803464"/>
                  <a:pt x="4784294" y="964099"/>
                </a:cubicBezTo>
                <a:cubicBezTo>
                  <a:pt x="4587283" y="1124734"/>
                  <a:pt x="4365846" y="1317964"/>
                  <a:pt x="4189567" y="1609068"/>
                </a:cubicBezTo>
                <a:cubicBezTo>
                  <a:pt x="4013289" y="1900172"/>
                  <a:pt x="3869504" y="2632204"/>
                  <a:pt x="3726622" y="2710722"/>
                </a:cubicBezTo>
                <a:cubicBezTo>
                  <a:pt x="3583740" y="2789240"/>
                  <a:pt x="3497221" y="2540356"/>
                  <a:pt x="3332276" y="2080175"/>
                </a:cubicBezTo>
                <a:cubicBezTo>
                  <a:pt x="3246516" y="1840912"/>
                  <a:pt x="3058669" y="1508902"/>
                  <a:pt x="2905242" y="1363311"/>
                </a:cubicBezTo>
                <a:cubicBezTo>
                  <a:pt x="2751815" y="1217719"/>
                  <a:pt x="2582943" y="1261275"/>
                  <a:pt x="2411710" y="1206629"/>
                </a:cubicBezTo>
                <a:cubicBezTo>
                  <a:pt x="2240478" y="1151983"/>
                  <a:pt x="2102761" y="1084588"/>
                  <a:pt x="1877845" y="1035433"/>
                </a:cubicBezTo>
                <a:cubicBezTo>
                  <a:pt x="1652929" y="986278"/>
                  <a:pt x="1203256" y="996368"/>
                  <a:pt x="1062216" y="911701"/>
                </a:cubicBezTo>
                <a:cubicBezTo>
                  <a:pt x="921176" y="827034"/>
                  <a:pt x="1076472" y="619922"/>
                  <a:pt x="1031606" y="527431"/>
                </a:cubicBezTo>
                <a:cubicBezTo>
                  <a:pt x="986741" y="434940"/>
                  <a:pt x="885730" y="405574"/>
                  <a:pt x="793023" y="356753"/>
                </a:cubicBezTo>
                <a:cubicBezTo>
                  <a:pt x="700316" y="307932"/>
                  <a:pt x="607535" y="293962"/>
                  <a:pt x="475365" y="234503"/>
                </a:cubicBezTo>
                <a:cubicBezTo>
                  <a:pt x="343195" y="175044"/>
                  <a:pt x="176417" y="133845"/>
                  <a:pt x="0" y="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49" name="Freeform: Shape 148">
            <a:extLst>
              <a:ext uri="{FF2B5EF4-FFF2-40B4-BE49-F238E27FC236}">
                <a16:creationId xmlns:a16="http://schemas.microsoft.com/office/drawing/2014/main" id="{8E60090A-DA3E-C122-9574-EA8BAAA33AF1}"/>
              </a:ext>
            </a:extLst>
          </p:cNvPr>
          <p:cNvSpPr/>
          <p:nvPr userDrawn="1"/>
        </p:nvSpPr>
        <p:spPr>
          <a:xfrm rot="12825190" flipV="1">
            <a:off x="6254101" y="177363"/>
            <a:ext cx="5733076" cy="2360982"/>
          </a:xfrm>
          <a:custGeom>
            <a:avLst/>
            <a:gdLst>
              <a:gd name="connsiteX0" fmla="*/ 0 w 4932034"/>
              <a:gd name="connsiteY0" fmla="*/ 1666689 h 3665353"/>
              <a:gd name="connsiteX1" fmla="*/ 87829 w 4932034"/>
              <a:gd name="connsiteY1" fmla="*/ 1681964 h 3665353"/>
              <a:gd name="connsiteX2" fmla="*/ 748460 w 4932034"/>
              <a:gd name="connsiteY2" fmla="*/ 1877969 h 3665353"/>
              <a:gd name="connsiteX3" fmla="*/ 1172473 w 4932034"/>
              <a:gd name="connsiteY3" fmla="*/ 1538105 h 3665353"/>
              <a:gd name="connsiteX4" fmla="*/ 1391790 w 4932034"/>
              <a:gd name="connsiteY4" fmla="*/ 1498917 h 3665353"/>
              <a:gd name="connsiteX5" fmla="*/ 1749043 w 4932034"/>
              <a:gd name="connsiteY5" fmla="*/ 1570055 h 3665353"/>
              <a:gd name="connsiteX6" fmla="*/ 1903994 w 4932034"/>
              <a:gd name="connsiteY6" fmla="*/ 1642692 h 3665353"/>
              <a:gd name="connsiteX7" fmla="*/ 2034456 w 4932034"/>
              <a:gd name="connsiteY7" fmla="*/ 1821329 h 3665353"/>
              <a:gd name="connsiteX8" fmla="*/ 1960773 w 4932034"/>
              <a:gd name="connsiteY8" fmla="*/ 2188754 h 3665353"/>
              <a:gd name="connsiteX9" fmla="*/ 1885140 w 4932034"/>
              <a:gd name="connsiteY9" fmla="*/ 2576481 h 3665353"/>
              <a:gd name="connsiteX10" fmla="*/ 1991005 w 4932034"/>
              <a:gd name="connsiteY10" fmla="*/ 2842232 h 3665353"/>
              <a:gd name="connsiteX11" fmla="*/ 2172504 w 4932034"/>
              <a:gd name="connsiteY11" fmla="*/ 3139601 h 3665353"/>
              <a:gd name="connsiteX12" fmla="*/ 2394636 w 4932034"/>
              <a:gd name="connsiteY12" fmla="*/ 3418164 h 3665353"/>
              <a:gd name="connsiteX13" fmla="*/ 2811379 w 4932034"/>
              <a:gd name="connsiteY13" fmla="*/ 3584487 h 3665353"/>
              <a:gd name="connsiteX14" fmla="*/ 3088340 w 4932034"/>
              <a:gd name="connsiteY14" fmla="*/ 3606370 h 3665353"/>
              <a:gd name="connsiteX15" fmla="*/ 3727974 w 4932034"/>
              <a:gd name="connsiteY15" fmla="*/ 3606370 h 3665353"/>
              <a:gd name="connsiteX16" fmla="*/ 4326756 w 4932034"/>
              <a:gd name="connsiteY16" fmla="*/ 3664945 h 3665353"/>
              <a:gd name="connsiteX17" fmla="*/ 4650636 w 4932034"/>
              <a:gd name="connsiteY17" fmla="*/ 3598049 h 3665353"/>
              <a:gd name="connsiteX18" fmla="*/ 4858899 w 4932034"/>
              <a:gd name="connsiteY18" fmla="*/ 3463177 h 3665353"/>
              <a:gd name="connsiteX19" fmla="*/ 4932034 w 4932034"/>
              <a:gd name="connsiteY19" fmla="*/ 3418254 h 3665353"/>
              <a:gd name="connsiteX20" fmla="*/ 1846282 w 4932034"/>
              <a:gd name="connsiteY20" fmla="*/ 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21" fmla="*/ 1937722 w 4932034"/>
              <a:gd name="connsiteY21" fmla="*/ 9144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0" fmla="*/ 0 w 4932034"/>
              <a:gd name="connsiteY0" fmla="*/ 171031 h 2169695"/>
              <a:gd name="connsiteX1" fmla="*/ 87829 w 4932034"/>
              <a:gd name="connsiteY1" fmla="*/ 186306 h 2169695"/>
              <a:gd name="connsiteX2" fmla="*/ 748460 w 4932034"/>
              <a:gd name="connsiteY2" fmla="*/ 382311 h 2169695"/>
              <a:gd name="connsiteX3" fmla="*/ 1172473 w 4932034"/>
              <a:gd name="connsiteY3" fmla="*/ 42447 h 2169695"/>
              <a:gd name="connsiteX4" fmla="*/ 1391790 w 4932034"/>
              <a:gd name="connsiteY4" fmla="*/ 3259 h 2169695"/>
              <a:gd name="connsiteX5" fmla="*/ 1749043 w 4932034"/>
              <a:gd name="connsiteY5" fmla="*/ 74397 h 2169695"/>
              <a:gd name="connsiteX6" fmla="*/ 1903994 w 4932034"/>
              <a:gd name="connsiteY6" fmla="*/ 147034 h 2169695"/>
              <a:gd name="connsiteX7" fmla="*/ 2034456 w 4932034"/>
              <a:gd name="connsiteY7" fmla="*/ 325671 h 2169695"/>
              <a:gd name="connsiteX8" fmla="*/ 1960773 w 4932034"/>
              <a:gd name="connsiteY8" fmla="*/ 693096 h 2169695"/>
              <a:gd name="connsiteX9" fmla="*/ 1885140 w 4932034"/>
              <a:gd name="connsiteY9" fmla="*/ 1080823 h 2169695"/>
              <a:gd name="connsiteX10" fmla="*/ 1991005 w 4932034"/>
              <a:gd name="connsiteY10" fmla="*/ 1346574 h 2169695"/>
              <a:gd name="connsiteX11" fmla="*/ 2172504 w 4932034"/>
              <a:gd name="connsiteY11" fmla="*/ 1643943 h 2169695"/>
              <a:gd name="connsiteX12" fmla="*/ 2394636 w 4932034"/>
              <a:gd name="connsiteY12" fmla="*/ 1922506 h 2169695"/>
              <a:gd name="connsiteX13" fmla="*/ 2811379 w 4932034"/>
              <a:gd name="connsiteY13" fmla="*/ 2088829 h 2169695"/>
              <a:gd name="connsiteX14" fmla="*/ 3088340 w 4932034"/>
              <a:gd name="connsiteY14" fmla="*/ 2110712 h 2169695"/>
              <a:gd name="connsiteX15" fmla="*/ 3727974 w 4932034"/>
              <a:gd name="connsiteY15" fmla="*/ 2110712 h 2169695"/>
              <a:gd name="connsiteX16" fmla="*/ 4326756 w 4932034"/>
              <a:gd name="connsiteY16" fmla="*/ 2169287 h 2169695"/>
              <a:gd name="connsiteX17" fmla="*/ 4650636 w 4932034"/>
              <a:gd name="connsiteY17" fmla="*/ 2102391 h 2169695"/>
              <a:gd name="connsiteX18" fmla="*/ 4858899 w 4932034"/>
              <a:gd name="connsiteY18" fmla="*/ 1967519 h 2169695"/>
              <a:gd name="connsiteX19" fmla="*/ 4932034 w 4932034"/>
              <a:gd name="connsiteY19" fmla="*/ 1922596 h 2169695"/>
              <a:gd name="connsiteX0" fmla="*/ 0 w 4932034"/>
              <a:gd name="connsiteY0" fmla="*/ 177342 h 2176006"/>
              <a:gd name="connsiteX1" fmla="*/ 87829 w 4932034"/>
              <a:gd name="connsiteY1" fmla="*/ 192617 h 2176006"/>
              <a:gd name="connsiteX2" fmla="*/ 678759 w 4932034"/>
              <a:gd name="connsiteY2" fmla="*/ 493177 h 2176006"/>
              <a:gd name="connsiteX3" fmla="*/ 1172473 w 4932034"/>
              <a:gd name="connsiteY3" fmla="*/ 48758 h 2176006"/>
              <a:gd name="connsiteX4" fmla="*/ 1391790 w 4932034"/>
              <a:gd name="connsiteY4" fmla="*/ 9570 h 2176006"/>
              <a:gd name="connsiteX5" fmla="*/ 1749043 w 4932034"/>
              <a:gd name="connsiteY5" fmla="*/ 80708 h 2176006"/>
              <a:gd name="connsiteX6" fmla="*/ 1903994 w 4932034"/>
              <a:gd name="connsiteY6" fmla="*/ 153345 h 2176006"/>
              <a:gd name="connsiteX7" fmla="*/ 2034456 w 4932034"/>
              <a:gd name="connsiteY7" fmla="*/ 331982 h 2176006"/>
              <a:gd name="connsiteX8" fmla="*/ 1960773 w 4932034"/>
              <a:gd name="connsiteY8" fmla="*/ 699407 h 2176006"/>
              <a:gd name="connsiteX9" fmla="*/ 1885140 w 4932034"/>
              <a:gd name="connsiteY9" fmla="*/ 1087134 h 2176006"/>
              <a:gd name="connsiteX10" fmla="*/ 1991005 w 4932034"/>
              <a:gd name="connsiteY10" fmla="*/ 1352885 h 2176006"/>
              <a:gd name="connsiteX11" fmla="*/ 2172504 w 4932034"/>
              <a:gd name="connsiteY11" fmla="*/ 1650254 h 2176006"/>
              <a:gd name="connsiteX12" fmla="*/ 2394636 w 4932034"/>
              <a:gd name="connsiteY12" fmla="*/ 1928817 h 2176006"/>
              <a:gd name="connsiteX13" fmla="*/ 2811379 w 4932034"/>
              <a:gd name="connsiteY13" fmla="*/ 2095140 h 2176006"/>
              <a:gd name="connsiteX14" fmla="*/ 3088340 w 4932034"/>
              <a:gd name="connsiteY14" fmla="*/ 2117023 h 2176006"/>
              <a:gd name="connsiteX15" fmla="*/ 3727974 w 4932034"/>
              <a:gd name="connsiteY15" fmla="*/ 2117023 h 2176006"/>
              <a:gd name="connsiteX16" fmla="*/ 4326756 w 4932034"/>
              <a:gd name="connsiteY16" fmla="*/ 2175598 h 2176006"/>
              <a:gd name="connsiteX17" fmla="*/ 4650636 w 4932034"/>
              <a:gd name="connsiteY17" fmla="*/ 2108702 h 2176006"/>
              <a:gd name="connsiteX18" fmla="*/ 4858899 w 4932034"/>
              <a:gd name="connsiteY18" fmla="*/ 1973830 h 2176006"/>
              <a:gd name="connsiteX19" fmla="*/ 4932034 w 4932034"/>
              <a:gd name="connsiteY19" fmla="*/ 1928907 h 2176006"/>
              <a:gd name="connsiteX0" fmla="*/ 0 w 4932034"/>
              <a:gd name="connsiteY0" fmla="*/ 169326 h 2167990"/>
              <a:gd name="connsiteX1" fmla="*/ 87829 w 4932034"/>
              <a:gd name="connsiteY1" fmla="*/ 184601 h 2167990"/>
              <a:gd name="connsiteX2" fmla="*/ 678759 w 4932034"/>
              <a:gd name="connsiteY2" fmla="*/ 485161 h 2167990"/>
              <a:gd name="connsiteX3" fmla="*/ 1111131 w 4932034"/>
              <a:gd name="connsiteY3" fmla="*/ 132853 h 2167990"/>
              <a:gd name="connsiteX4" fmla="*/ 1391790 w 4932034"/>
              <a:gd name="connsiteY4" fmla="*/ 1554 h 2167990"/>
              <a:gd name="connsiteX5" fmla="*/ 1749043 w 4932034"/>
              <a:gd name="connsiteY5" fmla="*/ 72692 h 2167990"/>
              <a:gd name="connsiteX6" fmla="*/ 1903994 w 4932034"/>
              <a:gd name="connsiteY6" fmla="*/ 145329 h 2167990"/>
              <a:gd name="connsiteX7" fmla="*/ 2034456 w 4932034"/>
              <a:gd name="connsiteY7" fmla="*/ 323966 h 2167990"/>
              <a:gd name="connsiteX8" fmla="*/ 1960773 w 4932034"/>
              <a:gd name="connsiteY8" fmla="*/ 691391 h 2167990"/>
              <a:gd name="connsiteX9" fmla="*/ 1885140 w 4932034"/>
              <a:gd name="connsiteY9" fmla="*/ 1079118 h 2167990"/>
              <a:gd name="connsiteX10" fmla="*/ 1991005 w 4932034"/>
              <a:gd name="connsiteY10" fmla="*/ 1344869 h 2167990"/>
              <a:gd name="connsiteX11" fmla="*/ 2172504 w 4932034"/>
              <a:gd name="connsiteY11" fmla="*/ 1642238 h 2167990"/>
              <a:gd name="connsiteX12" fmla="*/ 2394636 w 4932034"/>
              <a:gd name="connsiteY12" fmla="*/ 1920801 h 2167990"/>
              <a:gd name="connsiteX13" fmla="*/ 2811379 w 4932034"/>
              <a:gd name="connsiteY13" fmla="*/ 2087124 h 2167990"/>
              <a:gd name="connsiteX14" fmla="*/ 3088340 w 4932034"/>
              <a:gd name="connsiteY14" fmla="*/ 2109007 h 2167990"/>
              <a:gd name="connsiteX15" fmla="*/ 3727974 w 4932034"/>
              <a:gd name="connsiteY15" fmla="*/ 2109007 h 2167990"/>
              <a:gd name="connsiteX16" fmla="*/ 4326756 w 4932034"/>
              <a:gd name="connsiteY16" fmla="*/ 2167582 h 2167990"/>
              <a:gd name="connsiteX17" fmla="*/ 4650636 w 4932034"/>
              <a:gd name="connsiteY17" fmla="*/ 2100686 h 2167990"/>
              <a:gd name="connsiteX18" fmla="*/ 4858899 w 4932034"/>
              <a:gd name="connsiteY18" fmla="*/ 1965814 h 2167990"/>
              <a:gd name="connsiteX19" fmla="*/ 4932034 w 4932034"/>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2092611 w 4990189"/>
              <a:gd name="connsiteY7" fmla="*/ 323966 h 2167990"/>
              <a:gd name="connsiteX8" fmla="*/ 2018928 w 4990189"/>
              <a:gd name="connsiteY8" fmla="*/ 691391 h 2167990"/>
              <a:gd name="connsiteX9" fmla="*/ 1943295 w 4990189"/>
              <a:gd name="connsiteY9" fmla="*/ 1079118 h 2167990"/>
              <a:gd name="connsiteX10" fmla="*/ 2049160 w 4990189"/>
              <a:gd name="connsiteY10" fmla="*/ 1344869 h 2167990"/>
              <a:gd name="connsiteX11" fmla="*/ 2230659 w 4990189"/>
              <a:gd name="connsiteY11" fmla="*/ 1642238 h 2167990"/>
              <a:gd name="connsiteX12" fmla="*/ 2452791 w 4990189"/>
              <a:gd name="connsiteY12" fmla="*/ 1920801 h 2167990"/>
              <a:gd name="connsiteX13" fmla="*/ 2869534 w 4990189"/>
              <a:gd name="connsiteY13" fmla="*/ 2087124 h 2167990"/>
              <a:gd name="connsiteX14" fmla="*/ 3146495 w 4990189"/>
              <a:gd name="connsiteY14" fmla="*/ 2109007 h 2167990"/>
              <a:gd name="connsiteX15" fmla="*/ 3786129 w 4990189"/>
              <a:gd name="connsiteY15" fmla="*/ 2109007 h 2167990"/>
              <a:gd name="connsiteX16" fmla="*/ 4384911 w 4990189"/>
              <a:gd name="connsiteY16" fmla="*/ 2167582 h 2167990"/>
              <a:gd name="connsiteX17" fmla="*/ 4708791 w 4990189"/>
              <a:gd name="connsiteY17" fmla="*/ 2100686 h 2167990"/>
              <a:gd name="connsiteX18" fmla="*/ 4917054 w 4990189"/>
              <a:gd name="connsiteY18" fmla="*/ 1965814 h 2167990"/>
              <a:gd name="connsiteX19" fmla="*/ 4990189 w 4990189"/>
              <a:gd name="connsiteY19" fmla="*/ 1920891 h 2167990"/>
              <a:gd name="connsiteX0" fmla="*/ 0 w 5247454"/>
              <a:gd name="connsiteY0" fmla="*/ 224272 h 2167990"/>
              <a:gd name="connsiteX1" fmla="*/ 145984 w 5247454"/>
              <a:gd name="connsiteY1" fmla="*/ 184601 h 2167990"/>
              <a:gd name="connsiteX2" fmla="*/ 736914 w 5247454"/>
              <a:gd name="connsiteY2" fmla="*/ 485161 h 2167990"/>
              <a:gd name="connsiteX3" fmla="*/ 1169286 w 5247454"/>
              <a:gd name="connsiteY3" fmla="*/ 132853 h 2167990"/>
              <a:gd name="connsiteX4" fmla="*/ 1449945 w 5247454"/>
              <a:gd name="connsiteY4" fmla="*/ 1554 h 2167990"/>
              <a:gd name="connsiteX5" fmla="*/ 1807198 w 5247454"/>
              <a:gd name="connsiteY5" fmla="*/ 72692 h 2167990"/>
              <a:gd name="connsiteX6" fmla="*/ 1962149 w 5247454"/>
              <a:gd name="connsiteY6" fmla="*/ 145329 h 2167990"/>
              <a:gd name="connsiteX7" fmla="*/ 2092611 w 5247454"/>
              <a:gd name="connsiteY7" fmla="*/ 323966 h 2167990"/>
              <a:gd name="connsiteX8" fmla="*/ 2018928 w 5247454"/>
              <a:gd name="connsiteY8" fmla="*/ 691391 h 2167990"/>
              <a:gd name="connsiteX9" fmla="*/ 1943295 w 5247454"/>
              <a:gd name="connsiteY9" fmla="*/ 1079118 h 2167990"/>
              <a:gd name="connsiteX10" fmla="*/ 2049160 w 5247454"/>
              <a:gd name="connsiteY10" fmla="*/ 1344869 h 2167990"/>
              <a:gd name="connsiteX11" fmla="*/ 2230659 w 5247454"/>
              <a:gd name="connsiteY11" fmla="*/ 1642238 h 2167990"/>
              <a:gd name="connsiteX12" fmla="*/ 2452791 w 5247454"/>
              <a:gd name="connsiteY12" fmla="*/ 1920801 h 2167990"/>
              <a:gd name="connsiteX13" fmla="*/ 2869534 w 5247454"/>
              <a:gd name="connsiteY13" fmla="*/ 2087124 h 2167990"/>
              <a:gd name="connsiteX14" fmla="*/ 3146495 w 5247454"/>
              <a:gd name="connsiteY14" fmla="*/ 2109007 h 2167990"/>
              <a:gd name="connsiteX15" fmla="*/ 3786129 w 5247454"/>
              <a:gd name="connsiteY15" fmla="*/ 2109007 h 2167990"/>
              <a:gd name="connsiteX16" fmla="*/ 4384911 w 5247454"/>
              <a:gd name="connsiteY16" fmla="*/ 2167582 h 2167990"/>
              <a:gd name="connsiteX17" fmla="*/ 4708791 w 5247454"/>
              <a:gd name="connsiteY17" fmla="*/ 2100686 h 2167990"/>
              <a:gd name="connsiteX18" fmla="*/ 4917054 w 5247454"/>
              <a:gd name="connsiteY18" fmla="*/ 1965814 h 2167990"/>
              <a:gd name="connsiteX19" fmla="*/ 5247454 w 5247454"/>
              <a:gd name="connsiteY19"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943295 w 5249984"/>
              <a:gd name="connsiteY9" fmla="*/ 1079118 h 2167990"/>
              <a:gd name="connsiteX10" fmla="*/ 2049160 w 5249984"/>
              <a:gd name="connsiteY10" fmla="*/ 1344869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2049160 w 5249984"/>
              <a:gd name="connsiteY10" fmla="*/ 1344869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1842917 w 5249984"/>
              <a:gd name="connsiteY10" fmla="*/ 1513235 h 2167990"/>
              <a:gd name="connsiteX11" fmla="*/ 2230659 w 5249984"/>
              <a:gd name="connsiteY11" fmla="*/ 1642238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167990"/>
              <a:gd name="connsiteX1" fmla="*/ 145984 w 5249984"/>
              <a:gd name="connsiteY1" fmla="*/ 184601 h 2167990"/>
              <a:gd name="connsiteX2" fmla="*/ 736914 w 5249984"/>
              <a:gd name="connsiteY2" fmla="*/ 485161 h 2167990"/>
              <a:gd name="connsiteX3" fmla="*/ 1169286 w 5249984"/>
              <a:gd name="connsiteY3" fmla="*/ 132853 h 2167990"/>
              <a:gd name="connsiteX4" fmla="*/ 1449945 w 5249984"/>
              <a:gd name="connsiteY4" fmla="*/ 1554 h 2167990"/>
              <a:gd name="connsiteX5" fmla="*/ 1807198 w 5249984"/>
              <a:gd name="connsiteY5" fmla="*/ 72692 h 2167990"/>
              <a:gd name="connsiteX6" fmla="*/ 1962149 w 5249984"/>
              <a:gd name="connsiteY6" fmla="*/ 145329 h 2167990"/>
              <a:gd name="connsiteX7" fmla="*/ 2092611 w 5249984"/>
              <a:gd name="connsiteY7" fmla="*/ 323966 h 2167990"/>
              <a:gd name="connsiteX8" fmla="*/ 2018928 w 5249984"/>
              <a:gd name="connsiteY8" fmla="*/ 691391 h 2167990"/>
              <a:gd name="connsiteX9" fmla="*/ 1695288 w 5249984"/>
              <a:gd name="connsiteY9" fmla="*/ 1225823 h 2167990"/>
              <a:gd name="connsiteX10" fmla="*/ 1842917 w 5249984"/>
              <a:gd name="connsiteY10" fmla="*/ 1513235 h 2167990"/>
              <a:gd name="connsiteX11" fmla="*/ 2096542 w 5249984"/>
              <a:gd name="connsiteY11" fmla="*/ 1740076 h 2167990"/>
              <a:gd name="connsiteX12" fmla="*/ 2452791 w 5249984"/>
              <a:gd name="connsiteY12" fmla="*/ 1920801 h 2167990"/>
              <a:gd name="connsiteX13" fmla="*/ 2869534 w 5249984"/>
              <a:gd name="connsiteY13" fmla="*/ 2087124 h 2167990"/>
              <a:gd name="connsiteX14" fmla="*/ 3146495 w 5249984"/>
              <a:gd name="connsiteY14" fmla="*/ 2109007 h 2167990"/>
              <a:gd name="connsiteX15" fmla="*/ 3786129 w 5249984"/>
              <a:gd name="connsiteY15" fmla="*/ 2109007 h 2167990"/>
              <a:gd name="connsiteX16" fmla="*/ 4384911 w 5249984"/>
              <a:gd name="connsiteY16" fmla="*/ 2167582 h 2167990"/>
              <a:gd name="connsiteX17" fmla="*/ 4708791 w 5249984"/>
              <a:gd name="connsiteY17" fmla="*/ 2100686 h 2167990"/>
              <a:gd name="connsiteX18" fmla="*/ 4917054 w 5249984"/>
              <a:gd name="connsiteY18" fmla="*/ 1965814 h 2167990"/>
              <a:gd name="connsiteX19" fmla="*/ 5224183 w 5249984"/>
              <a:gd name="connsiteY19" fmla="*/ 1623425 h 2167990"/>
              <a:gd name="connsiteX20" fmla="*/ 5247454 w 5249984"/>
              <a:gd name="connsiteY20" fmla="*/ 1217985 h 2167990"/>
              <a:gd name="connsiteX0" fmla="*/ 0 w 5249984"/>
              <a:gd name="connsiteY0" fmla="*/ 224272 h 2243191"/>
              <a:gd name="connsiteX1" fmla="*/ 145984 w 5249984"/>
              <a:gd name="connsiteY1" fmla="*/ 184601 h 2243191"/>
              <a:gd name="connsiteX2" fmla="*/ 736914 w 5249984"/>
              <a:gd name="connsiteY2" fmla="*/ 485161 h 2243191"/>
              <a:gd name="connsiteX3" fmla="*/ 1169286 w 5249984"/>
              <a:gd name="connsiteY3" fmla="*/ 132853 h 2243191"/>
              <a:gd name="connsiteX4" fmla="*/ 1449945 w 5249984"/>
              <a:gd name="connsiteY4" fmla="*/ 1554 h 2243191"/>
              <a:gd name="connsiteX5" fmla="*/ 1807198 w 5249984"/>
              <a:gd name="connsiteY5" fmla="*/ 72692 h 2243191"/>
              <a:gd name="connsiteX6" fmla="*/ 1962149 w 5249984"/>
              <a:gd name="connsiteY6" fmla="*/ 145329 h 2243191"/>
              <a:gd name="connsiteX7" fmla="*/ 2092611 w 5249984"/>
              <a:gd name="connsiteY7" fmla="*/ 323966 h 2243191"/>
              <a:gd name="connsiteX8" fmla="*/ 2018928 w 5249984"/>
              <a:gd name="connsiteY8" fmla="*/ 691391 h 2243191"/>
              <a:gd name="connsiteX9" fmla="*/ 1695288 w 5249984"/>
              <a:gd name="connsiteY9" fmla="*/ 1225823 h 2243191"/>
              <a:gd name="connsiteX10" fmla="*/ 1842917 w 5249984"/>
              <a:gd name="connsiteY10" fmla="*/ 1513235 h 2243191"/>
              <a:gd name="connsiteX11" fmla="*/ 2096542 w 5249984"/>
              <a:gd name="connsiteY11" fmla="*/ 1740076 h 2243191"/>
              <a:gd name="connsiteX12" fmla="*/ 2452791 w 5249984"/>
              <a:gd name="connsiteY12" fmla="*/ 1920801 h 2243191"/>
              <a:gd name="connsiteX13" fmla="*/ 2869534 w 5249984"/>
              <a:gd name="connsiteY13" fmla="*/ 2087124 h 2243191"/>
              <a:gd name="connsiteX14" fmla="*/ 3263065 w 5249984"/>
              <a:gd name="connsiteY14" fmla="*/ 2243144 h 2243191"/>
              <a:gd name="connsiteX15" fmla="*/ 3786129 w 5249984"/>
              <a:gd name="connsiteY15" fmla="*/ 2109007 h 2243191"/>
              <a:gd name="connsiteX16" fmla="*/ 4384911 w 5249984"/>
              <a:gd name="connsiteY16" fmla="*/ 2167582 h 2243191"/>
              <a:gd name="connsiteX17" fmla="*/ 4708791 w 5249984"/>
              <a:gd name="connsiteY17" fmla="*/ 2100686 h 2243191"/>
              <a:gd name="connsiteX18" fmla="*/ 4917054 w 5249984"/>
              <a:gd name="connsiteY18" fmla="*/ 1965814 h 2243191"/>
              <a:gd name="connsiteX19" fmla="*/ 5224183 w 5249984"/>
              <a:gd name="connsiteY19" fmla="*/ 1623425 h 2243191"/>
              <a:gd name="connsiteX20" fmla="*/ 5247454 w 5249984"/>
              <a:gd name="connsiteY20" fmla="*/ 1217985 h 2243191"/>
              <a:gd name="connsiteX0" fmla="*/ 0 w 5987324"/>
              <a:gd name="connsiteY0" fmla="*/ 0 h 2411673"/>
              <a:gd name="connsiteX1" fmla="*/ 883324 w 5987324"/>
              <a:gd name="connsiteY1" fmla="*/ 353083 h 2411673"/>
              <a:gd name="connsiteX2" fmla="*/ 1474254 w 5987324"/>
              <a:gd name="connsiteY2" fmla="*/ 653643 h 2411673"/>
              <a:gd name="connsiteX3" fmla="*/ 1906626 w 5987324"/>
              <a:gd name="connsiteY3" fmla="*/ 301335 h 2411673"/>
              <a:gd name="connsiteX4" fmla="*/ 2187285 w 5987324"/>
              <a:gd name="connsiteY4" fmla="*/ 170036 h 2411673"/>
              <a:gd name="connsiteX5" fmla="*/ 2544538 w 5987324"/>
              <a:gd name="connsiteY5" fmla="*/ 241174 h 2411673"/>
              <a:gd name="connsiteX6" fmla="*/ 2699489 w 5987324"/>
              <a:gd name="connsiteY6" fmla="*/ 313811 h 2411673"/>
              <a:gd name="connsiteX7" fmla="*/ 2829951 w 5987324"/>
              <a:gd name="connsiteY7" fmla="*/ 492448 h 2411673"/>
              <a:gd name="connsiteX8" fmla="*/ 2756268 w 5987324"/>
              <a:gd name="connsiteY8" fmla="*/ 859873 h 2411673"/>
              <a:gd name="connsiteX9" fmla="*/ 2432628 w 5987324"/>
              <a:gd name="connsiteY9" fmla="*/ 1394305 h 2411673"/>
              <a:gd name="connsiteX10" fmla="*/ 2580257 w 5987324"/>
              <a:gd name="connsiteY10" fmla="*/ 1681717 h 2411673"/>
              <a:gd name="connsiteX11" fmla="*/ 2833882 w 5987324"/>
              <a:gd name="connsiteY11" fmla="*/ 1908558 h 2411673"/>
              <a:gd name="connsiteX12" fmla="*/ 3190131 w 5987324"/>
              <a:gd name="connsiteY12" fmla="*/ 2089283 h 2411673"/>
              <a:gd name="connsiteX13" fmla="*/ 3606874 w 5987324"/>
              <a:gd name="connsiteY13" fmla="*/ 2255606 h 2411673"/>
              <a:gd name="connsiteX14" fmla="*/ 4000405 w 5987324"/>
              <a:gd name="connsiteY14" fmla="*/ 2411626 h 2411673"/>
              <a:gd name="connsiteX15" fmla="*/ 4523469 w 5987324"/>
              <a:gd name="connsiteY15" fmla="*/ 2277489 h 2411673"/>
              <a:gd name="connsiteX16" fmla="*/ 5122251 w 5987324"/>
              <a:gd name="connsiteY16" fmla="*/ 2336064 h 2411673"/>
              <a:gd name="connsiteX17" fmla="*/ 5446131 w 5987324"/>
              <a:gd name="connsiteY17" fmla="*/ 2269168 h 2411673"/>
              <a:gd name="connsiteX18" fmla="*/ 5654394 w 5987324"/>
              <a:gd name="connsiteY18" fmla="*/ 2134296 h 2411673"/>
              <a:gd name="connsiteX19" fmla="*/ 5961523 w 5987324"/>
              <a:gd name="connsiteY19" fmla="*/ 1791907 h 2411673"/>
              <a:gd name="connsiteX20" fmla="*/ 5984794 w 5987324"/>
              <a:gd name="connsiteY20" fmla="*/ 1386467 h 2411673"/>
              <a:gd name="connsiteX0" fmla="*/ 0 w 5987324"/>
              <a:gd name="connsiteY0" fmla="*/ 0 h 2411673"/>
              <a:gd name="connsiteX1" fmla="*/ 470303 w 5987324"/>
              <a:gd name="connsiteY1" fmla="*/ 228181 h 2411673"/>
              <a:gd name="connsiteX2" fmla="*/ 883324 w 5987324"/>
              <a:gd name="connsiteY2" fmla="*/ 353083 h 2411673"/>
              <a:gd name="connsiteX3" fmla="*/ 1474254 w 5987324"/>
              <a:gd name="connsiteY3" fmla="*/ 653643 h 2411673"/>
              <a:gd name="connsiteX4" fmla="*/ 1906626 w 5987324"/>
              <a:gd name="connsiteY4" fmla="*/ 301335 h 2411673"/>
              <a:gd name="connsiteX5" fmla="*/ 2187285 w 5987324"/>
              <a:gd name="connsiteY5" fmla="*/ 170036 h 2411673"/>
              <a:gd name="connsiteX6" fmla="*/ 2544538 w 5987324"/>
              <a:gd name="connsiteY6" fmla="*/ 241174 h 2411673"/>
              <a:gd name="connsiteX7" fmla="*/ 2699489 w 5987324"/>
              <a:gd name="connsiteY7" fmla="*/ 313811 h 2411673"/>
              <a:gd name="connsiteX8" fmla="*/ 2829951 w 5987324"/>
              <a:gd name="connsiteY8" fmla="*/ 492448 h 2411673"/>
              <a:gd name="connsiteX9" fmla="*/ 2756268 w 5987324"/>
              <a:gd name="connsiteY9" fmla="*/ 859873 h 2411673"/>
              <a:gd name="connsiteX10" fmla="*/ 2432628 w 5987324"/>
              <a:gd name="connsiteY10" fmla="*/ 1394305 h 2411673"/>
              <a:gd name="connsiteX11" fmla="*/ 2580257 w 5987324"/>
              <a:gd name="connsiteY11" fmla="*/ 1681717 h 2411673"/>
              <a:gd name="connsiteX12" fmla="*/ 2833882 w 5987324"/>
              <a:gd name="connsiteY12" fmla="*/ 1908558 h 2411673"/>
              <a:gd name="connsiteX13" fmla="*/ 3190131 w 5987324"/>
              <a:gd name="connsiteY13" fmla="*/ 2089283 h 2411673"/>
              <a:gd name="connsiteX14" fmla="*/ 3606874 w 5987324"/>
              <a:gd name="connsiteY14" fmla="*/ 2255606 h 2411673"/>
              <a:gd name="connsiteX15" fmla="*/ 4000405 w 5987324"/>
              <a:gd name="connsiteY15" fmla="*/ 2411626 h 2411673"/>
              <a:gd name="connsiteX16" fmla="*/ 4523469 w 5987324"/>
              <a:gd name="connsiteY16" fmla="*/ 2277489 h 2411673"/>
              <a:gd name="connsiteX17" fmla="*/ 5122251 w 5987324"/>
              <a:gd name="connsiteY17" fmla="*/ 2336064 h 2411673"/>
              <a:gd name="connsiteX18" fmla="*/ 5446131 w 5987324"/>
              <a:gd name="connsiteY18" fmla="*/ 2269168 h 2411673"/>
              <a:gd name="connsiteX19" fmla="*/ 5654394 w 5987324"/>
              <a:gd name="connsiteY19" fmla="*/ 2134296 h 2411673"/>
              <a:gd name="connsiteX20" fmla="*/ 5961523 w 5987324"/>
              <a:gd name="connsiteY20" fmla="*/ 1791907 h 2411673"/>
              <a:gd name="connsiteX21" fmla="*/ 5984794 w 5987324"/>
              <a:gd name="connsiteY21" fmla="*/ 1386467 h 2411673"/>
              <a:gd name="connsiteX0" fmla="*/ 0 w 5987324"/>
              <a:gd name="connsiteY0" fmla="*/ 0 h 2411673"/>
              <a:gd name="connsiteX1" fmla="*/ 470303 w 5987324"/>
              <a:gd name="connsiteY1" fmla="*/ 228181 h 2411673"/>
              <a:gd name="connsiteX2" fmla="*/ 883324 w 5987324"/>
              <a:gd name="connsiteY2" fmla="*/ 353083 h 2411673"/>
              <a:gd name="connsiteX3" fmla="*/ 1474254 w 5987324"/>
              <a:gd name="connsiteY3" fmla="*/ 653643 h 2411673"/>
              <a:gd name="connsiteX4" fmla="*/ 1906626 w 5987324"/>
              <a:gd name="connsiteY4" fmla="*/ 301335 h 2411673"/>
              <a:gd name="connsiteX5" fmla="*/ 2187285 w 5987324"/>
              <a:gd name="connsiteY5" fmla="*/ 170036 h 2411673"/>
              <a:gd name="connsiteX6" fmla="*/ 2544538 w 5987324"/>
              <a:gd name="connsiteY6" fmla="*/ 241174 h 2411673"/>
              <a:gd name="connsiteX7" fmla="*/ 2699489 w 5987324"/>
              <a:gd name="connsiteY7" fmla="*/ 313811 h 2411673"/>
              <a:gd name="connsiteX8" fmla="*/ 2829951 w 5987324"/>
              <a:gd name="connsiteY8" fmla="*/ 492448 h 2411673"/>
              <a:gd name="connsiteX9" fmla="*/ 2756268 w 5987324"/>
              <a:gd name="connsiteY9" fmla="*/ 859873 h 2411673"/>
              <a:gd name="connsiteX10" fmla="*/ 2974354 w 5987324"/>
              <a:gd name="connsiteY10" fmla="*/ 1462627 h 2411673"/>
              <a:gd name="connsiteX11" fmla="*/ 2580257 w 5987324"/>
              <a:gd name="connsiteY11" fmla="*/ 1681717 h 2411673"/>
              <a:gd name="connsiteX12" fmla="*/ 2833882 w 5987324"/>
              <a:gd name="connsiteY12" fmla="*/ 1908558 h 2411673"/>
              <a:gd name="connsiteX13" fmla="*/ 3190131 w 5987324"/>
              <a:gd name="connsiteY13" fmla="*/ 2089283 h 2411673"/>
              <a:gd name="connsiteX14" fmla="*/ 3606874 w 5987324"/>
              <a:gd name="connsiteY14" fmla="*/ 2255606 h 2411673"/>
              <a:gd name="connsiteX15" fmla="*/ 4000405 w 5987324"/>
              <a:gd name="connsiteY15" fmla="*/ 2411626 h 2411673"/>
              <a:gd name="connsiteX16" fmla="*/ 4523469 w 5987324"/>
              <a:gd name="connsiteY16" fmla="*/ 2277489 h 2411673"/>
              <a:gd name="connsiteX17" fmla="*/ 5122251 w 5987324"/>
              <a:gd name="connsiteY17" fmla="*/ 2336064 h 2411673"/>
              <a:gd name="connsiteX18" fmla="*/ 5446131 w 5987324"/>
              <a:gd name="connsiteY18" fmla="*/ 2269168 h 2411673"/>
              <a:gd name="connsiteX19" fmla="*/ 5654394 w 5987324"/>
              <a:gd name="connsiteY19" fmla="*/ 2134296 h 2411673"/>
              <a:gd name="connsiteX20" fmla="*/ 5961523 w 5987324"/>
              <a:gd name="connsiteY20" fmla="*/ 1791907 h 2411673"/>
              <a:gd name="connsiteX21" fmla="*/ 5984794 w 5987324"/>
              <a:gd name="connsiteY21" fmla="*/ 1386467 h 2411673"/>
              <a:gd name="connsiteX0" fmla="*/ 0 w 5987324"/>
              <a:gd name="connsiteY0" fmla="*/ 0 h 2411673"/>
              <a:gd name="connsiteX1" fmla="*/ 470303 w 5987324"/>
              <a:gd name="connsiteY1" fmla="*/ 228181 h 2411673"/>
              <a:gd name="connsiteX2" fmla="*/ 883324 w 5987324"/>
              <a:gd name="connsiteY2" fmla="*/ 353083 h 2411673"/>
              <a:gd name="connsiteX3" fmla="*/ 1474254 w 5987324"/>
              <a:gd name="connsiteY3" fmla="*/ 653643 h 2411673"/>
              <a:gd name="connsiteX4" fmla="*/ 1906626 w 5987324"/>
              <a:gd name="connsiteY4" fmla="*/ 301335 h 2411673"/>
              <a:gd name="connsiteX5" fmla="*/ 2187285 w 5987324"/>
              <a:gd name="connsiteY5" fmla="*/ 170036 h 2411673"/>
              <a:gd name="connsiteX6" fmla="*/ 2544538 w 5987324"/>
              <a:gd name="connsiteY6" fmla="*/ 241174 h 2411673"/>
              <a:gd name="connsiteX7" fmla="*/ 2699489 w 5987324"/>
              <a:gd name="connsiteY7" fmla="*/ 313811 h 2411673"/>
              <a:gd name="connsiteX8" fmla="*/ 2829951 w 5987324"/>
              <a:gd name="connsiteY8" fmla="*/ 492448 h 2411673"/>
              <a:gd name="connsiteX9" fmla="*/ 3319902 w 5987324"/>
              <a:gd name="connsiteY9" fmla="*/ 661642 h 2411673"/>
              <a:gd name="connsiteX10" fmla="*/ 2974354 w 5987324"/>
              <a:gd name="connsiteY10" fmla="*/ 1462627 h 2411673"/>
              <a:gd name="connsiteX11" fmla="*/ 2580257 w 5987324"/>
              <a:gd name="connsiteY11" fmla="*/ 1681717 h 2411673"/>
              <a:gd name="connsiteX12" fmla="*/ 2833882 w 5987324"/>
              <a:gd name="connsiteY12" fmla="*/ 1908558 h 2411673"/>
              <a:gd name="connsiteX13" fmla="*/ 3190131 w 5987324"/>
              <a:gd name="connsiteY13" fmla="*/ 2089283 h 2411673"/>
              <a:gd name="connsiteX14" fmla="*/ 3606874 w 5987324"/>
              <a:gd name="connsiteY14" fmla="*/ 2255606 h 2411673"/>
              <a:gd name="connsiteX15" fmla="*/ 4000405 w 5987324"/>
              <a:gd name="connsiteY15" fmla="*/ 2411626 h 2411673"/>
              <a:gd name="connsiteX16" fmla="*/ 4523469 w 5987324"/>
              <a:gd name="connsiteY16" fmla="*/ 2277489 h 2411673"/>
              <a:gd name="connsiteX17" fmla="*/ 5122251 w 5987324"/>
              <a:gd name="connsiteY17" fmla="*/ 2336064 h 2411673"/>
              <a:gd name="connsiteX18" fmla="*/ 5446131 w 5987324"/>
              <a:gd name="connsiteY18" fmla="*/ 2269168 h 2411673"/>
              <a:gd name="connsiteX19" fmla="*/ 5654394 w 5987324"/>
              <a:gd name="connsiteY19" fmla="*/ 2134296 h 2411673"/>
              <a:gd name="connsiteX20" fmla="*/ 5961523 w 5987324"/>
              <a:gd name="connsiteY20" fmla="*/ 1791907 h 2411673"/>
              <a:gd name="connsiteX21" fmla="*/ 5984794 w 5987324"/>
              <a:gd name="connsiteY21" fmla="*/ 1386467 h 2411673"/>
              <a:gd name="connsiteX0" fmla="*/ 0 w 5987324"/>
              <a:gd name="connsiteY0" fmla="*/ 0 h 2411673"/>
              <a:gd name="connsiteX1" fmla="*/ 470303 w 5987324"/>
              <a:gd name="connsiteY1" fmla="*/ 228181 h 2411673"/>
              <a:gd name="connsiteX2" fmla="*/ 883324 w 5987324"/>
              <a:gd name="connsiteY2" fmla="*/ 353083 h 2411673"/>
              <a:gd name="connsiteX3" fmla="*/ 1474254 w 5987324"/>
              <a:gd name="connsiteY3" fmla="*/ 653643 h 2411673"/>
              <a:gd name="connsiteX4" fmla="*/ 1906626 w 5987324"/>
              <a:gd name="connsiteY4" fmla="*/ 301335 h 2411673"/>
              <a:gd name="connsiteX5" fmla="*/ 2187285 w 5987324"/>
              <a:gd name="connsiteY5" fmla="*/ 170036 h 2411673"/>
              <a:gd name="connsiteX6" fmla="*/ 2544538 w 5987324"/>
              <a:gd name="connsiteY6" fmla="*/ 241174 h 2411673"/>
              <a:gd name="connsiteX7" fmla="*/ 2699489 w 5987324"/>
              <a:gd name="connsiteY7" fmla="*/ 313811 h 2411673"/>
              <a:gd name="connsiteX8" fmla="*/ 3193281 w 5987324"/>
              <a:gd name="connsiteY8" fmla="*/ 304082 h 2411673"/>
              <a:gd name="connsiteX9" fmla="*/ 3319902 w 5987324"/>
              <a:gd name="connsiteY9" fmla="*/ 661642 h 2411673"/>
              <a:gd name="connsiteX10" fmla="*/ 2974354 w 5987324"/>
              <a:gd name="connsiteY10" fmla="*/ 1462627 h 2411673"/>
              <a:gd name="connsiteX11" fmla="*/ 2580257 w 5987324"/>
              <a:gd name="connsiteY11" fmla="*/ 1681717 h 2411673"/>
              <a:gd name="connsiteX12" fmla="*/ 2833882 w 5987324"/>
              <a:gd name="connsiteY12" fmla="*/ 1908558 h 2411673"/>
              <a:gd name="connsiteX13" fmla="*/ 3190131 w 5987324"/>
              <a:gd name="connsiteY13" fmla="*/ 2089283 h 2411673"/>
              <a:gd name="connsiteX14" fmla="*/ 3606874 w 5987324"/>
              <a:gd name="connsiteY14" fmla="*/ 2255606 h 2411673"/>
              <a:gd name="connsiteX15" fmla="*/ 4000405 w 5987324"/>
              <a:gd name="connsiteY15" fmla="*/ 2411626 h 2411673"/>
              <a:gd name="connsiteX16" fmla="*/ 4523469 w 5987324"/>
              <a:gd name="connsiteY16" fmla="*/ 2277489 h 2411673"/>
              <a:gd name="connsiteX17" fmla="*/ 5122251 w 5987324"/>
              <a:gd name="connsiteY17" fmla="*/ 2336064 h 2411673"/>
              <a:gd name="connsiteX18" fmla="*/ 5446131 w 5987324"/>
              <a:gd name="connsiteY18" fmla="*/ 2269168 h 2411673"/>
              <a:gd name="connsiteX19" fmla="*/ 5654394 w 5987324"/>
              <a:gd name="connsiteY19" fmla="*/ 2134296 h 2411673"/>
              <a:gd name="connsiteX20" fmla="*/ 5961523 w 5987324"/>
              <a:gd name="connsiteY20" fmla="*/ 1791907 h 2411673"/>
              <a:gd name="connsiteX21" fmla="*/ 5984794 w 5987324"/>
              <a:gd name="connsiteY21" fmla="*/ 1386467 h 2411673"/>
              <a:gd name="connsiteX0" fmla="*/ 0 w 6043733"/>
              <a:gd name="connsiteY0" fmla="*/ 0 h 2411673"/>
              <a:gd name="connsiteX1" fmla="*/ 470303 w 6043733"/>
              <a:gd name="connsiteY1" fmla="*/ 228181 h 2411673"/>
              <a:gd name="connsiteX2" fmla="*/ 883324 w 6043733"/>
              <a:gd name="connsiteY2" fmla="*/ 353083 h 2411673"/>
              <a:gd name="connsiteX3" fmla="*/ 1474254 w 6043733"/>
              <a:gd name="connsiteY3" fmla="*/ 653643 h 2411673"/>
              <a:gd name="connsiteX4" fmla="*/ 1906626 w 6043733"/>
              <a:gd name="connsiteY4" fmla="*/ 301335 h 2411673"/>
              <a:gd name="connsiteX5" fmla="*/ 2187285 w 6043733"/>
              <a:gd name="connsiteY5" fmla="*/ 170036 h 2411673"/>
              <a:gd name="connsiteX6" fmla="*/ 2544538 w 6043733"/>
              <a:gd name="connsiteY6" fmla="*/ 241174 h 2411673"/>
              <a:gd name="connsiteX7" fmla="*/ 2699489 w 6043733"/>
              <a:gd name="connsiteY7" fmla="*/ 313811 h 2411673"/>
              <a:gd name="connsiteX8" fmla="*/ 3193281 w 6043733"/>
              <a:gd name="connsiteY8" fmla="*/ 304082 h 2411673"/>
              <a:gd name="connsiteX9" fmla="*/ 3319902 w 6043733"/>
              <a:gd name="connsiteY9" fmla="*/ 661642 h 2411673"/>
              <a:gd name="connsiteX10" fmla="*/ 2974354 w 6043733"/>
              <a:gd name="connsiteY10" fmla="*/ 1462627 h 2411673"/>
              <a:gd name="connsiteX11" fmla="*/ 2580257 w 6043733"/>
              <a:gd name="connsiteY11" fmla="*/ 1681717 h 2411673"/>
              <a:gd name="connsiteX12" fmla="*/ 2833882 w 6043733"/>
              <a:gd name="connsiteY12" fmla="*/ 1908558 h 2411673"/>
              <a:gd name="connsiteX13" fmla="*/ 3190131 w 6043733"/>
              <a:gd name="connsiteY13" fmla="*/ 2089283 h 2411673"/>
              <a:gd name="connsiteX14" fmla="*/ 3606874 w 6043733"/>
              <a:gd name="connsiteY14" fmla="*/ 2255606 h 2411673"/>
              <a:gd name="connsiteX15" fmla="*/ 4000405 w 6043733"/>
              <a:gd name="connsiteY15" fmla="*/ 2411626 h 2411673"/>
              <a:gd name="connsiteX16" fmla="*/ 4523469 w 6043733"/>
              <a:gd name="connsiteY16" fmla="*/ 2277489 h 2411673"/>
              <a:gd name="connsiteX17" fmla="*/ 5122251 w 6043733"/>
              <a:gd name="connsiteY17" fmla="*/ 2336064 h 2411673"/>
              <a:gd name="connsiteX18" fmla="*/ 5446131 w 6043733"/>
              <a:gd name="connsiteY18" fmla="*/ 2269168 h 2411673"/>
              <a:gd name="connsiteX19" fmla="*/ 5654394 w 6043733"/>
              <a:gd name="connsiteY19" fmla="*/ 2134296 h 2411673"/>
              <a:gd name="connsiteX20" fmla="*/ 5961523 w 6043733"/>
              <a:gd name="connsiteY20" fmla="*/ 1791907 h 2411673"/>
              <a:gd name="connsiteX21" fmla="*/ 6043733 w 6043733"/>
              <a:gd name="connsiteY21" fmla="*/ 1513336 h 2411673"/>
              <a:gd name="connsiteX0" fmla="*/ 0 w 6043733"/>
              <a:gd name="connsiteY0" fmla="*/ 0 h 2411673"/>
              <a:gd name="connsiteX1" fmla="*/ 470303 w 6043733"/>
              <a:gd name="connsiteY1" fmla="*/ 228181 h 2411673"/>
              <a:gd name="connsiteX2" fmla="*/ 883324 w 6043733"/>
              <a:gd name="connsiteY2" fmla="*/ 353083 h 2411673"/>
              <a:gd name="connsiteX3" fmla="*/ 1474254 w 6043733"/>
              <a:gd name="connsiteY3" fmla="*/ 653643 h 2411673"/>
              <a:gd name="connsiteX4" fmla="*/ 1906626 w 6043733"/>
              <a:gd name="connsiteY4" fmla="*/ 301335 h 2411673"/>
              <a:gd name="connsiteX5" fmla="*/ 2187285 w 6043733"/>
              <a:gd name="connsiteY5" fmla="*/ 170036 h 2411673"/>
              <a:gd name="connsiteX6" fmla="*/ 2544538 w 6043733"/>
              <a:gd name="connsiteY6" fmla="*/ 241174 h 2411673"/>
              <a:gd name="connsiteX7" fmla="*/ 2699489 w 6043733"/>
              <a:gd name="connsiteY7" fmla="*/ 313811 h 2411673"/>
              <a:gd name="connsiteX8" fmla="*/ 3193281 w 6043733"/>
              <a:gd name="connsiteY8" fmla="*/ 304082 h 2411673"/>
              <a:gd name="connsiteX9" fmla="*/ 3319902 w 6043733"/>
              <a:gd name="connsiteY9" fmla="*/ 661642 h 2411673"/>
              <a:gd name="connsiteX10" fmla="*/ 2974354 w 6043733"/>
              <a:gd name="connsiteY10" fmla="*/ 1462627 h 2411673"/>
              <a:gd name="connsiteX11" fmla="*/ 2580257 w 6043733"/>
              <a:gd name="connsiteY11" fmla="*/ 1681717 h 2411673"/>
              <a:gd name="connsiteX12" fmla="*/ 2833882 w 6043733"/>
              <a:gd name="connsiteY12" fmla="*/ 1908558 h 2411673"/>
              <a:gd name="connsiteX13" fmla="*/ 3190131 w 6043733"/>
              <a:gd name="connsiteY13" fmla="*/ 2089283 h 2411673"/>
              <a:gd name="connsiteX14" fmla="*/ 3606874 w 6043733"/>
              <a:gd name="connsiteY14" fmla="*/ 2255606 h 2411673"/>
              <a:gd name="connsiteX15" fmla="*/ 4000405 w 6043733"/>
              <a:gd name="connsiteY15" fmla="*/ 2411626 h 2411673"/>
              <a:gd name="connsiteX16" fmla="*/ 4523469 w 6043733"/>
              <a:gd name="connsiteY16" fmla="*/ 2277489 h 2411673"/>
              <a:gd name="connsiteX17" fmla="*/ 5122251 w 6043733"/>
              <a:gd name="connsiteY17" fmla="*/ 2336064 h 2411673"/>
              <a:gd name="connsiteX18" fmla="*/ 5446131 w 6043733"/>
              <a:gd name="connsiteY18" fmla="*/ 2269168 h 2411673"/>
              <a:gd name="connsiteX19" fmla="*/ 5638652 w 6043733"/>
              <a:gd name="connsiteY19" fmla="*/ 2036293 h 2411673"/>
              <a:gd name="connsiteX20" fmla="*/ 5961523 w 6043733"/>
              <a:gd name="connsiteY20" fmla="*/ 1791907 h 2411673"/>
              <a:gd name="connsiteX21" fmla="*/ 6043733 w 6043733"/>
              <a:gd name="connsiteY21" fmla="*/ 1513336 h 2411673"/>
              <a:gd name="connsiteX0" fmla="*/ 0 w 6043733"/>
              <a:gd name="connsiteY0" fmla="*/ 0 h 2411673"/>
              <a:gd name="connsiteX1" fmla="*/ 470303 w 6043733"/>
              <a:gd name="connsiteY1" fmla="*/ 228181 h 2411673"/>
              <a:gd name="connsiteX2" fmla="*/ 883324 w 6043733"/>
              <a:gd name="connsiteY2" fmla="*/ 353083 h 2411673"/>
              <a:gd name="connsiteX3" fmla="*/ 1474254 w 6043733"/>
              <a:gd name="connsiteY3" fmla="*/ 653643 h 2411673"/>
              <a:gd name="connsiteX4" fmla="*/ 1906626 w 6043733"/>
              <a:gd name="connsiteY4" fmla="*/ 301335 h 2411673"/>
              <a:gd name="connsiteX5" fmla="*/ 2187285 w 6043733"/>
              <a:gd name="connsiteY5" fmla="*/ 170036 h 2411673"/>
              <a:gd name="connsiteX6" fmla="*/ 2544538 w 6043733"/>
              <a:gd name="connsiteY6" fmla="*/ 241174 h 2411673"/>
              <a:gd name="connsiteX7" fmla="*/ 2699489 w 6043733"/>
              <a:gd name="connsiteY7" fmla="*/ 313811 h 2411673"/>
              <a:gd name="connsiteX8" fmla="*/ 3193281 w 6043733"/>
              <a:gd name="connsiteY8" fmla="*/ 304082 h 2411673"/>
              <a:gd name="connsiteX9" fmla="*/ 3319902 w 6043733"/>
              <a:gd name="connsiteY9" fmla="*/ 661642 h 2411673"/>
              <a:gd name="connsiteX10" fmla="*/ 2974354 w 6043733"/>
              <a:gd name="connsiteY10" fmla="*/ 1462627 h 2411673"/>
              <a:gd name="connsiteX11" fmla="*/ 2580257 w 6043733"/>
              <a:gd name="connsiteY11" fmla="*/ 1681717 h 2411673"/>
              <a:gd name="connsiteX12" fmla="*/ 2833882 w 6043733"/>
              <a:gd name="connsiteY12" fmla="*/ 1908558 h 2411673"/>
              <a:gd name="connsiteX13" fmla="*/ 3190131 w 6043733"/>
              <a:gd name="connsiteY13" fmla="*/ 2089283 h 2411673"/>
              <a:gd name="connsiteX14" fmla="*/ 3606874 w 6043733"/>
              <a:gd name="connsiteY14" fmla="*/ 2255606 h 2411673"/>
              <a:gd name="connsiteX15" fmla="*/ 4000405 w 6043733"/>
              <a:gd name="connsiteY15" fmla="*/ 2411626 h 2411673"/>
              <a:gd name="connsiteX16" fmla="*/ 4523469 w 6043733"/>
              <a:gd name="connsiteY16" fmla="*/ 2277489 h 2411673"/>
              <a:gd name="connsiteX17" fmla="*/ 5122251 w 6043733"/>
              <a:gd name="connsiteY17" fmla="*/ 2336064 h 2411673"/>
              <a:gd name="connsiteX18" fmla="*/ 5638652 w 6043733"/>
              <a:gd name="connsiteY18" fmla="*/ 2036293 h 2411673"/>
              <a:gd name="connsiteX19" fmla="*/ 5961523 w 6043733"/>
              <a:gd name="connsiteY19" fmla="*/ 1791907 h 2411673"/>
              <a:gd name="connsiteX20" fmla="*/ 6043733 w 6043733"/>
              <a:gd name="connsiteY20" fmla="*/ 1513336 h 2411673"/>
              <a:gd name="connsiteX0" fmla="*/ 0 w 6043733"/>
              <a:gd name="connsiteY0" fmla="*/ 0 h 2411684"/>
              <a:gd name="connsiteX1" fmla="*/ 470303 w 6043733"/>
              <a:gd name="connsiteY1" fmla="*/ 228181 h 2411684"/>
              <a:gd name="connsiteX2" fmla="*/ 883324 w 6043733"/>
              <a:gd name="connsiteY2" fmla="*/ 353083 h 2411684"/>
              <a:gd name="connsiteX3" fmla="*/ 1474254 w 6043733"/>
              <a:gd name="connsiteY3" fmla="*/ 653643 h 2411684"/>
              <a:gd name="connsiteX4" fmla="*/ 1906626 w 6043733"/>
              <a:gd name="connsiteY4" fmla="*/ 301335 h 2411684"/>
              <a:gd name="connsiteX5" fmla="*/ 2187285 w 6043733"/>
              <a:gd name="connsiteY5" fmla="*/ 170036 h 2411684"/>
              <a:gd name="connsiteX6" fmla="*/ 2544538 w 6043733"/>
              <a:gd name="connsiteY6" fmla="*/ 241174 h 2411684"/>
              <a:gd name="connsiteX7" fmla="*/ 2699489 w 6043733"/>
              <a:gd name="connsiteY7" fmla="*/ 313811 h 2411684"/>
              <a:gd name="connsiteX8" fmla="*/ 3193281 w 6043733"/>
              <a:gd name="connsiteY8" fmla="*/ 304082 h 2411684"/>
              <a:gd name="connsiteX9" fmla="*/ 3319902 w 6043733"/>
              <a:gd name="connsiteY9" fmla="*/ 661642 h 2411684"/>
              <a:gd name="connsiteX10" fmla="*/ 2974354 w 6043733"/>
              <a:gd name="connsiteY10" fmla="*/ 1462627 h 2411684"/>
              <a:gd name="connsiteX11" fmla="*/ 2580257 w 6043733"/>
              <a:gd name="connsiteY11" fmla="*/ 1681717 h 2411684"/>
              <a:gd name="connsiteX12" fmla="*/ 2833882 w 6043733"/>
              <a:gd name="connsiteY12" fmla="*/ 1908558 h 2411684"/>
              <a:gd name="connsiteX13" fmla="*/ 3190131 w 6043733"/>
              <a:gd name="connsiteY13" fmla="*/ 2089283 h 2411684"/>
              <a:gd name="connsiteX14" fmla="*/ 3606874 w 6043733"/>
              <a:gd name="connsiteY14" fmla="*/ 2255606 h 2411684"/>
              <a:gd name="connsiteX15" fmla="*/ 4000405 w 6043733"/>
              <a:gd name="connsiteY15" fmla="*/ 2411626 h 2411684"/>
              <a:gd name="connsiteX16" fmla="*/ 4523469 w 6043733"/>
              <a:gd name="connsiteY16" fmla="*/ 2277489 h 2411684"/>
              <a:gd name="connsiteX17" fmla="*/ 5240564 w 6043733"/>
              <a:gd name="connsiteY17" fmla="*/ 2196421 h 2411684"/>
              <a:gd name="connsiteX18" fmla="*/ 5638652 w 6043733"/>
              <a:gd name="connsiteY18" fmla="*/ 2036293 h 2411684"/>
              <a:gd name="connsiteX19" fmla="*/ 5961523 w 6043733"/>
              <a:gd name="connsiteY19" fmla="*/ 1791907 h 2411684"/>
              <a:gd name="connsiteX20" fmla="*/ 6043733 w 6043733"/>
              <a:gd name="connsiteY20" fmla="*/ 1513336 h 2411684"/>
              <a:gd name="connsiteX0" fmla="*/ 0 w 6043733"/>
              <a:gd name="connsiteY0" fmla="*/ 0 h 2411684"/>
              <a:gd name="connsiteX1" fmla="*/ 470303 w 6043733"/>
              <a:gd name="connsiteY1" fmla="*/ 228181 h 2411684"/>
              <a:gd name="connsiteX2" fmla="*/ 883324 w 6043733"/>
              <a:gd name="connsiteY2" fmla="*/ 353083 h 2411684"/>
              <a:gd name="connsiteX3" fmla="*/ 1474254 w 6043733"/>
              <a:gd name="connsiteY3" fmla="*/ 653643 h 2411684"/>
              <a:gd name="connsiteX4" fmla="*/ 1906626 w 6043733"/>
              <a:gd name="connsiteY4" fmla="*/ 301335 h 2411684"/>
              <a:gd name="connsiteX5" fmla="*/ 2187285 w 6043733"/>
              <a:gd name="connsiteY5" fmla="*/ 170036 h 2411684"/>
              <a:gd name="connsiteX6" fmla="*/ 2544538 w 6043733"/>
              <a:gd name="connsiteY6" fmla="*/ 241174 h 2411684"/>
              <a:gd name="connsiteX7" fmla="*/ 2699489 w 6043733"/>
              <a:gd name="connsiteY7" fmla="*/ 313811 h 2411684"/>
              <a:gd name="connsiteX8" fmla="*/ 3193281 w 6043733"/>
              <a:gd name="connsiteY8" fmla="*/ 304082 h 2411684"/>
              <a:gd name="connsiteX9" fmla="*/ 3319902 w 6043733"/>
              <a:gd name="connsiteY9" fmla="*/ 661642 h 2411684"/>
              <a:gd name="connsiteX10" fmla="*/ 2974354 w 6043733"/>
              <a:gd name="connsiteY10" fmla="*/ 1462627 h 2411684"/>
              <a:gd name="connsiteX11" fmla="*/ 2858337 w 6043733"/>
              <a:gd name="connsiteY11" fmla="*/ 1705078 h 2411684"/>
              <a:gd name="connsiteX12" fmla="*/ 2833882 w 6043733"/>
              <a:gd name="connsiteY12" fmla="*/ 1908558 h 2411684"/>
              <a:gd name="connsiteX13" fmla="*/ 3190131 w 6043733"/>
              <a:gd name="connsiteY13" fmla="*/ 2089283 h 2411684"/>
              <a:gd name="connsiteX14" fmla="*/ 3606874 w 6043733"/>
              <a:gd name="connsiteY14" fmla="*/ 2255606 h 2411684"/>
              <a:gd name="connsiteX15" fmla="*/ 4000405 w 6043733"/>
              <a:gd name="connsiteY15" fmla="*/ 2411626 h 2411684"/>
              <a:gd name="connsiteX16" fmla="*/ 4523469 w 6043733"/>
              <a:gd name="connsiteY16" fmla="*/ 2277489 h 2411684"/>
              <a:gd name="connsiteX17" fmla="*/ 5240564 w 6043733"/>
              <a:gd name="connsiteY17" fmla="*/ 2196421 h 2411684"/>
              <a:gd name="connsiteX18" fmla="*/ 5638652 w 6043733"/>
              <a:gd name="connsiteY18" fmla="*/ 2036293 h 2411684"/>
              <a:gd name="connsiteX19" fmla="*/ 5961523 w 6043733"/>
              <a:gd name="connsiteY19" fmla="*/ 1791907 h 2411684"/>
              <a:gd name="connsiteX20" fmla="*/ 6043733 w 6043733"/>
              <a:gd name="connsiteY20" fmla="*/ 1513336 h 2411684"/>
              <a:gd name="connsiteX0" fmla="*/ 0 w 5573430"/>
              <a:gd name="connsiteY0" fmla="*/ 59699 h 2243202"/>
              <a:gd name="connsiteX1" fmla="*/ 413021 w 5573430"/>
              <a:gd name="connsiteY1" fmla="*/ 184601 h 2243202"/>
              <a:gd name="connsiteX2" fmla="*/ 1003951 w 5573430"/>
              <a:gd name="connsiteY2" fmla="*/ 485161 h 2243202"/>
              <a:gd name="connsiteX3" fmla="*/ 1436323 w 5573430"/>
              <a:gd name="connsiteY3" fmla="*/ 132853 h 2243202"/>
              <a:gd name="connsiteX4" fmla="*/ 1716982 w 5573430"/>
              <a:gd name="connsiteY4" fmla="*/ 1554 h 2243202"/>
              <a:gd name="connsiteX5" fmla="*/ 2074235 w 5573430"/>
              <a:gd name="connsiteY5" fmla="*/ 72692 h 2243202"/>
              <a:gd name="connsiteX6" fmla="*/ 2229186 w 5573430"/>
              <a:gd name="connsiteY6" fmla="*/ 145329 h 2243202"/>
              <a:gd name="connsiteX7" fmla="*/ 2722978 w 5573430"/>
              <a:gd name="connsiteY7" fmla="*/ 135600 h 2243202"/>
              <a:gd name="connsiteX8" fmla="*/ 2849599 w 5573430"/>
              <a:gd name="connsiteY8" fmla="*/ 493160 h 2243202"/>
              <a:gd name="connsiteX9" fmla="*/ 2504051 w 5573430"/>
              <a:gd name="connsiteY9" fmla="*/ 1294145 h 2243202"/>
              <a:gd name="connsiteX10" fmla="*/ 2388034 w 5573430"/>
              <a:gd name="connsiteY10" fmla="*/ 1536596 h 2243202"/>
              <a:gd name="connsiteX11" fmla="*/ 2363579 w 5573430"/>
              <a:gd name="connsiteY11" fmla="*/ 1740076 h 2243202"/>
              <a:gd name="connsiteX12" fmla="*/ 2719828 w 5573430"/>
              <a:gd name="connsiteY12" fmla="*/ 1920801 h 2243202"/>
              <a:gd name="connsiteX13" fmla="*/ 3136571 w 5573430"/>
              <a:gd name="connsiteY13" fmla="*/ 2087124 h 2243202"/>
              <a:gd name="connsiteX14" fmla="*/ 3530102 w 5573430"/>
              <a:gd name="connsiteY14" fmla="*/ 2243144 h 2243202"/>
              <a:gd name="connsiteX15" fmla="*/ 4053166 w 5573430"/>
              <a:gd name="connsiteY15" fmla="*/ 2109007 h 2243202"/>
              <a:gd name="connsiteX16" fmla="*/ 4770261 w 5573430"/>
              <a:gd name="connsiteY16" fmla="*/ 2027939 h 2243202"/>
              <a:gd name="connsiteX17" fmla="*/ 5168349 w 5573430"/>
              <a:gd name="connsiteY17" fmla="*/ 1867811 h 2243202"/>
              <a:gd name="connsiteX18" fmla="*/ 5491220 w 5573430"/>
              <a:gd name="connsiteY18" fmla="*/ 1623425 h 2243202"/>
              <a:gd name="connsiteX19" fmla="*/ 5573430 w 5573430"/>
              <a:gd name="connsiteY19" fmla="*/ 1344854 h 2243202"/>
              <a:gd name="connsiteX0" fmla="*/ 0 w 5792261"/>
              <a:gd name="connsiteY0" fmla="*/ 0 h 2360982"/>
              <a:gd name="connsiteX1" fmla="*/ 631852 w 5792261"/>
              <a:gd name="connsiteY1" fmla="*/ 302381 h 2360982"/>
              <a:gd name="connsiteX2" fmla="*/ 1222782 w 5792261"/>
              <a:gd name="connsiteY2" fmla="*/ 602941 h 2360982"/>
              <a:gd name="connsiteX3" fmla="*/ 1655154 w 5792261"/>
              <a:gd name="connsiteY3" fmla="*/ 250633 h 2360982"/>
              <a:gd name="connsiteX4" fmla="*/ 1935813 w 5792261"/>
              <a:gd name="connsiteY4" fmla="*/ 119334 h 2360982"/>
              <a:gd name="connsiteX5" fmla="*/ 2293066 w 5792261"/>
              <a:gd name="connsiteY5" fmla="*/ 190472 h 2360982"/>
              <a:gd name="connsiteX6" fmla="*/ 2448017 w 5792261"/>
              <a:gd name="connsiteY6" fmla="*/ 263109 h 2360982"/>
              <a:gd name="connsiteX7" fmla="*/ 2941809 w 5792261"/>
              <a:gd name="connsiteY7" fmla="*/ 253380 h 2360982"/>
              <a:gd name="connsiteX8" fmla="*/ 3068430 w 5792261"/>
              <a:gd name="connsiteY8" fmla="*/ 610940 h 2360982"/>
              <a:gd name="connsiteX9" fmla="*/ 2722882 w 5792261"/>
              <a:gd name="connsiteY9" fmla="*/ 1411925 h 2360982"/>
              <a:gd name="connsiteX10" fmla="*/ 2606865 w 5792261"/>
              <a:gd name="connsiteY10" fmla="*/ 1654376 h 2360982"/>
              <a:gd name="connsiteX11" fmla="*/ 2582410 w 5792261"/>
              <a:gd name="connsiteY11" fmla="*/ 1857856 h 2360982"/>
              <a:gd name="connsiteX12" fmla="*/ 2938659 w 5792261"/>
              <a:gd name="connsiteY12" fmla="*/ 2038581 h 2360982"/>
              <a:gd name="connsiteX13" fmla="*/ 3355402 w 5792261"/>
              <a:gd name="connsiteY13" fmla="*/ 2204904 h 2360982"/>
              <a:gd name="connsiteX14" fmla="*/ 3748933 w 5792261"/>
              <a:gd name="connsiteY14" fmla="*/ 2360924 h 2360982"/>
              <a:gd name="connsiteX15" fmla="*/ 4271997 w 5792261"/>
              <a:gd name="connsiteY15" fmla="*/ 2226787 h 2360982"/>
              <a:gd name="connsiteX16" fmla="*/ 4989092 w 5792261"/>
              <a:gd name="connsiteY16" fmla="*/ 2145719 h 2360982"/>
              <a:gd name="connsiteX17" fmla="*/ 5387180 w 5792261"/>
              <a:gd name="connsiteY17" fmla="*/ 1985591 h 2360982"/>
              <a:gd name="connsiteX18" fmla="*/ 5710051 w 5792261"/>
              <a:gd name="connsiteY18" fmla="*/ 1741205 h 2360982"/>
              <a:gd name="connsiteX19" fmla="*/ 5792261 w 5792261"/>
              <a:gd name="connsiteY19" fmla="*/ 1462634 h 2360982"/>
              <a:gd name="connsiteX0" fmla="*/ 0 w 5792261"/>
              <a:gd name="connsiteY0" fmla="*/ 0 h 2360982"/>
              <a:gd name="connsiteX1" fmla="*/ 631852 w 5792261"/>
              <a:gd name="connsiteY1" fmla="*/ 302381 h 2360982"/>
              <a:gd name="connsiteX2" fmla="*/ 1297877 w 5792261"/>
              <a:gd name="connsiteY2" fmla="*/ 453165 h 2360982"/>
              <a:gd name="connsiteX3" fmla="*/ 1655154 w 5792261"/>
              <a:gd name="connsiteY3" fmla="*/ 250633 h 2360982"/>
              <a:gd name="connsiteX4" fmla="*/ 1935813 w 5792261"/>
              <a:gd name="connsiteY4" fmla="*/ 119334 h 2360982"/>
              <a:gd name="connsiteX5" fmla="*/ 2293066 w 5792261"/>
              <a:gd name="connsiteY5" fmla="*/ 190472 h 2360982"/>
              <a:gd name="connsiteX6" fmla="*/ 2448017 w 5792261"/>
              <a:gd name="connsiteY6" fmla="*/ 263109 h 2360982"/>
              <a:gd name="connsiteX7" fmla="*/ 2941809 w 5792261"/>
              <a:gd name="connsiteY7" fmla="*/ 253380 h 2360982"/>
              <a:gd name="connsiteX8" fmla="*/ 3068430 w 5792261"/>
              <a:gd name="connsiteY8" fmla="*/ 610940 h 2360982"/>
              <a:gd name="connsiteX9" fmla="*/ 2722882 w 5792261"/>
              <a:gd name="connsiteY9" fmla="*/ 1411925 h 2360982"/>
              <a:gd name="connsiteX10" fmla="*/ 2606865 w 5792261"/>
              <a:gd name="connsiteY10" fmla="*/ 1654376 h 2360982"/>
              <a:gd name="connsiteX11" fmla="*/ 2582410 w 5792261"/>
              <a:gd name="connsiteY11" fmla="*/ 1857856 h 2360982"/>
              <a:gd name="connsiteX12" fmla="*/ 2938659 w 5792261"/>
              <a:gd name="connsiteY12" fmla="*/ 2038581 h 2360982"/>
              <a:gd name="connsiteX13" fmla="*/ 3355402 w 5792261"/>
              <a:gd name="connsiteY13" fmla="*/ 2204904 h 2360982"/>
              <a:gd name="connsiteX14" fmla="*/ 3748933 w 5792261"/>
              <a:gd name="connsiteY14" fmla="*/ 2360924 h 2360982"/>
              <a:gd name="connsiteX15" fmla="*/ 4271997 w 5792261"/>
              <a:gd name="connsiteY15" fmla="*/ 2226787 h 2360982"/>
              <a:gd name="connsiteX16" fmla="*/ 4989092 w 5792261"/>
              <a:gd name="connsiteY16" fmla="*/ 2145719 h 2360982"/>
              <a:gd name="connsiteX17" fmla="*/ 5387180 w 5792261"/>
              <a:gd name="connsiteY17" fmla="*/ 1985591 h 2360982"/>
              <a:gd name="connsiteX18" fmla="*/ 5710051 w 5792261"/>
              <a:gd name="connsiteY18" fmla="*/ 1741205 h 2360982"/>
              <a:gd name="connsiteX19" fmla="*/ 5792261 w 5792261"/>
              <a:gd name="connsiteY19" fmla="*/ 1462634 h 2360982"/>
              <a:gd name="connsiteX0" fmla="*/ 0 w 5792261"/>
              <a:gd name="connsiteY0" fmla="*/ 0 h 2360982"/>
              <a:gd name="connsiteX1" fmla="*/ 631852 w 5792261"/>
              <a:gd name="connsiteY1" fmla="*/ 302381 h 2360982"/>
              <a:gd name="connsiteX2" fmla="*/ 1253204 w 5792261"/>
              <a:gd name="connsiteY2" fmla="*/ 454557 h 2360982"/>
              <a:gd name="connsiteX3" fmla="*/ 1655154 w 5792261"/>
              <a:gd name="connsiteY3" fmla="*/ 250633 h 2360982"/>
              <a:gd name="connsiteX4" fmla="*/ 1935813 w 5792261"/>
              <a:gd name="connsiteY4" fmla="*/ 119334 h 2360982"/>
              <a:gd name="connsiteX5" fmla="*/ 2293066 w 5792261"/>
              <a:gd name="connsiteY5" fmla="*/ 190472 h 2360982"/>
              <a:gd name="connsiteX6" fmla="*/ 2448017 w 5792261"/>
              <a:gd name="connsiteY6" fmla="*/ 263109 h 2360982"/>
              <a:gd name="connsiteX7" fmla="*/ 2941809 w 5792261"/>
              <a:gd name="connsiteY7" fmla="*/ 253380 h 2360982"/>
              <a:gd name="connsiteX8" fmla="*/ 3068430 w 5792261"/>
              <a:gd name="connsiteY8" fmla="*/ 610940 h 2360982"/>
              <a:gd name="connsiteX9" fmla="*/ 2722882 w 5792261"/>
              <a:gd name="connsiteY9" fmla="*/ 1411925 h 2360982"/>
              <a:gd name="connsiteX10" fmla="*/ 2606865 w 5792261"/>
              <a:gd name="connsiteY10" fmla="*/ 1654376 h 2360982"/>
              <a:gd name="connsiteX11" fmla="*/ 2582410 w 5792261"/>
              <a:gd name="connsiteY11" fmla="*/ 1857856 h 2360982"/>
              <a:gd name="connsiteX12" fmla="*/ 2938659 w 5792261"/>
              <a:gd name="connsiteY12" fmla="*/ 2038581 h 2360982"/>
              <a:gd name="connsiteX13" fmla="*/ 3355402 w 5792261"/>
              <a:gd name="connsiteY13" fmla="*/ 2204904 h 2360982"/>
              <a:gd name="connsiteX14" fmla="*/ 3748933 w 5792261"/>
              <a:gd name="connsiteY14" fmla="*/ 2360924 h 2360982"/>
              <a:gd name="connsiteX15" fmla="*/ 4271997 w 5792261"/>
              <a:gd name="connsiteY15" fmla="*/ 2226787 h 2360982"/>
              <a:gd name="connsiteX16" fmla="*/ 4989092 w 5792261"/>
              <a:gd name="connsiteY16" fmla="*/ 2145719 h 2360982"/>
              <a:gd name="connsiteX17" fmla="*/ 5387180 w 5792261"/>
              <a:gd name="connsiteY17" fmla="*/ 1985591 h 2360982"/>
              <a:gd name="connsiteX18" fmla="*/ 5710051 w 5792261"/>
              <a:gd name="connsiteY18" fmla="*/ 1741205 h 2360982"/>
              <a:gd name="connsiteX19" fmla="*/ 5792261 w 5792261"/>
              <a:gd name="connsiteY19" fmla="*/ 146263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722882 w 5733076"/>
              <a:gd name="connsiteY9" fmla="*/ 1411925 h 2360982"/>
              <a:gd name="connsiteX10" fmla="*/ 2606865 w 5733076"/>
              <a:gd name="connsiteY10" fmla="*/ 1654376 h 2360982"/>
              <a:gd name="connsiteX11" fmla="*/ 2582410 w 5733076"/>
              <a:gd name="connsiteY11" fmla="*/ 1857856 h 2360982"/>
              <a:gd name="connsiteX12" fmla="*/ 2938659 w 5733076"/>
              <a:gd name="connsiteY12" fmla="*/ 2038581 h 2360982"/>
              <a:gd name="connsiteX13" fmla="*/ 3355402 w 5733076"/>
              <a:gd name="connsiteY13" fmla="*/ 2204904 h 2360982"/>
              <a:gd name="connsiteX14" fmla="*/ 3748933 w 5733076"/>
              <a:gd name="connsiteY14" fmla="*/ 2360924 h 2360982"/>
              <a:gd name="connsiteX15" fmla="*/ 4271997 w 5733076"/>
              <a:gd name="connsiteY15" fmla="*/ 2226787 h 2360982"/>
              <a:gd name="connsiteX16" fmla="*/ 4989092 w 5733076"/>
              <a:gd name="connsiteY16" fmla="*/ 2145719 h 2360982"/>
              <a:gd name="connsiteX17" fmla="*/ 5387180 w 5733076"/>
              <a:gd name="connsiteY17" fmla="*/ 1985591 h 2360982"/>
              <a:gd name="connsiteX18" fmla="*/ 5710051 w 5733076"/>
              <a:gd name="connsiteY18" fmla="*/ 1741205 h 2360982"/>
              <a:gd name="connsiteX19" fmla="*/ 5723085 w 5733076"/>
              <a:gd name="connsiteY19" fmla="*/ 147264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722882 w 5733076"/>
              <a:gd name="connsiteY9" fmla="*/ 1411925 h 2360982"/>
              <a:gd name="connsiteX10" fmla="*/ 2582410 w 5733076"/>
              <a:gd name="connsiteY10" fmla="*/ 1857856 h 2360982"/>
              <a:gd name="connsiteX11" fmla="*/ 2938659 w 5733076"/>
              <a:gd name="connsiteY11" fmla="*/ 2038581 h 2360982"/>
              <a:gd name="connsiteX12" fmla="*/ 3355402 w 5733076"/>
              <a:gd name="connsiteY12" fmla="*/ 2204904 h 2360982"/>
              <a:gd name="connsiteX13" fmla="*/ 3748933 w 5733076"/>
              <a:gd name="connsiteY13" fmla="*/ 2360924 h 2360982"/>
              <a:gd name="connsiteX14" fmla="*/ 4271997 w 5733076"/>
              <a:gd name="connsiteY14" fmla="*/ 2226787 h 2360982"/>
              <a:gd name="connsiteX15" fmla="*/ 4989092 w 5733076"/>
              <a:gd name="connsiteY15" fmla="*/ 2145719 h 2360982"/>
              <a:gd name="connsiteX16" fmla="*/ 5387180 w 5733076"/>
              <a:gd name="connsiteY16" fmla="*/ 1985591 h 2360982"/>
              <a:gd name="connsiteX17" fmla="*/ 5710051 w 5733076"/>
              <a:gd name="connsiteY17" fmla="*/ 1741205 h 2360982"/>
              <a:gd name="connsiteX18" fmla="*/ 5723085 w 5733076"/>
              <a:gd name="connsiteY18" fmla="*/ 147264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677831 w 5733076"/>
              <a:gd name="connsiteY9" fmla="*/ 1404365 h 2360982"/>
              <a:gd name="connsiteX10" fmla="*/ 2582410 w 5733076"/>
              <a:gd name="connsiteY10" fmla="*/ 1857856 h 2360982"/>
              <a:gd name="connsiteX11" fmla="*/ 2938659 w 5733076"/>
              <a:gd name="connsiteY11" fmla="*/ 2038581 h 2360982"/>
              <a:gd name="connsiteX12" fmla="*/ 3355402 w 5733076"/>
              <a:gd name="connsiteY12" fmla="*/ 2204904 h 2360982"/>
              <a:gd name="connsiteX13" fmla="*/ 3748933 w 5733076"/>
              <a:gd name="connsiteY13" fmla="*/ 2360924 h 2360982"/>
              <a:gd name="connsiteX14" fmla="*/ 4271997 w 5733076"/>
              <a:gd name="connsiteY14" fmla="*/ 2226787 h 2360982"/>
              <a:gd name="connsiteX15" fmla="*/ 4989092 w 5733076"/>
              <a:gd name="connsiteY15" fmla="*/ 2145719 h 2360982"/>
              <a:gd name="connsiteX16" fmla="*/ 5387180 w 5733076"/>
              <a:gd name="connsiteY16" fmla="*/ 1985591 h 2360982"/>
              <a:gd name="connsiteX17" fmla="*/ 5710051 w 5733076"/>
              <a:gd name="connsiteY17" fmla="*/ 1741205 h 2360982"/>
              <a:gd name="connsiteX18" fmla="*/ 5723085 w 5733076"/>
              <a:gd name="connsiteY18" fmla="*/ 147264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677831 w 5733076"/>
              <a:gd name="connsiteY9" fmla="*/ 1404365 h 2360982"/>
              <a:gd name="connsiteX10" fmla="*/ 2582410 w 5733076"/>
              <a:gd name="connsiteY10" fmla="*/ 1857856 h 2360982"/>
              <a:gd name="connsiteX11" fmla="*/ 2938659 w 5733076"/>
              <a:gd name="connsiteY11" fmla="*/ 2038581 h 2360982"/>
              <a:gd name="connsiteX12" fmla="*/ 3355402 w 5733076"/>
              <a:gd name="connsiteY12" fmla="*/ 2204904 h 2360982"/>
              <a:gd name="connsiteX13" fmla="*/ 3748933 w 5733076"/>
              <a:gd name="connsiteY13" fmla="*/ 2360924 h 2360982"/>
              <a:gd name="connsiteX14" fmla="*/ 4271997 w 5733076"/>
              <a:gd name="connsiteY14" fmla="*/ 2226787 h 2360982"/>
              <a:gd name="connsiteX15" fmla="*/ 4989092 w 5733076"/>
              <a:gd name="connsiteY15" fmla="*/ 2145719 h 2360982"/>
              <a:gd name="connsiteX16" fmla="*/ 5387180 w 5733076"/>
              <a:gd name="connsiteY16" fmla="*/ 1985591 h 2360982"/>
              <a:gd name="connsiteX17" fmla="*/ 5710051 w 5733076"/>
              <a:gd name="connsiteY17" fmla="*/ 1741205 h 2360982"/>
              <a:gd name="connsiteX18" fmla="*/ 5723085 w 5733076"/>
              <a:gd name="connsiteY18" fmla="*/ 147264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677831 w 5733076"/>
              <a:gd name="connsiteY9" fmla="*/ 1404365 h 2360982"/>
              <a:gd name="connsiteX10" fmla="*/ 2582410 w 5733076"/>
              <a:gd name="connsiteY10" fmla="*/ 1857856 h 2360982"/>
              <a:gd name="connsiteX11" fmla="*/ 2938659 w 5733076"/>
              <a:gd name="connsiteY11" fmla="*/ 2038581 h 2360982"/>
              <a:gd name="connsiteX12" fmla="*/ 3355402 w 5733076"/>
              <a:gd name="connsiteY12" fmla="*/ 2204904 h 2360982"/>
              <a:gd name="connsiteX13" fmla="*/ 3748933 w 5733076"/>
              <a:gd name="connsiteY13" fmla="*/ 2360924 h 2360982"/>
              <a:gd name="connsiteX14" fmla="*/ 4271997 w 5733076"/>
              <a:gd name="connsiteY14" fmla="*/ 2226787 h 2360982"/>
              <a:gd name="connsiteX15" fmla="*/ 4989092 w 5733076"/>
              <a:gd name="connsiteY15" fmla="*/ 2145719 h 2360982"/>
              <a:gd name="connsiteX16" fmla="*/ 5387180 w 5733076"/>
              <a:gd name="connsiteY16" fmla="*/ 1985591 h 2360982"/>
              <a:gd name="connsiteX17" fmla="*/ 5710051 w 5733076"/>
              <a:gd name="connsiteY17" fmla="*/ 1741205 h 2360982"/>
              <a:gd name="connsiteX18" fmla="*/ 5723085 w 5733076"/>
              <a:gd name="connsiteY18" fmla="*/ 1472644 h 2360982"/>
              <a:gd name="connsiteX0" fmla="*/ 0 w 5733076"/>
              <a:gd name="connsiteY0" fmla="*/ 0 h 2360982"/>
              <a:gd name="connsiteX1" fmla="*/ 631852 w 5733076"/>
              <a:gd name="connsiteY1" fmla="*/ 302381 h 2360982"/>
              <a:gd name="connsiteX2" fmla="*/ 1253204 w 5733076"/>
              <a:gd name="connsiteY2" fmla="*/ 454557 h 2360982"/>
              <a:gd name="connsiteX3" fmla="*/ 1655154 w 5733076"/>
              <a:gd name="connsiteY3" fmla="*/ 250633 h 2360982"/>
              <a:gd name="connsiteX4" fmla="*/ 1935813 w 5733076"/>
              <a:gd name="connsiteY4" fmla="*/ 119334 h 2360982"/>
              <a:gd name="connsiteX5" fmla="*/ 2293066 w 5733076"/>
              <a:gd name="connsiteY5" fmla="*/ 190472 h 2360982"/>
              <a:gd name="connsiteX6" fmla="*/ 2448017 w 5733076"/>
              <a:gd name="connsiteY6" fmla="*/ 263109 h 2360982"/>
              <a:gd name="connsiteX7" fmla="*/ 2941809 w 5733076"/>
              <a:gd name="connsiteY7" fmla="*/ 253380 h 2360982"/>
              <a:gd name="connsiteX8" fmla="*/ 3068430 w 5733076"/>
              <a:gd name="connsiteY8" fmla="*/ 610940 h 2360982"/>
              <a:gd name="connsiteX9" fmla="*/ 2677831 w 5733076"/>
              <a:gd name="connsiteY9" fmla="*/ 1404365 h 2360982"/>
              <a:gd name="connsiteX10" fmla="*/ 2627569 w 5733076"/>
              <a:gd name="connsiteY10" fmla="*/ 1767784 h 2360982"/>
              <a:gd name="connsiteX11" fmla="*/ 2938659 w 5733076"/>
              <a:gd name="connsiteY11" fmla="*/ 2038581 h 2360982"/>
              <a:gd name="connsiteX12" fmla="*/ 3355402 w 5733076"/>
              <a:gd name="connsiteY12" fmla="*/ 2204904 h 2360982"/>
              <a:gd name="connsiteX13" fmla="*/ 3748933 w 5733076"/>
              <a:gd name="connsiteY13" fmla="*/ 2360924 h 2360982"/>
              <a:gd name="connsiteX14" fmla="*/ 4271997 w 5733076"/>
              <a:gd name="connsiteY14" fmla="*/ 2226787 h 2360982"/>
              <a:gd name="connsiteX15" fmla="*/ 4989092 w 5733076"/>
              <a:gd name="connsiteY15" fmla="*/ 2145719 h 2360982"/>
              <a:gd name="connsiteX16" fmla="*/ 5387180 w 5733076"/>
              <a:gd name="connsiteY16" fmla="*/ 1985591 h 2360982"/>
              <a:gd name="connsiteX17" fmla="*/ 5710051 w 5733076"/>
              <a:gd name="connsiteY17" fmla="*/ 1741205 h 2360982"/>
              <a:gd name="connsiteX18" fmla="*/ 5723085 w 5733076"/>
              <a:gd name="connsiteY18" fmla="*/ 1472644 h 2360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33076" h="2360982">
                <a:moveTo>
                  <a:pt x="0" y="0"/>
                </a:moveTo>
                <a:lnTo>
                  <a:pt x="631852" y="302381"/>
                </a:lnTo>
                <a:cubicBezTo>
                  <a:pt x="842938" y="342740"/>
                  <a:pt x="1061428" y="363742"/>
                  <a:pt x="1253204" y="454557"/>
                </a:cubicBezTo>
                <a:cubicBezTo>
                  <a:pt x="1510674" y="541595"/>
                  <a:pt x="1541386" y="306503"/>
                  <a:pt x="1655154" y="250633"/>
                </a:cubicBezTo>
                <a:cubicBezTo>
                  <a:pt x="1768922" y="194763"/>
                  <a:pt x="1829494" y="129361"/>
                  <a:pt x="1935813" y="119334"/>
                </a:cubicBezTo>
                <a:cubicBezTo>
                  <a:pt x="2042132" y="109307"/>
                  <a:pt x="2179724" y="149536"/>
                  <a:pt x="2293066" y="190472"/>
                </a:cubicBezTo>
                <a:cubicBezTo>
                  <a:pt x="2348112" y="210441"/>
                  <a:pt x="2339893" y="252624"/>
                  <a:pt x="2448017" y="263109"/>
                </a:cubicBezTo>
                <a:cubicBezTo>
                  <a:pt x="2556141" y="273594"/>
                  <a:pt x="2838407" y="195408"/>
                  <a:pt x="2941809" y="253380"/>
                </a:cubicBezTo>
                <a:cubicBezTo>
                  <a:pt x="3045211" y="311352"/>
                  <a:pt x="3112426" y="419109"/>
                  <a:pt x="3068430" y="610940"/>
                </a:cubicBezTo>
                <a:cubicBezTo>
                  <a:pt x="3024434" y="802771"/>
                  <a:pt x="2702796" y="1252487"/>
                  <a:pt x="2677831" y="1404365"/>
                </a:cubicBezTo>
                <a:cubicBezTo>
                  <a:pt x="2625794" y="1538849"/>
                  <a:pt x="2584098" y="1662081"/>
                  <a:pt x="2627569" y="1767784"/>
                </a:cubicBezTo>
                <a:cubicBezTo>
                  <a:pt x="2671040" y="1873487"/>
                  <a:pt x="2817354" y="1965728"/>
                  <a:pt x="2938659" y="2038581"/>
                </a:cubicBezTo>
                <a:cubicBezTo>
                  <a:pt x="3059964" y="2111434"/>
                  <a:pt x="3220356" y="2151180"/>
                  <a:pt x="3355402" y="2204904"/>
                </a:cubicBezTo>
                <a:cubicBezTo>
                  <a:pt x="3490448" y="2258628"/>
                  <a:pt x="3655962" y="2359676"/>
                  <a:pt x="3748933" y="2360924"/>
                </a:cubicBezTo>
                <a:cubicBezTo>
                  <a:pt x="3962505" y="2363753"/>
                  <a:pt x="4065304" y="2262654"/>
                  <a:pt x="4271997" y="2226787"/>
                </a:cubicBezTo>
                <a:cubicBezTo>
                  <a:pt x="4478690" y="2190920"/>
                  <a:pt x="4803228" y="2185918"/>
                  <a:pt x="4989092" y="2145719"/>
                </a:cubicBezTo>
                <a:cubicBezTo>
                  <a:pt x="5174956" y="2105520"/>
                  <a:pt x="5247301" y="2076284"/>
                  <a:pt x="5387180" y="1985591"/>
                </a:cubicBezTo>
                <a:cubicBezTo>
                  <a:pt x="5455083" y="1890898"/>
                  <a:pt x="5654984" y="1865843"/>
                  <a:pt x="5710051" y="1741205"/>
                </a:cubicBezTo>
                <a:cubicBezTo>
                  <a:pt x="5765118" y="1616567"/>
                  <a:pt x="5701211" y="1525068"/>
                  <a:pt x="5723085" y="1472644"/>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50" name="Freeform: Shape 149">
            <a:extLst>
              <a:ext uri="{FF2B5EF4-FFF2-40B4-BE49-F238E27FC236}">
                <a16:creationId xmlns:a16="http://schemas.microsoft.com/office/drawing/2014/main" id="{A333F1D1-5140-C8A3-FEC1-FC6A086F27F0}"/>
              </a:ext>
            </a:extLst>
          </p:cNvPr>
          <p:cNvSpPr/>
          <p:nvPr userDrawn="1"/>
        </p:nvSpPr>
        <p:spPr>
          <a:xfrm rot="17469552" flipV="1">
            <a:off x="9435880" y="1202878"/>
            <a:ext cx="943670" cy="829782"/>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02242 w 414201"/>
              <a:gd name="connsiteY0" fmla="*/ 459757 h 639105"/>
              <a:gd name="connsiteX1" fmla="*/ 236085 w 414201"/>
              <a:gd name="connsiteY1" fmla="*/ 631376 h 639105"/>
              <a:gd name="connsiteX2" fmla="*/ 343718 w 414201"/>
              <a:gd name="connsiteY2" fmla="*/ 593467 h 639105"/>
              <a:gd name="connsiteX3" fmla="*/ 413889 w 414201"/>
              <a:gd name="connsiteY3" fmla="*/ 450271 h 639105"/>
              <a:gd name="connsiteX4" fmla="*/ 398419 w 414201"/>
              <a:gd name="connsiteY4" fmla="*/ 265944 h 639105"/>
              <a:gd name="connsiteX5" fmla="*/ 300256 w 414201"/>
              <a:gd name="connsiteY5" fmla="*/ 85027 h 639105"/>
              <a:gd name="connsiteX6" fmla="*/ 161730 w 414201"/>
              <a:gd name="connsiteY6" fmla="*/ 6115 h 639105"/>
              <a:gd name="connsiteX7" fmla="*/ 3162 w 414201"/>
              <a:gd name="connsiteY7" fmla="*/ 102462 h 639105"/>
              <a:gd name="connsiteX8" fmla="*/ 102242 w 414201"/>
              <a:gd name="connsiteY8" fmla="*/ 459757 h 639105"/>
              <a:gd name="connsiteX0" fmla="*/ 60031 w 371990"/>
              <a:gd name="connsiteY0" fmla="*/ 453797 h 633145"/>
              <a:gd name="connsiteX1" fmla="*/ 193874 w 371990"/>
              <a:gd name="connsiteY1" fmla="*/ 625416 h 633145"/>
              <a:gd name="connsiteX2" fmla="*/ 301507 w 371990"/>
              <a:gd name="connsiteY2" fmla="*/ 587507 h 633145"/>
              <a:gd name="connsiteX3" fmla="*/ 371678 w 371990"/>
              <a:gd name="connsiteY3" fmla="*/ 444311 h 633145"/>
              <a:gd name="connsiteX4" fmla="*/ 356208 w 371990"/>
              <a:gd name="connsiteY4" fmla="*/ 259984 h 633145"/>
              <a:gd name="connsiteX5" fmla="*/ 258045 w 371990"/>
              <a:gd name="connsiteY5" fmla="*/ 79067 h 633145"/>
              <a:gd name="connsiteX6" fmla="*/ 119519 w 371990"/>
              <a:gd name="connsiteY6" fmla="*/ 155 h 633145"/>
              <a:gd name="connsiteX7" fmla="*/ 5553 w 371990"/>
              <a:gd name="connsiteY7" fmla="*/ 218752 h 633145"/>
              <a:gd name="connsiteX8" fmla="*/ 60031 w 371990"/>
              <a:gd name="connsiteY8" fmla="*/ 453797 h 633145"/>
              <a:gd name="connsiteX0" fmla="*/ 60031 w 371990"/>
              <a:gd name="connsiteY0" fmla="*/ 381693 h 561041"/>
              <a:gd name="connsiteX1" fmla="*/ 193874 w 371990"/>
              <a:gd name="connsiteY1" fmla="*/ 553312 h 561041"/>
              <a:gd name="connsiteX2" fmla="*/ 301507 w 371990"/>
              <a:gd name="connsiteY2" fmla="*/ 515403 h 561041"/>
              <a:gd name="connsiteX3" fmla="*/ 371678 w 371990"/>
              <a:gd name="connsiteY3" fmla="*/ 372207 h 561041"/>
              <a:gd name="connsiteX4" fmla="*/ 356208 w 371990"/>
              <a:gd name="connsiteY4" fmla="*/ 187880 h 561041"/>
              <a:gd name="connsiteX5" fmla="*/ 258045 w 371990"/>
              <a:gd name="connsiteY5" fmla="*/ 6963 h 561041"/>
              <a:gd name="connsiteX6" fmla="*/ 119219 w 371990"/>
              <a:gd name="connsiteY6" fmla="*/ 36116 h 561041"/>
              <a:gd name="connsiteX7" fmla="*/ 5553 w 371990"/>
              <a:gd name="connsiteY7" fmla="*/ 146648 h 561041"/>
              <a:gd name="connsiteX8" fmla="*/ 60031 w 371990"/>
              <a:gd name="connsiteY8" fmla="*/ 381693 h 561041"/>
              <a:gd name="connsiteX0" fmla="*/ 60031 w 371990"/>
              <a:gd name="connsiteY0" fmla="*/ 347527 h 526875"/>
              <a:gd name="connsiteX1" fmla="*/ 193874 w 371990"/>
              <a:gd name="connsiteY1" fmla="*/ 519146 h 526875"/>
              <a:gd name="connsiteX2" fmla="*/ 301507 w 371990"/>
              <a:gd name="connsiteY2" fmla="*/ 481237 h 526875"/>
              <a:gd name="connsiteX3" fmla="*/ 371678 w 371990"/>
              <a:gd name="connsiteY3" fmla="*/ 338041 h 526875"/>
              <a:gd name="connsiteX4" fmla="*/ 356208 w 371990"/>
              <a:gd name="connsiteY4" fmla="*/ 153714 h 526875"/>
              <a:gd name="connsiteX5" fmla="*/ 245622 w 371990"/>
              <a:gd name="connsiteY5" fmla="*/ 50009 h 526875"/>
              <a:gd name="connsiteX6" fmla="*/ 119219 w 371990"/>
              <a:gd name="connsiteY6" fmla="*/ 1950 h 526875"/>
              <a:gd name="connsiteX7" fmla="*/ 5553 w 371990"/>
              <a:gd name="connsiteY7" fmla="*/ 112482 h 526875"/>
              <a:gd name="connsiteX8" fmla="*/ 60031 w 371990"/>
              <a:gd name="connsiteY8" fmla="*/ 347527 h 526875"/>
              <a:gd name="connsiteX0" fmla="*/ 60031 w 371678"/>
              <a:gd name="connsiteY0" fmla="*/ 347527 h 526875"/>
              <a:gd name="connsiteX1" fmla="*/ 193874 w 371678"/>
              <a:gd name="connsiteY1" fmla="*/ 519146 h 526875"/>
              <a:gd name="connsiteX2" fmla="*/ 301507 w 371678"/>
              <a:gd name="connsiteY2" fmla="*/ 481237 h 526875"/>
              <a:gd name="connsiteX3" fmla="*/ 371678 w 371678"/>
              <a:gd name="connsiteY3" fmla="*/ 338041 h 526875"/>
              <a:gd name="connsiteX4" fmla="*/ 245622 w 371678"/>
              <a:gd name="connsiteY4" fmla="*/ 50009 h 526875"/>
              <a:gd name="connsiteX5" fmla="*/ 119219 w 371678"/>
              <a:gd name="connsiteY5" fmla="*/ 1950 h 526875"/>
              <a:gd name="connsiteX6" fmla="*/ 5553 w 371678"/>
              <a:gd name="connsiteY6" fmla="*/ 112482 h 526875"/>
              <a:gd name="connsiteX7" fmla="*/ 60031 w 371678"/>
              <a:gd name="connsiteY7" fmla="*/ 347527 h 526875"/>
              <a:gd name="connsiteX0" fmla="*/ 60031 w 371678"/>
              <a:gd name="connsiteY0" fmla="*/ 347527 h 526875"/>
              <a:gd name="connsiteX1" fmla="*/ 193874 w 371678"/>
              <a:gd name="connsiteY1" fmla="*/ 519146 h 526875"/>
              <a:gd name="connsiteX2" fmla="*/ 301507 w 371678"/>
              <a:gd name="connsiteY2" fmla="*/ 481237 h 526875"/>
              <a:gd name="connsiteX3" fmla="*/ 371678 w 371678"/>
              <a:gd name="connsiteY3" fmla="*/ 338041 h 526875"/>
              <a:gd name="connsiteX4" fmla="*/ 272610 w 371678"/>
              <a:gd name="connsiteY4" fmla="*/ 48009 h 526875"/>
              <a:gd name="connsiteX5" fmla="*/ 119219 w 371678"/>
              <a:gd name="connsiteY5" fmla="*/ 1950 h 526875"/>
              <a:gd name="connsiteX6" fmla="*/ 5553 w 371678"/>
              <a:gd name="connsiteY6" fmla="*/ 112482 h 526875"/>
              <a:gd name="connsiteX7" fmla="*/ 60031 w 371678"/>
              <a:gd name="connsiteY7" fmla="*/ 347527 h 526875"/>
              <a:gd name="connsiteX0" fmla="*/ 60031 w 369932"/>
              <a:gd name="connsiteY0" fmla="*/ 347527 h 528687"/>
              <a:gd name="connsiteX1" fmla="*/ 193874 w 369932"/>
              <a:gd name="connsiteY1" fmla="*/ 519146 h 528687"/>
              <a:gd name="connsiteX2" fmla="*/ 301507 w 369932"/>
              <a:gd name="connsiteY2" fmla="*/ 481237 h 528687"/>
              <a:gd name="connsiteX3" fmla="*/ 369932 w 369932"/>
              <a:gd name="connsiteY3" fmla="*/ 268502 h 528687"/>
              <a:gd name="connsiteX4" fmla="*/ 272610 w 369932"/>
              <a:gd name="connsiteY4" fmla="*/ 48009 h 528687"/>
              <a:gd name="connsiteX5" fmla="*/ 119219 w 369932"/>
              <a:gd name="connsiteY5" fmla="*/ 1950 h 528687"/>
              <a:gd name="connsiteX6" fmla="*/ 5553 w 369932"/>
              <a:gd name="connsiteY6" fmla="*/ 112482 h 528687"/>
              <a:gd name="connsiteX7" fmla="*/ 60031 w 369932"/>
              <a:gd name="connsiteY7" fmla="*/ 347527 h 528687"/>
              <a:gd name="connsiteX0" fmla="*/ 60031 w 370278"/>
              <a:gd name="connsiteY0" fmla="*/ 347527 h 528687"/>
              <a:gd name="connsiteX1" fmla="*/ 193874 w 370278"/>
              <a:gd name="connsiteY1" fmla="*/ 519146 h 528687"/>
              <a:gd name="connsiteX2" fmla="*/ 301507 w 370278"/>
              <a:gd name="connsiteY2" fmla="*/ 481237 h 528687"/>
              <a:gd name="connsiteX3" fmla="*/ 369932 w 370278"/>
              <a:gd name="connsiteY3" fmla="*/ 268502 h 528687"/>
              <a:gd name="connsiteX4" fmla="*/ 272610 w 370278"/>
              <a:gd name="connsiteY4" fmla="*/ 48009 h 528687"/>
              <a:gd name="connsiteX5" fmla="*/ 119219 w 370278"/>
              <a:gd name="connsiteY5" fmla="*/ 1950 h 528687"/>
              <a:gd name="connsiteX6" fmla="*/ 5553 w 370278"/>
              <a:gd name="connsiteY6" fmla="*/ 112482 h 528687"/>
              <a:gd name="connsiteX7" fmla="*/ 60031 w 370278"/>
              <a:gd name="connsiteY7" fmla="*/ 347527 h 528687"/>
              <a:gd name="connsiteX0" fmla="*/ 60031 w 350385"/>
              <a:gd name="connsiteY0" fmla="*/ 347527 h 529239"/>
              <a:gd name="connsiteX1" fmla="*/ 193874 w 350385"/>
              <a:gd name="connsiteY1" fmla="*/ 519146 h 529239"/>
              <a:gd name="connsiteX2" fmla="*/ 301507 w 350385"/>
              <a:gd name="connsiteY2" fmla="*/ 481237 h 529239"/>
              <a:gd name="connsiteX3" fmla="*/ 349854 w 350385"/>
              <a:gd name="connsiteY3" fmla="*/ 250879 h 529239"/>
              <a:gd name="connsiteX4" fmla="*/ 272610 w 350385"/>
              <a:gd name="connsiteY4" fmla="*/ 48009 h 529239"/>
              <a:gd name="connsiteX5" fmla="*/ 119219 w 350385"/>
              <a:gd name="connsiteY5" fmla="*/ 1950 h 529239"/>
              <a:gd name="connsiteX6" fmla="*/ 5553 w 350385"/>
              <a:gd name="connsiteY6" fmla="*/ 112482 h 529239"/>
              <a:gd name="connsiteX7" fmla="*/ 60031 w 350385"/>
              <a:gd name="connsiteY7" fmla="*/ 347527 h 52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385" h="529239">
                <a:moveTo>
                  <a:pt x="60031" y="347527"/>
                </a:moveTo>
                <a:cubicBezTo>
                  <a:pt x="98851" y="435679"/>
                  <a:pt x="153628" y="496861"/>
                  <a:pt x="193874" y="519146"/>
                </a:cubicBezTo>
                <a:cubicBezTo>
                  <a:pt x="234120" y="541431"/>
                  <a:pt x="275510" y="525948"/>
                  <a:pt x="301507" y="481237"/>
                </a:cubicBezTo>
                <a:cubicBezTo>
                  <a:pt x="327504" y="436526"/>
                  <a:pt x="354530" y="340491"/>
                  <a:pt x="349854" y="250879"/>
                </a:cubicBezTo>
                <a:cubicBezTo>
                  <a:pt x="340540" y="179008"/>
                  <a:pt x="311049" y="89497"/>
                  <a:pt x="272610" y="48009"/>
                </a:cubicBezTo>
                <a:cubicBezTo>
                  <a:pt x="234171" y="6521"/>
                  <a:pt x="168735" y="-956"/>
                  <a:pt x="119219" y="1950"/>
                </a:cubicBezTo>
                <a:cubicBezTo>
                  <a:pt x="69703" y="4856"/>
                  <a:pt x="28889" y="-30869"/>
                  <a:pt x="5553" y="112482"/>
                </a:cubicBezTo>
                <a:cubicBezTo>
                  <a:pt x="-15037" y="201588"/>
                  <a:pt x="25789" y="287345"/>
                  <a:pt x="60031" y="347527"/>
                </a:cubicBezTo>
                <a:close/>
              </a:path>
            </a:pathLst>
          </a:custGeom>
          <a:noFill/>
          <a:ln w="6350" cap="rnd">
            <a:solidFill>
              <a:schemeClr val="tx1">
                <a:alpha val="35000"/>
              </a:schemeClr>
            </a:solidFill>
            <a:prstDash val="dash"/>
            <a:round/>
          </a:ln>
        </p:spPr>
        <p:txBody>
          <a:bodyPr rtlCol="0" anchor="ctr"/>
          <a:lstStyle/>
          <a:p>
            <a:endParaRPr lang="en-US"/>
          </a:p>
        </p:txBody>
      </p:sp>
      <p:sp>
        <p:nvSpPr>
          <p:cNvPr id="151" name="Freeform: Shape 150">
            <a:extLst>
              <a:ext uri="{FF2B5EF4-FFF2-40B4-BE49-F238E27FC236}">
                <a16:creationId xmlns:a16="http://schemas.microsoft.com/office/drawing/2014/main" id="{54A7FB82-79A1-B6CA-0463-3EE88FF4AAD5}"/>
              </a:ext>
            </a:extLst>
          </p:cNvPr>
          <p:cNvSpPr/>
          <p:nvPr userDrawn="1"/>
        </p:nvSpPr>
        <p:spPr>
          <a:xfrm rot="16694449" flipV="1">
            <a:off x="9669527" y="1336673"/>
            <a:ext cx="528045" cy="46911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02242 w 414201"/>
              <a:gd name="connsiteY0" fmla="*/ 459757 h 639105"/>
              <a:gd name="connsiteX1" fmla="*/ 236085 w 414201"/>
              <a:gd name="connsiteY1" fmla="*/ 631376 h 639105"/>
              <a:gd name="connsiteX2" fmla="*/ 343718 w 414201"/>
              <a:gd name="connsiteY2" fmla="*/ 593467 h 639105"/>
              <a:gd name="connsiteX3" fmla="*/ 413889 w 414201"/>
              <a:gd name="connsiteY3" fmla="*/ 450271 h 639105"/>
              <a:gd name="connsiteX4" fmla="*/ 398419 w 414201"/>
              <a:gd name="connsiteY4" fmla="*/ 265944 h 639105"/>
              <a:gd name="connsiteX5" fmla="*/ 300256 w 414201"/>
              <a:gd name="connsiteY5" fmla="*/ 85027 h 639105"/>
              <a:gd name="connsiteX6" fmla="*/ 161730 w 414201"/>
              <a:gd name="connsiteY6" fmla="*/ 6115 h 639105"/>
              <a:gd name="connsiteX7" fmla="*/ 3162 w 414201"/>
              <a:gd name="connsiteY7" fmla="*/ 102462 h 639105"/>
              <a:gd name="connsiteX8" fmla="*/ 102242 w 414201"/>
              <a:gd name="connsiteY8" fmla="*/ 459757 h 639105"/>
              <a:gd name="connsiteX0" fmla="*/ 60031 w 371990"/>
              <a:gd name="connsiteY0" fmla="*/ 453797 h 633145"/>
              <a:gd name="connsiteX1" fmla="*/ 193874 w 371990"/>
              <a:gd name="connsiteY1" fmla="*/ 625416 h 633145"/>
              <a:gd name="connsiteX2" fmla="*/ 301507 w 371990"/>
              <a:gd name="connsiteY2" fmla="*/ 587507 h 633145"/>
              <a:gd name="connsiteX3" fmla="*/ 371678 w 371990"/>
              <a:gd name="connsiteY3" fmla="*/ 444311 h 633145"/>
              <a:gd name="connsiteX4" fmla="*/ 356208 w 371990"/>
              <a:gd name="connsiteY4" fmla="*/ 259984 h 633145"/>
              <a:gd name="connsiteX5" fmla="*/ 258045 w 371990"/>
              <a:gd name="connsiteY5" fmla="*/ 79067 h 633145"/>
              <a:gd name="connsiteX6" fmla="*/ 119519 w 371990"/>
              <a:gd name="connsiteY6" fmla="*/ 155 h 633145"/>
              <a:gd name="connsiteX7" fmla="*/ 5553 w 371990"/>
              <a:gd name="connsiteY7" fmla="*/ 218752 h 633145"/>
              <a:gd name="connsiteX8" fmla="*/ 60031 w 371990"/>
              <a:gd name="connsiteY8" fmla="*/ 453797 h 633145"/>
              <a:gd name="connsiteX0" fmla="*/ 60031 w 371990"/>
              <a:gd name="connsiteY0" fmla="*/ 381693 h 561041"/>
              <a:gd name="connsiteX1" fmla="*/ 193874 w 371990"/>
              <a:gd name="connsiteY1" fmla="*/ 553312 h 561041"/>
              <a:gd name="connsiteX2" fmla="*/ 301507 w 371990"/>
              <a:gd name="connsiteY2" fmla="*/ 515403 h 561041"/>
              <a:gd name="connsiteX3" fmla="*/ 371678 w 371990"/>
              <a:gd name="connsiteY3" fmla="*/ 372207 h 561041"/>
              <a:gd name="connsiteX4" fmla="*/ 356208 w 371990"/>
              <a:gd name="connsiteY4" fmla="*/ 187880 h 561041"/>
              <a:gd name="connsiteX5" fmla="*/ 258045 w 371990"/>
              <a:gd name="connsiteY5" fmla="*/ 6963 h 561041"/>
              <a:gd name="connsiteX6" fmla="*/ 119219 w 371990"/>
              <a:gd name="connsiteY6" fmla="*/ 36116 h 561041"/>
              <a:gd name="connsiteX7" fmla="*/ 5553 w 371990"/>
              <a:gd name="connsiteY7" fmla="*/ 146648 h 561041"/>
              <a:gd name="connsiteX8" fmla="*/ 60031 w 371990"/>
              <a:gd name="connsiteY8" fmla="*/ 381693 h 561041"/>
              <a:gd name="connsiteX0" fmla="*/ 60031 w 371990"/>
              <a:gd name="connsiteY0" fmla="*/ 347527 h 526875"/>
              <a:gd name="connsiteX1" fmla="*/ 193874 w 371990"/>
              <a:gd name="connsiteY1" fmla="*/ 519146 h 526875"/>
              <a:gd name="connsiteX2" fmla="*/ 301507 w 371990"/>
              <a:gd name="connsiteY2" fmla="*/ 481237 h 526875"/>
              <a:gd name="connsiteX3" fmla="*/ 371678 w 371990"/>
              <a:gd name="connsiteY3" fmla="*/ 338041 h 526875"/>
              <a:gd name="connsiteX4" fmla="*/ 356208 w 371990"/>
              <a:gd name="connsiteY4" fmla="*/ 153714 h 526875"/>
              <a:gd name="connsiteX5" fmla="*/ 245622 w 371990"/>
              <a:gd name="connsiteY5" fmla="*/ 50009 h 526875"/>
              <a:gd name="connsiteX6" fmla="*/ 119219 w 371990"/>
              <a:gd name="connsiteY6" fmla="*/ 1950 h 526875"/>
              <a:gd name="connsiteX7" fmla="*/ 5553 w 371990"/>
              <a:gd name="connsiteY7" fmla="*/ 112482 h 526875"/>
              <a:gd name="connsiteX8" fmla="*/ 60031 w 371990"/>
              <a:gd name="connsiteY8" fmla="*/ 347527 h 526875"/>
              <a:gd name="connsiteX0" fmla="*/ 60031 w 371678"/>
              <a:gd name="connsiteY0" fmla="*/ 347527 h 526875"/>
              <a:gd name="connsiteX1" fmla="*/ 193874 w 371678"/>
              <a:gd name="connsiteY1" fmla="*/ 519146 h 526875"/>
              <a:gd name="connsiteX2" fmla="*/ 301507 w 371678"/>
              <a:gd name="connsiteY2" fmla="*/ 481237 h 526875"/>
              <a:gd name="connsiteX3" fmla="*/ 371678 w 371678"/>
              <a:gd name="connsiteY3" fmla="*/ 338041 h 526875"/>
              <a:gd name="connsiteX4" fmla="*/ 245622 w 371678"/>
              <a:gd name="connsiteY4" fmla="*/ 50009 h 526875"/>
              <a:gd name="connsiteX5" fmla="*/ 119219 w 371678"/>
              <a:gd name="connsiteY5" fmla="*/ 1950 h 526875"/>
              <a:gd name="connsiteX6" fmla="*/ 5553 w 371678"/>
              <a:gd name="connsiteY6" fmla="*/ 112482 h 526875"/>
              <a:gd name="connsiteX7" fmla="*/ 60031 w 371678"/>
              <a:gd name="connsiteY7" fmla="*/ 347527 h 526875"/>
              <a:gd name="connsiteX0" fmla="*/ 60031 w 371678"/>
              <a:gd name="connsiteY0" fmla="*/ 347527 h 526875"/>
              <a:gd name="connsiteX1" fmla="*/ 193874 w 371678"/>
              <a:gd name="connsiteY1" fmla="*/ 519146 h 526875"/>
              <a:gd name="connsiteX2" fmla="*/ 301507 w 371678"/>
              <a:gd name="connsiteY2" fmla="*/ 481237 h 526875"/>
              <a:gd name="connsiteX3" fmla="*/ 371678 w 371678"/>
              <a:gd name="connsiteY3" fmla="*/ 338041 h 526875"/>
              <a:gd name="connsiteX4" fmla="*/ 272610 w 371678"/>
              <a:gd name="connsiteY4" fmla="*/ 48009 h 526875"/>
              <a:gd name="connsiteX5" fmla="*/ 119219 w 371678"/>
              <a:gd name="connsiteY5" fmla="*/ 1950 h 526875"/>
              <a:gd name="connsiteX6" fmla="*/ 5553 w 371678"/>
              <a:gd name="connsiteY6" fmla="*/ 112482 h 526875"/>
              <a:gd name="connsiteX7" fmla="*/ 60031 w 371678"/>
              <a:gd name="connsiteY7" fmla="*/ 347527 h 526875"/>
              <a:gd name="connsiteX0" fmla="*/ 60031 w 369932"/>
              <a:gd name="connsiteY0" fmla="*/ 347527 h 528687"/>
              <a:gd name="connsiteX1" fmla="*/ 193874 w 369932"/>
              <a:gd name="connsiteY1" fmla="*/ 519146 h 528687"/>
              <a:gd name="connsiteX2" fmla="*/ 301507 w 369932"/>
              <a:gd name="connsiteY2" fmla="*/ 481237 h 528687"/>
              <a:gd name="connsiteX3" fmla="*/ 369932 w 369932"/>
              <a:gd name="connsiteY3" fmla="*/ 268502 h 528687"/>
              <a:gd name="connsiteX4" fmla="*/ 272610 w 369932"/>
              <a:gd name="connsiteY4" fmla="*/ 48009 h 528687"/>
              <a:gd name="connsiteX5" fmla="*/ 119219 w 369932"/>
              <a:gd name="connsiteY5" fmla="*/ 1950 h 528687"/>
              <a:gd name="connsiteX6" fmla="*/ 5553 w 369932"/>
              <a:gd name="connsiteY6" fmla="*/ 112482 h 528687"/>
              <a:gd name="connsiteX7" fmla="*/ 60031 w 369932"/>
              <a:gd name="connsiteY7" fmla="*/ 347527 h 528687"/>
              <a:gd name="connsiteX0" fmla="*/ 60031 w 370278"/>
              <a:gd name="connsiteY0" fmla="*/ 347527 h 528687"/>
              <a:gd name="connsiteX1" fmla="*/ 193874 w 370278"/>
              <a:gd name="connsiteY1" fmla="*/ 519146 h 528687"/>
              <a:gd name="connsiteX2" fmla="*/ 301507 w 370278"/>
              <a:gd name="connsiteY2" fmla="*/ 481237 h 528687"/>
              <a:gd name="connsiteX3" fmla="*/ 369932 w 370278"/>
              <a:gd name="connsiteY3" fmla="*/ 268502 h 528687"/>
              <a:gd name="connsiteX4" fmla="*/ 272610 w 370278"/>
              <a:gd name="connsiteY4" fmla="*/ 48009 h 528687"/>
              <a:gd name="connsiteX5" fmla="*/ 119219 w 370278"/>
              <a:gd name="connsiteY5" fmla="*/ 1950 h 528687"/>
              <a:gd name="connsiteX6" fmla="*/ 5553 w 370278"/>
              <a:gd name="connsiteY6" fmla="*/ 112482 h 528687"/>
              <a:gd name="connsiteX7" fmla="*/ 60031 w 370278"/>
              <a:gd name="connsiteY7" fmla="*/ 347527 h 528687"/>
              <a:gd name="connsiteX0" fmla="*/ 60031 w 350385"/>
              <a:gd name="connsiteY0" fmla="*/ 347527 h 529239"/>
              <a:gd name="connsiteX1" fmla="*/ 193874 w 350385"/>
              <a:gd name="connsiteY1" fmla="*/ 519146 h 529239"/>
              <a:gd name="connsiteX2" fmla="*/ 301507 w 350385"/>
              <a:gd name="connsiteY2" fmla="*/ 481237 h 529239"/>
              <a:gd name="connsiteX3" fmla="*/ 349854 w 350385"/>
              <a:gd name="connsiteY3" fmla="*/ 250879 h 529239"/>
              <a:gd name="connsiteX4" fmla="*/ 272610 w 350385"/>
              <a:gd name="connsiteY4" fmla="*/ 48009 h 529239"/>
              <a:gd name="connsiteX5" fmla="*/ 119219 w 350385"/>
              <a:gd name="connsiteY5" fmla="*/ 1950 h 529239"/>
              <a:gd name="connsiteX6" fmla="*/ 5553 w 350385"/>
              <a:gd name="connsiteY6" fmla="*/ 112482 h 529239"/>
              <a:gd name="connsiteX7" fmla="*/ 60031 w 350385"/>
              <a:gd name="connsiteY7" fmla="*/ 347527 h 52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385" h="529239">
                <a:moveTo>
                  <a:pt x="60031" y="347527"/>
                </a:moveTo>
                <a:cubicBezTo>
                  <a:pt x="98851" y="435679"/>
                  <a:pt x="153628" y="496861"/>
                  <a:pt x="193874" y="519146"/>
                </a:cubicBezTo>
                <a:cubicBezTo>
                  <a:pt x="234120" y="541431"/>
                  <a:pt x="275510" y="525948"/>
                  <a:pt x="301507" y="481237"/>
                </a:cubicBezTo>
                <a:cubicBezTo>
                  <a:pt x="327504" y="436526"/>
                  <a:pt x="354530" y="340491"/>
                  <a:pt x="349854" y="250879"/>
                </a:cubicBezTo>
                <a:cubicBezTo>
                  <a:pt x="340540" y="179008"/>
                  <a:pt x="311049" y="89497"/>
                  <a:pt x="272610" y="48009"/>
                </a:cubicBezTo>
                <a:cubicBezTo>
                  <a:pt x="234171" y="6521"/>
                  <a:pt x="168735" y="-956"/>
                  <a:pt x="119219" y="1950"/>
                </a:cubicBezTo>
                <a:cubicBezTo>
                  <a:pt x="69703" y="4856"/>
                  <a:pt x="28889" y="-30869"/>
                  <a:pt x="5553" y="112482"/>
                </a:cubicBezTo>
                <a:cubicBezTo>
                  <a:pt x="-15037" y="201588"/>
                  <a:pt x="25789" y="287345"/>
                  <a:pt x="60031" y="347527"/>
                </a:cubicBezTo>
                <a:close/>
              </a:path>
            </a:pathLst>
          </a:custGeom>
          <a:noFill/>
          <a:ln w="9525" cap="rnd">
            <a:solidFill>
              <a:schemeClr val="tx1">
                <a:alpha val="35000"/>
              </a:schemeClr>
            </a:solidFill>
            <a:prstDash val="solid"/>
            <a:round/>
          </a:ln>
        </p:spPr>
        <p:txBody>
          <a:bodyPr rtlCol="0" anchor="ctr"/>
          <a:lstStyle/>
          <a:p>
            <a:endParaRPr lang="en-US"/>
          </a:p>
        </p:txBody>
      </p:sp>
    </p:spTree>
    <p:extLst>
      <p:ext uri="{BB962C8B-B14F-4D97-AF65-F5344CB8AC3E}">
        <p14:creationId xmlns:p14="http://schemas.microsoft.com/office/powerpoint/2010/main" val="168276475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Only" preserve="1">
  <p:cSld name="Title Only_3">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D9251197-5EFE-8382-5802-8B175CC447F4}"/>
              </a:ext>
            </a:extLst>
          </p:cNvPr>
          <p:cNvSpPr/>
          <p:nvPr userDrawn="1"/>
        </p:nvSpPr>
        <p:spPr>
          <a:xfrm rot="4379578" flipV="1">
            <a:off x="10222061" y="1174905"/>
            <a:ext cx="931649" cy="1337806"/>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8" name="Freeform: Shape 7">
            <a:extLst>
              <a:ext uri="{FF2B5EF4-FFF2-40B4-BE49-F238E27FC236}">
                <a16:creationId xmlns:a16="http://schemas.microsoft.com/office/drawing/2014/main" id="{D73D4FB1-B1A2-7326-EF76-4483E5B4A9BF}"/>
              </a:ext>
            </a:extLst>
          </p:cNvPr>
          <p:cNvSpPr/>
          <p:nvPr userDrawn="1"/>
        </p:nvSpPr>
        <p:spPr>
          <a:xfrm rot="4379578" flipV="1">
            <a:off x="9211932" y="55816"/>
            <a:ext cx="2808775" cy="2775144"/>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237612 w 3419542"/>
              <a:gd name="connsiteY34" fmla="*/ 2979913 h 4151426"/>
              <a:gd name="connsiteX0" fmla="*/ 354748 w 3419542"/>
              <a:gd name="connsiteY0" fmla="*/ 2814170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354748 w 3419542"/>
              <a:gd name="connsiteY34" fmla="*/ 2814170 h 4151426"/>
              <a:gd name="connsiteX0" fmla="*/ 267438 w 3332232"/>
              <a:gd name="connsiteY0" fmla="*/ 2814170 h 4151426"/>
              <a:gd name="connsiteX1" fmla="*/ 1723 w 3332232"/>
              <a:gd name="connsiteY1" fmla="*/ 2389683 h 4151426"/>
              <a:gd name="connsiteX2" fmla="*/ 159151 w 3332232"/>
              <a:gd name="connsiteY2" fmla="*/ 2258074 h 4151426"/>
              <a:gd name="connsiteX3" fmla="*/ 282778 w 3332232"/>
              <a:gd name="connsiteY3" fmla="*/ 2180280 h 4151426"/>
              <a:gd name="connsiteX4" fmla="*/ 443917 w 3332232"/>
              <a:gd name="connsiteY4" fmla="*/ 2054029 h 4151426"/>
              <a:gd name="connsiteX5" fmla="*/ 998817 w 3332232"/>
              <a:gd name="connsiteY5" fmla="*/ 2515396 h 4151426"/>
              <a:gd name="connsiteX6" fmla="*/ 1173925 w 3332232"/>
              <a:gd name="connsiteY6" fmla="*/ 2179619 h 4151426"/>
              <a:gd name="connsiteX7" fmla="*/ 1133663 w 3332232"/>
              <a:gd name="connsiteY7" fmla="*/ 1579548 h 4151426"/>
              <a:gd name="connsiteX8" fmla="*/ 1186336 w 3332232"/>
              <a:gd name="connsiteY8" fmla="*/ 1342566 h 4151426"/>
              <a:gd name="connsiteX9" fmla="*/ 1315495 w 3332232"/>
              <a:gd name="connsiteY9" fmla="*/ 1052911 h 4151426"/>
              <a:gd name="connsiteX10" fmla="*/ 1540380 w 3332232"/>
              <a:gd name="connsiteY10" fmla="*/ 768018 h 4151426"/>
              <a:gd name="connsiteX11" fmla="*/ 1841846 w 3332232"/>
              <a:gd name="connsiteY11" fmla="*/ 425689 h 4151426"/>
              <a:gd name="connsiteX12" fmla="*/ 2154076 w 3332232"/>
              <a:gd name="connsiteY12" fmla="*/ 113269 h 4151426"/>
              <a:gd name="connsiteX13" fmla="*/ 2370579 w 3332232"/>
              <a:gd name="connsiteY13" fmla="*/ 4399 h 4151426"/>
              <a:gd name="connsiteX14" fmla="*/ 2868261 w 3332232"/>
              <a:gd name="connsiteY14" fmla="*/ 25925 h 4151426"/>
              <a:gd name="connsiteX15" fmla="*/ 3066512 w 3332232"/>
              <a:gd name="connsiteY15" fmla="*/ 68865 h 4151426"/>
              <a:gd name="connsiteX16" fmla="*/ 3253067 w 3332232"/>
              <a:gd name="connsiteY16" fmla="*/ 267483 h 4151426"/>
              <a:gd name="connsiteX17" fmla="*/ 3331992 w 3332232"/>
              <a:gd name="connsiteY17" fmla="*/ 524470 h 4151426"/>
              <a:gd name="connsiteX18" fmla="*/ 3239831 w 3332232"/>
              <a:gd name="connsiteY18" fmla="*/ 966329 h 4151426"/>
              <a:gd name="connsiteX19" fmla="*/ 3257452 w 3332232"/>
              <a:gd name="connsiteY19" fmla="*/ 1470010 h 4151426"/>
              <a:gd name="connsiteX20" fmla="*/ 3222495 w 3332232"/>
              <a:gd name="connsiteY20" fmla="*/ 1763761 h 4151426"/>
              <a:gd name="connsiteX21" fmla="*/ 3147819 w 3332232"/>
              <a:gd name="connsiteY21" fmla="*/ 2044273 h 4151426"/>
              <a:gd name="connsiteX22" fmla="*/ 2974671 w 3332232"/>
              <a:gd name="connsiteY22" fmla="*/ 2495500 h 4151426"/>
              <a:gd name="connsiteX23" fmla="*/ 2449426 w 3332232"/>
              <a:gd name="connsiteY23" fmla="*/ 2955038 h 4151426"/>
              <a:gd name="connsiteX24" fmla="*/ 2386057 w 3332232"/>
              <a:gd name="connsiteY24" fmla="*/ 3460960 h 4151426"/>
              <a:gd name="connsiteX25" fmla="*/ 2242911 w 3332232"/>
              <a:gd name="connsiteY25" fmla="*/ 4134926 h 4151426"/>
              <a:gd name="connsiteX26" fmla="*/ 1801848 w 3332232"/>
              <a:gd name="connsiteY26" fmla="*/ 3916418 h 4151426"/>
              <a:gd name="connsiteX27" fmla="*/ 1458267 w 3332232"/>
              <a:gd name="connsiteY27" fmla="*/ 3602236 h 4151426"/>
              <a:gd name="connsiteX28" fmla="*/ 1281872 w 3332232"/>
              <a:gd name="connsiteY28" fmla="*/ 3358532 h 4151426"/>
              <a:gd name="connsiteX29" fmla="*/ 977262 w 3332232"/>
              <a:gd name="connsiteY29" fmla="*/ 3374725 h 4151426"/>
              <a:gd name="connsiteX30" fmla="*/ 629981 w 3332232"/>
              <a:gd name="connsiteY30" fmla="*/ 3355103 h 4151426"/>
              <a:gd name="connsiteX31" fmla="*/ 538826 w 3332232"/>
              <a:gd name="connsiteY31" fmla="*/ 3336625 h 4151426"/>
              <a:gd name="connsiteX32" fmla="*/ 347085 w 3332232"/>
              <a:gd name="connsiteY32" fmla="*/ 3077177 h 4151426"/>
              <a:gd name="connsiteX33" fmla="*/ 267438 w 3332232"/>
              <a:gd name="connsiteY33" fmla="*/ 2814170 h 4151426"/>
              <a:gd name="connsiteX0" fmla="*/ 122788 w 3187582"/>
              <a:gd name="connsiteY0" fmla="*/ 2814170 h 4151426"/>
              <a:gd name="connsiteX1" fmla="*/ 14520 w 3187582"/>
              <a:gd name="connsiteY1" fmla="*/ 2635574 h 4151426"/>
              <a:gd name="connsiteX2" fmla="*/ 14501 w 3187582"/>
              <a:gd name="connsiteY2" fmla="*/ 2258074 h 4151426"/>
              <a:gd name="connsiteX3" fmla="*/ 138128 w 3187582"/>
              <a:gd name="connsiteY3" fmla="*/ 2180280 h 4151426"/>
              <a:gd name="connsiteX4" fmla="*/ 299267 w 3187582"/>
              <a:gd name="connsiteY4" fmla="*/ 2054029 h 4151426"/>
              <a:gd name="connsiteX5" fmla="*/ 854167 w 3187582"/>
              <a:gd name="connsiteY5" fmla="*/ 2515396 h 4151426"/>
              <a:gd name="connsiteX6" fmla="*/ 1029275 w 3187582"/>
              <a:gd name="connsiteY6" fmla="*/ 2179619 h 4151426"/>
              <a:gd name="connsiteX7" fmla="*/ 989013 w 3187582"/>
              <a:gd name="connsiteY7" fmla="*/ 1579548 h 4151426"/>
              <a:gd name="connsiteX8" fmla="*/ 1041686 w 3187582"/>
              <a:gd name="connsiteY8" fmla="*/ 1342566 h 4151426"/>
              <a:gd name="connsiteX9" fmla="*/ 1170845 w 3187582"/>
              <a:gd name="connsiteY9" fmla="*/ 1052911 h 4151426"/>
              <a:gd name="connsiteX10" fmla="*/ 1395730 w 3187582"/>
              <a:gd name="connsiteY10" fmla="*/ 768018 h 4151426"/>
              <a:gd name="connsiteX11" fmla="*/ 1697196 w 3187582"/>
              <a:gd name="connsiteY11" fmla="*/ 425689 h 4151426"/>
              <a:gd name="connsiteX12" fmla="*/ 2009426 w 3187582"/>
              <a:gd name="connsiteY12" fmla="*/ 113269 h 4151426"/>
              <a:gd name="connsiteX13" fmla="*/ 2225929 w 3187582"/>
              <a:gd name="connsiteY13" fmla="*/ 4399 h 4151426"/>
              <a:gd name="connsiteX14" fmla="*/ 2723611 w 3187582"/>
              <a:gd name="connsiteY14" fmla="*/ 25925 h 4151426"/>
              <a:gd name="connsiteX15" fmla="*/ 2921862 w 3187582"/>
              <a:gd name="connsiteY15" fmla="*/ 68865 h 4151426"/>
              <a:gd name="connsiteX16" fmla="*/ 3108417 w 3187582"/>
              <a:gd name="connsiteY16" fmla="*/ 267483 h 4151426"/>
              <a:gd name="connsiteX17" fmla="*/ 3187342 w 3187582"/>
              <a:gd name="connsiteY17" fmla="*/ 524470 h 4151426"/>
              <a:gd name="connsiteX18" fmla="*/ 3095181 w 3187582"/>
              <a:gd name="connsiteY18" fmla="*/ 966329 h 4151426"/>
              <a:gd name="connsiteX19" fmla="*/ 3112802 w 3187582"/>
              <a:gd name="connsiteY19" fmla="*/ 1470010 h 4151426"/>
              <a:gd name="connsiteX20" fmla="*/ 3077845 w 3187582"/>
              <a:gd name="connsiteY20" fmla="*/ 1763761 h 4151426"/>
              <a:gd name="connsiteX21" fmla="*/ 3003169 w 3187582"/>
              <a:gd name="connsiteY21" fmla="*/ 2044273 h 4151426"/>
              <a:gd name="connsiteX22" fmla="*/ 2830021 w 3187582"/>
              <a:gd name="connsiteY22" fmla="*/ 2495500 h 4151426"/>
              <a:gd name="connsiteX23" fmla="*/ 2304776 w 3187582"/>
              <a:gd name="connsiteY23" fmla="*/ 2955038 h 4151426"/>
              <a:gd name="connsiteX24" fmla="*/ 2241407 w 3187582"/>
              <a:gd name="connsiteY24" fmla="*/ 3460960 h 4151426"/>
              <a:gd name="connsiteX25" fmla="*/ 2098261 w 3187582"/>
              <a:gd name="connsiteY25" fmla="*/ 4134926 h 4151426"/>
              <a:gd name="connsiteX26" fmla="*/ 1657198 w 3187582"/>
              <a:gd name="connsiteY26" fmla="*/ 3916418 h 4151426"/>
              <a:gd name="connsiteX27" fmla="*/ 1313617 w 3187582"/>
              <a:gd name="connsiteY27" fmla="*/ 3602236 h 4151426"/>
              <a:gd name="connsiteX28" fmla="*/ 1137222 w 3187582"/>
              <a:gd name="connsiteY28" fmla="*/ 3358532 h 4151426"/>
              <a:gd name="connsiteX29" fmla="*/ 832612 w 3187582"/>
              <a:gd name="connsiteY29" fmla="*/ 3374725 h 4151426"/>
              <a:gd name="connsiteX30" fmla="*/ 485331 w 3187582"/>
              <a:gd name="connsiteY30" fmla="*/ 3355103 h 4151426"/>
              <a:gd name="connsiteX31" fmla="*/ 394176 w 3187582"/>
              <a:gd name="connsiteY31" fmla="*/ 3336625 h 4151426"/>
              <a:gd name="connsiteX32" fmla="*/ 202435 w 3187582"/>
              <a:gd name="connsiteY32" fmla="*/ 3077177 h 4151426"/>
              <a:gd name="connsiteX33" fmla="*/ 122788 w 3187582"/>
              <a:gd name="connsiteY33" fmla="*/ 2814170 h 4151426"/>
              <a:gd name="connsiteX0" fmla="*/ 108307 w 3173101"/>
              <a:gd name="connsiteY0" fmla="*/ 2814170 h 4151426"/>
              <a:gd name="connsiteX1" fmla="*/ 39 w 3173101"/>
              <a:gd name="connsiteY1" fmla="*/ 2635574 h 4151426"/>
              <a:gd name="connsiteX2" fmla="*/ 96250 w 3173101"/>
              <a:gd name="connsiteY2" fmla="*/ 2486314 h 4151426"/>
              <a:gd name="connsiteX3" fmla="*/ 123647 w 3173101"/>
              <a:gd name="connsiteY3" fmla="*/ 2180280 h 4151426"/>
              <a:gd name="connsiteX4" fmla="*/ 284786 w 3173101"/>
              <a:gd name="connsiteY4" fmla="*/ 2054029 h 4151426"/>
              <a:gd name="connsiteX5" fmla="*/ 839686 w 3173101"/>
              <a:gd name="connsiteY5" fmla="*/ 2515396 h 4151426"/>
              <a:gd name="connsiteX6" fmla="*/ 1014794 w 3173101"/>
              <a:gd name="connsiteY6" fmla="*/ 2179619 h 4151426"/>
              <a:gd name="connsiteX7" fmla="*/ 974532 w 3173101"/>
              <a:gd name="connsiteY7" fmla="*/ 1579548 h 4151426"/>
              <a:gd name="connsiteX8" fmla="*/ 1027205 w 3173101"/>
              <a:gd name="connsiteY8" fmla="*/ 1342566 h 4151426"/>
              <a:gd name="connsiteX9" fmla="*/ 1156364 w 3173101"/>
              <a:gd name="connsiteY9" fmla="*/ 1052911 h 4151426"/>
              <a:gd name="connsiteX10" fmla="*/ 1381249 w 3173101"/>
              <a:gd name="connsiteY10" fmla="*/ 768018 h 4151426"/>
              <a:gd name="connsiteX11" fmla="*/ 1682715 w 3173101"/>
              <a:gd name="connsiteY11" fmla="*/ 425689 h 4151426"/>
              <a:gd name="connsiteX12" fmla="*/ 1994945 w 3173101"/>
              <a:gd name="connsiteY12" fmla="*/ 113269 h 4151426"/>
              <a:gd name="connsiteX13" fmla="*/ 2211448 w 3173101"/>
              <a:gd name="connsiteY13" fmla="*/ 4399 h 4151426"/>
              <a:gd name="connsiteX14" fmla="*/ 2709130 w 3173101"/>
              <a:gd name="connsiteY14" fmla="*/ 25925 h 4151426"/>
              <a:gd name="connsiteX15" fmla="*/ 2907381 w 3173101"/>
              <a:gd name="connsiteY15" fmla="*/ 68865 h 4151426"/>
              <a:gd name="connsiteX16" fmla="*/ 3093936 w 3173101"/>
              <a:gd name="connsiteY16" fmla="*/ 267483 h 4151426"/>
              <a:gd name="connsiteX17" fmla="*/ 3172861 w 3173101"/>
              <a:gd name="connsiteY17" fmla="*/ 524470 h 4151426"/>
              <a:gd name="connsiteX18" fmla="*/ 3080700 w 3173101"/>
              <a:gd name="connsiteY18" fmla="*/ 966329 h 4151426"/>
              <a:gd name="connsiteX19" fmla="*/ 3098321 w 3173101"/>
              <a:gd name="connsiteY19" fmla="*/ 1470010 h 4151426"/>
              <a:gd name="connsiteX20" fmla="*/ 3063364 w 3173101"/>
              <a:gd name="connsiteY20" fmla="*/ 1763761 h 4151426"/>
              <a:gd name="connsiteX21" fmla="*/ 2988688 w 3173101"/>
              <a:gd name="connsiteY21" fmla="*/ 2044273 h 4151426"/>
              <a:gd name="connsiteX22" fmla="*/ 2815540 w 3173101"/>
              <a:gd name="connsiteY22" fmla="*/ 2495500 h 4151426"/>
              <a:gd name="connsiteX23" fmla="*/ 2290295 w 3173101"/>
              <a:gd name="connsiteY23" fmla="*/ 2955038 h 4151426"/>
              <a:gd name="connsiteX24" fmla="*/ 2226926 w 3173101"/>
              <a:gd name="connsiteY24" fmla="*/ 3460960 h 4151426"/>
              <a:gd name="connsiteX25" fmla="*/ 2083780 w 3173101"/>
              <a:gd name="connsiteY25" fmla="*/ 4134926 h 4151426"/>
              <a:gd name="connsiteX26" fmla="*/ 1642717 w 3173101"/>
              <a:gd name="connsiteY26" fmla="*/ 3916418 h 4151426"/>
              <a:gd name="connsiteX27" fmla="*/ 1299136 w 3173101"/>
              <a:gd name="connsiteY27" fmla="*/ 3602236 h 4151426"/>
              <a:gd name="connsiteX28" fmla="*/ 1122741 w 3173101"/>
              <a:gd name="connsiteY28" fmla="*/ 3358532 h 4151426"/>
              <a:gd name="connsiteX29" fmla="*/ 818131 w 3173101"/>
              <a:gd name="connsiteY29" fmla="*/ 3374725 h 4151426"/>
              <a:gd name="connsiteX30" fmla="*/ 470850 w 3173101"/>
              <a:gd name="connsiteY30" fmla="*/ 3355103 h 4151426"/>
              <a:gd name="connsiteX31" fmla="*/ 379695 w 3173101"/>
              <a:gd name="connsiteY31" fmla="*/ 3336625 h 4151426"/>
              <a:gd name="connsiteX32" fmla="*/ 187954 w 3173101"/>
              <a:gd name="connsiteY32" fmla="*/ 3077177 h 4151426"/>
              <a:gd name="connsiteX33" fmla="*/ 108307 w 317310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284796 w 3173111"/>
              <a:gd name="connsiteY4" fmla="*/ 2054029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253993 w 3173111"/>
              <a:gd name="connsiteY9" fmla="*/ 1061554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930079 h 4267335"/>
              <a:gd name="connsiteX1" fmla="*/ 49 w 3173111"/>
              <a:gd name="connsiteY1" fmla="*/ 2751483 h 4267335"/>
              <a:gd name="connsiteX2" fmla="*/ 96260 w 3173111"/>
              <a:gd name="connsiteY2" fmla="*/ 2602223 h 4267335"/>
              <a:gd name="connsiteX3" fmla="*/ 229552 w 3173111"/>
              <a:gd name="connsiteY3" fmla="*/ 2460483 h 4267335"/>
              <a:gd name="connsiteX4" fmla="*/ 425162 w 3173111"/>
              <a:gd name="connsiteY4" fmla="*/ 2426066 h 4267335"/>
              <a:gd name="connsiteX5" fmla="*/ 839696 w 3173111"/>
              <a:gd name="connsiteY5" fmla="*/ 2631305 h 4267335"/>
              <a:gd name="connsiteX6" fmla="*/ 1014804 w 3173111"/>
              <a:gd name="connsiteY6" fmla="*/ 2295528 h 4267335"/>
              <a:gd name="connsiteX7" fmla="*/ 974619 w 3173111"/>
              <a:gd name="connsiteY7" fmla="*/ 1930445 h 4267335"/>
              <a:gd name="connsiteX8" fmla="*/ 1147355 w 3173111"/>
              <a:gd name="connsiteY8" fmla="*/ 1558500 h 4267335"/>
              <a:gd name="connsiteX9" fmla="*/ 1253993 w 3173111"/>
              <a:gd name="connsiteY9" fmla="*/ 1177463 h 4267335"/>
              <a:gd name="connsiteX10" fmla="*/ 1381259 w 3173111"/>
              <a:gd name="connsiteY10" fmla="*/ 883927 h 4267335"/>
              <a:gd name="connsiteX11" fmla="*/ 1682725 w 3173111"/>
              <a:gd name="connsiteY11" fmla="*/ 541598 h 4267335"/>
              <a:gd name="connsiteX12" fmla="*/ 1994955 w 3173111"/>
              <a:gd name="connsiteY12" fmla="*/ 229178 h 4267335"/>
              <a:gd name="connsiteX13" fmla="*/ 2211458 w 3173111"/>
              <a:gd name="connsiteY13" fmla="*/ 120308 h 4267335"/>
              <a:gd name="connsiteX14" fmla="*/ 2709140 w 3173111"/>
              <a:gd name="connsiteY14" fmla="*/ 141834 h 4267335"/>
              <a:gd name="connsiteX15" fmla="*/ 2944215 w 3173111"/>
              <a:gd name="connsiteY15" fmla="*/ 6592 h 4267335"/>
              <a:gd name="connsiteX16" fmla="*/ 3093946 w 3173111"/>
              <a:gd name="connsiteY16" fmla="*/ 383392 h 4267335"/>
              <a:gd name="connsiteX17" fmla="*/ 3172871 w 3173111"/>
              <a:gd name="connsiteY17" fmla="*/ 640379 h 4267335"/>
              <a:gd name="connsiteX18" fmla="*/ 3080710 w 3173111"/>
              <a:gd name="connsiteY18" fmla="*/ 1082238 h 4267335"/>
              <a:gd name="connsiteX19" fmla="*/ 3098331 w 3173111"/>
              <a:gd name="connsiteY19" fmla="*/ 1585919 h 4267335"/>
              <a:gd name="connsiteX20" fmla="*/ 3063374 w 3173111"/>
              <a:gd name="connsiteY20" fmla="*/ 1879670 h 4267335"/>
              <a:gd name="connsiteX21" fmla="*/ 2988698 w 3173111"/>
              <a:gd name="connsiteY21" fmla="*/ 2160182 h 4267335"/>
              <a:gd name="connsiteX22" fmla="*/ 2815550 w 3173111"/>
              <a:gd name="connsiteY22" fmla="*/ 2611409 h 4267335"/>
              <a:gd name="connsiteX23" fmla="*/ 2290305 w 3173111"/>
              <a:gd name="connsiteY23" fmla="*/ 3070947 h 4267335"/>
              <a:gd name="connsiteX24" fmla="*/ 2226936 w 3173111"/>
              <a:gd name="connsiteY24" fmla="*/ 3576869 h 4267335"/>
              <a:gd name="connsiteX25" fmla="*/ 2083790 w 3173111"/>
              <a:gd name="connsiteY25" fmla="*/ 4250835 h 4267335"/>
              <a:gd name="connsiteX26" fmla="*/ 1642727 w 3173111"/>
              <a:gd name="connsiteY26" fmla="*/ 4032327 h 4267335"/>
              <a:gd name="connsiteX27" fmla="*/ 1299146 w 3173111"/>
              <a:gd name="connsiteY27" fmla="*/ 3718145 h 4267335"/>
              <a:gd name="connsiteX28" fmla="*/ 1122751 w 3173111"/>
              <a:gd name="connsiteY28" fmla="*/ 3474441 h 4267335"/>
              <a:gd name="connsiteX29" fmla="*/ 818141 w 3173111"/>
              <a:gd name="connsiteY29" fmla="*/ 3490634 h 4267335"/>
              <a:gd name="connsiteX30" fmla="*/ 470860 w 3173111"/>
              <a:gd name="connsiteY30" fmla="*/ 3471012 h 4267335"/>
              <a:gd name="connsiteX31" fmla="*/ 379705 w 3173111"/>
              <a:gd name="connsiteY31" fmla="*/ 3452534 h 4267335"/>
              <a:gd name="connsiteX32" fmla="*/ 187964 w 3173111"/>
              <a:gd name="connsiteY32" fmla="*/ 3193086 h 4267335"/>
              <a:gd name="connsiteX33" fmla="*/ 108317 w 3173111"/>
              <a:gd name="connsiteY33" fmla="*/ 2930079 h 4267335"/>
              <a:gd name="connsiteX0" fmla="*/ 108317 w 3173111"/>
              <a:gd name="connsiteY0" fmla="*/ 2926340 h 4263596"/>
              <a:gd name="connsiteX1" fmla="*/ 49 w 3173111"/>
              <a:gd name="connsiteY1" fmla="*/ 2747744 h 4263596"/>
              <a:gd name="connsiteX2" fmla="*/ 96260 w 3173111"/>
              <a:gd name="connsiteY2" fmla="*/ 2598484 h 4263596"/>
              <a:gd name="connsiteX3" fmla="*/ 229552 w 3173111"/>
              <a:gd name="connsiteY3" fmla="*/ 2456744 h 4263596"/>
              <a:gd name="connsiteX4" fmla="*/ 425162 w 3173111"/>
              <a:gd name="connsiteY4" fmla="*/ 2422327 h 4263596"/>
              <a:gd name="connsiteX5" fmla="*/ 839696 w 3173111"/>
              <a:gd name="connsiteY5" fmla="*/ 2627566 h 4263596"/>
              <a:gd name="connsiteX6" fmla="*/ 1014804 w 3173111"/>
              <a:gd name="connsiteY6" fmla="*/ 2291789 h 4263596"/>
              <a:gd name="connsiteX7" fmla="*/ 974619 w 3173111"/>
              <a:gd name="connsiteY7" fmla="*/ 1926706 h 4263596"/>
              <a:gd name="connsiteX8" fmla="*/ 1147355 w 3173111"/>
              <a:gd name="connsiteY8" fmla="*/ 1554761 h 4263596"/>
              <a:gd name="connsiteX9" fmla="*/ 1253993 w 3173111"/>
              <a:gd name="connsiteY9" fmla="*/ 1173724 h 4263596"/>
              <a:gd name="connsiteX10" fmla="*/ 1381259 w 3173111"/>
              <a:gd name="connsiteY10" fmla="*/ 880188 h 4263596"/>
              <a:gd name="connsiteX11" fmla="*/ 1682725 w 3173111"/>
              <a:gd name="connsiteY11" fmla="*/ 537859 h 4263596"/>
              <a:gd name="connsiteX12" fmla="*/ 1994955 w 3173111"/>
              <a:gd name="connsiteY12" fmla="*/ 225439 h 4263596"/>
              <a:gd name="connsiteX13" fmla="*/ 2211458 w 3173111"/>
              <a:gd name="connsiteY13" fmla="*/ 116569 h 4263596"/>
              <a:gd name="connsiteX14" fmla="*/ 2709140 w 3173111"/>
              <a:gd name="connsiteY14" fmla="*/ 138095 h 4263596"/>
              <a:gd name="connsiteX15" fmla="*/ 2944215 w 3173111"/>
              <a:gd name="connsiteY15" fmla="*/ 2853 h 4263596"/>
              <a:gd name="connsiteX16" fmla="*/ 3117213 w 3173111"/>
              <a:gd name="connsiteY16" fmla="*/ 285057 h 4263596"/>
              <a:gd name="connsiteX17" fmla="*/ 3172871 w 3173111"/>
              <a:gd name="connsiteY17" fmla="*/ 636640 h 4263596"/>
              <a:gd name="connsiteX18" fmla="*/ 3080710 w 3173111"/>
              <a:gd name="connsiteY18" fmla="*/ 1078499 h 4263596"/>
              <a:gd name="connsiteX19" fmla="*/ 3098331 w 3173111"/>
              <a:gd name="connsiteY19" fmla="*/ 1582180 h 4263596"/>
              <a:gd name="connsiteX20" fmla="*/ 3063374 w 3173111"/>
              <a:gd name="connsiteY20" fmla="*/ 1875931 h 4263596"/>
              <a:gd name="connsiteX21" fmla="*/ 2988698 w 3173111"/>
              <a:gd name="connsiteY21" fmla="*/ 2156443 h 4263596"/>
              <a:gd name="connsiteX22" fmla="*/ 2815550 w 3173111"/>
              <a:gd name="connsiteY22" fmla="*/ 2607670 h 4263596"/>
              <a:gd name="connsiteX23" fmla="*/ 2290305 w 3173111"/>
              <a:gd name="connsiteY23" fmla="*/ 3067208 h 4263596"/>
              <a:gd name="connsiteX24" fmla="*/ 2226936 w 3173111"/>
              <a:gd name="connsiteY24" fmla="*/ 3573130 h 4263596"/>
              <a:gd name="connsiteX25" fmla="*/ 2083790 w 3173111"/>
              <a:gd name="connsiteY25" fmla="*/ 4247096 h 4263596"/>
              <a:gd name="connsiteX26" fmla="*/ 1642727 w 3173111"/>
              <a:gd name="connsiteY26" fmla="*/ 4028588 h 4263596"/>
              <a:gd name="connsiteX27" fmla="*/ 1299146 w 3173111"/>
              <a:gd name="connsiteY27" fmla="*/ 3714406 h 4263596"/>
              <a:gd name="connsiteX28" fmla="*/ 1122751 w 3173111"/>
              <a:gd name="connsiteY28" fmla="*/ 3470702 h 4263596"/>
              <a:gd name="connsiteX29" fmla="*/ 818141 w 3173111"/>
              <a:gd name="connsiteY29" fmla="*/ 3486895 h 4263596"/>
              <a:gd name="connsiteX30" fmla="*/ 470860 w 3173111"/>
              <a:gd name="connsiteY30" fmla="*/ 3467273 h 4263596"/>
              <a:gd name="connsiteX31" fmla="*/ 379705 w 3173111"/>
              <a:gd name="connsiteY31" fmla="*/ 3448795 h 4263596"/>
              <a:gd name="connsiteX32" fmla="*/ 187964 w 3173111"/>
              <a:gd name="connsiteY32" fmla="*/ 3189347 h 4263596"/>
              <a:gd name="connsiteX33" fmla="*/ 108317 w 3173111"/>
              <a:gd name="connsiteY33" fmla="*/ 2926340 h 4263596"/>
              <a:gd name="connsiteX0" fmla="*/ 108317 w 3123258"/>
              <a:gd name="connsiteY0" fmla="*/ 2926340 h 4263596"/>
              <a:gd name="connsiteX1" fmla="*/ 49 w 3123258"/>
              <a:gd name="connsiteY1" fmla="*/ 2747744 h 4263596"/>
              <a:gd name="connsiteX2" fmla="*/ 96260 w 3123258"/>
              <a:gd name="connsiteY2" fmla="*/ 2598484 h 4263596"/>
              <a:gd name="connsiteX3" fmla="*/ 229552 w 3123258"/>
              <a:gd name="connsiteY3" fmla="*/ 2456744 h 4263596"/>
              <a:gd name="connsiteX4" fmla="*/ 425162 w 3123258"/>
              <a:gd name="connsiteY4" fmla="*/ 2422327 h 4263596"/>
              <a:gd name="connsiteX5" fmla="*/ 839696 w 3123258"/>
              <a:gd name="connsiteY5" fmla="*/ 2627566 h 4263596"/>
              <a:gd name="connsiteX6" fmla="*/ 1014804 w 3123258"/>
              <a:gd name="connsiteY6" fmla="*/ 2291789 h 4263596"/>
              <a:gd name="connsiteX7" fmla="*/ 974619 w 3123258"/>
              <a:gd name="connsiteY7" fmla="*/ 1926706 h 4263596"/>
              <a:gd name="connsiteX8" fmla="*/ 1147355 w 3123258"/>
              <a:gd name="connsiteY8" fmla="*/ 1554761 h 4263596"/>
              <a:gd name="connsiteX9" fmla="*/ 1253993 w 3123258"/>
              <a:gd name="connsiteY9" fmla="*/ 1173724 h 4263596"/>
              <a:gd name="connsiteX10" fmla="*/ 1381259 w 3123258"/>
              <a:gd name="connsiteY10" fmla="*/ 880188 h 4263596"/>
              <a:gd name="connsiteX11" fmla="*/ 1682725 w 3123258"/>
              <a:gd name="connsiteY11" fmla="*/ 537859 h 4263596"/>
              <a:gd name="connsiteX12" fmla="*/ 1994955 w 3123258"/>
              <a:gd name="connsiteY12" fmla="*/ 225439 h 4263596"/>
              <a:gd name="connsiteX13" fmla="*/ 2211458 w 3123258"/>
              <a:gd name="connsiteY13" fmla="*/ 116569 h 4263596"/>
              <a:gd name="connsiteX14" fmla="*/ 2709140 w 3123258"/>
              <a:gd name="connsiteY14" fmla="*/ 138095 h 4263596"/>
              <a:gd name="connsiteX15" fmla="*/ 2944215 w 3123258"/>
              <a:gd name="connsiteY15" fmla="*/ 2853 h 4263596"/>
              <a:gd name="connsiteX16" fmla="*/ 3117213 w 3123258"/>
              <a:gd name="connsiteY16" fmla="*/ 285057 h 4263596"/>
              <a:gd name="connsiteX17" fmla="*/ 3088947 w 3123258"/>
              <a:gd name="connsiteY17" fmla="*/ 574099 h 4263596"/>
              <a:gd name="connsiteX18" fmla="*/ 3080710 w 3123258"/>
              <a:gd name="connsiteY18" fmla="*/ 1078499 h 4263596"/>
              <a:gd name="connsiteX19" fmla="*/ 3098331 w 3123258"/>
              <a:gd name="connsiteY19" fmla="*/ 1582180 h 4263596"/>
              <a:gd name="connsiteX20" fmla="*/ 3063374 w 3123258"/>
              <a:gd name="connsiteY20" fmla="*/ 1875931 h 4263596"/>
              <a:gd name="connsiteX21" fmla="*/ 2988698 w 3123258"/>
              <a:gd name="connsiteY21" fmla="*/ 2156443 h 4263596"/>
              <a:gd name="connsiteX22" fmla="*/ 2815550 w 3123258"/>
              <a:gd name="connsiteY22" fmla="*/ 2607670 h 4263596"/>
              <a:gd name="connsiteX23" fmla="*/ 2290305 w 3123258"/>
              <a:gd name="connsiteY23" fmla="*/ 3067208 h 4263596"/>
              <a:gd name="connsiteX24" fmla="*/ 2226936 w 3123258"/>
              <a:gd name="connsiteY24" fmla="*/ 3573130 h 4263596"/>
              <a:gd name="connsiteX25" fmla="*/ 2083790 w 3123258"/>
              <a:gd name="connsiteY25" fmla="*/ 4247096 h 4263596"/>
              <a:gd name="connsiteX26" fmla="*/ 1642727 w 3123258"/>
              <a:gd name="connsiteY26" fmla="*/ 4028588 h 4263596"/>
              <a:gd name="connsiteX27" fmla="*/ 1299146 w 3123258"/>
              <a:gd name="connsiteY27" fmla="*/ 3714406 h 4263596"/>
              <a:gd name="connsiteX28" fmla="*/ 1122751 w 3123258"/>
              <a:gd name="connsiteY28" fmla="*/ 3470702 h 4263596"/>
              <a:gd name="connsiteX29" fmla="*/ 818141 w 3123258"/>
              <a:gd name="connsiteY29" fmla="*/ 3486895 h 4263596"/>
              <a:gd name="connsiteX30" fmla="*/ 470860 w 3123258"/>
              <a:gd name="connsiteY30" fmla="*/ 3467273 h 4263596"/>
              <a:gd name="connsiteX31" fmla="*/ 379705 w 3123258"/>
              <a:gd name="connsiteY31" fmla="*/ 3448795 h 4263596"/>
              <a:gd name="connsiteX32" fmla="*/ 187964 w 3123258"/>
              <a:gd name="connsiteY32" fmla="*/ 3189347 h 4263596"/>
              <a:gd name="connsiteX33" fmla="*/ 108317 w 3123258"/>
              <a:gd name="connsiteY33" fmla="*/ 2926340 h 4263596"/>
              <a:gd name="connsiteX0" fmla="*/ 108317 w 3123258"/>
              <a:gd name="connsiteY0" fmla="*/ 2979281 h 4316537"/>
              <a:gd name="connsiteX1" fmla="*/ 49 w 3123258"/>
              <a:gd name="connsiteY1" fmla="*/ 2800685 h 4316537"/>
              <a:gd name="connsiteX2" fmla="*/ 96260 w 3123258"/>
              <a:gd name="connsiteY2" fmla="*/ 2651425 h 4316537"/>
              <a:gd name="connsiteX3" fmla="*/ 229552 w 3123258"/>
              <a:gd name="connsiteY3" fmla="*/ 2509685 h 4316537"/>
              <a:gd name="connsiteX4" fmla="*/ 425162 w 3123258"/>
              <a:gd name="connsiteY4" fmla="*/ 2475268 h 4316537"/>
              <a:gd name="connsiteX5" fmla="*/ 839696 w 3123258"/>
              <a:gd name="connsiteY5" fmla="*/ 2680507 h 4316537"/>
              <a:gd name="connsiteX6" fmla="*/ 1014804 w 3123258"/>
              <a:gd name="connsiteY6" fmla="*/ 2344730 h 4316537"/>
              <a:gd name="connsiteX7" fmla="*/ 974619 w 3123258"/>
              <a:gd name="connsiteY7" fmla="*/ 1979647 h 4316537"/>
              <a:gd name="connsiteX8" fmla="*/ 1147355 w 3123258"/>
              <a:gd name="connsiteY8" fmla="*/ 1607702 h 4316537"/>
              <a:gd name="connsiteX9" fmla="*/ 1253993 w 3123258"/>
              <a:gd name="connsiteY9" fmla="*/ 1226665 h 4316537"/>
              <a:gd name="connsiteX10" fmla="*/ 1381259 w 3123258"/>
              <a:gd name="connsiteY10" fmla="*/ 933129 h 4316537"/>
              <a:gd name="connsiteX11" fmla="*/ 1682725 w 3123258"/>
              <a:gd name="connsiteY11" fmla="*/ 590800 h 4316537"/>
              <a:gd name="connsiteX12" fmla="*/ 1994955 w 3123258"/>
              <a:gd name="connsiteY12" fmla="*/ 278380 h 4316537"/>
              <a:gd name="connsiteX13" fmla="*/ 2211458 w 3123258"/>
              <a:gd name="connsiteY13" fmla="*/ 169510 h 4316537"/>
              <a:gd name="connsiteX14" fmla="*/ 2697157 w 3123258"/>
              <a:gd name="connsiteY14" fmla="*/ 8531 h 4316537"/>
              <a:gd name="connsiteX15" fmla="*/ 2944215 w 3123258"/>
              <a:gd name="connsiteY15" fmla="*/ 55794 h 4316537"/>
              <a:gd name="connsiteX16" fmla="*/ 3117213 w 3123258"/>
              <a:gd name="connsiteY16" fmla="*/ 337998 h 4316537"/>
              <a:gd name="connsiteX17" fmla="*/ 3088947 w 3123258"/>
              <a:gd name="connsiteY17" fmla="*/ 627040 h 4316537"/>
              <a:gd name="connsiteX18" fmla="*/ 3080710 w 3123258"/>
              <a:gd name="connsiteY18" fmla="*/ 1131440 h 4316537"/>
              <a:gd name="connsiteX19" fmla="*/ 3098331 w 3123258"/>
              <a:gd name="connsiteY19" fmla="*/ 1635121 h 4316537"/>
              <a:gd name="connsiteX20" fmla="*/ 3063374 w 3123258"/>
              <a:gd name="connsiteY20" fmla="*/ 1928872 h 4316537"/>
              <a:gd name="connsiteX21" fmla="*/ 2988698 w 3123258"/>
              <a:gd name="connsiteY21" fmla="*/ 2209384 h 4316537"/>
              <a:gd name="connsiteX22" fmla="*/ 2815550 w 3123258"/>
              <a:gd name="connsiteY22" fmla="*/ 2660611 h 4316537"/>
              <a:gd name="connsiteX23" fmla="*/ 2290305 w 3123258"/>
              <a:gd name="connsiteY23" fmla="*/ 3120149 h 4316537"/>
              <a:gd name="connsiteX24" fmla="*/ 2226936 w 3123258"/>
              <a:gd name="connsiteY24" fmla="*/ 3626071 h 4316537"/>
              <a:gd name="connsiteX25" fmla="*/ 2083790 w 3123258"/>
              <a:gd name="connsiteY25" fmla="*/ 4300037 h 4316537"/>
              <a:gd name="connsiteX26" fmla="*/ 1642727 w 3123258"/>
              <a:gd name="connsiteY26" fmla="*/ 4081529 h 4316537"/>
              <a:gd name="connsiteX27" fmla="*/ 1299146 w 3123258"/>
              <a:gd name="connsiteY27" fmla="*/ 3767347 h 4316537"/>
              <a:gd name="connsiteX28" fmla="*/ 1122751 w 3123258"/>
              <a:gd name="connsiteY28" fmla="*/ 3523643 h 4316537"/>
              <a:gd name="connsiteX29" fmla="*/ 818141 w 3123258"/>
              <a:gd name="connsiteY29" fmla="*/ 3539836 h 4316537"/>
              <a:gd name="connsiteX30" fmla="*/ 470860 w 3123258"/>
              <a:gd name="connsiteY30" fmla="*/ 3520214 h 4316537"/>
              <a:gd name="connsiteX31" fmla="*/ 379705 w 3123258"/>
              <a:gd name="connsiteY31" fmla="*/ 3501736 h 4316537"/>
              <a:gd name="connsiteX32" fmla="*/ 187964 w 3123258"/>
              <a:gd name="connsiteY32" fmla="*/ 3242288 h 4316537"/>
              <a:gd name="connsiteX33" fmla="*/ 108317 w 3123258"/>
              <a:gd name="connsiteY33" fmla="*/ 2979281 h 4316537"/>
              <a:gd name="connsiteX0" fmla="*/ 108317 w 3123258"/>
              <a:gd name="connsiteY0" fmla="*/ 2979281 h 4320340"/>
              <a:gd name="connsiteX1" fmla="*/ 49 w 3123258"/>
              <a:gd name="connsiteY1" fmla="*/ 2800685 h 4320340"/>
              <a:gd name="connsiteX2" fmla="*/ 96260 w 3123258"/>
              <a:gd name="connsiteY2" fmla="*/ 2651425 h 4320340"/>
              <a:gd name="connsiteX3" fmla="*/ 229552 w 3123258"/>
              <a:gd name="connsiteY3" fmla="*/ 2509685 h 4320340"/>
              <a:gd name="connsiteX4" fmla="*/ 425162 w 3123258"/>
              <a:gd name="connsiteY4" fmla="*/ 2475268 h 4320340"/>
              <a:gd name="connsiteX5" fmla="*/ 839696 w 3123258"/>
              <a:gd name="connsiteY5" fmla="*/ 2680507 h 4320340"/>
              <a:gd name="connsiteX6" fmla="*/ 1014804 w 3123258"/>
              <a:gd name="connsiteY6" fmla="*/ 2344730 h 4320340"/>
              <a:gd name="connsiteX7" fmla="*/ 974619 w 3123258"/>
              <a:gd name="connsiteY7" fmla="*/ 1979647 h 4320340"/>
              <a:gd name="connsiteX8" fmla="*/ 1147355 w 3123258"/>
              <a:gd name="connsiteY8" fmla="*/ 1607702 h 4320340"/>
              <a:gd name="connsiteX9" fmla="*/ 1253993 w 3123258"/>
              <a:gd name="connsiteY9" fmla="*/ 1226665 h 4320340"/>
              <a:gd name="connsiteX10" fmla="*/ 1381259 w 3123258"/>
              <a:gd name="connsiteY10" fmla="*/ 933129 h 4320340"/>
              <a:gd name="connsiteX11" fmla="*/ 1682725 w 3123258"/>
              <a:gd name="connsiteY11" fmla="*/ 590800 h 4320340"/>
              <a:gd name="connsiteX12" fmla="*/ 1994955 w 3123258"/>
              <a:gd name="connsiteY12" fmla="*/ 278380 h 4320340"/>
              <a:gd name="connsiteX13" fmla="*/ 2211458 w 3123258"/>
              <a:gd name="connsiteY13" fmla="*/ 169510 h 4320340"/>
              <a:gd name="connsiteX14" fmla="*/ 2697157 w 3123258"/>
              <a:gd name="connsiteY14" fmla="*/ 8531 h 4320340"/>
              <a:gd name="connsiteX15" fmla="*/ 2944215 w 3123258"/>
              <a:gd name="connsiteY15" fmla="*/ 55794 h 4320340"/>
              <a:gd name="connsiteX16" fmla="*/ 3117213 w 3123258"/>
              <a:gd name="connsiteY16" fmla="*/ 337998 h 4320340"/>
              <a:gd name="connsiteX17" fmla="*/ 3088947 w 3123258"/>
              <a:gd name="connsiteY17" fmla="*/ 627040 h 4320340"/>
              <a:gd name="connsiteX18" fmla="*/ 3080710 w 3123258"/>
              <a:gd name="connsiteY18" fmla="*/ 1131440 h 4320340"/>
              <a:gd name="connsiteX19" fmla="*/ 3098331 w 3123258"/>
              <a:gd name="connsiteY19" fmla="*/ 1635121 h 4320340"/>
              <a:gd name="connsiteX20" fmla="*/ 3063374 w 3123258"/>
              <a:gd name="connsiteY20" fmla="*/ 1928872 h 4320340"/>
              <a:gd name="connsiteX21" fmla="*/ 2988698 w 3123258"/>
              <a:gd name="connsiteY21" fmla="*/ 2209384 h 4320340"/>
              <a:gd name="connsiteX22" fmla="*/ 2815550 w 3123258"/>
              <a:gd name="connsiteY22" fmla="*/ 2660611 h 4320340"/>
              <a:gd name="connsiteX23" fmla="*/ 2290305 w 3123258"/>
              <a:gd name="connsiteY23" fmla="*/ 3120149 h 4320340"/>
              <a:gd name="connsiteX24" fmla="*/ 2095989 w 3123258"/>
              <a:gd name="connsiteY24" fmla="*/ 3557791 h 4320340"/>
              <a:gd name="connsiteX25" fmla="*/ 2083790 w 3123258"/>
              <a:gd name="connsiteY25" fmla="*/ 4300037 h 4320340"/>
              <a:gd name="connsiteX26" fmla="*/ 1642727 w 3123258"/>
              <a:gd name="connsiteY26" fmla="*/ 4081529 h 4320340"/>
              <a:gd name="connsiteX27" fmla="*/ 1299146 w 3123258"/>
              <a:gd name="connsiteY27" fmla="*/ 3767347 h 4320340"/>
              <a:gd name="connsiteX28" fmla="*/ 1122751 w 3123258"/>
              <a:gd name="connsiteY28" fmla="*/ 3523643 h 4320340"/>
              <a:gd name="connsiteX29" fmla="*/ 818141 w 3123258"/>
              <a:gd name="connsiteY29" fmla="*/ 3539836 h 4320340"/>
              <a:gd name="connsiteX30" fmla="*/ 470860 w 3123258"/>
              <a:gd name="connsiteY30" fmla="*/ 3520214 h 4320340"/>
              <a:gd name="connsiteX31" fmla="*/ 379705 w 3123258"/>
              <a:gd name="connsiteY31" fmla="*/ 3501736 h 4320340"/>
              <a:gd name="connsiteX32" fmla="*/ 187964 w 3123258"/>
              <a:gd name="connsiteY32" fmla="*/ 3242288 h 4320340"/>
              <a:gd name="connsiteX33" fmla="*/ 108317 w 3123258"/>
              <a:gd name="connsiteY33" fmla="*/ 2979281 h 4320340"/>
              <a:gd name="connsiteX0" fmla="*/ 108317 w 3123258"/>
              <a:gd name="connsiteY0" fmla="*/ 2979281 h 4126060"/>
              <a:gd name="connsiteX1" fmla="*/ 49 w 3123258"/>
              <a:gd name="connsiteY1" fmla="*/ 2800685 h 4126060"/>
              <a:gd name="connsiteX2" fmla="*/ 96260 w 3123258"/>
              <a:gd name="connsiteY2" fmla="*/ 2651425 h 4126060"/>
              <a:gd name="connsiteX3" fmla="*/ 229552 w 3123258"/>
              <a:gd name="connsiteY3" fmla="*/ 2509685 h 4126060"/>
              <a:gd name="connsiteX4" fmla="*/ 425162 w 3123258"/>
              <a:gd name="connsiteY4" fmla="*/ 2475268 h 4126060"/>
              <a:gd name="connsiteX5" fmla="*/ 839696 w 3123258"/>
              <a:gd name="connsiteY5" fmla="*/ 2680507 h 4126060"/>
              <a:gd name="connsiteX6" fmla="*/ 1014804 w 3123258"/>
              <a:gd name="connsiteY6" fmla="*/ 2344730 h 4126060"/>
              <a:gd name="connsiteX7" fmla="*/ 974619 w 3123258"/>
              <a:gd name="connsiteY7" fmla="*/ 1979647 h 4126060"/>
              <a:gd name="connsiteX8" fmla="*/ 1147355 w 3123258"/>
              <a:gd name="connsiteY8" fmla="*/ 1607702 h 4126060"/>
              <a:gd name="connsiteX9" fmla="*/ 1253993 w 3123258"/>
              <a:gd name="connsiteY9" fmla="*/ 1226665 h 4126060"/>
              <a:gd name="connsiteX10" fmla="*/ 1381259 w 3123258"/>
              <a:gd name="connsiteY10" fmla="*/ 933129 h 4126060"/>
              <a:gd name="connsiteX11" fmla="*/ 1682725 w 3123258"/>
              <a:gd name="connsiteY11" fmla="*/ 590800 h 4126060"/>
              <a:gd name="connsiteX12" fmla="*/ 1994955 w 3123258"/>
              <a:gd name="connsiteY12" fmla="*/ 278380 h 4126060"/>
              <a:gd name="connsiteX13" fmla="*/ 2211458 w 3123258"/>
              <a:gd name="connsiteY13" fmla="*/ 169510 h 4126060"/>
              <a:gd name="connsiteX14" fmla="*/ 2697157 w 3123258"/>
              <a:gd name="connsiteY14" fmla="*/ 8531 h 4126060"/>
              <a:gd name="connsiteX15" fmla="*/ 2944215 w 3123258"/>
              <a:gd name="connsiteY15" fmla="*/ 55794 h 4126060"/>
              <a:gd name="connsiteX16" fmla="*/ 3117213 w 3123258"/>
              <a:gd name="connsiteY16" fmla="*/ 337998 h 4126060"/>
              <a:gd name="connsiteX17" fmla="*/ 3088947 w 3123258"/>
              <a:gd name="connsiteY17" fmla="*/ 627040 h 4126060"/>
              <a:gd name="connsiteX18" fmla="*/ 3080710 w 3123258"/>
              <a:gd name="connsiteY18" fmla="*/ 1131440 h 4126060"/>
              <a:gd name="connsiteX19" fmla="*/ 3098331 w 3123258"/>
              <a:gd name="connsiteY19" fmla="*/ 1635121 h 4126060"/>
              <a:gd name="connsiteX20" fmla="*/ 3063374 w 3123258"/>
              <a:gd name="connsiteY20" fmla="*/ 1928872 h 4126060"/>
              <a:gd name="connsiteX21" fmla="*/ 2988698 w 3123258"/>
              <a:gd name="connsiteY21" fmla="*/ 2209384 h 4126060"/>
              <a:gd name="connsiteX22" fmla="*/ 2815550 w 3123258"/>
              <a:gd name="connsiteY22" fmla="*/ 2660611 h 4126060"/>
              <a:gd name="connsiteX23" fmla="*/ 2290305 w 3123258"/>
              <a:gd name="connsiteY23" fmla="*/ 3120149 h 4126060"/>
              <a:gd name="connsiteX24" fmla="*/ 2095989 w 3123258"/>
              <a:gd name="connsiteY24" fmla="*/ 3557791 h 4126060"/>
              <a:gd name="connsiteX25" fmla="*/ 2030556 w 3123258"/>
              <a:gd name="connsiteY25" fmla="*/ 4067491 h 4126060"/>
              <a:gd name="connsiteX26" fmla="*/ 1642727 w 3123258"/>
              <a:gd name="connsiteY26" fmla="*/ 4081529 h 4126060"/>
              <a:gd name="connsiteX27" fmla="*/ 1299146 w 3123258"/>
              <a:gd name="connsiteY27" fmla="*/ 3767347 h 4126060"/>
              <a:gd name="connsiteX28" fmla="*/ 1122751 w 3123258"/>
              <a:gd name="connsiteY28" fmla="*/ 3523643 h 4126060"/>
              <a:gd name="connsiteX29" fmla="*/ 818141 w 3123258"/>
              <a:gd name="connsiteY29" fmla="*/ 3539836 h 4126060"/>
              <a:gd name="connsiteX30" fmla="*/ 470860 w 3123258"/>
              <a:gd name="connsiteY30" fmla="*/ 3520214 h 4126060"/>
              <a:gd name="connsiteX31" fmla="*/ 379705 w 3123258"/>
              <a:gd name="connsiteY31" fmla="*/ 3501736 h 4126060"/>
              <a:gd name="connsiteX32" fmla="*/ 187964 w 3123258"/>
              <a:gd name="connsiteY32" fmla="*/ 3242288 h 4126060"/>
              <a:gd name="connsiteX33" fmla="*/ 108317 w 3123258"/>
              <a:gd name="connsiteY33" fmla="*/ 2979281 h 4126060"/>
              <a:gd name="connsiteX0" fmla="*/ 108317 w 3123258"/>
              <a:gd name="connsiteY0" fmla="*/ 2979281 h 4137557"/>
              <a:gd name="connsiteX1" fmla="*/ 49 w 3123258"/>
              <a:gd name="connsiteY1" fmla="*/ 2800685 h 4137557"/>
              <a:gd name="connsiteX2" fmla="*/ 96260 w 3123258"/>
              <a:gd name="connsiteY2" fmla="*/ 2651425 h 4137557"/>
              <a:gd name="connsiteX3" fmla="*/ 229552 w 3123258"/>
              <a:gd name="connsiteY3" fmla="*/ 2509685 h 4137557"/>
              <a:gd name="connsiteX4" fmla="*/ 425162 w 3123258"/>
              <a:gd name="connsiteY4" fmla="*/ 2475268 h 4137557"/>
              <a:gd name="connsiteX5" fmla="*/ 839696 w 3123258"/>
              <a:gd name="connsiteY5" fmla="*/ 2680507 h 4137557"/>
              <a:gd name="connsiteX6" fmla="*/ 1014804 w 3123258"/>
              <a:gd name="connsiteY6" fmla="*/ 2344730 h 4137557"/>
              <a:gd name="connsiteX7" fmla="*/ 974619 w 3123258"/>
              <a:gd name="connsiteY7" fmla="*/ 1979647 h 4137557"/>
              <a:gd name="connsiteX8" fmla="*/ 1147355 w 3123258"/>
              <a:gd name="connsiteY8" fmla="*/ 1607702 h 4137557"/>
              <a:gd name="connsiteX9" fmla="*/ 1253993 w 3123258"/>
              <a:gd name="connsiteY9" fmla="*/ 1226665 h 4137557"/>
              <a:gd name="connsiteX10" fmla="*/ 1381259 w 3123258"/>
              <a:gd name="connsiteY10" fmla="*/ 933129 h 4137557"/>
              <a:gd name="connsiteX11" fmla="*/ 1682725 w 3123258"/>
              <a:gd name="connsiteY11" fmla="*/ 590800 h 4137557"/>
              <a:gd name="connsiteX12" fmla="*/ 1994955 w 3123258"/>
              <a:gd name="connsiteY12" fmla="*/ 278380 h 4137557"/>
              <a:gd name="connsiteX13" fmla="*/ 2211458 w 3123258"/>
              <a:gd name="connsiteY13" fmla="*/ 169510 h 4137557"/>
              <a:gd name="connsiteX14" fmla="*/ 2697157 w 3123258"/>
              <a:gd name="connsiteY14" fmla="*/ 8531 h 4137557"/>
              <a:gd name="connsiteX15" fmla="*/ 2944215 w 3123258"/>
              <a:gd name="connsiteY15" fmla="*/ 55794 h 4137557"/>
              <a:gd name="connsiteX16" fmla="*/ 3117213 w 3123258"/>
              <a:gd name="connsiteY16" fmla="*/ 337998 h 4137557"/>
              <a:gd name="connsiteX17" fmla="*/ 3088947 w 3123258"/>
              <a:gd name="connsiteY17" fmla="*/ 627040 h 4137557"/>
              <a:gd name="connsiteX18" fmla="*/ 3080710 w 3123258"/>
              <a:gd name="connsiteY18" fmla="*/ 1131440 h 4137557"/>
              <a:gd name="connsiteX19" fmla="*/ 3098331 w 3123258"/>
              <a:gd name="connsiteY19" fmla="*/ 1635121 h 4137557"/>
              <a:gd name="connsiteX20" fmla="*/ 3063374 w 3123258"/>
              <a:gd name="connsiteY20" fmla="*/ 1928872 h 4137557"/>
              <a:gd name="connsiteX21" fmla="*/ 2988698 w 3123258"/>
              <a:gd name="connsiteY21" fmla="*/ 2209384 h 4137557"/>
              <a:gd name="connsiteX22" fmla="*/ 2815550 w 3123258"/>
              <a:gd name="connsiteY22" fmla="*/ 2660611 h 4137557"/>
              <a:gd name="connsiteX23" fmla="*/ 2290305 w 3123258"/>
              <a:gd name="connsiteY23" fmla="*/ 3120149 h 4137557"/>
              <a:gd name="connsiteX24" fmla="*/ 2095989 w 3123258"/>
              <a:gd name="connsiteY24" fmla="*/ 3557791 h 4137557"/>
              <a:gd name="connsiteX25" fmla="*/ 2030556 w 3123258"/>
              <a:gd name="connsiteY25" fmla="*/ 4067491 h 4137557"/>
              <a:gd name="connsiteX26" fmla="*/ 1642727 w 3123258"/>
              <a:gd name="connsiteY26" fmla="*/ 4081529 h 4137557"/>
              <a:gd name="connsiteX27" fmla="*/ 1393709 w 3123258"/>
              <a:gd name="connsiteY27" fmla="*/ 3586403 h 4137557"/>
              <a:gd name="connsiteX28" fmla="*/ 1122751 w 3123258"/>
              <a:gd name="connsiteY28" fmla="*/ 3523643 h 4137557"/>
              <a:gd name="connsiteX29" fmla="*/ 818141 w 3123258"/>
              <a:gd name="connsiteY29" fmla="*/ 3539836 h 4137557"/>
              <a:gd name="connsiteX30" fmla="*/ 470860 w 3123258"/>
              <a:gd name="connsiteY30" fmla="*/ 3520214 h 4137557"/>
              <a:gd name="connsiteX31" fmla="*/ 379705 w 3123258"/>
              <a:gd name="connsiteY31" fmla="*/ 3501736 h 4137557"/>
              <a:gd name="connsiteX32" fmla="*/ 187964 w 3123258"/>
              <a:gd name="connsiteY32" fmla="*/ 3242288 h 4137557"/>
              <a:gd name="connsiteX33" fmla="*/ 108317 w 3123258"/>
              <a:gd name="connsiteY33" fmla="*/ 2979281 h 4137557"/>
              <a:gd name="connsiteX0" fmla="*/ 108317 w 3123258"/>
              <a:gd name="connsiteY0" fmla="*/ 2979281 h 4080974"/>
              <a:gd name="connsiteX1" fmla="*/ 49 w 3123258"/>
              <a:gd name="connsiteY1" fmla="*/ 2800685 h 4080974"/>
              <a:gd name="connsiteX2" fmla="*/ 96260 w 3123258"/>
              <a:gd name="connsiteY2" fmla="*/ 2651425 h 4080974"/>
              <a:gd name="connsiteX3" fmla="*/ 229552 w 3123258"/>
              <a:gd name="connsiteY3" fmla="*/ 2509685 h 4080974"/>
              <a:gd name="connsiteX4" fmla="*/ 425162 w 3123258"/>
              <a:gd name="connsiteY4" fmla="*/ 2475268 h 4080974"/>
              <a:gd name="connsiteX5" fmla="*/ 839696 w 3123258"/>
              <a:gd name="connsiteY5" fmla="*/ 2680507 h 4080974"/>
              <a:gd name="connsiteX6" fmla="*/ 1014804 w 3123258"/>
              <a:gd name="connsiteY6" fmla="*/ 2344730 h 4080974"/>
              <a:gd name="connsiteX7" fmla="*/ 974619 w 3123258"/>
              <a:gd name="connsiteY7" fmla="*/ 1979647 h 4080974"/>
              <a:gd name="connsiteX8" fmla="*/ 1147355 w 3123258"/>
              <a:gd name="connsiteY8" fmla="*/ 1607702 h 4080974"/>
              <a:gd name="connsiteX9" fmla="*/ 1253993 w 3123258"/>
              <a:gd name="connsiteY9" fmla="*/ 1226665 h 4080974"/>
              <a:gd name="connsiteX10" fmla="*/ 1381259 w 3123258"/>
              <a:gd name="connsiteY10" fmla="*/ 933129 h 4080974"/>
              <a:gd name="connsiteX11" fmla="*/ 1682725 w 3123258"/>
              <a:gd name="connsiteY11" fmla="*/ 590800 h 4080974"/>
              <a:gd name="connsiteX12" fmla="*/ 1994955 w 3123258"/>
              <a:gd name="connsiteY12" fmla="*/ 278380 h 4080974"/>
              <a:gd name="connsiteX13" fmla="*/ 2211458 w 3123258"/>
              <a:gd name="connsiteY13" fmla="*/ 169510 h 4080974"/>
              <a:gd name="connsiteX14" fmla="*/ 2697157 w 3123258"/>
              <a:gd name="connsiteY14" fmla="*/ 8531 h 4080974"/>
              <a:gd name="connsiteX15" fmla="*/ 2944215 w 3123258"/>
              <a:gd name="connsiteY15" fmla="*/ 55794 h 4080974"/>
              <a:gd name="connsiteX16" fmla="*/ 3117213 w 3123258"/>
              <a:gd name="connsiteY16" fmla="*/ 337998 h 4080974"/>
              <a:gd name="connsiteX17" fmla="*/ 3088947 w 3123258"/>
              <a:gd name="connsiteY17" fmla="*/ 627040 h 4080974"/>
              <a:gd name="connsiteX18" fmla="*/ 3080710 w 3123258"/>
              <a:gd name="connsiteY18" fmla="*/ 1131440 h 4080974"/>
              <a:gd name="connsiteX19" fmla="*/ 3098331 w 3123258"/>
              <a:gd name="connsiteY19" fmla="*/ 1635121 h 4080974"/>
              <a:gd name="connsiteX20" fmla="*/ 3063374 w 3123258"/>
              <a:gd name="connsiteY20" fmla="*/ 1928872 h 4080974"/>
              <a:gd name="connsiteX21" fmla="*/ 2988698 w 3123258"/>
              <a:gd name="connsiteY21" fmla="*/ 2209384 h 4080974"/>
              <a:gd name="connsiteX22" fmla="*/ 2815550 w 3123258"/>
              <a:gd name="connsiteY22" fmla="*/ 2660611 h 4080974"/>
              <a:gd name="connsiteX23" fmla="*/ 2290305 w 3123258"/>
              <a:gd name="connsiteY23" fmla="*/ 3120149 h 4080974"/>
              <a:gd name="connsiteX24" fmla="*/ 2095989 w 3123258"/>
              <a:gd name="connsiteY24" fmla="*/ 3557791 h 4080974"/>
              <a:gd name="connsiteX25" fmla="*/ 2030556 w 3123258"/>
              <a:gd name="connsiteY25" fmla="*/ 4067491 h 4080974"/>
              <a:gd name="connsiteX26" fmla="*/ 1653864 w 3123258"/>
              <a:gd name="connsiteY26" fmla="*/ 3903857 h 4080974"/>
              <a:gd name="connsiteX27" fmla="*/ 1393709 w 3123258"/>
              <a:gd name="connsiteY27" fmla="*/ 3586403 h 4080974"/>
              <a:gd name="connsiteX28" fmla="*/ 1122751 w 3123258"/>
              <a:gd name="connsiteY28" fmla="*/ 3523643 h 4080974"/>
              <a:gd name="connsiteX29" fmla="*/ 818141 w 3123258"/>
              <a:gd name="connsiteY29" fmla="*/ 3539836 h 4080974"/>
              <a:gd name="connsiteX30" fmla="*/ 470860 w 3123258"/>
              <a:gd name="connsiteY30" fmla="*/ 3520214 h 4080974"/>
              <a:gd name="connsiteX31" fmla="*/ 379705 w 3123258"/>
              <a:gd name="connsiteY31" fmla="*/ 3501736 h 4080974"/>
              <a:gd name="connsiteX32" fmla="*/ 187964 w 3123258"/>
              <a:gd name="connsiteY32" fmla="*/ 3242288 h 4080974"/>
              <a:gd name="connsiteX33" fmla="*/ 108317 w 3123258"/>
              <a:gd name="connsiteY33" fmla="*/ 2979281 h 4080974"/>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290305 w 3123258"/>
              <a:gd name="connsiteY23" fmla="*/ 3120149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324326 w 3123258"/>
              <a:gd name="connsiteY23" fmla="*/ 3327138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76021"/>
              <a:gd name="connsiteX1" fmla="*/ 49 w 3123258"/>
              <a:gd name="connsiteY1" fmla="*/ 2800685 h 3976021"/>
              <a:gd name="connsiteX2" fmla="*/ 96260 w 3123258"/>
              <a:gd name="connsiteY2" fmla="*/ 2651425 h 3976021"/>
              <a:gd name="connsiteX3" fmla="*/ 229552 w 3123258"/>
              <a:gd name="connsiteY3" fmla="*/ 2509685 h 3976021"/>
              <a:gd name="connsiteX4" fmla="*/ 425162 w 3123258"/>
              <a:gd name="connsiteY4" fmla="*/ 2475268 h 3976021"/>
              <a:gd name="connsiteX5" fmla="*/ 839696 w 3123258"/>
              <a:gd name="connsiteY5" fmla="*/ 2680507 h 3976021"/>
              <a:gd name="connsiteX6" fmla="*/ 1014804 w 3123258"/>
              <a:gd name="connsiteY6" fmla="*/ 2344730 h 3976021"/>
              <a:gd name="connsiteX7" fmla="*/ 974619 w 3123258"/>
              <a:gd name="connsiteY7" fmla="*/ 1979647 h 3976021"/>
              <a:gd name="connsiteX8" fmla="*/ 1147355 w 3123258"/>
              <a:gd name="connsiteY8" fmla="*/ 1607702 h 3976021"/>
              <a:gd name="connsiteX9" fmla="*/ 1253993 w 3123258"/>
              <a:gd name="connsiteY9" fmla="*/ 1226665 h 3976021"/>
              <a:gd name="connsiteX10" fmla="*/ 1381259 w 3123258"/>
              <a:gd name="connsiteY10" fmla="*/ 933129 h 3976021"/>
              <a:gd name="connsiteX11" fmla="*/ 1682725 w 3123258"/>
              <a:gd name="connsiteY11" fmla="*/ 590800 h 3976021"/>
              <a:gd name="connsiteX12" fmla="*/ 1994955 w 3123258"/>
              <a:gd name="connsiteY12" fmla="*/ 278380 h 3976021"/>
              <a:gd name="connsiteX13" fmla="*/ 2211458 w 3123258"/>
              <a:gd name="connsiteY13" fmla="*/ 169510 h 3976021"/>
              <a:gd name="connsiteX14" fmla="*/ 2697157 w 3123258"/>
              <a:gd name="connsiteY14" fmla="*/ 8531 h 3976021"/>
              <a:gd name="connsiteX15" fmla="*/ 2944215 w 3123258"/>
              <a:gd name="connsiteY15" fmla="*/ 55794 h 3976021"/>
              <a:gd name="connsiteX16" fmla="*/ 3117213 w 3123258"/>
              <a:gd name="connsiteY16" fmla="*/ 337998 h 3976021"/>
              <a:gd name="connsiteX17" fmla="*/ 3088947 w 3123258"/>
              <a:gd name="connsiteY17" fmla="*/ 627040 h 3976021"/>
              <a:gd name="connsiteX18" fmla="*/ 3080710 w 3123258"/>
              <a:gd name="connsiteY18" fmla="*/ 1131440 h 3976021"/>
              <a:gd name="connsiteX19" fmla="*/ 3098331 w 3123258"/>
              <a:gd name="connsiteY19" fmla="*/ 1635121 h 3976021"/>
              <a:gd name="connsiteX20" fmla="*/ 3063374 w 3123258"/>
              <a:gd name="connsiteY20" fmla="*/ 1928872 h 3976021"/>
              <a:gd name="connsiteX21" fmla="*/ 2988698 w 3123258"/>
              <a:gd name="connsiteY21" fmla="*/ 2209384 h 3976021"/>
              <a:gd name="connsiteX22" fmla="*/ 2815550 w 3123258"/>
              <a:gd name="connsiteY22" fmla="*/ 2660611 h 3976021"/>
              <a:gd name="connsiteX23" fmla="*/ 2324326 w 3123258"/>
              <a:gd name="connsiteY23" fmla="*/ 3327138 h 3976021"/>
              <a:gd name="connsiteX24" fmla="*/ 2121791 w 3123258"/>
              <a:gd name="connsiteY24" fmla="*/ 3634310 h 3976021"/>
              <a:gd name="connsiteX25" fmla="*/ 1966919 w 3123258"/>
              <a:gd name="connsiteY25" fmla="*/ 3955751 h 3976021"/>
              <a:gd name="connsiteX26" fmla="*/ 1653864 w 3123258"/>
              <a:gd name="connsiteY26" fmla="*/ 3903857 h 3976021"/>
              <a:gd name="connsiteX27" fmla="*/ 1393709 w 3123258"/>
              <a:gd name="connsiteY27" fmla="*/ 3586403 h 3976021"/>
              <a:gd name="connsiteX28" fmla="*/ 1122751 w 3123258"/>
              <a:gd name="connsiteY28" fmla="*/ 3523643 h 3976021"/>
              <a:gd name="connsiteX29" fmla="*/ 818141 w 3123258"/>
              <a:gd name="connsiteY29" fmla="*/ 3539836 h 3976021"/>
              <a:gd name="connsiteX30" fmla="*/ 470860 w 3123258"/>
              <a:gd name="connsiteY30" fmla="*/ 3520214 h 3976021"/>
              <a:gd name="connsiteX31" fmla="*/ 379705 w 3123258"/>
              <a:gd name="connsiteY31" fmla="*/ 3501736 h 3976021"/>
              <a:gd name="connsiteX32" fmla="*/ 187964 w 3123258"/>
              <a:gd name="connsiteY32" fmla="*/ 3242288 h 3976021"/>
              <a:gd name="connsiteX33" fmla="*/ 108317 w 3123258"/>
              <a:gd name="connsiteY33" fmla="*/ 2979281 h 3976021"/>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70860 w 3123258"/>
              <a:gd name="connsiteY30" fmla="*/ 3520214 h 3976020"/>
              <a:gd name="connsiteX31" fmla="*/ 379705 w 3123258"/>
              <a:gd name="connsiteY31" fmla="*/ 3501736 h 3976020"/>
              <a:gd name="connsiteX32" fmla="*/ 187964 w 3123258"/>
              <a:gd name="connsiteY32" fmla="*/ 3242288 h 3976020"/>
              <a:gd name="connsiteX33" fmla="*/ 108317 w 3123258"/>
              <a:gd name="connsiteY33"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379705 w 3123258"/>
              <a:gd name="connsiteY31" fmla="*/ 3501736 h 3976020"/>
              <a:gd name="connsiteX32" fmla="*/ 187964 w 3123258"/>
              <a:gd name="connsiteY32" fmla="*/ 3242288 h 3976020"/>
              <a:gd name="connsiteX33" fmla="*/ 108317 w 3123258"/>
              <a:gd name="connsiteY33"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187964 w 3123258"/>
              <a:gd name="connsiteY31" fmla="*/ 3242288 h 3976020"/>
              <a:gd name="connsiteX32" fmla="*/ 108317 w 3123258"/>
              <a:gd name="connsiteY32"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238231 w 3123258"/>
              <a:gd name="connsiteY31" fmla="*/ 3220665 h 3976020"/>
              <a:gd name="connsiteX32" fmla="*/ 108317 w 3123258"/>
              <a:gd name="connsiteY32" fmla="*/ 2979281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53284 w 3038311"/>
              <a:gd name="connsiteY30" fmla="*/ 3220665 h 3976020"/>
              <a:gd name="connsiteX31" fmla="*/ 23370 w 3038311"/>
              <a:gd name="connsiteY31" fmla="*/ 2979281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53284 w 3038311"/>
              <a:gd name="connsiteY30" fmla="*/ 3220665 h 3976020"/>
              <a:gd name="connsiteX31" fmla="*/ 117461 w 3038311"/>
              <a:gd name="connsiteY31" fmla="*/ 3111615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17461 w 3038311"/>
              <a:gd name="connsiteY30" fmla="*/ 3111615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0" fmla="*/ 0 w 3026998"/>
              <a:gd name="connsiteY0" fmla="*/ 2651425 h 3976020"/>
              <a:gd name="connsiteX1" fmla="*/ 133292 w 3026998"/>
              <a:gd name="connsiteY1" fmla="*/ 2509685 h 3976020"/>
              <a:gd name="connsiteX2" fmla="*/ 328902 w 3026998"/>
              <a:gd name="connsiteY2" fmla="*/ 2475268 h 3976020"/>
              <a:gd name="connsiteX3" fmla="*/ 743436 w 3026998"/>
              <a:gd name="connsiteY3" fmla="*/ 2680507 h 3976020"/>
              <a:gd name="connsiteX4" fmla="*/ 918544 w 3026998"/>
              <a:gd name="connsiteY4" fmla="*/ 2344730 h 3976020"/>
              <a:gd name="connsiteX5" fmla="*/ 878359 w 3026998"/>
              <a:gd name="connsiteY5" fmla="*/ 1979647 h 3976020"/>
              <a:gd name="connsiteX6" fmla="*/ 1051095 w 3026998"/>
              <a:gd name="connsiteY6" fmla="*/ 1607702 h 3976020"/>
              <a:gd name="connsiteX7" fmla="*/ 1157733 w 3026998"/>
              <a:gd name="connsiteY7" fmla="*/ 1226665 h 3976020"/>
              <a:gd name="connsiteX8" fmla="*/ 1284999 w 3026998"/>
              <a:gd name="connsiteY8" fmla="*/ 933129 h 3976020"/>
              <a:gd name="connsiteX9" fmla="*/ 1586465 w 3026998"/>
              <a:gd name="connsiteY9" fmla="*/ 590800 h 3976020"/>
              <a:gd name="connsiteX10" fmla="*/ 1898695 w 3026998"/>
              <a:gd name="connsiteY10" fmla="*/ 278380 h 3976020"/>
              <a:gd name="connsiteX11" fmla="*/ 2115198 w 3026998"/>
              <a:gd name="connsiteY11" fmla="*/ 169510 h 3976020"/>
              <a:gd name="connsiteX12" fmla="*/ 2600897 w 3026998"/>
              <a:gd name="connsiteY12" fmla="*/ 8531 h 3976020"/>
              <a:gd name="connsiteX13" fmla="*/ 2847955 w 3026998"/>
              <a:gd name="connsiteY13" fmla="*/ 55794 h 3976020"/>
              <a:gd name="connsiteX14" fmla="*/ 3020953 w 3026998"/>
              <a:gd name="connsiteY14" fmla="*/ 337998 h 3976020"/>
              <a:gd name="connsiteX15" fmla="*/ 2992687 w 3026998"/>
              <a:gd name="connsiteY15" fmla="*/ 627040 h 3976020"/>
              <a:gd name="connsiteX16" fmla="*/ 2984450 w 3026998"/>
              <a:gd name="connsiteY16" fmla="*/ 1131440 h 3976020"/>
              <a:gd name="connsiteX17" fmla="*/ 3002071 w 3026998"/>
              <a:gd name="connsiteY17" fmla="*/ 1635121 h 3976020"/>
              <a:gd name="connsiteX18" fmla="*/ 2967114 w 3026998"/>
              <a:gd name="connsiteY18" fmla="*/ 1928872 h 3976020"/>
              <a:gd name="connsiteX19" fmla="*/ 2892438 w 3026998"/>
              <a:gd name="connsiteY19" fmla="*/ 2209384 h 3976020"/>
              <a:gd name="connsiteX20" fmla="*/ 2719290 w 3026998"/>
              <a:gd name="connsiteY20" fmla="*/ 2660611 h 3976020"/>
              <a:gd name="connsiteX21" fmla="*/ 2228066 w 3026998"/>
              <a:gd name="connsiteY21" fmla="*/ 3327138 h 3976020"/>
              <a:gd name="connsiteX22" fmla="*/ 2025531 w 3026998"/>
              <a:gd name="connsiteY22" fmla="*/ 3634310 h 3976020"/>
              <a:gd name="connsiteX23" fmla="*/ 1870659 w 3026998"/>
              <a:gd name="connsiteY23" fmla="*/ 3955751 h 3976020"/>
              <a:gd name="connsiteX24" fmla="*/ 1557604 w 3026998"/>
              <a:gd name="connsiteY24" fmla="*/ 3903857 h 3976020"/>
              <a:gd name="connsiteX25" fmla="*/ 1297449 w 3026998"/>
              <a:gd name="connsiteY25" fmla="*/ 3586403 h 3976020"/>
              <a:gd name="connsiteX26" fmla="*/ 1026491 w 3026998"/>
              <a:gd name="connsiteY26" fmla="*/ 3523643 h 3976020"/>
              <a:gd name="connsiteX27" fmla="*/ 731876 w 3026998"/>
              <a:gd name="connsiteY27" fmla="*/ 3476265 h 3976020"/>
              <a:gd name="connsiteX28" fmla="*/ 393307 w 3026998"/>
              <a:gd name="connsiteY28" fmla="*/ 3496705 h 3976020"/>
              <a:gd name="connsiteX0" fmla="*/ 0 w 2893706"/>
              <a:gd name="connsiteY0" fmla="*/ 2509685 h 3976020"/>
              <a:gd name="connsiteX1" fmla="*/ 195610 w 2893706"/>
              <a:gd name="connsiteY1" fmla="*/ 2475268 h 3976020"/>
              <a:gd name="connsiteX2" fmla="*/ 610144 w 2893706"/>
              <a:gd name="connsiteY2" fmla="*/ 2680507 h 3976020"/>
              <a:gd name="connsiteX3" fmla="*/ 785252 w 2893706"/>
              <a:gd name="connsiteY3" fmla="*/ 2344730 h 3976020"/>
              <a:gd name="connsiteX4" fmla="*/ 745067 w 2893706"/>
              <a:gd name="connsiteY4" fmla="*/ 1979647 h 3976020"/>
              <a:gd name="connsiteX5" fmla="*/ 917803 w 2893706"/>
              <a:gd name="connsiteY5" fmla="*/ 1607702 h 3976020"/>
              <a:gd name="connsiteX6" fmla="*/ 1024441 w 2893706"/>
              <a:gd name="connsiteY6" fmla="*/ 1226665 h 3976020"/>
              <a:gd name="connsiteX7" fmla="*/ 1151707 w 2893706"/>
              <a:gd name="connsiteY7" fmla="*/ 933129 h 3976020"/>
              <a:gd name="connsiteX8" fmla="*/ 1453173 w 2893706"/>
              <a:gd name="connsiteY8" fmla="*/ 590800 h 3976020"/>
              <a:gd name="connsiteX9" fmla="*/ 1765403 w 2893706"/>
              <a:gd name="connsiteY9" fmla="*/ 278380 h 3976020"/>
              <a:gd name="connsiteX10" fmla="*/ 1981906 w 2893706"/>
              <a:gd name="connsiteY10" fmla="*/ 169510 h 3976020"/>
              <a:gd name="connsiteX11" fmla="*/ 2467605 w 2893706"/>
              <a:gd name="connsiteY11" fmla="*/ 8531 h 3976020"/>
              <a:gd name="connsiteX12" fmla="*/ 2714663 w 2893706"/>
              <a:gd name="connsiteY12" fmla="*/ 55794 h 3976020"/>
              <a:gd name="connsiteX13" fmla="*/ 2887661 w 2893706"/>
              <a:gd name="connsiteY13" fmla="*/ 337998 h 3976020"/>
              <a:gd name="connsiteX14" fmla="*/ 2859395 w 2893706"/>
              <a:gd name="connsiteY14" fmla="*/ 627040 h 3976020"/>
              <a:gd name="connsiteX15" fmla="*/ 2851158 w 2893706"/>
              <a:gd name="connsiteY15" fmla="*/ 1131440 h 3976020"/>
              <a:gd name="connsiteX16" fmla="*/ 2868779 w 2893706"/>
              <a:gd name="connsiteY16" fmla="*/ 1635121 h 3976020"/>
              <a:gd name="connsiteX17" fmla="*/ 2833822 w 2893706"/>
              <a:gd name="connsiteY17" fmla="*/ 1928872 h 3976020"/>
              <a:gd name="connsiteX18" fmla="*/ 2759146 w 2893706"/>
              <a:gd name="connsiteY18" fmla="*/ 2209384 h 3976020"/>
              <a:gd name="connsiteX19" fmla="*/ 2585998 w 2893706"/>
              <a:gd name="connsiteY19" fmla="*/ 2660611 h 3976020"/>
              <a:gd name="connsiteX20" fmla="*/ 2094774 w 2893706"/>
              <a:gd name="connsiteY20" fmla="*/ 3327138 h 3976020"/>
              <a:gd name="connsiteX21" fmla="*/ 1892239 w 2893706"/>
              <a:gd name="connsiteY21" fmla="*/ 3634310 h 3976020"/>
              <a:gd name="connsiteX22" fmla="*/ 1737367 w 2893706"/>
              <a:gd name="connsiteY22" fmla="*/ 3955751 h 3976020"/>
              <a:gd name="connsiteX23" fmla="*/ 1424312 w 2893706"/>
              <a:gd name="connsiteY23" fmla="*/ 3903857 h 3976020"/>
              <a:gd name="connsiteX24" fmla="*/ 1164157 w 2893706"/>
              <a:gd name="connsiteY24" fmla="*/ 3586403 h 3976020"/>
              <a:gd name="connsiteX25" fmla="*/ 893199 w 2893706"/>
              <a:gd name="connsiteY25" fmla="*/ 3523643 h 3976020"/>
              <a:gd name="connsiteX26" fmla="*/ 598584 w 2893706"/>
              <a:gd name="connsiteY26" fmla="*/ 3476265 h 3976020"/>
              <a:gd name="connsiteX27" fmla="*/ 260015 w 2893706"/>
              <a:gd name="connsiteY27" fmla="*/ 3496705 h 3976020"/>
              <a:gd name="connsiteX0" fmla="*/ 0 w 2854593"/>
              <a:gd name="connsiteY0" fmla="*/ 2485043 h 3976020"/>
              <a:gd name="connsiteX1" fmla="*/ 156497 w 2854593"/>
              <a:gd name="connsiteY1" fmla="*/ 2475268 h 3976020"/>
              <a:gd name="connsiteX2" fmla="*/ 571031 w 2854593"/>
              <a:gd name="connsiteY2" fmla="*/ 2680507 h 3976020"/>
              <a:gd name="connsiteX3" fmla="*/ 746139 w 2854593"/>
              <a:gd name="connsiteY3" fmla="*/ 2344730 h 3976020"/>
              <a:gd name="connsiteX4" fmla="*/ 705954 w 2854593"/>
              <a:gd name="connsiteY4" fmla="*/ 1979647 h 3976020"/>
              <a:gd name="connsiteX5" fmla="*/ 878690 w 2854593"/>
              <a:gd name="connsiteY5" fmla="*/ 1607702 h 3976020"/>
              <a:gd name="connsiteX6" fmla="*/ 985328 w 2854593"/>
              <a:gd name="connsiteY6" fmla="*/ 1226665 h 3976020"/>
              <a:gd name="connsiteX7" fmla="*/ 1112594 w 2854593"/>
              <a:gd name="connsiteY7" fmla="*/ 933129 h 3976020"/>
              <a:gd name="connsiteX8" fmla="*/ 1414060 w 2854593"/>
              <a:gd name="connsiteY8" fmla="*/ 590800 h 3976020"/>
              <a:gd name="connsiteX9" fmla="*/ 1726290 w 2854593"/>
              <a:gd name="connsiteY9" fmla="*/ 278380 h 3976020"/>
              <a:gd name="connsiteX10" fmla="*/ 1942793 w 2854593"/>
              <a:gd name="connsiteY10" fmla="*/ 169510 h 3976020"/>
              <a:gd name="connsiteX11" fmla="*/ 2428492 w 2854593"/>
              <a:gd name="connsiteY11" fmla="*/ 8531 h 3976020"/>
              <a:gd name="connsiteX12" fmla="*/ 2675550 w 2854593"/>
              <a:gd name="connsiteY12" fmla="*/ 55794 h 3976020"/>
              <a:gd name="connsiteX13" fmla="*/ 2848548 w 2854593"/>
              <a:gd name="connsiteY13" fmla="*/ 337998 h 3976020"/>
              <a:gd name="connsiteX14" fmla="*/ 2820282 w 2854593"/>
              <a:gd name="connsiteY14" fmla="*/ 627040 h 3976020"/>
              <a:gd name="connsiteX15" fmla="*/ 2812045 w 2854593"/>
              <a:gd name="connsiteY15" fmla="*/ 1131440 h 3976020"/>
              <a:gd name="connsiteX16" fmla="*/ 2829666 w 2854593"/>
              <a:gd name="connsiteY16" fmla="*/ 1635121 h 3976020"/>
              <a:gd name="connsiteX17" fmla="*/ 2794709 w 2854593"/>
              <a:gd name="connsiteY17" fmla="*/ 1928872 h 3976020"/>
              <a:gd name="connsiteX18" fmla="*/ 2720033 w 2854593"/>
              <a:gd name="connsiteY18" fmla="*/ 2209384 h 3976020"/>
              <a:gd name="connsiteX19" fmla="*/ 2546885 w 2854593"/>
              <a:gd name="connsiteY19" fmla="*/ 2660611 h 3976020"/>
              <a:gd name="connsiteX20" fmla="*/ 2055661 w 2854593"/>
              <a:gd name="connsiteY20" fmla="*/ 3327138 h 3976020"/>
              <a:gd name="connsiteX21" fmla="*/ 1853126 w 2854593"/>
              <a:gd name="connsiteY21" fmla="*/ 3634310 h 3976020"/>
              <a:gd name="connsiteX22" fmla="*/ 1698254 w 2854593"/>
              <a:gd name="connsiteY22" fmla="*/ 3955751 h 3976020"/>
              <a:gd name="connsiteX23" fmla="*/ 1385199 w 2854593"/>
              <a:gd name="connsiteY23" fmla="*/ 3903857 h 3976020"/>
              <a:gd name="connsiteX24" fmla="*/ 1125044 w 2854593"/>
              <a:gd name="connsiteY24" fmla="*/ 3586403 h 3976020"/>
              <a:gd name="connsiteX25" fmla="*/ 854086 w 2854593"/>
              <a:gd name="connsiteY25" fmla="*/ 3523643 h 3976020"/>
              <a:gd name="connsiteX26" fmla="*/ 559471 w 2854593"/>
              <a:gd name="connsiteY26" fmla="*/ 3476265 h 3976020"/>
              <a:gd name="connsiteX27" fmla="*/ 220902 w 2854593"/>
              <a:gd name="connsiteY27" fmla="*/ 3496705 h 3976020"/>
              <a:gd name="connsiteX0" fmla="*/ 0 w 2890216"/>
              <a:gd name="connsiteY0" fmla="*/ 2483934 h 3974911"/>
              <a:gd name="connsiteX1" fmla="*/ 156497 w 2890216"/>
              <a:gd name="connsiteY1" fmla="*/ 2474159 h 3974911"/>
              <a:gd name="connsiteX2" fmla="*/ 571031 w 2890216"/>
              <a:gd name="connsiteY2" fmla="*/ 2679398 h 3974911"/>
              <a:gd name="connsiteX3" fmla="*/ 746139 w 2890216"/>
              <a:gd name="connsiteY3" fmla="*/ 2343621 h 3974911"/>
              <a:gd name="connsiteX4" fmla="*/ 705954 w 2890216"/>
              <a:gd name="connsiteY4" fmla="*/ 1978538 h 3974911"/>
              <a:gd name="connsiteX5" fmla="*/ 878690 w 2890216"/>
              <a:gd name="connsiteY5" fmla="*/ 1606593 h 3974911"/>
              <a:gd name="connsiteX6" fmla="*/ 985328 w 2890216"/>
              <a:gd name="connsiteY6" fmla="*/ 1225556 h 3974911"/>
              <a:gd name="connsiteX7" fmla="*/ 1112594 w 2890216"/>
              <a:gd name="connsiteY7" fmla="*/ 932020 h 3974911"/>
              <a:gd name="connsiteX8" fmla="*/ 1414060 w 2890216"/>
              <a:gd name="connsiteY8" fmla="*/ 589691 h 3974911"/>
              <a:gd name="connsiteX9" fmla="*/ 1726290 w 2890216"/>
              <a:gd name="connsiteY9" fmla="*/ 277271 h 3974911"/>
              <a:gd name="connsiteX10" fmla="*/ 1942793 w 2890216"/>
              <a:gd name="connsiteY10" fmla="*/ 168401 h 3974911"/>
              <a:gd name="connsiteX11" fmla="*/ 2428492 w 2890216"/>
              <a:gd name="connsiteY11" fmla="*/ 7422 h 3974911"/>
              <a:gd name="connsiteX12" fmla="*/ 2675550 w 2890216"/>
              <a:gd name="connsiteY12" fmla="*/ 54685 h 3974911"/>
              <a:gd name="connsiteX13" fmla="*/ 2886245 w 2890216"/>
              <a:gd name="connsiteY13" fmla="*/ 297218 h 3974911"/>
              <a:gd name="connsiteX14" fmla="*/ 2820282 w 2890216"/>
              <a:gd name="connsiteY14" fmla="*/ 625931 h 3974911"/>
              <a:gd name="connsiteX15" fmla="*/ 2812045 w 2890216"/>
              <a:gd name="connsiteY15" fmla="*/ 1130331 h 3974911"/>
              <a:gd name="connsiteX16" fmla="*/ 2829666 w 2890216"/>
              <a:gd name="connsiteY16" fmla="*/ 1634012 h 3974911"/>
              <a:gd name="connsiteX17" fmla="*/ 2794709 w 2890216"/>
              <a:gd name="connsiteY17" fmla="*/ 1927763 h 3974911"/>
              <a:gd name="connsiteX18" fmla="*/ 2720033 w 2890216"/>
              <a:gd name="connsiteY18" fmla="*/ 2208275 h 3974911"/>
              <a:gd name="connsiteX19" fmla="*/ 2546885 w 2890216"/>
              <a:gd name="connsiteY19" fmla="*/ 2659502 h 3974911"/>
              <a:gd name="connsiteX20" fmla="*/ 2055661 w 2890216"/>
              <a:gd name="connsiteY20" fmla="*/ 3326029 h 3974911"/>
              <a:gd name="connsiteX21" fmla="*/ 1853126 w 2890216"/>
              <a:gd name="connsiteY21" fmla="*/ 3633201 h 3974911"/>
              <a:gd name="connsiteX22" fmla="*/ 1698254 w 2890216"/>
              <a:gd name="connsiteY22" fmla="*/ 3954642 h 3974911"/>
              <a:gd name="connsiteX23" fmla="*/ 1385199 w 2890216"/>
              <a:gd name="connsiteY23" fmla="*/ 3902748 h 3974911"/>
              <a:gd name="connsiteX24" fmla="*/ 1125044 w 2890216"/>
              <a:gd name="connsiteY24" fmla="*/ 3585294 h 3974911"/>
              <a:gd name="connsiteX25" fmla="*/ 854086 w 2890216"/>
              <a:gd name="connsiteY25" fmla="*/ 3522534 h 3974911"/>
              <a:gd name="connsiteX26" fmla="*/ 559471 w 2890216"/>
              <a:gd name="connsiteY26" fmla="*/ 3475156 h 3974911"/>
              <a:gd name="connsiteX27" fmla="*/ 220902 w 2890216"/>
              <a:gd name="connsiteY27" fmla="*/ 3495596 h 3974911"/>
              <a:gd name="connsiteX0" fmla="*/ 0 w 2890216"/>
              <a:gd name="connsiteY0" fmla="*/ 2490790 h 3981767"/>
              <a:gd name="connsiteX1" fmla="*/ 156497 w 2890216"/>
              <a:gd name="connsiteY1" fmla="*/ 2481015 h 3981767"/>
              <a:gd name="connsiteX2" fmla="*/ 571031 w 2890216"/>
              <a:gd name="connsiteY2" fmla="*/ 2686254 h 3981767"/>
              <a:gd name="connsiteX3" fmla="*/ 746139 w 2890216"/>
              <a:gd name="connsiteY3" fmla="*/ 2350477 h 3981767"/>
              <a:gd name="connsiteX4" fmla="*/ 705954 w 2890216"/>
              <a:gd name="connsiteY4" fmla="*/ 1985394 h 3981767"/>
              <a:gd name="connsiteX5" fmla="*/ 878690 w 2890216"/>
              <a:gd name="connsiteY5" fmla="*/ 1613449 h 3981767"/>
              <a:gd name="connsiteX6" fmla="*/ 985328 w 2890216"/>
              <a:gd name="connsiteY6" fmla="*/ 1232412 h 3981767"/>
              <a:gd name="connsiteX7" fmla="*/ 1112594 w 2890216"/>
              <a:gd name="connsiteY7" fmla="*/ 938876 h 3981767"/>
              <a:gd name="connsiteX8" fmla="*/ 1414060 w 2890216"/>
              <a:gd name="connsiteY8" fmla="*/ 596547 h 3981767"/>
              <a:gd name="connsiteX9" fmla="*/ 1726290 w 2890216"/>
              <a:gd name="connsiteY9" fmla="*/ 284127 h 3981767"/>
              <a:gd name="connsiteX10" fmla="*/ 1952743 w 2890216"/>
              <a:gd name="connsiteY10" fmla="*/ 25032 h 3981767"/>
              <a:gd name="connsiteX11" fmla="*/ 2428492 w 2890216"/>
              <a:gd name="connsiteY11" fmla="*/ 14278 h 3981767"/>
              <a:gd name="connsiteX12" fmla="*/ 2675550 w 2890216"/>
              <a:gd name="connsiteY12" fmla="*/ 61541 h 3981767"/>
              <a:gd name="connsiteX13" fmla="*/ 2886245 w 2890216"/>
              <a:gd name="connsiteY13" fmla="*/ 304074 h 3981767"/>
              <a:gd name="connsiteX14" fmla="*/ 2820282 w 2890216"/>
              <a:gd name="connsiteY14" fmla="*/ 632787 h 3981767"/>
              <a:gd name="connsiteX15" fmla="*/ 2812045 w 2890216"/>
              <a:gd name="connsiteY15" fmla="*/ 1137187 h 3981767"/>
              <a:gd name="connsiteX16" fmla="*/ 2829666 w 2890216"/>
              <a:gd name="connsiteY16" fmla="*/ 1640868 h 3981767"/>
              <a:gd name="connsiteX17" fmla="*/ 2794709 w 2890216"/>
              <a:gd name="connsiteY17" fmla="*/ 1934619 h 3981767"/>
              <a:gd name="connsiteX18" fmla="*/ 2720033 w 2890216"/>
              <a:gd name="connsiteY18" fmla="*/ 2215131 h 3981767"/>
              <a:gd name="connsiteX19" fmla="*/ 2546885 w 2890216"/>
              <a:gd name="connsiteY19" fmla="*/ 2666358 h 3981767"/>
              <a:gd name="connsiteX20" fmla="*/ 2055661 w 2890216"/>
              <a:gd name="connsiteY20" fmla="*/ 3332885 h 3981767"/>
              <a:gd name="connsiteX21" fmla="*/ 1853126 w 2890216"/>
              <a:gd name="connsiteY21" fmla="*/ 3640057 h 3981767"/>
              <a:gd name="connsiteX22" fmla="*/ 1698254 w 2890216"/>
              <a:gd name="connsiteY22" fmla="*/ 3961498 h 3981767"/>
              <a:gd name="connsiteX23" fmla="*/ 1385199 w 2890216"/>
              <a:gd name="connsiteY23" fmla="*/ 3909604 h 3981767"/>
              <a:gd name="connsiteX24" fmla="*/ 1125044 w 2890216"/>
              <a:gd name="connsiteY24" fmla="*/ 3592150 h 3981767"/>
              <a:gd name="connsiteX25" fmla="*/ 854086 w 2890216"/>
              <a:gd name="connsiteY25" fmla="*/ 3529390 h 3981767"/>
              <a:gd name="connsiteX26" fmla="*/ 559471 w 2890216"/>
              <a:gd name="connsiteY26" fmla="*/ 3482012 h 3981767"/>
              <a:gd name="connsiteX27" fmla="*/ 220902 w 2890216"/>
              <a:gd name="connsiteY27" fmla="*/ 3502452 h 3981767"/>
              <a:gd name="connsiteX0" fmla="*/ 0 w 2890216"/>
              <a:gd name="connsiteY0" fmla="*/ 2490790 h 3981767"/>
              <a:gd name="connsiteX1" fmla="*/ 156497 w 2890216"/>
              <a:gd name="connsiteY1" fmla="*/ 2481015 h 3981767"/>
              <a:gd name="connsiteX2" fmla="*/ 571031 w 2890216"/>
              <a:gd name="connsiteY2" fmla="*/ 2686254 h 3981767"/>
              <a:gd name="connsiteX3" fmla="*/ 746139 w 2890216"/>
              <a:gd name="connsiteY3" fmla="*/ 2350477 h 3981767"/>
              <a:gd name="connsiteX4" fmla="*/ 705954 w 2890216"/>
              <a:gd name="connsiteY4" fmla="*/ 1985394 h 3981767"/>
              <a:gd name="connsiteX5" fmla="*/ 878690 w 2890216"/>
              <a:gd name="connsiteY5" fmla="*/ 1613449 h 3981767"/>
              <a:gd name="connsiteX6" fmla="*/ 985328 w 2890216"/>
              <a:gd name="connsiteY6" fmla="*/ 1232412 h 3981767"/>
              <a:gd name="connsiteX7" fmla="*/ 1112594 w 2890216"/>
              <a:gd name="connsiteY7" fmla="*/ 938876 h 3981767"/>
              <a:gd name="connsiteX8" fmla="*/ 1414060 w 2890216"/>
              <a:gd name="connsiteY8" fmla="*/ 596547 h 3981767"/>
              <a:gd name="connsiteX9" fmla="*/ 1726290 w 2890216"/>
              <a:gd name="connsiteY9" fmla="*/ 284127 h 3981767"/>
              <a:gd name="connsiteX10" fmla="*/ 1952743 w 2890216"/>
              <a:gd name="connsiteY10" fmla="*/ 25032 h 3981767"/>
              <a:gd name="connsiteX11" fmla="*/ 2428492 w 2890216"/>
              <a:gd name="connsiteY11" fmla="*/ 14278 h 3981767"/>
              <a:gd name="connsiteX12" fmla="*/ 2675550 w 2890216"/>
              <a:gd name="connsiteY12" fmla="*/ 61541 h 3981767"/>
              <a:gd name="connsiteX13" fmla="*/ 2886245 w 2890216"/>
              <a:gd name="connsiteY13" fmla="*/ 304074 h 3981767"/>
              <a:gd name="connsiteX14" fmla="*/ 2820282 w 2890216"/>
              <a:gd name="connsiteY14" fmla="*/ 632787 h 3981767"/>
              <a:gd name="connsiteX15" fmla="*/ 2812045 w 2890216"/>
              <a:gd name="connsiteY15" fmla="*/ 1137187 h 3981767"/>
              <a:gd name="connsiteX16" fmla="*/ 2829666 w 2890216"/>
              <a:gd name="connsiteY16" fmla="*/ 1640868 h 3981767"/>
              <a:gd name="connsiteX17" fmla="*/ 2794709 w 2890216"/>
              <a:gd name="connsiteY17" fmla="*/ 1934619 h 3981767"/>
              <a:gd name="connsiteX18" fmla="*/ 2720033 w 2890216"/>
              <a:gd name="connsiteY18" fmla="*/ 2215131 h 3981767"/>
              <a:gd name="connsiteX19" fmla="*/ 2546885 w 2890216"/>
              <a:gd name="connsiteY19" fmla="*/ 2666358 h 3981767"/>
              <a:gd name="connsiteX20" fmla="*/ 2055661 w 2890216"/>
              <a:gd name="connsiteY20" fmla="*/ 3332885 h 3981767"/>
              <a:gd name="connsiteX21" fmla="*/ 1853126 w 2890216"/>
              <a:gd name="connsiteY21" fmla="*/ 3640057 h 3981767"/>
              <a:gd name="connsiteX22" fmla="*/ 1698254 w 2890216"/>
              <a:gd name="connsiteY22" fmla="*/ 3961498 h 3981767"/>
              <a:gd name="connsiteX23" fmla="*/ 1385199 w 2890216"/>
              <a:gd name="connsiteY23" fmla="*/ 3909604 h 3981767"/>
              <a:gd name="connsiteX24" fmla="*/ 1125044 w 2890216"/>
              <a:gd name="connsiteY24" fmla="*/ 3592150 h 3981767"/>
              <a:gd name="connsiteX25" fmla="*/ 854086 w 2890216"/>
              <a:gd name="connsiteY25" fmla="*/ 3529390 h 3981767"/>
              <a:gd name="connsiteX26" fmla="*/ 559471 w 2890216"/>
              <a:gd name="connsiteY26" fmla="*/ 3482012 h 3981767"/>
              <a:gd name="connsiteX27" fmla="*/ 220902 w 2890216"/>
              <a:gd name="connsiteY27" fmla="*/ 3502452 h 3981767"/>
              <a:gd name="connsiteX0" fmla="*/ 0 w 2890216"/>
              <a:gd name="connsiteY0" fmla="*/ 2509008 h 3999985"/>
              <a:gd name="connsiteX1" fmla="*/ 156497 w 2890216"/>
              <a:gd name="connsiteY1" fmla="*/ 2499233 h 3999985"/>
              <a:gd name="connsiteX2" fmla="*/ 571031 w 2890216"/>
              <a:gd name="connsiteY2" fmla="*/ 2704472 h 3999985"/>
              <a:gd name="connsiteX3" fmla="*/ 746139 w 2890216"/>
              <a:gd name="connsiteY3" fmla="*/ 2368695 h 3999985"/>
              <a:gd name="connsiteX4" fmla="*/ 705954 w 2890216"/>
              <a:gd name="connsiteY4" fmla="*/ 2003612 h 3999985"/>
              <a:gd name="connsiteX5" fmla="*/ 878690 w 2890216"/>
              <a:gd name="connsiteY5" fmla="*/ 1631667 h 3999985"/>
              <a:gd name="connsiteX6" fmla="*/ 985328 w 2890216"/>
              <a:gd name="connsiteY6" fmla="*/ 1250630 h 3999985"/>
              <a:gd name="connsiteX7" fmla="*/ 1112594 w 2890216"/>
              <a:gd name="connsiteY7" fmla="*/ 957094 h 3999985"/>
              <a:gd name="connsiteX8" fmla="*/ 1414060 w 2890216"/>
              <a:gd name="connsiteY8" fmla="*/ 614765 h 3999985"/>
              <a:gd name="connsiteX9" fmla="*/ 1726290 w 2890216"/>
              <a:gd name="connsiteY9" fmla="*/ 302345 h 3999985"/>
              <a:gd name="connsiteX10" fmla="*/ 1997459 w 2890216"/>
              <a:gd name="connsiteY10" fmla="*/ 18804 h 3999985"/>
              <a:gd name="connsiteX11" fmla="*/ 2428492 w 2890216"/>
              <a:gd name="connsiteY11" fmla="*/ 32496 h 3999985"/>
              <a:gd name="connsiteX12" fmla="*/ 2675550 w 2890216"/>
              <a:gd name="connsiteY12" fmla="*/ 79759 h 3999985"/>
              <a:gd name="connsiteX13" fmla="*/ 2886245 w 2890216"/>
              <a:gd name="connsiteY13" fmla="*/ 322292 h 3999985"/>
              <a:gd name="connsiteX14" fmla="*/ 2820282 w 2890216"/>
              <a:gd name="connsiteY14" fmla="*/ 651005 h 3999985"/>
              <a:gd name="connsiteX15" fmla="*/ 2812045 w 2890216"/>
              <a:gd name="connsiteY15" fmla="*/ 1155405 h 3999985"/>
              <a:gd name="connsiteX16" fmla="*/ 2829666 w 2890216"/>
              <a:gd name="connsiteY16" fmla="*/ 1659086 h 3999985"/>
              <a:gd name="connsiteX17" fmla="*/ 2794709 w 2890216"/>
              <a:gd name="connsiteY17" fmla="*/ 1952837 h 3999985"/>
              <a:gd name="connsiteX18" fmla="*/ 2720033 w 2890216"/>
              <a:gd name="connsiteY18" fmla="*/ 2233349 h 3999985"/>
              <a:gd name="connsiteX19" fmla="*/ 2546885 w 2890216"/>
              <a:gd name="connsiteY19" fmla="*/ 2684576 h 3999985"/>
              <a:gd name="connsiteX20" fmla="*/ 2055661 w 2890216"/>
              <a:gd name="connsiteY20" fmla="*/ 3351103 h 3999985"/>
              <a:gd name="connsiteX21" fmla="*/ 1853126 w 2890216"/>
              <a:gd name="connsiteY21" fmla="*/ 3658275 h 3999985"/>
              <a:gd name="connsiteX22" fmla="*/ 1698254 w 2890216"/>
              <a:gd name="connsiteY22" fmla="*/ 3979716 h 3999985"/>
              <a:gd name="connsiteX23" fmla="*/ 1385199 w 2890216"/>
              <a:gd name="connsiteY23" fmla="*/ 3927822 h 3999985"/>
              <a:gd name="connsiteX24" fmla="*/ 1125044 w 2890216"/>
              <a:gd name="connsiteY24" fmla="*/ 3610368 h 3999985"/>
              <a:gd name="connsiteX25" fmla="*/ 854086 w 2890216"/>
              <a:gd name="connsiteY25" fmla="*/ 3547608 h 3999985"/>
              <a:gd name="connsiteX26" fmla="*/ 559471 w 2890216"/>
              <a:gd name="connsiteY26" fmla="*/ 3500230 h 3999985"/>
              <a:gd name="connsiteX27" fmla="*/ 220902 w 2890216"/>
              <a:gd name="connsiteY27" fmla="*/ 3520670 h 3999985"/>
              <a:gd name="connsiteX0" fmla="*/ 0 w 2890216"/>
              <a:gd name="connsiteY0" fmla="*/ 2525286 h 4016263"/>
              <a:gd name="connsiteX1" fmla="*/ 156497 w 2890216"/>
              <a:gd name="connsiteY1" fmla="*/ 2515511 h 4016263"/>
              <a:gd name="connsiteX2" fmla="*/ 571031 w 2890216"/>
              <a:gd name="connsiteY2" fmla="*/ 2720750 h 4016263"/>
              <a:gd name="connsiteX3" fmla="*/ 746139 w 2890216"/>
              <a:gd name="connsiteY3" fmla="*/ 2384973 h 4016263"/>
              <a:gd name="connsiteX4" fmla="*/ 705954 w 2890216"/>
              <a:gd name="connsiteY4" fmla="*/ 2019890 h 4016263"/>
              <a:gd name="connsiteX5" fmla="*/ 878690 w 2890216"/>
              <a:gd name="connsiteY5" fmla="*/ 1647945 h 4016263"/>
              <a:gd name="connsiteX6" fmla="*/ 985328 w 2890216"/>
              <a:gd name="connsiteY6" fmla="*/ 1266908 h 4016263"/>
              <a:gd name="connsiteX7" fmla="*/ 1112594 w 2890216"/>
              <a:gd name="connsiteY7" fmla="*/ 973372 h 4016263"/>
              <a:gd name="connsiteX8" fmla="*/ 1414060 w 2890216"/>
              <a:gd name="connsiteY8" fmla="*/ 631043 h 4016263"/>
              <a:gd name="connsiteX9" fmla="*/ 1726290 w 2890216"/>
              <a:gd name="connsiteY9" fmla="*/ 318623 h 4016263"/>
              <a:gd name="connsiteX10" fmla="*/ 1997459 w 2890216"/>
              <a:gd name="connsiteY10" fmla="*/ 35082 h 4016263"/>
              <a:gd name="connsiteX11" fmla="*/ 2428492 w 2890216"/>
              <a:gd name="connsiteY11" fmla="*/ 48774 h 4016263"/>
              <a:gd name="connsiteX12" fmla="*/ 2675550 w 2890216"/>
              <a:gd name="connsiteY12" fmla="*/ 96037 h 4016263"/>
              <a:gd name="connsiteX13" fmla="*/ 2886245 w 2890216"/>
              <a:gd name="connsiteY13" fmla="*/ 338570 h 4016263"/>
              <a:gd name="connsiteX14" fmla="*/ 2820282 w 2890216"/>
              <a:gd name="connsiteY14" fmla="*/ 667283 h 4016263"/>
              <a:gd name="connsiteX15" fmla="*/ 2812045 w 2890216"/>
              <a:gd name="connsiteY15" fmla="*/ 1171683 h 4016263"/>
              <a:gd name="connsiteX16" fmla="*/ 2829666 w 2890216"/>
              <a:gd name="connsiteY16" fmla="*/ 1675364 h 4016263"/>
              <a:gd name="connsiteX17" fmla="*/ 2794709 w 2890216"/>
              <a:gd name="connsiteY17" fmla="*/ 1969115 h 4016263"/>
              <a:gd name="connsiteX18" fmla="*/ 2720033 w 2890216"/>
              <a:gd name="connsiteY18" fmla="*/ 2249627 h 4016263"/>
              <a:gd name="connsiteX19" fmla="*/ 2546885 w 2890216"/>
              <a:gd name="connsiteY19" fmla="*/ 2700854 h 4016263"/>
              <a:gd name="connsiteX20" fmla="*/ 2055661 w 2890216"/>
              <a:gd name="connsiteY20" fmla="*/ 3367381 h 4016263"/>
              <a:gd name="connsiteX21" fmla="*/ 1853126 w 2890216"/>
              <a:gd name="connsiteY21" fmla="*/ 3674553 h 4016263"/>
              <a:gd name="connsiteX22" fmla="*/ 1698254 w 2890216"/>
              <a:gd name="connsiteY22" fmla="*/ 3995994 h 4016263"/>
              <a:gd name="connsiteX23" fmla="*/ 1385199 w 2890216"/>
              <a:gd name="connsiteY23" fmla="*/ 3944100 h 4016263"/>
              <a:gd name="connsiteX24" fmla="*/ 1125044 w 2890216"/>
              <a:gd name="connsiteY24" fmla="*/ 3626646 h 4016263"/>
              <a:gd name="connsiteX25" fmla="*/ 854086 w 2890216"/>
              <a:gd name="connsiteY25" fmla="*/ 3563886 h 4016263"/>
              <a:gd name="connsiteX26" fmla="*/ 559471 w 2890216"/>
              <a:gd name="connsiteY26" fmla="*/ 3516508 h 4016263"/>
              <a:gd name="connsiteX27" fmla="*/ 220902 w 2890216"/>
              <a:gd name="connsiteY27" fmla="*/ 3536948 h 4016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90216" h="4016263">
                <a:moveTo>
                  <a:pt x="0" y="2525286"/>
                </a:moveTo>
                <a:cubicBezTo>
                  <a:pt x="54817" y="2495927"/>
                  <a:pt x="61325" y="2482934"/>
                  <a:pt x="156497" y="2515511"/>
                </a:cubicBezTo>
                <a:cubicBezTo>
                  <a:pt x="251669" y="2548088"/>
                  <a:pt x="472757" y="2742506"/>
                  <a:pt x="571031" y="2720750"/>
                </a:cubicBezTo>
                <a:cubicBezTo>
                  <a:pt x="669305" y="2698994"/>
                  <a:pt x="723652" y="2501783"/>
                  <a:pt x="746139" y="2384973"/>
                </a:cubicBezTo>
                <a:cubicBezTo>
                  <a:pt x="768626" y="2268163"/>
                  <a:pt x="687952" y="2136667"/>
                  <a:pt x="705954" y="2019890"/>
                </a:cubicBezTo>
                <a:cubicBezTo>
                  <a:pt x="718336" y="1939785"/>
                  <a:pt x="832128" y="1773442"/>
                  <a:pt x="878690" y="1647945"/>
                </a:cubicBezTo>
                <a:cubicBezTo>
                  <a:pt x="925252" y="1522448"/>
                  <a:pt x="946344" y="1379337"/>
                  <a:pt x="985328" y="1266908"/>
                </a:cubicBezTo>
                <a:cubicBezTo>
                  <a:pt x="1024312" y="1154479"/>
                  <a:pt x="1041139" y="1079349"/>
                  <a:pt x="1112594" y="973372"/>
                </a:cubicBezTo>
                <a:cubicBezTo>
                  <a:pt x="1184049" y="867395"/>
                  <a:pt x="1313571" y="745153"/>
                  <a:pt x="1414060" y="631043"/>
                </a:cubicBezTo>
                <a:cubicBezTo>
                  <a:pt x="1510930" y="519220"/>
                  <a:pt x="1629057" y="417950"/>
                  <a:pt x="1726290" y="318623"/>
                </a:cubicBezTo>
                <a:cubicBezTo>
                  <a:pt x="1823523" y="219296"/>
                  <a:pt x="1916210" y="116788"/>
                  <a:pt x="1997459" y="35082"/>
                </a:cubicBezTo>
                <a:cubicBezTo>
                  <a:pt x="2078708" y="-46624"/>
                  <a:pt x="2315477" y="38615"/>
                  <a:pt x="2428492" y="48774"/>
                </a:cubicBezTo>
                <a:cubicBezTo>
                  <a:pt x="2541507" y="58933"/>
                  <a:pt x="2599258" y="47738"/>
                  <a:pt x="2675550" y="96037"/>
                </a:cubicBezTo>
                <a:cubicBezTo>
                  <a:pt x="2751842" y="144336"/>
                  <a:pt x="2862123" y="243362"/>
                  <a:pt x="2886245" y="338570"/>
                </a:cubicBezTo>
                <a:cubicBezTo>
                  <a:pt x="2910367" y="433778"/>
                  <a:pt x="2816567" y="584225"/>
                  <a:pt x="2820282" y="667283"/>
                </a:cubicBezTo>
                <a:cubicBezTo>
                  <a:pt x="2825997" y="794823"/>
                  <a:pt x="2811759" y="1043952"/>
                  <a:pt x="2812045" y="1171683"/>
                </a:cubicBezTo>
                <a:cubicBezTo>
                  <a:pt x="2812521" y="1339799"/>
                  <a:pt x="2835476" y="1507343"/>
                  <a:pt x="2829666" y="1675364"/>
                </a:cubicBezTo>
                <a:cubicBezTo>
                  <a:pt x="2826237" y="1774043"/>
                  <a:pt x="2812807" y="1872056"/>
                  <a:pt x="2794709" y="1969115"/>
                </a:cubicBezTo>
                <a:cubicBezTo>
                  <a:pt x="2776897" y="2064461"/>
                  <a:pt x="2761337" y="2127671"/>
                  <a:pt x="2720033" y="2249627"/>
                </a:cubicBezTo>
                <a:cubicBezTo>
                  <a:pt x="2678729" y="2371584"/>
                  <a:pt x="2657614" y="2514562"/>
                  <a:pt x="2546885" y="2700854"/>
                </a:cubicBezTo>
                <a:cubicBezTo>
                  <a:pt x="2436156" y="2887146"/>
                  <a:pt x="2171287" y="3205098"/>
                  <a:pt x="2055661" y="3367381"/>
                </a:cubicBezTo>
                <a:cubicBezTo>
                  <a:pt x="1940035" y="3529664"/>
                  <a:pt x="1912694" y="3569784"/>
                  <a:pt x="1853126" y="3674553"/>
                </a:cubicBezTo>
                <a:cubicBezTo>
                  <a:pt x="1793558" y="3779322"/>
                  <a:pt x="1776242" y="3951070"/>
                  <a:pt x="1698254" y="3995994"/>
                </a:cubicBezTo>
                <a:cubicBezTo>
                  <a:pt x="1620266" y="4040919"/>
                  <a:pt x="1480734" y="4005658"/>
                  <a:pt x="1385199" y="3944100"/>
                </a:cubicBezTo>
                <a:cubicBezTo>
                  <a:pt x="1289664" y="3882542"/>
                  <a:pt x="1213563" y="3690015"/>
                  <a:pt x="1125044" y="3626646"/>
                </a:cubicBezTo>
                <a:cubicBezTo>
                  <a:pt x="1036525" y="3563277"/>
                  <a:pt x="948348" y="3582242"/>
                  <a:pt x="854086" y="3563886"/>
                </a:cubicBezTo>
                <a:cubicBezTo>
                  <a:pt x="759824" y="3545530"/>
                  <a:pt x="665002" y="3520998"/>
                  <a:pt x="559471" y="3516508"/>
                </a:cubicBezTo>
                <a:cubicBezTo>
                  <a:pt x="453940" y="3512018"/>
                  <a:pt x="325190" y="3597723"/>
                  <a:pt x="220902" y="3536948"/>
                </a:cubicBezTo>
              </a:path>
            </a:pathLst>
          </a:custGeom>
          <a:noFill/>
          <a:ln w="9525" cap="rnd">
            <a:solidFill>
              <a:schemeClr val="tx1">
                <a:alpha val="35000"/>
              </a:schemeClr>
            </a:solidFill>
            <a:prstDash val="solid"/>
            <a:round/>
          </a:ln>
        </p:spPr>
        <p:txBody>
          <a:bodyPr rtlCol="0" anchor="ctr"/>
          <a:lstStyle/>
          <a:p>
            <a:endParaRPr lang="en-US"/>
          </a:p>
        </p:txBody>
      </p:sp>
      <p:sp>
        <p:nvSpPr>
          <p:cNvPr id="9" name="Freeform: Shape 8">
            <a:extLst>
              <a:ext uri="{FF2B5EF4-FFF2-40B4-BE49-F238E27FC236}">
                <a16:creationId xmlns:a16="http://schemas.microsoft.com/office/drawing/2014/main" id="{B8530B74-1F0F-8F33-1B37-B9506A0B1EEB}"/>
              </a:ext>
            </a:extLst>
          </p:cNvPr>
          <p:cNvSpPr/>
          <p:nvPr/>
        </p:nvSpPr>
        <p:spPr>
          <a:xfrm rot="19431219" flipV="1">
            <a:off x="8406033" y="3998911"/>
            <a:ext cx="4754966" cy="2028048"/>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747646"/>
              <a:gd name="connsiteY0" fmla="*/ 122178 h 2549244"/>
              <a:gd name="connsiteX1" fmla="*/ 581177 w 4747646"/>
              <a:gd name="connsiteY1" fmla="*/ 732895 h 2549244"/>
              <a:gd name="connsiteX2" fmla="*/ 1097676 w 4747646"/>
              <a:gd name="connsiteY2" fmla="*/ 1092434 h 2549244"/>
              <a:gd name="connsiteX3" fmla="*/ 1207500 w 4747646"/>
              <a:gd name="connsiteY3" fmla="*/ 889112 h 2549244"/>
              <a:gd name="connsiteX4" fmla="*/ 1195627 w 4747646"/>
              <a:gd name="connsiteY4" fmla="*/ 497503 h 2549244"/>
              <a:gd name="connsiteX5" fmla="*/ 1172386 w 4747646"/>
              <a:gd name="connsiteY5" fmla="*/ 362819 h 2549244"/>
              <a:gd name="connsiteX6" fmla="*/ 1172386 w 4747646"/>
              <a:gd name="connsiteY6" fmla="*/ 258044 h 2549244"/>
              <a:gd name="connsiteX7" fmla="*/ 1294160 w 4747646"/>
              <a:gd name="connsiteY7" fmla="*/ 1136 h 2549244"/>
              <a:gd name="connsiteX8" fmla="*/ 1476424 w 4747646"/>
              <a:gd name="connsiteY8" fmla="*/ 174891 h 2549244"/>
              <a:gd name="connsiteX9" fmla="*/ 1586057 w 4747646"/>
              <a:gd name="connsiteY9" fmla="*/ 259663 h 2549244"/>
              <a:gd name="connsiteX10" fmla="*/ 1639206 w 4747646"/>
              <a:gd name="connsiteY10" fmla="*/ 487406 h 2549244"/>
              <a:gd name="connsiteX11" fmla="*/ 1534527 w 4747646"/>
              <a:gd name="connsiteY11" fmla="*/ 818209 h 2549244"/>
              <a:gd name="connsiteX12" fmla="*/ 1502999 w 4747646"/>
              <a:gd name="connsiteY12" fmla="*/ 1044333 h 2549244"/>
              <a:gd name="connsiteX13" fmla="*/ 1602725 w 4747646"/>
              <a:gd name="connsiteY13" fmla="*/ 1297031 h 2549244"/>
              <a:gd name="connsiteX14" fmla="*/ 1783796 w 4747646"/>
              <a:gd name="connsiteY14" fmla="*/ 1632787 h 2549244"/>
              <a:gd name="connsiteX15" fmla="*/ 1895143 w 4747646"/>
              <a:gd name="connsiteY15" fmla="*/ 1863864 h 2549244"/>
              <a:gd name="connsiteX16" fmla="*/ 2065545 w 4747646"/>
              <a:gd name="connsiteY16" fmla="*/ 2161996 h 2549244"/>
              <a:gd name="connsiteX17" fmla="*/ 2225851 w 4747646"/>
              <a:gd name="connsiteY17" fmla="*/ 2353544 h 2549244"/>
              <a:gd name="connsiteX18" fmla="*/ 2383775 w 4747646"/>
              <a:gd name="connsiteY18" fmla="*/ 2444508 h 2549244"/>
              <a:gd name="connsiteX19" fmla="*/ 2623044 w 4747646"/>
              <a:gd name="connsiteY19" fmla="*/ 2473274 h 2549244"/>
              <a:gd name="connsiteX20" fmla="*/ 2850310 w 4747646"/>
              <a:gd name="connsiteY20" fmla="*/ 2473274 h 2549244"/>
              <a:gd name="connsiteX21" fmla="*/ 3148728 w 4747646"/>
              <a:gd name="connsiteY21" fmla="*/ 2448890 h 2549244"/>
              <a:gd name="connsiteX22" fmla="*/ 3276649 w 4747646"/>
              <a:gd name="connsiteY22" fmla="*/ 2448890 h 2549244"/>
              <a:gd name="connsiteX23" fmla="*/ 3532395 w 4747646"/>
              <a:gd name="connsiteY23" fmla="*/ 2498896 h 2549244"/>
              <a:gd name="connsiteX24" fmla="*/ 3866342 w 4747646"/>
              <a:gd name="connsiteY24" fmla="*/ 2549188 h 2549244"/>
              <a:gd name="connsiteX25" fmla="*/ 4173428 w 4747646"/>
              <a:gd name="connsiteY25" fmla="*/ 2487370 h 2549244"/>
              <a:gd name="connsiteX26" fmla="*/ 4747646 w 4747646"/>
              <a:gd name="connsiteY26" fmla="*/ 2393099 h 2549244"/>
              <a:gd name="connsiteX0" fmla="*/ 0 w 4585212"/>
              <a:gd name="connsiteY0" fmla="*/ 292620 h 2549244"/>
              <a:gd name="connsiteX1" fmla="*/ 418743 w 4585212"/>
              <a:gd name="connsiteY1" fmla="*/ 732895 h 2549244"/>
              <a:gd name="connsiteX2" fmla="*/ 935242 w 4585212"/>
              <a:gd name="connsiteY2" fmla="*/ 1092434 h 2549244"/>
              <a:gd name="connsiteX3" fmla="*/ 1045066 w 4585212"/>
              <a:gd name="connsiteY3" fmla="*/ 889112 h 2549244"/>
              <a:gd name="connsiteX4" fmla="*/ 1033193 w 4585212"/>
              <a:gd name="connsiteY4" fmla="*/ 497503 h 2549244"/>
              <a:gd name="connsiteX5" fmla="*/ 1009952 w 4585212"/>
              <a:gd name="connsiteY5" fmla="*/ 362819 h 2549244"/>
              <a:gd name="connsiteX6" fmla="*/ 1009952 w 4585212"/>
              <a:gd name="connsiteY6" fmla="*/ 258044 h 2549244"/>
              <a:gd name="connsiteX7" fmla="*/ 1131726 w 4585212"/>
              <a:gd name="connsiteY7" fmla="*/ 1136 h 2549244"/>
              <a:gd name="connsiteX8" fmla="*/ 1313990 w 4585212"/>
              <a:gd name="connsiteY8" fmla="*/ 174891 h 2549244"/>
              <a:gd name="connsiteX9" fmla="*/ 1423623 w 4585212"/>
              <a:gd name="connsiteY9" fmla="*/ 259663 h 2549244"/>
              <a:gd name="connsiteX10" fmla="*/ 1476772 w 4585212"/>
              <a:gd name="connsiteY10" fmla="*/ 487406 h 2549244"/>
              <a:gd name="connsiteX11" fmla="*/ 1372093 w 4585212"/>
              <a:gd name="connsiteY11" fmla="*/ 818209 h 2549244"/>
              <a:gd name="connsiteX12" fmla="*/ 1340565 w 4585212"/>
              <a:gd name="connsiteY12" fmla="*/ 1044333 h 2549244"/>
              <a:gd name="connsiteX13" fmla="*/ 1440291 w 4585212"/>
              <a:gd name="connsiteY13" fmla="*/ 1297031 h 2549244"/>
              <a:gd name="connsiteX14" fmla="*/ 1621362 w 4585212"/>
              <a:gd name="connsiteY14" fmla="*/ 1632787 h 2549244"/>
              <a:gd name="connsiteX15" fmla="*/ 1732709 w 4585212"/>
              <a:gd name="connsiteY15" fmla="*/ 1863864 h 2549244"/>
              <a:gd name="connsiteX16" fmla="*/ 1903111 w 4585212"/>
              <a:gd name="connsiteY16" fmla="*/ 2161996 h 2549244"/>
              <a:gd name="connsiteX17" fmla="*/ 2063417 w 4585212"/>
              <a:gd name="connsiteY17" fmla="*/ 2353544 h 2549244"/>
              <a:gd name="connsiteX18" fmla="*/ 2221341 w 4585212"/>
              <a:gd name="connsiteY18" fmla="*/ 2444508 h 2549244"/>
              <a:gd name="connsiteX19" fmla="*/ 2460610 w 4585212"/>
              <a:gd name="connsiteY19" fmla="*/ 2473274 h 2549244"/>
              <a:gd name="connsiteX20" fmla="*/ 2687876 w 4585212"/>
              <a:gd name="connsiteY20" fmla="*/ 2473274 h 2549244"/>
              <a:gd name="connsiteX21" fmla="*/ 2986294 w 4585212"/>
              <a:gd name="connsiteY21" fmla="*/ 2448890 h 2549244"/>
              <a:gd name="connsiteX22" fmla="*/ 3114215 w 4585212"/>
              <a:gd name="connsiteY22" fmla="*/ 2448890 h 2549244"/>
              <a:gd name="connsiteX23" fmla="*/ 3369961 w 4585212"/>
              <a:gd name="connsiteY23" fmla="*/ 2498896 h 2549244"/>
              <a:gd name="connsiteX24" fmla="*/ 3703908 w 4585212"/>
              <a:gd name="connsiteY24" fmla="*/ 2549188 h 2549244"/>
              <a:gd name="connsiteX25" fmla="*/ 4010994 w 4585212"/>
              <a:gd name="connsiteY25" fmla="*/ 2487370 h 2549244"/>
              <a:gd name="connsiteX26" fmla="*/ 4585212 w 4585212"/>
              <a:gd name="connsiteY26" fmla="*/ 2393099 h 2549244"/>
              <a:gd name="connsiteX0" fmla="*/ 0 w 4585212"/>
              <a:gd name="connsiteY0" fmla="*/ 292620 h 2549244"/>
              <a:gd name="connsiteX1" fmla="*/ 642891 w 4585212"/>
              <a:gd name="connsiteY1" fmla="*/ 741637 h 2549244"/>
              <a:gd name="connsiteX2" fmla="*/ 935242 w 4585212"/>
              <a:gd name="connsiteY2" fmla="*/ 1092434 h 2549244"/>
              <a:gd name="connsiteX3" fmla="*/ 1045066 w 4585212"/>
              <a:gd name="connsiteY3" fmla="*/ 889112 h 2549244"/>
              <a:gd name="connsiteX4" fmla="*/ 1033193 w 4585212"/>
              <a:gd name="connsiteY4" fmla="*/ 497503 h 2549244"/>
              <a:gd name="connsiteX5" fmla="*/ 1009952 w 4585212"/>
              <a:gd name="connsiteY5" fmla="*/ 362819 h 2549244"/>
              <a:gd name="connsiteX6" fmla="*/ 1009952 w 4585212"/>
              <a:gd name="connsiteY6" fmla="*/ 258044 h 2549244"/>
              <a:gd name="connsiteX7" fmla="*/ 1131726 w 4585212"/>
              <a:gd name="connsiteY7" fmla="*/ 1136 h 2549244"/>
              <a:gd name="connsiteX8" fmla="*/ 1313990 w 4585212"/>
              <a:gd name="connsiteY8" fmla="*/ 174891 h 2549244"/>
              <a:gd name="connsiteX9" fmla="*/ 1423623 w 4585212"/>
              <a:gd name="connsiteY9" fmla="*/ 259663 h 2549244"/>
              <a:gd name="connsiteX10" fmla="*/ 1476772 w 4585212"/>
              <a:gd name="connsiteY10" fmla="*/ 487406 h 2549244"/>
              <a:gd name="connsiteX11" fmla="*/ 1372093 w 4585212"/>
              <a:gd name="connsiteY11" fmla="*/ 818209 h 2549244"/>
              <a:gd name="connsiteX12" fmla="*/ 1340565 w 4585212"/>
              <a:gd name="connsiteY12" fmla="*/ 1044333 h 2549244"/>
              <a:gd name="connsiteX13" fmla="*/ 1440291 w 4585212"/>
              <a:gd name="connsiteY13" fmla="*/ 1297031 h 2549244"/>
              <a:gd name="connsiteX14" fmla="*/ 1621362 w 4585212"/>
              <a:gd name="connsiteY14" fmla="*/ 1632787 h 2549244"/>
              <a:gd name="connsiteX15" fmla="*/ 1732709 w 4585212"/>
              <a:gd name="connsiteY15" fmla="*/ 1863864 h 2549244"/>
              <a:gd name="connsiteX16" fmla="*/ 1903111 w 4585212"/>
              <a:gd name="connsiteY16" fmla="*/ 2161996 h 2549244"/>
              <a:gd name="connsiteX17" fmla="*/ 2063417 w 4585212"/>
              <a:gd name="connsiteY17" fmla="*/ 2353544 h 2549244"/>
              <a:gd name="connsiteX18" fmla="*/ 2221341 w 4585212"/>
              <a:gd name="connsiteY18" fmla="*/ 2444508 h 2549244"/>
              <a:gd name="connsiteX19" fmla="*/ 2460610 w 4585212"/>
              <a:gd name="connsiteY19" fmla="*/ 2473274 h 2549244"/>
              <a:gd name="connsiteX20" fmla="*/ 2687876 w 4585212"/>
              <a:gd name="connsiteY20" fmla="*/ 2473274 h 2549244"/>
              <a:gd name="connsiteX21" fmla="*/ 2986294 w 4585212"/>
              <a:gd name="connsiteY21" fmla="*/ 2448890 h 2549244"/>
              <a:gd name="connsiteX22" fmla="*/ 3114215 w 4585212"/>
              <a:gd name="connsiteY22" fmla="*/ 2448890 h 2549244"/>
              <a:gd name="connsiteX23" fmla="*/ 3369961 w 4585212"/>
              <a:gd name="connsiteY23" fmla="*/ 2498896 h 2549244"/>
              <a:gd name="connsiteX24" fmla="*/ 3703908 w 4585212"/>
              <a:gd name="connsiteY24" fmla="*/ 2549188 h 2549244"/>
              <a:gd name="connsiteX25" fmla="*/ 4010994 w 4585212"/>
              <a:gd name="connsiteY25" fmla="*/ 2487370 h 2549244"/>
              <a:gd name="connsiteX26" fmla="*/ 4585212 w 4585212"/>
              <a:gd name="connsiteY26" fmla="*/ 2393099 h 2549244"/>
              <a:gd name="connsiteX0" fmla="*/ 0 w 4415022"/>
              <a:gd name="connsiteY0" fmla="*/ 532190 h 2549244"/>
              <a:gd name="connsiteX1" fmla="*/ 472701 w 4415022"/>
              <a:gd name="connsiteY1" fmla="*/ 741637 h 2549244"/>
              <a:gd name="connsiteX2" fmla="*/ 765052 w 4415022"/>
              <a:gd name="connsiteY2" fmla="*/ 1092434 h 2549244"/>
              <a:gd name="connsiteX3" fmla="*/ 874876 w 4415022"/>
              <a:gd name="connsiteY3" fmla="*/ 889112 h 2549244"/>
              <a:gd name="connsiteX4" fmla="*/ 863003 w 4415022"/>
              <a:gd name="connsiteY4" fmla="*/ 497503 h 2549244"/>
              <a:gd name="connsiteX5" fmla="*/ 839762 w 4415022"/>
              <a:gd name="connsiteY5" fmla="*/ 362819 h 2549244"/>
              <a:gd name="connsiteX6" fmla="*/ 839762 w 4415022"/>
              <a:gd name="connsiteY6" fmla="*/ 258044 h 2549244"/>
              <a:gd name="connsiteX7" fmla="*/ 961536 w 4415022"/>
              <a:gd name="connsiteY7" fmla="*/ 1136 h 2549244"/>
              <a:gd name="connsiteX8" fmla="*/ 1143800 w 4415022"/>
              <a:gd name="connsiteY8" fmla="*/ 174891 h 2549244"/>
              <a:gd name="connsiteX9" fmla="*/ 1253433 w 4415022"/>
              <a:gd name="connsiteY9" fmla="*/ 259663 h 2549244"/>
              <a:gd name="connsiteX10" fmla="*/ 1306582 w 4415022"/>
              <a:gd name="connsiteY10" fmla="*/ 487406 h 2549244"/>
              <a:gd name="connsiteX11" fmla="*/ 1201903 w 4415022"/>
              <a:gd name="connsiteY11" fmla="*/ 818209 h 2549244"/>
              <a:gd name="connsiteX12" fmla="*/ 1170375 w 4415022"/>
              <a:gd name="connsiteY12" fmla="*/ 1044333 h 2549244"/>
              <a:gd name="connsiteX13" fmla="*/ 1270101 w 4415022"/>
              <a:gd name="connsiteY13" fmla="*/ 1297031 h 2549244"/>
              <a:gd name="connsiteX14" fmla="*/ 1451172 w 4415022"/>
              <a:gd name="connsiteY14" fmla="*/ 1632787 h 2549244"/>
              <a:gd name="connsiteX15" fmla="*/ 1562519 w 4415022"/>
              <a:gd name="connsiteY15" fmla="*/ 1863864 h 2549244"/>
              <a:gd name="connsiteX16" fmla="*/ 1732921 w 4415022"/>
              <a:gd name="connsiteY16" fmla="*/ 2161996 h 2549244"/>
              <a:gd name="connsiteX17" fmla="*/ 1893227 w 4415022"/>
              <a:gd name="connsiteY17" fmla="*/ 2353544 h 2549244"/>
              <a:gd name="connsiteX18" fmla="*/ 2051151 w 4415022"/>
              <a:gd name="connsiteY18" fmla="*/ 2444508 h 2549244"/>
              <a:gd name="connsiteX19" fmla="*/ 2290420 w 4415022"/>
              <a:gd name="connsiteY19" fmla="*/ 2473274 h 2549244"/>
              <a:gd name="connsiteX20" fmla="*/ 2517686 w 4415022"/>
              <a:gd name="connsiteY20" fmla="*/ 2473274 h 2549244"/>
              <a:gd name="connsiteX21" fmla="*/ 2816104 w 4415022"/>
              <a:gd name="connsiteY21" fmla="*/ 2448890 h 2549244"/>
              <a:gd name="connsiteX22" fmla="*/ 2944025 w 4415022"/>
              <a:gd name="connsiteY22" fmla="*/ 2448890 h 2549244"/>
              <a:gd name="connsiteX23" fmla="*/ 3199771 w 4415022"/>
              <a:gd name="connsiteY23" fmla="*/ 2498896 h 2549244"/>
              <a:gd name="connsiteX24" fmla="*/ 3533718 w 4415022"/>
              <a:gd name="connsiteY24" fmla="*/ 2549188 h 2549244"/>
              <a:gd name="connsiteX25" fmla="*/ 3840804 w 4415022"/>
              <a:gd name="connsiteY25" fmla="*/ 2487370 h 2549244"/>
              <a:gd name="connsiteX26" fmla="*/ 4415022 w 4415022"/>
              <a:gd name="connsiteY26" fmla="*/ 2393099 h 2549244"/>
              <a:gd name="connsiteX0" fmla="*/ 0 w 4582130"/>
              <a:gd name="connsiteY0" fmla="*/ 532190 h 2549244"/>
              <a:gd name="connsiteX1" fmla="*/ 472701 w 4582130"/>
              <a:gd name="connsiteY1" fmla="*/ 741637 h 2549244"/>
              <a:gd name="connsiteX2" fmla="*/ 765052 w 4582130"/>
              <a:gd name="connsiteY2" fmla="*/ 1092434 h 2549244"/>
              <a:gd name="connsiteX3" fmla="*/ 874876 w 4582130"/>
              <a:gd name="connsiteY3" fmla="*/ 889112 h 2549244"/>
              <a:gd name="connsiteX4" fmla="*/ 863003 w 4582130"/>
              <a:gd name="connsiteY4" fmla="*/ 497503 h 2549244"/>
              <a:gd name="connsiteX5" fmla="*/ 839762 w 4582130"/>
              <a:gd name="connsiteY5" fmla="*/ 362819 h 2549244"/>
              <a:gd name="connsiteX6" fmla="*/ 839762 w 4582130"/>
              <a:gd name="connsiteY6" fmla="*/ 258044 h 2549244"/>
              <a:gd name="connsiteX7" fmla="*/ 961536 w 4582130"/>
              <a:gd name="connsiteY7" fmla="*/ 1136 h 2549244"/>
              <a:gd name="connsiteX8" fmla="*/ 1143800 w 4582130"/>
              <a:gd name="connsiteY8" fmla="*/ 174891 h 2549244"/>
              <a:gd name="connsiteX9" fmla="*/ 1253433 w 4582130"/>
              <a:gd name="connsiteY9" fmla="*/ 259663 h 2549244"/>
              <a:gd name="connsiteX10" fmla="*/ 1306582 w 4582130"/>
              <a:gd name="connsiteY10" fmla="*/ 487406 h 2549244"/>
              <a:gd name="connsiteX11" fmla="*/ 1201903 w 4582130"/>
              <a:gd name="connsiteY11" fmla="*/ 818209 h 2549244"/>
              <a:gd name="connsiteX12" fmla="*/ 1170375 w 4582130"/>
              <a:gd name="connsiteY12" fmla="*/ 1044333 h 2549244"/>
              <a:gd name="connsiteX13" fmla="*/ 1270101 w 4582130"/>
              <a:gd name="connsiteY13" fmla="*/ 1297031 h 2549244"/>
              <a:gd name="connsiteX14" fmla="*/ 1451172 w 4582130"/>
              <a:gd name="connsiteY14" fmla="*/ 1632787 h 2549244"/>
              <a:gd name="connsiteX15" fmla="*/ 1562519 w 4582130"/>
              <a:gd name="connsiteY15" fmla="*/ 1863864 h 2549244"/>
              <a:gd name="connsiteX16" fmla="*/ 1732921 w 4582130"/>
              <a:gd name="connsiteY16" fmla="*/ 2161996 h 2549244"/>
              <a:gd name="connsiteX17" fmla="*/ 1893227 w 4582130"/>
              <a:gd name="connsiteY17" fmla="*/ 2353544 h 2549244"/>
              <a:gd name="connsiteX18" fmla="*/ 2051151 w 4582130"/>
              <a:gd name="connsiteY18" fmla="*/ 2444508 h 2549244"/>
              <a:gd name="connsiteX19" fmla="*/ 2290420 w 4582130"/>
              <a:gd name="connsiteY19" fmla="*/ 2473274 h 2549244"/>
              <a:gd name="connsiteX20" fmla="*/ 2517686 w 4582130"/>
              <a:gd name="connsiteY20" fmla="*/ 2473274 h 2549244"/>
              <a:gd name="connsiteX21" fmla="*/ 2816104 w 4582130"/>
              <a:gd name="connsiteY21" fmla="*/ 2448890 h 2549244"/>
              <a:gd name="connsiteX22" fmla="*/ 2944025 w 4582130"/>
              <a:gd name="connsiteY22" fmla="*/ 2448890 h 2549244"/>
              <a:gd name="connsiteX23" fmla="*/ 3199771 w 4582130"/>
              <a:gd name="connsiteY23" fmla="*/ 2498896 h 2549244"/>
              <a:gd name="connsiteX24" fmla="*/ 3533718 w 4582130"/>
              <a:gd name="connsiteY24" fmla="*/ 2549188 h 2549244"/>
              <a:gd name="connsiteX25" fmla="*/ 3840804 w 4582130"/>
              <a:gd name="connsiteY25" fmla="*/ 2487370 h 2549244"/>
              <a:gd name="connsiteX26" fmla="*/ 4582130 w 4582130"/>
              <a:gd name="connsiteY26" fmla="*/ 2257818 h 2549244"/>
              <a:gd name="connsiteX0" fmla="*/ 0 w 4582130"/>
              <a:gd name="connsiteY0" fmla="*/ 532190 h 2549244"/>
              <a:gd name="connsiteX1" fmla="*/ 472701 w 4582130"/>
              <a:gd name="connsiteY1" fmla="*/ 741637 h 2549244"/>
              <a:gd name="connsiteX2" fmla="*/ 765052 w 4582130"/>
              <a:gd name="connsiteY2" fmla="*/ 1092434 h 2549244"/>
              <a:gd name="connsiteX3" fmla="*/ 874876 w 4582130"/>
              <a:gd name="connsiteY3" fmla="*/ 889112 h 2549244"/>
              <a:gd name="connsiteX4" fmla="*/ 863003 w 4582130"/>
              <a:gd name="connsiteY4" fmla="*/ 497503 h 2549244"/>
              <a:gd name="connsiteX5" fmla="*/ 839762 w 4582130"/>
              <a:gd name="connsiteY5" fmla="*/ 362819 h 2549244"/>
              <a:gd name="connsiteX6" fmla="*/ 839762 w 4582130"/>
              <a:gd name="connsiteY6" fmla="*/ 258044 h 2549244"/>
              <a:gd name="connsiteX7" fmla="*/ 961536 w 4582130"/>
              <a:gd name="connsiteY7" fmla="*/ 1136 h 2549244"/>
              <a:gd name="connsiteX8" fmla="*/ 1143800 w 4582130"/>
              <a:gd name="connsiteY8" fmla="*/ 174891 h 2549244"/>
              <a:gd name="connsiteX9" fmla="*/ 1253433 w 4582130"/>
              <a:gd name="connsiteY9" fmla="*/ 259663 h 2549244"/>
              <a:gd name="connsiteX10" fmla="*/ 1306582 w 4582130"/>
              <a:gd name="connsiteY10" fmla="*/ 487406 h 2549244"/>
              <a:gd name="connsiteX11" fmla="*/ 1201903 w 4582130"/>
              <a:gd name="connsiteY11" fmla="*/ 818209 h 2549244"/>
              <a:gd name="connsiteX12" fmla="*/ 1170375 w 4582130"/>
              <a:gd name="connsiteY12" fmla="*/ 1044333 h 2549244"/>
              <a:gd name="connsiteX13" fmla="*/ 1270101 w 4582130"/>
              <a:gd name="connsiteY13" fmla="*/ 1297031 h 2549244"/>
              <a:gd name="connsiteX14" fmla="*/ 1451172 w 4582130"/>
              <a:gd name="connsiteY14" fmla="*/ 1632787 h 2549244"/>
              <a:gd name="connsiteX15" fmla="*/ 1562519 w 4582130"/>
              <a:gd name="connsiteY15" fmla="*/ 1863864 h 2549244"/>
              <a:gd name="connsiteX16" fmla="*/ 1732921 w 4582130"/>
              <a:gd name="connsiteY16" fmla="*/ 2161996 h 2549244"/>
              <a:gd name="connsiteX17" fmla="*/ 1893227 w 4582130"/>
              <a:gd name="connsiteY17" fmla="*/ 2353544 h 2549244"/>
              <a:gd name="connsiteX18" fmla="*/ 2051151 w 4582130"/>
              <a:gd name="connsiteY18" fmla="*/ 2444508 h 2549244"/>
              <a:gd name="connsiteX19" fmla="*/ 2290420 w 4582130"/>
              <a:gd name="connsiteY19" fmla="*/ 2473274 h 2549244"/>
              <a:gd name="connsiteX20" fmla="*/ 2517686 w 4582130"/>
              <a:gd name="connsiteY20" fmla="*/ 2473274 h 2549244"/>
              <a:gd name="connsiteX21" fmla="*/ 2816104 w 4582130"/>
              <a:gd name="connsiteY21" fmla="*/ 2448890 h 2549244"/>
              <a:gd name="connsiteX22" fmla="*/ 2944025 w 4582130"/>
              <a:gd name="connsiteY22" fmla="*/ 2448890 h 2549244"/>
              <a:gd name="connsiteX23" fmla="*/ 3199771 w 4582130"/>
              <a:gd name="connsiteY23" fmla="*/ 2498896 h 2549244"/>
              <a:gd name="connsiteX24" fmla="*/ 3533718 w 4582130"/>
              <a:gd name="connsiteY24" fmla="*/ 2549188 h 2549244"/>
              <a:gd name="connsiteX25" fmla="*/ 3840804 w 4582130"/>
              <a:gd name="connsiteY25" fmla="*/ 2487370 h 2549244"/>
              <a:gd name="connsiteX26" fmla="*/ 4582130 w 4582130"/>
              <a:gd name="connsiteY26" fmla="*/ 2257818 h 2549244"/>
              <a:gd name="connsiteX0" fmla="*/ 0 w 4582130"/>
              <a:gd name="connsiteY0" fmla="*/ 532190 h 2561270"/>
              <a:gd name="connsiteX1" fmla="*/ 472701 w 4582130"/>
              <a:gd name="connsiteY1" fmla="*/ 741637 h 2561270"/>
              <a:gd name="connsiteX2" fmla="*/ 765052 w 4582130"/>
              <a:gd name="connsiteY2" fmla="*/ 1092434 h 2561270"/>
              <a:gd name="connsiteX3" fmla="*/ 874876 w 4582130"/>
              <a:gd name="connsiteY3" fmla="*/ 889112 h 2561270"/>
              <a:gd name="connsiteX4" fmla="*/ 863003 w 4582130"/>
              <a:gd name="connsiteY4" fmla="*/ 497503 h 2561270"/>
              <a:gd name="connsiteX5" fmla="*/ 839762 w 4582130"/>
              <a:gd name="connsiteY5" fmla="*/ 362819 h 2561270"/>
              <a:gd name="connsiteX6" fmla="*/ 839762 w 4582130"/>
              <a:gd name="connsiteY6" fmla="*/ 258044 h 2561270"/>
              <a:gd name="connsiteX7" fmla="*/ 961536 w 4582130"/>
              <a:gd name="connsiteY7" fmla="*/ 1136 h 2561270"/>
              <a:gd name="connsiteX8" fmla="*/ 1143800 w 4582130"/>
              <a:gd name="connsiteY8" fmla="*/ 174891 h 2561270"/>
              <a:gd name="connsiteX9" fmla="*/ 1253433 w 4582130"/>
              <a:gd name="connsiteY9" fmla="*/ 259663 h 2561270"/>
              <a:gd name="connsiteX10" fmla="*/ 1306582 w 4582130"/>
              <a:gd name="connsiteY10" fmla="*/ 487406 h 2561270"/>
              <a:gd name="connsiteX11" fmla="*/ 1201903 w 4582130"/>
              <a:gd name="connsiteY11" fmla="*/ 818209 h 2561270"/>
              <a:gd name="connsiteX12" fmla="*/ 1170375 w 4582130"/>
              <a:gd name="connsiteY12" fmla="*/ 1044333 h 2561270"/>
              <a:gd name="connsiteX13" fmla="*/ 1270101 w 4582130"/>
              <a:gd name="connsiteY13" fmla="*/ 1297031 h 2561270"/>
              <a:gd name="connsiteX14" fmla="*/ 1451172 w 4582130"/>
              <a:gd name="connsiteY14" fmla="*/ 1632787 h 2561270"/>
              <a:gd name="connsiteX15" fmla="*/ 1562519 w 4582130"/>
              <a:gd name="connsiteY15" fmla="*/ 1863864 h 2561270"/>
              <a:gd name="connsiteX16" fmla="*/ 1732921 w 4582130"/>
              <a:gd name="connsiteY16" fmla="*/ 2161996 h 2561270"/>
              <a:gd name="connsiteX17" fmla="*/ 1893227 w 4582130"/>
              <a:gd name="connsiteY17" fmla="*/ 2353544 h 2561270"/>
              <a:gd name="connsiteX18" fmla="*/ 2051151 w 4582130"/>
              <a:gd name="connsiteY18" fmla="*/ 2444508 h 2561270"/>
              <a:gd name="connsiteX19" fmla="*/ 2290420 w 4582130"/>
              <a:gd name="connsiteY19" fmla="*/ 2473274 h 2561270"/>
              <a:gd name="connsiteX20" fmla="*/ 2517686 w 4582130"/>
              <a:gd name="connsiteY20" fmla="*/ 2473274 h 2561270"/>
              <a:gd name="connsiteX21" fmla="*/ 2816104 w 4582130"/>
              <a:gd name="connsiteY21" fmla="*/ 2448890 h 2561270"/>
              <a:gd name="connsiteX22" fmla="*/ 2944025 w 4582130"/>
              <a:gd name="connsiteY22" fmla="*/ 2448890 h 2561270"/>
              <a:gd name="connsiteX23" fmla="*/ 3199771 w 4582130"/>
              <a:gd name="connsiteY23" fmla="*/ 2498896 h 2561270"/>
              <a:gd name="connsiteX24" fmla="*/ 3533718 w 4582130"/>
              <a:gd name="connsiteY24" fmla="*/ 2549188 h 2561270"/>
              <a:gd name="connsiteX25" fmla="*/ 3871028 w 4582130"/>
              <a:gd name="connsiteY25" fmla="*/ 2269954 h 2561270"/>
              <a:gd name="connsiteX26" fmla="*/ 4582130 w 4582130"/>
              <a:gd name="connsiteY26" fmla="*/ 2257818 h 2561270"/>
              <a:gd name="connsiteX0" fmla="*/ 0 w 4646233"/>
              <a:gd name="connsiteY0" fmla="*/ 532190 h 2561270"/>
              <a:gd name="connsiteX1" fmla="*/ 472701 w 4646233"/>
              <a:gd name="connsiteY1" fmla="*/ 741637 h 2561270"/>
              <a:gd name="connsiteX2" fmla="*/ 765052 w 4646233"/>
              <a:gd name="connsiteY2" fmla="*/ 1092434 h 2561270"/>
              <a:gd name="connsiteX3" fmla="*/ 874876 w 4646233"/>
              <a:gd name="connsiteY3" fmla="*/ 889112 h 2561270"/>
              <a:gd name="connsiteX4" fmla="*/ 863003 w 4646233"/>
              <a:gd name="connsiteY4" fmla="*/ 497503 h 2561270"/>
              <a:gd name="connsiteX5" fmla="*/ 839762 w 4646233"/>
              <a:gd name="connsiteY5" fmla="*/ 362819 h 2561270"/>
              <a:gd name="connsiteX6" fmla="*/ 839762 w 4646233"/>
              <a:gd name="connsiteY6" fmla="*/ 258044 h 2561270"/>
              <a:gd name="connsiteX7" fmla="*/ 961536 w 4646233"/>
              <a:gd name="connsiteY7" fmla="*/ 1136 h 2561270"/>
              <a:gd name="connsiteX8" fmla="*/ 1143800 w 4646233"/>
              <a:gd name="connsiteY8" fmla="*/ 174891 h 2561270"/>
              <a:gd name="connsiteX9" fmla="*/ 1253433 w 4646233"/>
              <a:gd name="connsiteY9" fmla="*/ 259663 h 2561270"/>
              <a:gd name="connsiteX10" fmla="*/ 1306582 w 4646233"/>
              <a:gd name="connsiteY10" fmla="*/ 487406 h 2561270"/>
              <a:gd name="connsiteX11" fmla="*/ 1201903 w 4646233"/>
              <a:gd name="connsiteY11" fmla="*/ 818209 h 2561270"/>
              <a:gd name="connsiteX12" fmla="*/ 1170375 w 4646233"/>
              <a:gd name="connsiteY12" fmla="*/ 1044333 h 2561270"/>
              <a:gd name="connsiteX13" fmla="*/ 1270101 w 4646233"/>
              <a:gd name="connsiteY13" fmla="*/ 1297031 h 2561270"/>
              <a:gd name="connsiteX14" fmla="*/ 1451172 w 4646233"/>
              <a:gd name="connsiteY14" fmla="*/ 1632787 h 2561270"/>
              <a:gd name="connsiteX15" fmla="*/ 1562519 w 4646233"/>
              <a:gd name="connsiteY15" fmla="*/ 1863864 h 2561270"/>
              <a:gd name="connsiteX16" fmla="*/ 1732921 w 4646233"/>
              <a:gd name="connsiteY16" fmla="*/ 2161996 h 2561270"/>
              <a:gd name="connsiteX17" fmla="*/ 1893227 w 4646233"/>
              <a:gd name="connsiteY17" fmla="*/ 2353544 h 2561270"/>
              <a:gd name="connsiteX18" fmla="*/ 2051151 w 4646233"/>
              <a:gd name="connsiteY18" fmla="*/ 2444508 h 2561270"/>
              <a:gd name="connsiteX19" fmla="*/ 2290420 w 4646233"/>
              <a:gd name="connsiteY19" fmla="*/ 2473274 h 2561270"/>
              <a:gd name="connsiteX20" fmla="*/ 2517686 w 4646233"/>
              <a:gd name="connsiteY20" fmla="*/ 2473274 h 2561270"/>
              <a:gd name="connsiteX21" fmla="*/ 2816104 w 4646233"/>
              <a:gd name="connsiteY21" fmla="*/ 2448890 h 2561270"/>
              <a:gd name="connsiteX22" fmla="*/ 2944025 w 4646233"/>
              <a:gd name="connsiteY22" fmla="*/ 2448890 h 2561270"/>
              <a:gd name="connsiteX23" fmla="*/ 3199771 w 4646233"/>
              <a:gd name="connsiteY23" fmla="*/ 2498896 h 2561270"/>
              <a:gd name="connsiteX24" fmla="*/ 3533718 w 4646233"/>
              <a:gd name="connsiteY24" fmla="*/ 2549188 h 2561270"/>
              <a:gd name="connsiteX25" fmla="*/ 3871028 w 4646233"/>
              <a:gd name="connsiteY25" fmla="*/ 2269954 h 2561270"/>
              <a:gd name="connsiteX26" fmla="*/ 4646233 w 4646233"/>
              <a:gd name="connsiteY26" fmla="*/ 2426654 h 256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46233" h="2561270">
                <a:moveTo>
                  <a:pt x="0" y="532190"/>
                </a:moveTo>
                <a:cubicBezTo>
                  <a:pt x="468759" y="749275"/>
                  <a:pt x="345192" y="648263"/>
                  <a:pt x="472701" y="741637"/>
                </a:cubicBezTo>
                <a:cubicBezTo>
                  <a:pt x="600210" y="835011"/>
                  <a:pt x="698023" y="1067855"/>
                  <a:pt x="765052" y="1092434"/>
                </a:cubicBezTo>
                <a:cubicBezTo>
                  <a:pt x="832081" y="1117013"/>
                  <a:pt x="858551" y="988267"/>
                  <a:pt x="874876" y="889112"/>
                </a:cubicBezTo>
                <a:cubicBezTo>
                  <a:pt x="891201" y="789957"/>
                  <a:pt x="875179" y="603913"/>
                  <a:pt x="863003" y="497503"/>
                </a:cubicBezTo>
                <a:cubicBezTo>
                  <a:pt x="855764" y="452545"/>
                  <a:pt x="847192" y="407777"/>
                  <a:pt x="839762" y="362819"/>
                </a:cubicBezTo>
                <a:cubicBezTo>
                  <a:pt x="833952" y="327767"/>
                  <a:pt x="819466" y="318324"/>
                  <a:pt x="839762" y="258044"/>
                </a:cubicBezTo>
                <a:cubicBezTo>
                  <a:pt x="860058" y="197764"/>
                  <a:pt x="906958" y="15137"/>
                  <a:pt x="961536" y="1136"/>
                </a:cubicBezTo>
                <a:cubicBezTo>
                  <a:pt x="1021829" y="-14295"/>
                  <a:pt x="1095151" y="131803"/>
                  <a:pt x="1143800" y="174891"/>
                </a:cubicBezTo>
                <a:cubicBezTo>
                  <a:pt x="1192449" y="217979"/>
                  <a:pt x="1225239" y="222040"/>
                  <a:pt x="1253433" y="259663"/>
                </a:cubicBezTo>
                <a:cubicBezTo>
                  <a:pt x="1301820" y="324052"/>
                  <a:pt x="1314964" y="406920"/>
                  <a:pt x="1306582" y="487406"/>
                </a:cubicBezTo>
                <a:cubicBezTo>
                  <a:pt x="1294581" y="602849"/>
                  <a:pt x="1238669" y="707719"/>
                  <a:pt x="1201903" y="818209"/>
                </a:cubicBezTo>
                <a:cubicBezTo>
                  <a:pt x="1177519" y="891361"/>
                  <a:pt x="1161421" y="967847"/>
                  <a:pt x="1170375" y="1044333"/>
                </a:cubicBezTo>
                <a:cubicBezTo>
                  <a:pt x="1180947" y="1135011"/>
                  <a:pt x="1225620" y="1216831"/>
                  <a:pt x="1270101" y="1297031"/>
                </a:cubicBezTo>
                <a:cubicBezTo>
                  <a:pt x="1331728" y="1408283"/>
                  <a:pt x="1394593" y="1518964"/>
                  <a:pt x="1451172" y="1632787"/>
                </a:cubicBezTo>
                <a:cubicBezTo>
                  <a:pt x="1489272" y="1709368"/>
                  <a:pt x="1524514" y="1787283"/>
                  <a:pt x="1562519" y="1863864"/>
                </a:cubicBezTo>
                <a:cubicBezTo>
                  <a:pt x="1613478" y="1966448"/>
                  <a:pt x="1669485" y="2066556"/>
                  <a:pt x="1732921" y="2161996"/>
                </a:cubicBezTo>
                <a:cubicBezTo>
                  <a:pt x="1779213" y="2231719"/>
                  <a:pt x="1829600" y="2299252"/>
                  <a:pt x="1893227" y="2353544"/>
                </a:cubicBezTo>
                <a:cubicBezTo>
                  <a:pt x="1939900" y="2393359"/>
                  <a:pt x="1992859" y="2425363"/>
                  <a:pt x="2051151" y="2444508"/>
                </a:cubicBezTo>
                <a:cubicBezTo>
                  <a:pt x="2127828" y="2469749"/>
                  <a:pt x="2209552" y="2471368"/>
                  <a:pt x="2290420" y="2473274"/>
                </a:cubicBezTo>
                <a:cubicBezTo>
                  <a:pt x="2366239" y="2474988"/>
                  <a:pt x="2442057" y="2476893"/>
                  <a:pt x="2517686" y="2473274"/>
                </a:cubicBezTo>
                <a:cubicBezTo>
                  <a:pt x="2617413" y="2468511"/>
                  <a:pt x="2716378" y="2454509"/>
                  <a:pt x="2816104" y="2448890"/>
                </a:cubicBezTo>
                <a:cubicBezTo>
                  <a:pt x="2858681" y="2446508"/>
                  <a:pt x="2901448" y="2445651"/>
                  <a:pt x="2944025" y="2448890"/>
                </a:cubicBezTo>
                <a:cubicBezTo>
                  <a:pt x="3030798" y="2455462"/>
                  <a:pt x="3115094" y="2478608"/>
                  <a:pt x="3199771" y="2498896"/>
                </a:cubicBezTo>
                <a:cubicBezTo>
                  <a:pt x="3309595" y="2525280"/>
                  <a:pt x="3421842" y="2587345"/>
                  <a:pt x="3533718" y="2549188"/>
                </a:cubicBezTo>
                <a:cubicBezTo>
                  <a:pt x="3645594" y="2511031"/>
                  <a:pt x="3724144" y="2295969"/>
                  <a:pt x="3871028" y="2269954"/>
                </a:cubicBezTo>
                <a:cubicBezTo>
                  <a:pt x="4017912" y="2243939"/>
                  <a:pt x="4293382" y="2339915"/>
                  <a:pt x="4646233" y="2426654"/>
                </a:cubicBezTo>
              </a:path>
            </a:pathLst>
          </a:custGeom>
          <a:noFill/>
          <a:ln w="6350" cap="rnd">
            <a:solidFill>
              <a:schemeClr val="tx1">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0D925394-279B-CD3B-4068-195A211536BB}"/>
              </a:ext>
            </a:extLst>
          </p:cNvPr>
          <p:cNvSpPr/>
          <p:nvPr/>
        </p:nvSpPr>
        <p:spPr>
          <a:xfrm rot="19603511" flipV="1">
            <a:off x="8779685" y="4087281"/>
            <a:ext cx="4285169" cy="2015242"/>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542524 w 4542524"/>
              <a:gd name="connsiteY0" fmla="*/ 2518396 h 2568757"/>
              <a:gd name="connsiteX1" fmla="*/ 3976537 w 4542524"/>
              <a:gd name="connsiteY1" fmla="*/ 2522727 h 2568757"/>
              <a:gd name="connsiteX2" fmla="*/ 3697892 w 4542524"/>
              <a:gd name="connsiteY2" fmla="*/ 2537946 h 2568757"/>
              <a:gd name="connsiteX3" fmla="*/ 3171541 w 4542524"/>
              <a:gd name="connsiteY3" fmla="*/ 2470890 h 2568757"/>
              <a:gd name="connsiteX4" fmla="*/ 2609280 w 4542524"/>
              <a:gd name="connsiteY4" fmla="*/ 2470890 h 2568757"/>
              <a:gd name="connsiteX5" fmla="*/ 2365821 w 4542524"/>
              <a:gd name="connsiteY5" fmla="*/ 2445839 h 2568757"/>
              <a:gd name="connsiteX6" fmla="*/ 1999489 w 4542524"/>
              <a:gd name="connsiteY6" fmla="*/ 2255434 h 2568757"/>
              <a:gd name="connsiteX7" fmla="*/ 1804227 w 4542524"/>
              <a:gd name="connsiteY7" fmla="*/ 1936538 h 2568757"/>
              <a:gd name="connsiteX8" fmla="*/ 1644683 w 4542524"/>
              <a:gd name="connsiteY8" fmla="*/ 1596114 h 2568757"/>
              <a:gd name="connsiteX9" fmla="*/ 1551624 w 4542524"/>
              <a:gd name="connsiteY9" fmla="*/ 1291885 h 2568757"/>
              <a:gd name="connsiteX10" fmla="*/ 1618108 w 4542524"/>
              <a:gd name="connsiteY10" fmla="*/ 848020 h 2568757"/>
              <a:gd name="connsiteX11" fmla="*/ 1682878 w 4542524"/>
              <a:gd name="connsiteY11" fmla="*/ 427396 h 2568757"/>
              <a:gd name="connsiteX12" fmla="*/ 1568197 w 4542524"/>
              <a:gd name="connsiteY12" fmla="*/ 222895 h 2568757"/>
              <a:gd name="connsiteX13" fmla="*/ 1431990 w 4542524"/>
              <a:gd name="connsiteY13" fmla="*/ 139741 h 2568757"/>
              <a:gd name="connsiteX14" fmla="*/ 1115993 w 4542524"/>
              <a:gd name="connsiteY14" fmla="*/ 204 h 2568757"/>
              <a:gd name="connsiteX15" fmla="*/ 925164 w 4542524"/>
              <a:gd name="connsiteY15" fmla="*/ 103165 h 2568757"/>
              <a:gd name="connsiteX16" fmla="*/ 552441 w 4542524"/>
              <a:gd name="connsiteY16" fmla="*/ 492237 h 2568757"/>
              <a:gd name="connsiteX17" fmla="*/ 0 w 4542524"/>
              <a:gd name="connsiteY17" fmla="*/ 176365 h 2568757"/>
              <a:gd name="connsiteX0" fmla="*/ 4542524 w 4542524"/>
              <a:gd name="connsiteY0" fmla="*/ 2518396 h 2544551"/>
              <a:gd name="connsiteX1" fmla="*/ 3988340 w 4542524"/>
              <a:gd name="connsiteY1" fmla="*/ 2347581 h 2544551"/>
              <a:gd name="connsiteX2" fmla="*/ 3697892 w 4542524"/>
              <a:gd name="connsiteY2" fmla="*/ 2537946 h 2544551"/>
              <a:gd name="connsiteX3" fmla="*/ 3171541 w 4542524"/>
              <a:gd name="connsiteY3" fmla="*/ 2470890 h 2544551"/>
              <a:gd name="connsiteX4" fmla="*/ 2609280 w 4542524"/>
              <a:gd name="connsiteY4" fmla="*/ 2470890 h 2544551"/>
              <a:gd name="connsiteX5" fmla="*/ 2365821 w 4542524"/>
              <a:gd name="connsiteY5" fmla="*/ 2445839 h 2544551"/>
              <a:gd name="connsiteX6" fmla="*/ 1999489 w 4542524"/>
              <a:gd name="connsiteY6" fmla="*/ 2255434 h 2544551"/>
              <a:gd name="connsiteX7" fmla="*/ 1804227 w 4542524"/>
              <a:gd name="connsiteY7" fmla="*/ 1936538 h 2544551"/>
              <a:gd name="connsiteX8" fmla="*/ 1644683 w 4542524"/>
              <a:gd name="connsiteY8" fmla="*/ 1596114 h 2544551"/>
              <a:gd name="connsiteX9" fmla="*/ 1551624 w 4542524"/>
              <a:gd name="connsiteY9" fmla="*/ 1291885 h 2544551"/>
              <a:gd name="connsiteX10" fmla="*/ 1618108 w 4542524"/>
              <a:gd name="connsiteY10" fmla="*/ 848020 h 2544551"/>
              <a:gd name="connsiteX11" fmla="*/ 1682878 w 4542524"/>
              <a:gd name="connsiteY11" fmla="*/ 427396 h 2544551"/>
              <a:gd name="connsiteX12" fmla="*/ 1568197 w 4542524"/>
              <a:gd name="connsiteY12" fmla="*/ 222895 h 2544551"/>
              <a:gd name="connsiteX13" fmla="*/ 1431990 w 4542524"/>
              <a:gd name="connsiteY13" fmla="*/ 139741 h 2544551"/>
              <a:gd name="connsiteX14" fmla="*/ 1115993 w 4542524"/>
              <a:gd name="connsiteY14" fmla="*/ 204 h 2544551"/>
              <a:gd name="connsiteX15" fmla="*/ 925164 w 4542524"/>
              <a:gd name="connsiteY15" fmla="*/ 103165 h 2544551"/>
              <a:gd name="connsiteX16" fmla="*/ 552441 w 4542524"/>
              <a:gd name="connsiteY16" fmla="*/ 492237 h 2544551"/>
              <a:gd name="connsiteX17" fmla="*/ 0 w 4542524"/>
              <a:gd name="connsiteY17" fmla="*/ 176365 h 2544551"/>
              <a:gd name="connsiteX0" fmla="*/ 4542524 w 4542524"/>
              <a:gd name="connsiteY0" fmla="*/ 2518396 h 2545098"/>
              <a:gd name="connsiteX1" fmla="*/ 3988340 w 4542524"/>
              <a:gd name="connsiteY1" fmla="*/ 2347581 h 2545098"/>
              <a:gd name="connsiteX2" fmla="*/ 3550437 w 4542524"/>
              <a:gd name="connsiteY2" fmla="*/ 2490221 h 2545098"/>
              <a:gd name="connsiteX3" fmla="*/ 3171541 w 4542524"/>
              <a:gd name="connsiteY3" fmla="*/ 2470890 h 2545098"/>
              <a:gd name="connsiteX4" fmla="*/ 2609280 w 4542524"/>
              <a:gd name="connsiteY4" fmla="*/ 2470890 h 2545098"/>
              <a:gd name="connsiteX5" fmla="*/ 2365821 w 4542524"/>
              <a:gd name="connsiteY5" fmla="*/ 2445839 h 2545098"/>
              <a:gd name="connsiteX6" fmla="*/ 1999489 w 4542524"/>
              <a:gd name="connsiteY6" fmla="*/ 2255434 h 2545098"/>
              <a:gd name="connsiteX7" fmla="*/ 1804227 w 4542524"/>
              <a:gd name="connsiteY7" fmla="*/ 1936538 h 2545098"/>
              <a:gd name="connsiteX8" fmla="*/ 1644683 w 4542524"/>
              <a:gd name="connsiteY8" fmla="*/ 1596114 h 2545098"/>
              <a:gd name="connsiteX9" fmla="*/ 1551624 w 4542524"/>
              <a:gd name="connsiteY9" fmla="*/ 1291885 h 2545098"/>
              <a:gd name="connsiteX10" fmla="*/ 1618108 w 4542524"/>
              <a:gd name="connsiteY10" fmla="*/ 848020 h 2545098"/>
              <a:gd name="connsiteX11" fmla="*/ 1682878 w 4542524"/>
              <a:gd name="connsiteY11" fmla="*/ 427396 h 2545098"/>
              <a:gd name="connsiteX12" fmla="*/ 1568197 w 4542524"/>
              <a:gd name="connsiteY12" fmla="*/ 222895 h 2545098"/>
              <a:gd name="connsiteX13" fmla="*/ 1431990 w 4542524"/>
              <a:gd name="connsiteY13" fmla="*/ 139741 h 2545098"/>
              <a:gd name="connsiteX14" fmla="*/ 1115993 w 4542524"/>
              <a:gd name="connsiteY14" fmla="*/ 204 h 2545098"/>
              <a:gd name="connsiteX15" fmla="*/ 925164 w 4542524"/>
              <a:gd name="connsiteY15" fmla="*/ 103165 h 2545098"/>
              <a:gd name="connsiteX16" fmla="*/ 552441 w 4542524"/>
              <a:gd name="connsiteY16" fmla="*/ 492237 h 2545098"/>
              <a:gd name="connsiteX17" fmla="*/ 0 w 4542524"/>
              <a:gd name="connsiteY17" fmla="*/ 176365 h 2545098"/>
              <a:gd name="connsiteX0" fmla="*/ 4134937 w 4134937"/>
              <a:gd name="connsiteY0" fmla="*/ 2518396 h 2545098"/>
              <a:gd name="connsiteX1" fmla="*/ 3580753 w 4134937"/>
              <a:gd name="connsiteY1" fmla="*/ 2347581 h 2545098"/>
              <a:gd name="connsiteX2" fmla="*/ 3142850 w 4134937"/>
              <a:gd name="connsiteY2" fmla="*/ 2490221 h 2545098"/>
              <a:gd name="connsiteX3" fmla="*/ 2763954 w 4134937"/>
              <a:gd name="connsiteY3" fmla="*/ 2470890 h 2545098"/>
              <a:gd name="connsiteX4" fmla="*/ 2201693 w 4134937"/>
              <a:gd name="connsiteY4" fmla="*/ 2470890 h 2545098"/>
              <a:gd name="connsiteX5" fmla="*/ 1958234 w 4134937"/>
              <a:gd name="connsiteY5" fmla="*/ 2445839 h 2545098"/>
              <a:gd name="connsiteX6" fmla="*/ 1591902 w 4134937"/>
              <a:gd name="connsiteY6" fmla="*/ 2255434 h 2545098"/>
              <a:gd name="connsiteX7" fmla="*/ 1396640 w 4134937"/>
              <a:gd name="connsiteY7" fmla="*/ 1936538 h 2545098"/>
              <a:gd name="connsiteX8" fmla="*/ 1237096 w 4134937"/>
              <a:gd name="connsiteY8" fmla="*/ 1596114 h 2545098"/>
              <a:gd name="connsiteX9" fmla="*/ 1144037 w 4134937"/>
              <a:gd name="connsiteY9" fmla="*/ 1291885 h 2545098"/>
              <a:gd name="connsiteX10" fmla="*/ 1210521 w 4134937"/>
              <a:gd name="connsiteY10" fmla="*/ 848020 h 2545098"/>
              <a:gd name="connsiteX11" fmla="*/ 1275291 w 4134937"/>
              <a:gd name="connsiteY11" fmla="*/ 427396 h 2545098"/>
              <a:gd name="connsiteX12" fmla="*/ 1160610 w 4134937"/>
              <a:gd name="connsiteY12" fmla="*/ 222895 h 2545098"/>
              <a:gd name="connsiteX13" fmla="*/ 1024403 w 4134937"/>
              <a:gd name="connsiteY13" fmla="*/ 139741 h 2545098"/>
              <a:gd name="connsiteX14" fmla="*/ 708406 w 4134937"/>
              <a:gd name="connsiteY14" fmla="*/ 204 h 2545098"/>
              <a:gd name="connsiteX15" fmla="*/ 517577 w 4134937"/>
              <a:gd name="connsiteY15" fmla="*/ 103165 h 2545098"/>
              <a:gd name="connsiteX16" fmla="*/ 144854 w 4134937"/>
              <a:gd name="connsiteY16" fmla="*/ 492237 h 2545098"/>
              <a:gd name="connsiteX17" fmla="*/ 70911 w 4134937"/>
              <a:gd name="connsiteY17" fmla="*/ 219157 h 2545098"/>
              <a:gd name="connsiteX0" fmla="*/ 4102023 w 4102023"/>
              <a:gd name="connsiteY0" fmla="*/ 2518396 h 2545098"/>
              <a:gd name="connsiteX1" fmla="*/ 3547839 w 4102023"/>
              <a:gd name="connsiteY1" fmla="*/ 2347581 h 2545098"/>
              <a:gd name="connsiteX2" fmla="*/ 3109936 w 4102023"/>
              <a:gd name="connsiteY2" fmla="*/ 2490221 h 2545098"/>
              <a:gd name="connsiteX3" fmla="*/ 2731040 w 4102023"/>
              <a:gd name="connsiteY3" fmla="*/ 2470890 h 2545098"/>
              <a:gd name="connsiteX4" fmla="*/ 2168779 w 4102023"/>
              <a:gd name="connsiteY4" fmla="*/ 2470890 h 2545098"/>
              <a:gd name="connsiteX5" fmla="*/ 1925320 w 4102023"/>
              <a:gd name="connsiteY5" fmla="*/ 2445839 h 2545098"/>
              <a:gd name="connsiteX6" fmla="*/ 1558988 w 4102023"/>
              <a:gd name="connsiteY6" fmla="*/ 2255434 h 2545098"/>
              <a:gd name="connsiteX7" fmla="*/ 1363726 w 4102023"/>
              <a:gd name="connsiteY7" fmla="*/ 1936538 h 2545098"/>
              <a:gd name="connsiteX8" fmla="*/ 1204182 w 4102023"/>
              <a:gd name="connsiteY8" fmla="*/ 1596114 h 2545098"/>
              <a:gd name="connsiteX9" fmla="*/ 1111123 w 4102023"/>
              <a:gd name="connsiteY9" fmla="*/ 1291885 h 2545098"/>
              <a:gd name="connsiteX10" fmla="*/ 1177607 w 4102023"/>
              <a:gd name="connsiteY10" fmla="*/ 848020 h 2545098"/>
              <a:gd name="connsiteX11" fmla="*/ 1242377 w 4102023"/>
              <a:gd name="connsiteY11" fmla="*/ 427396 h 2545098"/>
              <a:gd name="connsiteX12" fmla="*/ 1127696 w 4102023"/>
              <a:gd name="connsiteY12" fmla="*/ 222895 h 2545098"/>
              <a:gd name="connsiteX13" fmla="*/ 991489 w 4102023"/>
              <a:gd name="connsiteY13" fmla="*/ 139741 h 2545098"/>
              <a:gd name="connsiteX14" fmla="*/ 675492 w 4102023"/>
              <a:gd name="connsiteY14" fmla="*/ 204 h 2545098"/>
              <a:gd name="connsiteX15" fmla="*/ 484663 w 4102023"/>
              <a:gd name="connsiteY15" fmla="*/ 103165 h 2545098"/>
              <a:gd name="connsiteX16" fmla="*/ 157327 w 4102023"/>
              <a:gd name="connsiteY16" fmla="*/ 535977 h 2545098"/>
              <a:gd name="connsiteX17" fmla="*/ 37997 w 4102023"/>
              <a:gd name="connsiteY17" fmla="*/ 219157 h 2545098"/>
              <a:gd name="connsiteX0" fmla="*/ 4064026 w 4064026"/>
              <a:gd name="connsiteY0" fmla="*/ 2518396 h 2545098"/>
              <a:gd name="connsiteX1" fmla="*/ 3509842 w 4064026"/>
              <a:gd name="connsiteY1" fmla="*/ 2347581 h 2545098"/>
              <a:gd name="connsiteX2" fmla="*/ 3071939 w 4064026"/>
              <a:gd name="connsiteY2" fmla="*/ 2490221 h 2545098"/>
              <a:gd name="connsiteX3" fmla="*/ 2693043 w 4064026"/>
              <a:gd name="connsiteY3" fmla="*/ 2470890 h 2545098"/>
              <a:gd name="connsiteX4" fmla="*/ 2130782 w 4064026"/>
              <a:gd name="connsiteY4" fmla="*/ 2470890 h 2545098"/>
              <a:gd name="connsiteX5" fmla="*/ 1887323 w 4064026"/>
              <a:gd name="connsiteY5" fmla="*/ 2445839 h 2545098"/>
              <a:gd name="connsiteX6" fmla="*/ 1520991 w 4064026"/>
              <a:gd name="connsiteY6" fmla="*/ 2255434 h 2545098"/>
              <a:gd name="connsiteX7" fmla="*/ 1325729 w 4064026"/>
              <a:gd name="connsiteY7" fmla="*/ 1936538 h 2545098"/>
              <a:gd name="connsiteX8" fmla="*/ 1166185 w 4064026"/>
              <a:gd name="connsiteY8" fmla="*/ 1596114 h 2545098"/>
              <a:gd name="connsiteX9" fmla="*/ 1073126 w 4064026"/>
              <a:gd name="connsiteY9" fmla="*/ 1291885 h 2545098"/>
              <a:gd name="connsiteX10" fmla="*/ 1139610 w 4064026"/>
              <a:gd name="connsiteY10" fmla="*/ 848020 h 2545098"/>
              <a:gd name="connsiteX11" fmla="*/ 1204380 w 4064026"/>
              <a:gd name="connsiteY11" fmla="*/ 427396 h 2545098"/>
              <a:gd name="connsiteX12" fmla="*/ 1089699 w 4064026"/>
              <a:gd name="connsiteY12" fmla="*/ 222895 h 2545098"/>
              <a:gd name="connsiteX13" fmla="*/ 953492 w 4064026"/>
              <a:gd name="connsiteY13" fmla="*/ 139741 h 2545098"/>
              <a:gd name="connsiteX14" fmla="*/ 637495 w 4064026"/>
              <a:gd name="connsiteY14" fmla="*/ 204 h 2545098"/>
              <a:gd name="connsiteX15" fmla="*/ 446666 w 4064026"/>
              <a:gd name="connsiteY15" fmla="*/ 103165 h 2545098"/>
              <a:gd name="connsiteX16" fmla="*/ 119330 w 4064026"/>
              <a:gd name="connsiteY16" fmla="*/ 535977 h 2545098"/>
              <a:gd name="connsiteX17" fmla="*/ 0 w 4064026"/>
              <a:gd name="connsiteY17" fmla="*/ 219157 h 2545098"/>
              <a:gd name="connsiteX0" fmla="*/ 4155531 w 4155531"/>
              <a:gd name="connsiteY0" fmla="*/ 2518396 h 2545098"/>
              <a:gd name="connsiteX1" fmla="*/ 3601347 w 4155531"/>
              <a:gd name="connsiteY1" fmla="*/ 2347581 h 2545098"/>
              <a:gd name="connsiteX2" fmla="*/ 3163444 w 4155531"/>
              <a:gd name="connsiteY2" fmla="*/ 2490221 h 2545098"/>
              <a:gd name="connsiteX3" fmla="*/ 2784548 w 4155531"/>
              <a:gd name="connsiteY3" fmla="*/ 2470890 h 2545098"/>
              <a:gd name="connsiteX4" fmla="*/ 2222287 w 4155531"/>
              <a:gd name="connsiteY4" fmla="*/ 2470890 h 2545098"/>
              <a:gd name="connsiteX5" fmla="*/ 1978828 w 4155531"/>
              <a:gd name="connsiteY5" fmla="*/ 2445839 h 2545098"/>
              <a:gd name="connsiteX6" fmla="*/ 1612496 w 4155531"/>
              <a:gd name="connsiteY6" fmla="*/ 2255434 h 2545098"/>
              <a:gd name="connsiteX7" fmla="*/ 1417234 w 4155531"/>
              <a:gd name="connsiteY7" fmla="*/ 1936538 h 2545098"/>
              <a:gd name="connsiteX8" fmla="*/ 1257690 w 4155531"/>
              <a:gd name="connsiteY8" fmla="*/ 1596114 h 2545098"/>
              <a:gd name="connsiteX9" fmla="*/ 1164631 w 4155531"/>
              <a:gd name="connsiteY9" fmla="*/ 1291885 h 2545098"/>
              <a:gd name="connsiteX10" fmla="*/ 1231115 w 4155531"/>
              <a:gd name="connsiteY10" fmla="*/ 848020 h 2545098"/>
              <a:gd name="connsiteX11" fmla="*/ 1295885 w 4155531"/>
              <a:gd name="connsiteY11" fmla="*/ 427396 h 2545098"/>
              <a:gd name="connsiteX12" fmla="*/ 1181204 w 4155531"/>
              <a:gd name="connsiteY12" fmla="*/ 222895 h 2545098"/>
              <a:gd name="connsiteX13" fmla="*/ 1044997 w 4155531"/>
              <a:gd name="connsiteY13" fmla="*/ 139741 h 2545098"/>
              <a:gd name="connsiteX14" fmla="*/ 729000 w 4155531"/>
              <a:gd name="connsiteY14" fmla="*/ 204 h 2545098"/>
              <a:gd name="connsiteX15" fmla="*/ 538171 w 4155531"/>
              <a:gd name="connsiteY15" fmla="*/ 103165 h 2545098"/>
              <a:gd name="connsiteX16" fmla="*/ 210835 w 4155531"/>
              <a:gd name="connsiteY16" fmla="*/ 535977 h 2545098"/>
              <a:gd name="connsiteX17" fmla="*/ 0 w 4155531"/>
              <a:gd name="connsiteY17" fmla="*/ 401607 h 254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55531" h="2545098">
                <a:moveTo>
                  <a:pt x="4155531" y="2518396"/>
                </a:moveTo>
                <a:cubicBezTo>
                  <a:pt x="3884998" y="2630798"/>
                  <a:pt x="3766695" y="2352277"/>
                  <a:pt x="3601347" y="2347581"/>
                </a:cubicBezTo>
                <a:cubicBezTo>
                  <a:pt x="3435999" y="2342885"/>
                  <a:pt x="3299577" y="2469669"/>
                  <a:pt x="3163444" y="2490221"/>
                </a:cubicBezTo>
                <a:cubicBezTo>
                  <a:pt x="3027311" y="2510773"/>
                  <a:pt x="2941407" y="2474112"/>
                  <a:pt x="2784548" y="2470890"/>
                </a:cubicBezTo>
                <a:cubicBezTo>
                  <a:pt x="2627689" y="2467668"/>
                  <a:pt x="2410024" y="2474128"/>
                  <a:pt x="2222287" y="2470890"/>
                </a:cubicBezTo>
                <a:cubicBezTo>
                  <a:pt x="2140562" y="2469461"/>
                  <a:pt x="2058838" y="2462889"/>
                  <a:pt x="1978828" y="2445839"/>
                </a:cubicBezTo>
                <a:cubicBezTo>
                  <a:pt x="1841096" y="2416502"/>
                  <a:pt x="1710318" y="2356304"/>
                  <a:pt x="1612496" y="2255434"/>
                </a:cubicBezTo>
                <a:cubicBezTo>
                  <a:pt x="1525247" y="2165423"/>
                  <a:pt x="1471526" y="2049980"/>
                  <a:pt x="1417234" y="1936538"/>
                </a:cubicBezTo>
                <a:cubicBezTo>
                  <a:pt x="1363132" y="1823476"/>
                  <a:pt x="1307696" y="1710985"/>
                  <a:pt x="1257690" y="1596114"/>
                </a:cubicBezTo>
                <a:cubicBezTo>
                  <a:pt x="1215018" y="1498197"/>
                  <a:pt x="1176442" y="1397803"/>
                  <a:pt x="1164631" y="1291885"/>
                </a:cubicBezTo>
                <a:cubicBezTo>
                  <a:pt x="1147962" y="1141771"/>
                  <a:pt x="1186538" y="992896"/>
                  <a:pt x="1231115" y="848020"/>
                </a:cubicBezTo>
                <a:cubicBezTo>
                  <a:pt x="1273787" y="709432"/>
                  <a:pt x="1324079" y="568462"/>
                  <a:pt x="1295885" y="427396"/>
                </a:cubicBezTo>
                <a:cubicBezTo>
                  <a:pt x="1280169" y="348720"/>
                  <a:pt x="1241402" y="275949"/>
                  <a:pt x="1181204" y="222895"/>
                </a:cubicBezTo>
                <a:cubicBezTo>
                  <a:pt x="1141104" y="187557"/>
                  <a:pt x="1120364" y="176856"/>
                  <a:pt x="1044997" y="139741"/>
                </a:cubicBezTo>
                <a:cubicBezTo>
                  <a:pt x="969630" y="102626"/>
                  <a:pt x="838442" y="-5321"/>
                  <a:pt x="729000" y="204"/>
                </a:cubicBezTo>
                <a:cubicBezTo>
                  <a:pt x="662801" y="3537"/>
                  <a:pt x="624532" y="13870"/>
                  <a:pt x="538171" y="103165"/>
                </a:cubicBezTo>
                <a:cubicBezTo>
                  <a:pt x="451810" y="192460"/>
                  <a:pt x="437161" y="635617"/>
                  <a:pt x="210835" y="535977"/>
                </a:cubicBezTo>
                <a:cubicBezTo>
                  <a:pt x="81603" y="489153"/>
                  <a:pt x="108863" y="564593"/>
                  <a:pt x="0" y="401607"/>
                </a:cubicBezTo>
              </a:path>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06710C76-5155-0EE3-8C13-0EB7FA3FAF01}"/>
              </a:ext>
            </a:extLst>
          </p:cNvPr>
          <p:cNvSpPr/>
          <p:nvPr/>
        </p:nvSpPr>
        <p:spPr>
          <a:xfrm rot="19820490" flipV="1">
            <a:off x="9597567" y="3981748"/>
            <a:ext cx="3354041" cy="2198325"/>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4427224"/>
              <a:gd name="connsiteY0" fmla="*/ 251066 h 2775916"/>
              <a:gd name="connsiteX1" fmla="*/ 650747 w 4427224"/>
              <a:gd name="connsiteY1" fmla="*/ 123344 h 2775916"/>
              <a:gd name="connsiteX2" fmla="*/ 1173830 w 4427224"/>
              <a:gd name="connsiteY2" fmla="*/ 40670 h 2775916"/>
              <a:gd name="connsiteX3" fmla="*/ 1774476 w 4427224"/>
              <a:gd name="connsiteY3" fmla="*/ 261745 h 2775916"/>
              <a:gd name="connsiteX4" fmla="*/ 2039267 w 4427224"/>
              <a:gd name="connsiteY4" fmla="*/ 572068 h 2775916"/>
              <a:gd name="connsiteX5" fmla="*/ 1920304 w 4427224"/>
              <a:gd name="connsiteY5" fmla="*/ 746091 h 2775916"/>
              <a:gd name="connsiteX6" fmla="*/ 1776762 w 4427224"/>
              <a:gd name="connsiteY6" fmla="*/ 1062036 h 2775916"/>
              <a:gd name="connsiteX7" fmla="*/ 1745139 w 4427224"/>
              <a:gd name="connsiteY7" fmla="*/ 1576195 h 2775916"/>
              <a:gd name="connsiteX8" fmla="*/ 1868583 w 4427224"/>
              <a:gd name="connsiteY8" fmla="*/ 1906522 h 2775916"/>
              <a:gd name="connsiteX9" fmla="*/ 2003552 w 4427224"/>
              <a:gd name="connsiteY9" fmla="*/ 2162173 h 2775916"/>
              <a:gd name="connsiteX10" fmla="*/ 2213198 w 4427224"/>
              <a:gd name="connsiteY10" fmla="*/ 2371914 h 2775916"/>
              <a:gd name="connsiteX11" fmla="*/ 2585435 w 4427224"/>
              <a:gd name="connsiteY11" fmla="*/ 2467735 h 2775916"/>
              <a:gd name="connsiteX12" fmla="*/ 2946813 w 4427224"/>
              <a:gd name="connsiteY12" fmla="*/ 2467735 h 2775916"/>
              <a:gd name="connsiteX13" fmla="*/ 3202940 w 4427224"/>
              <a:gd name="connsiteY13" fmla="*/ 2482975 h 2775916"/>
              <a:gd name="connsiteX14" fmla="*/ 3518599 w 4427224"/>
              <a:gd name="connsiteY14" fmla="*/ 2516218 h 2775916"/>
              <a:gd name="connsiteX15" fmla="*/ 3886622 w 4427224"/>
              <a:gd name="connsiteY15" fmla="*/ 2542240 h 2775916"/>
              <a:gd name="connsiteX16" fmla="*/ 4427224 w 4427224"/>
              <a:gd name="connsiteY16" fmla="*/ 2751867 h 2775916"/>
              <a:gd name="connsiteX0" fmla="*/ 0 w 4427224"/>
              <a:gd name="connsiteY0" fmla="*/ 251066 h 2775916"/>
              <a:gd name="connsiteX1" fmla="*/ 650747 w 4427224"/>
              <a:gd name="connsiteY1" fmla="*/ 123344 h 2775916"/>
              <a:gd name="connsiteX2" fmla="*/ 1173830 w 4427224"/>
              <a:gd name="connsiteY2" fmla="*/ 40670 h 2775916"/>
              <a:gd name="connsiteX3" fmla="*/ 1774476 w 4427224"/>
              <a:gd name="connsiteY3" fmla="*/ 261745 h 2775916"/>
              <a:gd name="connsiteX4" fmla="*/ 2039267 w 4427224"/>
              <a:gd name="connsiteY4" fmla="*/ 572068 h 2775916"/>
              <a:gd name="connsiteX5" fmla="*/ 1920304 w 4427224"/>
              <a:gd name="connsiteY5" fmla="*/ 746091 h 2775916"/>
              <a:gd name="connsiteX6" fmla="*/ 1776762 w 4427224"/>
              <a:gd name="connsiteY6" fmla="*/ 1062036 h 2775916"/>
              <a:gd name="connsiteX7" fmla="*/ 1745139 w 4427224"/>
              <a:gd name="connsiteY7" fmla="*/ 1576195 h 2775916"/>
              <a:gd name="connsiteX8" fmla="*/ 1868583 w 4427224"/>
              <a:gd name="connsiteY8" fmla="*/ 1906522 h 2775916"/>
              <a:gd name="connsiteX9" fmla="*/ 2003552 w 4427224"/>
              <a:gd name="connsiteY9" fmla="*/ 2162173 h 2775916"/>
              <a:gd name="connsiteX10" fmla="*/ 2213198 w 4427224"/>
              <a:gd name="connsiteY10" fmla="*/ 2371914 h 2775916"/>
              <a:gd name="connsiteX11" fmla="*/ 2585435 w 4427224"/>
              <a:gd name="connsiteY11" fmla="*/ 2467735 h 2775916"/>
              <a:gd name="connsiteX12" fmla="*/ 2946813 w 4427224"/>
              <a:gd name="connsiteY12" fmla="*/ 2467735 h 2775916"/>
              <a:gd name="connsiteX13" fmla="*/ 3186032 w 4427224"/>
              <a:gd name="connsiteY13" fmla="*/ 2562220 h 2775916"/>
              <a:gd name="connsiteX14" fmla="*/ 3518599 w 4427224"/>
              <a:gd name="connsiteY14" fmla="*/ 2516218 h 2775916"/>
              <a:gd name="connsiteX15" fmla="*/ 3886622 w 4427224"/>
              <a:gd name="connsiteY15" fmla="*/ 2542240 h 2775916"/>
              <a:gd name="connsiteX16" fmla="*/ 4427224 w 4427224"/>
              <a:gd name="connsiteY16" fmla="*/ 2751867 h 2775916"/>
              <a:gd name="connsiteX0" fmla="*/ 0 w 4427224"/>
              <a:gd name="connsiteY0" fmla="*/ 251066 h 2775916"/>
              <a:gd name="connsiteX1" fmla="*/ 650747 w 4427224"/>
              <a:gd name="connsiteY1" fmla="*/ 123344 h 2775916"/>
              <a:gd name="connsiteX2" fmla="*/ 1173830 w 4427224"/>
              <a:gd name="connsiteY2" fmla="*/ 40670 h 2775916"/>
              <a:gd name="connsiteX3" fmla="*/ 1774476 w 4427224"/>
              <a:gd name="connsiteY3" fmla="*/ 261745 h 2775916"/>
              <a:gd name="connsiteX4" fmla="*/ 2039267 w 4427224"/>
              <a:gd name="connsiteY4" fmla="*/ 572068 h 2775916"/>
              <a:gd name="connsiteX5" fmla="*/ 1920304 w 4427224"/>
              <a:gd name="connsiteY5" fmla="*/ 746091 h 2775916"/>
              <a:gd name="connsiteX6" fmla="*/ 1776762 w 4427224"/>
              <a:gd name="connsiteY6" fmla="*/ 1062036 h 2775916"/>
              <a:gd name="connsiteX7" fmla="*/ 1745139 w 4427224"/>
              <a:gd name="connsiteY7" fmla="*/ 1576195 h 2775916"/>
              <a:gd name="connsiteX8" fmla="*/ 1868583 w 4427224"/>
              <a:gd name="connsiteY8" fmla="*/ 1906522 h 2775916"/>
              <a:gd name="connsiteX9" fmla="*/ 2003552 w 4427224"/>
              <a:gd name="connsiteY9" fmla="*/ 2162173 h 2775916"/>
              <a:gd name="connsiteX10" fmla="*/ 2213198 w 4427224"/>
              <a:gd name="connsiteY10" fmla="*/ 2371914 h 2775916"/>
              <a:gd name="connsiteX11" fmla="*/ 2585435 w 4427224"/>
              <a:gd name="connsiteY11" fmla="*/ 2467735 h 2775916"/>
              <a:gd name="connsiteX12" fmla="*/ 2907748 w 4427224"/>
              <a:gd name="connsiteY12" fmla="*/ 2621707 h 2775916"/>
              <a:gd name="connsiteX13" fmla="*/ 3186032 w 4427224"/>
              <a:gd name="connsiteY13" fmla="*/ 2562220 h 2775916"/>
              <a:gd name="connsiteX14" fmla="*/ 3518599 w 4427224"/>
              <a:gd name="connsiteY14" fmla="*/ 2516218 h 2775916"/>
              <a:gd name="connsiteX15" fmla="*/ 3886622 w 4427224"/>
              <a:gd name="connsiteY15" fmla="*/ 2542240 h 2775916"/>
              <a:gd name="connsiteX16" fmla="*/ 4427224 w 4427224"/>
              <a:gd name="connsiteY16" fmla="*/ 2751867 h 2775916"/>
              <a:gd name="connsiteX0" fmla="*/ 0 w 4427224"/>
              <a:gd name="connsiteY0" fmla="*/ 251066 h 2775916"/>
              <a:gd name="connsiteX1" fmla="*/ 650747 w 4427224"/>
              <a:gd name="connsiteY1" fmla="*/ 123344 h 2775916"/>
              <a:gd name="connsiteX2" fmla="*/ 1173830 w 4427224"/>
              <a:gd name="connsiteY2" fmla="*/ 40670 h 2775916"/>
              <a:gd name="connsiteX3" fmla="*/ 1774476 w 4427224"/>
              <a:gd name="connsiteY3" fmla="*/ 261745 h 2775916"/>
              <a:gd name="connsiteX4" fmla="*/ 2039267 w 4427224"/>
              <a:gd name="connsiteY4" fmla="*/ 572068 h 2775916"/>
              <a:gd name="connsiteX5" fmla="*/ 1920304 w 4427224"/>
              <a:gd name="connsiteY5" fmla="*/ 746091 h 2775916"/>
              <a:gd name="connsiteX6" fmla="*/ 1776762 w 4427224"/>
              <a:gd name="connsiteY6" fmla="*/ 1062036 h 2775916"/>
              <a:gd name="connsiteX7" fmla="*/ 1745139 w 4427224"/>
              <a:gd name="connsiteY7" fmla="*/ 1576195 h 2775916"/>
              <a:gd name="connsiteX8" fmla="*/ 1868583 w 4427224"/>
              <a:gd name="connsiteY8" fmla="*/ 1906522 h 2775916"/>
              <a:gd name="connsiteX9" fmla="*/ 2003552 w 4427224"/>
              <a:gd name="connsiteY9" fmla="*/ 2162173 h 2775916"/>
              <a:gd name="connsiteX10" fmla="*/ 2162954 w 4427224"/>
              <a:gd name="connsiteY10" fmla="*/ 2500641 h 2775916"/>
              <a:gd name="connsiteX11" fmla="*/ 2585435 w 4427224"/>
              <a:gd name="connsiteY11" fmla="*/ 2467735 h 2775916"/>
              <a:gd name="connsiteX12" fmla="*/ 2907748 w 4427224"/>
              <a:gd name="connsiteY12" fmla="*/ 2621707 h 2775916"/>
              <a:gd name="connsiteX13" fmla="*/ 3186032 w 4427224"/>
              <a:gd name="connsiteY13" fmla="*/ 2562220 h 2775916"/>
              <a:gd name="connsiteX14" fmla="*/ 3518599 w 4427224"/>
              <a:gd name="connsiteY14" fmla="*/ 2516218 h 2775916"/>
              <a:gd name="connsiteX15" fmla="*/ 3886622 w 4427224"/>
              <a:gd name="connsiteY15" fmla="*/ 2542240 h 2775916"/>
              <a:gd name="connsiteX16" fmla="*/ 4427224 w 4427224"/>
              <a:gd name="connsiteY16" fmla="*/ 2751867 h 2775916"/>
              <a:gd name="connsiteX0" fmla="*/ 0 w 4427224"/>
              <a:gd name="connsiteY0" fmla="*/ 251066 h 2775916"/>
              <a:gd name="connsiteX1" fmla="*/ 650747 w 4427224"/>
              <a:gd name="connsiteY1" fmla="*/ 123344 h 2775916"/>
              <a:gd name="connsiteX2" fmla="*/ 1173830 w 4427224"/>
              <a:gd name="connsiteY2" fmla="*/ 40670 h 2775916"/>
              <a:gd name="connsiteX3" fmla="*/ 1774476 w 4427224"/>
              <a:gd name="connsiteY3" fmla="*/ 261745 h 2775916"/>
              <a:gd name="connsiteX4" fmla="*/ 2039267 w 4427224"/>
              <a:gd name="connsiteY4" fmla="*/ 572068 h 2775916"/>
              <a:gd name="connsiteX5" fmla="*/ 1920304 w 4427224"/>
              <a:gd name="connsiteY5" fmla="*/ 746091 h 2775916"/>
              <a:gd name="connsiteX6" fmla="*/ 1776762 w 4427224"/>
              <a:gd name="connsiteY6" fmla="*/ 1062036 h 2775916"/>
              <a:gd name="connsiteX7" fmla="*/ 1682829 w 4427224"/>
              <a:gd name="connsiteY7" fmla="*/ 1538237 h 2775916"/>
              <a:gd name="connsiteX8" fmla="*/ 1868583 w 4427224"/>
              <a:gd name="connsiteY8" fmla="*/ 1906522 h 2775916"/>
              <a:gd name="connsiteX9" fmla="*/ 2003552 w 4427224"/>
              <a:gd name="connsiteY9" fmla="*/ 2162173 h 2775916"/>
              <a:gd name="connsiteX10" fmla="*/ 2162954 w 4427224"/>
              <a:gd name="connsiteY10" fmla="*/ 2500641 h 2775916"/>
              <a:gd name="connsiteX11" fmla="*/ 2585435 w 4427224"/>
              <a:gd name="connsiteY11" fmla="*/ 2467735 h 2775916"/>
              <a:gd name="connsiteX12" fmla="*/ 2907748 w 4427224"/>
              <a:gd name="connsiteY12" fmla="*/ 2621707 h 2775916"/>
              <a:gd name="connsiteX13" fmla="*/ 3186032 w 4427224"/>
              <a:gd name="connsiteY13" fmla="*/ 2562220 h 2775916"/>
              <a:gd name="connsiteX14" fmla="*/ 3518599 w 4427224"/>
              <a:gd name="connsiteY14" fmla="*/ 2516218 h 2775916"/>
              <a:gd name="connsiteX15" fmla="*/ 3886622 w 4427224"/>
              <a:gd name="connsiteY15" fmla="*/ 2542240 h 2775916"/>
              <a:gd name="connsiteX16" fmla="*/ 4427224 w 4427224"/>
              <a:gd name="connsiteY16" fmla="*/ 2751867 h 2775916"/>
              <a:gd name="connsiteX0" fmla="*/ 0 w 4427224"/>
              <a:gd name="connsiteY0" fmla="*/ 219550 h 2744400"/>
              <a:gd name="connsiteX1" fmla="*/ 650747 w 4427224"/>
              <a:gd name="connsiteY1" fmla="*/ 91828 h 2744400"/>
              <a:gd name="connsiteX2" fmla="*/ 1173830 w 4427224"/>
              <a:gd name="connsiteY2" fmla="*/ 9154 h 2744400"/>
              <a:gd name="connsiteX3" fmla="*/ 1769123 w 4427224"/>
              <a:gd name="connsiteY3" fmla="*/ 313548 h 2744400"/>
              <a:gd name="connsiteX4" fmla="*/ 2039267 w 4427224"/>
              <a:gd name="connsiteY4" fmla="*/ 540552 h 2744400"/>
              <a:gd name="connsiteX5" fmla="*/ 1920304 w 4427224"/>
              <a:gd name="connsiteY5" fmla="*/ 714575 h 2744400"/>
              <a:gd name="connsiteX6" fmla="*/ 1776762 w 4427224"/>
              <a:gd name="connsiteY6" fmla="*/ 1030520 h 2744400"/>
              <a:gd name="connsiteX7" fmla="*/ 1682829 w 4427224"/>
              <a:gd name="connsiteY7" fmla="*/ 1506721 h 2744400"/>
              <a:gd name="connsiteX8" fmla="*/ 1868583 w 4427224"/>
              <a:gd name="connsiteY8" fmla="*/ 1875006 h 2744400"/>
              <a:gd name="connsiteX9" fmla="*/ 2003552 w 4427224"/>
              <a:gd name="connsiteY9" fmla="*/ 2130657 h 2744400"/>
              <a:gd name="connsiteX10" fmla="*/ 2162954 w 4427224"/>
              <a:gd name="connsiteY10" fmla="*/ 2469125 h 2744400"/>
              <a:gd name="connsiteX11" fmla="*/ 2585435 w 4427224"/>
              <a:gd name="connsiteY11" fmla="*/ 2436219 h 2744400"/>
              <a:gd name="connsiteX12" fmla="*/ 2907748 w 4427224"/>
              <a:gd name="connsiteY12" fmla="*/ 2590191 h 2744400"/>
              <a:gd name="connsiteX13" fmla="*/ 3186032 w 4427224"/>
              <a:gd name="connsiteY13" fmla="*/ 2530704 h 2744400"/>
              <a:gd name="connsiteX14" fmla="*/ 3518599 w 4427224"/>
              <a:gd name="connsiteY14" fmla="*/ 2484702 h 2744400"/>
              <a:gd name="connsiteX15" fmla="*/ 3886622 w 4427224"/>
              <a:gd name="connsiteY15" fmla="*/ 2510724 h 2744400"/>
              <a:gd name="connsiteX16" fmla="*/ 4427224 w 4427224"/>
              <a:gd name="connsiteY16" fmla="*/ 2720351 h 2744400"/>
              <a:gd name="connsiteX0" fmla="*/ 0 w 4427224"/>
              <a:gd name="connsiteY0" fmla="*/ 258492 h 2783342"/>
              <a:gd name="connsiteX1" fmla="*/ 650747 w 4427224"/>
              <a:gd name="connsiteY1" fmla="*/ 130770 h 2783342"/>
              <a:gd name="connsiteX2" fmla="*/ 1132892 w 4427224"/>
              <a:gd name="connsiteY2" fmla="*/ 7027 h 2783342"/>
              <a:gd name="connsiteX3" fmla="*/ 1769123 w 4427224"/>
              <a:gd name="connsiteY3" fmla="*/ 352490 h 2783342"/>
              <a:gd name="connsiteX4" fmla="*/ 2039267 w 4427224"/>
              <a:gd name="connsiteY4" fmla="*/ 579494 h 2783342"/>
              <a:gd name="connsiteX5" fmla="*/ 1920304 w 4427224"/>
              <a:gd name="connsiteY5" fmla="*/ 753517 h 2783342"/>
              <a:gd name="connsiteX6" fmla="*/ 1776762 w 4427224"/>
              <a:gd name="connsiteY6" fmla="*/ 1069462 h 2783342"/>
              <a:gd name="connsiteX7" fmla="*/ 1682829 w 4427224"/>
              <a:gd name="connsiteY7" fmla="*/ 1545663 h 2783342"/>
              <a:gd name="connsiteX8" fmla="*/ 1868583 w 4427224"/>
              <a:gd name="connsiteY8" fmla="*/ 1913948 h 2783342"/>
              <a:gd name="connsiteX9" fmla="*/ 2003552 w 4427224"/>
              <a:gd name="connsiteY9" fmla="*/ 2169599 h 2783342"/>
              <a:gd name="connsiteX10" fmla="*/ 2162954 w 4427224"/>
              <a:gd name="connsiteY10" fmla="*/ 2508067 h 2783342"/>
              <a:gd name="connsiteX11" fmla="*/ 2585435 w 4427224"/>
              <a:gd name="connsiteY11" fmla="*/ 2475161 h 2783342"/>
              <a:gd name="connsiteX12" fmla="*/ 2907748 w 4427224"/>
              <a:gd name="connsiteY12" fmla="*/ 2629133 h 2783342"/>
              <a:gd name="connsiteX13" fmla="*/ 3186032 w 4427224"/>
              <a:gd name="connsiteY13" fmla="*/ 2569646 h 2783342"/>
              <a:gd name="connsiteX14" fmla="*/ 3518599 w 4427224"/>
              <a:gd name="connsiteY14" fmla="*/ 2523644 h 2783342"/>
              <a:gd name="connsiteX15" fmla="*/ 3886622 w 4427224"/>
              <a:gd name="connsiteY15" fmla="*/ 2549666 h 2783342"/>
              <a:gd name="connsiteX16" fmla="*/ 4427224 w 4427224"/>
              <a:gd name="connsiteY16" fmla="*/ 2759293 h 2783342"/>
              <a:gd name="connsiteX0" fmla="*/ 0 w 3776477"/>
              <a:gd name="connsiteY0" fmla="*/ 130770 h 2783342"/>
              <a:gd name="connsiteX1" fmla="*/ 482145 w 3776477"/>
              <a:gd name="connsiteY1" fmla="*/ 7027 h 2783342"/>
              <a:gd name="connsiteX2" fmla="*/ 1118376 w 3776477"/>
              <a:gd name="connsiteY2" fmla="*/ 352490 h 2783342"/>
              <a:gd name="connsiteX3" fmla="*/ 1388520 w 3776477"/>
              <a:gd name="connsiteY3" fmla="*/ 579494 h 2783342"/>
              <a:gd name="connsiteX4" fmla="*/ 1269557 w 3776477"/>
              <a:gd name="connsiteY4" fmla="*/ 753517 h 2783342"/>
              <a:gd name="connsiteX5" fmla="*/ 1126015 w 3776477"/>
              <a:gd name="connsiteY5" fmla="*/ 1069462 h 2783342"/>
              <a:gd name="connsiteX6" fmla="*/ 1032082 w 3776477"/>
              <a:gd name="connsiteY6" fmla="*/ 1545663 h 2783342"/>
              <a:gd name="connsiteX7" fmla="*/ 1217836 w 3776477"/>
              <a:gd name="connsiteY7" fmla="*/ 1913948 h 2783342"/>
              <a:gd name="connsiteX8" fmla="*/ 1352805 w 3776477"/>
              <a:gd name="connsiteY8" fmla="*/ 2169599 h 2783342"/>
              <a:gd name="connsiteX9" fmla="*/ 1512207 w 3776477"/>
              <a:gd name="connsiteY9" fmla="*/ 2508067 h 2783342"/>
              <a:gd name="connsiteX10" fmla="*/ 1934688 w 3776477"/>
              <a:gd name="connsiteY10" fmla="*/ 2475161 h 2783342"/>
              <a:gd name="connsiteX11" fmla="*/ 2257001 w 3776477"/>
              <a:gd name="connsiteY11" fmla="*/ 2629133 h 2783342"/>
              <a:gd name="connsiteX12" fmla="*/ 2535285 w 3776477"/>
              <a:gd name="connsiteY12" fmla="*/ 2569646 h 2783342"/>
              <a:gd name="connsiteX13" fmla="*/ 2867852 w 3776477"/>
              <a:gd name="connsiteY13" fmla="*/ 2523644 h 2783342"/>
              <a:gd name="connsiteX14" fmla="*/ 3235875 w 3776477"/>
              <a:gd name="connsiteY14" fmla="*/ 2549666 h 2783342"/>
              <a:gd name="connsiteX15" fmla="*/ 3776477 w 3776477"/>
              <a:gd name="connsiteY15" fmla="*/ 2759293 h 2783342"/>
              <a:gd name="connsiteX0" fmla="*/ 0 w 3294332"/>
              <a:gd name="connsiteY0" fmla="*/ 0 h 2776315"/>
              <a:gd name="connsiteX1" fmla="*/ 636231 w 3294332"/>
              <a:gd name="connsiteY1" fmla="*/ 345463 h 2776315"/>
              <a:gd name="connsiteX2" fmla="*/ 906375 w 3294332"/>
              <a:gd name="connsiteY2" fmla="*/ 572467 h 2776315"/>
              <a:gd name="connsiteX3" fmla="*/ 787412 w 3294332"/>
              <a:gd name="connsiteY3" fmla="*/ 746490 h 2776315"/>
              <a:gd name="connsiteX4" fmla="*/ 643870 w 3294332"/>
              <a:gd name="connsiteY4" fmla="*/ 1062435 h 2776315"/>
              <a:gd name="connsiteX5" fmla="*/ 549937 w 3294332"/>
              <a:gd name="connsiteY5" fmla="*/ 1538636 h 2776315"/>
              <a:gd name="connsiteX6" fmla="*/ 735691 w 3294332"/>
              <a:gd name="connsiteY6" fmla="*/ 1906921 h 2776315"/>
              <a:gd name="connsiteX7" fmla="*/ 870660 w 3294332"/>
              <a:gd name="connsiteY7" fmla="*/ 2162572 h 2776315"/>
              <a:gd name="connsiteX8" fmla="*/ 1030062 w 3294332"/>
              <a:gd name="connsiteY8" fmla="*/ 2501040 h 2776315"/>
              <a:gd name="connsiteX9" fmla="*/ 1452543 w 3294332"/>
              <a:gd name="connsiteY9" fmla="*/ 2468134 h 2776315"/>
              <a:gd name="connsiteX10" fmla="*/ 1774856 w 3294332"/>
              <a:gd name="connsiteY10" fmla="*/ 2622106 h 2776315"/>
              <a:gd name="connsiteX11" fmla="*/ 2053140 w 3294332"/>
              <a:gd name="connsiteY11" fmla="*/ 2562619 h 2776315"/>
              <a:gd name="connsiteX12" fmla="*/ 2385707 w 3294332"/>
              <a:gd name="connsiteY12" fmla="*/ 2516617 h 2776315"/>
              <a:gd name="connsiteX13" fmla="*/ 2753730 w 3294332"/>
              <a:gd name="connsiteY13" fmla="*/ 2542639 h 2776315"/>
              <a:gd name="connsiteX14" fmla="*/ 3294332 w 3294332"/>
              <a:gd name="connsiteY14" fmla="*/ 2752266 h 277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4332" h="2776315">
                <a:moveTo>
                  <a:pt x="0" y="0"/>
                </a:moveTo>
                <a:cubicBezTo>
                  <a:pt x="186396" y="36953"/>
                  <a:pt x="485169" y="250052"/>
                  <a:pt x="636231" y="345463"/>
                </a:cubicBezTo>
                <a:cubicBezTo>
                  <a:pt x="787293" y="440874"/>
                  <a:pt x="881178" y="505629"/>
                  <a:pt x="906375" y="572467"/>
                </a:cubicBezTo>
                <a:cubicBezTo>
                  <a:pt x="931572" y="639305"/>
                  <a:pt x="831163" y="664829"/>
                  <a:pt x="787412" y="746490"/>
                </a:cubicBezTo>
                <a:cubicBezTo>
                  <a:pt x="743661" y="828151"/>
                  <a:pt x="683449" y="930411"/>
                  <a:pt x="643870" y="1062435"/>
                </a:cubicBezTo>
                <a:cubicBezTo>
                  <a:pt x="604291" y="1194459"/>
                  <a:pt x="511647" y="1367758"/>
                  <a:pt x="549937" y="1538636"/>
                </a:cubicBezTo>
                <a:cubicBezTo>
                  <a:pt x="575750" y="1653603"/>
                  <a:pt x="682237" y="1802932"/>
                  <a:pt x="735691" y="1906921"/>
                </a:cubicBezTo>
                <a:cubicBezTo>
                  <a:pt x="789145" y="2010910"/>
                  <a:pt x="821598" y="2063552"/>
                  <a:pt x="870660" y="2162572"/>
                </a:cubicBezTo>
                <a:cubicBezTo>
                  <a:pt x="919722" y="2261592"/>
                  <a:pt x="944241" y="2449605"/>
                  <a:pt x="1030062" y="2501040"/>
                </a:cubicBezTo>
                <a:cubicBezTo>
                  <a:pt x="1141409" y="2567810"/>
                  <a:pt x="1328411" y="2447956"/>
                  <a:pt x="1452543" y="2468134"/>
                </a:cubicBezTo>
                <a:cubicBezTo>
                  <a:pt x="1576675" y="2488312"/>
                  <a:pt x="1674757" y="2606359"/>
                  <a:pt x="1774856" y="2622106"/>
                </a:cubicBezTo>
                <a:cubicBezTo>
                  <a:pt x="1874955" y="2637853"/>
                  <a:pt x="1951332" y="2580201"/>
                  <a:pt x="2053140" y="2562619"/>
                </a:cubicBezTo>
                <a:cubicBezTo>
                  <a:pt x="2154949" y="2545038"/>
                  <a:pt x="2268942" y="2519947"/>
                  <a:pt x="2385707" y="2516617"/>
                </a:cubicBezTo>
                <a:cubicBezTo>
                  <a:pt x="2502472" y="2513287"/>
                  <a:pt x="2629800" y="2545908"/>
                  <a:pt x="2753730" y="2542639"/>
                </a:cubicBezTo>
                <a:cubicBezTo>
                  <a:pt x="2877660" y="2539370"/>
                  <a:pt x="3148561" y="2865975"/>
                  <a:pt x="3294332" y="2752266"/>
                </a:cubicBezTo>
              </a:path>
            </a:pathLst>
          </a:custGeom>
          <a:noFill/>
          <a:ln w="6350" cap="rnd">
            <a:solidFill>
              <a:schemeClr val="tx1">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1A638D75-A1C2-2E63-0D79-3786AA96E4A5}"/>
              </a:ext>
            </a:extLst>
          </p:cNvPr>
          <p:cNvSpPr/>
          <p:nvPr/>
        </p:nvSpPr>
        <p:spPr>
          <a:xfrm rot="19334793" flipV="1">
            <a:off x="10634015" y="6060880"/>
            <a:ext cx="1433633" cy="108771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 name="connsiteX0" fmla="*/ 0 w 2359266"/>
              <a:gd name="connsiteY0" fmla="*/ 1499991 h 2015800"/>
              <a:gd name="connsiteX1" fmla="*/ 679659 w 2359266"/>
              <a:gd name="connsiteY1" fmla="*/ 1260480 h 2015800"/>
              <a:gd name="connsiteX2" fmla="*/ 1084676 w 2359266"/>
              <a:gd name="connsiteY2" fmla="*/ 1302715 h 2015800"/>
              <a:gd name="connsiteX3" fmla="*/ 1541203 w 2359266"/>
              <a:gd name="connsiteY3" fmla="*/ 1457207 h 2015800"/>
              <a:gd name="connsiteX4" fmla="*/ 1527480 w 2359266"/>
              <a:gd name="connsiteY4" fmla="*/ 1464405 h 2015800"/>
              <a:gd name="connsiteX5" fmla="*/ 2114809 w 2359266"/>
              <a:gd name="connsiteY5" fmla="*/ 1977842 h 2015800"/>
              <a:gd name="connsiteX6" fmla="*/ 2310462 w 2359266"/>
              <a:gd name="connsiteY6" fmla="*/ 1938422 h 2015800"/>
              <a:gd name="connsiteX7" fmla="*/ 2354706 w 2359266"/>
              <a:gd name="connsiteY7" fmla="*/ 1531531 h 2015800"/>
              <a:gd name="connsiteX8" fmla="*/ 2235334 w 2359266"/>
              <a:gd name="connsiteY8" fmla="*/ 1168049 h 2015800"/>
              <a:gd name="connsiteX9" fmla="*/ 1883582 w 2359266"/>
              <a:gd name="connsiteY9" fmla="*/ 554463 h 2015800"/>
              <a:gd name="connsiteX10" fmla="*/ 1585297 w 2359266"/>
              <a:gd name="connsiteY10" fmla="*/ 263112 h 2015800"/>
              <a:gd name="connsiteX11" fmla="*/ 1171994 w 2359266"/>
              <a:gd name="connsiteY11" fmla="*/ 0 h 2015800"/>
              <a:gd name="connsiteX0" fmla="*/ 0 w 2359266"/>
              <a:gd name="connsiteY0" fmla="*/ 1499991 h 1993632"/>
              <a:gd name="connsiteX1" fmla="*/ 679659 w 2359266"/>
              <a:gd name="connsiteY1" fmla="*/ 1260480 h 1993632"/>
              <a:gd name="connsiteX2" fmla="*/ 1084676 w 2359266"/>
              <a:gd name="connsiteY2" fmla="*/ 1302715 h 1993632"/>
              <a:gd name="connsiteX3" fmla="*/ 1541203 w 2359266"/>
              <a:gd name="connsiteY3" fmla="*/ 1457207 h 1993632"/>
              <a:gd name="connsiteX4" fmla="*/ 1323042 w 2359266"/>
              <a:gd name="connsiteY4" fmla="*/ 1764189 h 1993632"/>
              <a:gd name="connsiteX5" fmla="*/ 2114809 w 2359266"/>
              <a:gd name="connsiteY5" fmla="*/ 1977842 h 1993632"/>
              <a:gd name="connsiteX6" fmla="*/ 2310462 w 2359266"/>
              <a:gd name="connsiteY6" fmla="*/ 1938422 h 1993632"/>
              <a:gd name="connsiteX7" fmla="*/ 2354706 w 2359266"/>
              <a:gd name="connsiteY7" fmla="*/ 1531531 h 1993632"/>
              <a:gd name="connsiteX8" fmla="*/ 2235334 w 2359266"/>
              <a:gd name="connsiteY8" fmla="*/ 1168049 h 1993632"/>
              <a:gd name="connsiteX9" fmla="*/ 1883582 w 2359266"/>
              <a:gd name="connsiteY9" fmla="*/ 554463 h 1993632"/>
              <a:gd name="connsiteX10" fmla="*/ 1585297 w 2359266"/>
              <a:gd name="connsiteY10" fmla="*/ 263112 h 1993632"/>
              <a:gd name="connsiteX11" fmla="*/ 1171994 w 2359266"/>
              <a:gd name="connsiteY11" fmla="*/ 0 h 1993632"/>
              <a:gd name="connsiteX0" fmla="*/ 0 w 2359266"/>
              <a:gd name="connsiteY0" fmla="*/ 1499991 h 1993632"/>
              <a:gd name="connsiteX1" fmla="*/ 679659 w 2359266"/>
              <a:gd name="connsiteY1" fmla="*/ 1260480 h 1993632"/>
              <a:gd name="connsiteX2" fmla="*/ 1084676 w 2359266"/>
              <a:gd name="connsiteY2" fmla="*/ 1302715 h 1993632"/>
              <a:gd name="connsiteX3" fmla="*/ 1378061 w 2359266"/>
              <a:gd name="connsiteY3" fmla="*/ 1428162 h 1993632"/>
              <a:gd name="connsiteX4" fmla="*/ 1323042 w 2359266"/>
              <a:gd name="connsiteY4" fmla="*/ 1764189 h 1993632"/>
              <a:gd name="connsiteX5" fmla="*/ 2114809 w 2359266"/>
              <a:gd name="connsiteY5" fmla="*/ 1977842 h 1993632"/>
              <a:gd name="connsiteX6" fmla="*/ 2310462 w 2359266"/>
              <a:gd name="connsiteY6" fmla="*/ 1938422 h 1993632"/>
              <a:gd name="connsiteX7" fmla="*/ 2354706 w 2359266"/>
              <a:gd name="connsiteY7" fmla="*/ 1531531 h 1993632"/>
              <a:gd name="connsiteX8" fmla="*/ 2235334 w 2359266"/>
              <a:gd name="connsiteY8" fmla="*/ 1168049 h 1993632"/>
              <a:gd name="connsiteX9" fmla="*/ 1883582 w 2359266"/>
              <a:gd name="connsiteY9" fmla="*/ 554463 h 1993632"/>
              <a:gd name="connsiteX10" fmla="*/ 1585297 w 2359266"/>
              <a:gd name="connsiteY10" fmla="*/ 263112 h 1993632"/>
              <a:gd name="connsiteX11" fmla="*/ 1171994 w 2359266"/>
              <a:gd name="connsiteY11" fmla="*/ 0 h 1993632"/>
              <a:gd name="connsiteX0" fmla="*/ 0 w 2359266"/>
              <a:gd name="connsiteY0" fmla="*/ 1499991 h 1993632"/>
              <a:gd name="connsiteX1" fmla="*/ 679659 w 2359266"/>
              <a:gd name="connsiteY1" fmla="*/ 1260480 h 1993632"/>
              <a:gd name="connsiteX2" fmla="*/ 1084676 w 2359266"/>
              <a:gd name="connsiteY2" fmla="*/ 1302715 h 1993632"/>
              <a:gd name="connsiteX3" fmla="*/ 1378061 w 2359266"/>
              <a:gd name="connsiteY3" fmla="*/ 1428162 h 1993632"/>
              <a:gd name="connsiteX4" fmla="*/ 1323042 w 2359266"/>
              <a:gd name="connsiteY4" fmla="*/ 1764189 h 1993632"/>
              <a:gd name="connsiteX5" fmla="*/ 2114809 w 2359266"/>
              <a:gd name="connsiteY5" fmla="*/ 1977842 h 1993632"/>
              <a:gd name="connsiteX6" fmla="*/ 2310462 w 2359266"/>
              <a:gd name="connsiteY6" fmla="*/ 1938422 h 1993632"/>
              <a:gd name="connsiteX7" fmla="*/ 2354706 w 2359266"/>
              <a:gd name="connsiteY7" fmla="*/ 1531531 h 1993632"/>
              <a:gd name="connsiteX8" fmla="*/ 2235334 w 2359266"/>
              <a:gd name="connsiteY8" fmla="*/ 1168049 h 1993632"/>
              <a:gd name="connsiteX9" fmla="*/ 2144875 w 2359266"/>
              <a:gd name="connsiteY9" fmla="*/ 100713 h 1993632"/>
              <a:gd name="connsiteX10" fmla="*/ 1585297 w 2359266"/>
              <a:gd name="connsiteY10" fmla="*/ 263112 h 1993632"/>
              <a:gd name="connsiteX11" fmla="*/ 1171994 w 2359266"/>
              <a:gd name="connsiteY11" fmla="*/ 0 h 1993632"/>
              <a:gd name="connsiteX0" fmla="*/ 0 w 2359266"/>
              <a:gd name="connsiteY0" fmla="*/ 1433256 h 1926897"/>
              <a:gd name="connsiteX1" fmla="*/ 679659 w 2359266"/>
              <a:gd name="connsiteY1" fmla="*/ 1193745 h 1926897"/>
              <a:gd name="connsiteX2" fmla="*/ 1084676 w 2359266"/>
              <a:gd name="connsiteY2" fmla="*/ 1235980 h 1926897"/>
              <a:gd name="connsiteX3" fmla="*/ 1378061 w 2359266"/>
              <a:gd name="connsiteY3" fmla="*/ 1361427 h 1926897"/>
              <a:gd name="connsiteX4" fmla="*/ 1323042 w 2359266"/>
              <a:gd name="connsiteY4" fmla="*/ 1697454 h 1926897"/>
              <a:gd name="connsiteX5" fmla="*/ 2114809 w 2359266"/>
              <a:gd name="connsiteY5" fmla="*/ 1911107 h 1926897"/>
              <a:gd name="connsiteX6" fmla="*/ 2310462 w 2359266"/>
              <a:gd name="connsiteY6" fmla="*/ 1871687 h 1926897"/>
              <a:gd name="connsiteX7" fmla="*/ 2354706 w 2359266"/>
              <a:gd name="connsiteY7" fmla="*/ 1464796 h 1926897"/>
              <a:gd name="connsiteX8" fmla="*/ 2235334 w 2359266"/>
              <a:gd name="connsiteY8" fmla="*/ 1101314 h 1926897"/>
              <a:gd name="connsiteX9" fmla="*/ 2144875 w 2359266"/>
              <a:gd name="connsiteY9" fmla="*/ 33978 h 1926897"/>
              <a:gd name="connsiteX10" fmla="*/ 1585297 w 2359266"/>
              <a:gd name="connsiteY10" fmla="*/ 196377 h 1926897"/>
              <a:gd name="connsiteX0" fmla="*/ 0 w 2359266"/>
              <a:gd name="connsiteY0" fmla="*/ 1635192 h 2128833"/>
              <a:gd name="connsiteX1" fmla="*/ 679659 w 2359266"/>
              <a:gd name="connsiteY1" fmla="*/ 1395681 h 2128833"/>
              <a:gd name="connsiteX2" fmla="*/ 1084676 w 2359266"/>
              <a:gd name="connsiteY2" fmla="*/ 1437916 h 2128833"/>
              <a:gd name="connsiteX3" fmla="*/ 1378061 w 2359266"/>
              <a:gd name="connsiteY3" fmla="*/ 1563363 h 2128833"/>
              <a:gd name="connsiteX4" fmla="*/ 1323042 w 2359266"/>
              <a:gd name="connsiteY4" fmla="*/ 1899390 h 2128833"/>
              <a:gd name="connsiteX5" fmla="*/ 2114809 w 2359266"/>
              <a:gd name="connsiteY5" fmla="*/ 2113043 h 2128833"/>
              <a:gd name="connsiteX6" fmla="*/ 2310462 w 2359266"/>
              <a:gd name="connsiteY6" fmla="*/ 2073623 h 2128833"/>
              <a:gd name="connsiteX7" fmla="*/ 2354706 w 2359266"/>
              <a:gd name="connsiteY7" fmla="*/ 1666732 h 2128833"/>
              <a:gd name="connsiteX8" fmla="*/ 2235334 w 2359266"/>
              <a:gd name="connsiteY8" fmla="*/ 1303250 h 2128833"/>
              <a:gd name="connsiteX9" fmla="*/ 2144875 w 2359266"/>
              <a:gd name="connsiteY9" fmla="*/ 235914 h 2128833"/>
              <a:gd name="connsiteX10" fmla="*/ 1775817 w 2359266"/>
              <a:gd name="connsiteY10" fmla="*/ 0 h 2128833"/>
              <a:gd name="connsiteX0" fmla="*/ 0 w 2359266"/>
              <a:gd name="connsiteY0" fmla="*/ 1635192 h 2123883"/>
              <a:gd name="connsiteX1" fmla="*/ 679659 w 2359266"/>
              <a:gd name="connsiteY1" fmla="*/ 1395681 h 2123883"/>
              <a:gd name="connsiteX2" fmla="*/ 1084676 w 2359266"/>
              <a:gd name="connsiteY2" fmla="*/ 1437916 h 2123883"/>
              <a:gd name="connsiteX3" fmla="*/ 1378061 w 2359266"/>
              <a:gd name="connsiteY3" fmla="*/ 1563363 h 2123883"/>
              <a:gd name="connsiteX4" fmla="*/ 1385541 w 2359266"/>
              <a:gd name="connsiteY4" fmla="*/ 1966549 h 2123883"/>
              <a:gd name="connsiteX5" fmla="*/ 2114809 w 2359266"/>
              <a:gd name="connsiteY5" fmla="*/ 2113043 h 2123883"/>
              <a:gd name="connsiteX6" fmla="*/ 2310462 w 2359266"/>
              <a:gd name="connsiteY6" fmla="*/ 2073623 h 2123883"/>
              <a:gd name="connsiteX7" fmla="*/ 2354706 w 2359266"/>
              <a:gd name="connsiteY7" fmla="*/ 1666732 h 2123883"/>
              <a:gd name="connsiteX8" fmla="*/ 2235334 w 2359266"/>
              <a:gd name="connsiteY8" fmla="*/ 1303250 h 2123883"/>
              <a:gd name="connsiteX9" fmla="*/ 2144875 w 2359266"/>
              <a:gd name="connsiteY9" fmla="*/ 235914 h 2123883"/>
              <a:gd name="connsiteX10" fmla="*/ 1775817 w 2359266"/>
              <a:gd name="connsiteY10" fmla="*/ 0 h 2123883"/>
              <a:gd name="connsiteX0" fmla="*/ -1 w 1999244"/>
              <a:gd name="connsiteY0" fmla="*/ 1479174 h 2123885"/>
              <a:gd name="connsiteX1" fmla="*/ 319637 w 1999244"/>
              <a:gd name="connsiteY1" fmla="*/ 1395681 h 2123885"/>
              <a:gd name="connsiteX2" fmla="*/ 724654 w 1999244"/>
              <a:gd name="connsiteY2" fmla="*/ 1437916 h 2123885"/>
              <a:gd name="connsiteX3" fmla="*/ 1018039 w 1999244"/>
              <a:gd name="connsiteY3" fmla="*/ 1563363 h 2123885"/>
              <a:gd name="connsiteX4" fmla="*/ 1025519 w 1999244"/>
              <a:gd name="connsiteY4" fmla="*/ 1966549 h 2123885"/>
              <a:gd name="connsiteX5" fmla="*/ 1754787 w 1999244"/>
              <a:gd name="connsiteY5" fmla="*/ 2113043 h 2123885"/>
              <a:gd name="connsiteX6" fmla="*/ 1950440 w 1999244"/>
              <a:gd name="connsiteY6" fmla="*/ 2073623 h 2123885"/>
              <a:gd name="connsiteX7" fmla="*/ 1994684 w 1999244"/>
              <a:gd name="connsiteY7" fmla="*/ 1666732 h 2123885"/>
              <a:gd name="connsiteX8" fmla="*/ 1875312 w 1999244"/>
              <a:gd name="connsiteY8" fmla="*/ 1303250 h 2123885"/>
              <a:gd name="connsiteX9" fmla="*/ 1784853 w 1999244"/>
              <a:gd name="connsiteY9" fmla="*/ 235914 h 2123885"/>
              <a:gd name="connsiteX10" fmla="*/ 1415795 w 1999244"/>
              <a:gd name="connsiteY10" fmla="*/ 0 h 212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9244" h="2123885">
                <a:moveTo>
                  <a:pt x="-1" y="1479174"/>
                </a:moveTo>
                <a:cubicBezTo>
                  <a:pt x="215148" y="1607502"/>
                  <a:pt x="198861" y="1402557"/>
                  <a:pt x="319637" y="1395681"/>
                </a:cubicBezTo>
                <a:cubicBezTo>
                  <a:pt x="440413" y="1388805"/>
                  <a:pt x="608254" y="1409969"/>
                  <a:pt x="724654" y="1437916"/>
                </a:cubicBezTo>
                <a:cubicBezTo>
                  <a:pt x="841054" y="1465863"/>
                  <a:pt x="967895" y="1475258"/>
                  <a:pt x="1018039" y="1563363"/>
                </a:cubicBezTo>
                <a:cubicBezTo>
                  <a:pt x="1068183" y="1651468"/>
                  <a:pt x="902728" y="1874936"/>
                  <a:pt x="1025519" y="1966549"/>
                </a:cubicBezTo>
                <a:cubicBezTo>
                  <a:pt x="1148310" y="2058162"/>
                  <a:pt x="1600634" y="2095197"/>
                  <a:pt x="1754787" y="2113043"/>
                </a:cubicBezTo>
                <a:cubicBezTo>
                  <a:pt x="1908940" y="2130889"/>
                  <a:pt x="1906464" y="2132266"/>
                  <a:pt x="1950440" y="2073623"/>
                </a:cubicBezTo>
                <a:cubicBezTo>
                  <a:pt x="1994416" y="2014980"/>
                  <a:pt x="2007205" y="1795127"/>
                  <a:pt x="1994684" y="1666732"/>
                </a:cubicBezTo>
                <a:cubicBezTo>
                  <a:pt x="1982163" y="1538337"/>
                  <a:pt x="1910284" y="1541720"/>
                  <a:pt x="1875312" y="1303250"/>
                </a:cubicBezTo>
                <a:cubicBezTo>
                  <a:pt x="1840340" y="1064780"/>
                  <a:pt x="1861439" y="453122"/>
                  <a:pt x="1784853" y="235914"/>
                </a:cubicBezTo>
                <a:cubicBezTo>
                  <a:pt x="1708267" y="18706"/>
                  <a:pt x="1534393" y="92410"/>
                  <a:pt x="1415795" y="0"/>
                </a:cubicBezTo>
              </a:path>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B2792EFB-D867-1E36-864C-99D9CE0EE3AA}"/>
              </a:ext>
            </a:extLst>
          </p:cNvPr>
          <p:cNvSpPr/>
          <p:nvPr/>
        </p:nvSpPr>
        <p:spPr>
          <a:xfrm rot="19112977" flipV="1">
            <a:off x="11050493" y="6570060"/>
            <a:ext cx="636603" cy="512931"/>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 name="connsiteX0" fmla="*/ 0 w 1331567"/>
              <a:gd name="connsiteY0" fmla="*/ 719773 h 765622"/>
              <a:gd name="connsiteX1" fmla="*/ 740458 w 1331567"/>
              <a:gd name="connsiteY1" fmla="*/ 693110 h 765622"/>
              <a:gd name="connsiteX2" fmla="*/ 1124849 w 1331567"/>
              <a:gd name="connsiteY2" fmla="*/ 708791 h 765622"/>
              <a:gd name="connsiteX3" fmla="*/ 1306884 w 1331567"/>
              <a:gd name="connsiteY3" fmla="*/ 428504 h 765622"/>
              <a:gd name="connsiteX4" fmla="*/ 585522 w 1331567"/>
              <a:gd name="connsiteY4" fmla="*/ 0 h 765622"/>
              <a:gd name="connsiteX0" fmla="*/ 0 w 1331567"/>
              <a:gd name="connsiteY0" fmla="*/ 481561 h 527410"/>
              <a:gd name="connsiteX1" fmla="*/ 740458 w 1331567"/>
              <a:gd name="connsiteY1" fmla="*/ 454898 h 527410"/>
              <a:gd name="connsiteX2" fmla="*/ 1124849 w 1331567"/>
              <a:gd name="connsiteY2" fmla="*/ 470579 h 527410"/>
              <a:gd name="connsiteX3" fmla="*/ 1306884 w 1331567"/>
              <a:gd name="connsiteY3" fmla="*/ 190292 h 527410"/>
              <a:gd name="connsiteX4" fmla="*/ 1140896 w 1331567"/>
              <a:gd name="connsiteY4" fmla="*/ 0 h 527410"/>
              <a:gd name="connsiteX0" fmla="*/ 0 w 1129250"/>
              <a:gd name="connsiteY0" fmla="*/ 469344 h 486835"/>
              <a:gd name="connsiteX1" fmla="*/ 538141 w 1129250"/>
              <a:gd name="connsiteY1" fmla="*/ 454898 h 486835"/>
              <a:gd name="connsiteX2" fmla="*/ 922532 w 1129250"/>
              <a:gd name="connsiteY2" fmla="*/ 470579 h 486835"/>
              <a:gd name="connsiteX3" fmla="*/ 1104567 w 1129250"/>
              <a:gd name="connsiteY3" fmla="*/ 190292 h 486835"/>
              <a:gd name="connsiteX4" fmla="*/ 938579 w 1129250"/>
              <a:gd name="connsiteY4" fmla="*/ 0 h 486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9250" h="486835">
                <a:moveTo>
                  <a:pt x="0" y="469344"/>
                </a:moveTo>
                <a:cubicBezTo>
                  <a:pt x="158877" y="419528"/>
                  <a:pt x="384386" y="454692"/>
                  <a:pt x="538141" y="454898"/>
                </a:cubicBezTo>
                <a:cubicBezTo>
                  <a:pt x="691896" y="455104"/>
                  <a:pt x="828128" y="514680"/>
                  <a:pt x="922532" y="470579"/>
                </a:cubicBezTo>
                <a:cubicBezTo>
                  <a:pt x="1016936" y="426478"/>
                  <a:pt x="1194455" y="308424"/>
                  <a:pt x="1104567" y="190292"/>
                </a:cubicBezTo>
                <a:cubicBezTo>
                  <a:pt x="990344" y="69677"/>
                  <a:pt x="1128047" y="139716"/>
                  <a:pt x="938579" y="0"/>
                </a:cubicBezTo>
              </a:path>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2B002F93-4F19-DEC2-E870-F1DA2066C854}"/>
              </a:ext>
            </a:extLst>
          </p:cNvPr>
          <p:cNvSpPr/>
          <p:nvPr/>
        </p:nvSpPr>
        <p:spPr>
          <a:xfrm rot="19820490" flipV="1">
            <a:off x="10384539" y="3996510"/>
            <a:ext cx="2513603" cy="2232817"/>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1053404 w 2586364"/>
              <a:gd name="connsiteY0" fmla="*/ 0 h 1728516"/>
              <a:gd name="connsiteX1" fmla="*/ 1018717 w 2586364"/>
              <a:gd name="connsiteY1" fmla="*/ 214042 h 1728516"/>
              <a:gd name="connsiteX2" fmla="*/ 739907 w 2586364"/>
              <a:gd name="connsiteY2" fmla="*/ 293448 h 1728516"/>
              <a:gd name="connsiteX3" fmla="*/ 515982 w 2586364"/>
              <a:gd name="connsiteY3" fmla="*/ 198732 h 1728516"/>
              <a:gd name="connsiteX4" fmla="*/ 273077 w 2586364"/>
              <a:gd name="connsiteY4" fmla="*/ 459846 h 1728516"/>
              <a:gd name="connsiteX5" fmla="*/ 89 w 2586364"/>
              <a:gd name="connsiteY5" fmla="*/ 884048 h 1728516"/>
              <a:gd name="connsiteX6" fmla="*/ 146087 w 2586364"/>
              <a:gd name="connsiteY6" fmla="*/ 1140531 h 1728516"/>
              <a:gd name="connsiteX7" fmla="*/ 287306 w 2586364"/>
              <a:gd name="connsiteY7" fmla="*/ 1363350 h 1728516"/>
              <a:gd name="connsiteX8" fmla="*/ 338318 w 2586364"/>
              <a:gd name="connsiteY8" fmla="*/ 1422551 h 1728516"/>
              <a:gd name="connsiteX9" fmla="*/ 529624 w 2586364"/>
              <a:gd name="connsiteY9" fmla="*/ 1572107 h 1728516"/>
              <a:gd name="connsiteX10" fmla="*/ 663141 w 2586364"/>
              <a:gd name="connsiteY10" fmla="*/ 1621529 h 1728516"/>
              <a:gd name="connsiteX11" fmla="*/ 1037691 w 2586364"/>
              <a:gd name="connsiteY11" fmla="*/ 1666875 h 1728516"/>
              <a:gd name="connsiteX12" fmla="*/ 1280009 w 2586364"/>
              <a:gd name="connsiteY12" fmla="*/ 1666875 h 1728516"/>
              <a:gd name="connsiteX13" fmla="*/ 1855476 w 2586364"/>
              <a:gd name="connsiteY13" fmla="*/ 1683016 h 1728516"/>
              <a:gd name="connsiteX14" fmla="*/ 2138019 w 2586364"/>
              <a:gd name="connsiteY14" fmla="*/ 1669870 h 1728516"/>
              <a:gd name="connsiteX15" fmla="*/ 2468416 w 2586364"/>
              <a:gd name="connsiteY15" fmla="*/ 1715135 h 1728516"/>
              <a:gd name="connsiteX16" fmla="*/ 2586364 w 2586364"/>
              <a:gd name="connsiteY16" fmla="*/ 1683417 h 1728516"/>
              <a:gd name="connsiteX0" fmla="*/ 1053404 w 2586364"/>
              <a:gd name="connsiteY0" fmla="*/ 0 h 1728516"/>
              <a:gd name="connsiteX1" fmla="*/ 1018717 w 2586364"/>
              <a:gd name="connsiteY1" fmla="*/ 214042 h 1728516"/>
              <a:gd name="connsiteX2" fmla="*/ 739907 w 2586364"/>
              <a:gd name="connsiteY2" fmla="*/ 293448 h 1728516"/>
              <a:gd name="connsiteX3" fmla="*/ 515982 w 2586364"/>
              <a:gd name="connsiteY3" fmla="*/ 198732 h 1728516"/>
              <a:gd name="connsiteX4" fmla="*/ 273077 w 2586364"/>
              <a:gd name="connsiteY4" fmla="*/ 459846 h 1728516"/>
              <a:gd name="connsiteX5" fmla="*/ 89 w 2586364"/>
              <a:gd name="connsiteY5" fmla="*/ 884048 h 1728516"/>
              <a:gd name="connsiteX6" fmla="*/ 146087 w 2586364"/>
              <a:gd name="connsiteY6" fmla="*/ 1140531 h 1728516"/>
              <a:gd name="connsiteX7" fmla="*/ 287306 w 2586364"/>
              <a:gd name="connsiteY7" fmla="*/ 1363350 h 1728516"/>
              <a:gd name="connsiteX8" fmla="*/ 338318 w 2586364"/>
              <a:gd name="connsiteY8" fmla="*/ 1422551 h 1728516"/>
              <a:gd name="connsiteX9" fmla="*/ 454603 w 2586364"/>
              <a:gd name="connsiteY9" fmla="*/ 1640932 h 1728516"/>
              <a:gd name="connsiteX10" fmla="*/ 663141 w 2586364"/>
              <a:gd name="connsiteY10" fmla="*/ 1621529 h 1728516"/>
              <a:gd name="connsiteX11" fmla="*/ 1037691 w 2586364"/>
              <a:gd name="connsiteY11" fmla="*/ 1666875 h 1728516"/>
              <a:gd name="connsiteX12" fmla="*/ 1280009 w 2586364"/>
              <a:gd name="connsiteY12" fmla="*/ 1666875 h 1728516"/>
              <a:gd name="connsiteX13" fmla="*/ 1855476 w 2586364"/>
              <a:gd name="connsiteY13" fmla="*/ 1683016 h 1728516"/>
              <a:gd name="connsiteX14" fmla="*/ 2138019 w 2586364"/>
              <a:gd name="connsiteY14" fmla="*/ 1669870 h 1728516"/>
              <a:gd name="connsiteX15" fmla="*/ 2468416 w 2586364"/>
              <a:gd name="connsiteY15" fmla="*/ 1715135 h 1728516"/>
              <a:gd name="connsiteX16" fmla="*/ 2586364 w 2586364"/>
              <a:gd name="connsiteY16" fmla="*/ 1683417 h 1728516"/>
              <a:gd name="connsiteX0" fmla="*/ 1232337 w 2586364"/>
              <a:gd name="connsiteY0" fmla="*/ 0 h 2130623"/>
              <a:gd name="connsiteX1" fmla="*/ 1018717 w 2586364"/>
              <a:gd name="connsiteY1" fmla="*/ 616149 h 2130623"/>
              <a:gd name="connsiteX2" fmla="*/ 739907 w 2586364"/>
              <a:gd name="connsiteY2" fmla="*/ 695555 h 2130623"/>
              <a:gd name="connsiteX3" fmla="*/ 515982 w 2586364"/>
              <a:gd name="connsiteY3" fmla="*/ 600839 h 2130623"/>
              <a:gd name="connsiteX4" fmla="*/ 273077 w 2586364"/>
              <a:gd name="connsiteY4" fmla="*/ 861953 h 2130623"/>
              <a:gd name="connsiteX5" fmla="*/ 89 w 2586364"/>
              <a:gd name="connsiteY5" fmla="*/ 1286155 h 2130623"/>
              <a:gd name="connsiteX6" fmla="*/ 146087 w 2586364"/>
              <a:gd name="connsiteY6" fmla="*/ 1542638 h 2130623"/>
              <a:gd name="connsiteX7" fmla="*/ 287306 w 2586364"/>
              <a:gd name="connsiteY7" fmla="*/ 1765457 h 2130623"/>
              <a:gd name="connsiteX8" fmla="*/ 338318 w 2586364"/>
              <a:gd name="connsiteY8" fmla="*/ 1824658 h 2130623"/>
              <a:gd name="connsiteX9" fmla="*/ 454603 w 2586364"/>
              <a:gd name="connsiteY9" fmla="*/ 2043039 h 2130623"/>
              <a:gd name="connsiteX10" fmla="*/ 663141 w 2586364"/>
              <a:gd name="connsiteY10" fmla="*/ 2023636 h 2130623"/>
              <a:gd name="connsiteX11" fmla="*/ 1037691 w 2586364"/>
              <a:gd name="connsiteY11" fmla="*/ 2068982 h 2130623"/>
              <a:gd name="connsiteX12" fmla="*/ 1280009 w 2586364"/>
              <a:gd name="connsiteY12" fmla="*/ 2068982 h 2130623"/>
              <a:gd name="connsiteX13" fmla="*/ 1855476 w 2586364"/>
              <a:gd name="connsiteY13" fmla="*/ 2085123 h 2130623"/>
              <a:gd name="connsiteX14" fmla="*/ 2138019 w 2586364"/>
              <a:gd name="connsiteY14" fmla="*/ 2071977 h 2130623"/>
              <a:gd name="connsiteX15" fmla="*/ 2468416 w 2586364"/>
              <a:gd name="connsiteY15" fmla="*/ 2117242 h 2130623"/>
              <a:gd name="connsiteX16" fmla="*/ 2586364 w 2586364"/>
              <a:gd name="connsiteY16" fmla="*/ 2085524 h 2130623"/>
              <a:gd name="connsiteX0" fmla="*/ 1232337 w 2586364"/>
              <a:gd name="connsiteY0" fmla="*/ 0 h 2130623"/>
              <a:gd name="connsiteX1" fmla="*/ 1091203 w 2586364"/>
              <a:gd name="connsiteY1" fmla="*/ 258993 h 2130623"/>
              <a:gd name="connsiteX2" fmla="*/ 1018717 w 2586364"/>
              <a:gd name="connsiteY2" fmla="*/ 616149 h 2130623"/>
              <a:gd name="connsiteX3" fmla="*/ 739907 w 2586364"/>
              <a:gd name="connsiteY3" fmla="*/ 695555 h 2130623"/>
              <a:gd name="connsiteX4" fmla="*/ 515982 w 2586364"/>
              <a:gd name="connsiteY4" fmla="*/ 600839 h 2130623"/>
              <a:gd name="connsiteX5" fmla="*/ 273077 w 2586364"/>
              <a:gd name="connsiteY5" fmla="*/ 861953 h 2130623"/>
              <a:gd name="connsiteX6" fmla="*/ 89 w 2586364"/>
              <a:gd name="connsiteY6" fmla="*/ 1286155 h 2130623"/>
              <a:gd name="connsiteX7" fmla="*/ 146087 w 2586364"/>
              <a:gd name="connsiteY7" fmla="*/ 1542638 h 2130623"/>
              <a:gd name="connsiteX8" fmla="*/ 287306 w 2586364"/>
              <a:gd name="connsiteY8" fmla="*/ 1765457 h 2130623"/>
              <a:gd name="connsiteX9" fmla="*/ 338318 w 2586364"/>
              <a:gd name="connsiteY9" fmla="*/ 1824658 h 2130623"/>
              <a:gd name="connsiteX10" fmla="*/ 454603 w 2586364"/>
              <a:gd name="connsiteY10" fmla="*/ 2043039 h 2130623"/>
              <a:gd name="connsiteX11" fmla="*/ 663141 w 2586364"/>
              <a:gd name="connsiteY11" fmla="*/ 2023636 h 2130623"/>
              <a:gd name="connsiteX12" fmla="*/ 1037691 w 2586364"/>
              <a:gd name="connsiteY12" fmla="*/ 2068982 h 2130623"/>
              <a:gd name="connsiteX13" fmla="*/ 1280009 w 2586364"/>
              <a:gd name="connsiteY13" fmla="*/ 2068982 h 2130623"/>
              <a:gd name="connsiteX14" fmla="*/ 1855476 w 2586364"/>
              <a:gd name="connsiteY14" fmla="*/ 2085123 h 2130623"/>
              <a:gd name="connsiteX15" fmla="*/ 2138019 w 2586364"/>
              <a:gd name="connsiteY15" fmla="*/ 2071977 h 2130623"/>
              <a:gd name="connsiteX16" fmla="*/ 2468416 w 2586364"/>
              <a:gd name="connsiteY16" fmla="*/ 2117242 h 2130623"/>
              <a:gd name="connsiteX17" fmla="*/ 2586364 w 2586364"/>
              <a:gd name="connsiteY17" fmla="*/ 2085524 h 2130623"/>
              <a:gd name="connsiteX0" fmla="*/ 1232337 w 2468416"/>
              <a:gd name="connsiteY0" fmla="*/ 0 h 2130623"/>
              <a:gd name="connsiteX1" fmla="*/ 1091203 w 2468416"/>
              <a:gd name="connsiteY1" fmla="*/ 258993 h 2130623"/>
              <a:gd name="connsiteX2" fmla="*/ 1018717 w 2468416"/>
              <a:gd name="connsiteY2" fmla="*/ 616149 h 2130623"/>
              <a:gd name="connsiteX3" fmla="*/ 739907 w 2468416"/>
              <a:gd name="connsiteY3" fmla="*/ 695555 h 2130623"/>
              <a:gd name="connsiteX4" fmla="*/ 515982 w 2468416"/>
              <a:gd name="connsiteY4" fmla="*/ 600839 h 2130623"/>
              <a:gd name="connsiteX5" fmla="*/ 273077 w 2468416"/>
              <a:gd name="connsiteY5" fmla="*/ 861953 h 2130623"/>
              <a:gd name="connsiteX6" fmla="*/ 89 w 2468416"/>
              <a:gd name="connsiteY6" fmla="*/ 1286155 h 2130623"/>
              <a:gd name="connsiteX7" fmla="*/ 146087 w 2468416"/>
              <a:gd name="connsiteY7" fmla="*/ 1542638 h 2130623"/>
              <a:gd name="connsiteX8" fmla="*/ 287306 w 2468416"/>
              <a:gd name="connsiteY8" fmla="*/ 1765457 h 2130623"/>
              <a:gd name="connsiteX9" fmla="*/ 338318 w 2468416"/>
              <a:gd name="connsiteY9" fmla="*/ 1824658 h 2130623"/>
              <a:gd name="connsiteX10" fmla="*/ 454603 w 2468416"/>
              <a:gd name="connsiteY10" fmla="*/ 2043039 h 2130623"/>
              <a:gd name="connsiteX11" fmla="*/ 663141 w 2468416"/>
              <a:gd name="connsiteY11" fmla="*/ 2023636 h 2130623"/>
              <a:gd name="connsiteX12" fmla="*/ 1037691 w 2468416"/>
              <a:gd name="connsiteY12" fmla="*/ 2068982 h 2130623"/>
              <a:gd name="connsiteX13" fmla="*/ 1280009 w 2468416"/>
              <a:gd name="connsiteY13" fmla="*/ 2068982 h 2130623"/>
              <a:gd name="connsiteX14" fmla="*/ 1855476 w 2468416"/>
              <a:gd name="connsiteY14" fmla="*/ 2085123 h 2130623"/>
              <a:gd name="connsiteX15" fmla="*/ 2138019 w 2468416"/>
              <a:gd name="connsiteY15" fmla="*/ 2071977 h 2130623"/>
              <a:gd name="connsiteX16" fmla="*/ 2468416 w 2468416"/>
              <a:gd name="connsiteY16" fmla="*/ 2117242 h 2130623"/>
              <a:gd name="connsiteX0" fmla="*/ 1232337 w 2468416"/>
              <a:gd name="connsiteY0" fmla="*/ 0 h 2130623"/>
              <a:gd name="connsiteX1" fmla="*/ 1091203 w 2468416"/>
              <a:gd name="connsiteY1" fmla="*/ 258993 h 2130623"/>
              <a:gd name="connsiteX2" fmla="*/ 1018717 w 2468416"/>
              <a:gd name="connsiteY2" fmla="*/ 616149 h 2130623"/>
              <a:gd name="connsiteX3" fmla="*/ 739907 w 2468416"/>
              <a:gd name="connsiteY3" fmla="*/ 695555 h 2130623"/>
              <a:gd name="connsiteX4" fmla="*/ 515982 w 2468416"/>
              <a:gd name="connsiteY4" fmla="*/ 600839 h 2130623"/>
              <a:gd name="connsiteX5" fmla="*/ 273077 w 2468416"/>
              <a:gd name="connsiteY5" fmla="*/ 861953 h 2130623"/>
              <a:gd name="connsiteX6" fmla="*/ 89 w 2468416"/>
              <a:gd name="connsiteY6" fmla="*/ 1286155 h 2130623"/>
              <a:gd name="connsiteX7" fmla="*/ 146087 w 2468416"/>
              <a:gd name="connsiteY7" fmla="*/ 1542638 h 2130623"/>
              <a:gd name="connsiteX8" fmla="*/ 287306 w 2468416"/>
              <a:gd name="connsiteY8" fmla="*/ 1765457 h 2130623"/>
              <a:gd name="connsiteX9" fmla="*/ 338318 w 2468416"/>
              <a:gd name="connsiteY9" fmla="*/ 1824658 h 2130623"/>
              <a:gd name="connsiteX10" fmla="*/ 454603 w 2468416"/>
              <a:gd name="connsiteY10" fmla="*/ 2043039 h 2130623"/>
              <a:gd name="connsiteX11" fmla="*/ 663141 w 2468416"/>
              <a:gd name="connsiteY11" fmla="*/ 2023636 h 2130623"/>
              <a:gd name="connsiteX12" fmla="*/ 1037691 w 2468416"/>
              <a:gd name="connsiteY12" fmla="*/ 2068982 h 2130623"/>
              <a:gd name="connsiteX13" fmla="*/ 1469992 w 2468416"/>
              <a:gd name="connsiteY13" fmla="*/ 2035854 h 2130623"/>
              <a:gd name="connsiteX14" fmla="*/ 1855476 w 2468416"/>
              <a:gd name="connsiteY14" fmla="*/ 2085123 h 2130623"/>
              <a:gd name="connsiteX15" fmla="*/ 2138019 w 2468416"/>
              <a:gd name="connsiteY15" fmla="*/ 2071977 h 2130623"/>
              <a:gd name="connsiteX16" fmla="*/ 2468416 w 2468416"/>
              <a:gd name="connsiteY16" fmla="*/ 2117242 h 2130623"/>
              <a:gd name="connsiteX0" fmla="*/ 1232337 w 2468416"/>
              <a:gd name="connsiteY0" fmla="*/ 0 h 2130623"/>
              <a:gd name="connsiteX1" fmla="*/ 1091203 w 2468416"/>
              <a:gd name="connsiteY1" fmla="*/ 258993 h 2130623"/>
              <a:gd name="connsiteX2" fmla="*/ 1018717 w 2468416"/>
              <a:gd name="connsiteY2" fmla="*/ 616149 h 2130623"/>
              <a:gd name="connsiteX3" fmla="*/ 739907 w 2468416"/>
              <a:gd name="connsiteY3" fmla="*/ 695555 h 2130623"/>
              <a:gd name="connsiteX4" fmla="*/ 515982 w 2468416"/>
              <a:gd name="connsiteY4" fmla="*/ 600839 h 2130623"/>
              <a:gd name="connsiteX5" fmla="*/ 273077 w 2468416"/>
              <a:gd name="connsiteY5" fmla="*/ 861953 h 2130623"/>
              <a:gd name="connsiteX6" fmla="*/ 89 w 2468416"/>
              <a:gd name="connsiteY6" fmla="*/ 1286155 h 2130623"/>
              <a:gd name="connsiteX7" fmla="*/ 146087 w 2468416"/>
              <a:gd name="connsiteY7" fmla="*/ 1542638 h 2130623"/>
              <a:gd name="connsiteX8" fmla="*/ 287306 w 2468416"/>
              <a:gd name="connsiteY8" fmla="*/ 1765457 h 2130623"/>
              <a:gd name="connsiteX9" fmla="*/ 338318 w 2468416"/>
              <a:gd name="connsiteY9" fmla="*/ 1824658 h 2130623"/>
              <a:gd name="connsiteX10" fmla="*/ 454603 w 2468416"/>
              <a:gd name="connsiteY10" fmla="*/ 2043039 h 2130623"/>
              <a:gd name="connsiteX11" fmla="*/ 663141 w 2468416"/>
              <a:gd name="connsiteY11" fmla="*/ 2023636 h 2130623"/>
              <a:gd name="connsiteX12" fmla="*/ 1037691 w 2468416"/>
              <a:gd name="connsiteY12" fmla="*/ 2068982 h 2130623"/>
              <a:gd name="connsiteX13" fmla="*/ 1469992 w 2468416"/>
              <a:gd name="connsiteY13" fmla="*/ 2035854 h 2130623"/>
              <a:gd name="connsiteX14" fmla="*/ 1855476 w 2468416"/>
              <a:gd name="connsiteY14" fmla="*/ 2085123 h 2130623"/>
              <a:gd name="connsiteX15" fmla="*/ 2138019 w 2468416"/>
              <a:gd name="connsiteY15" fmla="*/ 2071977 h 2130623"/>
              <a:gd name="connsiteX16" fmla="*/ 2468416 w 2468416"/>
              <a:gd name="connsiteY16" fmla="*/ 2117242 h 2130623"/>
              <a:gd name="connsiteX0" fmla="*/ 1232337 w 2468416"/>
              <a:gd name="connsiteY0" fmla="*/ 0 h 2130623"/>
              <a:gd name="connsiteX1" fmla="*/ 1091203 w 2468416"/>
              <a:gd name="connsiteY1" fmla="*/ 258993 h 2130623"/>
              <a:gd name="connsiteX2" fmla="*/ 1018717 w 2468416"/>
              <a:gd name="connsiteY2" fmla="*/ 616149 h 2130623"/>
              <a:gd name="connsiteX3" fmla="*/ 739907 w 2468416"/>
              <a:gd name="connsiteY3" fmla="*/ 695555 h 2130623"/>
              <a:gd name="connsiteX4" fmla="*/ 515982 w 2468416"/>
              <a:gd name="connsiteY4" fmla="*/ 600839 h 2130623"/>
              <a:gd name="connsiteX5" fmla="*/ 273077 w 2468416"/>
              <a:gd name="connsiteY5" fmla="*/ 861953 h 2130623"/>
              <a:gd name="connsiteX6" fmla="*/ 89 w 2468416"/>
              <a:gd name="connsiteY6" fmla="*/ 1286155 h 2130623"/>
              <a:gd name="connsiteX7" fmla="*/ 146087 w 2468416"/>
              <a:gd name="connsiteY7" fmla="*/ 1542638 h 2130623"/>
              <a:gd name="connsiteX8" fmla="*/ 287306 w 2468416"/>
              <a:gd name="connsiteY8" fmla="*/ 1765457 h 2130623"/>
              <a:gd name="connsiteX9" fmla="*/ 338318 w 2468416"/>
              <a:gd name="connsiteY9" fmla="*/ 1824658 h 2130623"/>
              <a:gd name="connsiteX10" fmla="*/ 454603 w 2468416"/>
              <a:gd name="connsiteY10" fmla="*/ 2043039 h 2130623"/>
              <a:gd name="connsiteX11" fmla="*/ 663141 w 2468416"/>
              <a:gd name="connsiteY11" fmla="*/ 2023636 h 2130623"/>
              <a:gd name="connsiteX12" fmla="*/ 1024617 w 2468416"/>
              <a:gd name="connsiteY12" fmla="*/ 2109060 h 2130623"/>
              <a:gd name="connsiteX13" fmla="*/ 1469992 w 2468416"/>
              <a:gd name="connsiteY13" fmla="*/ 2035854 h 2130623"/>
              <a:gd name="connsiteX14" fmla="*/ 1855476 w 2468416"/>
              <a:gd name="connsiteY14" fmla="*/ 2085123 h 2130623"/>
              <a:gd name="connsiteX15" fmla="*/ 2138019 w 2468416"/>
              <a:gd name="connsiteY15" fmla="*/ 2071977 h 2130623"/>
              <a:gd name="connsiteX16" fmla="*/ 2468416 w 2468416"/>
              <a:gd name="connsiteY16" fmla="*/ 2117242 h 2130623"/>
              <a:gd name="connsiteX0" fmla="*/ 1232337 w 2478854"/>
              <a:gd name="connsiteY0" fmla="*/ 0 h 2201568"/>
              <a:gd name="connsiteX1" fmla="*/ 1091203 w 2478854"/>
              <a:gd name="connsiteY1" fmla="*/ 258993 h 2201568"/>
              <a:gd name="connsiteX2" fmla="*/ 1018717 w 2478854"/>
              <a:gd name="connsiteY2" fmla="*/ 616149 h 2201568"/>
              <a:gd name="connsiteX3" fmla="*/ 739907 w 2478854"/>
              <a:gd name="connsiteY3" fmla="*/ 695555 h 2201568"/>
              <a:gd name="connsiteX4" fmla="*/ 515982 w 2478854"/>
              <a:gd name="connsiteY4" fmla="*/ 600839 h 2201568"/>
              <a:gd name="connsiteX5" fmla="*/ 273077 w 2478854"/>
              <a:gd name="connsiteY5" fmla="*/ 861953 h 2201568"/>
              <a:gd name="connsiteX6" fmla="*/ 89 w 2478854"/>
              <a:gd name="connsiteY6" fmla="*/ 1286155 h 2201568"/>
              <a:gd name="connsiteX7" fmla="*/ 146087 w 2478854"/>
              <a:gd name="connsiteY7" fmla="*/ 1542638 h 2201568"/>
              <a:gd name="connsiteX8" fmla="*/ 287306 w 2478854"/>
              <a:gd name="connsiteY8" fmla="*/ 1765457 h 2201568"/>
              <a:gd name="connsiteX9" fmla="*/ 338318 w 2478854"/>
              <a:gd name="connsiteY9" fmla="*/ 1824658 h 2201568"/>
              <a:gd name="connsiteX10" fmla="*/ 454603 w 2478854"/>
              <a:gd name="connsiteY10" fmla="*/ 2043039 h 2201568"/>
              <a:gd name="connsiteX11" fmla="*/ 663141 w 2478854"/>
              <a:gd name="connsiteY11" fmla="*/ 2023636 h 2201568"/>
              <a:gd name="connsiteX12" fmla="*/ 1024617 w 2478854"/>
              <a:gd name="connsiteY12" fmla="*/ 2109060 h 2201568"/>
              <a:gd name="connsiteX13" fmla="*/ 1469992 w 2478854"/>
              <a:gd name="connsiteY13" fmla="*/ 2035854 h 2201568"/>
              <a:gd name="connsiteX14" fmla="*/ 1855476 w 2478854"/>
              <a:gd name="connsiteY14" fmla="*/ 2085123 h 2201568"/>
              <a:gd name="connsiteX15" fmla="*/ 2138019 w 2478854"/>
              <a:gd name="connsiteY15" fmla="*/ 2071977 h 2201568"/>
              <a:gd name="connsiteX16" fmla="*/ 2478854 w 2478854"/>
              <a:gd name="connsiteY16" fmla="*/ 2192880 h 2201568"/>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338318 w 2478854"/>
              <a:gd name="connsiteY9" fmla="*/ 1824658 h 2201949"/>
              <a:gd name="connsiteX10" fmla="*/ 454603 w 2478854"/>
              <a:gd name="connsiteY10" fmla="*/ 2043039 h 2201949"/>
              <a:gd name="connsiteX11" fmla="*/ 663141 w 2478854"/>
              <a:gd name="connsiteY11" fmla="*/ 2023636 h 2201949"/>
              <a:gd name="connsiteX12" fmla="*/ 1024617 w 2478854"/>
              <a:gd name="connsiteY12" fmla="*/ 2109060 h 2201949"/>
              <a:gd name="connsiteX13" fmla="*/ 1469992 w 2478854"/>
              <a:gd name="connsiteY13" fmla="*/ 2035854 h 2201949"/>
              <a:gd name="connsiteX14" fmla="*/ 1762692 w 2478854"/>
              <a:gd name="connsiteY14" fmla="*/ 2036797 h 2201949"/>
              <a:gd name="connsiteX15" fmla="*/ 2138019 w 2478854"/>
              <a:gd name="connsiteY15" fmla="*/ 2071977 h 2201949"/>
              <a:gd name="connsiteX16" fmla="*/ 2478854 w 2478854"/>
              <a:gd name="connsiteY16"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54603 w 2478854"/>
              <a:gd name="connsiteY9" fmla="*/ 2043039 h 2201949"/>
              <a:gd name="connsiteX10" fmla="*/ 663141 w 2478854"/>
              <a:gd name="connsiteY10" fmla="*/ 2023636 h 2201949"/>
              <a:gd name="connsiteX11" fmla="*/ 1024617 w 2478854"/>
              <a:gd name="connsiteY11" fmla="*/ 2109060 h 2201949"/>
              <a:gd name="connsiteX12" fmla="*/ 1469992 w 2478854"/>
              <a:gd name="connsiteY12" fmla="*/ 2035854 h 2201949"/>
              <a:gd name="connsiteX13" fmla="*/ 1762692 w 2478854"/>
              <a:gd name="connsiteY13" fmla="*/ 2036797 h 2201949"/>
              <a:gd name="connsiteX14" fmla="*/ 2138019 w 2478854"/>
              <a:gd name="connsiteY14" fmla="*/ 2071977 h 2201949"/>
              <a:gd name="connsiteX15" fmla="*/ 2478854 w 2478854"/>
              <a:gd name="connsiteY15"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30103 w 2478854"/>
              <a:gd name="connsiteY9" fmla="*/ 2008901 h 2201949"/>
              <a:gd name="connsiteX10" fmla="*/ 663141 w 2478854"/>
              <a:gd name="connsiteY10" fmla="*/ 2023636 h 2201949"/>
              <a:gd name="connsiteX11" fmla="*/ 1024617 w 2478854"/>
              <a:gd name="connsiteY11" fmla="*/ 2109060 h 2201949"/>
              <a:gd name="connsiteX12" fmla="*/ 1469992 w 2478854"/>
              <a:gd name="connsiteY12" fmla="*/ 2035854 h 2201949"/>
              <a:gd name="connsiteX13" fmla="*/ 1762692 w 2478854"/>
              <a:gd name="connsiteY13" fmla="*/ 2036797 h 2201949"/>
              <a:gd name="connsiteX14" fmla="*/ 2138019 w 2478854"/>
              <a:gd name="connsiteY14" fmla="*/ 2071977 h 2201949"/>
              <a:gd name="connsiteX15" fmla="*/ 2478854 w 2478854"/>
              <a:gd name="connsiteY15"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30103 w 2478854"/>
              <a:gd name="connsiteY9" fmla="*/ 2008901 h 2201949"/>
              <a:gd name="connsiteX10" fmla="*/ 708162 w 2478854"/>
              <a:gd name="connsiteY10" fmla="*/ 2018247 h 2201949"/>
              <a:gd name="connsiteX11" fmla="*/ 1024617 w 2478854"/>
              <a:gd name="connsiteY11" fmla="*/ 2109060 h 2201949"/>
              <a:gd name="connsiteX12" fmla="*/ 1469992 w 2478854"/>
              <a:gd name="connsiteY12" fmla="*/ 2035854 h 2201949"/>
              <a:gd name="connsiteX13" fmla="*/ 1762692 w 2478854"/>
              <a:gd name="connsiteY13" fmla="*/ 2036797 h 2201949"/>
              <a:gd name="connsiteX14" fmla="*/ 2138019 w 2478854"/>
              <a:gd name="connsiteY14" fmla="*/ 2071977 h 2201949"/>
              <a:gd name="connsiteX15" fmla="*/ 2478854 w 2478854"/>
              <a:gd name="connsiteY15"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30103 w 2478854"/>
              <a:gd name="connsiteY9" fmla="*/ 2008901 h 2201949"/>
              <a:gd name="connsiteX10" fmla="*/ 708162 w 2478854"/>
              <a:gd name="connsiteY10" fmla="*/ 2018247 h 2201949"/>
              <a:gd name="connsiteX11" fmla="*/ 1024617 w 2478854"/>
              <a:gd name="connsiteY11" fmla="*/ 2109060 h 2201949"/>
              <a:gd name="connsiteX12" fmla="*/ 1450851 w 2478854"/>
              <a:gd name="connsiteY12" fmla="*/ 2064471 h 2201949"/>
              <a:gd name="connsiteX13" fmla="*/ 1762692 w 2478854"/>
              <a:gd name="connsiteY13" fmla="*/ 2036797 h 2201949"/>
              <a:gd name="connsiteX14" fmla="*/ 2138019 w 2478854"/>
              <a:gd name="connsiteY14" fmla="*/ 2071977 h 2201949"/>
              <a:gd name="connsiteX15" fmla="*/ 2478854 w 2478854"/>
              <a:gd name="connsiteY15"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30103 w 2478854"/>
              <a:gd name="connsiteY9" fmla="*/ 2008901 h 2201949"/>
              <a:gd name="connsiteX10" fmla="*/ 708162 w 2478854"/>
              <a:gd name="connsiteY10" fmla="*/ 2018247 h 2201949"/>
              <a:gd name="connsiteX11" fmla="*/ 1024617 w 2478854"/>
              <a:gd name="connsiteY11" fmla="*/ 2109060 h 2201949"/>
              <a:gd name="connsiteX12" fmla="*/ 1450851 w 2478854"/>
              <a:gd name="connsiteY12" fmla="*/ 2064471 h 2201949"/>
              <a:gd name="connsiteX13" fmla="*/ 1762692 w 2478854"/>
              <a:gd name="connsiteY13" fmla="*/ 2036797 h 2201949"/>
              <a:gd name="connsiteX14" fmla="*/ 2138019 w 2478854"/>
              <a:gd name="connsiteY14" fmla="*/ 2071977 h 2201949"/>
              <a:gd name="connsiteX15" fmla="*/ 2478854 w 2478854"/>
              <a:gd name="connsiteY15" fmla="*/ 2192880 h 2201949"/>
              <a:gd name="connsiteX0" fmla="*/ 1232337 w 2478854"/>
              <a:gd name="connsiteY0" fmla="*/ 0 h 2201949"/>
              <a:gd name="connsiteX1" fmla="*/ 1091203 w 2478854"/>
              <a:gd name="connsiteY1" fmla="*/ 258993 h 2201949"/>
              <a:gd name="connsiteX2" fmla="*/ 1018717 w 2478854"/>
              <a:gd name="connsiteY2" fmla="*/ 616149 h 2201949"/>
              <a:gd name="connsiteX3" fmla="*/ 739907 w 2478854"/>
              <a:gd name="connsiteY3" fmla="*/ 695555 h 2201949"/>
              <a:gd name="connsiteX4" fmla="*/ 515982 w 2478854"/>
              <a:gd name="connsiteY4" fmla="*/ 600839 h 2201949"/>
              <a:gd name="connsiteX5" fmla="*/ 273077 w 2478854"/>
              <a:gd name="connsiteY5" fmla="*/ 861953 h 2201949"/>
              <a:gd name="connsiteX6" fmla="*/ 89 w 2478854"/>
              <a:gd name="connsiteY6" fmla="*/ 1286155 h 2201949"/>
              <a:gd name="connsiteX7" fmla="*/ 146087 w 2478854"/>
              <a:gd name="connsiteY7" fmla="*/ 1542638 h 2201949"/>
              <a:gd name="connsiteX8" fmla="*/ 287306 w 2478854"/>
              <a:gd name="connsiteY8" fmla="*/ 1765457 h 2201949"/>
              <a:gd name="connsiteX9" fmla="*/ 430103 w 2478854"/>
              <a:gd name="connsiteY9" fmla="*/ 2008901 h 2201949"/>
              <a:gd name="connsiteX10" fmla="*/ 708162 w 2478854"/>
              <a:gd name="connsiteY10" fmla="*/ 2018247 h 2201949"/>
              <a:gd name="connsiteX11" fmla="*/ 1024617 w 2478854"/>
              <a:gd name="connsiteY11" fmla="*/ 2109060 h 2201949"/>
              <a:gd name="connsiteX12" fmla="*/ 1450851 w 2478854"/>
              <a:gd name="connsiteY12" fmla="*/ 2064471 h 2201949"/>
              <a:gd name="connsiteX13" fmla="*/ 1762692 w 2478854"/>
              <a:gd name="connsiteY13" fmla="*/ 2036797 h 2201949"/>
              <a:gd name="connsiteX14" fmla="*/ 2138019 w 2478854"/>
              <a:gd name="connsiteY14" fmla="*/ 2071977 h 2201949"/>
              <a:gd name="connsiteX15" fmla="*/ 2478854 w 2478854"/>
              <a:gd name="connsiteY15" fmla="*/ 2192880 h 220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8854" h="2201949">
                <a:moveTo>
                  <a:pt x="1232337" y="0"/>
                </a:moveTo>
                <a:cubicBezTo>
                  <a:pt x="1221427" y="37616"/>
                  <a:pt x="1126806" y="156302"/>
                  <a:pt x="1091203" y="258993"/>
                </a:cubicBezTo>
                <a:cubicBezTo>
                  <a:pt x="1055600" y="361685"/>
                  <a:pt x="1077266" y="543389"/>
                  <a:pt x="1018717" y="616149"/>
                </a:cubicBezTo>
                <a:cubicBezTo>
                  <a:pt x="960168" y="688909"/>
                  <a:pt x="823696" y="698107"/>
                  <a:pt x="739907" y="695555"/>
                </a:cubicBezTo>
                <a:cubicBezTo>
                  <a:pt x="656118" y="693003"/>
                  <a:pt x="593787" y="573106"/>
                  <a:pt x="515982" y="600839"/>
                </a:cubicBezTo>
                <a:cubicBezTo>
                  <a:pt x="438177" y="628572"/>
                  <a:pt x="359059" y="747734"/>
                  <a:pt x="273077" y="861953"/>
                </a:cubicBezTo>
                <a:cubicBezTo>
                  <a:pt x="187095" y="976172"/>
                  <a:pt x="5330" y="1141132"/>
                  <a:pt x="89" y="1286155"/>
                </a:cubicBezTo>
                <a:cubicBezTo>
                  <a:pt x="-3443" y="1382588"/>
                  <a:pt x="98218" y="1462754"/>
                  <a:pt x="146087" y="1542638"/>
                </a:cubicBezTo>
                <a:cubicBezTo>
                  <a:pt x="193956" y="1622522"/>
                  <a:pt x="239970" y="1687747"/>
                  <a:pt x="287306" y="1765457"/>
                </a:cubicBezTo>
                <a:cubicBezTo>
                  <a:pt x="334642" y="1843167"/>
                  <a:pt x="359960" y="1966769"/>
                  <a:pt x="430103" y="2008901"/>
                </a:cubicBezTo>
                <a:cubicBezTo>
                  <a:pt x="500246" y="2051033"/>
                  <a:pt x="609076" y="2001554"/>
                  <a:pt x="708162" y="2018247"/>
                </a:cubicBezTo>
                <a:cubicBezTo>
                  <a:pt x="807248" y="2034940"/>
                  <a:pt x="900836" y="2101356"/>
                  <a:pt x="1024617" y="2109060"/>
                </a:cubicBezTo>
                <a:cubicBezTo>
                  <a:pt x="1148398" y="2116764"/>
                  <a:pt x="1338530" y="2116057"/>
                  <a:pt x="1450851" y="2064471"/>
                </a:cubicBezTo>
                <a:cubicBezTo>
                  <a:pt x="1563830" y="2012583"/>
                  <a:pt x="1651220" y="2010487"/>
                  <a:pt x="1762692" y="2036797"/>
                </a:cubicBezTo>
                <a:cubicBezTo>
                  <a:pt x="1876635" y="2063690"/>
                  <a:pt x="2018659" y="2045963"/>
                  <a:pt x="2138019" y="2071977"/>
                </a:cubicBezTo>
                <a:cubicBezTo>
                  <a:pt x="2257379" y="2097991"/>
                  <a:pt x="2354041" y="2238588"/>
                  <a:pt x="2478854" y="2192880"/>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15" name="Freeform: Shape 14">
            <a:extLst>
              <a:ext uri="{FF2B5EF4-FFF2-40B4-BE49-F238E27FC236}">
                <a16:creationId xmlns:a16="http://schemas.microsoft.com/office/drawing/2014/main" id="{533B41D3-01D6-B0FC-FEC3-93F01DD0A072}"/>
              </a:ext>
            </a:extLst>
          </p:cNvPr>
          <p:cNvSpPr/>
          <p:nvPr/>
        </p:nvSpPr>
        <p:spPr>
          <a:xfrm rot="19820490" flipV="1">
            <a:off x="10613825" y="4220718"/>
            <a:ext cx="2060245" cy="1807170"/>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231762 w 2166893"/>
              <a:gd name="connsiteY10" fmla="*/ 1055053 h 1232916"/>
              <a:gd name="connsiteX11" fmla="*/ 524683 w 2166893"/>
              <a:gd name="connsiteY11" fmla="*/ 1196248 h 1232916"/>
              <a:gd name="connsiteX12" fmla="*/ 627068 w 2166893"/>
              <a:gd name="connsiteY12" fmla="*/ 1212389 h 1232916"/>
              <a:gd name="connsiteX13" fmla="*/ 1017130 w 2166893"/>
              <a:gd name="connsiteY13" fmla="*/ 1229530 h 1232916"/>
              <a:gd name="connsiteX14" fmla="*/ 1282851 w 2166893"/>
              <a:gd name="connsiteY14" fmla="*/ 1153479 h 1232916"/>
              <a:gd name="connsiteX15" fmla="*/ 1535467 w 2166893"/>
              <a:gd name="connsiteY15" fmla="*/ 1205317 h 1232916"/>
              <a:gd name="connsiteX16" fmla="*/ 1846173 w 2166893"/>
              <a:gd name="connsiteY16" fmla="*/ 1158820 h 1232916"/>
              <a:gd name="connsiteX17" fmla="*/ 2166893 w 2166893"/>
              <a:gd name="connsiteY17" fmla="*/ 1202565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236964 w 2166893"/>
              <a:gd name="connsiteY10" fmla="*/ 1104303 h 1232916"/>
              <a:gd name="connsiteX11" fmla="*/ 524683 w 2166893"/>
              <a:gd name="connsiteY11" fmla="*/ 1196248 h 1232916"/>
              <a:gd name="connsiteX12" fmla="*/ 627068 w 2166893"/>
              <a:gd name="connsiteY12" fmla="*/ 1212389 h 1232916"/>
              <a:gd name="connsiteX13" fmla="*/ 1017130 w 2166893"/>
              <a:gd name="connsiteY13" fmla="*/ 1229530 h 1232916"/>
              <a:gd name="connsiteX14" fmla="*/ 1282851 w 2166893"/>
              <a:gd name="connsiteY14" fmla="*/ 1153479 h 1232916"/>
              <a:gd name="connsiteX15" fmla="*/ 1535467 w 2166893"/>
              <a:gd name="connsiteY15" fmla="*/ 1205317 h 1232916"/>
              <a:gd name="connsiteX16" fmla="*/ 1846173 w 2166893"/>
              <a:gd name="connsiteY16" fmla="*/ 1158820 h 1232916"/>
              <a:gd name="connsiteX17" fmla="*/ 2166893 w 2166893"/>
              <a:gd name="connsiteY17" fmla="*/ 1202565 h 1232916"/>
              <a:gd name="connsiteX0" fmla="*/ 1082818 w 2105322"/>
              <a:gd name="connsiteY0" fmla="*/ 0 h 1236112"/>
              <a:gd name="connsiteX1" fmla="*/ 1058427 w 2105322"/>
              <a:gd name="connsiteY1" fmla="*/ 200888 h 1236112"/>
              <a:gd name="connsiteX2" fmla="*/ 902551 w 2105322"/>
              <a:gd name="connsiteY2" fmla="*/ 299151 h 1236112"/>
              <a:gd name="connsiteX3" fmla="*/ 746675 w 2105322"/>
              <a:gd name="connsiteY3" fmla="*/ 299151 h 1236112"/>
              <a:gd name="connsiteX4" fmla="*/ 534419 w 2105322"/>
              <a:gd name="connsiteY4" fmla="*/ 263624 h 1236112"/>
              <a:gd name="connsiteX5" fmla="*/ 271026 w 2105322"/>
              <a:gd name="connsiteY5" fmla="*/ 274107 h 1236112"/>
              <a:gd name="connsiteX6" fmla="*/ 131304 w 2105322"/>
              <a:gd name="connsiteY6" fmla="*/ 345162 h 1236112"/>
              <a:gd name="connsiteX7" fmla="*/ 23786 w 2105322"/>
              <a:gd name="connsiteY7" fmla="*/ 481117 h 1236112"/>
              <a:gd name="connsiteX8" fmla="*/ 2282 w 2105322"/>
              <a:gd name="connsiteY8" fmla="*/ 644195 h 1236112"/>
              <a:gd name="connsiteX9" fmla="*/ 88298 w 2105322"/>
              <a:gd name="connsiteY9" fmla="*/ 884652 h 1236112"/>
              <a:gd name="connsiteX10" fmla="*/ 236964 w 2105322"/>
              <a:gd name="connsiteY10" fmla="*/ 1104303 h 1236112"/>
              <a:gd name="connsiteX11" fmla="*/ 524683 w 2105322"/>
              <a:gd name="connsiteY11" fmla="*/ 1196248 h 1236112"/>
              <a:gd name="connsiteX12" fmla="*/ 627068 w 2105322"/>
              <a:gd name="connsiteY12" fmla="*/ 1212389 h 1236112"/>
              <a:gd name="connsiteX13" fmla="*/ 1017130 w 2105322"/>
              <a:gd name="connsiteY13" fmla="*/ 1229530 h 1236112"/>
              <a:gd name="connsiteX14" fmla="*/ 1282851 w 2105322"/>
              <a:gd name="connsiteY14" fmla="*/ 1153479 h 1236112"/>
              <a:gd name="connsiteX15" fmla="*/ 1535467 w 2105322"/>
              <a:gd name="connsiteY15" fmla="*/ 1205317 h 1236112"/>
              <a:gd name="connsiteX16" fmla="*/ 1846173 w 2105322"/>
              <a:gd name="connsiteY16" fmla="*/ 1158820 h 1236112"/>
              <a:gd name="connsiteX17" fmla="*/ 2105322 w 2105322"/>
              <a:gd name="connsiteY17" fmla="*/ 1214783 h 1236112"/>
              <a:gd name="connsiteX0" fmla="*/ 1082818 w 2105322"/>
              <a:gd name="connsiteY0" fmla="*/ 0 h 1239231"/>
              <a:gd name="connsiteX1" fmla="*/ 1058427 w 2105322"/>
              <a:gd name="connsiteY1" fmla="*/ 200888 h 1239231"/>
              <a:gd name="connsiteX2" fmla="*/ 902551 w 2105322"/>
              <a:gd name="connsiteY2" fmla="*/ 299151 h 1239231"/>
              <a:gd name="connsiteX3" fmla="*/ 746675 w 2105322"/>
              <a:gd name="connsiteY3" fmla="*/ 299151 h 1239231"/>
              <a:gd name="connsiteX4" fmla="*/ 534419 w 2105322"/>
              <a:gd name="connsiteY4" fmla="*/ 263624 h 1239231"/>
              <a:gd name="connsiteX5" fmla="*/ 271026 w 2105322"/>
              <a:gd name="connsiteY5" fmla="*/ 274107 h 1239231"/>
              <a:gd name="connsiteX6" fmla="*/ 131304 w 2105322"/>
              <a:gd name="connsiteY6" fmla="*/ 345162 h 1239231"/>
              <a:gd name="connsiteX7" fmla="*/ 23786 w 2105322"/>
              <a:gd name="connsiteY7" fmla="*/ 481117 h 1239231"/>
              <a:gd name="connsiteX8" fmla="*/ 2282 w 2105322"/>
              <a:gd name="connsiteY8" fmla="*/ 644195 h 1239231"/>
              <a:gd name="connsiteX9" fmla="*/ 88298 w 2105322"/>
              <a:gd name="connsiteY9" fmla="*/ 884652 h 1239231"/>
              <a:gd name="connsiteX10" fmla="*/ 236964 w 2105322"/>
              <a:gd name="connsiteY10" fmla="*/ 1104303 h 1239231"/>
              <a:gd name="connsiteX11" fmla="*/ 524683 w 2105322"/>
              <a:gd name="connsiteY11" fmla="*/ 1196248 h 1239231"/>
              <a:gd name="connsiteX12" fmla="*/ 627068 w 2105322"/>
              <a:gd name="connsiteY12" fmla="*/ 1212389 h 1239231"/>
              <a:gd name="connsiteX13" fmla="*/ 1017130 w 2105322"/>
              <a:gd name="connsiteY13" fmla="*/ 1229530 h 1239231"/>
              <a:gd name="connsiteX14" fmla="*/ 1282851 w 2105322"/>
              <a:gd name="connsiteY14" fmla="*/ 1153479 h 1239231"/>
              <a:gd name="connsiteX15" fmla="*/ 1535467 w 2105322"/>
              <a:gd name="connsiteY15" fmla="*/ 1205317 h 1239231"/>
              <a:gd name="connsiteX16" fmla="*/ 1806744 w 2105322"/>
              <a:gd name="connsiteY16" fmla="*/ 1181272 h 1239231"/>
              <a:gd name="connsiteX17" fmla="*/ 2105322 w 2105322"/>
              <a:gd name="connsiteY17" fmla="*/ 1214783 h 1239231"/>
              <a:gd name="connsiteX0" fmla="*/ 1084705 w 2105322"/>
              <a:gd name="connsiteY0" fmla="*/ 0 h 1791793"/>
              <a:gd name="connsiteX1" fmla="*/ 1058427 w 2105322"/>
              <a:gd name="connsiteY1" fmla="*/ 753450 h 1791793"/>
              <a:gd name="connsiteX2" fmla="*/ 902551 w 2105322"/>
              <a:gd name="connsiteY2" fmla="*/ 851713 h 1791793"/>
              <a:gd name="connsiteX3" fmla="*/ 746675 w 2105322"/>
              <a:gd name="connsiteY3" fmla="*/ 851713 h 1791793"/>
              <a:gd name="connsiteX4" fmla="*/ 534419 w 2105322"/>
              <a:gd name="connsiteY4" fmla="*/ 816186 h 1791793"/>
              <a:gd name="connsiteX5" fmla="*/ 271026 w 2105322"/>
              <a:gd name="connsiteY5" fmla="*/ 826669 h 1791793"/>
              <a:gd name="connsiteX6" fmla="*/ 131304 w 2105322"/>
              <a:gd name="connsiteY6" fmla="*/ 897724 h 1791793"/>
              <a:gd name="connsiteX7" fmla="*/ 23786 w 2105322"/>
              <a:gd name="connsiteY7" fmla="*/ 1033679 h 1791793"/>
              <a:gd name="connsiteX8" fmla="*/ 2282 w 2105322"/>
              <a:gd name="connsiteY8" fmla="*/ 1196757 h 1791793"/>
              <a:gd name="connsiteX9" fmla="*/ 88298 w 2105322"/>
              <a:gd name="connsiteY9" fmla="*/ 1437214 h 1791793"/>
              <a:gd name="connsiteX10" fmla="*/ 236964 w 2105322"/>
              <a:gd name="connsiteY10" fmla="*/ 1656865 h 1791793"/>
              <a:gd name="connsiteX11" fmla="*/ 524683 w 2105322"/>
              <a:gd name="connsiteY11" fmla="*/ 1748810 h 1791793"/>
              <a:gd name="connsiteX12" fmla="*/ 627068 w 2105322"/>
              <a:gd name="connsiteY12" fmla="*/ 1764951 h 1791793"/>
              <a:gd name="connsiteX13" fmla="*/ 1017130 w 2105322"/>
              <a:gd name="connsiteY13" fmla="*/ 1782092 h 1791793"/>
              <a:gd name="connsiteX14" fmla="*/ 1282851 w 2105322"/>
              <a:gd name="connsiteY14" fmla="*/ 1706041 h 1791793"/>
              <a:gd name="connsiteX15" fmla="*/ 1535467 w 2105322"/>
              <a:gd name="connsiteY15" fmla="*/ 1757879 h 1791793"/>
              <a:gd name="connsiteX16" fmla="*/ 1806744 w 2105322"/>
              <a:gd name="connsiteY16" fmla="*/ 1733834 h 1791793"/>
              <a:gd name="connsiteX17" fmla="*/ 2105322 w 2105322"/>
              <a:gd name="connsiteY17" fmla="*/ 1767345 h 1791793"/>
              <a:gd name="connsiteX0" fmla="*/ 1084705 w 2105322"/>
              <a:gd name="connsiteY0" fmla="*/ 0 h 1791793"/>
              <a:gd name="connsiteX1" fmla="*/ 1007126 w 2105322"/>
              <a:gd name="connsiteY1" fmla="*/ 485707 h 1791793"/>
              <a:gd name="connsiteX2" fmla="*/ 902551 w 2105322"/>
              <a:gd name="connsiteY2" fmla="*/ 851713 h 1791793"/>
              <a:gd name="connsiteX3" fmla="*/ 746675 w 2105322"/>
              <a:gd name="connsiteY3" fmla="*/ 851713 h 1791793"/>
              <a:gd name="connsiteX4" fmla="*/ 534419 w 2105322"/>
              <a:gd name="connsiteY4" fmla="*/ 816186 h 1791793"/>
              <a:gd name="connsiteX5" fmla="*/ 271026 w 2105322"/>
              <a:gd name="connsiteY5" fmla="*/ 826669 h 1791793"/>
              <a:gd name="connsiteX6" fmla="*/ 131304 w 2105322"/>
              <a:gd name="connsiteY6" fmla="*/ 897724 h 1791793"/>
              <a:gd name="connsiteX7" fmla="*/ 23786 w 2105322"/>
              <a:gd name="connsiteY7" fmla="*/ 1033679 h 1791793"/>
              <a:gd name="connsiteX8" fmla="*/ 2282 w 2105322"/>
              <a:gd name="connsiteY8" fmla="*/ 1196757 h 1791793"/>
              <a:gd name="connsiteX9" fmla="*/ 88298 w 2105322"/>
              <a:gd name="connsiteY9" fmla="*/ 1437214 h 1791793"/>
              <a:gd name="connsiteX10" fmla="*/ 236964 w 2105322"/>
              <a:gd name="connsiteY10" fmla="*/ 1656865 h 1791793"/>
              <a:gd name="connsiteX11" fmla="*/ 524683 w 2105322"/>
              <a:gd name="connsiteY11" fmla="*/ 1748810 h 1791793"/>
              <a:gd name="connsiteX12" fmla="*/ 627068 w 2105322"/>
              <a:gd name="connsiteY12" fmla="*/ 1764951 h 1791793"/>
              <a:gd name="connsiteX13" fmla="*/ 1017130 w 2105322"/>
              <a:gd name="connsiteY13" fmla="*/ 1782092 h 1791793"/>
              <a:gd name="connsiteX14" fmla="*/ 1282851 w 2105322"/>
              <a:gd name="connsiteY14" fmla="*/ 1706041 h 1791793"/>
              <a:gd name="connsiteX15" fmla="*/ 1535467 w 2105322"/>
              <a:gd name="connsiteY15" fmla="*/ 1757879 h 1791793"/>
              <a:gd name="connsiteX16" fmla="*/ 1806744 w 2105322"/>
              <a:gd name="connsiteY16" fmla="*/ 1733834 h 1791793"/>
              <a:gd name="connsiteX17" fmla="*/ 2105322 w 2105322"/>
              <a:gd name="connsiteY17" fmla="*/ 1767345 h 1791793"/>
              <a:gd name="connsiteX0" fmla="*/ 1084705 w 2105322"/>
              <a:gd name="connsiteY0" fmla="*/ 0 h 1791793"/>
              <a:gd name="connsiteX1" fmla="*/ 1007126 w 2105322"/>
              <a:gd name="connsiteY1" fmla="*/ 485707 h 1791793"/>
              <a:gd name="connsiteX2" fmla="*/ 978395 w 2105322"/>
              <a:gd name="connsiteY2" fmla="*/ 704100 h 1791793"/>
              <a:gd name="connsiteX3" fmla="*/ 746675 w 2105322"/>
              <a:gd name="connsiteY3" fmla="*/ 851713 h 1791793"/>
              <a:gd name="connsiteX4" fmla="*/ 534419 w 2105322"/>
              <a:gd name="connsiteY4" fmla="*/ 816186 h 1791793"/>
              <a:gd name="connsiteX5" fmla="*/ 271026 w 2105322"/>
              <a:gd name="connsiteY5" fmla="*/ 826669 h 1791793"/>
              <a:gd name="connsiteX6" fmla="*/ 131304 w 2105322"/>
              <a:gd name="connsiteY6" fmla="*/ 897724 h 1791793"/>
              <a:gd name="connsiteX7" fmla="*/ 23786 w 2105322"/>
              <a:gd name="connsiteY7" fmla="*/ 1033679 h 1791793"/>
              <a:gd name="connsiteX8" fmla="*/ 2282 w 2105322"/>
              <a:gd name="connsiteY8" fmla="*/ 1196757 h 1791793"/>
              <a:gd name="connsiteX9" fmla="*/ 88298 w 2105322"/>
              <a:gd name="connsiteY9" fmla="*/ 1437214 h 1791793"/>
              <a:gd name="connsiteX10" fmla="*/ 236964 w 2105322"/>
              <a:gd name="connsiteY10" fmla="*/ 1656865 h 1791793"/>
              <a:gd name="connsiteX11" fmla="*/ 524683 w 2105322"/>
              <a:gd name="connsiteY11" fmla="*/ 1748810 h 1791793"/>
              <a:gd name="connsiteX12" fmla="*/ 627068 w 2105322"/>
              <a:gd name="connsiteY12" fmla="*/ 1764951 h 1791793"/>
              <a:gd name="connsiteX13" fmla="*/ 1017130 w 2105322"/>
              <a:gd name="connsiteY13" fmla="*/ 1782092 h 1791793"/>
              <a:gd name="connsiteX14" fmla="*/ 1282851 w 2105322"/>
              <a:gd name="connsiteY14" fmla="*/ 1706041 h 1791793"/>
              <a:gd name="connsiteX15" fmla="*/ 1535467 w 2105322"/>
              <a:gd name="connsiteY15" fmla="*/ 1757879 h 1791793"/>
              <a:gd name="connsiteX16" fmla="*/ 1806744 w 2105322"/>
              <a:gd name="connsiteY16" fmla="*/ 1733834 h 1791793"/>
              <a:gd name="connsiteX17" fmla="*/ 2105322 w 2105322"/>
              <a:gd name="connsiteY17" fmla="*/ 1767345 h 1791793"/>
              <a:gd name="connsiteX0" fmla="*/ 1084705 w 2105322"/>
              <a:gd name="connsiteY0" fmla="*/ 0 h 1791793"/>
              <a:gd name="connsiteX1" fmla="*/ 1007126 w 2105322"/>
              <a:gd name="connsiteY1" fmla="*/ 485707 h 1791793"/>
              <a:gd name="connsiteX2" fmla="*/ 978395 w 2105322"/>
              <a:gd name="connsiteY2" fmla="*/ 704100 h 1791793"/>
              <a:gd name="connsiteX3" fmla="*/ 534419 w 2105322"/>
              <a:gd name="connsiteY3" fmla="*/ 816186 h 1791793"/>
              <a:gd name="connsiteX4" fmla="*/ 271026 w 2105322"/>
              <a:gd name="connsiteY4" fmla="*/ 826669 h 1791793"/>
              <a:gd name="connsiteX5" fmla="*/ 131304 w 2105322"/>
              <a:gd name="connsiteY5" fmla="*/ 897724 h 1791793"/>
              <a:gd name="connsiteX6" fmla="*/ 23786 w 2105322"/>
              <a:gd name="connsiteY6" fmla="*/ 1033679 h 1791793"/>
              <a:gd name="connsiteX7" fmla="*/ 2282 w 2105322"/>
              <a:gd name="connsiteY7" fmla="*/ 1196757 h 1791793"/>
              <a:gd name="connsiteX8" fmla="*/ 88298 w 2105322"/>
              <a:gd name="connsiteY8" fmla="*/ 1437214 h 1791793"/>
              <a:gd name="connsiteX9" fmla="*/ 236964 w 2105322"/>
              <a:gd name="connsiteY9" fmla="*/ 1656865 h 1791793"/>
              <a:gd name="connsiteX10" fmla="*/ 524683 w 2105322"/>
              <a:gd name="connsiteY10" fmla="*/ 1748810 h 1791793"/>
              <a:gd name="connsiteX11" fmla="*/ 627068 w 2105322"/>
              <a:gd name="connsiteY11" fmla="*/ 1764951 h 1791793"/>
              <a:gd name="connsiteX12" fmla="*/ 1017130 w 2105322"/>
              <a:gd name="connsiteY12" fmla="*/ 1782092 h 1791793"/>
              <a:gd name="connsiteX13" fmla="*/ 1282851 w 2105322"/>
              <a:gd name="connsiteY13" fmla="*/ 1706041 h 1791793"/>
              <a:gd name="connsiteX14" fmla="*/ 1535467 w 2105322"/>
              <a:gd name="connsiteY14" fmla="*/ 1757879 h 1791793"/>
              <a:gd name="connsiteX15" fmla="*/ 1806744 w 2105322"/>
              <a:gd name="connsiteY15" fmla="*/ 1733834 h 1791793"/>
              <a:gd name="connsiteX16" fmla="*/ 2105322 w 2105322"/>
              <a:gd name="connsiteY16" fmla="*/ 1767345 h 1791793"/>
              <a:gd name="connsiteX0" fmla="*/ 1084705 w 2105322"/>
              <a:gd name="connsiteY0" fmla="*/ 0 h 1791793"/>
              <a:gd name="connsiteX1" fmla="*/ 1007126 w 2105322"/>
              <a:gd name="connsiteY1" fmla="*/ 485707 h 1791793"/>
              <a:gd name="connsiteX2" fmla="*/ 864049 w 2105322"/>
              <a:gd name="connsiteY2" fmla="*/ 726789 h 1791793"/>
              <a:gd name="connsiteX3" fmla="*/ 534419 w 2105322"/>
              <a:gd name="connsiteY3" fmla="*/ 816186 h 1791793"/>
              <a:gd name="connsiteX4" fmla="*/ 271026 w 2105322"/>
              <a:gd name="connsiteY4" fmla="*/ 826669 h 1791793"/>
              <a:gd name="connsiteX5" fmla="*/ 131304 w 2105322"/>
              <a:gd name="connsiteY5" fmla="*/ 897724 h 1791793"/>
              <a:gd name="connsiteX6" fmla="*/ 23786 w 2105322"/>
              <a:gd name="connsiteY6" fmla="*/ 1033679 h 1791793"/>
              <a:gd name="connsiteX7" fmla="*/ 2282 w 2105322"/>
              <a:gd name="connsiteY7" fmla="*/ 1196757 h 1791793"/>
              <a:gd name="connsiteX8" fmla="*/ 88298 w 2105322"/>
              <a:gd name="connsiteY8" fmla="*/ 1437214 h 1791793"/>
              <a:gd name="connsiteX9" fmla="*/ 236964 w 2105322"/>
              <a:gd name="connsiteY9" fmla="*/ 1656865 h 1791793"/>
              <a:gd name="connsiteX10" fmla="*/ 524683 w 2105322"/>
              <a:gd name="connsiteY10" fmla="*/ 1748810 h 1791793"/>
              <a:gd name="connsiteX11" fmla="*/ 627068 w 2105322"/>
              <a:gd name="connsiteY11" fmla="*/ 1764951 h 1791793"/>
              <a:gd name="connsiteX12" fmla="*/ 1017130 w 2105322"/>
              <a:gd name="connsiteY12" fmla="*/ 1782092 h 1791793"/>
              <a:gd name="connsiteX13" fmla="*/ 1282851 w 2105322"/>
              <a:gd name="connsiteY13" fmla="*/ 1706041 h 1791793"/>
              <a:gd name="connsiteX14" fmla="*/ 1535467 w 2105322"/>
              <a:gd name="connsiteY14" fmla="*/ 1757879 h 1791793"/>
              <a:gd name="connsiteX15" fmla="*/ 1806744 w 2105322"/>
              <a:gd name="connsiteY15" fmla="*/ 1733834 h 1791793"/>
              <a:gd name="connsiteX16" fmla="*/ 2105322 w 2105322"/>
              <a:gd name="connsiteY16" fmla="*/ 1767345 h 1791793"/>
              <a:gd name="connsiteX0" fmla="*/ 1084705 w 2105322"/>
              <a:gd name="connsiteY0" fmla="*/ 0 h 1791793"/>
              <a:gd name="connsiteX1" fmla="*/ 1007126 w 2105322"/>
              <a:gd name="connsiteY1" fmla="*/ 485707 h 1791793"/>
              <a:gd name="connsiteX2" fmla="*/ 864049 w 2105322"/>
              <a:gd name="connsiteY2" fmla="*/ 726789 h 1791793"/>
              <a:gd name="connsiteX3" fmla="*/ 534419 w 2105322"/>
              <a:gd name="connsiteY3" fmla="*/ 816186 h 1791793"/>
              <a:gd name="connsiteX4" fmla="*/ 265175 w 2105322"/>
              <a:gd name="connsiteY4" fmla="*/ 741895 h 1791793"/>
              <a:gd name="connsiteX5" fmla="*/ 131304 w 2105322"/>
              <a:gd name="connsiteY5" fmla="*/ 897724 h 1791793"/>
              <a:gd name="connsiteX6" fmla="*/ 23786 w 2105322"/>
              <a:gd name="connsiteY6" fmla="*/ 1033679 h 1791793"/>
              <a:gd name="connsiteX7" fmla="*/ 2282 w 2105322"/>
              <a:gd name="connsiteY7" fmla="*/ 1196757 h 1791793"/>
              <a:gd name="connsiteX8" fmla="*/ 88298 w 2105322"/>
              <a:gd name="connsiteY8" fmla="*/ 1437214 h 1791793"/>
              <a:gd name="connsiteX9" fmla="*/ 236964 w 2105322"/>
              <a:gd name="connsiteY9" fmla="*/ 1656865 h 1791793"/>
              <a:gd name="connsiteX10" fmla="*/ 524683 w 2105322"/>
              <a:gd name="connsiteY10" fmla="*/ 1748810 h 1791793"/>
              <a:gd name="connsiteX11" fmla="*/ 627068 w 2105322"/>
              <a:gd name="connsiteY11" fmla="*/ 1764951 h 1791793"/>
              <a:gd name="connsiteX12" fmla="*/ 1017130 w 2105322"/>
              <a:gd name="connsiteY12" fmla="*/ 1782092 h 1791793"/>
              <a:gd name="connsiteX13" fmla="*/ 1282851 w 2105322"/>
              <a:gd name="connsiteY13" fmla="*/ 1706041 h 1791793"/>
              <a:gd name="connsiteX14" fmla="*/ 1535467 w 2105322"/>
              <a:gd name="connsiteY14" fmla="*/ 1757879 h 1791793"/>
              <a:gd name="connsiteX15" fmla="*/ 1806744 w 2105322"/>
              <a:gd name="connsiteY15" fmla="*/ 1733834 h 1791793"/>
              <a:gd name="connsiteX16" fmla="*/ 2105322 w 2105322"/>
              <a:gd name="connsiteY16" fmla="*/ 1767345 h 1791793"/>
              <a:gd name="connsiteX0" fmla="*/ 1084705 w 2105322"/>
              <a:gd name="connsiteY0" fmla="*/ 0 h 1791793"/>
              <a:gd name="connsiteX1" fmla="*/ 1007126 w 2105322"/>
              <a:gd name="connsiteY1" fmla="*/ 485707 h 1791793"/>
              <a:gd name="connsiteX2" fmla="*/ 864049 w 2105322"/>
              <a:gd name="connsiteY2" fmla="*/ 726789 h 1791793"/>
              <a:gd name="connsiteX3" fmla="*/ 534419 w 2105322"/>
              <a:gd name="connsiteY3" fmla="*/ 816186 h 1791793"/>
              <a:gd name="connsiteX4" fmla="*/ 265175 w 2105322"/>
              <a:gd name="connsiteY4" fmla="*/ 741895 h 1791793"/>
              <a:gd name="connsiteX5" fmla="*/ 131304 w 2105322"/>
              <a:gd name="connsiteY5" fmla="*/ 897724 h 1791793"/>
              <a:gd name="connsiteX6" fmla="*/ 23786 w 2105322"/>
              <a:gd name="connsiteY6" fmla="*/ 1033679 h 1791793"/>
              <a:gd name="connsiteX7" fmla="*/ 2282 w 2105322"/>
              <a:gd name="connsiteY7" fmla="*/ 1196757 h 1791793"/>
              <a:gd name="connsiteX8" fmla="*/ 88298 w 2105322"/>
              <a:gd name="connsiteY8" fmla="*/ 1437214 h 1791793"/>
              <a:gd name="connsiteX9" fmla="*/ 283988 w 2105322"/>
              <a:gd name="connsiteY9" fmla="*/ 1727985 h 1791793"/>
              <a:gd name="connsiteX10" fmla="*/ 524683 w 2105322"/>
              <a:gd name="connsiteY10" fmla="*/ 1748810 h 1791793"/>
              <a:gd name="connsiteX11" fmla="*/ 627068 w 2105322"/>
              <a:gd name="connsiteY11" fmla="*/ 1764951 h 1791793"/>
              <a:gd name="connsiteX12" fmla="*/ 1017130 w 2105322"/>
              <a:gd name="connsiteY12" fmla="*/ 1782092 h 1791793"/>
              <a:gd name="connsiteX13" fmla="*/ 1282851 w 2105322"/>
              <a:gd name="connsiteY13" fmla="*/ 1706041 h 1791793"/>
              <a:gd name="connsiteX14" fmla="*/ 1535467 w 2105322"/>
              <a:gd name="connsiteY14" fmla="*/ 1757879 h 1791793"/>
              <a:gd name="connsiteX15" fmla="*/ 1806744 w 2105322"/>
              <a:gd name="connsiteY15" fmla="*/ 1733834 h 1791793"/>
              <a:gd name="connsiteX16" fmla="*/ 2105322 w 2105322"/>
              <a:gd name="connsiteY16" fmla="*/ 1767345 h 1791793"/>
              <a:gd name="connsiteX0" fmla="*/ 1084705 w 2105322"/>
              <a:gd name="connsiteY0" fmla="*/ 0 h 1791793"/>
              <a:gd name="connsiteX1" fmla="*/ 1007126 w 2105322"/>
              <a:gd name="connsiteY1" fmla="*/ 485707 h 1791793"/>
              <a:gd name="connsiteX2" fmla="*/ 864049 w 2105322"/>
              <a:gd name="connsiteY2" fmla="*/ 726789 h 1791793"/>
              <a:gd name="connsiteX3" fmla="*/ 534419 w 2105322"/>
              <a:gd name="connsiteY3" fmla="*/ 816186 h 1791793"/>
              <a:gd name="connsiteX4" fmla="*/ 265175 w 2105322"/>
              <a:gd name="connsiteY4" fmla="*/ 741895 h 1791793"/>
              <a:gd name="connsiteX5" fmla="*/ 131304 w 2105322"/>
              <a:gd name="connsiteY5" fmla="*/ 897724 h 1791793"/>
              <a:gd name="connsiteX6" fmla="*/ 23786 w 2105322"/>
              <a:gd name="connsiteY6" fmla="*/ 1033679 h 1791793"/>
              <a:gd name="connsiteX7" fmla="*/ 2282 w 2105322"/>
              <a:gd name="connsiteY7" fmla="*/ 1196757 h 1791793"/>
              <a:gd name="connsiteX8" fmla="*/ 123482 w 2105322"/>
              <a:gd name="connsiteY8" fmla="*/ 1430231 h 1791793"/>
              <a:gd name="connsiteX9" fmla="*/ 283988 w 2105322"/>
              <a:gd name="connsiteY9" fmla="*/ 1727985 h 1791793"/>
              <a:gd name="connsiteX10" fmla="*/ 524683 w 2105322"/>
              <a:gd name="connsiteY10" fmla="*/ 1748810 h 1791793"/>
              <a:gd name="connsiteX11" fmla="*/ 627068 w 2105322"/>
              <a:gd name="connsiteY11" fmla="*/ 1764951 h 1791793"/>
              <a:gd name="connsiteX12" fmla="*/ 1017130 w 2105322"/>
              <a:gd name="connsiteY12" fmla="*/ 1782092 h 1791793"/>
              <a:gd name="connsiteX13" fmla="*/ 1282851 w 2105322"/>
              <a:gd name="connsiteY13" fmla="*/ 1706041 h 1791793"/>
              <a:gd name="connsiteX14" fmla="*/ 1535467 w 2105322"/>
              <a:gd name="connsiteY14" fmla="*/ 1757879 h 1791793"/>
              <a:gd name="connsiteX15" fmla="*/ 1806744 w 2105322"/>
              <a:gd name="connsiteY15" fmla="*/ 1733834 h 1791793"/>
              <a:gd name="connsiteX16" fmla="*/ 2105322 w 2105322"/>
              <a:gd name="connsiteY16" fmla="*/ 1767345 h 1791793"/>
              <a:gd name="connsiteX0" fmla="*/ 1148908 w 2169525"/>
              <a:gd name="connsiteY0" fmla="*/ 0 h 1791793"/>
              <a:gd name="connsiteX1" fmla="*/ 1071329 w 2169525"/>
              <a:gd name="connsiteY1" fmla="*/ 485707 h 1791793"/>
              <a:gd name="connsiteX2" fmla="*/ 928252 w 2169525"/>
              <a:gd name="connsiteY2" fmla="*/ 726789 h 1791793"/>
              <a:gd name="connsiteX3" fmla="*/ 598622 w 2169525"/>
              <a:gd name="connsiteY3" fmla="*/ 816186 h 1791793"/>
              <a:gd name="connsiteX4" fmla="*/ 329378 w 2169525"/>
              <a:gd name="connsiteY4" fmla="*/ 741895 h 1791793"/>
              <a:gd name="connsiteX5" fmla="*/ 195507 w 2169525"/>
              <a:gd name="connsiteY5" fmla="*/ 897724 h 1791793"/>
              <a:gd name="connsiteX6" fmla="*/ 87989 w 2169525"/>
              <a:gd name="connsiteY6" fmla="*/ 1033679 h 1791793"/>
              <a:gd name="connsiteX7" fmla="*/ 397 w 2169525"/>
              <a:gd name="connsiteY7" fmla="*/ 1172388 h 1791793"/>
              <a:gd name="connsiteX8" fmla="*/ 187685 w 2169525"/>
              <a:gd name="connsiteY8" fmla="*/ 1430231 h 1791793"/>
              <a:gd name="connsiteX9" fmla="*/ 348191 w 2169525"/>
              <a:gd name="connsiteY9" fmla="*/ 1727985 h 1791793"/>
              <a:gd name="connsiteX10" fmla="*/ 588886 w 2169525"/>
              <a:gd name="connsiteY10" fmla="*/ 1748810 h 1791793"/>
              <a:gd name="connsiteX11" fmla="*/ 691271 w 2169525"/>
              <a:gd name="connsiteY11" fmla="*/ 1764951 h 1791793"/>
              <a:gd name="connsiteX12" fmla="*/ 1081333 w 2169525"/>
              <a:gd name="connsiteY12" fmla="*/ 1782092 h 1791793"/>
              <a:gd name="connsiteX13" fmla="*/ 1347054 w 2169525"/>
              <a:gd name="connsiteY13" fmla="*/ 1706041 h 1791793"/>
              <a:gd name="connsiteX14" fmla="*/ 1599670 w 2169525"/>
              <a:gd name="connsiteY14" fmla="*/ 1757879 h 1791793"/>
              <a:gd name="connsiteX15" fmla="*/ 1870947 w 2169525"/>
              <a:gd name="connsiteY15" fmla="*/ 1733834 h 1791793"/>
              <a:gd name="connsiteX16" fmla="*/ 2169525 w 2169525"/>
              <a:gd name="connsiteY16" fmla="*/ 1767345 h 1791793"/>
              <a:gd name="connsiteX0" fmla="*/ 1148908 w 2169525"/>
              <a:gd name="connsiteY0" fmla="*/ 0 h 1791793"/>
              <a:gd name="connsiteX1" fmla="*/ 1071329 w 2169525"/>
              <a:gd name="connsiteY1" fmla="*/ 485707 h 1791793"/>
              <a:gd name="connsiteX2" fmla="*/ 928252 w 2169525"/>
              <a:gd name="connsiteY2" fmla="*/ 726789 h 1791793"/>
              <a:gd name="connsiteX3" fmla="*/ 598622 w 2169525"/>
              <a:gd name="connsiteY3" fmla="*/ 816186 h 1791793"/>
              <a:gd name="connsiteX4" fmla="*/ 329378 w 2169525"/>
              <a:gd name="connsiteY4" fmla="*/ 741895 h 1791793"/>
              <a:gd name="connsiteX5" fmla="*/ 195507 w 2169525"/>
              <a:gd name="connsiteY5" fmla="*/ 897724 h 1791793"/>
              <a:gd name="connsiteX6" fmla="*/ 87989 w 2169525"/>
              <a:gd name="connsiteY6" fmla="*/ 1033679 h 1791793"/>
              <a:gd name="connsiteX7" fmla="*/ 397 w 2169525"/>
              <a:gd name="connsiteY7" fmla="*/ 1172388 h 1791793"/>
              <a:gd name="connsiteX8" fmla="*/ 187685 w 2169525"/>
              <a:gd name="connsiteY8" fmla="*/ 1430231 h 1791793"/>
              <a:gd name="connsiteX9" fmla="*/ 348191 w 2169525"/>
              <a:gd name="connsiteY9" fmla="*/ 1727985 h 1791793"/>
              <a:gd name="connsiteX10" fmla="*/ 588886 w 2169525"/>
              <a:gd name="connsiteY10" fmla="*/ 1748810 h 1791793"/>
              <a:gd name="connsiteX11" fmla="*/ 1081333 w 2169525"/>
              <a:gd name="connsiteY11" fmla="*/ 1782092 h 1791793"/>
              <a:gd name="connsiteX12" fmla="*/ 1347054 w 2169525"/>
              <a:gd name="connsiteY12" fmla="*/ 1706041 h 1791793"/>
              <a:gd name="connsiteX13" fmla="*/ 1599670 w 2169525"/>
              <a:gd name="connsiteY13" fmla="*/ 1757879 h 1791793"/>
              <a:gd name="connsiteX14" fmla="*/ 1870947 w 2169525"/>
              <a:gd name="connsiteY14" fmla="*/ 1733834 h 1791793"/>
              <a:gd name="connsiteX15" fmla="*/ 2169525 w 2169525"/>
              <a:gd name="connsiteY15" fmla="*/ 1767345 h 1791793"/>
              <a:gd name="connsiteX0" fmla="*/ 1148908 w 2169525"/>
              <a:gd name="connsiteY0" fmla="*/ 0 h 1791793"/>
              <a:gd name="connsiteX1" fmla="*/ 1071329 w 2169525"/>
              <a:gd name="connsiteY1" fmla="*/ 485707 h 1791793"/>
              <a:gd name="connsiteX2" fmla="*/ 928252 w 2169525"/>
              <a:gd name="connsiteY2" fmla="*/ 726789 h 1791793"/>
              <a:gd name="connsiteX3" fmla="*/ 598622 w 2169525"/>
              <a:gd name="connsiteY3" fmla="*/ 816186 h 1791793"/>
              <a:gd name="connsiteX4" fmla="*/ 329378 w 2169525"/>
              <a:gd name="connsiteY4" fmla="*/ 741895 h 1791793"/>
              <a:gd name="connsiteX5" fmla="*/ 195507 w 2169525"/>
              <a:gd name="connsiteY5" fmla="*/ 897724 h 1791793"/>
              <a:gd name="connsiteX6" fmla="*/ 87989 w 2169525"/>
              <a:gd name="connsiteY6" fmla="*/ 1033679 h 1791793"/>
              <a:gd name="connsiteX7" fmla="*/ 397 w 2169525"/>
              <a:gd name="connsiteY7" fmla="*/ 1172388 h 1791793"/>
              <a:gd name="connsiteX8" fmla="*/ 187685 w 2169525"/>
              <a:gd name="connsiteY8" fmla="*/ 1430231 h 1791793"/>
              <a:gd name="connsiteX9" fmla="*/ 348191 w 2169525"/>
              <a:gd name="connsiteY9" fmla="*/ 1727985 h 1791793"/>
              <a:gd name="connsiteX10" fmla="*/ 640013 w 2169525"/>
              <a:gd name="connsiteY10" fmla="*/ 1674139 h 1791793"/>
              <a:gd name="connsiteX11" fmla="*/ 1081333 w 2169525"/>
              <a:gd name="connsiteY11" fmla="*/ 1782092 h 1791793"/>
              <a:gd name="connsiteX12" fmla="*/ 1347054 w 2169525"/>
              <a:gd name="connsiteY12" fmla="*/ 1706041 h 1791793"/>
              <a:gd name="connsiteX13" fmla="*/ 1599670 w 2169525"/>
              <a:gd name="connsiteY13" fmla="*/ 1757879 h 1791793"/>
              <a:gd name="connsiteX14" fmla="*/ 1870947 w 2169525"/>
              <a:gd name="connsiteY14" fmla="*/ 1733834 h 1791793"/>
              <a:gd name="connsiteX15" fmla="*/ 2169525 w 2169525"/>
              <a:gd name="connsiteY15" fmla="*/ 1767345 h 1791793"/>
              <a:gd name="connsiteX0" fmla="*/ 1148908 w 2169525"/>
              <a:gd name="connsiteY0" fmla="*/ 0 h 1791793"/>
              <a:gd name="connsiteX1" fmla="*/ 1071329 w 2169525"/>
              <a:gd name="connsiteY1" fmla="*/ 485707 h 1791793"/>
              <a:gd name="connsiteX2" fmla="*/ 928252 w 2169525"/>
              <a:gd name="connsiteY2" fmla="*/ 726789 h 1791793"/>
              <a:gd name="connsiteX3" fmla="*/ 598622 w 2169525"/>
              <a:gd name="connsiteY3" fmla="*/ 816186 h 1791793"/>
              <a:gd name="connsiteX4" fmla="*/ 329378 w 2169525"/>
              <a:gd name="connsiteY4" fmla="*/ 741895 h 1791793"/>
              <a:gd name="connsiteX5" fmla="*/ 195507 w 2169525"/>
              <a:gd name="connsiteY5" fmla="*/ 897724 h 1791793"/>
              <a:gd name="connsiteX6" fmla="*/ 87989 w 2169525"/>
              <a:gd name="connsiteY6" fmla="*/ 1033679 h 1791793"/>
              <a:gd name="connsiteX7" fmla="*/ 397 w 2169525"/>
              <a:gd name="connsiteY7" fmla="*/ 1172388 h 1791793"/>
              <a:gd name="connsiteX8" fmla="*/ 187685 w 2169525"/>
              <a:gd name="connsiteY8" fmla="*/ 1430231 h 1791793"/>
              <a:gd name="connsiteX9" fmla="*/ 368180 w 2169525"/>
              <a:gd name="connsiteY9" fmla="*/ 1678639 h 1791793"/>
              <a:gd name="connsiteX10" fmla="*/ 640013 w 2169525"/>
              <a:gd name="connsiteY10" fmla="*/ 1674139 h 1791793"/>
              <a:gd name="connsiteX11" fmla="*/ 1081333 w 2169525"/>
              <a:gd name="connsiteY11" fmla="*/ 1782092 h 1791793"/>
              <a:gd name="connsiteX12" fmla="*/ 1347054 w 2169525"/>
              <a:gd name="connsiteY12" fmla="*/ 1706041 h 1791793"/>
              <a:gd name="connsiteX13" fmla="*/ 1599670 w 2169525"/>
              <a:gd name="connsiteY13" fmla="*/ 1757879 h 1791793"/>
              <a:gd name="connsiteX14" fmla="*/ 1870947 w 2169525"/>
              <a:gd name="connsiteY14" fmla="*/ 1733834 h 1791793"/>
              <a:gd name="connsiteX15" fmla="*/ 2169525 w 2169525"/>
              <a:gd name="connsiteY15" fmla="*/ 1767345 h 1791793"/>
              <a:gd name="connsiteX0" fmla="*/ 1148908 w 2169525"/>
              <a:gd name="connsiteY0" fmla="*/ 0 h 1791793"/>
              <a:gd name="connsiteX1" fmla="*/ 1071329 w 2169525"/>
              <a:gd name="connsiteY1" fmla="*/ 485707 h 1791793"/>
              <a:gd name="connsiteX2" fmla="*/ 928252 w 2169525"/>
              <a:gd name="connsiteY2" fmla="*/ 726789 h 1791793"/>
              <a:gd name="connsiteX3" fmla="*/ 598622 w 2169525"/>
              <a:gd name="connsiteY3" fmla="*/ 816186 h 1791793"/>
              <a:gd name="connsiteX4" fmla="*/ 307611 w 2169525"/>
              <a:gd name="connsiteY4" fmla="*/ 703669 h 1791793"/>
              <a:gd name="connsiteX5" fmla="*/ 195507 w 2169525"/>
              <a:gd name="connsiteY5" fmla="*/ 897724 h 1791793"/>
              <a:gd name="connsiteX6" fmla="*/ 87989 w 2169525"/>
              <a:gd name="connsiteY6" fmla="*/ 1033679 h 1791793"/>
              <a:gd name="connsiteX7" fmla="*/ 397 w 2169525"/>
              <a:gd name="connsiteY7" fmla="*/ 1172388 h 1791793"/>
              <a:gd name="connsiteX8" fmla="*/ 187685 w 2169525"/>
              <a:gd name="connsiteY8" fmla="*/ 1430231 h 1791793"/>
              <a:gd name="connsiteX9" fmla="*/ 368180 w 2169525"/>
              <a:gd name="connsiteY9" fmla="*/ 1678639 h 1791793"/>
              <a:gd name="connsiteX10" fmla="*/ 640013 w 2169525"/>
              <a:gd name="connsiteY10" fmla="*/ 1674139 h 1791793"/>
              <a:gd name="connsiteX11" fmla="*/ 1081333 w 2169525"/>
              <a:gd name="connsiteY11" fmla="*/ 1782092 h 1791793"/>
              <a:gd name="connsiteX12" fmla="*/ 1347054 w 2169525"/>
              <a:gd name="connsiteY12" fmla="*/ 1706041 h 1791793"/>
              <a:gd name="connsiteX13" fmla="*/ 1599670 w 2169525"/>
              <a:gd name="connsiteY13" fmla="*/ 1757879 h 1791793"/>
              <a:gd name="connsiteX14" fmla="*/ 1870947 w 2169525"/>
              <a:gd name="connsiteY14" fmla="*/ 1733834 h 1791793"/>
              <a:gd name="connsiteX15" fmla="*/ 2169525 w 2169525"/>
              <a:gd name="connsiteY15" fmla="*/ 1767345 h 1791793"/>
              <a:gd name="connsiteX0" fmla="*/ 1149059 w 2169676"/>
              <a:gd name="connsiteY0" fmla="*/ 0 h 1791793"/>
              <a:gd name="connsiteX1" fmla="*/ 1071480 w 2169676"/>
              <a:gd name="connsiteY1" fmla="*/ 485707 h 1791793"/>
              <a:gd name="connsiteX2" fmla="*/ 928403 w 2169676"/>
              <a:gd name="connsiteY2" fmla="*/ 726789 h 1791793"/>
              <a:gd name="connsiteX3" fmla="*/ 598773 w 2169676"/>
              <a:gd name="connsiteY3" fmla="*/ 816186 h 1791793"/>
              <a:gd name="connsiteX4" fmla="*/ 307762 w 2169676"/>
              <a:gd name="connsiteY4" fmla="*/ 703669 h 1791793"/>
              <a:gd name="connsiteX5" fmla="*/ 88140 w 2169676"/>
              <a:gd name="connsiteY5" fmla="*/ 1033679 h 1791793"/>
              <a:gd name="connsiteX6" fmla="*/ 548 w 2169676"/>
              <a:gd name="connsiteY6" fmla="*/ 1172388 h 1791793"/>
              <a:gd name="connsiteX7" fmla="*/ 187836 w 2169676"/>
              <a:gd name="connsiteY7" fmla="*/ 1430231 h 1791793"/>
              <a:gd name="connsiteX8" fmla="*/ 368331 w 2169676"/>
              <a:gd name="connsiteY8" fmla="*/ 1678639 h 1791793"/>
              <a:gd name="connsiteX9" fmla="*/ 640164 w 2169676"/>
              <a:gd name="connsiteY9" fmla="*/ 1674139 h 1791793"/>
              <a:gd name="connsiteX10" fmla="*/ 1081484 w 2169676"/>
              <a:gd name="connsiteY10" fmla="*/ 1782092 h 1791793"/>
              <a:gd name="connsiteX11" fmla="*/ 1347205 w 2169676"/>
              <a:gd name="connsiteY11" fmla="*/ 1706041 h 1791793"/>
              <a:gd name="connsiteX12" fmla="*/ 1599821 w 2169676"/>
              <a:gd name="connsiteY12" fmla="*/ 1757879 h 1791793"/>
              <a:gd name="connsiteX13" fmla="*/ 1871098 w 2169676"/>
              <a:gd name="connsiteY13" fmla="*/ 1733834 h 1791793"/>
              <a:gd name="connsiteX14" fmla="*/ 2169676 w 2169676"/>
              <a:gd name="connsiteY14" fmla="*/ 1767345 h 1791793"/>
              <a:gd name="connsiteX0" fmla="*/ 1149053 w 2169670"/>
              <a:gd name="connsiteY0" fmla="*/ 0 h 1791793"/>
              <a:gd name="connsiteX1" fmla="*/ 1071474 w 2169670"/>
              <a:gd name="connsiteY1" fmla="*/ 485707 h 1791793"/>
              <a:gd name="connsiteX2" fmla="*/ 928397 w 2169670"/>
              <a:gd name="connsiteY2" fmla="*/ 726789 h 1791793"/>
              <a:gd name="connsiteX3" fmla="*/ 598767 w 2169670"/>
              <a:gd name="connsiteY3" fmla="*/ 816186 h 1791793"/>
              <a:gd name="connsiteX4" fmla="*/ 303720 w 2169670"/>
              <a:gd name="connsiteY4" fmla="*/ 665470 h 1791793"/>
              <a:gd name="connsiteX5" fmla="*/ 88134 w 2169670"/>
              <a:gd name="connsiteY5" fmla="*/ 1033679 h 1791793"/>
              <a:gd name="connsiteX6" fmla="*/ 542 w 2169670"/>
              <a:gd name="connsiteY6" fmla="*/ 1172388 h 1791793"/>
              <a:gd name="connsiteX7" fmla="*/ 187830 w 2169670"/>
              <a:gd name="connsiteY7" fmla="*/ 1430231 h 1791793"/>
              <a:gd name="connsiteX8" fmla="*/ 368325 w 2169670"/>
              <a:gd name="connsiteY8" fmla="*/ 1678639 h 1791793"/>
              <a:gd name="connsiteX9" fmla="*/ 640158 w 2169670"/>
              <a:gd name="connsiteY9" fmla="*/ 1674139 h 1791793"/>
              <a:gd name="connsiteX10" fmla="*/ 1081478 w 2169670"/>
              <a:gd name="connsiteY10" fmla="*/ 1782092 h 1791793"/>
              <a:gd name="connsiteX11" fmla="*/ 1347199 w 2169670"/>
              <a:gd name="connsiteY11" fmla="*/ 1706041 h 1791793"/>
              <a:gd name="connsiteX12" fmla="*/ 1599815 w 2169670"/>
              <a:gd name="connsiteY12" fmla="*/ 1757879 h 1791793"/>
              <a:gd name="connsiteX13" fmla="*/ 1871092 w 2169670"/>
              <a:gd name="connsiteY13" fmla="*/ 1733834 h 1791793"/>
              <a:gd name="connsiteX14" fmla="*/ 2169670 w 2169670"/>
              <a:gd name="connsiteY14" fmla="*/ 1767345 h 1791793"/>
              <a:gd name="connsiteX0" fmla="*/ 1149792 w 2170409"/>
              <a:gd name="connsiteY0" fmla="*/ 0 h 1791793"/>
              <a:gd name="connsiteX1" fmla="*/ 1072213 w 2170409"/>
              <a:gd name="connsiteY1" fmla="*/ 485707 h 1791793"/>
              <a:gd name="connsiteX2" fmla="*/ 929136 w 2170409"/>
              <a:gd name="connsiteY2" fmla="*/ 726789 h 1791793"/>
              <a:gd name="connsiteX3" fmla="*/ 599506 w 2170409"/>
              <a:gd name="connsiteY3" fmla="*/ 816186 h 1791793"/>
              <a:gd name="connsiteX4" fmla="*/ 304459 w 2170409"/>
              <a:gd name="connsiteY4" fmla="*/ 665470 h 1791793"/>
              <a:gd name="connsiteX5" fmla="*/ 59461 w 2170409"/>
              <a:gd name="connsiteY5" fmla="*/ 999808 h 1791793"/>
              <a:gd name="connsiteX6" fmla="*/ 1281 w 2170409"/>
              <a:gd name="connsiteY6" fmla="*/ 1172388 h 1791793"/>
              <a:gd name="connsiteX7" fmla="*/ 188569 w 2170409"/>
              <a:gd name="connsiteY7" fmla="*/ 1430231 h 1791793"/>
              <a:gd name="connsiteX8" fmla="*/ 369064 w 2170409"/>
              <a:gd name="connsiteY8" fmla="*/ 1678639 h 1791793"/>
              <a:gd name="connsiteX9" fmla="*/ 640897 w 2170409"/>
              <a:gd name="connsiteY9" fmla="*/ 1674139 h 1791793"/>
              <a:gd name="connsiteX10" fmla="*/ 1082217 w 2170409"/>
              <a:gd name="connsiteY10" fmla="*/ 1782092 h 1791793"/>
              <a:gd name="connsiteX11" fmla="*/ 1347938 w 2170409"/>
              <a:gd name="connsiteY11" fmla="*/ 1706041 h 1791793"/>
              <a:gd name="connsiteX12" fmla="*/ 1600554 w 2170409"/>
              <a:gd name="connsiteY12" fmla="*/ 1757879 h 1791793"/>
              <a:gd name="connsiteX13" fmla="*/ 1871831 w 2170409"/>
              <a:gd name="connsiteY13" fmla="*/ 1733834 h 1791793"/>
              <a:gd name="connsiteX14" fmla="*/ 2170409 w 2170409"/>
              <a:gd name="connsiteY14" fmla="*/ 1767345 h 1791793"/>
              <a:gd name="connsiteX0" fmla="*/ 1149792 w 2170409"/>
              <a:gd name="connsiteY0" fmla="*/ 0 h 1791793"/>
              <a:gd name="connsiteX1" fmla="*/ 1072213 w 2170409"/>
              <a:gd name="connsiteY1" fmla="*/ 485707 h 1791793"/>
              <a:gd name="connsiteX2" fmla="*/ 929136 w 2170409"/>
              <a:gd name="connsiteY2" fmla="*/ 726789 h 1791793"/>
              <a:gd name="connsiteX3" fmla="*/ 599506 w 2170409"/>
              <a:gd name="connsiteY3" fmla="*/ 816186 h 1791793"/>
              <a:gd name="connsiteX4" fmla="*/ 304459 w 2170409"/>
              <a:gd name="connsiteY4" fmla="*/ 665470 h 1791793"/>
              <a:gd name="connsiteX5" fmla="*/ 59461 w 2170409"/>
              <a:gd name="connsiteY5" fmla="*/ 999808 h 1791793"/>
              <a:gd name="connsiteX6" fmla="*/ 1281 w 2170409"/>
              <a:gd name="connsiteY6" fmla="*/ 1172388 h 1791793"/>
              <a:gd name="connsiteX7" fmla="*/ 188569 w 2170409"/>
              <a:gd name="connsiteY7" fmla="*/ 1430231 h 1791793"/>
              <a:gd name="connsiteX8" fmla="*/ 369064 w 2170409"/>
              <a:gd name="connsiteY8" fmla="*/ 1678639 h 1791793"/>
              <a:gd name="connsiteX9" fmla="*/ 640897 w 2170409"/>
              <a:gd name="connsiteY9" fmla="*/ 1674139 h 1791793"/>
              <a:gd name="connsiteX10" fmla="*/ 1082217 w 2170409"/>
              <a:gd name="connsiteY10" fmla="*/ 1782092 h 1791793"/>
              <a:gd name="connsiteX11" fmla="*/ 1343108 w 2170409"/>
              <a:gd name="connsiteY11" fmla="*/ 1653109 h 1791793"/>
              <a:gd name="connsiteX12" fmla="*/ 1600554 w 2170409"/>
              <a:gd name="connsiteY12" fmla="*/ 1757879 h 1791793"/>
              <a:gd name="connsiteX13" fmla="*/ 1871831 w 2170409"/>
              <a:gd name="connsiteY13" fmla="*/ 1733834 h 1791793"/>
              <a:gd name="connsiteX14" fmla="*/ 2170409 w 2170409"/>
              <a:gd name="connsiteY14" fmla="*/ 1767345 h 1791793"/>
              <a:gd name="connsiteX0" fmla="*/ 1149792 w 2031764"/>
              <a:gd name="connsiteY0" fmla="*/ 0 h 1782187"/>
              <a:gd name="connsiteX1" fmla="*/ 1072213 w 2031764"/>
              <a:gd name="connsiteY1" fmla="*/ 485707 h 1782187"/>
              <a:gd name="connsiteX2" fmla="*/ 929136 w 2031764"/>
              <a:gd name="connsiteY2" fmla="*/ 726789 h 1782187"/>
              <a:gd name="connsiteX3" fmla="*/ 599506 w 2031764"/>
              <a:gd name="connsiteY3" fmla="*/ 816186 h 1782187"/>
              <a:gd name="connsiteX4" fmla="*/ 304459 w 2031764"/>
              <a:gd name="connsiteY4" fmla="*/ 665470 h 1782187"/>
              <a:gd name="connsiteX5" fmla="*/ 59461 w 2031764"/>
              <a:gd name="connsiteY5" fmla="*/ 999808 h 1782187"/>
              <a:gd name="connsiteX6" fmla="*/ 1281 w 2031764"/>
              <a:gd name="connsiteY6" fmla="*/ 1172388 h 1782187"/>
              <a:gd name="connsiteX7" fmla="*/ 188569 w 2031764"/>
              <a:gd name="connsiteY7" fmla="*/ 1430231 h 1782187"/>
              <a:gd name="connsiteX8" fmla="*/ 369064 w 2031764"/>
              <a:gd name="connsiteY8" fmla="*/ 1678639 h 1782187"/>
              <a:gd name="connsiteX9" fmla="*/ 640897 w 2031764"/>
              <a:gd name="connsiteY9" fmla="*/ 1674139 h 1782187"/>
              <a:gd name="connsiteX10" fmla="*/ 1082217 w 2031764"/>
              <a:gd name="connsiteY10" fmla="*/ 1782092 h 1782187"/>
              <a:gd name="connsiteX11" fmla="*/ 1343108 w 2031764"/>
              <a:gd name="connsiteY11" fmla="*/ 1653109 h 1782187"/>
              <a:gd name="connsiteX12" fmla="*/ 1600554 w 2031764"/>
              <a:gd name="connsiteY12" fmla="*/ 1757879 h 1782187"/>
              <a:gd name="connsiteX13" fmla="*/ 1871831 w 2031764"/>
              <a:gd name="connsiteY13" fmla="*/ 1733834 h 1782187"/>
              <a:gd name="connsiteX14" fmla="*/ 2031764 w 2031764"/>
              <a:gd name="connsiteY14" fmla="*/ 1626095 h 1782187"/>
              <a:gd name="connsiteX0" fmla="*/ 1149792 w 2031764"/>
              <a:gd name="connsiteY0" fmla="*/ 0 h 1782187"/>
              <a:gd name="connsiteX1" fmla="*/ 1072213 w 2031764"/>
              <a:gd name="connsiteY1" fmla="*/ 485707 h 1782187"/>
              <a:gd name="connsiteX2" fmla="*/ 929136 w 2031764"/>
              <a:gd name="connsiteY2" fmla="*/ 726789 h 1782187"/>
              <a:gd name="connsiteX3" fmla="*/ 599506 w 2031764"/>
              <a:gd name="connsiteY3" fmla="*/ 816186 h 1782187"/>
              <a:gd name="connsiteX4" fmla="*/ 304459 w 2031764"/>
              <a:gd name="connsiteY4" fmla="*/ 665470 h 1782187"/>
              <a:gd name="connsiteX5" fmla="*/ 59461 w 2031764"/>
              <a:gd name="connsiteY5" fmla="*/ 999808 h 1782187"/>
              <a:gd name="connsiteX6" fmla="*/ 1281 w 2031764"/>
              <a:gd name="connsiteY6" fmla="*/ 1172388 h 1782187"/>
              <a:gd name="connsiteX7" fmla="*/ 188569 w 2031764"/>
              <a:gd name="connsiteY7" fmla="*/ 1430231 h 1782187"/>
              <a:gd name="connsiteX8" fmla="*/ 369064 w 2031764"/>
              <a:gd name="connsiteY8" fmla="*/ 1678639 h 1782187"/>
              <a:gd name="connsiteX9" fmla="*/ 640897 w 2031764"/>
              <a:gd name="connsiteY9" fmla="*/ 1674139 h 1782187"/>
              <a:gd name="connsiteX10" fmla="*/ 1082217 w 2031764"/>
              <a:gd name="connsiteY10" fmla="*/ 1782092 h 1782187"/>
              <a:gd name="connsiteX11" fmla="*/ 1343108 w 2031764"/>
              <a:gd name="connsiteY11" fmla="*/ 1653109 h 1782187"/>
              <a:gd name="connsiteX12" fmla="*/ 1600554 w 2031764"/>
              <a:gd name="connsiteY12" fmla="*/ 1757879 h 1782187"/>
              <a:gd name="connsiteX13" fmla="*/ 1851922 w 2031764"/>
              <a:gd name="connsiteY13" fmla="*/ 1729984 h 1782187"/>
              <a:gd name="connsiteX14" fmla="*/ 2031764 w 2031764"/>
              <a:gd name="connsiteY14" fmla="*/ 1626095 h 1782187"/>
              <a:gd name="connsiteX0" fmla="*/ 1149792 w 2031764"/>
              <a:gd name="connsiteY0" fmla="*/ 0 h 1782187"/>
              <a:gd name="connsiteX1" fmla="*/ 1037678 w 2031764"/>
              <a:gd name="connsiteY1" fmla="*/ 411726 h 1782187"/>
              <a:gd name="connsiteX2" fmla="*/ 929136 w 2031764"/>
              <a:gd name="connsiteY2" fmla="*/ 726789 h 1782187"/>
              <a:gd name="connsiteX3" fmla="*/ 599506 w 2031764"/>
              <a:gd name="connsiteY3" fmla="*/ 816186 h 1782187"/>
              <a:gd name="connsiteX4" fmla="*/ 304459 w 2031764"/>
              <a:gd name="connsiteY4" fmla="*/ 665470 h 1782187"/>
              <a:gd name="connsiteX5" fmla="*/ 59461 w 2031764"/>
              <a:gd name="connsiteY5" fmla="*/ 999808 h 1782187"/>
              <a:gd name="connsiteX6" fmla="*/ 1281 w 2031764"/>
              <a:gd name="connsiteY6" fmla="*/ 1172388 h 1782187"/>
              <a:gd name="connsiteX7" fmla="*/ 188569 w 2031764"/>
              <a:gd name="connsiteY7" fmla="*/ 1430231 h 1782187"/>
              <a:gd name="connsiteX8" fmla="*/ 369064 w 2031764"/>
              <a:gd name="connsiteY8" fmla="*/ 1678639 h 1782187"/>
              <a:gd name="connsiteX9" fmla="*/ 640897 w 2031764"/>
              <a:gd name="connsiteY9" fmla="*/ 1674139 h 1782187"/>
              <a:gd name="connsiteX10" fmla="*/ 1082217 w 2031764"/>
              <a:gd name="connsiteY10" fmla="*/ 1782092 h 1782187"/>
              <a:gd name="connsiteX11" fmla="*/ 1343108 w 2031764"/>
              <a:gd name="connsiteY11" fmla="*/ 1653109 h 1782187"/>
              <a:gd name="connsiteX12" fmla="*/ 1600554 w 2031764"/>
              <a:gd name="connsiteY12" fmla="*/ 1757879 h 1782187"/>
              <a:gd name="connsiteX13" fmla="*/ 1851922 w 2031764"/>
              <a:gd name="connsiteY13" fmla="*/ 1729984 h 1782187"/>
              <a:gd name="connsiteX14" fmla="*/ 2031764 w 2031764"/>
              <a:gd name="connsiteY14" fmla="*/ 1626095 h 1782187"/>
              <a:gd name="connsiteX0" fmla="*/ 1149792 w 2031764"/>
              <a:gd name="connsiteY0" fmla="*/ 0 h 1782187"/>
              <a:gd name="connsiteX1" fmla="*/ 1037678 w 2031764"/>
              <a:gd name="connsiteY1" fmla="*/ 411726 h 1782187"/>
              <a:gd name="connsiteX2" fmla="*/ 929136 w 2031764"/>
              <a:gd name="connsiteY2" fmla="*/ 726789 h 1782187"/>
              <a:gd name="connsiteX3" fmla="*/ 611878 w 2031764"/>
              <a:gd name="connsiteY3" fmla="*/ 753459 h 1782187"/>
              <a:gd name="connsiteX4" fmla="*/ 304459 w 2031764"/>
              <a:gd name="connsiteY4" fmla="*/ 665470 h 1782187"/>
              <a:gd name="connsiteX5" fmla="*/ 59461 w 2031764"/>
              <a:gd name="connsiteY5" fmla="*/ 999808 h 1782187"/>
              <a:gd name="connsiteX6" fmla="*/ 1281 w 2031764"/>
              <a:gd name="connsiteY6" fmla="*/ 1172388 h 1782187"/>
              <a:gd name="connsiteX7" fmla="*/ 188569 w 2031764"/>
              <a:gd name="connsiteY7" fmla="*/ 1430231 h 1782187"/>
              <a:gd name="connsiteX8" fmla="*/ 369064 w 2031764"/>
              <a:gd name="connsiteY8" fmla="*/ 1678639 h 1782187"/>
              <a:gd name="connsiteX9" fmla="*/ 640897 w 2031764"/>
              <a:gd name="connsiteY9" fmla="*/ 1674139 h 1782187"/>
              <a:gd name="connsiteX10" fmla="*/ 1082217 w 2031764"/>
              <a:gd name="connsiteY10" fmla="*/ 1782092 h 1782187"/>
              <a:gd name="connsiteX11" fmla="*/ 1343108 w 2031764"/>
              <a:gd name="connsiteY11" fmla="*/ 1653109 h 1782187"/>
              <a:gd name="connsiteX12" fmla="*/ 1600554 w 2031764"/>
              <a:gd name="connsiteY12" fmla="*/ 1757879 h 1782187"/>
              <a:gd name="connsiteX13" fmla="*/ 1851922 w 2031764"/>
              <a:gd name="connsiteY13" fmla="*/ 1729984 h 1782187"/>
              <a:gd name="connsiteX14" fmla="*/ 2031764 w 2031764"/>
              <a:gd name="connsiteY14" fmla="*/ 1626095 h 1782187"/>
              <a:gd name="connsiteX0" fmla="*/ 1149792 w 2031764"/>
              <a:gd name="connsiteY0" fmla="*/ 0 h 1782187"/>
              <a:gd name="connsiteX1" fmla="*/ 1037678 w 2031764"/>
              <a:gd name="connsiteY1" fmla="*/ 411726 h 1782187"/>
              <a:gd name="connsiteX2" fmla="*/ 912573 w 2031764"/>
              <a:gd name="connsiteY2" fmla="*/ 675477 h 1782187"/>
              <a:gd name="connsiteX3" fmla="*/ 611878 w 2031764"/>
              <a:gd name="connsiteY3" fmla="*/ 753459 h 1782187"/>
              <a:gd name="connsiteX4" fmla="*/ 304459 w 2031764"/>
              <a:gd name="connsiteY4" fmla="*/ 665470 h 1782187"/>
              <a:gd name="connsiteX5" fmla="*/ 59461 w 2031764"/>
              <a:gd name="connsiteY5" fmla="*/ 999808 h 1782187"/>
              <a:gd name="connsiteX6" fmla="*/ 1281 w 2031764"/>
              <a:gd name="connsiteY6" fmla="*/ 1172388 h 1782187"/>
              <a:gd name="connsiteX7" fmla="*/ 188569 w 2031764"/>
              <a:gd name="connsiteY7" fmla="*/ 1430231 h 1782187"/>
              <a:gd name="connsiteX8" fmla="*/ 369064 w 2031764"/>
              <a:gd name="connsiteY8" fmla="*/ 1678639 h 1782187"/>
              <a:gd name="connsiteX9" fmla="*/ 640897 w 2031764"/>
              <a:gd name="connsiteY9" fmla="*/ 1674139 h 1782187"/>
              <a:gd name="connsiteX10" fmla="*/ 1082217 w 2031764"/>
              <a:gd name="connsiteY10" fmla="*/ 1782092 h 1782187"/>
              <a:gd name="connsiteX11" fmla="*/ 1343108 w 2031764"/>
              <a:gd name="connsiteY11" fmla="*/ 1653109 h 1782187"/>
              <a:gd name="connsiteX12" fmla="*/ 1600554 w 2031764"/>
              <a:gd name="connsiteY12" fmla="*/ 1757879 h 1782187"/>
              <a:gd name="connsiteX13" fmla="*/ 1851922 w 2031764"/>
              <a:gd name="connsiteY13" fmla="*/ 1729984 h 1782187"/>
              <a:gd name="connsiteX14" fmla="*/ 2031764 w 2031764"/>
              <a:gd name="connsiteY14" fmla="*/ 1626095 h 178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1764" h="1782187">
                <a:moveTo>
                  <a:pt x="1149792" y="0"/>
                </a:moveTo>
                <a:cubicBezTo>
                  <a:pt x="1136967" y="39313"/>
                  <a:pt x="1077215" y="299147"/>
                  <a:pt x="1037678" y="411726"/>
                </a:cubicBezTo>
                <a:cubicBezTo>
                  <a:pt x="998142" y="524306"/>
                  <a:pt x="983540" y="618521"/>
                  <a:pt x="912573" y="675477"/>
                </a:cubicBezTo>
                <a:cubicBezTo>
                  <a:pt x="841606" y="732433"/>
                  <a:pt x="713230" y="755127"/>
                  <a:pt x="611878" y="753459"/>
                </a:cubicBezTo>
                <a:cubicBezTo>
                  <a:pt x="510526" y="751791"/>
                  <a:pt x="396528" y="624412"/>
                  <a:pt x="304459" y="665470"/>
                </a:cubicBezTo>
                <a:cubicBezTo>
                  <a:pt x="212390" y="706528"/>
                  <a:pt x="109991" y="915322"/>
                  <a:pt x="59461" y="999808"/>
                </a:cubicBezTo>
                <a:cubicBezTo>
                  <a:pt x="8931" y="1084294"/>
                  <a:pt x="-4603" y="1117308"/>
                  <a:pt x="1281" y="1172388"/>
                </a:cubicBezTo>
                <a:cubicBezTo>
                  <a:pt x="10160" y="1255841"/>
                  <a:pt x="127272" y="1345856"/>
                  <a:pt x="188569" y="1430231"/>
                </a:cubicBezTo>
                <a:cubicBezTo>
                  <a:pt x="249866" y="1514606"/>
                  <a:pt x="293676" y="1637988"/>
                  <a:pt x="369064" y="1678639"/>
                </a:cubicBezTo>
                <a:cubicBezTo>
                  <a:pt x="444452" y="1719290"/>
                  <a:pt x="522038" y="1656897"/>
                  <a:pt x="640897" y="1674139"/>
                </a:cubicBezTo>
                <a:cubicBezTo>
                  <a:pt x="759756" y="1691381"/>
                  <a:pt x="965182" y="1785597"/>
                  <a:pt x="1082217" y="1782092"/>
                </a:cubicBezTo>
                <a:cubicBezTo>
                  <a:pt x="1199252" y="1778587"/>
                  <a:pt x="1229063" y="1657935"/>
                  <a:pt x="1343108" y="1653109"/>
                </a:cubicBezTo>
                <a:cubicBezTo>
                  <a:pt x="1401949" y="1650613"/>
                  <a:pt x="1515752" y="1745067"/>
                  <a:pt x="1600554" y="1757879"/>
                </a:cubicBezTo>
                <a:cubicBezTo>
                  <a:pt x="1685356" y="1770692"/>
                  <a:pt x="1746684" y="1730443"/>
                  <a:pt x="1851922" y="1729984"/>
                </a:cubicBezTo>
                <a:cubicBezTo>
                  <a:pt x="1957160" y="1729525"/>
                  <a:pt x="1964912" y="1696606"/>
                  <a:pt x="2031764" y="162609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34CF27E6-EE21-5569-B510-CF74020DB331}"/>
              </a:ext>
            </a:extLst>
          </p:cNvPr>
          <p:cNvSpPr/>
          <p:nvPr/>
        </p:nvSpPr>
        <p:spPr>
          <a:xfrm rot="19820490" flipV="1">
            <a:off x="10861662" y="4390145"/>
            <a:ext cx="1698691" cy="1402396"/>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01516 w 1736717"/>
              <a:gd name="connsiteY0" fmla="*/ 0 h 1383726"/>
              <a:gd name="connsiteX1" fmla="*/ 1050987 w 1736717"/>
              <a:gd name="connsiteY1" fmla="*/ 652659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50987 w 1736717"/>
              <a:gd name="connsiteY1" fmla="*/ 652659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25419 w 1736717"/>
              <a:gd name="connsiteY2" fmla="*/ 775964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25419 w 1736717"/>
              <a:gd name="connsiteY2" fmla="*/ 775964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775378 w 1736717"/>
              <a:gd name="connsiteY2" fmla="*/ 678660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944347 w 1736717"/>
              <a:gd name="connsiteY1" fmla="*/ 465380 h 1383726"/>
              <a:gd name="connsiteX2" fmla="*/ 775378 w 1736717"/>
              <a:gd name="connsiteY2" fmla="*/ 678660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2052"/>
              <a:gd name="connsiteX1" fmla="*/ 944347 w 1736717"/>
              <a:gd name="connsiteY1" fmla="*/ 465380 h 1382052"/>
              <a:gd name="connsiteX2" fmla="*/ 775378 w 1736717"/>
              <a:gd name="connsiteY2" fmla="*/ 678660 h 1382052"/>
              <a:gd name="connsiteX3" fmla="*/ 652083 w 1736717"/>
              <a:gd name="connsiteY3" fmla="*/ 831645 h 1382052"/>
              <a:gd name="connsiteX4" fmla="*/ 443601 w 1736717"/>
              <a:gd name="connsiteY4" fmla="*/ 872990 h 1382052"/>
              <a:gd name="connsiteX5" fmla="*/ 134723 w 1736717"/>
              <a:gd name="connsiteY5" fmla="*/ 825234 h 1382052"/>
              <a:gd name="connsiteX6" fmla="*/ 20904 w 1736717"/>
              <a:gd name="connsiteY6" fmla="*/ 1007624 h 1382052"/>
              <a:gd name="connsiteX7" fmla="*/ 2519 w 1736717"/>
              <a:gd name="connsiteY7" fmla="*/ 1123418 h 1382052"/>
              <a:gd name="connsiteX8" fmla="*/ 52852 w 1736717"/>
              <a:gd name="connsiteY8" fmla="*/ 1247576 h 1382052"/>
              <a:gd name="connsiteX9" fmla="*/ 101663 w 1736717"/>
              <a:gd name="connsiteY9" fmla="*/ 1328580 h 1382052"/>
              <a:gd name="connsiteX10" fmla="*/ 403278 w 1736717"/>
              <a:gd name="connsiteY10" fmla="*/ 1377754 h 1382052"/>
              <a:gd name="connsiteX11" fmla="*/ 804257 w 1736717"/>
              <a:gd name="connsiteY11" fmla="*/ 1366514 h 1382052"/>
              <a:gd name="connsiteX12" fmla="*/ 1076201 w 1736717"/>
              <a:gd name="connsiteY12" fmla="*/ 1310490 h 1382052"/>
              <a:gd name="connsiteX13" fmla="*/ 1548418 w 1736717"/>
              <a:gd name="connsiteY13" fmla="*/ 1372367 h 1382052"/>
              <a:gd name="connsiteX14" fmla="*/ 1736717 w 1736717"/>
              <a:gd name="connsiteY14" fmla="*/ 1285543 h 1382052"/>
              <a:gd name="connsiteX0" fmla="*/ 1001516 w 1736717"/>
              <a:gd name="connsiteY0" fmla="*/ 0 h 1477769"/>
              <a:gd name="connsiteX1" fmla="*/ 944347 w 1736717"/>
              <a:gd name="connsiteY1" fmla="*/ 465380 h 1477769"/>
              <a:gd name="connsiteX2" fmla="*/ 775378 w 1736717"/>
              <a:gd name="connsiteY2" fmla="*/ 678660 h 1477769"/>
              <a:gd name="connsiteX3" fmla="*/ 652083 w 1736717"/>
              <a:gd name="connsiteY3" fmla="*/ 831645 h 1477769"/>
              <a:gd name="connsiteX4" fmla="*/ 443601 w 1736717"/>
              <a:gd name="connsiteY4" fmla="*/ 872990 h 1477769"/>
              <a:gd name="connsiteX5" fmla="*/ 134723 w 1736717"/>
              <a:gd name="connsiteY5" fmla="*/ 825234 h 1477769"/>
              <a:gd name="connsiteX6" fmla="*/ 20904 w 1736717"/>
              <a:gd name="connsiteY6" fmla="*/ 1007624 h 1477769"/>
              <a:gd name="connsiteX7" fmla="*/ 2519 w 1736717"/>
              <a:gd name="connsiteY7" fmla="*/ 1123418 h 1477769"/>
              <a:gd name="connsiteX8" fmla="*/ 52852 w 1736717"/>
              <a:gd name="connsiteY8" fmla="*/ 1247576 h 1477769"/>
              <a:gd name="connsiteX9" fmla="*/ 101663 w 1736717"/>
              <a:gd name="connsiteY9" fmla="*/ 1328580 h 1477769"/>
              <a:gd name="connsiteX10" fmla="*/ 403278 w 1736717"/>
              <a:gd name="connsiteY10" fmla="*/ 1377754 h 1477769"/>
              <a:gd name="connsiteX11" fmla="*/ 804257 w 1736717"/>
              <a:gd name="connsiteY11" fmla="*/ 1366514 h 1477769"/>
              <a:gd name="connsiteX12" fmla="*/ 1076201 w 1736717"/>
              <a:gd name="connsiteY12" fmla="*/ 1310490 h 1477769"/>
              <a:gd name="connsiteX13" fmla="*/ 1482119 w 1736717"/>
              <a:gd name="connsiteY13" fmla="*/ 1476364 h 1477769"/>
              <a:gd name="connsiteX14" fmla="*/ 1736717 w 1736717"/>
              <a:gd name="connsiteY14" fmla="*/ 1285543 h 1477769"/>
              <a:gd name="connsiteX0" fmla="*/ 1001516 w 1736717"/>
              <a:gd name="connsiteY0" fmla="*/ 0 h 1477769"/>
              <a:gd name="connsiteX1" fmla="*/ 944347 w 1736717"/>
              <a:gd name="connsiteY1" fmla="*/ 465380 h 1477769"/>
              <a:gd name="connsiteX2" fmla="*/ 775378 w 1736717"/>
              <a:gd name="connsiteY2" fmla="*/ 678660 h 1477769"/>
              <a:gd name="connsiteX3" fmla="*/ 566845 w 1736717"/>
              <a:gd name="connsiteY3" fmla="*/ 786044 h 1477769"/>
              <a:gd name="connsiteX4" fmla="*/ 443601 w 1736717"/>
              <a:gd name="connsiteY4" fmla="*/ 872990 h 1477769"/>
              <a:gd name="connsiteX5" fmla="*/ 134723 w 1736717"/>
              <a:gd name="connsiteY5" fmla="*/ 825234 h 1477769"/>
              <a:gd name="connsiteX6" fmla="*/ 20904 w 1736717"/>
              <a:gd name="connsiteY6" fmla="*/ 1007624 h 1477769"/>
              <a:gd name="connsiteX7" fmla="*/ 2519 w 1736717"/>
              <a:gd name="connsiteY7" fmla="*/ 1123418 h 1477769"/>
              <a:gd name="connsiteX8" fmla="*/ 52852 w 1736717"/>
              <a:gd name="connsiteY8" fmla="*/ 1247576 h 1477769"/>
              <a:gd name="connsiteX9" fmla="*/ 101663 w 1736717"/>
              <a:gd name="connsiteY9" fmla="*/ 1328580 h 1477769"/>
              <a:gd name="connsiteX10" fmla="*/ 403278 w 1736717"/>
              <a:gd name="connsiteY10" fmla="*/ 1377754 h 1477769"/>
              <a:gd name="connsiteX11" fmla="*/ 804257 w 1736717"/>
              <a:gd name="connsiteY11" fmla="*/ 1366514 h 1477769"/>
              <a:gd name="connsiteX12" fmla="*/ 1076201 w 1736717"/>
              <a:gd name="connsiteY12" fmla="*/ 1310490 h 1477769"/>
              <a:gd name="connsiteX13" fmla="*/ 1482119 w 1736717"/>
              <a:gd name="connsiteY13" fmla="*/ 1476364 h 1477769"/>
              <a:gd name="connsiteX14" fmla="*/ 1736717 w 1736717"/>
              <a:gd name="connsiteY14" fmla="*/ 1285543 h 1477769"/>
              <a:gd name="connsiteX0" fmla="*/ 1001516 w 1736717"/>
              <a:gd name="connsiteY0" fmla="*/ 0 h 1477769"/>
              <a:gd name="connsiteX1" fmla="*/ 944347 w 1736717"/>
              <a:gd name="connsiteY1" fmla="*/ 465380 h 1477769"/>
              <a:gd name="connsiteX2" fmla="*/ 775378 w 1736717"/>
              <a:gd name="connsiteY2" fmla="*/ 678660 h 1477769"/>
              <a:gd name="connsiteX3" fmla="*/ 566845 w 1736717"/>
              <a:gd name="connsiteY3" fmla="*/ 786044 h 1477769"/>
              <a:gd name="connsiteX4" fmla="*/ 332146 w 1736717"/>
              <a:gd name="connsiteY4" fmla="*/ 769101 h 1477769"/>
              <a:gd name="connsiteX5" fmla="*/ 134723 w 1736717"/>
              <a:gd name="connsiteY5" fmla="*/ 825234 h 1477769"/>
              <a:gd name="connsiteX6" fmla="*/ 20904 w 1736717"/>
              <a:gd name="connsiteY6" fmla="*/ 1007624 h 1477769"/>
              <a:gd name="connsiteX7" fmla="*/ 2519 w 1736717"/>
              <a:gd name="connsiteY7" fmla="*/ 1123418 h 1477769"/>
              <a:gd name="connsiteX8" fmla="*/ 52852 w 1736717"/>
              <a:gd name="connsiteY8" fmla="*/ 1247576 h 1477769"/>
              <a:gd name="connsiteX9" fmla="*/ 101663 w 1736717"/>
              <a:gd name="connsiteY9" fmla="*/ 1328580 h 1477769"/>
              <a:gd name="connsiteX10" fmla="*/ 403278 w 1736717"/>
              <a:gd name="connsiteY10" fmla="*/ 1377754 h 1477769"/>
              <a:gd name="connsiteX11" fmla="*/ 804257 w 1736717"/>
              <a:gd name="connsiteY11" fmla="*/ 1366514 h 1477769"/>
              <a:gd name="connsiteX12" fmla="*/ 1076201 w 1736717"/>
              <a:gd name="connsiteY12" fmla="*/ 1310490 h 1477769"/>
              <a:gd name="connsiteX13" fmla="*/ 1482119 w 1736717"/>
              <a:gd name="connsiteY13" fmla="*/ 1476364 h 1477769"/>
              <a:gd name="connsiteX14" fmla="*/ 1736717 w 1736717"/>
              <a:gd name="connsiteY14" fmla="*/ 1285543 h 1477769"/>
              <a:gd name="connsiteX0" fmla="*/ 1012375 w 1747576"/>
              <a:gd name="connsiteY0" fmla="*/ 0 h 1477769"/>
              <a:gd name="connsiteX1" fmla="*/ 955206 w 1747576"/>
              <a:gd name="connsiteY1" fmla="*/ 465380 h 1477769"/>
              <a:gd name="connsiteX2" fmla="*/ 786237 w 1747576"/>
              <a:gd name="connsiteY2" fmla="*/ 678660 h 1477769"/>
              <a:gd name="connsiteX3" fmla="*/ 577704 w 1747576"/>
              <a:gd name="connsiteY3" fmla="*/ 786044 h 1477769"/>
              <a:gd name="connsiteX4" fmla="*/ 343005 w 1747576"/>
              <a:gd name="connsiteY4" fmla="*/ 769101 h 1477769"/>
              <a:gd name="connsiteX5" fmla="*/ 20193 w 1747576"/>
              <a:gd name="connsiteY5" fmla="*/ 739739 h 1477769"/>
              <a:gd name="connsiteX6" fmla="*/ 31763 w 1747576"/>
              <a:gd name="connsiteY6" fmla="*/ 1007624 h 1477769"/>
              <a:gd name="connsiteX7" fmla="*/ 13378 w 1747576"/>
              <a:gd name="connsiteY7" fmla="*/ 1123418 h 1477769"/>
              <a:gd name="connsiteX8" fmla="*/ 63711 w 1747576"/>
              <a:gd name="connsiteY8" fmla="*/ 1247576 h 1477769"/>
              <a:gd name="connsiteX9" fmla="*/ 112522 w 1747576"/>
              <a:gd name="connsiteY9" fmla="*/ 1328580 h 1477769"/>
              <a:gd name="connsiteX10" fmla="*/ 414137 w 1747576"/>
              <a:gd name="connsiteY10" fmla="*/ 1377754 h 1477769"/>
              <a:gd name="connsiteX11" fmla="*/ 815116 w 1747576"/>
              <a:gd name="connsiteY11" fmla="*/ 1366514 h 1477769"/>
              <a:gd name="connsiteX12" fmla="*/ 1087060 w 1747576"/>
              <a:gd name="connsiteY12" fmla="*/ 1310490 h 1477769"/>
              <a:gd name="connsiteX13" fmla="*/ 1492978 w 1747576"/>
              <a:gd name="connsiteY13" fmla="*/ 1476364 h 1477769"/>
              <a:gd name="connsiteX14" fmla="*/ 1747576 w 1747576"/>
              <a:gd name="connsiteY14" fmla="*/ 1285543 h 1477769"/>
              <a:gd name="connsiteX0" fmla="*/ 1012375 w 1747576"/>
              <a:gd name="connsiteY0" fmla="*/ 0 h 1477769"/>
              <a:gd name="connsiteX1" fmla="*/ 955206 w 1747576"/>
              <a:gd name="connsiteY1" fmla="*/ 465380 h 1477769"/>
              <a:gd name="connsiteX2" fmla="*/ 786237 w 1747576"/>
              <a:gd name="connsiteY2" fmla="*/ 678660 h 1477769"/>
              <a:gd name="connsiteX3" fmla="*/ 577704 w 1747576"/>
              <a:gd name="connsiteY3" fmla="*/ 786044 h 1477769"/>
              <a:gd name="connsiteX4" fmla="*/ 343005 w 1747576"/>
              <a:gd name="connsiteY4" fmla="*/ 769101 h 1477769"/>
              <a:gd name="connsiteX5" fmla="*/ 20193 w 1747576"/>
              <a:gd name="connsiteY5" fmla="*/ 739739 h 1477769"/>
              <a:gd name="connsiteX6" fmla="*/ 31763 w 1747576"/>
              <a:gd name="connsiteY6" fmla="*/ 1007624 h 1477769"/>
              <a:gd name="connsiteX7" fmla="*/ 13378 w 1747576"/>
              <a:gd name="connsiteY7" fmla="*/ 1123418 h 1477769"/>
              <a:gd name="connsiteX8" fmla="*/ 63711 w 1747576"/>
              <a:gd name="connsiteY8" fmla="*/ 1247576 h 1477769"/>
              <a:gd name="connsiteX9" fmla="*/ 112522 w 1747576"/>
              <a:gd name="connsiteY9" fmla="*/ 1328580 h 1477769"/>
              <a:gd name="connsiteX10" fmla="*/ 426792 w 1747576"/>
              <a:gd name="connsiteY10" fmla="*/ 1210166 h 1477769"/>
              <a:gd name="connsiteX11" fmla="*/ 815116 w 1747576"/>
              <a:gd name="connsiteY11" fmla="*/ 1366514 h 1477769"/>
              <a:gd name="connsiteX12" fmla="*/ 1087060 w 1747576"/>
              <a:gd name="connsiteY12" fmla="*/ 1310490 h 1477769"/>
              <a:gd name="connsiteX13" fmla="*/ 1492978 w 1747576"/>
              <a:gd name="connsiteY13" fmla="*/ 1476364 h 1477769"/>
              <a:gd name="connsiteX14" fmla="*/ 1747576 w 1747576"/>
              <a:gd name="connsiteY14" fmla="*/ 1285543 h 1477769"/>
              <a:gd name="connsiteX0" fmla="*/ 1054649 w 1789850"/>
              <a:gd name="connsiteY0" fmla="*/ 0 h 1477769"/>
              <a:gd name="connsiteX1" fmla="*/ 997480 w 1789850"/>
              <a:gd name="connsiteY1" fmla="*/ 465380 h 1477769"/>
              <a:gd name="connsiteX2" fmla="*/ 828511 w 1789850"/>
              <a:gd name="connsiteY2" fmla="*/ 678660 h 1477769"/>
              <a:gd name="connsiteX3" fmla="*/ 619978 w 1789850"/>
              <a:gd name="connsiteY3" fmla="*/ 786044 h 1477769"/>
              <a:gd name="connsiteX4" fmla="*/ 385279 w 1789850"/>
              <a:gd name="connsiteY4" fmla="*/ 769101 h 1477769"/>
              <a:gd name="connsiteX5" fmla="*/ 62467 w 1789850"/>
              <a:gd name="connsiteY5" fmla="*/ 739739 h 1477769"/>
              <a:gd name="connsiteX6" fmla="*/ 24 w 1789850"/>
              <a:gd name="connsiteY6" fmla="*/ 993983 h 1477769"/>
              <a:gd name="connsiteX7" fmla="*/ 55652 w 1789850"/>
              <a:gd name="connsiteY7" fmla="*/ 1123418 h 1477769"/>
              <a:gd name="connsiteX8" fmla="*/ 105985 w 1789850"/>
              <a:gd name="connsiteY8" fmla="*/ 1247576 h 1477769"/>
              <a:gd name="connsiteX9" fmla="*/ 154796 w 1789850"/>
              <a:gd name="connsiteY9" fmla="*/ 1328580 h 1477769"/>
              <a:gd name="connsiteX10" fmla="*/ 469066 w 1789850"/>
              <a:gd name="connsiteY10" fmla="*/ 1210166 h 1477769"/>
              <a:gd name="connsiteX11" fmla="*/ 857390 w 1789850"/>
              <a:gd name="connsiteY11" fmla="*/ 1366514 h 1477769"/>
              <a:gd name="connsiteX12" fmla="*/ 1129334 w 1789850"/>
              <a:gd name="connsiteY12" fmla="*/ 1310490 h 1477769"/>
              <a:gd name="connsiteX13" fmla="*/ 1535252 w 1789850"/>
              <a:gd name="connsiteY13" fmla="*/ 1476364 h 1477769"/>
              <a:gd name="connsiteX14" fmla="*/ 1789850 w 1789850"/>
              <a:gd name="connsiteY14" fmla="*/ 1285543 h 1477769"/>
              <a:gd name="connsiteX0" fmla="*/ 1054649 w 1789850"/>
              <a:gd name="connsiteY0" fmla="*/ 0 h 1477769"/>
              <a:gd name="connsiteX1" fmla="*/ 997480 w 1789850"/>
              <a:gd name="connsiteY1" fmla="*/ 465380 h 1477769"/>
              <a:gd name="connsiteX2" fmla="*/ 828511 w 1789850"/>
              <a:gd name="connsiteY2" fmla="*/ 678660 h 1477769"/>
              <a:gd name="connsiteX3" fmla="*/ 619978 w 1789850"/>
              <a:gd name="connsiteY3" fmla="*/ 786044 h 1477769"/>
              <a:gd name="connsiteX4" fmla="*/ 385279 w 1789850"/>
              <a:gd name="connsiteY4" fmla="*/ 769101 h 1477769"/>
              <a:gd name="connsiteX5" fmla="*/ 62467 w 1789850"/>
              <a:gd name="connsiteY5" fmla="*/ 739739 h 1477769"/>
              <a:gd name="connsiteX6" fmla="*/ 24 w 1789850"/>
              <a:gd name="connsiteY6" fmla="*/ 993983 h 1477769"/>
              <a:gd name="connsiteX7" fmla="*/ 55652 w 1789850"/>
              <a:gd name="connsiteY7" fmla="*/ 1123418 h 1477769"/>
              <a:gd name="connsiteX8" fmla="*/ 105985 w 1789850"/>
              <a:gd name="connsiteY8" fmla="*/ 1247576 h 1477769"/>
              <a:gd name="connsiteX9" fmla="*/ 469066 w 1789850"/>
              <a:gd name="connsiteY9" fmla="*/ 1210166 h 1477769"/>
              <a:gd name="connsiteX10" fmla="*/ 857390 w 1789850"/>
              <a:gd name="connsiteY10" fmla="*/ 1366514 h 1477769"/>
              <a:gd name="connsiteX11" fmla="*/ 1129334 w 1789850"/>
              <a:gd name="connsiteY11" fmla="*/ 1310490 h 1477769"/>
              <a:gd name="connsiteX12" fmla="*/ 1535252 w 1789850"/>
              <a:gd name="connsiteY12" fmla="*/ 1476364 h 1477769"/>
              <a:gd name="connsiteX13" fmla="*/ 1789850 w 1789850"/>
              <a:gd name="connsiteY13" fmla="*/ 1285543 h 1477769"/>
              <a:gd name="connsiteX0" fmla="*/ 1054656 w 1789857"/>
              <a:gd name="connsiteY0" fmla="*/ 0 h 1477769"/>
              <a:gd name="connsiteX1" fmla="*/ 997487 w 1789857"/>
              <a:gd name="connsiteY1" fmla="*/ 465380 h 1477769"/>
              <a:gd name="connsiteX2" fmla="*/ 828518 w 1789857"/>
              <a:gd name="connsiteY2" fmla="*/ 678660 h 1477769"/>
              <a:gd name="connsiteX3" fmla="*/ 619985 w 1789857"/>
              <a:gd name="connsiteY3" fmla="*/ 786044 h 1477769"/>
              <a:gd name="connsiteX4" fmla="*/ 385286 w 1789857"/>
              <a:gd name="connsiteY4" fmla="*/ 769101 h 1477769"/>
              <a:gd name="connsiteX5" fmla="*/ 62474 w 1789857"/>
              <a:gd name="connsiteY5" fmla="*/ 739739 h 1477769"/>
              <a:gd name="connsiteX6" fmla="*/ 31 w 1789857"/>
              <a:gd name="connsiteY6" fmla="*/ 993983 h 1477769"/>
              <a:gd name="connsiteX7" fmla="*/ 55659 w 1789857"/>
              <a:gd name="connsiteY7" fmla="*/ 1123418 h 1477769"/>
              <a:gd name="connsiteX8" fmla="*/ 164463 w 1789857"/>
              <a:gd name="connsiteY8" fmla="*/ 1350258 h 1477769"/>
              <a:gd name="connsiteX9" fmla="*/ 469073 w 1789857"/>
              <a:gd name="connsiteY9" fmla="*/ 1210166 h 1477769"/>
              <a:gd name="connsiteX10" fmla="*/ 857397 w 1789857"/>
              <a:gd name="connsiteY10" fmla="*/ 1366514 h 1477769"/>
              <a:gd name="connsiteX11" fmla="*/ 1129341 w 1789857"/>
              <a:gd name="connsiteY11" fmla="*/ 1310490 h 1477769"/>
              <a:gd name="connsiteX12" fmla="*/ 1535259 w 1789857"/>
              <a:gd name="connsiteY12" fmla="*/ 1476364 h 1477769"/>
              <a:gd name="connsiteX13" fmla="*/ 1789857 w 1789857"/>
              <a:gd name="connsiteY13" fmla="*/ 1285543 h 1477769"/>
              <a:gd name="connsiteX0" fmla="*/ 1054656 w 1789857"/>
              <a:gd name="connsiteY0" fmla="*/ 0 h 1477769"/>
              <a:gd name="connsiteX1" fmla="*/ 997487 w 1789857"/>
              <a:gd name="connsiteY1" fmla="*/ 465380 h 1477769"/>
              <a:gd name="connsiteX2" fmla="*/ 828518 w 1789857"/>
              <a:gd name="connsiteY2" fmla="*/ 678660 h 1477769"/>
              <a:gd name="connsiteX3" fmla="*/ 619985 w 1789857"/>
              <a:gd name="connsiteY3" fmla="*/ 786044 h 1477769"/>
              <a:gd name="connsiteX4" fmla="*/ 385286 w 1789857"/>
              <a:gd name="connsiteY4" fmla="*/ 769101 h 1477769"/>
              <a:gd name="connsiteX5" fmla="*/ 62474 w 1789857"/>
              <a:gd name="connsiteY5" fmla="*/ 739739 h 1477769"/>
              <a:gd name="connsiteX6" fmla="*/ 31 w 1789857"/>
              <a:gd name="connsiteY6" fmla="*/ 993983 h 1477769"/>
              <a:gd name="connsiteX7" fmla="*/ 55659 w 1789857"/>
              <a:gd name="connsiteY7" fmla="*/ 1123418 h 1477769"/>
              <a:gd name="connsiteX8" fmla="*/ 164463 w 1789857"/>
              <a:gd name="connsiteY8" fmla="*/ 1350258 h 1477769"/>
              <a:gd name="connsiteX9" fmla="*/ 491562 w 1789857"/>
              <a:gd name="connsiteY9" fmla="*/ 1249659 h 1477769"/>
              <a:gd name="connsiteX10" fmla="*/ 857397 w 1789857"/>
              <a:gd name="connsiteY10" fmla="*/ 1366514 h 1477769"/>
              <a:gd name="connsiteX11" fmla="*/ 1129341 w 1789857"/>
              <a:gd name="connsiteY11" fmla="*/ 1310490 h 1477769"/>
              <a:gd name="connsiteX12" fmla="*/ 1535259 w 1789857"/>
              <a:gd name="connsiteY12" fmla="*/ 1476364 h 1477769"/>
              <a:gd name="connsiteX13" fmla="*/ 1789857 w 1789857"/>
              <a:gd name="connsiteY13" fmla="*/ 1285543 h 1477769"/>
              <a:gd name="connsiteX0" fmla="*/ 1054656 w 1789857"/>
              <a:gd name="connsiteY0" fmla="*/ 0 h 1477660"/>
              <a:gd name="connsiteX1" fmla="*/ 997487 w 1789857"/>
              <a:gd name="connsiteY1" fmla="*/ 465380 h 1477660"/>
              <a:gd name="connsiteX2" fmla="*/ 828518 w 1789857"/>
              <a:gd name="connsiteY2" fmla="*/ 678660 h 1477660"/>
              <a:gd name="connsiteX3" fmla="*/ 619985 w 1789857"/>
              <a:gd name="connsiteY3" fmla="*/ 786044 h 1477660"/>
              <a:gd name="connsiteX4" fmla="*/ 385286 w 1789857"/>
              <a:gd name="connsiteY4" fmla="*/ 769101 h 1477660"/>
              <a:gd name="connsiteX5" fmla="*/ 62474 w 1789857"/>
              <a:gd name="connsiteY5" fmla="*/ 739739 h 1477660"/>
              <a:gd name="connsiteX6" fmla="*/ 31 w 1789857"/>
              <a:gd name="connsiteY6" fmla="*/ 993983 h 1477660"/>
              <a:gd name="connsiteX7" fmla="*/ 55659 w 1789857"/>
              <a:gd name="connsiteY7" fmla="*/ 1123418 h 1477660"/>
              <a:gd name="connsiteX8" fmla="*/ 164463 w 1789857"/>
              <a:gd name="connsiteY8" fmla="*/ 1350258 h 1477660"/>
              <a:gd name="connsiteX9" fmla="*/ 491562 w 1789857"/>
              <a:gd name="connsiteY9" fmla="*/ 1249659 h 1477660"/>
              <a:gd name="connsiteX10" fmla="*/ 857397 w 1789857"/>
              <a:gd name="connsiteY10" fmla="*/ 1366514 h 1477660"/>
              <a:gd name="connsiteX11" fmla="*/ 1129341 w 1789857"/>
              <a:gd name="connsiteY11" fmla="*/ 1310490 h 1477660"/>
              <a:gd name="connsiteX12" fmla="*/ 1461979 w 1789857"/>
              <a:gd name="connsiteY12" fmla="*/ 1476254 h 1477660"/>
              <a:gd name="connsiteX13" fmla="*/ 1789857 w 1789857"/>
              <a:gd name="connsiteY13" fmla="*/ 1285543 h 147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9857" h="1477660">
                <a:moveTo>
                  <a:pt x="1054656" y="0"/>
                </a:moveTo>
                <a:cubicBezTo>
                  <a:pt x="992098" y="235372"/>
                  <a:pt x="1005934" y="427246"/>
                  <a:pt x="997487" y="465380"/>
                </a:cubicBezTo>
                <a:cubicBezTo>
                  <a:pt x="978771" y="542278"/>
                  <a:pt x="891435" y="625216"/>
                  <a:pt x="828518" y="678660"/>
                </a:cubicBezTo>
                <a:cubicBezTo>
                  <a:pt x="765601" y="732104"/>
                  <a:pt x="693857" y="770971"/>
                  <a:pt x="619985" y="786044"/>
                </a:cubicBezTo>
                <a:cubicBezTo>
                  <a:pt x="546113" y="801117"/>
                  <a:pt x="478205" y="776819"/>
                  <a:pt x="385286" y="769101"/>
                </a:cubicBezTo>
                <a:cubicBezTo>
                  <a:pt x="292368" y="761384"/>
                  <a:pt x="126683" y="702259"/>
                  <a:pt x="62474" y="739739"/>
                </a:cubicBezTo>
                <a:cubicBezTo>
                  <a:pt x="-1735" y="777219"/>
                  <a:pt x="1167" y="930037"/>
                  <a:pt x="31" y="993983"/>
                </a:cubicBezTo>
                <a:cubicBezTo>
                  <a:pt x="-1105" y="1057929"/>
                  <a:pt x="28254" y="1064039"/>
                  <a:pt x="55659" y="1123418"/>
                </a:cubicBezTo>
                <a:cubicBezTo>
                  <a:pt x="83064" y="1182797"/>
                  <a:pt x="91813" y="1329218"/>
                  <a:pt x="164463" y="1350258"/>
                </a:cubicBezTo>
                <a:cubicBezTo>
                  <a:pt x="237114" y="1371298"/>
                  <a:pt x="376073" y="1246950"/>
                  <a:pt x="491562" y="1249659"/>
                </a:cubicBezTo>
                <a:cubicBezTo>
                  <a:pt x="607051" y="1252368"/>
                  <a:pt x="751101" y="1356376"/>
                  <a:pt x="857397" y="1366514"/>
                </a:cubicBezTo>
                <a:cubicBezTo>
                  <a:pt x="963693" y="1376652"/>
                  <a:pt x="1028577" y="1292200"/>
                  <a:pt x="1129341" y="1310490"/>
                </a:cubicBezTo>
                <a:cubicBezTo>
                  <a:pt x="1230105" y="1328780"/>
                  <a:pt x="1305529" y="1494542"/>
                  <a:pt x="1461979" y="1476254"/>
                </a:cubicBezTo>
                <a:cubicBezTo>
                  <a:pt x="1562988" y="1479693"/>
                  <a:pt x="1789857" y="1285543"/>
                  <a:pt x="1789857" y="1285543"/>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CAD9F93A-34F7-A729-36D7-40ED6D1A89DA}"/>
              </a:ext>
            </a:extLst>
          </p:cNvPr>
          <p:cNvSpPr/>
          <p:nvPr/>
        </p:nvSpPr>
        <p:spPr>
          <a:xfrm rot="4651091" flipV="1">
            <a:off x="4343039" y="2095231"/>
            <a:ext cx="7308479" cy="251737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 name="connsiteX0" fmla="*/ 0 w 6155360"/>
              <a:gd name="connsiteY0" fmla="*/ 16433 h 2572757"/>
              <a:gd name="connsiteX1" fmla="*/ 545140 w 6155360"/>
              <a:gd name="connsiteY1" fmla="*/ 102642 h 2572757"/>
              <a:gd name="connsiteX2" fmla="*/ 1182621 w 6155360"/>
              <a:gd name="connsiteY2" fmla="*/ 658103 h 2572757"/>
              <a:gd name="connsiteX3" fmla="*/ 1538613 w 6155360"/>
              <a:gd name="connsiteY3" fmla="*/ 924956 h 2572757"/>
              <a:gd name="connsiteX4" fmla="*/ 1802363 w 6155360"/>
              <a:gd name="connsiteY4" fmla="*/ 768467 h 2572757"/>
              <a:gd name="connsiteX5" fmla="*/ 1854562 w 6155360"/>
              <a:gd name="connsiteY5" fmla="*/ 393906 h 2572757"/>
              <a:gd name="connsiteX6" fmla="*/ 1906438 w 6155360"/>
              <a:gd name="connsiteY6" fmla="*/ 106613 h 2572757"/>
              <a:gd name="connsiteX7" fmla="*/ 2029406 w 6155360"/>
              <a:gd name="connsiteY7" fmla="*/ 8506 h 2572757"/>
              <a:gd name="connsiteX8" fmla="*/ 2210476 w 6155360"/>
              <a:gd name="connsiteY8" fmla="*/ 23460 h 2572757"/>
              <a:gd name="connsiteX9" fmla="*/ 2320109 w 6155360"/>
              <a:gd name="connsiteY9" fmla="*/ 108232 h 2572757"/>
              <a:gd name="connsiteX10" fmla="*/ 2373258 w 6155360"/>
              <a:gd name="connsiteY10" fmla="*/ 335975 h 2572757"/>
              <a:gd name="connsiteX11" fmla="*/ 2268579 w 6155360"/>
              <a:gd name="connsiteY11" fmla="*/ 666778 h 2572757"/>
              <a:gd name="connsiteX12" fmla="*/ 2222162 w 6155360"/>
              <a:gd name="connsiteY12" fmla="*/ 935123 h 2572757"/>
              <a:gd name="connsiteX13" fmla="*/ 2296025 w 6155360"/>
              <a:gd name="connsiteY13" fmla="*/ 1253270 h 2572757"/>
              <a:gd name="connsiteX14" fmla="*/ 2753868 w 6155360"/>
              <a:gd name="connsiteY14" fmla="*/ 2068511 h 2572757"/>
              <a:gd name="connsiteX15" fmla="*/ 2993194 w 6155360"/>
              <a:gd name="connsiteY15" fmla="*/ 2270914 h 2572757"/>
              <a:gd name="connsiteX16" fmla="*/ 3584362 w 6155360"/>
              <a:gd name="connsiteY16" fmla="*/ 2321843 h 2572757"/>
              <a:gd name="connsiteX17" fmla="*/ 3932786 w 6155360"/>
              <a:gd name="connsiteY17" fmla="*/ 2359010 h 2572757"/>
              <a:gd name="connsiteX18" fmla="*/ 4510634 w 6155360"/>
              <a:gd name="connsiteY18" fmla="*/ 2554243 h 2572757"/>
              <a:gd name="connsiteX19" fmla="*/ 4910742 w 6155360"/>
              <a:gd name="connsiteY19" fmla="*/ 2500430 h 2572757"/>
              <a:gd name="connsiteX20" fmla="*/ 5328199 w 6155360"/>
              <a:gd name="connsiteY20" fmla="*/ 1986848 h 2572757"/>
              <a:gd name="connsiteX21" fmla="*/ 5613821 w 6155360"/>
              <a:gd name="connsiteY21" fmla="*/ 1842127 h 2572757"/>
              <a:gd name="connsiteX22" fmla="*/ 5809201 w 6155360"/>
              <a:gd name="connsiteY22" fmla="*/ 1535767 h 2572757"/>
              <a:gd name="connsiteX23" fmla="*/ 6155360 w 6155360"/>
              <a:gd name="connsiteY23" fmla="*/ 1344267 h 2572757"/>
              <a:gd name="connsiteX0" fmla="*/ 0 w 6155360"/>
              <a:gd name="connsiteY0" fmla="*/ 16433 h 2561040"/>
              <a:gd name="connsiteX1" fmla="*/ 545140 w 6155360"/>
              <a:gd name="connsiteY1" fmla="*/ 102642 h 2561040"/>
              <a:gd name="connsiteX2" fmla="*/ 1182621 w 6155360"/>
              <a:gd name="connsiteY2" fmla="*/ 658103 h 2561040"/>
              <a:gd name="connsiteX3" fmla="*/ 1538613 w 6155360"/>
              <a:gd name="connsiteY3" fmla="*/ 924956 h 2561040"/>
              <a:gd name="connsiteX4" fmla="*/ 1802363 w 6155360"/>
              <a:gd name="connsiteY4" fmla="*/ 768467 h 2561040"/>
              <a:gd name="connsiteX5" fmla="*/ 1854562 w 6155360"/>
              <a:gd name="connsiteY5" fmla="*/ 393906 h 2561040"/>
              <a:gd name="connsiteX6" fmla="*/ 1906438 w 6155360"/>
              <a:gd name="connsiteY6" fmla="*/ 106613 h 2561040"/>
              <a:gd name="connsiteX7" fmla="*/ 2029406 w 6155360"/>
              <a:gd name="connsiteY7" fmla="*/ 8506 h 2561040"/>
              <a:gd name="connsiteX8" fmla="*/ 2210476 w 6155360"/>
              <a:gd name="connsiteY8" fmla="*/ 23460 h 2561040"/>
              <a:gd name="connsiteX9" fmla="*/ 2320109 w 6155360"/>
              <a:gd name="connsiteY9" fmla="*/ 108232 h 2561040"/>
              <a:gd name="connsiteX10" fmla="*/ 2373258 w 6155360"/>
              <a:gd name="connsiteY10" fmla="*/ 335975 h 2561040"/>
              <a:gd name="connsiteX11" fmla="*/ 2268579 w 6155360"/>
              <a:gd name="connsiteY11" fmla="*/ 666778 h 2561040"/>
              <a:gd name="connsiteX12" fmla="*/ 2222162 w 6155360"/>
              <a:gd name="connsiteY12" fmla="*/ 935123 h 2561040"/>
              <a:gd name="connsiteX13" fmla="*/ 2296025 w 6155360"/>
              <a:gd name="connsiteY13" fmla="*/ 1253270 h 2561040"/>
              <a:gd name="connsiteX14" fmla="*/ 2753868 w 6155360"/>
              <a:gd name="connsiteY14" fmla="*/ 2068511 h 2561040"/>
              <a:gd name="connsiteX15" fmla="*/ 2993194 w 6155360"/>
              <a:gd name="connsiteY15" fmla="*/ 2270914 h 2561040"/>
              <a:gd name="connsiteX16" fmla="*/ 3584362 w 6155360"/>
              <a:gd name="connsiteY16" fmla="*/ 2321843 h 2561040"/>
              <a:gd name="connsiteX17" fmla="*/ 3932786 w 6155360"/>
              <a:gd name="connsiteY17" fmla="*/ 2359010 h 2561040"/>
              <a:gd name="connsiteX18" fmla="*/ 4510634 w 6155360"/>
              <a:gd name="connsiteY18" fmla="*/ 2554243 h 2561040"/>
              <a:gd name="connsiteX19" fmla="*/ 4910742 w 6155360"/>
              <a:gd name="connsiteY19" fmla="*/ 2500430 h 2561040"/>
              <a:gd name="connsiteX20" fmla="*/ 5323401 w 6155360"/>
              <a:gd name="connsiteY20" fmla="*/ 2345284 h 2561040"/>
              <a:gd name="connsiteX21" fmla="*/ 5613821 w 6155360"/>
              <a:gd name="connsiteY21" fmla="*/ 1842127 h 2561040"/>
              <a:gd name="connsiteX22" fmla="*/ 5809201 w 6155360"/>
              <a:gd name="connsiteY22" fmla="*/ 1535767 h 2561040"/>
              <a:gd name="connsiteX23" fmla="*/ 6155360 w 6155360"/>
              <a:gd name="connsiteY23" fmla="*/ 1344267 h 2561040"/>
              <a:gd name="connsiteX0" fmla="*/ 0 w 6155360"/>
              <a:gd name="connsiteY0" fmla="*/ 16433 h 2561040"/>
              <a:gd name="connsiteX1" fmla="*/ 545140 w 6155360"/>
              <a:gd name="connsiteY1" fmla="*/ 102642 h 2561040"/>
              <a:gd name="connsiteX2" fmla="*/ 1182621 w 6155360"/>
              <a:gd name="connsiteY2" fmla="*/ 658103 h 2561040"/>
              <a:gd name="connsiteX3" fmla="*/ 1538613 w 6155360"/>
              <a:gd name="connsiteY3" fmla="*/ 924956 h 2561040"/>
              <a:gd name="connsiteX4" fmla="*/ 1802363 w 6155360"/>
              <a:gd name="connsiteY4" fmla="*/ 768467 h 2561040"/>
              <a:gd name="connsiteX5" fmla="*/ 1854562 w 6155360"/>
              <a:gd name="connsiteY5" fmla="*/ 393906 h 2561040"/>
              <a:gd name="connsiteX6" fmla="*/ 1906438 w 6155360"/>
              <a:gd name="connsiteY6" fmla="*/ 106613 h 2561040"/>
              <a:gd name="connsiteX7" fmla="*/ 2029406 w 6155360"/>
              <a:gd name="connsiteY7" fmla="*/ 8506 h 2561040"/>
              <a:gd name="connsiteX8" fmla="*/ 2210476 w 6155360"/>
              <a:gd name="connsiteY8" fmla="*/ 23460 h 2561040"/>
              <a:gd name="connsiteX9" fmla="*/ 2320109 w 6155360"/>
              <a:gd name="connsiteY9" fmla="*/ 108232 h 2561040"/>
              <a:gd name="connsiteX10" fmla="*/ 2373258 w 6155360"/>
              <a:gd name="connsiteY10" fmla="*/ 335975 h 2561040"/>
              <a:gd name="connsiteX11" fmla="*/ 2268579 w 6155360"/>
              <a:gd name="connsiteY11" fmla="*/ 666778 h 2561040"/>
              <a:gd name="connsiteX12" fmla="*/ 2222162 w 6155360"/>
              <a:gd name="connsiteY12" fmla="*/ 935123 h 2561040"/>
              <a:gd name="connsiteX13" fmla="*/ 2296025 w 6155360"/>
              <a:gd name="connsiteY13" fmla="*/ 1253270 h 2561040"/>
              <a:gd name="connsiteX14" fmla="*/ 2753868 w 6155360"/>
              <a:gd name="connsiteY14" fmla="*/ 2068511 h 2561040"/>
              <a:gd name="connsiteX15" fmla="*/ 2993194 w 6155360"/>
              <a:gd name="connsiteY15" fmla="*/ 2270914 h 2561040"/>
              <a:gd name="connsiteX16" fmla="*/ 3584362 w 6155360"/>
              <a:gd name="connsiteY16" fmla="*/ 2321843 h 2561040"/>
              <a:gd name="connsiteX17" fmla="*/ 3932786 w 6155360"/>
              <a:gd name="connsiteY17" fmla="*/ 2359010 h 2561040"/>
              <a:gd name="connsiteX18" fmla="*/ 4510634 w 6155360"/>
              <a:gd name="connsiteY18" fmla="*/ 2554243 h 2561040"/>
              <a:gd name="connsiteX19" fmla="*/ 4910742 w 6155360"/>
              <a:gd name="connsiteY19" fmla="*/ 2500430 h 2561040"/>
              <a:gd name="connsiteX20" fmla="*/ 5323401 w 6155360"/>
              <a:gd name="connsiteY20" fmla="*/ 2345284 h 2561040"/>
              <a:gd name="connsiteX21" fmla="*/ 5692600 w 6155360"/>
              <a:gd name="connsiteY21" fmla="*/ 2083668 h 2561040"/>
              <a:gd name="connsiteX22" fmla="*/ 5809201 w 6155360"/>
              <a:gd name="connsiteY22" fmla="*/ 1535767 h 2561040"/>
              <a:gd name="connsiteX23" fmla="*/ 6155360 w 6155360"/>
              <a:gd name="connsiteY23" fmla="*/ 1344267 h 2561040"/>
              <a:gd name="connsiteX0" fmla="*/ 0 w 6155360"/>
              <a:gd name="connsiteY0" fmla="*/ 16433 h 2561040"/>
              <a:gd name="connsiteX1" fmla="*/ 545140 w 6155360"/>
              <a:gd name="connsiteY1" fmla="*/ 102642 h 2561040"/>
              <a:gd name="connsiteX2" fmla="*/ 1182621 w 6155360"/>
              <a:gd name="connsiteY2" fmla="*/ 658103 h 2561040"/>
              <a:gd name="connsiteX3" fmla="*/ 1538613 w 6155360"/>
              <a:gd name="connsiteY3" fmla="*/ 924956 h 2561040"/>
              <a:gd name="connsiteX4" fmla="*/ 1802363 w 6155360"/>
              <a:gd name="connsiteY4" fmla="*/ 768467 h 2561040"/>
              <a:gd name="connsiteX5" fmla="*/ 1854562 w 6155360"/>
              <a:gd name="connsiteY5" fmla="*/ 393906 h 2561040"/>
              <a:gd name="connsiteX6" fmla="*/ 1906438 w 6155360"/>
              <a:gd name="connsiteY6" fmla="*/ 106613 h 2561040"/>
              <a:gd name="connsiteX7" fmla="*/ 2029406 w 6155360"/>
              <a:gd name="connsiteY7" fmla="*/ 8506 h 2561040"/>
              <a:gd name="connsiteX8" fmla="*/ 2210476 w 6155360"/>
              <a:gd name="connsiteY8" fmla="*/ 23460 h 2561040"/>
              <a:gd name="connsiteX9" fmla="*/ 2320109 w 6155360"/>
              <a:gd name="connsiteY9" fmla="*/ 108232 h 2561040"/>
              <a:gd name="connsiteX10" fmla="*/ 2373258 w 6155360"/>
              <a:gd name="connsiteY10" fmla="*/ 335975 h 2561040"/>
              <a:gd name="connsiteX11" fmla="*/ 2268579 w 6155360"/>
              <a:gd name="connsiteY11" fmla="*/ 666778 h 2561040"/>
              <a:gd name="connsiteX12" fmla="*/ 2222162 w 6155360"/>
              <a:gd name="connsiteY12" fmla="*/ 935123 h 2561040"/>
              <a:gd name="connsiteX13" fmla="*/ 2296025 w 6155360"/>
              <a:gd name="connsiteY13" fmla="*/ 1253270 h 2561040"/>
              <a:gd name="connsiteX14" fmla="*/ 2753868 w 6155360"/>
              <a:gd name="connsiteY14" fmla="*/ 2068511 h 2561040"/>
              <a:gd name="connsiteX15" fmla="*/ 2993194 w 6155360"/>
              <a:gd name="connsiteY15" fmla="*/ 2270914 h 2561040"/>
              <a:gd name="connsiteX16" fmla="*/ 3584362 w 6155360"/>
              <a:gd name="connsiteY16" fmla="*/ 2321843 h 2561040"/>
              <a:gd name="connsiteX17" fmla="*/ 3932786 w 6155360"/>
              <a:gd name="connsiteY17" fmla="*/ 2359010 h 2561040"/>
              <a:gd name="connsiteX18" fmla="*/ 4510634 w 6155360"/>
              <a:gd name="connsiteY18" fmla="*/ 2554243 h 2561040"/>
              <a:gd name="connsiteX19" fmla="*/ 4910742 w 6155360"/>
              <a:gd name="connsiteY19" fmla="*/ 2500430 h 2561040"/>
              <a:gd name="connsiteX20" fmla="*/ 5323401 w 6155360"/>
              <a:gd name="connsiteY20" fmla="*/ 2345284 h 2561040"/>
              <a:gd name="connsiteX21" fmla="*/ 5692600 w 6155360"/>
              <a:gd name="connsiteY21" fmla="*/ 2083668 h 2561040"/>
              <a:gd name="connsiteX22" fmla="*/ 5871456 w 6155360"/>
              <a:gd name="connsiteY22" fmla="*/ 1882459 h 2561040"/>
              <a:gd name="connsiteX23" fmla="*/ 6155360 w 6155360"/>
              <a:gd name="connsiteY23" fmla="*/ 1344267 h 2561040"/>
              <a:gd name="connsiteX0" fmla="*/ 0 w 6192090"/>
              <a:gd name="connsiteY0" fmla="*/ 16433 h 2561040"/>
              <a:gd name="connsiteX1" fmla="*/ 545140 w 6192090"/>
              <a:gd name="connsiteY1" fmla="*/ 102642 h 2561040"/>
              <a:gd name="connsiteX2" fmla="*/ 1182621 w 6192090"/>
              <a:gd name="connsiteY2" fmla="*/ 658103 h 2561040"/>
              <a:gd name="connsiteX3" fmla="*/ 1538613 w 6192090"/>
              <a:gd name="connsiteY3" fmla="*/ 924956 h 2561040"/>
              <a:gd name="connsiteX4" fmla="*/ 1802363 w 6192090"/>
              <a:gd name="connsiteY4" fmla="*/ 768467 h 2561040"/>
              <a:gd name="connsiteX5" fmla="*/ 1854562 w 6192090"/>
              <a:gd name="connsiteY5" fmla="*/ 393906 h 2561040"/>
              <a:gd name="connsiteX6" fmla="*/ 1906438 w 6192090"/>
              <a:gd name="connsiteY6" fmla="*/ 106613 h 2561040"/>
              <a:gd name="connsiteX7" fmla="*/ 2029406 w 6192090"/>
              <a:gd name="connsiteY7" fmla="*/ 8506 h 2561040"/>
              <a:gd name="connsiteX8" fmla="*/ 2210476 w 6192090"/>
              <a:gd name="connsiteY8" fmla="*/ 23460 h 2561040"/>
              <a:gd name="connsiteX9" fmla="*/ 2320109 w 6192090"/>
              <a:gd name="connsiteY9" fmla="*/ 108232 h 2561040"/>
              <a:gd name="connsiteX10" fmla="*/ 2373258 w 6192090"/>
              <a:gd name="connsiteY10" fmla="*/ 335975 h 2561040"/>
              <a:gd name="connsiteX11" fmla="*/ 2268579 w 6192090"/>
              <a:gd name="connsiteY11" fmla="*/ 666778 h 2561040"/>
              <a:gd name="connsiteX12" fmla="*/ 2222162 w 6192090"/>
              <a:gd name="connsiteY12" fmla="*/ 935123 h 2561040"/>
              <a:gd name="connsiteX13" fmla="*/ 2296025 w 6192090"/>
              <a:gd name="connsiteY13" fmla="*/ 1253270 h 2561040"/>
              <a:gd name="connsiteX14" fmla="*/ 2753868 w 6192090"/>
              <a:gd name="connsiteY14" fmla="*/ 2068511 h 2561040"/>
              <a:gd name="connsiteX15" fmla="*/ 2993194 w 6192090"/>
              <a:gd name="connsiteY15" fmla="*/ 2270914 h 2561040"/>
              <a:gd name="connsiteX16" fmla="*/ 3584362 w 6192090"/>
              <a:gd name="connsiteY16" fmla="*/ 2321843 h 2561040"/>
              <a:gd name="connsiteX17" fmla="*/ 3932786 w 6192090"/>
              <a:gd name="connsiteY17" fmla="*/ 2359010 h 2561040"/>
              <a:gd name="connsiteX18" fmla="*/ 4510634 w 6192090"/>
              <a:gd name="connsiteY18" fmla="*/ 2554243 h 2561040"/>
              <a:gd name="connsiteX19" fmla="*/ 4910742 w 6192090"/>
              <a:gd name="connsiteY19" fmla="*/ 2500430 h 2561040"/>
              <a:gd name="connsiteX20" fmla="*/ 5323401 w 6192090"/>
              <a:gd name="connsiteY20" fmla="*/ 2345284 h 2561040"/>
              <a:gd name="connsiteX21" fmla="*/ 5692600 w 6192090"/>
              <a:gd name="connsiteY21" fmla="*/ 2083668 h 2561040"/>
              <a:gd name="connsiteX22" fmla="*/ 5871456 w 6192090"/>
              <a:gd name="connsiteY22" fmla="*/ 1882459 h 2561040"/>
              <a:gd name="connsiteX23" fmla="*/ 6192090 w 6192090"/>
              <a:gd name="connsiteY23" fmla="*/ 1575521 h 2561040"/>
              <a:gd name="connsiteX0" fmla="*/ 0 w 6192090"/>
              <a:gd name="connsiteY0" fmla="*/ 16433 h 2561040"/>
              <a:gd name="connsiteX1" fmla="*/ 545140 w 6192090"/>
              <a:gd name="connsiteY1" fmla="*/ 102642 h 2561040"/>
              <a:gd name="connsiteX2" fmla="*/ 1182621 w 6192090"/>
              <a:gd name="connsiteY2" fmla="*/ 658103 h 2561040"/>
              <a:gd name="connsiteX3" fmla="*/ 1538613 w 6192090"/>
              <a:gd name="connsiteY3" fmla="*/ 924956 h 2561040"/>
              <a:gd name="connsiteX4" fmla="*/ 1802363 w 6192090"/>
              <a:gd name="connsiteY4" fmla="*/ 768467 h 2561040"/>
              <a:gd name="connsiteX5" fmla="*/ 1854562 w 6192090"/>
              <a:gd name="connsiteY5" fmla="*/ 393906 h 2561040"/>
              <a:gd name="connsiteX6" fmla="*/ 1906438 w 6192090"/>
              <a:gd name="connsiteY6" fmla="*/ 106613 h 2561040"/>
              <a:gd name="connsiteX7" fmla="*/ 2029406 w 6192090"/>
              <a:gd name="connsiteY7" fmla="*/ 8506 h 2561040"/>
              <a:gd name="connsiteX8" fmla="*/ 2210476 w 6192090"/>
              <a:gd name="connsiteY8" fmla="*/ 23460 h 2561040"/>
              <a:gd name="connsiteX9" fmla="*/ 2320109 w 6192090"/>
              <a:gd name="connsiteY9" fmla="*/ 108232 h 2561040"/>
              <a:gd name="connsiteX10" fmla="*/ 2373258 w 6192090"/>
              <a:gd name="connsiteY10" fmla="*/ 335975 h 2561040"/>
              <a:gd name="connsiteX11" fmla="*/ 2268579 w 6192090"/>
              <a:gd name="connsiteY11" fmla="*/ 666778 h 2561040"/>
              <a:gd name="connsiteX12" fmla="*/ 2222162 w 6192090"/>
              <a:gd name="connsiteY12" fmla="*/ 935123 h 2561040"/>
              <a:gd name="connsiteX13" fmla="*/ 2296025 w 6192090"/>
              <a:gd name="connsiteY13" fmla="*/ 1253270 h 2561040"/>
              <a:gd name="connsiteX14" fmla="*/ 2753868 w 6192090"/>
              <a:gd name="connsiteY14" fmla="*/ 2068511 h 2561040"/>
              <a:gd name="connsiteX15" fmla="*/ 2993194 w 6192090"/>
              <a:gd name="connsiteY15" fmla="*/ 2270914 h 2561040"/>
              <a:gd name="connsiteX16" fmla="*/ 3584362 w 6192090"/>
              <a:gd name="connsiteY16" fmla="*/ 2321843 h 2561040"/>
              <a:gd name="connsiteX17" fmla="*/ 3932786 w 6192090"/>
              <a:gd name="connsiteY17" fmla="*/ 2359010 h 2561040"/>
              <a:gd name="connsiteX18" fmla="*/ 4510634 w 6192090"/>
              <a:gd name="connsiteY18" fmla="*/ 2554243 h 2561040"/>
              <a:gd name="connsiteX19" fmla="*/ 4910742 w 6192090"/>
              <a:gd name="connsiteY19" fmla="*/ 2500430 h 2561040"/>
              <a:gd name="connsiteX20" fmla="*/ 5323401 w 6192090"/>
              <a:gd name="connsiteY20" fmla="*/ 2345284 h 2561040"/>
              <a:gd name="connsiteX21" fmla="*/ 5749873 w 6192090"/>
              <a:gd name="connsiteY21" fmla="*/ 2115635 h 2561040"/>
              <a:gd name="connsiteX22" fmla="*/ 5871456 w 6192090"/>
              <a:gd name="connsiteY22" fmla="*/ 1882459 h 2561040"/>
              <a:gd name="connsiteX23" fmla="*/ 6192090 w 6192090"/>
              <a:gd name="connsiteY23" fmla="*/ 1575521 h 2561040"/>
              <a:gd name="connsiteX0" fmla="*/ 0 w 6192090"/>
              <a:gd name="connsiteY0" fmla="*/ 16433 h 2725413"/>
              <a:gd name="connsiteX1" fmla="*/ 545140 w 6192090"/>
              <a:gd name="connsiteY1" fmla="*/ 102642 h 2725413"/>
              <a:gd name="connsiteX2" fmla="*/ 1182621 w 6192090"/>
              <a:gd name="connsiteY2" fmla="*/ 658103 h 2725413"/>
              <a:gd name="connsiteX3" fmla="*/ 1538613 w 6192090"/>
              <a:gd name="connsiteY3" fmla="*/ 924956 h 2725413"/>
              <a:gd name="connsiteX4" fmla="*/ 1802363 w 6192090"/>
              <a:gd name="connsiteY4" fmla="*/ 768467 h 2725413"/>
              <a:gd name="connsiteX5" fmla="*/ 1854562 w 6192090"/>
              <a:gd name="connsiteY5" fmla="*/ 393906 h 2725413"/>
              <a:gd name="connsiteX6" fmla="*/ 1906438 w 6192090"/>
              <a:gd name="connsiteY6" fmla="*/ 106613 h 2725413"/>
              <a:gd name="connsiteX7" fmla="*/ 2029406 w 6192090"/>
              <a:gd name="connsiteY7" fmla="*/ 8506 h 2725413"/>
              <a:gd name="connsiteX8" fmla="*/ 2210476 w 6192090"/>
              <a:gd name="connsiteY8" fmla="*/ 23460 h 2725413"/>
              <a:gd name="connsiteX9" fmla="*/ 2320109 w 6192090"/>
              <a:gd name="connsiteY9" fmla="*/ 108232 h 2725413"/>
              <a:gd name="connsiteX10" fmla="*/ 2373258 w 6192090"/>
              <a:gd name="connsiteY10" fmla="*/ 335975 h 2725413"/>
              <a:gd name="connsiteX11" fmla="*/ 2268579 w 6192090"/>
              <a:gd name="connsiteY11" fmla="*/ 666778 h 2725413"/>
              <a:gd name="connsiteX12" fmla="*/ 2222162 w 6192090"/>
              <a:gd name="connsiteY12" fmla="*/ 935123 h 2725413"/>
              <a:gd name="connsiteX13" fmla="*/ 2296025 w 6192090"/>
              <a:gd name="connsiteY13" fmla="*/ 1253270 h 2725413"/>
              <a:gd name="connsiteX14" fmla="*/ 2753868 w 6192090"/>
              <a:gd name="connsiteY14" fmla="*/ 2068511 h 2725413"/>
              <a:gd name="connsiteX15" fmla="*/ 2993194 w 6192090"/>
              <a:gd name="connsiteY15" fmla="*/ 2270914 h 2725413"/>
              <a:gd name="connsiteX16" fmla="*/ 3584362 w 6192090"/>
              <a:gd name="connsiteY16" fmla="*/ 2321843 h 2725413"/>
              <a:gd name="connsiteX17" fmla="*/ 3932786 w 6192090"/>
              <a:gd name="connsiteY17" fmla="*/ 2359010 h 2725413"/>
              <a:gd name="connsiteX18" fmla="*/ 4510634 w 6192090"/>
              <a:gd name="connsiteY18" fmla="*/ 2554243 h 2725413"/>
              <a:gd name="connsiteX19" fmla="*/ 5014524 w 6192090"/>
              <a:gd name="connsiteY19" fmla="*/ 2719938 h 2725413"/>
              <a:gd name="connsiteX20" fmla="*/ 5323401 w 6192090"/>
              <a:gd name="connsiteY20" fmla="*/ 2345284 h 2725413"/>
              <a:gd name="connsiteX21" fmla="*/ 5749873 w 6192090"/>
              <a:gd name="connsiteY21" fmla="*/ 2115635 h 2725413"/>
              <a:gd name="connsiteX22" fmla="*/ 5871456 w 6192090"/>
              <a:gd name="connsiteY22" fmla="*/ 1882459 h 2725413"/>
              <a:gd name="connsiteX23" fmla="*/ 6192090 w 6192090"/>
              <a:gd name="connsiteY23" fmla="*/ 1575521 h 2725413"/>
              <a:gd name="connsiteX0" fmla="*/ 0 w 6192090"/>
              <a:gd name="connsiteY0" fmla="*/ 16433 h 2725145"/>
              <a:gd name="connsiteX1" fmla="*/ 545140 w 6192090"/>
              <a:gd name="connsiteY1" fmla="*/ 102642 h 2725145"/>
              <a:gd name="connsiteX2" fmla="*/ 1182621 w 6192090"/>
              <a:gd name="connsiteY2" fmla="*/ 658103 h 2725145"/>
              <a:gd name="connsiteX3" fmla="*/ 1538613 w 6192090"/>
              <a:gd name="connsiteY3" fmla="*/ 924956 h 2725145"/>
              <a:gd name="connsiteX4" fmla="*/ 1802363 w 6192090"/>
              <a:gd name="connsiteY4" fmla="*/ 768467 h 2725145"/>
              <a:gd name="connsiteX5" fmla="*/ 1854562 w 6192090"/>
              <a:gd name="connsiteY5" fmla="*/ 393906 h 2725145"/>
              <a:gd name="connsiteX6" fmla="*/ 1906438 w 6192090"/>
              <a:gd name="connsiteY6" fmla="*/ 106613 h 2725145"/>
              <a:gd name="connsiteX7" fmla="*/ 2029406 w 6192090"/>
              <a:gd name="connsiteY7" fmla="*/ 8506 h 2725145"/>
              <a:gd name="connsiteX8" fmla="*/ 2210476 w 6192090"/>
              <a:gd name="connsiteY8" fmla="*/ 23460 h 2725145"/>
              <a:gd name="connsiteX9" fmla="*/ 2320109 w 6192090"/>
              <a:gd name="connsiteY9" fmla="*/ 108232 h 2725145"/>
              <a:gd name="connsiteX10" fmla="*/ 2373258 w 6192090"/>
              <a:gd name="connsiteY10" fmla="*/ 335975 h 2725145"/>
              <a:gd name="connsiteX11" fmla="*/ 2268579 w 6192090"/>
              <a:gd name="connsiteY11" fmla="*/ 666778 h 2725145"/>
              <a:gd name="connsiteX12" fmla="*/ 2222162 w 6192090"/>
              <a:gd name="connsiteY12" fmla="*/ 935123 h 2725145"/>
              <a:gd name="connsiteX13" fmla="*/ 2296025 w 6192090"/>
              <a:gd name="connsiteY13" fmla="*/ 1253270 h 2725145"/>
              <a:gd name="connsiteX14" fmla="*/ 2753868 w 6192090"/>
              <a:gd name="connsiteY14" fmla="*/ 2068511 h 2725145"/>
              <a:gd name="connsiteX15" fmla="*/ 2993194 w 6192090"/>
              <a:gd name="connsiteY15" fmla="*/ 2270914 h 2725145"/>
              <a:gd name="connsiteX16" fmla="*/ 3584362 w 6192090"/>
              <a:gd name="connsiteY16" fmla="*/ 2321843 h 2725145"/>
              <a:gd name="connsiteX17" fmla="*/ 3913247 w 6192090"/>
              <a:gd name="connsiteY17" fmla="*/ 2412955 h 2725145"/>
              <a:gd name="connsiteX18" fmla="*/ 4510634 w 6192090"/>
              <a:gd name="connsiteY18" fmla="*/ 2554243 h 2725145"/>
              <a:gd name="connsiteX19" fmla="*/ 5014524 w 6192090"/>
              <a:gd name="connsiteY19" fmla="*/ 2719938 h 2725145"/>
              <a:gd name="connsiteX20" fmla="*/ 5323401 w 6192090"/>
              <a:gd name="connsiteY20" fmla="*/ 2345284 h 2725145"/>
              <a:gd name="connsiteX21" fmla="*/ 5749873 w 6192090"/>
              <a:gd name="connsiteY21" fmla="*/ 2115635 h 2725145"/>
              <a:gd name="connsiteX22" fmla="*/ 5871456 w 6192090"/>
              <a:gd name="connsiteY22" fmla="*/ 1882459 h 2725145"/>
              <a:gd name="connsiteX23" fmla="*/ 6192090 w 6192090"/>
              <a:gd name="connsiteY23"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38613 w 6192090"/>
              <a:gd name="connsiteY3" fmla="*/ 924956 h 2725145"/>
              <a:gd name="connsiteX4" fmla="*/ 1802363 w 6192090"/>
              <a:gd name="connsiteY4" fmla="*/ 768467 h 2725145"/>
              <a:gd name="connsiteX5" fmla="*/ 1854562 w 6192090"/>
              <a:gd name="connsiteY5" fmla="*/ 393906 h 2725145"/>
              <a:gd name="connsiteX6" fmla="*/ 1906438 w 6192090"/>
              <a:gd name="connsiteY6" fmla="*/ 106613 h 2725145"/>
              <a:gd name="connsiteX7" fmla="*/ 2029406 w 6192090"/>
              <a:gd name="connsiteY7" fmla="*/ 8506 h 2725145"/>
              <a:gd name="connsiteX8" fmla="*/ 2210476 w 6192090"/>
              <a:gd name="connsiteY8" fmla="*/ 23460 h 2725145"/>
              <a:gd name="connsiteX9" fmla="*/ 2320109 w 6192090"/>
              <a:gd name="connsiteY9" fmla="*/ 108232 h 2725145"/>
              <a:gd name="connsiteX10" fmla="*/ 2373258 w 6192090"/>
              <a:gd name="connsiteY10" fmla="*/ 335975 h 2725145"/>
              <a:gd name="connsiteX11" fmla="*/ 2268579 w 6192090"/>
              <a:gd name="connsiteY11" fmla="*/ 666778 h 2725145"/>
              <a:gd name="connsiteX12" fmla="*/ 2222162 w 6192090"/>
              <a:gd name="connsiteY12" fmla="*/ 935123 h 2725145"/>
              <a:gd name="connsiteX13" fmla="*/ 2296025 w 6192090"/>
              <a:gd name="connsiteY13" fmla="*/ 1253270 h 2725145"/>
              <a:gd name="connsiteX14" fmla="*/ 2753868 w 6192090"/>
              <a:gd name="connsiteY14" fmla="*/ 2068511 h 2725145"/>
              <a:gd name="connsiteX15" fmla="*/ 2993194 w 6192090"/>
              <a:gd name="connsiteY15" fmla="*/ 2270914 h 2725145"/>
              <a:gd name="connsiteX16" fmla="*/ 3443509 w 6192090"/>
              <a:gd name="connsiteY16" fmla="*/ 2406774 h 2725145"/>
              <a:gd name="connsiteX17" fmla="*/ 3913247 w 6192090"/>
              <a:gd name="connsiteY17" fmla="*/ 2412955 h 2725145"/>
              <a:gd name="connsiteX18" fmla="*/ 4510634 w 6192090"/>
              <a:gd name="connsiteY18" fmla="*/ 2554243 h 2725145"/>
              <a:gd name="connsiteX19" fmla="*/ 5014524 w 6192090"/>
              <a:gd name="connsiteY19" fmla="*/ 2719938 h 2725145"/>
              <a:gd name="connsiteX20" fmla="*/ 5323401 w 6192090"/>
              <a:gd name="connsiteY20" fmla="*/ 2345284 h 2725145"/>
              <a:gd name="connsiteX21" fmla="*/ 5749873 w 6192090"/>
              <a:gd name="connsiteY21" fmla="*/ 2115635 h 2725145"/>
              <a:gd name="connsiteX22" fmla="*/ 5871456 w 6192090"/>
              <a:gd name="connsiteY22" fmla="*/ 1882459 h 2725145"/>
              <a:gd name="connsiteX23" fmla="*/ 6192090 w 6192090"/>
              <a:gd name="connsiteY23"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38613 w 6192090"/>
              <a:gd name="connsiteY3" fmla="*/ 924956 h 2725145"/>
              <a:gd name="connsiteX4" fmla="*/ 1802363 w 6192090"/>
              <a:gd name="connsiteY4" fmla="*/ 768467 h 2725145"/>
              <a:gd name="connsiteX5" fmla="*/ 1854562 w 6192090"/>
              <a:gd name="connsiteY5" fmla="*/ 393906 h 2725145"/>
              <a:gd name="connsiteX6" fmla="*/ 1906438 w 6192090"/>
              <a:gd name="connsiteY6" fmla="*/ 106613 h 2725145"/>
              <a:gd name="connsiteX7" fmla="*/ 2029406 w 6192090"/>
              <a:gd name="connsiteY7" fmla="*/ 8506 h 2725145"/>
              <a:gd name="connsiteX8" fmla="*/ 2210476 w 6192090"/>
              <a:gd name="connsiteY8" fmla="*/ 23460 h 2725145"/>
              <a:gd name="connsiteX9" fmla="*/ 2320109 w 6192090"/>
              <a:gd name="connsiteY9" fmla="*/ 108232 h 2725145"/>
              <a:gd name="connsiteX10" fmla="*/ 2373258 w 6192090"/>
              <a:gd name="connsiteY10" fmla="*/ 335975 h 2725145"/>
              <a:gd name="connsiteX11" fmla="*/ 2268579 w 6192090"/>
              <a:gd name="connsiteY11" fmla="*/ 666778 h 2725145"/>
              <a:gd name="connsiteX12" fmla="*/ 2222162 w 6192090"/>
              <a:gd name="connsiteY12" fmla="*/ 935123 h 2725145"/>
              <a:gd name="connsiteX13" fmla="*/ 2399056 w 6192090"/>
              <a:gd name="connsiteY13" fmla="*/ 1216354 h 2725145"/>
              <a:gd name="connsiteX14" fmla="*/ 2753868 w 6192090"/>
              <a:gd name="connsiteY14" fmla="*/ 2068511 h 2725145"/>
              <a:gd name="connsiteX15" fmla="*/ 2993194 w 6192090"/>
              <a:gd name="connsiteY15" fmla="*/ 2270914 h 2725145"/>
              <a:gd name="connsiteX16" fmla="*/ 3443509 w 6192090"/>
              <a:gd name="connsiteY16" fmla="*/ 2406774 h 2725145"/>
              <a:gd name="connsiteX17" fmla="*/ 3913247 w 6192090"/>
              <a:gd name="connsiteY17" fmla="*/ 2412955 h 2725145"/>
              <a:gd name="connsiteX18" fmla="*/ 4510634 w 6192090"/>
              <a:gd name="connsiteY18" fmla="*/ 2554243 h 2725145"/>
              <a:gd name="connsiteX19" fmla="*/ 5014524 w 6192090"/>
              <a:gd name="connsiteY19" fmla="*/ 2719938 h 2725145"/>
              <a:gd name="connsiteX20" fmla="*/ 5323401 w 6192090"/>
              <a:gd name="connsiteY20" fmla="*/ 2345284 h 2725145"/>
              <a:gd name="connsiteX21" fmla="*/ 5749873 w 6192090"/>
              <a:gd name="connsiteY21" fmla="*/ 2115635 h 2725145"/>
              <a:gd name="connsiteX22" fmla="*/ 5871456 w 6192090"/>
              <a:gd name="connsiteY22" fmla="*/ 1882459 h 2725145"/>
              <a:gd name="connsiteX23" fmla="*/ 6192090 w 6192090"/>
              <a:gd name="connsiteY23"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38613 w 6192090"/>
              <a:gd name="connsiteY3" fmla="*/ 924956 h 2725145"/>
              <a:gd name="connsiteX4" fmla="*/ 1802363 w 6192090"/>
              <a:gd name="connsiteY4" fmla="*/ 768467 h 2725145"/>
              <a:gd name="connsiteX5" fmla="*/ 1854562 w 6192090"/>
              <a:gd name="connsiteY5" fmla="*/ 393906 h 2725145"/>
              <a:gd name="connsiteX6" fmla="*/ 1906438 w 6192090"/>
              <a:gd name="connsiteY6" fmla="*/ 106613 h 2725145"/>
              <a:gd name="connsiteX7" fmla="*/ 2029406 w 6192090"/>
              <a:gd name="connsiteY7" fmla="*/ 8506 h 2725145"/>
              <a:gd name="connsiteX8" fmla="*/ 2210476 w 6192090"/>
              <a:gd name="connsiteY8" fmla="*/ 23460 h 2725145"/>
              <a:gd name="connsiteX9" fmla="*/ 2320109 w 6192090"/>
              <a:gd name="connsiteY9" fmla="*/ 108232 h 2725145"/>
              <a:gd name="connsiteX10" fmla="*/ 2373258 w 6192090"/>
              <a:gd name="connsiteY10" fmla="*/ 335975 h 2725145"/>
              <a:gd name="connsiteX11" fmla="*/ 2268579 w 6192090"/>
              <a:gd name="connsiteY11" fmla="*/ 666778 h 2725145"/>
              <a:gd name="connsiteX12" fmla="*/ 2399056 w 6192090"/>
              <a:gd name="connsiteY12" fmla="*/ 1216354 h 2725145"/>
              <a:gd name="connsiteX13" fmla="*/ 2753868 w 6192090"/>
              <a:gd name="connsiteY13" fmla="*/ 2068511 h 2725145"/>
              <a:gd name="connsiteX14" fmla="*/ 2993194 w 6192090"/>
              <a:gd name="connsiteY14" fmla="*/ 2270914 h 2725145"/>
              <a:gd name="connsiteX15" fmla="*/ 3443509 w 6192090"/>
              <a:gd name="connsiteY15" fmla="*/ 2406774 h 2725145"/>
              <a:gd name="connsiteX16" fmla="*/ 3913247 w 6192090"/>
              <a:gd name="connsiteY16" fmla="*/ 2412955 h 2725145"/>
              <a:gd name="connsiteX17" fmla="*/ 4510634 w 6192090"/>
              <a:gd name="connsiteY17" fmla="*/ 2554243 h 2725145"/>
              <a:gd name="connsiteX18" fmla="*/ 5014524 w 6192090"/>
              <a:gd name="connsiteY18" fmla="*/ 2719938 h 2725145"/>
              <a:gd name="connsiteX19" fmla="*/ 5323401 w 6192090"/>
              <a:gd name="connsiteY19" fmla="*/ 2345284 h 2725145"/>
              <a:gd name="connsiteX20" fmla="*/ 5749873 w 6192090"/>
              <a:gd name="connsiteY20" fmla="*/ 2115635 h 2725145"/>
              <a:gd name="connsiteX21" fmla="*/ 5871456 w 6192090"/>
              <a:gd name="connsiteY21" fmla="*/ 1882459 h 2725145"/>
              <a:gd name="connsiteX22" fmla="*/ 6192090 w 6192090"/>
              <a:gd name="connsiteY22"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38613 w 6192090"/>
              <a:gd name="connsiteY3" fmla="*/ 924956 h 2725145"/>
              <a:gd name="connsiteX4" fmla="*/ 1802363 w 6192090"/>
              <a:gd name="connsiteY4" fmla="*/ 768467 h 2725145"/>
              <a:gd name="connsiteX5" fmla="*/ 1854562 w 6192090"/>
              <a:gd name="connsiteY5" fmla="*/ 393906 h 2725145"/>
              <a:gd name="connsiteX6" fmla="*/ 1906438 w 6192090"/>
              <a:gd name="connsiteY6" fmla="*/ 106613 h 2725145"/>
              <a:gd name="connsiteX7" fmla="*/ 2029406 w 6192090"/>
              <a:gd name="connsiteY7" fmla="*/ 8506 h 2725145"/>
              <a:gd name="connsiteX8" fmla="*/ 2210476 w 6192090"/>
              <a:gd name="connsiteY8" fmla="*/ 23460 h 2725145"/>
              <a:gd name="connsiteX9" fmla="*/ 2320109 w 6192090"/>
              <a:gd name="connsiteY9" fmla="*/ 108232 h 2725145"/>
              <a:gd name="connsiteX10" fmla="*/ 2373258 w 6192090"/>
              <a:gd name="connsiteY10" fmla="*/ 335975 h 2725145"/>
              <a:gd name="connsiteX11" fmla="*/ 2309287 w 6192090"/>
              <a:gd name="connsiteY11" fmla="*/ 870857 h 2725145"/>
              <a:gd name="connsiteX12" fmla="*/ 2399056 w 6192090"/>
              <a:gd name="connsiteY12" fmla="*/ 1216354 h 2725145"/>
              <a:gd name="connsiteX13" fmla="*/ 2753868 w 6192090"/>
              <a:gd name="connsiteY13" fmla="*/ 2068511 h 2725145"/>
              <a:gd name="connsiteX14" fmla="*/ 2993194 w 6192090"/>
              <a:gd name="connsiteY14" fmla="*/ 2270914 h 2725145"/>
              <a:gd name="connsiteX15" fmla="*/ 3443509 w 6192090"/>
              <a:gd name="connsiteY15" fmla="*/ 2406774 h 2725145"/>
              <a:gd name="connsiteX16" fmla="*/ 3913247 w 6192090"/>
              <a:gd name="connsiteY16" fmla="*/ 2412955 h 2725145"/>
              <a:gd name="connsiteX17" fmla="*/ 4510634 w 6192090"/>
              <a:gd name="connsiteY17" fmla="*/ 2554243 h 2725145"/>
              <a:gd name="connsiteX18" fmla="*/ 5014524 w 6192090"/>
              <a:gd name="connsiteY18" fmla="*/ 2719938 h 2725145"/>
              <a:gd name="connsiteX19" fmla="*/ 5323401 w 6192090"/>
              <a:gd name="connsiteY19" fmla="*/ 2345284 h 2725145"/>
              <a:gd name="connsiteX20" fmla="*/ 5749873 w 6192090"/>
              <a:gd name="connsiteY20" fmla="*/ 2115635 h 2725145"/>
              <a:gd name="connsiteX21" fmla="*/ 5871456 w 6192090"/>
              <a:gd name="connsiteY21" fmla="*/ 1882459 h 2725145"/>
              <a:gd name="connsiteX22" fmla="*/ 6192090 w 6192090"/>
              <a:gd name="connsiteY22"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802363 w 6192090"/>
              <a:gd name="connsiteY3" fmla="*/ 768467 h 2725145"/>
              <a:gd name="connsiteX4" fmla="*/ 1854562 w 6192090"/>
              <a:gd name="connsiteY4" fmla="*/ 393906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76825 w 6192090"/>
              <a:gd name="connsiteY3" fmla="*/ 795799 h 2725145"/>
              <a:gd name="connsiteX4" fmla="*/ 1854562 w 6192090"/>
              <a:gd name="connsiteY4" fmla="*/ 393906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76825 w 6192090"/>
              <a:gd name="connsiteY3" fmla="*/ 795799 h 2725145"/>
              <a:gd name="connsiteX4" fmla="*/ 1854562 w 6192090"/>
              <a:gd name="connsiteY4" fmla="*/ 393906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76825 w 6192090"/>
              <a:gd name="connsiteY3" fmla="*/ 795799 h 2725145"/>
              <a:gd name="connsiteX4" fmla="*/ 1779214 w 6192090"/>
              <a:gd name="connsiteY4" fmla="*/ 508448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76825 w 6192090"/>
              <a:gd name="connsiteY3" fmla="*/ 795799 h 2725145"/>
              <a:gd name="connsiteX4" fmla="*/ 1779214 w 6192090"/>
              <a:gd name="connsiteY4" fmla="*/ 508448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576825 w 6192090"/>
              <a:gd name="connsiteY3" fmla="*/ 795799 h 2725145"/>
              <a:gd name="connsiteX4" fmla="*/ 1779214 w 6192090"/>
              <a:gd name="connsiteY4" fmla="*/ 508448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16433 h 2725145"/>
              <a:gd name="connsiteX1" fmla="*/ 545140 w 6192090"/>
              <a:gd name="connsiteY1" fmla="*/ 102642 h 2725145"/>
              <a:gd name="connsiteX2" fmla="*/ 1182621 w 6192090"/>
              <a:gd name="connsiteY2" fmla="*/ 658103 h 2725145"/>
              <a:gd name="connsiteX3" fmla="*/ 1484495 w 6192090"/>
              <a:gd name="connsiteY3" fmla="*/ 777582 h 2725145"/>
              <a:gd name="connsiteX4" fmla="*/ 1779214 w 6192090"/>
              <a:gd name="connsiteY4" fmla="*/ 508448 h 2725145"/>
              <a:gd name="connsiteX5" fmla="*/ 1906438 w 6192090"/>
              <a:gd name="connsiteY5" fmla="*/ 106613 h 2725145"/>
              <a:gd name="connsiteX6" fmla="*/ 2029406 w 6192090"/>
              <a:gd name="connsiteY6" fmla="*/ 8506 h 2725145"/>
              <a:gd name="connsiteX7" fmla="*/ 2210476 w 6192090"/>
              <a:gd name="connsiteY7" fmla="*/ 23460 h 2725145"/>
              <a:gd name="connsiteX8" fmla="*/ 2320109 w 6192090"/>
              <a:gd name="connsiteY8" fmla="*/ 108232 h 2725145"/>
              <a:gd name="connsiteX9" fmla="*/ 2373258 w 6192090"/>
              <a:gd name="connsiteY9" fmla="*/ 335975 h 2725145"/>
              <a:gd name="connsiteX10" fmla="*/ 2309287 w 6192090"/>
              <a:gd name="connsiteY10" fmla="*/ 870857 h 2725145"/>
              <a:gd name="connsiteX11" fmla="*/ 2399056 w 6192090"/>
              <a:gd name="connsiteY11" fmla="*/ 1216354 h 2725145"/>
              <a:gd name="connsiteX12" fmla="*/ 2753868 w 6192090"/>
              <a:gd name="connsiteY12" fmla="*/ 2068511 h 2725145"/>
              <a:gd name="connsiteX13" fmla="*/ 2993194 w 6192090"/>
              <a:gd name="connsiteY13" fmla="*/ 2270914 h 2725145"/>
              <a:gd name="connsiteX14" fmla="*/ 3443509 w 6192090"/>
              <a:gd name="connsiteY14" fmla="*/ 2406774 h 2725145"/>
              <a:gd name="connsiteX15" fmla="*/ 3913247 w 6192090"/>
              <a:gd name="connsiteY15" fmla="*/ 2412955 h 2725145"/>
              <a:gd name="connsiteX16" fmla="*/ 4510634 w 6192090"/>
              <a:gd name="connsiteY16" fmla="*/ 2554243 h 2725145"/>
              <a:gd name="connsiteX17" fmla="*/ 5014524 w 6192090"/>
              <a:gd name="connsiteY17" fmla="*/ 2719938 h 2725145"/>
              <a:gd name="connsiteX18" fmla="*/ 5323401 w 6192090"/>
              <a:gd name="connsiteY18" fmla="*/ 2345284 h 2725145"/>
              <a:gd name="connsiteX19" fmla="*/ 5749873 w 6192090"/>
              <a:gd name="connsiteY19" fmla="*/ 2115635 h 2725145"/>
              <a:gd name="connsiteX20" fmla="*/ 5871456 w 6192090"/>
              <a:gd name="connsiteY20" fmla="*/ 1882459 h 2725145"/>
              <a:gd name="connsiteX21" fmla="*/ 6192090 w 6192090"/>
              <a:gd name="connsiteY21" fmla="*/ 1575521 h 2725145"/>
              <a:gd name="connsiteX0" fmla="*/ 0 w 6192090"/>
              <a:gd name="connsiteY0" fmla="*/ 45433 h 2754145"/>
              <a:gd name="connsiteX1" fmla="*/ 545140 w 6192090"/>
              <a:gd name="connsiteY1" fmla="*/ 131642 h 2754145"/>
              <a:gd name="connsiteX2" fmla="*/ 1182621 w 6192090"/>
              <a:gd name="connsiteY2" fmla="*/ 687103 h 2754145"/>
              <a:gd name="connsiteX3" fmla="*/ 1484495 w 6192090"/>
              <a:gd name="connsiteY3" fmla="*/ 806582 h 2754145"/>
              <a:gd name="connsiteX4" fmla="*/ 1779214 w 6192090"/>
              <a:gd name="connsiteY4" fmla="*/ 537448 h 2754145"/>
              <a:gd name="connsiteX5" fmla="*/ 2029406 w 6192090"/>
              <a:gd name="connsiteY5" fmla="*/ 37506 h 2754145"/>
              <a:gd name="connsiteX6" fmla="*/ 2210476 w 6192090"/>
              <a:gd name="connsiteY6" fmla="*/ 52460 h 2754145"/>
              <a:gd name="connsiteX7" fmla="*/ 2320109 w 6192090"/>
              <a:gd name="connsiteY7" fmla="*/ 137232 h 2754145"/>
              <a:gd name="connsiteX8" fmla="*/ 2373258 w 6192090"/>
              <a:gd name="connsiteY8" fmla="*/ 364975 h 2754145"/>
              <a:gd name="connsiteX9" fmla="*/ 2309287 w 6192090"/>
              <a:gd name="connsiteY9" fmla="*/ 899857 h 2754145"/>
              <a:gd name="connsiteX10" fmla="*/ 2399056 w 6192090"/>
              <a:gd name="connsiteY10" fmla="*/ 1245354 h 2754145"/>
              <a:gd name="connsiteX11" fmla="*/ 2753868 w 6192090"/>
              <a:gd name="connsiteY11" fmla="*/ 2097511 h 2754145"/>
              <a:gd name="connsiteX12" fmla="*/ 2993194 w 6192090"/>
              <a:gd name="connsiteY12" fmla="*/ 2299914 h 2754145"/>
              <a:gd name="connsiteX13" fmla="*/ 3443509 w 6192090"/>
              <a:gd name="connsiteY13" fmla="*/ 2435774 h 2754145"/>
              <a:gd name="connsiteX14" fmla="*/ 3913247 w 6192090"/>
              <a:gd name="connsiteY14" fmla="*/ 2441955 h 2754145"/>
              <a:gd name="connsiteX15" fmla="*/ 4510634 w 6192090"/>
              <a:gd name="connsiteY15" fmla="*/ 2583243 h 2754145"/>
              <a:gd name="connsiteX16" fmla="*/ 5014524 w 6192090"/>
              <a:gd name="connsiteY16" fmla="*/ 2748938 h 2754145"/>
              <a:gd name="connsiteX17" fmla="*/ 5323401 w 6192090"/>
              <a:gd name="connsiteY17" fmla="*/ 2374284 h 2754145"/>
              <a:gd name="connsiteX18" fmla="*/ 5749873 w 6192090"/>
              <a:gd name="connsiteY18" fmla="*/ 2144635 h 2754145"/>
              <a:gd name="connsiteX19" fmla="*/ 5871456 w 6192090"/>
              <a:gd name="connsiteY19" fmla="*/ 1911459 h 2754145"/>
              <a:gd name="connsiteX20" fmla="*/ 6192090 w 6192090"/>
              <a:gd name="connsiteY20" fmla="*/ 1604521 h 2754145"/>
              <a:gd name="connsiteX0" fmla="*/ 0 w 6192090"/>
              <a:gd name="connsiteY0" fmla="*/ 45434 h 2754146"/>
              <a:gd name="connsiteX1" fmla="*/ 501603 w 6192090"/>
              <a:gd name="connsiteY1" fmla="*/ 62273 h 2754146"/>
              <a:gd name="connsiteX2" fmla="*/ 1182621 w 6192090"/>
              <a:gd name="connsiteY2" fmla="*/ 687104 h 2754146"/>
              <a:gd name="connsiteX3" fmla="*/ 1484495 w 6192090"/>
              <a:gd name="connsiteY3" fmla="*/ 806583 h 2754146"/>
              <a:gd name="connsiteX4" fmla="*/ 1779214 w 6192090"/>
              <a:gd name="connsiteY4" fmla="*/ 537449 h 2754146"/>
              <a:gd name="connsiteX5" fmla="*/ 2029406 w 6192090"/>
              <a:gd name="connsiteY5" fmla="*/ 37507 h 2754146"/>
              <a:gd name="connsiteX6" fmla="*/ 2210476 w 6192090"/>
              <a:gd name="connsiteY6" fmla="*/ 52461 h 2754146"/>
              <a:gd name="connsiteX7" fmla="*/ 2320109 w 6192090"/>
              <a:gd name="connsiteY7" fmla="*/ 137233 h 2754146"/>
              <a:gd name="connsiteX8" fmla="*/ 2373258 w 6192090"/>
              <a:gd name="connsiteY8" fmla="*/ 364976 h 2754146"/>
              <a:gd name="connsiteX9" fmla="*/ 2309287 w 6192090"/>
              <a:gd name="connsiteY9" fmla="*/ 899858 h 2754146"/>
              <a:gd name="connsiteX10" fmla="*/ 2399056 w 6192090"/>
              <a:gd name="connsiteY10" fmla="*/ 1245355 h 2754146"/>
              <a:gd name="connsiteX11" fmla="*/ 2753868 w 6192090"/>
              <a:gd name="connsiteY11" fmla="*/ 2097512 h 2754146"/>
              <a:gd name="connsiteX12" fmla="*/ 2993194 w 6192090"/>
              <a:gd name="connsiteY12" fmla="*/ 2299915 h 2754146"/>
              <a:gd name="connsiteX13" fmla="*/ 3443509 w 6192090"/>
              <a:gd name="connsiteY13" fmla="*/ 2435775 h 2754146"/>
              <a:gd name="connsiteX14" fmla="*/ 3913247 w 6192090"/>
              <a:gd name="connsiteY14" fmla="*/ 2441956 h 2754146"/>
              <a:gd name="connsiteX15" fmla="*/ 4510634 w 6192090"/>
              <a:gd name="connsiteY15" fmla="*/ 2583244 h 2754146"/>
              <a:gd name="connsiteX16" fmla="*/ 5014524 w 6192090"/>
              <a:gd name="connsiteY16" fmla="*/ 2748939 h 2754146"/>
              <a:gd name="connsiteX17" fmla="*/ 5323401 w 6192090"/>
              <a:gd name="connsiteY17" fmla="*/ 2374285 h 2754146"/>
              <a:gd name="connsiteX18" fmla="*/ 5749873 w 6192090"/>
              <a:gd name="connsiteY18" fmla="*/ 2144636 h 2754146"/>
              <a:gd name="connsiteX19" fmla="*/ 5871456 w 6192090"/>
              <a:gd name="connsiteY19" fmla="*/ 1911460 h 2754146"/>
              <a:gd name="connsiteX20" fmla="*/ 6192090 w 6192090"/>
              <a:gd name="connsiteY20" fmla="*/ 1604522 h 2754146"/>
              <a:gd name="connsiteX0" fmla="*/ 0 w 6922956"/>
              <a:gd name="connsiteY0" fmla="*/ 0 h 3094712"/>
              <a:gd name="connsiteX1" fmla="*/ 1232469 w 6922956"/>
              <a:gd name="connsiteY1" fmla="*/ 402839 h 3094712"/>
              <a:gd name="connsiteX2" fmla="*/ 1913487 w 6922956"/>
              <a:gd name="connsiteY2" fmla="*/ 1027670 h 3094712"/>
              <a:gd name="connsiteX3" fmla="*/ 2215361 w 6922956"/>
              <a:gd name="connsiteY3" fmla="*/ 1147149 h 3094712"/>
              <a:gd name="connsiteX4" fmla="*/ 2510080 w 6922956"/>
              <a:gd name="connsiteY4" fmla="*/ 878015 h 3094712"/>
              <a:gd name="connsiteX5" fmla="*/ 2760272 w 6922956"/>
              <a:gd name="connsiteY5" fmla="*/ 378073 h 3094712"/>
              <a:gd name="connsiteX6" fmla="*/ 2941342 w 6922956"/>
              <a:gd name="connsiteY6" fmla="*/ 393027 h 3094712"/>
              <a:gd name="connsiteX7" fmla="*/ 3050975 w 6922956"/>
              <a:gd name="connsiteY7" fmla="*/ 477799 h 3094712"/>
              <a:gd name="connsiteX8" fmla="*/ 3104124 w 6922956"/>
              <a:gd name="connsiteY8" fmla="*/ 705542 h 3094712"/>
              <a:gd name="connsiteX9" fmla="*/ 3040153 w 6922956"/>
              <a:gd name="connsiteY9" fmla="*/ 1240424 h 3094712"/>
              <a:gd name="connsiteX10" fmla="*/ 3129922 w 6922956"/>
              <a:gd name="connsiteY10" fmla="*/ 1585921 h 3094712"/>
              <a:gd name="connsiteX11" fmla="*/ 3484734 w 6922956"/>
              <a:gd name="connsiteY11" fmla="*/ 2438078 h 3094712"/>
              <a:gd name="connsiteX12" fmla="*/ 3724060 w 6922956"/>
              <a:gd name="connsiteY12" fmla="*/ 2640481 h 3094712"/>
              <a:gd name="connsiteX13" fmla="*/ 4174375 w 6922956"/>
              <a:gd name="connsiteY13" fmla="*/ 2776341 h 3094712"/>
              <a:gd name="connsiteX14" fmla="*/ 4644113 w 6922956"/>
              <a:gd name="connsiteY14" fmla="*/ 2782522 h 3094712"/>
              <a:gd name="connsiteX15" fmla="*/ 5241500 w 6922956"/>
              <a:gd name="connsiteY15" fmla="*/ 2923810 h 3094712"/>
              <a:gd name="connsiteX16" fmla="*/ 5745390 w 6922956"/>
              <a:gd name="connsiteY16" fmla="*/ 3089505 h 3094712"/>
              <a:gd name="connsiteX17" fmla="*/ 6054267 w 6922956"/>
              <a:gd name="connsiteY17" fmla="*/ 2714851 h 3094712"/>
              <a:gd name="connsiteX18" fmla="*/ 6480739 w 6922956"/>
              <a:gd name="connsiteY18" fmla="*/ 2485202 h 3094712"/>
              <a:gd name="connsiteX19" fmla="*/ 6602322 w 6922956"/>
              <a:gd name="connsiteY19" fmla="*/ 2252026 h 3094712"/>
              <a:gd name="connsiteX20" fmla="*/ 6922956 w 6922956"/>
              <a:gd name="connsiteY20" fmla="*/ 1945088 h 3094712"/>
              <a:gd name="connsiteX0" fmla="*/ 0 w 6922956"/>
              <a:gd name="connsiteY0" fmla="*/ 0 h 3094712"/>
              <a:gd name="connsiteX1" fmla="*/ 449250 w 6922956"/>
              <a:gd name="connsiteY1" fmla="*/ 41796 h 3094712"/>
              <a:gd name="connsiteX2" fmla="*/ 1232469 w 6922956"/>
              <a:gd name="connsiteY2" fmla="*/ 402839 h 3094712"/>
              <a:gd name="connsiteX3" fmla="*/ 1913487 w 6922956"/>
              <a:gd name="connsiteY3" fmla="*/ 1027670 h 3094712"/>
              <a:gd name="connsiteX4" fmla="*/ 2215361 w 6922956"/>
              <a:gd name="connsiteY4" fmla="*/ 1147149 h 3094712"/>
              <a:gd name="connsiteX5" fmla="*/ 2510080 w 6922956"/>
              <a:gd name="connsiteY5" fmla="*/ 878015 h 3094712"/>
              <a:gd name="connsiteX6" fmla="*/ 2760272 w 6922956"/>
              <a:gd name="connsiteY6" fmla="*/ 378073 h 3094712"/>
              <a:gd name="connsiteX7" fmla="*/ 2941342 w 6922956"/>
              <a:gd name="connsiteY7" fmla="*/ 393027 h 3094712"/>
              <a:gd name="connsiteX8" fmla="*/ 3050975 w 6922956"/>
              <a:gd name="connsiteY8" fmla="*/ 477799 h 3094712"/>
              <a:gd name="connsiteX9" fmla="*/ 3104124 w 6922956"/>
              <a:gd name="connsiteY9" fmla="*/ 705542 h 3094712"/>
              <a:gd name="connsiteX10" fmla="*/ 3040153 w 6922956"/>
              <a:gd name="connsiteY10" fmla="*/ 1240424 h 3094712"/>
              <a:gd name="connsiteX11" fmla="*/ 3129922 w 6922956"/>
              <a:gd name="connsiteY11" fmla="*/ 1585921 h 3094712"/>
              <a:gd name="connsiteX12" fmla="*/ 3484734 w 6922956"/>
              <a:gd name="connsiteY12" fmla="*/ 2438078 h 3094712"/>
              <a:gd name="connsiteX13" fmla="*/ 3724060 w 6922956"/>
              <a:gd name="connsiteY13" fmla="*/ 2640481 h 3094712"/>
              <a:gd name="connsiteX14" fmla="*/ 4174375 w 6922956"/>
              <a:gd name="connsiteY14" fmla="*/ 2776341 h 3094712"/>
              <a:gd name="connsiteX15" fmla="*/ 4644113 w 6922956"/>
              <a:gd name="connsiteY15" fmla="*/ 2782522 h 3094712"/>
              <a:gd name="connsiteX16" fmla="*/ 5241500 w 6922956"/>
              <a:gd name="connsiteY16" fmla="*/ 2923810 h 3094712"/>
              <a:gd name="connsiteX17" fmla="*/ 5745390 w 6922956"/>
              <a:gd name="connsiteY17" fmla="*/ 3089505 h 3094712"/>
              <a:gd name="connsiteX18" fmla="*/ 6054267 w 6922956"/>
              <a:gd name="connsiteY18" fmla="*/ 2714851 h 3094712"/>
              <a:gd name="connsiteX19" fmla="*/ 6480739 w 6922956"/>
              <a:gd name="connsiteY19" fmla="*/ 2485202 h 3094712"/>
              <a:gd name="connsiteX20" fmla="*/ 6602322 w 6922956"/>
              <a:gd name="connsiteY20" fmla="*/ 2252026 h 3094712"/>
              <a:gd name="connsiteX21" fmla="*/ 6922956 w 6922956"/>
              <a:gd name="connsiteY21" fmla="*/ 1945088 h 3094712"/>
              <a:gd name="connsiteX0" fmla="*/ 0 w 7109627"/>
              <a:gd name="connsiteY0" fmla="*/ 222210 h 3062664"/>
              <a:gd name="connsiteX1" fmla="*/ 635921 w 7109627"/>
              <a:gd name="connsiteY1" fmla="*/ 9748 h 3062664"/>
              <a:gd name="connsiteX2" fmla="*/ 1419140 w 7109627"/>
              <a:gd name="connsiteY2" fmla="*/ 370791 h 3062664"/>
              <a:gd name="connsiteX3" fmla="*/ 2100158 w 7109627"/>
              <a:gd name="connsiteY3" fmla="*/ 995622 h 3062664"/>
              <a:gd name="connsiteX4" fmla="*/ 2402032 w 7109627"/>
              <a:gd name="connsiteY4" fmla="*/ 1115101 h 3062664"/>
              <a:gd name="connsiteX5" fmla="*/ 2696751 w 7109627"/>
              <a:gd name="connsiteY5" fmla="*/ 845967 h 3062664"/>
              <a:gd name="connsiteX6" fmla="*/ 2946943 w 7109627"/>
              <a:gd name="connsiteY6" fmla="*/ 346025 h 3062664"/>
              <a:gd name="connsiteX7" fmla="*/ 3128013 w 7109627"/>
              <a:gd name="connsiteY7" fmla="*/ 360979 h 3062664"/>
              <a:gd name="connsiteX8" fmla="*/ 3237646 w 7109627"/>
              <a:gd name="connsiteY8" fmla="*/ 445751 h 3062664"/>
              <a:gd name="connsiteX9" fmla="*/ 3290795 w 7109627"/>
              <a:gd name="connsiteY9" fmla="*/ 673494 h 3062664"/>
              <a:gd name="connsiteX10" fmla="*/ 3226824 w 7109627"/>
              <a:gd name="connsiteY10" fmla="*/ 1208376 h 3062664"/>
              <a:gd name="connsiteX11" fmla="*/ 3316593 w 7109627"/>
              <a:gd name="connsiteY11" fmla="*/ 1553873 h 3062664"/>
              <a:gd name="connsiteX12" fmla="*/ 3671405 w 7109627"/>
              <a:gd name="connsiteY12" fmla="*/ 2406030 h 3062664"/>
              <a:gd name="connsiteX13" fmla="*/ 3910731 w 7109627"/>
              <a:gd name="connsiteY13" fmla="*/ 2608433 h 3062664"/>
              <a:gd name="connsiteX14" fmla="*/ 4361046 w 7109627"/>
              <a:gd name="connsiteY14" fmla="*/ 2744293 h 3062664"/>
              <a:gd name="connsiteX15" fmla="*/ 4830784 w 7109627"/>
              <a:gd name="connsiteY15" fmla="*/ 2750474 h 3062664"/>
              <a:gd name="connsiteX16" fmla="*/ 5428171 w 7109627"/>
              <a:gd name="connsiteY16" fmla="*/ 2891762 h 3062664"/>
              <a:gd name="connsiteX17" fmla="*/ 5932061 w 7109627"/>
              <a:gd name="connsiteY17" fmla="*/ 3057457 h 3062664"/>
              <a:gd name="connsiteX18" fmla="*/ 6240938 w 7109627"/>
              <a:gd name="connsiteY18" fmla="*/ 2682803 h 3062664"/>
              <a:gd name="connsiteX19" fmla="*/ 6667410 w 7109627"/>
              <a:gd name="connsiteY19" fmla="*/ 2453154 h 3062664"/>
              <a:gd name="connsiteX20" fmla="*/ 6788993 w 7109627"/>
              <a:gd name="connsiteY20" fmla="*/ 2219978 h 3062664"/>
              <a:gd name="connsiteX21" fmla="*/ 7109627 w 7109627"/>
              <a:gd name="connsiteY21" fmla="*/ 1913040 h 3062664"/>
              <a:gd name="connsiteX0" fmla="*/ 0 w 7109627"/>
              <a:gd name="connsiteY0" fmla="*/ 236903 h 3077357"/>
              <a:gd name="connsiteX1" fmla="*/ 635921 w 7109627"/>
              <a:gd name="connsiteY1" fmla="*/ 24441 h 3077357"/>
              <a:gd name="connsiteX2" fmla="*/ 1419140 w 7109627"/>
              <a:gd name="connsiteY2" fmla="*/ 385484 h 3077357"/>
              <a:gd name="connsiteX3" fmla="*/ 2100158 w 7109627"/>
              <a:gd name="connsiteY3" fmla="*/ 1010315 h 3077357"/>
              <a:gd name="connsiteX4" fmla="*/ 2402032 w 7109627"/>
              <a:gd name="connsiteY4" fmla="*/ 1129794 h 3077357"/>
              <a:gd name="connsiteX5" fmla="*/ 2696751 w 7109627"/>
              <a:gd name="connsiteY5" fmla="*/ 860660 h 3077357"/>
              <a:gd name="connsiteX6" fmla="*/ 2946943 w 7109627"/>
              <a:gd name="connsiteY6" fmla="*/ 360718 h 3077357"/>
              <a:gd name="connsiteX7" fmla="*/ 3128013 w 7109627"/>
              <a:gd name="connsiteY7" fmla="*/ 375672 h 3077357"/>
              <a:gd name="connsiteX8" fmla="*/ 3237646 w 7109627"/>
              <a:gd name="connsiteY8" fmla="*/ 460444 h 3077357"/>
              <a:gd name="connsiteX9" fmla="*/ 3290795 w 7109627"/>
              <a:gd name="connsiteY9" fmla="*/ 688187 h 3077357"/>
              <a:gd name="connsiteX10" fmla="*/ 3226824 w 7109627"/>
              <a:gd name="connsiteY10" fmla="*/ 1223069 h 3077357"/>
              <a:gd name="connsiteX11" fmla="*/ 3316593 w 7109627"/>
              <a:gd name="connsiteY11" fmla="*/ 1568566 h 3077357"/>
              <a:gd name="connsiteX12" fmla="*/ 3671405 w 7109627"/>
              <a:gd name="connsiteY12" fmla="*/ 2420723 h 3077357"/>
              <a:gd name="connsiteX13" fmla="*/ 3910731 w 7109627"/>
              <a:gd name="connsiteY13" fmla="*/ 2623126 h 3077357"/>
              <a:gd name="connsiteX14" fmla="*/ 4361046 w 7109627"/>
              <a:gd name="connsiteY14" fmla="*/ 2758986 h 3077357"/>
              <a:gd name="connsiteX15" fmla="*/ 4830784 w 7109627"/>
              <a:gd name="connsiteY15" fmla="*/ 2765167 h 3077357"/>
              <a:gd name="connsiteX16" fmla="*/ 5428171 w 7109627"/>
              <a:gd name="connsiteY16" fmla="*/ 2906455 h 3077357"/>
              <a:gd name="connsiteX17" fmla="*/ 5932061 w 7109627"/>
              <a:gd name="connsiteY17" fmla="*/ 3072150 h 3077357"/>
              <a:gd name="connsiteX18" fmla="*/ 6240938 w 7109627"/>
              <a:gd name="connsiteY18" fmla="*/ 2697496 h 3077357"/>
              <a:gd name="connsiteX19" fmla="*/ 6667410 w 7109627"/>
              <a:gd name="connsiteY19" fmla="*/ 2467847 h 3077357"/>
              <a:gd name="connsiteX20" fmla="*/ 6788993 w 7109627"/>
              <a:gd name="connsiteY20" fmla="*/ 2234671 h 3077357"/>
              <a:gd name="connsiteX21" fmla="*/ 7109627 w 7109627"/>
              <a:gd name="connsiteY21" fmla="*/ 1927733 h 3077357"/>
              <a:gd name="connsiteX0" fmla="*/ 0 w 7117314"/>
              <a:gd name="connsiteY0" fmla="*/ 333226 h 3067337"/>
              <a:gd name="connsiteX1" fmla="*/ 643608 w 7117314"/>
              <a:gd name="connsiteY1" fmla="*/ 14421 h 3067337"/>
              <a:gd name="connsiteX2" fmla="*/ 1426827 w 7117314"/>
              <a:gd name="connsiteY2" fmla="*/ 375464 h 3067337"/>
              <a:gd name="connsiteX3" fmla="*/ 2107845 w 7117314"/>
              <a:gd name="connsiteY3" fmla="*/ 1000295 h 3067337"/>
              <a:gd name="connsiteX4" fmla="*/ 2409719 w 7117314"/>
              <a:gd name="connsiteY4" fmla="*/ 1119774 h 3067337"/>
              <a:gd name="connsiteX5" fmla="*/ 2704438 w 7117314"/>
              <a:gd name="connsiteY5" fmla="*/ 850640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679092 w 7117314"/>
              <a:gd name="connsiteY12" fmla="*/ 2410703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067337"/>
              <a:gd name="connsiteX1" fmla="*/ 643608 w 7117314"/>
              <a:gd name="connsiteY1" fmla="*/ 14421 h 3067337"/>
              <a:gd name="connsiteX2" fmla="*/ 1426827 w 7117314"/>
              <a:gd name="connsiteY2" fmla="*/ 375464 h 3067337"/>
              <a:gd name="connsiteX3" fmla="*/ 2107845 w 7117314"/>
              <a:gd name="connsiteY3" fmla="*/ 1000295 h 3067337"/>
              <a:gd name="connsiteX4" fmla="*/ 2380423 w 7117314"/>
              <a:gd name="connsiteY4" fmla="*/ 1183947 h 3067337"/>
              <a:gd name="connsiteX5" fmla="*/ 2704438 w 7117314"/>
              <a:gd name="connsiteY5" fmla="*/ 850640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679092 w 7117314"/>
              <a:gd name="connsiteY12" fmla="*/ 2410703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067337"/>
              <a:gd name="connsiteX1" fmla="*/ 643608 w 7117314"/>
              <a:gd name="connsiteY1" fmla="*/ 14421 h 3067337"/>
              <a:gd name="connsiteX2" fmla="*/ 1426827 w 7117314"/>
              <a:gd name="connsiteY2" fmla="*/ 375464 h 3067337"/>
              <a:gd name="connsiteX3" fmla="*/ 2107845 w 7117314"/>
              <a:gd name="connsiteY3" fmla="*/ 1000295 h 3067337"/>
              <a:gd name="connsiteX4" fmla="*/ 2303045 w 7117314"/>
              <a:gd name="connsiteY4" fmla="*/ 1135416 h 3067337"/>
              <a:gd name="connsiteX5" fmla="*/ 2704438 w 7117314"/>
              <a:gd name="connsiteY5" fmla="*/ 850640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679092 w 7117314"/>
              <a:gd name="connsiteY12" fmla="*/ 2410703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067337"/>
              <a:gd name="connsiteX1" fmla="*/ 643608 w 7117314"/>
              <a:gd name="connsiteY1" fmla="*/ 14421 h 3067337"/>
              <a:gd name="connsiteX2" fmla="*/ 1426827 w 7117314"/>
              <a:gd name="connsiteY2" fmla="*/ 375464 h 3067337"/>
              <a:gd name="connsiteX3" fmla="*/ 2107845 w 7117314"/>
              <a:gd name="connsiteY3" fmla="*/ 1000295 h 3067337"/>
              <a:gd name="connsiteX4" fmla="*/ 2303045 w 7117314"/>
              <a:gd name="connsiteY4" fmla="*/ 1135416 h 3067337"/>
              <a:gd name="connsiteX5" fmla="*/ 2650808 w 7117314"/>
              <a:gd name="connsiteY5" fmla="*/ 839948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679092 w 7117314"/>
              <a:gd name="connsiteY12" fmla="*/ 2410703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067337"/>
              <a:gd name="connsiteX1" fmla="*/ 643608 w 7117314"/>
              <a:gd name="connsiteY1" fmla="*/ 14421 h 3067337"/>
              <a:gd name="connsiteX2" fmla="*/ 1426827 w 7117314"/>
              <a:gd name="connsiteY2" fmla="*/ 375464 h 3067337"/>
              <a:gd name="connsiteX3" fmla="*/ 2053376 w 7117314"/>
              <a:gd name="connsiteY3" fmla="*/ 867102 h 3067337"/>
              <a:gd name="connsiteX4" fmla="*/ 2303045 w 7117314"/>
              <a:gd name="connsiteY4" fmla="*/ 1135416 h 3067337"/>
              <a:gd name="connsiteX5" fmla="*/ 2650808 w 7117314"/>
              <a:gd name="connsiteY5" fmla="*/ 839948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679092 w 7117314"/>
              <a:gd name="connsiteY12" fmla="*/ 2410703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067337"/>
              <a:gd name="connsiteX1" fmla="*/ 643608 w 7117314"/>
              <a:gd name="connsiteY1" fmla="*/ 14421 h 3067337"/>
              <a:gd name="connsiteX2" fmla="*/ 1426827 w 7117314"/>
              <a:gd name="connsiteY2" fmla="*/ 375464 h 3067337"/>
              <a:gd name="connsiteX3" fmla="*/ 2053376 w 7117314"/>
              <a:gd name="connsiteY3" fmla="*/ 867102 h 3067337"/>
              <a:gd name="connsiteX4" fmla="*/ 2303045 w 7117314"/>
              <a:gd name="connsiteY4" fmla="*/ 1135416 h 3067337"/>
              <a:gd name="connsiteX5" fmla="*/ 2650808 w 7117314"/>
              <a:gd name="connsiteY5" fmla="*/ 839948 h 3067337"/>
              <a:gd name="connsiteX6" fmla="*/ 2954630 w 7117314"/>
              <a:gd name="connsiteY6" fmla="*/ 350698 h 3067337"/>
              <a:gd name="connsiteX7" fmla="*/ 3135700 w 7117314"/>
              <a:gd name="connsiteY7" fmla="*/ 365652 h 3067337"/>
              <a:gd name="connsiteX8" fmla="*/ 3245333 w 7117314"/>
              <a:gd name="connsiteY8" fmla="*/ 450424 h 3067337"/>
              <a:gd name="connsiteX9" fmla="*/ 3298482 w 7117314"/>
              <a:gd name="connsiteY9" fmla="*/ 678167 h 3067337"/>
              <a:gd name="connsiteX10" fmla="*/ 3234511 w 7117314"/>
              <a:gd name="connsiteY10" fmla="*/ 1213049 h 3067337"/>
              <a:gd name="connsiteX11" fmla="*/ 3324280 w 7117314"/>
              <a:gd name="connsiteY11" fmla="*/ 1558546 h 3067337"/>
              <a:gd name="connsiteX12" fmla="*/ 3552314 w 7117314"/>
              <a:gd name="connsiteY12" fmla="*/ 2409782 h 3067337"/>
              <a:gd name="connsiteX13" fmla="*/ 3918418 w 7117314"/>
              <a:gd name="connsiteY13" fmla="*/ 2613106 h 3067337"/>
              <a:gd name="connsiteX14" fmla="*/ 4368733 w 7117314"/>
              <a:gd name="connsiteY14" fmla="*/ 2748966 h 3067337"/>
              <a:gd name="connsiteX15" fmla="*/ 4838471 w 7117314"/>
              <a:gd name="connsiteY15" fmla="*/ 2755147 h 3067337"/>
              <a:gd name="connsiteX16" fmla="*/ 5435858 w 7117314"/>
              <a:gd name="connsiteY16" fmla="*/ 2896435 h 3067337"/>
              <a:gd name="connsiteX17" fmla="*/ 5939748 w 7117314"/>
              <a:gd name="connsiteY17" fmla="*/ 3062130 h 3067337"/>
              <a:gd name="connsiteX18" fmla="*/ 6248625 w 7117314"/>
              <a:gd name="connsiteY18" fmla="*/ 2687476 h 3067337"/>
              <a:gd name="connsiteX19" fmla="*/ 6675097 w 7117314"/>
              <a:gd name="connsiteY19" fmla="*/ 2457827 h 3067337"/>
              <a:gd name="connsiteX20" fmla="*/ 6796680 w 7117314"/>
              <a:gd name="connsiteY20" fmla="*/ 2224651 h 3067337"/>
              <a:gd name="connsiteX21" fmla="*/ 7117314 w 7117314"/>
              <a:gd name="connsiteY21" fmla="*/ 1917713 h 3067337"/>
              <a:gd name="connsiteX0" fmla="*/ 0 w 7117314"/>
              <a:gd name="connsiteY0" fmla="*/ 333226 h 3139786"/>
              <a:gd name="connsiteX1" fmla="*/ 643608 w 7117314"/>
              <a:gd name="connsiteY1" fmla="*/ 14421 h 3139786"/>
              <a:gd name="connsiteX2" fmla="*/ 1426827 w 7117314"/>
              <a:gd name="connsiteY2" fmla="*/ 375464 h 3139786"/>
              <a:gd name="connsiteX3" fmla="*/ 2053376 w 7117314"/>
              <a:gd name="connsiteY3" fmla="*/ 867102 h 3139786"/>
              <a:gd name="connsiteX4" fmla="*/ 2303045 w 7117314"/>
              <a:gd name="connsiteY4" fmla="*/ 1135416 h 3139786"/>
              <a:gd name="connsiteX5" fmla="*/ 2650808 w 7117314"/>
              <a:gd name="connsiteY5" fmla="*/ 839948 h 3139786"/>
              <a:gd name="connsiteX6" fmla="*/ 2954630 w 7117314"/>
              <a:gd name="connsiteY6" fmla="*/ 350698 h 3139786"/>
              <a:gd name="connsiteX7" fmla="*/ 3135700 w 7117314"/>
              <a:gd name="connsiteY7" fmla="*/ 365652 h 3139786"/>
              <a:gd name="connsiteX8" fmla="*/ 3245333 w 7117314"/>
              <a:gd name="connsiteY8" fmla="*/ 450424 h 3139786"/>
              <a:gd name="connsiteX9" fmla="*/ 3298482 w 7117314"/>
              <a:gd name="connsiteY9" fmla="*/ 678167 h 3139786"/>
              <a:gd name="connsiteX10" fmla="*/ 3234511 w 7117314"/>
              <a:gd name="connsiteY10" fmla="*/ 1213049 h 3139786"/>
              <a:gd name="connsiteX11" fmla="*/ 3324280 w 7117314"/>
              <a:gd name="connsiteY11" fmla="*/ 1558546 h 3139786"/>
              <a:gd name="connsiteX12" fmla="*/ 3552314 w 7117314"/>
              <a:gd name="connsiteY12" fmla="*/ 2409782 h 3139786"/>
              <a:gd name="connsiteX13" fmla="*/ 3918418 w 7117314"/>
              <a:gd name="connsiteY13" fmla="*/ 2613106 h 3139786"/>
              <a:gd name="connsiteX14" fmla="*/ 4368733 w 7117314"/>
              <a:gd name="connsiteY14" fmla="*/ 2748966 h 3139786"/>
              <a:gd name="connsiteX15" fmla="*/ 4838471 w 7117314"/>
              <a:gd name="connsiteY15" fmla="*/ 2755147 h 3139786"/>
              <a:gd name="connsiteX16" fmla="*/ 5435858 w 7117314"/>
              <a:gd name="connsiteY16" fmla="*/ 2896435 h 3139786"/>
              <a:gd name="connsiteX17" fmla="*/ 5634466 w 7117314"/>
              <a:gd name="connsiteY17" fmla="*/ 3127910 h 3139786"/>
              <a:gd name="connsiteX18" fmla="*/ 5939748 w 7117314"/>
              <a:gd name="connsiteY18" fmla="*/ 3062130 h 3139786"/>
              <a:gd name="connsiteX19" fmla="*/ 6248625 w 7117314"/>
              <a:gd name="connsiteY19" fmla="*/ 2687476 h 3139786"/>
              <a:gd name="connsiteX20" fmla="*/ 6675097 w 7117314"/>
              <a:gd name="connsiteY20" fmla="*/ 2457827 h 3139786"/>
              <a:gd name="connsiteX21" fmla="*/ 6796680 w 7117314"/>
              <a:gd name="connsiteY21" fmla="*/ 2224651 h 3139786"/>
              <a:gd name="connsiteX22" fmla="*/ 7117314 w 7117314"/>
              <a:gd name="connsiteY22" fmla="*/ 1917713 h 3139786"/>
              <a:gd name="connsiteX0" fmla="*/ 0 w 7117314"/>
              <a:gd name="connsiteY0" fmla="*/ 333226 h 3139786"/>
              <a:gd name="connsiteX1" fmla="*/ 643608 w 7117314"/>
              <a:gd name="connsiteY1" fmla="*/ 14421 h 3139786"/>
              <a:gd name="connsiteX2" fmla="*/ 1426827 w 7117314"/>
              <a:gd name="connsiteY2" fmla="*/ 375464 h 3139786"/>
              <a:gd name="connsiteX3" fmla="*/ 2053376 w 7117314"/>
              <a:gd name="connsiteY3" fmla="*/ 867102 h 3139786"/>
              <a:gd name="connsiteX4" fmla="*/ 2303045 w 7117314"/>
              <a:gd name="connsiteY4" fmla="*/ 1135416 h 3139786"/>
              <a:gd name="connsiteX5" fmla="*/ 2483750 w 7117314"/>
              <a:gd name="connsiteY5" fmla="*/ 945957 h 3139786"/>
              <a:gd name="connsiteX6" fmla="*/ 2650808 w 7117314"/>
              <a:gd name="connsiteY6" fmla="*/ 839948 h 3139786"/>
              <a:gd name="connsiteX7" fmla="*/ 2954630 w 7117314"/>
              <a:gd name="connsiteY7" fmla="*/ 350698 h 3139786"/>
              <a:gd name="connsiteX8" fmla="*/ 3135700 w 7117314"/>
              <a:gd name="connsiteY8" fmla="*/ 365652 h 3139786"/>
              <a:gd name="connsiteX9" fmla="*/ 3245333 w 7117314"/>
              <a:gd name="connsiteY9" fmla="*/ 450424 h 3139786"/>
              <a:gd name="connsiteX10" fmla="*/ 3298482 w 7117314"/>
              <a:gd name="connsiteY10" fmla="*/ 678167 h 3139786"/>
              <a:gd name="connsiteX11" fmla="*/ 3234511 w 7117314"/>
              <a:gd name="connsiteY11" fmla="*/ 1213049 h 3139786"/>
              <a:gd name="connsiteX12" fmla="*/ 3324280 w 7117314"/>
              <a:gd name="connsiteY12" fmla="*/ 1558546 h 3139786"/>
              <a:gd name="connsiteX13" fmla="*/ 3552314 w 7117314"/>
              <a:gd name="connsiteY13" fmla="*/ 2409782 h 3139786"/>
              <a:gd name="connsiteX14" fmla="*/ 3918418 w 7117314"/>
              <a:gd name="connsiteY14" fmla="*/ 2613106 h 3139786"/>
              <a:gd name="connsiteX15" fmla="*/ 4368733 w 7117314"/>
              <a:gd name="connsiteY15" fmla="*/ 2748966 h 3139786"/>
              <a:gd name="connsiteX16" fmla="*/ 4838471 w 7117314"/>
              <a:gd name="connsiteY16" fmla="*/ 2755147 h 3139786"/>
              <a:gd name="connsiteX17" fmla="*/ 5435858 w 7117314"/>
              <a:gd name="connsiteY17" fmla="*/ 2896435 h 3139786"/>
              <a:gd name="connsiteX18" fmla="*/ 5634466 w 7117314"/>
              <a:gd name="connsiteY18" fmla="*/ 3127910 h 3139786"/>
              <a:gd name="connsiteX19" fmla="*/ 5939748 w 7117314"/>
              <a:gd name="connsiteY19" fmla="*/ 3062130 h 3139786"/>
              <a:gd name="connsiteX20" fmla="*/ 6248625 w 7117314"/>
              <a:gd name="connsiteY20" fmla="*/ 2687476 h 3139786"/>
              <a:gd name="connsiteX21" fmla="*/ 6675097 w 7117314"/>
              <a:gd name="connsiteY21" fmla="*/ 2457827 h 3139786"/>
              <a:gd name="connsiteX22" fmla="*/ 6796680 w 7117314"/>
              <a:gd name="connsiteY22" fmla="*/ 2224651 h 3139786"/>
              <a:gd name="connsiteX23" fmla="*/ 7117314 w 7117314"/>
              <a:gd name="connsiteY23" fmla="*/ 1917713 h 3139786"/>
              <a:gd name="connsiteX0" fmla="*/ 0 w 7117314"/>
              <a:gd name="connsiteY0" fmla="*/ 333226 h 3139786"/>
              <a:gd name="connsiteX1" fmla="*/ 643608 w 7117314"/>
              <a:gd name="connsiteY1" fmla="*/ 14421 h 3139786"/>
              <a:gd name="connsiteX2" fmla="*/ 1426827 w 7117314"/>
              <a:gd name="connsiteY2" fmla="*/ 375464 h 3139786"/>
              <a:gd name="connsiteX3" fmla="*/ 2053376 w 7117314"/>
              <a:gd name="connsiteY3" fmla="*/ 867102 h 3139786"/>
              <a:gd name="connsiteX4" fmla="*/ 2303045 w 7117314"/>
              <a:gd name="connsiteY4" fmla="*/ 1135416 h 3139786"/>
              <a:gd name="connsiteX5" fmla="*/ 2483750 w 7117314"/>
              <a:gd name="connsiteY5" fmla="*/ 945957 h 3139786"/>
              <a:gd name="connsiteX6" fmla="*/ 2783052 w 7117314"/>
              <a:gd name="connsiteY6" fmla="*/ 872782 h 3139786"/>
              <a:gd name="connsiteX7" fmla="*/ 2954630 w 7117314"/>
              <a:gd name="connsiteY7" fmla="*/ 350698 h 3139786"/>
              <a:gd name="connsiteX8" fmla="*/ 3135700 w 7117314"/>
              <a:gd name="connsiteY8" fmla="*/ 365652 h 3139786"/>
              <a:gd name="connsiteX9" fmla="*/ 3245333 w 7117314"/>
              <a:gd name="connsiteY9" fmla="*/ 450424 h 3139786"/>
              <a:gd name="connsiteX10" fmla="*/ 3298482 w 7117314"/>
              <a:gd name="connsiteY10" fmla="*/ 678167 h 3139786"/>
              <a:gd name="connsiteX11" fmla="*/ 3234511 w 7117314"/>
              <a:gd name="connsiteY11" fmla="*/ 1213049 h 3139786"/>
              <a:gd name="connsiteX12" fmla="*/ 3324280 w 7117314"/>
              <a:gd name="connsiteY12" fmla="*/ 1558546 h 3139786"/>
              <a:gd name="connsiteX13" fmla="*/ 3552314 w 7117314"/>
              <a:gd name="connsiteY13" fmla="*/ 2409782 h 3139786"/>
              <a:gd name="connsiteX14" fmla="*/ 3918418 w 7117314"/>
              <a:gd name="connsiteY14" fmla="*/ 2613106 h 3139786"/>
              <a:gd name="connsiteX15" fmla="*/ 4368733 w 7117314"/>
              <a:gd name="connsiteY15" fmla="*/ 2748966 h 3139786"/>
              <a:gd name="connsiteX16" fmla="*/ 4838471 w 7117314"/>
              <a:gd name="connsiteY16" fmla="*/ 2755147 h 3139786"/>
              <a:gd name="connsiteX17" fmla="*/ 5435858 w 7117314"/>
              <a:gd name="connsiteY17" fmla="*/ 2896435 h 3139786"/>
              <a:gd name="connsiteX18" fmla="*/ 5634466 w 7117314"/>
              <a:gd name="connsiteY18" fmla="*/ 3127910 h 3139786"/>
              <a:gd name="connsiteX19" fmla="*/ 5939748 w 7117314"/>
              <a:gd name="connsiteY19" fmla="*/ 3062130 h 3139786"/>
              <a:gd name="connsiteX20" fmla="*/ 6248625 w 7117314"/>
              <a:gd name="connsiteY20" fmla="*/ 2687476 h 3139786"/>
              <a:gd name="connsiteX21" fmla="*/ 6675097 w 7117314"/>
              <a:gd name="connsiteY21" fmla="*/ 2457827 h 3139786"/>
              <a:gd name="connsiteX22" fmla="*/ 6796680 w 7117314"/>
              <a:gd name="connsiteY22" fmla="*/ 2224651 h 3139786"/>
              <a:gd name="connsiteX23" fmla="*/ 7117314 w 7117314"/>
              <a:gd name="connsiteY23" fmla="*/ 1917713 h 3139786"/>
              <a:gd name="connsiteX0" fmla="*/ 0 w 7117314"/>
              <a:gd name="connsiteY0" fmla="*/ 333226 h 3139786"/>
              <a:gd name="connsiteX1" fmla="*/ 643608 w 7117314"/>
              <a:gd name="connsiteY1" fmla="*/ 14421 h 3139786"/>
              <a:gd name="connsiteX2" fmla="*/ 1426827 w 7117314"/>
              <a:gd name="connsiteY2" fmla="*/ 375464 h 3139786"/>
              <a:gd name="connsiteX3" fmla="*/ 2053376 w 7117314"/>
              <a:gd name="connsiteY3" fmla="*/ 867102 h 3139786"/>
              <a:gd name="connsiteX4" fmla="*/ 2303045 w 7117314"/>
              <a:gd name="connsiteY4" fmla="*/ 1135416 h 3139786"/>
              <a:gd name="connsiteX5" fmla="*/ 2483750 w 7117314"/>
              <a:gd name="connsiteY5" fmla="*/ 945957 h 3139786"/>
              <a:gd name="connsiteX6" fmla="*/ 2719412 w 7117314"/>
              <a:gd name="connsiteY6" fmla="*/ 786846 h 3139786"/>
              <a:gd name="connsiteX7" fmla="*/ 2954630 w 7117314"/>
              <a:gd name="connsiteY7" fmla="*/ 350698 h 3139786"/>
              <a:gd name="connsiteX8" fmla="*/ 3135700 w 7117314"/>
              <a:gd name="connsiteY8" fmla="*/ 365652 h 3139786"/>
              <a:gd name="connsiteX9" fmla="*/ 3245333 w 7117314"/>
              <a:gd name="connsiteY9" fmla="*/ 450424 h 3139786"/>
              <a:gd name="connsiteX10" fmla="*/ 3298482 w 7117314"/>
              <a:gd name="connsiteY10" fmla="*/ 678167 h 3139786"/>
              <a:gd name="connsiteX11" fmla="*/ 3234511 w 7117314"/>
              <a:gd name="connsiteY11" fmla="*/ 1213049 h 3139786"/>
              <a:gd name="connsiteX12" fmla="*/ 3324280 w 7117314"/>
              <a:gd name="connsiteY12" fmla="*/ 1558546 h 3139786"/>
              <a:gd name="connsiteX13" fmla="*/ 3552314 w 7117314"/>
              <a:gd name="connsiteY13" fmla="*/ 2409782 h 3139786"/>
              <a:gd name="connsiteX14" fmla="*/ 3918418 w 7117314"/>
              <a:gd name="connsiteY14" fmla="*/ 2613106 h 3139786"/>
              <a:gd name="connsiteX15" fmla="*/ 4368733 w 7117314"/>
              <a:gd name="connsiteY15" fmla="*/ 2748966 h 3139786"/>
              <a:gd name="connsiteX16" fmla="*/ 4838471 w 7117314"/>
              <a:gd name="connsiteY16" fmla="*/ 2755147 h 3139786"/>
              <a:gd name="connsiteX17" fmla="*/ 5435858 w 7117314"/>
              <a:gd name="connsiteY17" fmla="*/ 2896435 h 3139786"/>
              <a:gd name="connsiteX18" fmla="*/ 5634466 w 7117314"/>
              <a:gd name="connsiteY18" fmla="*/ 3127910 h 3139786"/>
              <a:gd name="connsiteX19" fmla="*/ 5939748 w 7117314"/>
              <a:gd name="connsiteY19" fmla="*/ 3062130 h 3139786"/>
              <a:gd name="connsiteX20" fmla="*/ 6248625 w 7117314"/>
              <a:gd name="connsiteY20" fmla="*/ 2687476 h 3139786"/>
              <a:gd name="connsiteX21" fmla="*/ 6675097 w 7117314"/>
              <a:gd name="connsiteY21" fmla="*/ 2457827 h 3139786"/>
              <a:gd name="connsiteX22" fmla="*/ 6796680 w 7117314"/>
              <a:gd name="connsiteY22" fmla="*/ 2224651 h 3139786"/>
              <a:gd name="connsiteX23" fmla="*/ 7117314 w 7117314"/>
              <a:gd name="connsiteY23" fmla="*/ 1917713 h 3139786"/>
              <a:gd name="connsiteX0" fmla="*/ 0 w 7117314"/>
              <a:gd name="connsiteY0" fmla="*/ 333226 h 3139786"/>
              <a:gd name="connsiteX1" fmla="*/ 643608 w 7117314"/>
              <a:gd name="connsiteY1" fmla="*/ 14421 h 3139786"/>
              <a:gd name="connsiteX2" fmla="*/ 1426827 w 7117314"/>
              <a:gd name="connsiteY2" fmla="*/ 375464 h 3139786"/>
              <a:gd name="connsiteX3" fmla="*/ 2053376 w 7117314"/>
              <a:gd name="connsiteY3" fmla="*/ 867102 h 3139786"/>
              <a:gd name="connsiteX4" fmla="*/ 2303045 w 7117314"/>
              <a:gd name="connsiteY4" fmla="*/ 1135416 h 3139786"/>
              <a:gd name="connsiteX5" fmla="*/ 2483750 w 7117314"/>
              <a:gd name="connsiteY5" fmla="*/ 945957 h 3139786"/>
              <a:gd name="connsiteX6" fmla="*/ 2719412 w 7117314"/>
              <a:gd name="connsiteY6" fmla="*/ 786846 h 3139786"/>
              <a:gd name="connsiteX7" fmla="*/ 2961310 w 7117314"/>
              <a:gd name="connsiteY7" fmla="*/ 389701 h 3139786"/>
              <a:gd name="connsiteX8" fmla="*/ 3135700 w 7117314"/>
              <a:gd name="connsiteY8" fmla="*/ 365652 h 3139786"/>
              <a:gd name="connsiteX9" fmla="*/ 3245333 w 7117314"/>
              <a:gd name="connsiteY9" fmla="*/ 450424 h 3139786"/>
              <a:gd name="connsiteX10" fmla="*/ 3298482 w 7117314"/>
              <a:gd name="connsiteY10" fmla="*/ 678167 h 3139786"/>
              <a:gd name="connsiteX11" fmla="*/ 3234511 w 7117314"/>
              <a:gd name="connsiteY11" fmla="*/ 1213049 h 3139786"/>
              <a:gd name="connsiteX12" fmla="*/ 3324280 w 7117314"/>
              <a:gd name="connsiteY12" fmla="*/ 1558546 h 3139786"/>
              <a:gd name="connsiteX13" fmla="*/ 3552314 w 7117314"/>
              <a:gd name="connsiteY13" fmla="*/ 2409782 h 3139786"/>
              <a:gd name="connsiteX14" fmla="*/ 3918418 w 7117314"/>
              <a:gd name="connsiteY14" fmla="*/ 2613106 h 3139786"/>
              <a:gd name="connsiteX15" fmla="*/ 4368733 w 7117314"/>
              <a:gd name="connsiteY15" fmla="*/ 2748966 h 3139786"/>
              <a:gd name="connsiteX16" fmla="*/ 4838471 w 7117314"/>
              <a:gd name="connsiteY16" fmla="*/ 2755147 h 3139786"/>
              <a:gd name="connsiteX17" fmla="*/ 5435858 w 7117314"/>
              <a:gd name="connsiteY17" fmla="*/ 2896435 h 3139786"/>
              <a:gd name="connsiteX18" fmla="*/ 5634466 w 7117314"/>
              <a:gd name="connsiteY18" fmla="*/ 3127910 h 3139786"/>
              <a:gd name="connsiteX19" fmla="*/ 5939748 w 7117314"/>
              <a:gd name="connsiteY19" fmla="*/ 3062130 h 3139786"/>
              <a:gd name="connsiteX20" fmla="*/ 6248625 w 7117314"/>
              <a:gd name="connsiteY20" fmla="*/ 2687476 h 3139786"/>
              <a:gd name="connsiteX21" fmla="*/ 6675097 w 7117314"/>
              <a:gd name="connsiteY21" fmla="*/ 2457827 h 3139786"/>
              <a:gd name="connsiteX22" fmla="*/ 6796680 w 7117314"/>
              <a:gd name="connsiteY22" fmla="*/ 2224651 h 3139786"/>
              <a:gd name="connsiteX23" fmla="*/ 7117314 w 7117314"/>
              <a:gd name="connsiteY23" fmla="*/ 1917713 h 3139786"/>
              <a:gd name="connsiteX0" fmla="*/ 0 w 7117314"/>
              <a:gd name="connsiteY0" fmla="*/ 333588 h 3140148"/>
              <a:gd name="connsiteX1" fmla="*/ 643608 w 7117314"/>
              <a:gd name="connsiteY1" fmla="*/ 14783 h 3140148"/>
              <a:gd name="connsiteX2" fmla="*/ 1183308 w 7117314"/>
              <a:gd name="connsiteY2" fmla="*/ 57503 h 3140148"/>
              <a:gd name="connsiteX3" fmla="*/ 1426827 w 7117314"/>
              <a:gd name="connsiteY3" fmla="*/ 375826 h 3140148"/>
              <a:gd name="connsiteX4" fmla="*/ 2053376 w 7117314"/>
              <a:gd name="connsiteY4" fmla="*/ 867464 h 3140148"/>
              <a:gd name="connsiteX5" fmla="*/ 2303045 w 7117314"/>
              <a:gd name="connsiteY5" fmla="*/ 1135778 h 3140148"/>
              <a:gd name="connsiteX6" fmla="*/ 2483750 w 7117314"/>
              <a:gd name="connsiteY6" fmla="*/ 946319 h 3140148"/>
              <a:gd name="connsiteX7" fmla="*/ 2719412 w 7117314"/>
              <a:gd name="connsiteY7" fmla="*/ 787208 h 3140148"/>
              <a:gd name="connsiteX8" fmla="*/ 2961310 w 7117314"/>
              <a:gd name="connsiteY8" fmla="*/ 390063 h 3140148"/>
              <a:gd name="connsiteX9" fmla="*/ 3135700 w 7117314"/>
              <a:gd name="connsiteY9" fmla="*/ 366014 h 3140148"/>
              <a:gd name="connsiteX10" fmla="*/ 3245333 w 7117314"/>
              <a:gd name="connsiteY10" fmla="*/ 450786 h 3140148"/>
              <a:gd name="connsiteX11" fmla="*/ 3298482 w 7117314"/>
              <a:gd name="connsiteY11" fmla="*/ 678529 h 3140148"/>
              <a:gd name="connsiteX12" fmla="*/ 3234511 w 7117314"/>
              <a:gd name="connsiteY12" fmla="*/ 1213411 h 3140148"/>
              <a:gd name="connsiteX13" fmla="*/ 3324280 w 7117314"/>
              <a:gd name="connsiteY13" fmla="*/ 1558908 h 3140148"/>
              <a:gd name="connsiteX14" fmla="*/ 3552314 w 7117314"/>
              <a:gd name="connsiteY14" fmla="*/ 2410144 h 3140148"/>
              <a:gd name="connsiteX15" fmla="*/ 3918418 w 7117314"/>
              <a:gd name="connsiteY15" fmla="*/ 2613468 h 3140148"/>
              <a:gd name="connsiteX16" fmla="*/ 4368733 w 7117314"/>
              <a:gd name="connsiteY16" fmla="*/ 2749328 h 3140148"/>
              <a:gd name="connsiteX17" fmla="*/ 4838471 w 7117314"/>
              <a:gd name="connsiteY17" fmla="*/ 2755509 h 3140148"/>
              <a:gd name="connsiteX18" fmla="*/ 5435858 w 7117314"/>
              <a:gd name="connsiteY18" fmla="*/ 2896797 h 3140148"/>
              <a:gd name="connsiteX19" fmla="*/ 5634466 w 7117314"/>
              <a:gd name="connsiteY19" fmla="*/ 3128272 h 3140148"/>
              <a:gd name="connsiteX20" fmla="*/ 5939748 w 7117314"/>
              <a:gd name="connsiteY20" fmla="*/ 3062492 h 3140148"/>
              <a:gd name="connsiteX21" fmla="*/ 6248625 w 7117314"/>
              <a:gd name="connsiteY21" fmla="*/ 2687838 h 3140148"/>
              <a:gd name="connsiteX22" fmla="*/ 6675097 w 7117314"/>
              <a:gd name="connsiteY22" fmla="*/ 2458189 h 3140148"/>
              <a:gd name="connsiteX23" fmla="*/ 6796680 w 7117314"/>
              <a:gd name="connsiteY23" fmla="*/ 2225013 h 3140148"/>
              <a:gd name="connsiteX24" fmla="*/ 7117314 w 7117314"/>
              <a:gd name="connsiteY24" fmla="*/ 1918075 h 3140148"/>
              <a:gd name="connsiteX0" fmla="*/ 0 w 7117314"/>
              <a:gd name="connsiteY0" fmla="*/ 372689 h 3179249"/>
              <a:gd name="connsiteX1" fmla="*/ 643608 w 7117314"/>
              <a:gd name="connsiteY1" fmla="*/ 53884 h 3179249"/>
              <a:gd name="connsiteX2" fmla="*/ 1274780 w 7117314"/>
              <a:gd name="connsiteY2" fmla="*/ 25800 h 3179249"/>
              <a:gd name="connsiteX3" fmla="*/ 1426827 w 7117314"/>
              <a:gd name="connsiteY3" fmla="*/ 414927 h 3179249"/>
              <a:gd name="connsiteX4" fmla="*/ 2053376 w 7117314"/>
              <a:gd name="connsiteY4" fmla="*/ 906565 h 3179249"/>
              <a:gd name="connsiteX5" fmla="*/ 2303045 w 7117314"/>
              <a:gd name="connsiteY5" fmla="*/ 1174879 h 3179249"/>
              <a:gd name="connsiteX6" fmla="*/ 2483750 w 7117314"/>
              <a:gd name="connsiteY6" fmla="*/ 985420 h 3179249"/>
              <a:gd name="connsiteX7" fmla="*/ 2719412 w 7117314"/>
              <a:gd name="connsiteY7" fmla="*/ 826309 h 3179249"/>
              <a:gd name="connsiteX8" fmla="*/ 2961310 w 7117314"/>
              <a:gd name="connsiteY8" fmla="*/ 429164 h 3179249"/>
              <a:gd name="connsiteX9" fmla="*/ 3135700 w 7117314"/>
              <a:gd name="connsiteY9" fmla="*/ 405115 h 3179249"/>
              <a:gd name="connsiteX10" fmla="*/ 3245333 w 7117314"/>
              <a:gd name="connsiteY10" fmla="*/ 489887 h 3179249"/>
              <a:gd name="connsiteX11" fmla="*/ 3298482 w 7117314"/>
              <a:gd name="connsiteY11" fmla="*/ 717630 h 3179249"/>
              <a:gd name="connsiteX12" fmla="*/ 3234511 w 7117314"/>
              <a:gd name="connsiteY12" fmla="*/ 1252512 h 3179249"/>
              <a:gd name="connsiteX13" fmla="*/ 3324280 w 7117314"/>
              <a:gd name="connsiteY13" fmla="*/ 1598009 h 3179249"/>
              <a:gd name="connsiteX14" fmla="*/ 3552314 w 7117314"/>
              <a:gd name="connsiteY14" fmla="*/ 2449245 h 3179249"/>
              <a:gd name="connsiteX15" fmla="*/ 3918418 w 7117314"/>
              <a:gd name="connsiteY15" fmla="*/ 2652569 h 3179249"/>
              <a:gd name="connsiteX16" fmla="*/ 4368733 w 7117314"/>
              <a:gd name="connsiteY16" fmla="*/ 2788429 h 3179249"/>
              <a:gd name="connsiteX17" fmla="*/ 4838471 w 7117314"/>
              <a:gd name="connsiteY17" fmla="*/ 2794610 h 3179249"/>
              <a:gd name="connsiteX18" fmla="*/ 5435858 w 7117314"/>
              <a:gd name="connsiteY18" fmla="*/ 2935898 h 3179249"/>
              <a:gd name="connsiteX19" fmla="*/ 5634466 w 7117314"/>
              <a:gd name="connsiteY19" fmla="*/ 3167373 h 3179249"/>
              <a:gd name="connsiteX20" fmla="*/ 5939748 w 7117314"/>
              <a:gd name="connsiteY20" fmla="*/ 3101593 h 3179249"/>
              <a:gd name="connsiteX21" fmla="*/ 6248625 w 7117314"/>
              <a:gd name="connsiteY21" fmla="*/ 2726939 h 3179249"/>
              <a:gd name="connsiteX22" fmla="*/ 6675097 w 7117314"/>
              <a:gd name="connsiteY22" fmla="*/ 2497290 h 3179249"/>
              <a:gd name="connsiteX23" fmla="*/ 6796680 w 7117314"/>
              <a:gd name="connsiteY23" fmla="*/ 2264114 h 3179249"/>
              <a:gd name="connsiteX24" fmla="*/ 7117314 w 7117314"/>
              <a:gd name="connsiteY24" fmla="*/ 1957176 h 3179249"/>
              <a:gd name="connsiteX0" fmla="*/ 0 w 7117314"/>
              <a:gd name="connsiteY0" fmla="*/ 372689 h 3179249"/>
              <a:gd name="connsiteX1" fmla="*/ 643608 w 7117314"/>
              <a:gd name="connsiteY1" fmla="*/ 53884 h 3179249"/>
              <a:gd name="connsiteX2" fmla="*/ 1274780 w 7117314"/>
              <a:gd name="connsiteY2" fmla="*/ 25800 h 3179249"/>
              <a:gd name="connsiteX3" fmla="*/ 1426827 w 7117314"/>
              <a:gd name="connsiteY3" fmla="*/ 414927 h 3179249"/>
              <a:gd name="connsiteX4" fmla="*/ 1882656 w 7117314"/>
              <a:gd name="connsiteY4" fmla="*/ 685033 h 3179249"/>
              <a:gd name="connsiteX5" fmla="*/ 2053376 w 7117314"/>
              <a:gd name="connsiteY5" fmla="*/ 906565 h 3179249"/>
              <a:gd name="connsiteX6" fmla="*/ 2303045 w 7117314"/>
              <a:gd name="connsiteY6" fmla="*/ 1174879 h 3179249"/>
              <a:gd name="connsiteX7" fmla="*/ 2483750 w 7117314"/>
              <a:gd name="connsiteY7" fmla="*/ 985420 h 3179249"/>
              <a:gd name="connsiteX8" fmla="*/ 2719412 w 7117314"/>
              <a:gd name="connsiteY8" fmla="*/ 826309 h 3179249"/>
              <a:gd name="connsiteX9" fmla="*/ 2961310 w 7117314"/>
              <a:gd name="connsiteY9" fmla="*/ 429164 h 3179249"/>
              <a:gd name="connsiteX10" fmla="*/ 3135700 w 7117314"/>
              <a:gd name="connsiteY10" fmla="*/ 405115 h 3179249"/>
              <a:gd name="connsiteX11" fmla="*/ 3245333 w 7117314"/>
              <a:gd name="connsiteY11" fmla="*/ 489887 h 3179249"/>
              <a:gd name="connsiteX12" fmla="*/ 3298482 w 7117314"/>
              <a:gd name="connsiteY12" fmla="*/ 717630 h 3179249"/>
              <a:gd name="connsiteX13" fmla="*/ 3234511 w 7117314"/>
              <a:gd name="connsiteY13" fmla="*/ 1252512 h 3179249"/>
              <a:gd name="connsiteX14" fmla="*/ 3324280 w 7117314"/>
              <a:gd name="connsiteY14" fmla="*/ 1598009 h 3179249"/>
              <a:gd name="connsiteX15" fmla="*/ 3552314 w 7117314"/>
              <a:gd name="connsiteY15" fmla="*/ 2449245 h 3179249"/>
              <a:gd name="connsiteX16" fmla="*/ 3918418 w 7117314"/>
              <a:gd name="connsiteY16" fmla="*/ 2652569 h 3179249"/>
              <a:gd name="connsiteX17" fmla="*/ 4368733 w 7117314"/>
              <a:gd name="connsiteY17" fmla="*/ 2788429 h 3179249"/>
              <a:gd name="connsiteX18" fmla="*/ 4838471 w 7117314"/>
              <a:gd name="connsiteY18" fmla="*/ 2794610 h 3179249"/>
              <a:gd name="connsiteX19" fmla="*/ 5435858 w 7117314"/>
              <a:gd name="connsiteY19" fmla="*/ 2935898 h 3179249"/>
              <a:gd name="connsiteX20" fmla="*/ 5634466 w 7117314"/>
              <a:gd name="connsiteY20" fmla="*/ 3167373 h 3179249"/>
              <a:gd name="connsiteX21" fmla="*/ 5939748 w 7117314"/>
              <a:gd name="connsiteY21" fmla="*/ 3101593 h 3179249"/>
              <a:gd name="connsiteX22" fmla="*/ 6248625 w 7117314"/>
              <a:gd name="connsiteY22" fmla="*/ 2726939 h 3179249"/>
              <a:gd name="connsiteX23" fmla="*/ 6675097 w 7117314"/>
              <a:gd name="connsiteY23" fmla="*/ 2497290 h 3179249"/>
              <a:gd name="connsiteX24" fmla="*/ 6796680 w 7117314"/>
              <a:gd name="connsiteY24" fmla="*/ 2264114 h 3179249"/>
              <a:gd name="connsiteX25" fmla="*/ 7117314 w 7117314"/>
              <a:gd name="connsiteY25" fmla="*/ 1957176 h 3179249"/>
              <a:gd name="connsiteX0" fmla="*/ 0 w 7117314"/>
              <a:gd name="connsiteY0" fmla="*/ 372689 h 3179249"/>
              <a:gd name="connsiteX1" fmla="*/ 243401 w 7117314"/>
              <a:gd name="connsiteY1" fmla="*/ 153511 h 3179249"/>
              <a:gd name="connsiteX2" fmla="*/ 643608 w 7117314"/>
              <a:gd name="connsiteY2" fmla="*/ 53884 h 3179249"/>
              <a:gd name="connsiteX3" fmla="*/ 1274780 w 7117314"/>
              <a:gd name="connsiteY3" fmla="*/ 25800 h 3179249"/>
              <a:gd name="connsiteX4" fmla="*/ 1426827 w 7117314"/>
              <a:gd name="connsiteY4" fmla="*/ 414927 h 3179249"/>
              <a:gd name="connsiteX5" fmla="*/ 1882656 w 7117314"/>
              <a:gd name="connsiteY5" fmla="*/ 685033 h 3179249"/>
              <a:gd name="connsiteX6" fmla="*/ 2053376 w 7117314"/>
              <a:gd name="connsiteY6" fmla="*/ 906565 h 3179249"/>
              <a:gd name="connsiteX7" fmla="*/ 2303045 w 7117314"/>
              <a:gd name="connsiteY7" fmla="*/ 1174879 h 3179249"/>
              <a:gd name="connsiteX8" fmla="*/ 2483750 w 7117314"/>
              <a:gd name="connsiteY8" fmla="*/ 985420 h 3179249"/>
              <a:gd name="connsiteX9" fmla="*/ 2719412 w 7117314"/>
              <a:gd name="connsiteY9" fmla="*/ 826309 h 3179249"/>
              <a:gd name="connsiteX10" fmla="*/ 2961310 w 7117314"/>
              <a:gd name="connsiteY10" fmla="*/ 429164 h 3179249"/>
              <a:gd name="connsiteX11" fmla="*/ 3135700 w 7117314"/>
              <a:gd name="connsiteY11" fmla="*/ 405115 h 3179249"/>
              <a:gd name="connsiteX12" fmla="*/ 3245333 w 7117314"/>
              <a:gd name="connsiteY12" fmla="*/ 489887 h 3179249"/>
              <a:gd name="connsiteX13" fmla="*/ 3298482 w 7117314"/>
              <a:gd name="connsiteY13" fmla="*/ 717630 h 3179249"/>
              <a:gd name="connsiteX14" fmla="*/ 3234511 w 7117314"/>
              <a:gd name="connsiteY14" fmla="*/ 1252512 h 3179249"/>
              <a:gd name="connsiteX15" fmla="*/ 3324280 w 7117314"/>
              <a:gd name="connsiteY15" fmla="*/ 1598009 h 3179249"/>
              <a:gd name="connsiteX16" fmla="*/ 3552314 w 7117314"/>
              <a:gd name="connsiteY16" fmla="*/ 2449245 h 3179249"/>
              <a:gd name="connsiteX17" fmla="*/ 3918418 w 7117314"/>
              <a:gd name="connsiteY17" fmla="*/ 2652569 h 3179249"/>
              <a:gd name="connsiteX18" fmla="*/ 4368733 w 7117314"/>
              <a:gd name="connsiteY18" fmla="*/ 2788429 h 3179249"/>
              <a:gd name="connsiteX19" fmla="*/ 4838471 w 7117314"/>
              <a:gd name="connsiteY19" fmla="*/ 2794610 h 3179249"/>
              <a:gd name="connsiteX20" fmla="*/ 5435858 w 7117314"/>
              <a:gd name="connsiteY20" fmla="*/ 2935898 h 3179249"/>
              <a:gd name="connsiteX21" fmla="*/ 5634466 w 7117314"/>
              <a:gd name="connsiteY21" fmla="*/ 3167373 h 3179249"/>
              <a:gd name="connsiteX22" fmla="*/ 5939748 w 7117314"/>
              <a:gd name="connsiteY22" fmla="*/ 3101593 h 3179249"/>
              <a:gd name="connsiteX23" fmla="*/ 6248625 w 7117314"/>
              <a:gd name="connsiteY23" fmla="*/ 2726939 h 3179249"/>
              <a:gd name="connsiteX24" fmla="*/ 6675097 w 7117314"/>
              <a:gd name="connsiteY24" fmla="*/ 2497290 h 3179249"/>
              <a:gd name="connsiteX25" fmla="*/ 6796680 w 7117314"/>
              <a:gd name="connsiteY25" fmla="*/ 2264114 h 3179249"/>
              <a:gd name="connsiteX26" fmla="*/ 7117314 w 7117314"/>
              <a:gd name="connsiteY26" fmla="*/ 1957176 h 3179249"/>
              <a:gd name="connsiteX0" fmla="*/ 0 w 7141355"/>
              <a:gd name="connsiteY0" fmla="*/ 316338 h 3179249"/>
              <a:gd name="connsiteX1" fmla="*/ 267442 w 7141355"/>
              <a:gd name="connsiteY1" fmla="*/ 153511 h 3179249"/>
              <a:gd name="connsiteX2" fmla="*/ 667649 w 7141355"/>
              <a:gd name="connsiteY2" fmla="*/ 53884 h 3179249"/>
              <a:gd name="connsiteX3" fmla="*/ 1298821 w 7141355"/>
              <a:gd name="connsiteY3" fmla="*/ 25800 h 3179249"/>
              <a:gd name="connsiteX4" fmla="*/ 1450868 w 7141355"/>
              <a:gd name="connsiteY4" fmla="*/ 414927 h 3179249"/>
              <a:gd name="connsiteX5" fmla="*/ 1906697 w 7141355"/>
              <a:gd name="connsiteY5" fmla="*/ 685033 h 3179249"/>
              <a:gd name="connsiteX6" fmla="*/ 2077417 w 7141355"/>
              <a:gd name="connsiteY6" fmla="*/ 906565 h 3179249"/>
              <a:gd name="connsiteX7" fmla="*/ 2327086 w 7141355"/>
              <a:gd name="connsiteY7" fmla="*/ 1174879 h 3179249"/>
              <a:gd name="connsiteX8" fmla="*/ 2507791 w 7141355"/>
              <a:gd name="connsiteY8" fmla="*/ 985420 h 3179249"/>
              <a:gd name="connsiteX9" fmla="*/ 2743453 w 7141355"/>
              <a:gd name="connsiteY9" fmla="*/ 826309 h 3179249"/>
              <a:gd name="connsiteX10" fmla="*/ 2985351 w 7141355"/>
              <a:gd name="connsiteY10" fmla="*/ 429164 h 3179249"/>
              <a:gd name="connsiteX11" fmla="*/ 3159741 w 7141355"/>
              <a:gd name="connsiteY11" fmla="*/ 405115 h 3179249"/>
              <a:gd name="connsiteX12" fmla="*/ 3269374 w 7141355"/>
              <a:gd name="connsiteY12" fmla="*/ 489887 h 3179249"/>
              <a:gd name="connsiteX13" fmla="*/ 3322523 w 7141355"/>
              <a:gd name="connsiteY13" fmla="*/ 717630 h 3179249"/>
              <a:gd name="connsiteX14" fmla="*/ 3258552 w 7141355"/>
              <a:gd name="connsiteY14" fmla="*/ 1252512 h 3179249"/>
              <a:gd name="connsiteX15" fmla="*/ 3348321 w 7141355"/>
              <a:gd name="connsiteY15" fmla="*/ 1598009 h 3179249"/>
              <a:gd name="connsiteX16" fmla="*/ 3576355 w 7141355"/>
              <a:gd name="connsiteY16" fmla="*/ 2449245 h 3179249"/>
              <a:gd name="connsiteX17" fmla="*/ 3942459 w 7141355"/>
              <a:gd name="connsiteY17" fmla="*/ 2652569 h 3179249"/>
              <a:gd name="connsiteX18" fmla="*/ 4392774 w 7141355"/>
              <a:gd name="connsiteY18" fmla="*/ 2788429 h 3179249"/>
              <a:gd name="connsiteX19" fmla="*/ 4862512 w 7141355"/>
              <a:gd name="connsiteY19" fmla="*/ 2794610 h 3179249"/>
              <a:gd name="connsiteX20" fmla="*/ 5459899 w 7141355"/>
              <a:gd name="connsiteY20" fmla="*/ 2935898 h 3179249"/>
              <a:gd name="connsiteX21" fmla="*/ 5658507 w 7141355"/>
              <a:gd name="connsiteY21" fmla="*/ 3167373 h 3179249"/>
              <a:gd name="connsiteX22" fmla="*/ 5963789 w 7141355"/>
              <a:gd name="connsiteY22" fmla="*/ 3101593 h 3179249"/>
              <a:gd name="connsiteX23" fmla="*/ 6272666 w 7141355"/>
              <a:gd name="connsiteY23" fmla="*/ 2726939 h 3179249"/>
              <a:gd name="connsiteX24" fmla="*/ 6699138 w 7141355"/>
              <a:gd name="connsiteY24" fmla="*/ 2497290 h 3179249"/>
              <a:gd name="connsiteX25" fmla="*/ 6820721 w 7141355"/>
              <a:gd name="connsiteY25" fmla="*/ 2264114 h 3179249"/>
              <a:gd name="connsiteX26" fmla="*/ 7141355 w 7141355"/>
              <a:gd name="connsiteY26" fmla="*/ 1957176 h 317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141355" h="3179249">
                <a:moveTo>
                  <a:pt x="0" y="316338"/>
                </a:moveTo>
                <a:cubicBezTo>
                  <a:pt x="31475" y="279930"/>
                  <a:pt x="160174" y="206645"/>
                  <a:pt x="267442" y="153511"/>
                </a:cubicBezTo>
                <a:cubicBezTo>
                  <a:pt x="374710" y="100377"/>
                  <a:pt x="486661" y="75291"/>
                  <a:pt x="667649" y="53884"/>
                </a:cubicBezTo>
                <a:cubicBezTo>
                  <a:pt x="841084" y="25832"/>
                  <a:pt x="1168285" y="-34374"/>
                  <a:pt x="1298821" y="25800"/>
                </a:cubicBezTo>
                <a:cubicBezTo>
                  <a:pt x="1429357" y="85974"/>
                  <a:pt x="1349555" y="305055"/>
                  <a:pt x="1450868" y="414927"/>
                </a:cubicBezTo>
                <a:cubicBezTo>
                  <a:pt x="1552181" y="524799"/>
                  <a:pt x="1802272" y="603093"/>
                  <a:pt x="1906697" y="685033"/>
                </a:cubicBezTo>
                <a:cubicBezTo>
                  <a:pt x="2011122" y="766973"/>
                  <a:pt x="2007352" y="824924"/>
                  <a:pt x="2077417" y="906565"/>
                </a:cubicBezTo>
                <a:cubicBezTo>
                  <a:pt x="2147482" y="988206"/>
                  <a:pt x="2255357" y="1161737"/>
                  <a:pt x="2327086" y="1174879"/>
                </a:cubicBezTo>
                <a:cubicBezTo>
                  <a:pt x="2398815" y="1188022"/>
                  <a:pt x="2449830" y="1034665"/>
                  <a:pt x="2507791" y="985420"/>
                </a:cubicBezTo>
                <a:cubicBezTo>
                  <a:pt x="2565752" y="936175"/>
                  <a:pt x="2670603" y="938786"/>
                  <a:pt x="2743453" y="826309"/>
                </a:cubicBezTo>
                <a:cubicBezTo>
                  <a:pt x="2834271" y="698130"/>
                  <a:pt x="2915970" y="499363"/>
                  <a:pt x="2985351" y="429164"/>
                </a:cubicBezTo>
                <a:cubicBezTo>
                  <a:pt x="3054732" y="358965"/>
                  <a:pt x="3112404" y="394995"/>
                  <a:pt x="3159741" y="405115"/>
                </a:cubicBezTo>
                <a:cubicBezTo>
                  <a:pt x="3207078" y="415235"/>
                  <a:pt x="3241180" y="452264"/>
                  <a:pt x="3269374" y="489887"/>
                </a:cubicBezTo>
                <a:cubicBezTo>
                  <a:pt x="3317761" y="554276"/>
                  <a:pt x="3324327" y="590526"/>
                  <a:pt x="3322523" y="717630"/>
                </a:cubicBezTo>
                <a:cubicBezTo>
                  <a:pt x="3320719" y="844734"/>
                  <a:pt x="3254252" y="1105782"/>
                  <a:pt x="3258552" y="1252512"/>
                </a:cubicBezTo>
                <a:cubicBezTo>
                  <a:pt x="3262852" y="1399242"/>
                  <a:pt x="3295354" y="1398554"/>
                  <a:pt x="3348321" y="1598009"/>
                </a:cubicBezTo>
                <a:cubicBezTo>
                  <a:pt x="3401288" y="1797464"/>
                  <a:pt x="3477332" y="2273485"/>
                  <a:pt x="3576355" y="2449245"/>
                </a:cubicBezTo>
                <a:cubicBezTo>
                  <a:pt x="3675378" y="2625005"/>
                  <a:pt x="3806389" y="2596038"/>
                  <a:pt x="3942459" y="2652569"/>
                </a:cubicBezTo>
                <a:cubicBezTo>
                  <a:pt x="4078529" y="2709100"/>
                  <a:pt x="4239432" y="2764756"/>
                  <a:pt x="4392774" y="2788429"/>
                </a:cubicBezTo>
                <a:cubicBezTo>
                  <a:pt x="4546116" y="2812103"/>
                  <a:pt x="4684658" y="2770032"/>
                  <a:pt x="4862512" y="2794610"/>
                </a:cubicBezTo>
                <a:cubicBezTo>
                  <a:pt x="5040366" y="2819188"/>
                  <a:pt x="5327233" y="2873771"/>
                  <a:pt x="5459899" y="2935898"/>
                </a:cubicBezTo>
                <a:cubicBezTo>
                  <a:pt x="5592565" y="2998025"/>
                  <a:pt x="5574525" y="3139757"/>
                  <a:pt x="5658507" y="3167373"/>
                </a:cubicBezTo>
                <a:cubicBezTo>
                  <a:pt x="5742489" y="3194989"/>
                  <a:pt x="5861429" y="3174999"/>
                  <a:pt x="5963789" y="3101593"/>
                </a:cubicBezTo>
                <a:cubicBezTo>
                  <a:pt x="6066149" y="3028187"/>
                  <a:pt x="6150108" y="2827656"/>
                  <a:pt x="6272666" y="2726939"/>
                </a:cubicBezTo>
                <a:cubicBezTo>
                  <a:pt x="6395224" y="2626222"/>
                  <a:pt x="6607796" y="2574427"/>
                  <a:pt x="6699138" y="2497290"/>
                </a:cubicBezTo>
                <a:cubicBezTo>
                  <a:pt x="6790480" y="2420153"/>
                  <a:pt x="6747018" y="2354133"/>
                  <a:pt x="6820721" y="2264114"/>
                </a:cubicBezTo>
                <a:cubicBezTo>
                  <a:pt x="6894424" y="2174095"/>
                  <a:pt x="7063635" y="2022868"/>
                  <a:pt x="7141355" y="1957176"/>
                </a:cubicBezTo>
              </a:path>
            </a:pathLst>
          </a:custGeom>
          <a:noFill/>
          <a:ln w="6350" cap="rnd">
            <a:solidFill>
              <a:schemeClr val="tx1">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756D5356-EF6D-71F7-1FB6-F4F78D376444}"/>
              </a:ext>
            </a:extLst>
          </p:cNvPr>
          <p:cNvSpPr/>
          <p:nvPr/>
        </p:nvSpPr>
        <p:spPr>
          <a:xfrm rot="4651091" flipV="1">
            <a:off x="5031021" y="2561624"/>
            <a:ext cx="9697" cy="754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1D7D6F64-52B6-7F35-8C02-29DB4A4D5D70}"/>
              </a:ext>
            </a:extLst>
          </p:cNvPr>
          <p:cNvSpPr/>
          <p:nvPr/>
        </p:nvSpPr>
        <p:spPr>
          <a:xfrm rot="4651091" flipV="1">
            <a:off x="4069402" y="2139771"/>
            <a:ext cx="7313842" cy="2431303"/>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6847989 w 6847989"/>
              <a:gd name="connsiteY0" fmla="*/ 1893725 h 3244559"/>
              <a:gd name="connsiteX1" fmla="*/ 6639808 w 6847989"/>
              <a:gd name="connsiteY1" fmla="*/ 2196486 h 3244559"/>
              <a:gd name="connsiteX2" fmla="*/ 6350492 w 6847989"/>
              <a:gd name="connsiteY2" fmla="*/ 2375078 h 3244559"/>
              <a:gd name="connsiteX3" fmla="*/ 6044919 w 6847989"/>
              <a:gd name="connsiteY3" fmla="*/ 2739000 h 3244559"/>
              <a:gd name="connsiteX4" fmla="*/ 5702053 w 6847989"/>
              <a:gd name="connsiteY4" fmla="*/ 3013111 h 3244559"/>
              <a:gd name="connsiteX5" fmla="*/ 5518982 w 6847989"/>
              <a:gd name="connsiteY5" fmla="*/ 3167511 h 3244559"/>
              <a:gd name="connsiteX6" fmla="*/ 5234280 w 6847989"/>
              <a:gd name="connsiteY6" fmla="*/ 3244092 h 3244559"/>
              <a:gd name="connsiteX7" fmla="*/ 4707929 w 6847989"/>
              <a:gd name="connsiteY7" fmla="*/ 3177036 h 3244559"/>
              <a:gd name="connsiteX8" fmla="*/ 4145668 w 6847989"/>
              <a:gd name="connsiteY8" fmla="*/ 3177036 h 3244559"/>
              <a:gd name="connsiteX9" fmla="*/ 3902209 w 6847989"/>
              <a:gd name="connsiteY9" fmla="*/ 3151985 h 3244559"/>
              <a:gd name="connsiteX10" fmla="*/ 3535877 w 6847989"/>
              <a:gd name="connsiteY10" fmla="*/ 2961580 h 3244559"/>
              <a:gd name="connsiteX11" fmla="*/ 3340615 w 6847989"/>
              <a:gd name="connsiteY11" fmla="*/ 2642684 h 3244559"/>
              <a:gd name="connsiteX12" fmla="*/ 3181071 w 6847989"/>
              <a:gd name="connsiteY12" fmla="*/ 2302260 h 3244559"/>
              <a:gd name="connsiteX13" fmla="*/ 3088012 w 6847989"/>
              <a:gd name="connsiteY13" fmla="*/ 1998031 h 3244559"/>
              <a:gd name="connsiteX14" fmla="*/ 3154496 w 6847989"/>
              <a:gd name="connsiteY14" fmla="*/ 1554166 h 3244559"/>
              <a:gd name="connsiteX15" fmla="*/ 3219266 w 6847989"/>
              <a:gd name="connsiteY15" fmla="*/ 1133542 h 3244559"/>
              <a:gd name="connsiteX16" fmla="*/ 3104585 w 6847989"/>
              <a:gd name="connsiteY16" fmla="*/ 929041 h 3244559"/>
              <a:gd name="connsiteX17" fmla="*/ 2968378 w 6847989"/>
              <a:gd name="connsiteY17" fmla="*/ 845887 h 3244559"/>
              <a:gd name="connsiteX18" fmla="*/ 2654339 w 6847989"/>
              <a:gd name="connsiteY18" fmla="*/ 764449 h 3244559"/>
              <a:gd name="connsiteX19" fmla="*/ 2461552 w 6847989"/>
              <a:gd name="connsiteY19" fmla="*/ 809311 h 3244559"/>
              <a:gd name="connsiteX20" fmla="*/ 2088829 w 6847989"/>
              <a:gd name="connsiteY20" fmla="*/ 1198383 h 3244559"/>
              <a:gd name="connsiteX21" fmla="*/ 1434653 w 6847989"/>
              <a:gd name="connsiteY21" fmla="*/ 998460 h 3244559"/>
              <a:gd name="connsiteX22" fmla="*/ 0 w 6847989"/>
              <a:gd name="connsiteY22" fmla="*/ 2806 h 3244559"/>
              <a:gd name="connsiteX0" fmla="*/ 6847989 w 6847989"/>
              <a:gd name="connsiteY0" fmla="*/ 1890919 h 3241753"/>
              <a:gd name="connsiteX1" fmla="*/ 6639808 w 6847989"/>
              <a:gd name="connsiteY1" fmla="*/ 2193680 h 3241753"/>
              <a:gd name="connsiteX2" fmla="*/ 6350492 w 6847989"/>
              <a:gd name="connsiteY2" fmla="*/ 2372272 h 3241753"/>
              <a:gd name="connsiteX3" fmla="*/ 6044919 w 6847989"/>
              <a:gd name="connsiteY3" fmla="*/ 2736194 h 3241753"/>
              <a:gd name="connsiteX4" fmla="*/ 5702053 w 6847989"/>
              <a:gd name="connsiteY4" fmla="*/ 3010305 h 3241753"/>
              <a:gd name="connsiteX5" fmla="*/ 5518982 w 6847989"/>
              <a:gd name="connsiteY5" fmla="*/ 3164705 h 3241753"/>
              <a:gd name="connsiteX6" fmla="*/ 5234280 w 6847989"/>
              <a:gd name="connsiteY6" fmla="*/ 3241286 h 3241753"/>
              <a:gd name="connsiteX7" fmla="*/ 4707929 w 6847989"/>
              <a:gd name="connsiteY7" fmla="*/ 3174230 h 3241753"/>
              <a:gd name="connsiteX8" fmla="*/ 4145668 w 6847989"/>
              <a:gd name="connsiteY8" fmla="*/ 3174230 h 3241753"/>
              <a:gd name="connsiteX9" fmla="*/ 3902209 w 6847989"/>
              <a:gd name="connsiteY9" fmla="*/ 3149179 h 3241753"/>
              <a:gd name="connsiteX10" fmla="*/ 3535877 w 6847989"/>
              <a:gd name="connsiteY10" fmla="*/ 2958774 h 3241753"/>
              <a:gd name="connsiteX11" fmla="*/ 3340615 w 6847989"/>
              <a:gd name="connsiteY11" fmla="*/ 2639878 h 3241753"/>
              <a:gd name="connsiteX12" fmla="*/ 3181071 w 6847989"/>
              <a:gd name="connsiteY12" fmla="*/ 2299454 h 3241753"/>
              <a:gd name="connsiteX13" fmla="*/ 3088012 w 6847989"/>
              <a:gd name="connsiteY13" fmla="*/ 1995225 h 3241753"/>
              <a:gd name="connsiteX14" fmla="*/ 3154496 w 6847989"/>
              <a:gd name="connsiteY14" fmla="*/ 1551360 h 3241753"/>
              <a:gd name="connsiteX15" fmla="*/ 3219266 w 6847989"/>
              <a:gd name="connsiteY15" fmla="*/ 1130736 h 3241753"/>
              <a:gd name="connsiteX16" fmla="*/ 3104585 w 6847989"/>
              <a:gd name="connsiteY16" fmla="*/ 926235 h 3241753"/>
              <a:gd name="connsiteX17" fmla="*/ 2968378 w 6847989"/>
              <a:gd name="connsiteY17" fmla="*/ 843081 h 3241753"/>
              <a:gd name="connsiteX18" fmla="*/ 2654339 w 6847989"/>
              <a:gd name="connsiteY18" fmla="*/ 761643 h 3241753"/>
              <a:gd name="connsiteX19" fmla="*/ 2461552 w 6847989"/>
              <a:gd name="connsiteY19" fmla="*/ 806505 h 3241753"/>
              <a:gd name="connsiteX20" fmla="*/ 2088829 w 6847989"/>
              <a:gd name="connsiteY20" fmla="*/ 1195577 h 3241753"/>
              <a:gd name="connsiteX21" fmla="*/ 1434653 w 6847989"/>
              <a:gd name="connsiteY21" fmla="*/ 995654 h 3241753"/>
              <a:gd name="connsiteX22" fmla="*/ 455308 w 6847989"/>
              <a:gd name="connsiteY22" fmla="*/ 108674 h 3241753"/>
              <a:gd name="connsiteX23" fmla="*/ 0 w 6847989"/>
              <a:gd name="connsiteY23" fmla="*/ 0 h 3241753"/>
              <a:gd name="connsiteX0" fmla="*/ 7400402 w 7400402"/>
              <a:gd name="connsiteY0" fmla="*/ 1831719 h 3182553"/>
              <a:gd name="connsiteX1" fmla="*/ 7192221 w 7400402"/>
              <a:gd name="connsiteY1" fmla="*/ 2134480 h 3182553"/>
              <a:gd name="connsiteX2" fmla="*/ 6902905 w 7400402"/>
              <a:gd name="connsiteY2" fmla="*/ 2313072 h 3182553"/>
              <a:gd name="connsiteX3" fmla="*/ 6597332 w 7400402"/>
              <a:gd name="connsiteY3" fmla="*/ 2676994 h 3182553"/>
              <a:gd name="connsiteX4" fmla="*/ 6254466 w 7400402"/>
              <a:gd name="connsiteY4" fmla="*/ 2951105 h 3182553"/>
              <a:gd name="connsiteX5" fmla="*/ 6071395 w 7400402"/>
              <a:gd name="connsiteY5" fmla="*/ 3105505 h 3182553"/>
              <a:gd name="connsiteX6" fmla="*/ 5786693 w 7400402"/>
              <a:gd name="connsiteY6" fmla="*/ 3182086 h 3182553"/>
              <a:gd name="connsiteX7" fmla="*/ 5260342 w 7400402"/>
              <a:gd name="connsiteY7" fmla="*/ 3115030 h 3182553"/>
              <a:gd name="connsiteX8" fmla="*/ 4698081 w 7400402"/>
              <a:gd name="connsiteY8" fmla="*/ 3115030 h 3182553"/>
              <a:gd name="connsiteX9" fmla="*/ 4454622 w 7400402"/>
              <a:gd name="connsiteY9" fmla="*/ 3089979 h 3182553"/>
              <a:gd name="connsiteX10" fmla="*/ 4088290 w 7400402"/>
              <a:gd name="connsiteY10" fmla="*/ 2899574 h 3182553"/>
              <a:gd name="connsiteX11" fmla="*/ 3893028 w 7400402"/>
              <a:gd name="connsiteY11" fmla="*/ 2580678 h 3182553"/>
              <a:gd name="connsiteX12" fmla="*/ 3733484 w 7400402"/>
              <a:gd name="connsiteY12" fmla="*/ 2240254 h 3182553"/>
              <a:gd name="connsiteX13" fmla="*/ 3640425 w 7400402"/>
              <a:gd name="connsiteY13" fmla="*/ 1936025 h 3182553"/>
              <a:gd name="connsiteX14" fmla="*/ 3706909 w 7400402"/>
              <a:gd name="connsiteY14" fmla="*/ 1492160 h 3182553"/>
              <a:gd name="connsiteX15" fmla="*/ 3771679 w 7400402"/>
              <a:gd name="connsiteY15" fmla="*/ 1071536 h 3182553"/>
              <a:gd name="connsiteX16" fmla="*/ 3656998 w 7400402"/>
              <a:gd name="connsiteY16" fmla="*/ 867035 h 3182553"/>
              <a:gd name="connsiteX17" fmla="*/ 3520791 w 7400402"/>
              <a:gd name="connsiteY17" fmla="*/ 783881 h 3182553"/>
              <a:gd name="connsiteX18" fmla="*/ 3206752 w 7400402"/>
              <a:gd name="connsiteY18" fmla="*/ 702443 h 3182553"/>
              <a:gd name="connsiteX19" fmla="*/ 3013965 w 7400402"/>
              <a:gd name="connsiteY19" fmla="*/ 747305 h 3182553"/>
              <a:gd name="connsiteX20" fmla="*/ 2641242 w 7400402"/>
              <a:gd name="connsiteY20" fmla="*/ 1136377 h 3182553"/>
              <a:gd name="connsiteX21" fmla="*/ 1987066 w 7400402"/>
              <a:gd name="connsiteY21" fmla="*/ 936454 h 3182553"/>
              <a:gd name="connsiteX22" fmla="*/ 1007721 w 7400402"/>
              <a:gd name="connsiteY22" fmla="*/ 49474 h 3182553"/>
              <a:gd name="connsiteX23" fmla="*/ 0 w 7400402"/>
              <a:gd name="connsiteY23" fmla="*/ 152123 h 3182553"/>
              <a:gd name="connsiteX0" fmla="*/ 7400402 w 7400402"/>
              <a:gd name="connsiteY0" fmla="*/ 1816535 h 3167369"/>
              <a:gd name="connsiteX1" fmla="*/ 7192221 w 7400402"/>
              <a:gd name="connsiteY1" fmla="*/ 2119296 h 3167369"/>
              <a:gd name="connsiteX2" fmla="*/ 6902905 w 7400402"/>
              <a:gd name="connsiteY2" fmla="*/ 2297888 h 3167369"/>
              <a:gd name="connsiteX3" fmla="*/ 6597332 w 7400402"/>
              <a:gd name="connsiteY3" fmla="*/ 2661810 h 3167369"/>
              <a:gd name="connsiteX4" fmla="*/ 6254466 w 7400402"/>
              <a:gd name="connsiteY4" fmla="*/ 2935921 h 3167369"/>
              <a:gd name="connsiteX5" fmla="*/ 6071395 w 7400402"/>
              <a:gd name="connsiteY5" fmla="*/ 3090321 h 3167369"/>
              <a:gd name="connsiteX6" fmla="*/ 5786693 w 7400402"/>
              <a:gd name="connsiteY6" fmla="*/ 3166902 h 3167369"/>
              <a:gd name="connsiteX7" fmla="*/ 5260342 w 7400402"/>
              <a:gd name="connsiteY7" fmla="*/ 3099846 h 3167369"/>
              <a:gd name="connsiteX8" fmla="*/ 4698081 w 7400402"/>
              <a:gd name="connsiteY8" fmla="*/ 3099846 h 3167369"/>
              <a:gd name="connsiteX9" fmla="*/ 4454622 w 7400402"/>
              <a:gd name="connsiteY9" fmla="*/ 3074795 h 3167369"/>
              <a:gd name="connsiteX10" fmla="*/ 4088290 w 7400402"/>
              <a:gd name="connsiteY10" fmla="*/ 2884390 h 3167369"/>
              <a:gd name="connsiteX11" fmla="*/ 3893028 w 7400402"/>
              <a:gd name="connsiteY11" fmla="*/ 2565494 h 3167369"/>
              <a:gd name="connsiteX12" fmla="*/ 3733484 w 7400402"/>
              <a:gd name="connsiteY12" fmla="*/ 2225070 h 3167369"/>
              <a:gd name="connsiteX13" fmla="*/ 3640425 w 7400402"/>
              <a:gd name="connsiteY13" fmla="*/ 1920841 h 3167369"/>
              <a:gd name="connsiteX14" fmla="*/ 3706909 w 7400402"/>
              <a:gd name="connsiteY14" fmla="*/ 1476976 h 3167369"/>
              <a:gd name="connsiteX15" fmla="*/ 3771679 w 7400402"/>
              <a:gd name="connsiteY15" fmla="*/ 1056352 h 3167369"/>
              <a:gd name="connsiteX16" fmla="*/ 3656998 w 7400402"/>
              <a:gd name="connsiteY16" fmla="*/ 851851 h 3167369"/>
              <a:gd name="connsiteX17" fmla="*/ 3520791 w 7400402"/>
              <a:gd name="connsiteY17" fmla="*/ 768697 h 3167369"/>
              <a:gd name="connsiteX18" fmla="*/ 3206752 w 7400402"/>
              <a:gd name="connsiteY18" fmla="*/ 687259 h 3167369"/>
              <a:gd name="connsiteX19" fmla="*/ 3013965 w 7400402"/>
              <a:gd name="connsiteY19" fmla="*/ 732121 h 3167369"/>
              <a:gd name="connsiteX20" fmla="*/ 2641242 w 7400402"/>
              <a:gd name="connsiteY20" fmla="*/ 1121193 h 3167369"/>
              <a:gd name="connsiteX21" fmla="*/ 1987066 w 7400402"/>
              <a:gd name="connsiteY21" fmla="*/ 921270 h 3167369"/>
              <a:gd name="connsiteX22" fmla="*/ 1007721 w 7400402"/>
              <a:gd name="connsiteY22" fmla="*/ 34290 h 3167369"/>
              <a:gd name="connsiteX23" fmla="*/ 185837 w 7400402"/>
              <a:gd name="connsiteY23" fmla="*/ 222874 h 3167369"/>
              <a:gd name="connsiteX24" fmla="*/ 0 w 7400402"/>
              <a:gd name="connsiteY24" fmla="*/ 136939 h 3167369"/>
              <a:gd name="connsiteX0" fmla="*/ 7400402 w 7400402"/>
              <a:gd name="connsiteY0" fmla="*/ 1816535 h 3167369"/>
              <a:gd name="connsiteX1" fmla="*/ 7192221 w 7400402"/>
              <a:gd name="connsiteY1" fmla="*/ 2119296 h 3167369"/>
              <a:gd name="connsiteX2" fmla="*/ 6902905 w 7400402"/>
              <a:gd name="connsiteY2" fmla="*/ 2297888 h 3167369"/>
              <a:gd name="connsiteX3" fmla="*/ 6597332 w 7400402"/>
              <a:gd name="connsiteY3" fmla="*/ 2661810 h 3167369"/>
              <a:gd name="connsiteX4" fmla="*/ 6254466 w 7400402"/>
              <a:gd name="connsiteY4" fmla="*/ 2935921 h 3167369"/>
              <a:gd name="connsiteX5" fmla="*/ 6071395 w 7400402"/>
              <a:gd name="connsiteY5" fmla="*/ 3090321 h 3167369"/>
              <a:gd name="connsiteX6" fmla="*/ 5786693 w 7400402"/>
              <a:gd name="connsiteY6" fmla="*/ 3166902 h 3167369"/>
              <a:gd name="connsiteX7" fmla="*/ 5260342 w 7400402"/>
              <a:gd name="connsiteY7" fmla="*/ 3099846 h 3167369"/>
              <a:gd name="connsiteX8" fmla="*/ 4698081 w 7400402"/>
              <a:gd name="connsiteY8" fmla="*/ 3099846 h 3167369"/>
              <a:gd name="connsiteX9" fmla="*/ 4454622 w 7400402"/>
              <a:gd name="connsiteY9" fmla="*/ 3074795 h 3167369"/>
              <a:gd name="connsiteX10" fmla="*/ 4088290 w 7400402"/>
              <a:gd name="connsiteY10" fmla="*/ 2884390 h 3167369"/>
              <a:gd name="connsiteX11" fmla="*/ 3815548 w 7400402"/>
              <a:gd name="connsiteY11" fmla="*/ 2647340 h 3167369"/>
              <a:gd name="connsiteX12" fmla="*/ 3733484 w 7400402"/>
              <a:gd name="connsiteY12" fmla="*/ 2225070 h 3167369"/>
              <a:gd name="connsiteX13" fmla="*/ 3640425 w 7400402"/>
              <a:gd name="connsiteY13" fmla="*/ 1920841 h 3167369"/>
              <a:gd name="connsiteX14" fmla="*/ 3706909 w 7400402"/>
              <a:gd name="connsiteY14" fmla="*/ 1476976 h 3167369"/>
              <a:gd name="connsiteX15" fmla="*/ 3771679 w 7400402"/>
              <a:gd name="connsiteY15" fmla="*/ 1056352 h 3167369"/>
              <a:gd name="connsiteX16" fmla="*/ 3656998 w 7400402"/>
              <a:gd name="connsiteY16" fmla="*/ 851851 h 3167369"/>
              <a:gd name="connsiteX17" fmla="*/ 3520791 w 7400402"/>
              <a:gd name="connsiteY17" fmla="*/ 768697 h 3167369"/>
              <a:gd name="connsiteX18" fmla="*/ 3206752 w 7400402"/>
              <a:gd name="connsiteY18" fmla="*/ 687259 h 3167369"/>
              <a:gd name="connsiteX19" fmla="*/ 3013965 w 7400402"/>
              <a:gd name="connsiteY19" fmla="*/ 732121 h 3167369"/>
              <a:gd name="connsiteX20" fmla="*/ 2641242 w 7400402"/>
              <a:gd name="connsiteY20" fmla="*/ 1121193 h 3167369"/>
              <a:gd name="connsiteX21" fmla="*/ 1987066 w 7400402"/>
              <a:gd name="connsiteY21" fmla="*/ 921270 h 3167369"/>
              <a:gd name="connsiteX22" fmla="*/ 1007721 w 7400402"/>
              <a:gd name="connsiteY22" fmla="*/ 34290 h 3167369"/>
              <a:gd name="connsiteX23" fmla="*/ 185837 w 7400402"/>
              <a:gd name="connsiteY23" fmla="*/ 222874 h 3167369"/>
              <a:gd name="connsiteX24" fmla="*/ 0 w 7400402"/>
              <a:gd name="connsiteY24" fmla="*/ 136939 h 3167369"/>
              <a:gd name="connsiteX0" fmla="*/ 7400402 w 7400402"/>
              <a:gd name="connsiteY0" fmla="*/ 1816535 h 3249094"/>
              <a:gd name="connsiteX1" fmla="*/ 7192221 w 7400402"/>
              <a:gd name="connsiteY1" fmla="*/ 2119296 h 3249094"/>
              <a:gd name="connsiteX2" fmla="*/ 6902905 w 7400402"/>
              <a:gd name="connsiteY2" fmla="*/ 2297888 h 3249094"/>
              <a:gd name="connsiteX3" fmla="*/ 6597332 w 7400402"/>
              <a:gd name="connsiteY3" fmla="*/ 2661810 h 3249094"/>
              <a:gd name="connsiteX4" fmla="*/ 6254466 w 7400402"/>
              <a:gd name="connsiteY4" fmla="*/ 2935921 h 3249094"/>
              <a:gd name="connsiteX5" fmla="*/ 6071395 w 7400402"/>
              <a:gd name="connsiteY5" fmla="*/ 3090321 h 3249094"/>
              <a:gd name="connsiteX6" fmla="*/ 5837756 w 7400402"/>
              <a:gd name="connsiteY6" fmla="*/ 3248887 h 3249094"/>
              <a:gd name="connsiteX7" fmla="*/ 5260342 w 7400402"/>
              <a:gd name="connsiteY7" fmla="*/ 3099846 h 3249094"/>
              <a:gd name="connsiteX8" fmla="*/ 4698081 w 7400402"/>
              <a:gd name="connsiteY8" fmla="*/ 3099846 h 3249094"/>
              <a:gd name="connsiteX9" fmla="*/ 4454622 w 7400402"/>
              <a:gd name="connsiteY9" fmla="*/ 3074795 h 3249094"/>
              <a:gd name="connsiteX10" fmla="*/ 4088290 w 7400402"/>
              <a:gd name="connsiteY10" fmla="*/ 2884390 h 3249094"/>
              <a:gd name="connsiteX11" fmla="*/ 3815548 w 7400402"/>
              <a:gd name="connsiteY11" fmla="*/ 2647340 h 3249094"/>
              <a:gd name="connsiteX12" fmla="*/ 3733484 w 7400402"/>
              <a:gd name="connsiteY12" fmla="*/ 2225070 h 3249094"/>
              <a:gd name="connsiteX13" fmla="*/ 3640425 w 7400402"/>
              <a:gd name="connsiteY13" fmla="*/ 1920841 h 3249094"/>
              <a:gd name="connsiteX14" fmla="*/ 3706909 w 7400402"/>
              <a:gd name="connsiteY14" fmla="*/ 1476976 h 3249094"/>
              <a:gd name="connsiteX15" fmla="*/ 3771679 w 7400402"/>
              <a:gd name="connsiteY15" fmla="*/ 1056352 h 3249094"/>
              <a:gd name="connsiteX16" fmla="*/ 3656998 w 7400402"/>
              <a:gd name="connsiteY16" fmla="*/ 851851 h 3249094"/>
              <a:gd name="connsiteX17" fmla="*/ 3520791 w 7400402"/>
              <a:gd name="connsiteY17" fmla="*/ 768697 h 3249094"/>
              <a:gd name="connsiteX18" fmla="*/ 3206752 w 7400402"/>
              <a:gd name="connsiteY18" fmla="*/ 687259 h 3249094"/>
              <a:gd name="connsiteX19" fmla="*/ 3013965 w 7400402"/>
              <a:gd name="connsiteY19" fmla="*/ 732121 h 3249094"/>
              <a:gd name="connsiteX20" fmla="*/ 2641242 w 7400402"/>
              <a:gd name="connsiteY20" fmla="*/ 1121193 h 3249094"/>
              <a:gd name="connsiteX21" fmla="*/ 1987066 w 7400402"/>
              <a:gd name="connsiteY21" fmla="*/ 921270 h 3249094"/>
              <a:gd name="connsiteX22" fmla="*/ 1007721 w 7400402"/>
              <a:gd name="connsiteY22" fmla="*/ 34290 h 3249094"/>
              <a:gd name="connsiteX23" fmla="*/ 185837 w 7400402"/>
              <a:gd name="connsiteY23" fmla="*/ 222874 h 3249094"/>
              <a:gd name="connsiteX24" fmla="*/ 0 w 7400402"/>
              <a:gd name="connsiteY24" fmla="*/ 136939 h 3249094"/>
              <a:gd name="connsiteX0" fmla="*/ 7400402 w 7400402"/>
              <a:gd name="connsiteY0" fmla="*/ 1816535 h 3249094"/>
              <a:gd name="connsiteX1" fmla="*/ 7192221 w 7400402"/>
              <a:gd name="connsiteY1" fmla="*/ 2119296 h 3249094"/>
              <a:gd name="connsiteX2" fmla="*/ 6902905 w 7400402"/>
              <a:gd name="connsiteY2" fmla="*/ 2297888 h 3249094"/>
              <a:gd name="connsiteX3" fmla="*/ 6638690 w 7400402"/>
              <a:gd name="connsiteY3" fmla="*/ 2787507 h 3249094"/>
              <a:gd name="connsiteX4" fmla="*/ 6254466 w 7400402"/>
              <a:gd name="connsiteY4" fmla="*/ 2935921 h 3249094"/>
              <a:gd name="connsiteX5" fmla="*/ 6071395 w 7400402"/>
              <a:gd name="connsiteY5" fmla="*/ 3090321 h 3249094"/>
              <a:gd name="connsiteX6" fmla="*/ 5837756 w 7400402"/>
              <a:gd name="connsiteY6" fmla="*/ 3248887 h 3249094"/>
              <a:gd name="connsiteX7" fmla="*/ 5260342 w 7400402"/>
              <a:gd name="connsiteY7" fmla="*/ 3099846 h 3249094"/>
              <a:gd name="connsiteX8" fmla="*/ 4698081 w 7400402"/>
              <a:gd name="connsiteY8" fmla="*/ 3099846 h 3249094"/>
              <a:gd name="connsiteX9" fmla="*/ 4454622 w 7400402"/>
              <a:gd name="connsiteY9" fmla="*/ 3074795 h 3249094"/>
              <a:gd name="connsiteX10" fmla="*/ 4088290 w 7400402"/>
              <a:gd name="connsiteY10" fmla="*/ 2884390 h 3249094"/>
              <a:gd name="connsiteX11" fmla="*/ 3815548 w 7400402"/>
              <a:gd name="connsiteY11" fmla="*/ 2647340 h 3249094"/>
              <a:gd name="connsiteX12" fmla="*/ 3733484 w 7400402"/>
              <a:gd name="connsiteY12" fmla="*/ 2225070 h 3249094"/>
              <a:gd name="connsiteX13" fmla="*/ 3640425 w 7400402"/>
              <a:gd name="connsiteY13" fmla="*/ 1920841 h 3249094"/>
              <a:gd name="connsiteX14" fmla="*/ 3706909 w 7400402"/>
              <a:gd name="connsiteY14" fmla="*/ 1476976 h 3249094"/>
              <a:gd name="connsiteX15" fmla="*/ 3771679 w 7400402"/>
              <a:gd name="connsiteY15" fmla="*/ 1056352 h 3249094"/>
              <a:gd name="connsiteX16" fmla="*/ 3656998 w 7400402"/>
              <a:gd name="connsiteY16" fmla="*/ 851851 h 3249094"/>
              <a:gd name="connsiteX17" fmla="*/ 3520791 w 7400402"/>
              <a:gd name="connsiteY17" fmla="*/ 768697 h 3249094"/>
              <a:gd name="connsiteX18" fmla="*/ 3206752 w 7400402"/>
              <a:gd name="connsiteY18" fmla="*/ 687259 h 3249094"/>
              <a:gd name="connsiteX19" fmla="*/ 3013965 w 7400402"/>
              <a:gd name="connsiteY19" fmla="*/ 732121 h 3249094"/>
              <a:gd name="connsiteX20" fmla="*/ 2641242 w 7400402"/>
              <a:gd name="connsiteY20" fmla="*/ 1121193 h 3249094"/>
              <a:gd name="connsiteX21" fmla="*/ 1987066 w 7400402"/>
              <a:gd name="connsiteY21" fmla="*/ 921270 h 3249094"/>
              <a:gd name="connsiteX22" fmla="*/ 1007721 w 7400402"/>
              <a:gd name="connsiteY22" fmla="*/ 34290 h 3249094"/>
              <a:gd name="connsiteX23" fmla="*/ 185837 w 7400402"/>
              <a:gd name="connsiteY23" fmla="*/ 222874 h 3249094"/>
              <a:gd name="connsiteX24" fmla="*/ 0 w 7400402"/>
              <a:gd name="connsiteY24" fmla="*/ 136939 h 3249094"/>
              <a:gd name="connsiteX0" fmla="*/ 7400402 w 7400402"/>
              <a:gd name="connsiteY0" fmla="*/ 1816535 h 3249094"/>
              <a:gd name="connsiteX1" fmla="*/ 7192221 w 7400402"/>
              <a:gd name="connsiteY1" fmla="*/ 2119296 h 3249094"/>
              <a:gd name="connsiteX2" fmla="*/ 6902905 w 7400402"/>
              <a:gd name="connsiteY2" fmla="*/ 2297888 h 3249094"/>
              <a:gd name="connsiteX3" fmla="*/ 6638690 w 7400402"/>
              <a:gd name="connsiteY3" fmla="*/ 2787507 h 3249094"/>
              <a:gd name="connsiteX4" fmla="*/ 6275913 w 7400402"/>
              <a:gd name="connsiteY4" fmla="*/ 2978089 h 3249094"/>
              <a:gd name="connsiteX5" fmla="*/ 6071395 w 7400402"/>
              <a:gd name="connsiteY5" fmla="*/ 3090321 h 3249094"/>
              <a:gd name="connsiteX6" fmla="*/ 5837756 w 7400402"/>
              <a:gd name="connsiteY6" fmla="*/ 3248887 h 3249094"/>
              <a:gd name="connsiteX7" fmla="*/ 5260342 w 7400402"/>
              <a:gd name="connsiteY7" fmla="*/ 3099846 h 3249094"/>
              <a:gd name="connsiteX8" fmla="*/ 4698081 w 7400402"/>
              <a:gd name="connsiteY8" fmla="*/ 3099846 h 3249094"/>
              <a:gd name="connsiteX9" fmla="*/ 4454622 w 7400402"/>
              <a:gd name="connsiteY9" fmla="*/ 3074795 h 3249094"/>
              <a:gd name="connsiteX10" fmla="*/ 4088290 w 7400402"/>
              <a:gd name="connsiteY10" fmla="*/ 2884390 h 3249094"/>
              <a:gd name="connsiteX11" fmla="*/ 3815548 w 7400402"/>
              <a:gd name="connsiteY11" fmla="*/ 2647340 h 3249094"/>
              <a:gd name="connsiteX12" fmla="*/ 3733484 w 7400402"/>
              <a:gd name="connsiteY12" fmla="*/ 2225070 h 3249094"/>
              <a:gd name="connsiteX13" fmla="*/ 3640425 w 7400402"/>
              <a:gd name="connsiteY13" fmla="*/ 1920841 h 3249094"/>
              <a:gd name="connsiteX14" fmla="*/ 3706909 w 7400402"/>
              <a:gd name="connsiteY14" fmla="*/ 1476976 h 3249094"/>
              <a:gd name="connsiteX15" fmla="*/ 3771679 w 7400402"/>
              <a:gd name="connsiteY15" fmla="*/ 1056352 h 3249094"/>
              <a:gd name="connsiteX16" fmla="*/ 3656998 w 7400402"/>
              <a:gd name="connsiteY16" fmla="*/ 851851 h 3249094"/>
              <a:gd name="connsiteX17" fmla="*/ 3520791 w 7400402"/>
              <a:gd name="connsiteY17" fmla="*/ 768697 h 3249094"/>
              <a:gd name="connsiteX18" fmla="*/ 3206752 w 7400402"/>
              <a:gd name="connsiteY18" fmla="*/ 687259 h 3249094"/>
              <a:gd name="connsiteX19" fmla="*/ 3013965 w 7400402"/>
              <a:gd name="connsiteY19" fmla="*/ 732121 h 3249094"/>
              <a:gd name="connsiteX20" fmla="*/ 2641242 w 7400402"/>
              <a:gd name="connsiteY20" fmla="*/ 1121193 h 3249094"/>
              <a:gd name="connsiteX21" fmla="*/ 1987066 w 7400402"/>
              <a:gd name="connsiteY21" fmla="*/ 921270 h 3249094"/>
              <a:gd name="connsiteX22" fmla="*/ 1007721 w 7400402"/>
              <a:gd name="connsiteY22" fmla="*/ 34290 h 3249094"/>
              <a:gd name="connsiteX23" fmla="*/ 185837 w 7400402"/>
              <a:gd name="connsiteY23" fmla="*/ 222874 h 3249094"/>
              <a:gd name="connsiteX24" fmla="*/ 0 w 7400402"/>
              <a:gd name="connsiteY24" fmla="*/ 136939 h 3249094"/>
              <a:gd name="connsiteX0" fmla="*/ 7192221 w 7192221"/>
              <a:gd name="connsiteY0" fmla="*/ 2119296 h 3249094"/>
              <a:gd name="connsiteX1" fmla="*/ 6902905 w 7192221"/>
              <a:gd name="connsiteY1" fmla="*/ 2297888 h 3249094"/>
              <a:gd name="connsiteX2" fmla="*/ 6638690 w 7192221"/>
              <a:gd name="connsiteY2" fmla="*/ 2787507 h 3249094"/>
              <a:gd name="connsiteX3" fmla="*/ 6275913 w 7192221"/>
              <a:gd name="connsiteY3" fmla="*/ 2978089 h 3249094"/>
              <a:gd name="connsiteX4" fmla="*/ 6071395 w 7192221"/>
              <a:gd name="connsiteY4" fmla="*/ 3090321 h 3249094"/>
              <a:gd name="connsiteX5" fmla="*/ 5837756 w 7192221"/>
              <a:gd name="connsiteY5" fmla="*/ 3248887 h 3249094"/>
              <a:gd name="connsiteX6" fmla="*/ 5260342 w 7192221"/>
              <a:gd name="connsiteY6" fmla="*/ 3099846 h 3249094"/>
              <a:gd name="connsiteX7" fmla="*/ 4698081 w 7192221"/>
              <a:gd name="connsiteY7" fmla="*/ 3099846 h 3249094"/>
              <a:gd name="connsiteX8" fmla="*/ 4454622 w 7192221"/>
              <a:gd name="connsiteY8" fmla="*/ 3074795 h 3249094"/>
              <a:gd name="connsiteX9" fmla="*/ 4088290 w 7192221"/>
              <a:gd name="connsiteY9" fmla="*/ 2884390 h 3249094"/>
              <a:gd name="connsiteX10" fmla="*/ 3815548 w 7192221"/>
              <a:gd name="connsiteY10" fmla="*/ 2647340 h 3249094"/>
              <a:gd name="connsiteX11" fmla="*/ 3733484 w 7192221"/>
              <a:gd name="connsiteY11" fmla="*/ 2225070 h 3249094"/>
              <a:gd name="connsiteX12" fmla="*/ 3640425 w 7192221"/>
              <a:gd name="connsiteY12" fmla="*/ 1920841 h 3249094"/>
              <a:gd name="connsiteX13" fmla="*/ 3706909 w 7192221"/>
              <a:gd name="connsiteY13" fmla="*/ 1476976 h 3249094"/>
              <a:gd name="connsiteX14" fmla="*/ 3771679 w 7192221"/>
              <a:gd name="connsiteY14" fmla="*/ 1056352 h 3249094"/>
              <a:gd name="connsiteX15" fmla="*/ 3656998 w 7192221"/>
              <a:gd name="connsiteY15" fmla="*/ 851851 h 3249094"/>
              <a:gd name="connsiteX16" fmla="*/ 3520791 w 7192221"/>
              <a:gd name="connsiteY16" fmla="*/ 768697 h 3249094"/>
              <a:gd name="connsiteX17" fmla="*/ 3206752 w 7192221"/>
              <a:gd name="connsiteY17" fmla="*/ 687259 h 3249094"/>
              <a:gd name="connsiteX18" fmla="*/ 3013965 w 7192221"/>
              <a:gd name="connsiteY18" fmla="*/ 732121 h 3249094"/>
              <a:gd name="connsiteX19" fmla="*/ 2641242 w 7192221"/>
              <a:gd name="connsiteY19" fmla="*/ 1121193 h 3249094"/>
              <a:gd name="connsiteX20" fmla="*/ 1987066 w 7192221"/>
              <a:gd name="connsiteY20" fmla="*/ 921270 h 3249094"/>
              <a:gd name="connsiteX21" fmla="*/ 1007721 w 7192221"/>
              <a:gd name="connsiteY21" fmla="*/ 34290 h 3249094"/>
              <a:gd name="connsiteX22" fmla="*/ 185837 w 7192221"/>
              <a:gd name="connsiteY22" fmla="*/ 222874 h 3249094"/>
              <a:gd name="connsiteX23" fmla="*/ 0 w 7192221"/>
              <a:gd name="connsiteY23" fmla="*/ 136939 h 3249094"/>
              <a:gd name="connsiteX0" fmla="*/ 7126880 w 7126880"/>
              <a:gd name="connsiteY0" fmla="*/ 2138133 h 3249094"/>
              <a:gd name="connsiteX1" fmla="*/ 6902905 w 7126880"/>
              <a:gd name="connsiteY1" fmla="*/ 2297888 h 3249094"/>
              <a:gd name="connsiteX2" fmla="*/ 6638690 w 7126880"/>
              <a:gd name="connsiteY2" fmla="*/ 2787507 h 3249094"/>
              <a:gd name="connsiteX3" fmla="*/ 6275913 w 7126880"/>
              <a:gd name="connsiteY3" fmla="*/ 2978089 h 3249094"/>
              <a:gd name="connsiteX4" fmla="*/ 6071395 w 7126880"/>
              <a:gd name="connsiteY4" fmla="*/ 3090321 h 3249094"/>
              <a:gd name="connsiteX5" fmla="*/ 5837756 w 7126880"/>
              <a:gd name="connsiteY5" fmla="*/ 3248887 h 3249094"/>
              <a:gd name="connsiteX6" fmla="*/ 5260342 w 7126880"/>
              <a:gd name="connsiteY6" fmla="*/ 3099846 h 3249094"/>
              <a:gd name="connsiteX7" fmla="*/ 4698081 w 7126880"/>
              <a:gd name="connsiteY7" fmla="*/ 3099846 h 3249094"/>
              <a:gd name="connsiteX8" fmla="*/ 4454622 w 7126880"/>
              <a:gd name="connsiteY8" fmla="*/ 3074795 h 3249094"/>
              <a:gd name="connsiteX9" fmla="*/ 4088290 w 7126880"/>
              <a:gd name="connsiteY9" fmla="*/ 2884390 h 3249094"/>
              <a:gd name="connsiteX10" fmla="*/ 3815548 w 7126880"/>
              <a:gd name="connsiteY10" fmla="*/ 2647340 h 3249094"/>
              <a:gd name="connsiteX11" fmla="*/ 3733484 w 7126880"/>
              <a:gd name="connsiteY11" fmla="*/ 2225070 h 3249094"/>
              <a:gd name="connsiteX12" fmla="*/ 3640425 w 7126880"/>
              <a:gd name="connsiteY12" fmla="*/ 1920841 h 3249094"/>
              <a:gd name="connsiteX13" fmla="*/ 3706909 w 7126880"/>
              <a:gd name="connsiteY13" fmla="*/ 1476976 h 3249094"/>
              <a:gd name="connsiteX14" fmla="*/ 3771679 w 7126880"/>
              <a:gd name="connsiteY14" fmla="*/ 1056352 h 3249094"/>
              <a:gd name="connsiteX15" fmla="*/ 3656998 w 7126880"/>
              <a:gd name="connsiteY15" fmla="*/ 851851 h 3249094"/>
              <a:gd name="connsiteX16" fmla="*/ 3520791 w 7126880"/>
              <a:gd name="connsiteY16" fmla="*/ 768697 h 3249094"/>
              <a:gd name="connsiteX17" fmla="*/ 3206752 w 7126880"/>
              <a:gd name="connsiteY17" fmla="*/ 687259 h 3249094"/>
              <a:gd name="connsiteX18" fmla="*/ 3013965 w 7126880"/>
              <a:gd name="connsiteY18" fmla="*/ 732121 h 3249094"/>
              <a:gd name="connsiteX19" fmla="*/ 2641242 w 7126880"/>
              <a:gd name="connsiteY19" fmla="*/ 1121193 h 3249094"/>
              <a:gd name="connsiteX20" fmla="*/ 1987066 w 7126880"/>
              <a:gd name="connsiteY20" fmla="*/ 921270 h 3249094"/>
              <a:gd name="connsiteX21" fmla="*/ 1007721 w 7126880"/>
              <a:gd name="connsiteY21" fmla="*/ 34290 h 3249094"/>
              <a:gd name="connsiteX22" fmla="*/ 185837 w 7126880"/>
              <a:gd name="connsiteY22" fmla="*/ 222874 h 3249094"/>
              <a:gd name="connsiteX23" fmla="*/ 0 w 7126880"/>
              <a:gd name="connsiteY23" fmla="*/ 136939 h 3249094"/>
              <a:gd name="connsiteX0" fmla="*/ 7126880 w 7126880"/>
              <a:gd name="connsiteY0" fmla="*/ 2106772 h 3217733"/>
              <a:gd name="connsiteX1" fmla="*/ 6902905 w 7126880"/>
              <a:gd name="connsiteY1" fmla="*/ 2266527 h 3217733"/>
              <a:gd name="connsiteX2" fmla="*/ 6638690 w 7126880"/>
              <a:gd name="connsiteY2" fmla="*/ 2756146 h 3217733"/>
              <a:gd name="connsiteX3" fmla="*/ 6275913 w 7126880"/>
              <a:gd name="connsiteY3" fmla="*/ 2946728 h 3217733"/>
              <a:gd name="connsiteX4" fmla="*/ 6071395 w 7126880"/>
              <a:gd name="connsiteY4" fmla="*/ 3058960 h 3217733"/>
              <a:gd name="connsiteX5" fmla="*/ 5837756 w 7126880"/>
              <a:gd name="connsiteY5" fmla="*/ 3217526 h 3217733"/>
              <a:gd name="connsiteX6" fmla="*/ 5260342 w 7126880"/>
              <a:gd name="connsiteY6" fmla="*/ 3068485 h 3217733"/>
              <a:gd name="connsiteX7" fmla="*/ 4698081 w 7126880"/>
              <a:gd name="connsiteY7" fmla="*/ 3068485 h 3217733"/>
              <a:gd name="connsiteX8" fmla="*/ 4454622 w 7126880"/>
              <a:gd name="connsiteY8" fmla="*/ 3043434 h 3217733"/>
              <a:gd name="connsiteX9" fmla="*/ 4088290 w 7126880"/>
              <a:gd name="connsiteY9" fmla="*/ 2853029 h 3217733"/>
              <a:gd name="connsiteX10" fmla="*/ 3815548 w 7126880"/>
              <a:gd name="connsiteY10" fmla="*/ 2615979 h 3217733"/>
              <a:gd name="connsiteX11" fmla="*/ 3733484 w 7126880"/>
              <a:gd name="connsiteY11" fmla="*/ 2193709 h 3217733"/>
              <a:gd name="connsiteX12" fmla="*/ 3640425 w 7126880"/>
              <a:gd name="connsiteY12" fmla="*/ 1889480 h 3217733"/>
              <a:gd name="connsiteX13" fmla="*/ 3706909 w 7126880"/>
              <a:gd name="connsiteY13" fmla="*/ 1445615 h 3217733"/>
              <a:gd name="connsiteX14" fmla="*/ 3771679 w 7126880"/>
              <a:gd name="connsiteY14" fmla="*/ 1024991 h 3217733"/>
              <a:gd name="connsiteX15" fmla="*/ 3656998 w 7126880"/>
              <a:gd name="connsiteY15" fmla="*/ 820490 h 3217733"/>
              <a:gd name="connsiteX16" fmla="*/ 3520791 w 7126880"/>
              <a:gd name="connsiteY16" fmla="*/ 737336 h 3217733"/>
              <a:gd name="connsiteX17" fmla="*/ 3206752 w 7126880"/>
              <a:gd name="connsiteY17" fmla="*/ 655898 h 3217733"/>
              <a:gd name="connsiteX18" fmla="*/ 3013965 w 7126880"/>
              <a:gd name="connsiteY18" fmla="*/ 700760 h 3217733"/>
              <a:gd name="connsiteX19" fmla="*/ 2641242 w 7126880"/>
              <a:gd name="connsiteY19" fmla="*/ 1089832 h 3217733"/>
              <a:gd name="connsiteX20" fmla="*/ 1987066 w 7126880"/>
              <a:gd name="connsiteY20" fmla="*/ 889909 h 3217733"/>
              <a:gd name="connsiteX21" fmla="*/ 1588830 w 7126880"/>
              <a:gd name="connsiteY21" fmla="*/ 330086 h 3217733"/>
              <a:gd name="connsiteX22" fmla="*/ 1007721 w 7126880"/>
              <a:gd name="connsiteY22" fmla="*/ 2929 h 3217733"/>
              <a:gd name="connsiteX23" fmla="*/ 185837 w 7126880"/>
              <a:gd name="connsiteY23" fmla="*/ 191513 h 3217733"/>
              <a:gd name="connsiteX24" fmla="*/ 0 w 7126880"/>
              <a:gd name="connsiteY24" fmla="*/ 105578 h 3217733"/>
              <a:gd name="connsiteX0" fmla="*/ 7126880 w 7126880"/>
              <a:gd name="connsiteY0" fmla="*/ 2001325 h 3112286"/>
              <a:gd name="connsiteX1" fmla="*/ 6902905 w 7126880"/>
              <a:gd name="connsiteY1" fmla="*/ 2161080 h 3112286"/>
              <a:gd name="connsiteX2" fmla="*/ 6638690 w 7126880"/>
              <a:gd name="connsiteY2" fmla="*/ 2650699 h 3112286"/>
              <a:gd name="connsiteX3" fmla="*/ 6275913 w 7126880"/>
              <a:gd name="connsiteY3" fmla="*/ 2841281 h 3112286"/>
              <a:gd name="connsiteX4" fmla="*/ 6071395 w 7126880"/>
              <a:gd name="connsiteY4" fmla="*/ 2953513 h 3112286"/>
              <a:gd name="connsiteX5" fmla="*/ 5837756 w 7126880"/>
              <a:gd name="connsiteY5" fmla="*/ 3112079 h 3112286"/>
              <a:gd name="connsiteX6" fmla="*/ 5260342 w 7126880"/>
              <a:gd name="connsiteY6" fmla="*/ 2963038 h 3112286"/>
              <a:gd name="connsiteX7" fmla="*/ 4698081 w 7126880"/>
              <a:gd name="connsiteY7" fmla="*/ 2963038 h 3112286"/>
              <a:gd name="connsiteX8" fmla="*/ 4454622 w 7126880"/>
              <a:gd name="connsiteY8" fmla="*/ 2937987 h 3112286"/>
              <a:gd name="connsiteX9" fmla="*/ 4088290 w 7126880"/>
              <a:gd name="connsiteY9" fmla="*/ 2747582 h 3112286"/>
              <a:gd name="connsiteX10" fmla="*/ 3815548 w 7126880"/>
              <a:gd name="connsiteY10" fmla="*/ 2510532 h 3112286"/>
              <a:gd name="connsiteX11" fmla="*/ 3733484 w 7126880"/>
              <a:gd name="connsiteY11" fmla="*/ 2088262 h 3112286"/>
              <a:gd name="connsiteX12" fmla="*/ 3640425 w 7126880"/>
              <a:gd name="connsiteY12" fmla="*/ 1784033 h 3112286"/>
              <a:gd name="connsiteX13" fmla="*/ 3706909 w 7126880"/>
              <a:gd name="connsiteY13" fmla="*/ 1340168 h 3112286"/>
              <a:gd name="connsiteX14" fmla="*/ 3771679 w 7126880"/>
              <a:gd name="connsiteY14" fmla="*/ 919544 h 3112286"/>
              <a:gd name="connsiteX15" fmla="*/ 3656998 w 7126880"/>
              <a:gd name="connsiteY15" fmla="*/ 715043 h 3112286"/>
              <a:gd name="connsiteX16" fmla="*/ 3520791 w 7126880"/>
              <a:gd name="connsiteY16" fmla="*/ 631889 h 3112286"/>
              <a:gd name="connsiteX17" fmla="*/ 3206752 w 7126880"/>
              <a:gd name="connsiteY17" fmla="*/ 550451 h 3112286"/>
              <a:gd name="connsiteX18" fmla="*/ 3013965 w 7126880"/>
              <a:gd name="connsiteY18" fmla="*/ 595313 h 3112286"/>
              <a:gd name="connsiteX19" fmla="*/ 2641242 w 7126880"/>
              <a:gd name="connsiteY19" fmla="*/ 984385 h 3112286"/>
              <a:gd name="connsiteX20" fmla="*/ 1987066 w 7126880"/>
              <a:gd name="connsiteY20" fmla="*/ 784462 h 3112286"/>
              <a:gd name="connsiteX21" fmla="*/ 1588830 w 7126880"/>
              <a:gd name="connsiteY21" fmla="*/ 224639 h 3112286"/>
              <a:gd name="connsiteX22" fmla="*/ 1039351 w 7126880"/>
              <a:gd name="connsiteY22" fmla="*/ 100370 h 3112286"/>
              <a:gd name="connsiteX23" fmla="*/ 185837 w 7126880"/>
              <a:gd name="connsiteY23" fmla="*/ 86066 h 3112286"/>
              <a:gd name="connsiteX24" fmla="*/ 0 w 7126880"/>
              <a:gd name="connsiteY24" fmla="*/ 131 h 3112286"/>
              <a:gd name="connsiteX0" fmla="*/ 7126880 w 7126880"/>
              <a:gd name="connsiteY0" fmla="*/ 2001243 h 3112204"/>
              <a:gd name="connsiteX1" fmla="*/ 6902905 w 7126880"/>
              <a:gd name="connsiteY1" fmla="*/ 2160998 h 3112204"/>
              <a:gd name="connsiteX2" fmla="*/ 6638690 w 7126880"/>
              <a:gd name="connsiteY2" fmla="*/ 2650617 h 3112204"/>
              <a:gd name="connsiteX3" fmla="*/ 6275913 w 7126880"/>
              <a:gd name="connsiteY3" fmla="*/ 2841199 h 3112204"/>
              <a:gd name="connsiteX4" fmla="*/ 6071395 w 7126880"/>
              <a:gd name="connsiteY4" fmla="*/ 2953431 h 3112204"/>
              <a:gd name="connsiteX5" fmla="*/ 5837756 w 7126880"/>
              <a:gd name="connsiteY5" fmla="*/ 3111997 h 3112204"/>
              <a:gd name="connsiteX6" fmla="*/ 5260342 w 7126880"/>
              <a:gd name="connsiteY6" fmla="*/ 2962956 h 3112204"/>
              <a:gd name="connsiteX7" fmla="*/ 4698081 w 7126880"/>
              <a:gd name="connsiteY7" fmla="*/ 2962956 h 3112204"/>
              <a:gd name="connsiteX8" fmla="*/ 4454622 w 7126880"/>
              <a:gd name="connsiteY8" fmla="*/ 2937905 h 3112204"/>
              <a:gd name="connsiteX9" fmla="*/ 4088290 w 7126880"/>
              <a:gd name="connsiteY9" fmla="*/ 2747500 h 3112204"/>
              <a:gd name="connsiteX10" fmla="*/ 3815548 w 7126880"/>
              <a:gd name="connsiteY10" fmla="*/ 2510450 h 3112204"/>
              <a:gd name="connsiteX11" fmla="*/ 3733484 w 7126880"/>
              <a:gd name="connsiteY11" fmla="*/ 2088180 h 3112204"/>
              <a:gd name="connsiteX12" fmla="*/ 3640425 w 7126880"/>
              <a:gd name="connsiteY12" fmla="*/ 1783951 h 3112204"/>
              <a:gd name="connsiteX13" fmla="*/ 3706909 w 7126880"/>
              <a:gd name="connsiteY13" fmla="*/ 1340086 h 3112204"/>
              <a:gd name="connsiteX14" fmla="*/ 3771679 w 7126880"/>
              <a:gd name="connsiteY14" fmla="*/ 919462 h 3112204"/>
              <a:gd name="connsiteX15" fmla="*/ 3656998 w 7126880"/>
              <a:gd name="connsiteY15" fmla="*/ 714961 h 3112204"/>
              <a:gd name="connsiteX16" fmla="*/ 3520791 w 7126880"/>
              <a:gd name="connsiteY16" fmla="*/ 631807 h 3112204"/>
              <a:gd name="connsiteX17" fmla="*/ 3206752 w 7126880"/>
              <a:gd name="connsiteY17" fmla="*/ 550369 h 3112204"/>
              <a:gd name="connsiteX18" fmla="*/ 3013965 w 7126880"/>
              <a:gd name="connsiteY18" fmla="*/ 595231 h 3112204"/>
              <a:gd name="connsiteX19" fmla="*/ 2641242 w 7126880"/>
              <a:gd name="connsiteY19" fmla="*/ 984303 h 3112204"/>
              <a:gd name="connsiteX20" fmla="*/ 1987066 w 7126880"/>
              <a:gd name="connsiteY20" fmla="*/ 784380 h 3112204"/>
              <a:gd name="connsiteX21" fmla="*/ 1588830 w 7126880"/>
              <a:gd name="connsiteY21" fmla="*/ 224557 h 3112204"/>
              <a:gd name="connsiteX22" fmla="*/ 1039351 w 7126880"/>
              <a:gd name="connsiteY22" fmla="*/ 100288 h 3112204"/>
              <a:gd name="connsiteX23" fmla="*/ 188744 w 7126880"/>
              <a:gd name="connsiteY23" fmla="*/ 271116 h 3112204"/>
              <a:gd name="connsiteX24" fmla="*/ 0 w 7126880"/>
              <a:gd name="connsiteY24" fmla="*/ 49 h 3112204"/>
              <a:gd name="connsiteX0" fmla="*/ 7126880 w 7126880"/>
              <a:gd name="connsiteY0" fmla="*/ 2001243 h 3112204"/>
              <a:gd name="connsiteX1" fmla="*/ 6902905 w 7126880"/>
              <a:gd name="connsiteY1" fmla="*/ 2160998 h 3112204"/>
              <a:gd name="connsiteX2" fmla="*/ 6638690 w 7126880"/>
              <a:gd name="connsiteY2" fmla="*/ 2650617 h 3112204"/>
              <a:gd name="connsiteX3" fmla="*/ 6275913 w 7126880"/>
              <a:gd name="connsiteY3" fmla="*/ 2841199 h 3112204"/>
              <a:gd name="connsiteX4" fmla="*/ 6071395 w 7126880"/>
              <a:gd name="connsiteY4" fmla="*/ 2953431 h 3112204"/>
              <a:gd name="connsiteX5" fmla="*/ 5837756 w 7126880"/>
              <a:gd name="connsiteY5" fmla="*/ 3111997 h 3112204"/>
              <a:gd name="connsiteX6" fmla="*/ 5260342 w 7126880"/>
              <a:gd name="connsiteY6" fmla="*/ 2962956 h 3112204"/>
              <a:gd name="connsiteX7" fmla="*/ 4698081 w 7126880"/>
              <a:gd name="connsiteY7" fmla="*/ 2962956 h 3112204"/>
              <a:gd name="connsiteX8" fmla="*/ 4454622 w 7126880"/>
              <a:gd name="connsiteY8" fmla="*/ 2937905 h 3112204"/>
              <a:gd name="connsiteX9" fmla="*/ 4088290 w 7126880"/>
              <a:gd name="connsiteY9" fmla="*/ 2747500 h 3112204"/>
              <a:gd name="connsiteX10" fmla="*/ 3815548 w 7126880"/>
              <a:gd name="connsiteY10" fmla="*/ 2510450 h 3112204"/>
              <a:gd name="connsiteX11" fmla="*/ 3733484 w 7126880"/>
              <a:gd name="connsiteY11" fmla="*/ 2088180 h 3112204"/>
              <a:gd name="connsiteX12" fmla="*/ 3640425 w 7126880"/>
              <a:gd name="connsiteY12" fmla="*/ 1783951 h 3112204"/>
              <a:gd name="connsiteX13" fmla="*/ 3706909 w 7126880"/>
              <a:gd name="connsiteY13" fmla="*/ 1340086 h 3112204"/>
              <a:gd name="connsiteX14" fmla="*/ 3771679 w 7126880"/>
              <a:gd name="connsiteY14" fmla="*/ 919462 h 3112204"/>
              <a:gd name="connsiteX15" fmla="*/ 3656998 w 7126880"/>
              <a:gd name="connsiteY15" fmla="*/ 714961 h 3112204"/>
              <a:gd name="connsiteX16" fmla="*/ 3520791 w 7126880"/>
              <a:gd name="connsiteY16" fmla="*/ 631807 h 3112204"/>
              <a:gd name="connsiteX17" fmla="*/ 3206752 w 7126880"/>
              <a:gd name="connsiteY17" fmla="*/ 550369 h 3112204"/>
              <a:gd name="connsiteX18" fmla="*/ 2893591 w 7126880"/>
              <a:gd name="connsiteY18" fmla="*/ 592738 h 3112204"/>
              <a:gd name="connsiteX19" fmla="*/ 2641242 w 7126880"/>
              <a:gd name="connsiteY19" fmla="*/ 984303 h 3112204"/>
              <a:gd name="connsiteX20" fmla="*/ 1987066 w 7126880"/>
              <a:gd name="connsiteY20" fmla="*/ 784380 h 3112204"/>
              <a:gd name="connsiteX21" fmla="*/ 1588830 w 7126880"/>
              <a:gd name="connsiteY21" fmla="*/ 224557 h 3112204"/>
              <a:gd name="connsiteX22" fmla="*/ 1039351 w 7126880"/>
              <a:gd name="connsiteY22" fmla="*/ 100288 h 3112204"/>
              <a:gd name="connsiteX23" fmla="*/ 188744 w 7126880"/>
              <a:gd name="connsiteY23" fmla="*/ 271116 h 3112204"/>
              <a:gd name="connsiteX24" fmla="*/ 0 w 7126880"/>
              <a:gd name="connsiteY24" fmla="*/ 49 h 3112204"/>
              <a:gd name="connsiteX0" fmla="*/ 7126880 w 7126880"/>
              <a:gd name="connsiteY0" fmla="*/ 2001243 h 3112204"/>
              <a:gd name="connsiteX1" fmla="*/ 6859366 w 7126880"/>
              <a:gd name="connsiteY1" fmla="*/ 2140076 h 3112204"/>
              <a:gd name="connsiteX2" fmla="*/ 6638690 w 7126880"/>
              <a:gd name="connsiteY2" fmla="*/ 2650617 h 3112204"/>
              <a:gd name="connsiteX3" fmla="*/ 6275913 w 7126880"/>
              <a:gd name="connsiteY3" fmla="*/ 2841199 h 3112204"/>
              <a:gd name="connsiteX4" fmla="*/ 6071395 w 7126880"/>
              <a:gd name="connsiteY4" fmla="*/ 2953431 h 3112204"/>
              <a:gd name="connsiteX5" fmla="*/ 5837756 w 7126880"/>
              <a:gd name="connsiteY5" fmla="*/ 3111997 h 3112204"/>
              <a:gd name="connsiteX6" fmla="*/ 5260342 w 7126880"/>
              <a:gd name="connsiteY6" fmla="*/ 2962956 h 3112204"/>
              <a:gd name="connsiteX7" fmla="*/ 4698081 w 7126880"/>
              <a:gd name="connsiteY7" fmla="*/ 2962956 h 3112204"/>
              <a:gd name="connsiteX8" fmla="*/ 4454622 w 7126880"/>
              <a:gd name="connsiteY8" fmla="*/ 2937905 h 3112204"/>
              <a:gd name="connsiteX9" fmla="*/ 4088290 w 7126880"/>
              <a:gd name="connsiteY9" fmla="*/ 2747500 h 3112204"/>
              <a:gd name="connsiteX10" fmla="*/ 3815548 w 7126880"/>
              <a:gd name="connsiteY10" fmla="*/ 2510450 h 3112204"/>
              <a:gd name="connsiteX11" fmla="*/ 3733484 w 7126880"/>
              <a:gd name="connsiteY11" fmla="*/ 2088180 h 3112204"/>
              <a:gd name="connsiteX12" fmla="*/ 3640425 w 7126880"/>
              <a:gd name="connsiteY12" fmla="*/ 1783951 h 3112204"/>
              <a:gd name="connsiteX13" fmla="*/ 3706909 w 7126880"/>
              <a:gd name="connsiteY13" fmla="*/ 1340086 h 3112204"/>
              <a:gd name="connsiteX14" fmla="*/ 3771679 w 7126880"/>
              <a:gd name="connsiteY14" fmla="*/ 919462 h 3112204"/>
              <a:gd name="connsiteX15" fmla="*/ 3656998 w 7126880"/>
              <a:gd name="connsiteY15" fmla="*/ 714961 h 3112204"/>
              <a:gd name="connsiteX16" fmla="*/ 3520791 w 7126880"/>
              <a:gd name="connsiteY16" fmla="*/ 631807 h 3112204"/>
              <a:gd name="connsiteX17" fmla="*/ 3206752 w 7126880"/>
              <a:gd name="connsiteY17" fmla="*/ 550369 h 3112204"/>
              <a:gd name="connsiteX18" fmla="*/ 2893591 w 7126880"/>
              <a:gd name="connsiteY18" fmla="*/ 592738 h 3112204"/>
              <a:gd name="connsiteX19" fmla="*/ 2641242 w 7126880"/>
              <a:gd name="connsiteY19" fmla="*/ 984303 h 3112204"/>
              <a:gd name="connsiteX20" fmla="*/ 1987066 w 7126880"/>
              <a:gd name="connsiteY20" fmla="*/ 784380 h 3112204"/>
              <a:gd name="connsiteX21" fmla="*/ 1588830 w 7126880"/>
              <a:gd name="connsiteY21" fmla="*/ 224557 h 3112204"/>
              <a:gd name="connsiteX22" fmla="*/ 1039351 w 7126880"/>
              <a:gd name="connsiteY22" fmla="*/ 100288 h 3112204"/>
              <a:gd name="connsiteX23" fmla="*/ 188744 w 7126880"/>
              <a:gd name="connsiteY23" fmla="*/ 271116 h 3112204"/>
              <a:gd name="connsiteX24" fmla="*/ 0 w 7126880"/>
              <a:gd name="connsiteY24" fmla="*/ 49 h 3112204"/>
              <a:gd name="connsiteX0" fmla="*/ 7126880 w 7126880"/>
              <a:gd name="connsiteY0" fmla="*/ 2001243 h 3112204"/>
              <a:gd name="connsiteX1" fmla="*/ 6859366 w 7126880"/>
              <a:gd name="connsiteY1" fmla="*/ 2140076 h 3112204"/>
              <a:gd name="connsiteX2" fmla="*/ 6679487 w 7126880"/>
              <a:gd name="connsiteY2" fmla="*/ 2705805 h 3112204"/>
              <a:gd name="connsiteX3" fmla="*/ 6275913 w 7126880"/>
              <a:gd name="connsiteY3" fmla="*/ 2841199 h 3112204"/>
              <a:gd name="connsiteX4" fmla="*/ 6071395 w 7126880"/>
              <a:gd name="connsiteY4" fmla="*/ 2953431 h 3112204"/>
              <a:gd name="connsiteX5" fmla="*/ 5837756 w 7126880"/>
              <a:gd name="connsiteY5" fmla="*/ 3111997 h 3112204"/>
              <a:gd name="connsiteX6" fmla="*/ 5260342 w 7126880"/>
              <a:gd name="connsiteY6" fmla="*/ 2962956 h 3112204"/>
              <a:gd name="connsiteX7" fmla="*/ 4698081 w 7126880"/>
              <a:gd name="connsiteY7" fmla="*/ 2962956 h 3112204"/>
              <a:gd name="connsiteX8" fmla="*/ 4454622 w 7126880"/>
              <a:gd name="connsiteY8" fmla="*/ 2937905 h 3112204"/>
              <a:gd name="connsiteX9" fmla="*/ 4088290 w 7126880"/>
              <a:gd name="connsiteY9" fmla="*/ 2747500 h 3112204"/>
              <a:gd name="connsiteX10" fmla="*/ 3815548 w 7126880"/>
              <a:gd name="connsiteY10" fmla="*/ 2510450 h 3112204"/>
              <a:gd name="connsiteX11" fmla="*/ 3733484 w 7126880"/>
              <a:gd name="connsiteY11" fmla="*/ 2088180 h 3112204"/>
              <a:gd name="connsiteX12" fmla="*/ 3640425 w 7126880"/>
              <a:gd name="connsiteY12" fmla="*/ 1783951 h 3112204"/>
              <a:gd name="connsiteX13" fmla="*/ 3706909 w 7126880"/>
              <a:gd name="connsiteY13" fmla="*/ 1340086 h 3112204"/>
              <a:gd name="connsiteX14" fmla="*/ 3771679 w 7126880"/>
              <a:gd name="connsiteY14" fmla="*/ 919462 h 3112204"/>
              <a:gd name="connsiteX15" fmla="*/ 3656998 w 7126880"/>
              <a:gd name="connsiteY15" fmla="*/ 714961 h 3112204"/>
              <a:gd name="connsiteX16" fmla="*/ 3520791 w 7126880"/>
              <a:gd name="connsiteY16" fmla="*/ 631807 h 3112204"/>
              <a:gd name="connsiteX17" fmla="*/ 3206752 w 7126880"/>
              <a:gd name="connsiteY17" fmla="*/ 550369 h 3112204"/>
              <a:gd name="connsiteX18" fmla="*/ 2893591 w 7126880"/>
              <a:gd name="connsiteY18" fmla="*/ 592738 h 3112204"/>
              <a:gd name="connsiteX19" fmla="*/ 2641242 w 7126880"/>
              <a:gd name="connsiteY19" fmla="*/ 984303 h 3112204"/>
              <a:gd name="connsiteX20" fmla="*/ 1987066 w 7126880"/>
              <a:gd name="connsiteY20" fmla="*/ 784380 h 3112204"/>
              <a:gd name="connsiteX21" fmla="*/ 1588830 w 7126880"/>
              <a:gd name="connsiteY21" fmla="*/ 224557 h 3112204"/>
              <a:gd name="connsiteX22" fmla="*/ 1039351 w 7126880"/>
              <a:gd name="connsiteY22" fmla="*/ 100288 h 3112204"/>
              <a:gd name="connsiteX23" fmla="*/ 188744 w 7126880"/>
              <a:gd name="connsiteY23" fmla="*/ 271116 h 3112204"/>
              <a:gd name="connsiteX24" fmla="*/ 0 w 7126880"/>
              <a:gd name="connsiteY24" fmla="*/ 49 h 3112204"/>
              <a:gd name="connsiteX0" fmla="*/ 7126880 w 7126880"/>
              <a:gd name="connsiteY0" fmla="*/ 2001243 h 3112204"/>
              <a:gd name="connsiteX1" fmla="*/ 6859366 w 7126880"/>
              <a:gd name="connsiteY1" fmla="*/ 2140076 h 3112204"/>
              <a:gd name="connsiteX2" fmla="*/ 6679487 w 7126880"/>
              <a:gd name="connsiteY2" fmla="*/ 2705805 h 3112204"/>
              <a:gd name="connsiteX3" fmla="*/ 6275913 w 7126880"/>
              <a:gd name="connsiteY3" fmla="*/ 2841199 h 3112204"/>
              <a:gd name="connsiteX4" fmla="*/ 6071395 w 7126880"/>
              <a:gd name="connsiteY4" fmla="*/ 2953431 h 3112204"/>
              <a:gd name="connsiteX5" fmla="*/ 5837756 w 7126880"/>
              <a:gd name="connsiteY5" fmla="*/ 3111997 h 3112204"/>
              <a:gd name="connsiteX6" fmla="*/ 5260342 w 7126880"/>
              <a:gd name="connsiteY6" fmla="*/ 2962956 h 3112204"/>
              <a:gd name="connsiteX7" fmla="*/ 4698081 w 7126880"/>
              <a:gd name="connsiteY7" fmla="*/ 2962956 h 3112204"/>
              <a:gd name="connsiteX8" fmla="*/ 4454622 w 7126880"/>
              <a:gd name="connsiteY8" fmla="*/ 2937905 h 3112204"/>
              <a:gd name="connsiteX9" fmla="*/ 4088290 w 7126880"/>
              <a:gd name="connsiteY9" fmla="*/ 2747500 h 3112204"/>
              <a:gd name="connsiteX10" fmla="*/ 3815548 w 7126880"/>
              <a:gd name="connsiteY10" fmla="*/ 2510450 h 3112204"/>
              <a:gd name="connsiteX11" fmla="*/ 3733484 w 7126880"/>
              <a:gd name="connsiteY11" fmla="*/ 2088180 h 3112204"/>
              <a:gd name="connsiteX12" fmla="*/ 3579967 w 7126880"/>
              <a:gd name="connsiteY12" fmla="*/ 1730711 h 3112204"/>
              <a:gd name="connsiteX13" fmla="*/ 3706909 w 7126880"/>
              <a:gd name="connsiteY13" fmla="*/ 1340086 h 3112204"/>
              <a:gd name="connsiteX14" fmla="*/ 3771679 w 7126880"/>
              <a:gd name="connsiteY14" fmla="*/ 919462 h 3112204"/>
              <a:gd name="connsiteX15" fmla="*/ 3656998 w 7126880"/>
              <a:gd name="connsiteY15" fmla="*/ 714961 h 3112204"/>
              <a:gd name="connsiteX16" fmla="*/ 3520791 w 7126880"/>
              <a:gd name="connsiteY16" fmla="*/ 631807 h 3112204"/>
              <a:gd name="connsiteX17" fmla="*/ 3206752 w 7126880"/>
              <a:gd name="connsiteY17" fmla="*/ 550369 h 3112204"/>
              <a:gd name="connsiteX18" fmla="*/ 2893591 w 7126880"/>
              <a:gd name="connsiteY18" fmla="*/ 592738 h 3112204"/>
              <a:gd name="connsiteX19" fmla="*/ 2641242 w 7126880"/>
              <a:gd name="connsiteY19" fmla="*/ 984303 h 3112204"/>
              <a:gd name="connsiteX20" fmla="*/ 1987066 w 7126880"/>
              <a:gd name="connsiteY20" fmla="*/ 784380 h 3112204"/>
              <a:gd name="connsiteX21" fmla="*/ 1588830 w 7126880"/>
              <a:gd name="connsiteY21" fmla="*/ 224557 h 3112204"/>
              <a:gd name="connsiteX22" fmla="*/ 1039351 w 7126880"/>
              <a:gd name="connsiteY22" fmla="*/ 100288 h 3112204"/>
              <a:gd name="connsiteX23" fmla="*/ 188744 w 7126880"/>
              <a:gd name="connsiteY23" fmla="*/ 271116 h 3112204"/>
              <a:gd name="connsiteX24" fmla="*/ 0 w 7126880"/>
              <a:gd name="connsiteY24" fmla="*/ 49 h 3112204"/>
              <a:gd name="connsiteX0" fmla="*/ 7092581 w 7092581"/>
              <a:gd name="connsiteY0" fmla="*/ 1904141 h 3015102"/>
              <a:gd name="connsiteX1" fmla="*/ 6825067 w 7092581"/>
              <a:gd name="connsiteY1" fmla="*/ 2042974 h 3015102"/>
              <a:gd name="connsiteX2" fmla="*/ 6645188 w 7092581"/>
              <a:gd name="connsiteY2" fmla="*/ 2608703 h 3015102"/>
              <a:gd name="connsiteX3" fmla="*/ 6241614 w 7092581"/>
              <a:gd name="connsiteY3" fmla="*/ 2744097 h 3015102"/>
              <a:gd name="connsiteX4" fmla="*/ 6037096 w 7092581"/>
              <a:gd name="connsiteY4" fmla="*/ 2856329 h 3015102"/>
              <a:gd name="connsiteX5" fmla="*/ 5803457 w 7092581"/>
              <a:gd name="connsiteY5" fmla="*/ 3014895 h 3015102"/>
              <a:gd name="connsiteX6" fmla="*/ 5226043 w 7092581"/>
              <a:gd name="connsiteY6" fmla="*/ 2865854 h 3015102"/>
              <a:gd name="connsiteX7" fmla="*/ 4663782 w 7092581"/>
              <a:gd name="connsiteY7" fmla="*/ 2865854 h 3015102"/>
              <a:gd name="connsiteX8" fmla="*/ 4420323 w 7092581"/>
              <a:gd name="connsiteY8" fmla="*/ 2840803 h 3015102"/>
              <a:gd name="connsiteX9" fmla="*/ 4053991 w 7092581"/>
              <a:gd name="connsiteY9" fmla="*/ 2650398 h 3015102"/>
              <a:gd name="connsiteX10" fmla="*/ 3781249 w 7092581"/>
              <a:gd name="connsiteY10" fmla="*/ 2413348 h 3015102"/>
              <a:gd name="connsiteX11" fmla="*/ 3699185 w 7092581"/>
              <a:gd name="connsiteY11" fmla="*/ 1991078 h 3015102"/>
              <a:gd name="connsiteX12" fmla="*/ 3545668 w 7092581"/>
              <a:gd name="connsiteY12" fmla="*/ 1633609 h 3015102"/>
              <a:gd name="connsiteX13" fmla="*/ 3672610 w 7092581"/>
              <a:gd name="connsiteY13" fmla="*/ 1242984 h 3015102"/>
              <a:gd name="connsiteX14" fmla="*/ 3737380 w 7092581"/>
              <a:gd name="connsiteY14" fmla="*/ 822360 h 3015102"/>
              <a:gd name="connsiteX15" fmla="*/ 3622699 w 7092581"/>
              <a:gd name="connsiteY15" fmla="*/ 617859 h 3015102"/>
              <a:gd name="connsiteX16" fmla="*/ 3486492 w 7092581"/>
              <a:gd name="connsiteY16" fmla="*/ 534705 h 3015102"/>
              <a:gd name="connsiteX17" fmla="*/ 3172453 w 7092581"/>
              <a:gd name="connsiteY17" fmla="*/ 453267 h 3015102"/>
              <a:gd name="connsiteX18" fmla="*/ 2859292 w 7092581"/>
              <a:gd name="connsiteY18" fmla="*/ 495636 h 3015102"/>
              <a:gd name="connsiteX19" fmla="*/ 2606943 w 7092581"/>
              <a:gd name="connsiteY19" fmla="*/ 887201 h 3015102"/>
              <a:gd name="connsiteX20" fmla="*/ 1952767 w 7092581"/>
              <a:gd name="connsiteY20" fmla="*/ 687278 h 3015102"/>
              <a:gd name="connsiteX21" fmla="*/ 1554531 w 7092581"/>
              <a:gd name="connsiteY21" fmla="*/ 127455 h 3015102"/>
              <a:gd name="connsiteX22" fmla="*/ 1005052 w 7092581"/>
              <a:gd name="connsiteY22" fmla="*/ 3186 h 3015102"/>
              <a:gd name="connsiteX23" fmla="*/ 154445 w 7092581"/>
              <a:gd name="connsiteY23" fmla="*/ 174014 h 3015102"/>
              <a:gd name="connsiteX24" fmla="*/ 0 w 7092581"/>
              <a:gd name="connsiteY24" fmla="*/ 195965 h 3015102"/>
              <a:gd name="connsiteX0" fmla="*/ 7092581 w 7092581"/>
              <a:gd name="connsiteY0" fmla="*/ 1962060 h 3073021"/>
              <a:gd name="connsiteX1" fmla="*/ 6825067 w 7092581"/>
              <a:gd name="connsiteY1" fmla="*/ 2100893 h 3073021"/>
              <a:gd name="connsiteX2" fmla="*/ 6645188 w 7092581"/>
              <a:gd name="connsiteY2" fmla="*/ 2666622 h 3073021"/>
              <a:gd name="connsiteX3" fmla="*/ 6241614 w 7092581"/>
              <a:gd name="connsiteY3" fmla="*/ 2802016 h 3073021"/>
              <a:gd name="connsiteX4" fmla="*/ 6037096 w 7092581"/>
              <a:gd name="connsiteY4" fmla="*/ 2914248 h 3073021"/>
              <a:gd name="connsiteX5" fmla="*/ 5803457 w 7092581"/>
              <a:gd name="connsiteY5" fmla="*/ 3072814 h 3073021"/>
              <a:gd name="connsiteX6" fmla="*/ 5226043 w 7092581"/>
              <a:gd name="connsiteY6" fmla="*/ 2923773 h 3073021"/>
              <a:gd name="connsiteX7" fmla="*/ 4663782 w 7092581"/>
              <a:gd name="connsiteY7" fmla="*/ 2923773 h 3073021"/>
              <a:gd name="connsiteX8" fmla="*/ 4420323 w 7092581"/>
              <a:gd name="connsiteY8" fmla="*/ 2898722 h 3073021"/>
              <a:gd name="connsiteX9" fmla="*/ 4053991 w 7092581"/>
              <a:gd name="connsiteY9" fmla="*/ 2708317 h 3073021"/>
              <a:gd name="connsiteX10" fmla="*/ 3781249 w 7092581"/>
              <a:gd name="connsiteY10" fmla="*/ 2471267 h 3073021"/>
              <a:gd name="connsiteX11" fmla="*/ 3699185 w 7092581"/>
              <a:gd name="connsiteY11" fmla="*/ 2048997 h 3073021"/>
              <a:gd name="connsiteX12" fmla="*/ 3545668 w 7092581"/>
              <a:gd name="connsiteY12" fmla="*/ 1691528 h 3073021"/>
              <a:gd name="connsiteX13" fmla="*/ 3672610 w 7092581"/>
              <a:gd name="connsiteY13" fmla="*/ 1300903 h 3073021"/>
              <a:gd name="connsiteX14" fmla="*/ 3737380 w 7092581"/>
              <a:gd name="connsiteY14" fmla="*/ 880279 h 3073021"/>
              <a:gd name="connsiteX15" fmla="*/ 3622699 w 7092581"/>
              <a:gd name="connsiteY15" fmla="*/ 675778 h 3073021"/>
              <a:gd name="connsiteX16" fmla="*/ 3486492 w 7092581"/>
              <a:gd name="connsiteY16" fmla="*/ 592624 h 3073021"/>
              <a:gd name="connsiteX17" fmla="*/ 3172453 w 7092581"/>
              <a:gd name="connsiteY17" fmla="*/ 511186 h 3073021"/>
              <a:gd name="connsiteX18" fmla="*/ 2859292 w 7092581"/>
              <a:gd name="connsiteY18" fmla="*/ 553555 h 3073021"/>
              <a:gd name="connsiteX19" fmla="*/ 2606943 w 7092581"/>
              <a:gd name="connsiteY19" fmla="*/ 945120 h 3073021"/>
              <a:gd name="connsiteX20" fmla="*/ 1952767 w 7092581"/>
              <a:gd name="connsiteY20" fmla="*/ 745197 h 3073021"/>
              <a:gd name="connsiteX21" fmla="*/ 1554531 w 7092581"/>
              <a:gd name="connsiteY21" fmla="*/ 185374 h 3073021"/>
              <a:gd name="connsiteX22" fmla="*/ 1028312 w 7092581"/>
              <a:gd name="connsiteY22" fmla="*/ 2472 h 3073021"/>
              <a:gd name="connsiteX23" fmla="*/ 154445 w 7092581"/>
              <a:gd name="connsiteY23" fmla="*/ 231933 h 3073021"/>
              <a:gd name="connsiteX24" fmla="*/ 0 w 7092581"/>
              <a:gd name="connsiteY24" fmla="*/ 253884 h 3073021"/>
              <a:gd name="connsiteX0" fmla="*/ 7092581 w 7092581"/>
              <a:gd name="connsiteY0" fmla="*/ 1959588 h 3070549"/>
              <a:gd name="connsiteX1" fmla="*/ 6825067 w 7092581"/>
              <a:gd name="connsiteY1" fmla="*/ 2098421 h 3070549"/>
              <a:gd name="connsiteX2" fmla="*/ 6645188 w 7092581"/>
              <a:gd name="connsiteY2" fmla="*/ 2664150 h 3070549"/>
              <a:gd name="connsiteX3" fmla="*/ 6241614 w 7092581"/>
              <a:gd name="connsiteY3" fmla="*/ 2799544 h 3070549"/>
              <a:gd name="connsiteX4" fmla="*/ 6037096 w 7092581"/>
              <a:gd name="connsiteY4" fmla="*/ 2911776 h 3070549"/>
              <a:gd name="connsiteX5" fmla="*/ 5803457 w 7092581"/>
              <a:gd name="connsiteY5" fmla="*/ 3070342 h 3070549"/>
              <a:gd name="connsiteX6" fmla="*/ 5226043 w 7092581"/>
              <a:gd name="connsiteY6" fmla="*/ 2921301 h 3070549"/>
              <a:gd name="connsiteX7" fmla="*/ 4663782 w 7092581"/>
              <a:gd name="connsiteY7" fmla="*/ 2921301 h 3070549"/>
              <a:gd name="connsiteX8" fmla="*/ 4420323 w 7092581"/>
              <a:gd name="connsiteY8" fmla="*/ 2896250 h 3070549"/>
              <a:gd name="connsiteX9" fmla="*/ 4053991 w 7092581"/>
              <a:gd name="connsiteY9" fmla="*/ 2705845 h 3070549"/>
              <a:gd name="connsiteX10" fmla="*/ 3781249 w 7092581"/>
              <a:gd name="connsiteY10" fmla="*/ 2468795 h 3070549"/>
              <a:gd name="connsiteX11" fmla="*/ 3699185 w 7092581"/>
              <a:gd name="connsiteY11" fmla="*/ 2046525 h 3070549"/>
              <a:gd name="connsiteX12" fmla="*/ 3545668 w 7092581"/>
              <a:gd name="connsiteY12" fmla="*/ 1689056 h 3070549"/>
              <a:gd name="connsiteX13" fmla="*/ 3672610 w 7092581"/>
              <a:gd name="connsiteY13" fmla="*/ 1298431 h 3070549"/>
              <a:gd name="connsiteX14" fmla="*/ 3737380 w 7092581"/>
              <a:gd name="connsiteY14" fmla="*/ 877807 h 3070549"/>
              <a:gd name="connsiteX15" fmla="*/ 3622699 w 7092581"/>
              <a:gd name="connsiteY15" fmla="*/ 673306 h 3070549"/>
              <a:gd name="connsiteX16" fmla="*/ 3486492 w 7092581"/>
              <a:gd name="connsiteY16" fmla="*/ 590152 h 3070549"/>
              <a:gd name="connsiteX17" fmla="*/ 3172453 w 7092581"/>
              <a:gd name="connsiteY17" fmla="*/ 508714 h 3070549"/>
              <a:gd name="connsiteX18" fmla="*/ 2859292 w 7092581"/>
              <a:gd name="connsiteY18" fmla="*/ 551083 h 3070549"/>
              <a:gd name="connsiteX19" fmla="*/ 2606943 w 7092581"/>
              <a:gd name="connsiteY19" fmla="*/ 942648 h 3070549"/>
              <a:gd name="connsiteX20" fmla="*/ 1952767 w 7092581"/>
              <a:gd name="connsiteY20" fmla="*/ 742725 h 3070549"/>
              <a:gd name="connsiteX21" fmla="*/ 1554531 w 7092581"/>
              <a:gd name="connsiteY21" fmla="*/ 182902 h 3070549"/>
              <a:gd name="connsiteX22" fmla="*/ 1028312 w 7092581"/>
              <a:gd name="connsiteY22" fmla="*/ 0 h 3070549"/>
              <a:gd name="connsiteX23" fmla="*/ 154445 w 7092581"/>
              <a:gd name="connsiteY23" fmla="*/ 229461 h 3070549"/>
              <a:gd name="connsiteX24" fmla="*/ 0 w 7092581"/>
              <a:gd name="connsiteY24" fmla="*/ 251412 h 3070549"/>
              <a:gd name="connsiteX0" fmla="*/ 7092581 w 7092581"/>
              <a:gd name="connsiteY0" fmla="*/ 1959588 h 3070549"/>
              <a:gd name="connsiteX1" fmla="*/ 6825067 w 7092581"/>
              <a:gd name="connsiteY1" fmla="*/ 2098421 h 3070549"/>
              <a:gd name="connsiteX2" fmla="*/ 6645188 w 7092581"/>
              <a:gd name="connsiteY2" fmla="*/ 2664150 h 3070549"/>
              <a:gd name="connsiteX3" fmla="*/ 6241614 w 7092581"/>
              <a:gd name="connsiteY3" fmla="*/ 2799544 h 3070549"/>
              <a:gd name="connsiteX4" fmla="*/ 6037096 w 7092581"/>
              <a:gd name="connsiteY4" fmla="*/ 2911776 h 3070549"/>
              <a:gd name="connsiteX5" fmla="*/ 5803457 w 7092581"/>
              <a:gd name="connsiteY5" fmla="*/ 3070342 h 3070549"/>
              <a:gd name="connsiteX6" fmla="*/ 5226043 w 7092581"/>
              <a:gd name="connsiteY6" fmla="*/ 2921301 h 3070549"/>
              <a:gd name="connsiteX7" fmla="*/ 4663782 w 7092581"/>
              <a:gd name="connsiteY7" fmla="*/ 2921301 h 3070549"/>
              <a:gd name="connsiteX8" fmla="*/ 4420323 w 7092581"/>
              <a:gd name="connsiteY8" fmla="*/ 2896250 h 3070549"/>
              <a:gd name="connsiteX9" fmla="*/ 4053991 w 7092581"/>
              <a:gd name="connsiteY9" fmla="*/ 2705845 h 3070549"/>
              <a:gd name="connsiteX10" fmla="*/ 3781249 w 7092581"/>
              <a:gd name="connsiteY10" fmla="*/ 2468795 h 3070549"/>
              <a:gd name="connsiteX11" fmla="*/ 3699185 w 7092581"/>
              <a:gd name="connsiteY11" fmla="*/ 2046525 h 3070549"/>
              <a:gd name="connsiteX12" fmla="*/ 3545668 w 7092581"/>
              <a:gd name="connsiteY12" fmla="*/ 1689056 h 3070549"/>
              <a:gd name="connsiteX13" fmla="*/ 3672610 w 7092581"/>
              <a:gd name="connsiteY13" fmla="*/ 1298431 h 3070549"/>
              <a:gd name="connsiteX14" fmla="*/ 3737380 w 7092581"/>
              <a:gd name="connsiteY14" fmla="*/ 877807 h 3070549"/>
              <a:gd name="connsiteX15" fmla="*/ 3622699 w 7092581"/>
              <a:gd name="connsiteY15" fmla="*/ 673306 h 3070549"/>
              <a:gd name="connsiteX16" fmla="*/ 3486492 w 7092581"/>
              <a:gd name="connsiteY16" fmla="*/ 590152 h 3070549"/>
              <a:gd name="connsiteX17" fmla="*/ 3172453 w 7092581"/>
              <a:gd name="connsiteY17" fmla="*/ 508714 h 3070549"/>
              <a:gd name="connsiteX18" fmla="*/ 2859292 w 7092581"/>
              <a:gd name="connsiteY18" fmla="*/ 551083 h 3070549"/>
              <a:gd name="connsiteX19" fmla="*/ 2606943 w 7092581"/>
              <a:gd name="connsiteY19" fmla="*/ 942648 h 3070549"/>
              <a:gd name="connsiteX20" fmla="*/ 1952767 w 7092581"/>
              <a:gd name="connsiteY20" fmla="*/ 742725 h 3070549"/>
              <a:gd name="connsiteX21" fmla="*/ 1554531 w 7092581"/>
              <a:gd name="connsiteY21" fmla="*/ 182902 h 3070549"/>
              <a:gd name="connsiteX22" fmla="*/ 1028312 w 7092581"/>
              <a:gd name="connsiteY22" fmla="*/ 0 h 3070549"/>
              <a:gd name="connsiteX23" fmla="*/ 199933 w 7092581"/>
              <a:gd name="connsiteY23" fmla="*/ 262504 h 3070549"/>
              <a:gd name="connsiteX24" fmla="*/ 0 w 7092581"/>
              <a:gd name="connsiteY24" fmla="*/ 251412 h 30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092581" h="3070549">
                <a:moveTo>
                  <a:pt x="7092581" y="1959588"/>
                </a:moveTo>
                <a:cubicBezTo>
                  <a:pt x="7009665" y="2039814"/>
                  <a:pt x="6899632" y="1980994"/>
                  <a:pt x="6825067" y="2098421"/>
                </a:cubicBezTo>
                <a:cubicBezTo>
                  <a:pt x="6750502" y="2215848"/>
                  <a:pt x="6742430" y="2547296"/>
                  <a:pt x="6645188" y="2664150"/>
                </a:cubicBezTo>
                <a:cubicBezTo>
                  <a:pt x="6547946" y="2781004"/>
                  <a:pt x="6342962" y="2758273"/>
                  <a:pt x="6241614" y="2799544"/>
                </a:cubicBezTo>
                <a:cubicBezTo>
                  <a:pt x="6140266" y="2840815"/>
                  <a:pt x="6110122" y="2866643"/>
                  <a:pt x="6037096" y="2911776"/>
                </a:cubicBezTo>
                <a:cubicBezTo>
                  <a:pt x="5964070" y="2956909"/>
                  <a:pt x="5903279" y="3066913"/>
                  <a:pt x="5803457" y="3070342"/>
                </a:cubicBezTo>
                <a:cubicBezTo>
                  <a:pt x="5626292" y="3076438"/>
                  <a:pt x="5415989" y="2946141"/>
                  <a:pt x="5226043" y="2921301"/>
                </a:cubicBezTo>
                <a:cubicBezTo>
                  <a:pt x="5036097" y="2896461"/>
                  <a:pt x="4851519" y="2924539"/>
                  <a:pt x="4663782" y="2921301"/>
                </a:cubicBezTo>
                <a:cubicBezTo>
                  <a:pt x="4582057" y="2919872"/>
                  <a:pt x="4500333" y="2913300"/>
                  <a:pt x="4420323" y="2896250"/>
                </a:cubicBezTo>
                <a:cubicBezTo>
                  <a:pt x="4282591" y="2866913"/>
                  <a:pt x="4160503" y="2777087"/>
                  <a:pt x="4053991" y="2705845"/>
                </a:cubicBezTo>
                <a:cubicBezTo>
                  <a:pt x="3947479" y="2634603"/>
                  <a:pt x="3835541" y="2582237"/>
                  <a:pt x="3781249" y="2468795"/>
                </a:cubicBezTo>
                <a:cubicBezTo>
                  <a:pt x="3727147" y="2355733"/>
                  <a:pt x="3738448" y="2176481"/>
                  <a:pt x="3699185" y="2046525"/>
                </a:cubicBezTo>
                <a:cubicBezTo>
                  <a:pt x="3659922" y="1916569"/>
                  <a:pt x="3557479" y="1794974"/>
                  <a:pt x="3545668" y="1689056"/>
                </a:cubicBezTo>
                <a:cubicBezTo>
                  <a:pt x="3528999" y="1538942"/>
                  <a:pt x="3640658" y="1433639"/>
                  <a:pt x="3672610" y="1298431"/>
                </a:cubicBezTo>
                <a:cubicBezTo>
                  <a:pt x="3704562" y="1163223"/>
                  <a:pt x="3765574" y="1018873"/>
                  <a:pt x="3737380" y="877807"/>
                </a:cubicBezTo>
                <a:cubicBezTo>
                  <a:pt x="3721664" y="799131"/>
                  <a:pt x="3682897" y="726360"/>
                  <a:pt x="3622699" y="673306"/>
                </a:cubicBezTo>
                <a:cubicBezTo>
                  <a:pt x="3582599" y="637968"/>
                  <a:pt x="3534879" y="613012"/>
                  <a:pt x="3486492" y="590152"/>
                </a:cubicBezTo>
                <a:cubicBezTo>
                  <a:pt x="3386860" y="543289"/>
                  <a:pt x="3276986" y="515225"/>
                  <a:pt x="3172453" y="508714"/>
                </a:cubicBezTo>
                <a:cubicBezTo>
                  <a:pt x="3067920" y="502203"/>
                  <a:pt x="2953544" y="478761"/>
                  <a:pt x="2859292" y="551083"/>
                </a:cubicBezTo>
                <a:cubicBezTo>
                  <a:pt x="2765040" y="623405"/>
                  <a:pt x="2758031" y="910708"/>
                  <a:pt x="2606943" y="942648"/>
                </a:cubicBezTo>
                <a:cubicBezTo>
                  <a:pt x="2455856" y="974588"/>
                  <a:pt x="2149950" y="863070"/>
                  <a:pt x="1952767" y="742725"/>
                </a:cubicBezTo>
                <a:cubicBezTo>
                  <a:pt x="1755584" y="622380"/>
                  <a:pt x="1717755" y="330732"/>
                  <a:pt x="1554531" y="182902"/>
                </a:cubicBezTo>
                <a:cubicBezTo>
                  <a:pt x="1391307" y="35072"/>
                  <a:pt x="1240364" y="29375"/>
                  <a:pt x="1028312" y="0"/>
                </a:cubicBezTo>
                <a:cubicBezTo>
                  <a:pt x="844146" y="17398"/>
                  <a:pt x="367886" y="245396"/>
                  <a:pt x="199933" y="262504"/>
                </a:cubicBezTo>
                <a:cubicBezTo>
                  <a:pt x="31980" y="279612"/>
                  <a:pt x="33505" y="247028"/>
                  <a:pt x="0" y="251412"/>
                </a:cubicBezTo>
              </a:path>
            </a:pathLst>
          </a:custGeom>
          <a:noFill/>
          <a:ln w="6350" cap="rnd">
            <a:solidFill>
              <a:schemeClr val="tx1">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A296A19A-0D85-B50B-876D-3930284E03AA}"/>
              </a:ext>
            </a:extLst>
          </p:cNvPr>
          <p:cNvSpPr/>
          <p:nvPr/>
        </p:nvSpPr>
        <p:spPr>
          <a:xfrm rot="4651091" flipV="1">
            <a:off x="3773760" y="2132439"/>
            <a:ext cx="7355876" cy="2432045"/>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455294"/>
              <a:gd name="connsiteY0" fmla="*/ 151629 h 2505314"/>
              <a:gd name="connsiteX1" fmla="*/ 643106 w 5455294"/>
              <a:gd name="connsiteY1" fmla="*/ 366424 h 2505314"/>
              <a:gd name="connsiteX2" fmla="*/ 1077182 w 5455294"/>
              <a:gd name="connsiteY2" fmla="*/ 209214 h 2505314"/>
              <a:gd name="connsiteX3" fmla="*/ 1684632 w 5455294"/>
              <a:gd name="connsiteY3" fmla="*/ 9612 h 2505314"/>
              <a:gd name="connsiteX4" fmla="*/ 2285278 w 5455294"/>
              <a:gd name="connsiteY4" fmla="*/ 230687 h 2505314"/>
              <a:gd name="connsiteX5" fmla="*/ 2460157 w 5455294"/>
              <a:gd name="connsiteY5" fmla="*/ 453667 h 2505314"/>
              <a:gd name="connsiteX6" fmla="*/ 2431106 w 5455294"/>
              <a:gd name="connsiteY6" fmla="*/ 715033 h 2505314"/>
              <a:gd name="connsiteX7" fmla="*/ 2287564 w 5455294"/>
              <a:gd name="connsiteY7" fmla="*/ 1030978 h 2505314"/>
              <a:gd name="connsiteX8" fmla="*/ 2255941 w 5455294"/>
              <a:gd name="connsiteY8" fmla="*/ 1545137 h 2505314"/>
              <a:gd name="connsiteX9" fmla="*/ 2379385 w 5455294"/>
              <a:gd name="connsiteY9" fmla="*/ 1875464 h 2505314"/>
              <a:gd name="connsiteX10" fmla="*/ 2514354 w 5455294"/>
              <a:gd name="connsiteY10" fmla="*/ 2131115 h 2505314"/>
              <a:gd name="connsiteX11" fmla="*/ 2724000 w 5455294"/>
              <a:gd name="connsiteY11" fmla="*/ 2340856 h 2505314"/>
              <a:gd name="connsiteX12" fmla="*/ 3096237 w 5455294"/>
              <a:gd name="connsiteY12" fmla="*/ 2436677 h 2505314"/>
              <a:gd name="connsiteX13" fmla="*/ 3457615 w 5455294"/>
              <a:gd name="connsiteY13" fmla="*/ 2436677 h 2505314"/>
              <a:gd name="connsiteX14" fmla="*/ 3713742 w 5455294"/>
              <a:gd name="connsiteY14" fmla="*/ 2451917 h 2505314"/>
              <a:gd name="connsiteX15" fmla="*/ 4029401 w 5455294"/>
              <a:gd name="connsiteY15" fmla="*/ 2485160 h 2505314"/>
              <a:gd name="connsiteX16" fmla="*/ 4291053 w 5455294"/>
              <a:gd name="connsiteY16" fmla="*/ 2496208 h 2505314"/>
              <a:gd name="connsiteX17" fmla="*/ 4458597 w 5455294"/>
              <a:gd name="connsiteY17" fmla="*/ 2413055 h 2505314"/>
              <a:gd name="connsiteX18" fmla="*/ 4777675 w 5455294"/>
              <a:gd name="connsiteY18" fmla="*/ 2239314 h 2505314"/>
              <a:gd name="connsiteX19" fmla="*/ 5190753 w 5455294"/>
              <a:gd name="connsiteY19" fmla="*/ 1700730 h 2505314"/>
              <a:gd name="connsiteX20" fmla="*/ 5455294 w 5455294"/>
              <a:gd name="connsiteY20" fmla="*/ 1492940 h 2505314"/>
              <a:gd name="connsiteX0" fmla="*/ 0 w 5531558"/>
              <a:gd name="connsiteY0" fmla="*/ 151629 h 2505314"/>
              <a:gd name="connsiteX1" fmla="*/ 643106 w 5531558"/>
              <a:gd name="connsiteY1" fmla="*/ 366424 h 2505314"/>
              <a:gd name="connsiteX2" fmla="*/ 1077182 w 5531558"/>
              <a:gd name="connsiteY2" fmla="*/ 209214 h 2505314"/>
              <a:gd name="connsiteX3" fmla="*/ 1684632 w 5531558"/>
              <a:gd name="connsiteY3" fmla="*/ 9612 h 2505314"/>
              <a:gd name="connsiteX4" fmla="*/ 2285278 w 5531558"/>
              <a:gd name="connsiteY4" fmla="*/ 230687 h 2505314"/>
              <a:gd name="connsiteX5" fmla="*/ 2460157 w 5531558"/>
              <a:gd name="connsiteY5" fmla="*/ 453667 h 2505314"/>
              <a:gd name="connsiteX6" fmla="*/ 2431106 w 5531558"/>
              <a:gd name="connsiteY6" fmla="*/ 715033 h 2505314"/>
              <a:gd name="connsiteX7" fmla="*/ 2287564 w 5531558"/>
              <a:gd name="connsiteY7" fmla="*/ 1030978 h 2505314"/>
              <a:gd name="connsiteX8" fmla="*/ 2255941 w 5531558"/>
              <a:gd name="connsiteY8" fmla="*/ 1545137 h 2505314"/>
              <a:gd name="connsiteX9" fmla="*/ 2379385 w 5531558"/>
              <a:gd name="connsiteY9" fmla="*/ 1875464 h 2505314"/>
              <a:gd name="connsiteX10" fmla="*/ 2514354 w 5531558"/>
              <a:gd name="connsiteY10" fmla="*/ 2131115 h 2505314"/>
              <a:gd name="connsiteX11" fmla="*/ 2724000 w 5531558"/>
              <a:gd name="connsiteY11" fmla="*/ 2340856 h 2505314"/>
              <a:gd name="connsiteX12" fmla="*/ 3096237 w 5531558"/>
              <a:gd name="connsiteY12" fmla="*/ 2436677 h 2505314"/>
              <a:gd name="connsiteX13" fmla="*/ 3457615 w 5531558"/>
              <a:gd name="connsiteY13" fmla="*/ 2436677 h 2505314"/>
              <a:gd name="connsiteX14" fmla="*/ 3713742 w 5531558"/>
              <a:gd name="connsiteY14" fmla="*/ 2451917 h 2505314"/>
              <a:gd name="connsiteX15" fmla="*/ 4029401 w 5531558"/>
              <a:gd name="connsiteY15" fmla="*/ 2485160 h 2505314"/>
              <a:gd name="connsiteX16" fmla="*/ 4291053 w 5531558"/>
              <a:gd name="connsiteY16" fmla="*/ 2496208 h 2505314"/>
              <a:gd name="connsiteX17" fmla="*/ 4458597 w 5531558"/>
              <a:gd name="connsiteY17" fmla="*/ 2413055 h 2505314"/>
              <a:gd name="connsiteX18" fmla="*/ 4777675 w 5531558"/>
              <a:gd name="connsiteY18" fmla="*/ 2239314 h 2505314"/>
              <a:gd name="connsiteX19" fmla="*/ 5190753 w 5531558"/>
              <a:gd name="connsiteY19" fmla="*/ 1700730 h 2505314"/>
              <a:gd name="connsiteX20" fmla="*/ 5531558 w 5531558"/>
              <a:gd name="connsiteY20" fmla="*/ 1515867 h 2505314"/>
              <a:gd name="connsiteX0" fmla="*/ 0 w 5531558"/>
              <a:gd name="connsiteY0" fmla="*/ 151629 h 2505314"/>
              <a:gd name="connsiteX1" fmla="*/ 643106 w 5531558"/>
              <a:gd name="connsiteY1" fmla="*/ 366424 h 2505314"/>
              <a:gd name="connsiteX2" fmla="*/ 1077182 w 5531558"/>
              <a:gd name="connsiteY2" fmla="*/ 209214 h 2505314"/>
              <a:gd name="connsiteX3" fmla="*/ 1684632 w 5531558"/>
              <a:gd name="connsiteY3" fmla="*/ 9612 h 2505314"/>
              <a:gd name="connsiteX4" fmla="*/ 2285278 w 5531558"/>
              <a:gd name="connsiteY4" fmla="*/ 230687 h 2505314"/>
              <a:gd name="connsiteX5" fmla="*/ 2460157 w 5531558"/>
              <a:gd name="connsiteY5" fmla="*/ 453667 h 2505314"/>
              <a:gd name="connsiteX6" fmla="*/ 2431106 w 5531558"/>
              <a:gd name="connsiteY6" fmla="*/ 715033 h 2505314"/>
              <a:gd name="connsiteX7" fmla="*/ 2287564 w 5531558"/>
              <a:gd name="connsiteY7" fmla="*/ 1030978 h 2505314"/>
              <a:gd name="connsiteX8" fmla="*/ 2255941 w 5531558"/>
              <a:gd name="connsiteY8" fmla="*/ 1545137 h 2505314"/>
              <a:gd name="connsiteX9" fmla="*/ 2379385 w 5531558"/>
              <a:gd name="connsiteY9" fmla="*/ 1875464 h 2505314"/>
              <a:gd name="connsiteX10" fmla="*/ 2514354 w 5531558"/>
              <a:gd name="connsiteY10" fmla="*/ 2131115 h 2505314"/>
              <a:gd name="connsiteX11" fmla="*/ 2724000 w 5531558"/>
              <a:gd name="connsiteY11" fmla="*/ 2340856 h 2505314"/>
              <a:gd name="connsiteX12" fmla="*/ 3096237 w 5531558"/>
              <a:gd name="connsiteY12" fmla="*/ 2436677 h 2505314"/>
              <a:gd name="connsiteX13" fmla="*/ 3457615 w 5531558"/>
              <a:gd name="connsiteY13" fmla="*/ 2436677 h 2505314"/>
              <a:gd name="connsiteX14" fmla="*/ 3713742 w 5531558"/>
              <a:gd name="connsiteY14" fmla="*/ 2451917 h 2505314"/>
              <a:gd name="connsiteX15" fmla="*/ 4029401 w 5531558"/>
              <a:gd name="connsiteY15" fmla="*/ 2485160 h 2505314"/>
              <a:gd name="connsiteX16" fmla="*/ 4291053 w 5531558"/>
              <a:gd name="connsiteY16" fmla="*/ 2496208 h 2505314"/>
              <a:gd name="connsiteX17" fmla="*/ 4458597 w 5531558"/>
              <a:gd name="connsiteY17" fmla="*/ 2413055 h 2505314"/>
              <a:gd name="connsiteX18" fmla="*/ 4777675 w 5531558"/>
              <a:gd name="connsiteY18" fmla="*/ 2239314 h 2505314"/>
              <a:gd name="connsiteX19" fmla="*/ 5191006 w 5531558"/>
              <a:gd name="connsiteY19" fmla="*/ 1786205 h 2505314"/>
              <a:gd name="connsiteX20" fmla="*/ 5531558 w 5531558"/>
              <a:gd name="connsiteY20" fmla="*/ 1515867 h 2505314"/>
              <a:gd name="connsiteX0" fmla="*/ 0 w 5531558"/>
              <a:gd name="connsiteY0" fmla="*/ 151629 h 2505314"/>
              <a:gd name="connsiteX1" fmla="*/ 643106 w 5531558"/>
              <a:gd name="connsiteY1" fmla="*/ 366424 h 2505314"/>
              <a:gd name="connsiteX2" fmla="*/ 1077182 w 5531558"/>
              <a:gd name="connsiteY2" fmla="*/ 209214 h 2505314"/>
              <a:gd name="connsiteX3" fmla="*/ 1684632 w 5531558"/>
              <a:gd name="connsiteY3" fmla="*/ 9612 h 2505314"/>
              <a:gd name="connsiteX4" fmla="*/ 2285278 w 5531558"/>
              <a:gd name="connsiteY4" fmla="*/ 230687 h 2505314"/>
              <a:gd name="connsiteX5" fmla="*/ 2460157 w 5531558"/>
              <a:gd name="connsiteY5" fmla="*/ 453667 h 2505314"/>
              <a:gd name="connsiteX6" fmla="*/ 2431106 w 5531558"/>
              <a:gd name="connsiteY6" fmla="*/ 715033 h 2505314"/>
              <a:gd name="connsiteX7" fmla="*/ 2287564 w 5531558"/>
              <a:gd name="connsiteY7" fmla="*/ 1030978 h 2505314"/>
              <a:gd name="connsiteX8" fmla="*/ 2255941 w 5531558"/>
              <a:gd name="connsiteY8" fmla="*/ 1545137 h 2505314"/>
              <a:gd name="connsiteX9" fmla="*/ 2379385 w 5531558"/>
              <a:gd name="connsiteY9" fmla="*/ 1875464 h 2505314"/>
              <a:gd name="connsiteX10" fmla="*/ 2514354 w 5531558"/>
              <a:gd name="connsiteY10" fmla="*/ 2131115 h 2505314"/>
              <a:gd name="connsiteX11" fmla="*/ 2724000 w 5531558"/>
              <a:gd name="connsiteY11" fmla="*/ 2340856 h 2505314"/>
              <a:gd name="connsiteX12" fmla="*/ 3096237 w 5531558"/>
              <a:gd name="connsiteY12" fmla="*/ 2436677 h 2505314"/>
              <a:gd name="connsiteX13" fmla="*/ 3457615 w 5531558"/>
              <a:gd name="connsiteY13" fmla="*/ 2436677 h 2505314"/>
              <a:gd name="connsiteX14" fmla="*/ 3713742 w 5531558"/>
              <a:gd name="connsiteY14" fmla="*/ 2451917 h 2505314"/>
              <a:gd name="connsiteX15" fmla="*/ 4029401 w 5531558"/>
              <a:gd name="connsiteY15" fmla="*/ 2485160 h 2505314"/>
              <a:gd name="connsiteX16" fmla="*/ 4291053 w 5531558"/>
              <a:gd name="connsiteY16" fmla="*/ 2496208 h 2505314"/>
              <a:gd name="connsiteX17" fmla="*/ 4458597 w 5531558"/>
              <a:gd name="connsiteY17" fmla="*/ 2413055 h 2505314"/>
              <a:gd name="connsiteX18" fmla="*/ 4927444 w 5531558"/>
              <a:gd name="connsiteY18" fmla="*/ 2285953 h 2505314"/>
              <a:gd name="connsiteX19" fmla="*/ 5191006 w 5531558"/>
              <a:gd name="connsiteY19" fmla="*/ 1786205 h 2505314"/>
              <a:gd name="connsiteX20" fmla="*/ 5531558 w 5531558"/>
              <a:gd name="connsiteY20" fmla="*/ 1515867 h 2505314"/>
              <a:gd name="connsiteX0" fmla="*/ 0 w 5531558"/>
              <a:gd name="connsiteY0" fmla="*/ 210992 h 2564677"/>
              <a:gd name="connsiteX1" fmla="*/ 315049 w 5531558"/>
              <a:gd name="connsiteY1" fmla="*/ 3417 h 2564677"/>
              <a:gd name="connsiteX2" fmla="*/ 643106 w 5531558"/>
              <a:gd name="connsiteY2" fmla="*/ 425787 h 2564677"/>
              <a:gd name="connsiteX3" fmla="*/ 1077182 w 5531558"/>
              <a:gd name="connsiteY3" fmla="*/ 268577 h 2564677"/>
              <a:gd name="connsiteX4" fmla="*/ 1684632 w 5531558"/>
              <a:gd name="connsiteY4" fmla="*/ 68975 h 2564677"/>
              <a:gd name="connsiteX5" fmla="*/ 2285278 w 5531558"/>
              <a:gd name="connsiteY5" fmla="*/ 290050 h 2564677"/>
              <a:gd name="connsiteX6" fmla="*/ 2460157 w 5531558"/>
              <a:gd name="connsiteY6" fmla="*/ 513030 h 2564677"/>
              <a:gd name="connsiteX7" fmla="*/ 2431106 w 5531558"/>
              <a:gd name="connsiteY7" fmla="*/ 774396 h 2564677"/>
              <a:gd name="connsiteX8" fmla="*/ 2287564 w 5531558"/>
              <a:gd name="connsiteY8" fmla="*/ 1090341 h 2564677"/>
              <a:gd name="connsiteX9" fmla="*/ 2255941 w 5531558"/>
              <a:gd name="connsiteY9" fmla="*/ 1604500 h 2564677"/>
              <a:gd name="connsiteX10" fmla="*/ 2379385 w 5531558"/>
              <a:gd name="connsiteY10" fmla="*/ 1934827 h 2564677"/>
              <a:gd name="connsiteX11" fmla="*/ 2514354 w 5531558"/>
              <a:gd name="connsiteY11" fmla="*/ 2190478 h 2564677"/>
              <a:gd name="connsiteX12" fmla="*/ 2724000 w 5531558"/>
              <a:gd name="connsiteY12" fmla="*/ 2400219 h 2564677"/>
              <a:gd name="connsiteX13" fmla="*/ 3096237 w 5531558"/>
              <a:gd name="connsiteY13" fmla="*/ 2496040 h 2564677"/>
              <a:gd name="connsiteX14" fmla="*/ 3457615 w 5531558"/>
              <a:gd name="connsiteY14" fmla="*/ 2496040 h 2564677"/>
              <a:gd name="connsiteX15" fmla="*/ 3713742 w 5531558"/>
              <a:gd name="connsiteY15" fmla="*/ 2511280 h 2564677"/>
              <a:gd name="connsiteX16" fmla="*/ 4029401 w 5531558"/>
              <a:gd name="connsiteY16" fmla="*/ 2544523 h 2564677"/>
              <a:gd name="connsiteX17" fmla="*/ 4291053 w 5531558"/>
              <a:gd name="connsiteY17" fmla="*/ 2555571 h 2564677"/>
              <a:gd name="connsiteX18" fmla="*/ 4458597 w 5531558"/>
              <a:gd name="connsiteY18" fmla="*/ 2472418 h 2564677"/>
              <a:gd name="connsiteX19" fmla="*/ 4927444 w 5531558"/>
              <a:gd name="connsiteY19" fmla="*/ 2345316 h 2564677"/>
              <a:gd name="connsiteX20" fmla="*/ 5191006 w 5531558"/>
              <a:gd name="connsiteY20" fmla="*/ 1845568 h 2564677"/>
              <a:gd name="connsiteX21" fmla="*/ 5531558 w 5531558"/>
              <a:gd name="connsiteY21" fmla="*/ 1575230 h 2564677"/>
              <a:gd name="connsiteX0" fmla="*/ 0 w 6523017"/>
              <a:gd name="connsiteY0" fmla="*/ 0 h 3072009"/>
              <a:gd name="connsiteX1" fmla="*/ 1306508 w 6523017"/>
              <a:gd name="connsiteY1" fmla="*/ 510749 h 3072009"/>
              <a:gd name="connsiteX2" fmla="*/ 1634565 w 6523017"/>
              <a:gd name="connsiteY2" fmla="*/ 933119 h 3072009"/>
              <a:gd name="connsiteX3" fmla="*/ 2068641 w 6523017"/>
              <a:gd name="connsiteY3" fmla="*/ 775909 h 3072009"/>
              <a:gd name="connsiteX4" fmla="*/ 2676091 w 6523017"/>
              <a:gd name="connsiteY4" fmla="*/ 576307 h 3072009"/>
              <a:gd name="connsiteX5" fmla="*/ 3276737 w 6523017"/>
              <a:gd name="connsiteY5" fmla="*/ 797382 h 3072009"/>
              <a:gd name="connsiteX6" fmla="*/ 3451616 w 6523017"/>
              <a:gd name="connsiteY6" fmla="*/ 1020362 h 3072009"/>
              <a:gd name="connsiteX7" fmla="*/ 3422565 w 6523017"/>
              <a:gd name="connsiteY7" fmla="*/ 1281728 h 3072009"/>
              <a:gd name="connsiteX8" fmla="*/ 3279023 w 6523017"/>
              <a:gd name="connsiteY8" fmla="*/ 1597673 h 3072009"/>
              <a:gd name="connsiteX9" fmla="*/ 3247400 w 6523017"/>
              <a:gd name="connsiteY9" fmla="*/ 2111832 h 3072009"/>
              <a:gd name="connsiteX10" fmla="*/ 3370844 w 6523017"/>
              <a:gd name="connsiteY10" fmla="*/ 2442159 h 3072009"/>
              <a:gd name="connsiteX11" fmla="*/ 3505813 w 6523017"/>
              <a:gd name="connsiteY11" fmla="*/ 2697810 h 3072009"/>
              <a:gd name="connsiteX12" fmla="*/ 3715459 w 6523017"/>
              <a:gd name="connsiteY12" fmla="*/ 2907551 h 3072009"/>
              <a:gd name="connsiteX13" fmla="*/ 4087696 w 6523017"/>
              <a:gd name="connsiteY13" fmla="*/ 3003372 h 3072009"/>
              <a:gd name="connsiteX14" fmla="*/ 4449074 w 6523017"/>
              <a:gd name="connsiteY14" fmla="*/ 3003372 h 3072009"/>
              <a:gd name="connsiteX15" fmla="*/ 4705201 w 6523017"/>
              <a:gd name="connsiteY15" fmla="*/ 3018612 h 3072009"/>
              <a:gd name="connsiteX16" fmla="*/ 5020860 w 6523017"/>
              <a:gd name="connsiteY16" fmla="*/ 3051855 h 3072009"/>
              <a:gd name="connsiteX17" fmla="*/ 5282512 w 6523017"/>
              <a:gd name="connsiteY17" fmla="*/ 3062903 h 3072009"/>
              <a:gd name="connsiteX18" fmla="*/ 5450056 w 6523017"/>
              <a:gd name="connsiteY18" fmla="*/ 2979750 h 3072009"/>
              <a:gd name="connsiteX19" fmla="*/ 5918903 w 6523017"/>
              <a:gd name="connsiteY19" fmla="*/ 2852648 h 3072009"/>
              <a:gd name="connsiteX20" fmla="*/ 6182465 w 6523017"/>
              <a:gd name="connsiteY20" fmla="*/ 2352900 h 3072009"/>
              <a:gd name="connsiteX21" fmla="*/ 6523017 w 6523017"/>
              <a:gd name="connsiteY21" fmla="*/ 2082562 h 3072009"/>
              <a:gd name="connsiteX0" fmla="*/ 0 w 6523017"/>
              <a:gd name="connsiteY0" fmla="*/ 23884 h 3095893"/>
              <a:gd name="connsiteX1" fmla="*/ 598271 w 6523017"/>
              <a:gd name="connsiteY1" fmla="*/ 33251 h 3095893"/>
              <a:gd name="connsiteX2" fmla="*/ 1306508 w 6523017"/>
              <a:gd name="connsiteY2" fmla="*/ 534633 h 3095893"/>
              <a:gd name="connsiteX3" fmla="*/ 1634565 w 6523017"/>
              <a:gd name="connsiteY3" fmla="*/ 957003 h 3095893"/>
              <a:gd name="connsiteX4" fmla="*/ 2068641 w 6523017"/>
              <a:gd name="connsiteY4" fmla="*/ 799793 h 3095893"/>
              <a:gd name="connsiteX5" fmla="*/ 2676091 w 6523017"/>
              <a:gd name="connsiteY5" fmla="*/ 600191 h 3095893"/>
              <a:gd name="connsiteX6" fmla="*/ 3276737 w 6523017"/>
              <a:gd name="connsiteY6" fmla="*/ 821266 h 3095893"/>
              <a:gd name="connsiteX7" fmla="*/ 3451616 w 6523017"/>
              <a:gd name="connsiteY7" fmla="*/ 1044246 h 3095893"/>
              <a:gd name="connsiteX8" fmla="*/ 3422565 w 6523017"/>
              <a:gd name="connsiteY8" fmla="*/ 1305612 h 3095893"/>
              <a:gd name="connsiteX9" fmla="*/ 3279023 w 6523017"/>
              <a:gd name="connsiteY9" fmla="*/ 1621557 h 3095893"/>
              <a:gd name="connsiteX10" fmla="*/ 3247400 w 6523017"/>
              <a:gd name="connsiteY10" fmla="*/ 2135716 h 3095893"/>
              <a:gd name="connsiteX11" fmla="*/ 3370844 w 6523017"/>
              <a:gd name="connsiteY11" fmla="*/ 2466043 h 3095893"/>
              <a:gd name="connsiteX12" fmla="*/ 3505813 w 6523017"/>
              <a:gd name="connsiteY12" fmla="*/ 2721694 h 3095893"/>
              <a:gd name="connsiteX13" fmla="*/ 3715459 w 6523017"/>
              <a:gd name="connsiteY13" fmla="*/ 2931435 h 3095893"/>
              <a:gd name="connsiteX14" fmla="*/ 4087696 w 6523017"/>
              <a:gd name="connsiteY14" fmla="*/ 3027256 h 3095893"/>
              <a:gd name="connsiteX15" fmla="*/ 4449074 w 6523017"/>
              <a:gd name="connsiteY15" fmla="*/ 3027256 h 3095893"/>
              <a:gd name="connsiteX16" fmla="*/ 4705201 w 6523017"/>
              <a:gd name="connsiteY16" fmla="*/ 3042496 h 3095893"/>
              <a:gd name="connsiteX17" fmla="*/ 5020860 w 6523017"/>
              <a:gd name="connsiteY17" fmla="*/ 3075739 h 3095893"/>
              <a:gd name="connsiteX18" fmla="*/ 5282512 w 6523017"/>
              <a:gd name="connsiteY18" fmla="*/ 3086787 h 3095893"/>
              <a:gd name="connsiteX19" fmla="*/ 5450056 w 6523017"/>
              <a:gd name="connsiteY19" fmla="*/ 3003634 h 3095893"/>
              <a:gd name="connsiteX20" fmla="*/ 5918903 w 6523017"/>
              <a:gd name="connsiteY20" fmla="*/ 2876532 h 3095893"/>
              <a:gd name="connsiteX21" fmla="*/ 6182465 w 6523017"/>
              <a:gd name="connsiteY21" fmla="*/ 2376784 h 3095893"/>
              <a:gd name="connsiteX22" fmla="*/ 6523017 w 6523017"/>
              <a:gd name="connsiteY22" fmla="*/ 2106446 h 3095893"/>
              <a:gd name="connsiteX0" fmla="*/ 0 w 6917220"/>
              <a:gd name="connsiteY0" fmla="*/ 398867 h 3072278"/>
              <a:gd name="connsiteX1" fmla="*/ 992474 w 6917220"/>
              <a:gd name="connsiteY1" fmla="*/ 9636 h 3072278"/>
              <a:gd name="connsiteX2" fmla="*/ 1700711 w 6917220"/>
              <a:gd name="connsiteY2" fmla="*/ 511018 h 3072278"/>
              <a:gd name="connsiteX3" fmla="*/ 2028768 w 6917220"/>
              <a:gd name="connsiteY3" fmla="*/ 933388 h 3072278"/>
              <a:gd name="connsiteX4" fmla="*/ 2462844 w 6917220"/>
              <a:gd name="connsiteY4" fmla="*/ 776178 h 3072278"/>
              <a:gd name="connsiteX5" fmla="*/ 3070294 w 6917220"/>
              <a:gd name="connsiteY5" fmla="*/ 576576 h 3072278"/>
              <a:gd name="connsiteX6" fmla="*/ 3670940 w 6917220"/>
              <a:gd name="connsiteY6" fmla="*/ 797651 h 3072278"/>
              <a:gd name="connsiteX7" fmla="*/ 3845819 w 6917220"/>
              <a:gd name="connsiteY7" fmla="*/ 1020631 h 3072278"/>
              <a:gd name="connsiteX8" fmla="*/ 3816768 w 6917220"/>
              <a:gd name="connsiteY8" fmla="*/ 1281997 h 3072278"/>
              <a:gd name="connsiteX9" fmla="*/ 3673226 w 6917220"/>
              <a:gd name="connsiteY9" fmla="*/ 1597942 h 3072278"/>
              <a:gd name="connsiteX10" fmla="*/ 3641603 w 6917220"/>
              <a:gd name="connsiteY10" fmla="*/ 2112101 h 3072278"/>
              <a:gd name="connsiteX11" fmla="*/ 3765047 w 6917220"/>
              <a:gd name="connsiteY11" fmla="*/ 2442428 h 3072278"/>
              <a:gd name="connsiteX12" fmla="*/ 3900016 w 6917220"/>
              <a:gd name="connsiteY12" fmla="*/ 2698079 h 3072278"/>
              <a:gd name="connsiteX13" fmla="*/ 4109662 w 6917220"/>
              <a:gd name="connsiteY13" fmla="*/ 2907820 h 3072278"/>
              <a:gd name="connsiteX14" fmla="*/ 4481899 w 6917220"/>
              <a:gd name="connsiteY14" fmla="*/ 3003641 h 3072278"/>
              <a:gd name="connsiteX15" fmla="*/ 4843277 w 6917220"/>
              <a:gd name="connsiteY15" fmla="*/ 3003641 h 3072278"/>
              <a:gd name="connsiteX16" fmla="*/ 5099404 w 6917220"/>
              <a:gd name="connsiteY16" fmla="*/ 3018881 h 3072278"/>
              <a:gd name="connsiteX17" fmla="*/ 5415063 w 6917220"/>
              <a:gd name="connsiteY17" fmla="*/ 3052124 h 3072278"/>
              <a:gd name="connsiteX18" fmla="*/ 5676715 w 6917220"/>
              <a:gd name="connsiteY18" fmla="*/ 3063172 h 3072278"/>
              <a:gd name="connsiteX19" fmla="*/ 5844259 w 6917220"/>
              <a:gd name="connsiteY19" fmla="*/ 2980019 h 3072278"/>
              <a:gd name="connsiteX20" fmla="*/ 6313106 w 6917220"/>
              <a:gd name="connsiteY20" fmla="*/ 2852917 h 3072278"/>
              <a:gd name="connsiteX21" fmla="*/ 6576668 w 6917220"/>
              <a:gd name="connsiteY21" fmla="*/ 2353169 h 3072278"/>
              <a:gd name="connsiteX22" fmla="*/ 6917220 w 6917220"/>
              <a:gd name="connsiteY22" fmla="*/ 2082831 h 3072278"/>
              <a:gd name="connsiteX0" fmla="*/ 0 w 7224924"/>
              <a:gd name="connsiteY0" fmla="*/ 148716 h 3080450"/>
              <a:gd name="connsiteX1" fmla="*/ 1300178 w 7224924"/>
              <a:gd name="connsiteY1" fmla="*/ 17808 h 3080450"/>
              <a:gd name="connsiteX2" fmla="*/ 2008415 w 7224924"/>
              <a:gd name="connsiteY2" fmla="*/ 519190 h 3080450"/>
              <a:gd name="connsiteX3" fmla="*/ 2336472 w 7224924"/>
              <a:gd name="connsiteY3" fmla="*/ 941560 h 3080450"/>
              <a:gd name="connsiteX4" fmla="*/ 2770548 w 7224924"/>
              <a:gd name="connsiteY4" fmla="*/ 784350 h 3080450"/>
              <a:gd name="connsiteX5" fmla="*/ 3377998 w 7224924"/>
              <a:gd name="connsiteY5" fmla="*/ 584748 h 3080450"/>
              <a:gd name="connsiteX6" fmla="*/ 3978644 w 7224924"/>
              <a:gd name="connsiteY6" fmla="*/ 805823 h 3080450"/>
              <a:gd name="connsiteX7" fmla="*/ 4153523 w 7224924"/>
              <a:gd name="connsiteY7" fmla="*/ 1028803 h 3080450"/>
              <a:gd name="connsiteX8" fmla="*/ 4124472 w 7224924"/>
              <a:gd name="connsiteY8" fmla="*/ 1290169 h 3080450"/>
              <a:gd name="connsiteX9" fmla="*/ 3980930 w 7224924"/>
              <a:gd name="connsiteY9" fmla="*/ 1606114 h 3080450"/>
              <a:gd name="connsiteX10" fmla="*/ 3949307 w 7224924"/>
              <a:gd name="connsiteY10" fmla="*/ 2120273 h 3080450"/>
              <a:gd name="connsiteX11" fmla="*/ 4072751 w 7224924"/>
              <a:gd name="connsiteY11" fmla="*/ 2450600 h 3080450"/>
              <a:gd name="connsiteX12" fmla="*/ 4207720 w 7224924"/>
              <a:gd name="connsiteY12" fmla="*/ 2706251 h 3080450"/>
              <a:gd name="connsiteX13" fmla="*/ 4417366 w 7224924"/>
              <a:gd name="connsiteY13" fmla="*/ 2915992 h 3080450"/>
              <a:gd name="connsiteX14" fmla="*/ 4789603 w 7224924"/>
              <a:gd name="connsiteY14" fmla="*/ 3011813 h 3080450"/>
              <a:gd name="connsiteX15" fmla="*/ 5150981 w 7224924"/>
              <a:gd name="connsiteY15" fmla="*/ 3011813 h 3080450"/>
              <a:gd name="connsiteX16" fmla="*/ 5407108 w 7224924"/>
              <a:gd name="connsiteY16" fmla="*/ 3027053 h 3080450"/>
              <a:gd name="connsiteX17" fmla="*/ 5722767 w 7224924"/>
              <a:gd name="connsiteY17" fmla="*/ 3060296 h 3080450"/>
              <a:gd name="connsiteX18" fmla="*/ 5984419 w 7224924"/>
              <a:gd name="connsiteY18" fmla="*/ 3071344 h 3080450"/>
              <a:gd name="connsiteX19" fmla="*/ 6151963 w 7224924"/>
              <a:gd name="connsiteY19" fmla="*/ 2988191 h 3080450"/>
              <a:gd name="connsiteX20" fmla="*/ 6620810 w 7224924"/>
              <a:gd name="connsiteY20" fmla="*/ 2861089 h 3080450"/>
              <a:gd name="connsiteX21" fmla="*/ 6884372 w 7224924"/>
              <a:gd name="connsiteY21" fmla="*/ 2361341 h 3080450"/>
              <a:gd name="connsiteX22" fmla="*/ 7224924 w 7224924"/>
              <a:gd name="connsiteY22" fmla="*/ 2091003 h 3080450"/>
              <a:gd name="connsiteX0" fmla="*/ 0 w 7224924"/>
              <a:gd name="connsiteY0" fmla="*/ 139756 h 3071490"/>
              <a:gd name="connsiteX1" fmla="*/ 373628 w 7224924"/>
              <a:gd name="connsiteY1" fmla="*/ 306048 h 3071490"/>
              <a:gd name="connsiteX2" fmla="*/ 1300178 w 7224924"/>
              <a:gd name="connsiteY2" fmla="*/ 8848 h 3071490"/>
              <a:gd name="connsiteX3" fmla="*/ 2008415 w 7224924"/>
              <a:gd name="connsiteY3" fmla="*/ 510230 h 3071490"/>
              <a:gd name="connsiteX4" fmla="*/ 2336472 w 7224924"/>
              <a:gd name="connsiteY4" fmla="*/ 932600 h 3071490"/>
              <a:gd name="connsiteX5" fmla="*/ 2770548 w 7224924"/>
              <a:gd name="connsiteY5" fmla="*/ 775390 h 3071490"/>
              <a:gd name="connsiteX6" fmla="*/ 3377998 w 7224924"/>
              <a:gd name="connsiteY6" fmla="*/ 575788 h 3071490"/>
              <a:gd name="connsiteX7" fmla="*/ 3978644 w 7224924"/>
              <a:gd name="connsiteY7" fmla="*/ 796863 h 3071490"/>
              <a:gd name="connsiteX8" fmla="*/ 4153523 w 7224924"/>
              <a:gd name="connsiteY8" fmla="*/ 1019843 h 3071490"/>
              <a:gd name="connsiteX9" fmla="*/ 4124472 w 7224924"/>
              <a:gd name="connsiteY9" fmla="*/ 1281209 h 3071490"/>
              <a:gd name="connsiteX10" fmla="*/ 3980930 w 7224924"/>
              <a:gd name="connsiteY10" fmla="*/ 1597154 h 3071490"/>
              <a:gd name="connsiteX11" fmla="*/ 3949307 w 7224924"/>
              <a:gd name="connsiteY11" fmla="*/ 2111313 h 3071490"/>
              <a:gd name="connsiteX12" fmla="*/ 4072751 w 7224924"/>
              <a:gd name="connsiteY12" fmla="*/ 2441640 h 3071490"/>
              <a:gd name="connsiteX13" fmla="*/ 4207720 w 7224924"/>
              <a:gd name="connsiteY13" fmla="*/ 2697291 h 3071490"/>
              <a:gd name="connsiteX14" fmla="*/ 4417366 w 7224924"/>
              <a:gd name="connsiteY14" fmla="*/ 2907032 h 3071490"/>
              <a:gd name="connsiteX15" fmla="*/ 4789603 w 7224924"/>
              <a:gd name="connsiteY15" fmla="*/ 3002853 h 3071490"/>
              <a:gd name="connsiteX16" fmla="*/ 5150981 w 7224924"/>
              <a:gd name="connsiteY16" fmla="*/ 3002853 h 3071490"/>
              <a:gd name="connsiteX17" fmla="*/ 5407108 w 7224924"/>
              <a:gd name="connsiteY17" fmla="*/ 3018093 h 3071490"/>
              <a:gd name="connsiteX18" fmla="*/ 5722767 w 7224924"/>
              <a:gd name="connsiteY18" fmla="*/ 3051336 h 3071490"/>
              <a:gd name="connsiteX19" fmla="*/ 5984419 w 7224924"/>
              <a:gd name="connsiteY19" fmla="*/ 3062384 h 3071490"/>
              <a:gd name="connsiteX20" fmla="*/ 6151963 w 7224924"/>
              <a:gd name="connsiteY20" fmla="*/ 2979231 h 3071490"/>
              <a:gd name="connsiteX21" fmla="*/ 6620810 w 7224924"/>
              <a:gd name="connsiteY21" fmla="*/ 2852129 h 3071490"/>
              <a:gd name="connsiteX22" fmla="*/ 6884372 w 7224924"/>
              <a:gd name="connsiteY22" fmla="*/ 2352381 h 3071490"/>
              <a:gd name="connsiteX23" fmla="*/ 7224924 w 7224924"/>
              <a:gd name="connsiteY23" fmla="*/ 2082043 h 3071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224924" h="3071490">
                <a:moveTo>
                  <a:pt x="0" y="139756"/>
                </a:moveTo>
                <a:cubicBezTo>
                  <a:pt x="63212" y="133729"/>
                  <a:pt x="156932" y="327866"/>
                  <a:pt x="373628" y="306048"/>
                </a:cubicBezTo>
                <a:cubicBezTo>
                  <a:pt x="590324" y="284230"/>
                  <a:pt x="1028654" y="-58925"/>
                  <a:pt x="1300178" y="8848"/>
                </a:cubicBezTo>
                <a:cubicBezTo>
                  <a:pt x="1571702" y="76621"/>
                  <a:pt x="1823834" y="388164"/>
                  <a:pt x="2008415" y="510230"/>
                </a:cubicBezTo>
                <a:cubicBezTo>
                  <a:pt x="2192996" y="632296"/>
                  <a:pt x="2209450" y="888407"/>
                  <a:pt x="2336472" y="932600"/>
                </a:cubicBezTo>
                <a:cubicBezTo>
                  <a:pt x="2463494" y="976793"/>
                  <a:pt x="2646838" y="910880"/>
                  <a:pt x="2770548" y="775390"/>
                </a:cubicBezTo>
                <a:cubicBezTo>
                  <a:pt x="2894258" y="639900"/>
                  <a:pt x="3089517" y="532844"/>
                  <a:pt x="3377998" y="575788"/>
                </a:cubicBezTo>
                <a:cubicBezTo>
                  <a:pt x="3666479" y="618732"/>
                  <a:pt x="3849390" y="722854"/>
                  <a:pt x="3978644" y="796863"/>
                </a:cubicBezTo>
                <a:cubicBezTo>
                  <a:pt x="4107898" y="870872"/>
                  <a:pt x="4129330" y="925451"/>
                  <a:pt x="4153523" y="1019843"/>
                </a:cubicBezTo>
                <a:cubicBezTo>
                  <a:pt x="4175716" y="1106711"/>
                  <a:pt x="4156857" y="1197008"/>
                  <a:pt x="4124472" y="1281209"/>
                </a:cubicBezTo>
                <a:cubicBezTo>
                  <a:pt x="4082752" y="1389318"/>
                  <a:pt x="4021221" y="1488569"/>
                  <a:pt x="3980930" y="1597154"/>
                </a:cubicBezTo>
                <a:cubicBezTo>
                  <a:pt x="3919970" y="1761365"/>
                  <a:pt x="3911017" y="1940435"/>
                  <a:pt x="3949307" y="2111313"/>
                </a:cubicBezTo>
                <a:cubicBezTo>
                  <a:pt x="3975120" y="2226280"/>
                  <a:pt x="4023412" y="2334484"/>
                  <a:pt x="4072751" y="2441640"/>
                </a:cubicBezTo>
                <a:cubicBezTo>
                  <a:pt x="4113137" y="2529365"/>
                  <a:pt x="4154476" y="2616900"/>
                  <a:pt x="4207720" y="2697291"/>
                </a:cubicBezTo>
                <a:cubicBezTo>
                  <a:pt x="4263061" y="2780825"/>
                  <a:pt x="4331545" y="2855597"/>
                  <a:pt x="4417366" y="2907032"/>
                </a:cubicBezTo>
                <a:cubicBezTo>
                  <a:pt x="4528713" y="2973802"/>
                  <a:pt x="4659491" y="2996186"/>
                  <a:pt x="4789603" y="3002853"/>
                </a:cubicBezTo>
                <a:cubicBezTo>
                  <a:pt x="4909903" y="3009045"/>
                  <a:pt x="5030490" y="3001139"/>
                  <a:pt x="5150981" y="3002853"/>
                </a:cubicBezTo>
                <a:cubicBezTo>
                  <a:pt x="5236516" y="3004091"/>
                  <a:pt x="5321860" y="3010854"/>
                  <a:pt x="5407108" y="3018093"/>
                </a:cubicBezTo>
                <a:cubicBezTo>
                  <a:pt x="5512550" y="3027047"/>
                  <a:pt x="5618087" y="3035905"/>
                  <a:pt x="5722767" y="3051336"/>
                </a:cubicBezTo>
                <a:cubicBezTo>
                  <a:pt x="5810302" y="3064194"/>
                  <a:pt x="5898884" y="3082863"/>
                  <a:pt x="5984419" y="3062384"/>
                </a:cubicBezTo>
                <a:cubicBezTo>
                  <a:pt x="6045474" y="3047811"/>
                  <a:pt x="6045898" y="3014273"/>
                  <a:pt x="6151963" y="2979231"/>
                </a:cubicBezTo>
                <a:cubicBezTo>
                  <a:pt x="6258028" y="2944189"/>
                  <a:pt x="6498742" y="2956604"/>
                  <a:pt x="6620810" y="2852129"/>
                </a:cubicBezTo>
                <a:cubicBezTo>
                  <a:pt x="6742878" y="2747654"/>
                  <a:pt x="6783686" y="2480729"/>
                  <a:pt x="6884372" y="2352381"/>
                </a:cubicBezTo>
                <a:cubicBezTo>
                  <a:pt x="6985058" y="2224033"/>
                  <a:pt x="7136055" y="2175102"/>
                  <a:pt x="7224924" y="2082043"/>
                </a:cubicBezTo>
              </a:path>
            </a:pathLst>
          </a:custGeom>
          <a:noFill/>
          <a:ln w="6350" cap="rnd">
            <a:solidFill>
              <a:schemeClr val="tx1">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EA348A39-39DF-4447-FE28-645608EE3962}"/>
              </a:ext>
            </a:extLst>
          </p:cNvPr>
          <p:cNvSpPr/>
          <p:nvPr/>
        </p:nvSpPr>
        <p:spPr>
          <a:xfrm rot="4651091" flipV="1">
            <a:off x="5031021" y="2561624"/>
            <a:ext cx="9697" cy="754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924797A7-DE3D-585A-B620-7C8A085E496A}"/>
              </a:ext>
            </a:extLst>
          </p:cNvPr>
          <p:cNvSpPr/>
          <p:nvPr/>
        </p:nvSpPr>
        <p:spPr>
          <a:xfrm rot="4651091" flipV="1">
            <a:off x="5031021" y="2561624"/>
            <a:ext cx="9697" cy="754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D186E536-1021-8984-0087-595ECB90A499}"/>
              </a:ext>
            </a:extLst>
          </p:cNvPr>
          <p:cNvSpPr/>
          <p:nvPr/>
        </p:nvSpPr>
        <p:spPr>
          <a:xfrm rot="4651091" flipV="1">
            <a:off x="5809320" y="3882459"/>
            <a:ext cx="3179133" cy="3169076"/>
          </a:xfrm>
          <a:custGeom>
            <a:avLst/>
            <a:gdLst>
              <a:gd name="connsiteX0" fmla="*/ 904672 w 3591275"/>
              <a:gd name="connsiteY0" fmla="*/ 1758707 h 3724776"/>
              <a:gd name="connsiteX1" fmla="*/ 926199 w 3591275"/>
              <a:gd name="connsiteY1" fmla="*/ 1605545 h 3724776"/>
              <a:gd name="connsiteX2" fmla="*/ 912864 w 3591275"/>
              <a:gd name="connsiteY2" fmla="*/ 1413997 h 3724776"/>
              <a:gd name="connsiteX3" fmla="*/ 949440 w 3591275"/>
              <a:gd name="connsiteY3" fmla="*/ 1301412 h 3724776"/>
              <a:gd name="connsiteX4" fmla="*/ 1089839 w 3591275"/>
              <a:gd name="connsiteY4" fmla="*/ 1160918 h 3724776"/>
              <a:gd name="connsiteX5" fmla="*/ 1324439 w 3591275"/>
              <a:gd name="connsiteY5" fmla="*/ 973371 h 3724776"/>
              <a:gd name="connsiteX6" fmla="*/ 1609046 w 3591275"/>
              <a:gd name="connsiteY6" fmla="*/ 728102 h 3724776"/>
              <a:gd name="connsiteX7" fmla="*/ 1785926 w 3591275"/>
              <a:gd name="connsiteY7" fmla="*/ 472165 h 3724776"/>
              <a:gd name="connsiteX8" fmla="*/ 1985951 w 3591275"/>
              <a:gd name="connsiteY8" fmla="*/ 190320 h 3724776"/>
              <a:gd name="connsiteX9" fmla="*/ 2153305 w 3591275"/>
              <a:gd name="connsiteY9" fmla="*/ 67162 h 3724776"/>
              <a:gd name="connsiteX10" fmla="*/ 2466773 w 3591275"/>
              <a:gd name="connsiteY10" fmla="*/ 8488 h 3724776"/>
              <a:gd name="connsiteX11" fmla="*/ 2830247 w 3591275"/>
              <a:gd name="connsiteY11" fmla="*/ 8488 h 3724776"/>
              <a:gd name="connsiteX12" fmla="*/ 3140857 w 3591275"/>
              <a:gd name="connsiteY12" fmla="*/ 84498 h 3724776"/>
              <a:gd name="connsiteX13" fmla="*/ 3405271 w 3591275"/>
              <a:gd name="connsiteY13" fmla="*/ 216323 h 3724776"/>
              <a:gd name="connsiteX14" fmla="*/ 3515856 w 3591275"/>
              <a:gd name="connsiteY14" fmla="*/ 348150 h 3724776"/>
              <a:gd name="connsiteX15" fmla="*/ 3590818 w 3591275"/>
              <a:gd name="connsiteY15" fmla="*/ 627137 h 3724776"/>
              <a:gd name="connsiteX16" fmla="*/ 3555290 w 3591275"/>
              <a:gd name="connsiteY16" fmla="*/ 968608 h 3724776"/>
              <a:gd name="connsiteX17" fmla="*/ 3537002 w 3591275"/>
              <a:gd name="connsiteY17" fmla="*/ 1148535 h 3724776"/>
              <a:gd name="connsiteX18" fmla="*/ 3509094 w 3591275"/>
              <a:gd name="connsiteY18" fmla="*/ 1570017 h 3724776"/>
              <a:gd name="connsiteX19" fmla="*/ 3465278 w 3591275"/>
              <a:gd name="connsiteY19" fmla="*/ 1967114 h 3724776"/>
              <a:gd name="connsiteX20" fmla="*/ 3336024 w 3591275"/>
              <a:gd name="connsiteY20" fmla="*/ 2345733 h 3724776"/>
              <a:gd name="connsiteX21" fmla="*/ 3049893 w 3591275"/>
              <a:gd name="connsiteY21" fmla="*/ 2768262 h 3724776"/>
              <a:gd name="connsiteX22" fmla="*/ 2838724 w 3591275"/>
              <a:gd name="connsiteY22" fmla="*/ 2989908 h 3724776"/>
              <a:gd name="connsiteX23" fmla="*/ 2605647 w 3591275"/>
              <a:gd name="connsiteY23" fmla="*/ 3193077 h 3724776"/>
              <a:gd name="connsiteX24" fmla="*/ 2217980 w 3591275"/>
              <a:gd name="connsiteY24" fmla="*/ 3493209 h 3724776"/>
              <a:gd name="connsiteX25" fmla="*/ 1832598 w 3591275"/>
              <a:gd name="connsiteY25" fmla="*/ 3707903 h 3724776"/>
              <a:gd name="connsiteX26" fmla="*/ 1581043 w 3591275"/>
              <a:gd name="connsiteY26" fmla="*/ 3722952 h 3724776"/>
              <a:gd name="connsiteX27" fmla="*/ 1068693 w 3591275"/>
              <a:gd name="connsiteY27" fmla="*/ 3704474 h 3724776"/>
              <a:gd name="connsiteX28" fmla="*/ 852952 w 3591275"/>
              <a:gd name="connsiteY28" fmla="*/ 3704474 h 3724776"/>
              <a:gd name="connsiteX29" fmla="*/ 519482 w 3591275"/>
              <a:gd name="connsiteY29" fmla="*/ 3652562 h 3724776"/>
              <a:gd name="connsiteX30" fmla="*/ 400609 w 3591275"/>
              <a:gd name="connsiteY30" fmla="*/ 3595984 h 3724776"/>
              <a:gd name="connsiteX31" fmla="*/ 184868 w 3591275"/>
              <a:gd name="connsiteY31" fmla="*/ 3357002 h 3724776"/>
              <a:gd name="connsiteX32" fmla="*/ 59138 w 3591275"/>
              <a:gd name="connsiteY32" fmla="*/ 3101922 h 3724776"/>
              <a:gd name="connsiteX33" fmla="*/ 274 w 3591275"/>
              <a:gd name="connsiteY33" fmla="*/ 2778644 h 3724776"/>
              <a:gd name="connsiteX34" fmla="*/ 172200 w 3591275"/>
              <a:gd name="connsiteY34" fmla="*/ 2322682 h 3724776"/>
              <a:gd name="connsiteX35" fmla="*/ 446806 w 3591275"/>
              <a:gd name="connsiteY35" fmla="*/ 2095225 h 3724776"/>
              <a:gd name="connsiteX36" fmla="*/ 633686 w 3591275"/>
              <a:gd name="connsiteY36" fmla="*/ 2031693 h 3724776"/>
              <a:gd name="connsiteX37" fmla="*/ 840188 w 3591275"/>
              <a:gd name="connsiteY37" fmla="*/ 1910440 h 3724776"/>
              <a:gd name="connsiteX38" fmla="*/ 904672 w 3591275"/>
              <a:gd name="connsiteY38" fmla="*/ 1758707 h 3724776"/>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89839 w 3591276"/>
              <a:gd name="connsiteY4" fmla="*/ 1160918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270314 w 3591276"/>
              <a:gd name="connsiteY20" fmla="*/ 236571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38" fmla="*/ 3546689 w 3591276"/>
              <a:gd name="connsiteY38" fmla="*/ 2071793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0" fmla="*/ 3270314 w 3591276"/>
              <a:gd name="connsiteY0" fmla="*/ 2365713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0" fmla="*/ 3304712 w 3555290"/>
              <a:gd name="connsiteY0" fmla="*/ 2321144 h 3724775"/>
              <a:gd name="connsiteX1" fmla="*/ 3049893 w 3555290"/>
              <a:gd name="connsiteY1" fmla="*/ 2768262 h 3724775"/>
              <a:gd name="connsiteX2" fmla="*/ 2803185 w 3555290"/>
              <a:gd name="connsiteY2" fmla="*/ 2917352 h 3724775"/>
              <a:gd name="connsiteX3" fmla="*/ 2605647 w 3555290"/>
              <a:gd name="connsiteY3" fmla="*/ 3193077 h 3724775"/>
              <a:gd name="connsiteX4" fmla="*/ 2217980 w 3555290"/>
              <a:gd name="connsiteY4" fmla="*/ 3493209 h 3724775"/>
              <a:gd name="connsiteX5" fmla="*/ 1832598 w 3555290"/>
              <a:gd name="connsiteY5" fmla="*/ 3707903 h 3724775"/>
              <a:gd name="connsiteX6" fmla="*/ 1581043 w 3555290"/>
              <a:gd name="connsiteY6" fmla="*/ 3722952 h 3724775"/>
              <a:gd name="connsiteX7" fmla="*/ 1068693 w 3555290"/>
              <a:gd name="connsiteY7" fmla="*/ 3704474 h 3724775"/>
              <a:gd name="connsiteX8" fmla="*/ 852952 w 3555290"/>
              <a:gd name="connsiteY8" fmla="*/ 3704474 h 3724775"/>
              <a:gd name="connsiteX9" fmla="*/ 519482 w 3555290"/>
              <a:gd name="connsiteY9" fmla="*/ 3652562 h 3724775"/>
              <a:gd name="connsiteX10" fmla="*/ 400609 w 3555290"/>
              <a:gd name="connsiteY10" fmla="*/ 3595984 h 3724775"/>
              <a:gd name="connsiteX11" fmla="*/ 184868 w 3555290"/>
              <a:gd name="connsiteY11" fmla="*/ 3357002 h 3724775"/>
              <a:gd name="connsiteX12" fmla="*/ 59138 w 3555290"/>
              <a:gd name="connsiteY12" fmla="*/ 3101922 h 3724775"/>
              <a:gd name="connsiteX13" fmla="*/ 274 w 3555290"/>
              <a:gd name="connsiteY13" fmla="*/ 2778644 h 3724775"/>
              <a:gd name="connsiteX14" fmla="*/ 172200 w 3555290"/>
              <a:gd name="connsiteY14" fmla="*/ 2322682 h 3724775"/>
              <a:gd name="connsiteX15" fmla="*/ 446806 w 3555290"/>
              <a:gd name="connsiteY15" fmla="*/ 2095225 h 3724775"/>
              <a:gd name="connsiteX16" fmla="*/ 633686 w 3555290"/>
              <a:gd name="connsiteY16" fmla="*/ 2031693 h 3724775"/>
              <a:gd name="connsiteX17" fmla="*/ 840188 w 3555290"/>
              <a:gd name="connsiteY17" fmla="*/ 1910440 h 3724775"/>
              <a:gd name="connsiteX18" fmla="*/ 904672 w 3555290"/>
              <a:gd name="connsiteY18" fmla="*/ 1758707 h 3724775"/>
              <a:gd name="connsiteX19" fmla="*/ 926199 w 3555290"/>
              <a:gd name="connsiteY19" fmla="*/ 1605545 h 3724775"/>
              <a:gd name="connsiteX20" fmla="*/ 912864 w 3555290"/>
              <a:gd name="connsiteY20" fmla="*/ 1413997 h 3724775"/>
              <a:gd name="connsiteX21" fmla="*/ 949440 w 3555290"/>
              <a:gd name="connsiteY21" fmla="*/ 1301412 h 3724775"/>
              <a:gd name="connsiteX22" fmla="*/ 1010127 w 3555290"/>
              <a:gd name="connsiteY22" fmla="*/ 1095487 h 3724775"/>
              <a:gd name="connsiteX23" fmla="*/ 1324439 w 3555290"/>
              <a:gd name="connsiteY23" fmla="*/ 973371 h 3724775"/>
              <a:gd name="connsiteX24" fmla="*/ 1609046 w 3555290"/>
              <a:gd name="connsiteY24" fmla="*/ 728102 h 3724775"/>
              <a:gd name="connsiteX25" fmla="*/ 1785926 w 3555290"/>
              <a:gd name="connsiteY25" fmla="*/ 472165 h 3724775"/>
              <a:gd name="connsiteX26" fmla="*/ 1918767 w 3555290"/>
              <a:gd name="connsiteY26" fmla="*/ 107794 h 3724775"/>
              <a:gd name="connsiteX27" fmla="*/ 2153305 w 3555290"/>
              <a:gd name="connsiteY27" fmla="*/ 67162 h 3724775"/>
              <a:gd name="connsiteX28" fmla="*/ 2466773 w 3555290"/>
              <a:gd name="connsiteY28" fmla="*/ 8488 h 3724775"/>
              <a:gd name="connsiteX29" fmla="*/ 2830247 w 3555290"/>
              <a:gd name="connsiteY29" fmla="*/ 8488 h 3724775"/>
              <a:gd name="connsiteX30" fmla="*/ 3140857 w 3555290"/>
              <a:gd name="connsiteY30" fmla="*/ 84498 h 3724775"/>
              <a:gd name="connsiteX31" fmla="*/ 3405271 w 3555290"/>
              <a:gd name="connsiteY31" fmla="*/ 216323 h 3724775"/>
              <a:gd name="connsiteX32" fmla="*/ 3515856 w 3555290"/>
              <a:gd name="connsiteY32" fmla="*/ 348150 h 3724775"/>
              <a:gd name="connsiteX33" fmla="*/ 3555290 w 3555290"/>
              <a:gd name="connsiteY33" fmla="*/ 968608 h 3724775"/>
              <a:gd name="connsiteX0" fmla="*/ 3304712 w 3515856"/>
              <a:gd name="connsiteY0" fmla="*/ 2321144 h 3724775"/>
              <a:gd name="connsiteX1" fmla="*/ 3049893 w 3515856"/>
              <a:gd name="connsiteY1" fmla="*/ 2768262 h 3724775"/>
              <a:gd name="connsiteX2" fmla="*/ 2803185 w 3515856"/>
              <a:gd name="connsiteY2" fmla="*/ 2917352 h 3724775"/>
              <a:gd name="connsiteX3" fmla="*/ 2605647 w 3515856"/>
              <a:gd name="connsiteY3" fmla="*/ 3193077 h 3724775"/>
              <a:gd name="connsiteX4" fmla="*/ 2217980 w 3515856"/>
              <a:gd name="connsiteY4" fmla="*/ 3493209 h 3724775"/>
              <a:gd name="connsiteX5" fmla="*/ 1832598 w 3515856"/>
              <a:gd name="connsiteY5" fmla="*/ 3707903 h 3724775"/>
              <a:gd name="connsiteX6" fmla="*/ 1581043 w 3515856"/>
              <a:gd name="connsiteY6" fmla="*/ 3722952 h 3724775"/>
              <a:gd name="connsiteX7" fmla="*/ 1068693 w 3515856"/>
              <a:gd name="connsiteY7" fmla="*/ 3704474 h 3724775"/>
              <a:gd name="connsiteX8" fmla="*/ 852952 w 3515856"/>
              <a:gd name="connsiteY8" fmla="*/ 3704474 h 3724775"/>
              <a:gd name="connsiteX9" fmla="*/ 519482 w 3515856"/>
              <a:gd name="connsiteY9" fmla="*/ 3652562 h 3724775"/>
              <a:gd name="connsiteX10" fmla="*/ 400609 w 3515856"/>
              <a:gd name="connsiteY10" fmla="*/ 3595984 h 3724775"/>
              <a:gd name="connsiteX11" fmla="*/ 184868 w 3515856"/>
              <a:gd name="connsiteY11" fmla="*/ 3357002 h 3724775"/>
              <a:gd name="connsiteX12" fmla="*/ 59138 w 3515856"/>
              <a:gd name="connsiteY12" fmla="*/ 3101922 h 3724775"/>
              <a:gd name="connsiteX13" fmla="*/ 274 w 3515856"/>
              <a:gd name="connsiteY13" fmla="*/ 2778644 h 3724775"/>
              <a:gd name="connsiteX14" fmla="*/ 172200 w 3515856"/>
              <a:gd name="connsiteY14" fmla="*/ 2322682 h 3724775"/>
              <a:gd name="connsiteX15" fmla="*/ 446806 w 3515856"/>
              <a:gd name="connsiteY15" fmla="*/ 2095225 h 3724775"/>
              <a:gd name="connsiteX16" fmla="*/ 633686 w 3515856"/>
              <a:gd name="connsiteY16" fmla="*/ 2031693 h 3724775"/>
              <a:gd name="connsiteX17" fmla="*/ 840188 w 3515856"/>
              <a:gd name="connsiteY17" fmla="*/ 1910440 h 3724775"/>
              <a:gd name="connsiteX18" fmla="*/ 904672 w 3515856"/>
              <a:gd name="connsiteY18" fmla="*/ 1758707 h 3724775"/>
              <a:gd name="connsiteX19" fmla="*/ 926199 w 3515856"/>
              <a:gd name="connsiteY19" fmla="*/ 1605545 h 3724775"/>
              <a:gd name="connsiteX20" fmla="*/ 912864 w 3515856"/>
              <a:gd name="connsiteY20" fmla="*/ 1413997 h 3724775"/>
              <a:gd name="connsiteX21" fmla="*/ 949440 w 3515856"/>
              <a:gd name="connsiteY21" fmla="*/ 1301412 h 3724775"/>
              <a:gd name="connsiteX22" fmla="*/ 1010127 w 3515856"/>
              <a:gd name="connsiteY22" fmla="*/ 1095487 h 3724775"/>
              <a:gd name="connsiteX23" fmla="*/ 1324439 w 3515856"/>
              <a:gd name="connsiteY23" fmla="*/ 973371 h 3724775"/>
              <a:gd name="connsiteX24" fmla="*/ 1609046 w 3515856"/>
              <a:gd name="connsiteY24" fmla="*/ 728102 h 3724775"/>
              <a:gd name="connsiteX25" fmla="*/ 1785926 w 3515856"/>
              <a:gd name="connsiteY25" fmla="*/ 472165 h 3724775"/>
              <a:gd name="connsiteX26" fmla="*/ 1918767 w 3515856"/>
              <a:gd name="connsiteY26" fmla="*/ 107794 h 3724775"/>
              <a:gd name="connsiteX27" fmla="*/ 2153305 w 3515856"/>
              <a:gd name="connsiteY27" fmla="*/ 67162 h 3724775"/>
              <a:gd name="connsiteX28" fmla="*/ 2466773 w 3515856"/>
              <a:gd name="connsiteY28" fmla="*/ 8488 h 3724775"/>
              <a:gd name="connsiteX29" fmla="*/ 2830247 w 3515856"/>
              <a:gd name="connsiteY29" fmla="*/ 8488 h 3724775"/>
              <a:gd name="connsiteX30" fmla="*/ 3140857 w 3515856"/>
              <a:gd name="connsiteY30" fmla="*/ 84498 h 3724775"/>
              <a:gd name="connsiteX31" fmla="*/ 3405271 w 3515856"/>
              <a:gd name="connsiteY31" fmla="*/ 216323 h 3724775"/>
              <a:gd name="connsiteX32" fmla="*/ 3515856 w 3515856"/>
              <a:gd name="connsiteY32" fmla="*/ 348150 h 3724775"/>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405271 w 3515856"/>
              <a:gd name="connsiteY30" fmla="*/ 207968 h 3716420"/>
              <a:gd name="connsiteX31" fmla="*/ 3515856 w 3515856"/>
              <a:gd name="connsiteY31" fmla="*/ 339795 h 3716420"/>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515856 w 3515856"/>
              <a:gd name="connsiteY30" fmla="*/ 339795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29" fmla="*/ 3140857 w 3304712"/>
              <a:gd name="connsiteY29" fmla="*/ 76143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294447 w 3294447"/>
              <a:gd name="connsiteY0" fmla="*/ 2316764 h 3716420"/>
              <a:gd name="connsiteX1" fmla="*/ 3049893 w 3294447"/>
              <a:gd name="connsiteY1" fmla="*/ 2759907 h 3716420"/>
              <a:gd name="connsiteX2" fmla="*/ 2803185 w 3294447"/>
              <a:gd name="connsiteY2" fmla="*/ 2908997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049893 w 3049893"/>
              <a:gd name="connsiteY0" fmla="*/ 2759907 h 3716420"/>
              <a:gd name="connsiteX1" fmla="*/ 2782860 w 3049893"/>
              <a:gd name="connsiteY1" fmla="*/ 2848058 h 3716420"/>
              <a:gd name="connsiteX2" fmla="*/ 2605647 w 3049893"/>
              <a:gd name="connsiteY2" fmla="*/ 3184722 h 3716420"/>
              <a:gd name="connsiteX3" fmla="*/ 2217980 w 3049893"/>
              <a:gd name="connsiteY3" fmla="*/ 3484854 h 3716420"/>
              <a:gd name="connsiteX4" fmla="*/ 1832598 w 3049893"/>
              <a:gd name="connsiteY4" fmla="*/ 3699548 h 3716420"/>
              <a:gd name="connsiteX5" fmla="*/ 1581043 w 3049893"/>
              <a:gd name="connsiteY5" fmla="*/ 3714597 h 3716420"/>
              <a:gd name="connsiteX6" fmla="*/ 1068693 w 3049893"/>
              <a:gd name="connsiteY6" fmla="*/ 3696119 h 3716420"/>
              <a:gd name="connsiteX7" fmla="*/ 852952 w 3049893"/>
              <a:gd name="connsiteY7" fmla="*/ 3696119 h 3716420"/>
              <a:gd name="connsiteX8" fmla="*/ 519482 w 3049893"/>
              <a:gd name="connsiteY8" fmla="*/ 3644207 h 3716420"/>
              <a:gd name="connsiteX9" fmla="*/ 400609 w 3049893"/>
              <a:gd name="connsiteY9" fmla="*/ 3587629 h 3716420"/>
              <a:gd name="connsiteX10" fmla="*/ 184868 w 3049893"/>
              <a:gd name="connsiteY10" fmla="*/ 3348647 h 3716420"/>
              <a:gd name="connsiteX11" fmla="*/ 59138 w 3049893"/>
              <a:gd name="connsiteY11" fmla="*/ 3093567 h 3716420"/>
              <a:gd name="connsiteX12" fmla="*/ 274 w 3049893"/>
              <a:gd name="connsiteY12" fmla="*/ 2770289 h 3716420"/>
              <a:gd name="connsiteX13" fmla="*/ 172200 w 3049893"/>
              <a:gd name="connsiteY13" fmla="*/ 2314327 h 3716420"/>
              <a:gd name="connsiteX14" fmla="*/ 446806 w 3049893"/>
              <a:gd name="connsiteY14" fmla="*/ 2086870 h 3716420"/>
              <a:gd name="connsiteX15" fmla="*/ 633686 w 3049893"/>
              <a:gd name="connsiteY15" fmla="*/ 2023338 h 3716420"/>
              <a:gd name="connsiteX16" fmla="*/ 840188 w 3049893"/>
              <a:gd name="connsiteY16" fmla="*/ 1902085 h 3716420"/>
              <a:gd name="connsiteX17" fmla="*/ 904672 w 3049893"/>
              <a:gd name="connsiteY17" fmla="*/ 1750352 h 3716420"/>
              <a:gd name="connsiteX18" fmla="*/ 926199 w 3049893"/>
              <a:gd name="connsiteY18" fmla="*/ 1597190 h 3716420"/>
              <a:gd name="connsiteX19" fmla="*/ 912864 w 3049893"/>
              <a:gd name="connsiteY19" fmla="*/ 1405642 h 3716420"/>
              <a:gd name="connsiteX20" fmla="*/ 949440 w 3049893"/>
              <a:gd name="connsiteY20" fmla="*/ 1293057 h 3716420"/>
              <a:gd name="connsiteX21" fmla="*/ 1010127 w 3049893"/>
              <a:gd name="connsiteY21" fmla="*/ 1087132 h 3716420"/>
              <a:gd name="connsiteX22" fmla="*/ 1324439 w 3049893"/>
              <a:gd name="connsiteY22" fmla="*/ 965016 h 3716420"/>
              <a:gd name="connsiteX23" fmla="*/ 1609046 w 3049893"/>
              <a:gd name="connsiteY23" fmla="*/ 719747 h 3716420"/>
              <a:gd name="connsiteX24" fmla="*/ 1785926 w 3049893"/>
              <a:gd name="connsiteY24" fmla="*/ 463810 h 3716420"/>
              <a:gd name="connsiteX25" fmla="*/ 1918767 w 3049893"/>
              <a:gd name="connsiteY25" fmla="*/ 99439 h 3716420"/>
              <a:gd name="connsiteX26" fmla="*/ 2153305 w 3049893"/>
              <a:gd name="connsiteY26" fmla="*/ 58807 h 3716420"/>
              <a:gd name="connsiteX27" fmla="*/ 2466773 w 3049893"/>
              <a:gd name="connsiteY27" fmla="*/ 133 h 3716420"/>
              <a:gd name="connsiteX0" fmla="*/ 3122537 w 3122537"/>
              <a:gd name="connsiteY0" fmla="*/ 2694597 h 3716420"/>
              <a:gd name="connsiteX1" fmla="*/ 2782860 w 3122537"/>
              <a:gd name="connsiteY1" fmla="*/ 2848058 h 3716420"/>
              <a:gd name="connsiteX2" fmla="*/ 2605647 w 3122537"/>
              <a:gd name="connsiteY2" fmla="*/ 3184722 h 3716420"/>
              <a:gd name="connsiteX3" fmla="*/ 2217980 w 3122537"/>
              <a:gd name="connsiteY3" fmla="*/ 3484854 h 3716420"/>
              <a:gd name="connsiteX4" fmla="*/ 1832598 w 3122537"/>
              <a:gd name="connsiteY4" fmla="*/ 3699548 h 3716420"/>
              <a:gd name="connsiteX5" fmla="*/ 1581043 w 3122537"/>
              <a:gd name="connsiteY5" fmla="*/ 3714597 h 3716420"/>
              <a:gd name="connsiteX6" fmla="*/ 1068693 w 3122537"/>
              <a:gd name="connsiteY6" fmla="*/ 3696119 h 3716420"/>
              <a:gd name="connsiteX7" fmla="*/ 852952 w 3122537"/>
              <a:gd name="connsiteY7" fmla="*/ 3696119 h 3716420"/>
              <a:gd name="connsiteX8" fmla="*/ 519482 w 3122537"/>
              <a:gd name="connsiteY8" fmla="*/ 3644207 h 3716420"/>
              <a:gd name="connsiteX9" fmla="*/ 400609 w 3122537"/>
              <a:gd name="connsiteY9" fmla="*/ 3587629 h 3716420"/>
              <a:gd name="connsiteX10" fmla="*/ 184868 w 3122537"/>
              <a:gd name="connsiteY10" fmla="*/ 3348647 h 3716420"/>
              <a:gd name="connsiteX11" fmla="*/ 59138 w 3122537"/>
              <a:gd name="connsiteY11" fmla="*/ 3093567 h 3716420"/>
              <a:gd name="connsiteX12" fmla="*/ 274 w 3122537"/>
              <a:gd name="connsiteY12" fmla="*/ 2770289 h 3716420"/>
              <a:gd name="connsiteX13" fmla="*/ 172200 w 3122537"/>
              <a:gd name="connsiteY13" fmla="*/ 2314327 h 3716420"/>
              <a:gd name="connsiteX14" fmla="*/ 446806 w 3122537"/>
              <a:gd name="connsiteY14" fmla="*/ 2086870 h 3716420"/>
              <a:gd name="connsiteX15" fmla="*/ 633686 w 3122537"/>
              <a:gd name="connsiteY15" fmla="*/ 2023338 h 3716420"/>
              <a:gd name="connsiteX16" fmla="*/ 840188 w 3122537"/>
              <a:gd name="connsiteY16" fmla="*/ 1902085 h 3716420"/>
              <a:gd name="connsiteX17" fmla="*/ 904672 w 3122537"/>
              <a:gd name="connsiteY17" fmla="*/ 1750352 h 3716420"/>
              <a:gd name="connsiteX18" fmla="*/ 926199 w 3122537"/>
              <a:gd name="connsiteY18" fmla="*/ 1597190 h 3716420"/>
              <a:gd name="connsiteX19" fmla="*/ 912864 w 3122537"/>
              <a:gd name="connsiteY19" fmla="*/ 1405642 h 3716420"/>
              <a:gd name="connsiteX20" fmla="*/ 949440 w 3122537"/>
              <a:gd name="connsiteY20" fmla="*/ 1293057 h 3716420"/>
              <a:gd name="connsiteX21" fmla="*/ 1010127 w 3122537"/>
              <a:gd name="connsiteY21" fmla="*/ 1087132 h 3716420"/>
              <a:gd name="connsiteX22" fmla="*/ 1324439 w 3122537"/>
              <a:gd name="connsiteY22" fmla="*/ 965016 h 3716420"/>
              <a:gd name="connsiteX23" fmla="*/ 1609046 w 3122537"/>
              <a:gd name="connsiteY23" fmla="*/ 719747 h 3716420"/>
              <a:gd name="connsiteX24" fmla="*/ 1785926 w 3122537"/>
              <a:gd name="connsiteY24" fmla="*/ 463810 h 3716420"/>
              <a:gd name="connsiteX25" fmla="*/ 1918767 w 3122537"/>
              <a:gd name="connsiteY25" fmla="*/ 99439 h 3716420"/>
              <a:gd name="connsiteX26" fmla="*/ 2153305 w 3122537"/>
              <a:gd name="connsiteY26" fmla="*/ 58807 h 3716420"/>
              <a:gd name="connsiteX27" fmla="*/ 2466773 w 3122537"/>
              <a:gd name="connsiteY27" fmla="*/ 133 h 3716420"/>
              <a:gd name="connsiteX0" fmla="*/ 3122537 w 3122537"/>
              <a:gd name="connsiteY0" fmla="*/ 2694597 h 3716420"/>
              <a:gd name="connsiteX1" fmla="*/ 2841020 w 3122537"/>
              <a:gd name="connsiteY1" fmla="*/ 2917050 h 3716420"/>
              <a:gd name="connsiteX2" fmla="*/ 2605647 w 3122537"/>
              <a:gd name="connsiteY2" fmla="*/ 3184722 h 3716420"/>
              <a:gd name="connsiteX3" fmla="*/ 2217980 w 3122537"/>
              <a:gd name="connsiteY3" fmla="*/ 3484854 h 3716420"/>
              <a:gd name="connsiteX4" fmla="*/ 1832598 w 3122537"/>
              <a:gd name="connsiteY4" fmla="*/ 3699548 h 3716420"/>
              <a:gd name="connsiteX5" fmla="*/ 1581043 w 3122537"/>
              <a:gd name="connsiteY5" fmla="*/ 3714597 h 3716420"/>
              <a:gd name="connsiteX6" fmla="*/ 1068693 w 3122537"/>
              <a:gd name="connsiteY6" fmla="*/ 3696119 h 3716420"/>
              <a:gd name="connsiteX7" fmla="*/ 852952 w 3122537"/>
              <a:gd name="connsiteY7" fmla="*/ 3696119 h 3716420"/>
              <a:gd name="connsiteX8" fmla="*/ 519482 w 3122537"/>
              <a:gd name="connsiteY8" fmla="*/ 3644207 h 3716420"/>
              <a:gd name="connsiteX9" fmla="*/ 400609 w 3122537"/>
              <a:gd name="connsiteY9" fmla="*/ 3587629 h 3716420"/>
              <a:gd name="connsiteX10" fmla="*/ 184868 w 3122537"/>
              <a:gd name="connsiteY10" fmla="*/ 3348647 h 3716420"/>
              <a:gd name="connsiteX11" fmla="*/ 59138 w 3122537"/>
              <a:gd name="connsiteY11" fmla="*/ 3093567 h 3716420"/>
              <a:gd name="connsiteX12" fmla="*/ 274 w 3122537"/>
              <a:gd name="connsiteY12" fmla="*/ 2770289 h 3716420"/>
              <a:gd name="connsiteX13" fmla="*/ 172200 w 3122537"/>
              <a:gd name="connsiteY13" fmla="*/ 2314327 h 3716420"/>
              <a:gd name="connsiteX14" fmla="*/ 446806 w 3122537"/>
              <a:gd name="connsiteY14" fmla="*/ 2086870 h 3716420"/>
              <a:gd name="connsiteX15" fmla="*/ 633686 w 3122537"/>
              <a:gd name="connsiteY15" fmla="*/ 2023338 h 3716420"/>
              <a:gd name="connsiteX16" fmla="*/ 840188 w 3122537"/>
              <a:gd name="connsiteY16" fmla="*/ 1902085 h 3716420"/>
              <a:gd name="connsiteX17" fmla="*/ 904672 w 3122537"/>
              <a:gd name="connsiteY17" fmla="*/ 1750352 h 3716420"/>
              <a:gd name="connsiteX18" fmla="*/ 926199 w 3122537"/>
              <a:gd name="connsiteY18" fmla="*/ 1597190 h 3716420"/>
              <a:gd name="connsiteX19" fmla="*/ 912864 w 3122537"/>
              <a:gd name="connsiteY19" fmla="*/ 1405642 h 3716420"/>
              <a:gd name="connsiteX20" fmla="*/ 949440 w 3122537"/>
              <a:gd name="connsiteY20" fmla="*/ 1293057 h 3716420"/>
              <a:gd name="connsiteX21" fmla="*/ 1010127 w 3122537"/>
              <a:gd name="connsiteY21" fmla="*/ 1087132 h 3716420"/>
              <a:gd name="connsiteX22" fmla="*/ 1324439 w 3122537"/>
              <a:gd name="connsiteY22" fmla="*/ 965016 h 3716420"/>
              <a:gd name="connsiteX23" fmla="*/ 1609046 w 3122537"/>
              <a:gd name="connsiteY23" fmla="*/ 719747 h 3716420"/>
              <a:gd name="connsiteX24" fmla="*/ 1785926 w 3122537"/>
              <a:gd name="connsiteY24" fmla="*/ 463810 h 3716420"/>
              <a:gd name="connsiteX25" fmla="*/ 1918767 w 3122537"/>
              <a:gd name="connsiteY25" fmla="*/ 99439 h 3716420"/>
              <a:gd name="connsiteX26" fmla="*/ 2153305 w 3122537"/>
              <a:gd name="connsiteY26" fmla="*/ 58807 h 3716420"/>
              <a:gd name="connsiteX27" fmla="*/ 2466773 w 3122537"/>
              <a:gd name="connsiteY27" fmla="*/ 133 h 3716420"/>
              <a:gd name="connsiteX0" fmla="*/ 3122537 w 3122537"/>
              <a:gd name="connsiteY0" fmla="*/ 2988174 h 4009997"/>
              <a:gd name="connsiteX1" fmla="*/ 2841020 w 3122537"/>
              <a:gd name="connsiteY1" fmla="*/ 3210627 h 4009997"/>
              <a:gd name="connsiteX2" fmla="*/ 2605647 w 3122537"/>
              <a:gd name="connsiteY2" fmla="*/ 3478299 h 4009997"/>
              <a:gd name="connsiteX3" fmla="*/ 2217980 w 3122537"/>
              <a:gd name="connsiteY3" fmla="*/ 3778431 h 4009997"/>
              <a:gd name="connsiteX4" fmla="*/ 1832598 w 3122537"/>
              <a:gd name="connsiteY4" fmla="*/ 3993125 h 4009997"/>
              <a:gd name="connsiteX5" fmla="*/ 1581043 w 3122537"/>
              <a:gd name="connsiteY5" fmla="*/ 4008174 h 4009997"/>
              <a:gd name="connsiteX6" fmla="*/ 1068693 w 3122537"/>
              <a:gd name="connsiteY6" fmla="*/ 3989696 h 4009997"/>
              <a:gd name="connsiteX7" fmla="*/ 852952 w 3122537"/>
              <a:gd name="connsiteY7" fmla="*/ 3989696 h 4009997"/>
              <a:gd name="connsiteX8" fmla="*/ 519482 w 3122537"/>
              <a:gd name="connsiteY8" fmla="*/ 3937784 h 4009997"/>
              <a:gd name="connsiteX9" fmla="*/ 400609 w 3122537"/>
              <a:gd name="connsiteY9" fmla="*/ 3881206 h 4009997"/>
              <a:gd name="connsiteX10" fmla="*/ 184868 w 3122537"/>
              <a:gd name="connsiteY10" fmla="*/ 3642224 h 4009997"/>
              <a:gd name="connsiteX11" fmla="*/ 59138 w 3122537"/>
              <a:gd name="connsiteY11" fmla="*/ 3387144 h 4009997"/>
              <a:gd name="connsiteX12" fmla="*/ 274 w 3122537"/>
              <a:gd name="connsiteY12" fmla="*/ 3063866 h 4009997"/>
              <a:gd name="connsiteX13" fmla="*/ 172200 w 3122537"/>
              <a:gd name="connsiteY13" fmla="*/ 2607904 h 4009997"/>
              <a:gd name="connsiteX14" fmla="*/ 446806 w 3122537"/>
              <a:gd name="connsiteY14" fmla="*/ 2380447 h 4009997"/>
              <a:gd name="connsiteX15" fmla="*/ 633686 w 3122537"/>
              <a:gd name="connsiteY15" fmla="*/ 2316915 h 4009997"/>
              <a:gd name="connsiteX16" fmla="*/ 840188 w 3122537"/>
              <a:gd name="connsiteY16" fmla="*/ 2195662 h 4009997"/>
              <a:gd name="connsiteX17" fmla="*/ 904672 w 3122537"/>
              <a:gd name="connsiteY17" fmla="*/ 2043929 h 4009997"/>
              <a:gd name="connsiteX18" fmla="*/ 926199 w 3122537"/>
              <a:gd name="connsiteY18" fmla="*/ 1890767 h 4009997"/>
              <a:gd name="connsiteX19" fmla="*/ 912864 w 3122537"/>
              <a:gd name="connsiteY19" fmla="*/ 1699219 h 4009997"/>
              <a:gd name="connsiteX20" fmla="*/ 949440 w 3122537"/>
              <a:gd name="connsiteY20" fmla="*/ 1586634 h 4009997"/>
              <a:gd name="connsiteX21" fmla="*/ 1010127 w 3122537"/>
              <a:gd name="connsiteY21" fmla="*/ 1380709 h 4009997"/>
              <a:gd name="connsiteX22" fmla="*/ 1324439 w 3122537"/>
              <a:gd name="connsiteY22" fmla="*/ 1258593 h 4009997"/>
              <a:gd name="connsiteX23" fmla="*/ 1609046 w 3122537"/>
              <a:gd name="connsiteY23" fmla="*/ 1013324 h 4009997"/>
              <a:gd name="connsiteX24" fmla="*/ 1785926 w 3122537"/>
              <a:gd name="connsiteY24" fmla="*/ 757387 h 4009997"/>
              <a:gd name="connsiteX25" fmla="*/ 1918767 w 3122537"/>
              <a:gd name="connsiteY25" fmla="*/ 393016 h 4009997"/>
              <a:gd name="connsiteX26" fmla="*/ 2153305 w 3122537"/>
              <a:gd name="connsiteY26" fmla="*/ 352384 h 4009997"/>
              <a:gd name="connsiteX27" fmla="*/ 2610018 w 3122537"/>
              <a:gd name="connsiteY27" fmla="*/ 18 h 4009997"/>
              <a:gd name="connsiteX0" fmla="*/ 3122537 w 3122537"/>
              <a:gd name="connsiteY0" fmla="*/ 2988199 h 4010022"/>
              <a:gd name="connsiteX1" fmla="*/ 2841020 w 3122537"/>
              <a:gd name="connsiteY1" fmla="*/ 3210652 h 4010022"/>
              <a:gd name="connsiteX2" fmla="*/ 2605647 w 3122537"/>
              <a:gd name="connsiteY2" fmla="*/ 3478324 h 4010022"/>
              <a:gd name="connsiteX3" fmla="*/ 2217980 w 3122537"/>
              <a:gd name="connsiteY3" fmla="*/ 3778456 h 4010022"/>
              <a:gd name="connsiteX4" fmla="*/ 1832598 w 3122537"/>
              <a:gd name="connsiteY4" fmla="*/ 3993150 h 4010022"/>
              <a:gd name="connsiteX5" fmla="*/ 1581043 w 3122537"/>
              <a:gd name="connsiteY5" fmla="*/ 4008199 h 4010022"/>
              <a:gd name="connsiteX6" fmla="*/ 1068693 w 3122537"/>
              <a:gd name="connsiteY6" fmla="*/ 3989721 h 4010022"/>
              <a:gd name="connsiteX7" fmla="*/ 852952 w 3122537"/>
              <a:gd name="connsiteY7" fmla="*/ 3989721 h 4010022"/>
              <a:gd name="connsiteX8" fmla="*/ 519482 w 3122537"/>
              <a:gd name="connsiteY8" fmla="*/ 3937809 h 4010022"/>
              <a:gd name="connsiteX9" fmla="*/ 400609 w 3122537"/>
              <a:gd name="connsiteY9" fmla="*/ 3881231 h 4010022"/>
              <a:gd name="connsiteX10" fmla="*/ 184868 w 3122537"/>
              <a:gd name="connsiteY10" fmla="*/ 3642249 h 4010022"/>
              <a:gd name="connsiteX11" fmla="*/ 59138 w 3122537"/>
              <a:gd name="connsiteY11" fmla="*/ 3387169 h 4010022"/>
              <a:gd name="connsiteX12" fmla="*/ 274 w 3122537"/>
              <a:gd name="connsiteY12" fmla="*/ 3063891 h 4010022"/>
              <a:gd name="connsiteX13" fmla="*/ 172200 w 3122537"/>
              <a:gd name="connsiteY13" fmla="*/ 2607929 h 4010022"/>
              <a:gd name="connsiteX14" fmla="*/ 446806 w 3122537"/>
              <a:gd name="connsiteY14" fmla="*/ 2380472 h 4010022"/>
              <a:gd name="connsiteX15" fmla="*/ 633686 w 3122537"/>
              <a:gd name="connsiteY15" fmla="*/ 2316940 h 4010022"/>
              <a:gd name="connsiteX16" fmla="*/ 840188 w 3122537"/>
              <a:gd name="connsiteY16" fmla="*/ 2195687 h 4010022"/>
              <a:gd name="connsiteX17" fmla="*/ 904672 w 3122537"/>
              <a:gd name="connsiteY17" fmla="*/ 2043954 h 4010022"/>
              <a:gd name="connsiteX18" fmla="*/ 926199 w 3122537"/>
              <a:gd name="connsiteY18" fmla="*/ 1890792 h 4010022"/>
              <a:gd name="connsiteX19" fmla="*/ 912864 w 3122537"/>
              <a:gd name="connsiteY19" fmla="*/ 1699244 h 4010022"/>
              <a:gd name="connsiteX20" fmla="*/ 949440 w 3122537"/>
              <a:gd name="connsiteY20" fmla="*/ 1586659 h 4010022"/>
              <a:gd name="connsiteX21" fmla="*/ 1010127 w 3122537"/>
              <a:gd name="connsiteY21" fmla="*/ 1380734 h 4010022"/>
              <a:gd name="connsiteX22" fmla="*/ 1324439 w 3122537"/>
              <a:gd name="connsiteY22" fmla="*/ 1258618 h 4010022"/>
              <a:gd name="connsiteX23" fmla="*/ 1609046 w 3122537"/>
              <a:gd name="connsiteY23" fmla="*/ 1013349 h 4010022"/>
              <a:gd name="connsiteX24" fmla="*/ 1785926 w 3122537"/>
              <a:gd name="connsiteY24" fmla="*/ 757412 h 4010022"/>
              <a:gd name="connsiteX25" fmla="*/ 1918767 w 3122537"/>
              <a:gd name="connsiteY25" fmla="*/ 393041 h 4010022"/>
              <a:gd name="connsiteX26" fmla="*/ 2082054 w 3122537"/>
              <a:gd name="connsiteY26" fmla="*/ 156963 h 4010022"/>
              <a:gd name="connsiteX27" fmla="*/ 2610018 w 3122537"/>
              <a:gd name="connsiteY27" fmla="*/ 43 h 4010022"/>
              <a:gd name="connsiteX0" fmla="*/ 3122537 w 3122537"/>
              <a:gd name="connsiteY0" fmla="*/ 2988199 h 4010022"/>
              <a:gd name="connsiteX1" fmla="*/ 2841020 w 3122537"/>
              <a:gd name="connsiteY1" fmla="*/ 3210652 h 4010022"/>
              <a:gd name="connsiteX2" fmla="*/ 2605647 w 3122537"/>
              <a:gd name="connsiteY2" fmla="*/ 3478324 h 4010022"/>
              <a:gd name="connsiteX3" fmla="*/ 2217980 w 3122537"/>
              <a:gd name="connsiteY3" fmla="*/ 3778456 h 4010022"/>
              <a:gd name="connsiteX4" fmla="*/ 1832598 w 3122537"/>
              <a:gd name="connsiteY4" fmla="*/ 3993150 h 4010022"/>
              <a:gd name="connsiteX5" fmla="*/ 1581043 w 3122537"/>
              <a:gd name="connsiteY5" fmla="*/ 4008199 h 4010022"/>
              <a:gd name="connsiteX6" fmla="*/ 1068693 w 3122537"/>
              <a:gd name="connsiteY6" fmla="*/ 3989721 h 4010022"/>
              <a:gd name="connsiteX7" fmla="*/ 852952 w 3122537"/>
              <a:gd name="connsiteY7" fmla="*/ 3989721 h 4010022"/>
              <a:gd name="connsiteX8" fmla="*/ 519482 w 3122537"/>
              <a:gd name="connsiteY8" fmla="*/ 3937809 h 4010022"/>
              <a:gd name="connsiteX9" fmla="*/ 400609 w 3122537"/>
              <a:gd name="connsiteY9" fmla="*/ 3881231 h 4010022"/>
              <a:gd name="connsiteX10" fmla="*/ 184868 w 3122537"/>
              <a:gd name="connsiteY10" fmla="*/ 3642249 h 4010022"/>
              <a:gd name="connsiteX11" fmla="*/ 59138 w 3122537"/>
              <a:gd name="connsiteY11" fmla="*/ 3387169 h 4010022"/>
              <a:gd name="connsiteX12" fmla="*/ 274 w 3122537"/>
              <a:gd name="connsiteY12" fmla="*/ 3063891 h 4010022"/>
              <a:gd name="connsiteX13" fmla="*/ 172200 w 3122537"/>
              <a:gd name="connsiteY13" fmla="*/ 2607929 h 4010022"/>
              <a:gd name="connsiteX14" fmla="*/ 446806 w 3122537"/>
              <a:gd name="connsiteY14" fmla="*/ 2380472 h 4010022"/>
              <a:gd name="connsiteX15" fmla="*/ 633686 w 3122537"/>
              <a:gd name="connsiteY15" fmla="*/ 2316940 h 4010022"/>
              <a:gd name="connsiteX16" fmla="*/ 840188 w 3122537"/>
              <a:gd name="connsiteY16" fmla="*/ 2195687 h 4010022"/>
              <a:gd name="connsiteX17" fmla="*/ 904672 w 3122537"/>
              <a:gd name="connsiteY17" fmla="*/ 2043954 h 4010022"/>
              <a:gd name="connsiteX18" fmla="*/ 926199 w 3122537"/>
              <a:gd name="connsiteY18" fmla="*/ 1890792 h 4010022"/>
              <a:gd name="connsiteX19" fmla="*/ 949440 w 3122537"/>
              <a:gd name="connsiteY19" fmla="*/ 1586659 h 4010022"/>
              <a:gd name="connsiteX20" fmla="*/ 1010127 w 3122537"/>
              <a:gd name="connsiteY20" fmla="*/ 1380734 h 4010022"/>
              <a:gd name="connsiteX21" fmla="*/ 1324439 w 3122537"/>
              <a:gd name="connsiteY21" fmla="*/ 1258618 h 4010022"/>
              <a:gd name="connsiteX22" fmla="*/ 1609046 w 3122537"/>
              <a:gd name="connsiteY22" fmla="*/ 1013349 h 4010022"/>
              <a:gd name="connsiteX23" fmla="*/ 1785926 w 3122537"/>
              <a:gd name="connsiteY23" fmla="*/ 757412 h 4010022"/>
              <a:gd name="connsiteX24" fmla="*/ 1918767 w 3122537"/>
              <a:gd name="connsiteY24" fmla="*/ 393041 h 4010022"/>
              <a:gd name="connsiteX25" fmla="*/ 2082054 w 3122537"/>
              <a:gd name="connsiteY25" fmla="*/ 156963 h 4010022"/>
              <a:gd name="connsiteX26" fmla="*/ 2610018 w 3122537"/>
              <a:gd name="connsiteY26" fmla="*/ 43 h 4010022"/>
              <a:gd name="connsiteX0" fmla="*/ 3122537 w 3122537"/>
              <a:gd name="connsiteY0" fmla="*/ 2988199 h 4010671"/>
              <a:gd name="connsiteX1" fmla="*/ 2841020 w 3122537"/>
              <a:gd name="connsiteY1" fmla="*/ 3210652 h 4010671"/>
              <a:gd name="connsiteX2" fmla="*/ 2605647 w 3122537"/>
              <a:gd name="connsiteY2" fmla="*/ 3478324 h 4010671"/>
              <a:gd name="connsiteX3" fmla="*/ 2237828 w 3122537"/>
              <a:gd name="connsiteY3" fmla="*/ 3876949 h 4010671"/>
              <a:gd name="connsiteX4" fmla="*/ 1832598 w 3122537"/>
              <a:gd name="connsiteY4" fmla="*/ 3993150 h 4010671"/>
              <a:gd name="connsiteX5" fmla="*/ 1581043 w 3122537"/>
              <a:gd name="connsiteY5" fmla="*/ 4008199 h 4010671"/>
              <a:gd name="connsiteX6" fmla="*/ 1068693 w 3122537"/>
              <a:gd name="connsiteY6" fmla="*/ 3989721 h 4010671"/>
              <a:gd name="connsiteX7" fmla="*/ 852952 w 3122537"/>
              <a:gd name="connsiteY7" fmla="*/ 3989721 h 4010671"/>
              <a:gd name="connsiteX8" fmla="*/ 519482 w 3122537"/>
              <a:gd name="connsiteY8" fmla="*/ 3937809 h 4010671"/>
              <a:gd name="connsiteX9" fmla="*/ 400609 w 3122537"/>
              <a:gd name="connsiteY9" fmla="*/ 3881231 h 4010671"/>
              <a:gd name="connsiteX10" fmla="*/ 184868 w 3122537"/>
              <a:gd name="connsiteY10" fmla="*/ 3642249 h 4010671"/>
              <a:gd name="connsiteX11" fmla="*/ 59138 w 3122537"/>
              <a:gd name="connsiteY11" fmla="*/ 3387169 h 4010671"/>
              <a:gd name="connsiteX12" fmla="*/ 274 w 3122537"/>
              <a:gd name="connsiteY12" fmla="*/ 3063891 h 4010671"/>
              <a:gd name="connsiteX13" fmla="*/ 172200 w 3122537"/>
              <a:gd name="connsiteY13" fmla="*/ 2607929 h 4010671"/>
              <a:gd name="connsiteX14" fmla="*/ 446806 w 3122537"/>
              <a:gd name="connsiteY14" fmla="*/ 2380472 h 4010671"/>
              <a:gd name="connsiteX15" fmla="*/ 633686 w 3122537"/>
              <a:gd name="connsiteY15" fmla="*/ 2316940 h 4010671"/>
              <a:gd name="connsiteX16" fmla="*/ 840188 w 3122537"/>
              <a:gd name="connsiteY16" fmla="*/ 2195687 h 4010671"/>
              <a:gd name="connsiteX17" fmla="*/ 904672 w 3122537"/>
              <a:gd name="connsiteY17" fmla="*/ 2043954 h 4010671"/>
              <a:gd name="connsiteX18" fmla="*/ 926199 w 3122537"/>
              <a:gd name="connsiteY18" fmla="*/ 1890792 h 4010671"/>
              <a:gd name="connsiteX19" fmla="*/ 949440 w 3122537"/>
              <a:gd name="connsiteY19" fmla="*/ 1586659 h 4010671"/>
              <a:gd name="connsiteX20" fmla="*/ 1010127 w 3122537"/>
              <a:gd name="connsiteY20" fmla="*/ 1380734 h 4010671"/>
              <a:gd name="connsiteX21" fmla="*/ 1324439 w 3122537"/>
              <a:gd name="connsiteY21" fmla="*/ 1258618 h 4010671"/>
              <a:gd name="connsiteX22" fmla="*/ 1609046 w 3122537"/>
              <a:gd name="connsiteY22" fmla="*/ 1013349 h 4010671"/>
              <a:gd name="connsiteX23" fmla="*/ 1785926 w 3122537"/>
              <a:gd name="connsiteY23" fmla="*/ 757412 h 4010671"/>
              <a:gd name="connsiteX24" fmla="*/ 1918767 w 3122537"/>
              <a:gd name="connsiteY24" fmla="*/ 393041 h 4010671"/>
              <a:gd name="connsiteX25" fmla="*/ 2082054 w 3122537"/>
              <a:gd name="connsiteY25" fmla="*/ 156963 h 4010671"/>
              <a:gd name="connsiteX26" fmla="*/ 2610018 w 3122537"/>
              <a:gd name="connsiteY26" fmla="*/ 43 h 4010671"/>
              <a:gd name="connsiteX0" fmla="*/ 3122537 w 3122537"/>
              <a:gd name="connsiteY0" fmla="*/ 2988199 h 4002302"/>
              <a:gd name="connsiteX1" fmla="*/ 2841020 w 3122537"/>
              <a:gd name="connsiteY1" fmla="*/ 3210652 h 4002302"/>
              <a:gd name="connsiteX2" fmla="*/ 2605647 w 3122537"/>
              <a:gd name="connsiteY2" fmla="*/ 3478324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400609 w 3122537"/>
              <a:gd name="connsiteY9" fmla="*/ 3881231 h 4002302"/>
              <a:gd name="connsiteX10" fmla="*/ 184868 w 3122537"/>
              <a:gd name="connsiteY10" fmla="*/ 3642249 h 4002302"/>
              <a:gd name="connsiteX11" fmla="*/ 59138 w 3122537"/>
              <a:gd name="connsiteY11" fmla="*/ 3387169 h 4002302"/>
              <a:gd name="connsiteX12" fmla="*/ 274 w 3122537"/>
              <a:gd name="connsiteY12" fmla="*/ 3063891 h 4002302"/>
              <a:gd name="connsiteX13" fmla="*/ 172200 w 3122537"/>
              <a:gd name="connsiteY13" fmla="*/ 2607929 h 4002302"/>
              <a:gd name="connsiteX14" fmla="*/ 446806 w 3122537"/>
              <a:gd name="connsiteY14" fmla="*/ 2380472 h 4002302"/>
              <a:gd name="connsiteX15" fmla="*/ 633686 w 3122537"/>
              <a:gd name="connsiteY15" fmla="*/ 2316940 h 4002302"/>
              <a:gd name="connsiteX16" fmla="*/ 840188 w 3122537"/>
              <a:gd name="connsiteY16" fmla="*/ 2195687 h 4002302"/>
              <a:gd name="connsiteX17" fmla="*/ 904672 w 3122537"/>
              <a:gd name="connsiteY17" fmla="*/ 2043954 h 4002302"/>
              <a:gd name="connsiteX18" fmla="*/ 926199 w 3122537"/>
              <a:gd name="connsiteY18" fmla="*/ 1890792 h 4002302"/>
              <a:gd name="connsiteX19" fmla="*/ 949440 w 3122537"/>
              <a:gd name="connsiteY19" fmla="*/ 1586659 h 4002302"/>
              <a:gd name="connsiteX20" fmla="*/ 1010127 w 3122537"/>
              <a:gd name="connsiteY20" fmla="*/ 1380734 h 4002302"/>
              <a:gd name="connsiteX21" fmla="*/ 1324439 w 3122537"/>
              <a:gd name="connsiteY21" fmla="*/ 1258618 h 4002302"/>
              <a:gd name="connsiteX22" fmla="*/ 1609046 w 3122537"/>
              <a:gd name="connsiteY22" fmla="*/ 1013349 h 4002302"/>
              <a:gd name="connsiteX23" fmla="*/ 1785926 w 3122537"/>
              <a:gd name="connsiteY23" fmla="*/ 757412 h 4002302"/>
              <a:gd name="connsiteX24" fmla="*/ 1918767 w 3122537"/>
              <a:gd name="connsiteY24" fmla="*/ 393041 h 4002302"/>
              <a:gd name="connsiteX25" fmla="*/ 2082054 w 3122537"/>
              <a:gd name="connsiteY25" fmla="*/ 156963 h 4002302"/>
              <a:gd name="connsiteX26" fmla="*/ 2610018 w 3122537"/>
              <a:gd name="connsiteY26" fmla="*/ 43 h 4002302"/>
              <a:gd name="connsiteX0" fmla="*/ 3122537 w 3122537"/>
              <a:gd name="connsiteY0" fmla="*/ 2988199 h 4002302"/>
              <a:gd name="connsiteX1" fmla="*/ 2841020 w 3122537"/>
              <a:gd name="connsiteY1" fmla="*/ 3210652 h 4002302"/>
              <a:gd name="connsiteX2" fmla="*/ 2605647 w 3122537"/>
              <a:gd name="connsiteY2" fmla="*/ 3478324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400609 w 3122537"/>
              <a:gd name="connsiteY9" fmla="*/ 3881231 h 4002302"/>
              <a:gd name="connsiteX10" fmla="*/ 184868 w 3122537"/>
              <a:gd name="connsiteY10" fmla="*/ 3642249 h 4002302"/>
              <a:gd name="connsiteX11" fmla="*/ 59138 w 3122537"/>
              <a:gd name="connsiteY11" fmla="*/ 3387169 h 4002302"/>
              <a:gd name="connsiteX12" fmla="*/ 274 w 3122537"/>
              <a:gd name="connsiteY12" fmla="*/ 3063891 h 4002302"/>
              <a:gd name="connsiteX13" fmla="*/ 172200 w 3122537"/>
              <a:gd name="connsiteY13" fmla="*/ 2607929 h 4002302"/>
              <a:gd name="connsiteX14" fmla="*/ 446806 w 3122537"/>
              <a:gd name="connsiteY14" fmla="*/ 2380472 h 4002302"/>
              <a:gd name="connsiteX15" fmla="*/ 633686 w 3122537"/>
              <a:gd name="connsiteY15" fmla="*/ 2316940 h 4002302"/>
              <a:gd name="connsiteX16" fmla="*/ 840188 w 3122537"/>
              <a:gd name="connsiteY16" fmla="*/ 2195687 h 4002302"/>
              <a:gd name="connsiteX17" fmla="*/ 926199 w 3122537"/>
              <a:gd name="connsiteY17" fmla="*/ 1890792 h 4002302"/>
              <a:gd name="connsiteX18" fmla="*/ 949440 w 3122537"/>
              <a:gd name="connsiteY18" fmla="*/ 1586659 h 4002302"/>
              <a:gd name="connsiteX19" fmla="*/ 1010127 w 3122537"/>
              <a:gd name="connsiteY19" fmla="*/ 1380734 h 4002302"/>
              <a:gd name="connsiteX20" fmla="*/ 1324439 w 3122537"/>
              <a:gd name="connsiteY20" fmla="*/ 1258618 h 4002302"/>
              <a:gd name="connsiteX21" fmla="*/ 1609046 w 3122537"/>
              <a:gd name="connsiteY21" fmla="*/ 1013349 h 4002302"/>
              <a:gd name="connsiteX22" fmla="*/ 1785926 w 3122537"/>
              <a:gd name="connsiteY22" fmla="*/ 757412 h 4002302"/>
              <a:gd name="connsiteX23" fmla="*/ 1918767 w 3122537"/>
              <a:gd name="connsiteY23" fmla="*/ 393041 h 4002302"/>
              <a:gd name="connsiteX24" fmla="*/ 2082054 w 3122537"/>
              <a:gd name="connsiteY24" fmla="*/ 156963 h 4002302"/>
              <a:gd name="connsiteX25" fmla="*/ 2610018 w 3122537"/>
              <a:gd name="connsiteY25" fmla="*/ 43 h 4002302"/>
              <a:gd name="connsiteX0" fmla="*/ 3122537 w 3122537"/>
              <a:gd name="connsiteY0" fmla="*/ 2988199 h 4002302"/>
              <a:gd name="connsiteX1" fmla="*/ 2841020 w 3122537"/>
              <a:gd name="connsiteY1" fmla="*/ 3210652 h 4002302"/>
              <a:gd name="connsiteX2" fmla="*/ 2605647 w 3122537"/>
              <a:gd name="connsiteY2" fmla="*/ 3478324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400609 w 3122537"/>
              <a:gd name="connsiteY9" fmla="*/ 3881231 h 4002302"/>
              <a:gd name="connsiteX10" fmla="*/ 184868 w 3122537"/>
              <a:gd name="connsiteY10" fmla="*/ 3642249 h 4002302"/>
              <a:gd name="connsiteX11" fmla="*/ 59138 w 3122537"/>
              <a:gd name="connsiteY11" fmla="*/ 3387169 h 4002302"/>
              <a:gd name="connsiteX12" fmla="*/ 274 w 3122537"/>
              <a:gd name="connsiteY12" fmla="*/ 3063891 h 4002302"/>
              <a:gd name="connsiteX13" fmla="*/ 172200 w 3122537"/>
              <a:gd name="connsiteY13" fmla="*/ 2607929 h 4002302"/>
              <a:gd name="connsiteX14" fmla="*/ 446806 w 3122537"/>
              <a:gd name="connsiteY14" fmla="*/ 2380472 h 4002302"/>
              <a:gd name="connsiteX15" fmla="*/ 633686 w 3122537"/>
              <a:gd name="connsiteY15" fmla="*/ 2316940 h 4002302"/>
              <a:gd name="connsiteX16" fmla="*/ 906094 w 3122537"/>
              <a:gd name="connsiteY16" fmla="*/ 2124856 h 4002302"/>
              <a:gd name="connsiteX17" fmla="*/ 926199 w 3122537"/>
              <a:gd name="connsiteY17" fmla="*/ 1890792 h 4002302"/>
              <a:gd name="connsiteX18" fmla="*/ 949440 w 3122537"/>
              <a:gd name="connsiteY18" fmla="*/ 1586659 h 4002302"/>
              <a:gd name="connsiteX19" fmla="*/ 1010127 w 3122537"/>
              <a:gd name="connsiteY19" fmla="*/ 1380734 h 4002302"/>
              <a:gd name="connsiteX20" fmla="*/ 1324439 w 3122537"/>
              <a:gd name="connsiteY20" fmla="*/ 1258618 h 4002302"/>
              <a:gd name="connsiteX21" fmla="*/ 1609046 w 3122537"/>
              <a:gd name="connsiteY21" fmla="*/ 1013349 h 4002302"/>
              <a:gd name="connsiteX22" fmla="*/ 1785926 w 3122537"/>
              <a:gd name="connsiteY22" fmla="*/ 757412 h 4002302"/>
              <a:gd name="connsiteX23" fmla="*/ 1918767 w 3122537"/>
              <a:gd name="connsiteY23" fmla="*/ 393041 h 4002302"/>
              <a:gd name="connsiteX24" fmla="*/ 2082054 w 3122537"/>
              <a:gd name="connsiteY24" fmla="*/ 156963 h 4002302"/>
              <a:gd name="connsiteX25" fmla="*/ 2610018 w 3122537"/>
              <a:gd name="connsiteY25" fmla="*/ 43 h 4002302"/>
              <a:gd name="connsiteX0" fmla="*/ 3122537 w 3122537"/>
              <a:gd name="connsiteY0" fmla="*/ 2988199 h 4002302"/>
              <a:gd name="connsiteX1" fmla="*/ 2841020 w 3122537"/>
              <a:gd name="connsiteY1" fmla="*/ 3210652 h 4002302"/>
              <a:gd name="connsiteX2" fmla="*/ 2605647 w 3122537"/>
              <a:gd name="connsiteY2" fmla="*/ 3478324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400609 w 3122537"/>
              <a:gd name="connsiteY9" fmla="*/ 3881231 h 4002302"/>
              <a:gd name="connsiteX10" fmla="*/ 184868 w 3122537"/>
              <a:gd name="connsiteY10" fmla="*/ 3642249 h 4002302"/>
              <a:gd name="connsiteX11" fmla="*/ 59138 w 3122537"/>
              <a:gd name="connsiteY11" fmla="*/ 3387169 h 4002302"/>
              <a:gd name="connsiteX12" fmla="*/ 274 w 3122537"/>
              <a:gd name="connsiteY12" fmla="*/ 3063891 h 4002302"/>
              <a:gd name="connsiteX13" fmla="*/ 172200 w 3122537"/>
              <a:gd name="connsiteY13" fmla="*/ 2607929 h 4002302"/>
              <a:gd name="connsiteX14" fmla="*/ 446806 w 3122537"/>
              <a:gd name="connsiteY14" fmla="*/ 2380472 h 4002302"/>
              <a:gd name="connsiteX15" fmla="*/ 906094 w 3122537"/>
              <a:gd name="connsiteY15" fmla="*/ 2124856 h 4002302"/>
              <a:gd name="connsiteX16" fmla="*/ 926199 w 3122537"/>
              <a:gd name="connsiteY16" fmla="*/ 1890792 h 4002302"/>
              <a:gd name="connsiteX17" fmla="*/ 949440 w 3122537"/>
              <a:gd name="connsiteY17" fmla="*/ 1586659 h 4002302"/>
              <a:gd name="connsiteX18" fmla="*/ 1010127 w 3122537"/>
              <a:gd name="connsiteY18" fmla="*/ 1380734 h 4002302"/>
              <a:gd name="connsiteX19" fmla="*/ 1324439 w 3122537"/>
              <a:gd name="connsiteY19" fmla="*/ 1258618 h 4002302"/>
              <a:gd name="connsiteX20" fmla="*/ 1609046 w 3122537"/>
              <a:gd name="connsiteY20" fmla="*/ 1013349 h 4002302"/>
              <a:gd name="connsiteX21" fmla="*/ 1785926 w 3122537"/>
              <a:gd name="connsiteY21" fmla="*/ 757412 h 4002302"/>
              <a:gd name="connsiteX22" fmla="*/ 1918767 w 3122537"/>
              <a:gd name="connsiteY22" fmla="*/ 393041 h 4002302"/>
              <a:gd name="connsiteX23" fmla="*/ 2082054 w 3122537"/>
              <a:gd name="connsiteY23" fmla="*/ 156963 h 4002302"/>
              <a:gd name="connsiteX24" fmla="*/ 2610018 w 3122537"/>
              <a:gd name="connsiteY24" fmla="*/ 43 h 4002302"/>
              <a:gd name="connsiteX0" fmla="*/ 3122537 w 3122537"/>
              <a:gd name="connsiteY0" fmla="*/ 2988199 h 4002302"/>
              <a:gd name="connsiteX1" fmla="*/ 2841020 w 3122537"/>
              <a:gd name="connsiteY1" fmla="*/ 3210652 h 4002302"/>
              <a:gd name="connsiteX2" fmla="*/ 2605647 w 3122537"/>
              <a:gd name="connsiteY2" fmla="*/ 3478324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184868 w 3122537"/>
              <a:gd name="connsiteY9" fmla="*/ 3642249 h 4002302"/>
              <a:gd name="connsiteX10" fmla="*/ 59138 w 3122537"/>
              <a:gd name="connsiteY10" fmla="*/ 3387169 h 4002302"/>
              <a:gd name="connsiteX11" fmla="*/ 274 w 3122537"/>
              <a:gd name="connsiteY11" fmla="*/ 3063891 h 4002302"/>
              <a:gd name="connsiteX12" fmla="*/ 172200 w 3122537"/>
              <a:gd name="connsiteY12" fmla="*/ 2607929 h 4002302"/>
              <a:gd name="connsiteX13" fmla="*/ 446806 w 3122537"/>
              <a:gd name="connsiteY13" fmla="*/ 2380472 h 4002302"/>
              <a:gd name="connsiteX14" fmla="*/ 906094 w 3122537"/>
              <a:gd name="connsiteY14" fmla="*/ 2124856 h 4002302"/>
              <a:gd name="connsiteX15" fmla="*/ 926199 w 3122537"/>
              <a:gd name="connsiteY15" fmla="*/ 1890792 h 4002302"/>
              <a:gd name="connsiteX16" fmla="*/ 949440 w 3122537"/>
              <a:gd name="connsiteY16" fmla="*/ 1586659 h 4002302"/>
              <a:gd name="connsiteX17" fmla="*/ 1010127 w 3122537"/>
              <a:gd name="connsiteY17" fmla="*/ 1380734 h 4002302"/>
              <a:gd name="connsiteX18" fmla="*/ 1324439 w 3122537"/>
              <a:gd name="connsiteY18" fmla="*/ 1258618 h 4002302"/>
              <a:gd name="connsiteX19" fmla="*/ 1609046 w 3122537"/>
              <a:gd name="connsiteY19" fmla="*/ 1013349 h 4002302"/>
              <a:gd name="connsiteX20" fmla="*/ 1785926 w 3122537"/>
              <a:gd name="connsiteY20" fmla="*/ 757412 h 4002302"/>
              <a:gd name="connsiteX21" fmla="*/ 1918767 w 3122537"/>
              <a:gd name="connsiteY21" fmla="*/ 393041 h 4002302"/>
              <a:gd name="connsiteX22" fmla="*/ 2082054 w 3122537"/>
              <a:gd name="connsiteY22" fmla="*/ 156963 h 4002302"/>
              <a:gd name="connsiteX23" fmla="*/ 2610018 w 3122537"/>
              <a:gd name="connsiteY23" fmla="*/ 43 h 4002302"/>
              <a:gd name="connsiteX0" fmla="*/ 3122537 w 3122537"/>
              <a:gd name="connsiteY0" fmla="*/ 2988199 h 4002302"/>
              <a:gd name="connsiteX1" fmla="*/ 2841020 w 3122537"/>
              <a:gd name="connsiteY1" fmla="*/ 3210652 h 4002302"/>
              <a:gd name="connsiteX2" fmla="*/ 2515596 w 3122537"/>
              <a:gd name="connsiteY2" fmla="*/ 3459321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184868 w 3122537"/>
              <a:gd name="connsiteY9" fmla="*/ 3642249 h 4002302"/>
              <a:gd name="connsiteX10" fmla="*/ 59138 w 3122537"/>
              <a:gd name="connsiteY10" fmla="*/ 3387169 h 4002302"/>
              <a:gd name="connsiteX11" fmla="*/ 274 w 3122537"/>
              <a:gd name="connsiteY11" fmla="*/ 3063891 h 4002302"/>
              <a:gd name="connsiteX12" fmla="*/ 172200 w 3122537"/>
              <a:gd name="connsiteY12" fmla="*/ 2607929 h 4002302"/>
              <a:gd name="connsiteX13" fmla="*/ 446806 w 3122537"/>
              <a:gd name="connsiteY13" fmla="*/ 2380472 h 4002302"/>
              <a:gd name="connsiteX14" fmla="*/ 906094 w 3122537"/>
              <a:gd name="connsiteY14" fmla="*/ 2124856 h 4002302"/>
              <a:gd name="connsiteX15" fmla="*/ 926199 w 3122537"/>
              <a:gd name="connsiteY15" fmla="*/ 1890792 h 4002302"/>
              <a:gd name="connsiteX16" fmla="*/ 949440 w 3122537"/>
              <a:gd name="connsiteY16" fmla="*/ 1586659 h 4002302"/>
              <a:gd name="connsiteX17" fmla="*/ 1010127 w 3122537"/>
              <a:gd name="connsiteY17" fmla="*/ 1380734 h 4002302"/>
              <a:gd name="connsiteX18" fmla="*/ 1324439 w 3122537"/>
              <a:gd name="connsiteY18" fmla="*/ 1258618 h 4002302"/>
              <a:gd name="connsiteX19" fmla="*/ 1609046 w 3122537"/>
              <a:gd name="connsiteY19" fmla="*/ 1013349 h 4002302"/>
              <a:gd name="connsiteX20" fmla="*/ 1785926 w 3122537"/>
              <a:gd name="connsiteY20" fmla="*/ 757412 h 4002302"/>
              <a:gd name="connsiteX21" fmla="*/ 1918767 w 3122537"/>
              <a:gd name="connsiteY21" fmla="*/ 393041 h 4002302"/>
              <a:gd name="connsiteX22" fmla="*/ 2082054 w 3122537"/>
              <a:gd name="connsiteY22" fmla="*/ 156963 h 4002302"/>
              <a:gd name="connsiteX23" fmla="*/ 2610018 w 3122537"/>
              <a:gd name="connsiteY23" fmla="*/ 43 h 4002302"/>
              <a:gd name="connsiteX0" fmla="*/ 3122537 w 3122537"/>
              <a:gd name="connsiteY0" fmla="*/ 2988199 h 4002302"/>
              <a:gd name="connsiteX1" fmla="*/ 2841020 w 3122537"/>
              <a:gd name="connsiteY1" fmla="*/ 3210652 h 4002302"/>
              <a:gd name="connsiteX2" fmla="*/ 2558999 w 3122537"/>
              <a:gd name="connsiteY2" fmla="*/ 3610622 h 4002302"/>
              <a:gd name="connsiteX3" fmla="*/ 2237828 w 3122537"/>
              <a:gd name="connsiteY3" fmla="*/ 3876949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184868 w 3122537"/>
              <a:gd name="connsiteY9" fmla="*/ 3642249 h 4002302"/>
              <a:gd name="connsiteX10" fmla="*/ 59138 w 3122537"/>
              <a:gd name="connsiteY10" fmla="*/ 3387169 h 4002302"/>
              <a:gd name="connsiteX11" fmla="*/ 274 w 3122537"/>
              <a:gd name="connsiteY11" fmla="*/ 3063891 h 4002302"/>
              <a:gd name="connsiteX12" fmla="*/ 172200 w 3122537"/>
              <a:gd name="connsiteY12" fmla="*/ 2607929 h 4002302"/>
              <a:gd name="connsiteX13" fmla="*/ 446806 w 3122537"/>
              <a:gd name="connsiteY13" fmla="*/ 2380472 h 4002302"/>
              <a:gd name="connsiteX14" fmla="*/ 906094 w 3122537"/>
              <a:gd name="connsiteY14" fmla="*/ 2124856 h 4002302"/>
              <a:gd name="connsiteX15" fmla="*/ 926199 w 3122537"/>
              <a:gd name="connsiteY15" fmla="*/ 1890792 h 4002302"/>
              <a:gd name="connsiteX16" fmla="*/ 949440 w 3122537"/>
              <a:gd name="connsiteY16" fmla="*/ 1586659 h 4002302"/>
              <a:gd name="connsiteX17" fmla="*/ 1010127 w 3122537"/>
              <a:gd name="connsiteY17" fmla="*/ 1380734 h 4002302"/>
              <a:gd name="connsiteX18" fmla="*/ 1324439 w 3122537"/>
              <a:gd name="connsiteY18" fmla="*/ 1258618 h 4002302"/>
              <a:gd name="connsiteX19" fmla="*/ 1609046 w 3122537"/>
              <a:gd name="connsiteY19" fmla="*/ 1013349 h 4002302"/>
              <a:gd name="connsiteX20" fmla="*/ 1785926 w 3122537"/>
              <a:gd name="connsiteY20" fmla="*/ 757412 h 4002302"/>
              <a:gd name="connsiteX21" fmla="*/ 1918767 w 3122537"/>
              <a:gd name="connsiteY21" fmla="*/ 393041 h 4002302"/>
              <a:gd name="connsiteX22" fmla="*/ 2082054 w 3122537"/>
              <a:gd name="connsiteY22" fmla="*/ 156963 h 4002302"/>
              <a:gd name="connsiteX23" fmla="*/ 2610018 w 3122537"/>
              <a:gd name="connsiteY23" fmla="*/ 43 h 4002302"/>
              <a:gd name="connsiteX0" fmla="*/ 3122537 w 3122537"/>
              <a:gd name="connsiteY0" fmla="*/ 2988199 h 4002302"/>
              <a:gd name="connsiteX1" fmla="*/ 2841020 w 3122537"/>
              <a:gd name="connsiteY1" fmla="*/ 3210652 h 4002302"/>
              <a:gd name="connsiteX2" fmla="*/ 2558999 w 3122537"/>
              <a:gd name="connsiteY2" fmla="*/ 3610622 h 4002302"/>
              <a:gd name="connsiteX3" fmla="*/ 2239724 w 3122537"/>
              <a:gd name="connsiteY3" fmla="*/ 3787144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184868 w 3122537"/>
              <a:gd name="connsiteY9" fmla="*/ 3642249 h 4002302"/>
              <a:gd name="connsiteX10" fmla="*/ 59138 w 3122537"/>
              <a:gd name="connsiteY10" fmla="*/ 3387169 h 4002302"/>
              <a:gd name="connsiteX11" fmla="*/ 274 w 3122537"/>
              <a:gd name="connsiteY11" fmla="*/ 3063891 h 4002302"/>
              <a:gd name="connsiteX12" fmla="*/ 172200 w 3122537"/>
              <a:gd name="connsiteY12" fmla="*/ 2607929 h 4002302"/>
              <a:gd name="connsiteX13" fmla="*/ 446806 w 3122537"/>
              <a:gd name="connsiteY13" fmla="*/ 2380472 h 4002302"/>
              <a:gd name="connsiteX14" fmla="*/ 906094 w 3122537"/>
              <a:gd name="connsiteY14" fmla="*/ 2124856 h 4002302"/>
              <a:gd name="connsiteX15" fmla="*/ 926199 w 3122537"/>
              <a:gd name="connsiteY15" fmla="*/ 1890792 h 4002302"/>
              <a:gd name="connsiteX16" fmla="*/ 949440 w 3122537"/>
              <a:gd name="connsiteY16" fmla="*/ 1586659 h 4002302"/>
              <a:gd name="connsiteX17" fmla="*/ 1010127 w 3122537"/>
              <a:gd name="connsiteY17" fmla="*/ 1380734 h 4002302"/>
              <a:gd name="connsiteX18" fmla="*/ 1324439 w 3122537"/>
              <a:gd name="connsiteY18" fmla="*/ 1258618 h 4002302"/>
              <a:gd name="connsiteX19" fmla="*/ 1609046 w 3122537"/>
              <a:gd name="connsiteY19" fmla="*/ 1013349 h 4002302"/>
              <a:gd name="connsiteX20" fmla="*/ 1785926 w 3122537"/>
              <a:gd name="connsiteY20" fmla="*/ 757412 h 4002302"/>
              <a:gd name="connsiteX21" fmla="*/ 1918767 w 3122537"/>
              <a:gd name="connsiteY21" fmla="*/ 393041 h 4002302"/>
              <a:gd name="connsiteX22" fmla="*/ 2082054 w 3122537"/>
              <a:gd name="connsiteY22" fmla="*/ 156963 h 4002302"/>
              <a:gd name="connsiteX23" fmla="*/ 2610018 w 3122537"/>
              <a:gd name="connsiteY23" fmla="*/ 43 h 4002302"/>
              <a:gd name="connsiteX0" fmla="*/ 3122537 w 3122537"/>
              <a:gd name="connsiteY0" fmla="*/ 2988199 h 4002302"/>
              <a:gd name="connsiteX1" fmla="*/ 2774545 w 3122537"/>
              <a:gd name="connsiteY1" fmla="*/ 3210975 h 4002302"/>
              <a:gd name="connsiteX2" fmla="*/ 2558999 w 3122537"/>
              <a:gd name="connsiteY2" fmla="*/ 3610622 h 4002302"/>
              <a:gd name="connsiteX3" fmla="*/ 2239724 w 3122537"/>
              <a:gd name="connsiteY3" fmla="*/ 3787144 h 4002302"/>
              <a:gd name="connsiteX4" fmla="*/ 1832598 w 3122537"/>
              <a:gd name="connsiteY4" fmla="*/ 3993150 h 4002302"/>
              <a:gd name="connsiteX5" fmla="*/ 1604746 w 3122537"/>
              <a:gd name="connsiteY5" fmla="*/ 3826641 h 4002302"/>
              <a:gd name="connsiteX6" fmla="*/ 1068693 w 3122537"/>
              <a:gd name="connsiteY6" fmla="*/ 3989721 h 4002302"/>
              <a:gd name="connsiteX7" fmla="*/ 852952 w 3122537"/>
              <a:gd name="connsiteY7" fmla="*/ 3989721 h 4002302"/>
              <a:gd name="connsiteX8" fmla="*/ 519482 w 3122537"/>
              <a:gd name="connsiteY8" fmla="*/ 3937809 h 4002302"/>
              <a:gd name="connsiteX9" fmla="*/ 184868 w 3122537"/>
              <a:gd name="connsiteY9" fmla="*/ 3642249 h 4002302"/>
              <a:gd name="connsiteX10" fmla="*/ 59138 w 3122537"/>
              <a:gd name="connsiteY10" fmla="*/ 3387169 h 4002302"/>
              <a:gd name="connsiteX11" fmla="*/ 274 w 3122537"/>
              <a:gd name="connsiteY11" fmla="*/ 3063891 h 4002302"/>
              <a:gd name="connsiteX12" fmla="*/ 172200 w 3122537"/>
              <a:gd name="connsiteY12" fmla="*/ 2607929 h 4002302"/>
              <a:gd name="connsiteX13" fmla="*/ 446806 w 3122537"/>
              <a:gd name="connsiteY13" fmla="*/ 2380472 h 4002302"/>
              <a:gd name="connsiteX14" fmla="*/ 906094 w 3122537"/>
              <a:gd name="connsiteY14" fmla="*/ 2124856 h 4002302"/>
              <a:gd name="connsiteX15" fmla="*/ 926199 w 3122537"/>
              <a:gd name="connsiteY15" fmla="*/ 1890792 h 4002302"/>
              <a:gd name="connsiteX16" fmla="*/ 949440 w 3122537"/>
              <a:gd name="connsiteY16" fmla="*/ 1586659 h 4002302"/>
              <a:gd name="connsiteX17" fmla="*/ 1010127 w 3122537"/>
              <a:gd name="connsiteY17" fmla="*/ 1380734 h 4002302"/>
              <a:gd name="connsiteX18" fmla="*/ 1324439 w 3122537"/>
              <a:gd name="connsiteY18" fmla="*/ 1258618 h 4002302"/>
              <a:gd name="connsiteX19" fmla="*/ 1609046 w 3122537"/>
              <a:gd name="connsiteY19" fmla="*/ 1013349 h 4002302"/>
              <a:gd name="connsiteX20" fmla="*/ 1785926 w 3122537"/>
              <a:gd name="connsiteY20" fmla="*/ 757412 h 4002302"/>
              <a:gd name="connsiteX21" fmla="*/ 1918767 w 3122537"/>
              <a:gd name="connsiteY21" fmla="*/ 393041 h 4002302"/>
              <a:gd name="connsiteX22" fmla="*/ 2082054 w 3122537"/>
              <a:gd name="connsiteY22" fmla="*/ 156963 h 4002302"/>
              <a:gd name="connsiteX23" fmla="*/ 2610018 w 3122537"/>
              <a:gd name="connsiteY23" fmla="*/ 43 h 4002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2537" h="4002302">
                <a:moveTo>
                  <a:pt x="3122537" y="2988199"/>
                </a:moveTo>
                <a:cubicBezTo>
                  <a:pt x="3015629" y="3048876"/>
                  <a:pt x="2868468" y="3107238"/>
                  <a:pt x="2774545" y="3210975"/>
                </a:cubicBezTo>
                <a:cubicBezTo>
                  <a:pt x="2680622" y="3314712"/>
                  <a:pt x="2648136" y="3514594"/>
                  <a:pt x="2558999" y="3610622"/>
                </a:cubicBezTo>
                <a:cubicBezTo>
                  <a:pt x="2469862" y="3706650"/>
                  <a:pt x="2360791" y="3723389"/>
                  <a:pt x="2239724" y="3787144"/>
                </a:cubicBezTo>
                <a:cubicBezTo>
                  <a:pt x="2118657" y="3850899"/>
                  <a:pt x="1938428" y="3986567"/>
                  <a:pt x="1832598" y="3993150"/>
                </a:cubicBezTo>
                <a:cubicBezTo>
                  <a:pt x="1726768" y="3999733"/>
                  <a:pt x="1689233" y="3829975"/>
                  <a:pt x="1604746" y="3826641"/>
                </a:cubicBezTo>
                <a:cubicBezTo>
                  <a:pt x="1433963" y="3819879"/>
                  <a:pt x="1193992" y="3962541"/>
                  <a:pt x="1068693" y="3989721"/>
                </a:cubicBezTo>
                <a:cubicBezTo>
                  <a:pt x="943394" y="4016901"/>
                  <a:pt x="924865" y="3991912"/>
                  <a:pt x="852952" y="3989721"/>
                </a:cubicBezTo>
                <a:cubicBezTo>
                  <a:pt x="739890" y="3986292"/>
                  <a:pt x="630829" y="3995721"/>
                  <a:pt x="519482" y="3937809"/>
                </a:cubicBezTo>
                <a:cubicBezTo>
                  <a:pt x="408135" y="3879897"/>
                  <a:pt x="261592" y="3734022"/>
                  <a:pt x="184868" y="3642249"/>
                </a:cubicBezTo>
                <a:cubicBezTo>
                  <a:pt x="108144" y="3550476"/>
                  <a:pt x="91618" y="3476514"/>
                  <a:pt x="59138" y="3387169"/>
                </a:cubicBezTo>
                <a:cubicBezTo>
                  <a:pt x="21324" y="3283251"/>
                  <a:pt x="-2870" y="3174286"/>
                  <a:pt x="274" y="3063891"/>
                </a:cubicBezTo>
                <a:cubicBezTo>
                  <a:pt x="4941" y="2897870"/>
                  <a:pt x="71045" y="2740136"/>
                  <a:pt x="172200" y="2607929"/>
                </a:cubicBezTo>
                <a:cubicBezTo>
                  <a:pt x="245638" y="2511917"/>
                  <a:pt x="324490" y="2460984"/>
                  <a:pt x="446806" y="2380472"/>
                </a:cubicBezTo>
                <a:cubicBezTo>
                  <a:pt x="569122" y="2299960"/>
                  <a:pt x="826195" y="2206469"/>
                  <a:pt x="906094" y="2124856"/>
                </a:cubicBezTo>
                <a:cubicBezTo>
                  <a:pt x="985993" y="2043243"/>
                  <a:pt x="907990" y="1992297"/>
                  <a:pt x="926199" y="1890792"/>
                </a:cubicBezTo>
                <a:cubicBezTo>
                  <a:pt x="933660" y="1814576"/>
                  <a:pt x="935452" y="1671669"/>
                  <a:pt x="949440" y="1586659"/>
                </a:cubicBezTo>
                <a:cubicBezTo>
                  <a:pt x="965651" y="1533574"/>
                  <a:pt x="957929" y="1422549"/>
                  <a:pt x="1010127" y="1380734"/>
                </a:cubicBezTo>
                <a:cubicBezTo>
                  <a:pt x="1088232" y="1318155"/>
                  <a:pt x="1224619" y="1319849"/>
                  <a:pt x="1324439" y="1258618"/>
                </a:cubicBezTo>
                <a:cubicBezTo>
                  <a:pt x="1424259" y="1197387"/>
                  <a:pt x="1526179" y="1107551"/>
                  <a:pt x="1609046" y="1013349"/>
                </a:cubicBezTo>
                <a:cubicBezTo>
                  <a:pt x="1677626" y="935339"/>
                  <a:pt x="1734306" y="860797"/>
                  <a:pt x="1785926" y="757412"/>
                </a:cubicBezTo>
                <a:cubicBezTo>
                  <a:pt x="1837546" y="654027"/>
                  <a:pt x="1869412" y="493116"/>
                  <a:pt x="1918767" y="393041"/>
                </a:cubicBezTo>
                <a:cubicBezTo>
                  <a:pt x="1968122" y="292966"/>
                  <a:pt x="1990720" y="173514"/>
                  <a:pt x="2082054" y="156963"/>
                </a:cubicBezTo>
                <a:cubicBezTo>
                  <a:pt x="2173388" y="140412"/>
                  <a:pt x="2445426" y="-2846"/>
                  <a:pt x="2610018" y="43"/>
                </a:cubicBezTo>
              </a:path>
            </a:pathLst>
          </a:custGeom>
          <a:noFill/>
          <a:ln w="9525" cap="rnd">
            <a:solidFill>
              <a:schemeClr val="tx1">
                <a:alpha val="35000"/>
              </a:schemeClr>
            </a:solidFill>
            <a:prstDash val="solid"/>
            <a:round/>
          </a:ln>
        </p:spPr>
        <p:txBody>
          <a:bodyPr rtlCol="0" anchor="ctr"/>
          <a:lstStyle/>
          <a:p>
            <a:endParaRPr lang="en-US"/>
          </a:p>
        </p:txBody>
      </p:sp>
      <p:sp>
        <p:nvSpPr>
          <p:cNvPr id="24" name="Freeform: Shape 23">
            <a:extLst>
              <a:ext uri="{FF2B5EF4-FFF2-40B4-BE49-F238E27FC236}">
                <a16:creationId xmlns:a16="http://schemas.microsoft.com/office/drawing/2014/main" id="{A8A6A998-52BE-80CB-2643-CB5DBA03B254}"/>
              </a:ext>
            </a:extLst>
          </p:cNvPr>
          <p:cNvSpPr/>
          <p:nvPr/>
        </p:nvSpPr>
        <p:spPr>
          <a:xfrm rot="4651091" flipV="1">
            <a:off x="6083160" y="4216422"/>
            <a:ext cx="2914376" cy="2620227"/>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3150806 w 3232217"/>
              <a:gd name="connsiteY0" fmla="*/ 1790892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407073 w 3232217"/>
              <a:gd name="connsiteY3" fmla="*/ 2833917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729 h 3402162"/>
              <a:gd name="connsiteX1" fmla="*/ 3032009 w 3232217"/>
              <a:gd name="connsiteY1" fmla="*/ 2109607 h 3402162"/>
              <a:gd name="connsiteX2" fmla="*/ 2847435 w 3232217"/>
              <a:gd name="connsiteY2" fmla="*/ 2470067 h 3402162"/>
              <a:gd name="connsiteX3" fmla="*/ 2407073 w 3232217"/>
              <a:gd name="connsiteY3" fmla="*/ 2833768 h 3402162"/>
              <a:gd name="connsiteX4" fmla="*/ 2099723 w 3232217"/>
              <a:gd name="connsiteY4" fmla="*/ 3096907 h 3402162"/>
              <a:gd name="connsiteX5" fmla="*/ 1760537 w 3232217"/>
              <a:gd name="connsiteY5" fmla="*/ 3241210 h 3402162"/>
              <a:gd name="connsiteX6" fmla="*/ 1610518 w 3232217"/>
              <a:gd name="connsiteY6" fmla="*/ 3309314 h 3402162"/>
              <a:gd name="connsiteX7" fmla="*/ 1367059 w 3232217"/>
              <a:gd name="connsiteY7" fmla="*/ 3373989 h 3402162"/>
              <a:gd name="connsiteX8" fmla="*/ 1210183 w 3232217"/>
              <a:gd name="connsiteY8" fmla="*/ 3385514 h 3402162"/>
              <a:gd name="connsiteX9" fmla="*/ 905573 w 3232217"/>
              <a:gd name="connsiteY9" fmla="*/ 3401707 h 3402162"/>
              <a:gd name="connsiteX10" fmla="*/ 558292 w 3232217"/>
              <a:gd name="connsiteY10" fmla="*/ 3382085 h 3402162"/>
              <a:gd name="connsiteX11" fmla="*/ 467137 w 3232217"/>
              <a:gd name="connsiteY11" fmla="*/ 3363607 h 3402162"/>
              <a:gd name="connsiteX12" fmla="*/ 206343 w 3232217"/>
              <a:gd name="connsiteY12" fmla="*/ 3201968 h 3402162"/>
              <a:gd name="connsiteX13" fmla="*/ 78613 w 3232217"/>
              <a:gd name="connsiteY13" fmla="*/ 3006895 h 3402162"/>
              <a:gd name="connsiteX14" fmla="*/ 2032 w 3232217"/>
              <a:gd name="connsiteY14" fmla="*/ 2731623 h 3402162"/>
              <a:gd name="connsiteX15" fmla="*/ 21177 w 3232217"/>
              <a:gd name="connsiteY15" fmla="*/ 2544933 h 3402162"/>
              <a:gd name="connsiteX16" fmla="*/ 116903 w 3232217"/>
              <a:gd name="connsiteY16" fmla="*/ 2389294 h 3402162"/>
              <a:gd name="connsiteX17" fmla="*/ 241300 w 3232217"/>
              <a:gd name="connsiteY17" fmla="*/ 2307951 h 3402162"/>
              <a:gd name="connsiteX18" fmla="*/ 475805 w 3232217"/>
              <a:gd name="connsiteY18" fmla="*/ 2295950 h 3402162"/>
              <a:gd name="connsiteX19" fmla="*/ 664781 w 3232217"/>
              <a:gd name="connsiteY19" fmla="*/ 2336621 h 3402162"/>
              <a:gd name="connsiteX20" fmla="*/ 803560 w 3232217"/>
              <a:gd name="connsiteY20" fmla="*/ 2336621 h 3402162"/>
              <a:gd name="connsiteX21" fmla="*/ 942340 w 3232217"/>
              <a:gd name="connsiteY21" fmla="*/ 2224131 h 3402162"/>
              <a:gd name="connsiteX22" fmla="*/ 1018921 w 3232217"/>
              <a:gd name="connsiteY22" fmla="*/ 1958383 h 3402162"/>
              <a:gd name="connsiteX23" fmla="*/ 1061974 w 3232217"/>
              <a:gd name="connsiteY23" fmla="*/ 1606530 h 3402162"/>
              <a:gd name="connsiteX24" fmla="*/ 1114647 w 3232217"/>
              <a:gd name="connsiteY24" fmla="*/ 1369548 h 3402162"/>
              <a:gd name="connsiteX25" fmla="*/ 1243806 w 3232217"/>
              <a:gd name="connsiteY25" fmla="*/ 1079893 h 3402162"/>
              <a:gd name="connsiteX26" fmla="*/ 1468691 w 3232217"/>
              <a:gd name="connsiteY26" fmla="*/ 795000 h 3402162"/>
              <a:gd name="connsiteX27" fmla="*/ 1770157 w 3232217"/>
              <a:gd name="connsiteY27" fmla="*/ 452671 h 3402162"/>
              <a:gd name="connsiteX28" fmla="*/ 1941690 w 3232217"/>
              <a:gd name="connsiteY28" fmla="*/ 87173 h 3402162"/>
              <a:gd name="connsiteX29" fmla="*/ 2298890 w 3232217"/>
              <a:gd name="connsiteY29" fmla="*/ 31381 h 3402162"/>
              <a:gd name="connsiteX30" fmla="*/ 2533396 w 3232217"/>
              <a:gd name="connsiteY30" fmla="*/ 234 h 3402162"/>
              <a:gd name="connsiteX31" fmla="*/ 2796572 w 3232217"/>
              <a:gd name="connsiteY31" fmla="*/ 52907 h 3402162"/>
              <a:gd name="connsiteX32" fmla="*/ 3014313 w 3232217"/>
              <a:gd name="connsiteY32" fmla="*/ 177399 h 3402162"/>
              <a:gd name="connsiteX33" fmla="*/ 3131566 w 3232217"/>
              <a:gd name="connsiteY33" fmla="*/ 366470 h 3402162"/>
              <a:gd name="connsiteX34" fmla="*/ 3174619 w 3232217"/>
              <a:gd name="connsiteY34" fmla="*/ 610596 h 3402162"/>
              <a:gd name="connsiteX35" fmla="*/ 3168142 w 3232217"/>
              <a:gd name="connsiteY35" fmla="*/ 993311 h 3402162"/>
              <a:gd name="connsiteX36" fmla="*/ 3185763 w 3232217"/>
              <a:gd name="connsiteY36" fmla="*/ 1496992 h 3402162"/>
              <a:gd name="connsiteX37" fmla="*/ 3232217 w 3232217"/>
              <a:gd name="connsiteY37" fmla="*/ 1895422 h 3402162"/>
              <a:gd name="connsiteX0" fmla="*/ 2866746 w 3232217"/>
              <a:gd name="connsiteY0" fmla="*/ 1434186 h 3402619"/>
              <a:gd name="connsiteX1" fmla="*/ 3032009 w 3232217"/>
              <a:gd name="connsiteY1" fmla="*/ 2110064 h 3402619"/>
              <a:gd name="connsiteX2" fmla="*/ 2847435 w 3232217"/>
              <a:gd name="connsiteY2" fmla="*/ 2470524 h 3402619"/>
              <a:gd name="connsiteX3" fmla="*/ 2407073 w 3232217"/>
              <a:gd name="connsiteY3" fmla="*/ 2834225 h 3402619"/>
              <a:gd name="connsiteX4" fmla="*/ 2099723 w 3232217"/>
              <a:gd name="connsiteY4" fmla="*/ 3097364 h 3402619"/>
              <a:gd name="connsiteX5" fmla="*/ 1760537 w 3232217"/>
              <a:gd name="connsiteY5" fmla="*/ 3241667 h 3402619"/>
              <a:gd name="connsiteX6" fmla="*/ 1610518 w 3232217"/>
              <a:gd name="connsiteY6" fmla="*/ 3309771 h 3402619"/>
              <a:gd name="connsiteX7" fmla="*/ 1367059 w 3232217"/>
              <a:gd name="connsiteY7" fmla="*/ 3374446 h 3402619"/>
              <a:gd name="connsiteX8" fmla="*/ 1210183 w 3232217"/>
              <a:gd name="connsiteY8" fmla="*/ 3385971 h 3402619"/>
              <a:gd name="connsiteX9" fmla="*/ 905573 w 3232217"/>
              <a:gd name="connsiteY9" fmla="*/ 3402164 h 3402619"/>
              <a:gd name="connsiteX10" fmla="*/ 558292 w 3232217"/>
              <a:gd name="connsiteY10" fmla="*/ 3382542 h 3402619"/>
              <a:gd name="connsiteX11" fmla="*/ 467137 w 3232217"/>
              <a:gd name="connsiteY11" fmla="*/ 3364064 h 3402619"/>
              <a:gd name="connsiteX12" fmla="*/ 206343 w 3232217"/>
              <a:gd name="connsiteY12" fmla="*/ 3202425 h 3402619"/>
              <a:gd name="connsiteX13" fmla="*/ 78613 w 3232217"/>
              <a:gd name="connsiteY13" fmla="*/ 3007352 h 3402619"/>
              <a:gd name="connsiteX14" fmla="*/ 2032 w 3232217"/>
              <a:gd name="connsiteY14" fmla="*/ 2732080 h 3402619"/>
              <a:gd name="connsiteX15" fmla="*/ 21177 w 3232217"/>
              <a:gd name="connsiteY15" fmla="*/ 2545390 h 3402619"/>
              <a:gd name="connsiteX16" fmla="*/ 116903 w 3232217"/>
              <a:gd name="connsiteY16" fmla="*/ 2389751 h 3402619"/>
              <a:gd name="connsiteX17" fmla="*/ 241300 w 3232217"/>
              <a:gd name="connsiteY17" fmla="*/ 2308408 h 3402619"/>
              <a:gd name="connsiteX18" fmla="*/ 475805 w 3232217"/>
              <a:gd name="connsiteY18" fmla="*/ 2296407 h 3402619"/>
              <a:gd name="connsiteX19" fmla="*/ 664781 w 3232217"/>
              <a:gd name="connsiteY19" fmla="*/ 2337078 h 3402619"/>
              <a:gd name="connsiteX20" fmla="*/ 803560 w 3232217"/>
              <a:gd name="connsiteY20" fmla="*/ 2337078 h 3402619"/>
              <a:gd name="connsiteX21" fmla="*/ 942340 w 3232217"/>
              <a:gd name="connsiteY21" fmla="*/ 2224588 h 3402619"/>
              <a:gd name="connsiteX22" fmla="*/ 1018921 w 3232217"/>
              <a:gd name="connsiteY22" fmla="*/ 1958840 h 3402619"/>
              <a:gd name="connsiteX23" fmla="*/ 1061974 w 3232217"/>
              <a:gd name="connsiteY23" fmla="*/ 1606987 h 3402619"/>
              <a:gd name="connsiteX24" fmla="*/ 1114647 w 3232217"/>
              <a:gd name="connsiteY24" fmla="*/ 1370005 h 3402619"/>
              <a:gd name="connsiteX25" fmla="*/ 1243806 w 3232217"/>
              <a:gd name="connsiteY25" fmla="*/ 1080350 h 3402619"/>
              <a:gd name="connsiteX26" fmla="*/ 1468691 w 3232217"/>
              <a:gd name="connsiteY26" fmla="*/ 795457 h 3402619"/>
              <a:gd name="connsiteX27" fmla="*/ 1770157 w 3232217"/>
              <a:gd name="connsiteY27" fmla="*/ 453128 h 3402619"/>
              <a:gd name="connsiteX28" fmla="*/ 1941690 w 3232217"/>
              <a:gd name="connsiteY28" fmla="*/ 87630 h 3402619"/>
              <a:gd name="connsiteX29" fmla="*/ 2163346 w 3232217"/>
              <a:gd name="connsiteY29" fmla="*/ 86281 h 3402619"/>
              <a:gd name="connsiteX30" fmla="*/ 2533396 w 3232217"/>
              <a:gd name="connsiteY30" fmla="*/ 691 h 3402619"/>
              <a:gd name="connsiteX31" fmla="*/ 2796572 w 3232217"/>
              <a:gd name="connsiteY31" fmla="*/ 53364 h 3402619"/>
              <a:gd name="connsiteX32" fmla="*/ 3014313 w 3232217"/>
              <a:gd name="connsiteY32" fmla="*/ 177856 h 3402619"/>
              <a:gd name="connsiteX33" fmla="*/ 3131566 w 3232217"/>
              <a:gd name="connsiteY33" fmla="*/ 366927 h 3402619"/>
              <a:gd name="connsiteX34" fmla="*/ 3174619 w 3232217"/>
              <a:gd name="connsiteY34" fmla="*/ 611053 h 3402619"/>
              <a:gd name="connsiteX35" fmla="*/ 3168142 w 3232217"/>
              <a:gd name="connsiteY35" fmla="*/ 993768 h 3402619"/>
              <a:gd name="connsiteX36" fmla="*/ 3185763 w 3232217"/>
              <a:gd name="connsiteY36" fmla="*/ 1497449 h 3402619"/>
              <a:gd name="connsiteX37" fmla="*/ 3232217 w 3232217"/>
              <a:gd name="connsiteY37" fmla="*/ 1895879 h 340261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186704"/>
              <a:gd name="connsiteY0" fmla="*/ 1381056 h 3349489"/>
              <a:gd name="connsiteX1" fmla="*/ 3032009 w 3186704"/>
              <a:gd name="connsiteY1" fmla="*/ 2056934 h 3349489"/>
              <a:gd name="connsiteX2" fmla="*/ 2847435 w 3186704"/>
              <a:gd name="connsiteY2" fmla="*/ 2417394 h 3349489"/>
              <a:gd name="connsiteX3" fmla="*/ 2407073 w 3186704"/>
              <a:gd name="connsiteY3" fmla="*/ 2781095 h 3349489"/>
              <a:gd name="connsiteX4" fmla="*/ 2099723 w 3186704"/>
              <a:gd name="connsiteY4" fmla="*/ 3044234 h 3349489"/>
              <a:gd name="connsiteX5" fmla="*/ 1760537 w 3186704"/>
              <a:gd name="connsiteY5" fmla="*/ 3188537 h 3349489"/>
              <a:gd name="connsiteX6" fmla="*/ 1610518 w 3186704"/>
              <a:gd name="connsiteY6" fmla="*/ 3256641 h 3349489"/>
              <a:gd name="connsiteX7" fmla="*/ 1367059 w 3186704"/>
              <a:gd name="connsiteY7" fmla="*/ 3321316 h 3349489"/>
              <a:gd name="connsiteX8" fmla="*/ 1210183 w 3186704"/>
              <a:gd name="connsiteY8" fmla="*/ 3332841 h 3349489"/>
              <a:gd name="connsiteX9" fmla="*/ 905573 w 3186704"/>
              <a:gd name="connsiteY9" fmla="*/ 3349034 h 3349489"/>
              <a:gd name="connsiteX10" fmla="*/ 558292 w 3186704"/>
              <a:gd name="connsiteY10" fmla="*/ 3329412 h 3349489"/>
              <a:gd name="connsiteX11" fmla="*/ 467137 w 3186704"/>
              <a:gd name="connsiteY11" fmla="*/ 3310934 h 3349489"/>
              <a:gd name="connsiteX12" fmla="*/ 206343 w 3186704"/>
              <a:gd name="connsiteY12" fmla="*/ 3149295 h 3349489"/>
              <a:gd name="connsiteX13" fmla="*/ 78613 w 3186704"/>
              <a:gd name="connsiteY13" fmla="*/ 2954222 h 3349489"/>
              <a:gd name="connsiteX14" fmla="*/ 2032 w 3186704"/>
              <a:gd name="connsiteY14" fmla="*/ 2678950 h 3349489"/>
              <a:gd name="connsiteX15" fmla="*/ 21177 w 3186704"/>
              <a:gd name="connsiteY15" fmla="*/ 2492260 h 3349489"/>
              <a:gd name="connsiteX16" fmla="*/ 116903 w 3186704"/>
              <a:gd name="connsiteY16" fmla="*/ 2336621 h 3349489"/>
              <a:gd name="connsiteX17" fmla="*/ 241300 w 3186704"/>
              <a:gd name="connsiteY17" fmla="*/ 2255278 h 3349489"/>
              <a:gd name="connsiteX18" fmla="*/ 475805 w 3186704"/>
              <a:gd name="connsiteY18" fmla="*/ 2243277 h 3349489"/>
              <a:gd name="connsiteX19" fmla="*/ 664781 w 3186704"/>
              <a:gd name="connsiteY19" fmla="*/ 2283948 h 3349489"/>
              <a:gd name="connsiteX20" fmla="*/ 803560 w 3186704"/>
              <a:gd name="connsiteY20" fmla="*/ 2283948 h 3349489"/>
              <a:gd name="connsiteX21" fmla="*/ 942340 w 3186704"/>
              <a:gd name="connsiteY21" fmla="*/ 2171458 h 3349489"/>
              <a:gd name="connsiteX22" fmla="*/ 1018921 w 3186704"/>
              <a:gd name="connsiteY22" fmla="*/ 1905710 h 3349489"/>
              <a:gd name="connsiteX23" fmla="*/ 1061974 w 3186704"/>
              <a:gd name="connsiteY23" fmla="*/ 1553857 h 3349489"/>
              <a:gd name="connsiteX24" fmla="*/ 1114647 w 3186704"/>
              <a:gd name="connsiteY24" fmla="*/ 1316875 h 3349489"/>
              <a:gd name="connsiteX25" fmla="*/ 1243806 w 3186704"/>
              <a:gd name="connsiteY25" fmla="*/ 1027220 h 3349489"/>
              <a:gd name="connsiteX26" fmla="*/ 1468691 w 3186704"/>
              <a:gd name="connsiteY26" fmla="*/ 742327 h 3349489"/>
              <a:gd name="connsiteX27" fmla="*/ 1770157 w 3186704"/>
              <a:gd name="connsiteY27" fmla="*/ 399998 h 3349489"/>
              <a:gd name="connsiteX28" fmla="*/ 1941690 w 3186704"/>
              <a:gd name="connsiteY28" fmla="*/ 34500 h 3349489"/>
              <a:gd name="connsiteX29" fmla="*/ 2163346 w 3186704"/>
              <a:gd name="connsiteY29" fmla="*/ 33151 h 3349489"/>
              <a:gd name="connsiteX30" fmla="*/ 2433876 w 3186704"/>
              <a:gd name="connsiteY30" fmla="*/ 153610 h 3349489"/>
              <a:gd name="connsiteX31" fmla="*/ 2796572 w 3186704"/>
              <a:gd name="connsiteY31" fmla="*/ 234 h 3349489"/>
              <a:gd name="connsiteX32" fmla="*/ 3014313 w 3186704"/>
              <a:gd name="connsiteY32" fmla="*/ 124726 h 3349489"/>
              <a:gd name="connsiteX33" fmla="*/ 3131566 w 3186704"/>
              <a:gd name="connsiteY33" fmla="*/ 313797 h 3349489"/>
              <a:gd name="connsiteX34" fmla="*/ 3174619 w 3186704"/>
              <a:gd name="connsiteY34" fmla="*/ 557923 h 3349489"/>
              <a:gd name="connsiteX35" fmla="*/ 3168142 w 3186704"/>
              <a:gd name="connsiteY35" fmla="*/ 940638 h 3349489"/>
              <a:gd name="connsiteX36" fmla="*/ 3185763 w 3186704"/>
              <a:gd name="connsiteY36" fmla="*/ 1444319 h 3349489"/>
              <a:gd name="connsiteX0" fmla="*/ 2866746 w 3176118"/>
              <a:gd name="connsiteY0" fmla="*/ 1381056 h 3349489"/>
              <a:gd name="connsiteX1" fmla="*/ 3032009 w 3176118"/>
              <a:gd name="connsiteY1" fmla="*/ 2056934 h 3349489"/>
              <a:gd name="connsiteX2" fmla="*/ 2847435 w 3176118"/>
              <a:gd name="connsiteY2" fmla="*/ 2417394 h 3349489"/>
              <a:gd name="connsiteX3" fmla="*/ 2407073 w 3176118"/>
              <a:gd name="connsiteY3" fmla="*/ 2781095 h 3349489"/>
              <a:gd name="connsiteX4" fmla="*/ 2099723 w 3176118"/>
              <a:gd name="connsiteY4" fmla="*/ 3044234 h 3349489"/>
              <a:gd name="connsiteX5" fmla="*/ 1760537 w 3176118"/>
              <a:gd name="connsiteY5" fmla="*/ 3188537 h 3349489"/>
              <a:gd name="connsiteX6" fmla="*/ 1610518 w 3176118"/>
              <a:gd name="connsiteY6" fmla="*/ 3256641 h 3349489"/>
              <a:gd name="connsiteX7" fmla="*/ 1367059 w 3176118"/>
              <a:gd name="connsiteY7" fmla="*/ 3321316 h 3349489"/>
              <a:gd name="connsiteX8" fmla="*/ 1210183 w 3176118"/>
              <a:gd name="connsiteY8" fmla="*/ 3332841 h 3349489"/>
              <a:gd name="connsiteX9" fmla="*/ 905573 w 3176118"/>
              <a:gd name="connsiteY9" fmla="*/ 3349034 h 3349489"/>
              <a:gd name="connsiteX10" fmla="*/ 558292 w 3176118"/>
              <a:gd name="connsiteY10" fmla="*/ 3329412 h 3349489"/>
              <a:gd name="connsiteX11" fmla="*/ 467137 w 3176118"/>
              <a:gd name="connsiteY11" fmla="*/ 3310934 h 3349489"/>
              <a:gd name="connsiteX12" fmla="*/ 206343 w 3176118"/>
              <a:gd name="connsiteY12" fmla="*/ 3149295 h 3349489"/>
              <a:gd name="connsiteX13" fmla="*/ 78613 w 3176118"/>
              <a:gd name="connsiteY13" fmla="*/ 2954222 h 3349489"/>
              <a:gd name="connsiteX14" fmla="*/ 2032 w 3176118"/>
              <a:gd name="connsiteY14" fmla="*/ 2678950 h 3349489"/>
              <a:gd name="connsiteX15" fmla="*/ 21177 w 3176118"/>
              <a:gd name="connsiteY15" fmla="*/ 2492260 h 3349489"/>
              <a:gd name="connsiteX16" fmla="*/ 116903 w 3176118"/>
              <a:gd name="connsiteY16" fmla="*/ 2336621 h 3349489"/>
              <a:gd name="connsiteX17" fmla="*/ 241300 w 3176118"/>
              <a:gd name="connsiteY17" fmla="*/ 2255278 h 3349489"/>
              <a:gd name="connsiteX18" fmla="*/ 475805 w 3176118"/>
              <a:gd name="connsiteY18" fmla="*/ 2243277 h 3349489"/>
              <a:gd name="connsiteX19" fmla="*/ 664781 w 3176118"/>
              <a:gd name="connsiteY19" fmla="*/ 2283948 h 3349489"/>
              <a:gd name="connsiteX20" fmla="*/ 803560 w 3176118"/>
              <a:gd name="connsiteY20" fmla="*/ 2283948 h 3349489"/>
              <a:gd name="connsiteX21" fmla="*/ 942340 w 3176118"/>
              <a:gd name="connsiteY21" fmla="*/ 2171458 h 3349489"/>
              <a:gd name="connsiteX22" fmla="*/ 1018921 w 3176118"/>
              <a:gd name="connsiteY22" fmla="*/ 1905710 h 3349489"/>
              <a:gd name="connsiteX23" fmla="*/ 1061974 w 3176118"/>
              <a:gd name="connsiteY23" fmla="*/ 1553857 h 3349489"/>
              <a:gd name="connsiteX24" fmla="*/ 1114647 w 3176118"/>
              <a:gd name="connsiteY24" fmla="*/ 1316875 h 3349489"/>
              <a:gd name="connsiteX25" fmla="*/ 1243806 w 3176118"/>
              <a:gd name="connsiteY25" fmla="*/ 1027220 h 3349489"/>
              <a:gd name="connsiteX26" fmla="*/ 1468691 w 3176118"/>
              <a:gd name="connsiteY26" fmla="*/ 742327 h 3349489"/>
              <a:gd name="connsiteX27" fmla="*/ 1770157 w 3176118"/>
              <a:gd name="connsiteY27" fmla="*/ 399998 h 3349489"/>
              <a:gd name="connsiteX28" fmla="*/ 1941690 w 3176118"/>
              <a:gd name="connsiteY28" fmla="*/ 34500 h 3349489"/>
              <a:gd name="connsiteX29" fmla="*/ 2163346 w 3176118"/>
              <a:gd name="connsiteY29" fmla="*/ 33151 h 3349489"/>
              <a:gd name="connsiteX30" fmla="*/ 2433876 w 3176118"/>
              <a:gd name="connsiteY30" fmla="*/ 153610 h 3349489"/>
              <a:gd name="connsiteX31" fmla="*/ 2796572 w 3176118"/>
              <a:gd name="connsiteY31" fmla="*/ 234 h 3349489"/>
              <a:gd name="connsiteX32" fmla="*/ 3014313 w 3176118"/>
              <a:gd name="connsiteY32" fmla="*/ 124726 h 3349489"/>
              <a:gd name="connsiteX33" fmla="*/ 3131566 w 3176118"/>
              <a:gd name="connsiteY33" fmla="*/ 313797 h 3349489"/>
              <a:gd name="connsiteX34" fmla="*/ 3174619 w 3176118"/>
              <a:gd name="connsiteY34" fmla="*/ 557923 h 3349489"/>
              <a:gd name="connsiteX35" fmla="*/ 3168142 w 3176118"/>
              <a:gd name="connsiteY35" fmla="*/ 940638 h 3349489"/>
              <a:gd name="connsiteX0" fmla="*/ 2866746 w 3174619"/>
              <a:gd name="connsiteY0" fmla="*/ 1381056 h 3349489"/>
              <a:gd name="connsiteX1" fmla="*/ 3032009 w 3174619"/>
              <a:gd name="connsiteY1" fmla="*/ 2056934 h 3349489"/>
              <a:gd name="connsiteX2" fmla="*/ 2847435 w 3174619"/>
              <a:gd name="connsiteY2" fmla="*/ 2417394 h 3349489"/>
              <a:gd name="connsiteX3" fmla="*/ 2407073 w 3174619"/>
              <a:gd name="connsiteY3" fmla="*/ 2781095 h 3349489"/>
              <a:gd name="connsiteX4" fmla="*/ 2099723 w 3174619"/>
              <a:gd name="connsiteY4" fmla="*/ 3044234 h 3349489"/>
              <a:gd name="connsiteX5" fmla="*/ 1760537 w 3174619"/>
              <a:gd name="connsiteY5" fmla="*/ 3188537 h 3349489"/>
              <a:gd name="connsiteX6" fmla="*/ 1610518 w 3174619"/>
              <a:gd name="connsiteY6" fmla="*/ 3256641 h 3349489"/>
              <a:gd name="connsiteX7" fmla="*/ 1367059 w 3174619"/>
              <a:gd name="connsiteY7" fmla="*/ 3321316 h 3349489"/>
              <a:gd name="connsiteX8" fmla="*/ 1210183 w 3174619"/>
              <a:gd name="connsiteY8" fmla="*/ 3332841 h 3349489"/>
              <a:gd name="connsiteX9" fmla="*/ 905573 w 3174619"/>
              <a:gd name="connsiteY9" fmla="*/ 3349034 h 3349489"/>
              <a:gd name="connsiteX10" fmla="*/ 558292 w 3174619"/>
              <a:gd name="connsiteY10" fmla="*/ 3329412 h 3349489"/>
              <a:gd name="connsiteX11" fmla="*/ 467137 w 3174619"/>
              <a:gd name="connsiteY11" fmla="*/ 3310934 h 3349489"/>
              <a:gd name="connsiteX12" fmla="*/ 206343 w 3174619"/>
              <a:gd name="connsiteY12" fmla="*/ 3149295 h 3349489"/>
              <a:gd name="connsiteX13" fmla="*/ 78613 w 3174619"/>
              <a:gd name="connsiteY13" fmla="*/ 2954222 h 3349489"/>
              <a:gd name="connsiteX14" fmla="*/ 2032 w 3174619"/>
              <a:gd name="connsiteY14" fmla="*/ 2678950 h 3349489"/>
              <a:gd name="connsiteX15" fmla="*/ 21177 w 3174619"/>
              <a:gd name="connsiteY15" fmla="*/ 2492260 h 3349489"/>
              <a:gd name="connsiteX16" fmla="*/ 116903 w 3174619"/>
              <a:gd name="connsiteY16" fmla="*/ 2336621 h 3349489"/>
              <a:gd name="connsiteX17" fmla="*/ 241300 w 3174619"/>
              <a:gd name="connsiteY17" fmla="*/ 2255278 h 3349489"/>
              <a:gd name="connsiteX18" fmla="*/ 475805 w 3174619"/>
              <a:gd name="connsiteY18" fmla="*/ 2243277 h 3349489"/>
              <a:gd name="connsiteX19" fmla="*/ 664781 w 3174619"/>
              <a:gd name="connsiteY19" fmla="*/ 2283948 h 3349489"/>
              <a:gd name="connsiteX20" fmla="*/ 803560 w 3174619"/>
              <a:gd name="connsiteY20" fmla="*/ 2283948 h 3349489"/>
              <a:gd name="connsiteX21" fmla="*/ 942340 w 3174619"/>
              <a:gd name="connsiteY21" fmla="*/ 2171458 h 3349489"/>
              <a:gd name="connsiteX22" fmla="*/ 1018921 w 3174619"/>
              <a:gd name="connsiteY22" fmla="*/ 1905710 h 3349489"/>
              <a:gd name="connsiteX23" fmla="*/ 1061974 w 3174619"/>
              <a:gd name="connsiteY23" fmla="*/ 1553857 h 3349489"/>
              <a:gd name="connsiteX24" fmla="*/ 1114647 w 3174619"/>
              <a:gd name="connsiteY24" fmla="*/ 1316875 h 3349489"/>
              <a:gd name="connsiteX25" fmla="*/ 1243806 w 3174619"/>
              <a:gd name="connsiteY25" fmla="*/ 1027220 h 3349489"/>
              <a:gd name="connsiteX26" fmla="*/ 1468691 w 3174619"/>
              <a:gd name="connsiteY26" fmla="*/ 742327 h 3349489"/>
              <a:gd name="connsiteX27" fmla="*/ 1770157 w 3174619"/>
              <a:gd name="connsiteY27" fmla="*/ 399998 h 3349489"/>
              <a:gd name="connsiteX28" fmla="*/ 1941690 w 3174619"/>
              <a:gd name="connsiteY28" fmla="*/ 34500 h 3349489"/>
              <a:gd name="connsiteX29" fmla="*/ 2163346 w 3174619"/>
              <a:gd name="connsiteY29" fmla="*/ 33151 h 3349489"/>
              <a:gd name="connsiteX30" fmla="*/ 2433876 w 3174619"/>
              <a:gd name="connsiteY30" fmla="*/ 153610 h 3349489"/>
              <a:gd name="connsiteX31" fmla="*/ 2796572 w 3174619"/>
              <a:gd name="connsiteY31" fmla="*/ 234 h 3349489"/>
              <a:gd name="connsiteX32" fmla="*/ 3014313 w 3174619"/>
              <a:gd name="connsiteY32" fmla="*/ 124726 h 3349489"/>
              <a:gd name="connsiteX33" fmla="*/ 3131566 w 3174619"/>
              <a:gd name="connsiteY33" fmla="*/ 313797 h 3349489"/>
              <a:gd name="connsiteX34" fmla="*/ 3174619 w 3174619"/>
              <a:gd name="connsiteY34" fmla="*/ 557923 h 3349489"/>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31566 w 3174619"/>
              <a:gd name="connsiteY32" fmla="*/ 311904 h 3347596"/>
              <a:gd name="connsiteX33" fmla="*/ 3174619 w 3174619"/>
              <a:gd name="connsiteY33" fmla="*/ 556030 h 3347596"/>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74619 w 3174619"/>
              <a:gd name="connsiteY32" fmla="*/ 556030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 name="connsiteX31" fmla="*/ 3014313 w 3032050"/>
              <a:gd name="connsiteY31" fmla="*/ 122833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942340 w 3032050"/>
              <a:gd name="connsiteY20" fmla="*/ 2169565 h 3347596"/>
              <a:gd name="connsiteX21" fmla="*/ 1018921 w 3032050"/>
              <a:gd name="connsiteY21" fmla="*/ 1903817 h 3347596"/>
              <a:gd name="connsiteX22" fmla="*/ 1061974 w 3032050"/>
              <a:gd name="connsiteY22" fmla="*/ 1551964 h 3347596"/>
              <a:gd name="connsiteX23" fmla="*/ 1114647 w 3032050"/>
              <a:gd name="connsiteY23" fmla="*/ 1314982 h 3347596"/>
              <a:gd name="connsiteX24" fmla="*/ 1243806 w 3032050"/>
              <a:gd name="connsiteY24" fmla="*/ 1025327 h 3347596"/>
              <a:gd name="connsiteX25" fmla="*/ 1468691 w 3032050"/>
              <a:gd name="connsiteY25" fmla="*/ 740434 h 3347596"/>
              <a:gd name="connsiteX26" fmla="*/ 1770157 w 3032050"/>
              <a:gd name="connsiteY26" fmla="*/ 398105 h 3347596"/>
              <a:gd name="connsiteX27" fmla="*/ 1941690 w 3032050"/>
              <a:gd name="connsiteY27" fmla="*/ 32607 h 3347596"/>
              <a:gd name="connsiteX28" fmla="*/ 2163346 w 3032050"/>
              <a:gd name="connsiteY28" fmla="*/ 31258 h 3347596"/>
              <a:gd name="connsiteX29" fmla="*/ 2433876 w 3032050"/>
              <a:gd name="connsiteY29" fmla="*/ 151717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1018921 w 3032050"/>
              <a:gd name="connsiteY20" fmla="*/ 1903817 h 3347596"/>
              <a:gd name="connsiteX21" fmla="*/ 1061974 w 3032050"/>
              <a:gd name="connsiteY21" fmla="*/ 1551964 h 3347596"/>
              <a:gd name="connsiteX22" fmla="*/ 1114647 w 3032050"/>
              <a:gd name="connsiteY22" fmla="*/ 1314982 h 3347596"/>
              <a:gd name="connsiteX23" fmla="*/ 1243806 w 3032050"/>
              <a:gd name="connsiteY23" fmla="*/ 1025327 h 3347596"/>
              <a:gd name="connsiteX24" fmla="*/ 1468691 w 3032050"/>
              <a:gd name="connsiteY24" fmla="*/ 740434 h 3347596"/>
              <a:gd name="connsiteX25" fmla="*/ 1770157 w 3032050"/>
              <a:gd name="connsiteY25" fmla="*/ 398105 h 3347596"/>
              <a:gd name="connsiteX26" fmla="*/ 1941690 w 3032050"/>
              <a:gd name="connsiteY26" fmla="*/ 32607 h 3347596"/>
              <a:gd name="connsiteX27" fmla="*/ 2163346 w 3032050"/>
              <a:gd name="connsiteY27" fmla="*/ 31258 h 3347596"/>
              <a:gd name="connsiteX28" fmla="*/ 2433876 w 3032050"/>
              <a:gd name="connsiteY28" fmla="*/ 151717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770852 w 3032050"/>
              <a:gd name="connsiteY20" fmla="*/ 1807053 h 3347596"/>
              <a:gd name="connsiteX21" fmla="*/ 1061974 w 3032050"/>
              <a:gd name="connsiteY21" fmla="*/ 1551964 h 3347596"/>
              <a:gd name="connsiteX22" fmla="*/ 1114647 w 3032050"/>
              <a:gd name="connsiteY22" fmla="*/ 1314982 h 3347596"/>
              <a:gd name="connsiteX23" fmla="*/ 1243806 w 3032050"/>
              <a:gd name="connsiteY23" fmla="*/ 1025327 h 3347596"/>
              <a:gd name="connsiteX24" fmla="*/ 1468691 w 3032050"/>
              <a:gd name="connsiteY24" fmla="*/ 740434 h 3347596"/>
              <a:gd name="connsiteX25" fmla="*/ 1770157 w 3032050"/>
              <a:gd name="connsiteY25" fmla="*/ 398105 h 3347596"/>
              <a:gd name="connsiteX26" fmla="*/ 1941690 w 3032050"/>
              <a:gd name="connsiteY26" fmla="*/ 32607 h 3347596"/>
              <a:gd name="connsiteX27" fmla="*/ 2163346 w 3032050"/>
              <a:gd name="connsiteY27" fmla="*/ 31258 h 3347596"/>
              <a:gd name="connsiteX28" fmla="*/ 2433876 w 3032050"/>
              <a:gd name="connsiteY28" fmla="*/ 151717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537559 w 3032050"/>
              <a:gd name="connsiteY19" fmla="*/ 1946327 h 3347596"/>
              <a:gd name="connsiteX20" fmla="*/ 770852 w 3032050"/>
              <a:gd name="connsiteY20" fmla="*/ 1807053 h 3347596"/>
              <a:gd name="connsiteX21" fmla="*/ 1061974 w 3032050"/>
              <a:gd name="connsiteY21" fmla="*/ 1551964 h 3347596"/>
              <a:gd name="connsiteX22" fmla="*/ 1114647 w 3032050"/>
              <a:gd name="connsiteY22" fmla="*/ 1314982 h 3347596"/>
              <a:gd name="connsiteX23" fmla="*/ 1243806 w 3032050"/>
              <a:gd name="connsiteY23" fmla="*/ 1025327 h 3347596"/>
              <a:gd name="connsiteX24" fmla="*/ 1468691 w 3032050"/>
              <a:gd name="connsiteY24" fmla="*/ 740434 h 3347596"/>
              <a:gd name="connsiteX25" fmla="*/ 1770157 w 3032050"/>
              <a:gd name="connsiteY25" fmla="*/ 398105 h 3347596"/>
              <a:gd name="connsiteX26" fmla="*/ 1941690 w 3032050"/>
              <a:gd name="connsiteY26" fmla="*/ 32607 h 3347596"/>
              <a:gd name="connsiteX27" fmla="*/ 2163346 w 3032050"/>
              <a:gd name="connsiteY27" fmla="*/ 31258 h 3347596"/>
              <a:gd name="connsiteX28" fmla="*/ 2433876 w 3032050"/>
              <a:gd name="connsiteY28" fmla="*/ 151717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395858 w 3032050"/>
              <a:gd name="connsiteY18" fmla="*/ 2230664 h 3347596"/>
              <a:gd name="connsiteX19" fmla="*/ 537559 w 3032050"/>
              <a:gd name="connsiteY19" fmla="*/ 1946327 h 3347596"/>
              <a:gd name="connsiteX20" fmla="*/ 770852 w 3032050"/>
              <a:gd name="connsiteY20" fmla="*/ 1807053 h 3347596"/>
              <a:gd name="connsiteX21" fmla="*/ 1061974 w 3032050"/>
              <a:gd name="connsiteY21" fmla="*/ 1551964 h 3347596"/>
              <a:gd name="connsiteX22" fmla="*/ 1114647 w 3032050"/>
              <a:gd name="connsiteY22" fmla="*/ 1314982 h 3347596"/>
              <a:gd name="connsiteX23" fmla="*/ 1243806 w 3032050"/>
              <a:gd name="connsiteY23" fmla="*/ 1025327 h 3347596"/>
              <a:gd name="connsiteX24" fmla="*/ 1468691 w 3032050"/>
              <a:gd name="connsiteY24" fmla="*/ 740434 h 3347596"/>
              <a:gd name="connsiteX25" fmla="*/ 1770157 w 3032050"/>
              <a:gd name="connsiteY25" fmla="*/ 398105 h 3347596"/>
              <a:gd name="connsiteX26" fmla="*/ 1941690 w 3032050"/>
              <a:gd name="connsiteY26" fmla="*/ 32607 h 3347596"/>
              <a:gd name="connsiteX27" fmla="*/ 2163346 w 3032050"/>
              <a:gd name="connsiteY27" fmla="*/ 31258 h 3347596"/>
              <a:gd name="connsiteX28" fmla="*/ 2433876 w 3032050"/>
              <a:gd name="connsiteY28" fmla="*/ 151717 h 3347596"/>
              <a:gd name="connsiteX0" fmla="*/ 2846370 w 3011674"/>
              <a:gd name="connsiteY0" fmla="*/ 1379163 h 3347596"/>
              <a:gd name="connsiteX1" fmla="*/ 3011633 w 3011674"/>
              <a:gd name="connsiteY1" fmla="*/ 2055041 h 3347596"/>
              <a:gd name="connsiteX2" fmla="*/ 2827059 w 3011674"/>
              <a:gd name="connsiteY2" fmla="*/ 2415501 h 3347596"/>
              <a:gd name="connsiteX3" fmla="*/ 2386697 w 3011674"/>
              <a:gd name="connsiteY3" fmla="*/ 2779202 h 3347596"/>
              <a:gd name="connsiteX4" fmla="*/ 2079347 w 3011674"/>
              <a:gd name="connsiteY4" fmla="*/ 3042341 h 3347596"/>
              <a:gd name="connsiteX5" fmla="*/ 1740161 w 3011674"/>
              <a:gd name="connsiteY5" fmla="*/ 3186644 h 3347596"/>
              <a:gd name="connsiteX6" fmla="*/ 1590142 w 3011674"/>
              <a:gd name="connsiteY6" fmla="*/ 3254748 h 3347596"/>
              <a:gd name="connsiteX7" fmla="*/ 1346683 w 3011674"/>
              <a:gd name="connsiteY7" fmla="*/ 3319423 h 3347596"/>
              <a:gd name="connsiteX8" fmla="*/ 1189807 w 3011674"/>
              <a:gd name="connsiteY8" fmla="*/ 3330948 h 3347596"/>
              <a:gd name="connsiteX9" fmla="*/ 885197 w 3011674"/>
              <a:gd name="connsiteY9" fmla="*/ 3347141 h 3347596"/>
              <a:gd name="connsiteX10" fmla="*/ 537916 w 3011674"/>
              <a:gd name="connsiteY10" fmla="*/ 3327519 h 3347596"/>
              <a:gd name="connsiteX11" fmla="*/ 446761 w 3011674"/>
              <a:gd name="connsiteY11" fmla="*/ 3309041 h 3347596"/>
              <a:gd name="connsiteX12" fmla="*/ 185967 w 3011674"/>
              <a:gd name="connsiteY12" fmla="*/ 3147402 h 3347596"/>
              <a:gd name="connsiteX13" fmla="*/ 58237 w 3011674"/>
              <a:gd name="connsiteY13" fmla="*/ 2952329 h 3347596"/>
              <a:gd name="connsiteX14" fmla="*/ 801 w 3011674"/>
              <a:gd name="connsiteY14" fmla="*/ 2490367 h 3347596"/>
              <a:gd name="connsiteX15" fmla="*/ 96527 w 3011674"/>
              <a:gd name="connsiteY15" fmla="*/ 2334728 h 3347596"/>
              <a:gd name="connsiteX16" fmla="*/ 220924 w 3011674"/>
              <a:gd name="connsiteY16" fmla="*/ 2253385 h 3347596"/>
              <a:gd name="connsiteX17" fmla="*/ 375482 w 3011674"/>
              <a:gd name="connsiteY17" fmla="*/ 2230664 h 3347596"/>
              <a:gd name="connsiteX18" fmla="*/ 517183 w 3011674"/>
              <a:gd name="connsiteY18" fmla="*/ 1946327 h 3347596"/>
              <a:gd name="connsiteX19" fmla="*/ 750476 w 3011674"/>
              <a:gd name="connsiteY19" fmla="*/ 1807053 h 3347596"/>
              <a:gd name="connsiteX20" fmla="*/ 1041598 w 3011674"/>
              <a:gd name="connsiteY20" fmla="*/ 1551964 h 3347596"/>
              <a:gd name="connsiteX21" fmla="*/ 1094271 w 3011674"/>
              <a:gd name="connsiteY21" fmla="*/ 1314982 h 3347596"/>
              <a:gd name="connsiteX22" fmla="*/ 1223430 w 3011674"/>
              <a:gd name="connsiteY22" fmla="*/ 1025327 h 3347596"/>
              <a:gd name="connsiteX23" fmla="*/ 1448315 w 3011674"/>
              <a:gd name="connsiteY23" fmla="*/ 740434 h 3347596"/>
              <a:gd name="connsiteX24" fmla="*/ 1749781 w 3011674"/>
              <a:gd name="connsiteY24" fmla="*/ 398105 h 3347596"/>
              <a:gd name="connsiteX25" fmla="*/ 1921314 w 3011674"/>
              <a:gd name="connsiteY25" fmla="*/ 32607 h 3347596"/>
              <a:gd name="connsiteX26" fmla="*/ 2142970 w 3011674"/>
              <a:gd name="connsiteY26" fmla="*/ 31258 h 3347596"/>
              <a:gd name="connsiteX27" fmla="*/ 2413500 w 3011674"/>
              <a:gd name="connsiteY27" fmla="*/ 151717 h 3347596"/>
              <a:gd name="connsiteX0" fmla="*/ 2852984 w 3018288"/>
              <a:gd name="connsiteY0" fmla="*/ 1379163 h 3347596"/>
              <a:gd name="connsiteX1" fmla="*/ 3018247 w 3018288"/>
              <a:gd name="connsiteY1" fmla="*/ 2055041 h 3347596"/>
              <a:gd name="connsiteX2" fmla="*/ 2833673 w 3018288"/>
              <a:gd name="connsiteY2" fmla="*/ 2415501 h 3347596"/>
              <a:gd name="connsiteX3" fmla="*/ 2393311 w 3018288"/>
              <a:gd name="connsiteY3" fmla="*/ 2779202 h 3347596"/>
              <a:gd name="connsiteX4" fmla="*/ 2085961 w 3018288"/>
              <a:gd name="connsiteY4" fmla="*/ 3042341 h 3347596"/>
              <a:gd name="connsiteX5" fmla="*/ 1746775 w 3018288"/>
              <a:gd name="connsiteY5" fmla="*/ 3186644 h 3347596"/>
              <a:gd name="connsiteX6" fmla="*/ 1596756 w 3018288"/>
              <a:gd name="connsiteY6" fmla="*/ 3254748 h 3347596"/>
              <a:gd name="connsiteX7" fmla="*/ 1353297 w 3018288"/>
              <a:gd name="connsiteY7" fmla="*/ 3319423 h 3347596"/>
              <a:gd name="connsiteX8" fmla="*/ 1196421 w 3018288"/>
              <a:gd name="connsiteY8" fmla="*/ 3330948 h 3347596"/>
              <a:gd name="connsiteX9" fmla="*/ 891811 w 3018288"/>
              <a:gd name="connsiteY9" fmla="*/ 3347141 h 3347596"/>
              <a:gd name="connsiteX10" fmla="*/ 544530 w 3018288"/>
              <a:gd name="connsiteY10" fmla="*/ 3327519 h 3347596"/>
              <a:gd name="connsiteX11" fmla="*/ 453375 w 3018288"/>
              <a:gd name="connsiteY11" fmla="*/ 3309041 h 3347596"/>
              <a:gd name="connsiteX12" fmla="*/ 192581 w 3018288"/>
              <a:gd name="connsiteY12" fmla="*/ 3147402 h 3347596"/>
              <a:gd name="connsiteX13" fmla="*/ 64851 w 3018288"/>
              <a:gd name="connsiteY13" fmla="*/ 2952329 h 3347596"/>
              <a:gd name="connsiteX14" fmla="*/ 7415 w 3018288"/>
              <a:gd name="connsiteY14" fmla="*/ 2490367 h 3347596"/>
              <a:gd name="connsiteX15" fmla="*/ 227538 w 3018288"/>
              <a:gd name="connsiteY15" fmla="*/ 2253385 h 3347596"/>
              <a:gd name="connsiteX16" fmla="*/ 382096 w 3018288"/>
              <a:gd name="connsiteY16" fmla="*/ 2230664 h 3347596"/>
              <a:gd name="connsiteX17" fmla="*/ 523797 w 3018288"/>
              <a:gd name="connsiteY17" fmla="*/ 1946327 h 3347596"/>
              <a:gd name="connsiteX18" fmla="*/ 757090 w 3018288"/>
              <a:gd name="connsiteY18" fmla="*/ 1807053 h 3347596"/>
              <a:gd name="connsiteX19" fmla="*/ 1048212 w 3018288"/>
              <a:gd name="connsiteY19" fmla="*/ 1551964 h 3347596"/>
              <a:gd name="connsiteX20" fmla="*/ 1100885 w 3018288"/>
              <a:gd name="connsiteY20" fmla="*/ 1314982 h 3347596"/>
              <a:gd name="connsiteX21" fmla="*/ 1230044 w 3018288"/>
              <a:gd name="connsiteY21" fmla="*/ 1025327 h 3347596"/>
              <a:gd name="connsiteX22" fmla="*/ 1454929 w 3018288"/>
              <a:gd name="connsiteY22" fmla="*/ 740434 h 3347596"/>
              <a:gd name="connsiteX23" fmla="*/ 1756395 w 3018288"/>
              <a:gd name="connsiteY23" fmla="*/ 398105 h 3347596"/>
              <a:gd name="connsiteX24" fmla="*/ 1927928 w 3018288"/>
              <a:gd name="connsiteY24" fmla="*/ 32607 h 3347596"/>
              <a:gd name="connsiteX25" fmla="*/ 2149584 w 3018288"/>
              <a:gd name="connsiteY25" fmla="*/ 31258 h 3347596"/>
              <a:gd name="connsiteX26" fmla="*/ 2420114 w 3018288"/>
              <a:gd name="connsiteY26" fmla="*/ 151717 h 3347596"/>
              <a:gd name="connsiteX0" fmla="*/ 2856086 w 3021390"/>
              <a:gd name="connsiteY0" fmla="*/ 1379163 h 3347596"/>
              <a:gd name="connsiteX1" fmla="*/ 3021349 w 3021390"/>
              <a:gd name="connsiteY1" fmla="*/ 2055041 h 3347596"/>
              <a:gd name="connsiteX2" fmla="*/ 2836775 w 3021390"/>
              <a:gd name="connsiteY2" fmla="*/ 2415501 h 3347596"/>
              <a:gd name="connsiteX3" fmla="*/ 2396413 w 3021390"/>
              <a:gd name="connsiteY3" fmla="*/ 2779202 h 3347596"/>
              <a:gd name="connsiteX4" fmla="*/ 2089063 w 3021390"/>
              <a:gd name="connsiteY4" fmla="*/ 3042341 h 3347596"/>
              <a:gd name="connsiteX5" fmla="*/ 1749877 w 3021390"/>
              <a:gd name="connsiteY5" fmla="*/ 3186644 h 3347596"/>
              <a:gd name="connsiteX6" fmla="*/ 1599858 w 3021390"/>
              <a:gd name="connsiteY6" fmla="*/ 3254748 h 3347596"/>
              <a:gd name="connsiteX7" fmla="*/ 1356399 w 3021390"/>
              <a:gd name="connsiteY7" fmla="*/ 3319423 h 3347596"/>
              <a:gd name="connsiteX8" fmla="*/ 1199523 w 3021390"/>
              <a:gd name="connsiteY8" fmla="*/ 3330948 h 3347596"/>
              <a:gd name="connsiteX9" fmla="*/ 894913 w 3021390"/>
              <a:gd name="connsiteY9" fmla="*/ 3347141 h 3347596"/>
              <a:gd name="connsiteX10" fmla="*/ 547632 w 3021390"/>
              <a:gd name="connsiteY10" fmla="*/ 3327519 h 3347596"/>
              <a:gd name="connsiteX11" fmla="*/ 456477 w 3021390"/>
              <a:gd name="connsiteY11" fmla="*/ 3309041 h 3347596"/>
              <a:gd name="connsiteX12" fmla="*/ 195683 w 3021390"/>
              <a:gd name="connsiteY12" fmla="*/ 3147402 h 3347596"/>
              <a:gd name="connsiteX13" fmla="*/ 67953 w 3021390"/>
              <a:gd name="connsiteY13" fmla="*/ 2952329 h 3347596"/>
              <a:gd name="connsiteX14" fmla="*/ 10517 w 3021390"/>
              <a:gd name="connsiteY14" fmla="*/ 2490367 h 3347596"/>
              <a:gd name="connsiteX15" fmla="*/ 278947 w 3021390"/>
              <a:gd name="connsiteY15" fmla="*/ 2399569 h 3347596"/>
              <a:gd name="connsiteX16" fmla="*/ 385198 w 3021390"/>
              <a:gd name="connsiteY16" fmla="*/ 2230664 h 3347596"/>
              <a:gd name="connsiteX17" fmla="*/ 526899 w 3021390"/>
              <a:gd name="connsiteY17" fmla="*/ 1946327 h 3347596"/>
              <a:gd name="connsiteX18" fmla="*/ 760192 w 3021390"/>
              <a:gd name="connsiteY18" fmla="*/ 1807053 h 3347596"/>
              <a:gd name="connsiteX19" fmla="*/ 1051314 w 3021390"/>
              <a:gd name="connsiteY19" fmla="*/ 1551964 h 3347596"/>
              <a:gd name="connsiteX20" fmla="*/ 1103987 w 3021390"/>
              <a:gd name="connsiteY20" fmla="*/ 1314982 h 3347596"/>
              <a:gd name="connsiteX21" fmla="*/ 1233146 w 3021390"/>
              <a:gd name="connsiteY21" fmla="*/ 1025327 h 3347596"/>
              <a:gd name="connsiteX22" fmla="*/ 1458031 w 3021390"/>
              <a:gd name="connsiteY22" fmla="*/ 740434 h 3347596"/>
              <a:gd name="connsiteX23" fmla="*/ 1759497 w 3021390"/>
              <a:gd name="connsiteY23" fmla="*/ 398105 h 3347596"/>
              <a:gd name="connsiteX24" fmla="*/ 1931030 w 3021390"/>
              <a:gd name="connsiteY24" fmla="*/ 32607 h 3347596"/>
              <a:gd name="connsiteX25" fmla="*/ 2152686 w 3021390"/>
              <a:gd name="connsiteY25" fmla="*/ 31258 h 3347596"/>
              <a:gd name="connsiteX26" fmla="*/ 2423216 w 3021390"/>
              <a:gd name="connsiteY26" fmla="*/ 151717 h 3347596"/>
              <a:gd name="connsiteX0" fmla="*/ 2824148 w 2989452"/>
              <a:gd name="connsiteY0" fmla="*/ 1379163 h 3347596"/>
              <a:gd name="connsiteX1" fmla="*/ 2989411 w 2989452"/>
              <a:gd name="connsiteY1" fmla="*/ 2055041 h 3347596"/>
              <a:gd name="connsiteX2" fmla="*/ 2804837 w 2989452"/>
              <a:gd name="connsiteY2" fmla="*/ 2415501 h 3347596"/>
              <a:gd name="connsiteX3" fmla="*/ 2364475 w 2989452"/>
              <a:gd name="connsiteY3" fmla="*/ 2779202 h 3347596"/>
              <a:gd name="connsiteX4" fmla="*/ 2057125 w 2989452"/>
              <a:gd name="connsiteY4" fmla="*/ 3042341 h 3347596"/>
              <a:gd name="connsiteX5" fmla="*/ 1717939 w 2989452"/>
              <a:gd name="connsiteY5" fmla="*/ 3186644 h 3347596"/>
              <a:gd name="connsiteX6" fmla="*/ 1567920 w 2989452"/>
              <a:gd name="connsiteY6" fmla="*/ 3254748 h 3347596"/>
              <a:gd name="connsiteX7" fmla="*/ 1324461 w 2989452"/>
              <a:gd name="connsiteY7" fmla="*/ 3319423 h 3347596"/>
              <a:gd name="connsiteX8" fmla="*/ 1167585 w 2989452"/>
              <a:gd name="connsiteY8" fmla="*/ 3330948 h 3347596"/>
              <a:gd name="connsiteX9" fmla="*/ 862975 w 2989452"/>
              <a:gd name="connsiteY9" fmla="*/ 3347141 h 3347596"/>
              <a:gd name="connsiteX10" fmla="*/ 515694 w 2989452"/>
              <a:gd name="connsiteY10" fmla="*/ 3327519 h 3347596"/>
              <a:gd name="connsiteX11" fmla="*/ 424539 w 2989452"/>
              <a:gd name="connsiteY11" fmla="*/ 3309041 h 3347596"/>
              <a:gd name="connsiteX12" fmla="*/ 163745 w 2989452"/>
              <a:gd name="connsiteY12" fmla="*/ 3147402 h 3347596"/>
              <a:gd name="connsiteX13" fmla="*/ 36015 w 2989452"/>
              <a:gd name="connsiteY13" fmla="*/ 2952329 h 3347596"/>
              <a:gd name="connsiteX14" fmla="*/ 15900 w 2989452"/>
              <a:gd name="connsiteY14" fmla="*/ 2572730 h 3347596"/>
              <a:gd name="connsiteX15" fmla="*/ 247009 w 2989452"/>
              <a:gd name="connsiteY15" fmla="*/ 2399569 h 3347596"/>
              <a:gd name="connsiteX16" fmla="*/ 353260 w 2989452"/>
              <a:gd name="connsiteY16" fmla="*/ 2230664 h 3347596"/>
              <a:gd name="connsiteX17" fmla="*/ 494961 w 2989452"/>
              <a:gd name="connsiteY17" fmla="*/ 1946327 h 3347596"/>
              <a:gd name="connsiteX18" fmla="*/ 728254 w 2989452"/>
              <a:gd name="connsiteY18" fmla="*/ 1807053 h 3347596"/>
              <a:gd name="connsiteX19" fmla="*/ 1019376 w 2989452"/>
              <a:gd name="connsiteY19" fmla="*/ 1551964 h 3347596"/>
              <a:gd name="connsiteX20" fmla="*/ 1072049 w 2989452"/>
              <a:gd name="connsiteY20" fmla="*/ 1314982 h 3347596"/>
              <a:gd name="connsiteX21" fmla="*/ 1201208 w 2989452"/>
              <a:gd name="connsiteY21" fmla="*/ 1025327 h 3347596"/>
              <a:gd name="connsiteX22" fmla="*/ 1426093 w 2989452"/>
              <a:gd name="connsiteY22" fmla="*/ 740434 h 3347596"/>
              <a:gd name="connsiteX23" fmla="*/ 1727559 w 2989452"/>
              <a:gd name="connsiteY23" fmla="*/ 398105 h 3347596"/>
              <a:gd name="connsiteX24" fmla="*/ 1899092 w 2989452"/>
              <a:gd name="connsiteY24" fmla="*/ 32607 h 3347596"/>
              <a:gd name="connsiteX25" fmla="*/ 2120748 w 2989452"/>
              <a:gd name="connsiteY25" fmla="*/ 31258 h 3347596"/>
              <a:gd name="connsiteX26" fmla="*/ 2391278 w 2989452"/>
              <a:gd name="connsiteY26" fmla="*/ 151717 h 3347596"/>
              <a:gd name="connsiteX0" fmla="*/ 2824148 w 2989452"/>
              <a:gd name="connsiteY0" fmla="*/ 1379163 h 3349564"/>
              <a:gd name="connsiteX1" fmla="*/ 2989411 w 2989452"/>
              <a:gd name="connsiteY1" fmla="*/ 2055041 h 3349564"/>
              <a:gd name="connsiteX2" fmla="*/ 2804837 w 2989452"/>
              <a:gd name="connsiteY2" fmla="*/ 2415501 h 3349564"/>
              <a:gd name="connsiteX3" fmla="*/ 2364475 w 2989452"/>
              <a:gd name="connsiteY3" fmla="*/ 2779202 h 3349564"/>
              <a:gd name="connsiteX4" fmla="*/ 2057125 w 2989452"/>
              <a:gd name="connsiteY4" fmla="*/ 3042341 h 3349564"/>
              <a:gd name="connsiteX5" fmla="*/ 1717939 w 2989452"/>
              <a:gd name="connsiteY5" fmla="*/ 3186644 h 3349564"/>
              <a:gd name="connsiteX6" fmla="*/ 1567920 w 2989452"/>
              <a:gd name="connsiteY6" fmla="*/ 3254748 h 3349564"/>
              <a:gd name="connsiteX7" fmla="*/ 1379087 w 2989452"/>
              <a:gd name="connsiteY7" fmla="*/ 3166256 h 3349564"/>
              <a:gd name="connsiteX8" fmla="*/ 1167585 w 2989452"/>
              <a:gd name="connsiteY8" fmla="*/ 3330948 h 3349564"/>
              <a:gd name="connsiteX9" fmla="*/ 862975 w 2989452"/>
              <a:gd name="connsiteY9" fmla="*/ 3347141 h 3349564"/>
              <a:gd name="connsiteX10" fmla="*/ 515694 w 2989452"/>
              <a:gd name="connsiteY10" fmla="*/ 3327519 h 3349564"/>
              <a:gd name="connsiteX11" fmla="*/ 424539 w 2989452"/>
              <a:gd name="connsiteY11" fmla="*/ 3309041 h 3349564"/>
              <a:gd name="connsiteX12" fmla="*/ 163745 w 2989452"/>
              <a:gd name="connsiteY12" fmla="*/ 3147402 h 3349564"/>
              <a:gd name="connsiteX13" fmla="*/ 36015 w 2989452"/>
              <a:gd name="connsiteY13" fmla="*/ 2952329 h 3349564"/>
              <a:gd name="connsiteX14" fmla="*/ 15900 w 2989452"/>
              <a:gd name="connsiteY14" fmla="*/ 2572730 h 3349564"/>
              <a:gd name="connsiteX15" fmla="*/ 247009 w 2989452"/>
              <a:gd name="connsiteY15" fmla="*/ 2399569 h 3349564"/>
              <a:gd name="connsiteX16" fmla="*/ 353260 w 2989452"/>
              <a:gd name="connsiteY16" fmla="*/ 2230664 h 3349564"/>
              <a:gd name="connsiteX17" fmla="*/ 494961 w 2989452"/>
              <a:gd name="connsiteY17" fmla="*/ 1946327 h 3349564"/>
              <a:gd name="connsiteX18" fmla="*/ 728254 w 2989452"/>
              <a:gd name="connsiteY18" fmla="*/ 1807053 h 3349564"/>
              <a:gd name="connsiteX19" fmla="*/ 1019376 w 2989452"/>
              <a:gd name="connsiteY19" fmla="*/ 1551964 h 3349564"/>
              <a:gd name="connsiteX20" fmla="*/ 1072049 w 2989452"/>
              <a:gd name="connsiteY20" fmla="*/ 1314982 h 3349564"/>
              <a:gd name="connsiteX21" fmla="*/ 1201208 w 2989452"/>
              <a:gd name="connsiteY21" fmla="*/ 1025327 h 3349564"/>
              <a:gd name="connsiteX22" fmla="*/ 1426093 w 2989452"/>
              <a:gd name="connsiteY22" fmla="*/ 740434 h 3349564"/>
              <a:gd name="connsiteX23" fmla="*/ 1727559 w 2989452"/>
              <a:gd name="connsiteY23" fmla="*/ 398105 h 3349564"/>
              <a:gd name="connsiteX24" fmla="*/ 1899092 w 2989452"/>
              <a:gd name="connsiteY24" fmla="*/ 32607 h 3349564"/>
              <a:gd name="connsiteX25" fmla="*/ 2120748 w 2989452"/>
              <a:gd name="connsiteY25" fmla="*/ 31258 h 3349564"/>
              <a:gd name="connsiteX26" fmla="*/ 2391278 w 2989452"/>
              <a:gd name="connsiteY26" fmla="*/ 151717 h 3349564"/>
              <a:gd name="connsiteX0" fmla="*/ 2824148 w 2989452"/>
              <a:gd name="connsiteY0" fmla="*/ 1379163 h 3349564"/>
              <a:gd name="connsiteX1" fmla="*/ 2989411 w 2989452"/>
              <a:gd name="connsiteY1" fmla="*/ 2055041 h 3349564"/>
              <a:gd name="connsiteX2" fmla="*/ 2804837 w 2989452"/>
              <a:gd name="connsiteY2" fmla="*/ 2415501 h 3349564"/>
              <a:gd name="connsiteX3" fmla="*/ 2364475 w 2989452"/>
              <a:gd name="connsiteY3" fmla="*/ 2779202 h 3349564"/>
              <a:gd name="connsiteX4" fmla="*/ 2057125 w 2989452"/>
              <a:gd name="connsiteY4" fmla="*/ 3042341 h 3349564"/>
              <a:gd name="connsiteX5" fmla="*/ 1817459 w 2989452"/>
              <a:gd name="connsiteY5" fmla="*/ 3243864 h 3349564"/>
              <a:gd name="connsiteX6" fmla="*/ 1567920 w 2989452"/>
              <a:gd name="connsiteY6" fmla="*/ 3254748 h 3349564"/>
              <a:gd name="connsiteX7" fmla="*/ 1379087 w 2989452"/>
              <a:gd name="connsiteY7" fmla="*/ 3166256 h 3349564"/>
              <a:gd name="connsiteX8" fmla="*/ 1167585 w 2989452"/>
              <a:gd name="connsiteY8" fmla="*/ 3330948 h 3349564"/>
              <a:gd name="connsiteX9" fmla="*/ 862975 w 2989452"/>
              <a:gd name="connsiteY9" fmla="*/ 3347141 h 3349564"/>
              <a:gd name="connsiteX10" fmla="*/ 515694 w 2989452"/>
              <a:gd name="connsiteY10" fmla="*/ 3327519 h 3349564"/>
              <a:gd name="connsiteX11" fmla="*/ 424539 w 2989452"/>
              <a:gd name="connsiteY11" fmla="*/ 3309041 h 3349564"/>
              <a:gd name="connsiteX12" fmla="*/ 163745 w 2989452"/>
              <a:gd name="connsiteY12" fmla="*/ 3147402 h 3349564"/>
              <a:gd name="connsiteX13" fmla="*/ 36015 w 2989452"/>
              <a:gd name="connsiteY13" fmla="*/ 2952329 h 3349564"/>
              <a:gd name="connsiteX14" fmla="*/ 15900 w 2989452"/>
              <a:gd name="connsiteY14" fmla="*/ 2572730 h 3349564"/>
              <a:gd name="connsiteX15" fmla="*/ 247009 w 2989452"/>
              <a:gd name="connsiteY15" fmla="*/ 2399569 h 3349564"/>
              <a:gd name="connsiteX16" fmla="*/ 353260 w 2989452"/>
              <a:gd name="connsiteY16" fmla="*/ 2230664 h 3349564"/>
              <a:gd name="connsiteX17" fmla="*/ 494961 w 2989452"/>
              <a:gd name="connsiteY17" fmla="*/ 1946327 h 3349564"/>
              <a:gd name="connsiteX18" fmla="*/ 728254 w 2989452"/>
              <a:gd name="connsiteY18" fmla="*/ 1807053 h 3349564"/>
              <a:gd name="connsiteX19" fmla="*/ 1019376 w 2989452"/>
              <a:gd name="connsiteY19" fmla="*/ 1551964 h 3349564"/>
              <a:gd name="connsiteX20" fmla="*/ 1072049 w 2989452"/>
              <a:gd name="connsiteY20" fmla="*/ 1314982 h 3349564"/>
              <a:gd name="connsiteX21" fmla="*/ 1201208 w 2989452"/>
              <a:gd name="connsiteY21" fmla="*/ 1025327 h 3349564"/>
              <a:gd name="connsiteX22" fmla="*/ 1426093 w 2989452"/>
              <a:gd name="connsiteY22" fmla="*/ 740434 h 3349564"/>
              <a:gd name="connsiteX23" fmla="*/ 1727559 w 2989452"/>
              <a:gd name="connsiteY23" fmla="*/ 398105 h 3349564"/>
              <a:gd name="connsiteX24" fmla="*/ 1899092 w 2989452"/>
              <a:gd name="connsiteY24" fmla="*/ 32607 h 3349564"/>
              <a:gd name="connsiteX25" fmla="*/ 2120748 w 2989452"/>
              <a:gd name="connsiteY25" fmla="*/ 31258 h 3349564"/>
              <a:gd name="connsiteX26" fmla="*/ 2391278 w 2989452"/>
              <a:gd name="connsiteY26" fmla="*/ 151717 h 3349564"/>
              <a:gd name="connsiteX0" fmla="*/ 2824148 w 2989452"/>
              <a:gd name="connsiteY0" fmla="*/ 1379163 h 3357736"/>
              <a:gd name="connsiteX1" fmla="*/ 2989411 w 2989452"/>
              <a:gd name="connsiteY1" fmla="*/ 2055041 h 3357736"/>
              <a:gd name="connsiteX2" fmla="*/ 2804837 w 2989452"/>
              <a:gd name="connsiteY2" fmla="*/ 2415501 h 3357736"/>
              <a:gd name="connsiteX3" fmla="*/ 2364475 w 2989452"/>
              <a:gd name="connsiteY3" fmla="*/ 2779202 h 3357736"/>
              <a:gd name="connsiteX4" fmla="*/ 2057125 w 2989452"/>
              <a:gd name="connsiteY4" fmla="*/ 3042341 h 3357736"/>
              <a:gd name="connsiteX5" fmla="*/ 1817459 w 2989452"/>
              <a:gd name="connsiteY5" fmla="*/ 3243864 h 3357736"/>
              <a:gd name="connsiteX6" fmla="*/ 1567920 w 2989452"/>
              <a:gd name="connsiteY6" fmla="*/ 3254748 h 3357736"/>
              <a:gd name="connsiteX7" fmla="*/ 1379087 w 2989452"/>
              <a:gd name="connsiteY7" fmla="*/ 3166256 h 3357736"/>
              <a:gd name="connsiteX8" fmla="*/ 862975 w 2989452"/>
              <a:gd name="connsiteY8" fmla="*/ 3347141 h 3357736"/>
              <a:gd name="connsiteX9" fmla="*/ 515694 w 2989452"/>
              <a:gd name="connsiteY9" fmla="*/ 3327519 h 3357736"/>
              <a:gd name="connsiteX10" fmla="*/ 424539 w 2989452"/>
              <a:gd name="connsiteY10" fmla="*/ 3309041 h 3357736"/>
              <a:gd name="connsiteX11" fmla="*/ 163745 w 2989452"/>
              <a:gd name="connsiteY11" fmla="*/ 3147402 h 3357736"/>
              <a:gd name="connsiteX12" fmla="*/ 36015 w 2989452"/>
              <a:gd name="connsiteY12" fmla="*/ 2952329 h 3357736"/>
              <a:gd name="connsiteX13" fmla="*/ 15900 w 2989452"/>
              <a:gd name="connsiteY13" fmla="*/ 2572730 h 3357736"/>
              <a:gd name="connsiteX14" fmla="*/ 247009 w 2989452"/>
              <a:gd name="connsiteY14" fmla="*/ 2399569 h 3357736"/>
              <a:gd name="connsiteX15" fmla="*/ 353260 w 2989452"/>
              <a:gd name="connsiteY15" fmla="*/ 2230664 h 3357736"/>
              <a:gd name="connsiteX16" fmla="*/ 494961 w 2989452"/>
              <a:gd name="connsiteY16" fmla="*/ 1946327 h 3357736"/>
              <a:gd name="connsiteX17" fmla="*/ 728254 w 2989452"/>
              <a:gd name="connsiteY17" fmla="*/ 1807053 h 3357736"/>
              <a:gd name="connsiteX18" fmla="*/ 1019376 w 2989452"/>
              <a:gd name="connsiteY18" fmla="*/ 1551964 h 3357736"/>
              <a:gd name="connsiteX19" fmla="*/ 1072049 w 2989452"/>
              <a:gd name="connsiteY19" fmla="*/ 1314982 h 3357736"/>
              <a:gd name="connsiteX20" fmla="*/ 1201208 w 2989452"/>
              <a:gd name="connsiteY20" fmla="*/ 1025327 h 3357736"/>
              <a:gd name="connsiteX21" fmla="*/ 1426093 w 2989452"/>
              <a:gd name="connsiteY21" fmla="*/ 740434 h 3357736"/>
              <a:gd name="connsiteX22" fmla="*/ 1727559 w 2989452"/>
              <a:gd name="connsiteY22" fmla="*/ 398105 h 3357736"/>
              <a:gd name="connsiteX23" fmla="*/ 1899092 w 2989452"/>
              <a:gd name="connsiteY23" fmla="*/ 32607 h 3357736"/>
              <a:gd name="connsiteX24" fmla="*/ 2120748 w 2989452"/>
              <a:gd name="connsiteY24" fmla="*/ 31258 h 3357736"/>
              <a:gd name="connsiteX25" fmla="*/ 2391278 w 2989452"/>
              <a:gd name="connsiteY25" fmla="*/ 151717 h 3357736"/>
              <a:gd name="connsiteX0" fmla="*/ 2824148 w 2989452"/>
              <a:gd name="connsiteY0" fmla="*/ 1379163 h 3332936"/>
              <a:gd name="connsiteX1" fmla="*/ 2989411 w 2989452"/>
              <a:gd name="connsiteY1" fmla="*/ 2055041 h 3332936"/>
              <a:gd name="connsiteX2" fmla="*/ 2804837 w 2989452"/>
              <a:gd name="connsiteY2" fmla="*/ 2415501 h 3332936"/>
              <a:gd name="connsiteX3" fmla="*/ 2364475 w 2989452"/>
              <a:gd name="connsiteY3" fmla="*/ 2779202 h 3332936"/>
              <a:gd name="connsiteX4" fmla="*/ 2057125 w 2989452"/>
              <a:gd name="connsiteY4" fmla="*/ 3042341 h 3332936"/>
              <a:gd name="connsiteX5" fmla="*/ 1817459 w 2989452"/>
              <a:gd name="connsiteY5" fmla="*/ 3243864 h 3332936"/>
              <a:gd name="connsiteX6" fmla="*/ 1567920 w 2989452"/>
              <a:gd name="connsiteY6" fmla="*/ 3254748 h 3332936"/>
              <a:gd name="connsiteX7" fmla="*/ 1379087 w 2989452"/>
              <a:gd name="connsiteY7" fmla="*/ 3166256 h 3332936"/>
              <a:gd name="connsiteX8" fmla="*/ 905646 w 2989452"/>
              <a:gd name="connsiteY8" fmla="*/ 3208537 h 3332936"/>
              <a:gd name="connsiteX9" fmla="*/ 515694 w 2989452"/>
              <a:gd name="connsiteY9" fmla="*/ 3327519 h 3332936"/>
              <a:gd name="connsiteX10" fmla="*/ 424539 w 2989452"/>
              <a:gd name="connsiteY10" fmla="*/ 3309041 h 3332936"/>
              <a:gd name="connsiteX11" fmla="*/ 163745 w 2989452"/>
              <a:gd name="connsiteY11" fmla="*/ 3147402 h 3332936"/>
              <a:gd name="connsiteX12" fmla="*/ 36015 w 2989452"/>
              <a:gd name="connsiteY12" fmla="*/ 2952329 h 3332936"/>
              <a:gd name="connsiteX13" fmla="*/ 15900 w 2989452"/>
              <a:gd name="connsiteY13" fmla="*/ 2572730 h 3332936"/>
              <a:gd name="connsiteX14" fmla="*/ 247009 w 2989452"/>
              <a:gd name="connsiteY14" fmla="*/ 2399569 h 3332936"/>
              <a:gd name="connsiteX15" fmla="*/ 353260 w 2989452"/>
              <a:gd name="connsiteY15" fmla="*/ 2230664 h 3332936"/>
              <a:gd name="connsiteX16" fmla="*/ 494961 w 2989452"/>
              <a:gd name="connsiteY16" fmla="*/ 1946327 h 3332936"/>
              <a:gd name="connsiteX17" fmla="*/ 728254 w 2989452"/>
              <a:gd name="connsiteY17" fmla="*/ 1807053 h 3332936"/>
              <a:gd name="connsiteX18" fmla="*/ 1019376 w 2989452"/>
              <a:gd name="connsiteY18" fmla="*/ 1551964 h 3332936"/>
              <a:gd name="connsiteX19" fmla="*/ 1072049 w 2989452"/>
              <a:gd name="connsiteY19" fmla="*/ 1314982 h 3332936"/>
              <a:gd name="connsiteX20" fmla="*/ 1201208 w 2989452"/>
              <a:gd name="connsiteY20" fmla="*/ 1025327 h 3332936"/>
              <a:gd name="connsiteX21" fmla="*/ 1426093 w 2989452"/>
              <a:gd name="connsiteY21" fmla="*/ 740434 h 3332936"/>
              <a:gd name="connsiteX22" fmla="*/ 1727559 w 2989452"/>
              <a:gd name="connsiteY22" fmla="*/ 398105 h 3332936"/>
              <a:gd name="connsiteX23" fmla="*/ 1899092 w 2989452"/>
              <a:gd name="connsiteY23" fmla="*/ 32607 h 3332936"/>
              <a:gd name="connsiteX24" fmla="*/ 2120748 w 2989452"/>
              <a:gd name="connsiteY24" fmla="*/ 31258 h 3332936"/>
              <a:gd name="connsiteX25" fmla="*/ 2391278 w 2989452"/>
              <a:gd name="connsiteY25" fmla="*/ 151717 h 3332936"/>
              <a:gd name="connsiteX0" fmla="*/ 2824148 w 2989452"/>
              <a:gd name="connsiteY0" fmla="*/ 1379163 h 3332936"/>
              <a:gd name="connsiteX1" fmla="*/ 2989411 w 2989452"/>
              <a:gd name="connsiteY1" fmla="*/ 2055041 h 3332936"/>
              <a:gd name="connsiteX2" fmla="*/ 2804837 w 2989452"/>
              <a:gd name="connsiteY2" fmla="*/ 2415501 h 3332936"/>
              <a:gd name="connsiteX3" fmla="*/ 2364475 w 2989452"/>
              <a:gd name="connsiteY3" fmla="*/ 2779202 h 3332936"/>
              <a:gd name="connsiteX4" fmla="*/ 2057125 w 2989452"/>
              <a:gd name="connsiteY4" fmla="*/ 3042341 h 3332936"/>
              <a:gd name="connsiteX5" fmla="*/ 1817459 w 2989452"/>
              <a:gd name="connsiteY5" fmla="*/ 3243864 h 3332936"/>
              <a:gd name="connsiteX6" fmla="*/ 1567920 w 2989452"/>
              <a:gd name="connsiteY6" fmla="*/ 3254748 h 3332936"/>
              <a:gd name="connsiteX7" fmla="*/ 1379087 w 2989452"/>
              <a:gd name="connsiteY7" fmla="*/ 3166256 h 3332936"/>
              <a:gd name="connsiteX8" fmla="*/ 905646 w 2989452"/>
              <a:gd name="connsiteY8" fmla="*/ 3208537 h 3332936"/>
              <a:gd name="connsiteX9" fmla="*/ 515694 w 2989452"/>
              <a:gd name="connsiteY9" fmla="*/ 3327519 h 3332936"/>
              <a:gd name="connsiteX10" fmla="*/ 424539 w 2989452"/>
              <a:gd name="connsiteY10" fmla="*/ 3309041 h 3332936"/>
              <a:gd name="connsiteX11" fmla="*/ 163745 w 2989452"/>
              <a:gd name="connsiteY11" fmla="*/ 3147402 h 3332936"/>
              <a:gd name="connsiteX12" fmla="*/ 36015 w 2989452"/>
              <a:gd name="connsiteY12" fmla="*/ 2952329 h 3332936"/>
              <a:gd name="connsiteX13" fmla="*/ 15900 w 2989452"/>
              <a:gd name="connsiteY13" fmla="*/ 2572730 h 3332936"/>
              <a:gd name="connsiteX14" fmla="*/ 247009 w 2989452"/>
              <a:gd name="connsiteY14" fmla="*/ 2399569 h 3332936"/>
              <a:gd name="connsiteX15" fmla="*/ 353260 w 2989452"/>
              <a:gd name="connsiteY15" fmla="*/ 2230664 h 3332936"/>
              <a:gd name="connsiteX16" fmla="*/ 494961 w 2989452"/>
              <a:gd name="connsiteY16" fmla="*/ 1946327 h 3332936"/>
              <a:gd name="connsiteX17" fmla="*/ 728254 w 2989452"/>
              <a:gd name="connsiteY17" fmla="*/ 1807053 h 3332936"/>
              <a:gd name="connsiteX18" fmla="*/ 1019376 w 2989452"/>
              <a:gd name="connsiteY18" fmla="*/ 1551964 h 3332936"/>
              <a:gd name="connsiteX19" fmla="*/ 1072049 w 2989452"/>
              <a:gd name="connsiteY19" fmla="*/ 1314982 h 3332936"/>
              <a:gd name="connsiteX20" fmla="*/ 1201208 w 2989452"/>
              <a:gd name="connsiteY20" fmla="*/ 1025327 h 3332936"/>
              <a:gd name="connsiteX21" fmla="*/ 1426093 w 2989452"/>
              <a:gd name="connsiteY21" fmla="*/ 740434 h 3332936"/>
              <a:gd name="connsiteX22" fmla="*/ 1727559 w 2989452"/>
              <a:gd name="connsiteY22" fmla="*/ 398105 h 3332936"/>
              <a:gd name="connsiteX23" fmla="*/ 1899092 w 2989452"/>
              <a:gd name="connsiteY23" fmla="*/ 32607 h 3332936"/>
              <a:gd name="connsiteX24" fmla="*/ 2120748 w 2989452"/>
              <a:gd name="connsiteY24" fmla="*/ 31258 h 3332936"/>
              <a:gd name="connsiteX25" fmla="*/ 2391278 w 2989452"/>
              <a:gd name="connsiteY25" fmla="*/ 151717 h 3332936"/>
              <a:gd name="connsiteX0" fmla="*/ 2824148 w 2989452"/>
              <a:gd name="connsiteY0" fmla="*/ 1379163 h 3330987"/>
              <a:gd name="connsiteX1" fmla="*/ 2989411 w 2989452"/>
              <a:gd name="connsiteY1" fmla="*/ 2055041 h 3330987"/>
              <a:gd name="connsiteX2" fmla="*/ 2804837 w 2989452"/>
              <a:gd name="connsiteY2" fmla="*/ 2415501 h 3330987"/>
              <a:gd name="connsiteX3" fmla="*/ 2364475 w 2989452"/>
              <a:gd name="connsiteY3" fmla="*/ 2779202 h 3330987"/>
              <a:gd name="connsiteX4" fmla="*/ 2057125 w 2989452"/>
              <a:gd name="connsiteY4" fmla="*/ 3042341 h 3330987"/>
              <a:gd name="connsiteX5" fmla="*/ 1817459 w 2989452"/>
              <a:gd name="connsiteY5" fmla="*/ 3243864 h 3330987"/>
              <a:gd name="connsiteX6" fmla="*/ 1567920 w 2989452"/>
              <a:gd name="connsiteY6" fmla="*/ 3254748 h 3330987"/>
              <a:gd name="connsiteX7" fmla="*/ 1379087 w 2989452"/>
              <a:gd name="connsiteY7" fmla="*/ 3166256 h 3330987"/>
              <a:gd name="connsiteX8" fmla="*/ 933811 w 2989452"/>
              <a:gd name="connsiteY8" fmla="*/ 3237714 h 3330987"/>
              <a:gd name="connsiteX9" fmla="*/ 515694 w 2989452"/>
              <a:gd name="connsiteY9" fmla="*/ 3327519 h 3330987"/>
              <a:gd name="connsiteX10" fmla="*/ 424539 w 2989452"/>
              <a:gd name="connsiteY10" fmla="*/ 3309041 h 3330987"/>
              <a:gd name="connsiteX11" fmla="*/ 163745 w 2989452"/>
              <a:gd name="connsiteY11" fmla="*/ 3147402 h 3330987"/>
              <a:gd name="connsiteX12" fmla="*/ 36015 w 2989452"/>
              <a:gd name="connsiteY12" fmla="*/ 2952329 h 3330987"/>
              <a:gd name="connsiteX13" fmla="*/ 15900 w 2989452"/>
              <a:gd name="connsiteY13" fmla="*/ 2572730 h 3330987"/>
              <a:gd name="connsiteX14" fmla="*/ 247009 w 2989452"/>
              <a:gd name="connsiteY14" fmla="*/ 2399569 h 3330987"/>
              <a:gd name="connsiteX15" fmla="*/ 353260 w 2989452"/>
              <a:gd name="connsiteY15" fmla="*/ 2230664 h 3330987"/>
              <a:gd name="connsiteX16" fmla="*/ 494961 w 2989452"/>
              <a:gd name="connsiteY16" fmla="*/ 1946327 h 3330987"/>
              <a:gd name="connsiteX17" fmla="*/ 728254 w 2989452"/>
              <a:gd name="connsiteY17" fmla="*/ 1807053 h 3330987"/>
              <a:gd name="connsiteX18" fmla="*/ 1019376 w 2989452"/>
              <a:gd name="connsiteY18" fmla="*/ 1551964 h 3330987"/>
              <a:gd name="connsiteX19" fmla="*/ 1072049 w 2989452"/>
              <a:gd name="connsiteY19" fmla="*/ 1314982 h 3330987"/>
              <a:gd name="connsiteX20" fmla="*/ 1201208 w 2989452"/>
              <a:gd name="connsiteY20" fmla="*/ 1025327 h 3330987"/>
              <a:gd name="connsiteX21" fmla="*/ 1426093 w 2989452"/>
              <a:gd name="connsiteY21" fmla="*/ 740434 h 3330987"/>
              <a:gd name="connsiteX22" fmla="*/ 1727559 w 2989452"/>
              <a:gd name="connsiteY22" fmla="*/ 398105 h 3330987"/>
              <a:gd name="connsiteX23" fmla="*/ 1899092 w 2989452"/>
              <a:gd name="connsiteY23" fmla="*/ 32607 h 3330987"/>
              <a:gd name="connsiteX24" fmla="*/ 2120748 w 2989452"/>
              <a:gd name="connsiteY24" fmla="*/ 31258 h 3330987"/>
              <a:gd name="connsiteX25" fmla="*/ 2391278 w 2989452"/>
              <a:gd name="connsiteY25" fmla="*/ 151717 h 3330987"/>
              <a:gd name="connsiteX0" fmla="*/ 2824148 w 2989452"/>
              <a:gd name="connsiteY0" fmla="*/ 1379163 h 3311349"/>
              <a:gd name="connsiteX1" fmla="*/ 2989411 w 2989452"/>
              <a:gd name="connsiteY1" fmla="*/ 2055041 h 3311349"/>
              <a:gd name="connsiteX2" fmla="*/ 2804837 w 2989452"/>
              <a:gd name="connsiteY2" fmla="*/ 2415501 h 3311349"/>
              <a:gd name="connsiteX3" fmla="*/ 2364475 w 2989452"/>
              <a:gd name="connsiteY3" fmla="*/ 2779202 h 3311349"/>
              <a:gd name="connsiteX4" fmla="*/ 2057125 w 2989452"/>
              <a:gd name="connsiteY4" fmla="*/ 3042341 h 3311349"/>
              <a:gd name="connsiteX5" fmla="*/ 1817459 w 2989452"/>
              <a:gd name="connsiteY5" fmla="*/ 3243864 h 3311349"/>
              <a:gd name="connsiteX6" fmla="*/ 1567920 w 2989452"/>
              <a:gd name="connsiteY6" fmla="*/ 3254748 h 3311349"/>
              <a:gd name="connsiteX7" fmla="*/ 1379087 w 2989452"/>
              <a:gd name="connsiteY7" fmla="*/ 3166256 h 3311349"/>
              <a:gd name="connsiteX8" fmla="*/ 933811 w 2989452"/>
              <a:gd name="connsiteY8" fmla="*/ 3237714 h 3311349"/>
              <a:gd name="connsiteX9" fmla="*/ 424539 w 2989452"/>
              <a:gd name="connsiteY9" fmla="*/ 3309041 h 3311349"/>
              <a:gd name="connsiteX10" fmla="*/ 163745 w 2989452"/>
              <a:gd name="connsiteY10" fmla="*/ 3147402 h 3311349"/>
              <a:gd name="connsiteX11" fmla="*/ 36015 w 2989452"/>
              <a:gd name="connsiteY11" fmla="*/ 2952329 h 3311349"/>
              <a:gd name="connsiteX12" fmla="*/ 15900 w 2989452"/>
              <a:gd name="connsiteY12" fmla="*/ 2572730 h 3311349"/>
              <a:gd name="connsiteX13" fmla="*/ 247009 w 2989452"/>
              <a:gd name="connsiteY13" fmla="*/ 2399569 h 3311349"/>
              <a:gd name="connsiteX14" fmla="*/ 353260 w 2989452"/>
              <a:gd name="connsiteY14" fmla="*/ 2230664 h 3311349"/>
              <a:gd name="connsiteX15" fmla="*/ 494961 w 2989452"/>
              <a:gd name="connsiteY15" fmla="*/ 1946327 h 3311349"/>
              <a:gd name="connsiteX16" fmla="*/ 728254 w 2989452"/>
              <a:gd name="connsiteY16" fmla="*/ 1807053 h 3311349"/>
              <a:gd name="connsiteX17" fmla="*/ 1019376 w 2989452"/>
              <a:gd name="connsiteY17" fmla="*/ 1551964 h 3311349"/>
              <a:gd name="connsiteX18" fmla="*/ 1072049 w 2989452"/>
              <a:gd name="connsiteY18" fmla="*/ 1314982 h 3311349"/>
              <a:gd name="connsiteX19" fmla="*/ 1201208 w 2989452"/>
              <a:gd name="connsiteY19" fmla="*/ 1025327 h 3311349"/>
              <a:gd name="connsiteX20" fmla="*/ 1426093 w 2989452"/>
              <a:gd name="connsiteY20" fmla="*/ 740434 h 3311349"/>
              <a:gd name="connsiteX21" fmla="*/ 1727559 w 2989452"/>
              <a:gd name="connsiteY21" fmla="*/ 398105 h 3311349"/>
              <a:gd name="connsiteX22" fmla="*/ 1899092 w 2989452"/>
              <a:gd name="connsiteY22" fmla="*/ 32607 h 3311349"/>
              <a:gd name="connsiteX23" fmla="*/ 2120748 w 2989452"/>
              <a:gd name="connsiteY23" fmla="*/ 31258 h 3311349"/>
              <a:gd name="connsiteX24" fmla="*/ 2391278 w 2989452"/>
              <a:gd name="connsiteY24" fmla="*/ 151717 h 3311349"/>
              <a:gd name="connsiteX0" fmla="*/ 2824148 w 2989452"/>
              <a:gd name="connsiteY0" fmla="*/ 1379163 h 3310055"/>
              <a:gd name="connsiteX1" fmla="*/ 2989411 w 2989452"/>
              <a:gd name="connsiteY1" fmla="*/ 2055041 h 3310055"/>
              <a:gd name="connsiteX2" fmla="*/ 2804837 w 2989452"/>
              <a:gd name="connsiteY2" fmla="*/ 2415501 h 3310055"/>
              <a:gd name="connsiteX3" fmla="*/ 2364475 w 2989452"/>
              <a:gd name="connsiteY3" fmla="*/ 2779202 h 3310055"/>
              <a:gd name="connsiteX4" fmla="*/ 2057125 w 2989452"/>
              <a:gd name="connsiteY4" fmla="*/ 3042341 h 3310055"/>
              <a:gd name="connsiteX5" fmla="*/ 1817459 w 2989452"/>
              <a:gd name="connsiteY5" fmla="*/ 3243864 h 3310055"/>
              <a:gd name="connsiteX6" fmla="*/ 1567920 w 2989452"/>
              <a:gd name="connsiteY6" fmla="*/ 3254748 h 3310055"/>
              <a:gd name="connsiteX7" fmla="*/ 1379087 w 2989452"/>
              <a:gd name="connsiteY7" fmla="*/ 3166256 h 3310055"/>
              <a:gd name="connsiteX8" fmla="*/ 933811 w 2989452"/>
              <a:gd name="connsiteY8" fmla="*/ 3237714 h 3310055"/>
              <a:gd name="connsiteX9" fmla="*/ 424539 w 2989452"/>
              <a:gd name="connsiteY9" fmla="*/ 3309041 h 3310055"/>
              <a:gd name="connsiteX10" fmla="*/ 163745 w 2989452"/>
              <a:gd name="connsiteY10" fmla="*/ 3147402 h 3310055"/>
              <a:gd name="connsiteX11" fmla="*/ 36015 w 2989452"/>
              <a:gd name="connsiteY11" fmla="*/ 2952329 h 3310055"/>
              <a:gd name="connsiteX12" fmla="*/ 15900 w 2989452"/>
              <a:gd name="connsiteY12" fmla="*/ 2572730 h 3310055"/>
              <a:gd name="connsiteX13" fmla="*/ 247009 w 2989452"/>
              <a:gd name="connsiteY13" fmla="*/ 2399569 h 3310055"/>
              <a:gd name="connsiteX14" fmla="*/ 353260 w 2989452"/>
              <a:gd name="connsiteY14" fmla="*/ 2230664 h 3310055"/>
              <a:gd name="connsiteX15" fmla="*/ 494961 w 2989452"/>
              <a:gd name="connsiteY15" fmla="*/ 1946327 h 3310055"/>
              <a:gd name="connsiteX16" fmla="*/ 728254 w 2989452"/>
              <a:gd name="connsiteY16" fmla="*/ 1807053 h 3310055"/>
              <a:gd name="connsiteX17" fmla="*/ 1019376 w 2989452"/>
              <a:gd name="connsiteY17" fmla="*/ 1551964 h 3310055"/>
              <a:gd name="connsiteX18" fmla="*/ 1072049 w 2989452"/>
              <a:gd name="connsiteY18" fmla="*/ 1314982 h 3310055"/>
              <a:gd name="connsiteX19" fmla="*/ 1201208 w 2989452"/>
              <a:gd name="connsiteY19" fmla="*/ 1025327 h 3310055"/>
              <a:gd name="connsiteX20" fmla="*/ 1426093 w 2989452"/>
              <a:gd name="connsiteY20" fmla="*/ 740434 h 3310055"/>
              <a:gd name="connsiteX21" fmla="*/ 1727559 w 2989452"/>
              <a:gd name="connsiteY21" fmla="*/ 398105 h 3310055"/>
              <a:gd name="connsiteX22" fmla="*/ 1899092 w 2989452"/>
              <a:gd name="connsiteY22" fmla="*/ 32607 h 3310055"/>
              <a:gd name="connsiteX23" fmla="*/ 2120748 w 2989452"/>
              <a:gd name="connsiteY23" fmla="*/ 31258 h 3310055"/>
              <a:gd name="connsiteX24" fmla="*/ 2391278 w 2989452"/>
              <a:gd name="connsiteY24" fmla="*/ 151717 h 3310055"/>
              <a:gd name="connsiteX0" fmla="*/ 2989411 w 2989411"/>
              <a:gd name="connsiteY0" fmla="*/ 2055041 h 3310055"/>
              <a:gd name="connsiteX1" fmla="*/ 2804837 w 2989411"/>
              <a:gd name="connsiteY1" fmla="*/ 2415501 h 3310055"/>
              <a:gd name="connsiteX2" fmla="*/ 2364475 w 2989411"/>
              <a:gd name="connsiteY2" fmla="*/ 2779202 h 3310055"/>
              <a:gd name="connsiteX3" fmla="*/ 2057125 w 2989411"/>
              <a:gd name="connsiteY3" fmla="*/ 3042341 h 3310055"/>
              <a:gd name="connsiteX4" fmla="*/ 1817459 w 2989411"/>
              <a:gd name="connsiteY4" fmla="*/ 3243864 h 3310055"/>
              <a:gd name="connsiteX5" fmla="*/ 1567920 w 2989411"/>
              <a:gd name="connsiteY5" fmla="*/ 3254748 h 3310055"/>
              <a:gd name="connsiteX6" fmla="*/ 1379087 w 2989411"/>
              <a:gd name="connsiteY6" fmla="*/ 3166256 h 3310055"/>
              <a:gd name="connsiteX7" fmla="*/ 933811 w 2989411"/>
              <a:gd name="connsiteY7" fmla="*/ 3237714 h 3310055"/>
              <a:gd name="connsiteX8" fmla="*/ 424539 w 2989411"/>
              <a:gd name="connsiteY8" fmla="*/ 3309041 h 3310055"/>
              <a:gd name="connsiteX9" fmla="*/ 163745 w 2989411"/>
              <a:gd name="connsiteY9" fmla="*/ 3147402 h 3310055"/>
              <a:gd name="connsiteX10" fmla="*/ 36015 w 2989411"/>
              <a:gd name="connsiteY10" fmla="*/ 2952329 h 3310055"/>
              <a:gd name="connsiteX11" fmla="*/ 15900 w 2989411"/>
              <a:gd name="connsiteY11" fmla="*/ 2572730 h 3310055"/>
              <a:gd name="connsiteX12" fmla="*/ 247009 w 2989411"/>
              <a:gd name="connsiteY12" fmla="*/ 2399569 h 3310055"/>
              <a:gd name="connsiteX13" fmla="*/ 353260 w 2989411"/>
              <a:gd name="connsiteY13" fmla="*/ 2230664 h 3310055"/>
              <a:gd name="connsiteX14" fmla="*/ 494961 w 2989411"/>
              <a:gd name="connsiteY14" fmla="*/ 1946327 h 3310055"/>
              <a:gd name="connsiteX15" fmla="*/ 728254 w 2989411"/>
              <a:gd name="connsiteY15" fmla="*/ 1807053 h 3310055"/>
              <a:gd name="connsiteX16" fmla="*/ 1019376 w 2989411"/>
              <a:gd name="connsiteY16" fmla="*/ 1551964 h 3310055"/>
              <a:gd name="connsiteX17" fmla="*/ 1072049 w 2989411"/>
              <a:gd name="connsiteY17" fmla="*/ 1314982 h 3310055"/>
              <a:gd name="connsiteX18" fmla="*/ 1201208 w 2989411"/>
              <a:gd name="connsiteY18" fmla="*/ 1025327 h 3310055"/>
              <a:gd name="connsiteX19" fmla="*/ 1426093 w 2989411"/>
              <a:gd name="connsiteY19" fmla="*/ 740434 h 3310055"/>
              <a:gd name="connsiteX20" fmla="*/ 1727559 w 2989411"/>
              <a:gd name="connsiteY20" fmla="*/ 398105 h 3310055"/>
              <a:gd name="connsiteX21" fmla="*/ 1899092 w 2989411"/>
              <a:gd name="connsiteY21" fmla="*/ 32607 h 3310055"/>
              <a:gd name="connsiteX22" fmla="*/ 2120748 w 2989411"/>
              <a:gd name="connsiteY22" fmla="*/ 31258 h 3310055"/>
              <a:gd name="connsiteX23" fmla="*/ 2391278 w 2989411"/>
              <a:gd name="connsiteY23" fmla="*/ 151717 h 3310055"/>
              <a:gd name="connsiteX0" fmla="*/ 2804837 w 2804837"/>
              <a:gd name="connsiteY0" fmla="*/ 2415501 h 3310055"/>
              <a:gd name="connsiteX1" fmla="*/ 2364475 w 2804837"/>
              <a:gd name="connsiteY1" fmla="*/ 2779202 h 3310055"/>
              <a:gd name="connsiteX2" fmla="*/ 2057125 w 2804837"/>
              <a:gd name="connsiteY2" fmla="*/ 3042341 h 3310055"/>
              <a:gd name="connsiteX3" fmla="*/ 1817459 w 2804837"/>
              <a:gd name="connsiteY3" fmla="*/ 3243864 h 3310055"/>
              <a:gd name="connsiteX4" fmla="*/ 1567920 w 2804837"/>
              <a:gd name="connsiteY4" fmla="*/ 3254748 h 3310055"/>
              <a:gd name="connsiteX5" fmla="*/ 1379087 w 2804837"/>
              <a:gd name="connsiteY5" fmla="*/ 3166256 h 3310055"/>
              <a:gd name="connsiteX6" fmla="*/ 933811 w 2804837"/>
              <a:gd name="connsiteY6" fmla="*/ 3237714 h 3310055"/>
              <a:gd name="connsiteX7" fmla="*/ 424539 w 2804837"/>
              <a:gd name="connsiteY7" fmla="*/ 3309041 h 3310055"/>
              <a:gd name="connsiteX8" fmla="*/ 163745 w 2804837"/>
              <a:gd name="connsiteY8" fmla="*/ 3147402 h 3310055"/>
              <a:gd name="connsiteX9" fmla="*/ 36015 w 2804837"/>
              <a:gd name="connsiteY9" fmla="*/ 2952329 h 3310055"/>
              <a:gd name="connsiteX10" fmla="*/ 15900 w 2804837"/>
              <a:gd name="connsiteY10" fmla="*/ 2572730 h 3310055"/>
              <a:gd name="connsiteX11" fmla="*/ 247009 w 2804837"/>
              <a:gd name="connsiteY11" fmla="*/ 2399569 h 3310055"/>
              <a:gd name="connsiteX12" fmla="*/ 353260 w 2804837"/>
              <a:gd name="connsiteY12" fmla="*/ 2230664 h 3310055"/>
              <a:gd name="connsiteX13" fmla="*/ 494961 w 2804837"/>
              <a:gd name="connsiteY13" fmla="*/ 1946327 h 3310055"/>
              <a:gd name="connsiteX14" fmla="*/ 728254 w 2804837"/>
              <a:gd name="connsiteY14" fmla="*/ 1807053 h 3310055"/>
              <a:gd name="connsiteX15" fmla="*/ 1019376 w 2804837"/>
              <a:gd name="connsiteY15" fmla="*/ 1551964 h 3310055"/>
              <a:gd name="connsiteX16" fmla="*/ 1072049 w 2804837"/>
              <a:gd name="connsiteY16" fmla="*/ 1314982 h 3310055"/>
              <a:gd name="connsiteX17" fmla="*/ 1201208 w 2804837"/>
              <a:gd name="connsiteY17" fmla="*/ 1025327 h 3310055"/>
              <a:gd name="connsiteX18" fmla="*/ 1426093 w 2804837"/>
              <a:gd name="connsiteY18" fmla="*/ 740434 h 3310055"/>
              <a:gd name="connsiteX19" fmla="*/ 1727559 w 2804837"/>
              <a:gd name="connsiteY19" fmla="*/ 398105 h 3310055"/>
              <a:gd name="connsiteX20" fmla="*/ 1899092 w 2804837"/>
              <a:gd name="connsiteY20" fmla="*/ 32607 h 3310055"/>
              <a:gd name="connsiteX21" fmla="*/ 2120748 w 2804837"/>
              <a:gd name="connsiteY21" fmla="*/ 31258 h 3310055"/>
              <a:gd name="connsiteX22" fmla="*/ 2391278 w 2804837"/>
              <a:gd name="connsiteY22" fmla="*/ 151717 h 3310055"/>
              <a:gd name="connsiteX0" fmla="*/ 2862493 w 2862493"/>
              <a:gd name="connsiteY0" fmla="*/ 2313543 h 3310055"/>
              <a:gd name="connsiteX1" fmla="*/ 2364475 w 2862493"/>
              <a:gd name="connsiteY1" fmla="*/ 2779202 h 3310055"/>
              <a:gd name="connsiteX2" fmla="*/ 2057125 w 2862493"/>
              <a:gd name="connsiteY2" fmla="*/ 3042341 h 3310055"/>
              <a:gd name="connsiteX3" fmla="*/ 1817459 w 2862493"/>
              <a:gd name="connsiteY3" fmla="*/ 3243864 h 3310055"/>
              <a:gd name="connsiteX4" fmla="*/ 1567920 w 2862493"/>
              <a:gd name="connsiteY4" fmla="*/ 3254748 h 3310055"/>
              <a:gd name="connsiteX5" fmla="*/ 1379087 w 2862493"/>
              <a:gd name="connsiteY5" fmla="*/ 3166256 h 3310055"/>
              <a:gd name="connsiteX6" fmla="*/ 933811 w 2862493"/>
              <a:gd name="connsiteY6" fmla="*/ 3237714 h 3310055"/>
              <a:gd name="connsiteX7" fmla="*/ 424539 w 2862493"/>
              <a:gd name="connsiteY7" fmla="*/ 3309041 h 3310055"/>
              <a:gd name="connsiteX8" fmla="*/ 163745 w 2862493"/>
              <a:gd name="connsiteY8" fmla="*/ 3147402 h 3310055"/>
              <a:gd name="connsiteX9" fmla="*/ 36015 w 2862493"/>
              <a:gd name="connsiteY9" fmla="*/ 2952329 h 3310055"/>
              <a:gd name="connsiteX10" fmla="*/ 15900 w 2862493"/>
              <a:gd name="connsiteY10" fmla="*/ 2572730 h 3310055"/>
              <a:gd name="connsiteX11" fmla="*/ 247009 w 2862493"/>
              <a:gd name="connsiteY11" fmla="*/ 2399569 h 3310055"/>
              <a:gd name="connsiteX12" fmla="*/ 353260 w 2862493"/>
              <a:gd name="connsiteY12" fmla="*/ 2230664 h 3310055"/>
              <a:gd name="connsiteX13" fmla="*/ 494961 w 2862493"/>
              <a:gd name="connsiteY13" fmla="*/ 1946327 h 3310055"/>
              <a:gd name="connsiteX14" fmla="*/ 728254 w 2862493"/>
              <a:gd name="connsiteY14" fmla="*/ 1807053 h 3310055"/>
              <a:gd name="connsiteX15" fmla="*/ 1019376 w 2862493"/>
              <a:gd name="connsiteY15" fmla="*/ 1551964 h 3310055"/>
              <a:gd name="connsiteX16" fmla="*/ 1072049 w 2862493"/>
              <a:gd name="connsiteY16" fmla="*/ 1314982 h 3310055"/>
              <a:gd name="connsiteX17" fmla="*/ 1201208 w 2862493"/>
              <a:gd name="connsiteY17" fmla="*/ 1025327 h 3310055"/>
              <a:gd name="connsiteX18" fmla="*/ 1426093 w 2862493"/>
              <a:gd name="connsiteY18" fmla="*/ 740434 h 3310055"/>
              <a:gd name="connsiteX19" fmla="*/ 1727559 w 2862493"/>
              <a:gd name="connsiteY19" fmla="*/ 398105 h 3310055"/>
              <a:gd name="connsiteX20" fmla="*/ 1899092 w 2862493"/>
              <a:gd name="connsiteY20" fmla="*/ 32607 h 3310055"/>
              <a:gd name="connsiteX21" fmla="*/ 2120748 w 2862493"/>
              <a:gd name="connsiteY21" fmla="*/ 31258 h 3310055"/>
              <a:gd name="connsiteX22" fmla="*/ 2391278 w 2862493"/>
              <a:gd name="connsiteY22" fmla="*/ 151717 h 3310055"/>
              <a:gd name="connsiteX0" fmla="*/ 2862493 w 2862493"/>
              <a:gd name="connsiteY0" fmla="*/ 2313543 h 3310055"/>
              <a:gd name="connsiteX1" fmla="*/ 2364475 w 2862493"/>
              <a:gd name="connsiteY1" fmla="*/ 2779202 h 3310055"/>
              <a:gd name="connsiteX2" fmla="*/ 2057125 w 2862493"/>
              <a:gd name="connsiteY2" fmla="*/ 3042341 h 3310055"/>
              <a:gd name="connsiteX3" fmla="*/ 1817459 w 2862493"/>
              <a:gd name="connsiteY3" fmla="*/ 3243864 h 3310055"/>
              <a:gd name="connsiteX4" fmla="*/ 1567920 w 2862493"/>
              <a:gd name="connsiteY4" fmla="*/ 3254748 h 3310055"/>
              <a:gd name="connsiteX5" fmla="*/ 1379087 w 2862493"/>
              <a:gd name="connsiteY5" fmla="*/ 3166256 h 3310055"/>
              <a:gd name="connsiteX6" fmla="*/ 933811 w 2862493"/>
              <a:gd name="connsiteY6" fmla="*/ 3237714 h 3310055"/>
              <a:gd name="connsiteX7" fmla="*/ 424539 w 2862493"/>
              <a:gd name="connsiteY7" fmla="*/ 3309041 h 3310055"/>
              <a:gd name="connsiteX8" fmla="*/ 163745 w 2862493"/>
              <a:gd name="connsiteY8" fmla="*/ 3147402 h 3310055"/>
              <a:gd name="connsiteX9" fmla="*/ 36015 w 2862493"/>
              <a:gd name="connsiteY9" fmla="*/ 2952329 h 3310055"/>
              <a:gd name="connsiteX10" fmla="*/ 15900 w 2862493"/>
              <a:gd name="connsiteY10" fmla="*/ 2572730 h 3310055"/>
              <a:gd name="connsiteX11" fmla="*/ 247009 w 2862493"/>
              <a:gd name="connsiteY11" fmla="*/ 2399569 h 3310055"/>
              <a:gd name="connsiteX12" fmla="*/ 353260 w 2862493"/>
              <a:gd name="connsiteY12" fmla="*/ 2230664 h 3310055"/>
              <a:gd name="connsiteX13" fmla="*/ 494961 w 2862493"/>
              <a:gd name="connsiteY13" fmla="*/ 1946327 h 3310055"/>
              <a:gd name="connsiteX14" fmla="*/ 728254 w 2862493"/>
              <a:gd name="connsiteY14" fmla="*/ 1807053 h 3310055"/>
              <a:gd name="connsiteX15" fmla="*/ 1019376 w 2862493"/>
              <a:gd name="connsiteY15" fmla="*/ 1551964 h 3310055"/>
              <a:gd name="connsiteX16" fmla="*/ 1072049 w 2862493"/>
              <a:gd name="connsiteY16" fmla="*/ 1314982 h 3310055"/>
              <a:gd name="connsiteX17" fmla="*/ 1201208 w 2862493"/>
              <a:gd name="connsiteY17" fmla="*/ 1025327 h 3310055"/>
              <a:gd name="connsiteX18" fmla="*/ 1426093 w 2862493"/>
              <a:gd name="connsiteY18" fmla="*/ 740434 h 3310055"/>
              <a:gd name="connsiteX19" fmla="*/ 1727559 w 2862493"/>
              <a:gd name="connsiteY19" fmla="*/ 398105 h 3310055"/>
              <a:gd name="connsiteX20" fmla="*/ 1899092 w 2862493"/>
              <a:gd name="connsiteY20" fmla="*/ 32607 h 3310055"/>
              <a:gd name="connsiteX21" fmla="*/ 2120748 w 2862493"/>
              <a:gd name="connsiteY21" fmla="*/ 31258 h 3310055"/>
              <a:gd name="connsiteX22" fmla="*/ 2391278 w 2862493"/>
              <a:gd name="connsiteY22" fmla="*/ 151717 h 3310055"/>
              <a:gd name="connsiteX0" fmla="*/ 2862493 w 2862493"/>
              <a:gd name="connsiteY0" fmla="*/ 2313543 h 3310055"/>
              <a:gd name="connsiteX1" fmla="*/ 2414469 w 2862493"/>
              <a:gd name="connsiteY1" fmla="*/ 2683147 h 3310055"/>
              <a:gd name="connsiteX2" fmla="*/ 2057125 w 2862493"/>
              <a:gd name="connsiteY2" fmla="*/ 3042341 h 3310055"/>
              <a:gd name="connsiteX3" fmla="*/ 1817459 w 2862493"/>
              <a:gd name="connsiteY3" fmla="*/ 3243864 h 3310055"/>
              <a:gd name="connsiteX4" fmla="*/ 1567920 w 2862493"/>
              <a:gd name="connsiteY4" fmla="*/ 3254748 h 3310055"/>
              <a:gd name="connsiteX5" fmla="*/ 1379087 w 2862493"/>
              <a:gd name="connsiteY5" fmla="*/ 3166256 h 3310055"/>
              <a:gd name="connsiteX6" fmla="*/ 933811 w 2862493"/>
              <a:gd name="connsiteY6" fmla="*/ 3237714 h 3310055"/>
              <a:gd name="connsiteX7" fmla="*/ 424539 w 2862493"/>
              <a:gd name="connsiteY7" fmla="*/ 3309041 h 3310055"/>
              <a:gd name="connsiteX8" fmla="*/ 163745 w 2862493"/>
              <a:gd name="connsiteY8" fmla="*/ 3147402 h 3310055"/>
              <a:gd name="connsiteX9" fmla="*/ 36015 w 2862493"/>
              <a:gd name="connsiteY9" fmla="*/ 2952329 h 3310055"/>
              <a:gd name="connsiteX10" fmla="*/ 15900 w 2862493"/>
              <a:gd name="connsiteY10" fmla="*/ 2572730 h 3310055"/>
              <a:gd name="connsiteX11" fmla="*/ 247009 w 2862493"/>
              <a:gd name="connsiteY11" fmla="*/ 2399569 h 3310055"/>
              <a:gd name="connsiteX12" fmla="*/ 353260 w 2862493"/>
              <a:gd name="connsiteY12" fmla="*/ 2230664 h 3310055"/>
              <a:gd name="connsiteX13" fmla="*/ 494961 w 2862493"/>
              <a:gd name="connsiteY13" fmla="*/ 1946327 h 3310055"/>
              <a:gd name="connsiteX14" fmla="*/ 728254 w 2862493"/>
              <a:gd name="connsiteY14" fmla="*/ 1807053 h 3310055"/>
              <a:gd name="connsiteX15" fmla="*/ 1019376 w 2862493"/>
              <a:gd name="connsiteY15" fmla="*/ 1551964 h 3310055"/>
              <a:gd name="connsiteX16" fmla="*/ 1072049 w 2862493"/>
              <a:gd name="connsiteY16" fmla="*/ 1314982 h 3310055"/>
              <a:gd name="connsiteX17" fmla="*/ 1201208 w 2862493"/>
              <a:gd name="connsiteY17" fmla="*/ 1025327 h 3310055"/>
              <a:gd name="connsiteX18" fmla="*/ 1426093 w 2862493"/>
              <a:gd name="connsiteY18" fmla="*/ 740434 h 3310055"/>
              <a:gd name="connsiteX19" fmla="*/ 1727559 w 2862493"/>
              <a:gd name="connsiteY19" fmla="*/ 398105 h 3310055"/>
              <a:gd name="connsiteX20" fmla="*/ 1899092 w 2862493"/>
              <a:gd name="connsiteY20" fmla="*/ 32607 h 3310055"/>
              <a:gd name="connsiteX21" fmla="*/ 2120748 w 2862493"/>
              <a:gd name="connsiteY21" fmla="*/ 31258 h 3310055"/>
              <a:gd name="connsiteX22" fmla="*/ 2391278 w 2862493"/>
              <a:gd name="connsiteY22" fmla="*/ 151717 h 3310055"/>
              <a:gd name="connsiteX0" fmla="*/ 2862493 w 2862493"/>
              <a:gd name="connsiteY0" fmla="*/ 2313543 h 3310055"/>
              <a:gd name="connsiteX1" fmla="*/ 2414469 w 2862493"/>
              <a:gd name="connsiteY1" fmla="*/ 2683147 h 3310055"/>
              <a:gd name="connsiteX2" fmla="*/ 2171700 w 2862493"/>
              <a:gd name="connsiteY2" fmla="*/ 3035766 h 3310055"/>
              <a:gd name="connsiteX3" fmla="*/ 1817459 w 2862493"/>
              <a:gd name="connsiteY3" fmla="*/ 3243864 h 3310055"/>
              <a:gd name="connsiteX4" fmla="*/ 1567920 w 2862493"/>
              <a:gd name="connsiteY4" fmla="*/ 3254748 h 3310055"/>
              <a:gd name="connsiteX5" fmla="*/ 1379087 w 2862493"/>
              <a:gd name="connsiteY5" fmla="*/ 3166256 h 3310055"/>
              <a:gd name="connsiteX6" fmla="*/ 933811 w 2862493"/>
              <a:gd name="connsiteY6" fmla="*/ 3237714 h 3310055"/>
              <a:gd name="connsiteX7" fmla="*/ 424539 w 2862493"/>
              <a:gd name="connsiteY7" fmla="*/ 3309041 h 3310055"/>
              <a:gd name="connsiteX8" fmla="*/ 163745 w 2862493"/>
              <a:gd name="connsiteY8" fmla="*/ 3147402 h 3310055"/>
              <a:gd name="connsiteX9" fmla="*/ 36015 w 2862493"/>
              <a:gd name="connsiteY9" fmla="*/ 2952329 h 3310055"/>
              <a:gd name="connsiteX10" fmla="*/ 15900 w 2862493"/>
              <a:gd name="connsiteY10" fmla="*/ 2572730 h 3310055"/>
              <a:gd name="connsiteX11" fmla="*/ 247009 w 2862493"/>
              <a:gd name="connsiteY11" fmla="*/ 2399569 h 3310055"/>
              <a:gd name="connsiteX12" fmla="*/ 353260 w 2862493"/>
              <a:gd name="connsiteY12" fmla="*/ 2230664 h 3310055"/>
              <a:gd name="connsiteX13" fmla="*/ 494961 w 2862493"/>
              <a:gd name="connsiteY13" fmla="*/ 1946327 h 3310055"/>
              <a:gd name="connsiteX14" fmla="*/ 728254 w 2862493"/>
              <a:gd name="connsiteY14" fmla="*/ 1807053 h 3310055"/>
              <a:gd name="connsiteX15" fmla="*/ 1019376 w 2862493"/>
              <a:gd name="connsiteY15" fmla="*/ 1551964 h 3310055"/>
              <a:gd name="connsiteX16" fmla="*/ 1072049 w 2862493"/>
              <a:gd name="connsiteY16" fmla="*/ 1314982 h 3310055"/>
              <a:gd name="connsiteX17" fmla="*/ 1201208 w 2862493"/>
              <a:gd name="connsiteY17" fmla="*/ 1025327 h 3310055"/>
              <a:gd name="connsiteX18" fmla="*/ 1426093 w 2862493"/>
              <a:gd name="connsiteY18" fmla="*/ 740434 h 3310055"/>
              <a:gd name="connsiteX19" fmla="*/ 1727559 w 2862493"/>
              <a:gd name="connsiteY19" fmla="*/ 398105 h 3310055"/>
              <a:gd name="connsiteX20" fmla="*/ 1899092 w 2862493"/>
              <a:gd name="connsiteY20" fmla="*/ 32607 h 3310055"/>
              <a:gd name="connsiteX21" fmla="*/ 2120748 w 2862493"/>
              <a:gd name="connsiteY21" fmla="*/ 31258 h 3310055"/>
              <a:gd name="connsiteX22" fmla="*/ 2391278 w 2862493"/>
              <a:gd name="connsiteY22" fmla="*/ 151717 h 3310055"/>
              <a:gd name="connsiteX0" fmla="*/ 2862493 w 2862493"/>
              <a:gd name="connsiteY0" fmla="*/ 2313543 h 3310055"/>
              <a:gd name="connsiteX1" fmla="*/ 2414469 w 2862493"/>
              <a:gd name="connsiteY1" fmla="*/ 2683147 h 3310055"/>
              <a:gd name="connsiteX2" fmla="*/ 2171700 w 2862493"/>
              <a:gd name="connsiteY2" fmla="*/ 3035766 h 3310055"/>
              <a:gd name="connsiteX3" fmla="*/ 1817459 w 2862493"/>
              <a:gd name="connsiteY3" fmla="*/ 3243864 h 3310055"/>
              <a:gd name="connsiteX4" fmla="*/ 1567920 w 2862493"/>
              <a:gd name="connsiteY4" fmla="*/ 3254748 h 3310055"/>
              <a:gd name="connsiteX5" fmla="*/ 1379087 w 2862493"/>
              <a:gd name="connsiteY5" fmla="*/ 3166256 h 3310055"/>
              <a:gd name="connsiteX6" fmla="*/ 933811 w 2862493"/>
              <a:gd name="connsiteY6" fmla="*/ 3237714 h 3310055"/>
              <a:gd name="connsiteX7" fmla="*/ 424539 w 2862493"/>
              <a:gd name="connsiteY7" fmla="*/ 3309041 h 3310055"/>
              <a:gd name="connsiteX8" fmla="*/ 163745 w 2862493"/>
              <a:gd name="connsiteY8" fmla="*/ 3147402 h 3310055"/>
              <a:gd name="connsiteX9" fmla="*/ 36015 w 2862493"/>
              <a:gd name="connsiteY9" fmla="*/ 2952329 h 3310055"/>
              <a:gd name="connsiteX10" fmla="*/ 15900 w 2862493"/>
              <a:gd name="connsiteY10" fmla="*/ 2572730 h 3310055"/>
              <a:gd name="connsiteX11" fmla="*/ 247009 w 2862493"/>
              <a:gd name="connsiteY11" fmla="*/ 2399569 h 3310055"/>
              <a:gd name="connsiteX12" fmla="*/ 353260 w 2862493"/>
              <a:gd name="connsiteY12" fmla="*/ 2230664 h 3310055"/>
              <a:gd name="connsiteX13" fmla="*/ 494961 w 2862493"/>
              <a:gd name="connsiteY13" fmla="*/ 1946327 h 3310055"/>
              <a:gd name="connsiteX14" fmla="*/ 728254 w 2862493"/>
              <a:gd name="connsiteY14" fmla="*/ 1807053 h 3310055"/>
              <a:gd name="connsiteX15" fmla="*/ 1122604 w 2862493"/>
              <a:gd name="connsiteY15" fmla="*/ 1563496 h 3310055"/>
              <a:gd name="connsiteX16" fmla="*/ 1072049 w 2862493"/>
              <a:gd name="connsiteY16" fmla="*/ 1314982 h 3310055"/>
              <a:gd name="connsiteX17" fmla="*/ 1201208 w 2862493"/>
              <a:gd name="connsiteY17" fmla="*/ 1025327 h 3310055"/>
              <a:gd name="connsiteX18" fmla="*/ 1426093 w 2862493"/>
              <a:gd name="connsiteY18" fmla="*/ 740434 h 3310055"/>
              <a:gd name="connsiteX19" fmla="*/ 1727559 w 2862493"/>
              <a:gd name="connsiteY19" fmla="*/ 398105 h 3310055"/>
              <a:gd name="connsiteX20" fmla="*/ 1899092 w 2862493"/>
              <a:gd name="connsiteY20" fmla="*/ 32607 h 3310055"/>
              <a:gd name="connsiteX21" fmla="*/ 2120748 w 2862493"/>
              <a:gd name="connsiteY21" fmla="*/ 31258 h 3310055"/>
              <a:gd name="connsiteX22" fmla="*/ 2391278 w 2862493"/>
              <a:gd name="connsiteY22" fmla="*/ 151717 h 3310055"/>
              <a:gd name="connsiteX0" fmla="*/ 2862493 w 2862493"/>
              <a:gd name="connsiteY0" fmla="*/ 2313543 h 3309148"/>
              <a:gd name="connsiteX1" fmla="*/ 2414469 w 2862493"/>
              <a:gd name="connsiteY1" fmla="*/ 2683147 h 3309148"/>
              <a:gd name="connsiteX2" fmla="*/ 2171700 w 2862493"/>
              <a:gd name="connsiteY2" fmla="*/ 3035766 h 3309148"/>
              <a:gd name="connsiteX3" fmla="*/ 1817459 w 2862493"/>
              <a:gd name="connsiteY3" fmla="*/ 3243864 h 3309148"/>
              <a:gd name="connsiteX4" fmla="*/ 1567920 w 2862493"/>
              <a:gd name="connsiteY4" fmla="*/ 3254748 h 3309148"/>
              <a:gd name="connsiteX5" fmla="*/ 1379087 w 2862493"/>
              <a:gd name="connsiteY5" fmla="*/ 3166256 h 3309148"/>
              <a:gd name="connsiteX6" fmla="*/ 1004917 w 2862493"/>
              <a:gd name="connsiteY6" fmla="*/ 3180282 h 3309148"/>
              <a:gd name="connsiteX7" fmla="*/ 424539 w 2862493"/>
              <a:gd name="connsiteY7" fmla="*/ 3309041 h 3309148"/>
              <a:gd name="connsiteX8" fmla="*/ 163745 w 2862493"/>
              <a:gd name="connsiteY8" fmla="*/ 3147402 h 3309148"/>
              <a:gd name="connsiteX9" fmla="*/ 36015 w 2862493"/>
              <a:gd name="connsiteY9" fmla="*/ 2952329 h 3309148"/>
              <a:gd name="connsiteX10" fmla="*/ 15900 w 2862493"/>
              <a:gd name="connsiteY10" fmla="*/ 2572730 h 3309148"/>
              <a:gd name="connsiteX11" fmla="*/ 247009 w 2862493"/>
              <a:gd name="connsiteY11" fmla="*/ 2399569 h 3309148"/>
              <a:gd name="connsiteX12" fmla="*/ 353260 w 2862493"/>
              <a:gd name="connsiteY12" fmla="*/ 2230664 h 3309148"/>
              <a:gd name="connsiteX13" fmla="*/ 494961 w 2862493"/>
              <a:gd name="connsiteY13" fmla="*/ 1946327 h 3309148"/>
              <a:gd name="connsiteX14" fmla="*/ 728254 w 2862493"/>
              <a:gd name="connsiteY14" fmla="*/ 1807053 h 3309148"/>
              <a:gd name="connsiteX15" fmla="*/ 1122604 w 2862493"/>
              <a:gd name="connsiteY15" fmla="*/ 1563496 h 3309148"/>
              <a:gd name="connsiteX16" fmla="*/ 1072049 w 2862493"/>
              <a:gd name="connsiteY16" fmla="*/ 1314982 h 3309148"/>
              <a:gd name="connsiteX17" fmla="*/ 1201208 w 2862493"/>
              <a:gd name="connsiteY17" fmla="*/ 1025327 h 3309148"/>
              <a:gd name="connsiteX18" fmla="*/ 1426093 w 2862493"/>
              <a:gd name="connsiteY18" fmla="*/ 740434 h 3309148"/>
              <a:gd name="connsiteX19" fmla="*/ 1727559 w 2862493"/>
              <a:gd name="connsiteY19" fmla="*/ 398105 h 3309148"/>
              <a:gd name="connsiteX20" fmla="*/ 1899092 w 2862493"/>
              <a:gd name="connsiteY20" fmla="*/ 32607 h 3309148"/>
              <a:gd name="connsiteX21" fmla="*/ 2120748 w 2862493"/>
              <a:gd name="connsiteY21" fmla="*/ 31258 h 3309148"/>
              <a:gd name="connsiteX22" fmla="*/ 2391278 w 2862493"/>
              <a:gd name="connsiteY22" fmla="*/ 151717 h 3309148"/>
              <a:gd name="connsiteX0" fmla="*/ 2862493 w 2862493"/>
              <a:gd name="connsiteY0" fmla="*/ 2313543 h 3309148"/>
              <a:gd name="connsiteX1" fmla="*/ 2414469 w 2862493"/>
              <a:gd name="connsiteY1" fmla="*/ 2683147 h 3309148"/>
              <a:gd name="connsiteX2" fmla="*/ 2171700 w 2862493"/>
              <a:gd name="connsiteY2" fmla="*/ 3035766 h 3309148"/>
              <a:gd name="connsiteX3" fmla="*/ 1817459 w 2862493"/>
              <a:gd name="connsiteY3" fmla="*/ 3243864 h 3309148"/>
              <a:gd name="connsiteX4" fmla="*/ 1567920 w 2862493"/>
              <a:gd name="connsiteY4" fmla="*/ 3254748 h 3309148"/>
              <a:gd name="connsiteX5" fmla="*/ 1379087 w 2862493"/>
              <a:gd name="connsiteY5" fmla="*/ 3166256 h 3309148"/>
              <a:gd name="connsiteX6" fmla="*/ 1004917 w 2862493"/>
              <a:gd name="connsiteY6" fmla="*/ 3180282 h 3309148"/>
              <a:gd name="connsiteX7" fmla="*/ 424539 w 2862493"/>
              <a:gd name="connsiteY7" fmla="*/ 3309041 h 3309148"/>
              <a:gd name="connsiteX8" fmla="*/ 163745 w 2862493"/>
              <a:gd name="connsiteY8" fmla="*/ 3147402 h 3309148"/>
              <a:gd name="connsiteX9" fmla="*/ 36015 w 2862493"/>
              <a:gd name="connsiteY9" fmla="*/ 2952329 h 3309148"/>
              <a:gd name="connsiteX10" fmla="*/ 15900 w 2862493"/>
              <a:gd name="connsiteY10" fmla="*/ 2572730 h 3309148"/>
              <a:gd name="connsiteX11" fmla="*/ 247009 w 2862493"/>
              <a:gd name="connsiteY11" fmla="*/ 2399569 h 3309148"/>
              <a:gd name="connsiteX12" fmla="*/ 353260 w 2862493"/>
              <a:gd name="connsiteY12" fmla="*/ 2230664 h 3309148"/>
              <a:gd name="connsiteX13" fmla="*/ 494961 w 2862493"/>
              <a:gd name="connsiteY13" fmla="*/ 1946327 h 3309148"/>
              <a:gd name="connsiteX14" fmla="*/ 728254 w 2862493"/>
              <a:gd name="connsiteY14" fmla="*/ 1807053 h 3309148"/>
              <a:gd name="connsiteX15" fmla="*/ 1122604 w 2862493"/>
              <a:gd name="connsiteY15" fmla="*/ 1563496 h 3309148"/>
              <a:gd name="connsiteX16" fmla="*/ 1072049 w 2862493"/>
              <a:gd name="connsiteY16" fmla="*/ 1314982 h 3309148"/>
              <a:gd name="connsiteX17" fmla="*/ 1201208 w 2862493"/>
              <a:gd name="connsiteY17" fmla="*/ 1025327 h 3309148"/>
              <a:gd name="connsiteX18" fmla="*/ 1426093 w 2862493"/>
              <a:gd name="connsiteY18" fmla="*/ 740434 h 3309148"/>
              <a:gd name="connsiteX19" fmla="*/ 1727559 w 2862493"/>
              <a:gd name="connsiteY19" fmla="*/ 398105 h 3309148"/>
              <a:gd name="connsiteX20" fmla="*/ 1899092 w 2862493"/>
              <a:gd name="connsiteY20" fmla="*/ 32607 h 3309148"/>
              <a:gd name="connsiteX21" fmla="*/ 2120748 w 2862493"/>
              <a:gd name="connsiteY21" fmla="*/ 31258 h 3309148"/>
              <a:gd name="connsiteX22" fmla="*/ 2506690 w 2862493"/>
              <a:gd name="connsiteY22" fmla="*/ 100064 h 3309148"/>
              <a:gd name="connsiteX0" fmla="*/ 2862493 w 2862493"/>
              <a:gd name="connsiteY0" fmla="*/ 2313543 h 3309148"/>
              <a:gd name="connsiteX1" fmla="*/ 2414469 w 2862493"/>
              <a:gd name="connsiteY1" fmla="*/ 2683147 h 3309148"/>
              <a:gd name="connsiteX2" fmla="*/ 2171700 w 2862493"/>
              <a:gd name="connsiteY2" fmla="*/ 3035766 h 3309148"/>
              <a:gd name="connsiteX3" fmla="*/ 1817459 w 2862493"/>
              <a:gd name="connsiteY3" fmla="*/ 3243864 h 3309148"/>
              <a:gd name="connsiteX4" fmla="*/ 1567920 w 2862493"/>
              <a:gd name="connsiteY4" fmla="*/ 3254748 h 3309148"/>
              <a:gd name="connsiteX5" fmla="*/ 1379087 w 2862493"/>
              <a:gd name="connsiteY5" fmla="*/ 3166256 h 3309148"/>
              <a:gd name="connsiteX6" fmla="*/ 1004917 w 2862493"/>
              <a:gd name="connsiteY6" fmla="*/ 3180282 h 3309148"/>
              <a:gd name="connsiteX7" fmla="*/ 424539 w 2862493"/>
              <a:gd name="connsiteY7" fmla="*/ 3309041 h 3309148"/>
              <a:gd name="connsiteX8" fmla="*/ 163745 w 2862493"/>
              <a:gd name="connsiteY8" fmla="*/ 3147402 h 3309148"/>
              <a:gd name="connsiteX9" fmla="*/ 36015 w 2862493"/>
              <a:gd name="connsiteY9" fmla="*/ 2952329 h 3309148"/>
              <a:gd name="connsiteX10" fmla="*/ 15900 w 2862493"/>
              <a:gd name="connsiteY10" fmla="*/ 2572730 h 3309148"/>
              <a:gd name="connsiteX11" fmla="*/ 247009 w 2862493"/>
              <a:gd name="connsiteY11" fmla="*/ 2399569 h 3309148"/>
              <a:gd name="connsiteX12" fmla="*/ 353260 w 2862493"/>
              <a:gd name="connsiteY12" fmla="*/ 2230664 h 3309148"/>
              <a:gd name="connsiteX13" fmla="*/ 494961 w 2862493"/>
              <a:gd name="connsiteY13" fmla="*/ 1946327 h 3309148"/>
              <a:gd name="connsiteX14" fmla="*/ 728254 w 2862493"/>
              <a:gd name="connsiteY14" fmla="*/ 1807053 h 3309148"/>
              <a:gd name="connsiteX15" fmla="*/ 1122604 w 2862493"/>
              <a:gd name="connsiteY15" fmla="*/ 1563496 h 3309148"/>
              <a:gd name="connsiteX16" fmla="*/ 1072049 w 2862493"/>
              <a:gd name="connsiteY16" fmla="*/ 1314982 h 3309148"/>
              <a:gd name="connsiteX17" fmla="*/ 1201208 w 2862493"/>
              <a:gd name="connsiteY17" fmla="*/ 1025327 h 3309148"/>
              <a:gd name="connsiteX18" fmla="*/ 1426093 w 2862493"/>
              <a:gd name="connsiteY18" fmla="*/ 740434 h 3309148"/>
              <a:gd name="connsiteX19" fmla="*/ 1727559 w 2862493"/>
              <a:gd name="connsiteY19" fmla="*/ 398105 h 3309148"/>
              <a:gd name="connsiteX20" fmla="*/ 1899092 w 2862493"/>
              <a:gd name="connsiteY20" fmla="*/ 32607 h 3309148"/>
              <a:gd name="connsiteX21" fmla="*/ 2120748 w 2862493"/>
              <a:gd name="connsiteY21" fmla="*/ 31258 h 3309148"/>
              <a:gd name="connsiteX22" fmla="*/ 2506690 w 2862493"/>
              <a:gd name="connsiteY22" fmla="*/ 100064 h 3309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62493" h="3309148">
                <a:moveTo>
                  <a:pt x="2862493" y="2313543"/>
                </a:moveTo>
                <a:cubicBezTo>
                  <a:pt x="2599936" y="2471882"/>
                  <a:pt x="2529601" y="2562777"/>
                  <a:pt x="2414469" y="2683147"/>
                </a:cubicBezTo>
                <a:cubicBezTo>
                  <a:pt x="2299337" y="2803517"/>
                  <a:pt x="2271202" y="2942313"/>
                  <a:pt x="2171700" y="3035766"/>
                </a:cubicBezTo>
                <a:cubicBezTo>
                  <a:pt x="2072198" y="3129219"/>
                  <a:pt x="1918089" y="3207367"/>
                  <a:pt x="1817459" y="3243864"/>
                </a:cubicBezTo>
                <a:cubicBezTo>
                  <a:pt x="1716829" y="3280361"/>
                  <a:pt x="1640982" y="3267683"/>
                  <a:pt x="1567920" y="3254748"/>
                </a:cubicBezTo>
                <a:cubicBezTo>
                  <a:pt x="1494858" y="3241813"/>
                  <a:pt x="1472921" y="3178667"/>
                  <a:pt x="1379087" y="3166256"/>
                </a:cubicBezTo>
                <a:cubicBezTo>
                  <a:pt x="1285253" y="3153845"/>
                  <a:pt x="1164554" y="3260473"/>
                  <a:pt x="1004917" y="3180282"/>
                </a:cubicBezTo>
                <a:cubicBezTo>
                  <a:pt x="861173" y="3108075"/>
                  <a:pt x="564734" y="3314521"/>
                  <a:pt x="424539" y="3309041"/>
                </a:cubicBezTo>
                <a:cubicBezTo>
                  <a:pt x="284344" y="3303561"/>
                  <a:pt x="235278" y="3222840"/>
                  <a:pt x="163745" y="3147402"/>
                </a:cubicBezTo>
                <a:cubicBezTo>
                  <a:pt x="109929" y="3090633"/>
                  <a:pt x="60656" y="3048108"/>
                  <a:pt x="36015" y="2952329"/>
                </a:cubicBezTo>
                <a:cubicBezTo>
                  <a:pt x="11374" y="2856550"/>
                  <a:pt x="-19266" y="2664857"/>
                  <a:pt x="15900" y="2572730"/>
                </a:cubicBezTo>
                <a:cubicBezTo>
                  <a:pt x="51066" y="2480603"/>
                  <a:pt x="190782" y="2456580"/>
                  <a:pt x="247009" y="2399569"/>
                </a:cubicBezTo>
                <a:cubicBezTo>
                  <a:pt x="303236" y="2342558"/>
                  <a:pt x="311935" y="2306204"/>
                  <a:pt x="353260" y="2230664"/>
                </a:cubicBezTo>
                <a:cubicBezTo>
                  <a:pt x="394585" y="2155124"/>
                  <a:pt x="432462" y="2016929"/>
                  <a:pt x="494961" y="1946327"/>
                </a:cubicBezTo>
                <a:cubicBezTo>
                  <a:pt x="557460" y="1875725"/>
                  <a:pt x="623647" y="1870858"/>
                  <a:pt x="728254" y="1807053"/>
                </a:cubicBezTo>
                <a:cubicBezTo>
                  <a:pt x="832861" y="1743248"/>
                  <a:pt x="1104602" y="1680273"/>
                  <a:pt x="1122604" y="1563496"/>
                </a:cubicBezTo>
                <a:cubicBezTo>
                  <a:pt x="1134986" y="1483391"/>
                  <a:pt x="1058948" y="1404677"/>
                  <a:pt x="1072049" y="1314982"/>
                </a:cubicBezTo>
                <a:cubicBezTo>
                  <a:pt x="1085150" y="1225287"/>
                  <a:pt x="1145391" y="1115529"/>
                  <a:pt x="1201208" y="1025327"/>
                </a:cubicBezTo>
                <a:cubicBezTo>
                  <a:pt x="1265025" y="922266"/>
                  <a:pt x="1345798" y="831302"/>
                  <a:pt x="1426093" y="740434"/>
                </a:cubicBezTo>
                <a:cubicBezTo>
                  <a:pt x="1526582" y="626324"/>
                  <a:pt x="1648726" y="516076"/>
                  <a:pt x="1727559" y="398105"/>
                </a:cubicBezTo>
                <a:cubicBezTo>
                  <a:pt x="1806392" y="280134"/>
                  <a:pt x="1833561" y="93748"/>
                  <a:pt x="1899092" y="32607"/>
                </a:cubicBezTo>
                <a:cubicBezTo>
                  <a:pt x="1964623" y="-28534"/>
                  <a:pt x="2038717" y="11406"/>
                  <a:pt x="2120748" y="31258"/>
                </a:cubicBezTo>
                <a:cubicBezTo>
                  <a:pt x="2202779" y="51110"/>
                  <a:pt x="2397661" y="139400"/>
                  <a:pt x="2506690" y="100064"/>
                </a:cubicBezTo>
              </a:path>
            </a:pathLst>
          </a:custGeom>
          <a:noFill/>
          <a:ln w="6350" cap="rnd">
            <a:solidFill>
              <a:schemeClr val="tx1">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358227D2-9C71-8CC8-94D9-B1A09D7DE08F}"/>
              </a:ext>
            </a:extLst>
          </p:cNvPr>
          <p:cNvSpPr/>
          <p:nvPr/>
        </p:nvSpPr>
        <p:spPr>
          <a:xfrm rot="4651091" flipV="1">
            <a:off x="6285225" y="4505159"/>
            <a:ext cx="2605162" cy="2282476"/>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692487"/>
              <a:gd name="connsiteY0" fmla="*/ 2712895 h 2990829"/>
              <a:gd name="connsiteX1" fmla="*/ 18085 w 2692487"/>
              <a:gd name="connsiteY1" fmla="*/ 2589260 h 2990829"/>
              <a:gd name="connsiteX2" fmla="*/ 161627 w 2692487"/>
              <a:gd name="connsiteY2" fmla="*/ 2489533 h 2990829"/>
              <a:gd name="connsiteX3" fmla="*/ 384893 w 2692487"/>
              <a:gd name="connsiteY3" fmla="*/ 2559352 h 2990829"/>
              <a:gd name="connsiteX4" fmla="*/ 648069 w 2692487"/>
              <a:gd name="connsiteY4" fmla="*/ 2579259 h 2990829"/>
              <a:gd name="connsiteX5" fmla="*/ 831520 w 2692487"/>
              <a:gd name="connsiteY5" fmla="*/ 2445623 h 2990829"/>
              <a:gd name="connsiteX6" fmla="*/ 909244 w 2692487"/>
              <a:gd name="connsiteY6" fmla="*/ 2210260 h 2990829"/>
              <a:gd name="connsiteX7" fmla="*/ 975062 w 2692487"/>
              <a:gd name="connsiteY7" fmla="*/ 1771444 h 2990829"/>
              <a:gd name="connsiteX8" fmla="*/ 989064 w 2692487"/>
              <a:gd name="connsiteY8" fmla="*/ 1486170 h 2990829"/>
              <a:gd name="connsiteX9" fmla="*/ 1058882 w 2692487"/>
              <a:gd name="connsiteY9" fmla="*/ 1115171 h 2990829"/>
              <a:gd name="connsiteX10" fmla="*/ 1238333 w 2692487"/>
              <a:gd name="connsiteY10" fmla="*/ 776081 h 2990829"/>
              <a:gd name="connsiteX11" fmla="*/ 1567327 w 2692487"/>
              <a:gd name="connsiteY11" fmla="*/ 399081 h 2990829"/>
              <a:gd name="connsiteX12" fmla="*/ 1944136 w 2692487"/>
              <a:gd name="connsiteY12" fmla="*/ 85899 h 2990829"/>
              <a:gd name="connsiteX13" fmla="*/ 2167402 w 2692487"/>
              <a:gd name="connsiteY13" fmla="*/ 2079 h 2990829"/>
              <a:gd name="connsiteX14" fmla="*/ 2412671 w 2692487"/>
              <a:gd name="connsiteY14" fmla="*/ 53991 h 2990829"/>
              <a:gd name="connsiteX15" fmla="*/ 2616030 w 2692487"/>
              <a:gd name="connsiteY15" fmla="*/ 291354 h 2990829"/>
              <a:gd name="connsiteX16" fmla="*/ 2637937 w 2692487"/>
              <a:gd name="connsiteY16" fmla="*/ 724265 h 2990829"/>
              <a:gd name="connsiteX17" fmla="*/ 2691753 w 2692487"/>
              <a:gd name="connsiteY17" fmla="*/ 1117266 h 2990829"/>
              <a:gd name="connsiteX18" fmla="*/ 2441452 w 2692487"/>
              <a:gd name="connsiteY18" fmla="*/ 1319130 h 2990829"/>
              <a:gd name="connsiteX19" fmla="*/ 2616030 w 2692487"/>
              <a:gd name="connsiteY19" fmla="*/ 1859359 h 2990829"/>
              <a:gd name="connsiteX20" fmla="*/ 2404670 w 2692487"/>
              <a:gd name="connsiteY20" fmla="*/ 2250361 h 2990829"/>
              <a:gd name="connsiteX21" fmla="*/ 2198263 w 2692487"/>
              <a:gd name="connsiteY21" fmla="*/ 2456862 h 2990829"/>
              <a:gd name="connsiteX22" fmla="*/ 1724680 w 2692487"/>
              <a:gd name="connsiteY22" fmla="*/ 2757091 h 2990829"/>
              <a:gd name="connsiteX23" fmla="*/ 1327868 w 2692487"/>
              <a:gd name="connsiteY23" fmla="*/ 2810907 h 2990829"/>
              <a:gd name="connsiteX24" fmla="*/ 931057 w 2692487"/>
              <a:gd name="connsiteY24" fmla="*/ 2912634 h 2990829"/>
              <a:gd name="connsiteX25" fmla="*/ 695789 w 2692487"/>
              <a:gd name="connsiteY25" fmla="*/ 2972451 h 2990829"/>
              <a:gd name="connsiteX26" fmla="*/ 348889 w 2692487"/>
              <a:gd name="connsiteY26" fmla="*/ 2984452 h 2990829"/>
              <a:gd name="connsiteX27" fmla="*/ 73711 w 2692487"/>
              <a:gd name="connsiteY27" fmla="*/ 2882725 h 2990829"/>
              <a:gd name="connsiteX28" fmla="*/ 2179 w 2692487"/>
              <a:gd name="connsiteY28" fmla="*/ 2712895 h 2990829"/>
              <a:gd name="connsiteX0" fmla="*/ 2179 w 2692487"/>
              <a:gd name="connsiteY0" fmla="*/ 2733325 h 3011259"/>
              <a:gd name="connsiteX1" fmla="*/ 18085 w 2692487"/>
              <a:gd name="connsiteY1" fmla="*/ 2609690 h 3011259"/>
              <a:gd name="connsiteX2" fmla="*/ 161627 w 2692487"/>
              <a:gd name="connsiteY2" fmla="*/ 2509963 h 3011259"/>
              <a:gd name="connsiteX3" fmla="*/ 384893 w 2692487"/>
              <a:gd name="connsiteY3" fmla="*/ 2579782 h 3011259"/>
              <a:gd name="connsiteX4" fmla="*/ 648069 w 2692487"/>
              <a:gd name="connsiteY4" fmla="*/ 2599689 h 3011259"/>
              <a:gd name="connsiteX5" fmla="*/ 831520 w 2692487"/>
              <a:gd name="connsiteY5" fmla="*/ 2466053 h 3011259"/>
              <a:gd name="connsiteX6" fmla="*/ 909244 w 2692487"/>
              <a:gd name="connsiteY6" fmla="*/ 2230690 h 3011259"/>
              <a:gd name="connsiteX7" fmla="*/ 975062 w 2692487"/>
              <a:gd name="connsiteY7" fmla="*/ 1791874 h 3011259"/>
              <a:gd name="connsiteX8" fmla="*/ 989064 w 2692487"/>
              <a:gd name="connsiteY8" fmla="*/ 1506600 h 3011259"/>
              <a:gd name="connsiteX9" fmla="*/ 1058882 w 2692487"/>
              <a:gd name="connsiteY9" fmla="*/ 1135601 h 3011259"/>
              <a:gd name="connsiteX10" fmla="*/ 1238333 w 2692487"/>
              <a:gd name="connsiteY10" fmla="*/ 796511 h 3011259"/>
              <a:gd name="connsiteX11" fmla="*/ 1567327 w 2692487"/>
              <a:gd name="connsiteY11" fmla="*/ 419511 h 3011259"/>
              <a:gd name="connsiteX12" fmla="*/ 1944136 w 2692487"/>
              <a:gd name="connsiteY12" fmla="*/ 106329 h 3011259"/>
              <a:gd name="connsiteX13" fmla="*/ 2167402 w 2692487"/>
              <a:gd name="connsiteY13" fmla="*/ 22509 h 3011259"/>
              <a:gd name="connsiteX14" fmla="*/ 2412671 w 2692487"/>
              <a:gd name="connsiteY14" fmla="*/ 74421 h 3011259"/>
              <a:gd name="connsiteX15" fmla="*/ 2637937 w 2692487"/>
              <a:gd name="connsiteY15" fmla="*/ 744695 h 3011259"/>
              <a:gd name="connsiteX16" fmla="*/ 2691753 w 2692487"/>
              <a:gd name="connsiteY16" fmla="*/ 1137696 h 3011259"/>
              <a:gd name="connsiteX17" fmla="*/ 2441452 w 2692487"/>
              <a:gd name="connsiteY17" fmla="*/ 1339560 h 3011259"/>
              <a:gd name="connsiteX18" fmla="*/ 2616030 w 2692487"/>
              <a:gd name="connsiteY18" fmla="*/ 1879789 h 3011259"/>
              <a:gd name="connsiteX19" fmla="*/ 2404670 w 2692487"/>
              <a:gd name="connsiteY19" fmla="*/ 2270791 h 3011259"/>
              <a:gd name="connsiteX20" fmla="*/ 2198263 w 2692487"/>
              <a:gd name="connsiteY20" fmla="*/ 2477292 h 3011259"/>
              <a:gd name="connsiteX21" fmla="*/ 1724680 w 2692487"/>
              <a:gd name="connsiteY21" fmla="*/ 2777521 h 3011259"/>
              <a:gd name="connsiteX22" fmla="*/ 1327868 w 2692487"/>
              <a:gd name="connsiteY22" fmla="*/ 2831337 h 3011259"/>
              <a:gd name="connsiteX23" fmla="*/ 931057 w 2692487"/>
              <a:gd name="connsiteY23" fmla="*/ 2933064 h 3011259"/>
              <a:gd name="connsiteX24" fmla="*/ 695789 w 2692487"/>
              <a:gd name="connsiteY24" fmla="*/ 2992881 h 3011259"/>
              <a:gd name="connsiteX25" fmla="*/ 348889 w 2692487"/>
              <a:gd name="connsiteY25" fmla="*/ 3004882 h 3011259"/>
              <a:gd name="connsiteX26" fmla="*/ 73711 w 2692487"/>
              <a:gd name="connsiteY26" fmla="*/ 2903155 h 3011259"/>
              <a:gd name="connsiteX27" fmla="*/ 2179 w 2692487"/>
              <a:gd name="connsiteY27" fmla="*/ 2733325 h 3011259"/>
              <a:gd name="connsiteX0" fmla="*/ 2179 w 2692487"/>
              <a:gd name="connsiteY0" fmla="*/ 2734848 h 3012782"/>
              <a:gd name="connsiteX1" fmla="*/ 18085 w 2692487"/>
              <a:gd name="connsiteY1" fmla="*/ 2611213 h 3012782"/>
              <a:gd name="connsiteX2" fmla="*/ 161627 w 2692487"/>
              <a:gd name="connsiteY2" fmla="*/ 2511486 h 3012782"/>
              <a:gd name="connsiteX3" fmla="*/ 384893 w 2692487"/>
              <a:gd name="connsiteY3" fmla="*/ 2581305 h 3012782"/>
              <a:gd name="connsiteX4" fmla="*/ 648069 w 2692487"/>
              <a:gd name="connsiteY4" fmla="*/ 2601212 h 3012782"/>
              <a:gd name="connsiteX5" fmla="*/ 831520 w 2692487"/>
              <a:gd name="connsiteY5" fmla="*/ 2467576 h 3012782"/>
              <a:gd name="connsiteX6" fmla="*/ 909244 w 2692487"/>
              <a:gd name="connsiteY6" fmla="*/ 2232213 h 3012782"/>
              <a:gd name="connsiteX7" fmla="*/ 975062 w 2692487"/>
              <a:gd name="connsiteY7" fmla="*/ 1793397 h 3012782"/>
              <a:gd name="connsiteX8" fmla="*/ 989064 w 2692487"/>
              <a:gd name="connsiteY8" fmla="*/ 1508123 h 3012782"/>
              <a:gd name="connsiteX9" fmla="*/ 1058882 w 2692487"/>
              <a:gd name="connsiteY9" fmla="*/ 1137124 h 3012782"/>
              <a:gd name="connsiteX10" fmla="*/ 1238333 w 2692487"/>
              <a:gd name="connsiteY10" fmla="*/ 798034 h 3012782"/>
              <a:gd name="connsiteX11" fmla="*/ 1567327 w 2692487"/>
              <a:gd name="connsiteY11" fmla="*/ 421034 h 3012782"/>
              <a:gd name="connsiteX12" fmla="*/ 1944136 w 2692487"/>
              <a:gd name="connsiteY12" fmla="*/ 107852 h 3012782"/>
              <a:gd name="connsiteX13" fmla="*/ 2167402 w 2692487"/>
              <a:gd name="connsiteY13" fmla="*/ 24032 h 3012782"/>
              <a:gd name="connsiteX14" fmla="*/ 2412671 w 2692487"/>
              <a:gd name="connsiteY14" fmla="*/ 75944 h 3012782"/>
              <a:gd name="connsiteX15" fmla="*/ 2328563 w 2692487"/>
              <a:gd name="connsiteY15" fmla="*/ 769758 h 3012782"/>
              <a:gd name="connsiteX16" fmla="*/ 2691753 w 2692487"/>
              <a:gd name="connsiteY16" fmla="*/ 1139219 h 3012782"/>
              <a:gd name="connsiteX17" fmla="*/ 2441452 w 2692487"/>
              <a:gd name="connsiteY17" fmla="*/ 1341083 h 3012782"/>
              <a:gd name="connsiteX18" fmla="*/ 2616030 w 2692487"/>
              <a:gd name="connsiteY18" fmla="*/ 1881312 h 3012782"/>
              <a:gd name="connsiteX19" fmla="*/ 2404670 w 2692487"/>
              <a:gd name="connsiteY19" fmla="*/ 2272314 h 3012782"/>
              <a:gd name="connsiteX20" fmla="*/ 2198263 w 2692487"/>
              <a:gd name="connsiteY20" fmla="*/ 2478815 h 3012782"/>
              <a:gd name="connsiteX21" fmla="*/ 1724680 w 2692487"/>
              <a:gd name="connsiteY21" fmla="*/ 2779044 h 3012782"/>
              <a:gd name="connsiteX22" fmla="*/ 1327868 w 2692487"/>
              <a:gd name="connsiteY22" fmla="*/ 2832860 h 3012782"/>
              <a:gd name="connsiteX23" fmla="*/ 931057 w 2692487"/>
              <a:gd name="connsiteY23" fmla="*/ 2934587 h 3012782"/>
              <a:gd name="connsiteX24" fmla="*/ 695789 w 2692487"/>
              <a:gd name="connsiteY24" fmla="*/ 2994404 h 3012782"/>
              <a:gd name="connsiteX25" fmla="*/ 348889 w 2692487"/>
              <a:gd name="connsiteY25" fmla="*/ 3006405 h 3012782"/>
              <a:gd name="connsiteX26" fmla="*/ 73711 w 2692487"/>
              <a:gd name="connsiteY26" fmla="*/ 2904678 h 3012782"/>
              <a:gd name="connsiteX27" fmla="*/ 2179 w 2692487"/>
              <a:gd name="connsiteY27" fmla="*/ 2734848 h 3012782"/>
              <a:gd name="connsiteX0" fmla="*/ 2179 w 2616235"/>
              <a:gd name="connsiteY0" fmla="*/ 2734848 h 3012782"/>
              <a:gd name="connsiteX1" fmla="*/ 18085 w 2616235"/>
              <a:gd name="connsiteY1" fmla="*/ 2611213 h 3012782"/>
              <a:gd name="connsiteX2" fmla="*/ 161627 w 2616235"/>
              <a:gd name="connsiteY2" fmla="*/ 2511486 h 3012782"/>
              <a:gd name="connsiteX3" fmla="*/ 384893 w 2616235"/>
              <a:gd name="connsiteY3" fmla="*/ 2581305 h 3012782"/>
              <a:gd name="connsiteX4" fmla="*/ 648069 w 2616235"/>
              <a:gd name="connsiteY4" fmla="*/ 2601212 h 3012782"/>
              <a:gd name="connsiteX5" fmla="*/ 831520 w 2616235"/>
              <a:gd name="connsiteY5" fmla="*/ 2467576 h 3012782"/>
              <a:gd name="connsiteX6" fmla="*/ 909244 w 2616235"/>
              <a:gd name="connsiteY6" fmla="*/ 2232213 h 3012782"/>
              <a:gd name="connsiteX7" fmla="*/ 975062 w 2616235"/>
              <a:gd name="connsiteY7" fmla="*/ 1793397 h 3012782"/>
              <a:gd name="connsiteX8" fmla="*/ 989064 w 2616235"/>
              <a:gd name="connsiteY8" fmla="*/ 1508123 h 3012782"/>
              <a:gd name="connsiteX9" fmla="*/ 1058882 w 2616235"/>
              <a:gd name="connsiteY9" fmla="*/ 1137124 h 3012782"/>
              <a:gd name="connsiteX10" fmla="*/ 1238333 w 2616235"/>
              <a:gd name="connsiteY10" fmla="*/ 798034 h 3012782"/>
              <a:gd name="connsiteX11" fmla="*/ 1567327 w 2616235"/>
              <a:gd name="connsiteY11" fmla="*/ 421034 h 3012782"/>
              <a:gd name="connsiteX12" fmla="*/ 1944136 w 2616235"/>
              <a:gd name="connsiteY12" fmla="*/ 107852 h 3012782"/>
              <a:gd name="connsiteX13" fmla="*/ 2167402 w 2616235"/>
              <a:gd name="connsiteY13" fmla="*/ 24032 h 3012782"/>
              <a:gd name="connsiteX14" fmla="*/ 2412671 w 2616235"/>
              <a:gd name="connsiteY14" fmla="*/ 75944 h 3012782"/>
              <a:gd name="connsiteX15" fmla="*/ 2328563 w 2616235"/>
              <a:gd name="connsiteY15" fmla="*/ 769758 h 3012782"/>
              <a:gd name="connsiteX16" fmla="*/ 2441452 w 2616235"/>
              <a:gd name="connsiteY16" fmla="*/ 1341083 h 3012782"/>
              <a:gd name="connsiteX17" fmla="*/ 2616030 w 2616235"/>
              <a:gd name="connsiteY17" fmla="*/ 1881312 h 3012782"/>
              <a:gd name="connsiteX18" fmla="*/ 2404670 w 2616235"/>
              <a:gd name="connsiteY18" fmla="*/ 2272314 h 3012782"/>
              <a:gd name="connsiteX19" fmla="*/ 2198263 w 2616235"/>
              <a:gd name="connsiteY19" fmla="*/ 2478815 h 3012782"/>
              <a:gd name="connsiteX20" fmla="*/ 1724680 w 2616235"/>
              <a:gd name="connsiteY20" fmla="*/ 2779044 h 3012782"/>
              <a:gd name="connsiteX21" fmla="*/ 1327868 w 2616235"/>
              <a:gd name="connsiteY21" fmla="*/ 2832860 h 3012782"/>
              <a:gd name="connsiteX22" fmla="*/ 931057 w 2616235"/>
              <a:gd name="connsiteY22" fmla="*/ 2934587 h 3012782"/>
              <a:gd name="connsiteX23" fmla="*/ 695789 w 2616235"/>
              <a:gd name="connsiteY23" fmla="*/ 2994404 h 3012782"/>
              <a:gd name="connsiteX24" fmla="*/ 348889 w 2616235"/>
              <a:gd name="connsiteY24" fmla="*/ 3006405 h 3012782"/>
              <a:gd name="connsiteX25" fmla="*/ 73711 w 2616235"/>
              <a:gd name="connsiteY25" fmla="*/ 2904678 h 3012782"/>
              <a:gd name="connsiteX26" fmla="*/ 2179 w 2616235"/>
              <a:gd name="connsiteY26" fmla="*/ 2734848 h 3012782"/>
              <a:gd name="connsiteX0" fmla="*/ 2179 w 2616235"/>
              <a:gd name="connsiteY0" fmla="*/ 2738588 h 3016522"/>
              <a:gd name="connsiteX1" fmla="*/ 18085 w 2616235"/>
              <a:gd name="connsiteY1" fmla="*/ 2614953 h 3016522"/>
              <a:gd name="connsiteX2" fmla="*/ 161627 w 2616235"/>
              <a:gd name="connsiteY2" fmla="*/ 2515226 h 3016522"/>
              <a:gd name="connsiteX3" fmla="*/ 384893 w 2616235"/>
              <a:gd name="connsiteY3" fmla="*/ 2585045 h 3016522"/>
              <a:gd name="connsiteX4" fmla="*/ 648069 w 2616235"/>
              <a:gd name="connsiteY4" fmla="*/ 2604952 h 3016522"/>
              <a:gd name="connsiteX5" fmla="*/ 831520 w 2616235"/>
              <a:gd name="connsiteY5" fmla="*/ 2471316 h 3016522"/>
              <a:gd name="connsiteX6" fmla="*/ 909244 w 2616235"/>
              <a:gd name="connsiteY6" fmla="*/ 2235953 h 3016522"/>
              <a:gd name="connsiteX7" fmla="*/ 975062 w 2616235"/>
              <a:gd name="connsiteY7" fmla="*/ 1797137 h 3016522"/>
              <a:gd name="connsiteX8" fmla="*/ 989064 w 2616235"/>
              <a:gd name="connsiteY8" fmla="*/ 1511863 h 3016522"/>
              <a:gd name="connsiteX9" fmla="*/ 1058882 w 2616235"/>
              <a:gd name="connsiteY9" fmla="*/ 1140864 h 3016522"/>
              <a:gd name="connsiteX10" fmla="*/ 1238333 w 2616235"/>
              <a:gd name="connsiteY10" fmla="*/ 801774 h 3016522"/>
              <a:gd name="connsiteX11" fmla="*/ 1567327 w 2616235"/>
              <a:gd name="connsiteY11" fmla="*/ 424774 h 3016522"/>
              <a:gd name="connsiteX12" fmla="*/ 1814797 w 2616235"/>
              <a:gd name="connsiteY12" fmla="*/ 193586 h 3016522"/>
              <a:gd name="connsiteX13" fmla="*/ 2167402 w 2616235"/>
              <a:gd name="connsiteY13" fmla="*/ 27772 h 3016522"/>
              <a:gd name="connsiteX14" fmla="*/ 2412671 w 2616235"/>
              <a:gd name="connsiteY14" fmla="*/ 79684 h 3016522"/>
              <a:gd name="connsiteX15" fmla="*/ 2328563 w 2616235"/>
              <a:gd name="connsiteY15" fmla="*/ 773498 h 3016522"/>
              <a:gd name="connsiteX16" fmla="*/ 2441452 w 2616235"/>
              <a:gd name="connsiteY16" fmla="*/ 1344823 h 3016522"/>
              <a:gd name="connsiteX17" fmla="*/ 2616030 w 2616235"/>
              <a:gd name="connsiteY17" fmla="*/ 1885052 h 3016522"/>
              <a:gd name="connsiteX18" fmla="*/ 2404670 w 2616235"/>
              <a:gd name="connsiteY18" fmla="*/ 2276054 h 3016522"/>
              <a:gd name="connsiteX19" fmla="*/ 2198263 w 2616235"/>
              <a:gd name="connsiteY19" fmla="*/ 2482555 h 3016522"/>
              <a:gd name="connsiteX20" fmla="*/ 1724680 w 2616235"/>
              <a:gd name="connsiteY20" fmla="*/ 2782784 h 3016522"/>
              <a:gd name="connsiteX21" fmla="*/ 1327868 w 2616235"/>
              <a:gd name="connsiteY21" fmla="*/ 2836600 h 3016522"/>
              <a:gd name="connsiteX22" fmla="*/ 931057 w 2616235"/>
              <a:gd name="connsiteY22" fmla="*/ 2938327 h 3016522"/>
              <a:gd name="connsiteX23" fmla="*/ 695789 w 2616235"/>
              <a:gd name="connsiteY23" fmla="*/ 2998144 h 3016522"/>
              <a:gd name="connsiteX24" fmla="*/ 348889 w 2616235"/>
              <a:gd name="connsiteY24" fmla="*/ 3010145 h 3016522"/>
              <a:gd name="connsiteX25" fmla="*/ 73711 w 2616235"/>
              <a:gd name="connsiteY25" fmla="*/ 2908418 h 3016522"/>
              <a:gd name="connsiteX26" fmla="*/ 2179 w 2616235"/>
              <a:gd name="connsiteY26" fmla="*/ 2738588 h 3016522"/>
              <a:gd name="connsiteX0" fmla="*/ 2179 w 2616235"/>
              <a:gd name="connsiteY0" fmla="*/ 2699042 h 2976976"/>
              <a:gd name="connsiteX1" fmla="*/ 18085 w 2616235"/>
              <a:gd name="connsiteY1" fmla="*/ 2575407 h 2976976"/>
              <a:gd name="connsiteX2" fmla="*/ 161627 w 2616235"/>
              <a:gd name="connsiteY2" fmla="*/ 2475680 h 2976976"/>
              <a:gd name="connsiteX3" fmla="*/ 384893 w 2616235"/>
              <a:gd name="connsiteY3" fmla="*/ 2545499 h 2976976"/>
              <a:gd name="connsiteX4" fmla="*/ 648069 w 2616235"/>
              <a:gd name="connsiteY4" fmla="*/ 2565406 h 2976976"/>
              <a:gd name="connsiteX5" fmla="*/ 831520 w 2616235"/>
              <a:gd name="connsiteY5" fmla="*/ 2431770 h 2976976"/>
              <a:gd name="connsiteX6" fmla="*/ 909244 w 2616235"/>
              <a:gd name="connsiteY6" fmla="*/ 2196407 h 2976976"/>
              <a:gd name="connsiteX7" fmla="*/ 975062 w 2616235"/>
              <a:gd name="connsiteY7" fmla="*/ 1757591 h 2976976"/>
              <a:gd name="connsiteX8" fmla="*/ 989064 w 2616235"/>
              <a:gd name="connsiteY8" fmla="*/ 1472317 h 2976976"/>
              <a:gd name="connsiteX9" fmla="*/ 1058882 w 2616235"/>
              <a:gd name="connsiteY9" fmla="*/ 1101318 h 2976976"/>
              <a:gd name="connsiteX10" fmla="*/ 1238333 w 2616235"/>
              <a:gd name="connsiteY10" fmla="*/ 762228 h 2976976"/>
              <a:gd name="connsiteX11" fmla="*/ 1567327 w 2616235"/>
              <a:gd name="connsiteY11" fmla="*/ 385228 h 2976976"/>
              <a:gd name="connsiteX12" fmla="*/ 1814797 w 2616235"/>
              <a:gd name="connsiteY12" fmla="*/ 154040 h 2976976"/>
              <a:gd name="connsiteX13" fmla="*/ 1970812 w 2616235"/>
              <a:gd name="connsiteY13" fmla="*/ 91119 h 2976976"/>
              <a:gd name="connsiteX14" fmla="*/ 2412671 w 2616235"/>
              <a:gd name="connsiteY14" fmla="*/ 40138 h 2976976"/>
              <a:gd name="connsiteX15" fmla="*/ 2328563 w 2616235"/>
              <a:gd name="connsiteY15" fmla="*/ 733952 h 2976976"/>
              <a:gd name="connsiteX16" fmla="*/ 2441452 w 2616235"/>
              <a:gd name="connsiteY16" fmla="*/ 1305277 h 2976976"/>
              <a:gd name="connsiteX17" fmla="*/ 2616030 w 2616235"/>
              <a:gd name="connsiteY17" fmla="*/ 1845506 h 2976976"/>
              <a:gd name="connsiteX18" fmla="*/ 2404670 w 2616235"/>
              <a:gd name="connsiteY18" fmla="*/ 2236508 h 2976976"/>
              <a:gd name="connsiteX19" fmla="*/ 2198263 w 2616235"/>
              <a:gd name="connsiteY19" fmla="*/ 2443009 h 2976976"/>
              <a:gd name="connsiteX20" fmla="*/ 1724680 w 2616235"/>
              <a:gd name="connsiteY20" fmla="*/ 2743238 h 2976976"/>
              <a:gd name="connsiteX21" fmla="*/ 1327868 w 2616235"/>
              <a:gd name="connsiteY21" fmla="*/ 2797054 h 2976976"/>
              <a:gd name="connsiteX22" fmla="*/ 931057 w 2616235"/>
              <a:gd name="connsiteY22" fmla="*/ 2898781 h 2976976"/>
              <a:gd name="connsiteX23" fmla="*/ 695789 w 2616235"/>
              <a:gd name="connsiteY23" fmla="*/ 2958598 h 2976976"/>
              <a:gd name="connsiteX24" fmla="*/ 348889 w 2616235"/>
              <a:gd name="connsiteY24" fmla="*/ 2970599 h 2976976"/>
              <a:gd name="connsiteX25" fmla="*/ 73711 w 2616235"/>
              <a:gd name="connsiteY25" fmla="*/ 2868872 h 2976976"/>
              <a:gd name="connsiteX26" fmla="*/ 2179 w 2616235"/>
              <a:gd name="connsiteY26" fmla="*/ 2699042 h 2976976"/>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28563 w 2616235"/>
              <a:gd name="connsiteY15" fmla="*/ 645286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062"/>
              <a:gd name="connsiteY0" fmla="*/ 2610376 h 2888310"/>
              <a:gd name="connsiteX1" fmla="*/ 18085 w 2616062"/>
              <a:gd name="connsiteY1" fmla="*/ 2486741 h 2888310"/>
              <a:gd name="connsiteX2" fmla="*/ 161627 w 2616062"/>
              <a:gd name="connsiteY2" fmla="*/ 2387014 h 2888310"/>
              <a:gd name="connsiteX3" fmla="*/ 384893 w 2616062"/>
              <a:gd name="connsiteY3" fmla="*/ 2456833 h 2888310"/>
              <a:gd name="connsiteX4" fmla="*/ 648069 w 2616062"/>
              <a:gd name="connsiteY4" fmla="*/ 2476740 h 2888310"/>
              <a:gd name="connsiteX5" fmla="*/ 831520 w 2616062"/>
              <a:gd name="connsiteY5" fmla="*/ 2343104 h 2888310"/>
              <a:gd name="connsiteX6" fmla="*/ 909244 w 2616062"/>
              <a:gd name="connsiteY6" fmla="*/ 2107741 h 2888310"/>
              <a:gd name="connsiteX7" fmla="*/ 975062 w 2616062"/>
              <a:gd name="connsiteY7" fmla="*/ 1668925 h 2888310"/>
              <a:gd name="connsiteX8" fmla="*/ 989064 w 2616062"/>
              <a:gd name="connsiteY8" fmla="*/ 1383651 h 2888310"/>
              <a:gd name="connsiteX9" fmla="*/ 1058882 w 2616062"/>
              <a:gd name="connsiteY9" fmla="*/ 1012652 h 2888310"/>
              <a:gd name="connsiteX10" fmla="*/ 1238333 w 2616062"/>
              <a:gd name="connsiteY10" fmla="*/ 673562 h 2888310"/>
              <a:gd name="connsiteX11" fmla="*/ 1567327 w 2616062"/>
              <a:gd name="connsiteY11" fmla="*/ 296562 h 2888310"/>
              <a:gd name="connsiteX12" fmla="*/ 1814797 w 2616062"/>
              <a:gd name="connsiteY12" fmla="*/ 65374 h 2888310"/>
              <a:gd name="connsiteX13" fmla="*/ 1970812 w 2616062"/>
              <a:gd name="connsiteY13" fmla="*/ 2453 h 2888310"/>
              <a:gd name="connsiteX14" fmla="*/ 2130916 w 2616062"/>
              <a:gd name="connsiteY14" fmla="*/ 129233 h 2888310"/>
              <a:gd name="connsiteX15" fmla="*/ 2309498 w 2616062"/>
              <a:gd name="connsiteY15" fmla="*/ 649451 h 2888310"/>
              <a:gd name="connsiteX16" fmla="*/ 2420076 w 2616062"/>
              <a:gd name="connsiteY16" fmla="*/ 1255814 h 2888310"/>
              <a:gd name="connsiteX17" fmla="*/ 2616030 w 2616062"/>
              <a:gd name="connsiteY17" fmla="*/ 1756840 h 2888310"/>
              <a:gd name="connsiteX18" fmla="*/ 2404670 w 2616062"/>
              <a:gd name="connsiteY18" fmla="*/ 2147842 h 2888310"/>
              <a:gd name="connsiteX19" fmla="*/ 2198263 w 2616062"/>
              <a:gd name="connsiteY19" fmla="*/ 2354343 h 2888310"/>
              <a:gd name="connsiteX20" fmla="*/ 1724680 w 2616062"/>
              <a:gd name="connsiteY20" fmla="*/ 2654572 h 2888310"/>
              <a:gd name="connsiteX21" fmla="*/ 1327868 w 2616062"/>
              <a:gd name="connsiteY21" fmla="*/ 2708388 h 2888310"/>
              <a:gd name="connsiteX22" fmla="*/ 931057 w 2616062"/>
              <a:gd name="connsiteY22" fmla="*/ 2810115 h 2888310"/>
              <a:gd name="connsiteX23" fmla="*/ 695789 w 2616062"/>
              <a:gd name="connsiteY23" fmla="*/ 2869932 h 2888310"/>
              <a:gd name="connsiteX24" fmla="*/ 348889 w 2616062"/>
              <a:gd name="connsiteY24" fmla="*/ 2881933 h 2888310"/>
              <a:gd name="connsiteX25" fmla="*/ 73711 w 2616062"/>
              <a:gd name="connsiteY25" fmla="*/ 2780206 h 2888310"/>
              <a:gd name="connsiteX26" fmla="*/ 2179 w 2616062"/>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98263 w 2616074"/>
              <a:gd name="connsiteY19" fmla="*/ 2354343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72559 w 2616595"/>
              <a:gd name="connsiteY19" fmla="*/ 2283130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65537 w 2616595"/>
              <a:gd name="connsiteY19" fmla="*/ 2191152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831520 w 2616595"/>
              <a:gd name="connsiteY4" fmla="*/ 2343104 h 2888310"/>
              <a:gd name="connsiteX5" fmla="*/ 909244 w 2616595"/>
              <a:gd name="connsiteY5" fmla="*/ 2107741 h 2888310"/>
              <a:gd name="connsiteX6" fmla="*/ 975062 w 2616595"/>
              <a:gd name="connsiteY6" fmla="*/ 1668925 h 2888310"/>
              <a:gd name="connsiteX7" fmla="*/ 989064 w 2616595"/>
              <a:gd name="connsiteY7" fmla="*/ 1383651 h 2888310"/>
              <a:gd name="connsiteX8" fmla="*/ 1058882 w 2616595"/>
              <a:gd name="connsiteY8" fmla="*/ 1012652 h 2888310"/>
              <a:gd name="connsiteX9" fmla="*/ 1238333 w 2616595"/>
              <a:gd name="connsiteY9" fmla="*/ 673562 h 2888310"/>
              <a:gd name="connsiteX10" fmla="*/ 1567327 w 2616595"/>
              <a:gd name="connsiteY10" fmla="*/ 296562 h 2888310"/>
              <a:gd name="connsiteX11" fmla="*/ 1814797 w 2616595"/>
              <a:gd name="connsiteY11" fmla="*/ 65374 h 2888310"/>
              <a:gd name="connsiteX12" fmla="*/ 1970812 w 2616595"/>
              <a:gd name="connsiteY12" fmla="*/ 2453 h 2888310"/>
              <a:gd name="connsiteX13" fmla="*/ 2130916 w 2616595"/>
              <a:gd name="connsiteY13" fmla="*/ 129233 h 2888310"/>
              <a:gd name="connsiteX14" fmla="*/ 2309498 w 2616595"/>
              <a:gd name="connsiteY14" fmla="*/ 649451 h 2888310"/>
              <a:gd name="connsiteX15" fmla="*/ 2420076 w 2616595"/>
              <a:gd name="connsiteY15" fmla="*/ 1255814 h 2888310"/>
              <a:gd name="connsiteX16" fmla="*/ 2616030 w 2616595"/>
              <a:gd name="connsiteY16" fmla="*/ 1756840 h 2888310"/>
              <a:gd name="connsiteX17" fmla="*/ 2362263 w 2616595"/>
              <a:gd name="connsiteY17" fmla="*/ 2076978 h 2888310"/>
              <a:gd name="connsiteX18" fmla="*/ 2165537 w 2616595"/>
              <a:gd name="connsiteY18" fmla="*/ 2191152 h 2888310"/>
              <a:gd name="connsiteX19" fmla="*/ 1724680 w 2616595"/>
              <a:gd name="connsiteY19" fmla="*/ 2654572 h 2888310"/>
              <a:gd name="connsiteX20" fmla="*/ 1327868 w 2616595"/>
              <a:gd name="connsiteY20" fmla="*/ 2708388 h 2888310"/>
              <a:gd name="connsiteX21" fmla="*/ 931057 w 2616595"/>
              <a:gd name="connsiteY21" fmla="*/ 2810115 h 2888310"/>
              <a:gd name="connsiteX22" fmla="*/ 695789 w 2616595"/>
              <a:gd name="connsiteY22" fmla="*/ 2869932 h 2888310"/>
              <a:gd name="connsiteX23" fmla="*/ 348889 w 2616595"/>
              <a:gd name="connsiteY23" fmla="*/ 2881933 h 2888310"/>
              <a:gd name="connsiteX24" fmla="*/ 73711 w 2616595"/>
              <a:gd name="connsiteY24" fmla="*/ 2780206 h 2888310"/>
              <a:gd name="connsiteX25" fmla="*/ 2179 w 2616595"/>
              <a:gd name="connsiteY25"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2641 w 2616595"/>
              <a:gd name="connsiteY4" fmla="*/ 2136507 h 2888310"/>
              <a:gd name="connsiteX5" fmla="*/ 909244 w 2616595"/>
              <a:gd name="connsiteY5" fmla="*/ 2107741 h 2888310"/>
              <a:gd name="connsiteX6" fmla="*/ 975062 w 2616595"/>
              <a:gd name="connsiteY6" fmla="*/ 1668925 h 2888310"/>
              <a:gd name="connsiteX7" fmla="*/ 989064 w 2616595"/>
              <a:gd name="connsiteY7" fmla="*/ 1383651 h 2888310"/>
              <a:gd name="connsiteX8" fmla="*/ 1058882 w 2616595"/>
              <a:gd name="connsiteY8" fmla="*/ 1012652 h 2888310"/>
              <a:gd name="connsiteX9" fmla="*/ 1238333 w 2616595"/>
              <a:gd name="connsiteY9" fmla="*/ 673562 h 2888310"/>
              <a:gd name="connsiteX10" fmla="*/ 1567327 w 2616595"/>
              <a:gd name="connsiteY10" fmla="*/ 296562 h 2888310"/>
              <a:gd name="connsiteX11" fmla="*/ 1814797 w 2616595"/>
              <a:gd name="connsiteY11" fmla="*/ 65374 h 2888310"/>
              <a:gd name="connsiteX12" fmla="*/ 1970812 w 2616595"/>
              <a:gd name="connsiteY12" fmla="*/ 2453 h 2888310"/>
              <a:gd name="connsiteX13" fmla="*/ 2130916 w 2616595"/>
              <a:gd name="connsiteY13" fmla="*/ 129233 h 2888310"/>
              <a:gd name="connsiteX14" fmla="*/ 2309498 w 2616595"/>
              <a:gd name="connsiteY14" fmla="*/ 649451 h 2888310"/>
              <a:gd name="connsiteX15" fmla="*/ 2420076 w 2616595"/>
              <a:gd name="connsiteY15" fmla="*/ 1255814 h 2888310"/>
              <a:gd name="connsiteX16" fmla="*/ 2616030 w 2616595"/>
              <a:gd name="connsiteY16" fmla="*/ 1756840 h 2888310"/>
              <a:gd name="connsiteX17" fmla="*/ 2362263 w 2616595"/>
              <a:gd name="connsiteY17" fmla="*/ 2076978 h 2888310"/>
              <a:gd name="connsiteX18" fmla="*/ 2165537 w 2616595"/>
              <a:gd name="connsiteY18" fmla="*/ 2191152 h 2888310"/>
              <a:gd name="connsiteX19" fmla="*/ 1724680 w 2616595"/>
              <a:gd name="connsiteY19" fmla="*/ 2654572 h 2888310"/>
              <a:gd name="connsiteX20" fmla="*/ 1327868 w 2616595"/>
              <a:gd name="connsiteY20" fmla="*/ 2708388 h 2888310"/>
              <a:gd name="connsiteX21" fmla="*/ 931057 w 2616595"/>
              <a:gd name="connsiteY21" fmla="*/ 2810115 h 2888310"/>
              <a:gd name="connsiteX22" fmla="*/ 695789 w 2616595"/>
              <a:gd name="connsiteY22" fmla="*/ 2869932 h 2888310"/>
              <a:gd name="connsiteX23" fmla="*/ 348889 w 2616595"/>
              <a:gd name="connsiteY23" fmla="*/ 2881933 h 2888310"/>
              <a:gd name="connsiteX24" fmla="*/ 73711 w 2616595"/>
              <a:gd name="connsiteY24" fmla="*/ 2780206 h 2888310"/>
              <a:gd name="connsiteX25" fmla="*/ 2179 w 2616595"/>
              <a:gd name="connsiteY25"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2641 w 2616595"/>
              <a:gd name="connsiteY4" fmla="*/ 2136507 h 2888310"/>
              <a:gd name="connsiteX5" fmla="*/ 650041 w 2616595"/>
              <a:gd name="connsiteY5" fmla="*/ 1694276 h 2888310"/>
              <a:gd name="connsiteX6" fmla="*/ 975062 w 2616595"/>
              <a:gd name="connsiteY6" fmla="*/ 1668925 h 2888310"/>
              <a:gd name="connsiteX7" fmla="*/ 989064 w 2616595"/>
              <a:gd name="connsiteY7" fmla="*/ 1383651 h 2888310"/>
              <a:gd name="connsiteX8" fmla="*/ 1058882 w 2616595"/>
              <a:gd name="connsiteY8" fmla="*/ 1012652 h 2888310"/>
              <a:gd name="connsiteX9" fmla="*/ 1238333 w 2616595"/>
              <a:gd name="connsiteY9" fmla="*/ 673562 h 2888310"/>
              <a:gd name="connsiteX10" fmla="*/ 1567327 w 2616595"/>
              <a:gd name="connsiteY10" fmla="*/ 296562 h 2888310"/>
              <a:gd name="connsiteX11" fmla="*/ 1814797 w 2616595"/>
              <a:gd name="connsiteY11" fmla="*/ 65374 h 2888310"/>
              <a:gd name="connsiteX12" fmla="*/ 1970812 w 2616595"/>
              <a:gd name="connsiteY12" fmla="*/ 2453 h 2888310"/>
              <a:gd name="connsiteX13" fmla="*/ 2130916 w 2616595"/>
              <a:gd name="connsiteY13" fmla="*/ 129233 h 2888310"/>
              <a:gd name="connsiteX14" fmla="*/ 2309498 w 2616595"/>
              <a:gd name="connsiteY14" fmla="*/ 649451 h 2888310"/>
              <a:gd name="connsiteX15" fmla="*/ 2420076 w 2616595"/>
              <a:gd name="connsiteY15" fmla="*/ 1255814 h 2888310"/>
              <a:gd name="connsiteX16" fmla="*/ 2616030 w 2616595"/>
              <a:gd name="connsiteY16" fmla="*/ 1756840 h 2888310"/>
              <a:gd name="connsiteX17" fmla="*/ 2362263 w 2616595"/>
              <a:gd name="connsiteY17" fmla="*/ 2076978 h 2888310"/>
              <a:gd name="connsiteX18" fmla="*/ 2165537 w 2616595"/>
              <a:gd name="connsiteY18" fmla="*/ 2191152 h 2888310"/>
              <a:gd name="connsiteX19" fmla="*/ 1724680 w 2616595"/>
              <a:gd name="connsiteY19" fmla="*/ 2654572 h 2888310"/>
              <a:gd name="connsiteX20" fmla="*/ 1327868 w 2616595"/>
              <a:gd name="connsiteY20" fmla="*/ 2708388 h 2888310"/>
              <a:gd name="connsiteX21" fmla="*/ 931057 w 2616595"/>
              <a:gd name="connsiteY21" fmla="*/ 2810115 h 2888310"/>
              <a:gd name="connsiteX22" fmla="*/ 695789 w 2616595"/>
              <a:gd name="connsiteY22" fmla="*/ 2869932 h 2888310"/>
              <a:gd name="connsiteX23" fmla="*/ 348889 w 2616595"/>
              <a:gd name="connsiteY23" fmla="*/ 2881933 h 2888310"/>
              <a:gd name="connsiteX24" fmla="*/ 73711 w 2616595"/>
              <a:gd name="connsiteY24" fmla="*/ 2780206 h 2888310"/>
              <a:gd name="connsiteX25" fmla="*/ 2179 w 2616595"/>
              <a:gd name="connsiteY25"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2641 w 2616595"/>
              <a:gd name="connsiteY4" fmla="*/ 2136507 h 2888310"/>
              <a:gd name="connsiteX5" fmla="*/ 650041 w 2616595"/>
              <a:gd name="connsiteY5" fmla="*/ 1694276 h 2888310"/>
              <a:gd name="connsiteX6" fmla="*/ 989064 w 2616595"/>
              <a:gd name="connsiteY6" fmla="*/ 1383651 h 2888310"/>
              <a:gd name="connsiteX7" fmla="*/ 1058882 w 2616595"/>
              <a:gd name="connsiteY7" fmla="*/ 1012652 h 2888310"/>
              <a:gd name="connsiteX8" fmla="*/ 1238333 w 2616595"/>
              <a:gd name="connsiteY8" fmla="*/ 673562 h 2888310"/>
              <a:gd name="connsiteX9" fmla="*/ 1567327 w 2616595"/>
              <a:gd name="connsiteY9" fmla="*/ 296562 h 2888310"/>
              <a:gd name="connsiteX10" fmla="*/ 1814797 w 2616595"/>
              <a:gd name="connsiteY10" fmla="*/ 65374 h 2888310"/>
              <a:gd name="connsiteX11" fmla="*/ 1970812 w 2616595"/>
              <a:gd name="connsiteY11" fmla="*/ 2453 h 2888310"/>
              <a:gd name="connsiteX12" fmla="*/ 2130916 w 2616595"/>
              <a:gd name="connsiteY12" fmla="*/ 129233 h 2888310"/>
              <a:gd name="connsiteX13" fmla="*/ 2309498 w 2616595"/>
              <a:gd name="connsiteY13" fmla="*/ 649451 h 2888310"/>
              <a:gd name="connsiteX14" fmla="*/ 2420076 w 2616595"/>
              <a:gd name="connsiteY14" fmla="*/ 1255814 h 2888310"/>
              <a:gd name="connsiteX15" fmla="*/ 2616030 w 2616595"/>
              <a:gd name="connsiteY15" fmla="*/ 1756840 h 2888310"/>
              <a:gd name="connsiteX16" fmla="*/ 2362263 w 2616595"/>
              <a:gd name="connsiteY16" fmla="*/ 2076978 h 2888310"/>
              <a:gd name="connsiteX17" fmla="*/ 2165537 w 2616595"/>
              <a:gd name="connsiteY17" fmla="*/ 2191152 h 2888310"/>
              <a:gd name="connsiteX18" fmla="*/ 1724680 w 2616595"/>
              <a:gd name="connsiteY18" fmla="*/ 2654572 h 2888310"/>
              <a:gd name="connsiteX19" fmla="*/ 1327868 w 2616595"/>
              <a:gd name="connsiteY19" fmla="*/ 2708388 h 2888310"/>
              <a:gd name="connsiteX20" fmla="*/ 931057 w 2616595"/>
              <a:gd name="connsiteY20" fmla="*/ 2810115 h 2888310"/>
              <a:gd name="connsiteX21" fmla="*/ 695789 w 2616595"/>
              <a:gd name="connsiteY21" fmla="*/ 2869932 h 2888310"/>
              <a:gd name="connsiteX22" fmla="*/ 348889 w 2616595"/>
              <a:gd name="connsiteY22" fmla="*/ 2881933 h 2888310"/>
              <a:gd name="connsiteX23" fmla="*/ 73711 w 2616595"/>
              <a:gd name="connsiteY23" fmla="*/ 2780206 h 2888310"/>
              <a:gd name="connsiteX24" fmla="*/ 2179 w 2616595"/>
              <a:gd name="connsiteY24"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642641 w 2616595"/>
              <a:gd name="connsiteY3" fmla="*/ 2136507 h 2888310"/>
              <a:gd name="connsiteX4" fmla="*/ 650041 w 2616595"/>
              <a:gd name="connsiteY4" fmla="*/ 1694276 h 2888310"/>
              <a:gd name="connsiteX5" fmla="*/ 989064 w 2616595"/>
              <a:gd name="connsiteY5" fmla="*/ 1383651 h 2888310"/>
              <a:gd name="connsiteX6" fmla="*/ 1058882 w 2616595"/>
              <a:gd name="connsiteY6" fmla="*/ 1012652 h 2888310"/>
              <a:gd name="connsiteX7" fmla="*/ 1238333 w 2616595"/>
              <a:gd name="connsiteY7" fmla="*/ 673562 h 2888310"/>
              <a:gd name="connsiteX8" fmla="*/ 1567327 w 2616595"/>
              <a:gd name="connsiteY8" fmla="*/ 296562 h 2888310"/>
              <a:gd name="connsiteX9" fmla="*/ 1814797 w 2616595"/>
              <a:gd name="connsiteY9" fmla="*/ 65374 h 2888310"/>
              <a:gd name="connsiteX10" fmla="*/ 1970812 w 2616595"/>
              <a:gd name="connsiteY10" fmla="*/ 2453 h 2888310"/>
              <a:gd name="connsiteX11" fmla="*/ 2130916 w 2616595"/>
              <a:gd name="connsiteY11" fmla="*/ 129233 h 2888310"/>
              <a:gd name="connsiteX12" fmla="*/ 2309498 w 2616595"/>
              <a:gd name="connsiteY12" fmla="*/ 649451 h 2888310"/>
              <a:gd name="connsiteX13" fmla="*/ 2420076 w 2616595"/>
              <a:gd name="connsiteY13" fmla="*/ 1255814 h 2888310"/>
              <a:gd name="connsiteX14" fmla="*/ 2616030 w 2616595"/>
              <a:gd name="connsiteY14" fmla="*/ 1756840 h 2888310"/>
              <a:gd name="connsiteX15" fmla="*/ 2362263 w 2616595"/>
              <a:gd name="connsiteY15" fmla="*/ 2076978 h 2888310"/>
              <a:gd name="connsiteX16" fmla="*/ 2165537 w 2616595"/>
              <a:gd name="connsiteY16" fmla="*/ 2191152 h 2888310"/>
              <a:gd name="connsiteX17" fmla="*/ 1724680 w 2616595"/>
              <a:gd name="connsiteY17" fmla="*/ 2654572 h 2888310"/>
              <a:gd name="connsiteX18" fmla="*/ 1327868 w 2616595"/>
              <a:gd name="connsiteY18" fmla="*/ 2708388 h 2888310"/>
              <a:gd name="connsiteX19" fmla="*/ 931057 w 2616595"/>
              <a:gd name="connsiteY19" fmla="*/ 2810115 h 2888310"/>
              <a:gd name="connsiteX20" fmla="*/ 695789 w 2616595"/>
              <a:gd name="connsiteY20" fmla="*/ 2869932 h 2888310"/>
              <a:gd name="connsiteX21" fmla="*/ 348889 w 2616595"/>
              <a:gd name="connsiteY21" fmla="*/ 2881933 h 2888310"/>
              <a:gd name="connsiteX22" fmla="*/ 73711 w 2616595"/>
              <a:gd name="connsiteY22" fmla="*/ 2780206 h 2888310"/>
              <a:gd name="connsiteX23" fmla="*/ 2179 w 2616595"/>
              <a:gd name="connsiteY23"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263242 w 2616595"/>
              <a:gd name="connsiteY3" fmla="*/ 1898590 h 2888310"/>
              <a:gd name="connsiteX4" fmla="*/ 650041 w 2616595"/>
              <a:gd name="connsiteY4" fmla="*/ 1694276 h 2888310"/>
              <a:gd name="connsiteX5" fmla="*/ 989064 w 2616595"/>
              <a:gd name="connsiteY5" fmla="*/ 1383651 h 2888310"/>
              <a:gd name="connsiteX6" fmla="*/ 1058882 w 2616595"/>
              <a:gd name="connsiteY6" fmla="*/ 1012652 h 2888310"/>
              <a:gd name="connsiteX7" fmla="*/ 1238333 w 2616595"/>
              <a:gd name="connsiteY7" fmla="*/ 673562 h 2888310"/>
              <a:gd name="connsiteX8" fmla="*/ 1567327 w 2616595"/>
              <a:gd name="connsiteY8" fmla="*/ 296562 h 2888310"/>
              <a:gd name="connsiteX9" fmla="*/ 1814797 w 2616595"/>
              <a:gd name="connsiteY9" fmla="*/ 65374 h 2888310"/>
              <a:gd name="connsiteX10" fmla="*/ 1970812 w 2616595"/>
              <a:gd name="connsiteY10" fmla="*/ 2453 h 2888310"/>
              <a:gd name="connsiteX11" fmla="*/ 2130916 w 2616595"/>
              <a:gd name="connsiteY11" fmla="*/ 129233 h 2888310"/>
              <a:gd name="connsiteX12" fmla="*/ 2309498 w 2616595"/>
              <a:gd name="connsiteY12" fmla="*/ 649451 h 2888310"/>
              <a:gd name="connsiteX13" fmla="*/ 2420076 w 2616595"/>
              <a:gd name="connsiteY13" fmla="*/ 1255814 h 2888310"/>
              <a:gd name="connsiteX14" fmla="*/ 2616030 w 2616595"/>
              <a:gd name="connsiteY14" fmla="*/ 1756840 h 2888310"/>
              <a:gd name="connsiteX15" fmla="*/ 2362263 w 2616595"/>
              <a:gd name="connsiteY15" fmla="*/ 2076978 h 2888310"/>
              <a:gd name="connsiteX16" fmla="*/ 2165537 w 2616595"/>
              <a:gd name="connsiteY16" fmla="*/ 2191152 h 2888310"/>
              <a:gd name="connsiteX17" fmla="*/ 1724680 w 2616595"/>
              <a:gd name="connsiteY17" fmla="*/ 2654572 h 2888310"/>
              <a:gd name="connsiteX18" fmla="*/ 1327868 w 2616595"/>
              <a:gd name="connsiteY18" fmla="*/ 2708388 h 2888310"/>
              <a:gd name="connsiteX19" fmla="*/ 931057 w 2616595"/>
              <a:gd name="connsiteY19" fmla="*/ 2810115 h 2888310"/>
              <a:gd name="connsiteX20" fmla="*/ 695789 w 2616595"/>
              <a:gd name="connsiteY20" fmla="*/ 2869932 h 2888310"/>
              <a:gd name="connsiteX21" fmla="*/ 348889 w 2616595"/>
              <a:gd name="connsiteY21" fmla="*/ 2881933 h 2888310"/>
              <a:gd name="connsiteX22" fmla="*/ 73711 w 2616595"/>
              <a:gd name="connsiteY22" fmla="*/ 2780206 h 2888310"/>
              <a:gd name="connsiteX23" fmla="*/ 2179 w 2616595"/>
              <a:gd name="connsiteY23" fmla="*/ 2610376 h 2888310"/>
              <a:gd name="connsiteX0" fmla="*/ 29531 w 2643947"/>
              <a:gd name="connsiteY0" fmla="*/ 2610376 h 2888310"/>
              <a:gd name="connsiteX1" fmla="*/ 45437 w 2643947"/>
              <a:gd name="connsiteY1" fmla="*/ 2486741 h 2888310"/>
              <a:gd name="connsiteX2" fmla="*/ 562717 w 2643947"/>
              <a:gd name="connsiteY2" fmla="*/ 2373621 h 2888310"/>
              <a:gd name="connsiteX3" fmla="*/ 290594 w 2643947"/>
              <a:gd name="connsiteY3" fmla="*/ 1898590 h 2888310"/>
              <a:gd name="connsiteX4" fmla="*/ 677393 w 2643947"/>
              <a:gd name="connsiteY4" fmla="*/ 1694276 h 2888310"/>
              <a:gd name="connsiteX5" fmla="*/ 1016416 w 2643947"/>
              <a:gd name="connsiteY5" fmla="*/ 1383651 h 2888310"/>
              <a:gd name="connsiteX6" fmla="*/ 1086234 w 2643947"/>
              <a:gd name="connsiteY6" fmla="*/ 1012652 h 2888310"/>
              <a:gd name="connsiteX7" fmla="*/ 1265685 w 2643947"/>
              <a:gd name="connsiteY7" fmla="*/ 673562 h 2888310"/>
              <a:gd name="connsiteX8" fmla="*/ 1594679 w 2643947"/>
              <a:gd name="connsiteY8" fmla="*/ 296562 h 2888310"/>
              <a:gd name="connsiteX9" fmla="*/ 1842149 w 2643947"/>
              <a:gd name="connsiteY9" fmla="*/ 65374 h 2888310"/>
              <a:gd name="connsiteX10" fmla="*/ 1998164 w 2643947"/>
              <a:gd name="connsiteY10" fmla="*/ 2453 h 2888310"/>
              <a:gd name="connsiteX11" fmla="*/ 2158268 w 2643947"/>
              <a:gd name="connsiteY11" fmla="*/ 129233 h 2888310"/>
              <a:gd name="connsiteX12" fmla="*/ 2336850 w 2643947"/>
              <a:gd name="connsiteY12" fmla="*/ 649451 h 2888310"/>
              <a:gd name="connsiteX13" fmla="*/ 2447428 w 2643947"/>
              <a:gd name="connsiteY13" fmla="*/ 1255814 h 2888310"/>
              <a:gd name="connsiteX14" fmla="*/ 2643382 w 2643947"/>
              <a:gd name="connsiteY14" fmla="*/ 1756840 h 2888310"/>
              <a:gd name="connsiteX15" fmla="*/ 2389615 w 2643947"/>
              <a:gd name="connsiteY15" fmla="*/ 2076978 h 2888310"/>
              <a:gd name="connsiteX16" fmla="*/ 2192889 w 2643947"/>
              <a:gd name="connsiteY16" fmla="*/ 2191152 h 2888310"/>
              <a:gd name="connsiteX17" fmla="*/ 1752032 w 2643947"/>
              <a:gd name="connsiteY17" fmla="*/ 2654572 h 2888310"/>
              <a:gd name="connsiteX18" fmla="*/ 1355220 w 2643947"/>
              <a:gd name="connsiteY18" fmla="*/ 2708388 h 2888310"/>
              <a:gd name="connsiteX19" fmla="*/ 958409 w 2643947"/>
              <a:gd name="connsiteY19" fmla="*/ 2810115 h 2888310"/>
              <a:gd name="connsiteX20" fmla="*/ 723141 w 2643947"/>
              <a:gd name="connsiteY20" fmla="*/ 2869932 h 2888310"/>
              <a:gd name="connsiteX21" fmla="*/ 376241 w 2643947"/>
              <a:gd name="connsiteY21" fmla="*/ 2881933 h 2888310"/>
              <a:gd name="connsiteX22" fmla="*/ 101063 w 2643947"/>
              <a:gd name="connsiteY22" fmla="*/ 2780206 h 2888310"/>
              <a:gd name="connsiteX23" fmla="*/ 29531 w 2643947"/>
              <a:gd name="connsiteY23" fmla="*/ 2610376 h 2888310"/>
              <a:gd name="connsiteX0" fmla="*/ 1199 w 2615615"/>
              <a:gd name="connsiteY0" fmla="*/ 2610376 h 2888310"/>
              <a:gd name="connsiteX1" fmla="*/ 91917 w 2615615"/>
              <a:gd name="connsiteY1" fmla="*/ 2383620 h 2888310"/>
              <a:gd name="connsiteX2" fmla="*/ 534385 w 2615615"/>
              <a:gd name="connsiteY2" fmla="*/ 2373621 h 2888310"/>
              <a:gd name="connsiteX3" fmla="*/ 262262 w 2615615"/>
              <a:gd name="connsiteY3" fmla="*/ 1898590 h 2888310"/>
              <a:gd name="connsiteX4" fmla="*/ 649061 w 2615615"/>
              <a:gd name="connsiteY4" fmla="*/ 1694276 h 2888310"/>
              <a:gd name="connsiteX5" fmla="*/ 988084 w 2615615"/>
              <a:gd name="connsiteY5" fmla="*/ 1383651 h 2888310"/>
              <a:gd name="connsiteX6" fmla="*/ 1057902 w 2615615"/>
              <a:gd name="connsiteY6" fmla="*/ 1012652 h 2888310"/>
              <a:gd name="connsiteX7" fmla="*/ 1237353 w 2615615"/>
              <a:gd name="connsiteY7" fmla="*/ 673562 h 2888310"/>
              <a:gd name="connsiteX8" fmla="*/ 1566347 w 2615615"/>
              <a:gd name="connsiteY8" fmla="*/ 296562 h 2888310"/>
              <a:gd name="connsiteX9" fmla="*/ 1813817 w 2615615"/>
              <a:gd name="connsiteY9" fmla="*/ 65374 h 2888310"/>
              <a:gd name="connsiteX10" fmla="*/ 1969832 w 2615615"/>
              <a:gd name="connsiteY10" fmla="*/ 2453 h 2888310"/>
              <a:gd name="connsiteX11" fmla="*/ 2129936 w 2615615"/>
              <a:gd name="connsiteY11" fmla="*/ 129233 h 2888310"/>
              <a:gd name="connsiteX12" fmla="*/ 2308518 w 2615615"/>
              <a:gd name="connsiteY12" fmla="*/ 649451 h 2888310"/>
              <a:gd name="connsiteX13" fmla="*/ 2419096 w 2615615"/>
              <a:gd name="connsiteY13" fmla="*/ 1255814 h 2888310"/>
              <a:gd name="connsiteX14" fmla="*/ 2615050 w 2615615"/>
              <a:gd name="connsiteY14" fmla="*/ 1756840 h 2888310"/>
              <a:gd name="connsiteX15" fmla="*/ 2361283 w 2615615"/>
              <a:gd name="connsiteY15" fmla="*/ 2076978 h 2888310"/>
              <a:gd name="connsiteX16" fmla="*/ 2164557 w 2615615"/>
              <a:gd name="connsiteY16" fmla="*/ 2191152 h 2888310"/>
              <a:gd name="connsiteX17" fmla="*/ 1723700 w 2615615"/>
              <a:gd name="connsiteY17" fmla="*/ 2654572 h 2888310"/>
              <a:gd name="connsiteX18" fmla="*/ 1326888 w 2615615"/>
              <a:gd name="connsiteY18" fmla="*/ 2708388 h 2888310"/>
              <a:gd name="connsiteX19" fmla="*/ 930077 w 2615615"/>
              <a:gd name="connsiteY19" fmla="*/ 2810115 h 2888310"/>
              <a:gd name="connsiteX20" fmla="*/ 694809 w 2615615"/>
              <a:gd name="connsiteY20" fmla="*/ 2869932 h 2888310"/>
              <a:gd name="connsiteX21" fmla="*/ 347909 w 2615615"/>
              <a:gd name="connsiteY21" fmla="*/ 2881933 h 2888310"/>
              <a:gd name="connsiteX22" fmla="*/ 72731 w 2615615"/>
              <a:gd name="connsiteY22" fmla="*/ 2780206 h 2888310"/>
              <a:gd name="connsiteX23" fmla="*/ 1199 w 2615615"/>
              <a:gd name="connsiteY23" fmla="*/ 2610376 h 2888310"/>
              <a:gd name="connsiteX0" fmla="*/ 1199 w 2615615"/>
              <a:gd name="connsiteY0" fmla="*/ 2610376 h 2888310"/>
              <a:gd name="connsiteX1" fmla="*/ 91917 w 2615615"/>
              <a:gd name="connsiteY1" fmla="*/ 2383620 h 2888310"/>
              <a:gd name="connsiteX2" fmla="*/ 534385 w 2615615"/>
              <a:gd name="connsiteY2" fmla="*/ 2373621 h 2888310"/>
              <a:gd name="connsiteX3" fmla="*/ 357859 w 2615615"/>
              <a:gd name="connsiteY3" fmla="*/ 2161953 h 2888310"/>
              <a:gd name="connsiteX4" fmla="*/ 262262 w 2615615"/>
              <a:gd name="connsiteY4" fmla="*/ 1898590 h 2888310"/>
              <a:gd name="connsiteX5" fmla="*/ 649061 w 2615615"/>
              <a:gd name="connsiteY5" fmla="*/ 1694276 h 2888310"/>
              <a:gd name="connsiteX6" fmla="*/ 988084 w 2615615"/>
              <a:gd name="connsiteY6" fmla="*/ 1383651 h 2888310"/>
              <a:gd name="connsiteX7" fmla="*/ 1057902 w 2615615"/>
              <a:gd name="connsiteY7" fmla="*/ 1012652 h 2888310"/>
              <a:gd name="connsiteX8" fmla="*/ 1237353 w 2615615"/>
              <a:gd name="connsiteY8" fmla="*/ 673562 h 2888310"/>
              <a:gd name="connsiteX9" fmla="*/ 1566347 w 2615615"/>
              <a:gd name="connsiteY9" fmla="*/ 296562 h 2888310"/>
              <a:gd name="connsiteX10" fmla="*/ 1813817 w 2615615"/>
              <a:gd name="connsiteY10" fmla="*/ 65374 h 2888310"/>
              <a:gd name="connsiteX11" fmla="*/ 1969832 w 2615615"/>
              <a:gd name="connsiteY11" fmla="*/ 2453 h 2888310"/>
              <a:gd name="connsiteX12" fmla="*/ 2129936 w 2615615"/>
              <a:gd name="connsiteY12" fmla="*/ 129233 h 2888310"/>
              <a:gd name="connsiteX13" fmla="*/ 2308518 w 2615615"/>
              <a:gd name="connsiteY13" fmla="*/ 649451 h 2888310"/>
              <a:gd name="connsiteX14" fmla="*/ 2419096 w 2615615"/>
              <a:gd name="connsiteY14" fmla="*/ 1255814 h 2888310"/>
              <a:gd name="connsiteX15" fmla="*/ 2615050 w 2615615"/>
              <a:gd name="connsiteY15" fmla="*/ 1756840 h 2888310"/>
              <a:gd name="connsiteX16" fmla="*/ 2361283 w 2615615"/>
              <a:gd name="connsiteY16" fmla="*/ 2076978 h 2888310"/>
              <a:gd name="connsiteX17" fmla="*/ 2164557 w 2615615"/>
              <a:gd name="connsiteY17" fmla="*/ 2191152 h 2888310"/>
              <a:gd name="connsiteX18" fmla="*/ 1723700 w 2615615"/>
              <a:gd name="connsiteY18" fmla="*/ 2654572 h 2888310"/>
              <a:gd name="connsiteX19" fmla="*/ 1326888 w 2615615"/>
              <a:gd name="connsiteY19" fmla="*/ 2708388 h 2888310"/>
              <a:gd name="connsiteX20" fmla="*/ 930077 w 2615615"/>
              <a:gd name="connsiteY20" fmla="*/ 2810115 h 2888310"/>
              <a:gd name="connsiteX21" fmla="*/ 694809 w 2615615"/>
              <a:gd name="connsiteY21" fmla="*/ 2869932 h 2888310"/>
              <a:gd name="connsiteX22" fmla="*/ 347909 w 2615615"/>
              <a:gd name="connsiteY22" fmla="*/ 2881933 h 2888310"/>
              <a:gd name="connsiteX23" fmla="*/ 72731 w 2615615"/>
              <a:gd name="connsiteY23" fmla="*/ 2780206 h 2888310"/>
              <a:gd name="connsiteX24" fmla="*/ 1199 w 2615615"/>
              <a:gd name="connsiteY24" fmla="*/ 2610376 h 2888310"/>
              <a:gd name="connsiteX0" fmla="*/ 1199 w 2615615"/>
              <a:gd name="connsiteY0" fmla="*/ 2610376 h 2888310"/>
              <a:gd name="connsiteX1" fmla="*/ 91917 w 2615615"/>
              <a:gd name="connsiteY1" fmla="*/ 2383620 h 2888310"/>
              <a:gd name="connsiteX2" fmla="*/ 534385 w 2615615"/>
              <a:gd name="connsiteY2" fmla="*/ 2373621 h 2888310"/>
              <a:gd name="connsiteX3" fmla="*/ 357859 w 2615615"/>
              <a:gd name="connsiteY3" fmla="*/ 2161953 h 2888310"/>
              <a:gd name="connsiteX4" fmla="*/ 262262 w 2615615"/>
              <a:gd name="connsiteY4" fmla="*/ 1898590 h 2888310"/>
              <a:gd name="connsiteX5" fmla="*/ 649061 w 2615615"/>
              <a:gd name="connsiteY5" fmla="*/ 1694276 h 2888310"/>
              <a:gd name="connsiteX6" fmla="*/ 988084 w 2615615"/>
              <a:gd name="connsiteY6" fmla="*/ 1383651 h 2888310"/>
              <a:gd name="connsiteX7" fmla="*/ 1057902 w 2615615"/>
              <a:gd name="connsiteY7" fmla="*/ 1012652 h 2888310"/>
              <a:gd name="connsiteX8" fmla="*/ 1237353 w 2615615"/>
              <a:gd name="connsiteY8" fmla="*/ 673562 h 2888310"/>
              <a:gd name="connsiteX9" fmla="*/ 1566347 w 2615615"/>
              <a:gd name="connsiteY9" fmla="*/ 296562 h 2888310"/>
              <a:gd name="connsiteX10" fmla="*/ 1813817 w 2615615"/>
              <a:gd name="connsiteY10" fmla="*/ 65374 h 2888310"/>
              <a:gd name="connsiteX11" fmla="*/ 1969832 w 2615615"/>
              <a:gd name="connsiteY11" fmla="*/ 2453 h 2888310"/>
              <a:gd name="connsiteX12" fmla="*/ 2129936 w 2615615"/>
              <a:gd name="connsiteY12" fmla="*/ 129233 h 2888310"/>
              <a:gd name="connsiteX13" fmla="*/ 2308518 w 2615615"/>
              <a:gd name="connsiteY13" fmla="*/ 649451 h 2888310"/>
              <a:gd name="connsiteX14" fmla="*/ 2419096 w 2615615"/>
              <a:gd name="connsiteY14" fmla="*/ 1255814 h 2888310"/>
              <a:gd name="connsiteX15" fmla="*/ 2615050 w 2615615"/>
              <a:gd name="connsiteY15" fmla="*/ 1756840 h 2888310"/>
              <a:gd name="connsiteX16" fmla="*/ 2361283 w 2615615"/>
              <a:gd name="connsiteY16" fmla="*/ 2076978 h 2888310"/>
              <a:gd name="connsiteX17" fmla="*/ 2164557 w 2615615"/>
              <a:gd name="connsiteY17" fmla="*/ 2191152 h 2888310"/>
              <a:gd name="connsiteX18" fmla="*/ 1723700 w 2615615"/>
              <a:gd name="connsiteY18" fmla="*/ 2654572 h 2888310"/>
              <a:gd name="connsiteX19" fmla="*/ 1326888 w 2615615"/>
              <a:gd name="connsiteY19" fmla="*/ 2708388 h 2888310"/>
              <a:gd name="connsiteX20" fmla="*/ 930077 w 2615615"/>
              <a:gd name="connsiteY20" fmla="*/ 2810115 h 2888310"/>
              <a:gd name="connsiteX21" fmla="*/ 694809 w 2615615"/>
              <a:gd name="connsiteY21" fmla="*/ 2869932 h 2888310"/>
              <a:gd name="connsiteX22" fmla="*/ 347909 w 2615615"/>
              <a:gd name="connsiteY22" fmla="*/ 2881933 h 2888310"/>
              <a:gd name="connsiteX23" fmla="*/ 72731 w 2615615"/>
              <a:gd name="connsiteY23" fmla="*/ 2780206 h 2888310"/>
              <a:gd name="connsiteX24" fmla="*/ 1199 w 2615615"/>
              <a:gd name="connsiteY24" fmla="*/ 2610376 h 2888310"/>
              <a:gd name="connsiteX0" fmla="*/ 1199 w 2615615"/>
              <a:gd name="connsiteY0" fmla="*/ 2610376 h 2888310"/>
              <a:gd name="connsiteX1" fmla="*/ 91917 w 2615615"/>
              <a:gd name="connsiteY1" fmla="*/ 2383620 h 2888310"/>
              <a:gd name="connsiteX2" fmla="*/ 534385 w 2615615"/>
              <a:gd name="connsiteY2" fmla="*/ 2373621 h 2888310"/>
              <a:gd name="connsiteX3" fmla="*/ 357859 w 2615615"/>
              <a:gd name="connsiteY3" fmla="*/ 2161953 h 2888310"/>
              <a:gd name="connsiteX4" fmla="*/ 262262 w 2615615"/>
              <a:gd name="connsiteY4" fmla="*/ 1898590 h 2888310"/>
              <a:gd name="connsiteX5" fmla="*/ 649061 w 2615615"/>
              <a:gd name="connsiteY5" fmla="*/ 1694276 h 2888310"/>
              <a:gd name="connsiteX6" fmla="*/ 988084 w 2615615"/>
              <a:gd name="connsiteY6" fmla="*/ 1383651 h 2888310"/>
              <a:gd name="connsiteX7" fmla="*/ 1057902 w 2615615"/>
              <a:gd name="connsiteY7" fmla="*/ 1012652 h 2888310"/>
              <a:gd name="connsiteX8" fmla="*/ 1237353 w 2615615"/>
              <a:gd name="connsiteY8" fmla="*/ 673562 h 2888310"/>
              <a:gd name="connsiteX9" fmla="*/ 1566347 w 2615615"/>
              <a:gd name="connsiteY9" fmla="*/ 296562 h 2888310"/>
              <a:gd name="connsiteX10" fmla="*/ 1813817 w 2615615"/>
              <a:gd name="connsiteY10" fmla="*/ 65374 h 2888310"/>
              <a:gd name="connsiteX11" fmla="*/ 1969832 w 2615615"/>
              <a:gd name="connsiteY11" fmla="*/ 2453 h 2888310"/>
              <a:gd name="connsiteX12" fmla="*/ 2129936 w 2615615"/>
              <a:gd name="connsiteY12" fmla="*/ 129233 h 2888310"/>
              <a:gd name="connsiteX13" fmla="*/ 2308518 w 2615615"/>
              <a:gd name="connsiteY13" fmla="*/ 649451 h 2888310"/>
              <a:gd name="connsiteX14" fmla="*/ 2419096 w 2615615"/>
              <a:gd name="connsiteY14" fmla="*/ 1255814 h 2888310"/>
              <a:gd name="connsiteX15" fmla="*/ 2615050 w 2615615"/>
              <a:gd name="connsiteY15" fmla="*/ 1756840 h 2888310"/>
              <a:gd name="connsiteX16" fmla="*/ 2361283 w 2615615"/>
              <a:gd name="connsiteY16" fmla="*/ 2076978 h 2888310"/>
              <a:gd name="connsiteX17" fmla="*/ 2164557 w 2615615"/>
              <a:gd name="connsiteY17" fmla="*/ 2191152 h 2888310"/>
              <a:gd name="connsiteX18" fmla="*/ 1723700 w 2615615"/>
              <a:gd name="connsiteY18" fmla="*/ 2654572 h 2888310"/>
              <a:gd name="connsiteX19" fmla="*/ 1326888 w 2615615"/>
              <a:gd name="connsiteY19" fmla="*/ 2708388 h 2888310"/>
              <a:gd name="connsiteX20" fmla="*/ 930077 w 2615615"/>
              <a:gd name="connsiteY20" fmla="*/ 2810115 h 2888310"/>
              <a:gd name="connsiteX21" fmla="*/ 694809 w 2615615"/>
              <a:gd name="connsiteY21" fmla="*/ 2869932 h 2888310"/>
              <a:gd name="connsiteX22" fmla="*/ 347909 w 2615615"/>
              <a:gd name="connsiteY22" fmla="*/ 2881933 h 2888310"/>
              <a:gd name="connsiteX23" fmla="*/ 72731 w 2615615"/>
              <a:gd name="connsiteY23" fmla="*/ 2780206 h 2888310"/>
              <a:gd name="connsiteX24" fmla="*/ 1199 w 2615615"/>
              <a:gd name="connsiteY24" fmla="*/ 2610376 h 2888310"/>
              <a:gd name="connsiteX0" fmla="*/ 1199 w 2615615"/>
              <a:gd name="connsiteY0" fmla="*/ 2610376 h 2882591"/>
              <a:gd name="connsiteX1" fmla="*/ 91917 w 2615615"/>
              <a:gd name="connsiteY1" fmla="*/ 2383620 h 2882591"/>
              <a:gd name="connsiteX2" fmla="*/ 534385 w 2615615"/>
              <a:gd name="connsiteY2" fmla="*/ 2373621 h 2882591"/>
              <a:gd name="connsiteX3" fmla="*/ 357859 w 2615615"/>
              <a:gd name="connsiteY3" fmla="*/ 2161953 h 2882591"/>
              <a:gd name="connsiteX4" fmla="*/ 262262 w 2615615"/>
              <a:gd name="connsiteY4" fmla="*/ 1898590 h 2882591"/>
              <a:gd name="connsiteX5" fmla="*/ 649061 w 2615615"/>
              <a:gd name="connsiteY5" fmla="*/ 1694276 h 2882591"/>
              <a:gd name="connsiteX6" fmla="*/ 988084 w 2615615"/>
              <a:gd name="connsiteY6" fmla="*/ 1383651 h 2882591"/>
              <a:gd name="connsiteX7" fmla="*/ 1057902 w 2615615"/>
              <a:gd name="connsiteY7" fmla="*/ 1012652 h 2882591"/>
              <a:gd name="connsiteX8" fmla="*/ 1237353 w 2615615"/>
              <a:gd name="connsiteY8" fmla="*/ 673562 h 2882591"/>
              <a:gd name="connsiteX9" fmla="*/ 1566347 w 2615615"/>
              <a:gd name="connsiteY9" fmla="*/ 296562 h 2882591"/>
              <a:gd name="connsiteX10" fmla="*/ 1813817 w 2615615"/>
              <a:gd name="connsiteY10" fmla="*/ 65374 h 2882591"/>
              <a:gd name="connsiteX11" fmla="*/ 1969832 w 2615615"/>
              <a:gd name="connsiteY11" fmla="*/ 2453 h 2882591"/>
              <a:gd name="connsiteX12" fmla="*/ 2129936 w 2615615"/>
              <a:gd name="connsiteY12" fmla="*/ 129233 h 2882591"/>
              <a:gd name="connsiteX13" fmla="*/ 2308518 w 2615615"/>
              <a:gd name="connsiteY13" fmla="*/ 649451 h 2882591"/>
              <a:gd name="connsiteX14" fmla="*/ 2419096 w 2615615"/>
              <a:gd name="connsiteY14" fmla="*/ 1255814 h 2882591"/>
              <a:gd name="connsiteX15" fmla="*/ 2615050 w 2615615"/>
              <a:gd name="connsiteY15" fmla="*/ 1756840 h 2882591"/>
              <a:gd name="connsiteX16" fmla="*/ 2361283 w 2615615"/>
              <a:gd name="connsiteY16" fmla="*/ 2076978 h 2882591"/>
              <a:gd name="connsiteX17" fmla="*/ 2164557 w 2615615"/>
              <a:gd name="connsiteY17" fmla="*/ 2191152 h 2882591"/>
              <a:gd name="connsiteX18" fmla="*/ 1723700 w 2615615"/>
              <a:gd name="connsiteY18" fmla="*/ 2654572 h 2882591"/>
              <a:gd name="connsiteX19" fmla="*/ 1326888 w 2615615"/>
              <a:gd name="connsiteY19" fmla="*/ 2708388 h 2882591"/>
              <a:gd name="connsiteX20" fmla="*/ 930077 w 2615615"/>
              <a:gd name="connsiteY20" fmla="*/ 2810115 h 2882591"/>
              <a:gd name="connsiteX21" fmla="*/ 673445 w 2615615"/>
              <a:gd name="connsiteY21" fmla="*/ 2745835 h 2882591"/>
              <a:gd name="connsiteX22" fmla="*/ 347909 w 2615615"/>
              <a:gd name="connsiteY22" fmla="*/ 2881933 h 2882591"/>
              <a:gd name="connsiteX23" fmla="*/ 72731 w 2615615"/>
              <a:gd name="connsiteY23" fmla="*/ 2780206 h 2882591"/>
              <a:gd name="connsiteX24" fmla="*/ 1199 w 2615615"/>
              <a:gd name="connsiteY24" fmla="*/ 2610376 h 2882591"/>
              <a:gd name="connsiteX0" fmla="*/ 696 w 2615112"/>
              <a:gd name="connsiteY0" fmla="*/ 2610376 h 2882592"/>
              <a:gd name="connsiteX1" fmla="*/ 91414 w 2615112"/>
              <a:gd name="connsiteY1" fmla="*/ 2383620 h 2882592"/>
              <a:gd name="connsiteX2" fmla="*/ 451178 w 2615112"/>
              <a:gd name="connsiteY2" fmla="*/ 2363687 h 2882592"/>
              <a:gd name="connsiteX3" fmla="*/ 357356 w 2615112"/>
              <a:gd name="connsiteY3" fmla="*/ 2161953 h 2882592"/>
              <a:gd name="connsiteX4" fmla="*/ 261759 w 2615112"/>
              <a:gd name="connsiteY4" fmla="*/ 1898590 h 2882592"/>
              <a:gd name="connsiteX5" fmla="*/ 648558 w 2615112"/>
              <a:gd name="connsiteY5" fmla="*/ 1694276 h 2882592"/>
              <a:gd name="connsiteX6" fmla="*/ 987581 w 2615112"/>
              <a:gd name="connsiteY6" fmla="*/ 1383651 h 2882592"/>
              <a:gd name="connsiteX7" fmla="*/ 1057399 w 2615112"/>
              <a:gd name="connsiteY7" fmla="*/ 1012652 h 2882592"/>
              <a:gd name="connsiteX8" fmla="*/ 1236850 w 2615112"/>
              <a:gd name="connsiteY8" fmla="*/ 673562 h 2882592"/>
              <a:gd name="connsiteX9" fmla="*/ 1565844 w 2615112"/>
              <a:gd name="connsiteY9" fmla="*/ 296562 h 2882592"/>
              <a:gd name="connsiteX10" fmla="*/ 1813314 w 2615112"/>
              <a:gd name="connsiteY10" fmla="*/ 65374 h 2882592"/>
              <a:gd name="connsiteX11" fmla="*/ 1969329 w 2615112"/>
              <a:gd name="connsiteY11" fmla="*/ 2453 h 2882592"/>
              <a:gd name="connsiteX12" fmla="*/ 2129433 w 2615112"/>
              <a:gd name="connsiteY12" fmla="*/ 129233 h 2882592"/>
              <a:gd name="connsiteX13" fmla="*/ 2308015 w 2615112"/>
              <a:gd name="connsiteY13" fmla="*/ 649451 h 2882592"/>
              <a:gd name="connsiteX14" fmla="*/ 2418593 w 2615112"/>
              <a:gd name="connsiteY14" fmla="*/ 1255814 h 2882592"/>
              <a:gd name="connsiteX15" fmla="*/ 2614547 w 2615112"/>
              <a:gd name="connsiteY15" fmla="*/ 1756840 h 2882592"/>
              <a:gd name="connsiteX16" fmla="*/ 2360780 w 2615112"/>
              <a:gd name="connsiteY16" fmla="*/ 2076978 h 2882592"/>
              <a:gd name="connsiteX17" fmla="*/ 2164054 w 2615112"/>
              <a:gd name="connsiteY17" fmla="*/ 2191152 h 2882592"/>
              <a:gd name="connsiteX18" fmla="*/ 1723197 w 2615112"/>
              <a:gd name="connsiteY18" fmla="*/ 2654572 h 2882592"/>
              <a:gd name="connsiteX19" fmla="*/ 1326385 w 2615112"/>
              <a:gd name="connsiteY19" fmla="*/ 2708388 h 2882592"/>
              <a:gd name="connsiteX20" fmla="*/ 929574 w 2615112"/>
              <a:gd name="connsiteY20" fmla="*/ 2810115 h 2882592"/>
              <a:gd name="connsiteX21" fmla="*/ 672942 w 2615112"/>
              <a:gd name="connsiteY21" fmla="*/ 2745835 h 2882592"/>
              <a:gd name="connsiteX22" fmla="*/ 347406 w 2615112"/>
              <a:gd name="connsiteY22" fmla="*/ 2881933 h 2882592"/>
              <a:gd name="connsiteX23" fmla="*/ 72228 w 2615112"/>
              <a:gd name="connsiteY23" fmla="*/ 2780206 h 2882592"/>
              <a:gd name="connsiteX24" fmla="*/ 696 w 2615112"/>
              <a:gd name="connsiteY24" fmla="*/ 2610376 h 2882592"/>
              <a:gd name="connsiteX0" fmla="*/ 2614547 w 2704359"/>
              <a:gd name="connsiteY0" fmla="*/ 1756840 h 2882592"/>
              <a:gd name="connsiteX1" fmla="*/ 2360780 w 2704359"/>
              <a:gd name="connsiteY1" fmla="*/ 2076978 h 2882592"/>
              <a:gd name="connsiteX2" fmla="*/ 2164054 w 2704359"/>
              <a:gd name="connsiteY2" fmla="*/ 2191152 h 2882592"/>
              <a:gd name="connsiteX3" fmla="*/ 1723197 w 2704359"/>
              <a:gd name="connsiteY3" fmla="*/ 2654572 h 2882592"/>
              <a:gd name="connsiteX4" fmla="*/ 1326385 w 2704359"/>
              <a:gd name="connsiteY4" fmla="*/ 2708388 h 2882592"/>
              <a:gd name="connsiteX5" fmla="*/ 929574 w 2704359"/>
              <a:gd name="connsiteY5" fmla="*/ 2810115 h 2882592"/>
              <a:gd name="connsiteX6" fmla="*/ 672942 w 2704359"/>
              <a:gd name="connsiteY6" fmla="*/ 2745835 h 2882592"/>
              <a:gd name="connsiteX7" fmla="*/ 347406 w 2704359"/>
              <a:gd name="connsiteY7" fmla="*/ 2881933 h 2882592"/>
              <a:gd name="connsiteX8" fmla="*/ 72228 w 2704359"/>
              <a:gd name="connsiteY8" fmla="*/ 2780206 h 2882592"/>
              <a:gd name="connsiteX9" fmla="*/ 696 w 2704359"/>
              <a:gd name="connsiteY9" fmla="*/ 2610376 h 2882592"/>
              <a:gd name="connsiteX10" fmla="*/ 91414 w 2704359"/>
              <a:gd name="connsiteY10" fmla="*/ 2383620 h 2882592"/>
              <a:gd name="connsiteX11" fmla="*/ 451178 w 2704359"/>
              <a:gd name="connsiteY11" fmla="*/ 2363687 h 2882592"/>
              <a:gd name="connsiteX12" fmla="*/ 357356 w 2704359"/>
              <a:gd name="connsiteY12" fmla="*/ 2161953 h 2882592"/>
              <a:gd name="connsiteX13" fmla="*/ 261759 w 2704359"/>
              <a:gd name="connsiteY13" fmla="*/ 1898590 h 2882592"/>
              <a:gd name="connsiteX14" fmla="*/ 648558 w 2704359"/>
              <a:gd name="connsiteY14" fmla="*/ 1694276 h 2882592"/>
              <a:gd name="connsiteX15" fmla="*/ 987581 w 2704359"/>
              <a:gd name="connsiteY15" fmla="*/ 1383651 h 2882592"/>
              <a:gd name="connsiteX16" fmla="*/ 1057399 w 2704359"/>
              <a:gd name="connsiteY16" fmla="*/ 1012652 h 2882592"/>
              <a:gd name="connsiteX17" fmla="*/ 1236850 w 2704359"/>
              <a:gd name="connsiteY17" fmla="*/ 673562 h 2882592"/>
              <a:gd name="connsiteX18" fmla="*/ 1565844 w 2704359"/>
              <a:gd name="connsiteY18" fmla="*/ 296562 h 2882592"/>
              <a:gd name="connsiteX19" fmla="*/ 1813314 w 2704359"/>
              <a:gd name="connsiteY19" fmla="*/ 65374 h 2882592"/>
              <a:gd name="connsiteX20" fmla="*/ 1969329 w 2704359"/>
              <a:gd name="connsiteY20" fmla="*/ 2453 h 2882592"/>
              <a:gd name="connsiteX21" fmla="*/ 2129433 w 2704359"/>
              <a:gd name="connsiteY21" fmla="*/ 129233 h 2882592"/>
              <a:gd name="connsiteX22" fmla="*/ 2308015 w 2704359"/>
              <a:gd name="connsiteY22" fmla="*/ 649451 h 2882592"/>
              <a:gd name="connsiteX23" fmla="*/ 2418593 w 2704359"/>
              <a:gd name="connsiteY23" fmla="*/ 1255814 h 2882592"/>
              <a:gd name="connsiteX24" fmla="*/ 2704359 w 2704359"/>
              <a:gd name="connsiteY24" fmla="*/ 1872322 h 2882592"/>
              <a:gd name="connsiteX0" fmla="*/ 2614547 w 2614547"/>
              <a:gd name="connsiteY0" fmla="*/ 1756840 h 2882592"/>
              <a:gd name="connsiteX1" fmla="*/ 2360780 w 2614547"/>
              <a:gd name="connsiteY1" fmla="*/ 2076978 h 2882592"/>
              <a:gd name="connsiteX2" fmla="*/ 2164054 w 2614547"/>
              <a:gd name="connsiteY2" fmla="*/ 2191152 h 2882592"/>
              <a:gd name="connsiteX3" fmla="*/ 1723197 w 2614547"/>
              <a:gd name="connsiteY3" fmla="*/ 2654572 h 2882592"/>
              <a:gd name="connsiteX4" fmla="*/ 1326385 w 2614547"/>
              <a:gd name="connsiteY4" fmla="*/ 2708388 h 2882592"/>
              <a:gd name="connsiteX5" fmla="*/ 929574 w 2614547"/>
              <a:gd name="connsiteY5" fmla="*/ 2810115 h 2882592"/>
              <a:gd name="connsiteX6" fmla="*/ 672942 w 2614547"/>
              <a:gd name="connsiteY6" fmla="*/ 2745835 h 2882592"/>
              <a:gd name="connsiteX7" fmla="*/ 347406 w 2614547"/>
              <a:gd name="connsiteY7" fmla="*/ 2881933 h 2882592"/>
              <a:gd name="connsiteX8" fmla="*/ 72228 w 2614547"/>
              <a:gd name="connsiteY8" fmla="*/ 2780206 h 2882592"/>
              <a:gd name="connsiteX9" fmla="*/ 696 w 2614547"/>
              <a:gd name="connsiteY9" fmla="*/ 2610376 h 2882592"/>
              <a:gd name="connsiteX10" fmla="*/ 91414 w 2614547"/>
              <a:gd name="connsiteY10" fmla="*/ 2383620 h 2882592"/>
              <a:gd name="connsiteX11" fmla="*/ 451178 w 2614547"/>
              <a:gd name="connsiteY11" fmla="*/ 2363687 h 2882592"/>
              <a:gd name="connsiteX12" fmla="*/ 357356 w 2614547"/>
              <a:gd name="connsiteY12" fmla="*/ 2161953 h 2882592"/>
              <a:gd name="connsiteX13" fmla="*/ 261759 w 2614547"/>
              <a:gd name="connsiteY13" fmla="*/ 1898590 h 2882592"/>
              <a:gd name="connsiteX14" fmla="*/ 648558 w 2614547"/>
              <a:gd name="connsiteY14" fmla="*/ 1694276 h 2882592"/>
              <a:gd name="connsiteX15" fmla="*/ 987581 w 2614547"/>
              <a:gd name="connsiteY15" fmla="*/ 1383651 h 2882592"/>
              <a:gd name="connsiteX16" fmla="*/ 1057399 w 2614547"/>
              <a:gd name="connsiteY16" fmla="*/ 1012652 h 2882592"/>
              <a:gd name="connsiteX17" fmla="*/ 1236850 w 2614547"/>
              <a:gd name="connsiteY17" fmla="*/ 673562 h 2882592"/>
              <a:gd name="connsiteX18" fmla="*/ 1565844 w 2614547"/>
              <a:gd name="connsiteY18" fmla="*/ 296562 h 2882592"/>
              <a:gd name="connsiteX19" fmla="*/ 1813314 w 2614547"/>
              <a:gd name="connsiteY19" fmla="*/ 65374 h 2882592"/>
              <a:gd name="connsiteX20" fmla="*/ 1969329 w 2614547"/>
              <a:gd name="connsiteY20" fmla="*/ 2453 h 2882592"/>
              <a:gd name="connsiteX21" fmla="*/ 2129433 w 2614547"/>
              <a:gd name="connsiteY21" fmla="*/ 129233 h 2882592"/>
              <a:gd name="connsiteX22" fmla="*/ 2308015 w 2614547"/>
              <a:gd name="connsiteY22" fmla="*/ 649451 h 2882592"/>
              <a:gd name="connsiteX23" fmla="*/ 2418593 w 2614547"/>
              <a:gd name="connsiteY23" fmla="*/ 1255814 h 2882592"/>
              <a:gd name="connsiteX0" fmla="*/ 2614547 w 2614547"/>
              <a:gd name="connsiteY0" fmla="*/ 1756840 h 2882592"/>
              <a:gd name="connsiteX1" fmla="*/ 2360780 w 2614547"/>
              <a:gd name="connsiteY1" fmla="*/ 2076978 h 2882592"/>
              <a:gd name="connsiteX2" fmla="*/ 2164054 w 2614547"/>
              <a:gd name="connsiteY2" fmla="*/ 2191152 h 2882592"/>
              <a:gd name="connsiteX3" fmla="*/ 1723197 w 2614547"/>
              <a:gd name="connsiteY3" fmla="*/ 2654572 h 2882592"/>
              <a:gd name="connsiteX4" fmla="*/ 1326385 w 2614547"/>
              <a:gd name="connsiteY4" fmla="*/ 2708388 h 2882592"/>
              <a:gd name="connsiteX5" fmla="*/ 929574 w 2614547"/>
              <a:gd name="connsiteY5" fmla="*/ 2810115 h 2882592"/>
              <a:gd name="connsiteX6" fmla="*/ 672942 w 2614547"/>
              <a:gd name="connsiteY6" fmla="*/ 2745835 h 2882592"/>
              <a:gd name="connsiteX7" fmla="*/ 347406 w 2614547"/>
              <a:gd name="connsiteY7" fmla="*/ 2881933 h 2882592"/>
              <a:gd name="connsiteX8" fmla="*/ 72228 w 2614547"/>
              <a:gd name="connsiteY8" fmla="*/ 2780206 h 2882592"/>
              <a:gd name="connsiteX9" fmla="*/ 696 w 2614547"/>
              <a:gd name="connsiteY9" fmla="*/ 2610376 h 2882592"/>
              <a:gd name="connsiteX10" fmla="*/ 91414 w 2614547"/>
              <a:gd name="connsiteY10" fmla="*/ 2383620 h 2882592"/>
              <a:gd name="connsiteX11" fmla="*/ 451178 w 2614547"/>
              <a:gd name="connsiteY11" fmla="*/ 2363687 h 2882592"/>
              <a:gd name="connsiteX12" fmla="*/ 357356 w 2614547"/>
              <a:gd name="connsiteY12" fmla="*/ 2161953 h 2882592"/>
              <a:gd name="connsiteX13" fmla="*/ 261759 w 2614547"/>
              <a:gd name="connsiteY13" fmla="*/ 1898590 h 2882592"/>
              <a:gd name="connsiteX14" fmla="*/ 648558 w 2614547"/>
              <a:gd name="connsiteY14" fmla="*/ 1694276 h 2882592"/>
              <a:gd name="connsiteX15" fmla="*/ 987581 w 2614547"/>
              <a:gd name="connsiteY15" fmla="*/ 1383651 h 2882592"/>
              <a:gd name="connsiteX16" fmla="*/ 1057399 w 2614547"/>
              <a:gd name="connsiteY16" fmla="*/ 1012652 h 2882592"/>
              <a:gd name="connsiteX17" fmla="*/ 1236850 w 2614547"/>
              <a:gd name="connsiteY17" fmla="*/ 673562 h 2882592"/>
              <a:gd name="connsiteX18" fmla="*/ 1565844 w 2614547"/>
              <a:gd name="connsiteY18" fmla="*/ 296562 h 2882592"/>
              <a:gd name="connsiteX19" fmla="*/ 1813314 w 2614547"/>
              <a:gd name="connsiteY19" fmla="*/ 65374 h 2882592"/>
              <a:gd name="connsiteX20" fmla="*/ 1969329 w 2614547"/>
              <a:gd name="connsiteY20" fmla="*/ 2453 h 2882592"/>
              <a:gd name="connsiteX21" fmla="*/ 2129433 w 2614547"/>
              <a:gd name="connsiteY21" fmla="*/ 129233 h 2882592"/>
              <a:gd name="connsiteX22" fmla="*/ 2308015 w 2614547"/>
              <a:gd name="connsiteY22" fmla="*/ 649451 h 2882592"/>
              <a:gd name="connsiteX23" fmla="*/ 2467833 w 2614547"/>
              <a:gd name="connsiteY23" fmla="*/ 1270006 h 2882592"/>
              <a:gd name="connsiteX0" fmla="*/ 2558784 w 2558784"/>
              <a:gd name="connsiteY0" fmla="*/ 1772713 h 2882592"/>
              <a:gd name="connsiteX1" fmla="*/ 2360780 w 2558784"/>
              <a:gd name="connsiteY1" fmla="*/ 2076978 h 2882592"/>
              <a:gd name="connsiteX2" fmla="*/ 2164054 w 2558784"/>
              <a:gd name="connsiteY2" fmla="*/ 2191152 h 2882592"/>
              <a:gd name="connsiteX3" fmla="*/ 1723197 w 2558784"/>
              <a:gd name="connsiteY3" fmla="*/ 2654572 h 2882592"/>
              <a:gd name="connsiteX4" fmla="*/ 1326385 w 2558784"/>
              <a:gd name="connsiteY4" fmla="*/ 2708388 h 2882592"/>
              <a:gd name="connsiteX5" fmla="*/ 929574 w 2558784"/>
              <a:gd name="connsiteY5" fmla="*/ 2810115 h 2882592"/>
              <a:gd name="connsiteX6" fmla="*/ 672942 w 2558784"/>
              <a:gd name="connsiteY6" fmla="*/ 2745835 h 2882592"/>
              <a:gd name="connsiteX7" fmla="*/ 347406 w 2558784"/>
              <a:gd name="connsiteY7" fmla="*/ 2881933 h 2882592"/>
              <a:gd name="connsiteX8" fmla="*/ 72228 w 2558784"/>
              <a:gd name="connsiteY8" fmla="*/ 2780206 h 2882592"/>
              <a:gd name="connsiteX9" fmla="*/ 696 w 2558784"/>
              <a:gd name="connsiteY9" fmla="*/ 2610376 h 2882592"/>
              <a:gd name="connsiteX10" fmla="*/ 91414 w 2558784"/>
              <a:gd name="connsiteY10" fmla="*/ 2383620 h 2882592"/>
              <a:gd name="connsiteX11" fmla="*/ 451178 w 2558784"/>
              <a:gd name="connsiteY11" fmla="*/ 2363687 h 2882592"/>
              <a:gd name="connsiteX12" fmla="*/ 357356 w 2558784"/>
              <a:gd name="connsiteY12" fmla="*/ 2161953 h 2882592"/>
              <a:gd name="connsiteX13" fmla="*/ 261759 w 2558784"/>
              <a:gd name="connsiteY13" fmla="*/ 1898590 h 2882592"/>
              <a:gd name="connsiteX14" fmla="*/ 648558 w 2558784"/>
              <a:gd name="connsiteY14" fmla="*/ 1694276 h 2882592"/>
              <a:gd name="connsiteX15" fmla="*/ 987581 w 2558784"/>
              <a:gd name="connsiteY15" fmla="*/ 1383651 h 2882592"/>
              <a:gd name="connsiteX16" fmla="*/ 1057399 w 2558784"/>
              <a:gd name="connsiteY16" fmla="*/ 1012652 h 2882592"/>
              <a:gd name="connsiteX17" fmla="*/ 1236850 w 2558784"/>
              <a:gd name="connsiteY17" fmla="*/ 673562 h 2882592"/>
              <a:gd name="connsiteX18" fmla="*/ 1565844 w 2558784"/>
              <a:gd name="connsiteY18" fmla="*/ 296562 h 2882592"/>
              <a:gd name="connsiteX19" fmla="*/ 1813314 w 2558784"/>
              <a:gd name="connsiteY19" fmla="*/ 65374 h 2882592"/>
              <a:gd name="connsiteX20" fmla="*/ 1969329 w 2558784"/>
              <a:gd name="connsiteY20" fmla="*/ 2453 h 2882592"/>
              <a:gd name="connsiteX21" fmla="*/ 2129433 w 2558784"/>
              <a:gd name="connsiteY21" fmla="*/ 129233 h 2882592"/>
              <a:gd name="connsiteX22" fmla="*/ 2308015 w 2558784"/>
              <a:gd name="connsiteY22" fmla="*/ 649451 h 2882592"/>
              <a:gd name="connsiteX23" fmla="*/ 2467833 w 2558784"/>
              <a:gd name="connsiteY23" fmla="*/ 1270006 h 288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84" h="2882592">
                <a:moveTo>
                  <a:pt x="2558784" y="1772713"/>
                </a:moveTo>
                <a:cubicBezTo>
                  <a:pt x="2549149" y="1909574"/>
                  <a:pt x="2426568" y="2007238"/>
                  <a:pt x="2360780" y="2076978"/>
                </a:cubicBezTo>
                <a:cubicBezTo>
                  <a:pt x="2294992" y="2146718"/>
                  <a:pt x="2270318" y="2094886"/>
                  <a:pt x="2164054" y="2191152"/>
                </a:cubicBezTo>
                <a:cubicBezTo>
                  <a:pt x="2057790" y="2287418"/>
                  <a:pt x="1862808" y="2568366"/>
                  <a:pt x="1723197" y="2654572"/>
                </a:cubicBezTo>
                <a:cubicBezTo>
                  <a:pt x="1583586" y="2740778"/>
                  <a:pt x="1458973" y="2689338"/>
                  <a:pt x="1326385" y="2708388"/>
                </a:cubicBezTo>
                <a:cubicBezTo>
                  <a:pt x="1191035" y="2727914"/>
                  <a:pt x="1038481" y="2803874"/>
                  <a:pt x="929574" y="2810115"/>
                </a:cubicBezTo>
                <a:cubicBezTo>
                  <a:pt x="820667" y="2816356"/>
                  <a:pt x="752666" y="2731643"/>
                  <a:pt x="672942" y="2745835"/>
                </a:cubicBezTo>
                <a:cubicBezTo>
                  <a:pt x="558356" y="2766313"/>
                  <a:pt x="463325" y="2892792"/>
                  <a:pt x="347406" y="2881933"/>
                </a:cubicBezTo>
                <a:cubicBezTo>
                  <a:pt x="245869" y="2872408"/>
                  <a:pt x="140523" y="2854025"/>
                  <a:pt x="72228" y="2780206"/>
                </a:cubicBezTo>
                <a:cubicBezTo>
                  <a:pt x="29937" y="2733915"/>
                  <a:pt x="8030" y="2672955"/>
                  <a:pt x="696" y="2610376"/>
                </a:cubicBezTo>
                <a:cubicBezTo>
                  <a:pt x="-4257" y="2568085"/>
                  <a:pt x="16334" y="2424735"/>
                  <a:pt x="91414" y="2383620"/>
                </a:cubicBezTo>
                <a:cubicBezTo>
                  <a:pt x="166494" y="2342505"/>
                  <a:pt x="386266" y="2499478"/>
                  <a:pt x="451178" y="2363687"/>
                </a:cubicBezTo>
                <a:cubicBezTo>
                  <a:pt x="476064" y="2311628"/>
                  <a:pt x="402710" y="2241125"/>
                  <a:pt x="357356" y="2161953"/>
                </a:cubicBezTo>
                <a:cubicBezTo>
                  <a:pt x="312002" y="2082781"/>
                  <a:pt x="217576" y="1979082"/>
                  <a:pt x="261759" y="1898590"/>
                </a:cubicBezTo>
                <a:cubicBezTo>
                  <a:pt x="363971" y="1712380"/>
                  <a:pt x="527588" y="1780099"/>
                  <a:pt x="648558" y="1694276"/>
                </a:cubicBezTo>
                <a:cubicBezTo>
                  <a:pt x="769528" y="1608453"/>
                  <a:pt x="919441" y="1497255"/>
                  <a:pt x="987581" y="1383651"/>
                </a:cubicBezTo>
                <a:cubicBezTo>
                  <a:pt x="997487" y="1257635"/>
                  <a:pt x="1015680" y="1131905"/>
                  <a:pt x="1057399" y="1012652"/>
                </a:cubicBezTo>
                <a:cubicBezTo>
                  <a:pt x="1099786" y="891303"/>
                  <a:pt x="1162365" y="778432"/>
                  <a:pt x="1236850" y="673562"/>
                </a:cubicBezTo>
                <a:cubicBezTo>
                  <a:pt x="1333624" y="537259"/>
                  <a:pt x="1469767" y="397927"/>
                  <a:pt x="1565844" y="296562"/>
                </a:cubicBezTo>
                <a:cubicBezTo>
                  <a:pt x="1661921" y="195197"/>
                  <a:pt x="1746067" y="114392"/>
                  <a:pt x="1813314" y="65374"/>
                </a:cubicBezTo>
                <a:cubicBezTo>
                  <a:pt x="1880562" y="16356"/>
                  <a:pt x="1916643" y="-8190"/>
                  <a:pt x="1969329" y="2453"/>
                </a:cubicBezTo>
                <a:cubicBezTo>
                  <a:pt x="2022015" y="13096"/>
                  <a:pt x="2072985" y="21400"/>
                  <a:pt x="2129433" y="129233"/>
                </a:cubicBezTo>
                <a:cubicBezTo>
                  <a:pt x="2185881" y="237066"/>
                  <a:pt x="2303812" y="413328"/>
                  <a:pt x="2308015" y="649451"/>
                </a:cubicBezTo>
                <a:cubicBezTo>
                  <a:pt x="2312812" y="860307"/>
                  <a:pt x="2419922" y="1084747"/>
                  <a:pt x="2467833" y="1270006"/>
                </a:cubicBezTo>
              </a:path>
            </a:pathLst>
          </a:custGeom>
          <a:noFill/>
          <a:ln w="6350" cap="rnd">
            <a:solidFill>
              <a:schemeClr val="tx1">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51F7AC67-8DF8-A672-C80C-E46505AB9FE6}"/>
              </a:ext>
            </a:extLst>
          </p:cNvPr>
          <p:cNvSpPr/>
          <p:nvPr/>
        </p:nvSpPr>
        <p:spPr>
          <a:xfrm rot="4651091" flipV="1">
            <a:off x="6737047" y="5005512"/>
            <a:ext cx="1733207" cy="1741579"/>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58174"/>
              <a:gd name="connsiteY0" fmla="*/ 1664146 h 2255159"/>
              <a:gd name="connsiteX1" fmla="*/ 97839 w 1358174"/>
              <a:gd name="connsiteY1" fmla="*/ 1271049 h 2255159"/>
              <a:gd name="connsiteX2" fmla="*/ 97839 w 1358174"/>
              <a:gd name="connsiteY2" fmla="*/ 991109 h 2255159"/>
              <a:gd name="connsiteX3" fmla="*/ 195756 w 1358174"/>
              <a:gd name="connsiteY3" fmla="*/ 588964 h 2255159"/>
              <a:gd name="connsiteX4" fmla="*/ 373778 w 1358174"/>
              <a:gd name="connsiteY4" fmla="*/ 336170 h 2255159"/>
              <a:gd name="connsiteX5" fmla="*/ 706867 w 1358174"/>
              <a:gd name="connsiteY5" fmla="*/ 86234 h 2255159"/>
              <a:gd name="connsiteX6" fmla="*/ 953755 w 1358174"/>
              <a:gd name="connsiteY6" fmla="*/ 33 h 2255159"/>
              <a:gd name="connsiteX7" fmla="*/ 1105965 w 1358174"/>
              <a:gd name="connsiteY7" fmla="*/ 60326 h 2255159"/>
              <a:gd name="connsiteX8" fmla="*/ 1146160 w 1358174"/>
              <a:gd name="connsiteY8" fmla="*/ 221204 h 2255159"/>
              <a:gd name="connsiteX9" fmla="*/ 1177783 w 1358174"/>
              <a:gd name="connsiteY9" fmla="*/ 448089 h 2255159"/>
              <a:gd name="connsiteX10" fmla="*/ 1281129 w 1358174"/>
              <a:gd name="connsiteY10" fmla="*/ 789941 h 2255159"/>
              <a:gd name="connsiteX11" fmla="*/ 1306942 w 1358174"/>
              <a:gd name="connsiteY11" fmla="*/ 942151 h 2255159"/>
              <a:gd name="connsiteX12" fmla="*/ 1321325 w 1358174"/>
              <a:gd name="connsiteY12" fmla="*/ 1272478 h 2255159"/>
              <a:gd name="connsiteX13" fmla="*/ 1334028 w 1358174"/>
              <a:gd name="connsiteY13" fmla="*/ 1672758 h 2255159"/>
              <a:gd name="connsiteX14" fmla="*/ 1085962 w 1358174"/>
              <a:gd name="connsiteY14" fmla="*/ 1844073 h 2255159"/>
              <a:gd name="connsiteX15" fmla="*/ 849075 w 1358174"/>
              <a:gd name="connsiteY15" fmla="*/ 2081055 h 2255159"/>
              <a:gd name="connsiteX16" fmla="*/ 445691 w 1358174"/>
              <a:gd name="connsiteY16" fmla="*/ 2254887 h 2255159"/>
              <a:gd name="connsiteX17" fmla="*/ 126985 w 1358174"/>
              <a:gd name="connsiteY17" fmla="*/ 2134205 h 2255159"/>
              <a:gd name="connsiteX18" fmla="*/ 683 w 1358174"/>
              <a:gd name="connsiteY18" fmla="*/ 1829690 h 2255159"/>
              <a:gd name="connsiteX19" fmla="*/ 14495 w 1358174"/>
              <a:gd name="connsiteY19" fmla="*/ 1664146 h 2255159"/>
              <a:gd name="connsiteX0" fmla="*/ 576104 w 1919783"/>
              <a:gd name="connsiteY0" fmla="*/ 1664146 h 2255159"/>
              <a:gd name="connsiteX1" fmla="*/ 659448 w 1919783"/>
              <a:gd name="connsiteY1" fmla="*/ 1271049 h 2255159"/>
              <a:gd name="connsiteX2" fmla="*/ 659448 w 1919783"/>
              <a:gd name="connsiteY2" fmla="*/ 991109 h 2255159"/>
              <a:gd name="connsiteX3" fmla="*/ 757365 w 1919783"/>
              <a:gd name="connsiteY3" fmla="*/ 588964 h 2255159"/>
              <a:gd name="connsiteX4" fmla="*/ 935387 w 1919783"/>
              <a:gd name="connsiteY4" fmla="*/ 336170 h 2255159"/>
              <a:gd name="connsiteX5" fmla="*/ 1268476 w 1919783"/>
              <a:gd name="connsiteY5" fmla="*/ 86234 h 2255159"/>
              <a:gd name="connsiteX6" fmla="*/ 1515364 w 1919783"/>
              <a:gd name="connsiteY6" fmla="*/ 33 h 2255159"/>
              <a:gd name="connsiteX7" fmla="*/ 1667574 w 1919783"/>
              <a:gd name="connsiteY7" fmla="*/ 60326 h 2255159"/>
              <a:gd name="connsiteX8" fmla="*/ 1707769 w 1919783"/>
              <a:gd name="connsiteY8" fmla="*/ 221204 h 2255159"/>
              <a:gd name="connsiteX9" fmla="*/ 1739392 w 1919783"/>
              <a:gd name="connsiteY9" fmla="*/ 448089 h 2255159"/>
              <a:gd name="connsiteX10" fmla="*/ 1842738 w 1919783"/>
              <a:gd name="connsiteY10" fmla="*/ 789941 h 2255159"/>
              <a:gd name="connsiteX11" fmla="*/ 1868551 w 1919783"/>
              <a:gd name="connsiteY11" fmla="*/ 942151 h 2255159"/>
              <a:gd name="connsiteX12" fmla="*/ 1882934 w 1919783"/>
              <a:gd name="connsiteY12" fmla="*/ 1272478 h 2255159"/>
              <a:gd name="connsiteX13" fmla="*/ 1895637 w 1919783"/>
              <a:gd name="connsiteY13" fmla="*/ 1672758 h 2255159"/>
              <a:gd name="connsiteX14" fmla="*/ 1647571 w 1919783"/>
              <a:gd name="connsiteY14" fmla="*/ 1844073 h 2255159"/>
              <a:gd name="connsiteX15" fmla="*/ 1410684 w 1919783"/>
              <a:gd name="connsiteY15" fmla="*/ 2081055 h 2255159"/>
              <a:gd name="connsiteX16" fmla="*/ 1007300 w 1919783"/>
              <a:gd name="connsiteY16" fmla="*/ 2254887 h 2255159"/>
              <a:gd name="connsiteX17" fmla="*/ 688594 w 1919783"/>
              <a:gd name="connsiteY17" fmla="*/ 2134205 h 2255159"/>
              <a:gd name="connsiteX18" fmla="*/ 10 w 1919783"/>
              <a:gd name="connsiteY18" fmla="*/ 1865649 h 2255159"/>
              <a:gd name="connsiteX19" fmla="*/ 576104 w 1919783"/>
              <a:gd name="connsiteY19" fmla="*/ 1664146 h 2255159"/>
              <a:gd name="connsiteX0" fmla="*/ 580298 w 1923977"/>
              <a:gd name="connsiteY0" fmla="*/ 1664146 h 2343906"/>
              <a:gd name="connsiteX1" fmla="*/ 663642 w 1923977"/>
              <a:gd name="connsiteY1" fmla="*/ 1271049 h 2343906"/>
              <a:gd name="connsiteX2" fmla="*/ 663642 w 1923977"/>
              <a:gd name="connsiteY2" fmla="*/ 991109 h 2343906"/>
              <a:gd name="connsiteX3" fmla="*/ 761559 w 1923977"/>
              <a:gd name="connsiteY3" fmla="*/ 588964 h 2343906"/>
              <a:gd name="connsiteX4" fmla="*/ 939581 w 1923977"/>
              <a:gd name="connsiteY4" fmla="*/ 336170 h 2343906"/>
              <a:gd name="connsiteX5" fmla="*/ 1272670 w 1923977"/>
              <a:gd name="connsiteY5" fmla="*/ 86234 h 2343906"/>
              <a:gd name="connsiteX6" fmla="*/ 1519558 w 1923977"/>
              <a:gd name="connsiteY6" fmla="*/ 33 h 2343906"/>
              <a:gd name="connsiteX7" fmla="*/ 1671768 w 1923977"/>
              <a:gd name="connsiteY7" fmla="*/ 60326 h 2343906"/>
              <a:gd name="connsiteX8" fmla="*/ 1711963 w 1923977"/>
              <a:gd name="connsiteY8" fmla="*/ 221204 h 2343906"/>
              <a:gd name="connsiteX9" fmla="*/ 1743586 w 1923977"/>
              <a:gd name="connsiteY9" fmla="*/ 448089 h 2343906"/>
              <a:gd name="connsiteX10" fmla="*/ 1846932 w 1923977"/>
              <a:gd name="connsiteY10" fmla="*/ 789941 h 2343906"/>
              <a:gd name="connsiteX11" fmla="*/ 1872745 w 1923977"/>
              <a:gd name="connsiteY11" fmla="*/ 942151 h 2343906"/>
              <a:gd name="connsiteX12" fmla="*/ 1887128 w 1923977"/>
              <a:gd name="connsiteY12" fmla="*/ 1272478 h 2343906"/>
              <a:gd name="connsiteX13" fmla="*/ 1899831 w 1923977"/>
              <a:gd name="connsiteY13" fmla="*/ 1672758 h 2343906"/>
              <a:gd name="connsiteX14" fmla="*/ 1651765 w 1923977"/>
              <a:gd name="connsiteY14" fmla="*/ 1844073 h 2343906"/>
              <a:gd name="connsiteX15" fmla="*/ 1414878 w 1923977"/>
              <a:gd name="connsiteY15" fmla="*/ 2081055 h 2343906"/>
              <a:gd name="connsiteX16" fmla="*/ 1011494 w 1923977"/>
              <a:gd name="connsiteY16" fmla="*/ 2254887 h 2343906"/>
              <a:gd name="connsiteX17" fmla="*/ 692788 w 1923977"/>
              <a:gd name="connsiteY17" fmla="*/ 2134205 h 2343906"/>
              <a:gd name="connsiteX18" fmla="*/ 182560 w 1923977"/>
              <a:gd name="connsiteY18" fmla="*/ 2339094 h 2343906"/>
              <a:gd name="connsiteX19" fmla="*/ 4204 w 1923977"/>
              <a:gd name="connsiteY19" fmla="*/ 1865649 h 2343906"/>
              <a:gd name="connsiteX20" fmla="*/ 580298 w 1923977"/>
              <a:gd name="connsiteY20" fmla="*/ 1664146 h 2343906"/>
              <a:gd name="connsiteX0" fmla="*/ 322770 w 1923977"/>
              <a:gd name="connsiteY0" fmla="*/ 1578679 h 2343906"/>
              <a:gd name="connsiteX1" fmla="*/ 663642 w 1923977"/>
              <a:gd name="connsiteY1" fmla="*/ 1271049 h 2343906"/>
              <a:gd name="connsiteX2" fmla="*/ 663642 w 1923977"/>
              <a:gd name="connsiteY2" fmla="*/ 991109 h 2343906"/>
              <a:gd name="connsiteX3" fmla="*/ 761559 w 1923977"/>
              <a:gd name="connsiteY3" fmla="*/ 588964 h 2343906"/>
              <a:gd name="connsiteX4" fmla="*/ 939581 w 1923977"/>
              <a:gd name="connsiteY4" fmla="*/ 336170 h 2343906"/>
              <a:gd name="connsiteX5" fmla="*/ 1272670 w 1923977"/>
              <a:gd name="connsiteY5" fmla="*/ 86234 h 2343906"/>
              <a:gd name="connsiteX6" fmla="*/ 1519558 w 1923977"/>
              <a:gd name="connsiteY6" fmla="*/ 33 h 2343906"/>
              <a:gd name="connsiteX7" fmla="*/ 1671768 w 1923977"/>
              <a:gd name="connsiteY7" fmla="*/ 60326 h 2343906"/>
              <a:gd name="connsiteX8" fmla="*/ 1711963 w 1923977"/>
              <a:gd name="connsiteY8" fmla="*/ 221204 h 2343906"/>
              <a:gd name="connsiteX9" fmla="*/ 1743586 w 1923977"/>
              <a:gd name="connsiteY9" fmla="*/ 448089 h 2343906"/>
              <a:gd name="connsiteX10" fmla="*/ 1846932 w 1923977"/>
              <a:gd name="connsiteY10" fmla="*/ 789941 h 2343906"/>
              <a:gd name="connsiteX11" fmla="*/ 1872745 w 1923977"/>
              <a:gd name="connsiteY11" fmla="*/ 942151 h 2343906"/>
              <a:gd name="connsiteX12" fmla="*/ 1887128 w 1923977"/>
              <a:gd name="connsiteY12" fmla="*/ 1272478 h 2343906"/>
              <a:gd name="connsiteX13" fmla="*/ 1899831 w 1923977"/>
              <a:gd name="connsiteY13" fmla="*/ 1672758 h 2343906"/>
              <a:gd name="connsiteX14" fmla="*/ 1651765 w 1923977"/>
              <a:gd name="connsiteY14" fmla="*/ 1844073 h 2343906"/>
              <a:gd name="connsiteX15" fmla="*/ 1414878 w 1923977"/>
              <a:gd name="connsiteY15" fmla="*/ 2081055 h 2343906"/>
              <a:gd name="connsiteX16" fmla="*/ 1011494 w 1923977"/>
              <a:gd name="connsiteY16" fmla="*/ 2254887 h 2343906"/>
              <a:gd name="connsiteX17" fmla="*/ 692788 w 1923977"/>
              <a:gd name="connsiteY17" fmla="*/ 2134205 h 2343906"/>
              <a:gd name="connsiteX18" fmla="*/ 182560 w 1923977"/>
              <a:gd name="connsiteY18" fmla="*/ 2339094 h 2343906"/>
              <a:gd name="connsiteX19" fmla="*/ 4204 w 1923977"/>
              <a:gd name="connsiteY19" fmla="*/ 1865649 h 2343906"/>
              <a:gd name="connsiteX20" fmla="*/ 322770 w 1923977"/>
              <a:gd name="connsiteY20" fmla="*/ 1578679 h 2343906"/>
              <a:gd name="connsiteX0" fmla="*/ 322770 w 1923977"/>
              <a:gd name="connsiteY0" fmla="*/ 1578679 h 2343906"/>
              <a:gd name="connsiteX1" fmla="*/ 663642 w 1923977"/>
              <a:gd name="connsiteY1" fmla="*/ 1271049 h 2343906"/>
              <a:gd name="connsiteX2" fmla="*/ 663642 w 1923977"/>
              <a:gd name="connsiteY2" fmla="*/ 991109 h 2343906"/>
              <a:gd name="connsiteX3" fmla="*/ 761559 w 1923977"/>
              <a:gd name="connsiteY3" fmla="*/ 588964 h 2343906"/>
              <a:gd name="connsiteX4" fmla="*/ 939581 w 1923977"/>
              <a:gd name="connsiteY4" fmla="*/ 336170 h 2343906"/>
              <a:gd name="connsiteX5" fmla="*/ 1272670 w 1923977"/>
              <a:gd name="connsiteY5" fmla="*/ 86234 h 2343906"/>
              <a:gd name="connsiteX6" fmla="*/ 1519558 w 1923977"/>
              <a:gd name="connsiteY6" fmla="*/ 33 h 2343906"/>
              <a:gd name="connsiteX7" fmla="*/ 1671768 w 1923977"/>
              <a:gd name="connsiteY7" fmla="*/ 60326 h 2343906"/>
              <a:gd name="connsiteX8" fmla="*/ 1711963 w 1923977"/>
              <a:gd name="connsiteY8" fmla="*/ 221204 h 2343906"/>
              <a:gd name="connsiteX9" fmla="*/ 1743586 w 1923977"/>
              <a:gd name="connsiteY9" fmla="*/ 448089 h 2343906"/>
              <a:gd name="connsiteX10" fmla="*/ 1846932 w 1923977"/>
              <a:gd name="connsiteY10" fmla="*/ 789941 h 2343906"/>
              <a:gd name="connsiteX11" fmla="*/ 1872745 w 1923977"/>
              <a:gd name="connsiteY11" fmla="*/ 942151 h 2343906"/>
              <a:gd name="connsiteX12" fmla="*/ 1887128 w 1923977"/>
              <a:gd name="connsiteY12" fmla="*/ 1272478 h 2343906"/>
              <a:gd name="connsiteX13" fmla="*/ 1899831 w 1923977"/>
              <a:gd name="connsiteY13" fmla="*/ 1672758 h 2343906"/>
              <a:gd name="connsiteX14" fmla="*/ 1651765 w 1923977"/>
              <a:gd name="connsiteY14" fmla="*/ 1844073 h 2343906"/>
              <a:gd name="connsiteX15" fmla="*/ 1414878 w 1923977"/>
              <a:gd name="connsiteY15" fmla="*/ 2081055 h 2343906"/>
              <a:gd name="connsiteX16" fmla="*/ 1011494 w 1923977"/>
              <a:gd name="connsiteY16" fmla="*/ 2254887 h 2343906"/>
              <a:gd name="connsiteX17" fmla="*/ 692788 w 1923977"/>
              <a:gd name="connsiteY17" fmla="*/ 2134205 h 2343906"/>
              <a:gd name="connsiteX18" fmla="*/ 182560 w 1923977"/>
              <a:gd name="connsiteY18" fmla="*/ 2339094 h 2343906"/>
              <a:gd name="connsiteX19" fmla="*/ 4204 w 1923977"/>
              <a:gd name="connsiteY19" fmla="*/ 1865649 h 2343906"/>
              <a:gd name="connsiteX20" fmla="*/ 322770 w 1923977"/>
              <a:gd name="connsiteY20" fmla="*/ 1578679 h 2343906"/>
              <a:gd name="connsiteX0" fmla="*/ 322770 w 1923977"/>
              <a:gd name="connsiteY0" fmla="*/ 1578679 h 2343906"/>
              <a:gd name="connsiteX1" fmla="*/ 663642 w 1923977"/>
              <a:gd name="connsiteY1" fmla="*/ 1271049 h 2343906"/>
              <a:gd name="connsiteX2" fmla="*/ 663642 w 1923977"/>
              <a:gd name="connsiteY2" fmla="*/ 991109 h 2343906"/>
              <a:gd name="connsiteX3" fmla="*/ 761559 w 1923977"/>
              <a:gd name="connsiteY3" fmla="*/ 588964 h 2343906"/>
              <a:gd name="connsiteX4" fmla="*/ 939581 w 1923977"/>
              <a:gd name="connsiteY4" fmla="*/ 336170 h 2343906"/>
              <a:gd name="connsiteX5" fmla="*/ 1272670 w 1923977"/>
              <a:gd name="connsiteY5" fmla="*/ 86234 h 2343906"/>
              <a:gd name="connsiteX6" fmla="*/ 1519558 w 1923977"/>
              <a:gd name="connsiteY6" fmla="*/ 33 h 2343906"/>
              <a:gd name="connsiteX7" fmla="*/ 1671768 w 1923977"/>
              <a:gd name="connsiteY7" fmla="*/ 60326 h 2343906"/>
              <a:gd name="connsiteX8" fmla="*/ 1711963 w 1923977"/>
              <a:gd name="connsiteY8" fmla="*/ 221204 h 2343906"/>
              <a:gd name="connsiteX9" fmla="*/ 1743586 w 1923977"/>
              <a:gd name="connsiteY9" fmla="*/ 448089 h 2343906"/>
              <a:gd name="connsiteX10" fmla="*/ 1846932 w 1923977"/>
              <a:gd name="connsiteY10" fmla="*/ 789941 h 2343906"/>
              <a:gd name="connsiteX11" fmla="*/ 1872745 w 1923977"/>
              <a:gd name="connsiteY11" fmla="*/ 942151 h 2343906"/>
              <a:gd name="connsiteX12" fmla="*/ 1887128 w 1923977"/>
              <a:gd name="connsiteY12" fmla="*/ 1272478 h 2343906"/>
              <a:gd name="connsiteX13" fmla="*/ 1899831 w 1923977"/>
              <a:gd name="connsiteY13" fmla="*/ 1672758 h 2343906"/>
              <a:gd name="connsiteX14" fmla="*/ 1651765 w 1923977"/>
              <a:gd name="connsiteY14" fmla="*/ 1844073 h 2343906"/>
              <a:gd name="connsiteX15" fmla="*/ 1414878 w 1923977"/>
              <a:gd name="connsiteY15" fmla="*/ 2081055 h 2343906"/>
              <a:gd name="connsiteX16" fmla="*/ 1011494 w 1923977"/>
              <a:gd name="connsiteY16" fmla="*/ 2254887 h 2343906"/>
              <a:gd name="connsiteX17" fmla="*/ 692788 w 1923977"/>
              <a:gd name="connsiteY17" fmla="*/ 2134205 h 2343906"/>
              <a:gd name="connsiteX18" fmla="*/ 182560 w 1923977"/>
              <a:gd name="connsiteY18" fmla="*/ 2339094 h 2343906"/>
              <a:gd name="connsiteX19" fmla="*/ 4204 w 1923977"/>
              <a:gd name="connsiteY19" fmla="*/ 1865649 h 2343906"/>
              <a:gd name="connsiteX20" fmla="*/ 322770 w 1923977"/>
              <a:gd name="connsiteY20" fmla="*/ 1578679 h 234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977" h="2343906">
                <a:moveTo>
                  <a:pt x="322770" y="1578679"/>
                </a:moveTo>
                <a:cubicBezTo>
                  <a:pt x="515659" y="1572526"/>
                  <a:pt x="653355" y="1404780"/>
                  <a:pt x="663642" y="1271049"/>
                </a:cubicBezTo>
                <a:cubicBezTo>
                  <a:pt x="670785" y="1177895"/>
                  <a:pt x="660593" y="1084454"/>
                  <a:pt x="663642" y="991109"/>
                </a:cubicBezTo>
                <a:cubicBezTo>
                  <a:pt x="668214" y="851759"/>
                  <a:pt x="700980" y="714408"/>
                  <a:pt x="761559" y="588964"/>
                </a:cubicBezTo>
                <a:cubicBezTo>
                  <a:pt x="806612" y="495524"/>
                  <a:pt x="867477" y="410751"/>
                  <a:pt x="939581" y="336170"/>
                </a:cubicBezTo>
                <a:cubicBezTo>
                  <a:pt x="1036545" y="235967"/>
                  <a:pt x="1151417" y="155386"/>
                  <a:pt x="1272670" y="86234"/>
                </a:cubicBezTo>
                <a:cubicBezTo>
                  <a:pt x="1349823" y="42229"/>
                  <a:pt x="1431166" y="1367"/>
                  <a:pt x="1519558" y="33"/>
                </a:cubicBezTo>
                <a:cubicBezTo>
                  <a:pt x="1577470" y="-824"/>
                  <a:pt x="1636620" y="14892"/>
                  <a:pt x="1671768" y="60326"/>
                </a:cubicBezTo>
                <a:cubicBezTo>
                  <a:pt x="1706153" y="104903"/>
                  <a:pt x="1708248" y="164244"/>
                  <a:pt x="1711963" y="221204"/>
                </a:cubicBezTo>
                <a:cubicBezTo>
                  <a:pt x="1716916" y="297594"/>
                  <a:pt x="1726346" y="373604"/>
                  <a:pt x="1743586" y="448089"/>
                </a:cubicBezTo>
                <a:cubicBezTo>
                  <a:pt x="1770447" y="564199"/>
                  <a:pt x="1819691" y="673927"/>
                  <a:pt x="1846932" y="789941"/>
                </a:cubicBezTo>
                <a:cubicBezTo>
                  <a:pt x="1858743" y="840043"/>
                  <a:pt x="1866459" y="891097"/>
                  <a:pt x="1872745" y="942151"/>
                </a:cubicBezTo>
                <a:cubicBezTo>
                  <a:pt x="1886366" y="1051784"/>
                  <a:pt x="1894557" y="1162274"/>
                  <a:pt x="1887128" y="1272478"/>
                </a:cubicBezTo>
                <a:cubicBezTo>
                  <a:pt x="1877984" y="1407828"/>
                  <a:pt x="1964410" y="1553696"/>
                  <a:pt x="1899831" y="1672758"/>
                </a:cubicBezTo>
                <a:cubicBezTo>
                  <a:pt x="1864017" y="1738767"/>
                  <a:pt x="1732590" y="1776024"/>
                  <a:pt x="1651765" y="1844073"/>
                </a:cubicBezTo>
                <a:cubicBezTo>
                  <a:pt x="1570940" y="1912122"/>
                  <a:pt x="1502413" y="2011237"/>
                  <a:pt x="1414878" y="2081055"/>
                </a:cubicBezTo>
                <a:cubicBezTo>
                  <a:pt x="1297244" y="2174972"/>
                  <a:pt x="1161227" y="2249743"/>
                  <a:pt x="1011494" y="2254887"/>
                </a:cubicBezTo>
                <a:cubicBezTo>
                  <a:pt x="892718" y="2258887"/>
                  <a:pt x="775941" y="2218882"/>
                  <a:pt x="692788" y="2134205"/>
                </a:cubicBezTo>
                <a:cubicBezTo>
                  <a:pt x="596095" y="2100778"/>
                  <a:pt x="297324" y="2383853"/>
                  <a:pt x="182560" y="2339094"/>
                </a:cubicBezTo>
                <a:cubicBezTo>
                  <a:pt x="67796" y="2294335"/>
                  <a:pt x="-20623" y="1930679"/>
                  <a:pt x="4204" y="1865649"/>
                </a:cubicBezTo>
                <a:cubicBezTo>
                  <a:pt x="1442" y="1810214"/>
                  <a:pt x="138194" y="1648290"/>
                  <a:pt x="322770" y="1578679"/>
                </a:cubicBezTo>
                <a:close/>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59ECA706-8780-CD09-E5EF-6CC2B34FD8E4}"/>
              </a:ext>
            </a:extLst>
          </p:cNvPr>
          <p:cNvSpPr/>
          <p:nvPr/>
        </p:nvSpPr>
        <p:spPr>
          <a:xfrm rot="6169516" flipV="1">
            <a:off x="7552750" y="5904112"/>
            <a:ext cx="465313" cy="401192"/>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45EC5E7D-F8B3-BBD1-BB22-ADA014B1D057}"/>
              </a:ext>
            </a:extLst>
          </p:cNvPr>
          <p:cNvSpPr/>
          <p:nvPr/>
        </p:nvSpPr>
        <p:spPr>
          <a:xfrm rot="10800000" flipV="1">
            <a:off x="7025510" y="5680057"/>
            <a:ext cx="1229913" cy="866292"/>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20577"/>
              <a:gd name="connsiteY0" fmla="*/ 512152 h 635142"/>
              <a:gd name="connsiteX1" fmla="*/ 236740 w 420577"/>
              <a:gd name="connsiteY1" fmla="*/ 631376 h 635142"/>
              <a:gd name="connsiteX2" fmla="*/ 404518 w 420577"/>
              <a:gd name="connsiteY2" fmla="*/ 591120 h 635142"/>
              <a:gd name="connsiteX3" fmla="*/ 414544 w 420577"/>
              <a:gd name="connsiteY3" fmla="*/ 450271 h 635142"/>
              <a:gd name="connsiteX4" fmla="*/ 399074 w 420577"/>
              <a:gd name="connsiteY4" fmla="*/ 265944 h 635142"/>
              <a:gd name="connsiteX5" fmla="*/ 300911 w 420577"/>
              <a:gd name="connsiteY5" fmla="*/ 85027 h 635142"/>
              <a:gd name="connsiteX6" fmla="*/ 162385 w 420577"/>
              <a:gd name="connsiteY6" fmla="*/ 6115 h 635142"/>
              <a:gd name="connsiteX7" fmla="*/ 3817 w 420577"/>
              <a:gd name="connsiteY7" fmla="*/ 102462 h 635142"/>
              <a:gd name="connsiteX8" fmla="*/ 85286 w 420577"/>
              <a:gd name="connsiteY8" fmla="*/ 512152 h 635142"/>
              <a:gd name="connsiteX0" fmla="*/ 85286 w 420772"/>
              <a:gd name="connsiteY0" fmla="*/ 512152 h 605295"/>
              <a:gd name="connsiteX1" fmla="*/ 233975 w 420772"/>
              <a:gd name="connsiteY1" fmla="*/ 591489 h 605295"/>
              <a:gd name="connsiteX2" fmla="*/ 404518 w 420772"/>
              <a:gd name="connsiteY2" fmla="*/ 591120 h 605295"/>
              <a:gd name="connsiteX3" fmla="*/ 414544 w 420772"/>
              <a:gd name="connsiteY3" fmla="*/ 450271 h 605295"/>
              <a:gd name="connsiteX4" fmla="*/ 399074 w 420772"/>
              <a:gd name="connsiteY4" fmla="*/ 265944 h 605295"/>
              <a:gd name="connsiteX5" fmla="*/ 300911 w 420772"/>
              <a:gd name="connsiteY5" fmla="*/ 85027 h 605295"/>
              <a:gd name="connsiteX6" fmla="*/ 162385 w 420772"/>
              <a:gd name="connsiteY6" fmla="*/ 6115 h 605295"/>
              <a:gd name="connsiteX7" fmla="*/ 3817 w 420772"/>
              <a:gd name="connsiteY7" fmla="*/ 102462 h 605295"/>
              <a:gd name="connsiteX8" fmla="*/ 85286 w 420772"/>
              <a:gd name="connsiteY8" fmla="*/ 512152 h 605295"/>
              <a:gd name="connsiteX0" fmla="*/ 85286 w 425926"/>
              <a:gd name="connsiteY0" fmla="*/ 512152 h 615214"/>
              <a:gd name="connsiteX1" fmla="*/ 233975 w 425926"/>
              <a:gd name="connsiteY1" fmla="*/ 591489 h 615214"/>
              <a:gd name="connsiteX2" fmla="*/ 404518 w 425926"/>
              <a:gd name="connsiteY2" fmla="*/ 591120 h 615214"/>
              <a:gd name="connsiteX3" fmla="*/ 414544 w 425926"/>
              <a:gd name="connsiteY3" fmla="*/ 450271 h 615214"/>
              <a:gd name="connsiteX4" fmla="*/ 399074 w 425926"/>
              <a:gd name="connsiteY4" fmla="*/ 265944 h 615214"/>
              <a:gd name="connsiteX5" fmla="*/ 300911 w 425926"/>
              <a:gd name="connsiteY5" fmla="*/ 85027 h 615214"/>
              <a:gd name="connsiteX6" fmla="*/ 162385 w 425926"/>
              <a:gd name="connsiteY6" fmla="*/ 6115 h 615214"/>
              <a:gd name="connsiteX7" fmla="*/ 3817 w 425926"/>
              <a:gd name="connsiteY7" fmla="*/ 102462 h 615214"/>
              <a:gd name="connsiteX8" fmla="*/ 85286 w 425926"/>
              <a:gd name="connsiteY8" fmla="*/ 512152 h 615214"/>
              <a:gd name="connsiteX0" fmla="*/ 85286 w 438323"/>
              <a:gd name="connsiteY0" fmla="*/ 512152 h 604619"/>
              <a:gd name="connsiteX1" fmla="*/ 233975 w 438323"/>
              <a:gd name="connsiteY1" fmla="*/ 591489 h 604619"/>
              <a:gd name="connsiteX2" fmla="*/ 404518 w 438323"/>
              <a:gd name="connsiteY2" fmla="*/ 591120 h 604619"/>
              <a:gd name="connsiteX3" fmla="*/ 438257 w 438323"/>
              <a:gd name="connsiteY3" fmla="*/ 460077 h 604619"/>
              <a:gd name="connsiteX4" fmla="*/ 399074 w 438323"/>
              <a:gd name="connsiteY4" fmla="*/ 265944 h 604619"/>
              <a:gd name="connsiteX5" fmla="*/ 300911 w 438323"/>
              <a:gd name="connsiteY5" fmla="*/ 85027 h 604619"/>
              <a:gd name="connsiteX6" fmla="*/ 162385 w 438323"/>
              <a:gd name="connsiteY6" fmla="*/ 6115 h 604619"/>
              <a:gd name="connsiteX7" fmla="*/ 3817 w 438323"/>
              <a:gd name="connsiteY7" fmla="*/ 102462 h 604619"/>
              <a:gd name="connsiteX8" fmla="*/ 85286 w 438323"/>
              <a:gd name="connsiteY8" fmla="*/ 512152 h 604619"/>
              <a:gd name="connsiteX0" fmla="*/ 85286 w 438738"/>
              <a:gd name="connsiteY0" fmla="*/ 512152 h 595918"/>
              <a:gd name="connsiteX1" fmla="*/ 233975 w 438738"/>
              <a:gd name="connsiteY1" fmla="*/ 591489 h 595918"/>
              <a:gd name="connsiteX2" fmla="*/ 404518 w 438738"/>
              <a:gd name="connsiteY2" fmla="*/ 591120 h 595918"/>
              <a:gd name="connsiteX3" fmla="*/ 438257 w 438738"/>
              <a:gd name="connsiteY3" fmla="*/ 460077 h 595918"/>
              <a:gd name="connsiteX4" fmla="*/ 399074 w 438738"/>
              <a:gd name="connsiteY4" fmla="*/ 265944 h 595918"/>
              <a:gd name="connsiteX5" fmla="*/ 300911 w 438738"/>
              <a:gd name="connsiteY5" fmla="*/ 85027 h 595918"/>
              <a:gd name="connsiteX6" fmla="*/ 162385 w 438738"/>
              <a:gd name="connsiteY6" fmla="*/ 6115 h 595918"/>
              <a:gd name="connsiteX7" fmla="*/ 3817 w 438738"/>
              <a:gd name="connsiteY7" fmla="*/ 102462 h 595918"/>
              <a:gd name="connsiteX8" fmla="*/ 85286 w 438738"/>
              <a:gd name="connsiteY8" fmla="*/ 512152 h 595918"/>
              <a:gd name="connsiteX0" fmla="*/ 109307 w 462759"/>
              <a:gd name="connsiteY0" fmla="*/ 507115 h 590881"/>
              <a:gd name="connsiteX1" fmla="*/ 257996 w 462759"/>
              <a:gd name="connsiteY1" fmla="*/ 586452 h 590881"/>
              <a:gd name="connsiteX2" fmla="*/ 428539 w 462759"/>
              <a:gd name="connsiteY2" fmla="*/ 586083 h 590881"/>
              <a:gd name="connsiteX3" fmla="*/ 462278 w 462759"/>
              <a:gd name="connsiteY3" fmla="*/ 455040 h 590881"/>
              <a:gd name="connsiteX4" fmla="*/ 423095 w 462759"/>
              <a:gd name="connsiteY4" fmla="*/ 260907 h 590881"/>
              <a:gd name="connsiteX5" fmla="*/ 324932 w 462759"/>
              <a:gd name="connsiteY5" fmla="*/ 79990 h 590881"/>
              <a:gd name="connsiteX6" fmla="*/ 186406 w 462759"/>
              <a:gd name="connsiteY6" fmla="*/ 1078 h 590881"/>
              <a:gd name="connsiteX7" fmla="*/ 2950 w 462759"/>
              <a:gd name="connsiteY7" fmla="*/ 115729 h 590881"/>
              <a:gd name="connsiteX8" fmla="*/ 109307 w 462759"/>
              <a:gd name="connsiteY8" fmla="*/ 507115 h 5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759" h="590881">
                <a:moveTo>
                  <a:pt x="109307" y="507115"/>
                </a:moveTo>
                <a:cubicBezTo>
                  <a:pt x="148127" y="595267"/>
                  <a:pt x="204791" y="573291"/>
                  <a:pt x="257996" y="586452"/>
                </a:cubicBezTo>
                <a:cubicBezTo>
                  <a:pt x="311201" y="599613"/>
                  <a:pt x="384994" y="578506"/>
                  <a:pt x="428539" y="586083"/>
                </a:cubicBezTo>
                <a:cubicBezTo>
                  <a:pt x="472084" y="593660"/>
                  <a:pt x="461230" y="503808"/>
                  <a:pt x="462278" y="455040"/>
                </a:cubicBezTo>
                <a:cubicBezTo>
                  <a:pt x="463897" y="381507"/>
                  <a:pt x="435572" y="333201"/>
                  <a:pt x="423095" y="260907"/>
                </a:cubicBezTo>
                <a:cubicBezTo>
                  <a:pt x="412331" y="198804"/>
                  <a:pt x="364380" y="123295"/>
                  <a:pt x="324932" y="79990"/>
                </a:cubicBezTo>
                <a:cubicBezTo>
                  <a:pt x="285484" y="36685"/>
                  <a:pt x="235922" y="-1828"/>
                  <a:pt x="186406" y="1078"/>
                </a:cubicBezTo>
                <a:cubicBezTo>
                  <a:pt x="136890" y="3984"/>
                  <a:pt x="26286" y="-27622"/>
                  <a:pt x="2950" y="115729"/>
                </a:cubicBezTo>
                <a:cubicBezTo>
                  <a:pt x="-17640" y="204835"/>
                  <a:pt x="75065" y="446933"/>
                  <a:pt x="109307" y="507115"/>
                </a:cubicBezTo>
                <a:close/>
              </a:path>
            </a:pathLst>
          </a:custGeom>
          <a:noFill/>
          <a:ln w="9525" cap="rnd">
            <a:solidFill>
              <a:schemeClr val="tx1">
                <a:alpha val="35000"/>
              </a:schemeClr>
            </a:solidFill>
            <a:prstDash val="solid"/>
            <a:round/>
          </a:ln>
        </p:spPr>
        <p:txBody>
          <a:bodyPr rtlCol="0" anchor="ctr"/>
          <a:lstStyle/>
          <a:p>
            <a:endParaRPr lang="en-US"/>
          </a:p>
        </p:txBody>
      </p:sp>
      <p:sp>
        <p:nvSpPr>
          <p:cNvPr id="29" name="Freeform: Shape 28">
            <a:extLst>
              <a:ext uri="{FF2B5EF4-FFF2-40B4-BE49-F238E27FC236}">
                <a16:creationId xmlns:a16="http://schemas.microsoft.com/office/drawing/2014/main" id="{CBC5A74B-9937-17DB-E3C7-D871981E4760}"/>
              </a:ext>
            </a:extLst>
          </p:cNvPr>
          <p:cNvSpPr/>
          <p:nvPr/>
        </p:nvSpPr>
        <p:spPr>
          <a:xfrm rot="11544896" flipH="1" flipV="1">
            <a:off x="5843311" y="628635"/>
            <a:ext cx="6230851" cy="3984158"/>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812970"/>
              <a:gd name="connsiteY0" fmla="*/ 0 h 3965038"/>
              <a:gd name="connsiteX1" fmla="*/ 631245 w 5812970"/>
              <a:gd name="connsiteY1" fmla="*/ 768084 h 3965038"/>
              <a:gd name="connsiteX2" fmla="*/ 937550 w 5812970"/>
              <a:gd name="connsiteY2" fmla="*/ 919341 h 3965038"/>
              <a:gd name="connsiteX3" fmla="*/ 1269342 w 5812970"/>
              <a:gd name="connsiteY3" fmla="*/ 946928 h 3965038"/>
              <a:gd name="connsiteX4" fmla="*/ 1488640 w 5812970"/>
              <a:gd name="connsiteY4" fmla="*/ 1052905 h 3965038"/>
              <a:gd name="connsiteX5" fmla="*/ 1506147 w 5812970"/>
              <a:gd name="connsiteY5" fmla="*/ 1857744 h 3965038"/>
              <a:gd name="connsiteX6" fmla="*/ 2118023 w 5812970"/>
              <a:gd name="connsiteY6" fmla="*/ 2030785 h 3965038"/>
              <a:gd name="connsiteX7" fmla="*/ 2590884 w 5812970"/>
              <a:gd name="connsiteY7" fmla="*/ 2226768 h 3965038"/>
              <a:gd name="connsiteX8" fmla="*/ 3028020 w 5812970"/>
              <a:gd name="connsiteY8" fmla="*/ 2406135 h 3965038"/>
              <a:gd name="connsiteX9" fmla="*/ 3406257 w 5812970"/>
              <a:gd name="connsiteY9" fmla="*/ 3226792 h 3965038"/>
              <a:gd name="connsiteX10" fmla="*/ 3755541 w 5812970"/>
              <a:gd name="connsiteY10" fmla="*/ 3948634 h 3965038"/>
              <a:gd name="connsiteX11" fmla="*/ 4165586 w 5812970"/>
              <a:gd name="connsiteY11" fmla="*/ 2687475 h 3965038"/>
              <a:gd name="connsiteX12" fmla="*/ 4692354 w 5812970"/>
              <a:gd name="connsiteY12" fmla="*/ 1949122 h 3965038"/>
              <a:gd name="connsiteX13" fmla="*/ 5212578 w 5812970"/>
              <a:gd name="connsiteY13" fmla="*/ 1584116 h 3965038"/>
              <a:gd name="connsiteX14" fmla="*/ 5579821 w 5812970"/>
              <a:gd name="connsiteY14" fmla="*/ 1145722 h 3965038"/>
              <a:gd name="connsiteX15" fmla="*/ 5812970 w 5812970"/>
              <a:gd name="connsiteY15" fmla="*/ 660390 h 3965038"/>
              <a:gd name="connsiteX0" fmla="*/ 0 w 5736877"/>
              <a:gd name="connsiteY0" fmla="*/ 0 h 3965038"/>
              <a:gd name="connsiteX1" fmla="*/ 631245 w 5736877"/>
              <a:gd name="connsiteY1" fmla="*/ 768084 h 3965038"/>
              <a:gd name="connsiteX2" fmla="*/ 937550 w 5736877"/>
              <a:gd name="connsiteY2" fmla="*/ 919341 h 3965038"/>
              <a:gd name="connsiteX3" fmla="*/ 1269342 w 5736877"/>
              <a:gd name="connsiteY3" fmla="*/ 946928 h 3965038"/>
              <a:gd name="connsiteX4" fmla="*/ 1488640 w 5736877"/>
              <a:gd name="connsiteY4" fmla="*/ 1052905 h 3965038"/>
              <a:gd name="connsiteX5" fmla="*/ 1506147 w 5736877"/>
              <a:gd name="connsiteY5" fmla="*/ 1857744 h 3965038"/>
              <a:gd name="connsiteX6" fmla="*/ 2118023 w 5736877"/>
              <a:gd name="connsiteY6" fmla="*/ 2030785 h 3965038"/>
              <a:gd name="connsiteX7" fmla="*/ 2590884 w 5736877"/>
              <a:gd name="connsiteY7" fmla="*/ 2226768 h 3965038"/>
              <a:gd name="connsiteX8" fmla="*/ 3028020 w 5736877"/>
              <a:gd name="connsiteY8" fmla="*/ 2406135 h 3965038"/>
              <a:gd name="connsiteX9" fmla="*/ 3406257 w 5736877"/>
              <a:gd name="connsiteY9" fmla="*/ 3226792 h 3965038"/>
              <a:gd name="connsiteX10" fmla="*/ 3755541 w 5736877"/>
              <a:gd name="connsiteY10" fmla="*/ 3948634 h 3965038"/>
              <a:gd name="connsiteX11" fmla="*/ 4165586 w 5736877"/>
              <a:gd name="connsiteY11" fmla="*/ 2687475 h 3965038"/>
              <a:gd name="connsiteX12" fmla="*/ 4692354 w 5736877"/>
              <a:gd name="connsiteY12" fmla="*/ 1949122 h 3965038"/>
              <a:gd name="connsiteX13" fmla="*/ 5212578 w 5736877"/>
              <a:gd name="connsiteY13" fmla="*/ 1584116 h 3965038"/>
              <a:gd name="connsiteX14" fmla="*/ 5579821 w 5736877"/>
              <a:gd name="connsiteY14" fmla="*/ 1145722 h 3965038"/>
              <a:gd name="connsiteX15" fmla="*/ 5736877 w 5736877"/>
              <a:gd name="connsiteY15" fmla="*/ 399437 h 3965038"/>
              <a:gd name="connsiteX0" fmla="*/ 0 w 5736877"/>
              <a:gd name="connsiteY0" fmla="*/ 0 h 3965038"/>
              <a:gd name="connsiteX1" fmla="*/ 631245 w 5736877"/>
              <a:gd name="connsiteY1" fmla="*/ 768084 h 3965038"/>
              <a:gd name="connsiteX2" fmla="*/ 937550 w 5736877"/>
              <a:gd name="connsiteY2" fmla="*/ 919341 h 3965038"/>
              <a:gd name="connsiteX3" fmla="*/ 1269342 w 5736877"/>
              <a:gd name="connsiteY3" fmla="*/ 946928 h 3965038"/>
              <a:gd name="connsiteX4" fmla="*/ 1488640 w 5736877"/>
              <a:gd name="connsiteY4" fmla="*/ 1052905 h 3965038"/>
              <a:gd name="connsiteX5" fmla="*/ 1506147 w 5736877"/>
              <a:gd name="connsiteY5" fmla="*/ 1857744 h 3965038"/>
              <a:gd name="connsiteX6" fmla="*/ 2118023 w 5736877"/>
              <a:gd name="connsiteY6" fmla="*/ 2030785 h 3965038"/>
              <a:gd name="connsiteX7" fmla="*/ 2590884 w 5736877"/>
              <a:gd name="connsiteY7" fmla="*/ 2226768 h 3965038"/>
              <a:gd name="connsiteX8" fmla="*/ 3028020 w 5736877"/>
              <a:gd name="connsiteY8" fmla="*/ 2406135 h 3965038"/>
              <a:gd name="connsiteX9" fmla="*/ 3406257 w 5736877"/>
              <a:gd name="connsiteY9" fmla="*/ 3226792 h 3965038"/>
              <a:gd name="connsiteX10" fmla="*/ 3755541 w 5736877"/>
              <a:gd name="connsiteY10" fmla="*/ 3948634 h 3965038"/>
              <a:gd name="connsiteX11" fmla="*/ 4165586 w 5736877"/>
              <a:gd name="connsiteY11" fmla="*/ 2687475 h 3965038"/>
              <a:gd name="connsiteX12" fmla="*/ 4692354 w 5736877"/>
              <a:gd name="connsiteY12" fmla="*/ 1949122 h 3965038"/>
              <a:gd name="connsiteX13" fmla="*/ 5072788 w 5736877"/>
              <a:gd name="connsiteY13" fmla="*/ 1523492 h 3965038"/>
              <a:gd name="connsiteX14" fmla="*/ 5579821 w 5736877"/>
              <a:gd name="connsiteY14" fmla="*/ 1145722 h 3965038"/>
              <a:gd name="connsiteX15" fmla="*/ 5736877 w 5736877"/>
              <a:gd name="connsiteY15" fmla="*/ 399437 h 3965038"/>
              <a:gd name="connsiteX0" fmla="*/ 0 w 5736877"/>
              <a:gd name="connsiteY0" fmla="*/ 0 h 3965038"/>
              <a:gd name="connsiteX1" fmla="*/ 631245 w 5736877"/>
              <a:gd name="connsiteY1" fmla="*/ 768084 h 3965038"/>
              <a:gd name="connsiteX2" fmla="*/ 937550 w 5736877"/>
              <a:gd name="connsiteY2" fmla="*/ 919341 h 3965038"/>
              <a:gd name="connsiteX3" fmla="*/ 1269342 w 5736877"/>
              <a:gd name="connsiteY3" fmla="*/ 946928 h 3965038"/>
              <a:gd name="connsiteX4" fmla="*/ 1488640 w 5736877"/>
              <a:gd name="connsiteY4" fmla="*/ 1052905 h 3965038"/>
              <a:gd name="connsiteX5" fmla="*/ 1506147 w 5736877"/>
              <a:gd name="connsiteY5" fmla="*/ 1857744 h 3965038"/>
              <a:gd name="connsiteX6" fmla="*/ 2118023 w 5736877"/>
              <a:gd name="connsiteY6" fmla="*/ 2030785 h 3965038"/>
              <a:gd name="connsiteX7" fmla="*/ 2590884 w 5736877"/>
              <a:gd name="connsiteY7" fmla="*/ 2226768 h 3965038"/>
              <a:gd name="connsiteX8" fmla="*/ 3028020 w 5736877"/>
              <a:gd name="connsiteY8" fmla="*/ 2406135 h 3965038"/>
              <a:gd name="connsiteX9" fmla="*/ 3406257 w 5736877"/>
              <a:gd name="connsiteY9" fmla="*/ 3226792 h 3965038"/>
              <a:gd name="connsiteX10" fmla="*/ 3755541 w 5736877"/>
              <a:gd name="connsiteY10" fmla="*/ 3948634 h 3965038"/>
              <a:gd name="connsiteX11" fmla="*/ 4165586 w 5736877"/>
              <a:gd name="connsiteY11" fmla="*/ 2687475 h 3965038"/>
              <a:gd name="connsiteX12" fmla="*/ 4692354 w 5736877"/>
              <a:gd name="connsiteY12" fmla="*/ 1949122 h 3965038"/>
              <a:gd name="connsiteX13" fmla="*/ 5072788 w 5736877"/>
              <a:gd name="connsiteY13" fmla="*/ 1523492 h 3965038"/>
              <a:gd name="connsiteX14" fmla="*/ 5330701 w 5736877"/>
              <a:gd name="connsiteY14" fmla="*/ 1440813 h 3965038"/>
              <a:gd name="connsiteX15" fmla="*/ 5579821 w 5736877"/>
              <a:gd name="connsiteY15" fmla="*/ 1145722 h 3965038"/>
              <a:gd name="connsiteX16" fmla="*/ 5736877 w 5736877"/>
              <a:gd name="connsiteY16" fmla="*/ 399437 h 3965038"/>
              <a:gd name="connsiteX0" fmla="*/ 63352 w 5800229"/>
              <a:gd name="connsiteY0" fmla="*/ 0 h 3965038"/>
              <a:gd name="connsiteX1" fmla="*/ 39261 w 5800229"/>
              <a:gd name="connsiteY1" fmla="*/ 186691 h 3965038"/>
              <a:gd name="connsiteX2" fmla="*/ 694597 w 5800229"/>
              <a:gd name="connsiteY2" fmla="*/ 768084 h 3965038"/>
              <a:gd name="connsiteX3" fmla="*/ 1000902 w 5800229"/>
              <a:gd name="connsiteY3" fmla="*/ 919341 h 3965038"/>
              <a:gd name="connsiteX4" fmla="*/ 1332694 w 5800229"/>
              <a:gd name="connsiteY4" fmla="*/ 946928 h 3965038"/>
              <a:gd name="connsiteX5" fmla="*/ 1551992 w 5800229"/>
              <a:gd name="connsiteY5" fmla="*/ 1052905 h 3965038"/>
              <a:gd name="connsiteX6" fmla="*/ 1569499 w 5800229"/>
              <a:gd name="connsiteY6" fmla="*/ 1857744 h 3965038"/>
              <a:gd name="connsiteX7" fmla="*/ 2181375 w 5800229"/>
              <a:gd name="connsiteY7" fmla="*/ 2030785 h 3965038"/>
              <a:gd name="connsiteX8" fmla="*/ 2654236 w 5800229"/>
              <a:gd name="connsiteY8" fmla="*/ 2226768 h 3965038"/>
              <a:gd name="connsiteX9" fmla="*/ 3091372 w 5800229"/>
              <a:gd name="connsiteY9" fmla="*/ 2406135 h 3965038"/>
              <a:gd name="connsiteX10" fmla="*/ 3469609 w 5800229"/>
              <a:gd name="connsiteY10" fmla="*/ 3226792 h 3965038"/>
              <a:gd name="connsiteX11" fmla="*/ 3818893 w 5800229"/>
              <a:gd name="connsiteY11" fmla="*/ 3948634 h 3965038"/>
              <a:gd name="connsiteX12" fmla="*/ 4228938 w 5800229"/>
              <a:gd name="connsiteY12" fmla="*/ 2687475 h 3965038"/>
              <a:gd name="connsiteX13" fmla="*/ 4755706 w 5800229"/>
              <a:gd name="connsiteY13" fmla="*/ 1949122 h 3965038"/>
              <a:gd name="connsiteX14" fmla="*/ 5136140 w 5800229"/>
              <a:gd name="connsiteY14" fmla="*/ 1523492 h 3965038"/>
              <a:gd name="connsiteX15" fmla="*/ 5394053 w 5800229"/>
              <a:gd name="connsiteY15" fmla="*/ 1440813 h 3965038"/>
              <a:gd name="connsiteX16" fmla="*/ 5643173 w 5800229"/>
              <a:gd name="connsiteY16" fmla="*/ 1145722 h 3965038"/>
              <a:gd name="connsiteX17" fmla="*/ 5800229 w 5800229"/>
              <a:gd name="connsiteY17" fmla="*/ 399437 h 3965038"/>
              <a:gd name="connsiteX0" fmla="*/ 0 w 6076400"/>
              <a:gd name="connsiteY0" fmla="*/ 0 h 4742271"/>
              <a:gd name="connsiteX1" fmla="*/ 315432 w 6076400"/>
              <a:gd name="connsiteY1" fmla="*/ 963924 h 4742271"/>
              <a:gd name="connsiteX2" fmla="*/ 970768 w 6076400"/>
              <a:gd name="connsiteY2" fmla="*/ 1545317 h 4742271"/>
              <a:gd name="connsiteX3" fmla="*/ 1277073 w 6076400"/>
              <a:gd name="connsiteY3" fmla="*/ 1696574 h 4742271"/>
              <a:gd name="connsiteX4" fmla="*/ 1608865 w 6076400"/>
              <a:gd name="connsiteY4" fmla="*/ 1724161 h 4742271"/>
              <a:gd name="connsiteX5" fmla="*/ 1828163 w 6076400"/>
              <a:gd name="connsiteY5" fmla="*/ 1830138 h 4742271"/>
              <a:gd name="connsiteX6" fmla="*/ 1845670 w 6076400"/>
              <a:gd name="connsiteY6" fmla="*/ 2634977 h 4742271"/>
              <a:gd name="connsiteX7" fmla="*/ 2457546 w 6076400"/>
              <a:gd name="connsiteY7" fmla="*/ 2808018 h 4742271"/>
              <a:gd name="connsiteX8" fmla="*/ 2930407 w 6076400"/>
              <a:gd name="connsiteY8" fmla="*/ 3004001 h 4742271"/>
              <a:gd name="connsiteX9" fmla="*/ 3367543 w 6076400"/>
              <a:gd name="connsiteY9" fmla="*/ 3183368 h 4742271"/>
              <a:gd name="connsiteX10" fmla="*/ 3745780 w 6076400"/>
              <a:gd name="connsiteY10" fmla="*/ 4004025 h 4742271"/>
              <a:gd name="connsiteX11" fmla="*/ 4095064 w 6076400"/>
              <a:gd name="connsiteY11" fmla="*/ 4725867 h 4742271"/>
              <a:gd name="connsiteX12" fmla="*/ 4505109 w 6076400"/>
              <a:gd name="connsiteY12" fmla="*/ 3464708 h 4742271"/>
              <a:gd name="connsiteX13" fmla="*/ 5031877 w 6076400"/>
              <a:gd name="connsiteY13" fmla="*/ 2726355 h 4742271"/>
              <a:gd name="connsiteX14" fmla="*/ 5412311 w 6076400"/>
              <a:gd name="connsiteY14" fmla="*/ 2300725 h 4742271"/>
              <a:gd name="connsiteX15" fmla="*/ 5670224 w 6076400"/>
              <a:gd name="connsiteY15" fmla="*/ 2218046 h 4742271"/>
              <a:gd name="connsiteX16" fmla="*/ 5919344 w 6076400"/>
              <a:gd name="connsiteY16" fmla="*/ 1922955 h 4742271"/>
              <a:gd name="connsiteX17" fmla="*/ 6076400 w 6076400"/>
              <a:gd name="connsiteY17" fmla="*/ 1176670 h 4742271"/>
              <a:gd name="connsiteX0" fmla="*/ 17469 w 6093869"/>
              <a:gd name="connsiteY0" fmla="*/ 0 h 4742271"/>
              <a:gd name="connsiteX1" fmla="*/ 20406 w 6093869"/>
              <a:gd name="connsiteY1" fmla="*/ 446728 h 4742271"/>
              <a:gd name="connsiteX2" fmla="*/ 332901 w 6093869"/>
              <a:gd name="connsiteY2" fmla="*/ 963924 h 4742271"/>
              <a:gd name="connsiteX3" fmla="*/ 988237 w 6093869"/>
              <a:gd name="connsiteY3" fmla="*/ 1545317 h 4742271"/>
              <a:gd name="connsiteX4" fmla="*/ 1294542 w 6093869"/>
              <a:gd name="connsiteY4" fmla="*/ 1696574 h 4742271"/>
              <a:gd name="connsiteX5" fmla="*/ 1626334 w 6093869"/>
              <a:gd name="connsiteY5" fmla="*/ 1724161 h 4742271"/>
              <a:gd name="connsiteX6" fmla="*/ 1845632 w 6093869"/>
              <a:gd name="connsiteY6" fmla="*/ 1830138 h 4742271"/>
              <a:gd name="connsiteX7" fmla="*/ 1863139 w 6093869"/>
              <a:gd name="connsiteY7" fmla="*/ 2634977 h 4742271"/>
              <a:gd name="connsiteX8" fmla="*/ 2475015 w 6093869"/>
              <a:gd name="connsiteY8" fmla="*/ 2808018 h 4742271"/>
              <a:gd name="connsiteX9" fmla="*/ 2947876 w 6093869"/>
              <a:gd name="connsiteY9" fmla="*/ 3004001 h 4742271"/>
              <a:gd name="connsiteX10" fmla="*/ 3385012 w 6093869"/>
              <a:gd name="connsiteY10" fmla="*/ 3183368 h 4742271"/>
              <a:gd name="connsiteX11" fmla="*/ 3763249 w 6093869"/>
              <a:gd name="connsiteY11" fmla="*/ 4004025 h 4742271"/>
              <a:gd name="connsiteX12" fmla="*/ 4112533 w 6093869"/>
              <a:gd name="connsiteY12" fmla="*/ 4725867 h 4742271"/>
              <a:gd name="connsiteX13" fmla="*/ 4522578 w 6093869"/>
              <a:gd name="connsiteY13" fmla="*/ 3464708 h 4742271"/>
              <a:gd name="connsiteX14" fmla="*/ 5049346 w 6093869"/>
              <a:gd name="connsiteY14" fmla="*/ 2726355 h 4742271"/>
              <a:gd name="connsiteX15" fmla="*/ 5429780 w 6093869"/>
              <a:gd name="connsiteY15" fmla="*/ 2300725 h 4742271"/>
              <a:gd name="connsiteX16" fmla="*/ 5687693 w 6093869"/>
              <a:gd name="connsiteY16" fmla="*/ 2218046 h 4742271"/>
              <a:gd name="connsiteX17" fmla="*/ 5936813 w 6093869"/>
              <a:gd name="connsiteY17" fmla="*/ 1922955 h 4742271"/>
              <a:gd name="connsiteX18" fmla="*/ 6093869 w 6093869"/>
              <a:gd name="connsiteY18" fmla="*/ 1176670 h 4742271"/>
              <a:gd name="connsiteX0" fmla="*/ 48988 w 6088371"/>
              <a:gd name="connsiteY0" fmla="*/ 0 h 5031686"/>
              <a:gd name="connsiteX1" fmla="*/ 14908 w 6088371"/>
              <a:gd name="connsiteY1" fmla="*/ 736143 h 5031686"/>
              <a:gd name="connsiteX2" fmla="*/ 327403 w 6088371"/>
              <a:gd name="connsiteY2" fmla="*/ 1253339 h 5031686"/>
              <a:gd name="connsiteX3" fmla="*/ 982739 w 6088371"/>
              <a:gd name="connsiteY3" fmla="*/ 1834732 h 5031686"/>
              <a:gd name="connsiteX4" fmla="*/ 1289044 w 6088371"/>
              <a:gd name="connsiteY4" fmla="*/ 1985989 h 5031686"/>
              <a:gd name="connsiteX5" fmla="*/ 1620836 w 6088371"/>
              <a:gd name="connsiteY5" fmla="*/ 2013576 h 5031686"/>
              <a:gd name="connsiteX6" fmla="*/ 1840134 w 6088371"/>
              <a:gd name="connsiteY6" fmla="*/ 2119553 h 5031686"/>
              <a:gd name="connsiteX7" fmla="*/ 1857641 w 6088371"/>
              <a:gd name="connsiteY7" fmla="*/ 2924392 h 5031686"/>
              <a:gd name="connsiteX8" fmla="*/ 2469517 w 6088371"/>
              <a:gd name="connsiteY8" fmla="*/ 3097433 h 5031686"/>
              <a:gd name="connsiteX9" fmla="*/ 2942378 w 6088371"/>
              <a:gd name="connsiteY9" fmla="*/ 3293416 h 5031686"/>
              <a:gd name="connsiteX10" fmla="*/ 3379514 w 6088371"/>
              <a:gd name="connsiteY10" fmla="*/ 3472783 h 5031686"/>
              <a:gd name="connsiteX11" fmla="*/ 3757751 w 6088371"/>
              <a:gd name="connsiteY11" fmla="*/ 4293440 h 5031686"/>
              <a:gd name="connsiteX12" fmla="*/ 4107035 w 6088371"/>
              <a:gd name="connsiteY12" fmla="*/ 5015282 h 5031686"/>
              <a:gd name="connsiteX13" fmla="*/ 4517080 w 6088371"/>
              <a:gd name="connsiteY13" fmla="*/ 3754123 h 5031686"/>
              <a:gd name="connsiteX14" fmla="*/ 5043848 w 6088371"/>
              <a:gd name="connsiteY14" fmla="*/ 3015770 h 5031686"/>
              <a:gd name="connsiteX15" fmla="*/ 5424282 w 6088371"/>
              <a:gd name="connsiteY15" fmla="*/ 2590140 h 5031686"/>
              <a:gd name="connsiteX16" fmla="*/ 5682195 w 6088371"/>
              <a:gd name="connsiteY16" fmla="*/ 2507461 h 5031686"/>
              <a:gd name="connsiteX17" fmla="*/ 5931315 w 6088371"/>
              <a:gd name="connsiteY17" fmla="*/ 2212370 h 5031686"/>
              <a:gd name="connsiteX18" fmla="*/ 6088371 w 6088371"/>
              <a:gd name="connsiteY18" fmla="*/ 1466085 h 5031686"/>
              <a:gd name="connsiteX0" fmla="*/ 48988 w 6088371"/>
              <a:gd name="connsiteY0" fmla="*/ 0 h 5031686"/>
              <a:gd name="connsiteX1" fmla="*/ 14908 w 6088371"/>
              <a:gd name="connsiteY1" fmla="*/ 736143 h 5031686"/>
              <a:gd name="connsiteX2" fmla="*/ 327403 w 6088371"/>
              <a:gd name="connsiteY2" fmla="*/ 1253339 h 5031686"/>
              <a:gd name="connsiteX3" fmla="*/ 982739 w 6088371"/>
              <a:gd name="connsiteY3" fmla="*/ 1834732 h 5031686"/>
              <a:gd name="connsiteX4" fmla="*/ 1289044 w 6088371"/>
              <a:gd name="connsiteY4" fmla="*/ 1985989 h 5031686"/>
              <a:gd name="connsiteX5" fmla="*/ 1620836 w 6088371"/>
              <a:gd name="connsiteY5" fmla="*/ 2013576 h 5031686"/>
              <a:gd name="connsiteX6" fmla="*/ 1840134 w 6088371"/>
              <a:gd name="connsiteY6" fmla="*/ 2119553 h 5031686"/>
              <a:gd name="connsiteX7" fmla="*/ 1857641 w 6088371"/>
              <a:gd name="connsiteY7" fmla="*/ 2924392 h 5031686"/>
              <a:gd name="connsiteX8" fmla="*/ 2178029 w 6088371"/>
              <a:gd name="connsiteY8" fmla="*/ 2946708 h 5031686"/>
              <a:gd name="connsiteX9" fmla="*/ 2469517 w 6088371"/>
              <a:gd name="connsiteY9" fmla="*/ 3097433 h 5031686"/>
              <a:gd name="connsiteX10" fmla="*/ 2942378 w 6088371"/>
              <a:gd name="connsiteY10" fmla="*/ 3293416 h 5031686"/>
              <a:gd name="connsiteX11" fmla="*/ 3379514 w 6088371"/>
              <a:gd name="connsiteY11" fmla="*/ 3472783 h 5031686"/>
              <a:gd name="connsiteX12" fmla="*/ 3757751 w 6088371"/>
              <a:gd name="connsiteY12" fmla="*/ 4293440 h 5031686"/>
              <a:gd name="connsiteX13" fmla="*/ 4107035 w 6088371"/>
              <a:gd name="connsiteY13" fmla="*/ 5015282 h 5031686"/>
              <a:gd name="connsiteX14" fmla="*/ 4517080 w 6088371"/>
              <a:gd name="connsiteY14" fmla="*/ 3754123 h 5031686"/>
              <a:gd name="connsiteX15" fmla="*/ 5043848 w 6088371"/>
              <a:gd name="connsiteY15" fmla="*/ 3015770 h 5031686"/>
              <a:gd name="connsiteX16" fmla="*/ 5424282 w 6088371"/>
              <a:gd name="connsiteY16" fmla="*/ 2590140 h 5031686"/>
              <a:gd name="connsiteX17" fmla="*/ 5682195 w 6088371"/>
              <a:gd name="connsiteY17" fmla="*/ 2507461 h 5031686"/>
              <a:gd name="connsiteX18" fmla="*/ 5931315 w 6088371"/>
              <a:gd name="connsiteY18" fmla="*/ 2212370 h 5031686"/>
              <a:gd name="connsiteX19" fmla="*/ 6088371 w 6088371"/>
              <a:gd name="connsiteY19" fmla="*/ 1466085 h 5031686"/>
              <a:gd name="connsiteX0" fmla="*/ 48988 w 6088371"/>
              <a:gd name="connsiteY0" fmla="*/ 0 h 5031686"/>
              <a:gd name="connsiteX1" fmla="*/ 14908 w 6088371"/>
              <a:gd name="connsiteY1" fmla="*/ 736143 h 5031686"/>
              <a:gd name="connsiteX2" fmla="*/ 327403 w 6088371"/>
              <a:gd name="connsiteY2" fmla="*/ 1253339 h 5031686"/>
              <a:gd name="connsiteX3" fmla="*/ 982739 w 6088371"/>
              <a:gd name="connsiteY3" fmla="*/ 1834732 h 5031686"/>
              <a:gd name="connsiteX4" fmla="*/ 1289044 w 6088371"/>
              <a:gd name="connsiteY4" fmla="*/ 1985989 h 5031686"/>
              <a:gd name="connsiteX5" fmla="*/ 1620836 w 6088371"/>
              <a:gd name="connsiteY5" fmla="*/ 2013576 h 5031686"/>
              <a:gd name="connsiteX6" fmla="*/ 1840134 w 6088371"/>
              <a:gd name="connsiteY6" fmla="*/ 2119553 h 5031686"/>
              <a:gd name="connsiteX7" fmla="*/ 1857641 w 6088371"/>
              <a:gd name="connsiteY7" fmla="*/ 2924392 h 5031686"/>
              <a:gd name="connsiteX8" fmla="*/ 2178029 w 6088371"/>
              <a:gd name="connsiteY8" fmla="*/ 2946708 h 5031686"/>
              <a:gd name="connsiteX9" fmla="*/ 2384954 w 6088371"/>
              <a:gd name="connsiteY9" fmla="*/ 3192143 h 5031686"/>
              <a:gd name="connsiteX10" fmla="*/ 2942378 w 6088371"/>
              <a:gd name="connsiteY10" fmla="*/ 3293416 h 5031686"/>
              <a:gd name="connsiteX11" fmla="*/ 3379514 w 6088371"/>
              <a:gd name="connsiteY11" fmla="*/ 3472783 h 5031686"/>
              <a:gd name="connsiteX12" fmla="*/ 3757751 w 6088371"/>
              <a:gd name="connsiteY12" fmla="*/ 4293440 h 5031686"/>
              <a:gd name="connsiteX13" fmla="*/ 4107035 w 6088371"/>
              <a:gd name="connsiteY13" fmla="*/ 5015282 h 5031686"/>
              <a:gd name="connsiteX14" fmla="*/ 4517080 w 6088371"/>
              <a:gd name="connsiteY14" fmla="*/ 3754123 h 5031686"/>
              <a:gd name="connsiteX15" fmla="*/ 5043848 w 6088371"/>
              <a:gd name="connsiteY15" fmla="*/ 3015770 h 5031686"/>
              <a:gd name="connsiteX16" fmla="*/ 5424282 w 6088371"/>
              <a:gd name="connsiteY16" fmla="*/ 2590140 h 5031686"/>
              <a:gd name="connsiteX17" fmla="*/ 5682195 w 6088371"/>
              <a:gd name="connsiteY17" fmla="*/ 2507461 h 5031686"/>
              <a:gd name="connsiteX18" fmla="*/ 5931315 w 6088371"/>
              <a:gd name="connsiteY18" fmla="*/ 2212370 h 5031686"/>
              <a:gd name="connsiteX19" fmla="*/ 6088371 w 6088371"/>
              <a:gd name="connsiteY19" fmla="*/ 1466085 h 5031686"/>
              <a:gd name="connsiteX0" fmla="*/ 48988 w 6088371"/>
              <a:gd name="connsiteY0" fmla="*/ 0 h 5031686"/>
              <a:gd name="connsiteX1" fmla="*/ 14908 w 6088371"/>
              <a:gd name="connsiteY1" fmla="*/ 736143 h 5031686"/>
              <a:gd name="connsiteX2" fmla="*/ 327403 w 6088371"/>
              <a:gd name="connsiteY2" fmla="*/ 1253339 h 5031686"/>
              <a:gd name="connsiteX3" fmla="*/ 982739 w 6088371"/>
              <a:gd name="connsiteY3" fmla="*/ 1834732 h 5031686"/>
              <a:gd name="connsiteX4" fmla="*/ 1289044 w 6088371"/>
              <a:gd name="connsiteY4" fmla="*/ 1985989 h 5031686"/>
              <a:gd name="connsiteX5" fmla="*/ 1620836 w 6088371"/>
              <a:gd name="connsiteY5" fmla="*/ 2013576 h 5031686"/>
              <a:gd name="connsiteX6" fmla="*/ 1840134 w 6088371"/>
              <a:gd name="connsiteY6" fmla="*/ 2119553 h 5031686"/>
              <a:gd name="connsiteX7" fmla="*/ 1857641 w 6088371"/>
              <a:gd name="connsiteY7" fmla="*/ 2924392 h 5031686"/>
              <a:gd name="connsiteX8" fmla="*/ 2178029 w 6088371"/>
              <a:gd name="connsiteY8" fmla="*/ 2946708 h 5031686"/>
              <a:gd name="connsiteX9" fmla="*/ 2384954 w 6088371"/>
              <a:gd name="connsiteY9" fmla="*/ 3192143 h 5031686"/>
              <a:gd name="connsiteX10" fmla="*/ 2911950 w 6088371"/>
              <a:gd name="connsiteY10" fmla="*/ 3064093 h 5031686"/>
              <a:gd name="connsiteX11" fmla="*/ 3379514 w 6088371"/>
              <a:gd name="connsiteY11" fmla="*/ 3472783 h 5031686"/>
              <a:gd name="connsiteX12" fmla="*/ 3757751 w 6088371"/>
              <a:gd name="connsiteY12" fmla="*/ 4293440 h 5031686"/>
              <a:gd name="connsiteX13" fmla="*/ 4107035 w 6088371"/>
              <a:gd name="connsiteY13" fmla="*/ 5015282 h 5031686"/>
              <a:gd name="connsiteX14" fmla="*/ 4517080 w 6088371"/>
              <a:gd name="connsiteY14" fmla="*/ 3754123 h 5031686"/>
              <a:gd name="connsiteX15" fmla="*/ 5043848 w 6088371"/>
              <a:gd name="connsiteY15" fmla="*/ 3015770 h 5031686"/>
              <a:gd name="connsiteX16" fmla="*/ 5424282 w 6088371"/>
              <a:gd name="connsiteY16" fmla="*/ 2590140 h 5031686"/>
              <a:gd name="connsiteX17" fmla="*/ 5682195 w 6088371"/>
              <a:gd name="connsiteY17" fmla="*/ 2507461 h 5031686"/>
              <a:gd name="connsiteX18" fmla="*/ 5931315 w 6088371"/>
              <a:gd name="connsiteY18" fmla="*/ 2212370 h 5031686"/>
              <a:gd name="connsiteX19" fmla="*/ 6088371 w 6088371"/>
              <a:gd name="connsiteY19" fmla="*/ 1466085 h 5031686"/>
              <a:gd name="connsiteX0" fmla="*/ 48988 w 6088371"/>
              <a:gd name="connsiteY0" fmla="*/ 0 h 5031686"/>
              <a:gd name="connsiteX1" fmla="*/ 14908 w 6088371"/>
              <a:gd name="connsiteY1" fmla="*/ 736143 h 5031686"/>
              <a:gd name="connsiteX2" fmla="*/ 327403 w 6088371"/>
              <a:gd name="connsiteY2" fmla="*/ 1253339 h 5031686"/>
              <a:gd name="connsiteX3" fmla="*/ 982739 w 6088371"/>
              <a:gd name="connsiteY3" fmla="*/ 1834732 h 5031686"/>
              <a:gd name="connsiteX4" fmla="*/ 1289044 w 6088371"/>
              <a:gd name="connsiteY4" fmla="*/ 1985989 h 5031686"/>
              <a:gd name="connsiteX5" fmla="*/ 1620836 w 6088371"/>
              <a:gd name="connsiteY5" fmla="*/ 2013576 h 5031686"/>
              <a:gd name="connsiteX6" fmla="*/ 1840134 w 6088371"/>
              <a:gd name="connsiteY6" fmla="*/ 2119553 h 5031686"/>
              <a:gd name="connsiteX7" fmla="*/ 1857641 w 6088371"/>
              <a:gd name="connsiteY7" fmla="*/ 2924392 h 5031686"/>
              <a:gd name="connsiteX8" fmla="*/ 2178029 w 6088371"/>
              <a:gd name="connsiteY8" fmla="*/ 2946708 h 5031686"/>
              <a:gd name="connsiteX9" fmla="*/ 2384954 w 6088371"/>
              <a:gd name="connsiteY9" fmla="*/ 3192143 h 5031686"/>
              <a:gd name="connsiteX10" fmla="*/ 2911950 w 6088371"/>
              <a:gd name="connsiteY10" fmla="*/ 3064093 h 5031686"/>
              <a:gd name="connsiteX11" fmla="*/ 3379514 w 6088371"/>
              <a:gd name="connsiteY11" fmla="*/ 3472783 h 5031686"/>
              <a:gd name="connsiteX12" fmla="*/ 3757751 w 6088371"/>
              <a:gd name="connsiteY12" fmla="*/ 4293440 h 5031686"/>
              <a:gd name="connsiteX13" fmla="*/ 4107035 w 6088371"/>
              <a:gd name="connsiteY13" fmla="*/ 5015282 h 5031686"/>
              <a:gd name="connsiteX14" fmla="*/ 4517080 w 6088371"/>
              <a:gd name="connsiteY14" fmla="*/ 3754123 h 5031686"/>
              <a:gd name="connsiteX15" fmla="*/ 5043848 w 6088371"/>
              <a:gd name="connsiteY15" fmla="*/ 3015770 h 5031686"/>
              <a:gd name="connsiteX16" fmla="*/ 5424282 w 6088371"/>
              <a:gd name="connsiteY16" fmla="*/ 2590140 h 5031686"/>
              <a:gd name="connsiteX17" fmla="*/ 5682195 w 6088371"/>
              <a:gd name="connsiteY17" fmla="*/ 2507461 h 5031686"/>
              <a:gd name="connsiteX18" fmla="*/ 5931315 w 6088371"/>
              <a:gd name="connsiteY18" fmla="*/ 2212370 h 5031686"/>
              <a:gd name="connsiteX19" fmla="*/ 6088371 w 6088371"/>
              <a:gd name="connsiteY19" fmla="*/ 1466085 h 503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88371" h="5031686">
                <a:moveTo>
                  <a:pt x="48988" y="0"/>
                </a:moveTo>
                <a:cubicBezTo>
                  <a:pt x="67121" y="62618"/>
                  <a:pt x="-37664" y="575489"/>
                  <a:pt x="14908" y="736143"/>
                </a:cubicBezTo>
                <a:cubicBezTo>
                  <a:pt x="67480" y="896797"/>
                  <a:pt x="183741" y="1058404"/>
                  <a:pt x="327403" y="1253339"/>
                </a:cubicBezTo>
                <a:cubicBezTo>
                  <a:pt x="471065" y="1448274"/>
                  <a:pt x="858671" y="1553584"/>
                  <a:pt x="982739" y="1834732"/>
                </a:cubicBezTo>
                <a:cubicBezTo>
                  <a:pt x="1106807" y="2115880"/>
                  <a:pt x="1182695" y="1956182"/>
                  <a:pt x="1289044" y="1985989"/>
                </a:cubicBezTo>
                <a:cubicBezTo>
                  <a:pt x="1395394" y="2015796"/>
                  <a:pt x="1528988" y="1991315"/>
                  <a:pt x="1620836" y="2013576"/>
                </a:cubicBezTo>
                <a:cubicBezTo>
                  <a:pt x="1712684" y="2035837"/>
                  <a:pt x="1800667" y="1967750"/>
                  <a:pt x="1840134" y="2119553"/>
                </a:cubicBezTo>
                <a:cubicBezTo>
                  <a:pt x="1879601" y="2271356"/>
                  <a:pt x="1801325" y="2786533"/>
                  <a:pt x="1857641" y="2924392"/>
                </a:cubicBezTo>
                <a:cubicBezTo>
                  <a:pt x="1913957" y="3062251"/>
                  <a:pt x="2076050" y="2917868"/>
                  <a:pt x="2178029" y="2946708"/>
                </a:cubicBezTo>
                <a:cubicBezTo>
                  <a:pt x="2280008" y="2975548"/>
                  <a:pt x="2262634" y="3172579"/>
                  <a:pt x="2384954" y="3192143"/>
                </a:cubicBezTo>
                <a:cubicBezTo>
                  <a:pt x="2507274" y="3211707"/>
                  <a:pt x="2746190" y="3017320"/>
                  <a:pt x="2911950" y="3064093"/>
                </a:cubicBezTo>
                <a:cubicBezTo>
                  <a:pt x="3077710" y="3110866"/>
                  <a:pt x="3238547" y="3267892"/>
                  <a:pt x="3379514" y="3472783"/>
                </a:cubicBezTo>
                <a:cubicBezTo>
                  <a:pt x="3520481" y="3677674"/>
                  <a:pt x="3681791" y="4019535"/>
                  <a:pt x="3757751" y="4293440"/>
                </a:cubicBezTo>
                <a:cubicBezTo>
                  <a:pt x="3903848" y="4820250"/>
                  <a:pt x="3980480" y="5105168"/>
                  <a:pt x="4107035" y="5015282"/>
                </a:cubicBezTo>
                <a:cubicBezTo>
                  <a:pt x="4233590" y="4925396"/>
                  <a:pt x="4360945" y="4087375"/>
                  <a:pt x="4517080" y="3754123"/>
                </a:cubicBezTo>
                <a:cubicBezTo>
                  <a:pt x="4673215" y="3420871"/>
                  <a:pt x="4892648" y="3209767"/>
                  <a:pt x="5043848" y="3015770"/>
                </a:cubicBezTo>
                <a:cubicBezTo>
                  <a:pt x="5195048" y="2821773"/>
                  <a:pt x="5317891" y="2674858"/>
                  <a:pt x="5424282" y="2590140"/>
                </a:cubicBezTo>
                <a:cubicBezTo>
                  <a:pt x="5530673" y="2505422"/>
                  <a:pt x="5597690" y="2570423"/>
                  <a:pt x="5682195" y="2507461"/>
                </a:cubicBezTo>
                <a:cubicBezTo>
                  <a:pt x="5766701" y="2444499"/>
                  <a:pt x="5863619" y="2385933"/>
                  <a:pt x="5931315" y="2212370"/>
                </a:cubicBezTo>
                <a:cubicBezTo>
                  <a:pt x="5999011" y="2038807"/>
                  <a:pt x="6022589" y="1598171"/>
                  <a:pt x="6088371" y="1466085"/>
                </a:cubicBezTo>
              </a:path>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7A220263-D6AA-36FC-ED92-B32DF79A19D7}"/>
              </a:ext>
            </a:extLst>
          </p:cNvPr>
          <p:cNvSpPr/>
          <p:nvPr/>
        </p:nvSpPr>
        <p:spPr>
          <a:xfrm rot="17788110" flipH="1">
            <a:off x="6991303" y="-1030741"/>
            <a:ext cx="2288720" cy="2862101"/>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364154 w 2769685"/>
              <a:gd name="connsiteY3" fmla="*/ 3069406 h 4397864"/>
              <a:gd name="connsiteX4" fmla="*/ 23540 w 2769685"/>
              <a:gd name="connsiteY4" fmla="*/ 2507421 h 4397864"/>
              <a:gd name="connsiteX5" fmla="*/ 65645 w 2769685"/>
              <a:gd name="connsiteY5" fmla="*/ 1879043 h 4397864"/>
              <a:gd name="connsiteX6" fmla="*/ 356818 w 2769685"/>
              <a:gd name="connsiteY6" fmla="*/ 1529166 h 4397864"/>
              <a:gd name="connsiteX7" fmla="*/ 640249 w 2769685"/>
              <a:gd name="connsiteY7" fmla="*/ 1515411 h 4397864"/>
              <a:gd name="connsiteX8" fmla="*/ 972234 w 2769685"/>
              <a:gd name="connsiteY8" fmla="*/ 1644157 h 4397864"/>
              <a:gd name="connsiteX9" fmla="*/ 1486394 w 2769685"/>
              <a:gd name="connsiteY9" fmla="*/ 1675780 h 4397864"/>
              <a:gd name="connsiteX10" fmla="*/ 1816721 w 2769685"/>
              <a:gd name="connsiteY10" fmla="*/ 1552336 h 4397864"/>
              <a:gd name="connsiteX11" fmla="*/ 2269270 w 2769685"/>
              <a:gd name="connsiteY11" fmla="*/ 1583765 h 4397864"/>
              <a:gd name="connsiteX12" fmla="*/ 2483153 w 2769685"/>
              <a:gd name="connsiteY12" fmla="*/ 1428143 h 4397864"/>
              <a:gd name="connsiteX13" fmla="*/ 2715565 w 2769685"/>
              <a:gd name="connsiteY13" fmla="*/ 1038150 h 4397864"/>
              <a:gd name="connsiteX14" fmla="*/ 2769324 w 2769685"/>
              <a:gd name="connsiteY14" fmla="*/ 568410 h 4397864"/>
              <a:gd name="connsiteX15" fmla="*/ 2763030 w 2769685"/>
              <a:gd name="connsiteY15"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466287 w 2769685"/>
              <a:gd name="connsiteY3" fmla="*/ 3537480 h 4397864"/>
              <a:gd name="connsiteX4" fmla="*/ 364154 w 2769685"/>
              <a:gd name="connsiteY4" fmla="*/ 3069406 h 4397864"/>
              <a:gd name="connsiteX5" fmla="*/ 23540 w 2769685"/>
              <a:gd name="connsiteY5" fmla="*/ 2507421 h 4397864"/>
              <a:gd name="connsiteX6" fmla="*/ 65645 w 2769685"/>
              <a:gd name="connsiteY6" fmla="*/ 1879043 h 4397864"/>
              <a:gd name="connsiteX7" fmla="*/ 356818 w 2769685"/>
              <a:gd name="connsiteY7" fmla="*/ 1529166 h 4397864"/>
              <a:gd name="connsiteX8" fmla="*/ 640249 w 2769685"/>
              <a:gd name="connsiteY8" fmla="*/ 1515411 h 4397864"/>
              <a:gd name="connsiteX9" fmla="*/ 972234 w 2769685"/>
              <a:gd name="connsiteY9" fmla="*/ 1644157 h 4397864"/>
              <a:gd name="connsiteX10" fmla="*/ 1486394 w 2769685"/>
              <a:gd name="connsiteY10" fmla="*/ 1675780 h 4397864"/>
              <a:gd name="connsiteX11" fmla="*/ 1816721 w 2769685"/>
              <a:gd name="connsiteY11" fmla="*/ 1552336 h 4397864"/>
              <a:gd name="connsiteX12" fmla="*/ 2269270 w 2769685"/>
              <a:gd name="connsiteY12" fmla="*/ 1583765 h 4397864"/>
              <a:gd name="connsiteX13" fmla="*/ 2483153 w 2769685"/>
              <a:gd name="connsiteY13" fmla="*/ 1428143 h 4397864"/>
              <a:gd name="connsiteX14" fmla="*/ 2715565 w 2769685"/>
              <a:gd name="connsiteY14" fmla="*/ 1038150 h 4397864"/>
              <a:gd name="connsiteX15" fmla="*/ 2769324 w 2769685"/>
              <a:gd name="connsiteY15" fmla="*/ 568410 h 4397864"/>
              <a:gd name="connsiteX16" fmla="*/ 2763030 w 2769685"/>
              <a:gd name="connsiteY16" fmla="*/ 0 h 4397864"/>
              <a:gd name="connsiteX0" fmla="*/ 614601 w 2769685"/>
              <a:gd name="connsiteY0" fmla="*/ 4076200 h 4076200"/>
              <a:gd name="connsiteX1" fmla="*/ 472695 w 2769685"/>
              <a:gd name="connsiteY1" fmla="*/ 3808409 h 4076200"/>
              <a:gd name="connsiteX2" fmla="*/ 466287 w 2769685"/>
              <a:gd name="connsiteY2" fmla="*/ 3537480 h 4076200"/>
              <a:gd name="connsiteX3" fmla="*/ 364154 w 2769685"/>
              <a:gd name="connsiteY3" fmla="*/ 3069406 h 4076200"/>
              <a:gd name="connsiteX4" fmla="*/ 23540 w 2769685"/>
              <a:gd name="connsiteY4" fmla="*/ 2507421 h 4076200"/>
              <a:gd name="connsiteX5" fmla="*/ 65645 w 2769685"/>
              <a:gd name="connsiteY5" fmla="*/ 1879043 h 4076200"/>
              <a:gd name="connsiteX6" fmla="*/ 356818 w 2769685"/>
              <a:gd name="connsiteY6" fmla="*/ 1529166 h 4076200"/>
              <a:gd name="connsiteX7" fmla="*/ 640249 w 2769685"/>
              <a:gd name="connsiteY7" fmla="*/ 1515411 h 4076200"/>
              <a:gd name="connsiteX8" fmla="*/ 972234 w 2769685"/>
              <a:gd name="connsiteY8" fmla="*/ 1644157 h 4076200"/>
              <a:gd name="connsiteX9" fmla="*/ 1486394 w 2769685"/>
              <a:gd name="connsiteY9" fmla="*/ 1675780 h 4076200"/>
              <a:gd name="connsiteX10" fmla="*/ 1816721 w 2769685"/>
              <a:gd name="connsiteY10" fmla="*/ 1552336 h 4076200"/>
              <a:gd name="connsiteX11" fmla="*/ 2269270 w 2769685"/>
              <a:gd name="connsiteY11" fmla="*/ 1583765 h 4076200"/>
              <a:gd name="connsiteX12" fmla="*/ 2483153 w 2769685"/>
              <a:gd name="connsiteY12" fmla="*/ 1428143 h 4076200"/>
              <a:gd name="connsiteX13" fmla="*/ 2715565 w 2769685"/>
              <a:gd name="connsiteY13" fmla="*/ 1038150 h 4076200"/>
              <a:gd name="connsiteX14" fmla="*/ 2769324 w 2769685"/>
              <a:gd name="connsiteY14" fmla="*/ 568410 h 4076200"/>
              <a:gd name="connsiteX15" fmla="*/ 2763030 w 2769685"/>
              <a:gd name="connsiteY15" fmla="*/ 0 h 4076200"/>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990854"/>
              <a:gd name="connsiteY0" fmla="*/ 4040952 h 4040952"/>
              <a:gd name="connsiteX1" fmla="*/ 472695 w 2990854"/>
              <a:gd name="connsiteY1" fmla="*/ 3808409 h 4040952"/>
              <a:gd name="connsiteX2" fmla="*/ 466287 w 2990854"/>
              <a:gd name="connsiteY2" fmla="*/ 3537480 h 4040952"/>
              <a:gd name="connsiteX3" fmla="*/ 364154 w 2990854"/>
              <a:gd name="connsiteY3" fmla="*/ 3069406 h 4040952"/>
              <a:gd name="connsiteX4" fmla="*/ 23540 w 2990854"/>
              <a:gd name="connsiteY4" fmla="*/ 2507421 h 4040952"/>
              <a:gd name="connsiteX5" fmla="*/ 65645 w 2990854"/>
              <a:gd name="connsiteY5" fmla="*/ 1879043 h 4040952"/>
              <a:gd name="connsiteX6" fmla="*/ 356818 w 2990854"/>
              <a:gd name="connsiteY6" fmla="*/ 1529166 h 4040952"/>
              <a:gd name="connsiteX7" fmla="*/ 640249 w 2990854"/>
              <a:gd name="connsiteY7" fmla="*/ 1515411 h 4040952"/>
              <a:gd name="connsiteX8" fmla="*/ 972234 w 2990854"/>
              <a:gd name="connsiteY8" fmla="*/ 1644157 h 4040952"/>
              <a:gd name="connsiteX9" fmla="*/ 1486394 w 2990854"/>
              <a:gd name="connsiteY9" fmla="*/ 1675780 h 4040952"/>
              <a:gd name="connsiteX10" fmla="*/ 1816721 w 2990854"/>
              <a:gd name="connsiteY10" fmla="*/ 1552336 h 4040952"/>
              <a:gd name="connsiteX11" fmla="*/ 2269270 w 2990854"/>
              <a:gd name="connsiteY11" fmla="*/ 1583765 h 4040952"/>
              <a:gd name="connsiteX12" fmla="*/ 2980366 w 2990854"/>
              <a:gd name="connsiteY12" fmla="*/ 1543486 h 4040952"/>
              <a:gd name="connsiteX13" fmla="*/ 2715565 w 2990854"/>
              <a:gd name="connsiteY13" fmla="*/ 1038150 h 4040952"/>
              <a:gd name="connsiteX14" fmla="*/ 2769324 w 2990854"/>
              <a:gd name="connsiteY14" fmla="*/ 568410 h 4040952"/>
              <a:gd name="connsiteX15" fmla="*/ 2763030 w 2990854"/>
              <a:gd name="connsiteY15" fmla="*/ 0 h 4040952"/>
              <a:gd name="connsiteX0" fmla="*/ 606818 w 2984594"/>
              <a:gd name="connsiteY0" fmla="*/ 4040952 h 4040952"/>
              <a:gd name="connsiteX1" fmla="*/ 472695 w 2984594"/>
              <a:gd name="connsiteY1" fmla="*/ 3808409 h 4040952"/>
              <a:gd name="connsiteX2" fmla="*/ 466287 w 2984594"/>
              <a:gd name="connsiteY2" fmla="*/ 3537480 h 4040952"/>
              <a:gd name="connsiteX3" fmla="*/ 364154 w 2984594"/>
              <a:gd name="connsiteY3" fmla="*/ 3069406 h 4040952"/>
              <a:gd name="connsiteX4" fmla="*/ 23540 w 2984594"/>
              <a:gd name="connsiteY4" fmla="*/ 2507421 h 4040952"/>
              <a:gd name="connsiteX5" fmla="*/ 65645 w 2984594"/>
              <a:gd name="connsiteY5" fmla="*/ 1879043 h 4040952"/>
              <a:gd name="connsiteX6" fmla="*/ 356818 w 2984594"/>
              <a:gd name="connsiteY6" fmla="*/ 1529166 h 4040952"/>
              <a:gd name="connsiteX7" fmla="*/ 640249 w 2984594"/>
              <a:gd name="connsiteY7" fmla="*/ 1515411 h 4040952"/>
              <a:gd name="connsiteX8" fmla="*/ 972234 w 2984594"/>
              <a:gd name="connsiteY8" fmla="*/ 1644157 h 4040952"/>
              <a:gd name="connsiteX9" fmla="*/ 1486394 w 2984594"/>
              <a:gd name="connsiteY9" fmla="*/ 1675780 h 4040952"/>
              <a:gd name="connsiteX10" fmla="*/ 1816721 w 2984594"/>
              <a:gd name="connsiteY10" fmla="*/ 1552336 h 4040952"/>
              <a:gd name="connsiteX11" fmla="*/ 2450942 w 2984594"/>
              <a:gd name="connsiteY11" fmla="*/ 1772033 h 4040952"/>
              <a:gd name="connsiteX12" fmla="*/ 2980366 w 2984594"/>
              <a:gd name="connsiteY12" fmla="*/ 1543486 h 4040952"/>
              <a:gd name="connsiteX13" fmla="*/ 2715565 w 2984594"/>
              <a:gd name="connsiteY13" fmla="*/ 1038150 h 4040952"/>
              <a:gd name="connsiteX14" fmla="*/ 2769324 w 2984594"/>
              <a:gd name="connsiteY14" fmla="*/ 568410 h 4040952"/>
              <a:gd name="connsiteX15" fmla="*/ 2763030 w 2984594"/>
              <a:gd name="connsiteY15" fmla="*/ 0 h 4040952"/>
              <a:gd name="connsiteX0" fmla="*/ 606818 w 2984594"/>
              <a:gd name="connsiteY0" fmla="*/ 4040952 h 4040952"/>
              <a:gd name="connsiteX1" fmla="*/ 472695 w 2984594"/>
              <a:gd name="connsiteY1" fmla="*/ 3808409 h 4040952"/>
              <a:gd name="connsiteX2" fmla="*/ 466287 w 2984594"/>
              <a:gd name="connsiteY2" fmla="*/ 3537480 h 4040952"/>
              <a:gd name="connsiteX3" fmla="*/ 364154 w 2984594"/>
              <a:gd name="connsiteY3" fmla="*/ 3069406 h 4040952"/>
              <a:gd name="connsiteX4" fmla="*/ 23540 w 2984594"/>
              <a:gd name="connsiteY4" fmla="*/ 2507421 h 4040952"/>
              <a:gd name="connsiteX5" fmla="*/ 65645 w 2984594"/>
              <a:gd name="connsiteY5" fmla="*/ 1879043 h 4040952"/>
              <a:gd name="connsiteX6" fmla="*/ 356818 w 2984594"/>
              <a:gd name="connsiteY6" fmla="*/ 1529166 h 4040952"/>
              <a:gd name="connsiteX7" fmla="*/ 640249 w 2984594"/>
              <a:gd name="connsiteY7" fmla="*/ 1515411 h 4040952"/>
              <a:gd name="connsiteX8" fmla="*/ 972234 w 2984594"/>
              <a:gd name="connsiteY8" fmla="*/ 1644157 h 4040952"/>
              <a:gd name="connsiteX9" fmla="*/ 1486394 w 2984594"/>
              <a:gd name="connsiteY9" fmla="*/ 1675780 h 4040952"/>
              <a:gd name="connsiteX10" fmla="*/ 1723417 w 2984594"/>
              <a:gd name="connsiteY10" fmla="*/ 1732915 h 4040952"/>
              <a:gd name="connsiteX11" fmla="*/ 2450942 w 2984594"/>
              <a:gd name="connsiteY11" fmla="*/ 1772033 h 4040952"/>
              <a:gd name="connsiteX12" fmla="*/ 2980366 w 2984594"/>
              <a:gd name="connsiteY12" fmla="*/ 1543486 h 4040952"/>
              <a:gd name="connsiteX13" fmla="*/ 2715565 w 2984594"/>
              <a:gd name="connsiteY13" fmla="*/ 1038150 h 4040952"/>
              <a:gd name="connsiteX14" fmla="*/ 2769324 w 2984594"/>
              <a:gd name="connsiteY14" fmla="*/ 568410 h 4040952"/>
              <a:gd name="connsiteX15" fmla="*/ 2763030 w 2984594"/>
              <a:gd name="connsiteY15" fmla="*/ 0 h 4040952"/>
              <a:gd name="connsiteX0" fmla="*/ 606818 w 3086377"/>
              <a:gd name="connsiteY0" fmla="*/ 4040952 h 4040952"/>
              <a:gd name="connsiteX1" fmla="*/ 472695 w 3086377"/>
              <a:gd name="connsiteY1" fmla="*/ 3808409 h 4040952"/>
              <a:gd name="connsiteX2" fmla="*/ 466287 w 3086377"/>
              <a:gd name="connsiteY2" fmla="*/ 3537480 h 4040952"/>
              <a:gd name="connsiteX3" fmla="*/ 364154 w 3086377"/>
              <a:gd name="connsiteY3" fmla="*/ 3069406 h 4040952"/>
              <a:gd name="connsiteX4" fmla="*/ 23540 w 3086377"/>
              <a:gd name="connsiteY4" fmla="*/ 2507421 h 4040952"/>
              <a:gd name="connsiteX5" fmla="*/ 65645 w 3086377"/>
              <a:gd name="connsiteY5" fmla="*/ 1879043 h 4040952"/>
              <a:gd name="connsiteX6" fmla="*/ 356818 w 3086377"/>
              <a:gd name="connsiteY6" fmla="*/ 1529166 h 4040952"/>
              <a:gd name="connsiteX7" fmla="*/ 640249 w 3086377"/>
              <a:gd name="connsiteY7" fmla="*/ 1515411 h 4040952"/>
              <a:gd name="connsiteX8" fmla="*/ 972234 w 3086377"/>
              <a:gd name="connsiteY8" fmla="*/ 1644157 h 4040952"/>
              <a:gd name="connsiteX9" fmla="*/ 1486394 w 3086377"/>
              <a:gd name="connsiteY9" fmla="*/ 1675780 h 4040952"/>
              <a:gd name="connsiteX10" fmla="*/ 1723417 w 3086377"/>
              <a:gd name="connsiteY10" fmla="*/ 1732915 h 4040952"/>
              <a:gd name="connsiteX11" fmla="*/ 2450942 w 3086377"/>
              <a:gd name="connsiteY11" fmla="*/ 1772033 h 4040952"/>
              <a:gd name="connsiteX12" fmla="*/ 2980366 w 3086377"/>
              <a:gd name="connsiteY12" fmla="*/ 1543486 h 4040952"/>
              <a:gd name="connsiteX13" fmla="*/ 3086290 w 3086377"/>
              <a:gd name="connsiteY13" fmla="*/ 1055378 h 4040952"/>
              <a:gd name="connsiteX14" fmla="*/ 2769324 w 3086377"/>
              <a:gd name="connsiteY14" fmla="*/ 568410 h 4040952"/>
              <a:gd name="connsiteX15" fmla="*/ 2763030 w 3086377"/>
              <a:gd name="connsiteY15" fmla="*/ 0 h 4040952"/>
              <a:gd name="connsiteX0" fmla="*/ 606818 w 3087616"/>
              <a:gd name="connsiteY0" fmla="*/ 4040952 h 4040952"/>
              <a:gd name="connsiteX1" fmla="*/ 472695 w 3087616"/>
              <a:gd name="connsiteY1" fmla="*/ 3808409 h 4040952"/>
              <a:gd name="connsiteX2" fmla="*/ 466287 w 3087616"/>
              <a:gd name="connsiteY2" fmla="*/ 3537480 h 4040952"/>
              <a:gd name="connsiteX3" fmla="*/ 364154 w 3087616"/>
              <a:gd name="connsiteY3" fmla="*/ 3069406 h 4040952"/>
              <a:gd name="connsiteX4" fmla="*/ 23540 w 3087616"/>
              <a:gd name="connsiteY4" fmla="*/ 2507421 h 4040952"/>
              <a:gd name="connsiteX5" fmla="*/ 65645 w 3087616"/>
              <a:gd name="connsiteY5" fmla="*/ 1879043 h 4040952"/>
              <a:gd name="connsiteX6" fmla="*/ 356818 w 3087616"/>
              <a:gd name="connsiteY6" fmla="*/ 1529166 h 4040952"/>
              <a:gd name="connsiteX7" fmla="*/ 640249 w 3087616"/>
              <a:gd name="connsiteY7" fmla="*/ 1515411 h 4040952"/>
              <a:gd name="connsiteX8" fmla="*/ 972234 w 3087616"/>
              <a:gd name="connsiteY8" fmla="*/ 1644157 h 4040952"/>
              <a:gd name="connsiteX9" fmla="*/ 1486394 w 3087616"/>
              <a:gd name="connsiteY9" fmla="*/ 1675780 h 4040952"/>
              <a:gd name="connsiteX10" fmla="*/ 1723417 w 3087616"/>
              <a:gd name="connsiteY10" fmla="*/ 1732915 h 4040952"/>
              <a:gd name="connsiteX11" fmla="*/ 2450942 w 3087616"/>
              <a:gd name="connsiteY11" fmla="*/ 1772033 h 4040952"/>
              <a:gd name="connsiteX12" fmla="*/ 2980366 w 3087616"/>
              <a:gd name="connsiteY12" fmla="*/ 1543486 h 4040952"/>
              <a:gd name="connsiteX13" fmla="*/ 3086290 w 3087616"/>
              <a:gd name="connsiteY13" fmla="*/ 1055378 h 4040952"/>
              <a:gd name="connsiteX14" fmla="*/ 3076608 w 3087616"/>
              <a:gd name="connsiteY14" fmla="*/ 443938 h 4040952"/>
              <a:gd name="connsiteX15" fmla="*/ 2763030 w 3087616"/>
              <a:gd name="connsiteY15" fmla="*/ 0 h 4040952"/>
              <a:gd name="connsiteX0" fmla="*/ 606818 w 3087616"/>
              <a:gd name="connsiteY0" fmla="*/ 4200099 h 4200099"/>
              <a:gd name="connsiteX1" fmla="*/ 472695 w 3087616"/>
              <a:gd name="connsiteY1" fmla="*/ 3967556 h 4200099"/>
              <a:gd name="connsiteX2" fmla="*/ 466287 w 3087616"/>
              <a:gd name="connsiteY2" fmla="*/ 3696627 h 4200099"/>
              <a:gd name="connsiteX3" fmla="*/ 364154 w 3087616"/>
              <a:gd name="connsiteY3" fmla="*/ 3228553 h 4200099"/>
              <a:gd name="connsiteX4" fmla="*/ 23540 w 3087616"/>
              <a:gd name="connsiteY4" fmla="*/ 2666568 h 4200099"/>
              <a:gd name="connsiteX5" fmla="*/ 65645 w 3087616"/>
              <a:gd name="connsiteY5" fmla="*/ 2038190 h 4200099"/>
              <a:gd name="connsiteX6" fmla="*/ 356818 w 3087616"/>
              <a:gd name="connsiteY6" fmla="*/ 1688313 h 4200099"/>
              <a:gd name="connsiteX7" fmla="*/ 640249 w 3087616"/>
              <a:gd name="connsiteY7" fmla="*/ 1674558 h 4200099"/>
              <a:gd name="connsiteX8" fmla="*/ 972234 w 3087616"/>
              <a:gd name="connsiteY8" fmla="*/ 1803304 h 4200099"/>
              <a:gd name="connsiteX9" fmla="*/ 1486394 w 3087616"/>
              <a:gd name="connsiteY9" fmla="*/ 1834927 h 4200099"/>
              <a:gd name="connsiteX10" fmla="*/ 1723417 w 3087616"/>
              <a:gd name="connsiteY10" fmla="*/ 1892062 h 4200099"/>
              <a:gd name="connsiteX11" fmla="*/ 2450942 w 3087616"/>
              <a:gd name="connsiteY11" fmla="*/ 1931180 h 4200099"/>
              <a:gd name="connsiteX12" fmla="*/ 2980366 w 3087616"/>
              <a:gd name="connsiteY12" fmla="*/ 1702633 h 4200099"/>
              <a:gd name="connsiteX13" fmla="*/ 3086290 w 3087616"/>
              <a:gd name="connsiteY13" fmla="*/ 1214525 h 4200099"/>
              <a:gd name="connsiteX14" fmla="*/ 3076608 w 3087616"/>
              <a:gd name="connsiteY14" fmla="*/ 603085 h 4200099"/>
              <a:gd name="connsiteX15" fmla="*/ 2491803 w 3087616"/>
              <a:gd name="connsiteY15" fmla="*/ 0 h 4200099"/>
              <a:gd name="connsiteX0" fmla="*/ 606818 w 3087616"/>
              <a:gd name="connsiteY0" fmla="*/ 4200099 h 4200099"/>
              <a:gd name="connsiteX1" fmla="*/ 472695 w 3087616"/>
              <a:gd name="connsiteY1" fmla="*/ 3967556 h 4200099"/>
              <a:gd name="connsiteX2" fmla="*/ 466287 w 3087616"/>
              <a:gd name="connsiteY2" fmla="*/ 3696627 h 4200099"/>
              <a:gd name="connsiteX3" fmla="*/ 364154 w 3087616"/>
              <a:gd name="connsiteY3" fmla="*/ 3228553 h 4200099"/>
              <a:gd name="connsiteX4" fmla="*/ 23540 w 3087616"/>
              <a:gd name="connsiteY4" fmla="*/ 2666568 h 4200099"/>
              <a:gd name="connsiteX5" fmla="*/ 65645 w 3087616"/>
              <a:gd name="connsiteY5" fmla="*/ 2038190 h 4200099"/>
              <a:gd name="connsiteX6" fmla="*/ 356818 w 3087616"/>
              <a:gd name="connsiteY6" fmla="*/ 1688313 h 4200099"/>
              <a:gd name="connsiteX7" fmla="*/ 640249 w 3087616"/>
              <a:gd name="connsiteY7" fmla="*/ 1674558 h 4200099"/>
              <a:gd name="connsiteX8" fmla="*/ 972234 w 3087616"/>
              <a:gd name="connsiteY8" fmla="*/ 1803304 h 4200099"/>
              <a:gd name="connsiteX9" fmla="*/ 1486394 w 3087616"/>
              <a:gd name="connsiteY9" fmla="*/ 1834927 h 4200099"/>
              <a:gd name="connsiteX10" fmla="*/ 1723417 w 3087616"/>
              <a:gd name="connsiteY10" fmla="*/ 1892062 h 4200099"/>
              <a:gd name="connsiteX11" fmla="*/ 2450942 w 3087616"/>
              <a:gd name="connsiteY11" fmla="*/ 1931180 h 4200099"/>
              <a:gd name="connsiteX12" fmla="*/ 2980366 w 3087616"/>
              <a:gd name="connsiteY12" fmla="*/ 1702633 h 4200099"/>
              <a:gd name="connsiteX13" fmla="*/ 3086290 w 3087616"/>
              <a:gd name="connsiteY13" fmla="*/ 1214525 h 4200099"/>
              <a:gd name="connsiteX14" fmla="*/ 3076608 w 3087616"/>
              <a:gd name="connsiteY14" fmla="*/ 603085 h 4200099"/>
              <a:gd name="connsiteX15" fmla="*/ 2491803 w 3087616"/>
              <a:gd name="connsiteY15" fmla="*/ 0 h 4200099"/>
              <a:gd name="connsiteX0" fmla="*/ 606818 w 3086748"/>
              <a:gd name="connsiteY0" fmla="*/ 4200099 h 4200099"/>
              <a:gd name="connsiteX1" fmla="*/ 472695 w 3086748"/>
              <a:gd name="connsiteY1" fmla="*/ 3967556 h 4200099"/>
              <a:gd name="connsiteX2" fmla="*/ 466287 w 3086748"/>
              <a:gd name="connsiteY2" fmla="*/ 3696627 h 4200099"/>
              <a:gd name="connsiteX3" fmla="*/ 364154 w 3086748"/>
              <a:gd name="connsiteY3" fmla="*/ 3228553 h 4200099"/>
              <a:gd name="connsiteX4" fmla="*/ 23540 w 3086748"/>
              <a:gd name="connsiteY4" fmla="*/ 2666568 h 4200099"/>
              <a:gd name="connsiteX5" fmla="*/ 65645 w 3086748"/>
              <a:gd name="connsiteY5" fmla="*/ 2038190 h 4200099"/>
              <a:gd name="connsiteX6" fmla="*/ 356818 w 3086748"/>
              <a:gd name="connsiteY6" fmla="*/ 1688313 h 4200099"/>
              <a:gd name="connsiteX7" fmla="*/ 640249 w 3086748"/>
              <a:gd name="connsiteY7" fmla="*/ 1674558 h 4200099"/>
              <a:gd name="connsiteX8" fmla="*/ 972234 w 3086748"/>
              <a:gd name="connsiteY8" fmla="*/ 1803304 h 4200099"/>
              <a:gd name="connsiteX9" fmla="*/ 1486394 w 3086748"/>
              <a:gd name="connsiteY9" fmla="*/ 1834927 h 4200099"/>
              <a:gd name="connsiteX10" fmla="*/ 1723417 w 3086748"/>
              <a:gd name="connsiteY10" fmla="*/ 1892062 h 4200099"/>
              <a:gd name="connsiteX11" fmla="*/ 2450942 w 3086748"/>
              <a:gd name="connsiteY11" fmla="*/ 1931180 h 4200099"/>
              <a:gd name="connsiteX12" fmla="*/ 2980366 w 3086748"/>
              <a:gd name="connsiteY12" fmla="*/ 1702633 h 4200099"/>
              <a:gd name="connsiteX13" fmla="*/ 3086290 w 3086748"/>
              <a:gd name="connsiteY13" fmla="*/ 1214525 h 4200099"/>
              <a:gd name="connsiteX14" fmla="*/ 3035667 w 3086748"/>
              <a:gd name="connsiteY14" fmla="*/ 506467 h 4200099"/>
              <a:gd name="connsiteX15" fmla="*/ 2491803 w 3086748"/>
              <a:gd name="connsiteY15" fmla="*/ 0 h 4200099"/>
              <a:gd name="connsiteX0" fmla="*/ 606818 w 3086748"/>
              <a:gd name="connsiteY0" fmla="*/ 4200099 h 4200099"/>
              <a:gd name="connsiteX1" fmla="*/ 472695 w 3086748"/>
              <a:gd name="connsiteY1" fmla="*/ 3967556 h 4200099"/>
              <a:gd name="connsiteX2" fmla="*/ 466287 w 3086748"/>
              <a:gd name="connsiteY2" fmla="*/ 3696627 h 4200099"/>
              <a:gd name="connsiteX3" fmla="*/ 364154 w 3086748"/>
              <a:gd name="connsiteY3" fmla="*/ 3228553 h 4200099"/>
              <a:gd name="connsiteX4" fmla="*/ 23540 w 3086748"/>
              <a:gd name="connsiteY4" fmla="*/ 2666568 h 4200099"/>
              <a:gd name="connsiteX5" fmla="*/ 65645 w 3086748"/>
              <a:gd name="connsiteY5" fmla="*/ 2038190 h 4200099"/>
              <a:gd name="connsiteX6" fmla="*/ 356818 w 3086748"/>
              <a:gd name="connsiteY6" fmla="*/ 1688313 h 4200099"/>
              <a:gd name="connsiteX7" fmla="*/ 640249 w 3086748"/>
              <a:gd name="connsiteY7" fmla="*/ 1674558 h 4200099"/>
              <a:gd name="connsiteX8" fmla="*/ 1261834 w 3086748"/>
              <a:gd name="connsiteY8" fmla="*/ 1981762 h 4200099"/>
              <a:gd name="connsiteX9" fmla="*/ 1486394 w 3086748"/>
              <a:gd name="connsiteY9" fmla="*/ 1834927 h 4200099"/>
              <a:gd name="connsiteX10" fmla="*/ 1723417 w 3086748"/>
              <a:gd name="connsiteY10" fmla="*/ 1892062 h 4200099"/>
              <a:gd name="connsiteX11" fmla="*/ 2450942 w 3086748"/>
              <a:gd name="connsiteY11" fmla="*/ 1931180 h 4200099"/>
              <a:gd name="connsiteX12" fmla="*/ 2980366 w 3086748"/>
              <a:gd name="connsiteY12" fmla="*/ 1702633 h 4200099"/>
              <a:gd name="connsiteX13" fmla="*/ 3086290 w 3086748"/>
              <a:gd name="connsiteY13" fmla="*/ 1214525 h 4200099"/>
              <a:gd name="connsiteX14" fmla="*/ 3035667 w 3086748"/>
              <a:gd name="connsiteY14" fmla="*/ 506467 h 4200099"/>
              <a:gd name="connsiteX15" fmla="*/ 2491803 w 3086748"/>
              <a:gd name="connsiteY15" fmla="*/ 0 h 4200099"/>
              <a:gd name="connsiteX0" fmla="*/ 606818 w 3086748"/>
              <a:gd name="connsiteY0" fmla="*/ 4200099 h 4200099"/>
              <a:gd name="connsiteX1" fmla="*/ 472695 w 3086748"/>
              <a:gd name="connsiteY1" fmla="*/ 3967556 h 4200099"/>
              <a:gd name="connsiteX2" fmla="*/ 466287 w 3086748"/>
              <a:gd name="connsiteY2" fmla="*/ 3696627 h 4200099"/>
              <a:gd name="connsiteX3" fmla="*/ 364154 w 3086748"/>
              <a:gd name="connsiteY3" fmla="*/ 3228553 h 4200099"/>
              <a:gd name="connsiteX4" fmla="*/ 23540 w 3086748"/>
              <a:gd name="connsiteY4" fmla="*/ 2666568 h 4200099"/>
              <a:gd name="connsiteX5" fmla="*/ 65645 w 3086748"/>
              <a:gd name="connsiteY5" fmla="*/ 2038190 h 4200099"/>
              <a:gd name="connsiteX6" fmla="*/ 356818 w 3086748"/>
              <a:gd name="connsiteY6" fmla="*/ 1688313 h 4200099"/>
              <a:gd name="connsiteX7" fmla="*/ 640249 w 3086748"/>
              <a:gd name="connsiteY7" fmla="*/ 1674558 h 4200099"/>
              <a:gd name="connsiteX8" fmla="*/ 1261834 w 3086748"/>
              <a:gd name="connsiteY8" fmla="*/ 1981762 h 4200099"/>
              <a:gd name="connsiteX9" fmla="*/ 1486394 w 3086748"/>
              <a:gd name="connsiteY9" fmla="*/ 1834927 h 4200099"/>
              <a:gd name="connsiteX10" fmla="*/ 1723417 w 3086748"/>
              <a:gd name="connsiteY10" fmla="*/ 1892062 h 4200099"/>
              <a:gd name="connsiteX11" fmla="*/ 2184615 w 3086748"/>
              <a:gd name="connsiteY11" fmla="*/ 1867844 h 4200099"/>
              <a:gd name="connsiteX12" fmla="*/ 2450942 w 3086748"/>
              <a:gd name="connsiteY12" fmla="*/ 1931180 h 4200099"/>
              <a:gd name="connsiteX13" fmla="*/ 2980366 w 3086748"/>
              <a:gd name="connsiteY13" fmla="*/ 1702633 h 4200099"/>
              <a:gd name="connsiteX14" fmla="*/ 3086290 w 3086748"/>
              <a:gd name="connsiteY14" fmla="*/ 1214525 h 4200099"/>
              <a:gd name="connsiteX15" fmla="*/ 3035667 w 3086748"/>
              <a:gd name="connsiteY15" fmla="*/ 506467 h 4200099"/>
              <a:gd name="connsiteX16" fmla="*/ 2491803 w 3086748"/>
              <a:gd name="connsiteY16" fmla="*/ 0 h 4200099"/>
              <a:gd name="connsiteX0" fmla="*/ 606818 w 3086748"/>
              <a:gd name="connsiteY0" fmla="*/ 4200099 h 4200099"/>
              <a:gd name="connsiteX1" fmla="*/ 472695 w 3086748"/>
              <a:gd name="connsiteY1" fmla="*/ 3967556 h 4200099"/>
              <a:gd name="connsiteX2" fmla="*/ 466287 w 3086748"/>
              <a:gd name="connsiteY2" fmla="*/ 3696627 h 4200099"/>
              <a:gd name="connsiteX3" fmla="*/ 364154 w 3086748"/>
              <a:gd name="connsiteY3" fmla="*/ 3228553 h 4200099"/>
              <a:gd name="connsiteX4" fmla="*/ 23540 w 3086748"/>
              <a:gd name="connsiteY4" fmla="*/ 2666568 h 4200099"/>
              <a:gd name="connsiteX5" fmla="*/ 65645 w 3086748"/>
              <a:gd name="connsiteY5" fmla="*/ 2038190 h 4200099"/>
              <a:gd name="connsiteX6" fmla="*/ 356818 w 3086748"/>
              <a:gd name="connsiteY6" fmla="*/ 1688313 h 4200099"/>
              <a:gd name="connsiteX7" fmla="*/ 640249 w 3086748"/>
              <a:gd name="connsiteY7" fmla="*/ 1674558 h 4200099"/>
              <a:gd name="connsiteX8" fmla="*/ 1261834 w 3086748"/>
              <a:gd name="connsiteY8" fmla="*/ 1981762 h 4200099"/>
              <a:gd name="connsiteX9" fmla="*/ 1486394 w 3086748"/>
              <a:gd name="connsiteY9" fmla="*/ 1834927 h 4200099"/>
              <a:gd name="connsiteX10" fmla="*/ 1723417 w 3086748"/>
              <a:gd name="connsiteY10" fmla="*/ 1892062 h 4200099"/>
              <a:gd name="connsiteX11" fmla="*/ 2184615 w 3086748"/>
              <a:gd name="connsiteY11" fmla="*/ 1867844 h 4200099"/>
              <a:gd name="connsiteX12" fmla="*/ 2450942 w 3086748"/>
              <a:gd name="connsiteY12" fmla="*/ 1931180 h 4200099"/>
              <a:gd name="connsiteX13" fmla="*/ 2622634 w 3086748"/>
              <a:gd name="connsiteY13" fmla="*/ 1977288 h 4200099"/>
              <a:gd name="connsiteX14" fmla="*/ 2980366 w 3086748"/>
              <a:gd name="connsiteY14" fmla="*/ 1702633 h 4200099"/>
              <a:gd name="connsiteX15" fmla="*/ 3086290 w 3086748"/>
              <a:gd name="connsiteY15" fmla="*/ 1214525 h 4200099"/>
              <a:gd name="connsiteX16" fmla="*/ 3035667 w 3086748"/>
              <a:gd name="connsiteY16" fmla="*/ 506467 h 4200099"/>
              <a:gd name="connsiteX17" fmla="*/ 2491803 w 3086748"/>
              <a:gd name="connsiteY17" fmla="*/ 0 h 4200099"/>
              <a:gd name="connsiteX0" fmla="*/ 606818 w 3086748"/>
              <a:gd name="connsiteY0" fmla="*/ 4200099 h 4200099"/>
              <a:gd name="connsiteX1" fmla="*/ 472695 w 3086748"/>
              <a:gd name="connsiteY1" fmla="*/ 3967556 h 4200099"/>
              <a:gd name="connsiteX2" fmla="*/ 466287 w 3086748"/>
              <a:gd name="connsiteY2" fmla="*/ 3696627 h 4200099"/>
              <a:gd name="connsiteX3" fmla="*/ 364154 w 3086748"/>
              <a:gd name="connsiteY3" fmla="*/ 3228553 h 4200099"/>
              <a:gd name="connsiteX4" fmla="*/ 23540 w 3086748"/>
              <a:gd name="connsiteY4" fmla="*/ 2666568 h 4200099"/>
              <a:gd name="connsiteX5" fmla="*/ 65645 w 3086748"/>
              <a:gd name="connsiteY5" fmla="*/ 2038190 h 4200099"/>
              <a:gd name="connsiteX6" fmla="*/ 356818 w 3086748"/>
              <a:gd name="connsiteY6" fmla="*/ 1688313 h 4200099"/>
              <a:gd name="connsiteX7" fmla="*/ 640249 w 3086748"/>
              <a:gd name="connsiteY7" fmla="*/ 1674558 h 4200099"/>
              <a:gd name="connsiteX8" fmla="*/ 1261834 w 3086748"/>
              <a:gd name="connsiteY8" fmla="*/ 1981762 h 4200099"/>
              <a:gd name="connsiteX9" fmla="*/ 1486394 w 3086748"/>
              <a:gd name="connsiteY9" fmla="*/ 1834927 h 4200099"/>
              <a:gd name="connsiteX10" fmla="*/ 1723417 w 3086748"/>
              <a:gd name="connsiteY10" fmla="*/ 1892062 h 4200099"/>
              <a:gd name="connsiteX11" fmla="*/ 2184615 w 3086748"/>
              <a:gd name="connsiteY11" fmla="*/ 1867844 h 4200099"/>
              <a:gd name="connsiteX12" fmla="*/ 2450942 w 3086748"/>
              <a:gd name="connsiteY12" fmla="*/ 1931180 h 4200099"/>
              <a:gd name="connsiteX13" fmla="*/ 2622634 w 3086748"/>
              <a:gd name="connsiteY13" fmla="*/ 1977288 h 4200099"/>
              <a:gd name="connsiteX14" fmla="*/ 3055542 w 3086748"/>
              <a:gd name="connsiteY14" fmla="*/ 1827903 h 4200099"/>
              <a:gd name="connsiteX15" fmla="*/ 2980366 w 3086748"/>
              <a:gd name="connsiteY15" fmla="*/ 1702633 h 4200099"/>
              <a:gd name="connsiteX16" fmla="*/ 3086290 w 3086748"/>
              <a:gd name="connsiteY16" fmla="*/ 1214525 h 4200099"/>
              <a:gd name="connsiteX17" fmla="*/ 3035667 w 3086748"/>
              <a:gd name="connsiteY17" fmla="*/ 506467 h 4200099"/>
              <a:gd name="connsiteX18" fmla="*/ 2491803 w 3086748"/>
              <a:gd name="connsiteY18" fmla="*/ 0 h 4200099"/>
              <a:gd name="connsiteX0" fmla="*/ 606818 w 3099424"/>
              <a:gd name="connsiteY0" fmla="*/ 4200099 h 4200099"/>
              <a:gd name="connsiteX1" fmla="*/ 472695 w 3099424"/>
              <a:gd name="connsiteY1" fmla="*/ 3967556 h 4200099"/>
              <a:gd name="connsiteX2" fmla="*/ 466287 w 3099424"/>
              <a:gd name="connsiteY2" fmla="*/ 3696627 h 4200099"/>
              <a:gd name="connsiteX3" fmla="*/ 364154 w 3099424"/>
              <a:gd name="connsiteY3" fmla="*/ 3228553 h 4200099"/>
              <a:gd name="connsiteX4" fmla="*/ 23540 w 3099424"/>
              <a:gd name="connsiteY4" fmla="*/ 2666568 h 4200099"/>
              <a:gd name="connsiteX5" fmla="*/ 65645 w 3099424"/>
              <a:gd name="connsiteY5" fmla="*/ 2038190 h 4200099"/>
              <a:gd name="connsiteX6" fmla="*/ 356818 w 3099424"/>
              <a:gd name="connsiteY6" fmla="*/ 1688313 h 4200099"/>
              <a:gd name="connsiteX7" fmla="*/ 640249 w 3099424"/>
              <a:gd name="connsiteY7" fmla="*/ 1674558 h 4200099"/>
              <a:gd name="connsiteX8" fmla="*/ 1261834 w 3099424"/>
              <a:gd name="connsiteY8" fmla="*/ 1981762 h 4200099"/>
              <a:gd name="connsiteX9" fmla="*/ 1486394 w 3099424"/>
              <a:gd name="connsiteY9" fmla="*/ 1834927 h 4200099"/>
              <a:gd name="connsiteX10" fmla="*/ 1723417 w 3099424"/>
              <a:gd name="connsiteY10" fmla="*/ 1892062 h 4200099"/>
              <a:gd name="connsiteX11" fmla="*/ 2184615 w 3099424"/>
              <a:gd name="connsiteY11" fmla="*/ 1867844 h 4200099"/>
              <a:gd name="connsiteX12" fmla="*/ 2450942 w 3099424"/>
              <a:gd name="connsiteY12" fmla="*/ 1931180 h 4200099"/>
              <a:gd name="connsiteX13" fmla="*/ 2622634 w 3099424"/>
              <a:gd name="connsiteY13" fmla="*/ 1977288 h 4200099"/>
              <a:gd name="connsiteX14" fmla="*/ 3055542 w 3099424"/>
              <a:gd name="connsiteY14" fmla="*/ 1827903 h 4200099"/>
              <a:gd name="connsiteX15" fmla="*/ 3098706 w 3099424"/>
              <a:gd name="connsiteY15" fmla="*/ 1596056 h 4200099"/>
              <a:gd name="connsiteX16" fmla="*/ 3086290 w 3099424"/>
              <a:gd name="connsiteY16" fmla="*/ 1214525 h 4200099"/>
              <a:gd name="connsiteX17" fmla="*/ 3035667 w 3099424"/>
              <a:gd name="connsiteY17" fmla="*/ 506467 h 4200099"/>
              <a:gd name="connsiteX18" fmla="*/ 2491803 w 3099424"/>
              <a:gd name="connsiteY18" fmla="*/ 0 h 4200099"/>
              <a:gd name="connsiteX0" fmla="*/ 606818 w 3290912"/>
              <a:gd name="connsiteY0" fmla="*/ 4200099 h 4200099"/>
              <a:gd name="connsiteX1" fmla="*/ 472695 w 3290912"/>
              <a:gd name="connsiteY1" fmla="*/ 3967556 h 4200099"/>
              <a:gd name="connsiteX2" fmla="*/ 466287 w 3290912"/>
              <a:gd name="connsiteY2" fmla="*/ 3696627 h 4200099"/>
              <a:gd name="connsiteX3" fmla="*/ 364154 w 3290912"/>
              <a:gd name="connsiteY3" fmla="*/ 3228553 h 4200099"/>
              <a:gd name="connsiteX4" fmla="*/ 23540 w 3290912"/>
              <a:gd name="connsiteY4" fmla="*/ 2666568 h 4200099"/>
              <a:gd name="connsiteX5" fmla="*/ 65645 w 3290912"/>
              <a:gd name="connsiteY5" fmla="*/ 2038190 h 4200099"/>
              <a:gd name="connsiteX6" fmla="*/ 356818 w 3290912"/>
              <a:gd name="connsiteY6" fmla="*/ 1688313 h 4200099"/>
              <a:gd name="connsiteX7" fmla="*/ 640249 w 3290912"/>
              <a:gd name="connsiteY7" fmla="*/ 1674558 h 4200099"/>
              <a:gd name="connsiteX8" fmla="*/ 1261834 w 3290912"/>
              <a:gd name="connsiteY8" fmla="*/ 1981762 h 4200099"/>
              <a:gd name="connsiteX9" fmla="*/ 1486394 w 3290912"/>
              <a:gd name="connsiteY9" fmla="*/ 1834927 h 4200099"/>
              <a:gd name="connsiteX10" fmla="*/ 1723417 w 3290912"/>
              <a:gd name="connsiteY10" fmla="*/ 1892062 h 4200099"/>
              <a:gd name="connsiteX11" fmla="*/ 2184615 w 3290912"/>
              <a:gd name="connsiteY11" fmla="*/ 1867844 h 4200099"/>
              <a:gd name="connsiteX12" fmla="*/ 2450942 w 3290912"/>
              <a:gd name="connsiteY12" fmla="*/ 1931180 h 4200099"/>
              <a:gd name="connsiteX13" fmla="*/ 2622634 w 3290912"/>
              <a:gd name="connsiteY13" fmla="*/ 1977288 h 4200099"/>
              <a:gd name="connsiteX14" fmla="*/ 3055542 w 3290912"/>
              <a:gd name="connsiteY14" fmla="*/ 1827903 h 4200099"/>
              <a:gd name="connsiteX15" fmla="*/ 3098706 w 3290912"/>
              <a:gd name="connsiteY15" fmla="*/ 1596056 h 4200099"/>
              <a:gd name="connsiteX16" fmla="*/ 3086290 w 3290912"/>
              <a:gd name="connsiteY16" fmla="*/ 1214525 h 4200099"/>
              <a:gd name="connsiteX17" fmla="*/ 3290675 w 3290912"/>
              <a:gd name="connsiteY17" fmla="*/ 888749 h 4200099"/>
              <a:gd name="connsiteX18" fmla="*/ 3035667 w 3290912"/>
              <a:gd name="connsiteY18" fmla="*/ 506467 h 4200099"/>
              <a:gd name="connsiteX19" fmla="*/ 2491803 w 3290912"/>
              <a:gd name="connsiteY19" fmla="*/ 0 h 4200099"/>
              <a:gd name="connsiteX0" fmla="*/ 606818 w 3290912"/>
              <a:gd name="connsiteY0" fmla="*/ 4200099 h 4200099"/>
              <a:gd name="connsiteX1" fmla="*/ 472695 w 3290912"/>
              <a:gd name="connsiteY1" fmla="*/ 3967556 h 4200099"/>
              <a:gd name="connsiteX2" fmla="*/ 466287 w 3290912"/>
              <a:gd name="connsiteY2" fmla="*/ 3696627 h 4200099"/>
              <a:gd name="connsiteX3" fmla="*/ 364154 w 3290912"/>
              <a:gd name="connsiteY3" fmla="*/ 3228553 h 4200099"/>
              <a:gd name="connsiteX4" fmla="*/ 23540 w 3290912"/>
              <a:gd name="connsiteY4" fmla="*/ 2666568 h 4200099"/>
              <a:gd name="connsiteX5" fmla="*/ 65645 w 3290912"/>
              <a:gd name="connsiteY5" fmla="*/ 2038190 h 4200099"/>
              <a:gd name="connsiteX6" fmla="*/ 356818 w 3290912"/>
              <a:gd name="connsiteY6" fmla="*/ 1688313 h 4200099"/>
              <a:gd name="connsiteX7" fmla="*/ 640249 w 3290912"/>
              <a:gd name="connsiteY7" fmla="*/ 1674558 h 4200099"/>
              <a:gd name="connsiteX8" fmla="*/ 1261834 w 3290912"/>
              <a:gd name="connsiteY8" fmla="*/ 1981762 h 4200099"/>
              <a:gd name="connsiteX9" fmla="*/ 1486394 w 3290912"/>
              <a:gd name="connsiteY9" fmla="*/ 1834927 h 4200099"/>
              <a:gd name="connsiteX10" fmla="*/ 1723417 w 3290912"/>
              <a:gd name="connsiteY10" fmla="*/ 1892062 h 4200099"/>
              <a:gd name="connsiteX11" fmla="*/ 2184615 w 3290912"/>
              <a:gd name="connsiteY11" fmla="*/ 1867844 h 4200099"/>
              <a:gd name="connsiteX12" fmla="*/ 2450942 w 3290912"/>
              <a:gd name="connsiteY12" fmla="*/ 1931180 h 4200099"/>
              <a:gd name="connsiteX13" fmla="*/ 2622634 w 3290912"/>
              <a:gd name="connsiteY13" fmla="*/ 1977288 h 4200099"/>
              <a:gd name="connsiteX14" fmla="*/ 3055542 w 3290912"/>
              <a:gd name="connsiteY14" fmla="*/ 1827903 h 4200099"/>
              <a:gd name="connsiteX15" fmla="*/ 3098706 w 3290912"/>
              <a:gd name="connsiteY15" fmla="*/ 1596056 h 4200099"/>
              <a:gd name="connsiteX16" fmla="*/ 3086290 w 3290912"/>
              <a:gd name="connsiteY16" fmla="*/ 1214525 h 4200099"/>
              <a:gd name="connsiteX17" fmla="*/ 3290675 w 3290912"/>
              <a:gd name="connsiteY17" fmla="*/ 888749 h 4200099"/>
              <a:gd name="connsiteX18" fmla="*/ 3035667 w 3290912"/>
              <a:gd name="connsiteY18" fmla="*/ 506467 h 4200099"/>
              <a:gd name="connsiteX19" fmla="*/ 2942516 w 3290912"/>
              <a:gd name="connsiteY19" fmla="*/ 147880 h 4200099"/>
              <a:gd name="connsiteX20" fmla="*/ 2491803 w 3290912"/>
              <a:gd name="connsiteY20" fmla="*/ 0 h 4200099"/>
              <a:gd name="connsiteX0" fmla="*/ 472695 w 3290912"/>
              <a:gd name="connsiteY0" fmla="*/ 3967556 h 3967556"/>
              <a:gd name="connsiteX1" fmla="*/ 466287 w 3290912"/>
              <a:gd name="connsiteY1" fmla="*/ 3696627 h 3967556"/>
              <a:gd name="connsiteX2" fmla="*/ 364154 w 3290912"/>
              <a:gd name="connsiteY2" fmla="*/ 3228553 h 3967556"/>
              <a:gd name="connsiteX3" fmla="*/ 23540 w 3290912"/>
              <a:gd name="connsiteY3" fmla="*/ 2666568 h 3967556"/>
              <a:gd name="connsiteX4" fmla="*/ 65645 w 3290912"/>
              <a:gd name="connsiteY4" fmla="*/ 2038190 h 3967556"/>
              <a:gd name="connsiteX5" fmla="*/ 356818 w 3290912"/>
              <a:gd name="connsiteY5" fmla="*/ 1688313 h 3967556"/>
              <a:gd name="connsiteX6" fmla="*/ 640249 w 3290912"/>
              <a:gd name="connsiteY6" fmla="*/ 1674558 h 3967556"/>
              <a:gd name="connsiteX7" fmla="*/ 1261834 w 3290912"/>
              <a:gd name="connsiteY7" fmla="*/ 1981762 h 3967556"/>
              <a:gd name="connsiteX8" fmla="*/ 1486394 w 3290912"/>
              <a:gd name="connsiteY8" fmla="*/ 1834927 h 3967556"/>
              <a:gd name="connsiteX9" fmla="*/ 1723417 w 3290912"/>
              <a:gd name="connsiteY9" fmla="*/ 1892062 h 3967556"/>
              <a:gd name="connsiteX10" fmla="*/ 2184615 w 3290912"/>
              <a:gd name="connsiteY10" fmla="*/ 1867844 h 3967556"/>
              <a:gd name="connsiteX11" fmla="*/ 2450942 w 3290912"/>
              <a:gd name="connsiteY11" fmla="*/ 1931180 h 3967556"/>
              <a:gd name="connsiteX12" fmla="*/ 2622634 w 3290912"/>
              <a:gd name="connsiteY12" fmla="*/ 1977288 h 3967556"/>
              <a:gd name="connsiteX13" fmla="*/ 3055542 w 3290912"/>
              <a:gd name="connsiteY13" fmla="*/ 1827903 h 3967556"/>
              <a:gd name="connsiteX14" fmla="*/ 3098706 w 3290912"/>
              <a:gd name="connsiteY14" fmla="*/ 1596056 h 3967556"/>
              <a:gd name="connsiteX15" fmla="*/ 3086290 w 3290912"/>
              <a:gd name="connsiteY15" fmla="*/ 1214525 h 3967556"/>
              <a:gd name="connsiteX16" fmla="*/ 3290675 w 3290912"/>
              <a:gd name="connsiteY16" fmla="*/ 888749 h 3967556"/>
              <a:gd name="connsiteX17" fmla="*/ 3035667 w 3290912"/>
              <a:gd name="connsiteY17" fmla="*/ 506467 h 3967556"/>
              <a:gd name="connsiteX18" fmla="*/ 2942516 w 3290912"/>
              <a:gd name="connsiteY18" fmla="*/ 147880 h 3967556"/>
              <a:gd name="connsiteX19" fmla="*/ 2491803 w 3290912"/>
              <a:gd name="connsiteY19" fmla="*/ 0 h 3967556"/>
              <a:gd name="connsiteX0" fmla="*/ 466287 w 3290912"/>
              <a:gd name="connsiteY0" fmla="*/ 3696627 h 3696627"/>
              <a:gd name="connsiteX1" fmla="*/ 364154 w 3290912"/>
              <a:gd name="connsiteY1" fmla="*/ 3228553 h 3696627"/>
              <a:gd name="connsiteX2" fmla="*/ 23540 w 3290912"/>
              <a:gd name="connsiteY2" fmla="*/ 2666568 h 3696627"/>
              <a:gd name="connsiteX3" fmla="*/ 65645 w 3290912"/>
              <a:gd name="connsiteY3" fmla="*/ 2038190 h 3696627"/>
              <a:gd name="connsiteX4" fmla="*/ 356818 w 3290912"/>
              <a:gd name="connsiteY4" fmla="*/ 1688313 h 3696627"/>
              <a:gd name="connsiteX5" fmla="*/ 640249 w 3290912"/>
              <a:gd name="connsiteY5" fmla="*/ 1674558 h 3696627"/>
              <a:gd name="connsiteX6" fmla="*/ 1261834 w 3290912"/>
              <a:gd name="connsiteY6" fmla="*/ 1981762 h 3696627"/>
              <a:gd name="connsiteX7" fmla="*/ 1486394 w 3290912"/>
              <a:gd name="connsiteY7" fmla="*/ 1834927 h 3696627"/>
              <a:gd name="connsiteX8" fmla="*/ 1723417 w 3290912"/>
              <a:gd name="connsiteY8" fmla="*/ 1892062 h 3696627"/>
              <a:gd name="connsiteX9" fmla="*/ 2184615 w 3290912"/>
              <a:gd name="connsiteY9" fmla="*/ 1867844 h 3696627"/>
              <a:gd name="connsiteX10" fmla="*/ 2450942 w 3290912"/>
              <a:gd name="connsiteY10" fmla="*/ 1931180 h 3696627"/>
              <a:gd name="connsiteX11" fmla="*/ 2622634 w 3290912"/>
              <a:gd name="connsiteY11" fmla="*/ 1977288 h 3696627"/>
              <a:gd name="connsiteX12" fmla="*/ 3055542 w 3290912"/>
              <a:gd name="connsiteY12" fmla="*/ 1827903 h 3696627"/>
              <a:gd name="connsiteX13" fmla="*/ 3098706 w 3290912"/>
              <a:gd name="connsiteY13" fmla="*/ 1596056 h 3696627"/>
              <a:gd name="connsiteX14" fmla="*/ 3086290 w 3290912"/>
              <a:gd name="connsiteY14" fmla="*/ 1214525 h 3696627"/>
              <a:gd name="connsiteX15" fmla="*/ 3290675 w 3290912"/>
              <a:gd name="connsiteY15" fmla="*/ 888749 h 3696627"/>
              <a:gd name="connsiteX16" fmla="*/ 3035667 w 3290912"/>
              <a:gd name="connsiteY16" fmla="*/ 506467 h 3696627"/>
              <a:gd name="connsiteX17" fmla="*/ 2942516 w 3290912"/>
              <a:gd name="connsiteY17" fmla="*/ 147880 h 3696627"/>
              <a:gd name="connsiteX18" fmla="*/ 2491803 w 3290912"/>
              <a:gd name="connsiteY18" fmla="*/ 0 h 3696627"/>
              <a:gd name="connsiteX0" fmla="*/ 364154 w 3290912"/>
              <a:gd name="connsiteY0" fmla="*/ 3228553 h 3228553"/>
              <a:gd name="connsiteX1" fmla="*/ 23540 w 3290912"/>
              <a:gd name="connsiteY1" fmla="*/ 2666568 h 3228553"/>
              <a:gd name="connsiteX2" fmla="*/ 65645 w 3290912"/>
              <a:gd name="connsiteY2" fmla="*/ 2038190 h 3228553"/>
              <a:gd name="connsiteX3" fmla="*/ 356818 w 3290912"/>
              <a:gd name="connsiteY3" fmla="*/ 1688313 h 3228553"/>
              <a:gd name="connsiteX4" fmla="*/ 640249 w 3290912"/>
              <a:gd name="connsiteY4" fmla="*/ 1674558 h 3228553"/>
              <a:gd name="connsiteX5" fmla="*/ 1261834 w 3290912"/>
              <a:gd name="connsiteY5" fmla="*/ 1981762 h 3228553"/>
              <a:gd name="connsiteX6" fmla="*/ 1486394 w 3290912"/>
              <a:gd name="connsiteY6" fmla="*/ 1834927 h 3228553"/>
              <a:gd name="connsiteX7" fmla="*/ 1723417 w 3290912"/>
              <a:gd name="connsiteY7" fmla="*/ 1892062 h 3228553"/>
              <a:gd name="connsiteX8" fmla="*/ 2184615 w 3290912"/>
              <a:gd name="connsiteY8" fmla="*/ 1867844 h 3228553"/>
              <a:gd name="connsiteX9" fmla="*/ 2450942 w 3290912"/>
              <a:gd name="connsiteY9" fmla="*/ 1931180 h 3228553"/>
              <a:gd name="connsiteX10" fmla="*/ 2622634 w 3290912"/>
              <a:gd name="connsiteY10" fmla="*/ 1977288 h 3228553"/>
              <a:gd name="connsiteX11" fmla="*/ 3055542 w 3290912"/>
              <a:gd name="connsiteY11" fmla="*/ 1827903 h 3228553"/>
              <a:gd name="connsiteX12" fmla="*/ 3098706 w 3290912"/>
              <a:gd name="connsiteY12" fmla="*/ 1596056 h 3228553"/>
              <a:gd name="connsiteX13" fmla="*/ 3086290 w 3290912"/>
              <a:gd name="connsiteY13" fmla="*/ 1214525 h 3228553"/>
              <a:gd name="connsiteX14" fmla="*/ 3290675 w 3290912"/>
              <a:gd name="connsiteY14" fmla="*/ 888749 h 3228553"/>
              <a:gd name="connsiteX15" fmla="*/ 3035667 w 3290912"/>
              <a:gd name="connsiteY15" fmla="*/ 506467 h 3228553"/>
              <a:gd name="connsiteX16" fmla="*/ 2942516 w 3290912"/>
              <a:gd name="connsiteY16" fmla="*/ 147880 h 3228553"/>
              <a:gd name="connsiteX17" fmla="*/ 2491803 w 3290912"/>
              <a:gd name="connsiteY17" fmla="*/ 0 h 3228553"/>
              <a:gd name="connsiteX0" fmla="*/ 23540 w 3290912"/>
              <a:gd name="connsiteY0" fmla="*/ 2666568 h 2666568"/>
              <a:gd name="connsiteX1" fmla="*/ 65645 w 3290912"/>
              <a:gd name="connsiteY1" fmla="*/ 2038190 h 2666568"/>
              <a:gd name="connsiteX2" fmla="*/ 356818 w 3290912"/>
              <a:gd name="connsiteY2" fmla="*/ 1688313 h 2666568"/>
              <a:gd name="connsiteX3" fmla="*/ 640249 w 3290912"/>
              <a:gd name="connsiteY3" fmla="*/ 1674558 h 2666568"/>
              <a:gd name="connsiteX4" fmla="*/ 1261834 w 3290912"/>
              <a:gd name="connsiteY4" fmla="*/ 1981762 h 2666568"/>
              <a:gd name="connsiteX5" fmla="*/ 1486394 w 3290912"/>
              <a:gd name="connsiteY5" fmla="*/ 1834927 h 2666568"/>
              <a:gd name="connsiteX6" fmla="*/ 1723417 w 3290912"/>
              <a:gd name="connsiteY6" fmla="*/ 1892062 h 2666568"/>
              <a:gd name="connsiteX7" fmla="*/ 2184615 w 3290912"/>
              <a:gd name="connsiteY7" fmla="*/ 1867844 h 2666568"/>
              <a:gd name="connsiteX8" fmla="*/ 2450942 w 3290912"/>
              <a:gd name="connsiteY8" fmla="*/ 1931180 h 2666568"/>
              <a:gd name="connsiteX9" fmla="*/ 2622634 w 3290912"/>
              <a:gd name="connsiteY9" fmla="*/ 1977288 h 2666568"/>
              <a:gd name="connsiteX10" fmla="*/ 3055542 w 3290912"/>
              <a:gd name="connsiteY10" fmla="*/ 1827903 h 2666568"/>
              <a:gd name="connsiteX11" fmla="*/ 3098706 w 3290912"/>
              <a:gd name="connsiteY11" fmla="*/ 1596056 h 2666568"/>
              <a:gd name="connsiteX12" fmla="*/ 3086290 w 3290912"/>
              <a:gd name="connsiteY12" fmla="*/ 1214525 h 2666568"/>
              <a:gd name="connsiteX13" fmla="*/ 3290675 w 3290912"/>
              <a:gd name="connsiteY13" fmla="*/ 888749 h 2666568"/>
              <a:gd name="connsiteX14" fmla="*/ 3035667 w 3290912"/>
              <a:gd name="connsiteY14" fmla="*/ 506467 h 2666568"/>
              <a:gd name="connsiteX15" fmla="*/ 2942516 w 3290912"/>
              <a:gd name="connsiteY15" fmla="*/ 147880 h 2666568"/>
              <a:gd name="connsiteX16" fmla="*/ 2491803 w 3290912"/>
              <a:gd name="connsiteY16" fmla="*/ 0 h 2666568"/>
              <a:gd name="connsiteX0" fmla="*/ 0 w 3225267"/>
              <a:gd name="connsiteY0" fmla="*/ 2038190 h 2038190"/>
              <a:gd name="connsiteX1" fmla="*/ 291173 w 3225267"/>
              <a:gd name="connsiteY1" fmla="*/ 1688313 h 2038190"/>
              <a:gd name="connsiteX2" fmla="*/ 574604 w 3225267"/>
              <a:gd name="connsiteY2" fmla="*/ 1674558 h 2038190"/>
              <a:gd name="connsiteX3" fmla="*/ 1196189 w 3225267"/>
              <a:gd name="connsiteY3" fmla="*/ 1981762 h 2038190"/>
              <a:gd name="connsiteX4" fmla="*/ 1420749 w 3225267"/>
              <a:gd name="connsiteY4" fmla="*/ 1834927 h 2038190"/>
              <a:gd name="connsiteX5" fmla="*/ 1657772 w 3225267"/>
              <a:gd name="connsiteY5" fmla="*/ 1892062 h 2038190"/>
              <a:gd name="connsiteX6" fmla="*/ 2118970 w 3225267"/>
              <a:gd name="connsiteY6" fmla="*/ 1867844 h 2038190"/>
              <a:gd name="connsiteX7" fmla="*/ 2385297 w 3225267"/>
              <a:gd name="connsiteY7" fmla="*/ 1931180 h 2038190"/>
              <a:gd name="connsiteX8" fmla="*/ 2556989 w 3225267"/>
              <a:gd name="connsiteY8" fmla="*/ 1977288 h 2038190"/>
              <a:gd name="connsiteX9" fmla="*/ 2989897 w 3225267"/>
              <a:gd name="connsiteY9" fmla="*/ 1827903 h 2038190"/>
              <a:gd name="connsiteX10" fmla="*/ 3033061 w 3225267"/>
              <a:gd name="connsiteY10" fmla="*/ 1596056 h 2038190"/>
              <a:gd name="connsiteX11" fmla="*/ 3020645 w 3225267"/>
              <a:gd name="connsiteY11" fmla="*/ 1214525 h 2038190"/>
              <a:gd name="connsiteX12" fmla="*/ 3225030 w 3225267"/>
              <a:gd name="connsiteY12" fmla="*/ 888749 h 2038190"/>
              <a:gd name="connsiteX13" fmla="*/ 2970022 w 3225267"/>
              <a:gd name="connsiteY13" fmla="*/ 506467 h 2038190"/>
              <a:gd name="connsiteX14" fmla="*/ 2876871 w 3225267"/>
              <a:gd name="connsiteY14" fmla="*/ 147880 h 2038190"/>
              <a:gd name="connsiteX15" fmla="*/ 2426158 w 3225267"/>
              <a:gd name="connsiteY15" fmla="*/ 0 h 2038190"/>
              <a:gd name="connsiteX0" fmla="*/ 0 w 2934094"/>
              <a:gd name="connsiteY0" fmla="*/ 1688313 h 1984789"/>
              <a:gd name="connsiteX1" fmla="*/ 283431 w 2934094"/>
              <a:gd name="connsiteY1" fmla="*/ 1674558 h 1984789"/>
              <a:gd name="connsiteX2" fmla="*/ 905016 w 2934094"/>
              <a:gd name="connsiteY2" fmla="*/ 1981762 h 1984789"/>
              <a:gd name="connsiteX3" fmla="*/ 1129576 w 2934094"/>
              <a:gd name="connsiteY3" fmla="*/ 1834927 h 1984789"/>
              <a:gd name="connsiteX4" fmla="*/ 1366599 w 2934094"/>
              <a:gd name="connsiteY4" fmla="*/ 1892062 h 1984789"/>
              <a:gd name="connsiteX5" fmla="*/ 1827797 w 2934094"/>
              <a:gd name="connsiteY5" fmla="*/ 1867844 h 1984789"/>
              <a:gd name="connsiteX6" fmla="*/ 2094124 w 2934094"/>
              <a:gd name="connsiteY6" fmla="*/ 1931180 h 1984789"/>
              <a:gd name="connsiteX7" fmla="*/ 2265816 w 2934094"/>
              <a:gd name="connsiteY7" fmla="*/ 1977288 h 1984789"/>
              <a:gd name="connsiteX8" fmla="*/ 2698724 w 2934094"/>
              <a:gd name="connsiteY8" fmla="*/ 1827903 h 1984789"/>
              <a:gd name="connsiteX9" fmla="*/ 2741888 w 2934094"/>
              <a:gd name="connsiteY9" fmla="*/ 1596056 h 1984789"/>
              <a:gd name="connsiteX10" fmla="*/ 2729472 w 2934094"/>
              <a:gd name="connsiteY10" fmla="*/ 1214525 h 1984789"/>
              <a:gd name="connsiteX11" fmla="*/ 2933857 w 2934094"/>
              <a:gd name="connsiteY11" fmla="*/ 888749 h 1984789"/>
              <a:gd name="connsiteX12" fmla="*/ 2678849 w 2934094"/>
              <a:gd name="connsiteY12" fmla="*/ 506467 h 1984789"/>
              <a:gd name="connsiteX13" fmla="*/ 2585698 w 2934094"/>
              <a:gd name="connsiteY13" fmla="*/ 147880 h 1984789"/>
              <a:gd name="connsiteX14" fmla="*/ 2134985 w 2934094"/>
              <a:gd name="connsiteY14" fmla="*/ 0 h 1984789"/>
              <a:gd name="connsiteX0" fmla="*/ 0 w 2650663"/>
              <a:gd name="connsiteY0" fmla="*/ 1674558 h 1984789"/>
              <a:gd name="connsiteX1" fmla="*/ 621585 w 2650663"/>
              <a:gd name="connsiteY1" fmla="*/ 1981762 h 1984789"/>
              <a:gd name="connsiteX2" fmla="*/ 846145 w 2650663"/>
              <a:gd name="connsiteY2" fmla="*/ 1834927 h 1984789"/>
              <a:gd name="connsiteX3" fmla="*/ 1083168 w 2650663"/>
              <a:gd name="connsiteY3" fmla="*/ 1892062 h 1984789"/>
              <a:gd name="connsiteX4" fmla="*/ 1544366 w 2650663"/>
              <a:gd name="connsiteY4" fmla="*/ 1867844 h 1984789"/>
              <a:gd name="connsiteX5" fmla="*/ 1810693 w 2650663"/>
              <a:gd name="connsiteY5" fmla="*/ 1931180 h 1984789"/>
              <a:gd name="connsiteX6" fmla="*/ 1982385 w 2650663"/>
              <a:gd name="connsiteY6" fmla="*/ 1977288 h 1984789"/>
              <a:gd name="connsiteX7" fmla="*/ 2415293 w 2650663"/>
              <a:gd name="connsiteY7" fmla="*/ 1827903 h 1984789"/>
              <a:gd name="connsiteX8" fmla="*/ 2458457 w 2650663"/>
              <a:gd name="connsiteY8" fmla="*/ 1596056 h 1984789"/>
              <a:gd name="connsiteX9" fmla="*/ 2446041 w 2650663"/>
              <a:gd name="connsiteY9" fmla="*/ 1214525 h 1984789"/>
              <a:gd name="connsiteX10" fmla="*/ 2650426 w 2650663"/>
              <a:gd name="connsiteY10" fmla="*/ 888749 h 1984789"/>
              <a:gd name="connsiteX11" fmla="*/ 2395418 w 2650663"/>
              <a:gd name="connsiteY11" fmla="*/ 506467 h 1984789"/>
              <a:gd name="connsiteX12" fmla="*/ 2302267 w 2650663"/>
              <a:gd name="connsiteY12" fmla="*/ 147880 h 1984789"/>
              <a:gd name="connsiteX13" fmla="*/ 1851554 w 2650663"/>
              <a:gd name="connsiteY13" fmla="*/ 0 h 1984789"/>
              <a:gd name="connsiteX0" fmla="*/ 0 w 2029078"/>
              <a:gd name="connsiteY0" fmla="*/ 1981762 h 1984789"/>
              <a:gd name="connsiteX1" fmla="*/ 224560 w 2029078"/>
              <a:gd name="connsiteY1" fmla="*/ 1834927 h 1984789"/>
              <a:gd name="connsiteX2" fmla="*/ 461583 w 2029078"/>
              <a:gd name="connsiteY2" fmla="*/ 1892062 h 1984789"/>
              <a:gd name="connsiteX3" fmla="*/ 922781 w 2029078"/>
              <a:gd name="connsiteY3" fmla="*/ 1867844 h 1984789"/>
              <a:gd name="connsiteX4" fmla="*/ 1189108 w 2029078"/>
              <a:gd name="connsiteY4" fmla="*/ 1931180 h 1984789"/>
              <a:gd name="connsiteX5" fmla="*/ 1360800 w 2029078"/>
              <a:gd name="connsiteY5" fmla="*/ 1977288 h 1984789"/>
              <a:gd name="connsiteX6" fmla="*/ 1793708 w 2029078"/>
              <a:gd name="connsiteY6" fmla="*/ 1827903 h 1984789"/>
              <a:gd name="connsiteX7" fmla="*/ 1836872 w 2029078"/>
              <a:gd name="connsiteY7" fmla="*/ 1596056 h 1984789"/>
              <a:gd name="connsiteX8" fmla="*/ 1824456 w 2029078"/>
              <a:gd name="connsiteY8" fmla="*/ 1214525 h 1984789"/>
              <a:gd name="connsiteX9" fmla="*/ 2028841 w 2029078"/>
              <a:gd name="connsiteY9" fmla="*/ 888749 h 1984789"/>
              <a:gd name="connsiteX10" fmla="*/ 1773833 w 2029078"/>
              <a:gd name="connsiteY10" fmla="*/ 506467 h 1984789"/>
              <a:gd name="connsiteX11" fmla="*/ 1680682 w 2029078"/>
              <a:gd name="connsiteY11" fmla="*/ 147880 h 1984789"/>
              <a:gd name="connsiteX12" fmla="*/ 1229969 w 2029078"/>
              <a:gd name="connsiteY12" fmla="*/ 0 h 1984789"/>
              <a:gd name="connsiteX0" fmla="*/ 0 w 2029078"/>
              <a:gd name="connsiteY0" fmla="*/ 1981762 h 2007250"/>
              <a:gd name="connsiteX1" fmla="*/ 189568 w 2029078"/>
              <a:gd name="connsiteY1" fmla="*/ 1999113 h 2007250"/>
              <a:gd name="connsiteX2" fmla="*/ 461583 w 2029078"/>
              <a:gd name="connsiteY2" fmla="*/ 1892062 h 2007250"/>
              <a:gd name="connsiteX3" fmla="*/ 922781 w 2029078"/>
              <a:gd name="connsiteY3" fmla="*/ 1867844 h 2007250"/>
              <a:gd name="connsiteX4" fmla="*/ 1189108 w 2029078"/>
              <a:gd name="connsiteY4" fmla="*/ 1931180 h 2007250"/>
              <a:gd name="connsiteX5" fmla="*/ 1360800 w 2029078"/>
              <a:gd name="connsiteY5" fmla="*/ 1977288 h 2007250"/>
              <a:gd name="connsiteX6" fmla="*/ 1793708 w 2029078"/>
              <a:gd name="connsiteY6" fmla="*/ 1827903 h 2007250"/>
              <a:gd name="connsiteX7" fmla="*/ 1836872 w 2029078"/>
              <a:gd name="connsiteY7" fmla="*/ 1596056 h 2007250"/>
              <a:gd name="connsiteX8" fmla="*/ 1824456 w 2029078"/>
              <a:gd name="connsiteY8" fmla="*/ 1214525 h 2007250"/>
              <a:gd name="connsiteX9" fmla="*/ 2028841 w 2029078"/>
              <a:gd name="connsiteY9" fmla="*/ 888749 h 2007250"/>
              <a:gd name="connsiteX10" fmla="*/ 1773833 w 2029078"/>
              <a:gd name="connsiteY10" fmla="*/ 506467 h 2007250"/>
              <a:gd name="connsiteX11" fmla="*/ 1680682 w 2029078"/>
              <a:gd name="connsiteY11" fmla="*/ 147880 h 2007250"/>
              <a:gd name="connsiteX12" fmla="*/ 1229969 w 2029078"/>
              <a:gd name="connsiteY12" fmla="*/ 0 h 20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9078" h="2007250">
                <a:moveTo>
                  <a:pt x="0" y="1981762"/>
                </a:moveTo>
                <a:cubicBezTo>
                  <a:pt x="141024" y="2008490"/>
                  <a:pt x="112638" y="2014063"/>
                  <a:pt x="189568" y="1999113"/>
                </a:cubicBezTo>
                <a:cubicBezTo>
                  <a:pt x="266498" y="1984163"/>
                  <a:pt x="339381" y="1913940"/>
                  <a:pt x="461583" y="1892062"/>
                </a:cubicBezTo>
                <a:cubicBezTo>
                  <a:pt x="583785" y="1870184"/>
                  <a:pt x="801527" y="1861324"/>
                  <a:pt x="922781" y="1867844"/>
                </a:cubicBezTo>
                <a:cubicBezTo>
                  <a:pt x="1044035" y="1874364"/>
                  <a:pt x="1116105" y="1912939"/>
                  <a:pt x="1189108" y="1931180"/>
                </a:cubicBezTo>
                <a:cubicBezTo>
                  <a:pt x="1262111" y="1949421"/>
                  <a:pt x="1287402" y="1997771"/>
                  <a:pt x="1360800" y="1977288"/>
                </a:cubicBezTo>
                <a:cubicBezTo>
                  <a:pt x="1434198" y="1956805"/>
                  <a:pt x="1734086" y="1873679"/>
                  <a:pt x="1793708" y="1827903"/>
                </a:cubicBezTo>
                <a:cubicBezTo>
                  <a:pt x="1853330" y="1782127"/>
                  <a:pt x="1831747" y="1698286"/>
                  <a:pt x="1836872" y="1596056"/>
                </a:cubicBezTo>
                <a:cubicBezTo>
                  <a:pt x="1841997" y="1493826"/>
                  <a:pt x="1830857" y="1338521"/>
                  <a:pt x="1824456" y="1214525"/>
                </a:cubicBezTo>
                <a:cubicBezTo>
                  <a:pt x="1818056" y="1090529"/>
                  <a:pt x="2037278" y="1006759"/>
                  <a:pt x="2028841" y="888749"/>
                </a:cubicBezTo>
                <a:cubicBezTo>
                  <a:pt x="2020404" y="770739"/>
                  <a:pt x="1843777" y="604977"/>
                  <a:pt x="1773833" y="506467"/>
                </a:cubicBezTo>
                <a:cubicBezTo>
                  <a:pt x="1703889" y="407957"/>
                  <a:pt x="1771326" y="232291"/>
                  <a:pt x="1680682" y="147880"/>
                </a:cubicBezTo>
                <a:cubicBezTo>
                  <a:pt x="1590038" y="63469"/>
                  <a:pt x="1293170" y="49614"/>
                  <a:pt x="1229969"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1" name="Freeform: Shape 30">
            <a:extLst>
              <a:ext uri="{FF2B5EF4-FFF2-40B4-BE49-F238E27FC236}">
                <a16:creationId xmlns:a16="http://schemas.microsoft.com/office/drawing/2014/main" id="{9F0BECA9-1C4F-8F1A-3082-906C60B613E4}"/>
              </a:ext>
            </a:extLst>
          </p:cNvPr>
          <p:cNvSpPr/>
          <p:nvPr/>
        </p:nvSpPr>
        <p:spPr>
          <a:xfrm rot="17518390" flipH="1">
            <a:off x="11812325" y="28266"/>
            <a:ext cx="359776" cy="437124"/>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084827 w 1208420"/>
              <a:gd name="connsiteY0" fmla="*/ 1158270 h 1158270"/>
              <a:gd name="connsiteX1" fmla="*/ 1069565 w 1208420"/>
              <a:gd name="connsiteY1" fmla="*/ 374076 h 1158270"/>
              <a:gd name="connsiteX2" fmla="*/ 798264 w 1208420"/>
              <a:gd name="connsiteY2" fmla="*/ 97552 h 1158270"/>
              <a:gd name="connsiteX3" fmla="*/ 557693 w 1208420"/>
              <a:gd name="connsiteY3" fmla="*/ 2613 h 1158270"/>
              <a:gd name="connsiteX4" fmla="*/ 61674 w 1208420"/>
              <a:gd name="connsiteY4" fmla="*/ 184307 h 1158270"/>
              <a:gd name="connsiteX5" fmla="*/ 74143 w 1208420"/>
              <a:gd name="connsiteY5" fmla="*/ 696284 h 1158270"/>
              <a:gd name="connsiteX0" fmla="*/ 1084827 w 1194306"/>
              <a:gd name="connsiteY0" fmla="*/ 1158940 h 1158940"/>
              <a:gd name="connsiteX1" fmla="*/ 1013596 w 1194306"/>
              <a:gd name="connsiteY1" fmla="*/ 458171 h 1158940"/>
              <a:gd name="connsiteX2" fmla="*/ 798264 w 1194306"/>
              <a:gd name="connsiteY2" fmla="*/ 98222 h 1158940"/>
              <a:gd name="connsiteX3" fmla="*/ 557693 w 1194306"/>
              <a:gd name="connsiteY3" fmla="*/ 3283 h 1158940"/>
              <a:gd name="connsiteX4" fmla="*/ 61674 w 1194306"/>
              <a:gd name="connsiteY4" fmla="*/ 184977 h 1158940"/>
              <a:gd name="connsiteX5" fmla="*/ 74143 w 1194306"/>
              <a:gd name="connsiteY5" fmla="*/ 696954 h 1158940"/>
              <a:gd name="connsiteX0" fmla="*/ 1048578 w 1158057"/>
              <a:gd name="connsiteY0" fmla="*/ 1155729 h 1155729"/>
              <a:gd name="connsiteX1" fmla="*/ 977347 w 1158057"/>
              <a:gd name="connsiteY1" fmla="*/ 454960 h 1155729"/>
              <a:gd name="connsiteX2" fmla="*/ 762015 w 1158057"/>
              <a:gd name="connsiteY2" fmla="*/ 95011 h 1155729"/>
              <a:gd name="connsiteX3" fmla="*/ 521444 w 1158057"/>
              <a:gd name="connsiteY3" fmla="*/ 72 h 1155729"/>
              <a:gd name="connsiteX4" fmla="*/ 191706 w 1158057"/>
              <a:gd name="connsiteY4" fmla="*/ 103783 h 1155729"/>
              <a:gd name="connsiteX5" fmla="*/ 37894 w 1158057"/>
              <a:gd name="connsiteY5" fmla="*/ 693743 h 1155729"/>
              <a:gd name="connsiteX0" fmla="*/ 1030061 w 1139540"/>
              <a:gd name="connsiteY0" fmla="*/ 1155729 h 1155729"/>
              <a:gd name="connsiteX1" fmla="*/ 958830 w 1139540"/>
              <a:gd name="connsiteY1" fmla="*/ 454960 h 1155729"/>
              <a:gd name="connsiteX2" fmla="*/ 743498 w 1139540"/>
              <a:gd name="connsiteY2" fmla="*/ 95011 h 1155729"/>
              <a:gd name="connsiteX3" fmla="*/ 502927 w 1139540"/>
              <a:gd name="connsiteY3" fmla="*/ 72 h 1155729"/>
              <a:gd name="connsiteX4" fmla="*/ 173189 w 1139540"/>
              <a:gd name="connsiteY4" fmla="*/ 103783 h 1155729"/>
              <a:gd name="connsiteX5" fmla="*/ 40481 w 1139540"/>
              <a:gd name="connsiteY5" fmla="*/ 271551 h 1155729"/>
              <a:gd name="connsiteX0" fmla="*/ 989580 w 1099059"/>
              <a:gd name="connsiteY0" fmla="*/ 1155729 h 1155729"/>
              <a:gd name="connsiteX1" fmla="*/ 918349 w 1099059"/>
              <a:gd name="connsiteY1" fmla="*/ 454960 h 1155729"/>
              <a:gd name="connsiteX2" fmla="*/ 703017 w 1099059"/>
              <a:gd name="connsiteY2" fmla="*/ 95011 h 1155729"/>
              <a:gd name="connsiteX3" fmla="*/ 462446 w 1099059"/>
              <a:gd name="connsiteY3" fmla="*/ 72 h 1155729"/>
              <a:gd name="connsiteX4" fmla="*/ 132708 w 1099059"/>
              <a:gd name="connsiteY4" fmla="*/ 103783 h 1155729"/>
              <a:gd name="connsiteX5" fmla="*/ 0 w 1099059"/>
              <a:gd name="connsiteY5" fmla="*/ 271551 h 1155729"/>
              <a:gd name="connsiteX0" fmla="*/ 1070950 w 1166746"/>
              <a:gd name="connsiteY0" fmla="*/ 762383 h 762383"/>
              <a:gd name="connsiteX1" fmla="*/ 918349 w 1166746"/>
              <a:gd name="connsiteY1" fmla="*/ 454960 h 762383"/>
              <a:gd name="connsiteX2" fmla="*/ 703017 w 1166746"/>
              <a:gd name="connsiteY2" fmla="*/ 95011 h 762383"/>
              <a:gd name="connsiteX3" fmla="*/ 462446 w 1166746"/>
              <a:gd name="connsiteY3" fmla="*/ 72 h 762383"/>
              <a:gd name="connsiteX4" fmla="*/ 132708 w 1166746"/>
              <a:gd name="connsiteY4" fmla="*/ 103783 h 762383"/>
              <a:gd name="connsiteX5" fmla="*/ 0 w 1166746"/>
              <a:gd name="connsiteY5" fmla="*/ 271551 h 762383"/>
              <a:gd name="connsiteX0" fmla="*/ 1070950 w 1107197"/>
              <a:gd name="connsiteY0" fmla="*/ 762383 h 762383"/>
              <a:gd name="connsiteX1" fmla="*/ 918349 w 1107197"/>
              <a:gd name="connsiteY1" fmla="*/ 454960 h 762383"/>
              <a:gd name="connsiteX2" fmla="*/ 703017 w 1107197"/>
              <a:gd name="connsiteY2" fmla="*/ 95011 h 762383"/>
              <a:gd name="connsiteX3" fmla="*/ 462446 w 1107197"/>
              <a:gd name="connsiteY3" fmla="*/ 72 h 762383"/>
              <a:gd name="connsiteX4" fmla="*/ 132708 w 1107197"/>
              <a:gd name="connsiteY4" fmla="*/ 103783 h 762383"/>
              <a:gd name="connsiteX5" fmla="*/ 0 w 1107197"/>
              <a:gd name="connsiteY5" fmla="*/ 271551 h 762383"/>
              <a:gd name="connsiteX0" fmla="*/ 1070950 w 1107197"/>
              <a:gd name="connsiteY0" fmla="*/ 815701 h 815701"/>
              <a:gd name="connsiteX1" fmla="*/ 918349 w 1107197"/>
              <a:gd name="connsiteY1" fmla="*/ 508278 h 815701"/>
              <a:gd name="connsiteX2" fmla="*/ 703017 w 1107197"/>
              <a:gd name="connsiteY2" fmla="*/ 148329 h 815701"/>
              <a:gd name="connsiteX3" fmla="*/ 388230 w 1107197"/>
              <a:gd name="connsiteY3" fmla="*/ 24 h 815701"/>
              <a:gd name="connsiteX4" fmla="*/ 132708 w 1107197"/>
              <a:gd name="connsiteY4" fmla="*/ 157101 h 815701"/>
              <a:gd name="connsiteX5" fmla="*/ 0 w 1107197"/>
              <a:gd name="connsiteY5" fmla="*/ 324869 h 815701"/>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103314 w 1140420"/>
              <a:gd name="connsiteY0" fmla="*/ 815699 h 815699"/>
              <a:gd name="connsiteX1" fmla="*/ 950713 w 1140420"/>
              <a:gd name="connsiteY1" fmla="*/ 508276 h 815699"/>
              <a:gd name="connsiteX2" fmla="*/ 688826 w 1140420"/>
              <a:gd name="connsiteY2" fmla="*/ 156468 h 815699"/>
              <a:gd name="connsiteX3" fmla="*/ 420594 w 1140420"/>
              <a:gd name="connsiteY3" fmla="*/ 22 h 815699"/>
              <a:gd name="connsiteX4" fmla="*/ 215166 w 1140420"/>
              <a:gd name="connsiteY4" fmla="*/ 165941 h 815699"/>
              <a:gd name="connsiteX5" fmla="*/ 0 w 1140420"/>
              <a:gd name="connsiteY5" fmla="*/ 298946 h 815699"/>
              <a:gd name="connsiteX0" fmla="*/ 1103314 w 1140420"/>
              <a:gd name="connsiteY0" fmla="*/ 816077 h 816077"/>
              <a:gd name="connsiteX1" fmla="*/ 950713 w 1140420"/>
              <a:gd name="connsiteY1" fmla="*/ 508654 h 816077"/>
              <a:gd name="connsiteX2" fmla="*/ 688826 w 1140420"/>
              <a:gd name="connsiteY2" fmla="*/ 156846 h 816077"/>
              <a:gd name="connsiteX3" fmla="*/ 420594 w 1140420"/>
              <a:gd name="connsiteY3" fmla="*/ 400 h 816077"/>
              <a:gd name="connsiteX4" fmla="*/ 182560 w 1140420"/>
              <a:gd name="connsiteY4" fmla="*/ 198981 h 816077"/>
              <a:gd name="connsiteX5" fmla="*/ 0 w 1140420"/>
              <a:gd name="connsiteY5" fmla="*/ 299324 h 816077"/>
              <a:gd name="connsiteX0" fmla="*/ 1103314 w 1136102"/>
              <a:gd name="connsiteY0" fmla="*/ 815914 h 815914"/>
              <a:gd name="connsiteX1" fmla="*/ 950713 w 1136102"/>
              <a:gd name="connsiteY1" fmla="*/ 508491 h 815914"/>
              <a:gd name="connsiteX2" fmla="*/ 944098 w 1136102"/>
              <a:gd name="connsiteY2" fmla="*/ 235887 h 815914"/>
              <a:gd name="connsiteX3" fmla="*/ 420594 w 1136102"/>
              <a:gd name="connsiteY3" fmla="*/ 237 h 815914"/>
              <a:gd name="connsiteX4" fmla="*/ 182560 w 1136102"/>
              <a:gd name="connsiteY4" fmla="*/ 198818 h 815914"/>
              <a:gd name="connsiteX5" fmla="*/ 0 w 1136102"/>
              <a:gd name="connsiteY5" fmla="*/ 299161 h 815914"/>
              <a:gd name="connsiteX0" fmla="*/ 920755 w 953543"/>
              <a:gd name="connsiteY0" fmla="*/ 815914 h 815914"/>
              <a:gd name="connsiteX1" fmla="*/ 768154 w 953543"/>
              <a:gd name="connsiteY1" fmla="*/ 508491 h 815914"/>
              <a:gd name="connsiteX2" fmla="*/ 761539 w 953543"/>
              <a:gd name="connsiteY2" fmla="*/ 235887 h 815914"/>
              <a:gd name="connsiteX3" fmla="*/ 238035 w 953543"/>
              <a:gd name="connsiteY3" fmla="*/ 237 h 815914"/>
              <a:gd name="connsiteX4" fmla="*/ 1 w 953543"/>
              <a:gd name="connsiteY4" fmla="*/ 198818 h 815914"/>
              <a:gd name="connsiteX0" fmla="*/ 572155 w 794090"/>
              <a:gd name="connsiteY0" fmla="*/ 574671 h 574671"/>
              <a:gd name="connsiteX1" fmla="*/ 768152 w 794090"/>
              <a:gd name="connsiteY1" fmla="*/ 508491 h 574671"/>
              <a:gd name="connsiteX2" fmla="*/ 761537 w 794090"/>
              <a:gd name="connsiteY2" fmla="*/ 235887 h 574671"/>
              <a:gd name="connsiteX3" fmla="*/ 238033 w 794090"/>
              <a:gd name="connsiteY3" fmla="*/ 237 h 574671"/>
              <a:gd name="connsiteX4" fmla="*/ -1 w 794090"/>
              <a:gd name="connsiteY4" fmla="*/ 198818 h 574671"/>
              <a:gd name="connsiteX0" fmla="*/ 572157 w 944341"/>
              <a:gd name="connsiteY0" fmla="*/ 574671 h 574671"/>
              <a:gd name="connsiteX1" fmla="*/ 938042 w 944341"/>
              <a:gd name="connsiteY1" fmla="*/ 492456 h 574671"/>
              <a:gd name="connsiteX2" fmla="*/ 761539 w 944341"/>
              <a:gd name="connsiteY2" fmla="*/ 235887 h 574671"/>
              <a:gd name="connsiteX3" fmla="*/ 238035 w 944341"/>
              <a:gd name="connsiteY3" fmla="*/ 237 h 574671"/>
              <a:gd name="connsiteX4" fmla="*/ 1 w 944341"/>
              <a:gd name="connsiteY4" fmla="*/ 198818 h 574671"/>
              <a:gd name="connsiteX0" fmla="*/ 594882 w 943216"/>
              <a:gd name="connsiteY0" fmla="*/ 607300 h 607300"/>
              <a:gd name="connsiteX1" fmla="*/ 938040 w 943216"/>
              <a:gd name="connsiteY1" fmla="*/ 492456 h 607300"/>
              <a:gd name="connsiteX2" fmla="*/ 761537 w 943216"/>
              <a:gd name="connsiteY2" fmla="*/ 235887 h 607300"/>
              <a:gd name="connsiteX3" fmla="*/ 238033 w 943216"/>
              <a:gd name="connsiteY3" fmla="*/ 237 h 607300"/>
              <a:gd name="connsiteX4" fmla="*/ -1 w 943216"/>
              <a:gd name="connsiteY4" fmla="*/ 198818 h 607300"/>
              <a:gd name="connsiteX0" fmla="*/ 594884 w 943218"/>
              <a:gd name="connsiteY0" fmla="*/ 607300 h 607300"/>
              <a:gd name="connsiteX1" fmla="*/ 938042 w 943218"/>
              <a:gd name="connsiteY1" fmla="*/ 492456 h 607300"/>
              <a:gd name="connsiteX2" fmla="*/ 761539 w 943218"/>
              <a:gd name="connsiteY2" fmla="*/ 235887 h 607300"/>
              <a:gd name="connsiteX3" fmla="*/ 238035 w 943218"/>
              <a:gd name="connsiteY3" fmla="*/ 237 h 607300"/>
              <a:gd name="connsiteX4" fmla="*/ 1 w 943218"/>
              <a:gd name="connsiteY4" fmla="*/ 198818 h 607300"/>
              <a:gd name="connsiteX0" fmla="*/ 356849 w 705183"/>
              <a:gd name="connsiteY0" fmla="*/ 607063 h 607063"/>
              <a:gd name="connsiteX1" fmla="*/ 700007 w 705183"/>
              <a:gd name="connsiteY1" fmla="*/ 492219 h 607063"/>
              <a:gd name="connsiteX2" fmla="*/ 523504 w 705183"/>
              <a:gd name="connsiteY2" fmla="*/ 235650 h 607063"/>
              <a:gd name="connsiteX3" fmla="*/ 0 w 705183"/>
              <a:gd name="connsiteY3" fmla="*/ 0 h 607063"/>
              <a:gd name="connsiteX0" fmla="*/ 345890 w 694149"/>
              <a:gd name="connsiteY0" fmla="*/ 432593 h 432593"/>
              <a:gd name="connsiteX1" fmla="*/ 689048 w 694149"/>
              <a:gd name="connsiteY1" fmla="*/ 317749 h 432593"/>
              <a:gd name="connsiteX2" fmla="*/ 512545 w 694149"/>
              <a:gd name="connsiteY2" fmla="*/ 61180 h 432593"/>
              <a:gd name="connsiteX3" fmla="*/ 0 w 694149"/>
              <a:gd name="connsiteY3" fmla="*/ 0 h 432593"/>
            </a:gdLst>
            <a:ahLst/>
            <a:cxnLst>
              <a:cxn ang="0">
                <a:pos x="connsiteX0" y="connsiteY0"/>
              </a:cxn>
              <a:cxn ang="0">
                <a:pos x="connsiteX1" y="connsiteY1"/>
              </a:cxn>
              <a:cxn ang="0">
                <a:pos x="connsiteX2" y="connsiteY2"/>
              </a:cxn>
              <a:cxn ang="0">
                <a:pos x="connsiteX3" y="connsiteY3"/>
              </a:cxn>
            </a:cxnLst>
            <a:rect l="l" t="t" r="r" b="b"/>
            <a:pathLst>
              <a:path w="694149" h="432593">
                <a:moveTo>
                  <a:pt x="345890" y="432593"/>
                </a:moveTo>
                <a:cubicBezTo>
                  <a:pt x="467411" y="287412"/>
                  <a:pt x="661272" y="379651"/>
                  <a:pt x="689048" y="317749"/>
                </a:cubicBezTo>
                <a:cubicBezTo>
                  <a:pt x="716824" y="255847"/>
                  <a:pt x="627386" y="114138"/>
                  <a:pt x="512545" y="61180"/>
                </a:cubicBezTo>
                <a:cubicBezTo>
                  <a:pt x="397704" y="8222"/>
                  <a:pt x="126923" y="6178"/>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2" name="Freeform: Shape 31">
            <a:extLst>
              <a:ext uri="{FF2B5EF4-FFF2-40B4-BE49-F238E27FC236}">
                <a16:creationId xmlns:a16="http://schemas.microsoft.com/office/drawing/2014/main" id="{9F094422-E97F-3910-CBE6-C268DC460463}"/>
              </a:ext>
            </a:extLst>
          </p:cNvPr>
          <p:cNvSpPr/>
          <p:nvPr/>
        </p:nvSpPr>
        <p:spPr>
          <a:xfrm rot="19352868" flipH="1">
            <a:off x="7112682" y="-754377"/>
            <a:ext cx="2444912" cy="2223252"/>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63581"/>
              <a:gd name="connsiteX1" fmla="*/ 3769595 w 3791407"/>
              <a:gd name="connsiteY1" fmla="*/ 888762 h 1963581"/>
              <a:gd name="connsiteX2" fmla="*/ 3769595 w 3791407"/>
              <a:gd name="connsiteY2" fmla="*/ 1104503 h 1963581"/>
              <a:gd name="connsiteX3" fmla="*/ 3717683 w 3791407"/>
              <a:gd name="connsiteY3" fmla="*/ 1437973 h 1963581"/>
              <a:gd name="connsiteX4" fmla="*/ 3661105 w 3791407"/>
              <a:gd name="connsiteY4" fmla="*/ 1556845 h 1963581"/>
              <a:gd name="connsiteX5" fmla="*/ 3422123 w 3791407"/>
              <a:gd name="connsiteY5" fmla="*/ 1772586 h 1963581"/>
              <a:gd name="connsiteX6" fmla="*/ 3167043 w 3791407"/>
              <a:gd name="connsiteY6" fmla="*/ 1898316 h 1963581"/>
              <a:gd name="connsiteX7" fmla="*/ 2843765 w 3791407"/>
              <a:gd name="connsiteY7" fmla="*/ 1957181 h 1963581"/>
              <a:gd name="connsiteX8" fmla="*/ 2286208 w 3791407"/>
              <a:gd name="connsiteY8" fmla="*/ 1759538 h 1963581"/>
              <a:gd name="connsiteX9" fmla="*/ 2160346 w 3791407"/>
              <a:gd name="connsiteY9" fmla="*/ 1510649 h 1963581"/>
              <a:gd name="connsiteX10" fmla="*/ 2096814 w 3791407"/>
              <a:gd name="connsiteY10" fmla="*/ 1323768 h 1963581"/>
              <a:gd name="connsiteX11" fmla="*/ 1975561 w 3791407"/>
              <a:gd name="connsiteY11" fmla="*/ 1117266 h 1963581"/>
              <a:gd name="connsiteX12" fmla="*/ 1823828 w 3791407"/>
              <a:gd name="connsiteY12" fmla="*/ 1052687 h 1963581"/>
              <a:gd name="connsiteX13" fmla="*/ 1670666 w 3791407"/>
              <a:gd name="connsiteY13" fmla="*/ 1031160 h 1963581"/>
              <a:gd name="connsiteX14" fmla="*/ 1479118 w 3791407"/>
              <a:gd name="connsiteY14" fmla="*/ 1044495 h 1963581"/>
              <a:gd name="connsiteX15" fmla="*/ 1366532 w 3791407"/>
              <a:gd name="connsiteY15" fmla="*/ 1007919 h 1963581"/>
              <a:gd name="connsiteX16" fmla="*/ 1226038 w 3791407"/>
              <a:gd name="connsiteY16" fmla="*/ 867521 h 1963581"/>
              <a:gd name="connsiteX17" fmla="*/ 1038491 w 3791407"/>
              <a:gd name="connsiteY17" fmla="*/ 632920 h 1963581"/>
              <a:gd name="connsiteX18" fmla="*/ 0 w 3791407"/>
              <a:gd name="connsiteY18" fmla="*/ 0 h 1963581"/>
              <a:gd name="connsiteX0" fmla="*/ 3791407 w 3791407"/>
              <a:gd name="connsiteY0" fmla="*/ 292020 h 1962954"/>
              <a:gd name="connsiteX1" fmla="*/ 3769595 w 3791407"/>
              <a:gd name="connsiteY1" fmla="*/ 888762 h 1962954"/>
              <a:gd name="connsiteX2" fmla="*/ 3769595 w 3791407"/>
              <a:gd name="connsiteY2" fmla="*/ 1104503 h 1962954"/>
              <a:gd name="connsiteX3" fmla="*/ 3717683 w 3791407"/>
              <a:gd name="connsiteY3" fmla="*/ 1437973 h 1962954"/>
              <a:gd name="connsiteX4" fmla="*/ 3661105 w 3791407"/>
              <a:gd name="connsiteY4" fmla="*/ 1556845 h 1962954"/>
              <a:gd name="connsiteX5" fmla="*/ 3482917 w 3791407"/>
              <a:gd name="connsiteY5" fmla="*/ 1776225 h 1962954"/>
              <a:gd name="connsiteX6" fmla="*/ 3167043 w 3791407"/>
              <a:gd name="connsiteY6" fmla="*/ 1898316 h 1962954"/>
              <a:gd name="connsiteX7" fmla="*/ 2843765 w 3791407"/>
              <a:gd name="connsiteY7" fmla="*/ 1957181 h 1962954"/>
              <a:gd name="connsiteX8" fmla="*/ 2286208 w 3791407"/>
              <a:gd name="connsiteY8" fmla="*/ 1759538 h 1962954"/>
              <a:gd name="connsiteX9" fmla="*/ 2160346 w 3791407"/>
              <a:gd name="connsiteY9" fmla="*/ 1510649 h 1962954"/>
              <a:gd name="connsiteX10" fmla="*/ 2096814 w 3791407"/>
              <a:gd name="connsiteY10" fmla="*/ 1323768 h 1962954"/>
              <a:gd name="connsiteX11" fmla="*/ 1975561 w 3791407"/>
              <a:gd name="connsiteY11" fmla="*/ 1117266 h 1962954"/>
              <a:gd name="connsiteX12" fmla="*/ 1823828 w 3791407"/>
              <a:gd name="connsiteY12" fmla="*/ 1052687 h 1962954"/>
              <a:gd name="connsiteX13" fmla="*/ 1670666 w 3791407"/>
              <a:gd name="connsiteY13" fmla="*/ 1031160 h 1962954"/>
              <a:gd name="connsiteX14" fmla="*/ 1479118 w 3791407"/>
              <a:gd name="connsiteY14" fmla="*/ 1044495 h 1962954"/>
              <a:gd name="connsiteX15" fmla="*/ 1366532 w 3791407"/>
              <a:gd name="connsiteY15" fmla="*/ 1007919 h 1962954"/>
              <a:gd name="connsiteX16" fmla="*/ 1226038 w 3791407"/>
              <a:gd name="connsiteY16" fmla="*/ 867521 h 1962954"/>
              <a:gd name="connsiteX17" fmla="*/ 1038491 w 3791407"/>
              <a:gd name="connsiteY17" fmla="*/ 632920 h 1962954"/>
              <a:gd name="connsiteX18" fmla="*/ 0 w 3791407"/>
              <a:gd name="connsiteY18" fmla="*/ 0 h 1962954"/>
              <a:gd name="connsiteX0" fmla="*/ 3791407 w 3836989"/>
              <a:gd name="connsiteY0" fmla="*/ 292020 h 1962954"/>
              <a:gd name="connsiteX1" fmla="*/ 3769595 w 3836989"/>
              <a:gd name="connsiteY1" fmla="*/ 888762 h 1962954"/>
              <a:gd name="connsiteX2" fmla="*/ 3769595 w 3836989"/>
              <a:gd name="connsiteY2" fmla="*/ 1104503 h 1962954"/>
              <a:gd name="connsiteX3" fmla="*/ 3717683 w 3836989"/>
              <a:gd name="connsiteY3" fmla="*/ 1437973 h 1962954"/>
              <a:gd name="connsiteX4" fmla="*/ 3830168 w 3836989"/>
              <a:gd name="connsiteY4" fmla="*/ 1559520 h 1962954"/>
              <a:gd name="connsiteX5" fmla="*/ 3482917 w 3836989"/>
              <a:gd name="connsiteY5" fmla="*/ 1776225 h 1962954"/>
              <a:gd name="connsiteX6" fmla="*/ 3167043 w 3836989"/>
              <a:gd name="connsiteY6" fmla="*/ 1898316 h 1962954"/>
              <a:gd name="connsiteX7" fmla="*/ 2843765 w 3836989"/>
              <a:gd name="connsiteY7" fmla="*/ 1957181 h 1962954"/>
              <a:gd name="connsiteX8" fmla="*/ 2286208 w 3836989"/>
              <a:gd name="connsiteY8" fmla="*/ 1759538 h 1962954"/>
              <a:gd name="connsiteX9" fmla="*/ 2160346 w 3836989"/>
              <a:gd name="connsiteY9" fmla="*/ 1510649 h 1962954"/>
              <a:gd name="connsiteX10" fmla="*/ 2096814 w 3836989"/>
              <a:gd name="connsiteY10" fmla="*/ 1323768 h 1962954"/>
              <a:gd name="connsiteX11" fmla="*/ 1975561 w 3836989"/>
              <a:gd name="connsiteY11" fmla="*/ 1117266 h 1962954"/>
              <a:gd name="connsiteX12" fmla="*/ 1823828 w 3836989"/>
              <a:gd name="connsiteY12" fmla="*/ 1052687 h 1962954"/>
              <a:gd name="connsiteX13" fmla="*/ 1670666 w 3836989"/>
              <a:gd name="connsiteY13" fmla="*/ 1031160 h 1962954"/>
              <a:gd name="connsiteX14" fmla="*/ 1479118 w 3836989"/>
              <a:gd name="connsiteY14" fmla="*/ 1044495 h 1962954"/>
              <a:gd name="connsiteX15" fmla="*/ 1366532 w 3836989"/>
              <a:gd name="connsiteY15" fmla="*/ 1007919 h 1962954"/>
              <a:gd name="connsiteX16" fmla="*/ 1226038 w 3836989"/>
              <a:gd name="connsiteY16" fmla="*/ 867521 h 1962954"/>
              <a:gd name="connsiteX17" fmla="*/ 1038491 w 3836989"/>
              <a:gd name="connsiteY17" fmla="*/ 632920 h 1962954"/>
              <a:gd name="connsiteX18" fmla="*/ 0 w 3836989"/>
              <a:gd name="connsiteY18" fmla="*/ 0 h 1962954"/>
              <a:gd name="connsiteX0" fmla="*/ 3791407 w 3934609"/>
              <a:gd name="connsiteY0" fmla="*/ 292020 h 1962954"/>
              <a:gd name="connsiteX1" fmla="*/ 3769595 w 3934609"/>
              <a:gd name="connsiteY1" fmla="*/ 888762 h 1962954"/>
              <a:gd name="connsiteX2" fmla="*/ 3769595 w 3934609"/>
              <a:gd name="connsiteY2" fmla="*/ 1104503 h 1962954"/>
              <a:gd name="connsiteX3" fmla="*/ 3933005 w 3934609"/>
              <a:gd name="connsiteY3" fmla="*/ 1339204 h 1962954"/>
              <a:gd name="connsiteX4" fmla="*/ 3830168 w 3934609"/>
              <a:gd name="connsiteY4" fmla="*/ 1559520 h 1962954"/>
              <a:gd name="connsiteX5" fmla="*/ 3482917 w 3934609"/>
              <a:gd name="connsiteY5" fmla="*/ 1776225 h 1962954"/>
              <a:gd name="connsiteX6" fmla="*/ 3167043 w 3934609"/>
              <a:gd name="connsiteY6" fmla="*/ 1898316 h 1962954"/>
              <a:gd name="connsiteX7" fmla="*/ 2843765 w 3934609"/>
              <a:gd name="connsiteY7" fmla="*/ 1957181 h 1962954"/>
              <a:gd name="connsiteX8" fmla="*/ 2286208 w 3934609"/>
              <a:gd name="connsiteY8" fmla="*/ 1759538 h 1962954"/>
              <a:gd name="connsiteX9" fmla="*/ 2160346 w 3934609"/>
              <a:gd name="connsiteY9" fmla="*/ 1510649 h 1962954"/>
              <a:gd name="connsiteX10" fmla="*/ 2096814 w 3934609"/>
              <a:gd name="connsiteY10" fmla="*/ 1323768 h 1962954"/>
              <a:gd name="connsiteX11" fmla="*/ 1975561 w 3934609"/>
              <a:gd name="connsiteY11" fmla="*/ 1117266 h 1962954"/>
              <a:gd name="connsiteX12" fmla="*/ 1823828 w 3934609"/>
              <a:gd name="connsiteY12" fmla="*/ 1052687 h 1962954"/>
              <a:gd name="connsiteX13" fmla="*/ 1670666 w 3934609"/>
              <a:gd name="connsiteY13" fmla="*/ 1031160 h 1962954"/>
              <a:gd name="connsiteX14" fmla="*/ 1479118 w 3934609"/>
              <a:gd name="connsiteY14" fmla="*/ 1044495 h 1962954"/>
              <a:gd name="connsiteX15" fmla="*/ 1366532 w 3934609"/>
              <a:gd name="connsiteY15" fmla="*/ 1007919 h 1962954"/>
              <a:gd name="connsiteX16" fmla="*/ 1226038 w 3934609"/>
              <a:gd name="connsiteY16" fmla="*/ 867521 h 1962954"/>
              <a:gd name="connsiteX17" fmla="*/ 1038491 w 3934609"/>
              <a:gd name="connsiteY17" fmla="*/ 632920 h 1962954"/>
              <a:gd name="connsiteX18" fmla="*/ 0 w 3934609"/>
              <a:gd name="connsiteY18" fmla="*/ 0 h 1962954"/>
              <a:gd name="connsiteX0" fmla="*/ 3791407 w 3964547"/>
              <a:gd name="connsiteY0" fmla="*/ 292020 h 1962954"/>
              <a:gd name="connsiteX1" fmla="*/ 3769595 w 3964547"/>
              <a:gd name="connsiteY1" fmla="*/ 888762 h 1962954"/>
              <a:gd name="connsiteX2" fmla="*/ 3964529 w 3964547"/>
              <a:gd name="connsiteY2" fmla="*/ 963893 h 1962954"/>
              <a:gd name="connsiteX3" fmla="*/ 3933005 w 3964547"/>
              <a:gd name="connsiteY3" fmla="*/ 1339204 h 1962954"/>
              <a:gd name="connsiteX4" fmla="*/ 3830168 w 3964547"/>
              <a:gd name="connsiteY4" fmla="*/ 1559520 h 1962954"/>
              <a:gd name="connsiteX5" fmla="*/ 3482917 w 3964547"/>
              <a:gd name="connsiteY5" fmla="*/ 1776225 h 1962954"/>
              <a:gd name="connsiteX6" fmla="*/ 3167043 w 3964547"/>
              <a:gd name="connsiteY6" fmla="*/ 1898316 h 1962954"/>
              <a:gd name="connsiteX7" fmla="*/ 2843765 w 3964547"/>
              <a:gd name="connsiteY7" fmla="*/ 1957181 h 1962954"/>
              <a:gd name="connsiteX8" fmla="*/ 2286208 w 3964547"/>
              <a:gd name="connsiteY8" fmla="*/ 1759538 h 1962954"/>
              <a:gd name="connsiteX9" fmla="*/ 2160346 w 3964547"/>
              <a:gd name="connsiteY9" fmla="*/ 1510649 h 1962954"/>
              <a:gd name="connsiteX10" fmla="*/ 2096814 w 3964547"/>
              <a:gd name="connsiteY10" fmla="*/ 1323768 h 1962954"/>
              <a:gd name="connsiteX11" fmla="*/ 1975561 w 3964547"/>
              <a:gd name="connsiteY11" fmla="*/ 1117266 h 1962954"/>
              <a:gd name="connsiteX12" fmla="*/ 1823828 w 3964547"/>
              <a:gd name="connsiteY12" fmla="*/ 1052687 h 1962954"/>
              <a:gd name="connsiteX13" fmla="*/ 1670666 w 3964547"/>
              <a:gd name="connsiteY13" fmla="*/ 1031160 h 1962954"/>
              <a:gd name="connsiteX14" fmla="*/ 1479118 w 3964547"/>
              <a:gd name="connsiteY14" fmla="*/ 1044495 h 1962954"/>
              <a:gd name="connsiteX15" fmla="*/ 1366532 w 3964547"/>
              <a:gd name="connsiteY15" fmla="*/ 1007919 h 1962954"/>
              <a:gd name="connsiteX16" fmla="*/ 1226038 w 3964547"/>
              <a:gd name="connsiteY16" fmla="*/ 867521 h 1962954"/>
              <a:gd name="connsiteX17" fmla="*/ 1038491 w 3964547"/>
              <a:gd name="connsiteY17" fmla="*/ 632920 h 1962954"/>
              <a:gd name="connsiteX18" fmla="*/ 0 w 3964547"/>
              <a:gd name="connsiteY18" fmla="*/ 0 h 1962954"/>
              <a:gd name="connsiteX0" fmla="*/ 3791407 w 3969147"/>
              <a:gd name="connsiteY0" fmla="*/ 292020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80908"/>
              <a:gd name="connsiteX1" fmla="*/ 3969127 w 3969147"/>
              <a:gd name="connsiteY1" fmla="*/ 705659 h 1980908"/>
              <a:gd name="connsiteX2" fmla="*/ 3964529 w 3969147"/>
              <a:gd name="connsiteY2" fmla="*/ 963893 h 1980908"/>
              <a:gd name="connsiteX3" fmla="*/ 3933005 w 3969147"/>
              <a:gd name="connsiteY3" fmla="*/ 1339204 h 1980908"/>
              <a:gd name="connsiteX4" fmla="*/ 3830168 w 3969147"/>
              <a:gd name="connsiteY4" fmla="*/ 1559520 h 1980908"/>
              <a:gd name="connsiteX5" fmla="*/ 3482917 w 3969147"/>
              <a:gd name="connsiteY5" fmla="*/ 1776225 h 1980908"/>
              <a:gd name="connsiteX6" fmla="*/ 3361825 w 3969147"/>
              <a:gd name="connsiteY6" fmla="*/ 1957279 h 1980908"/>
              <a:gd name="connsiteX7" fmla="*/ 2843765 w 3969147"/>
              <a:gd name="connsiteY7" fmla="*/ 1957181 h 1980908"/>
              <a:gd name="connsiteX8" fmla="*/ 2286208 w 3969147"/>
              <a:gd name="connsiteY8" fmla="*/ 1759538 h 1980908"/>
              <a:gd name="connsiteX9" fmla="*/ 2160346 w 3969147"/>
              <a:gd name="connsiteY9" fmla="*/ 1510649 h 1980908"/>
              <a:gd name="connsiteX10" fmla="*/ 2096814 w 3969147"/>
              <a:gd name="connsiteY10" fmla="*/ 1323768 h 1980908"/>
              <a:gd name="connsiteX11" fmla="*/ 1975561 w 3969147"/>
              <a:gd name="connsiteY11" fmla="*/ 1117266 h 1980908"/>
              <a:gd name="connsiteX12" fmla="*/ 1823828 w 3969147"/>
              <a:gd name="connsiteY12" fmla="*/ 1052687 h 1980908"/>
              <a:gd name="connsiteX13" fmla="*/ 1670666 w 3969147"/>
              <a:gd name="connsiteY13" fmla="*/ 1031160 h 1980908"/>
              <a:gd name="connsiteX14" fmla="*/ 1479118 w 3969147"/>
              <a:gd name="connsiteY14" fmla="*/ 1044495 h 1980908"/>
              <a:gd name="connsiteX15" fmla="*/ 1366532 w 3969147"/>
              <a:gd name="connsiteY15" fmla="*/ 1007919 h 1980908"/>
              <a:gd name="connsiteX16" fmla="*/ 1226038 w 3969147"/>
              <a:gd name="connsiteY16" fmla="*/ 867521 h 1980908"/>
              <a:gd name="connsiteX17" fmla="*/ 1038491 w 3969147"/>
              <a:gd name="connsiteY17" fmla="*/ 632920 h 1980908"/>
              <a:gd name="connsiteX18" fmla="*/ 0 w 3969147"/>
              <a:gd name="connsiteY18" fmla="*/ 0 h 1980908"/>
              <a:gd name="connsiteX0" fmla="*/ 3857612 w 3969147"/>
              <a:gd name="connsiteY0" fmla="*/ 306529 h 1970473"/>
              <a:gd name="connsiteX1" fmla="*/ 3969127 w 3969147"/>
              <a:gd name="connsiteY1" fmla="*/ 705659 h 1970473"/>
              <a:gd name="connsiteX2" fmla="*/ 3964529 w 3969147"/>
              <a:gd name="connsiteY2" fmla="*/ 963893 h 1970473"/>
              <a:gd name="connsiteX3" fmla="*/ 3933005 w 3969147"/>
              <a:gd name="connsiteY3" fmla="*/ 1339204 h 1970473"/>
              <a:gd name="connsiteX4" fmla="*/ 3830168 w 3969147"/>
              <a:gd name="connsiteY4" fmla="*/ 1559520 h 1970473"/>
              <a:gd name="connsiteX5" fmla="*/ 3482917 w 3969147"/>
              <a:gd name="connsiteY5" fmla="*/ 1776225 h 1970473"/>
              <a:gd name="connsiteX6" fmla="*/ 3361825 w 3969147"/>
              <a:gd name="connsiteY6" fmla="*/ 1957279 h 1970473"/>
              <a:gd name="connsiteX7" fmla="*/ 2873536 w 3969147"/>
              <a:gd name="connsiteY7" fmla="*/ 1934603 h 1970473"/>
              <a:gd name="connsiteX8" fmla="*/ 2286208 w 3969147"/>
              <a:gd name="connsiteY8" fmla="*/ 1759538 h 1970473"/>
              <a:gd name="connsiteX9" fmla="*/ 2160346 w 3969147"/>
              <a:gd name="connsiteY9" fmla="*/ 1510649 h 1970473"/>
              <a:gd name="connsiteX10" fmla="*/ 2096814 w 3969147"/>
              <a:gd name="connsiteY10" fmla="*/ 1323768 h 1970473"/>
              <a:gd name="connsiteX11" fmla="*/ 1975561 w 3969147"/>
              <a:gd name="connsiteY11" fmla="*/ 1117266 h 1970473"/>
              <a:gd name="connsiteX12" fmla="*/ 1823828 w 3969147"/>
              <a:gd name="connsiteY12" fmla="*/ 1052687 h 1970473"/>
              <a:gd name="connsiteX13" fmla="*/ 1670666 w 3969147"/>
              <a:gd name="connsiteY13" fmla="*/ 1031160 h 1970473"/>
              <a:gd name="connsiteX14" fmla="*/ 1479118 w 3969147"/>
              <a:gd name="connsiteY14" fmla="*/ 1044495 h 1970473"/>
              <a:gd name="connsiteX15" fmla="*/ 1366532 w 3969147"/>
              <a:gd name="connsiteY15" fmla="*/ 1007919 h 1970473"/>
              <a:gd name="connsiteX16" fmla="*/ 1226038 w 3969147"/>
              <a:gd name="connsiteY16" fmla="*/ 867521 h 1970473"/>
              <a:gd name="connsiteX17" fmla="*/ 1038491 w 3969147"/>
              <a:gd name="connsiteY17" fmla="*/ 632920 h 1970473"/>
              <a:gd name="connsiteX18" fmla="*/ 0 w 3969147"/>
              <a:gd name="connsiteY18" fmla="*/ 0 h 1970473"/>
              <a:gd name="connsiteX0" fmla="*/ 3857612 w 3969147"/>
              <a:gd name="connsiteY0" fmla="*/ 306529 h 1970837"/>
              <a:gd name="connsiteX1" fmla="*/ 3969127 w 3969147"/>
              <a:gd name="connsiteY1" fmla="*/ 705659 h 1970837"/>
              <a:gd name="connsiteX2" fmla="*/ 3964529 w 3969147"/>
              <a:gd name="connsiteY2" fmla="*/ 963893 h 1970837"/>
              <a:gd name="connsiteX3" fmla="*/ 3933005 w 3969147"/>
              <a:gd name="connsiteY3" fmla="*/ 1339204 h 1970837"/>
              <a:gd name="connsiteX4" fmla="*/ 3830168 w 3969147"/>
              <a:gd name="connsiteY4" fmla="*/ 1559520 h 1970837"/>
              <a:gd name="connsiteX5" fmla="*/ 3482917 w 3969147"/>
              <a:gd name="connsiteY5" fmla="*/ 1776225 h 1970837"/>
              <a:gd name="connsiteX6" fmla="*/ 3361825 w 3969147"/>
              <a:gd name="connsiteY6" fmla="*/ 1957279 h 1970837"/>
              <a:gd name="connsiteX7" fmla="*/ 2873536 w 3969147"/>
              <a:gd name="connsiteY7" fmla="*/ 1934603 h 1970837"/>
              <a:gd name="connsiteX8" fmla="*/ 2346210 w 3969147"/>
              <a:gd name="connsiteY8" fmla="*/ 1750409 h 1970837"/>
              <a:gd name="connsiteX9" fmla="*/ 2160346 w 3969147"/>
              <a:gd name="connsiteY9" fmla="*/ 1510649 h 1970837"/>
              <a:gd name="connsiteX10" fmla="*/ 2096814 w 3969147"/>
              <a:gd name="connsiteY10" fmla="*/ 1323768 h 1970837"/>
              <a:gd name="connsiteX11" fmla="*/ 1975561 w 3969147"/>
              <a:gd name="connsiteY11" fmla="*/ 1117266 h 1970837"/>
              <a:gd name="connsiteX12" fmla="*/ 1823828 w 3969147"/>
              <a:gd name="connsiteY12" fmla="*/ 1052687 h 1970837"/>
              <a:gd name="connsiteX13" fmla="*/ 1670666 w 3969147"/>
              <a:gd name="connsiteY13" fmla="*/ 1031160 h 1970837"/>
              <a:gd name="connsiteX14" fmla="*/ 1479118 w 3969147"/>
              <a:gd name="connsiteY14" fmla="*/ 1044495 h 1970837"/>
              <a:gd name="connsiteX15" fmla="*/ 1366532 w 3969147"/>
              <a:gd name="connsiteY15" fmla="*/ 1007919 h 1970837"/>
              <a:gd name="connsiteX16" fmla="*/ 1226038 w 3969147"/>
              <a:gd name="connsiteY16" fmla="*/ 867521 h 1970837"/>
              <a:gd name="connsiteX17" fmla="*/ 1038491 w 3969147"/>
              <a:gd name="connsiteY17" fmla="*/ 632920 h 1970837"/>
              <a:gd name="connsiteX18" fmla="*/ 0 w 3969147"/>
              <a:gd name="connsiteY18" fmla="*/ 0 h 1970837"/>
              <a:gd name="connsiteX0" fmla="*/ 3860773 w 3969147"/>
              <a:gd name="connsiteY0" fmla="*/ 481605 h 1970837"/>
              <a:gd name="connsiteX1" fmla="*/ 3969127 w 3969147"/>
              <a:gd name="connsiteY1" fmla="*/ 705659 h 1970837"/>
              <a:gd name="connsiteX2" fmla="*/ 3964529 w 3969147"/>
              <a:gd name="connsiteY2" fmla="*/ 963893 h 1970837"/>
              <a:gd name="connsiteX3" fmla="*/ 3933005 w 3969147"/>
              <a:gd name="connsiteY3" fmla="*/ 1339204 h 1970837"/>
              <a:gd name="connsiteX4" fmla="*/ 3830168 w 3969147"/>
              <a:gd name="connsiteY4" fmla="*/ 1559520 h 1970837"/>
              <a:gd name="connsiteX5" fmla="*/ 3482917 w 3969147"/>
              <a:gd name="connsiteY5" fmla="*/ 1776225 h 1970837"/>
              <a:gd name="connsiteX6" fmla="*/ 3361825 w 3969147"/>
              <a:gd name="connsiteY6" fmla="*/ 1957279 h 1970837"/>
              <a:gd name="connsiteX7" fmla="*/ 2873536 w 3969147"/>
              <a:gd name="connsiteY7" fmla="*/ 1934603 h 1970837"/>
              <a:gd name="connsiteX8" fmla="*/ 2346210 w 3969147"/>
              <a:gd name="connsiteY8" fmla="*/ 1750409 h 1970837"/>
              <a:gd name="connsiteX9" fmla="*/ 2160346 w 3969147"/>
              <a:gd name="connsiteY9" fmla="*/ 1510649 h 1970837"/>
              <a:gd name="connsiteX10" fmla="*/ 2096814 w 3969147"/>
              <a:gd name="connsiteY10" fmla="*/ 1323768 h 1970837"/>
              <a:gd name="connsiteX11" fmla="*/ 1975561 w 3969147"/>
              <a:gd name="connsiteY11" fmla="*/ 1117266 h 1970837"/>
              <a:gd name="connsiteX12" fmla="*/ 1823828 w 3969147"/>
              <a:gd name="connsiteY12" fmla="*/ 1052687 h 1970837"/>
              <a:gd name="connsiteX13" fmla="*/ 1670666 w 3969147"/>
              <a:gd name="connsiteY13" fmla="*/ 1031160 h 1970837"/>
              <a:gd name="connsiteX14" fmla="*/ 1479118 w 3969147"/>
              <a:gd name="connsiteY14" fmla="*/ 1044495 h 1970837"/>
              <a:gd name="connsiteX15" fmla="*/ 1366532 w 3969147"/>
              <a:gd name="connsiteY15" fmla="*/ 1007919 h 1970837"/>
              <a:gd name="connsiteX16" fmla="*/ 1226038 w 3969147"/>
              <a:gd name="connsiteY16" fmla="*/ 867521 h 1970837"/>
              <a:gd name="connsiteX17" fmla="*/ 1038491 w 3969147"/>
              <a:gd name="connsiteY17" fmla="*/ 632920 h 1970837"/>
              <a:gd name="connsiteX18" fmla="*/ 0 w 3969147"/>
              <a:gd name="connsiteY18" fmla="*/ 0 h 1970837"/>
              <a:gd name="connsiteX0" fmla="*/ 3860773 w 3969147"/>
              <a:gd name="connsiteY0" fmla="*/ 481605 h 1970837"/>
              <a:gd name="connsiteX1" fmla="*/ 3969127 w 3969147"/>
              <a:gd name="connsiteY1" fmla="*/ 705659 h 1970837"/>
              <a:gd name="connsiteX2" fmla="*/ 3964529 w 3969147"/>
              <a:gd name="connsiteY2" fmla="*/ 963893 h 1970837"/>
              <a:gd name="connsiteX3" fmla="*/ 3933005 w 3969147"/>
              <a:gd name="connsiteY3" fmla="*/ 1339204 h 1970837"/>
              <a:gd name="connsiteX4" fmla="*/ 3830168 w 3969147"/>
              <a:gd name="connsiteY4" fmla="*/ 1559520 h 1970837"/>
              <a:gd name="connsiteX5" fmla="*/ 3482917 w 3969147"/>
              <a:gd name="connsiteY5" fmla="*/ 1776225 h 1970837"/>
              <a:gd name="connsiteX6" fmla="*/ 3361825 w 3969147"/>
              <a:gd name="connsiteY6" fmla="*/ 1957279 h 1970837"/>
              <a:gd name="connsiteX7" fmla="*/ 2873536 w 3969147"/>
              <a:gd name="connsiteY7" fmla="*/ 1934603 h 1970837"/>
              <a:gd name="connsiteX8" fmla="*/ 2346210 w 3969147"/>
              <a:gd name="connsiteY8" fmla="*/ 1750409 h 1970837"/>
              <a:gd name="connsiteX9" fmla="*/ 2141794 w 3969147"/>
              <a:gd name="connsiteY9" fmla="*/ 1653986 h 1970837"/>
              <a:gd name="connsiteX10" fmla="*/ 2096814 w 3969147"/>
              <a:gd name="connsiteY10" fmla="*/ 1323768 h 1970837"/>
              <a:gd name="connsiteX11" fmla="*/ 1975561 w 3969147"/>
              <a:gd name="connsiteY11" fmla="*/ 1117266 h 1970837"/>
              <a:gd name="connsiteX12" fmla="*/ 1823828 w 3969147"/>
              <a:gd name="connsiteY12" fmla="*/ 1052687 h 1970837"/>
              <a:gd name="connsiteX13" fmla="*/ 1670666 w 3969147"/>
              <a:gd name="connsiteY13" fmla="*/ 1031160 h 1970837"/>
              <a:gd name="connsiteX14" fmla="*/ 1479118 w 3969147"/>
              <a:gd name="connsiteY14" fmla="*/ 1044495 h 1970837"/>
              <a:gd name="connsiteX15" fmla="*/ 1366532 w 3969147"/>
              <a:gd name="connsiteY15" fmla="*/ 1007919 h 1970837"/>
              <a:gd name="connsiteX16" fmla="*/ 1226038 w 3969147"/>
              <a:gd name="connsiteY16" fmla="*/ 867521 h 1970837"/>
              <a:gd name="connsiteX17" fmla="*/ 1038491 w 3969147"/>
              <a:gd name="connsiteY17" fmla="*/ 632920 h 1970837"/>
              <a:gd name="connsiteX18" fmla="*/ 0 w 3969147"/>
              <a:gd name="connsiteY18" fmla="*/ 0 h 1970837"/>
              <a:gd name="connsiteX0" fmla="*/ 3860773 w 3969147"/>
              <a:gd name="connsiteY0" fmla="*/ 481605 h 1970837"/>
              <a:gd name="connsiteX1" fmla="*/ 3969127 w 3969147"/>
              <a:gd name="connsiteY1" fmla="*/ 705659 h 1970837"/>
              <a:gd name="connsiteX2" fmla="*/ 3964529 w 3969147"/>
              <a:gd name="connsiteY2" fmla="*/ 963893 h 1970837"/>
              <a:gd name="connsiteX3" fmla="*/ 3933005 w 3969147"/>
              <a:gd name="connsiteY3" fmla="*/ 1339204 h 1970837"/>
              <a:gd name="connsiteX4" fmla="*/ 3830168 w 3969147"/>
              <a:gd name="connsiteY4" fmla="*/ 1559520 h 1970837"/>
              <a:gd name="connsiteX5" fmla="*/ 3482917 w 3969147"/>
              <a:gd name="connsiteY5" fmla="*/ 1776225 h 1970837"/>
              <a:gd name="connsiteX6" fmla="*/ 3361825 w 3969147"/>
              <a:gd name="connsiteY6" fmla="*/ 1957279 h 1970837"/>
              <a:gd name="connsiteX7" fmla="*/ 2873536 w 3969147"/>
              <a:gd name="connsiteY7" fmla="*/ 1934603 h 1970837"/>
              <a:gd name="connsiteX8" fmla="*/ 2346210 w 3969147"/>
              <a:gd name="connsiteY8" fmla="*/ 1750409 h 1970837"/>
              <a:gd name="connsiteX9" fmla="*/ 2141794 w 3969147"/>
              <a:gd name="connsiteY9" fmla="*/ 1653986 h 1970837"/>
              <a:gd name="connsiteX10" fmla="*/ 1983232 w 3969147"/>
              <a:gd name="connsiteY10" fmla="*/ 1611057 h 1970837"/>
              <a:gd name="connsiteX11" fmla="*/ 1975561 w 3969147"/>
              <a:gd name="connsiteY11" fmla="*/ 1117266 h 1970837"/>
              <a:gd name="connsiteX12" fmla="*/ 1823828 w 3969147"/>
              <a:gd name="connsiteY12" fmla="*/ 1052687 h 1970837"/>
              <a:gd name="connsiteX13" fmla="*/ 1670666 w 3969147"/>
              <a:gd name="connsiteY13" fmla="*/ 1031160 h 1970837"/>
              <a:gd name="connsiteX14" fmla="*/ 1479118 w 3969147"/>
              <a:gd name="connsiteY14" fmla="*/ 1044495 h 1970837"/>
              <a:gd name="connsiteX15" fmla="*/ 1366532 w 3969147"/>
              <a:gd name="connsiteY15" fmla="*/ 1007919 h 1970837"/>
              <a:gd name="connsiteX16" fmla="*/ 1226038 w 3969147"/>
              <a:gd name="connsiteY16" fmla="*/ 867521 h 1970837"/>
              <a:gd name="connsiteX17" fmla="*/ 1038491 w 3969147"/>
              <a:gd name="connsiteY17" fmla="*/ 632920 h 1970837"/>
              <a:gd name="connsiteX18" fmla="*/ 0 w 3969147"/>
              <a:gd name="connsiteY18" fmla="*/ 0 h 1970837"/>
              <a:gd name="connsiteX0" fmla="*/ 2822282 w 2930656"/>
              <a:gd name="connsiteY0" fmla="*/ 0 h 1489232"/>
              <a:gd name="connsiteX1" fmla="*/ 2930636 w 2930656"/>
              <a:gd name="connsiteY1" fmla="*/ 224054 h 1489232"/>
              <a:gd name="connsiteX2" fmla="*/ 2926038 w 2930656"/>
              <a:gd name="connsiteY2" fmla="*/ 482288 h 1489232"/>
              <a:gd name="connsiteX3" fmla="*/ 2894514 w 2930656"/>
              <a:gd name="connsiteY3" fmla="*/ 857599 h 1489232"/>
              <a:gd name="connsiteX4" fmla="*/ 2791677 w 2930656"/>
              <a:gd name="connsiteY4" fmla="*/ 1077915 h 1489232"/>
              <a:gd name="connsiteX5" fmla="*/ 2444426 w 2930656"/>
              <a:gd name="connsiteY5" fmla="*/ 1294620 h 1489232"/>
              <a:gd name="connsiteX6" fmla="*/ 2323334 w 2930656"/>
              <a:gd name="connsiteY6" fmla="*/ 1475674 h 1489232"/>
              <a:gd name="connsiteX7" fmla="*/ 1835045 w 2930656"/>
              <a:gd name="connsiteY7" fmla="*/ 1452998 h 1489232"/>
              <a:gd name="connsiteX8" fmla="*/ 1307719 w 2930656"/>
              <a:gd name="connsiteY8" fmla="*/ 1268804 h 1489232"/>
              <a:gd name="connsiteX9" fmla="*/ 1103303 w 2930656"/>
              <a:gd name="connsiteY9" fmla="*/ 1172381 h 1489232"/>
              <a:gd name="connsiteX10" fmla="*/ 944741 w 2930656"/>
              <a:gd name="connsiteY10" fmla="*/ 1129452 h 1489232"/>
              <a:gd name="connsiteX11" fmla="*/ 937070 w 2930656"/>
              <a:gd name="connsiteY11" fmla="*/ 635661 h 1489232"/>
              <a:gd name="connsiteX12" fmla="*/ 785337 w 2930656"/>
              <a:gd name="connsiteY12" fmla="*/ 571082 h 1489232"/>
              <a:gd name="connsiteX13" fmla="*/ 632175 w 2930656"/>
              <a:gd name="connsiteY13" fmla="*/ 549555 h 1489232"/>
              <a:gd name="connsiteX14" fmla="*/ 440627 w 2930656"/>
              <a:gd name="connsiteY14" fmla="*/ 562890 h 1489232"/>
              <a:gd name="connsiteX15" fmla="*/ 328041 w 2930656"/>
              <a:gd name="connsiteY15" fmla="*/ 526314 h 1489232"/>
              <a:gd name="connsiteX16" fmla="*/ 187547 w 2930656"/>
              <a:gd name="connsiteY16" fmla="*/ 385916 h 1489232"/>
              <a:gd name="connsiteX17" fmla="*/ 0 w 2930656"/>
              <a:gd name="connsiteY17" fmla="*/ 151315 h 1489232"/>
              <a:gd name="connsiteX0" fmla="*/ 2634735 w 2743109"/>
              <a:gd name="connsiteY0" fmla="*/ 0 h 1489232"/>
              <a:gd name="connsiteX1" fmla="*/ 2743089 w 2743109"/>
              <a:gd name="connsiteY1" fmla="*/ 224054 h 1489232"/>
              <a:gd name="connsiteX2" fmla="*/ 2738491 w 2743109"/>
              <a:gd name="connsiteY2" fmla="*/ 482288 h 1489232"/>
              <a:gd name="connsiteX3" fmla="*/ 2706967 w 2743109"/>
              <a:gd name="connsiteY3" fmla="*/ 857599 h 1489232"/>
              <a:gd name="connsiteX4" fmla="*/ 2604130 w 2743109"/>
              <a:gd name="connsiteY4" fmla="*/ 1077915 h 1489232"/>
              <a:gd name="connsiteX5" fmla="*/ 2256879 w 2743109"/>
              <a:gd name="connsiteY5" fmla="*/ 1294620 h 1489232"/>
              <a:gd name="connsiteX6" fmla="*/ 2135787 w 2743109"/>
              <a:gd name="connsiteY6" fmla="*/ 1475674 h 1489232"/>
              <a:gd name="connsiteX7" fmla="*/ 1647498 w 2743109"/>
              <a:gd name="connsiteY7" fmla="*/ 1452998 h 1489232"/>
              <a:gd name="connsiteX8" fmla="*/ 1120172 w 2743109"/>
              <a:gd name="connsiteY8" fmla="*/ 1268804 h 1489232"/>
              <a:gd name="connsiteX9" fmla="*/ 915756 w 2743109"/>
              <a:gd name="connsiteY9" fmla="*/ 1172381 h 1489232"/>
              <a:gd name="connsiteX10" fmla="*/ 757194 w 2743109"/>
              <a:gd name="connsiteY10" fmla="*/ 1129452 h 1489232"/>
              <a:gd name="connsiteX11" fmla="*/ 749523 w 2743109"/>
              <a:gd name="connsiteY11" fmla="*/ 635661 h 1489232"/>
              <a:gd name="connsiteX12" fmla="*/ 597790 w 2743109"/>
              <a:gd name="connsiteY12" fmla="*/ 571082 h 1489232"/>
              <a:gd name="connsiteX13" fmla="*/ 444628 w 2743109"/>
              <a:gd name="connsiteY13" fmla="*/ 549555 h 1489232"/>
              <a:gd name="connsiteX14" fmla="*/ 253080 w 2743109"/>
              <a:gd name="connsiteY14" fmla="*/ 562890 h 1489232"/>
              <a:gd name="connsiteX15" fmla="*/ 140494 w 2743109"/>
              <a:gd name="connsiteY15" fmla="*/ 526314 h 1489232"/>
              <a:gd name="connsiteX16" fmla="*/ 0 w 2743109"/>
              <a:gd name="connsiteY16" fmla="*/ 385916 h 1489232"/>
              <a:gd name="connsiteX0" fmla="*/ 2494241 w 2602615"/>
              <a:gd name="connsiteY0" fmla="*/ 0 h 1489232"/>
              <a:gd name="connsiteX1" fmla="*/ 2602595 w 2602615"/>
              <a:gd name="connsiteY1" fmla="*/ 224054 h 1489232"/>
              <a:gd name="connsiteX2" fmla="*/ 2597997 w 2602615"/>
              <a:gd name="connsiteY2" fmla="*/ 482288 h 1489232"/>
              <a:gd name="connsiteX3" fmla="*/ 2566473 w 2602615"/>
              <a:gd name="connsiteY3" fmla="*/ 857599 h 1489232"/>
              <a:gd name="connsiteX4" fmla="*/ 2463636 w 2602615"/>
              <a:gd name="connsiteY4" fmla="*/ 1077915 h 1489232"/>
              <a:gd name="connsiteX5" fmla="*/ 2116385 w 2602615"/>
              <a:gd name="connsiteY5" fmla="*/ 1294620 h 1489232"/>
              <a:gd name="connsiteX6" fmla="*/ 1995293 w 2602615"/>
              <a:gd name="connsiteY6" fmla="*/ 1475674 h 1489232"/>
              <a:gd name="connsiteX7" fmla="*/ 1507004 w 2602615"/>
              <a:gd name="connsiteY7" fmla="*/ 1452998 h 1489232"/>
              <a:gd name="connsiteX8" fmla="*/ 979678 w 2602615"/>
              <a:gd name="connsiteY8" fmla="*/ 1268804 h 1489232"/>
              <a:gd name="connsiteX9" fmla="*/ 775262 w 2602615"/>
              <a:gd name="connsiteY9" fmla="*/ 1172381 h 1489232"/>
              <a:gd name="connsiteX10" fmla="*/ 616700 w 2602615"/>
              <a:gd name="connsiteY10" fmla="*/ 1129452 h 1489232"/>
              <a:gd name="connsiteX11" fmla="*/ 609029 w 2602615"/>
              <a:gd name="connsiteY11" fmla="*/ 635661 h 1489232"/>
              <a:gd name="connsiteX12" fmla="*/ 457296 w 2602615"/>
              <a:gd name="connsiteY12" fmla="*/ 571082 h 1489232"/>
              <a:gd name="connsiteX13" fmla="*/ 304134 w 2602615"/>
              <a:gd name="connsiteY13" fmla="*/ 549555 h 1489232"/>
              <a:gd name="connsiteX14" fmla="*/ 112586 w 2602615"/>
              <a:gd name="connsiteY14" fmla="*/ 562890 h 1489232"/>
              <a:gd name="connsiteX15" fmla="*/ 0 w 2602615"/>
              <a:gd name="connsiteY15" fmla="*/ 526314 h 1489232"/>
              <a:gd name="connsiteX0" fmla="*/ 2494241 w 2602615"/>
              <a:gd name="connsiteY0" fmla="*/ 0 h 1489232"/>
              <a:gd name="connsiteX1" fmla="*/ 2602595 w 2602615"/>
              <a:gd name="connsiteY1" fmla="*/ 224054 h 1489232"/>
              <a:gd name="connsiteX2" fmla="*/ 2597997 w 2602615"/>
              <a:gd name="connsiteY2" fmla="*/ 482288 h 1489232"/>
              <a:gd name="connsiteX3" fmla="*/ 2566473 w 2602615"/>
              <a:gd name="connsiteY3" fmla="*/ 857599 h 1489232"/>
              <a:gd name="connsiteX4" fmla="*/ 2463636 w 2602615"/>
              <a:gd name="connsiteY4" fmla="*/ 1077915 h 1489232"/>
              <a:gd name="connsiteX5" fmla="*/ 2116385 w 2602615"/>
              <a:gd name="connsiteY5" fmla="*/ 1294620 h 1489232"/>
              <a:gd name="connsiteX6" fmla="*/ 1995293 w 2602615"/>
              <a:gd name="connsiteY6" fmla="*/ 1475674 h 1489232"/>
              <a:gd name="connsiteX7" fmla="*/ 1507004 w 2602615"/>
              <a:gd name="connsiteY7" fmla="*/ 1452998 h 1489232"/>
              <a:gd name="connsiteX8" fmla="*/ 979678 w 2602615"/>
              <a:gd name="connsiteY8" fmla="*/ 1268804 h 1489232"/>
              <a:gd name="connsiteX9" fmla="*/ 775262 w 2602615"/>
              <a:gd name="connsiteY9" fmla="*/ 1172381 h 1489232"/>
              <a:gd name="connsiteX10" fmla="*/ 616700 w 2602615"/>
              <a:gd name="connsiteY10" fmla="*/ 1129452 h 1489232"/>
              <a:gd name="connsiteX11" fmla="*/ 457296 w 2602615"/>
              <a:gd name="connsiteY11" fmla="*/ 571082 h 1489232"/>
              <a:gd name="connsiteX12" fmla="*/ 304134 w 2602615"/>
              <a:gd name="connsiteY12" fmla="*/ 549555 h 1489232"/>
              <a:gd name="connsiteX13" fmla="*/ 112586 w 2602615"/>
              <a:gd name="connsiteY13" fmla="*/ 562890 h 1489232"/>
              <a:gd name="connsiteX14" fmla="*/ 0 w 2602615"/>
              <a:gd name="connsiteY14" fmla="*/ 526314 h 1489232"/>
              <a:gd name="connsiteX0" fmla="*/ 2494241 w 2602615"/>
              <a:gd name="connsiteY0" fmla="*/ 0 h 1489232"/>
              <a:gd name="connsiteX1" fmla="*/ 2602595 w 2602615"/>
              <a:gd name="connsiteY1" fmla="*/ 224054 h 1489232"/>
              <a:gd name="connsiteX2" fmla="*/ 2597997 w 2602615"/>
              <a:gd name="connsiteY2" fmla="*/ 482288 h 1489232"/>
              <a:gd name="connsiteX3" fmla="*/ 2566473 w 2602615"/>
              <a:gd name="connsiteY3" fmla="*/ 857599 h 1489232"/>
              <a:gd name="connsiteX4" fmla="*/ 2463636 w 2602615"/>
              <a:gd name="connsiteY4" fmla="*/ 1077915 h 1489232"/>
              <a:gd name="connsiteX5" fmla="*/ 2116385 w 2602615"/>
              <a:gd name="connsiteY5" fmla="*/ 1294620 h 1489232"/>
              <a:gd name="connsiteX6" fmla="*/ 1995293 w 2602615"/>
              <a:gd name="connsiteY6" fmla="*/ 1475674 h 1489232"/>
              <a:gd name="connsiteX7" fmla="*/ 1507004 w 2602615"/>
              <a:gd name="connsiteY7" fmla="*/ 1452998 h 1489232"/>
              <a:gd name="connsiteX8" fmla="*/ 979678 w 2602615"/>
              <a:gd name="connsiteY8" fmla="*/ 1268804 h 1489232"/>
              <a:gd name="connsiteX9" fmla="*/ 775262 w 2602615"/>
              <a:gd name="connsiteY9" fmla="*/ 1172381 h 1489232"/>
              <a:gd name="connsiteX10" fmla="*/ 616700 w 2602615"/>
              <a:gd name="connsiteY10" fmla="*/ 1129452 h 1489232"/>
              <a:gd name="connsiteX11" fmla="*/ 304134 w 2602615"/>
              <a:gd name="connsiteY11" fmla="*/ 549555 h 1489232"/>
              <a:gd name="connsiteX12" fmla="*/ 112586 w 2602615"/>
              <a:gd name="connsiteY12" fmla="*/ 562890 h 1489232"/>
              <a:gd name="connsiteX13" fmla="*/ 0 w 2602615"/>
              <a:gd name="connsiteY13" fmla="*/ 526314 h 1489232"/>
              <a:gd name="connsiteX0" fmla="*/ 2381655 w 2490029"/>
              <a:gd name="connsiteY0" fmla="*/ 0 h 1489232"/>
              <a:gd name="connsiteX1" fmla="*/ 2490009 w 2490029"/>
              <a:gd name="connsiteY1" fmla="*/ 224054 h 1489232"/>
              <a:gd name="connsiteX2" fmla="*/ 2485411 w 2490029"/>
              <a:gd name="connsiteY2" fmla="*/ 482288 h 1489232"/>
              <a:gd name="connsiteX3" fmla="*/ 2453887 w 2490029"/>
              <a:gd name="connsiteY3" fmla="*/ 857599 h 1489232"/>
              <a:gd name="connsiteX4" fmla="*/ 2351050 w 2490029"/>
              <a:gd name="connsiteY4" fmla="*/ 1077915 h 1489232"/>
              <a:gd name="connsiteX5" fmla="*/ 2003799 w 2490029"/>
              <a:gd name="connsiteY5" fmla="*/ 1294620 h 1489232"/>
              <a:gd name="connsiteX6" fmla="*/ 1882707 w 2490029"/>
              <a:gd name="connsiteY6" fmla="*/ 1475674 h 1489232"/>
              <a:gd name="connsiteX7" fmla="*/ 1394418 w 2490029"/>
              <a:gd name="connsiteY7" fmla="*/ 1452998 h 1489232"/>
              <a:gd name="connsiteX8" fmla="*/ 867092 w 2490029"/>
              <a:gd name="connsiteY8" fmla="*/ 1268804 h 1489232"/>
              <a:gd name="connsiteX9" fmla="*/ 662676 w 2490029"/>
              <a:gd name="connsiteY9" fmla="*/ 1172381 h 1489232"/>
              <a:gd name="connsiteX10" fmla="*/ 504114 w 2490029"/>
              <a:gd name="connsiteY10" fmla="*/ 1129452 h 1489232"/>
              <a:gd name="connsiteX11" fmla="*/ 191548 w 2490029"/>
              <a:gd name="connsiteY11" fmla="*/ 549555 h 1489232"/>
              <a:gd name="connsiteX12" fmla="*/ 0 w 2490029"/>
              <a:gd name="connsiteY12" fmla="*/ 562890 h 1489232"/>
              <a:gd name="connsiteX0" fmla="*/ 2190107 w 2298481"/>
              <a:gd name="connsiteY0" fmla="*/ 0 h 1489232"/>
              <a:gd name="connsiteX1" fmla="*/ 2298461 w 2298481"/>
              <a:gd name="connsiteY1" fmla="*/ 224054 h 1489232"/>
              <a:gd name="connsiteX2" fmla="*/ 2293863 w 2298481"/>
              <a:gd name="connsiteY2" fmla="*/ 482288 h 1489232"/>
              <a:gd name="connsiteX3" fmla="*/ 2262339 w 2298481"/>
              <a:gd name="connsiteY3" fmla="*/ 857599 h 1489232"/>
              <a:gd name="connsiteX4" fmla="*/ 2159502 w 2298481"/>
              <a:gd name="connsiteY4" fmla="*/ 1077915 h 1489232"/>
              <a:gd name="connsiteX5" fmla="*/ 1812251 w 2298481"/>
              <a:gd name="connsiteY5" fmla="*/ 1294620 h 1489232"/>
              <a:gd name="connsiteX6" fmla="*/ 1691159 w 2298481"/>
              <a:gd name="connsiteY6" fmla="*/ 1475674 h 1489232"/>
              <a:gd name="connsiteX7" fmla="*/ 1202870 w 2298481"/>
              <a:gd name="connsiteY7" fmla="*/ 1452998 h 1489232"/>
              <a:gd name="connsiteX8" fmla="*/ 675544 w 2298481"/>
              <a:gd name="connsiteY8" fmla="*/ 1268804 h 1489232"/>
              <a:gd name="connsiteX9" fmla="*/ 471128 w 2298481"/>
              <a:gd name="connsiteY9" fmla="*/ 1172381 h 1489232"/>
              <a:gd name="connsiteX10" fmla="*/ 312566 w 2298481"/>
              <a:gd name="connsiteY10" fmla="*/ 1129452 h 1489232"/>
              <a:gd name="connsiteX11" fmla="*/ 0 w 2298481"/>
              <a:gd name="connsiteY11" fmla="*/ 549555 h 1489232"/>
              <a:gd name="connsiteX0" fmla="*/ 1877541 w 1985915"/>
              <a:gd name="connsiteY0" fmla="*/ 0 h 1489232"/>
              <a:gd name="connsiteX1" fmla="*/ 1985895 w 1985915"/>
              <a:gd name="connsiteY1" fmla="*/ 224054 h 1489232"/>
              <a:gd name="connsiteX2" fmla="*/ 1981297 w 1985915"/>
              <a:gd name="connsiteY2" fmla="*/ 482288 h 1489232"/>
              <a:gd name="connsiteX3" fmla="*/ 1949773 w 1985915"/>
              <a:gd name="connsiteY3" fmla="*/ 857599 h 1489232"/>
              <a:gd name="connsiteX4" fmla="*/ 1846936 w 1985915"/>
              <a:gd name="connsiteY4" fmla="*/ 1077915 h 1489232"/>
              <a:gd name="connsiteX5" fmla="*/ 1499685 w 1985915"/>
              <a:gd name="connsiteY5" fmla="*/ 1294620 h 1489232"/>
              <a:gd name="connsiteX6" fmla="*/ 1378593 w 1985915"/>
              <a:gd name="connsiteY6" fmla="*/ 1475674 h 1489232"/>
              <a:gd name="connsiteX7" fmla="*/ 890304 w 1985915"/>
              <a:gd name="connsiteY7" fmla="*/ 1452998 h 1489232"/>
              <a:gd name="connsiteX8" fmla="*/ 362978 w 1985915"/>
              <a:gd name="connsiteY8" fmla="*/ 1268804 h 1489232"/>
              <a:gd name="connsiteX9" fmla="*/ 158562 w 1985915"/>
              <a:gd name="connsiteY9" fmla="*/ 1172381 h 1489232"/>
              <a:gd name="connsiteX10" fmla="*/ 0 w 1985915"/>
              <a:gd name="connsiteY10" fmla="*/ 1129452 h 1489232"/>
              <a:gd name="connsiteX0" fmla="*/ 1877541 w 2180828"/>
              <a:gd name="connsiteY0" fmla="*/ 0 h 1489232"/>
              <a:gd name="connsiteX1" fmla="*/ 2180828 w 2180828"/>
              <a:gd name="connsiteY1" fmla="*/ 276132 h 1489232"/>
              <a:gd name="connsiteX2" fmla="*/ 1981297 w 2180828"/>
              <a:gd name="connsiteY2" fmla="*/ 482288 h 1489232"/>
              <a:gd name="connsiteX3" fmla="*/ 1949773 w 2180828"/>
              <a:gd name="connsiteY3" fmla="*/ 857599 h 1489232"/>
              <a:gd name="connsiteX4" fmla="*/ 1846936 w 2180828"/>
              <a:gd name="connsiteY4" fmla="*/ 1077915 h 1489232"/>
              <a:gd name="connsiteX5" fmla="*/ 1499685 w 2180828"/>
              <a:gd name="connsiteY5" fmla="*/ 1294620 h 1489232"/>
              <a:gd name="connsiteX6" fmla="*/ 1378593 w 2180828"/>
              <a:gd name="connsiteY6" fmla="*/ 1475674 h 1489232"/>
              <a:gd name="connsiteX7" fmla="*/ 890304 w 2180828"/>
              <a:gd name="connsiteY7" fmla="*/ 1452998 h 1489232"/>
              <a:gd name="connsiteX8" fmla="*/ 362978 w 2180828"/>
              <a:gd name="connsiteY8" fmla="*/ 1268804 h 1489232"/>
              <a:gd name="connsiteX9" fmla="*/ 158562 w 2180828"/>
              <a:gd name="connsiteY9" fmla="*/ 1172381 h 1489232"/>
              <a:gd name="connsiteX10" fmla="*/ 0 w 2180828"/>
              <a:gd name="connsiteY10" fmla="*/ 1129452 h 1489232"/>
              <a:gd name="connsiteX0" fmla="*/ 1877541 w 2180828"/>
              <a:gd name="connsiteY0" fmla="*/ 0 h 1489232"/>
              <a:gd name="connsiteX1" fmla="*/ 2180828 w 2180828"/>
              <a:gd name="connsiteY1" fmla="*/ 276132 h 1489232"/>
              <a:gd name="connsiteX2" fmla="*/ 1981297 w 2180828"/>
              <a:gd name="connsiteY2" fmla="*/ 482288 h 1489232"/>
              <a:gd name="connsiteX3" fmla="*/ 2155169 w 2180828"/>
              <a:gd name="connsiteY3" fmla="*/ 890635 h 1489232"/>
              <a:gd name="connsiteX4" fmla="*/ 1846936 w 2180828"/>
              <a:gd name="connsiteY4" fmla="*/ 1077915 h 1489232"/>
              <a:gd name="connsiteX5" fmla="*/ 1499685 w 2180828"/>
              <a:gd name="connsiteY5" fmla="*/ 1294620 h 1489232"/>
              <a:gd name="connsiteX6" fmla="*/ 1378593 w 2180828"/>
              <a:gd name="connsiteY6" fmla="*/ 1475674 h 1489232"/>
              <a:gd name="connsiteX7" fmla="*/ 890304 w 2180828"/>
              <a:gd name="connsiteY7" fmla="*/ 1452998 h 1489232"/>
              <a:gd name="connsiteX8" fmla="*/ 362978 w 2180828"/>
              <a:gd name="connsiteY8" fmla="*/ 1268804 h 1489232"/>
              <a:gd name="connsiteX9" fmla="*/ 158562 w 2180828"/>
              <a:gd name="connsiteY9" fmla="*/ 1172381 h 1489232"/>
              <a:gd name="connsiteX10" fmla="*/ 0 w 2180828"/>
              <a:gd name="connsiteY10" fmla="*/ 1129452 h 1489232"/>
              <a:gd name="connsiteX0" fmla="*/ 1877541 w 2180828"/>
              <a:gd name="connsiteY0" fmla="*/ 0 h 1559042"/>
              <a:gd name="connsiteX1" fmla="*/ 2180828 w 2180828"/>
              <a:gd name="connsiteY1" fmla="*/ 276132 h 1559042"/>
              <a:gd name="connsiteX2" fmla="*/ 1981297 w 2180828"/>
              <a:gd name="connsiteY2" fmla="*/ 482288 h 1559042"/>
              <a:gd name="connsiteX3" fmla="*/ 2155169 w 2180828"/>
              <a:gd name="connsiteY3" fmla="*/ 890635 h 1559042"/>
              <a:gd name="connsiteX4" fmla="*/ 1846936 w 2180828"/>
              <a:gd name="connsiteY4" fmla="*/ 1077915 h 1559042"/>
              <a:gd name="connsiteX5" fmla="*/ 1499685 w 2180828"/>
              <a:gd name="connsiteY5" fmla="*/ 1294620 h 1559042"/>
              <a:gd name="connsiteX6" fmla="*/ 1378593 w 2180828"/>
              <a:gd name="connsiteY6" fmla="*/ 1475674 h 1559042"/>
              <a:gd name="connsiteX7" fmla="*/ 1037697 w 2180828"/>
              <a:gd name="connsiteY7" fmla="*/ 1558810 h 1559042"/>
              <a:gd name="connsiteX8" fmla="*/ 890304 w 2180828"/>
              <a:gd name="connsiteY8" fmla="*/ 1452998 h 1559042"/>
              <a:gd name="connsiteX9" fmla="*/ 362978 w 2180828"/>
              <a:gd name="connsiteY9" fmla="*/ 1268804 h 1559042"/>
              <a:gd name="connsiteX10" fmla="*/ 158562 w 2180828"/>
              <a:gd name="connsiteY10" fmla="*/ 1172381 h 1559042"/>
              <a:gd name="connsiteX11" fmla="*/ 0 w 2180828"/>
              <a:gd name="connsiteY11" fmla="*/ 1129452 h 1559042"/>
              <a:gd name="connsiteX0" fmla="*/ 1877541 w 2180828"/>
              <a:gd name="connsiteY0" fmla="*/ 0 h 1559042"/>
              <a:gd name="connsiteX1" fmla="*/ 2180828 w 2180828"/>
              <a:gd name="connsiteY1" fmla="*/ 276132 h 1559042"/>
              <a:gd name="connsiteX2" fmla="*/ 1981297 w 2180828"/>
              <a:gd name="connsiteY2" fmla="*/ 482288 h 1559042"/>
              <a:gd name="connsiteX3" fmla="*/ 2155169 w 2180828"/>
              <a:gd name="connsiteY3" fmla="*/ 890635 h 1559042"/>
              <a:gd name="connsiteX4" fmla="*/ 1846936 w 2180828"/>
              <a:gd name="connsiteY4" fmla="*/ 1077915 h 1559042"/>
              <a:gd name="connsiteX5" fmla="*/ 1499685 w 2180828"/>
              <a:gd name="connsiteY5" fmla="*/ 1294620 h 1559042"/>
              <a:gd name="connsiteX6" fmla="*/ 1378593 w 2180828"/>
              <a:gd name="connsiteY6" fmla="*/ 1475674 h 1559042"/>
              <a:gd name="connsiteX7" fmla="*/ 1037697 w 2180828"/>
              <a:gd name="connsiteY7" fmla="*/ 1558810 h 1559042"/>
              <a:gd name="connsiteX8" fmla="*/ 805002 w 2180828"/>
              <a:gd name="connsiteY8" fmla="*/ 1441180 h 1559042"/>
              <a:gd name="connsiteX9" fmla="*/ 362978 w 2180828"/>
              <a:gd name="connsiteY9" fmla="*/ 1268804 h 1559042"/>
              <a:gd name="connsiteX10" fmla="*/ 158562 w 2180828"/>
              <a:gd name="connsiteY10" fmla="*/ 1172381 h 1559042"/>
              <a:gd name="connsiteX11" fmla="*/ 0 w 2180828"/>
              <a:gd name="connsiteY11" fmla="*/ 1129452 h 1559042"/>
              <a:gd name="connsiteX0" fmla="*/ 1877541 w 2180828"/>
              <a:gd name="connsiteY0" fmla="*/ 0 h 1559042"/>
              <a:gd name="connsiteX1" fmla="*/ 2180828 w 2180828"/>
              <a:gd name="connsiteY1" fmla="*/ 276132 h 1559042"/>
              <a:gd name="connsiteX2" fmla="*/ 1981297 w 2180828"/>
              <a:gd name="connsiteY2" fmla="*/ 482288 h 1559042"/>
              <a:gd name="connsiteX3" fmla="*/ 2155169 w 2180828"/>
              <a:gd name="connsiteY3" fmla="*/ 890635 h 1559042"/>
              <a:gd name="connsiteX4" fmla="*/ 1846936 w 2180828"/>
              <a:gd name="connsiteY4" fmla="*/ 1077915 h 1559042"/>
              <a:gd name="connsiteX5" fmla="*/ 1499685 w 2180828"/>
              <a:gd name="connsiteY5" fmla="*/ 1294620 h 1559042"/>
              <a:gd name="connsiteX6" fmla="*/ 1378593 w 2180828"/>
              <a:gd name="connsiteY6" fmla="*/ 1475674 h 1559042"/>
              <a:gd name="connsiteX7" fmla="*/ 1037697 w 2180828"/>
              <a:gd name="connsiteY7" fmla="*/ 1558810 h 1559042"/>
              <a:gd name="connsiteX8" fmla="*/ 805002 w 2180828"/>
              <a:gd name="connsiteY8" fmla="*/ 1441180 h 1559042"/>
              <a:gd name="connsiteX9" fmla="*/ 362978 w 2180828"/>
              <a:gd name="connsiteY9" fmla="*/ 1268804 h 1559042"/>
              <a:gd name="connsiteX10" fmla="*/ 158562 w 2180828"/>
              <a:gd name="connsiteY10" fmla="*/ 1172381 h 1559042"/>
              <a:gd name="connsiteX11" fmla="*/ 0 w 2180828"/>
              <a:gd name="connsiteY11" fmla="*/ 1129452 h 1559042"/>
              <a:gd name="connsiteX0" fmla="*/ 1877541 w 2180828"/>
              <a:gd name="connsiteY0" fmla="*/ 0 h 1559042"/>
              <a:gd name="connsiteX1" fmla="*/ 2180828 w 2180828"/>
              <a:gd name="connsiteY1" fmla="*/ 276132 h 1559042"/>
              <a:gd name="connsiteX2" fmla="*/ 1981297 w 2180828"/>
              <a:gd name="connsiteY2" fmla="*/ 482288 h 1559042"/>
              <a:gd name="connsiteX3" fmla="*/ 2155169 w 2180828"/>
              <a:gd name="connsiteY3" fmla="*/ 890635 h 1559042"/>
              <a:gd name="connsiteX4" fmla="*/ 1846936 w 2180828"/>
              <a:gd name="connsiteY4" fmla="*/ 1077915 h 1559042"/>
              <a:gd name="connsiteX5" fmla="*/ 1499685 w 2180828"/>
              <a:gd name="connsiteY5" fmla="*/ 1294620 h 1559042"/>
              <a:gd name="connsiteX6" fmla="*/ 1378593 w 2180828"/>
              <a:gd name="connsiteY6" fmla="*/ 1475674 h 1559042"/>
              <a:gd name="connsiteX7" fmla="*/ 1037697 w 2180828"/>
              <a:gd name="connsiteY7" fmla="*/ 1558810 h 1559042"/>
              <a:gd name="connsiteX8" fmla="*/ 805002 w 2180828"/>
              <a:gd name="connsiteY8" fmla="*/ 1441180 h 1559042"/>
              <a:gd name="connsiteX9" fmla="*/ 362978 w 2180828"/>
              <a:gd name="connsiteY9" fmla="*/ 1268804 h 1559042"/>
              <a:gd name="connsiteX10" fmla="*/ 0 w 2180828"/>
              <a:gd name="connsiteY10" fmla="*/ 1129452 h 1559042"/>
              <a:gd name="connsiteX0" fmla="*/ 1877591 w 2180878"/>
              <a:gd name="connsiteY0" fmla="*/ 0 h 1559042"/>
              <a:gd name="connsiteX1" fmla="*/ 2180878 w 2180878"/>
              <a:gd name="connsiteY1" fmla="*/ 276132 h 1559042"/>
              <a:gd name="connsiteX2" fmla="*/ 1981347 w 2180878"/>
              <a:gd name="connsiteY2" fmla="*/ 482288 h 1559042"/>
              <a:gd name="connsiteX3" fmla="*/ 2155219 w 2180878"/>
              <a:gd name="connsiteY3" fmla="*/ 890635 h 1559042"/>
              <a:gd name="connsiteX4" fmla="*/ 1846986 w 2180878"/>
              <a:gd name="connsiteY4" fmla="*/ 1077915 h 1559042"/>
              <a:gd name="connsiteX5" fmla="*/ 1499735 w 2180878"/>
              <a:gd name="connsiteY5" fmla="*/ 1294620 h 1559042"/>
              <a:gd name="connsiteX6" fmla="*/ 1378643 w 2180878"/>
              <a:gd name="connsiteY6" fmla="*/ 1475674 h 1559042"/>
              <a:gd name="connsiteX7" fmla="*/ 1037747 w 2180878"/>
              <a:gd name="connsiteY7" fmla="*/ 1558810 h 1559042"/>
              <a:gd name="connsiteX8" fmla="*/ 805052 w 2180878"/>
              <a:gd name="connsiteY8" fmla="*/ 1441180 h 1559042"/>
              <a:gd name="connsiteX9" fmla="*/ 363028 w 2180878"/>
              <a:gd name="connsiteY9" fmla="*/ 1268804 h 1559042"/>
              <a:gd name="connsiteX10" fmla="*/ 50 w 2180878"/>
              <a:gd name="connsiteY10" fmla="*/ 1129452 h 1559042"/>
              <a:gd name="connsiteX0" fmla="*/ 1877591 w 2180878"/>
              <a:gd name="connsiteY0" fmla="*/ 0 h 1559042"/>
              <a:gd name="connsiteX1" fmla="*/ 2180878 w 2180878"/>
              <a:gd name="connsiteY1" fmla="*/ 276132 h 1559042"/>
              <a:gd name="connsiteX2" fmla="*/ 2026433 w 2180878"/>
              <a:gd name="connsiteY2" fmla="*/ 482551 h 1559042"/>
              <a:gd name="connsiteX3" fmla="*/ 2155219 w 2180878"/>
              <a:gd name="connsiteY3" fmla="*/ 890635 h 1559042"/>
              <a:gd name="connsiteX4" fmla="*/ 1846986 w 2180878"/>
              <a:gd name="connsiteY4" fmla="*/ 1077915 h 1559042"/>
              <a:gd name="connsiteX5" fmla="*/ 1499735 w 2180878"/>
              <a:gd name="connsiteY5" fmla="*/ 1294620 h 1559042"/>
              <a:gd name="connsiteX6" fmla="*/ 1378643 w 2180878"/>
              <a:gd name="connsiteY6" fmla="*/ 1475674 h 1559042"/>
              <a:gd name="connsiteX7" fmla="*/ 1037747 w 2180878"/>
              <a:gd name="connsiteY7" fmla="*/ 1558810 h 1559042"/>
              <a:gd name="connsiteX8" fmla="*/ 805052 w 2180878"/>
              <a:gd name="connsiteY8" fmla="*/ 1441180 h 1559042"/>
              <a:gd name="connsiteX9" fmla="*/ 363028 w 2180878"/>
              <a:gd name="connsiteY9" fmla="*/ 1268804 h 1559042"/>
              <a:gd name="connsiteX10" fmla="*/ 50 w 2180878"/>
              <a:gd name="connsiteY10" fmla="*/ 1129452 h 1559042"/>
              <a:gd name="connsiteX0" fmla="*/ 1877591 w 2167552"/>
              <a:gd name="connsiteY0" fmla="*/ 0 h 1559042"/>
              <a:gd name="connsiteX1" fmla="*/ 2167552 w 2167552"/>
              <a:gd name="connsiteY1" fmla="*/ 254654 h 1559042"/>
              <a:gd name="connsiteX2" fmla="*/ 2026433 w 2167552"/>
              <a:gd name="connsiteY2" fmla="*/ 482551 h 1559042"/>
              <a:gd name="connsiteX3" fmla="*/ 2155219 w 2167552"/>
              <a:gd name="connsiteY3" fmla="*/ 890635 h 1559042"/>
              <a:gd name="connsiteX4" fmla="*/ 1846986 w 2167552"/>
              <a:gd name="connsiteY4" fmla="*/ 1077915 h 1559042"/>
              <a:gd name="connsiteX5" fmla="*/ 1499735 w 2167552"/>
              <a:gd name="connsiteY5" fmla="*/ 1294620 h 1559042"/>
              <a:gd name="connsiteX6" fmla="*/ 1378643 w 2167552"/>
              <a:gd name="connsiteY6" fmla="*/ 1475674 h 1559042"/>
              <a:gd name="connsiteX7" fmla="*/ 1037747 w 2167552"/>
              <a:gd name="connsiteY7" fmla="*/ 1558810 h 1559042"/>
              <a:gd name="connsiteX8" fmla="*/ 805052 w 2167552"/>
              <a:gd name="connsiteY8" fmla="*/ 1441180 h 1559042"/>
              <a:gd name="connsiteX9" fmla="*/ 363028 w 2167552"/>
              <a:gd name="connsiteY9" fmla="*/ 1268804 h 1559042"/>
              <a:gd name="connsiteX10" fmla="*/ 50 w 2167552"/>
              <a:gd name="connsiteY10" fmla="*/ 1129452 h 1559042"/>
              <a:gd name="connsiteX0" fmla="*/ 1877591 w 2167552"/>
              <a:gd name="connsiteY0" fmla="*/ 0 h 1559212"/>
              <a:gd name="connsiteX1" fmla="*/ 2167552 w 2167552"/>
              <a:gd name="connsiteY1" fmla="*/ 254654 h 1559212"/>
              <a:gd name="connsiteX2" fmla="*/ 2026433 w 2167552"/>
              <a:gd name="connsiteY2" fmla="*/ 482551 h 1559212"/>
              <a:gd name="connsiteX3" fmla="*/ 2155219 w 2167552"/>
              <a:gd name="connsiteY3" fmla="*/ 890635 h 1559212"/>
              <a:gd name="connsiteX4" fmla="*/ 1846986 w 2167552"/>
              <a:gd name="connsiteY4" fmla="*/ 1077915 h 1559212"/>
              <a:gd name="connsiteX5" fmla="*/ 1499735 w 2167552"/>
              <a:gd name="connsiteY5" fmla="*/ 1294620 h 1559212"/>
              <a:gd name="connsiteX6" fmla="*/ 1387995 w 2167552"/>
              <a:gd name="connsiteY6" fmla="*/ 1495620 h 1559212"/>
              <a:gd name="connsiteX7" fmla="*/ 1037747 w 2167552"/>
              <a:gd name="connsiteY7" fmla="*/ 1558810 h 1559212"/>
              <a:gd name="connsiteX8" fmla="*/ 805052 w 2167552"/>
              <a:gd name="connsiteY8" fmla="*/ 1441180 h 1559212"/>
              <a:gd name="connsiteX9" fmla="*/ 363028 w 2167552"/>
              <a:gd name="connsiteY9" fmla="*/ 1268804 h 1559212"/>
              <a:gd name="connsiteX10" fmla="*/ 50 w 2167552"/>
              <a:gd name="connsiteY10" fmla="*/ 1129452 h 155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7552" h="1559212">
                <a:moveTo>
                  <a:pt x="1877591" y="0"/>
                </a:moveTo>
                <a:cubicBezTo>
                  <a:pt x="1902916" y="108534"/>
                  <a:pt x="2166790" y="83775"/>
                  <a:pt x="2167552" y="254654"/>
                </a:cubicBezTo>
                <a:cubicBezTo>
                  <a:pt x="2167837" y="326567"/>
                  <a:pt x="2028623" y="410637"/>
                  <a:pt x="2026433" y="482551"/>
                </a:cubicBezTo>
                <a:cubicBezTo>
                  <a:pt x="2023004" y="595613"/>
                  <a:pt x="2185127" y="791408"/>
                  <a:pt x="2155219" y="890635"/>
                </a:cubicBezTo>
                <a:cubicBezTo>
                  <a:pt x="2125311" y="989862"/>
                  <a:pt x="1956233" y="1010584"/>
                  <a:pt x="1846986" y="1077915"/>
                </a:cubicBezTo>
                <a:cubicBezTo>
                  <a:pt x="1737739" y="1145246"/>
                  <a:pt x="1576233" y="1225003"/>
                  <a:pt x="1499735" y="1294620"/>
                </a:cubicBezTo>
                <a:cubicBezTo>
                  <a:pt x="1423237" y="1364237"/>
                  <a:pt x="1464993" y="1451588"/>
                  <a:pt x="1387995" y="1495620"/>
                </a:cubicBezTo>
                <a:cubicBezTo>
                  <a:pt x="1310997" y="1539652"/>
                  <a:pt x="1119129" y="1562589"/>
                  <a:pt x="1037747" y="1558810"/>
                </a:cubicBezTo>
                <a:cubicBezTo>
                  <a:pt x="956366" y="1555031"/>
                  <a:pt x="940931" y="1566768"/>
                  <a:pt x="805052" y="1441180"/>
                </a:cubicBezTo>
                <a:cubicBezTo>
                  <a:pt x="669173" y="1315592"/>
                  <a:pt x="497195" y="1320759"/>
                  <a:pt x="363028" y="1268804"/>
                </a:cubicBezTo>
                <a:cubicBezTo>
                  <a:pt x="242035" y="1222353"/>
                  <a:pt x="-4056" y="1238131"/>
                  <a:pt x="50" y="112945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3" name="Freeform: Shape 32">
            <a:extLst>
              <a:ext uri="{FF2B5EF4-FFF2-40B4-BE49-F238E27FC236}">
                <a16:creationId xmlns:a16="http://schemas.microsoft.com/office/drawing/2014/main" id="{AE24C4C5-F5B3-702B-BF58-51EEF7A67C81}"/>
              </a:ext>
            </a:extLst>
          </p:cNvPr>
          <p:cNvSpPr/>
          <p:nvPr/>
        </p:nvSpPr>
        <p:spPr>
          <a:xfrm rot="19041031" flipH="1">
            <a:off x="7302757" y="-717907"/>
            <a:ext cx="2014098" cy="2053080"/>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58378 w 3094346"/>
              <a:gd name="connsiteY17" fmla="*/ 697325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2894152 w 3094346"/>
              <a:gd name="connsiteY4" fmla="*/ 1529941 h 1736284"/>
              <a:gd name="connsiteX5" fmla="*/ 2698985 w 3094346"/>
              <a:gd name="connsiteY5" fmla="*/ 1657671 h 1736284"/>
              <a:gd name="connsiteX6" fmla="*/ 2423712 w 3094346"/>
              <a:gd name="connsiteY6" fmla="*/ 1734253 h 1736284"/>
              <a:gd name="connsiteX7" fmla="*/ 2237022 w 3094346"/>
              <a:gd name="connsiteY7" fmla="*/ 1715107 h 1736284"/>
              <a:gd name="connsiteX8" fmla="*/ 2081384 w 3094346"/>
              <a:gd name="connsiteY8" fmla="*/ 1619381 h 1736284"/>
              <a:gd name="connsiteX9" fmla="*/ 2000040 w 3094346"/>
              <a:gd name="connsiteY9" fmla="*/ 1494985 h 1736284"/>
              <a:gd name="connsiteX10" fmla="*/ 1988038 w 3094346"/>
              <a:gd name="connsiteY10" fmla="*/ 1260479 h 1736284"/>
              <a:gd name="connsiteX11" fmla="*/ 2028710 w 3094346"/>
              <a:gd name="connsiteY11" fmla="*/ 1071503 h 1736284"/>
              <a:gd name="connsiteX12" fmla="*/ 2028710 w 3094346"/>
              <a:gd name="connsiteY12" fmla="*/ 932724 h 1736284"/>
              <a:gd name="connsiteX13" fmla="*/ 1801691 w 3094346"/>
              <a:gd name="connsiteY13" fmla="*/ 859018 h 1736284"/>
              <a:gd name="connsiteX14" fmla="*/ 1583035 w 3094346"/>
              <a:gd name="connsiteY14" fmla="*/ 806738 h 1736284"/>
              <a:gd name="connsiteX15" fmla="*/ 1345454 w 3094346"/>
              <a:gd name="connsiteY15" fmla="*/ 815011 h 1736284"/>
              <a:gd name="connsiteX16" fmla="*/ 1058378 w 3094346"/>
              <a:gd name="connsiteY16" fmla="*/ 697325 h 1736284"/>
              <a:gd name="connsiteX17" fmla="*/ 771982 w 3094346"/>
              <a:gd name="connsiteY17" fmla="*/ 492478 h 1736284"/>
              <a:gd name="connsiteX18" fmla="*/ 0 w 3094346"/>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894152 w 3122957"/>
              <a:gd name="connsiteY4" fmla="*/ 1529941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931037 w 3122957"/>
              <a:gd name="connsiteY4" fmla="*/ 1539526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134"/>
              <a:gd name="connsiteX1" fmla="*/ 3077698 w 3122957"/>
              <a:gd name="connsiteY1" fmla="*/ 526102 h 1736134"/>
              <a:gd name="connsiteX2" fmla="*/ 3093891 w 3122957"/>
              <a:gd name="connsiteY2" fmla="*/ 830711 h 1736134"/>
              <a:gd name="connsiteX3" fmla="*/ 3119253 w 3122957"/>
              <a:gd name="connsiteY3" fmla="*/ 1220755 h 1736134"/>
              <a:gd name="connsiteX4" fmla="*/ 2931037 w 3122957"/>
              <a:gd name="connsiteY4" fmla="*/ 1539526 h 1736134"/>
              <a:gd name="connsiteX5" fmla="*/ 2715004 w 3122957"/>
              <a:gd name="connsiteY5" fmla="*/ 1685811 h 1736134"/>
              <a:gd name="connsiteX6" fmla="*/ 2423712 w 3122957"/>
              <a:gd name="connsiteY6" fmla="*/ 1734253 h 1736134"/>
              <a:gd name="connsiteX7" fmla="*/ 2237022 w 3122957"/>
              <a:gd name="connsiteY7" fmla="*/ 1715107 h 1736134"/>
              <a:gd name="connsiteX8" fmla="*/ 2081384 w 3122957"/>
              <a:gd name="connsiteY8" fmla="*/ 1619381 h 1736134"/>
              <a:gd name="connsiteX9" fmla="*/ 2000040 w 3122957"/>
              <a:gd name="connsiteY9" fmla="*/ 1494985 h 1736134"/>
              <a:gd name="connsiteX10" fmla="*/ 1988038 w 3122957"/>
              <a:gd name="connsiteY10" fmla="*/ 1260479 h 1736134"/>
              <a:gd name="connsiteX11" fmla="*/ 2028710 w 3122957"/>
              <a:gd name="connsiteY11" fmla="*/ 1071503 h 1736134"/>
              <a:gd name="connsiteX12" fmla="*/ 2028710 w 3122957"/>
              <a:gd name="connsiteY12" fmla="*/ 932724 h 1736134"/>
              <a:gd name="connsiteX13" fmla="*/ 1801691 w 3122957"/>
              <a:gd name="connsiteY13" fmla="*/ 859018 h 1736134"/>
              <a:gd name="connsiteX14" fmla="*/ 1583035 w 3122957"/>
              <a:gd name="connsiteY14" fmla="*/ 806738 h 1736134"/>
              <a:gd name="connsiteX15" fmla="*/ 1345454 w 3122957"/>
              <a:gd name="connsiteY15" fmla="*/ 815011 h 1736134"/>
              <a:gd name="connsiteX16" fmla="*/ 1058378 w 3122957"/>
              <a:gd name="connsiteY16" fmla="*/ 697325 h 1736134"/>
              <a:gd name="connsiteX17" fmla="*/ 771982 w 3122957"/>
              <a:gd name="connsiteY17" fmla="*/ 492478 h 1736134"/>
              <a:gd name="connsiteX18" fmla="*/ 0 w 3122957"/>
              <a:gd name="connsiteY18" fmla="*/ 0 h 1736134"/>
              <a:gd name="connsiteX0" fmla="*/ 3055410 w 3122957"/>
              <a:gd name="connsiteY0" fmla="*/ 285595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58334 w 3122957"/>
              <a:gd name="connsiteY3" fmla="*/ 1534064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88419"/>
              <a:gd name="connsiteY0" fmla="*/ 249631 h 1736134"/>
              <a:gd name="connsiteX1" fmla="*/ 3093891 w 3188419"/>
              <a:gd name="connsiteY1" fmla="*/ 830711 h 1736134"/>
              <a:gd name="connsiteX2" fmla="*/ 3186853 w 3188419"/>
              <a:gd name="connsiteY2" fmla="*/ 1243946 h 1736134"/>
              <a:gd name="connsiteX3" fmla="*/ 2958334 w 3188419"/>
              <a:gd name="connsiteY3" fmla="*/ 1534064 h 1736134"/>
              <a:gd name="connsiteX4" fmla="*/ 2715004 w 3188419"/>
              <a:gd name="connsiteY4" fmla="*/ 1685811 h 1736134"/>
              <a:gd name="connsiteX5" fmla="*/ 2423712 w 3188419"/>
              <a:gd name="connsiteY5" fmla="*/ 1734253 h 1736134"/>
              <a:gd name="connsiteX6" fmla="*/ 2237022 w 3188419"/>
              <a:gd name="connsiteY6" fmla="*/ 1715107 h 1736134"/>
              <a:gd name="connsiteX7" fmla="*/ 2081384 w 3188419"/>
              <a:gd name="connsiteY7" fmla="*/ 1619381 h 1736134"/>
              <a:gd name="connsiteX8" fmla="*/ 2000040 w 3188419"/>
              <a:gd name="connsiteY8" fmla="*/ 1494985 h 1736134"/>
              <a:gd name="connsiteX9" fmla="*/ 1988038 w 3188419"/>
              <a:gd name="connsiteY9" fmla="*/ 1260479 h 1736134"/>
              <a:gd name="connsiteX10" fmla="*/ 2028710 w 3188419"/>
              <a:gd name="connsiteY10" fmla="*/ 1071503 h 1736134"/>
              <a:gd name="connsiteX11" fmla="*/ 2028710 w 3188419"/>
              <a:gd name="connsiteY11" fmla="*/ 932724 h 1736134"/>
              <a:gd name="connsiteX12" fmla="*/ 1801691 w 3188419"/>
              <a:gd name="connsiteY12" fmla="*/ 859018 h 1736134"/>
              <a:gd name="connsiteX13" fmla="*/ 1583035 w 3188419"/>
              <a:gd name="connsiteY13" fmla="*/ 806738 h 1736134"/>
              <a:gd name="connsiteX14" fmla="*/ 1345454 w 3188419"/>
              <a:gd name="connsiteY14" fmla="*/ 815011 h 1736134"/>
              <a:gd name="connsiteX15" fmla="*/ 1058378 w 3188419"/>
              <a:gd name="connsiteY15" fmla="*/ 697325 h 1736134"/>
              <a:gd name="connsiteX16" fmla="*/ 771982 w 3188419"/>
              <a:gd name="connsiteY16" fmla="*/ 492478 h 1736134"/>
              <a:gd name="connsiteX17" fmla="*/ 0 w 3188419"/>
              <a:gd name="connsiteY17" fmla="*/ 0 h 1736134"/>
              <a:gd name="connsiteX0" fmla="*/ 3026755 w 3188419"/>
              <a:gd name="connsiteY0" fmla="*/ 249631 h 1737300"/>
              <a:gd name="connsiteX1" fmla="*/ 3093891 w 3188419"/>
              <a:gd name="connsiteY1" fmla="*/ 830711 h 1737300"/>
              <a:gd name="connsiteX2" fmla="*/ 3186853 w 3188419"/>
              <a:gd name="connsiteY2" fmla="*/ 1243946 h 1737300"/>
              <a:gd name="connsiteX3" fmla="*/ 2958334 w 3188419"/>
              <a:gd name="connsiteY3" fmla="*/ 1534064 h 1737300"/>
              <a:gd name="connsiteX4" fmla="*/ 2696569 w 3188419"/>
              <a:gd name="connsiteY4" fmla="*/ 1715179 h 1737300"/>
              <a:gd name="connsiteX5" fmla="*/ 2423712 w 3188419"/>
              <a:gd name="connsiteY5" fmla="*/ 1734253 h 1737300"/>
              <a:gd name="connsiteX6" fmla="*/ 2237022 w 3188419"/>
              <a:gd name="connsiteY6" fmla="*/ 1715107 h 1737300"/>
              <a:gd name="connsiteX7" fmla="*/ 2081384 w 3188419"/>
              <a:gd name="connsiteY7" fmla="*/ 1619381 h 1737300"/>
              <a:gd name="connsiteX8" fmla="*/ 2000040 w 3188419"/>
              <a:gd name="connsiteY8" fmla="*/ 1494985 h 1737300"/>
              <a:gd name="connsiteX9" fmla="*/ 1988038 w 3188419"/>
              <a:gd name="connsiteY9" fmla="*/ 1260479 h 1737300"/>
              <a:gd name="connsiteX10" fmla="*/ 2028710 w 3188419"/>
              <a:gd name="connsiteY10" fmla="*/ 1071503 h 1737300"/>
              <a:gd name="connsiteX11" fmla="*/ 2028710 w 3188419"/>
              <a:gd name="connsiteY11" fmla="*/ 932724 h 1737300"/>
              <a:gd name="connsiteX12" fmla="*/ 1801691 w 3188419"/>
              <a:gd name="connsiteY12" fmla="*/ 859018 h 1737300"/>
              <a:gd name="connsiteX13" fmla="*/ 1583035 w 3188419"/>
              <a:gd name="connsiteY13" fmla="*/ 806738 h 1737300"/>
              <a:gd name="connsiteX14" fmla="*/ 1345454 w 3188419"/>
              <a:gd name="connsiteY14" fmla="*/ 815011 h 1737300"/>
              <a:gd name="connsiteX15" fmla="*/ 1058378 w 3188419"/>
              <a:gd name="connsiteY15" fmla="*/ 697325 h 1737300"/>
              <a:gd name="connsiteX16" fmla="*/ 771982 w 3188419"/>
              <a:gd name="connsiteY16" fmla="*/ 492478 h 1737300"/>
              <a:gd name="connsiteX17" fmla="*/ 0 w 3188419"/>
              <a:gd name="connsiteY17" fmla="*/ 0 h 1737300"/>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0 w 3188419"/>
              <a:gd name="connsiteY17" fmla="*/ 0 h 1754699"/>
              <a:gd name="connsiteX0" fmla="*/ 3026755 w 3188419"/>
              <a:gd name="connsiteY0" fmla="*/ 249631 h 1754728"/>
              <a:gd name="connsiteX1" fmla="*/ 3093891 w 3188419"/>
              <a:gd name="connsiteY1" fmla="*/ 830711 h 1754728"/>
              <a:gd name="connsiteX2" fmla="*/ 3186853 w 3188419"/>
              <a:gd name="connsiteY2" fmla="*/ 1243946 h 1754728"/>
              <a:gd name="connsiteX3" fmla="*/ 2958334 w 3188419"/>
              <a:gd name="connsiteY3" fmla="*/ 1534064 h 1754728"/>
              <a:gd name="connsiteX4" fmla="*/ 2813857 w 3188419"/>
              <a:gd name="connsiteY4" fmla="*/ 1709964 h 1754728"/>
              <a:gd name="connsiteX5" fmla="*/ 2452267 w 3188419"/>
              <a:gd name="connsiteY5" fmla="*/ 1754699 h 1754728"/>
              <a:gd name="connsiteX6" fmla="*/ 2237022 w 3188419"/>
              <a:gd name="connsiteY6" fmla="*/ 1715107 h 1754728"/>
              <a:gd name="connsiteX7" fmla="*/ 2081384 w 3188419"/>
              <a:gd name="connsiteY7" fmla="*/ 1619381 h 1754728"/>
              <a:gd name="connsiteX8" fmla="*/ 2000040 w 3188419"/>
              <a:gd name="connsiteY8" fmla="*/ 1494985 h 1754728"/>
              <a:gd name="connsiteX9" fmla="*/ 1988038 w 3188419"/>
              <a:gd name="connsiteY9" fmla="*/ 1260479 h 1754728"/>
              <a:gd name="connsiteX10" fmla="*/ 2028710 w 3188419"/>
              <a:gd name="connsiteY10" fmla="*/ 1071503 h 1754728"/>
              <a:gd name="connsiteX11" fmla="*/ 2028710 w 3188419"/>
              <a:gd name="connsiteY11" fmla="*/ 932724 h 1754728"/>
              <a:gd name="connsiteX12" fmla="*/ 1801691 w 3188419"/>
              <a:gd name="connsiteY12" fmla="*/ 859018 h 1754728"/>
              <a:gd name="connsiteX13" fmla="*/ 1583035 w 3188419"/>
              <a:gd name="connsiteY13" fmla="*/ 806738 h 1754728"/>
              <a:gd name="connsiteX14" fmla="*/ 1345454 w 3188419"/>
              <a:gd name="connsiteY14" fmla="*/ 815011 h 1754728"/>
              <a:gd name="connsiteX15" fmla="*/ 1058378 w 3188419"/>
              <a:gd name="connsiteY15" fmla="*/ 697325 h 1754728"/>
              <a:gd name="connsiteX16" fmla="*/ 771982 w 3188419"/>
              <a:gd name="connsiteY16" fmla="*/ 492478 h 1754728"/>
              <a:gd name="connsiteX17" fmla="*/ 0 w 3188419"/>
              <a:gd name="connsiteY17" fmla="*/ 0 h 1754728"/>
              <a:gd name="connsiteX0" fmla="*/ 3026755 w 3188419"/>
              <a:gd name="connsiteY0" fmla="*/ 249631 h 1724592"/>
              <a:gd name="connsiteX1" fmla="*/ 3093891 w 3188419"/>
              <a:gd name="connsiteY1" fmla="*/ 830711 h 1724592"/>
              <a:gd name="connsiteX2" fmla="*/ 3186853 w 3188419"/>
              <a:gd name="connsiteY2" fmla="*/ 1243946 h 1724592"/>
              <a:gd name="connsiteX3" fmla="*/ 2958334 w 3188419"/>
              <a:gd name="connsiteY3" fmla="*/ 1534064 h 1724592"/>
              <a:gd name="connsiteX4" fmla="*/ 2813857 w 3188419"/>
              <a:gd name="connsiteY4" fmla="*/ 1709964 h 1724592"/>
              <a:gd name="connsiteX5" fmla="*/ 2526164 w 3188419"/>
              <a:gd name="connsiteY5" fmla="*/ 1715016 h 1724592"/>
              <a:gd name="connsiteX6" fmla="*/ 2237022 w 3188419"/>
              <a:gd name="connsiteY6" fmla="*/ 1715107 h 1724592"/>
              <a:gd name="connsiteX7" fmla="*/ 2081384 w 3188419"/>
              <a:gd name="connsiteY7" fmla="*/ 1619381 h 1724592"/>
              <a:gd name="connsiteX8" fmla="*/ 2000040 w 3188419"/>
              <a:gd name="connsiteY8" fmla="*/ 1494985 h 1724592"/>
              <a:gd name="connsiteX9" fmla="*/ 1988038 w 3188419"/>
              <a:gd name="connsiteY9" fmla="*/ 1260479 h 1724592"/>
              <a:gd name="connsiteX10" fmla="*/ 2028710 w 3188419"/>
              <a:gd name="connsiteY10" fmla="*/ 1071503 h 1724592"/>
              <a:gd name="connsiteX11" fmla="*/ 2028710 w 3188419"/>
              <a:gd name="connsiteY11" fmla="*/ 932724 h 1724592"/>
              <a:gd name="connsiteX12" fmla="*/ 1801691 w 3188419"/>
              <a:gd name="connsiteY12" fmla="*/ 859018 h 1724592"/>
              <a:gd name="connsiteX13" fmla="*/ 1583035 w 3188419"/>
              <a:gd name="connsiteY13" fmla="*/ 806738 h 1724592"/>
              <a:gd name="connsiteX14" fmla="*/ 1345454 w 3188419"/>
              <a:gd name="connsiteY14" fmla="*/ 815011 h 1724592"/>
              <a:gd name="connsiteX15" fmla="*/ 1058378 w 3188419"/>
              <a:gd name="connsiteY15" fmla="*/ 697325 h 1724592"/>
              <a:gd name="connsiteX16" fmla="*/ 771982 w 3188419"/>
              <a:gd name="connsiteY16" fmla="*/ 492478 h 1724592"/>
              <a:gd name="connsiteX17" fmla="*/ 0 w 3188419"/>
              <a:gd name="connsiteY17" fmla="*/ 0 h 1724592"/>
              <a:gd name="connsiteX0" fmla="*/ 3026755 w 3188419"/>
              <a:gd name="connsiteY0" fmla="*/ 249631 h 1726983"/>
              <a:gd name="connsiteX1" fmla="*/ 3093891 w 3188419"/>
              <a:gd name="connsiteY1" fmla="*/ 830711 h 1726983"/>
              <a:gd name="connsiteX2" fmla="*/ 3186853 w 3188419"/>
              <a:gd name="connsiteY2" fmla="*/ 1243946 h 1726983"/>
              <a:gd name="connsiteX3" fmla="*/ 2958334 w 3188419"/>
              <a:gd name="connsiteY3" fmla="*/ 1534064 h 1726983"/>
              <a:gd name="connsiteX4" fmla="*/ 2813857 w 3188419"/>
              <a:gd name="connsiteY4" fmla="*/ 1709964 h 1726983"/>
              <a:gd name="connsiteX5" fmla="*/ 2526164 w 3188419"/>
              <a:gd name="connsiteY5" fmla="*/ 1715016 h 1726983"/>
              <a:gd name="connsiteX6" fmla="*/ 2299713 w 3188419"/>
              <a:gd name="connsiteY6" fmla="*/ 1664834 h 1726983"/>
              <a:gd name="connsiteX7" fmla="*/ 2081384 w 3188419"/>
              <a:gd name="connsiteY7" fmla="*/ 1619381 h 1726983"/>
              <a:gd name="connsiteX8" fmla="*/ 2000040 w 3188419"/>
              <a:gd name="connsiteY8" fmla="*/ 1494985 h 1726983"/>
              <a:gd name="connsiteX9" fmla="*/ 1988038 w 3188419"/>
              <a:gd name="connsiteY9" fmla="*/ 1260479 h 1726983"/>
              <a:gd name="connsiteX10" fmla="*/ 2028710 w 3188419"/>
              <a:gd name="connsiteY10" fmla="*/ 1071503 h 1726983"/>
              <a:gd name="connsiteX11" fmla="*/ 2028710 w 3188419"/>
              <a:gd name="connsiteY11" fmla="*/ 932724 h 1726983"/>
              <a:gd name="connsiteX12" fmla="*/ 1801691 w 3188419"/>
              <a:gd name="connsiteY12" fmla="*/ 859018 h 1726983"/>
              <a:gd name="connsiteX13" fmla="*/ 1583035 w 3188419"/>
              <a:gd name="connsiteY13" fmla="*/ 806738 h 1726983"/>
              <a:gd name="connsiteX14" fmla="*/ 1345454 w 3188419"/>
              <a:gd name="connsiteY14" fmla="*/ 815011 h 1726983"/>
              <a:gd name="connsiteX15" fmla="*/ 1058378 w 3188419"/>
              <a:gd name="connsiteY15" fmla="*/ 697325 h 1726983"/>
              <a:gd name="connsiteX16" fmla="*/ 771982 w 3188419"/>
              <a:gd name="connsiteY16" fmla="*/ 492478 h 1726983"/>
              <a:gd name="connsiteX17" fmla="*/ 0 w 3188419"/>
              <a:gd name="connsiteY17" fmla="*/ 0 h 1726983"/>
              <a:gd name="connsiteX0" fmla="*/ 3026755 w 3188419"/>
              <a:gd name="connsiteY0" fmla="*/ 249631 h 1726983"/>
              <a:gd name="connsiteX1" fmla="*/ 3093891 w 3188419"/>
              <a:gd name="connsiteY1" fmla="*/ 830711 h 1726983"/>
              <a:gd name="connsiteX2" fmla="*/ 3186853 w 3188419"/>
              <a:gd name="connsiteY2" fmla="*/ 1243946 h 1726983"/>
              <a:gd name="connsiteX3" fmla="*/ 2958334 w 3188419"/>
              <a:gd name="connsiteY3" fmla="*/ 1534064 h 1726983"/>
              <a:gd name="connsiteX4" fmla="*/ 2813857 w 3188419"/>
              <a:gd name="connsiteY4" fmla="*/ 1709964 h 1726983"/>
              <a:gd name="connsiteX5" fmla="*/ 2526164 w 3188419"/>
              <a:gd name="connsiteY5" fmla="*/ 1715016 h 1726983"/>
              <a:gd name="connsiteX6" fmla="*/ 2299713 w 3188419"/>
              <a:gd name="connsiteY6" fmla="*/ 1664834 h 1726983"/>
              <a:gd name="connsiteX7" fmla="*/ 2000040 w 3188419"/>
              <a:gd name="connsiteY7" fmla="*/ 1494985 h 1726983"/>
              <a:gd name="connsiteX8" fmla="*/ 1988038 w 3188419"/>
              <a:gd name="connsiteY8" fmla="*/ 1260479 h 1726983"/>
              <a:gd name="connsiteX9" fmla="*/ 2028710 w 3188419"/>
              <a:gd name="connsiteY9" fmla="*/ 1071503 h 1726983"/>
              <a:gd name="connsiteX10" fmla="*/ 2028710 w 3188419"/>
              <a:gd name="connsiteY10" fmla="*/ 932724 h 1726983"/>
              <a:gd name="connsiteX11" fmla="*/ 1801691 w 3188419"/>
              <a:gd name="connsiteY11" fmla="*/ 859018 h 1726983"/>
              <a:gd name="connsiteX12" fmla="*/ 1583035 w 3188419"/>
              <a:gd name="connsiteY12" fmla="*/ 806738 h 1726983"/>
              <a:gd name="connsiteX13" fmla="*/ 1345454 w 3188419"/>
              <a:gd name="connsiteY13" fmla="*/ 815011 h 1726983"/>
              <a:gd name="connsiteX14" fmla="*/ 1058378 w 3188419"/>
              <a:gd name="connsiteY14" fmla="*/ 697325 h 1726983"/>
              <a:gd name="connsiteX15" fmla="*/ 771982 w 3188419"/>
              <a:gd name="connsiteY15" fmla="*/ 492478 h 1726983"/>
              <a:gd name="connsiteX16" fmla="*/ 0 w 3188419"/>
              <a:gd name="connsiteY16" fmla="*/ 0 h 1726983"/>
              <a:gd name="connsiteX0" fmla="*/ 3026755 w 3188419"/>
              <a:gd name="connsiteY0" fmla="*/ 249631 h 1726983"/>
              <a:gd name="connsiteX1" fmla="*/ 3093891 w 3188419"/>
              <a:gd name="connsiteY1" fmla="*/ 830711 h 1726983"/>
              <a:gd name="connsiteX2" fmla="*/ 3186853 w 3188419"/>
              <a:gd name="connsiteY2" fmla="*/ 1243946 h 1726983"/>
              <a:gd name="connsiteX3" fmla="*/ 2958334 w 3188419"/>
              <a:gd name="connsiteY3" fmla="*/ 1534064 h 1726983"/>
              <a:gd name="connsiteX4" fmla="*/ 2813857 w 3188419"/>
              <a:gd name="connsiteY4" fmla="*/ 1709964 h 1726983"/>
              <a:gd name="connsiteX5" fmla="*/ 2526164 w 3188419"/>
              <a:gd name="connsiteY5" fmla="*/ 1715016 h 1726983"/>
              <a:gd name="connsiteX6" fmla="*/ 2299713 w 3188419"/>
              <a:gd name="connsiteY6" fmla="*/ 1664834 h 1726983"/>
              <a:gd name="connsiteX7" fmla="*/ 2040426 w 3188419"/>
              <a:gd name="connsiteY7" fmla="*/ 1516807 h 1726983"/>
              <a:gd name="connsiteX8" fmla="*/ 1988038 w 3188419"/>
              <a:gd name="connsiteY8" fmla="*/ 1260479 h 1726983"/>
              <a:gd name="connsiteX9" fmla="*/ 2028710 w 3188419"/>
              <a:gd name="connsiteY9" fmla="*/ 1071503 h 1726983"/>
              <a:gd name="connsiteX10" fmla="*/ 2028710 w 3188419"/>
              <a:gd name="connsiteY10" fmla="*/ 932724 h 1726983"/>
              <a:gd name="connsiteX11" fmla="*/ 1801691 w 3188419"/>
              <a:gd name="connsiteY11" fmla="*/ 859018 h 1726983"/>
              <a:gd name="connsiteX12" fmla="*/ 1583035 w 3188419"/>
              <a:gd name="connsiteY12" fmla="*/ 806738 h 1726983"/>
              <a:gd name="connsiteX13" fmla="*/ 1345454 w 3188419"/>
              <a:gd name="connsiteY13" fmla="*/ 815011 h 1726983"/>
              <a:gd name="connsiteX14" fmla="*/ 1058378 w 3188419"/>
              <a:gd name="connsiteY14" fmla="*/ 697325 h 1726983"/>
              <a:gd name="connsiteX15" fmla="*/ 771982 w 3188419"/>
              <a:gd name="connsiteY15" fmla="*/ 492478 h 1726983"/>
              <a:gd name="connsiteX16" fmla="*/ 0 w 3188419"/>
              <a:gd name="connsiteY16" fmla="*/ 0 h 1726983"/>
              <a:gd name="connsiteX0" fmla="*/ 3026755 w 3222252"/>
              <a:gd name="connsiteY0" fmla="*/ 249631 h 1726983"/>
              <a:gd name="connsiteX1" fmla="*/ 3222087 w 3222252"/>
              <a:gd name="connsiteY1" fmla="*/ 842347 h 1726983"/>
              <a:gd name="connsiteX2" fmla="*/ 3186853 w 3222252"/>
              <a:gd name="connsiteY2" fmla="*/ 1243946 h 1726983"/>
              <a:gd name="connsiteX3" fmla="*/ 2958334 w 3222252"/>
              <a:gd name="connsiteY3" fmla="*/ 1534064 h 1726983"/>
              <a:gd name="connsiteX4" fmla="*/ 2813857 w 3222252"/>
              <a:gd name="connsiteY4" fmla="*/ 1709964 h 1726983"/>
              <a:gd name="connsiteX5" fmla="*/ 2526164 w 3222252"/>
              <a:gd name="connsiteY5" fmla="*/ 1715016 h 1726983"/>
              <a:gd name="connsiteX6" fmla="*/ 2299713 w 3222252"/>
              <a:gd name="connsiteY6" fmla="*/ 1664834 h 1726983"/>
              <a:gd name="connsiteX7" fmla="*/ 2040426 w 3222252"/>
              <a:gd name="connsiteY7" fmla="*/ 1516807 h 1726983"/>
              <a:gd name="connsiteX8" fmla="*/ 1988038 w 3222252"/>
              <a:gd name="connsiteY8" fmla="*/ 1260479 h 1726983"/>
              <a:gd name="connsiteX9" fmla="*/ 2028710 w 3222252"/>
              <a:gd name="connsiteY9" fmla="*/ 1071503 h 1726983"/>
              <a:gd name="connsiteX10" fmla="*/ 2028710 w 3222252"/>
              <a:gd name="connsiteY10" fmla="*/ 932724 h 1726983"/>
              <a:gd name="connsiteX11" fmla="*/ 1801691 w 3222252"/>
              <a:gd name="connsiteY11" fmla="*/ 859018 h 1726983"/>
              <a:gd name="connsiteX12" fmla="*/ 1583035 w 3222252"/>
              <a:gd name="connsiteY12" fmla="*/ 806738 h 1726983"/>
              <a:gd name="connsiteX13" fmla="*/ 1345454 w 3222252"/>
              <a:gd name="connsiteY13" fmla="*/ 815011 h 1726983"/>
              <a:gd name="connsiteX14" fmla="*/ 1058378 w 3222252"/>
              <a:gd name="connsiteY14" fmla="*/ 697325 h 1726983"/>
              <a:gd name="connsiteX15" fmla="*/ 771982 w 3222252"/>
              <a:gd name="connsiteY15" fmla="*/ 492478 h 1726983"/>
              <a:gd name="connsiteX16" fmla="*/ 0 w 3222252"/>
              <a:gd name="connsiteY16" fmla="*/ 0 h 1726983"/>
              <a:gd name="connsiteX0" fmla="*/ 3147673 w 3222252"/>
              <a:gd name="connsiteY0" fmla="*/ 453816 h 1726983"/>
              <a:gd name="connsiteX1" fmla="*/ 3222087 w 3222252"/>
              <a:gd name="connsiteY1" fmla="*/ 842347 h 1726983"/>
              <a:gd name="connsiteX2" fmla="*/ 3186853 w 3222252"/>
              <a:gd name="connsiteY2" fmla="*/ 1243946 h 1726983"/>
              <a:gd name="connsiteX3" fmla="*/ 2958334 w 3222252"/>
              <a:gd name="connsiteY3" fmla="*/ 1534064 h 1726983"/>
              <a:gd name="connsiteX4" fmla="*/ 2813857 w 3222252"/>
              <a:gd name="connsiteY4" fmla="*/ 1709964 h 1726983"/>
              <a:gd name="connsiteX5" fmla="*/ 2526164 w 3222252"/>
              <a:gd name="connsiteY5" fmla="*/ 1715016 h 1726983"/>
              <a:gd name="connsiteX6" fmla="*/ 2299713 w 3222252"/>
              <a:gd name="connsiteY6" fmla="*/ 1664834 h 1726983"/>
              <a:gd name="connsiteX7" fmla="*/ 2040426 w 3222252"/>
              <a:gd name="connsiteY7" fmla="*/ 1516807 h 1726983"/>
              <a:gd name="connsiteX8" fmla="*/ 1988038 w 3222252"/>
              <a:gd name="connsiteY8" fmla="*/ 1260479 h 1726983"/>
              <a:gd name="connsiteX9" fmla="*/ 2028710 w 3222252"/>
              <a:gd name="connsiteY9" fmla="*/ 1071503 h 1726983"/>
              <a:gd name="connsiteX10" fmla="*/ 2028710 w 3222252"/>
              <a:gd name="connsiteY10" fmla="*/ 932724 h 1726983"/>
              <a:gd name="connsiteX11" fmla="*/ 1801691 w 3222252"/>
              <a:gd name="connsiteY11" fmla="*/ 859018 h 1726983"/>
              <a:gd name="connsiteX12" fmla="*/ 1583035 w 3222252"/>
              <a:gd name="connsiteY12" fmla="*/ 806738 h 1726983"/>
              <a:gd name="connsiteX13" fmla="*/ 1345454 w 3222252"/>
              <a:gd name="connsiteY13" fmla="*/ 815011 h 1726983"/>
              <a:gd name="connsiteX14" fmla="*/ 1058378 w 3222252"/>
              <a:gd name="connsiteY14" fmla="*/ 697325 h 1726983"/>
              <a:gd name="connsiteX15" fmla="*/ 771982 w 3222252"/>
              <a:gd name="connsiteY15" fmla="*/ 492478 h 1726983"/>
              <a:gd name="connsiteX16" fmla="*/ 0 w 3222252"/>
              <a:gd name="connsiteY16" fmla="*/ 0 h 1726983"/>
              <a:gd name="connsiteX0" fmla="*/ 3147673 w 3253205"/>
              <a:gd name="connsiteY0" fmla="*/ 453816 h 1726983"/>
              <a:gd name="connsiteX1" fmla="*/ 3250916 w 3253205"/>
              <a:gd name="connsiteY1" fmla="*/ 620180 h 1726983"/>
              <a:gd name="connsiteX2" fmla="*/ 3222087 w 3253205"/>
              <a:gd name="connsiteY2" fmla="*/ 842347 h 1726983"/>
              <a:gd name="connsiteX3" fmla="*/ 3186853 w 3253205"/>
              <a:gd name="connsiteY3" fmla="*/ 1243946 h 1726983"/>
              <a:gd name="connsiteX4" fmla="*/ 2958334 w 3253205"/>
              <a:gd name="connsiteY4" fmla="*/ 1534064 h 1726983"/>
              <a:gd name="connsiteX5" fmla="*/ 2813857 w 3253205"/>
              <a:gd name="connsiteY5" fmla="*/ 1709964 h 1726983"/>
              <a:gd name="connsiteX6" fmla="*/ 2526164 w 3253205"/>
              <a:gd name="connsiteY6" fmla="*/ 1715016 h 1726983"/>
              <a:gd name="connsiteX7" fmla="*/ 2299713 w 3253205"/>
              <a:gd name="connsiteY7" fmla="*/ 1664834 h 1726983"/>
              <a:gd name="connsiteX8" fmla="*/ 2040426 w 3253205"/>
              <a:gd name="connsiteY8" fmla="*/ 1516807 h 1726983"/>
              <a:gd name="connsiteX9" fmla="*/ 1988038 w 3253205"/>
              <a:gd name="connsiteY9" fmla="*/ 1260479 h 1726983"/>
              <a:gd name="connsiteX10" fmla="*/ 2028710 w 3253205"/>
              <a:gd name="connsiteY10" fmla="*/ 1071503 h 1726983"/>
              <a:gd name="connsiteX11" fmla="*/ 2028710 w 3253205"/>
              <a:gd name="connsiteY11" fmla="*/ 932724 h 1726983"/>
              <a:gd name="connsiteX12" fmla="*/ 1801691 w 3253205"/>
              <a:gd name="connsiteY12" fmla="*/ 859018 h 1726983"/>
              <a:gd name="connsiteX13" fmla="*/ 1583035 w 3253205"/>
              <a:gd name="connsiteY13" fmla="*/ 806738 h 1726983"/>
              <a:gd name="connsiteX14" fmla="*/ 1345454 w 3253205"/>
              <a:gd name="connsiteY14" fmla="*/ 815011 h 1726983"/>
              <a:gd name="connsiteX15" fmla="*/ 1058378 w 3253205"/>
              <a:gd name="connsiteY15" fmla="*/ 697325 h 1726983"/>
              <a:gd name="connsiteX16" fmla="*/ 771982 w 3253205"/>
              <a:gd name="connsiteY16" fmla="*/ 492478 h 1726983"/>
              <a:gd name="connsiteX17" fmla="*/ 0 w 3253205"/>
              <a:gd name="connsiteY17" fmla="*/ 0 h 1726983"/>
              <a:gd name="connsiteX0" fmla="*/ 3147673 w 3378128"/>
              <a:gd name="connsiteY0" fmla="*/ 453816 h 1726983"/>
              <a:gd name="connsiteX1" fmla="*/ 3250916 w 3378128"/>
              <a:gd name="connsiteY1" fmla="*/ 620180 h 1726983"/>
              <a:gd name="connsiteX2" fmla="*/ 3222087 w 3378128"/>
              <a:gd name="connsiteY2" fmla="*/ 842347 h 1726983"/>
              <a:gd name="connsiteX3" fmla="*/ 3377979 w 3378128"/>
              <a:gd name="connsiteY3" fmla="*/ 1125802 h 1726983"/>
              <a:gd name="connsiteX4" fmla="*/ 3186853 w 3378128"/>
              <a:gd name="connsiteY4" fmla="*/ 1243946 h 1726983"/>
              <a:gd name="connsiteX5" fmla="*/ 2958334 w 3378128"/>
              <a:gd name="connsiteY5" fmla="*/ 1534064 h 1726983"/>
              <a:gd name="connsiteX6" fmla="*/ 2813857 w 3378128"/>
              <a:gd name="connsiteY6" fmla="*/ 1709964 h 1726983"/>
              <a:gd name="connsiteX7" fmla="*/ 2526164 w 3378128"/>
              <a:gd name="connsiteY7" fmla="*/ 1715016 h 1726983"/>
              <a:gd name="connsiteX8" fmla="*/ 2299713 w 3378128"/>
              <a:gd name="connsiteY8" fmla="*/ 1664834 h 1726983"/>
              <a:gd name="connsiteX9" fmla="*/ 2040426 w 3378128"/>
              <a:gd name="connsiteY9" fmla="*/ 1516807 h 1726983"/>
              <a:gd name="connsiteX10" fmla="*/ 1988038 w 3378128"/>
              <a:gd name="connsiteY10" fmla="*/ 1260479 h 1726983"/>
              <a:gd name="connsiteX11" fmla="*/ 2028710 w 3378128"/>
              <a:gd name="connsiteY11" fmla="*/ 1071503 h 1726983"/>
              <a:gd name="connsiteX12" fmla="*/ 2028710 w 3378128"/>
              <a:gd name="connsiteY12" fmla="*/ 932724 h 1726983"/>
              <a:gd name="connsiteX13" fmla="*/ 1801691 w 3378128"/>
              <a:gd name="connsiteY13" fmla="*/ 859018 h 1726983"/>
              <a:gd name="connsiteX14" fmla="*/ 1583035 w 3378128"/>
              <a:gd name="connsiteY14" fmla="*/ 806738 h 1726983"/>
              <a:gd name="connsiteX15" fmla="*/ 1345454 w 3378128"/>
              <a:gd name="connsiteY15" fmla="*/ 815011 h 1726983"/>
              <a:gd name="connsiteX16" fmla="*/ 1058378 w 3378128"/>
              <a:gd name="connsiteY16" fmla="*/ 697325 h 1726983"/>
              <a:gd name="connsiteX17" fmla="*/ 771982 w 3378128"/>
              <a:gd name="connsiteY17" fmla="*/ 492478 h 1726983"/>
              <a:gd name="connsiteX18" fmla="*/ 0 w 3378128"/>
              <a:gd name="connsiteY18" fmla="*/ 0 h 1726983"/>
              <a:gd name="connsiteX0" fmla="*/ 3147673 w 3378128"/>
              <a:gd name="connsiteY0" fmla="*/ 453816 h 1726983"/>
              <a:gd name="connsiteX1" fmla="*/ 3250916 w 3378128"/>
              <a:gd name="connsiteY1" fmla="*/ 620180 h 1726983"/>
              <a:gd name="connsiteX2" fmla="*/ 3222087 w 3378128"/>
              <a:gd name="connsiteY2" fmla="*/ 842347 h 1726983"/>
              <a:gd name="connsiteX3" fmla="*/ 3377979 w 3378128"/>
              <a:gd name="connsiteY3" fmla="*/ 1125802 h 1726983"/>
              <a:gd name="connsiteX4" fmla="*/ 3186853 w 3378128"/>
              <a:gd name="connsiteY4" fmla="*/ 1243946 h 1726983"/>
              <a:gd name="connsiteX5" fmla="*/ 3224966 w 3378128"/>
              <a:gd name="connsiteY5" fmla="*/ 1340045 h 1726983"/>
              <a:gd name="connsiteX6" fmla="*/ 2958334 w 3378128"/>
              <a:gd name="connsiteY6" fmla="*/ 1534064 h 1726983"/>
              <a:gd name="connsiteX7" fmla="*/ 2813857 w 3378128"/>
              <a:gd name="connsiteY7" fmla="*/ 1709964 h 1726983"/>
              <a:gd name="connsiteX8" fmla="*/ 2526164 w 3378128"/>
              <a:gd name="connsiteY8" fmla="*/ 1715016 h 1726983"/>
              <a:gd name="connsiteX9" fmla="*/ 2299713 w 3378128"/>
              <a:gd name="connsiteY9" fmla="*/ 1664834 h 1726983"/>
              <a:gd name="connsiteX10" fmla="*/ 2040426 w 3378128"/>
              <a:gd name="connsiteY10" fmla="*/ 1516807 h 1726983"/>
              <a:gd name="connsiteX11" fmla="*/ 1988038 w 3378128"/>
              <a:gd name="connsiteY11" fmla="*/ 1260479 h 1726983"/>
              <a:gd name="connsiteX12" fmla="*/ 2028710 w 3378128"/>
              <a:gd name="connsiteY12" fmla="*/ 1071503 h 1726983"/>
              <a:gd name="connsiteX13" fmla="*/ 2028710 w 3378128"/>
              <a:gd name="connsiteY13" fmla="*/ 932724 h 1726983"/>
              <a:gd name="connsiteX14" fmla="*/ 1801691 w 3378128"/>
              <a:gd name="connsiteY14" fmla="*/ 859018 h 1726983"/>
              <a:gd name="connsiteX15" fmla="*/ 1583035 w 3378128"/>
              <a:gd name="connsiteY15" fmla="*/ 806738 h 1726983"/>
              <a:gd name="connsiteX16" fmla="*/ 1345454 w 3378128"/>
              <a:gd name="connsiteY16" fmla="*/ 815011 h 1726983"/>
              <a:gd name="connsiteX17" fmla="*/ 1058378 w 3378128"/>
              <a:gd name="connsiteY17" fmla="*/ 697325 h 1726983"/>
              <a:gd name="connsiteX18" fmla="*/ 771982 w 3378128"/>
              <a:gd name="connsiteY18" fmla="*/ 492478 h 1726983"/>
              <a:gd name="connsiteX19" fmla="*/ 0 w 3378128"/>
              <a:gd name="connsiteY19" fmla="*/ 0 h 1726983"/>
              <a:gd name="connsiteX0" fmla="*/ 3147673 w 3379007"/>
              <a:gd name="connsiteY0" fmla="*/ 453816 h 1726983"/>
              <a:gd name="connsiteX1" fmla="*/ 3250916 w 3379007"/>
              <a:gd name="connsiteY1" fmla="*/ 620180 h 1726983"/>
              <a:gd name="connsiteX2" fmla="*/ 3222087 w 3379007"/>
              <a:gd name="connsiteY2" fmla="*/ 842347 h 1726983"/>
              <a:gd name="connsiteX3" fmla="*/ 3377979 w 3379007"/>
              <a:gd name="connsiteY3" fmla="*/ 1125802 h 1726983"/>
              <a:gd name="connsiteX4" fmla="*/ 3312867 w 3379007"/>
              <a:gd name="connsiteY4" fmla="*/ 1249214 h 1726983"/>
              <a:gd name="connsiteX5" fmla="*/ 3186853 w 3379007"/>
              <a:gd name="connsiteY5" fmla="*/ 1243946 h 1726983"/>
              <a:gd name="connsiteX6" fmla="*/ 3224966 w 3379007"/>
              <a:gd name="connsiteY6" fmla="*/ 1340045 h 1726983"/>
              <a:gd name="connsiteX7" fmla="*/ 2958334 w 3379007"/>
              <a:gd name="connsiteY7" fmla="*/ 1534064 h 1726983"/>
              <a:gd name="connsiteX8" fmla="*/ 2813857 w 3379007"/>
              <a:gd name="connsiteY8" fmla="*/ 1709964 h 1726983"/>
              <a:gd name="connsiteX9" fmla="*/ 2526164 w 3379007"/>
              <a:gd name="connsiteY9" fmla="*/ 1715016 h 1726983"/>
              <a:gd name="connsiteX10" fmla="*/ 2299713 w 3379007"/>
              <a:gd name="connsiteY10" fmla="*/ 1664834 h 1726983"/>
              <a:gd name="connsiteX11" fmla="*/ 2040426 w 3379007"/>
              <a:gd name="connsiteY11" fmla="*/ 1516807 h 1726983"/>
              <a:gd name="connsiteX12" fmla="*/ 1988038 w 3379007"/>
              <a:gd name="connsiteY12" fmla="*/ 1260479 h 1726983"/>
              <a:gd name="connsiteX13" fmla="*/ 2028710 w 3379007"/>
              <a:gd name="connsiteY13" fmla="*/ 1071503 h 1726983"/>
              <a:gd name="connsiteX14" fmla="*/ 2028710 w 3379007"/>
              <a:gd name="connsiteY14" fmla="*/ 932724 h 1726983"/>
              <a:gd name="connsiteX15" fmla="*/ 1801691 w 3379007"/>
              <a:gd name="connsiteY15" fmla="*/ 859018 h 1726983"/>
              <a:gd name="connsiteX16" fmla="*/ 1583035 w 3379007"/>
              <a:gd name="connsiteY16" fmla="*/ 806738 h 1726983"/>
              <a:gd name="connsiteX17" fmla="*/ 1345454 w 3379007"/>
              <a:gd name="connsiteY17" fmla="*/ 815011 h 1726983"/>
              <a:gd name="connsiteX18" fmla="*/ 1058378 w 3379007"/>
              <a:gd name="connsiteY18" fmla="*/ 697325 h 1726983"/>
              <a:gd name="connsiteX19" fmla="*/ 771982 w 3379007"/>
              <a:gd name="connsiteY19" fmla="*/ 492478 h 1726983"/>
              <a:gd name="connsiteX20" fmla="*/ 0 w 3379007"/>
              <a:gd name="connsiteY20" fmla="*/ 0 h 1726983"/>
              <a:gd name="connsiteX0" fmla="*/ 3147673 w 3379007"/>
              <a:gd name="connsiteY0" fmla="*/ 453816 h 1726983"/>
              <a:gd name="connsiteX1" fmla="*/ 3250916 w 3379007"/>
              <a:gd name="connsiteY1" fmla="*/ 620180 h 1726983"/>
              <a:gd name="connsiteX2" fmla="*/ 3306724 w 3379007"/>
              <a:gd name="connsiteY2" fmla="*/ 702365 h 1726983"/>
              <a:gd name="connsiteX3" fmla="*/ 3222087 w 3379007"/>
              <a:gd name="connsiteY3" fmla="*/ 842347 h 1726983"/>
              <a:gd name="connsiteX4" fmla="*/ 3377979 w 3379007"/>
              <a:gd name="connsiteY4" fmla="*/ 1125802 h 1726983"/>
              <a:gd name="connsiteX5" fmla="*/ 3312867 w 3379007"/>
              <a:gd name="connsiteY5" fmla="*/ 1249214 h 1726983"/>
              <a:gd name="connsiteX6" fmla="*/ 3186853 w 3379007"/>
              <a:gd name="connsiteY6" fmla="*/ 1243946 h 1726983"/>
              <a:gd name="connsiteX7" fmla="*/ 3224966 w 3379007"/>
              <a:gd name="connsiteY7" fmla="*/ 1340045 h 1726983"/>
              <a:gd name="connsiteX8" fmla="*/ 2958334 w 3379007"/>
              <a:gd name="connsiteY8" fmla="*/ 1534064 h 1726983"/>
              <a:gd name="connsiteX9" fmla="*/ 2813857 w 3379007"/>
              <a:gd name="connsiteY9" fmla="*/ 1709964 h 1726983"/>
              <a:gd name="connsiteX10" fmla="*/ 2526164 w 3379007"/>
              <a:gd name="connsiteY10" fmla="*/ 1715016 h 1726983"/>
              <a:gd name="connsiteX11" fmla="*/ 2299713 w 3379007"/>
              <a:gd name="connsiteY11" fmla="*/ 1664834 h 1726983"/>
              <a:gd name="connsiteX12" fmla="*/ 2040426 w 3379007"/>
              <a:gd name="connsiteY12" fmla="*/ 1516807 h 1726983"/>
              <a:gd name="connsiteX13" fmla="*/ 1988038 w 3379007"/>
              <a:gd name="connsiteY13" fmla="*/ 1260479 h 1726983"/>
              <a:gd name="connsiteX14" fmla="*/ 2028710 w 3379007"/>
              <a:gd name="connsiteY14" fmla="*/ 1071503 h 1726983"/>
              <a:gd name="connsiteX15" fmla="*/ 2028710 w 3379007"/>
              <a:gd name="connsiteY15" fmla="*/ 932724 h 1726983"/>
              <a:gd name="connsiteX16" fmla="*/ 1801691 w 3379007"/>
              <a:gd name="connsiteY16" fmla="*/ 859018 h 1726983"/>
              <a:gd name="connsiteX17" fmla="*/ 1583035 w 3379007"/>
              <a:gd name="connsiteY17" fmla="*/ 806738 h 1726983"/>
              <a:gd name="connsiteX18" fmla="*/ 1345454 w 3379007"/>
              <a:gd name="connsiteY18" fmla="*/ 815011 h 1726983"/>
              <a:gd name="connsiteX19" fmla="*/ 1058378 w 3379007"/>
              <a:gd name="connsiteY19" fmla="*/ 697325 h 1726983"/>
              <a:gd name="connsiteX20" fmla="*/ 771982 w 3379007"/>
              <a:gd name="connsiteY20" fmla="*/ 492478 h 1726983"/>
              <a:gd name="connsiteX21" fmla="*/ 0 w 3379007"/>
              <a:gd name="connsiteY21" fmla="*/ 0 h 1726983"/>
              <a:gd name="connsiteX0" fmla="*/ 2375691 w 2607025"/>
              <a:gd name="connsiteY0" fmla="*/ 0 h 1273167"/>
              <a:gd name="connsiteX1" fmla="*/ 2478934 w 2607025"/>
              <a:gd name="connsiteY1" fmla="*/ 166364 h 1273167"/>
              <a:gd name="connsiteX2" fmla="*/ 2534742 w 2607025"/>
              <a:gd name="connsiteY2" fmla="*/ 248549 h 1273167"/>
              <a:gd name="connsiteX3" fmla="*/ 2450105 w 2607025"/>
              <a:gd name="connsiteY3" fmla="*/ 388531 h 1273167"/>
              <a:gd name="connsiteX4" fmla="*/ 2605997 w 2607025"/>
              <a:gd name="connsiteY4" fmla="*/ 671986 h 1273167"/>
              <a:gd name="connsiteX5" fmla="*/ 2540885 w 2607025"/>
              <a:gd name="connsiteY5" fmla="*/ 795398 h 1273167"/>
              <a:gd name="connsiteX6" fmla="*/ 2414871 w 2607025"/>
              <a:gd name="connsiteY6" fmla="*/ 790130 h 1273167"/>
              <a:gd name="connsiteX7" fmla="*/ 2452984 w 2607025"/>
              <a:gd name="connsiteY7" fmla="*/ 886229 h 1273167"/>
              <a:gd name="connsiteX8" fmla="*/ 2186352 w 2607025"/>
              <a:gd name="connsiteY8" fmla="*/ 1080248 h 1273167"/>
              <a:gd name="connsiteX9" fmla="*/ 2041875 w 2607025"/>
              <a:gd name="connsiteY9" fmla="*/ 1256148 h 1273167"/>
              <a:gd name="connsiteX10" fmla="*/ 1754182 w 2607025"/>
              <a:gd name="connsiteY10" fmla="*/ 1261200 h 1273167"/>
              <a:gd name="connsiteX11" fmla="*/ 1527731 w 2607025"/>
              <a:gd name="connsiteY11" fmla="*/ 1211018 h 1273167"/>
              <a:gd name="connsiteX12" fmla="*/ 1268444 w 2607025"/>
              <a:gd name="connsiteY12" fmla="*/ 1062991 h 1273167"/>
              <a:gd name="connsiteX13" fmla="*/ 1216056 w 2607025"/>
              <a:gd name="connsiteY13" fmla="*/ 806663 h 1273167"/>
              <a:gd name="connsiteX14" fmla="*/ 1256728 w 2607025"/>
              <a:gd name="connsiteY14" fmla="*/ 617687 h 1273167"/>
              <a:gd name="connsiteX15" fmla="*/ 1256728 w 2607025"/>
              <a:gd name="connsiteY15" fmla="*/ 478908 h 1273167"/>
              <a:gd name="connsiteX16" fmla="*/ 1029709 w 2607025"/>
              <a:gd name="connsiteY16" fmla="*/ 405202 h 1273167"/>
              <a:gd name="connsiteX17" fmla="*/ 811053 w 2607025"/>
              <a:gd name="connsiteY17" fmla="*/ 352922 h 1273167"/>
              <a:gd name="connsiteX18" fmla="*/ 573472 w 2607025"/>
              <a:gd name="connsiteY18" fmla="*/ 361195 h 1273167"/>
              <a:gd name="connsiteX19" fmla="*/ 286396 w 2607025"/>
              <a:gd name="connsiteY19" fmla="*/ 243509 h 1273167"/>
              <a:gd name="connsiteX20" fmla="*/ 0 w 2607025"/>
              <a:gd name="connsiteY20" fmla="*/ 38662 h 1273167"/>
              <a:gd name="connsiteX0" fmla="*/ 2089295 w 2320629"/>
              <a:gd name="connsiteY0" fmla="*/ 0 h 1273167"/>
              <a:gd name="connsiteX1" fmla="*/ 2192538 w 2320629"/>
              <a:gd name="connsiteY1" fmla="*/ 166364 h 1273167"/>
              <a:gd name="connsiteX2" fmla="*/ 2248346 w 2320629"/>
              <a:gd name="connsiteY2" fmla="*/ 248549 h 1273167"/>
              <a:gd name="connsiteX3" fmla="*/ 2163709 w 2320629"/>
              <a:gd name="connsiteY3" fmla="*/ 388531 h 1273167"/>
              <a:gd name="connsiteX4" fmla="*/ 2319601 w 2320629"/>
              <a:gd name="connsiteY4" fmla="*/ 671986 h 1273167"/>
              <a:gd name="connsiteX5" fmla="*/ 2254489 w 2320629"/>
              <a:gd name="connsiteY5" fmla="*/ 795398 h 1273167"/>
              <a:gd name="connsiteX6" fmla="*/ 2128475 w 2320629"/>
              <a:gd name="connsiteY6" fmla="*/ 790130 h 1273167"/>
              <a:gd name="connsiteX7" fmla="*/ 2166588 w 2320629"/>
              <a:gd name="connsiteY7" fmla="*/ 886229 h 1273167"/>
              <a:gd name="connsiteX8" fmla="*/ 1899956 w 2320629"/>
              <a:gd name="connsiteY8" fmla="*/ 1080248 h 1273167"/>
              <a:gd name="connsiteX9" fmla="*/ 1755479 w 2320629"/>
              <a:gd name="connsiteY9" fmla="*/ 1256148 h 1273167"/>
              <a:gd name="connsiteX10" fmla="*/ 1467786 w 2320629"/>
              <a:gd name="connsiteY10" fmla="*/ 1261200 h 1273167"/>
              <a:gd name="connsiteX11" fmla="*/ 1241335 w 2320629"/>
              <a:gd name="connsiteY11" fmla="*/ 1211018 h 1273167"/>
              <a:gd name="connsiteX12" fmla="*/ 982048 w 2320629"/>
              <a:gd name="connsiteY12" fmla="*/ 1062991 h 1273167"/>
              <a:gd name="connsiteX13" fmla="*/ 929660 w 2320629"/>
              <a:gd name="connsiteY13" fmla="*/ 806663 h 1273167"/>
              <a:gd name="connsiteX14" fmla="*/ 970332 w 2320629"/>
              <a:gd name="connsiteY14" fmla="*/ 617687 h 1273167"/>
              <a:gd name="connsiteX15" fmla="*/ 970332 w 2320629"/>
              <a:gd name="connsiteY15" fmla="*/ 478908 h 1273167"/>
              <a:gd name="connsiteX16" fmla="*/ 743313 w 2320629"/>
              <a:gd name="connsiteY16" fmla="*/ 405202 h 1273167"/>
              <a:gd name="connsiteX17" fmla="*/ 524657 w 2320629"/>
              <a:gd name="connsiteY17" fmla="*/ 352922 h 1273167"/>
              <a:gd name="connsiteX18" fmla="*/ 287076 w 2320629"/>
              <a:gd name="connsiteY18" fmla="*/ 361195 h 1273167"/>
              <a:gd name="connsiteX19" fmla="*/ 0 w 2320629"/>
              <a:gd name="connsiteY19" fmla="*/ 243509 h 1273167"/>
              <a:gd name="connsiteX0" fmla="*/ 1802219 w 2033553"/>
              <a:gd name="connsiteY0" fmla="*/ 0 h 1273167"/>
              <a:gd name="connsiteX1" fmla="*/ 1905462 w 2033553"/>
              <a:gd name="connsiteY1" fmla="*/ 166364 h 1273167"/>
              <a:gd name="connsiteX2" fmla="*/ 1961270 w 2033553"/>
              <a:gd name="connsiteY2" fmla="*/ 248549 h 1273167"/>
              <a:gd name="connsiteX3" fmla="*/ 1876633 w 2033553"/>
              <a:gd name="connsiteY3" fmla="*/ 388531 h 1273167"/>
              <a:gd name="connsiteX4" fmla="*/ 2032525 w 2033553"/>
              <a:gd name="connsiteY4" fmla="*/ 671986 h 1273167"/>
              <a:gd name="connsiteX5" fmla="*/ 1967413 w 2033553"/>
              <a:gd name="connsiteY5" fmla="*/ 795398 h 1273167"/>
              <a:gd name="connsiteX6" fmla="*/ 1841399 w 2033553"/>
              <a:gd name="connsiteY6" fmla="*/ 790130 h 1273167"/>
              <a:gd name="connsiteX7" fmla="*/ 1879512 w 2033553"/>
              <a:gd name="connsiteY7" fmla="*/ 886229 h 1273167"/>
              <a:gd name="connsiteX8" fmla="*/ 1612880 w 2033553"/>
              <a:gd name="connsiteY8" fmla="*/ 1080248 h 1273167"/>
              <a:gd name="connsiteX9" fmla="*/ 1468403 w 2033553"/>
              <a:gd name="connsiteY9" fmla="*/ 1256148 h 1273167"/>
              <a:gd name="connsiteX10" fmla="*/ 1180710 w 2033553"/>
              <a:gd name="connsiteY10" fmla="*/ 1261200 h 1273167"/>
              <a:gd name="connsiteX11" fmla="*/ 954259 w 2033553"/>
              <a:gd name="connsiteY11" fmla="*/ 1211018 h 1273167"/>
              <a:gd name="connsiteX12" fmla="*/ 694972 w 2033553"/>
              <a:gd name="connsiteY12" fmla="*/ 1062991 h 1273167"/>
              <a:gd name="connsiteX13" fmla="*/ 642584 w 2033553"/>
              <a:gd name="connsiteY13" fmla="*/ 806663 h 1273167"/>
              <a:gd name="connsiteX14" fmla="*/ 683256 w 2033553"/>
              <a:gd name="connsiteY14" fmla="*/ 617687 h 1273167"/>
              <a:gd name="connsiteX15" fmla="*/ 683256 w 2033553"/>
              <a:gd name="connsiteY15" fmla="*/ 478908 h 1273167"/>
              <a:gd name="connsiteX16" fmla="*/ 456237 w 2033553"/>
              <a:gd name="connsiteY16" fmla="*/ 405202 h 1273167"/>
              <a:gd name="connsiteX17" fmla="*/ 237581 w 2033553"/>
              <a:gd name="connsiteY17" fmla="*/ 352922 h 1273167"/>
              <a:gd name="connsiteX18" fmla="*/ 0 w 2033553"/>
              <a:gd name="connsiteY18" fmla="*/ 361195 h 1273167"/>
              <a:gd name="connsiteX0" fmla="*/ 1564638 w 1795972"/>
              <a:gd name="connsiteY0" fmla="*/ 0 h 1273167"/>
              <a:gd name="connsiteX1" fmla="*/ 1667881 w 1795972"/>
              <a:gd name="connsiteY1" fmla="*/ 166364 h 1273167"/>
              <a:gd name="connsiteX2" fmla="*/ 1723689 w 1795972"/>
              <a:gd name="connsiteY2" fmla="*/ 248549 h 1273167"/>
              <a:gd name="connsiteX3" fmla="*/ 1639052 w 1795972"/>
              <a:gd name="connsiteY3" fmla="*/ 388531 h 1273167"/>
              <a:gd name="connsiteX4" fmla="*/ 1794944 w 1795972"/>
              <a:gd name="connsiteY4" fmla="*/ 671986 h 1273167"/>
              <a:gd name="connsiteX5" fmla="*/ 1729832 w 1795972"/>
              <a:gd name="connsiteY5" fmla="*/ 795398 h 1273167"/>
              <a:gd name="connsiteX6" fmla="*/ 1603818 w 1795972"/>
              <a:gd name="connsiteY6" fmla="*/ 790130 h 1273167"/>
              <a:gd name="connsiteX7" fmla="*/ 1641931 w 1795972"/>
              <a:gd name="connsiteY7" fmla="*/ 886229 h 1273167"/>
              <a:gd name="connsiteX8" fmla="*/ 1375299 w 1795972"/>
              <a:gd name="connsiteY8" fmla="*/ 1080248 h 1273167"/>
              <a:gd name="connsiteX9" fmla="*/ 1230822 w 1795972"/>
              <a:gd name="connsiteY9" fmla="*/ 1256148 h 1273167"/>
              <a:gd name="connsiteX10" fmla="*/ 943129 w 1795972"/>
              <a:gd name="connsiteY10" fmla="*/ 1261200 h 1273167"/>
              <a:gd name="connsiteX11" fmla="*/ 716678 w 1795972"/>
              <a:gd name="connsiteY11" fmla="*/ 1211018 h 1273167"/>
              <a:gd name="connsiteX12" fmla="*/ 457391 w 1795972"/>
              <a:gd name="connsiteY12" fmla="*/ 1062991 h 1273167"/>
              <a:gd name="connsiteX13" fmla="*/ 405003 w 1795972"/>
              <a:gd name="connsiteY13" fmla="*/ 806663 h 1273167"/>
              <a:gd name="connsiteX14" fmla="*/ 445675 w 1795972"/>
              <a:gd name="connsiteY14" fmla="*/ 617687 h 1273167"/>
              <a:gd name="connsiteX15" fmla="*/ 445675 w 1795972"/>
              <a:gd name="connsiteY15" fmla="*/ 478908 h 1273167"/>
              <a:gd name="connsiteX16" fmla="*/ 218656 w 1795972"/>
              <a:gd name="connsiteY16" fmla="*/ 405202 h 1273167"/>
              <a:gd name="connsiteX17" fmla="*/ 0 w 1795972"/>
              <a:gd name="connsiteY17" fmla="*/ 352922 h 1273167"/>
              <a:gd name="connsiteX0" fmla="*/ 1345982 w 1577316"/>
              <a:gd name="connsiteY0" fmla="*/ 0 h 1273167"/>
              <a:gd name="connsiteX1" fmla="*/ 1449225 w 1577316"/>
              <a:gd name="connsiteY1" fmla="*/ 166364 h 1273167"/>
              <a:gd name="connsiteX2" fmla="*/ 1505033 w 1577316"/>
              <a:gd name="connsiteY2" fmla="*/ 248549 h 1273167"/>
              <a:gd name="connsiteX3" fmla="*/ 1420396 w 1577316"/>
              <a:gd name="connsiteY3" fmla="*/ 388531 h 1273167"/>
              <a:gd name="connsiteX4" fmla="*/ 1576288 w 1577316"/>
              <a:gd name="connsiteY4" fmla="*/ 671986 h 1273167"/>
              <a:gd name="connsiteX5" fmla="*/ 1511176 w 1577316"/>
              <a:gd name="connsiteY5" fmla="*/ 795398 h 1273167"/>
              <a:gd name="connsiteX6" fmla="*/ 1385162 w 1577316"/>
              <a:gd name="connsiteY6" fmla="*/ 790130 h 1273167"/>
              <a:gd name="connsiteX7" fmla="*/ 1423275 w 1577316"/>
              <a:gd name="connsiteY7" fmla="*/ 886229 h 1273167"/>
              <a:gd name="connsiteX8" fmla="*/ 1156643 w 1577316"/>
              <a:gd name="connsiteY8" fmla="*/ 1080248 h 1273167"/>
              <a:gd name="connsiteX9" fmla="*/ 1012166 w 1577316"/>
              <a:gd name="connsiteY9" fmla="*/ 1256148 h 1273167"/>
              <a:gd name="connsiteX10" fmla="*/ 724473 w 1577316"/>
              <a:gd name="connsiteY10" fmla="*/ 1261200 h 1273167"/>
              <a:gd name="connsiteX11" fmla="*/ 498022 w 1577316"/>
              <a:gd name="connsiteY11" fmla="*/ 1211018 h 1273167"/>
              <a:gd name="connsiteX12" fmla="*/ 238735 w 1577316"/>
              <a:gd name="connsiteY12" fmla="*/ 1062991 h 1273167"/>
              <a:gd name="connsiteX13" fmla="*/ 186347 w 1577316"/>
              <a:gd name="connsiteY13" fmla="*/ 806663 h 1273167"/>
              <a:gd name="connsiteX14" fmla="*/ 227019 w 1577316"/>
              <a:gd name="connsiteY14" fmla="*/ 617687 h 1273167"/>
              <a:gd name="connsiteX15" fmla="*/ 227019 w 1577316"/>
              <a:gd name="connsiteY15" fmla="*/ 478908 h 1273167"/>
              <a:gd name="connsiteX16" fmla="*/ 0 w 1577316"/>
              <a:gd name="connsiteY16" fmla="*/ 405202 h 1273167"/>
              <a:gd name="connsiteX0" fmla="*/ 1159724 w 1391058"/>
              <a:gd name="connsiteY0" fmla="*/ 0 h 1273167"/>
              <a:gd name="connsiteX1" fmla="*/ 1262967 w 1391058"/>
              <a:gd name="connsiteY1" fmla="*/ 166364 h 1273167"/>
              <a:gd name="connsiteX2" fmla="*/ 1318775 w 1391058"/>
              <a:gd name="connsiteY2" fmla="*/ 248549 h 1273167"/>
              <a:gd name="connsiteX3" fmla="*/ 1234138 w 1391058"/>
              <a:gd name="connsiteY3" fmla="*/ 388531 h 1273167"/>
              <a:gd name="connsiteX4" fmla="*/ 1390030 w 1391058"/>
              <a:gd name="connsiteY4" fmla="*/ 671986 h 1273167"/>
              <a:gd name="connsiteX5" fmla="*/ 1324918 w 1391058"/>
              <a:gd name="connsiteY5" fmla="*/ 795398 h 1273167"/>
              <a:gd name="connsiteX6" fmla="*/ 1198904 w 1391058"/>
              <a:gd name="connsiteY6" fmla="*/ 790130 h 1273167"/>
              <a:gd name="connsiteX7" fmla="*/ 1237017 w 1391058"/>
              <a:gd name="connsiteY7" fmla="*/ 886229 h 1273167"/>
              <a:gd name="connsiteX8" fmla="*/ 970385 w 1391058"/>
              <a:gd name="connsiteY8" fmla="*/ 1080248 h 1273167"/>
              <a:gd name="connsiteX9" fmla="*/ 825908 w 1391058"/>
              <a:gd name="connsiteY9" fmla="*/ 1256148 h 1273167"/>
              <a:gd name="connsiteX10" fmla="*/ 538215 w 1391058"/>
              <a:gd name="connsiteY10" fmla="*/ 1261200 h 1273167"/>
              <a:gd name="connsiteX11" fmla="*/ 311764 w 1391058"/>
              <a:gd name="connsiteY11" fmla="*/ 1211018 h 1273167"/>
              <a:gd name="connsiteX12" fmla="*/ 52477 w 1391058"/>
              <a:gd name="connsiteY12" fmla="*/ 1062991 h 1273167"/>
              <a:gd name="connsiteX13" fmla="*/ 89 w 1391058"/>
              <a:gd name="connsiteY13" fmla="*/ 806663 h 1273167"/>
              <a:gd name="connsiteX14" fmla="*/ 40761 w 1391058"/>
              <a:gd name="connsiteY14" fmla="*/ 617687 h 1273167"/>
              <a:gd name="connsiteX15" fmla="*/ 40761 w 1391058"/>
              <a:gd name="connsiteY15" fmla="*/ 478908 h 1273167"/>
              <a:gd name="connsiteX0" fmla="*/ 1159724 w 1391058"/>
              <a:gd name="connsiteY0" fmla="*/ 0 h 1273167"/>
              <a:gd name="connsiteX1" fmla="*/ 1262967 w 1391058"/>
              <a:gd name="connsiteY1" fmla="*/ 166364 h 1273167"/>
              <a:gd name="connsiteX2" fmla="*/ 1318775 w 1391058"/>
              <a:gd name="connsiteY2" fmla="*/ 248549 h 1273167"/>
              <a:gd name="connsiteX3" fmla="*/ 1234138 w 1391058"/>
              <a:gd name="connsiteY3" fmla="*/ 388531 h 1273167"/>
              <a:gd name="connsiteX4" fmla="*/ 1390030 w 1391058"/>
              <a:gd name="connsiteY4" fmla="*/ 671986 h 1273167"/>
              <a:gd name="connsiteX5" fmla="*/ 1324918 w 1391058"/>
              <a:gd name="connsiteY5" fmla="*/ 795398 h 1273167"/>
              <a:gd name="connsiteX6" fmla="*/ 1198904 w 1391058"/>
              <a:gd name="connsiteY6" fmla="*/ 790130 h 1273167"/>
              <a:gd name="connsiteX7" fmla="*/ 1237017 w 1391058"/>
              <a:gd name="connsiteY7" fmla="*/ 886229 h 1273167"/>
              <a:gd name="connsiteX8" fmla="*/ 970385 w 1391058"/>
              <a:gd name="connsiteY8" fmla="*/ 1080248 h 1273167"/>
              <a:gd name="connsiteX9" fmla="*/ 825908 w 1391058"/>
              <a:gd name="connsiteY9" fmla="*/ 1256148 h 1273167"/>
              <a:gd name="connsiteX10" fmla="*/ 538215 w 1391058"/>
              <a:gd name="connsiteY10" fmla="*/ 1261200 h 1273167"/>
              <a:gd name="connsiteX11" fmla="*/ 311764 w 1391058"/>
              <a:gd name="connsiteY11" fmla="*/ 1211018 h 1273167"/>
              <a:gd name="connsiteX12" fmla="*/ 52477 w 1391058"/>
              <a:gd name="connsiteY12" fmla="*/ 1062991 h 1273167"/>
              <a:gd name="connsiteX13" fmla="*/ 89 w 1391058"/>
              <a:gd name="connsiteY13" fmla="*/ 806663 h 1273167"/>
              <a:gd name="connsiteX14" fmla="*/ 40761 w 1391058"/>
              <a:gd name="connsiteY14" fmla="*/ 617687 h 1273167"/>
              <a:gd name="connsiteX0" fmla="*/ 1159635 w 1390969"/>
              <a:gd name="connsiteY0" fmla="*/ 0 h 1273167"/>
              <a:gd name="connsiteX1" fmla="*/ 1262878 w 1390969"/>
              <a:gd name="connsiteY1" fmla="*/ 166364 h 1273167"/>
              <a:gd name="connsiteX2" fmla="*/ 1318686 w 1390969"/>
              <a:gd name="connsiteY2" fmla="*/ 248549 h 1273167"/>
              <a:gd name="connsiteX3" fmla="*/ 1234049 w 1390969"/>
              <a:gd name="connsiteY3" fmla="*/ 388531 h 1273167"/>
              <a:gd name="connsiteX4" fmla="*/ 1389941 w 1390969"/>
              <a:gd name="connsiteY4" fmla="*/ 671986 h 1273167"/>
              <a:gd name="connsiteX5" fmla="*/ 1324829 w 1390969"/>
              <a:gd name="connsiteY5" fmla="*/ 795398 h 1273167"/>
              <a:gd name="connsiteX6" fmla="*/ 1198815 w 1390969"/>
              <a:gd name="connsiteY6" fmla="*/ 790130 h 1273167"/>
              <a:gd name="connsiteX7" fmla="*/ 1236928 w 1390969"/>
              <a:gd name="connsiteY7" fmla="*/ 886229 h 1273167"/>
              <a:gd name="connsiteX8" fmla="*/ 970296 w 1390969"/>
              <a:gd name="connsiteY8" fmla="*/ 1080248 h 1273167"/>
              <a:gd name="connsiteX9" fmla="*/ 825819 w 1390969"/>
              <a:gd name="connsiteY9" fmla="*/ 1256148 h 1273167"/>
              <a:gd name="connsiteX10" fmla="*/ 538126 w 1390969"/>
              <a:gd name="connsiteY10" fmla="*/ 1261200 h 1273167"/>
              <a:gd name="connsiteX11" fmla="*/ 311675 w 1390969"/>
              <a:gd name="connsiteY11" fmla="*/ 1211018 h 1273167"/>
              <a:gd name="connsiteX12" fmla="*/ 52388 w 1390969"/>
              <a:gd name="connsiteY12" fmla="*/ 1062991 h 1273167"/>
              <a:gd name="connsiteX13" fmla="*/ 0 w 1390969"/>
              <a:gd name="connsiteY13" fmla="*/ 806663 h 1273167"/>
              <a:gd name="connsiteX0" fmla="*/ 1273061 w 1504395"/>
              <a:gd name="connsiteY0" fmla="*/ 0 h 1273167"/>
              <a:gd name="connsiteX1" fmla="*/ 1376304 w 1504395"/>
              <a:gd name="connsiteY1" fmla="*/ 166364 h 1273167"/>
              <a:gd name="connsiteX2" fmla="*/ 1432112 w 1504395"/>
              <a:gd name="connsiteY2" fmla="*/ 248549 h 1273167"/>
              <a:gd name="connsiteX3" fmla="*/ 1347475 w 1504395"/>
              <a:gd name="connsiteY3" fmla="*/ 388531 h 1273167"/>
              <a:gd name="connsiteX4" fmla="*/ 1503367 w 1504395"/>
              <a:gd name="connsiteY4" fmla="*/ 671986 h 1273167"/>
              <a:gd name="connsiteX5" fmla="*/ 1438255 w 1504395"/>
              <a:gd name="connsiteY5" fmla="*/ 795398 h 1273167"/>
              <a:gd name="connsiteX6" fmla="*/ 1312241 w 1504395"/>
              <a:gd name="connsiteY6" fmla="*/ 790130 h 1273167"/>
              <a:gd name="connsiteX7" fmla="*/ 1350354 w 1504395"/>
              <a:gd name="connsiteY7" fmla="*/ 886229 h 1273167"/>
              <a:gd name="connsiteX8" fmla="*/ 1083722 w 1504395"/>
              <a:gd name="connsiteY8" fmla="*/ 1080248 h 1273167"/>
              <a:gd name="connsiteX9" fmla="*/ 939245 w 1504395"/>
              <a:gd name="connsiteY9" fmla="*/ 1256148 h 1273167"/>
              <a:gd name="connsiteX10" fmla="*/ 651552 w 1504395"/>
              <a:gd name="connsiteY10" fmla="*/ 1261200 h 1273167"/>
              <a:gd name="connsiteX11" fmla="*/ 425101 w 1504395"/>
              <a:gd name="connsiteY11" fmla="*/ 1211018 h 1273167"/>
              <a:gd name="connsiteX12" fmla="*/ 165814 w 1504395"/>
              <a:gd name="connsiteY12" fmla="*/ 1062991 h 1273167"/>
              <a:gd name="connsiteX13" fmla="*/ 0 w 1504395"/>
              <a:gd name="connsiteY13" fmla="*/ 1019673 h 1273167"/>
              <a:gd name="connsiteX0" fmla="*/ 1273061 w 1504395"/>
              <a:gd name="connsiteY0" fmla="*/ 0 h 1273167"/>
              <a:gd name="connsiteX1" fmla="*/ 1376304 w 1504395"/>
              <a:gd name="connsiteY1" fmla="*/ 166364 h 1273167"/>
              <a:gd name="connsiteX2" fmla="*/ 1432112 w 1504395"/>
              <a:gd name="connsiteY2" fmla="*/ 248549 h 1273167"/>
              <a:gd name="connsiteX3" fmla="*/ 1347475 w 1504395"/>
              <a:gd name="connsiteY3" fmla="*/ 388531 h 1273167"/>
              <a:gd name="connsiteX4" fmla="*/ 1503367 w 1504395"/>
              <a:gd name="connsiteY4" fmla="*/ 671986 h 1273167"/>
              <a:gd name="connsiteX5" fmla="*/ 1438255 w 1504395"/>
              <a:gd name="connsiteY5" fmla="*/ 795398 h 1273167"/>
              <a:gd name="connsiteX6" fmla="*/ 1312241 w 1504395"/>
              <a:gd name="connsiteY6" fmla="*/ 790130 h 1273167"/>
              <a:gd name="connsiteX7" fmla="*/ 1350354 w 1504395"/>
              <a:gd name="connsiteY7" fmla="*/ 886229 h 1273167"/>
              <a:gd name="connsiteX8" fmla="*/ 1083722 w 1504395"/>
              <a:gd name="connsiteY8" fmla="*/ 1080248 h 1273167"/>
              <a:gd name="connsiteX9" fmla="*/ 939245 w 1504395"/>
              <a:gd name="connsiteY9" fmla="*/ 1256148 h 1273167"/>
              <a:gd name="connsiteX10" fmla="*/ 651552 w 1504395"/>
              <a:gd name="connsiteY10" fmla="*/ 1261200 h 1273167"/>
              <a:gd name="connsiteX11" fmla="*/ 425101 w 1504395"/>
              <a:gd name="connsiteY11" fmla="*/ 1211018 h 1273167"/>
              <a:gd name="connsiteX12" fmla="*/ 179118 w 1504395"/>
              <a:gd name="connsiteY12" fmla="*/ 1006553 h 1273167"/>
              <a:gd name="connsiteX13" fmla="*/ 0 w 1504395"/>
              <a:gd name="connsiteY13" fmla="*/ 1019673 h 1273167"/>
              <a:gd name="connsiteX0" fmla="*/ 1273061 w 1504395"/>
              <a:gd name="connsiteY0" fmla="*/ 0 h 1353476"/>
              <a:gd name="connsiteX1" fmla="*/ 1376304 w 1504395"/>
              <a:gd name="connsiteY1" fmla="*/ 166364 h 1353476"/>
              <a:gd name="connsiteX2" fmla="*/ 1432112 w 1504395"/>
              <a:gd name="connsiteY2" fmla="*/ 248549 h 1353476"/>
              <a:gd name="connsiteX3" fmla="*/ 1347475 w 1504395"/>
              <a:gd name="connsiteY3" fmla="*/ 388531 h 1353476"/>
              <a:gd name="connsiteX4" fmla="*/ 1503367 w 1504395"/>
              <a:gd name="connsiteY4" fmla="*/ 671986 h 1353476"/>
              <a:gd name="connsiteX5" fmla="*/ 1438255 w 1504395"/>
              <a:gd name="connsiteY5" fmla="*/ 795398 h 1353476"/>
              <a:gd name="connsiteX6" fmla="*/ 1312241 w 1504395"/>
              <a:gd name="connsiteY6" fmla="*/ 790130 h 1353476"/>
              <a:gd name="connsiteX7" fmla="*/ 1350354 w 1504395"/>
              <a:gd name="connsiteY7" fmla="*/ 886229 h 1353476"/>
              <a:gd name="connsiteX8" fmla="*/ 1083722 w 1504395"/>
              <a:gd name="connsiteY8" fmla="*/ 1080248 h 1353476"/>
              <a:gd name="connsiteX9" fmla="*/ 939245 w 1504395"/>
              <a:gd name="connsiteY9" fmla="*/ 1256148 h 1353476"/>
              <a:gd name="connsiteX10" fmla="*/ 733892 w 1504395"/>
              <a:gd name="connsiteY10" fmla="*/ 1352821 h 1353476"/>
              <a:gd name="connsiteX11" fmla="*/ 425101 w 1504395"/>
              <a:gd name="connsiteY11" fmla="*/ 1211018 h 1353476"/>
              <a:gd name="connsiteX12" fmla="*/ 179118 w 1504395"/>
              <a:gd name="connsiteY12" fmla="*/ 1006553 h 1353476"/>
              <a:gd name="connsiteX13" fmla="*/ 0 w 1504395"/>
              <a:gd name="connsiteY13" fmla="*/ 1019673 h 1353476"/>
              <a:gd name="connsiteX0" fmla="*/ 1273061 w 1504395"/>
              <a:gd name="connsiteY0" fmla="*/ 0 h 1352822"/>
              <a:gd name="connsiteX1" fmla="*/ 1376304 w 1504395"/>
              <a:gd name="connsiteY1" fmla="*/ 166364 h 1352822"/>
              <a:gd name="connsiteX2" fmla="*/ 1432112 w 1504395"/>
              <a:gd name="connsiteY2" fmla="*/ 248549 h 1352822"/>
              <a:gd name="connsiteX3" fmla="*/ 1347475 w 1504395"/>
              <a:gd name="connsiteY3" fmla="*/ 388531 h 1352822"/>
              <a:gd name="connsiteX4" fmla="*/ 1503367 w 1504395"/>
              <a:gd name="connsiteY4" fmla="*/ 671986 h 1352822"/>
              <a:gd name="connsiteX5" fmla="*/ 1438255 w 1504395"/>
              <a:gd name="connsiteY5" fmla="*/ 795398 h 1352822"/>
              <a:gd name="connsiteX6" fmla="*/ 1312241 w 1504395"/>
              <a:gd name="connsiteY6" fmla="*/ 790130 h 1352822"/>
              <a:gd name="connsiteX7" fmla="*/ 1350354 w 1504395"/>
              <a:gd name="connsiteY7" fmla="*/ 886229 h 1352822"/>
              <a:gd name="connsiteX8" fmla="*/ 1083722 w 1504395"/>
              <a:gd name="connsiteY8" fmla="*/ 1080248 h 1352822"/>
              <a:gd name="connsiteX9" fmla="*/ 939245 w 1504395"/>
              <a:gd name="connsiteY9" fmla="*/ 1256148 h 1352822"/>
              <a:gd name="connsiteX10" fmla="*/ 733892 w 1504395"/>
              <a:gd name="connsiteY10" fmla="*/ 1352821 h 1352822"/>
              <a:gd name="connsiteX11" fmla="*/ 578720 w 1504395"/>
              <a:gd name="connsiteY11" fmla="*/ 1258369 h 1352822"/>
              <a:gd name="connsiteX12" fmla="*/ 425101 w 1504395"/>
              <a:gd name="connsiteY12" fmla="*/ 1211018 h 1352822"/>
              <a:gd name="connsiteX13" fmla="*/ 179118 w 1504395"/>
              <a:gd name="connsiteY13" fmla="*/ 1006553 h 1352822"/>
              <a:gd name="connsiteX14" fmla="*/ 0 w 1504395"/>
              <a:gd name="connsiteY14" fmla="*/ 1019673 h 1352822"/>
              <a:gd name="connsiteX0" fmla="*/ 1273061 w 1504395"/>
              <a:gd name="connsiteY0" fmla="*/ 0 h 1352822"/>
              <a:gd name="connsiteX1" fmla="*/ 1376304 w 1504395"/>
              <a:gd name="connsiteY1" fmla="*/ 166364 h 1352822"/>
              <a:gd name="connsiteX2" fmla="*/ 1432112 w 1504395"/>
              <a:gd name="connsiteY2" fmla="*/ 248549 h 1352822"/>
              <a:gd name="connsiteX3" fmla="*/ 1347475 w 1504395"/>
              <a:gd name="connsiteY3" fmla="*/ 388531 h 1352822"/>
              <a:gd name="connsiteX4" fmla="*/ 1503367 w 1504395"/>
              <a:gd name="connsiteY4" fmla="*/ 671986 h 1352822"/>
              <a:gd name="connsiteX5" fmla="*/ 1438255 w 1504395"/>
              <a:gd name="connsiteY5" fmla="*/ 795398 h 1352822"/>
              <a:gd name="connsiteX6" fmla="*/ 1312241 w 1504395"/>
              <a:gd name="connsiteY6" fmla="*/ 790130 h 1352822"/>
              <a:gd name="connsiteX7" fmla="*/ 1350354 w 1504395"/>
              <a:gd name="connsiteY7" fmla="*/ 886229 h 1352822"/>
              <a:gd name="connsiteX8" fmla="*/ 1083722 w 1504395"/>
              <a:gd name="connsiteY8" fmla="*/ 1080248 h 1352822"/>
              <a:gd name="connsiteX9" fmla="*/ 939245 w 1504395"/>
              <a:gd name="connsiteY9" fmla="*/ 1256148 h 1352822"/>
              <a:gd name="connsiteX10" fmla="*/ 733892 w 1504395"/>
              <a:gd name="connsiteY10" fmla="*/ 1352821 h 1352822"/>
              <a:gd name="connsiteX11" fmla="*/ 578720 w 1504395"/>
              <a:gd name="connsiteY11" fmla="*/ 1258369 h 1352822"/>
              <a:gd name="connsiteX12" fmla="*/ 425101 w 1504395"/>
              <a:gd name="connsiteY12" fmla="*/ 1211018 h 1352822"/>
              <a:gd name="connsiteX13" fmla="*/ 213032 w 1504395"/>
              <a:gd name="connsiteY13" fmla="*/ 1114271 h 1352822"/>
              <a:gd name="connsiteX14" fmla="*/ 179118 w 1504395"/>
              <a:gd name="connsiteY14" fmla="*/ 1006553 h 1352822"/>
              <a:gd name="connsiteX15" fmla="*/ 0 w 1504395"/>
              <a:gd name="connsiteY15" fmla="*/ 1019673 h 1352822"/>
              <a:gd name="connsiteX0" fmla="*/ 1273061 w 1504280"/>
              <a:gd name="connsiteY0" fmla="*/ 0 h 1352822"/>
              <a:gd name="connsiteX1" fmla="*/ 1376304 w 1504280"/>
              <a:gd name="connsiteY1" fmla="*/ 166364 h 1352822"/>
              <a:gd name="connsiteX2" fmla="*/ 1432112 w 1504280"/>
              <a:gd name="connsiteY2" fmla="*/ 248549 h 1352822"/>
              <a:gd name="connsiteX3" fmla="*/ 1347475 w 1504280"/>
              <a:gd name="connsiteY3" fmla="*/ 388531 h 1352822"/>
              <a:gd name="connsiteX4" fmla="*/ 1503367 w 1504280"/>
              <a:gd name="connsiteY4" fmla="*/ 671986 h 1352822"/>
              <a:gd name="connsiteX5" fmla="*/ 1438255 w 1504280"/>
              <a:gd name="connsiteY5" fmla="*/ 795398 h 1352822"/>
              <a:gd name="connsiteX6" fmla="*/ 1350354 w 1504280"/>
              <a:gd name="connsiteY6" fmla="*/ 886229 h 1352822"/>
              <a:gd name="connsiteX7" fmla="*/ 1083722 w 1504280"/>
              <a:gd name="connsiteY7" fmla="*/ 1080248 h 1352822"/>
              <a:gd name="connsiteX8" fmla="*/ 939245 w 1504280"/>
              <a:gd name="connsiteY8" fmla="*/ 1256148 h 1352822"/>
              <a:gd name="connsiteX9" fmla="*/ 733892 w 1504280"/>
              <a:gd name="connsiteY9" fmla="*/ 1352821 h 1352822"/>
              <a:gd name="connsiteX10" fmla="*/ 578720 w 1504280"/>
              <a:gd name="connsiteY10" fmla="*/ 1258369 h 1352822"/>
              <a:gd name="connsiteX11" fmla="*/ 425101 w 1504280"/>
              <a:gd name="connsiteY11" fmla="*/ 1211018 h 1352822"/>
              <a:gd name="connsiteX12" fmla="*/ 213032 w 1504280"/>
              <a:gd name="connsiteY12" fmla="*/ 1114271 h 1352822"/>
              <a:gd name="connsiteX13" fmla="*/ 179118 w 1504280"/>
              <a:gd name="connsiteY13" fmla="*/ 1006553 h 1352822"/>
              <a:gd name="connsiteX14" fmla="*/ 0 w 1504280"/>
              <a:gd name="connsiteY14" fmla="*/ 1019673 h 1352822"/>
              <a:gd name="connsiteX0" fmla="*/ 1273061 w 1504737"/>
              <a:gd name="connsiteY0" fmla="*/ 0 h 1352822"/>
              <a:gd name="connsiteX1" fmla="*/ 1376304 w 1504737"/>
              <a:gd name="connsiteY1" fmla="*/ 166364 h 1352822"/>
              <a:gd name="connsiteX2" fmla="*/ 1432112 w 1504737"/>
              <a:gd name="connsiteY2" fmla="*/ 248549 h 1352822"/>
              <a:gd name="connsiteX3" fmla="*/ 1347475 w 1504737"/>
              <a:gd name="connsiteY3" fmla="*/ 388531 h 1352822"/>
              <a:gd name="connsiteX4" fmla="*/ 1503367 w 1504737"/>
              <a:gd name="connsiteY4" fmla="*/ 671986 h 1352822"/>
              <a:gd name="connsiteX5" fmla="*/ 1456634 w 1504737"/>
              <a:gd name="connsiteY5" fmla="*/ 784736 h 1352822"/>
              <a:gd name="connsiteX6" fmla="*/ 1350354 w 1504737"/>
              <a:gd name="connsiteY6" fmla="*/ 886229 h 1352822"/>
              <a:gd name="connsiteX7" fmla="*/ 1083722 w 1504737"/>
              <a:gd name="connsiteY7" fmla="*/ 1080248 h 1352822"/>
              <a:gd name="connsiteX8" fmla="*/ 939245 w 1504737"/>
              <a:gd name="connsiteY8" fmla="*/ 1256148 h 1352822"/>
              <a:gd name="connsiteX9" fmla="*/ 733892 w 1504737"/>
              <a:gd name="connsiteY9" fmla="*/ 1352821 h 1352822"/>
              <a:gd name="connsiteX10" fmla="*/ 578720 w 1504737"/>
              <a:gd name="connsiteY10" fmla="*/ 1258369 h 1352822"/>
              <a:gd name="connsiteX11" fmla="*/ 425101 w 1504737"/>
              <a:gd name="connsiteY11" fmla="*/ 1211018 h 1352822"/>
              <a:gd name="connsiteX12" fmla="*/ 213032 w 1504737"/>
              <a:gd name="connsiteY12" fmla="*/ 1114271 h 1352822"/>
              <a:gd name="connsiteX13" fmla="*/ 179118 w 1504737"/>
              <a:gd name="connsiteY13" fmla="*/ 1006553 h 1352822"/>
              <a:gd name="connsiteX14" fmla="*/ 0 w 1504737"/>
              <a:gd name="connsiteY14" fmla="*/ 1019673 h 1352822"/>
              <a:gd name="connsiteX0" fmla="*/ 1273061 w 1504737"/>
              <a:gd name="connsiteY0" fmla="*/ 0 h 1352822"/>
              <a:gd name="connsiteX1" fmla="*/ 1426997 w 1504737"/>
              <a:gd name="connsiteY1" fmla="*/ 159688 h 1352822"/>
              <a:gd name="connsiteX2" fmla="*/ 1432112 w 1504737"/>
              <a:gd name="connsiteY2" fmla="*/ 248549 h 1352822"/>
              <a:gd name="connsiteX3" fmla="*/ 1347475 w 1504737"/>
              <a:gd name="connsiteY3" fmla="*/ 388531 h 1352822"/>
              <a:gd name="connsiteX4" fmla="*/ 1503367 w 1504737"/>
              <a:gd name="connsiteY4" fmla="*/ 671986 h 1352822"/>
              <a:gd name="connsiteX5" fmla="*/ 1456634 w 1504737"/>
              <a:gd name="connsiteY5" fmla="*/ 784736 h 1352822"/>
              <a:gd name="connsiteX6" fmla="*/ 1350354 w 1504737"/>
              <a:gd name="connsiteY6" fmla="*/ 886229 h 1352822"/>
              <a:gd name="connsiteX7" fmla="*/ 1083722 w 1504737"/>
              <a:gd name="connsiteY7" fmla="*/ 1080248 h 1352822"/>
              <a:gd name="connsiteX8" fmla="*/ 939245 w 1504737"/>
              <a:gd name="connsiteY8" fmla="*/ 1256148 h 1352822"/>
              <a:gd name="connsiteX9" fmla="*/ 733892 w 1504737"/>
              <a:gd name="connsiteY9" fmla="*/ 1352821 h 1352822"/>
              <a:gd name="connsiteX10" fmla="*/ 578720 w 1504737"/>
              <a:gd name="connsiteY10" fmla="*/ 1258369 h 1352822"/>
              <a:gd name="connsiteX11" fmla="*/ 425101 w 1504737"/>
              <a:gd name="connsiteY11" fmla="*/ 1211018 h 1352822"/>
              <a:gd name="connsiteX12" fmla="*/ 213032 w 1504737"/>
              <a:gd name="connsiteY12" fmla="*/ 1114271 h 1352822"/>
              <a:gd name="connsiteX13" fmla="*/ 179118 w 1504737"/>
              <a:gd name="connsiteY13" fmla="*/ 1006553 h 1352822"/>
              <a:gd name="connsiteX14" fmla="*/ 0 w 1504737"/>
              <a:gd name="connsiteY14" fmla="*/ 1019673 h 1352822"/>
              <a:gd name="connsiteX0" fmla="*/ 1247860 w 1504737"/>
              <a:gd name="connsiteY0" fmla="*/ 0 h 1335331"/>
              <a:gd name="connsiteX1" fmla="*/ 1426997 w 1504737"/>
              <a:gd name="connsiteY1" fmla="*/ 142197 h 1335331"/>
              <a:gd name="connsiteX2" fmla="*/ 1432112 w 1504737"/>
              <a:gd name="connsiteY2" fmla="*/ 231058 h 1335331"/>
              <a:gd name="connsiteX3" fmla="*/ 1347475 w 1504737"/>
              <a:gd name="connsiteY3" fmla="*/ 371040 h 1335331"/>
              <a:gd name="connsiteX4" fmla="*/ 1503367 w 1504737"/>
              <a:gd name="connsiteY4" fmla="*/ 654495 h 1335331"/>
              <a:gd name="connsiteX5" fmla="*/ 1456634 w 1504737"/>
              <a:gd name="connsiteY5" fmla="*/ 767245 h 1335331"/>
              <a:gd name="connsiteX6" fmla="*/ 1350354 w 1504737"/>
              <a:gd name="connsiteY6" fmla="*/ 868738 h 1335331"/>
              <a:gd name="connsiteX7" fmla="*/ 1083722 w 1504737"/>
              <a:gd name="connsiteY7" fmla="*/ 1062757 h 1335331"/>
              <a:gd name="connsiteX8" fmla="*/ 939245 w 1504737"/>
              <a:gd name="connsiteY8" fmla="*/ 1238657 h 1335331"/>
              <a:gd name="connsiteX9" fmla="*/ 733892 w 1504737"/>
              <a:gd name="connsiteY9" fmla="*/ 1335330 h 1335331"/>
              <a:gd name="connsiteX10" fmla="*/ 578720 w 1504737"/>
              <a:gd name="connsiteY10" fmla="*/ 1240878 h 1335331"/>
              <a:gd name="connsiteX11" fmla="*/ 425101 w 1504737"/>
              <a:gd name="connsiteY11" fmla="*/ 1193527 h 1335331"/>
              <a:gd name="connsiteX12" fmla="*/ 213032 w 1504737"/>
              <a:gd name="connsiteY12" fmla="*/ 1096780 h 1335331"/>
              <a:gd name="connsiteX13" fmla="*/ 179118 w 1504737"/>
              <a:gd name="connsiteY13" fmla="*/ 989062 h 1335331"/>
              <a:gd name="connsiteX14" fmla="*/ 0 w 1504737"/>
              <a:gd name="connsiteY14" fmla="*/ 1002182 h 1335331"/>
              <a:gd name="connsiteX0" fmla="*/ 1247860 w 1504737"/>
              <a:gd name="connsiteY0" fmla="*/ 0 h 1335331"/>
              <a:gd name="connsiteX1" fmla="*/ 1426997 w 1504737"/>
              <a:gd name="connsiteY1" fmla="*/ 142197 h 1335331"/>
              <a:gd name="connsiteX2" fmla="*/ 1432112 w 1504737"/>
              <a:gd name="connsiteY2" fmla="*/ 231058 h 1335331"/>
              <a:gd name="connsiteX3" fmla="*/ 1347475 w 1504737"/>
              <a:gd name="connsiteY3" fmla="*/ 371040 h 1335331"/>
              <a:gd name="connsiteX4" fmla="*/ 1503367 w 1504737"/>
              <a:gd name="connsiteY4" fmla="*/ 654495 h 1335331"/>
              <a:gd name="connsiteX5" fmla="*/ 1456634 w 1504737"/>
              <a:gd name="connsiteY5" fmla="*/ 767245 h 1335331"/>
              <a:gd name="connsiteX6" fmla="*/ 1350354 w 1504737"/>
              <a:gd name="connsiteY6" fmla="*/ 868738 h 1335331"/>
              <a:gd name="connsiteX7" fmla="*/ 1083722 w 1504737"/>
              <a:gd name="connsiteY7" fmla="*/ 1062757 h 1335331"/>
              <a:gd name="connsiteX8" fmla="*/ 939245 w 1504737"/>
              <a:gd name="connsiteY8" fmla="*/ 1238657 h 1335331"/>
              <a:gd name="connsiteX9" fmla="*/ 733892 w 1504737"/>
              <a:gd name="connsiteY9" fmla="*/ 1335330 h 1335331"/>
              <a:gd name="connsiteX10" fmla="*/ 578720 w 1504737"/>
              <a:gd name="connsiteY10" fmla="*/ 1240878 h 1335331"/>
              <a:gd name="connsiteX11" fmla="*/ 425101 w 1504737"/>
              <a:gd name="connsiteY11" fmla="*/ 1193527 h 1335331"/>
              <a:gd name="connsiteX12" fmla="*/ 213032 w 1504737"/>
              <a:gd name="connsiteY12" fmla="*/ 1096780 h 1335331"/>
              <a:gd name="connsiteX13" fmla="*/ 149867 w 1504737"/>
              <a:gd name="connsiteY13" fmla="*/ 1034212 h 1335331"/>
              <a:gd name="connsiteX14" fmla="*/ 0 w 1504737"/>
              <a:gd name="connsiteY14" fmla="*/ 1002182 h 133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4737" h="1335331">
                <a:moveTo>
                  <a:pt x="1247860" y="0"/>
                </a:moveTo>
                <a:cubicBezTo>
                  <a:pt x="1253551" y="26924"/>
                  <a:pt x="1414595" y="77442"/>
                  <a:pt x="1426997" y="142197"/>
                </a:cubicBezTo>
                <a:cubicBezTo>
                  <a:pt x="1444129" y="189022"/>
                  <a:pt x="1436917" y="194030"/>
                  <a:pt x="1432112" y="231058"/>
                </a:cubicBezTo>
                <a:cubicBezTo>
                  <a:pt x="1427307" y="268086"/>
                  <a:pt x="1326223" y="305868"/>
                  <a:pt x="1347475" y="371040"/>
                </a:cubicBezTo>
                <a:cubicBezTo>
                  <a:pt x="1368727" y="436212"/>
                  <a:pt x="1495272" y="593333"/>
                  <a:pt x="1503367" y="654495"/>
                </a:cubicBezTo>
                <a:cubicBezTo>
                  <a:pt x="1511462" y="715657"/>
                  <a:pt x="1482136" y="731538"/>
                  <a:pt x="1456634" y="767245"/>
                </a:cubicBezTo>
                <a:cubicBezTo>
                  <a:pt x="1431132" y="802952"/>
                  <a:pt x="1409443" y="821263"/>
                  <a:pt x="1350354" y="868738"/>
                </a:cubicBezTo>
                <a:cubicBezTo>
                  <a:pt x="1291265" y="916213"/>
                  <a:pt x="1152240" y="1001104"/>
                  <a:pt x="1083722" y="1062757"/>
                </a:cubicBezTo>
                <a:cubicBezTo>
                  <a:pt x="1015204" y="1124410"/>
                  <a:pt x="997550" y="1193228"/>
                  <a:pt x="939245" y="1238657"/>
                </a:cubicBezTo>
                <a:cubicBezTo>
                  <a:pt x="880940" y="1284086"/>
                  <a:pt x="793980" y="1334960"/>
                  <a:pt x="733892" y="1335330"/>
                </a:cubicBezTo>
                <a:cubicBezTo>
                  <a:pt x="673805" y="1335700"/>
                  <a:pt x="630185" y="1264512"/>
                  <a:pt x="578720" y="1240878"/>
                </a:cubicBezTo>
                <a:cubicBezTo>
                  <a:pt x="527255" y="1217244"/>
                  <a:pt x="486049" y="1217543"/>
                  <a:pt x="425101" y="1193527"/>
                </a:cubicBezTo>
                <a:cubicBezTo>
                  <a:pt x="364153" y="1169511"/>
                  <a:pt x="254029" y="1130857"/>
                  <a:pt x="213032" y="1096780"/>
                </a:cubicBezTo>
                <a:cubicBezTo>
                  <a:pt x="172035" y="1062703"/>
                  <a:pt x="185372" y="1049978"/>
                  <a:pt x="149867" y="1034212"/>
                </a:cubicBezTo>
                <a:cubicBezTo>
                  <a:pt x="114362" y="1018446"/>
                  <a:pt x="1953" y="1076399"/>
                  <a:pt x="0" y="100218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4" name="Freeform: Shape 33">
            <a:extLst>
              <a:ext uri="{FF2B5EF4-FFF2-40B4-BE49-F238E27FC236}">
                <a16:creationId xmlns:a16="http://schemas.microsoft.com/office/drawing/2014/main" id="{90CA3F78-4837-2554-3A61-987A6876011C}"/>
              </a:ext>
            </a:extLst>
          </p:cNvPr>
          <p:cNvSpPr/>
          <p:nvPr/>
        </p:nvSpPr>
        <p:spPr>
          <a:xfrm rot="18626858" flipH="1">
            <a:off x="7705462" y="-550501"/>
            <a:ext cx="1116834" cy="1620822"/>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2219862 w 2541403"/>
              <a:gd name="connsiteY0" fmla="*/ 424581 h 1718229"/>
              <a:gd name="connsiteX1" fmla="*/ 2511965 w 2541403"/>
              <a:gd name="connsiteY1" fmla="*/ 1022155 h 1718229"/>
              <a:gd name="connsiteX2" fmla="*/ 2523967 w 2541403"/>
              <a:gd name="connsiteY2" fmla="*/ 1369055 h 1718229"/>
              <a:gd name="connsiteX3" fmla="*/ 2422240 w 2541403"/>
              <a:gd name="connsiteY3" fmla="*/ 1644232 h 1718229"/>
              <a:gd name="connsiteX4" fmla="*/ 2252695 w 2541403"/>
              <a:gd name="connsiteY4" fmla="*/ 1716051 h 1718229"/>
              <a:gd name="connsiteX5" fmla="*/ 2129060 w 2541403"/>
              <a:gd name="connsiteY5" fmla="*/ 1700144 h 1718229"/>
              <a:gd name="connsiteX6" fmla="*/ 2029334 w 2541403"/>
              <a:gd name="connsiteY6" fmla="*/ 1556602 h 1718229"/>
              <a:gd name="connsiteX7" fmla="*/ 1996798 w 2541403"/>
              <a:gd name="connsiteY7" fmla="*/ 1358726 h 1718229"/>
              <a:gd name="connsiteX8" fmla="*/ 2024655 w 2541403"/>
              <a:gd name="connsiteY8" fmla="*/ 1097126 h 1718229"/>
              <a:gd name="connsiteX9" fmla="*/ 1968514 w 2541403"/>
              <a:gd name="connsiteY9" fmla="*/ 931247 h 1718229"/>
              <a:gd name="connsiteX10" fmla="*/ 1812324 w 2541403"/>
              <a:gd name="connsiteY10" fmla="*/ 812405 h 1718229"/>
              <a:gd name="connsiteX11" fmla="*/ 1497383 w 2541403"/>
              <a:gd name="connsiteY11" fmla="*/ 746617 h 1718229"/>
              <a:gd name="connsiteX12" fmla="*/ 1171348 w 2541403"/>
              <a:gd name="connsiteY12" fmla="*/ 790249 h 1718229"/>
              <a:gd name="connsiteX13" fmla="*/ 43180 w 2541403"/>
              <a:gd name="connsiteY13" fmla="*/ 0 h 1718229"/>
              <a:gd name="connsiteX0" fmla="*/ 2177427 w 2498968"/>
              <a:gd name="connsiteY0" fmla="*/ 424581 h 1718229"/>
              <a:gd name="connsiteX1" fmla="*/ 2469530 w 2498968"/>
              <a:gd name="connsiteY1" fmla="*/ 1022155 h 1718229"/>
              <a:gd name="connsiteX2" fmla="*/ 2481532 w 2498968"/>
              <a:gd name="connsiteY2" fmla="*/ 1369055 h 1718229"/>
              <a:gd name="connsiteX3" fmla="*/ 2379805 w 2498968"/>
              <a:gd name="connsiteY3" fmla="*/ 1644232 h 1718229"/>
              <a:gd name="connsiteX4" fmla="*/ 2210260 w 2498968"/>
              <a:gd name="connsiteY4" fmla="*/ 1716051 h 1718229"/>
              <a:gd name="connsiteX5" fmla="*/ 2086625 w 2498968"/>
              <a:gd name="connsiteY5" fmla="*/ 1700144 h 1718229"/>
              <a:gd name="connsiteX6" fmla="*/ 1986899 w 2498968"/>
              <a:gd name="connsiteY6" fmla="*/ 1556602 h 1718229"/>
              <a:gd name="connsiteX7" fmla="*/ 1954363 w 2498968"/>
              <a:gd name="connsiteY7" fmla="*/ 1358726 h 1718229"/>
              <a:gd name="connsiteX8" fmla="*/ 1982220 w 2498968"/>
              <a:gd name="connsiteY8" fmla="*/ 1097126 h 1718229"/>
              <a:gd name="connsiteX9" fmla="*/ 1926079 w 2498968"/>
              <a:gd name="connsiteY9" fmla="*/ 931247 h 1718229"/>
              <a:gd name="connsiteX10" fmla="*/ 1769889 w 2498968"/>
              <a:gd name="connsiteY10" fmla="*/ 812405 h 1718229"/>
              <a:gd name="connsiteX11" fmla="*/ 1454948 w 2498968"/>
              <a:gd name="connsiteY11" fmla="*/ 746617 h 1718229"/>
              <a:gd name="connsiteX12" fmla="*/ 1128913 w 2498968"/>
              <a:gd name="connsiteY12" fmla="*/ 790249 h 1718229"/>
              <a:gd name="connsiteX13" fmla="*/ 745 w 2498968"/>
              <a:gd name="connsiteY13" fmla="*/ 0 h 1718229"/>
              <a:gd name="connsiteX0" fmla="*/ 2177738 w 2499279"/>
              <a:gd name="connsiteY0" fmla="*/ 424581 h 1718229"/>
              <a:gd name="connsiteX1" fmla="*/ 2469841 w 2499279"/>
              <a:gd name="connsiteY1" fmla="*/ 1022155 h 1718229"/>
              <a:gd name="connsiteX2" fmla="*/ 2481843 w 2499279"/>
              <a:gd name="connsiteY2" fmla="*/ 1369055 h 1718229"/>
              <a:gd name="connsiteX3" fmla="*/ 2380116 w 2499279"/>
              <a:gd name="connsiteY3" fmla="*/ 1644232 h 1718229"/>
              <a:gd name="connsiteX4" fmla="*/ 2210571 w 2499279"/>
              <a:gd name="connsiteY4" fmla="*/ 1716051 h 1718229"/>
              <a:gd name="connsiteX5" fmla="*/ 2086936 w 2499279"/>
              <a:gd name="connsiteY5" fmla="*/ 1700144 h 1718229"/>
              <a:gd name="connsiteX6" fmla="*/ 1987210 w 2499279"/>
              <a:gd name="connsiteY6" fmla="*/ 1556602 h 1718229"/>
              <a:gd name="connsiteX7" fmla="*/ 1954674 w 2499279"/>
              <a:gd name="connsiteY7" fmla="*/ 1358726 h 1718229"/>
              <a:gd name="connsiteX8" fmla="*/ 1982531 w 2499279"/>
              <a:gd name="connsiteY8" fmla="*/ 1097126 h 1718229"/>
              <a:gd name="connsiteX9" fmla="*/ 1926390 w 2499279"/>
              <a:gd name="connsiteY9" fmla="*/ 931247 h 1718229"/>
              <a:gd name="connsiteX10" fmla="*/ 1770200 w 2499279"/>
              <a:gd name="connsiteY10" fmla="*/ 812405 h 1718229"/>
              <a:gd name="connsiteX11" fmla="*/ 1455259 w 2499279"/>
              <a:gd name="connsiteY11" fmla="*/ 746617 h 1718229"/>
              <a:gd name="connsiteX12" fmla="*/ 816897 w 2499279"/>
              <a:gd name="connsiteY12" fmla="*/ 699760 h 1718229"/>
              <a:gd name="connsiteX13" fmla="*/ 1056 w 2499279"/>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9369"/>
              <a:gd name="connsiteX1" fmla="*/ 2470135 w 2499573"/>
              <a:gd name="connsiteY1" fmla="*/ 1022155 h 1719369"/>
              <a:gd name="connsiteX2" fmla="*/ 2482137 w 2499573"/>
              <a:gd name="connsiteY2" fmla="*/ 1369055 h 1719369"/>
              <a:gd name="connsiteX3" fmla="*/ 2380410 w 2499573"/>
              <a:gd name="connsiteY3" fmla="*/ 1644232 h 1719369"/>
              <a:gd name="connsiteX4" fmla="*/ 2210865 w 2499573"/>
              <a:gd name="connsiteY4" fmla="*/ 1716051 h 1719369"/>
              <a:gd name="connsiteX5" fmla="*/ 2087230 w 2499573"/>
              <a:gd name="connsiteY5" fmla="*/ 1700144 h 1719369"/>
              <a:gd name="connsiteX6" fmla="*/ 1880965 w 2499573"/>
              <a:gd name="connsiteY6" fmla="*/ 1693041 h 1719369"/>
              <a:gd name="connsiteX7" fmla="*/ 1954968 w 2499573"/>
              <a:gd name="connsiteY7" fmla="*/ 1358726 h 1719369"/>
              <a:gd name="connsiteX8" fmla="*/ 1982825 w 2499573"/>
              <a:gd name="connsiteY8" fmla="*/ 1097126 h 1719369"/>
              <a:gd name="connsiteX9" fmla="*/ 1926684 w 2499573"/>
              <a:gd name="connsiteY9" fmla="*/ 931247 h 1719369"/>
              <a:gd name="connsiteX10" fmla="*/ 1770494 w 2499573"/>
              <a:gd name="connsiteY10" fmla="*/ 812405 h 1719369"/>
              <a:gd name="connsiteX11" fmla="*/ 1455553 w 2499573"/>
              <a:gd name="connsiteY11" fmla="*/ 746617 h 1719369"/>
              <a:gd name="connsiteX12" fmla="*/ 817191 w 2499573"/>
              <a:gd name="connsiteY12" fmla="*/ 699760 h 1719369"/>
              <a:gd name="connsiteX13" fmla="*/ 1350 w 2499573"/>
              <a:gd name="connsiteY13" fmla="*/ 0 h 1719369"/>
              <a:gd name="connsiteX0" fmla="*/ 2178032 w 2499573"/>
              <a:gd name="connsiteY0" fmla="*/ 424581 h 1719619"/>
              <a:gd name="connsiteX1" fmla="*/ 2470135 w 2499573"/>
              <a:gd name="connsiteY1" fmla="*/ 1022155 h 1719619"/>
              <a:gd name="connsiteX2" fmla="*/ 2482137 w 2499573"/>
              <a:gd name="connsiteY2" fmla="*/ 1369055 h 1719619"/>
              <a:gd name="connsiteX3" fmla="*/ 2380410 w 2499573"/>
              <a:gd name="connsiteY3" fmla="*/ 1644232 h 1719619"/>
              <a:gd name="connsiteX4" fmla="*/ 2210865 w 2499573"/>
              <a:gd name="connsiteY4" fmla="*/ 1716051 h 1719619"/>
              <a:gd name="connsiteX5" fmla="*/ 2087230 w 2499573"/>
              <a:gd name="connsiteY5" fmla="*/ 1700144 h 1719619"/>
              <a:gd name="connsiteX6" fmla="*/ 1880965 w 2499573"/>
              <a:gd name="connsiteY6" fmla="*/ 1693041 h 1719619"/>
              <a:gd name="connsiteX7" fmla="*/ 1937931 w 2499573"/>
              <a:gd name="connsiteY7" fmla="*/ 1355352 h 1719619"/>
              <a:gd name="connsiteX8" fmla="*/ 1982825 w 2499573"/>
              <a:gd name="connsiteY8" fmla="*/ 1097126 h 1719619"/>
              <a:gd name="connsiteX9" fmla="*/ 1926684 w 2499573"/>
              <a:gd name="connsiteY9" fmla="*/ 931247 h 1719619"/>
              <a:gd name="connsiteX10" fmla="*/ 1770494 w 2499573"/>
              <a:gd name="connsiteY10" fmla="*/ 812405 h 1719619"/>
              <a:gd name="connsiteX11" fmla="*/ 1455553 w 2499573"/>
              <a:gd name="connsiteY11" fmla="*/ 746617 h 1719619"/>
              <a:gd name="connsiteX12" fmla="*/ 817191 w 2499573"/>
              <a:gd name="connsiteY12" fmla="*/ 699760 h 1719619"/>
              <a:gd name="connsiteX13" fmla="*/ 1350 w 2499573"/>
              <a:gd name="connsiteY13" fmla="*/ 0 h 1719619"/>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82825 w 2499573"/>
              <a:gd name="connsiteY7" fmla="*/ 1097126 h 1730188"/>
              <a:gd name="connsiteX8" fmla="*/ 1926684 w 2499573"/>
              <a:gd name="connsiteY8" fmla="*/ 931247 h 1730188"/>
              <a:gd name="connsiteX9" fmla="*/ 1770494 w 2499573"/>
              <a:gd name="connsiteY9" fmla="*/ 812405 h 1730188"/>
              <a:gd name="connsiteX10" fmla="*/ 1455553 w 2499573"/>
              <a:gd name="connsiteY10" fmla="*/ 746617 h 1730188"/>
              <a:gd name="connsiteX11" fmla="*/ 817191 w 2499573"/>
              <a:gd name="connsiteY11" fmla="*/ 699760 h 1730188"/>
              <a:gd name="connsiteX12" fmla="*/ 1350 w 2499573"/>
              <a:gd name="connsiteY12" fmla="*/ 0 h 1730188"/>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26684 w 2499573"/>
              <a:gd name="connsiteY7" fmla="*/ 931247 h 1730188"/>
              <a:gd name="connsiteX8" fmla="*/ 1770494 w 2499573"/>
              <a:gd name="connsiteY8" fmla="*/ 812405 h 1730188"/>
              <a:gd name="connsiteX9" fmla="*/ 1455553 w 2499573"/>
              <a:gd name="connsiteY9" fmla="*/ 746617 h 1730188"/>
              <a:gd name="connsiteX10" fmla="*/ 817191 w 2499573"/>
              <a:gd name="connsiteY10" fmla="*/ 699760 h 1730188"/>
              <a:gd name="connsiteX11" fmla="*/ 1350 w 2499573"/>
              <a:gd name="connsiteY11" fmla="*/ 0 h 1730188"/>
              <a:gd name="connsiteX0" fmla="*/ 2371106 w 2487998"/>
              <a:gd name="connsiteY0" fmla="*/ 481909 h 1730188"/>
              <a:gd name="connsiteX1" fmla="*/ 2470135 w 2487998"/>
              <a:gd name="connsiteY1" fmla="*/ 1022155 h 1730188"/>
              <a:gd name="connsiteX2" fmla="*/ 2482137 w 2487998"/>
              <a:gd name="connsiteY2" fmla="*/ 1369055 h 1730188"/>
              <a:gd name="connsiteX3" fmla="*/ 2380410 w 2487998"/>
              <a:gd name="connsiteY3" fmla="*/ 1644232 h 1730188"/>
              <a:gd name="connsiteX4" fmla="*/ 2210865 w 2487998"/>
              <a:gd name="connsiteY4" fmla="*/ 1716051 h 1730188"/>
              <a:gd name="connsiteX5" fmla="*/ 1880965 w 2487998"/>
              <a:gd name="connsiteY5" fmla="*/ 1693041 h 1730188"/>
              <a:gd name="connsiteX6" fmla="*/ 1937931 w 2487998"/>
              <a:gd name="connsiteY6" fmla="*/ 1355352 h 1730188"/>
              <a:gd name="connsiteX7" fmla="*/ 1926684 w 2487998"/>
              <a:gd name="connsiteY7" fmla="*/ 931247 h 1730188"/>
              <a:gd name="connsiteX8" fmla="*/ 1770494 w 2487998"/>
              <a:gd name="connsiteY8" fmla="*/ 812405 h 1730188"/>
              <a:gd name="connsiteX9" fmla="*/ 1455553 w 2487998"/>
              <a:gd name="connsiteY9" fmla="*/ 746617 h 1730188"/>
              <a:gd name="connsiteX10" fmla="*/ 817191 w 2487998"/>
              <a:gd name="connsiteY10" fmla="*/ 699760 h 1730188"/>
              <a:gd name="connsiteX11" fmla="*/ 1350 w 2487998"/>
              <a:gd name="connsiteY11" fmla="*/ 0 h 1730188"/>
              <a:gd name="connsiteX0" fmla="*/ 2371106 w 2487998"/>
              <a:gd name="connsiteY0" fmla="*/ 481909 h 1750254"/>
              <a:gd name="connsiteX1" fmla="*/ 2470135 w 2487998"/>
              <a:gd name="connsiteY1" fmla="*/ 1022155 h 1750254"/>
              <a:gd name="connsiteX2" fmla="*/ 2482137 w 2487998"/>
              <a:gd name="connsiteY2" fmla="*/ 1369055 h 1750254"/>
              <a:gd name="connsiteX3" fmla="*/ 2380410 w 2487998"/>
              <a:gd name="connsiteY3" fmla="*/ 1644232 h 1750254"/>
              <a:gd name="connsiteX4" fmla="*/ 2210865 w 2487998"/>
              <a:gd name="connsiteY4" fmla="*/ 1716051 h 1750254"/>
              <a:gd name="connsiteX5" fmla="*/ 1763107 w 2487998"/>
              <a:gd name="connsiteY5" fmla="*/ 1722214 h 1750254"/>
              <a:gd name="connsiteX6" fmla="*/ 1937931 w 2487998"/>
              <a:gd name="connsiteY6" fmla="*/ 1355352 h 1750254"/>
              <a:gd name="connsiteX7" fmla="*/ 1926684 w 2487998"/>
              <a:gd name="connsiteY7" fmla="*/ 931247 h 1750254"/>
              <a:gd name="connsiteX8" fmla="*/ 1770494 w 2487998"/>
              <a:gd name="connsiteY8" fmla="*/ 812405 h 1750254"/>
              <a:gd name="connsiteX9" fmla="*/ 1455553 w 2487998"/>
              <a:gd name="connsiteY9" fmla="*/ 746617 h 1750254"/>
              <a:gd name="connsiteX10" fmla="*/ 817191 w 2487998"/>
              <a:gd name="connsiteY10" fmla="*/ 699760 h 1750254"/>
              <a:gd name="connsiteX11" fmla="*/ 1350 w 2487998"/>
              <a:gd name="connsiteY11" fmla="*/ 0 h 1750254"/>
              <a:gd name="connsiteX0" fmla="*/ 2371106 w 2487998"/>
              <a:gd name="connsiteY0" fmla="*/ 481909 h 1753040"/>
              <a:gd name="connsiteX1" fmla="*/ 2470135 w 2487998"/>
              <a:gd name="connsiteY1" fmla="*/ 1022155 h 1753040"/>
              <a:gd name="connsiteX2" fmla="*/ 2482137 w 2487998"/>
              <a:gd name="connsiteY2" fmla="*/ 1369055 h 1753040"/>
              <a:gd name="connsiteX3" fmla="*/ 2380410 w 2487998"/>
              <a:gd name="connsiteY3" fmla="*/ 1644232 h 1753040"/>
              <a:gd name="connsiteX4" fmla="*/ 2210865 w 2487998"/>
              <a:gd name="connsiteY4" fmla="*/ 1716051 h 1753040"/>
              <a:gd name="connsiteX5" fmla="*/ 1763107 w 2487998"/>
              <a:gd name="connsiteY5" fmla="*/ 1722214 h 1753040"/>
              <a:gd name="connsiteX6" fmla="*/ 1832168 w 2487998"/>
              <a:gd name="connsiteY6" fmla="*/ 1317701 h 1753040"/>
              <a:gd name="connsiteX7" fmla="*/ 1926684 w 2487998"/>
              <a:gd name="connsiteY7" fmla="*/ 931247 h 1753040"/>
              <a:gd name="connsiteX8" fmla="*/ 1770494 w 2487998"/>
              <a:gd name="connsiteY8" fmla="*/ 812405 h 1753040"/>
              <a:gd name="connsiteX9" fmla="*/ 1455553 w 2487998"/>
              <a:gd name="connsiteY9" fmla="*/ 746617 h 1753040"/>
              <a:gd name="connsiteX10" fmla="*/ 817191 w 2487998"/>
              <a:gd name="connsiteY10" fmla="*/ 699760 h 1753040"/>
              <a:gd name="connsiteX11" fmla="*/ 1350 w 2487998"/>
              <a:gd name="connsiteY11" fmla="*/ 0 h 1753040"/>
              <a:gd name="connsiteX0" fmla="*/ 2371106 w 2487998"/>
              <a:gd name="connsiteY0" fmla="*/ 481909 h 1741269"/>
              <a:gd name="connsiteX1" fmla="*/ 2470135 w 2487998"/>
              <a:gd name="connsiteY1" fmla="*/ 1022155 h 1741269"/>
              <a:gd name="connsiteX2" fmla="*/ 2482137 w 2487998"/>
              <a:gd name="connsiteY2" fmla="*/ 1369055 h 1741269"/>
              <a:gd name="connsiteX3" fmla="*/ 2380410 w 2487998"/>
              <a:gd name="connsiteY3" fmla="*/ 1644232 h 1741269"/>
              <a:gd name="connsiteX4" fmla="*/ 1763107 w 2487998"/>
              <a:gd name="connsiteY4" fmla="*/ 1722214 h 1741269"/>
              <a:gd name="connsiteX5" fmla="*/ 1832168 w 2487998"/>
              <a:gd name="connsiteY5" fmla="*/ 1317701 h 1741269"/>
              <a:gd name="connsiteX6" fmla="*/ 1926684 w 2487998"/>
              <a:gd name="connsiteY6" fmla="*/ 931247 h 1741269"/>
              <a:gd name="connsiteX7" fmla="*/ 1770494 w 2487998"/>
              <a:gd name="connsiteY7" fmla="*/ 812405 h 1741269"/>
              <a:gd name="connsiteX8" fmla="*/ 1455553 w 2487998"/>
              <a:gd name="connsiteY8" fmla="*/ 746617 h 1741269"/>
              <a:gd name="connsiteX9" fmla="*/ 817191 w 2487998"/>
              <a:gd name="connsiteY9" fmla="*/ 699760 h 1741269"/>
              <a:gd name="connsiteX10" fmla="*/ 1350 w 2487998"/>
              <a:gd name="connsiteY10" fmla="*/ 0 h 1741269"/>
              <a:gd name="connsiteX0" fmla="*/ 2371106 w 2487998"/>
              <a:gd name="connsiteY0" fmla="*/ 481909 h 1776014"/>
              <a:gd name="connsiteX1" fmla="*/ 2470135 w 2487998"/>
              <a:gd name="connsiteY1" fmla="*/ 1022155 h 1776014"/>
              <a:gd name="connsiteX2" fmla="*/ 2482137 w 2487998"/>
              <a:gd name="connsiteY2" fmla="*/ 1369055 h 1776014"/>
              <a:gd name="connsiteX3" fmla="*/ 2380410 w 2487998"/>
              <a:gd name="connsiteY3" fmla="*/ 1644232 h 1776014"/>
              <a:gd name="connsiteX4" fmla="*/ 1790069 w 2487998"/>
              <a:gd name="connsiteY4" fmla="*/ 1760970 h 1776014"/>
              <a:gd name="connsiteX5" fmla="*/ 1832168 w 2487998"/>
              <a:gd name="connsiteY5" fmla="*/ 1317701 h 1776014"/>
              <a:gd name="connsiteX6" fmla="*/ 1926684 w 2487998"/>
              <a:gd name="connsiteY6" fmla="*/ 931247 h 1776014"/>
              <a:gd name="connsiteX7" fmla="*/ 1770494 w 2487998"/>
              <a:gd name="connsiteY7" fmla="*/ 812405 h 1776014"/>
              <a:gd name="connsiteX8" fmla="*/ 1455553 w 2487998"/>
              <a:gd name="connsiteY8" fmla="*/ 746617 h 1776014"/>
              <a:gd name="connsiteX9" fmla="*/ 817191 w 2487998"/>
              <a:gd name="connsiteY9" fmla="*/ 699760 h 1776014"/>
              <a:gd name="connsiteX10" fmla="*/ 1350 w 2487998"/>
              <a:gd name="connsiteY10" fmla="*/ 0 h 1776014"/>
              <a:gd name="connsiteX0" fmla="*/ 2371106 w 2495218"/>
              <a:gd name="connsiteY0" fmla="*/ 481909 h 1792429"/>
              <a:gd name="connsiteX1" fmla="*/ 2470135 w 2495218"/>
              <a:gd name="connsiteY1" fmla="*/ 1022155 h 1792429"/>
              <a:gd name="connsiteX2" fmla="*/ 2482137 w 2495218"/>
              <a:gd name="connsiteY2" fmla="*/ 1369055 h 1792429"/>
              <a:gd name="connsiteX3" fmla="*/ 2307263 w 2495218"/>
              <a:gd name="connsiteY3" fmla="*/ 1713289 h 1792429"/>
              <a:gd name="connsiteX4" fmla="*/ 1790069 w 2495218"/>
              <a:gd name="connsiteY4" fmla="*/ 1760970 h 1792429"/>
              <a:gd name="connsiteX5" fmla="*/ 1832168 w 2495218"/>
              <a:gd name="connsiteY5" fmla="*/ 1317701 h 1792429"/>
              <a:gd name="connsiteX6" fmla="*/ 1926684 w 2495218"/>
              <a:gd name="connsiteY6" fmla="*/ 931247 h 1792429"/>
              <a:gd name="connsiteX7" fmla="*/ 1770494 w 2495218"/>
              <a:gd name="connsiteY7" fmla="*/ 812405 h 1792429"/>
              <a:gd name="connsiteX8" fmla="*/ 1455553 w 2495218"/>
              <a:gd name="connsiteY8" fmla="*/ 746617 h 1792429"/>
              <a:gd name="connsiteX9" fmla="*/ 817191 w 2495218"/>
              <a:gd name="connsiteY9" fmla="*/ 699760 h 1792429"/>
              <a:gd name="connsiteX10" fmla="*/ 1350 w 2495218"/>
              <a:gd name="connsiteY10" fmla="*/ 0 h 1792429"/>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26684 w 2495218"/>
              <a:gd name="connsiteY6" fmla="*/ 931247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754656 w 2878768"/>
              <a:gd name="connsiteY0" fmla="*/ 555802 h 1889789"/>
              <a:gd name="connsiteX1" fmla="*/ 2853685 w 2878768"/>
              <a:gd name="connsiteY1" fmla="*/ 1096048 h 1889789"/>
              <a:gd name="connsiteX2" fmla="*/ 2865687 w 2878768"/>
              <a:gd name="connsiteY2" fmla="*/ 1442948 h 1889789"/>
              <a:gd name="connsiteX3" fmla="*/ 2690813 w 2878768"/>
              <a:gd name="connsiteY3" fmla="*/ 1787182 h 1889789"/>
              <a:gd name="connsiteX4" fmla="*/ 2173619 w 2878768"/>
              <a:gd name="connsiteY4" fmla="*/ 1834863 h 1889789"/>
              <a:gd name="connsiteX5" fmla="*/ 2215718 w 2878768"/>
              <a:gd name="connsiteY5" fmla="*/ 1391594 h 1889789"/>
              <a:gd name="connsiteX6" fmla="*/ 2288197 w 2878768"/>
              <a:gd name="connsiteY6" fmla="*/ 1084319 h 1889789"/>
              <a:gd name="connsiteX7" fmla="*/ 2154044 w 2878768"/>
              <a:gd name="connsiteY7" fmla="*/ 886298 h 1889789"/>
              <a:gd name="connsiteX8" fmla="*/ 1839103 w 2878768"/>
              <a:gd name="connsiteY8" fmla="*/ 820510 h 1889789"/>
              <a:gd name="connsiteX9" fmla="*/ 1200741 w 2878768"/>
              <a:gd name="connsiteY9" fmla="*/ 773653 h 1889789"/>
              <a:gd name="connsiteX10" fmla="*/ 814 w 2878768"/>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0 w 2877954"/>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53842 w 2877954"/>
              <a:gd name="connsiteY0" fmla="*/ 555802 h 1809105"/>
              <a:gd name="connsiteX1" fmla="*/ 2852871 w 2877954"/>
              <a:gd name="connsiteY1" fmla="*/ 1096048 h 1809105"/>
              <a:gd name="connsiteX2" fmla="*/ 2864873 w 2877954"/>
              <a:gd name="connsiteY2" fmla="*/ 1442948 h 1809105"/>
              <a:gd name="connsiteX3" fmla="*/ 2689999 w 2877954"/>
              <a:gd name="connsiteY3" fmla="*/ 1787182 h 1809105"/>
              <a:gd name="connsiteX4" fmla="*/ 2129398 w 2877954"/>
              <a:gd name="connsiteY4" fmla="*/ 1697294 h 1809105"/>
              <a:gd name="connsiteX5" fmla="*/ 2214904 w 2877954"/>
              <a:gd name="connsiteY5" fmla="*/ 1391594 h 1809105"/>
              <a:gd name="connsiteX6" fmla="*/ 2287383 w 2877954"/>
              <a:gd name="connsiteY6" fmla="*/ 1084319 h 1809105"/>
              <a:gd name="connsiteX7" fmla="*/ 2153230 w 2877954"/>
              <a:gd name="connsiteY7" fmla="*/ 886298 h 1809105"/>
              <a:gd name="connsiteX8" fmla="*/ 1838289 w 2877954"/>
              <a:gd name="connsiteY8" fmla="*/ 820510 h 1809105"/>
              <a:gd name="connsiteX9" fmla="*/ 1261037 w 2877954"/>
              <a:gd name="connsiteY9" fmla="*/ 809550 h 1809105"/>
              <a:gd name="connsiteX10" fmla="*/ 866783 w 2877954"/>
              <a:gd name="connsiteY10" fmla="*/ 712866 h 1809105"/>
              <a:gd name="connsiteX11" fmla="*/ 0 w 2877954"/>
              <a:gd name="connsiteY11" fmla="*/ 0 h 1809105"/>
              <a:gd name="connsiteX0" fmla="*/ 2753842 w 2885862"/>
              <a:gd name="connsiteY0" fmla="*/ 555802 h 1705995"/>
              <a:gd name="connsiteX1" fmla="*/ 2852871 w 2885862"/>
              <a:gd name="connsiteY1" fmla="*/ 1096048 h 1705995"/>
              <a:gd name="connsiteX2" fmla="*/ 2864873 w 2885862"/>
              <a:gd name="connsiteY2" fmla="*/ 1442948 h 1705995"/>
              <a:gd name="connsiteX3" fmla="*/ 2583168 w 2885862"/>
              <a:gd name="connsiteY3" fmla="*/ 1606840 h 1705995"/>
              <a:gd name="connsiteX4" fmla="*/ 2129398 w 2885862"/>
              <a:gd name="connsiteY4" fmla="*/ 1697294 h 1705995"/>
              <a:gd name="connsiteX5" fmla="*/ 2214904 w 2885862"/>
              <a:gd name="connsiteY5" fmla="*/ 1391594 h 1705995"/>
              <a:gd name="connsiteX6" fmla="*/ 2287383 w 2885862"/>
              <a:gd name="connsiteY6" fmla="*/ 1084319 h 1705995"/>
              <a:gd name="connsiteX7" fmla="*/ 2153230 w 2885862"/>
              <a:gd name="connsiteY7" fmla="*/ 886298 h 1705995"/>
              <a:gd name="connsiteX8" fmla="*/ 1838289 w 2885862"/>
              <a:gd name="connsiteY8" fmla="*/ 820510 h 1705995"/>
              <a:gd name="connsiteX9" fmla="*/ 1261037 w 2885862"/>
              <a:gd name="connsiteY9" fmla="*/ 809550 h 1705995"/>
              <a:gd name="connsiteX10" fmla="*/ 866783 w 2885862"/>
              <a:gd name="connsiteY10" fmla="*/ 712866 h 1705995"/>
              <a:gd name="connsiteX11" fmla="*/ 0 w 2885862"/>
              <a:gd name="connsiteY11" fmla="*/ 0 h 1705995"/>
              <a:gd name="connsiteX0" fmla="*/ 2753842 w 2885862"/>
              <a:gd name="connsiteY0" fmla="*/ 555802 h 1705995"/>
              <a:gd name="connsiteX1" fmla="*/ 2852871 w 2885862"/>
              <a:gd name="connsiteY1" fmla="*/ 1096048 h 1705995"/>
              <a:gd name="connsiteX2" fmla="*/ 2864873 w 2885862"/>
              <a:gd name="connsiteY2" fmla="*/ 1442948 h 1705995"/>
              <a:gd name="connsiteX3" fmla="*/ 2583168 w 2885862"/>
              <a:gd name="connsiteY3" fmla="*/ 1606840 h 1705995"/>
              <a:gd name="connsiteX4" fmla="*/ 2129398 w 2885862"/>
              <a:gd name="connsiteY4" fmla="*/ 1697294 h 1705995"/>
              <a:gd name="connsiteX5" fmla="*/ 2214904 w 2885862"/>
              <a:gd name="connsiteY5" fmla="*/ 1391594 h 1705995"/>
              <a:gd name="connsiteX6" fmla="*/ 2093112 w 2885862"/>
              <a:gd name="connsiteY6" fmla="*/ 1222245 h 1705995"/>
              <a:gd name="connsiteX7" fmla="*/ 2153230 w 2885862"/>
              <a:gd name="connsiteY7" fmla="*/ 886298 h 1705995"/>
              <a:gd name="connsiteX8" fmla="*/ 1838289 w 2885862"/>
              <a:gd name="connsiteY8" fmla="*/ 820510 h 1705995"/>
              <a:gd name="connsiteX9" fmla="*/ 1261037 w 2885862"/>
              <a:gd name="connsiteY9" fmla="*/ 809550 h 1705995"/>
              <a:gd name="connsiteX10" fmla="*/ 866783 w 2885862"/>
              <a:gd name="connsiteY10" fmla="*/ 712866 h 1705995"/>
              <a:gd name="connsiteX11" fmla="*/ 0 w 2885862"/>
              <a:gd name="connsiteY11" fmla="*/ 0 h 1705995"/>
              <a:gd name="connsiteX0" fmla="*/ 2753842 w 2897256"/>
              <a:gd name="connsiteY0" fmla="*/ 555802 h 1744687"/>
              <a:gd name="connsiteX1" fmla="*/ 2852871 w 2897256"/>
              <a:gd name="connsiteY1" fmla="*/ 1096048 h 1744687"/>
              <a:gd name="connsiteX2" fmla="*/ 2864873 w 2897256"/>
              <a:gd name="connsiteY2" fmla="*/ 1442948 h 1744687"/>
              <a:gd name="connsiteX3" fmla="*/ 2429298 w 2897256"/>
              <a:gd name="connsiteY3" fmla="*/ 1717862 h 1744687"/>
              <a:gd name="connsiteX4" fmla="*/ 2129398 w 2897256"/>
              <a:gd name="connsiteY4" fmla="*/ 1697294 h 1744687"/>
              <a:gd name="connsiteX5" fmla="*/ 2214904 w 2897256"/>
              <a:gd name="connsiteY5" fmla="*/ 1391594 h 1744687"/>
              <a:gd name="connsiteX6" fmla="*/ 2093112 w 2897256"/>
              <a:gd name="connsiteY6" fmla="*/ 1222245 h 1744687"/>
              <a:gd name="connsiteX7" fmla="*/ 2153230 w 2897256"/>
              <a:gd name="connsiteY7" fmla="*/ 886298 h 1744687"/>
              <a:gd name="connsiteX8" fmla="*/ 1838289 w 2897256"/>
              <a:gd name="connsiteY8" fmla="*/ 820510 h 1744687"/>
              <a:gd name="connsiteX9" fmla="*/ 1261037 w 2897256"/>
              <a:gd name="connsiteY9" fmla="*/ 809550 h 1744687"/>
              <a:gd name="connsiteX10" fmla="*/ 866783 w 2897256"/>
              <a:gd name="connsiteY10" fmla="*/ 712866 h 1744687"/>
              <a:gd name="connsiteX11" fmla="*/ 0 w 2897256"/>
              <a:gd name="connsiteY11" fmla="*/ 0 h 1744687"/>
              <a:gd name="connsiteX0" fmla="*/ 2753842 w 2942939"/>
              <a:gd name="connsiteY0" fmla="*/ 555802 h 1744687"/>
              <a:gd name="connsiteX1" fmla="*/ 2940963 w 2942939"/>
              <a:gd name="connsiteY1" fmla="*/ 930891 h 1744687"/>
              <a:gd name="connsiteX2" fmla="*/ 2852871 w 2942939"/>
              <a:gd name="connsiteY2" fmla="*/ 1096048 h 1744687"/>
              <a:gd name="connsiteX3" fmla="*/ 2864873 w 2942939"/>
              <a:gd name="connsiteY3" fmla="*/ 1442948 h 1744687"/>
              <a:gd name="connsiteX4" fmla="*/ 2429298 w 2942939"/>
              <a:gd name="connsiteY4" fmla="*/ 1717862 h 1744687"/>
              <a:gd name="connsiteX5" fmla="*/ 2129398 w 2942939"/>
              <a:gd name="connsiteY5" fmla="*/ 1697294 h 1744687"/>
              <a:gd name="connsiteX6" fmla="*/ 2214904 w 2942939"/>
              <a:gd name="connsiteY6" fmla="*/ 1391594 h 1744687"/>
              <a:gd name="connsiteX7" fmla="*/ 2093112 w 2942939"/>
              <a:gd name="connsiteY7" fmla="*/ 1222245 h 1744687"/>
              <a:gd name="connsiteX8" fmla="*/ 2153230 w 2942939"/>
              <a:gd name="connsiteY8" fmla="*/ 886298 h 1744687"/>
              <a:gd name="connsiteX9" fmla="*/ 1838289 w 2942939"/>
              <a:gd name="connsiteY9" fmla="*/ 820510 h 1744687"/>
              <a:gd name="connsiteX10" fmla="*/ 1261037 w 2942939"/>
              <a:gd name="connsiteY10" fmla="*/ 809550 h 1744687"/>
              <a:gd name="connsiteX11" fmla="*/ 866783 w 2942939"/>
              <a:gd name="connsiteY11" fmla="*/ 712866 h 1744687"/>
              <a:gd name="connsiteX12" fmla="*/ 0 w 2942939"/>
              <a:gd name="connsiteY12" fmla="*/ 0 h 1744687"/>
              <a:gd name="connsiteX0" fmla="*/ 1887059 w 2076156"/>
              <a:gd name="connsiteY0" fmla="*/ 0 h 1188885"/>
              <a:gd name="connsiteX1" fmla="*/ 2074180 w 2076156"/>
              <a:gd name="connsiteY1" fmla="*/ 375089 h 1188885"/>
              <a:gd name="connsiteX2" fmla="*/ 1986088 w 2076156"/>
              <a:gd name="connsiteY2" fmla="*/ 540246 h 1188885"/>
              <a:gd name="connsiteX3" fmla="*/ 1998090 w 2076156"/>
              <a:gd name="connsiteY3" fmla="*/ 887146 h 1188885"/>
              <a:gd name="connsiteX4" fmla="*/ 1562515 w 2076156"/>
              <a:gd name="connsiteY4" fmla="*/ 1162060 h 1188885"/>
              <a:gd name="connsiteX5" fmla="*/ 1262615 w 2076156"/>
              <a:gd name="connsiteY5" fmla="*/ 1141492 h 1188885"/>
              <a:gd name="connsiteX6" fmla="*/ 1348121 w 2076156"/>
              <a:gd name="connsiteY6" fmla="*/ 835792 h 1188885"/>
              <a:gd name="connsiteX7" fmla="*/ 1226329 w 2076156"/>
              <a:gd name="connsiteY7" fmla="*/ 666443 h 1188885"/>
              <a:gd name="connsiteX8" fmla="*/ 1286447 w 2076156"/>
              <a:gd name="connsiteY8" fmla="*/ 330496 h 1188885"/>
              <a:gd name="connsiteX9" fmla="*/ 971506 w 2076156"/>
              <a:gd name="connsiteY9" fmla="*/ 264708 h 1188885"/>
              <a:gd name="connsiteX10" fmla="*/ 394254 w 2076156"/>
              <a:gd name="connsiteY10" fmla="*/ 253748 h 1188885"/>
              <a:gd name="connsiteX11" fmla="*/ 0 w 2076156"/>
              <a:gd name="connsiteY11" fmla="*/ 157064 h 1188885"/>
              <a:gd name="connsiteX0" fmla="*/ 1492805 w 1681902"/>
              <a:gd name="connsiteY0" fmla="*/ 0 h 1188885"/>
              <a:gd name="connsiteX1" fmla="*/ 1679926 w 1681902"/>
              <a:gd name="connsiteY1" fmla="*/ 375089 h 1188885"/>
              <a:gd name="connsiteX2" fmla="*/ 1591834 w 1681902"/>
              <a:gd name="connsiteY2" fmla="*/ 540246 h 1188885"/>
              <a:gd name="connsiteX3" fmla="*/ 1603836 w 1681902"/>
              <a:gd name="connsiteY3" fmla="*/ 887146 h 1188885"/>
              <a:gd name="connsiteX4" fmla="*/ 1168261 w 1681902"/>
              <a:gd name="connsiteY4" fmla="*/ 1162060 h 1188885"/>
              <a:gd name="connsiteX5" fmla="*/ 868361 w 1681902"/>
              <a:gd name="connsiteY5" fmla="*/ 1141492 h 1188885"/>
              <a:gd name="connsiteX6" fmla="*/ 953867 w 1681902"/>
              <a:gd name="connsiteY6" fmla="*/ 835792 h 1188885"/>
              <a:gd name="connsiteX7" fmla="*/ 832075 w 1681902"/>
              <a:gd name="connsiteY7" fmla="*/ 666443 h 1188885"/>
              <a:gd name="connsiteX8" fmla="*/ 892193 w 1681902"/>
              <a:gd name="connsiteY8" fmla="*/ 330496 h 1188885"/>
              <a:gd name="connsiteX9" fmla="*/ 577252 w 1681902"/>
              <a:gd name="connsiteY9" fmla="*/ 264708 h 1188885"/>
              <a:gd name="connsiteX10" fmla="*/ 0 w 1681902"/>
              <a:gd name="connsiteY10" fmla="*/ 253748 h 1188885"/>
              <a:gd name="connsiteX0" fmla="*/ 915553 w 1104650"/>
              <a:gd name="connsiteY0" fmla="*/ 0 h 1188885"/>
              <a:gd name="connsiteX1" fmla="*/ 1102674 w 1104650"/>
              <a:gd name="connsiteY1" fmla="*/ 375089 h 1188885"/>
              <a:gd name="connsiteX2" fmla="*/ 1014582 w 1104650"/>
              <a:gd name="connsiteY2" fmla="*/ 540246 h 1188885"/>
              <a:gd name="connsiteX3" fmla="*/ 1026584 w 1104650"/>
              <a:gd name="connsiteY3" fmla="*/ 887146 h 1188885"/>
              <a:gd name="connsiteX4" fmla="*/ 591009 w 1104650"/>
              <a:gd name="connsiteY4" fmla="*/ 1162060 h 1188885"/>
              <a:gd name="connsiteX5" fmla="*/ 291109 w 1104650"/>
              <a:gd name="connsiteY5" fmla="*/ 1141492 h 1188885"/>
              <a:gd name="connsiteX6" fmla="*/ 376615 w 1104650"/>
              <a:gd name="connsiteY6" fmla="*/ 835792 h 1188885"/>
              <a:gd name="connsiteX7" fmla="*/ 254823 w 1104650"/>
              <a:gd name="connsiteY7" fmla="*/ 666443 h 1188885"/>
              <a:gd name="connsiteX8" fmla="*/ 314941 w 1104650"/>
              <a:gd name="connsiteY8" fmla="*/ 330496 h 1188885"/>
              <a:gd name="connsiteX9" fmla="*/ 0 w 1104650"/>
              <a:gd name="connsiteY9" fmla="*/ 264708 h 1188885"/>
              <a:gd name="connsiteX0" fmla="*/ 661396 w 850493"/>
              <a:gd name="connsiteY0" fmla="*/ 0 h 1188885"/>
              <a:gd name="connsiteX1" fmla="*/ 848517 w 850493"/>
              <a:gd name="connsiteY1" fmla="*/ 375089 h 1188885"/>
              <a:gd name="connsiteX2" fmla="*/ 760425 w 850493"/>
              <a:gd name="connsiteY2" fmla="*/ 540246 h 1188885"/>
              <a:gd name="connsiteX3" fmla="*/ 772427 w 850493"/>
              <a:gd name="connsiteY3" fmla="*/ 887146 h 1188885"/>
              <a:gd name="connsiteX4" fmla="*/ 336852 w 850493"/>
              <a:gd name="connsiteY4" fmla="*/ 1162060 h 1188885"/>
              <a:gd name="connsiteX5" fmla="*/ 36952 w 850493"/>
              <a:gd name="connsiteY5" fmla="*/ 1141492 h 1188885"/>
              <a:gd name="connsiteX6" fmla="*/ 122458 w 850493"/>
              <a:gd name="connsiteY6" fmla="*/ 835792 h 1188885"/>
              <a:gd name="connsiteX7" fmla="*/ 666 w 850493"/>
              <a:gd name="connsiteY7" fmla="*/ 666443 h 1188885"/>
              <a:gd name="connsiteX8" fmla="*/ 60784 w 850493"/>
              <a:gd name="connsiteY8" fmla="*/ 330496 h 1188885"/>
              <a:gd name="connsiteX0" fmla="*/ 718092 w 907189"/>
              <a:gd name="connsiteY0" fmla="*/ 0 h 1188885"/>
              <a:gd name="connsiteX1" fmla="*/ 905213 w 907189"/>
              <a:gd name="connsiteY1" fmla="*/ 375089 h 1188885"/>
              <a:gd name="connsiteX2" fmla="*/ 817121 w 907189"/>
              <a:gd name="connsiteY2" fmla="*/ 540246 h 1188885"/>
              <a:gd name="connsiteX3" fmla="*/ 829123 w 907189"/>
              <a:gd name="connsiteY3" fmla="*/ 887146 h 1188885"/>
              <a:gd name="connsiteX4" fmla="*/ 393548 w 907189"/>
              <a:gd name="connsiteY4" fmla="*/ 1162060 h 1188885"/>
              <a:gd name="connsiteX5" fmla="*/ 93648 w 907189"/>
              <a:gd name="connsiteY5" fmla="*/ 1141492 h 1188885"/>
              <a:gd name="connsiteX6" fmla="*/ 179154 w 907189"/>
              <a:gd name="connsiteY6" fmla="*/ 835792 h 1188885"/>
              <a:gd name="connsiteX7" fmla="*/ 449 w 907189"/>
              <a:gd name="connsiteY7" fmla="*/ 783138 h 1188885"/>
              <a:gd name="connsiteX8" fmla="*/ 117480 w 907189"/>
              <a:gd name="connsiteY8" fmla="*/ 330496 h 1188885"/>
              <a:gd name="connsiteX0" fmla="*/ 920374 w 1109471"/>
              <a:gd name="connsiteY0" fmla="*/ 0 h 1188885"/>
              <a:gd name="connsiteX1" fmla="*/ 1107495 w 1109471"/>
              <a:gd name="connsiteY1" fmla="*/ 375089 h 1188885"/>
              <a:gd name="connsiteX2" fmla="*/ 1019403 w 1109471"/>
              <a:gd name="connsiteY2" fmla="*/ 540246 h 1188885"/>
              <a:gd name="connsiteX3" fmla="*/ 1031405 w 1109471"/>
              <a:gd name="connsiteY3" fmla="*/ 887146 h 1188885"/>
              <a:gd name="connsiteX4" fmla="*/ 595830 w 1109471"/>
              <a:gd name="connsiteY4" fmla="*/ 1162060 h 1188885"/>
              <a:gd name="connsiteX5" fmla="*/ 295930 w 1109471"/>
              <a:gd name="connsiteY5" fmla="*/ 1141492 h 1188885"/>
              <a:gd name="connsiteX6" fmla="*/ 381436 w 1109471"/>
              <a:gd name="connsiteY6" fmla="*/ 835792 h 1188885"/>
              <a:gd name="connsiteX7" fmla="*/ 202731 w 1109471"/>
              <a:gd name="connsiteY7" fmla="*/ 783138 h 1188885"/>
              <a:gd name="connsiteX8" fmla="*/ 0 w 1109471"/>
              <a:gd name="connsiteY8" fmla="*/ 768388 h 1188885"/>
              <a:gd name="connsiteX0" fmla="*/ 920374 w 1109471"/>
              <a:gd name="connsiteY0" fmla="*/ 0 h 1183773"/>
              <a:gd name="connsiteX1" fmla="*/ 1107495 w 1109471"/>
              <a:gd name="connsiteY1" fmla="*/ 375089 h 1183773"/>
              <a:gd name="connsiteX2" fmla="*/ 1019403 w 1109471"/>
              <a:gd name="connsiteY2" fmla="*/ 540246 h 1183773"/>
              <a:gd name="connsiteX3" fmla="*/ 1031405 w 1109471"/>
              <a:gd name="connsiteY3" fmla="*/ 887146 h 1183773"/>
              <a:gd name="connsiteX4" fmla="*/ 595830 w 1109471"/>
              <a:gd name="connsiteY4" fmla="*/ 1162060 h 1183773"/>
              <a:gd name="connsiteX5" fmla="*/ 295930 w 1109471"/>
              <a:gd name="connsiteY5" fmla="*/ 1141492 h 1183773"/>
              <a:gd name="connsiteX6" fmla="*/ 281120 w 1109471"/>
              <a:gd name="connsiteY6" fmla="*/ 944165 h 1183773"/>
              <a:gd name="connsiteX7" fmla="*/ 202731 w 1109471"/>
              <a:gd name="connsiteY7" fmla="*/ 783138 h 1183773"/>
              <a:gd name="connsiteX8" fmla="*/ 0 w 1109471"/>
              <a:gd name="connsiteY8" fmla="*/ 768388 h 1183773"/>
              <a:gd name="connsiteX0" fmla="*/ 920374 w 1109471"/>
              <a:gd name="connsiteY0" fmla="*/ 0 h 1201955"/>
              <a:gd name="connsiteX1" fmla="*/ 1107495 w 1109471"/>
              <a:gd name="connsiteY1" fmla="*/ 375089 h 1201955"/>
              <a:gd name="connsiteX2" fmla="*/ 1019403 w 1109471"/>
              <a:gd name="connsiteY2" fmla="*/ 540246 h 1201955"/>
              <a:gd name="connsiteX3" fmla="*/ 1031405 w 1109471"/>
              <a:gd name="connsiteY3" fmla="*/ 887146 h 1201955"/>
              <a:gd name="connsiteX4" fmla="*/ 672904 w 1109471"/>
              <a:gd name="connsiteY4" fmla="*/ 1185024 h 1201955"/>
              <a:gd name="connsiteX5" fmla="*/ 295930 w 1109471"/>
              <a:gd name="connsiteY5" fmla="*/ 1141492 h 1201955"/>
              <a:gd name="connsiteX6" fmla="*/ 281120 w 1109471"/>
              <a:gd name="connsiteY6" fmla="*/ 944165 h 1201955"/>
              <a:gd name="connsiteX7" fmla="*/ 202731 w 1109471"/>
              <a:gd name="connsiteY7" fmla="*/ 783138 h 1201955"/>
              <a:gd name="connsiteX8" fmla="*/ 0 w 1109471"/>
              <a:gd name="connsiteY8" fmla="*/ 768388 h 1201955"/>
              <a:gd name="connsiteX0" fmla="*/ 920374 w 1109394"/>
              <a:gd name="connsiteY0" fmla="*/ 0 h 1206486"/>
              <a:gd name="connsiteX1" fmla="*/ 1107495 w 1109394"/>
              <a:gd name="connsiteY1" fmla="*/ 375089 h 1206486"/>
              <a:gd name="connsiteX2" fmla="*/ 1019403 w 1109394"/>
              <a:gd name="connsiteY2" fmla="*/ 540246 h 1206486"/>
              <a:gd name="connsiteX3" fmla="*/ 1057517 w 1109394"/>
              <a:gd name="connsiteY3" fmla="*/ 825043 h 1206486"/>
              <a:gd name="connsiteX4" fmla="*/ 672904 w 1109394"/>
              <a:gd name="connsiteY4" fmla="*/ 1185024 h 1206486"/>
              <a:gd name="connsiteX5" fmla="*/ 295930 w 1109394"/>
              <a:gd name="connsiteY5" fmla="*/ 1141492 h 1206486"/>
              <a:gd name="connsiteX6" fmla="*/ 281120 w 1109394"/>
              <a:gd name="connsiteY6" fmla="*/ 944165 h 1206486"/>
              <a:gd name="connsiteX7" fmla="*/ 202731 w 1109394"/>
              <a:gd name="connsiteY7" fmla="*/ 783138 h 1206486"/>
              <a:gd name="connsiteX8" fmla="*/ 0 w 1109394"/>
              <a:gd name="connsiteY8" fmla="*/ 768388 h 1206486"/>
              <a:gd name="connsiteX0" fmla="*/ 917080 w 1109394"/>
              <a:gd name="connsiteY0" fmla="*/ 0 h 1249129"/>
              <a:gd name="connsiteX1" fmla="*/ 1107495 w 1109394"/>
              <a:gd name="connsiteY1" fmla="*/ 417732 h 1249129"/>
              <a:gd name="connsiteX2" fmla="*/ 1019403 w 1109394"/>
              <a:gd name="connsiteY2" fmla="*/ 582889 h 1249129"/>
              <a:gd name="connsiteX3" fmla="*/ 1057517 w 1109394"/>
              <a:gd name="connsiteY3" fmla="*/ 867686 h 1249129"/>
              <a:gd name="connsiteX4" fmla="*/ 672904 w 1109394"/>
              <a:gd name="connsiteY4" fmla="*/ 1227667 h 1249129"/>
              <a:gd name="connsiteX5" fmla="*/ 295930 w 1109394"/>
              <a:gd name="connsiteY5" fmla="*/ 1184135 h 1249129"/>
              <a:gd name="connsiteX6" fmla="*/ 281120 w 1109394"/>
              <a:gd name="connsiteY6" fmla="*/ 986808 h 1249129"/>
              <a:gd name="connsiteX7" fmla="*/ 202731 w 1109394"/>
              <a:gd name="connsiteY7" fmla="*/ 825781 h 1249129"/>
              <a:gd name="connsiteX8" fmla="*/ 0 w 1109394"/>
              <a:gd name="connsiteY8" fmla="*/ 811031 h 1249129"/>
              <a:gd name="connsiteX0" fmla="*/ 917080 w 1109394"/>
              <a:gd name="connsiteY0" fmla="*/ 0 h 1249129"/>
              <a:gd name="connsiteX1" fmla="*/ 1107495 w 1109394"/>
              <a:gd name="connsiteY1" fmla="*/ 417732 h 1249129"/>
              <a:gd name="connsiteX2" fmla="*/ 1019403 w 1109394"/>
              <a:gd name="connsiteY2" fmla="*/ 582889 h 1249129"/>
              <a:gd name="connsiteX3" fmla="*/ 1057517 w 1109394"/>
              <a:gd name="connsiteY3" fmla="*/ 867686 h 1249129"/>
              <a:gd name="connsiteX4" fmla="*/ 672904 w 1109394"/>
              <a:gd name="connsiteY4" fmla="*/ 1227667 h 1249129"/>
              <a:gd name="connsiteX5" fmla="*/ 295930 w 1109394"/>
              <a:gd name="connsiteY5" fmla="*/ 1184135 h 1249129"/>
              <a:gd name="connsiteX6" fmla="*/ 281120 w 1109394"/>
              <a:gd name="connsiteY6" fmla="*/ 986808 h 1249129"/>
              <a:gd name="connsiteX7" fmla="*/ 202731 w 1109394"/>
              <a:gd name="connsiteY7" fmla="*/ 825781 h 1249129"/>
              <a:gd name="connsiteX8" fmla="*/ 0 w 1109394"/>
              <a:gd name="connsiteY8" fmla="*/ 811031 h 1249129"/>
              <a:gd name="connsiteX0" fmla="*/ 917080 w 1109394"/>
              <a:gd name="connsiteY0" fmla="*/ 0 h 1249129"/>
              <a:gd name="connsiteX1" fmla="*/ 1107495 w 1109394"/>
              <a:gd name="connsiteY1" fmla="*/ 417732 h 1249129"/>
              <a:gd name="connsiteX2" fmla="*/ 1019403 w 1109394"/>
              <a:gd name="connsiteY2" fmla="*/ 582889 h 1249129"/>
              <a:gd name="connsiteX3" fmla="*/ 1057517 w 1109394"/>
              <a:gd name="connsiteY3" fmla="*/ 867686 h 1249129"/>
              <a:gd name="connsiteX4" fmla="*/ 672904 w 1109394"/>
              <a:gd name="connsiteY4" fmla="*/ 1227667 h 1249129"/>
              <a:gd name="connsiteX5" fmla="*/ 295930 w 1109394"/>
              <a:gd name="connsiteY5" fmla="*/ 1184135 h 1249129"/>
              <a:gd name="connsiteX6" fmla="*/ 281120 w 1109394"/>
              <a:gd name="connsiteY6" fmla="*/ 986808 h 1249129"/>
              <a:gd name="connsiteX7" fmla="*/ 202731 w 1109394"/>
              <a:gd name="connsiteY7" fmla="*/ 825781 h 1249129"/>
              <a:gd name="connsiteX8" fmla="*/ 0 w 1109394"/>
              <a:gd name="connsiteY8" fmla="*/ 811031 h 124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9394" h="1249129">
                <a:moveTo>
                  <a:pt x="917080" y="0"/>
                </a:moveTo>
                <a:cubicBezTo>
                  <a:pt x="980706" y="59124"/>
                  <a:pt x="1017973" y="280953"/>
                  <a:pt x="1107495" y="417732"/>
                </a:cubicBezTo>
                <a:cubicBezTo>
                  <a:pt x="1124000" y="507773"/>
                  <a:pt x="1027733" y="507897"/>
                  <a:pt x="1019403" y="582889"/>
                </a:cubicBezTo>
                <a:cubicBezTo>
                  <a:pt x="1011073" y="657881"/>
                  <a:pt x="1115267" y="760223"/>
                  <a:pt x="1057517" y="867686"/>
                </a:cubicBezTo>
                <a:cubicBezTo>
                  <a:pt x="999767" y="975149"/>
                  <a:pt x="799835" y="1174926"/>
                  <a:pt x="672904" y="1227667"/>
                </a:cubicBezTo>
                <a:cubicBezTo>
                  <a:pt x="545973" y="1280409"/>
                  <a:pt x="361227" y="1224278"/>
                  <a:pt x="295930" y="1184135"/>
                </a:cubicBezTo>
                <a:cubicBezTo>
                  <a:pt x="230633" y="1143992"/>
                  <a:pt x="296653" y="1046534"/>
                  <a:pt x="281120" y="986808"/>
                </a:cubicBezTo>
                <a:cubicBezTo>
                  <a:pt x="265587" y="927082"/>
                  <a:pt x="249584" y="855077"/>
                  <a:pt x="202731" y="825781"/>
                </a:cubicBezTo>
                <a:cubicBezTo>
                  <a:pt x="155878" y="796485"/>
                  <a:pt x="42470" y="877987"/>
                  <a:pt x="0" y="81103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5" name="Freeform: Shape 34">
            <a:extLst>
              <a:ext uri="{FF2B5EF4-FFF2-40B4-BE49-F238E27FC236}">
                <a16:creationId xmlns:a16="http://schemas.microsoft.com/office/drawing/2014/main" id="{AEA5091F-DF84-CFFE-B607-DAEE65792576}"/>
              </a:ext>
            </a:extLst>
          </p:cNvPr>
          <p:cNvSpPr/>
          <p:nvPr/>
        </p:nvSpPr>
        <p:spPr>
          <a:xfrm rot="17073629" flipH="1">
            <a:off x="7781695" y="-368699"/>
            <a:ext cx="789213" cy="1296858"/>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2437"/>
              <a:gd name="connsiteY0" fmla="*/ 310678 h 1697912"/>
              <a:gd name="connsiteX1" fmla="*/ 2428038 w 2702437"/>
              <a:gd name="connsiteY1" fmla="*/ 651844 h 1697912"/>
              <a:gd name="connsiteX2" fmla="*/ 2549862 w 2702437"/>
              <a:gd name="connsiteY2" fmla="*/ 1008560 h 1697912"/>
              <a:gd name="connsiteX3" fmla="*/ 2698406 w 2702437"/>
              <a:gd name="connsiteY3" fmla="*/ 1369988 h 1697912"/>
              <a:gd name="connsiteX4" fmla="*/ 2641134 w 2702437"/>
              <a:gd name="connsiteY4" fmla="*/ 1644638 h 1697912"/>
              <a:gd name="connsiteX5" fmla="*/ 2441918 w 2702437"/>
              <a:gd name="connsiteY5" fmla="*/ 1666788 h 1697912"/>
              <a:gd name="connsiteX6" fmla="*/ 2381213 w 2702437"/>
              <a:gd name="connsiteY6" fmla="*/ 1302400 h 1697912"/>
              <a:gd name="connsiteX7" fmla="*/ 2130473 w 2702437"/>
              <a:gd name="connsiteY7" fmla="*/ 992721 h 1697912"/>
              <a:gd name="connsiteX8" fmla="*/ 1778390 w 2702437"/>
              <a:gd name="connsiteY8" fmla="*/ 852659 h 1697912"/>
              <a:gd name="connsiteX9" fmla="*/ 1077344 w 2702437"/>
              <a:gd name="connsiteY9" fmla="*/ 862362 h 1697912"/>
              <a:gd name="connsiteX10" fmla="*/ 0 w 2702437"/>
              <a:gd name="connsiteY10" fmla="*/ 0 h 1697912"/>
              <a:gd name="connsiteX0" fmla="*/ 2173357 w 2702437"/>
              <a:gd name="connsiteY0" fmla="*/ 572733 h 1697912"/>
              <a:gd name="connsiteX1" fmla="*/ 2428038 w 2702437"/>
              <a:gd name="connsiteY1" fmla="*/ 651844 h 1697912"/>
              <a:gd name="connsiteX2" fmla="*/ 2549862 w 2702437"/>
              <a:gd name="connsiteY2" fmla="*/ 1008560 h 1697912"/>
              <a:gd name="connsiteX3" fmla="*/ 2698406 w 2702437"/>
              <a:gd name="connsiteY3" fmla="*/ 1369988 h 1697912"/>
              <a:gd name="connsiteX4" fmla="*/ 2641134 w 2702437"/>
              <a:gd name="connsiteY4" fmla="*/ 1644638 h 1697912"/>
              <a:gd name="connsiteX5" fmla="*/ 2441918 w 2702437"/>
              <a:gd name="connsiteY5" fmla="*/ 1666788 h 1697912"/>
              <a:gd name="connsiteX6" fmla="*/ 2381213 w 2702437"/>
              <a:gd name="connsiteY6" fmla="*/ 1302400 h 1697912"/>
              <a:gd name="connsiteX7" fmla="*/ 2130473 w 2702437"/>
              <a:gd name="connsiteY7" fmla="*/ 992721 h 1697912"/>
              <a:gd name="connsiteX8" fmla="*/ 1778390 w 2702437"/>
              <a:gd name="connsiteY8" fmla="*/ 852659 h 1697912"/>
              <a:gd name="connsiteX9" fmla="*/ 1077344 w 2702437"/>
              <a:gd name="connsiteY9" fmla="*/ 862362 h 1697912"/>
              <a:gd name="connsiteX10" fmla="*/ 0 w 2702437"/>
              <a:gd name="connsiteY10" fmla="*/ 0 h 1697912"/>
              <a:gd name="connsiteX0" fmla="*/ 2173357 w 2702437"/>
              <a:gd name="connsiteY0" fmla="*/ 572733 h 1697912"/>
              <a:gd name="connsiteX1" fmla="*/ 2428038 w 2702437"/>
              <a:gd name="connsiteY1" fmla="*/ 651844 h 1697912"/>
              <a:gd name="connsiteX2" fmla="*/ 2549862 w 2702437"/>
              <a:gd name="connsiteY2" fmla="*/ 1008560 h 1697912"/>
              <a:gd name="connsiteX3" fmla="*/ 2698406 w 2702437"/>
              <a:gd name="connsiteY3" fmla="*/ 1369988 h 1697912"/>
              <a:gd name="connsiteX4" fmla="*/ 2641134 w 2702437"/>
              <a:gd name="connsiteY4" fmla="*/ 1644638 h 1697912"/>
              <a:gd name="connsiteX5" fmla="*/ 2441918 w 2702437"/>
              <a:gd name="connsiteY5" fmla="*/ 1666788 h 1697912"/>
              <a:gd name="connsiteX6" fmla="*/ 2381213 w 2702437"/>
              <a:gd name="connsiteY6" fmla="*/ 1302400 h 1697912"/>
              <a:gd name="connsiteX7" fmla="*/ 2139422 w 2702437"/>
              <a:gd name="connsiteY7" fmla="*/ 1195484 h 1697912"/>
              <a:gd name="connsiteX8" fmla="*/ 1778390 w 2702437"/>
              <a:gd name="connsiteY8" fmla="*/ 852659 h 1697912"/>
              <a:gd name="connsiteX9" fmla="*/ 1077344 w 2702437"/>
              <a:gd name="connsiteY9" fmla="*/ 862362 h 1697912"/>
              <a:gd name="connsiteX10" fmla="*/ 0 w 2702437"/>
              <a:gd name="connsiteY10" fmla="*/ 0 h 1697912"/>
              <a:gd name="connsiteX0" fmla="*/ 2173357 w 2702437"/>
              <a:gd name="connsiteY0" fmla="*/ 572733 h 1697912"/>
              <a:gd name="connsiteX1" fmla="*/ 2428038 w 2702437"/>
              <a:gd name="connsiteY1" fmla="*/ 651844 h 1697912"/>
              <a:gd name="connsiteX2" fmla="*/ 2549862 w 2702437"/>
              <a:gd name="connsiteY2" fmla="*/ 1008560 h 1697912"/>
              <a:gd name="connsiteX3" fmla="*/ 2698406 w 2702437"/>
              <a:gd name="connsiteY3" fmla="*/ 1369988 h 1697912"/>
              <a:gd name="connsiteX4" fmla="*/ 2641134 w 2702437"/>
              <a:gd name="connsiteY4" fmla="*/ 1644638 h 1697912"/>
              <a:gd name="connsiteX5" fmla="*/ 2441918 w 2702437"/>
              <a:gd name="connsiteY5" fmla="*/ 1666788 h 1697912"/>
              <a:gd name="connsiteX6" fmla="*/ 2381213 w 2702437"/>
              <a:gd name="connsiteY6" fmla="*/ 1302400 h 1697912"/>
              <a:gd name="connsiteX7" fmla="*/ 2139422 w 2702437"/>
              <a:gd name="connsiteY7" fmla="*/ 1195484 h 1697912"/>
              <a:gd name="connsiteX8" fmla="*/ 2069699 w 2702437"/>
              <a:gd name="connsiteY8" fmla="*/ 912369 h 1697912"/>
              <a:gd name="connsiteX9" fmla="*/ 1077344 w 2702437"/>
              <a:gd name="connsiteY9" fmla="*/ 862362 h 1697912"/>
              <a:gd name="connsiteX10" fmla="*/ 0 w 2702437"/>
              <a:gd name="connsiteY10" fmla="*/ 0 h 1697912"/>
              <a:gd name="connsiteX0" fmla="*/ 2173357 w 2702437"/>
              <a:gd name="connsiteY0" fmla="*/ 572733 h 1689039"/>
              <a:gd name="connsiteX1" fmla="*/ 2428038 w 2702437"/>
              <a:gd name="connsiteY1" fmla="*/ 651844 h 1689039"/>
              <a:gd name="connsiteX2" fmla="*/ 2549862 w 2702437"/>
              <a:gd name="connsiteY2" fmla="*/ 1008560 h 1689039"/>
              <a:gd name="connsiteX3" fmla="*/ 2698406 w 2702437"/>
              <a:gd name="connsiteY3" fmla="*/ 1369988 h 1689039"/>
              <a:gd name="connsiteX4" fmla="*/ 2641134 w 2702437"/>
              <a:gd name="connsiteY4" fmla="*/ 1644638 h 1689039"/>
              <a:gd name="connsiteX5" fmla="*/ 2441918 w 2702437"/>
              <a:gd name="connsiteY5" fmla="*/ 1666788 h 1689039"/>
              <a:gd name="connsiteX6" fmla="*/ 2303396 w 2702437"/>
              <a:gd name="connsiteY6" fmla="*/ 1425324 h 1689039"/>
              <a:gd name="connsiteX7" fmla="*/ 2139422 w 2702437"/>
              <a:gd name="connsiteY7" fmla="*/ 1195484 h 1689039"/>
              <a:gd name="connsiteX8" fmla="*/ 2069699 w 2702437"/>
              <a:gd name="connsiteY8" fmla="*/ 912369 h 1689039"/>
              <a:gd name="connsiteX9" fmla="*/ 1077344 w 2702437"/>
              <a:gd name="connsiteY9" fmla="*/ 862362 h 1689039"/>
              <a:gd name="connsiteX10" fmla="*/ 0 w 2702437"/>
              <a:gd name="connsiteY10" fmla="*/ 0 h 1689039"/>
              <a:gd name="connsiteX0" fmla="*/ 1096013 w 1625093"/>
              <a:gd name="connsiteY0" fmla="*/ 1 h 1116307"/>
              <a:gd name="connsiteX1" fmla="*/ 1350694 w 1625093"/>
              <a:gd name="connsiteY1" fmla="*/ 79112 h 1116307"/>
              <a:gd name="connsiteX2" fmla="*/ 1472518 w 1625093"/>
              <a:gd name="connsiteY2" fmla="*/ 435828 h 1116307"/>
              <a:gd name="connsiteX3" fmla="*/ 1621062 w 1625093"/>
              <a:gd name="connsiteY3" fmla="*/ 797256 h 1116307"/>
              <a:gd name="connsiteX4" fmla="*/ 1563790 w 1625093"/>
              <a:gd name="connsiteY4" fmla="*/ 1071906 h 1116307"/>
              <a:gd name="connsiteX5" fmla="*/ 1364574 w 1625093"/>
              <a:gd name="connsiteY5" fmla="*/ 1094056 h 1116307"/>
              <a:gd name="connsiteX6" fmla="*/ 1226052 w 1625093"/>
              <a:gd name="connsiteY6" fmla="*/ 852592 h 1116307"/>
              <a:gd name="connsiteX7" fmla="*/ 1062078 w 1625093"/>
              <a:gd name="connsiteY7" fmla="*/ 622752 h 1116307"/>
              <a:gd name="connsiteX8" fmla="*/ 992355 w 1625093"/>
              <a:gd name="connsiteY8" fmla="*/ 339637 h 1116307"/>
              <a:gd name="connsiteX9" fmla="*/ 0 w 1625093"/>
              <a:gd name="connsiteY9" fmla="*/ 289630 h 1116307"/>
              <a:gd name="connsiteX0" fmla="*/ 103658 w 632738"/>
              <a:gd name="connsiteY0" fmla="*/ 0 h 1116306"/>
              <a:gd name="connsiteX1" fmla="*/ 358339 w 632738"/>
              <a:gd name="connsiteY1" fmla="*/ 79111 h 1116306"/>
              <a:gd name="connsiteX2" fmla="*/ 480163 w 632738"/>
              <a:gd name="connsiteY2" fmla="*/ 435827 h 1116306"/>
              <a:gd name="connsiteX3" fmla="*/ 628707 w 632738"/>
              <a:gd name="connsiteY3" fmla="*/ 797255 h 1116306"/>
              <a:gd name="connsiteX4" fmla="*/ 571435 w 632738"/>
              <a:gd name="connsiteY4" fmla="*/ 1071905 h 1116306"/>
              <a:gd name="connsiteX5" fmla="*/ 372219 w 632738"/>
              <a:gd name="connsiteY5" fmla="*/ 1094055 h 1116306"/>
              <a:gd name="connsiteX6" fmla="*/ 233697 w 632738"/>
              <a:gd name="connsiteY6" fmla="*/ 852591 h 1116306"/>
              <a:gd name="connsiteX7" fmla="*/ 69723 w 632738"/>
              <a:gd name="connsiteY7" fmla="*/ 622751 h 1116306"/>
              <a:gd name="connsiteX8" fmla="*/ 0 w 632738"/>
              <a:gd name="connsiteY8" fmla="*/ 339636 h 1116306"/>
              <a:gd name="connsiteX0" fmla="*/ 103658 w 632738"/>
              <a:gd name="connsiteY0" fmla="*/ 0 h 1116306"/>
              <a:gd name="connsiteX1" fmla="*/ 358339 w 632738"/>
              <a:gd name="connsiteY1" fmla="*/ 79111 h 1116306"/>
              <a:gd name="connsiteX2" fmla="*/ 480163 w 632738"/>
              <a:gd name="connsiteY2" fmla="*/ 435827 h 1116306"/>
              <a:gd name="connsiteX3" fmla="*/ 628707 w 632738"/>
              <a:gd name="connsiteY3" fmla="*/ 797255 h 1116306"/>
              <a:gd name="connsiteX4" fmla="*/ 571435 w 632738"/>
              <a:gd name="connsiteY4" fmla="*/ 1071905 h 1116306"/>
              <a:gd name="connsiteX5" fmla="*/ 372219 w 632738"/>
              <a:gd name="connsiteY5" fmla="*/ 1094055 h 1116306"/>
              <a:gd name="connsiteX6" fmla="*/ 233697 w 632738"/>
              <a:gd name="connsiteY6" fmla="*/ 852591 h 1116306"/>
              <a:gd name="connsiteX7" fmla="*/ 35591 w 632738"/>
              <a:gd name="connsiteY7" fmla="*/ 716465 h 1116306"/>
              <a:gd name="connsiteX8" fmla="*/ 0 w 632738"/>
              <a:gd name="connsiteY8" fmla="*/ 339636 h 1116306"/>
              <a:gd name="connsiteX0" fmla="*/ 282787 w 811867"/>
              <a:gd name="connsiteY0" fmla="*/ 0 h 1116306"/>
              <a:gd name="connsiteX1" fmla="*/ 537468 w 811867"/>
              <a:gd name="connsiteY1" fmla="*/ 79111 h 1116306"/>
              <a:gd name="connsiteX2" fmla="*/ 659292 w 811867"/>
              <a:gd name="connsiteY2" fmla="*/ 435827 h 1116306"/>
              <a:gd name="connsiteX3" fmla="*/ 807836 w 811867"/>
              <a:gd name="connsiteY3" fmla="*/ 797255 h 1116306"/>
              <a:gd name="connsiteX4" fmla="*/ 750564 w 811867"/>
              <a:gd name="connsiteY4" fmla="*/ 1071905 h 1116306"/>
              <a:gd name="connsiteX5" fmla="*/ 551348 w 811867"/>
              <a:gd name="connsiteY5" fmla="*/ 1094055 h 1116306"/>
              <a:gd name="connsiteX6" fmla="*/ 412826 w 811867"/>
              <a:gd name="connsiteY6" fmla="*/ 852591 h 1116306"/>
              <a:gd name="connsiteX7" fmla="*/ 214720 w 811867"/>
              <a:gd name="connsiteY7" fmla="*/ 716465 h 1116306"/>
              <a:gd name="connsiteX8" fmla="*/ 0 w 811867"/>
              <a:gd name="connsiteY8" fmla="*/ 826012 h 1116306"/>
              <a:gd name="connsiteX0" fmla="*/ 282787 w 844197"/>
              <a:gd name="connsiteY0" fmla="*/ 0 h 1116306"/>
              <a:gd name="connsiteX1" fmla="*/ 537468 w 844197"/>
              <a:gd name="connsiteY1" fmla="*/ 79111 h 1116306"/>
              <a:gd name="connsiteX2" fmla="*/ 659292 w 844197"/>
              <a:gd name="connsiteY2" fmla="*/ 435827 h 1116306"/>
              <a:gd name="connsiteX3" fmla="*/ 836128 w 844197"/>
              <a:gd name="connsiteY3" fmla="*/ 601697 h 1116306"/>
              <a:gd name="connsiteX4" fmla="*/ 807836 w 844197"/>
              <a:gd name="connsiteY4" fmla="*/ 797255 h 1116306"/>
              <a:gd name="connsiteX5" fmla="*/ 750564 w 844197"/>
              <a:gd name="connsiteY5" fmla="*/ 1071905 h 1116306"/>
              <a:gd name="connsiteX6" fmla="*/ 551348 w 844197"/>
              <a:gd name="connsiteY6" fmla="*/ 1094055 h 1116306"/>
              <a:gd name="connsiteX7" fmla="*/ 412826 w 844197"/>
              <a:gd name="connsiteY7" fmla="*/ 852591 h 1116306"/>
              <a:gd name="connsiteX8" fmla="*/ 214720 w 844197"/>
              <a:gd name="connsiteY8" fmla="*/ 716465 h 1116306"/>
              <a:gd name="connsiteX9" fmla="*/ 0 w 844197"/>
              <a:gd name="connsiteY9" fmla="*/ 826012 h 1116306"/>
              <a:gd name="connsiteX0" fmla="*/ 303093 w 844197"/>
              <a:gd name="connsiteY0" fmla="*/ 0 h 1184979"/>
              <a:gd name="connsiteX1" fmla="*/ 537468 w 844197"/>
              <a:gd name="connsiteY1" fmla="*/ 147784 h 1184979"/>
              <a:gd name="connsiteX2" fmla="*/ 659292 w 844197"/>
              <a:gd name="connsiteY2" fmla="*/ 504500 h 1184979"/>
              <a:gd name="connsiteX3" fmla="*/ 836128 w 844197"/>
              <a:gd name="connsiteY3" fmla="*/ 670370 h 1184979"/>
              <a:gd name="connsiteX4" fmla="*/ 807836 w 844197"/>
              <a:gd name="connsiteY4" fmla="*/ 865928 h 1184979"/>
              <a:gd name="connsiteX5" fmla="*/ 750564 w 844197"/>
              <a:gd name="connsiteY5" fmla="*/ 1140578 h 1184979"/>
              <a:gd name="connsiteX6" fmla="*/ 551348 w 844197"/>
              <a:gd name="connsiteY6" fmla="*/ 1162728 h 1184979"/>
              <a:gd name="connsiteX7" fmla="*/ 412826 w 844197"/>
              <a:gd name="connsiteY7" fmla="*/ 921264 h 1184979"/>
              <a:gd name="connsiteX8" fmla="*/ 214720 w 844197"/>
              <a:gd name="connsiteY8" fmla="*/ 785138 h 1184979"/>
              <a:gd name="connsiteX9" fmla="*/ 0 w 844197"/>
              <a:gd name="connsiteY9" fmla="*/ 894685 h 1184979"/>
              <a:gd name="connsiteX0" fmla="*/ 303660 w 844197"/>
              <a:gd name="connsiteY0" fmla="*/ 0 h 1239415"/>
              <a:gd name="connsiteX1" fmla="*/ 537468 w 844197"/>
              <a:gd name="connsiteY1" fmla="*/ 202220 h 1239415"/>
              <a:gd name="connsiteX2" fmla="*/ 659292 w 844197"/>
              <a:gd name="connsiteY2" fmla="*/ 558936 h 1239415"/>
              <a:gd name="connsiteX3" fmla="*/ 836128 w 844197"/>
              <a:gd name="connsiteY3" fmla="*/ 724806 h 1239415"/>
              <a:gd name="connsiteX4" fmla="*/ 807836 w 844197"/>
              <a:gd name="connsiteY4" fmla="*/ 920364 h 1239415"/>
              <a:gd name="connsiteX5" fmla="*/ 750564 w 844197"/>
              <a:gd name="connsiteY5" fmla="*/ 1195014 h 1239415"/>
              <a:gd name="connsiteX6" fmla="*/ 551348 w 844197"/>
              <a:gd name="connsiteY6" fmla="*/ 1217164 h 1239415"/>
              <a:gd name="connsiteX7" fmla="*/ 412826 w 844197"/>
              <a:gd name="connsiteY7" fmla="*/ 975700 h 1239415"/>
              <a:gd name="connsiteX8" fmla="*/ 214720 w 844197"/>
              <a:gd name="connsiteY8" fmla="*/ 839574 h 1239415"/>
              <a:gd name="connsiteX9" fmla="*/ 0 w 844197"/>
              <a:gd name="connsiteY9" fmla="*/ 949121 h 1239415"/>
              <a:gd name="connsiteX0" fmla="*/ 303660 w 844197"/>
              <a:gd name="connsiteY0" fmla="*/ 0 h 1239415"/>
              <a:gd name="connsiteX1" fmla="*/ 537468 w 844197"/>
              <a:gd name="connsiteY1" fmla="*/ 202220 h 1239415"/>
              <a:gd name="connsiteX2" fmla="*/ 659292 w 844197"/>
              <a:gd name="connsiteY2" fmla="*/ 558936 h 1239415"/>
              <a:gd name="connsiteX3" fmla="*/ 836128 w 844197"/>
              <a:gd name="connsiteY3" fmla="*/ 724806 h 1239415"/>
              <a:gd name="connsiteX4" fmla="*/ 807836 w 844197"/>
              <a:gd name="connsiteY4" fmla="*/ 920364 h 1239415"/>
              <a:gd name="connsiteX5" fmla="*/ 750564 w 844197"/>
              <a:gd name="connsiteY5" fmla="*/ 1195014 h 1239415"/>
              <a:gd name="connsiteX6" fmla="*/ 551348 w 844197"/>
              <a:gd name="connsiteY6" fmla="*/ 1217164 h 1239415"/>
              <a:gd name="connsiteX7" fmla="*/ 412826 w 844197"/>
              <a:gd name="connsiteY7" fmla="*/ 975700 h 1239415"/>
              <a:gd name="connsiteX8" fmla="*/ 214720 w 844197"/>
              <a:gd name="connsiteY8" fmla="*/ 839574 h 1239415"/>
              <a:gd name="connsiteX9" fmla="*/ 0 w 844197"/>
              <a:gd name="connsiteY9" fmla="*/ 949121 h 1239415"/>
              <a:gd name="connsiteX0" fmla="*/ 303660 w 857652"/>
              <a:gd name="connsiteY0" fmla="*/ 0 h 1237948"/>
              <a:gd name="connsiteX1" fmla="*/ 537468 w 857652"/>
              <a:gd name="connsiteY1" fmla="*/ 202220 h 1237948"/>
              <a:gd name="connsiteX2" fmla="*/ 659292 w 857652"/>
              <a:gd name="connsiteY2" fmla="*/ 558936 h 1237948"/>
              <a:gd name="connsiteX3" fmla="*/ 836128 w 857652"/>
              <a:gd name="connsiteY3" fmla="*/ 724806 h 1237948"/>
              <a:gd name="connsiteX4" fmla="*/ 848834 w 857652"/>
              <a:gd name="connsiteY4" fmla="*/ 950939 h 1237948"/>
              <a:gd name="connsiteX5" fmla="*/ 750564 w 857652"/>
              <a:gd name="connsiteY5" fmla="*/ 1195014 h 1237948"/>
              <a:gd name="connsiteX6" fmla="*/ 551348 w 857652"/>
              <a:gd name="connsiteY6" fmla="*/ 1217164 h 1237948"/>
              <a:gd name="connsiteX7" fmla="*/ 412826 w 857652"/>
              <a:gd name="connsiteY7" fmla="*/ 975700 h 1237948"/>
              <a:gd name="connsiteX8" fmla="*/ 214720 w 857652"/>
              <a:gd name="connsiteY8" fmla="*/ 839574 h 1237948"/>
              <a:gd name="connsiteX9" fmla="*/ 0 w 857652"/>
              <a:gd name="connsiteY9" fmla="*/ 949121 h 1237948"/>
              <a:gd name="connsiteX0" fmla="*/ 303660 w 857652"/>
              <a:gd name="connsiteY0" fmla="*/ 0 h 1237948"/>
              <a:gd name="connsiteX1" fmla="*/ 537468 w 857652"/>
              <a:gd name="connsiteY1" fmla="*/ 202220 h 1237948"/>
              <a:gd name="connsiteX2" fmla="*/ 659292 w 857652"/>
              <a:gd name="connsiteY2" fmla="*/ 558936 h 1237948"/>
              <a:gd name="connsiteX3" fmla="*/ 836128 w 857652"/>
              <a:gd name="connsiteY3" fmla="*/ 724806 h 1237948"/>
              <a:gd name="connsiteX4" fmla="*/ 848834 w 857652"/>
              <a:gd name="connsiteY4" fmla="*/ 950939 h 1237948"/>
              <a:gd name="connsiteX5" fmla="*/ 750564 w 857652"/>
              <a:gd name="connsiteY5" fmla="*/ 1195014 h 1237948"/>
              <a:gd name="connsiteX6" fmla="*/ 551348 w 857652"/>
              <a:gd name="connsiteY6" fmla="*/ 1217164 h 1237948"/>
              <a:gd name="connsiteX7" fmla="*/ 412826 w 857652"/>
              <a:gd name="connsiteY7" fmla="*/ 975700 h 1237948"/>
              <a:gd name="connsiteX8" fmla="*/ 239093 w 857652"/>
              <a:gd name="connsiteY8" fmla="*/ 926519 h 1237948"/>
              <a:gd name="connsiteX9" fmla="*/ 0 w 857652"/>
              <a:gd name="connsiteY9" fmla="*/ 949121 h 123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7652" h="1237948">
                <a:moveTo>
                  <a:pt x="303660" y="0"/>
                </a:moveTo>
                <a:cubicBezTo>
                  <a:pt x="352404" y="15052"/>
                  <a:pt x="448100" y="85906"/>
                  <a:pt x="537468" y="202220"/>
                </a:cubicBezTo>
                <a:cubicBezTo>
                  <a:pt x="626836" y="318534"/>
                  <a:pt x="609515" y="471838"/>
                  <a:pt x="659292" y="558936"/>
                </a:cubicBezTo>
                <a:cubicBezTo>
                  <a:pt x="709069" y="646034"/>
                  <a:pt x="811371" y="664568"/>
                  <a:pt x="836128" y="724806"/>
                </a:cubicBezTo>
                <a:cubicBezTo>
                  <a:pt x="860885" y="785044"/>
                  <a:pt x="863095" y="872571"/>
                  <a:pt x="848834" y="950939"/>
                </a:cubicBezTo>
                <a:cubicBezTo>
                  <a:pt x="834573" y="1029307"/>
                  <a:pt x="800145" y="1150643"/>
                  <a:pt x="750564" y="1195014"/>
                </a:cubicBezTo>
                <a:cubicBezTo>
                  <a:pt x="700983" y="1239385"/>
                  <a:pt x="607638" y="1253716"/>
                  <a:pt x="551348" y="1217164"/>
                </a:cubicBezTo>
                <a:cubicBezTo>
                  <a:pt x="495058" y="1180612"/>
                  <a:pt x="464868" y="1024141"/>
                  <a:pt x="412826" y="975700"/>
                </a:cubicBezTo>
                <a:cubicBezTo>
                  <a:pt x="360784" y="927259"/>
                  <a:pt x="307897" y="930949"/>
                  <a:pt x="239093" y="926519"/>
                </a:cubicBezTo>
                <a:cubicBezTo>
                  <a:pt x="170289" y="922089"/>
                  <a:pt x="177013" y="1004641"/>
                  <a:pt x="0" y="949121"/>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6" name="Freeform: Shape 35">
            <a:extLst>
              <a:ext uri="{FF2B5EF4-FFF2-40B4-BE49-F238E27FC236}">
                <a16:creationId xmlns:a16="http://schemas.microsoft.com/office/drawing/2014/main" id="{AFFE42AE-5915-E008-F2C6-ECB279FC3FC9}"/>
              </a:ext>
            </a:extLst>
          </p:cNvPr>
          <p:cNvSpPr/>
          <p:nvPr/>
        </p:nvSpPr>
        <p:spPr>
          <a:xfrm rot="18509654" flipH="1">
            <a:off x="7468372" y="-616626"/>
            <a:ext cx="1481515" cy="183738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1101132 w 1609683"/>
              <a:gd name="connsiteY8" fmla="*/ 897523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980106 w 1609683"/>
              <a:gd name="connsiteY7" fmla="*/ 1238739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7833"/>
              <a:gd name="connsiteX1" fmla="*/ 1588442 w 1609683"/>
              <a:gd name="connsiteY1" fmla="*/ 822552 h 1517833"/>
              <a:gd name="connsiteX2" fmla="*/ 1600444 w 1609683"/>
              <a:gd name="connsiteY2" fmla="*/ 1169452 h 1517833"/>
              <a:gd name="connsiteX3" fmla="*/ 1498717 w 1609683"/>
              <a:gd name="connsiteY3" fmla="*/ 1444629 h 1517833"/>
              <a:gd name="connsiteX4" fmla="*/ 1329172 w 1609683"/>
              <a:gd name="connsiteY4" fmla="*/ 1516448 h 1517833"/>
              <a:gd name="connsiteX5" fmla="*/ 1205537 w 1609683"/>
              <a:gd name="connsiteY5" fmla="*/ 1500541 h 1517833"/>
              <a:gd name="connsiteX6" fmla="*/ 1023734 w 1609683"/>
              <a:gd name="connsiteY6" fmla="*/ 1445461 h 1517833"/>
              <a:gd name="connsiteX7" fmla="*/ 980106 w 1609683"/>
              <a:gd name="connsiteY7" fmla="*/ 1238739 h 1517833"/>
              <a:gd name="connsiteX8" fmla="*/ 941413 w 1609683"/>
              <a:gd name="connsiteY8" fmla="*/ 952812 h 1517833"/>
              <a:gd name="connsiteX9" fmla="*/ 1044991 w 1609683"/>
              <a:gd name="connsiteY9" fmla="*/ 731644 h 1517833"/>
              <a:gd name="connsiteX10" fmla="*/ 888801 w 1609683"/>
              <a:gd name="connsiteY10" fmla="*/ 612802 h 1517833"/>
              <a:gd name="connsiteX11" fmla="*/ 573860 w 1609683"/>
              <a:gd name="connsiteY11" fmla="*/ 547014 h 1517833"/>
              <a:gd name="connsiteX12" fmla="*/ 247825 w 1609683"/>
              <a:gd name="connsiteY12" fmla="*/ 590646 h 1517833"/>
              <a:gd name="connsiteX13" fmla="*/ 127655 w 1609683"/>
              <a:gd name="connsiteY13" fmla="*/ 0 h 1517833"/>
              <a:gd name="connsiteX0" fmla="*/ 1844897 w 2031797"/>
              <a:gd name="connsiteY0" fmla="*/ 70170 h 1447064"/>
              <a:gd name="connsiteX1" fmla="*/ 2010556 w 2031797"/>
              <a:gd name="connsiteY1" fmla="*/ 751783 h 1447064"/>
              <a:gd name="connsiteX2" fmla="*/ 2022558 w 2031797"/>
              <a:gd name="connsiteY2" fmla="*/ 1098683 h 1447064"/>
              <a:gd name="connsiteX3" fmla="*/ 1920831 w 2031797"/>
              <a:gd name="connsiteY3" fmla="*/ 1373860 h 1447064"/>
              <a:gd name="connsiteX4" fmla="*/ 1751286 w 2031797"/>
              <a:gd name="connsiteY4" fmla="*/ 1445679 h 1447064"/>
              <a:gd name="connsiteX5" fmla="*/ 1627651 w 2031797"/>
              <a:gd name="connsiteY5" fmla="*/ 1429772 h 1447064"/>
              <a:gd name="connsiteX6" fmla="*/ 1445848 w 2031797"/>
              <a:gd name="connsiteY6" fmla="*/ 1374692 h 1447064"/>
              <a:gd name="connsiteX7" fmla="*/ 1402220 w 2031797"/>
              <a:gd name="connsiteY7" fmla="*/ 1167970 h 1447064"/>
              <a:gd name="connsiteX8" fmla="*/ 1363527 w 2031797"/>
              <a:gd name="connsiteY8" fmla="*/ 882043 h 1447064"/>
              <a:gd name="connsiteX9" fmla="*/ 1467105 w 2031797"/>
              <a:gd name="connsiteY9" fmla="*/ 660875 h 1447064"/>
              <a:gd name="connsiteX10" fmla="*/ 1310915 w 2031797"/>
              <a:gd name="connsiteY10" fmla="*/ 542033 h 1447064"/>
              <a:gd name="connsiteX11" fmla="*/ 995974 w 2031797"/>
              <a:gd name="connsiteY11" fmla="*/ 476245 h 1447064"/>
              <a:gd name="connsiteX12" fmla="*/ 669939 w 2031797"/>
              <a:gd name="connsiteY12" fmla="*/ 519877 h 1447064"/>
              <a:gd name="connsiteX13" fmla="*/ 66178 w 2031797"/>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4808 w 2030631"/>
              <a:gd name="connsiteY11" fmla="*/ 476245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304003 w 2030631"/>
              <a:gd name="connsiteY9" fmla="*/ 705106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93923"/>
              <a:gd name="connsiteX1" fmla="*/ 2009390 w 2030631"/>
              <a:gd name="connsiteY1" fmla="*/ 751783 h 1493923"/>
              <a:gd name="connsiteX2" fmla="*/ 2021392 w 2030631"/>
              <a:gd name="connsiteY2" fmla="*/ 1098683 h 1493923"/>
              <a:gd name="connsiteX3" fmla="*/ 1919665 w 2030631"/>
              <a:gd name="connsiteY3" fmla="*/ 1373860 h 1493923"/>
              <a:gd name="connsiteX4" fmla="*/ 1750120 w 2030631"/>
              <a:gd name="connsiteY4" fmla="*/ 1445679 h 1493923"/>
              <a:gd name="connsiteX5" fmla="*/ 1566590 w 2030631"/>
              <a:gd name="connsiteY5" fmla="*/ 1491696 h 1493923"/>
              <a:gd name="connsiteX6" fmla="*/ 1444682 w 2030631"/>
              <a:gd name="connsiteY6" fmla="*/ 1374692 h 1493923"/>
              <a:gd name="connsiteX7" fmla="*/ 1401054 w 2030631"/>
              <a:gd name="connsiteY7" fmla="*/ 1167970 h 1493923"/>
              <a:gd name="connsiteX8" fmla="*/ 1362361 w 2030631"/>
              <a:gd name="connsiteY8" fmla="*/ 882043 h 1493923"/>
              <a:gd name="connsiteX9" fmla="*/ 1304003 w 2030631"/>
              <a:gd name="connsiteY9" fmla="*/ 705106 h 1493923"/>
              <a:gd name="connsiteX10" fmla="*/ 1203270 w 2030631"/>
              <a:gd name="connsiteY10" fmla="*/ 619437 h 1493923"/>
              <a:gd name="connsiteX11" fmla="*/ 997027 w 2030631"/>
              <a:gd name="connsiteY11" fmla="*/ 577977 h 1493923"/>
              <a:gd name="connsiteX12" fmla="*/ 686519 w 2030631"/>
              <a:gd name="connsiteY12" fmla="*/ 676898 h 1493923"/>
              <a:gd name="connsiteX13" fmla="*/ 65012 w 2030631"/>
              <a:gd name="connsiteY13" fmla="*/ 0 h 1493923"/>
              <a:gd name="connsiteX0" fmla="*/ 1843731 w 2030631"/>
              <a:gd name="connsiteY0" fmla="*/ 70170 h 1491716"/>
              <a:gd name="connsiteX1" fmla="*/ 2009390 w 2030631"/>
              <a:gd name="connsiteY1" fmla="*/ 751783 h 1491716"/>
              <a:gd name="connsiteX2" fmla="*/ 2021392 w 2030631"/>
              <a:gd name="connsiteY2" fmla="*/ 1098683 h 1491716"/>
              <a:gd name="connsiteX3" fmla="*/ 1919665 w 2030631"/>
              <a:gd name="connsiteY3" fmla="*/ 1373860 h 1491716"/>
              <a:gd name="connsiteX4" fmla="*/ 1750120 w 2030631"/>
              <a:gd name="connsiteY4" fmla="*/ 1445679 h 1491716"/>
              <a:gd name="connsiteX5" fmla="*/ 1566590 w 2030631"/>
              <a:gd name="connsiteY5" fmla="*/ 1491696 h 1491716"/>
              <a:gd name="connsiteX6" fmla="*/ 1406971 w 2030631"/>
              <a:gd name="connsiteY6" fmla="*/ 1443250 h 1491716"/>
              <a:gd name="connsiteX7" fmla="*/ 1401054 w 2030631"/>
              <a:gd name="connsiteY7" fmla="*/ 1167970 h 1491716"/>
              <a:gd name="connsiteX8" fmla="*/ 1362361 w 2030631"/>
              <a:gd name="connsiteY8" fmla="*/ 882043 h 1491716"/>
              <a:gd name="connsiteX9" fmla="*/ 1304003 w 2030631"/>
              <a:gd name="connsiteY9" fmla="*/ 705106 h 1491716"/>
              <a:gd name="connsiteX10" fmla="*/ 1203270 w 2030631"/>
              <a:gd name="connsiteY10" fmla="*/ 619437 h 1491716"/>
              <a:gd name="connsiteX11" fmla="*/ 997027 w 2030631"/>
              <a:gd name="connsiteY11" fmla="*/ 577977 h 1491716"/>
              <a:gd name="connsiteX12" fmla="*/ 686519 w 2030631"/>
              <a:gd name="connsiteY12" fmla="*/ 676898 h 1491716"/>
              <a:gd name="connsiteX13" fmla="*/ 65012 w 2030631"/>
              <a:gd name="connsiteY13" fmla="*/ 0 h 1491716"/>
              <a:gd name="connsiteX0" fmla="*/ 1843731 w 2030631"/>
              <a:gd name="connsiteY0" fmla="*/ 70170 h 1467439"/>
              <a:gd name="connsiteX1" fmla="*/ 2009390 w 2030631"/>
              <a:gd name="connsiteY1" fmla="*/ 751783 h 1467439"/>
              <a:gd name="connsiteX2" fmla="*/ 2021392 w 2030631"/>
              <a:gd name="connsiteY2" fmla="*/ 1098683 h 1467439"/>
              <a:gd name="connsiteX3" fmla="*/ 1919665 w 2030631"/>
              <a:gd name="connsiteY3" fmla="*/ 1373860 h 1467439"/>
              <a:gd name="connsiteX4" fmla="*/ 1750120 w 2030631"/>
              <a:gd name="connsiteY4" fmla="*/ 1445679 h 1467439"/>
              <a:gd name="connsiteX5" fmla="*/ 1406971 w 2030631"/>
              <a:gd name="connsiteY5" fmla="*/ 1443250 h 1467439"/>
              <a:gd name="connsiteX6" fmla="*/ 1401054 w 2030631"/>
              <a:gd name="connsiteY6" fmla="*/ 1167970 h 1467439"/>
              <a:gd name="connsiteX7" fmla="*/ 1362361 w 2030631"/>
              <a:gd name="connsiteY7" fmla="*/ 882043 h 1467439"/>
              <a:gd name="connsiteX8" fmla="*/ 1304003 w 2030631"/>
              <a:gd name="connsiteY8" fmla="*/ 705106 h 1467439"/>
              <a:gd name="connsiteX9" fmla="*/ 1203270 w 2030631"/>
              <a:gd name="connsiteY9" fmla="*/ 619437 h 1467439"/>
              <a:gd name="connsiteX10" fmla="*/ 997027 w 2030631"/>
              <a:gd name="connsiteY10" fmla="*/ 577977 h 1467439"/>
              <a:gd name="connsiteX11" fmla="*/ 686519 w 2030631"/>
              <a:gd name="connsiteY11" fmla="*/ 676898 h 1467439"/>
              <a:gd name="connsiteX12" fmla="*/ 65012 w 2030631"/>
              <a:gd name="connsiteY12" fmla="*/ 0 h 1467439"/>
              <a:gd name="connsiteX0" fmla="*/ 1843731 w 2030631"/>
              <a:gd name="connsiteY0" fmla="*/ 70170 h 1501222"/>
              <a:gd name="connsiteX1" fmla="*/ 2009390 w 2030631"/>
              <a:gd name="connsiteY1" fmla="*/ 751783 h 1501222"/>
              <a:gd name="connsiteX2" fmla="*/ 2021392 w 2030631"/>
              <a:gd name="connsiteY2" fmla="*/ 1098683 h 1501222"/>
              <a:gd name="connsiteX3" fmla="*/ 1919665 w 2030631"/>
              <a:gd name="connsiteY3" fmla="*/ 1373860 h 1501222"/>
              <a:gd name="connsiteX4" fmla="*/ 1750120 w 2030631"/>
              <a:gd name="connsiteY4" fmla="*/ 1445679 h 1501222"/>
              <a:gd name="connsiteX5" fmla="*/ 1398098 w 2030631"/>
              <a:gd name="connsiteY5" fmla="*/ 1485269 h 1501222"/>
              <a:gd name="connsiteX6" fmla="*/ 1401054 w 2030631"/>
              <a:gd name="connsiteY6" fmla="*/ 1167970 h 1501222"/>
              <a:gd name="connsiteX7" fmla="*/ 1362361 w 2030631"/>
              <a:gd name="connsiteY7" fmla="*/ 882043 h 1501222"/>
              <a:gd name="connsiteX8" fmla="*/ 1304003 w 2030631"/>
              <a:gd name="connsiteY8" fmla="*/ 705106 h 1501222"/>
              <a:gd name="connsiteX9" fmla="*/ 1203270 w 2030631"/>
              <a:gd name="connsiteY9" fmla="*/ 619437 h 1501222"/>
              <a:gd name="connsiteX10" fmla="*/ 997027 w 2030631"/>
              <a:gd name="connsiteY10" fmla="*/ 577977 h 1501222"/>
              <a:gd name="connsiteX11" fmla="*/ 686519 w 2030631"/>
              <a:gd name="connsiteY11" fmla="*/ 676898 h 1501222"/>
              <a:gd name="connsiteX12" fmla="*/ 65012 w 2030631"/>
              <a:gd name="connsiteY12" fmla="*/ 0 h 1501222"/>
              <a:gd name="connsiteX0" fmla="*/ 1843731 w 2030631"/>
              <a:gd name="connsiteY0" fmla="*/ 70170 h 1550630"/>
              <a:gd name="connsiteX1" fmla="*/ 2009390 w 2030631"/>
              <a:gd name="connsiteY1" fmla="*/ 751783 h 1550630"/>
              <a:gd name="connsiteX2" fmla="*/ 2021392 w 2030631"/>
              <a:gd name="connsiteY2" fmla="*/ 1098683 h 1550630"/>
              <a:gd name="connsiteX3" fmla="*/ 1919665 w 2030631"/>
              <a:gd name="connsiteY3" fmla="*/ 1373860 h 1550630"/>
              <a:gd name="connsiteX4" fmla="*/ 1739028 w 2030631"/>
              <a:gd name="connsiteY4" fmla="*/ 1542988 h 1550630"/>
              <a:gd name="connsiteX5" fmla="*/ 1398098 w 2030631"/>
              <a:gd name="connsiteY5" fmla="*/ 1485269 h 1550630"/>
              <a:gd name="connsiteX6" fmla="*/ 1401054 w 2030631"/>
              <a:gd name="connsiteY6" fmla="*/ 1167970 h 1550630"/>
              <a:gd name="connsiteX7" fmla="*/ 1362361 w 2030631"/>
              <a:gd name="connsiteY7" fmla="*/ 882043 h 1550630"/>
              <a:gd name="connsiteX8" fmla="*/ 1304003 w 2030631"/>
              <a:gd name="connsiteY8" fmla="*/ 705106 h 1550630"/>
              <a:gd name="connsiteX9" fmla="*/ 1203270 w 2030631"/>
              <a:gd name="connsiteY9" fmla="*/ 619437 h 1550630"/>
              <a:gd name="connsiteX10" fmla="*/ 997027 w 2030631"/>
              <a:gd name="connsiteY10" fmla="*/ 577977 h 1550630"/>
              <a:gd name="connsiteX11" fmla="*/ 686519 w 2030631"/>
              <a:gd name="connsiteY11" fmla="*/ 676898 h 1550630"/>
              <a:gd name="connsiteX12" fmla="*/ 65012 w 2030631"/>
              <a:gd name="connsiteY12" fmla="*/ 0 h 1550630"/>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56135"/>
              <a:gd name="connsiteY0" fmla="*/ 70170 h 1550154"/>
              <a:gd name="connsiteX1" fmla="*/ 2009390 w 2056135"/>
              <a:gd name="connsiteY1" fmla="*/ 751783 h 1550154"/>
              <a:gd name="connsiteX2" fmla="*/ 2056002 w 2056135"/>
              <a:gd name="connsiteY2" fmla="*/ 1066914 h 1550154"/>
              <a:gd name="connsiteX3" fmla="*/ 2021392 w 2056135"/>
              <a:gd name="connsiteY3" fmla="*/ 1098683 h 1550154"/>
              <a:gd name="connsiteX4" fmla="*/ 1961812 w 2056135"/>
              <a:gd name="connsiteY4" fmla="*/ 1380494 h 1550154"/>
              <a:gd name="connsiteX5" fmla="*/ 1739028 w 2056135"/>
              <a:gd name="connsiteY5" fmla="*/ 1542988 h 1550154"/>
              <a:gd name="connsiteX6" fmla="*/ 1398098 w 2056135"/>
              <a:gd name="connsiteY6" fmla="*/ 1485269 h 1550154"/>
              <a:gd name="connsiteX7" fmla="*/ 1401054 w 2056135"/>
              <a:gd name="connsiteY7" fmla="*/ 1167970 h 1550154"/>
              <a:gd name="connsiteX8" fmla="*/ 1362361 w 2056135"/>
              <a:gd name="connsiteY8" fmla="*/ 882043 h 1550154"/>
              <a:gd name="connsiteX9" fmla="*/ 1304003 w 2056135"/>
              <a:gd name="connsiteY9" fmla="*/ 705106 h 1550154"/>
              <a:gd name="connsiteX10" fmla="*/ 1203270 w 2056135"/>
              <a:gd name="connsiteY10" fmla="*/ 619437 h 1550154"/>
              <a:gd name="connsiteX11" fmla="*/ 997027 w 2056135"/>
              <a:gd name="connsiteY11" fmla="*/ 577977 h 1550154"/>
              <a:gd name="connsiteX12" fmla="*/ 686519 w 2056135"/>
              <a:gd name="connsiteY12" fmla="*/ 676898 h 1550154"/>
              <a:gd name="connsiteX13" fmla="*/ 65012 w 2056135"/>
              <a:gd name="connsiteY13" fmla="*/ 0 h 1550154"/>
              <a:gd name="connsiteX0" fmla="*/ 1843731 w 2047326"/>
              <a:gd name="connsiteY0" fmla="*/ 70170 h 1550154"/>
              <a:gd name="connsiteX1" fmla="*/ 2009390 w 2047326"/>
              <a:gd name="connsiteY1" fmla="*/ 751783 h 1550154"/>
              <a:gd name="connsiteX2" fmla="*/ 2047129 w 2047326"/>
              <a:gd name="connsiteY2" fmla="*/ 989510 h 1550154"/>
              <a:gd name="connsiteX3" fmla="*/ 2021392 w 2047326"/>
              <a:gd name="connsiteY3" fmla="*/ 1098683 h 1550154"/>
              <a:gd name="connsiteX4" fmla="*/ 1961812 w 2047326"/>
              <a:gd name="connsiteY4" fmla="*/ 1380494 h 1550154"/>
              <a:gd name="connsiteX5" fmla="*/ 1739028 w 2047326"/>
              <a:gd name="connsiteY5" fmla="*/ 1542988 h 1550154"/>
              <a:gd name="connsiteX6" fmla="*/ 1398098 w 2047326"/>
              <a:gd name="connsiteY6" fmla="*/ 1485269 h 1550154"/>
              <a:gd name="connsiteX7" fmla="*/ 1401054 w 2047326"/>
              <a:gd name="connsiteY7" fmla="*/ 1167970 h 1550154"/>
              <a:gd name="connsiteX8" fmla="*/ 1362361 w 2047326"/>
              <a:gd name="connsiteY8" fmla="*/ 882043 h 1550154"/>
              <a:gd name="connsiteX9" fmla="*/ 1304003 w 2047326"/>
              <a:gd name="connsiteY9" fmla="*/ 705106 h 1550154"/>
              <a:gd name="connsiteX10" fmla="*/ 1203270 w 2047326"/>
              <a:gd name="connsiteY10" fmla="*/ 619437 h 1550154"/>
              <a:gd name="connsiteX11" fmla="*/ 997027 w 2047326"/>
              <a:gd name="connsiteY11" fmla="*/ 577977 h 1550154"/>
              <a:gd name="connsiteX12" fmla="*/ 686519 w 2047326"/>
              <a:gd name="connsiteY12" fmla="*/ 676898 h 1550154"/>
              <a:gd name="connsiteX13" fmla="*/ 65012 w 2047326"/>
              <a:gd name="connsiteY13" fmla="*/ 0 h 1550154"/>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75771"/>
              <a:gd name="connsiteY0" fmla="*/ 70170 h 1550154"/>
              <a:gd name="connsiteX1" fmla="*/ 2009390 w 2075771"/>
              <a:gd name="connsiteY1" fmla="*/ 751783 h 1550154"/>
              <a:gd name="connsiteX2" fmla="*/ 2074631 w 2075771"/>
              <a:gd name="connsiteY2" fmla="*/ 1096471 h 1550154"/>
              <a:gd name="connsiteX3" fmla="*/ 1961812 w 2075771"/>
              <a:gd name="connsiteY3" fmla="*/ 1380494 h 1550154"/>
              <a:gd name="connsiteX4" fmla="*/ 1739028 w 2075771"/>
              <a:gd name="connsiteY4" fmla="*/ 1542988 h 1550154"/>
              <a:gd name="connsiteX5" fmla="*/ 1398098 w 2075771"/>
              <a:gd name="connsiteY5" fmla="*/ 1485269 h 1550154"/>
              <a:gd name="connsiteX6" fmla="*/ 1401054 w 2075771"/>
              <a:gd name="connsiteY6" fmla="*/ 1167970 h 1550154"/>
              <a:gd name="connsiteX7" fmla="*/ 1362361 w 2075771"/>
              <a:gd name="connsiteY7" fmla="*/ 882043 h 1550154"/>
              <a:gd name="connsiteX8" fmla="*/ 1304003 w 2075771"/>
              <a:gd name="connsiteY8" fmla="*/ 705106 h 1550154"/>
              <a:gd name="connsiteX9" fmla="*/ 1203270 w 2075771"/>
              <a:gd name="connsiteY9" fmla="*/ 619437 h 1550154"/>
              <a:gd name="connsiteX10" fmla="*/ 997027 w 2075771"/>
              <a:gd name="connsiteY10" fmla="*/ 577977 h 1550154"/>
              <a:gd name="connsiteX11" fmla="*/ 686519 w 2075771"/>
              <a:gd name="connsiteY11" fmla="*/ 676898 h 1550154"/>
              <a:gd name="connsiteX12" fmla="*/ 65012 w 2075771"/>
              <a:gd name="connsiteY12" fmla="*/ 0 h 1550154"/>
              <a:gd name="connsiteX0" fmla="*/ 1843731 w 2075771"/>
              <a:gd name="connsiteY0" fmla="*/ 70170 h 1550760"/>
              <a:gd name="connsiteX1" fmla="*/ 2009390 w 2075771"/>
              <a:gd name="connsiteY1" fmla="*/ 751783 h 1550760"/>
              <a:gd name="connsiteX2" fmla="*/ 2074631 w 2075771"/>
              <a:gd name="connsiteY2" fmla="*/ 1096471 h 1550760"/>
              <a:gd name="connsiteX3" fmla="*/ 1961812 w 2075771"/>
              <a:gd name="connsiteY3" fmla="*/ 1380494 h 1550760"/>
              <a:gd name="connsiteX4" fmla="*/ 1739028 w 2075771"/>
              <a:gd name="connsiteY4" fmla="*/ 1542988 h 1550760"/>
              <a:gd name="connsiteX5" fmla="*/ 1398098 w 2075771"/>
              <a:gd name="connsiteY5" fmla="*/ 1485269 h 1550760"/>
              <a:gd name="connsiteX6" fmla="*/ 1343378 w 2075771"/>
              <a:gd name="connsiteY6" fmla="*/ 1145855 h 1550760"/>
              <a:gd name="connsiteX7" fmla="*/ 1362361 w 2075771"/>
              <a:gd name="connsiteY7" fmla="*/ 882043 h 1550760"/>
              <a:gd name="connsiteX8" fmla="*/ 1304003 w 2075771"/>
              <a:gd name="connsiteY8" fmla="*/ 705106 h 1550760"/>
              <a:gd name="connsiteX9" fmla="*/ 1203270 w 2075771"/>
              <a:gd name="connsiteY9" fmla="*/ 619437 h 1550760"/>
              <a:gd name="connsiteX10" fmla="*/ 997027 w 2075771"/>
              <a:gd name="connsiteY10" fmla="*/ 577977 h 1550760"/>
              <a:gd name="connsiteX11" fmla="*/ 686519 w 2075771"/>
              <a:gd name="connsiteY11" fmla="*/ 676898 h 1550760"/>
              <a:gd name="connsiteX12" fmla="*/ 65012 w 2075771"/>
              <a:gd name="connsiteY12" fmla="*/ 0 h 1550760"/>
              <a:gd name="connsiteX0" fmla="*/ 1843731 w 2075771"/>
              <a:gd name="connsiteY0" fmla="*/ 70170 h 1556398"/>
              <a:gd name="connsiteX1" fmla="*/ 2009390 w 2075771"/>
              <a:gd name="connsiteY1" fmla="*/ 751783 h 1556398"/>
              <a:gd name="connsiteX2" fmla="*/ 2074631 w 2075771"/>
              <a:gd name="connsiteY2" fmla="*/ 1096471 h 1556398"/>
              <a:gd name="connsiteX3" fmla="*/ 1961812 w 2075771"/>
              <a:gd name="connsiteY3" fmla="*/ 1380494 h 1556398"/>
              <a:gd name="connsiteX4" fmla="*/ 1679134 w 2075771"/>
              <a:gd name="connsiteY4" fmla="*/ 1549623 h 1556398"/>
              <a:gd name="connsiteX5" fmla="*/ 1398098 w 2075771"/>
              <a:gd name="connsiteY5" fmla="*/ 1485269 h 1556398"/>
              <a:gd name="connsiteX6" fmla="*/ 1343378 w 2075771"/>
              <a:gd name="connsiteY6" fmla="*/ 1145855 h 1556398"/>
              <a:gd name="connsiteX7" fmla="*/ 1362361 w 2075771"/>
              <a:gd name="connsiteY7" fmla="*/ 882043 h 1556398"/>
              <a:gd name="connsiteX8" fmla="*/ 1304003 w 2075771"/>
              <a:gd name="connsiteY8" fmla="*/ 705106 h 1556398"/>
              <a:gd name="connsiteX9" fmla="*/ 1203270 w 2075771"/>
              <a:gd name="connsiteY9" fmla="*/ 619437 h 1556398"/>
              <a:gd name="connsiteX10" fmla="*/ 997027 w 2075771"/>
              <a:gd name="connsiteY10" fmla="*/ 577977 h 1556398"/>
              <a:gd name="connsiteX11" fmla="*/ 686519 w 2075771"/>
              <a:gd name="connsiteY11" fmla="*/ 676898 h 1556398"/>
              <a:gd name="connsiteX12" fmla="*/ 65012 w 2075771"/>
              <a:gd name="connsiteY12" fmla="*/ 0 h 1556398"/>
              <a:gd name="connsiteX0" fmla="*/ 2181669 w 2413709"/>
              <a:gd name="connsiteY0" fmla="*/ 21516 h 1507744"/>
              <a:gd name="connsiteX1" fmla="*/ 2347328 w 2413709"/>
              <a:gd name="connsiteY1" fmla="*/ 703129 h 1507744"/>
              <a:gd name="connsiteX2" fmla="*/ 2412569 w 2413709"/>
              <a:gd name="connsiteY2" fmla="*/ 1047817 h 1507744"/>
              <a:gd name="connsiteX3" fmla="*/ 2299750 w 2413709"/>
              <a:gd name="connsiteY3" fmla="*/ 1331840 h 1507744"/>
              <a:gd name="connsiteX4" fmla="*/ 2017072 w 2413709"/>
              <a:gd name="connsiteY4" fmla="*/ 1500969 h 1507744"/>
              <a:gd name="connsiteX5" fmla="*/ 1736036 w 2413709"/>
              <a:gd name="connsiteY5" fmla="*/ 1436615 h 1507744"/>
              <a:gd name="connsiteX6" fmla="*/ 1681316 w 2413709"/>
              <a:gd name="connsiteY6" fmla="*/ 1097201 h 1507744"/>
              <a:gd name="connsiteX7" fmla="*/ 1700299 w 2413709"/>
              <a:gd name="connsiteY7" fmla="*/ 833389 h 1507744"/>
              <a:gd name="connsiteX8" fmla="*/ 1641941 w 2413709"/>
              <a:gd name="connsiteY8" fmla="*/ 656452 h 1507744"/>
              <a:gd name="connsiteX9" fmla="*/ 1541208 w 2413709"/>
              <a:gd name="connsiteY9" fmla="*/ 570783 h 1507744"/>
              <a:gd name="connsiteX10" fmla="*/ 1334965 w 2413709"/>
              <a:gd name="connsiteY10" fmla="*/ 529323 h 1507744"/>
              <a:gd name="connsiteX11" fmla="*/ 1024457 w 2413709"/>
              <a:gd name="connsiteY11" fmla="*/ 628244 h 1507744"/>
              <a:gd name="connsiteX12" fmla="*/ 48020 w 2413709"/>
              <a:gd name="connsiteY12" fmla="*/ 0 h 1507744"/>
              <a:gd name="connsiteX0" fmla="*/ 2133649 w 2365689"/>
              <a:gd name="connsiteY0" fmla="*/ 21516 h 1507744"/>
              <a:gd name="connsiteX1" fmla="*/ 2299308 w 2365689"/>
              <a:gd name="connsiteY1" fmla="*/ 703129 h 1507744"/>
              <a:gd name="connsiteX2" fmla="*/ 2364549 w 2365689"/>
              <a:gd name="connsiteY2" fmla="*/ 1047817 h 1507744"/>
              <a:gd name="connsiteX3" fmla="*/ 2251730 w 2365689"/>
              <a:gd name="connsiteY3" fmla="*/ 1331840 h 1507744"/>
              <a:gd name="connsiteX4" fmla="*/ 1969052 w 2365689"/>
              <a:gd name="connsiteY4" fmla="*/ 1500969 h 1507744"/>
              <a:gd name="connsiteX5" fmla="*/ 1688016 w 2365689"/>
              <a:gd name="connsiteY5" fmla="*/ 1436615 h 1507744"/>
              <a:gd name="connsiteX6" fmla="*/ 1633296 w 2365689"/>
              <a:gd name="connsiteY6" fmla="*/ 1097201 h 1507744"/>
              <a:gd name="connsiteX7" fmla="*/ 1652279 w 2365689"/>
              <a:gd name="connsiteY7" fmla="*/ 833389 h 1507744"/>
              <a:gd name="connsiteX8" fmla="*/ 1593921 w 2365689"/>
              <a:gd name="connsiteY8" fmla="*/ 656452 h 1507744"/>
              <a:gd name="connsiteX9" fmla="*/ 1493188 w 2365689"/>
              <a:gd name="connsiteY9" fmla="*/ 570783 h 1507744"/>
              <a:gd name="connsiteX10" fmla="*/ 1286945 w 2365689"/>
              <a:gd name="connsiteY10" fmla="*/ 529323 h 1507744"/>
              <a:gd name="connsiteX11" fmla="*/ 976437 w 2365689"/>
              <a:gd name="connsiteY11" fmla="*/ 628244 h 1507744"/>
              <a:gd name="connsiteX12" fmla="*/ 0 w 2365689"/>
              <a:gd name="connsiteY12" fmla="*/ 0 h 1507744"/>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756825 w 2669597"/>
              <a:gd name="connsiteY11" fmla="*/ 515454 h 1505532"/>
              <a:gd name="connsiteX12" fmla="*/ 0 w 2669597"/>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704114"/>
              <a:gd name="connsiteY0" fmla="*/ 19304 h 1505532"/>
              <a:gd name="connsiteX1" fmla="*/ 2576596 w 2704114"/>
              <a:gd name="connsiteY1" fmla="*/ 479761 h 1505532"/>
              <a:gd name="connsiteX2" fmla="*/ 2704012 w 2704114"/>
              <a:gd name="connsiteY2" fmla="*/ 1059158 h 1505532"/>
              <a:gd name="connsiteX3" fmla="*/ 2555638 w 2704114"/>
              <a:gd name="connsiteY3" fmla="*/ 1329628 h 1505532"/>
              <a:gd name="connsiteX4" fmla="*/ 2272960 w 2704114"/>
              <a:gd name="connsiteY4" fmla="*/ 1498757 h 1505532"/>
              <a:gd name="connsiteX5" fmla="*/ 1991924 w 2704114"/>
              <a:gd name="connsiteY5" fmla="*/ 1434403 h 1505532"/>
              <a:gd name="connsiteX6" fmla="*/ 1937204 w 2704114"/>
              <a:gd name="connsiteY6" fmla="*/ 1094989 h 1505532"/>
              <a:gd name="connsiteX7" fmla="*/ 1956187 w 2704114"/>
              <a:gd name="connsiteY7" fmla="*/ 831177 h 1505532"/>
              <a:gd name="connsiteX8" fmla="*/ 1897829 w 2704114"/>
              <a:gd name="connsiteY8" fmla="*/ 654240 h 1505532"/>
              <a:gd name="connsiteX9" fmla="*/ 1637378 w 2704114"/>
              <a:gd name="connsiteY9" fmla="*/ 586263 h 1505532"/>
              <a:gd name="connsiteX10" fmla="*/ 1282509 w 2704114"/>
              <a:gd name="connsiteY10" fmla="*/ 626631 h 1505532"/>
              <a:gd name="connsiteX11" fmla="*/ 756825 w 2704114"/>
              <a:gd name="connsiteY11" fmla="*/ 515454 h 1505532"/>
              <a:gd name="connsiteX12" fmla="*/ 0 w 2704114"/>
              <a:gd name="connsiteY12" fmla="*/ 0 h 1505532"/>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897829 w 2704013"/>
              <a:gd name="connsiteY8" fmla="*/ 654240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929201 w 2704013"/>
              <a:gd name="connsiteY8" fmla="*/ 539561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756825 w 2704013"/>
              <a:gd name="connsiteY11" fmla="*/ 533494 h 1522111"/>
              <a:gd name="connsiteX12" fmla="*/ 0 w 2704013"/>
              <a:gd name="connsiteY12"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50081"/>
              <a:gd name="connsiteX1" fmla="*/ 2576596 w 2704013"/>
              <a:gd name="connsiteY1" fmla="*/ 497801 h 1550081"/>
              <a:gd name="connsiteX2" fmla="*/ 2704012 w 2704013"/>
              <a:gd name="connsiteY2" fmla="*/ 1077198 h 1550081"/>
              <a:gd name="connsiteX3" fmla="*/ 2574460 w 2704013"/>
              <a:gd name="connsiteY3" fmla="*/ 1368519 h 1550081"/>
              <a:gd name="connsiteX4" fmla="*/ 2272960 w 2704013"/>
              <a:gd name="connsiteY4" fmla="*/ 1516797 h 1550081"/>
              <a:gd name="connsiteX5" fmla="*/ 1967798 w 2704013"/>
              <a:gd name="connsiteY5" fmla="*/ 1512574 h 1550081"/>
              <a:gd name="connsiteX6" fmla="*/ 1937204 w 2704013"/>
              <a:gd name="connsiteY6" fmla="*/ 1113029 h 1550081"/>
              <a:gd name="connsiteX7" fmla="*/ 1956187 w 2704013"/>
              <a:gd name="connsiteY7" fmla="*/ 849217 h 1550081"/>
              <a:gd name="connsiteX8" fmla="*/ 1929201 w 2704013"/>
              <a:gd name="connsiteY8" fmla="*/ 557601 h 1550081"/>
              <a:gd name="connsiteX9" fmla="*/ 1637378 w 2704013"/>
              <a:gd name="connsiteY9" fmla="*/ 604303 h 1550081"/>
              <a:gd name="connsiteX10" fmla="*/ 1282509 w 2704013"/>
              <a:gd name="connsiteY10" fmla="*/ 644671 h 1550081"/>
              <a:gd name="connsiteX11" fmla="*/ 1094317 w 2704013"/>
              <a:gd name="connsiteY11" fmla="*/ 683290 h 1550081"/>
              <a:gd name="connsiteX12" fmla="*/ 756825 w 2704013"/>
              <a:gd name="connsiteY12" fmla="*/ 533494 h 1550081"/>
              <a:gd name="connsiteX13" fmla="*/ 0 w 2704013"/>
              <a:gd name="connsiteY13" fmla="*/ 0 h 1550081"/>
              <a:gd name="connsiteX0" fmla="*/ 2459673 w 2726129"/>
              <a:gd name="connsiteY0" fmla="*/ 31331 h 1544068"/>
              <a:gd name="connsiteX1" fmla="*/ 2598712 w 2726129"/>
              <a:gd name="connsiteY1" fmla="*/ 491788 h 1544068"/>
              <a:gd name="connsiteX2" fmla="*/ 2726128 w 2726129"/>
              <a:gd name="connsiteY2" fmla="*/ 1071185 h 1544068"/>
              <a:gd name="connsiteX3" fmla="*/ 2596576 w 2726129"/>
              <a:gd name="connsiteY3" fmla="*/ 1362506 h 1544068"/>
              <a:gd name="connsiteX4" fmla="*/ 2295076 w 2726129"/>
              <a:gd name="connsiteY4" fmla="*/ 1510784 h 1544068"/>
              <a:gd name="connsiteX5" fmla="*/ 1989914 w 2726129"/>
              <a:gd name="connsiteY5" fmla="*/ 1506561 h 1544068"/>
              <a:gd name="connsiteX6" fmla="*/ 1959320 w 2726129"/>
              <a:gd name="connsiteY6" fmla="*/ 1107016 h 1544068"/>
              <a:gd name="connsiteX7" fmla="*/ 1978303 w 2726129"/>
              <a:gd name="connsiteY7" fmla="*/ 843204 h 1544068"/>
              <a:gd name="connsiteX8" fmla="*/ 1951317 w 2726129"/>
              <a:gd name="connsiteY8" fmla="*/ 551588 h 1544068"/>
              <a:gd name="connsiteX9" fmla="*/ 1659494 w 2726129"/>
              <a:gd name="connsiteY9" fmla="*/ 598290 h 1544068"/>
              <a:gd name="connsiteX10" fmla="*/ 1304625 w 2726129"/>
              <a:gd name="connsiteY10" fmla="*/ 638658 h 1544068"/>
              <a:gd name="connsiteX11" fmla="*/ 1116433 w 2726129"/>
              <a:gd name="connsiteY11" fmla="*/ 677277 h 1544068"/>
              <a:gd name="connsiteX12" fmla="*/ 778941 w 2726129"/>
              <a:gd name="connsiteY12" fmla="*/ 527481 h 1544068"/>
              <a:gd name="connsiteX13" fmla="*/ 0 w 2726129"/>
              <a:gd name="connsiteY13" fmla="*/ 0 h 1544068"/>
              <a:gd name="connsiteX0" fmla="*/ 2459673 w 2731319"/>
              <a:gd name="connsiteY0" fmla="*/ 31331 h 1544068"/>
              <a:gd name="connsiteX1" fmla="*/ 2598712 w 2731319"/>
              <a:gd name="connsiteY1" fmla="*/ 491788 h 1544068"/>
              <a:gd name="connsiteX2" fmla="*/ 2695294 w 2731319"/>
              <a:gd name="connsiteY2" fmla="*/ 627820 h 1544068"/>
              <a:gd name="connsiteX3" fmla="*/ 2726128 w 2731319"/>
              <a:gd name="connsiteY3" fmla="*/ 1071185 h 1544068"/>
              <a:gd name="connsiteX4" fmla="*/ 2596576 w 2731319"/>
              <a:gd name="connsiteY4" fmla="*/ 1362506 h 1544068"/>
              <a:gd name="connsiteX5" fmla="*/ 2295076 w 2731319"/>
              <a:gd name="connsiteY5" fmla="*/ 1510784 h 1544068"/>
              <a:gd name="connsiteX6" fmla="*/ 1989914 w 2731319"/>
              <a:gd name="connsiteY6" fmla="*/ 1506561 h 1544068"/>
              <a:gd name="connsiteX7" fmla="*/ 1959320 w 2731319"/>
              <a:gd name="connsiteY7" fmla="*/ 1107016 h 1544068"/>
              <a:gd name="connsiteX8" fmla="*/ 1978303 w 2731319"/>
              <a:gd name="connsiteY8" fmla="*/ 843204 h 1544068"/>
              <a:gd name="connsiteX9" fmla="*/ 1951317 w 2731319"/>
              <a:gd name="connsiteY9" fmla="*/ 551588 h 1544068"/>
              <a:gd name="connsiteX10" fmla="*/ 1659494 w 2731319"/>
              <a:gd name="connsiteY10" fmla="*/ 598290 h 1544068"/>
              <a:gd name="connsiteX11" fmla="*/ 1304625 w 2731319"/>
              <a:gd name="connsiteY11" fmla="*/ 638658 h 1544068"/>
              <a:gd name="connsiteX12" fmla="*/ 1116433 w 2731319"/>
              <a:gd name="connsiteY12" fmla="*/ 677277 h 1544068"/>
              <a:gd name="connsiteX13" fmla="*/ 778941 w 2731319"/>
              <a:gd name="connsiteY13" fmla="*/ 527481 h 1544068"/>
              <a:gd name="connsiteX14" fmla="*/ 0 w 2731319"/>
              <a:gd name="connsiteY14" fmla="*/ 0 h 1544068"/>
              <a:gd name="connsiteX0" fmla="*/ 2670817 w 2731319"/>
              <a:gd name="connsiteY0" fmla="*/ 382358 h 1544068"/>
              <a:gd name="connsiteX1" fmla="*/ 2598712 w 2731319"/>
              <a:gd name="connsiteY1" fmla="*/ 491788 h 1544068"/>
              <a:gd name="connsiteX2" fmla="*/ 2695294 w 2731319"/>
              <a:gd name="connsiteY2" fmla="*/ 627820 h 1544068"/>
              <a:gd name="connsiteX3" fmla="*/ 2726128 w 2731319"/>
              <a:gd name="connsiteY3" fmla="*/ 1071185 h 1544068"/>
              <a:gd name="connsiteX4" fmla="*/ 2596576 w 2731319"/>
              <a:gd name="connsiteY4" fmla="*/ 1362506 h 1544068"/>
              <a:gd name="connsiteX5" fmla="*/ 2295076 w 2731319"/>
              <a:gd name="connsiteY5" fmla="*/ 1510784 h 1544068"/>
              <a:gd name="connsiteX6" fmla="*/ 1989914 w 2731319"/>
              <a:gd name="connsiteY6" fmla="*/ 1506561 h 1544068"/>
              <a:gd name="connsiteX7" fmla="*/ 1959320 w 2731319"/>
              <a:gd name="connsiteY7" fmla="*/ 1107016 h 1544068"/>
              <a:gd name="connsiteX8" fmla="*/ 1978303 w 2731319"/>
              <a:gd name="connsiteY8" fmla="*/ 843204 h 1544068"/>
              <a:gd name="connsiteX9" fmla="*/ 1951317 w 2731319"/>
              <a:gd name="connsiteY9" fmla="*/ 551588 h 1544068"/>
              <a:gd name="connsiteX10" fmla="*/ 1659494 w 2731319"/>
              <a:gd name="connsiteY10" fmla="*/ 598290 h 1544068"/>
              <a:gd name="connsiteX11" fmla="*/ 1304625 w 2731319"/>
              <a:gd name="connsiteY11" fmla="*/ 638658 h 1544068"/>
              <a:gd name="connsiteX12" fmla="*/ 1116433 w 2731319"/>
              <a:gd name="connsiteY12" fmla="*/ 677277 h 1544068"/>
              <a:gd name="connsiteX13" fmla="*/ 778941 w 2731319"/>
              <a:gd name="connsiteY13" fmla="*/ 527481 h 1544068"/>
              <a:gd name="connsiteX14" fmla="*/ 0 w 2731319"/>
              <a:gd name="connsiteY14" fmla="*/ 0 h 1544068"/>
              <a:gd name="connsiteX0" fmla="*/ 2618634 w 2731319"/>
              <a:gd name="connsiteY0" fmla="*/ 317667 h 1544068"/>
              <a:gd name="connsiteX1" fmla="*/ 2598712 w 2731319"/>
              <a:gd name="connsiteY1" fmla="*/ 491788 h 1544068"/>
              <a:gd name="connsiteX2" fmla="*/ 2695294 w 2731319"/>
              <a:gd name="connsiteY2" fmla="*/ 627820 h 1544068"/>
              <a:gd name="connsiteX3" fmla="*/ 2726128 w 2731319"/>
              <a:gd name="connsiteY3" fmla="*/ 1071185 h 1544068"/>
              <a:gd name="connsiteX4" fmla="*/ 2596576 w 2731319"/>
              <a:gd name="connsiteY4" fmla="*/ 1362506 h 1544068"/>
              <a:gd name="connsiteX5" fmla="*/ 2295076 w 2731319"/>
              <a:gd name="connsiteY5" fmla="*/ 1510784 h 1544068"/>
              <a:gd name="connsiteX6" fmla="*/ 1989914 w 2731319"/>
              <a:gd name="connsiteY6" fmla="*/ 1506561 h 1544068"/>
              <a:gd name="connsiteX7" fmla="*/ 1959320 w 2731319"/>
              <a:gd name="connsiteY7" fmla="*/ 1107016 h 1544068"/>
              <a:gd name="connsiteX8" fmla="*/ 1978303 w 2731319"/>
              <a:gd name="connsiteY8" fmla="*/ 843204 h 1544068"/>
              <a:gd name="connsiteX9" fmla="*/ 1951317 w 2731319"/>
              <a:gd name="connsiteY9" fmla="*/ 551588 h 1544068"/>
              <a:gd name="connsiteX10" fmla="*/ 1659494 w 2731319"/>
              <a:gd name="connsiteY10" fmla="*/ 598290 h 1544068"/>
              <a:gd name="connsiteX11" fmla="*/ 1304625 w 2731319"/>
              <a:gd name="connsiteY11" fmla="*/ 638658 h 1544068"/>
              <a:gd name="connsiteX12" fmla="*/ 1116433 w 2731319"/>
              <a:gd name="connsiteY12" fmla="*/ 677277 h 1544068"/>
              <a:gd name="connsiteX13" fmla="*/ 778941 w 2731319"/>
              <a:gd name="connsiteY13" fmla="*/ 527481 h 1544068"/>
              <a:gd name="connsiteX14" fmla="*/ 0 w 2731319"/>
              <a:gd name="connsiteY14" fmla="*/ 0 h 1544068"/>
              <a:gd name="connsiteX0" fmla="*/ 2618634 w 2731319"/>
              <a:gd name="connsiteY0" fmla="*/ 317667 h 1544068"/>
              <a:gd name="connsiteX1" fmla="*/ 2595624 w 2731319"/>
              <a:gd name="connsiteY1" fmla="*/ 535974 h 1544068"/>
              <a:gd name="connsiteX2" fmla="*/ 2695294 w 2731319"/>
              <a:gd name="connsiteY2" fmla="*/ 627820 h 1544068"/>
              <a:gd name="connsiteX3" fmla="*/ 2726128 w 2731319"/>
              <a:gd name="connsiteY3" fmla="*/ 1071185 h 1544068"/>
              <a:gd name="connsiteX4" fmla="*/ 2596576 w 2731319"/>
              <a:gd name="connsiteY4" fmla="*/ 1362506 h 1544068"/>
              <a:gd name="connsiteX5" fmla="*/ 2295076 w 2731319"/>
              <a:gd name="connsiteY5" fmla="*/ 1510784 h 1544068"/>
              <a:gd name="connsiteX6" fmla="*/ 1989914 w 2731319"/>
              <a:gd name="connsiteY6" fmla="*/ 1506561 h 1544068"/>
              <a:gd name="connsiteX7" fmla="*/ 1959320 w 2731319"/>
              <a:gd name="connsiteY7" fmla="*/ 1107016 h 1544068"/>
              <a:gd name="connsiteX8" fmla="*/ 1978303 w 2731319"/>
              <a:gd name="connsiteY8" fmla="*/ 843204 h 1544068"/>
              <a:gd name="connsiteX9" fmla="*/ 1951317 w 2731319"/>
              <a:gd name="connsiteY9" fmla="*/ 551588 h 1544068"/>
              <a:gd name="connsiteX10" fmla="*/ 1659494 w 2731319"/>
              <a:gd name="connsiteY10" fmla="*/ 598290 h 1544068"/>
              <a:gd name="connsiteX11" fmla="*/ 1304625 w 2731319"/>
              <a:gd name="connsiteY11" fmla="*/ 638658 h 1544068"/>
              <a:gd name="connsiteX12" fmla="*/ 1116433 w 2731319"/>
              <a:gd name="connsiteY12" fmla="*/ 677277 h 1544068"/>
              <a:gd name="connsiteX13" fmla="*/ 778941 w 2731319"/>
              <a:gd name="connsiteY13" fmla="*/ 527481 h 1544068"/>
              <a:gd name="connsiteX14" fmla="*/ 0 w 2731319"/>
              <a:gd name="connsiteY14" fmla="*/ 0 h 1544068"/>
              <a:gd name="connsiteX0" fmla="*/ 2618634 w 2731888"/>
              <a:gd name="connsiteY0" fmla="*/ 317667 h 1544068"/>
              <a:gd name="connsiteX1" fmla="*/ 2595624 w 2731888"/>
              <a:gd name="connsiteY1" fmla="*/ 535974 h 1544068"/>
              <a:gd name="connsiteX2" fmla="*/ 2698114 w 2731888"/>
              <a:gd name="connsiteY2" fmla="*/ 737898 h 1544068"/>
              <a:gd name="connsiteX3" fmla="*/ 2726128 w 2731888"/>
              <a:gd name="connsiteY3" fmla="*/ 1071185 h 1544068"/>
              <a:gd name="connsiteX4" fmla="*/ 2596576 w 2731888"/>
              <a:gd name="connsiteY4" fmla="*/ 1362506 h 1544068"/>
              <a:gd name="connsiteX5" fmla="*/ 2295076 w 2731888"/>
              <a:gd name="connsiteY5" fmla="*/ 1510784 h 1544068"/>
              <a:gd name="connsiteX6" fmla="*/ 1989914 w 2731888"/>
              <a:gd name="connsiteY6" fmla="*/ 1506561 h 1544068"/>
              <a:gd name="connsiteX7" fmla="*/ 1959320 w 2731888"/>
              <a:gd name="connsiteY7" fmla="*/ 1107016 h 1544068"/>
              <a:gd name="connsiteX8" fmla="*/ 1978303 w 2731888"/>
              <a:gd name="connsiteY8" fmla="*/ 843204 h 1544068"/>
              <a:gd name="connsiteX9" fmla="*/ 1951317 w 2731888"/>
              <a:gd name="connsiteY9" fmla="*/ 551588 h 1544068"/>
              <a:gd name="connsiteX10" fmla="*/ 1659494 w 2731888"/>
              <a:gd name="connsiteY10" fmla="*/ 598290 h 1544068"/>
              <a:gd name="connsiteX11" fmla="*/ 1304625 w 2731888"/>
              <a:gd name="connsiteY11" fmla="*/ 638658 h 1544068"/>
              <a:gd name="connsiteX12" fmla="*/ 1116433 w 2731888"/>
              <a:gd name="connsiteY12" fmla="*/ 677277 h 1544068"/>
              <a:gd name="connsiteX13" fmla="*/ 778941 w 2731888"/>
              <a:gd name="connsiteY13" fmla="*/ 527481 h 1544068"/>
              <a:gd name="connsiteX14" fmla="*/ 0 w 2731888"/>
              <a:gd name="connsiteY14" fmla="*/ 0 h 1544068"/>
              <a:gd name="connsiteX0" fmla="*/ 2618634 w 2731888"/>
              <a:gd name="connsiteY0" fmla="*/ 317667 h 1574470"/>
              <a:gd name="connsiteX1" fmla="*/ 2595624 w 2731888"/>
              <a:gd name="connsiteY1" fmla="*/ 535974 h 1574470"/>
              <a:gd name="connsiteX2" fmla="*/ 2698114 w 2731888"/>
              <a:gd name="connsiteY2" fmla="*/ 737898 h 1574470"/>
              <a:gd name="connsiteX3" fmla="*/ 2726128 w 2731888"/>
              <a:gd name="connsiteY3" fmla="*/ 1071185 h 1574470"/>
              <a:gd name="connsiteX4" fmla="*/ 2596576 w 2731888"/>
              <a:gd name="connsiteY4" fmla="*/ 1362506 h 1574470"/>
              <a:gd name="connsiteX5" fmla="*/ 2387956 w 2731888"/>
              <a:gd name="connsiteY5" fmla="*/ 1561106 h 1574470"/>
              <a:gd name="connsiteX6" fmla="*/ 1989914 w 2731888"/>
              <a:gd name="connsiteY6" fmla="*/ 1506561 h 1574470"/>
              <a:gd name="connsiteX7" fmla="*/ 1959320 w 2731888"/>
              <a:gd name="connsiteY7" fmla="*/ 1107016 h 1574470"/>
              <a:gd name="connsiteX8" fmla="*/ 1978303 w 2731888"/>
              <a:gd name="connsiteY8" fmla="*/ 843204 h 1574470"/>
              <a:gd name="connsiteX9" fmla="*/ 1951317 w 2731888"/>
              <a:gd name="connsiteY9" fmla="*/ 551588 h 1574470"/>
              <a:gd name="connsiteX10" fmla="*/ 1659494 w 2731888"/>
              <a:gd name="connsiteY10" fmla="*/ 598290 h 1574470"/>
              <a:gd name="connsiteX11" fmla="*/ 1304625 w 2731888"/>
              <a:gd name="connsiteY11" fmla="*/ 638658 h 1574470"/>
              <a:gd name="connsiteX12" fmla="*/ 1116433 w 2731888"/>
              <a:gd name="connsiteY12" fmla="*/ 677277 h 1574470"/>
              <a:gd name="connsiteX13" fmla="*/ 778941 w 2731888"/>
              <a:gd name="connsiteY13" fmla="*/ 527481 h 1574470"/>
              <a:gd name="connsiteX14" fmla="*/ 0 w 2731888"/>
              <a:gd name="connsiteY14" fmla="*/ 0 h 1574470"/>
              <a:gd name="connsiteX0" fmla="*/ 2618634 w 2731888"/>
              <a:gd name="connsiteY0" fmla="*/ 317667 h 1572906"/>
              <a:gd name="connsiteX1" fmla="*/ 2595624 w 2731888"/>
              <a:gd name="connsiteY1" fmla="*/ 535974 h 1572906"/>
              <a:gd name="connsiteX2" fmla="*/ 2698114 w 2731888"/>
              <a:gd name="connsiteY2" fmla="*/ 737898 h 1572906"/>
              <a:gd name="connsiteX3" fmla="*/ 2726128 w 2731888"/>
              <a:gd name="connsiteY3" fmla="*/ 1071185 h 1572906"/>
              <a:gd name="connsiteX4" fmla="*/ 2596576 w 2731888"/>
              <a:gd name="connsiteY4" fmla="*/ 1362506 h 1572906"/>
              <a:gd name="connsiteX5" fmla="*/ 2387956 w 2731888"/>
              <a:gd name="connsiteY5" fmla="*/ 1561106 h 1572906"/>
              <a:gd name="connsiteX6" fmla="*/ 1989914 w 2731888"/>
              <a:gd name="connsiteY6" fmla="*/ 1506561 h 1572906"/>
              <a:gd name="connsiteX7" fmla="*/ 1855095 w 2731888"/>
              <a:gd name="connsiteY7" fmla="*/ 1149713 h 1572906"/>
              <a:gd name="connsiteX8" fmla="*/ 1978303 w 2731888"/>
              <a:gd name="connsiteY8" fmla="*/ 843204 h 1572906"/>
              <a:gd name="connsiteX9" fmla="*/ 1951317 w 2731888"/>
              <a:gd name="connsiteY9" fmla="*/ 551588 h 1572906"/>
              <a:gd name="connsiteX10" fmla="*/ 1659494 w 2731888"/>
              <a:gd name="connsiteY10" fmla="*/ 598290 h 1572906"/>
              <a:gd name="connsiteX11" fmla="*/ 1304625 w 2731888"/>
              <a:gd name="connsiteY11" fmla="*/ 638658 h 1572906"/>
              <a:gd name="connsiteX12" fmla="*/ 1116433 w 2731888"/>
              <a:gd name="connsiteY12" fmla="*/ 677277 h 1572906"/>
              <a:gd name="connsiteX13" fmla="*/ 778941 w 2731888"/>
              <a:gd name="connsiteY13" fmla="*/ 527481 h 1572906"/>
              <a:gd name="connsiteX14" fmla="*/ 0 w 2731888"/>
              <a:gd name="connsiteY14" fmla="*/ 0 h 1572906"/>
              <a:gd name="connsiteX0" fmla="*/ 2618634 w 2830249"/>
              <a:gd name="connsiteY0" fmla="*/ 317667 h 1572906"/>
              <a:gd name="connsiteX1" fmla="*/ 2595624 w 2830249"/>
              <a:gd name="connsiteY1" fmla="*/ 535974 h 1572906"/>
              <a:gd name="connsiteX2" fmla="*/ 2698114 w 2830249"/>
              <a:gd name="connsiteY2" fmla="*/ 737898 h 1572906"/>
              <a:gd name="connsiteX3" fmla="*/ 2830026 w 2830249"/>
              <a:gd name="connsiteY3" fmla="*/ 957074 h 1572906"/>
              <a:gd name="connsiteX4" fmla="*/ 2726128 w 2830249"/>
              <a:gd name="connsiteY4" fmla="*/ 1071185 h 1572906"/>
              <a:gd name="connsiteX5" fmla="*/ 2596576 w 2830249"/>
              <a:gd name="connsiteY5" fmla="*/ 1362506 h 1572906"/>
              <a:gd name="connsiteX6" fmla="*/ 2387956 w 2830249"/>
              <a:gd name="connsiteY6" fmla="*/ 1561106 h 1572906"/>
              <a:gd name="connsiteX7" fmla="*/ 1989914 w 2830249"/>
              <a:gd name="connsiteY7" fmla="*/ 1506561 h 1572906"/>
              <a:gd name="connsiteX8" fmla="*/ 1855095 w 2830249"/>
              <a:gd name="connsiteY8" fmla="*/ 1149713 h 1572906"/>
              <a:gd name="connsiteX9" fmla="*/ 1978303 w 2830249"/>
              <a:gd name="connsiteY9" fmla="*/ 843204 h 1572906"/>
              <a:gd name="connsiteX10" fmla="*/ 1951317 w 2830249"/>
              <a:gd name="connsiteY10" fmla="*/ 551588 h 1572906"/>
              <a:gd name="connsiteX11" fmla="*/ 1659494 w 2830249"/>
              <a:gd name="connsiteY11" fmla="*/ 598290 h 1572906"/>
              <a:gd name="connsiteX12" fmla="*/ 1304625 w 2830249"/>
              <a:gd name="connsiteY12" fmla="*/ 638658 h 1572906"/>
              <a:gd name="connsiteX13" fmla="*/ 1116433 w 2830249"/>
              <a:gd name="connsiteY13" fmla="*/ 677277 h 1572906"/>
              <a:gd name="connsiteX14" fmla="*/ 778941 w 2830249"/>
              <a:gd name="connsiteY14" fmla="*/ 527481 h 1572906"/>
              <a:gd name="connsiteX15" fmla="*/ 0 w 2830249"/>
              <a:gd name="connsiteY15" fmla="*/ 0 h 1572906"/>
              <a:gd name="connsiteX0" fmla="*/ 2618634 w 2830203"/>
              <a:gd name="connsiteY0" fmla="*/ 317667 h 1572906"/>
              <a:gd name="connsiteX1" fmla="*/ 2595624 w 2830203"/>
              <a:gd name="connsiteY1" fmla="*/ 535974 h 1572906"/>
              <a:gd name="connsiteX2" fmla="*/ 2698114 w 2830203"/>
              <a:gd name="connsiteY2" fmla="*/ 737898 h 1572906"/>
              <a:gd name="connsiteX3" fmla="*/ 2830026 w 2830203"/>
              <a:gd name="connsiteY3" fmla="*/ 957074 h 1572906"/>
              <a:gd name="connsiteX4" fmla="*/ 2726128 w 2830203"/>
              <a:gd name="connsiteY4" fmla="*/ 1071185 h 1572906"/>
              <a:gd name="connsiteX5" fmla="*/ 2712462 w 2830203"/>
              <a:gd name="connsiteY5" fmla="*/ 1203475 h 1572906"/>
              <a:gd name="connsiteX6" fmla="*/ 2596576 w 2830203"/>
              <a:gd name="connsiteY6" fmla="*/ 1362506 h 1572906"/>
              <a:gd name="connsiteX7" fmla="*/ 2387956 w 2830203"/>
              <a:gd name="connsiteY7" fmla="*/ 1561106 h 1572906"/>
              <a:gd name="connsiteX8" fmla="*/ 1989914 w 2830203"/>
              <a:gd name="connsiteY8" fmla="*/ 1506561 h 1572906"/>
              <a:gd name="connsiteX9" fmla="*/ 1855095 w 2830203"/>
              <a:gd name="connsiteY9" fmla="*/ 1149713 h 1572906"/>
              <a:gd name="connsiteX10" fmla="*/ 1978303 w 2830203"/>
              <a:gd name="connsiteY10" fmla="*/ 843204 h 1572906"/>
              <a:gd name="connsiteX11" fmla="*/ 1951317 w 2830203"/>
              <a:gd name="connsiteY11" fmla="*/ 551588 h 1572906"/>
              <a:gd name="connsiteX12" fmla="*/ 1659494 w 2830203"/>
              <a:gd name="connsiteY12" fmla="*/ 598290 h 1572906"/>
              <a:gd name="connsiteX13" fmla="*/ 1304625 w 2830203"/>
              <a:gd name="connsiteY13" fmla="*/ 638658 h 1572906"/>
              <a:gd name="connsiteX14" fmla="*/ 1116433 w 2830203"/>
              <a:gd name="connsiteY14" fmla="*/ 677277 h 1572906"/>
              <a:gd name="connsiteX15" fmla="*/ 778941 w 2830203"/>
              <a:gd name="connsiteY15" fmla="*/ 527481 h 1572906"/>
              <a:gd name="connsiteX16" fmla="*/ 0 w 2830203"/>
              <a:gd name="connsiteY16" fmla="*/ 0 h 1572906"/>
              <a:gd name="connsiteX0" fmla="*/ 2618634 w 2830203"/>
              <a:gd name="connsiteY0" fmla="*/ 317667 h 1610191"/>
              <a:gd name="connsiteX1" fmla="*/ 2595624 w 2830203"/>
              <a:gd name="connsiteY1" fmla="*/ 535974 h 1610191"/>
              <a:gd name="connsiteX2" fmla="*/ 2698114 w 2830203"/>
              <a:gd name="connsiteY2" fmla="*/ 737898 h 1610191"/>
              <a:gd name="connsiteX3" fmla="*/ 2830026 w 2830203"/>
              <a:gd name="connsiteY3" fmla="*/ 957074 h 1610191"/>
              <a:gd name="connsiteX4" fmla="*/ 2726128 w 2830203"/>
              <a:gd name="connsiteY4" fmla="*/ 1071185 h 1610191"/>
              <a:gd name="connsiteX5" fmla="*/ 2712462 w 2830203"/>
              <a:gd name="connsiteY5" fmla="*/ 1203475 h 1610191"/>
              <a:gd name="connsiteX6" fmla="*/ 2596576 w 2830203"/>
              <a:gd name="connsiteY6" fmla="*/ 1362506 h 1610191"/>
              <a:gd name="connsiteX7" fmla="*/ 2410709 w 2830203"/>
              <a:gd name="connsiteY7" fmla="*/ 1603755 h 1610191"/>
              <a:gd name="connsiteX8" fmla="*/ 1989914 w 2830203"/>
              <a:gd name="connsiteY8" fmla="*/ 1506561 h 1610191"/>
              <a:gd name="connsiteX9" fmla="*/ 1855095 w 2830203"/>
              <a:gd name="connsiteY9" fmla="*/ 1149713 h 1610191"/>
              <a:gd name="connsiteX10" fmla="*/ 1978303 w 2830203"/>
              <a:gd name="connsiteY10" fmla="*/ 843204 h 1610191"/>
              <a:gd name="connsiteX11" fmla="*/ 1951317 w 2830203"/>
              <a:gd name="connsiteY11" fmla="*/ 551588 h 1610191"/>
              <a:gd name="connsiteX12" fmla="*/ 1659494 w 2830203"/>
              <a:gd name="connsiteY12" fmla="*/ 598290 h 1610191"/>
              <a:gd name="connsiteX13" fmla="*/ 1304625 w 2830203"/>
              <a:gd name="connsiteY13" fmla="*/ 638658 h 1610191"/>
              <a:gd name="connsiteX14" fmla="*/ 1116433 w 2830203"/>
              <a:gd name="connsiteY14" fmla="*/ 677277 h 1610191"/>
              <a:gd name="connsiteX15" fmla="*/ 778941 w 2830203"/>
              <a:gd name="connsiteY15" fmla="*/ 527481 h 1610191"/>
              <a:gd name="connsiteX16" fmla="*/ 0 w 2830203"/>
              <a:gd name="connsiteY16" fmla="*/ 0 h 1610191"/>
              <a:gd name="connsiteX0" fmla="*/ 2618634 w 2830203"/>
              <a:gd name="connsiteY0" fmla="*/ 317667 h 1608363"/>
              <a:gd name="connsiteX1" fmla="*/ 2595624 w 2830203"/>
              <a:gd name="connsiteY1" fmla="*/ 535974 h 1608363"/>
              <a:gd name="connsiteX2" fmla="*/ 2698114 w 2830203"/>
              <a:gd name="connsiteY2" fmla="*/ 737898 h 1608363"/>
              <a:gd name="connsiteX3" fmla="*/ 2830026 w 2830203"/>
              <a:gd name="connsiteY3" fmla="*/ 957074 h 1608363"/>
              <a:gd name="connsiteX4" fmla="*/ 2726128 w 2830203"/>
              <a:gd name="connsiteY4" fmla="*/ 1071185 h 1608363"/>
              <a:gd name="connsiteX5" fmla="*/ 2712462 w 2830203"/>
              <a:gd name="connsiteY5" fmla="*/ 1203475 h 1608363"/>
              <a:gd name="connsiteX6" fmla="*/ 2596576 w 2830203"/>
              <a:gd name="connsiteY6" fmla="*/ 1362506 h 1608363"/>
              <a:gd name="connsiteX7" fmla="*/ 2410709 w 2830203"/>
              <a:gd name="connsiteY7" fmla="*/ 1603755 h 1608363"/>
              <a:gd name="connsiteX8" fmla="*/ 1989914 w 2830203"/>
              <a:gd name="connsiteY8" fmla="*/ 1506561 h 1608363"/>
              <a:gd name="connsiteX9" fmla="*/ 2003462 w 2830203"/>
              <a:gd name="connsiteY9" fmla="*/ 1328870 h 1608363"/>
              <a:gd name="connsiteX10" fmla="*/ 1978303 w 2830203"/>
              <a:gd name="connsiteY10" fmla="*/ 843204 h 1608363"/>
              <a:gd name="connsiteX11" fmla="*/ 1951317 w 2830203"/>
              <a:gd name="connsiteY11" fmla="*/ 551588 h 1608363"/>
              <a:gd name="connsiteX12" fmla="*/ 1659494 w 2830203"/>
              <a:gd name="connsiteY12" fmla="*/ 598290 h 1608363"/>
              <a:gd name="connsiteX13" fmla="*/ 1304625 w 2830203"/>
              <a:gd name="connsiteY13" fmla="*/ 638658 h 1608363"/>
              <a:gd name="connsiteX14" fmla="*/ 1116433 w 2830203"/>
              <a:gd name="connsiteY14" fmla="*/ 677277 h 1608363"/>
              <a:gd name="connsiteX15" fmla="*/ 778941 w 2830203"/>
              <a:gd name="connsiteY15" fmla="*/ 527481 h 1608363"/>
              <a:gd name="connsiteX16" fmla="*/ 0 w 2830203"/>
              <a:gd name="connsiteY16" fmla="*/ 0 h 1608363"/>
              <a:gd name="connsiteX0" fmla="*/ 2618634 w 2830203"/>
              <a:gd name="connsiteY0" fmla="*/ 317667 h 1608363"/>
              <a:gd name="connsiteX1" fmla="*/ 2595624 w 2830203"/>
              <a:gd name="connsiteY1" fmla="*/ 535974 h 1608363"/>
              <a:gd name="connsiteX2" fmla="*/ 2698114 w 2830203"/>
              <a:gd name="connsiteY2" fmla="*/ 737898 h 1608363"/>
              <a:gd name="connsiteX3" fmla="*/ 2830026 w 2830203"/>
              <a:gd name="connsiteY3" fmla="*/ 957074 h 1608363"/>
              <a:gd name="connsiteX4" fmla="*/ 2726128 w 2830203"/>
              <a:gd name="connsiteY4" fmla="*/ 1071185 h 1608363"/>
              <a:gd name="connsiteX5" fmla="*/ 2712462 w 2830203"/>
              <a:gd name="connsiteY5" fmla="*/ 1203475 h 1608363"/>
              <a:gd name="connsiteX6" fmla="*/ 2596576 w 2830203"/>
              <a:gd name="connsiteY6" fmla="*/ 1362506 h 1608363"/>
              <a:gd name="connsiteX7" fmla="*/ 2410709 w 2830203"/>
              <a:gd name="connsiteY7" fmla="*/ 1603755 h 1608363"/>
              <a:gd name="connsiteX8" fmla="*/ 1989914 w 2830203"/>
              <a:gd name="connsiteY8" fmla="*/ 1506561 h 1608363"/>
              <a:gd name="connsiteX9" fmla="*/ 2003462 w 2830203"/>
              <a:gd name="connsiteY9" fmla="*/ 1328870 h 1608363"/>
              <a:gd name="connsiteX10" fmla="*/ 1872063 w 2830203"/>
              <a:gd name="connsiteY10" fmla="*/ 1248703 h 1608363"/>
              <a:gd name="connsiteX11" fmla="*/ 1951317 w 2830203"/>
              <a:gd name="connsiteY11" fmla="*/ 551588 h 1608363"/>
              <a:gd name="connsiteX12" fmla="*/ 1659494 w 2830203"/>
              <a:gd name="connsiteY12" fmla="*/ 598290 h 1608363"/>
              <a:gd name="connsiteX13" fmla="*/ 1304625 w 2830203"/>
              <a:gd name="connsiteY13" fmla="*/ 638658 h 1608363"/>
              <a:gd name="connsiteX14" fmla="*/ 1116433 w 2830203"/>
              <a:gd name="connsiteY14" fmla="*/ 677277 h 1608363"/>
              <a:gd name="connsiteX15" fmla="*/ 778941 w 2830203"/>
              <a:gd name="connsiteY15" fmla="*/ 527481 h 1608363"/>
              <a:gd name="connsiteX16" fmla="*/ 0 w 2830203"/>
              <a:gd name="connsiteY16" fmla="*/ 0 h 1608363"/>
              <a:gd name="connsiteX0" fmla="*/ 2618634 w 2830203"/>
              <a:gd name="connsiteY0" fmla="*/ 317667 h 1608363"/>
              <a:gd name="connsiteX1" fmla="*/ 2668992 w 2830203"/>
              <a:gd name="connsiteY1" fmla="*/ 552308 h 1608363"/>
              <a:gd name="connsiteX2" fmla="*/ 2698114 w 2830203"/>
              <a:gd name="connsiteY2" fmla="*/ 737898 h 1608363"/>
              <a:gd name="connsiteX3" fmla="*/ 2830026 w 2830203"/>
              <a:gd name="connsiteY3" fmla="*/ 957074 h 1608363"/>
              <a:gd name="connsiteX4" fmla="*/ 2726128 w 2830203"/>
              <a:gd name="connsiteY4" fmla="*/ 1071185 h 1608363"/>
              <a:gd name="connsiteX5" fmla="*/ 2712462 w 2830203"/>
              <a:gd name="connsiteY5" fmla="*/ 1203475 h 1608363"/>
              <a:gd name="connsiteX6" fmla="*/ 2596576 w 2830203"/>
              <a:gd name="connsiteY6" fmla="*/ 1362506 h 1608363"/>
              <a:gd name="connsiteX7" fmla="*/ 2410709 w 2830203"/>
              <a:gd name="connsiteY7" fmla="*/ 1603755 h 1608363"/>
              <a:gd name="connsiteX8" fmla="*/ 1989914 w 2830203"/>
              <a:gd name="connsiteY8" fmla="*/ 1506561 h 1608363"/>
              <a:gd name="connsiteX9" fmla="*/ 2003462 w 2830203"/>
              <a:gd name="connsiteY9" fmla="*/ 1328870 h 1608363"/>
              <a:gd name="connsiteX10" fmla="*/ 1872063 w 2830203"/>
              <a:gd name="connsiteY10" fmla="*/ 1248703 h 1608363"/>
              <a:gd name="connsiteX11" fmla="*/ 1951317 w 2830203"/>
              <a:gd name="connsiteY11" fmla="*/ 551588 h 1608363"/>
              <a:gd name="connsiteX12" fmla="*/ 1659494 w 2830203"/>
              <a:gd name="connsiteY12" fmla="*/ 598290 h 1608363"/>
              <a:gd name="connsiteX13" fmla="*/ 1304625 w 2830203"/>
              <a:gd name="connsiteY13" fmla="*/ 638658 h 1608363"/>
              <a:gd name="connsiteX14" fmla="*/ 1116433 w 2830203"/>
              <a:gd name="connsiteY14" fmla="*/ 677277 h 1608363"/>
              <a:gd name="connsiteX15" fmla="*/ 778941 w 2830203"/>
              <a:gd name="connsiteY15" fmla="*/ 527481 h 1608363"/>
              <a:gd name="connsiteX16" fmla="*/ 0 w 2830203"/>
              <a:gd name="connsiteY16" fmla="*/ 0 h 1608363"/>
              <a:gd name="connsiteX0" fmla="*/ 2618634 w 2830203"/>
              <a:gd name="connsiteY0" fmla="*/ 317667 h 1608363"/>
              <a:gd name="connsiteX1" fmla="*/ 2668992 w 2830203"/>
              <a:gd name="connsiteY1" fmla="*/ 552308 h 1608363"/>
              <a:gd name="connsiteX2" fmla="*/ 2698114 w 2830203"/>
              <a:gd name="connsiteY2" fmla="*/ 737898 h 1608363"/>
              <a:gd name="connsiteX3" fmla="*/ 2830026 w 2830203"/>
              <a:gd name="connsiteY3" fmla="*/ 957074 h 1608363"/>
              <a:gd name="connsiteX4" fmla="*/ 2726128 w 2830203"/>
              <a:gd name="connsiteY4" fmla="*/ 1071185 h 1608363"/>
              <a:gd name="connsiteX5" fmla="*/ 2712462 w 2830203"/>
              <a:gd name="connsiteY5" fmla="*/ 1203475 h 1608363"/>
              <a:gd name="connsiteX6" fmla="*/ 2596576 w 2830203"/>
              <a:gd name="connsiteY6" fmla="*/ 1362506 h 1608363"/>
              <a:gd name="connsiteX7" fmla="*/ 2410709 w 2830203"/>
              <a:gd name="connsiteY7" fmla="*/ 1603755 h 1608363"/>
              <a:gd name="connsiteX8" fmla="*/ 1989914 w 2830203"/>
              <a:gd name="connsiteY8" fmla="*/ 1506561 h 1608363"/>
              <a:gd name="connsiteX9" fmla="*/ 2003462 w 2830203"/>
              <a:gd name="connsiteY9" fmla="*/ 1328870 h 1608363"/>
              <a:gd name="connsiteX10" fmla="*/ 1872063 w 2830203"/>
              <a:gd name="connsiteY10" fmla="*/ 1248703 h 1608363"/>
              <a:gd name="connsiteX11" fmla="*/ 1951317 w 2830203"/>
              <a:gd name="connsiteY11" fmla="*/ 551588 h 1608363"/>
              <a:gd name="connsiteX12" fmla="*/ 1659494 w 2830203"/>
              <a:gd name="connsiteY12" fmla="*/ 598290 h 1608363"/>
              <a:gd name="connsiteX13" fmla="*/ 1304625 w 2830203"/>
              <a:gd name="connsiteY13" fmla="*/ 638658 h 1608363"/>
              <a:gd name="connsiteX14" fmla="*/ 1116433 w 2830203"/>
              <a:gd name="connsiteY14" fmla="*/ 677277 h 1608363"/>
              <a:gd name="connsiteX15" fmla="*/ 0 w 2830203"/>
              <a:gd name="connsiteY15" fmla="*/ 0 h 1608363"/>
              <a:gd name="connsiteX0" fmla="*/ 1502201 w 1713770"/>
              <a:gd name="connsiteY0" fmla="*/ 0 h 1290696"/>
              <a:gd name="connsiteX1" fmla="*/ 1552559 w 1713770"/>
              <a:gd name="connsiteY1" fmla="*/ 234641 h 1290696"/>
              <a:gd name="connsiteX2" fmla="*/ 1581681 w 1713770"/>
              <a:gd name="connsiteY2" fmla="*/ 420231 h 1290696"/>
              <a:gd name="connsiteX3" fmla="*/ 1713593 w 1713770"/>
              <a:gd name="connsiteY3" fmla="*/ 639407 h 1290696"/>
              <a:gd name="connsiteX4" fmla="*/ 1609695 w 1713770"/>
              <a:gd name="connsiteY4" fmla="*/ 753518 h 1290696"/>
              <a:gd name="connsiteX5" fmla="*/ 1596029 w 1713770"/>
              <a:gd name="connsiteY5" fmla="*/ 885808 h 1290696"/>
              <a:gd name="connsiteX6" fmla="*/ 1480143 w 1713770"/>
              <a:gd name="connsiteY6" fmla="*/ 1044839 h 1290696"/>
              <a:gd name="connsiteX7" fmla="*/ 1294276 w 1713770"/>
              <a:gd name="connsiteY7" fmla="*/ 1286088 h 1290696"/>
              <a:gd name="connsiteX8" fmla="*/ 873481 w 1713770"/>
              <a:gd name="connsiteY8" fmla="*/ 1188894 h 1290696"/>
              <a:gd name="connsiteX9" fmla="*/ 887029 w 1713770"/>
              <a:gd name="connsiteY9" fmla="*/ 1011203 h 1290696"/>
              <a:gd name="connsiteX10" fmla="*/ 755630 w 1713770"/>
              <a:gd name="connsiteY10" fmla="*/ 931036 h 1290696"/>
              <a:gd name="connsiteX11" fmla="*/ 834884 w 1713770"/>
              <a:gd name="connsiteY11" fmla="*/ 233921 h 1290696"/>
              <a:gd name="connsiteX12" fmla="*/ 543061 w 1713770"/>
              <a:gd name="connsiteY12" fmla="*/ 280623 h 1290696"/>
              <a:gd name="connsiteX13" fmla="*/ 188192 w 1713770"/>
              <a:gd name="connsiteY13" fmla="*/ 320991 h 1290696"/>
              <a:gd name="connsiteX14" fmla="*/ 0 w 1713770"/>
              <a:gd name="connsiteY14" fmla="*/ 359610 h 1290696"/>
              <a:gd name="connsiteX0" fmla="*/ 1314009 w 1525578"/>
              <a:gd name="connsiteY0" fmla="*/ 0 h 1290696"/>
              <a:gd name="connsiteX1" fmla="*/ 1364367 w 1525578"/>
              <a:gd name="connsiteY1" fmla="*/ 234641 h 1290696"/>
              <a:gd name="connsiteX2" fmla="*/ 1393489 w 1525578"/>
              <a:gd name="connsiteY2" fmla="*/ 420231 h 1290696"/>
              <a:gd name="connsiteX3" fmla="*/ 1525401 w 1525578"/>
              <a:gd name="connsiteY3" fmla="*/ 639407 h 1290696"/>
              <a:gd name="connsiteX4" fmla="*/ 1421503 w 1525578"/>
              <a:gd name="connsiteY4" fmla="*/ 753518 h 1290696"/>
              <a:gd name="connsiteX5" fmla="*/ 1407837 w 1525578"/>
              <a:gd name="connsiteY5" fmla="*/ 885808 h 1290696"/>
              <a:gd name="connsiteX6" fmla="*/ 1291951 w 1525578"/>
              <a:gd name="connsiteY6" fmla="*/ 1044839 h 1290696"/>
              <a:gd name="connsiteX7" fmla="*/ 1106084 w 1525578"/>
              <a:gd name="connsiteY7" fmla="*/ 1286088 h 1290696"/>
              <a:gd name="connsiteX8" fmla="*/ 685289 w 1525578"/>
              <a:gd name="connsiteY8" fmla="*/ 1188894 h 1290696"/>
              <a:gd name="connsiteX9" fmla="*/ 698837 w 1525578"/>
              <a:gd name="connsiteY9" fmla="*/ 1011203 h 1290696"/>
              <a:gd name="connsiteX10" fmla="*/ 567438 w 1525578"/>
              <a:gd name="connsiteY10" fmla="*/ 931036 h 1290696"/>
              <a:gd name="connsiteX11" fmla="*/ 646692 w 1525578"/>
              <a:gd name="connsiteY11" fmla="*/ 233921 h 1290696"/>
              <a:gd name="connsiteX12" fmla="*/ 354869 w 1525578"/>
              <a:gd name="connsiteY12" fmla="*/ 280623 h 1290696"/>
              <a:gd name="connsiteX13" fmla="*/ 0 w 1525578"/>
              <a:gd name="connsiteY13" fmla="*/ 320991 h 1290696"/>
              <a:gd name="connsiteX0" fmla="*/ 959140 w 1170709"/>
              <a:gd name="connsiteY0" fmla="*/ 0 h 1290696"/>
              <a:gd name="connsiteX1" fmla="*/ 1009498 w 1170709"/>
              <a:gd name="connsiteY1" fmla="*/ 234641 h 1290696"/>
              <a:gd name="connsiteX2" fmla="*/ 1038620 w 1170709"/>
              <a:gd name="connsiteY2" fmla="*/ 420231 h 1290696"/>
              <a:gd name="connsiteX3" fmla="*/ 1170532 w 1170709"/>
              <a:gd name="connsiteY3" fmla="*/ 639407 h 1290696"/>
              <a:gd name="connsiteX4" fmla="*/ 1066634 w 1170709"/>
              <a:gd name="connsiteY4" fmla="*/ 753518 h 1290696"/>
              <a:gd name="connsiteX5" fmla="*/ 1052968 w 1170709"/>
              <a:gd name="connsiteY5" fmla="*/ 885808 h 1290696"/>
              <a:gd name="connsiteX6" fmla="*/ 937082 w 1170709"/>
              <a:gd name="connsiteY6" fmla="*/ 1044839 h 1290696"/>
              <a:gd name="connsiteX7" fmla="*/ 751215 w 1170709"/>
              <a:gd name="connsiteY7" fmla="*/ 1286088 h 1290696"/>
              <a:gd name="connsiteX8" fmla="*/ 330420 w 1170709"/>
              <a:gd name="connsiteY8" fmla="*/ 1188894 h 1290696"/>
              <a:gd name="connsiteX9" fmla="*/ 343968 w 1170709"/>
              <a:gd name="connsiteY9" fmla="*/ 1011203 h 1290696"/>
              <a:gd name="connsiteX10" fmla="*/ 212569 w 1170709"/>
              <a:gd name="connsiteY10" fmla="*/ 931036 h 1290696"/>
              <a:gd name="connsiteX11" fmla="*/ 291823 w 1170709"/>
              <a:gd name="connsiteY11" fmla="*/ 233921 h 1290696"/>
              <a:gd name="connsiteX12" fmla="*/ 0 w 1170709"/>
              <a:gd name="connsiteY12" fmla="*/ 280623 h 1290696"/>
              <a:gd name="connsiteX0" fmla="*/ 747011 w 958580"/>
              <a:gd name="connsiteY0" fmla="*/ 0 h 1290696"/>
              <a:gd name="connsiteX1" fmla="*/ 797369 w 958580"/>
              <a:gd name="connsiteY1" fmla="*/ 234641 h 1290696"/>
              <a:gd name="connsiteX2" fmla="*/ 826491 w 958580"/>
              <a:gd name="connsiteY2" fmla="*/ 420231 h 1290696"/>
              <a:gd name="connsiteX3" fmla="*/ 958403 w 958580"/>
              <a:gd name="connsiteY3" fmla="*/ 639407 h 1290696"/>
              <a:gd name="connsiteX4" fmla="*/ 854505 w 958580"/>
              <a:gd name="connsiteY4" fmla="*/ 753518 h 1290696"/>
              <a:gd name="connsiteX5" fmla="*/ 840839 w 958580"/>
              <a:gd name="connsiteY5" fmla="*/ 885808 h 1290696"/>
              <a:gd name="connsiteX6" fmla="*/ 724953 w 958580"/>
              <a:gd name="connsiteY6" fmla="*/ 1044839 h 1290696"/>
              <a:gd name="connsiteX7" fmla="*/ 539086 w 958580"/>
              <a:gd name="connsiteY7" fmla="*/ 1286088 h 1290696"/>
              <a:gd name="connsiteX8" fmla="*/ 118291 w 958580"/>
              <a:gd name="connsiteY8" fmla="*/ 1188894 h 1290696"/>
              <a:gd name="connsiteX9" fmla="*/ 131839 w 958580"/>
              <a:gd name="connsiteY9" fmla="*/ 1011203 h 1290696"/>
              <a:gd name="connsiteX10" fmla="*/ 440 w 958580"/>
              <a:gd name="connsiteY10" fmla="*/ 931036 h 1290696"/>
              <a:gd name="connsiteX11" fmla="*/ 79694 w 958580"/>
              <a:gd name="connsiteY11" fmla="*/ 233921 h 1290696"/>
              <a:gd name="connsiteX0" fmla="*/ 746571 w 958140"/>
              <a:gd name="connsiteY0" fmla="*/ 0 h 1290696"/>
              <a:gd name="connsiteX1" fmla="*/ 796929 w 958140"/>
              <a:gd name="connsiteY1" fmla="*/ 234641 h 1290696"/>
              <a:gd name="connsiteX2" fmla="*/ 826051 w 958140"/>
              <a:gd name="connsiteY2" fmla="*/ 420231 h 1290696"/>
              <a:gd name="connsiteX3" fmla="*/ 957963 w 958140"/>
              <a:gd name="connsiteY3" fmla="*/ 639407 h 1290696"/>
              <a:gd name="connsiteX4" fmla="*/ 854065 w 958140"/>
              <a:gd name="connsiteY4" fmla="*/ 753518 h 1290696"/>
              <a:gd name="connsiteX5" fmla="*/ 840399 w 958140"/>
              <a:gd name="connsiteY5" fmla="*/ 885808 h 1290696"/>
              <a:gd name="connsiteX6" fmla="*/ 724513 w 958140"/>
              <a:gd name="connsiteY6" fmla="*/ 1044839 h 1290696"/>
              <a:gd name="connsiteX7" fmla="*/ 538646 w 958140"/>
              <a:gd name="connsiteY7" fmla="*/ 1286088 h 1290696"/>
              <a:gd name="connsiteX8" fmla="*/ 117851 w 958140"/>
              <a:gd name="connsiteY8" fmla="*/ 1188894 h 1290696"/>
              <a:gd name="connsiteX9" fmla="*/ 131399 w 958140"/>
              <a:gd name="connsiteY9" fmla="*/ 1011203 h 1290696"/>
              <a:gd name="connsiteX10" fmla="*/ 0 w 958140"/>
              <a:gd name="connsiteY10" fmla="*/ 931036 h 1290696"/>
              <a:gd name="connsiteX0" fmla="*/ 783850 w 995419"/>
              <a:gd name="connsiteY0" fmla="*/ 0 h 1290696"/>
              <a:gd name="connsiteX1" fmla="*/ 834208 w 995419"/>
              <a:gd name="connsiteY1" fmla="*/ 234641 h 1290696"/>
              <a:gd name="connsiteX2" fmla="*/ 863330 w 995419"/>
              <a:gd name="connsiteY2" fmla="*/ 420231 h 1290696"/>
              <a:gd name="connsiteX3" fmla="*/ 995242 w 995419"/>
              <a:gd name="connsiteY3" fmla="*/ 639407 h 1290696"/>
              <a:gd name="connsiteX4" fmla="*/ 891344 w 995419"/>
              <a:gd name="connsiteY4" fmla="*/ 753518 h 1290696"/>
              <a:gd name="connsiteX5" fmla="*/ 877678 w 995419"/>
              <a:gd name="connsiteY5" fmla="*/ 885808 h 1290696"/>
              <a:gd name="connsiteX6" fmla="*/ 761792 w 995419"/>
              <a:gd name="connsiteY6" fmla="*/ 1044839 h 1290696"/>
              <a:gd name="connsiteX7" fmla="*/ 575925 w 995419"/>
              <a:gd name="connsiteY7" fmla="*/ 1286088 h 1290696"/>
              <a:gd name="connsiteX8" fmla="*/ 155130 w 995419"/>
              <a:gd name="connsiteY8" fmla="*/ 1188894 h 1290696"/>
              <a:gd name="connsiteX9" fmla="*/ 168678 w 995419"/>
              <a:gd name="connsiteY9" fmla="*/ 1011203 h 1290696"/>
              <a:gd name="connsiteX10" fmla="*/ 0 w 995419"/>
              <a:gd name="connsiteY10" fmla="*/ 977769 h 1290696"/>
              <a:gd name="connsiteX0" fmla="*/ 739999 w 995419"/>
              <a:gd name="connsiteY0" fmla="*/ 0 h 1230764"/>
              <a:gd name="connsiteX1" fmla="*/ 834208 w 995419"/>
              <a:gd name="connsiteY1" fmla="*/ 174709 h 1230764"/>
              <a:gd name="connsiteX2" fmla="*/ 863330 w 995419"/>
              <a:gd name="connsiteY2" fmla="*/ 360299 h 1230764"/>
              <a:gd name="connsiteX3" fmla="*/ 995242 w 995419"/>
              <a:gd name="connsiteY3" fmla="*/ 579475 h 1230764"/>
              <a:gd name="connsiteX4" fmla="*/ 891344 w 995419"/>
              <a:gd name="connsiteY4" fmla="*/ 693586 h 1230764"/>
              <a:gd name="connsiteX5" fmla="*/ 877678 w 995419"/>
              <a:gd name="connsiteY5" fmla="*/ 825876 h 1230764"/>
              <a:gd name="connsiteX6" fmla="*/ 761792 w 995419"/>
              <a:gd name="connsiteY6" fmla="*/ 984907 h 1230764"/>
              <a:gd name="connsiteX7" fmla="*/ 575925 w 995419"/>
              <a:gd name="connsiteY7" fmla="*/ 1226156 h 1230764"/>
              <a:gd name="connsiteX8" fmla="*/ 155130 w 995419"/>
              <a:gd name="connsiteY8" fmla="*/ 1128962 h 1230764"/>
              <a:gd name="connsiteX9" fmla="*/ 168678 w 995419"/>
              <a:gd name="connsiteY9" fmla="*/ 951271 h 1230764"/>
              <a:gd name="connsiteX10" fmla="*/ 0 w 995419"/>
              <a:gd name="connsiteY10" fmla="*/ 917837 h 1230764"/>
              <a:gd name="connsiteX0" fmla="*/ 739999 w 995419"/>
              <a:gd name="connsiteY0" fmla="*/ 0 h 1230764"/>
              <a:gd name="connsiteX1" fmla="*/ 834208 w 995419"/>
              <a:gd name="connsiteY1" fmla="*/ 174709 h 1230764"/>
              <a:gd name="connsiteX2" fmla="*/ 863330 w 995419"/>
              <a:gd name="connsiteY2" fmla="*/ 360299 h 1230764"/>
              <a:gd name="connsiteX3" fmla="*/ 995242 w 995419"/>
              <a:gd name="connsiteY3" fmla="*/ 579475 h 1230764"/>
              <a:gd name="connsiteX4" fmla="*/ 891344 w 995419"/>
              <a:gd name="connsiteY4" fmla="*/ 693586 h 1230764"/>
              <a:gd name="connsiteX5" fmla="*/ 877678 w 995419"/>
              <a:gd name="connsiteY5" fmla="*/ 825876 h 1230764"/>
              <a:gd name="connsiteX6" fmla="*/ 761792 w 995419"/>
              <a:gd name="connsiteY6" fmla="*/ 984907 h 1230764"/>
              <a:gd name="connsiteX7" fmla="*/ 575925 w 995419"/>
              <a:gd name="connsiteY7" fmla="*/ 1226156 h 1230764"/>
              <a:gd name="connsiteX8" fmla="*/ 155130 w 995419"/>
              <a:gd name="connsiteY8" fmla="*/ 1128962 h 1230764"/>
              <a:gd name="connsiteX9" fmla="*/ 168678 w 995419"/>
              <a:gd name="connsiteY9" fmla="*/ 951271 h 1230764"/>
              <a:gd name="connsiteX10" fmla="*/ 0 w 995419"/>
              <a:gd name="connsiteY10" fmla="*/ 917837 h 123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5419" h="1230764">
                <a:moveTo>
                  <a:pt x="739999" y="0"/>
                </a:moveTo>
                <a:cubicBezTo>
                  <a:pt x="821862" y="88370"/>
                  <a:pt x="813653" y="114659"/>
                  <a:pt x="834208" y="174709"/>
                </a:cubicBezTo>
                <a:cubicBezTo>
                  <a:pt x="854763" y="234759"/>
                  <a:pt x="840775" y="296235"/>
                  <a:pt x="863330" y="360299"/>
                </a:cubicBezTo>
                <a:cubicBezTo>
                  <a:pt x="885885" y="424363"/>
                  <a:pt x="990573" y="523927"/>
                  <a:pt x="995242" y="579475"/>
                </a:cubicBezTo>
                <a:cubicBezTo>
                  <a:pt x="999911" y="635023"/>
                  <a:pt x="910938" y="652519"/>
                  <a:pt x="891344" y="693586"/>
                </a:cubicBezTo>
                <a:cubicBezTo>
                  <a:pt x="871750" y="734653"/>
                  <a:pt x="899270" y="777323"/>
                  <a:pt x="877678" y="825876"/>
                </a:cubicBezTo>
                <a:cubicBezTo>
                  <a:pt x="856086" y="874430"/>
                  <a:pt x="812084" y="918194"/>
                  <a:pt x="761792" y="984907"/>
                </a:cubicBezTo>
                <a:cubicBezTo>
                  <a:pt x="711500" y="1051620"/>
                  <a:pt x="677035" y="1202147"/>
                  <a:pt x="575925" y="1226156"/>
                </a:cubicBezTo>
                <a:cubicBezTo>
                  <a:pt x="474815" y="1250165"/>
                  <a:pt x="223004" y="1174776"/>
                  <a:pt x="155130" y="1128962"/>
                </a:cubicBezTo>
                <a:cubicBezTo>
                  <a:pt x="87256" y="1083148"/>
                  <a:pt x="194533" y="986458"/>
                  <a:pt x="168678" y="951271"/>
                </a:cubicBezTo>
                <a:cubicBezTo>
                  <a:pt x="142823" y="916084"/>
                  <a:pt x="8691" y="1047384"/>
                  <a:pt x="0" y="917837"/>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Freeform: Shape 36">
            <a:extLst>
              <a:ext uri="{FF2B5EF4-FFF2-40B4-BE49-F238E27FC236}">
                <a16:creationId xmlns:a16="http://schemas.microsoft.com/office/drawing/2014/main" id="{D077C6DB-2967-AD25-8B54-72988FEC3DA3}"/>
              </a:ext>
            </a:extLst>
          </p:cNvPr>
          <p:cNvSpPr/>
          <p:nvPr/>
        </p:nvSpPr>
        <p:spPr>
          <a:xfrm rot="20630003">
            <a:off x="7824679" y="-69413"/>
            <a:ext cx="498158" cy="46874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3405"/>
              <a:gd name="connsiteY0" fmla="*/ 310678 h 1645142"/>
              <a:gd name="connsiteX1" fmla="*/ 2549862 w 2703405"/>
              <a:gd name="connsiteY1" fmla="*/ 1008560 h 1645142"/>
              <a:gd name="connsiteX2" fmla="*/ 2698406 w 2703405"/>
              <a:gd name="connsiteY2" fmla="*/ 1369988 h 1645142"/>
              <a:gd name="connsiteX3" fmla="*/ 2641134 w 2703405"/>
              <a:gd name="connsiteY3" fmla="*/ 1644638 h 1645142"/>
              <a:gd name="connsiteX4" fmla="*/ 2381213 w 2703405"/>
              <a:gd name="connsiteY4" fmla="*/ 1302400 h 1645142"/>
              <a:gd name="connsiteX5" fmla="*/ 2130473 w 2703405"/>
              <a:gd name="connsiteY5" fmla="*/ 992721 h 1645142"/>
              <a:gd name="connsiteX6" fmla="*/ 1778390 w 2703405"/>
              <a:gd name="connsiteY6" fmla="*/ 852659 h 1645142"/>
              <a:gd name="connsiteX7" fmla="*/ 1077344 w 2703405"/>
              <a:gd name="connsiteY7" fmla="*/ 862362 h 1645142"/>
              <a:gd name="connsiteX8" fmla="*/ 0 w 2703405"/>
              <a:gd name="connsiteY8" fmla="*/ 0 h 1645142"/>
              <a:gd name="connsiteX0" fmla="*/ 2013656 w 2705097"/>
              <a:gd name="connsiteY0" fmla="*/ 310678 h 1389046"/>
              <a:gd name="connsiteX1" fmla="*/ 2549862 w 2705097"/>
              <a:gd name="connsiteY1" fmla="*/ 1008560 h 1389046"/>
              <a:gd name="connsiteX2" fmla="*/ 2698406 w 2705097"/>
              <a:gd name="connsiteY2" fmla="*/ 1369988 h 1389046"/>
              <a:gd name="connsiteX3" fmla="*/ 2381213 w 2705097"/>
              <a:gd name="connsiteY3" fmla="*/ 1302400 h 1389046"/>
              <a:gd name="connsiteX4" fmla="*/ 2130473 w 2705097"/>
              <a:gd name="connsiteY4" fmla="*/ 992721 h 1389046"/>
              <a:gd name="connsiteX5" fmla="*/ 1778390 w 2705097"/>
              <a:gd name="connsiteY5" fmla="*/ 852659 h 1389046"/>
              <a:gd name="connsiteX6" fmla="*/ 1077344 w 2705097"/>
              <a:gd name="connsiteY6" fmla="*/ 862362 h 1389046"/>
              <a:gd name="connsiteX7" fmla="*/ 0 w 2705097"/>
              <a:gd name="connsiteY7" fmla="*/ 0 h 1389046"/>
              <a:gd name="connsiteX0" fmla="*/ 2013656 w 2563559"/>
              <a:gd name="connsiteY0" fmla="*/ 310678 h 1302439"/>
              <a:gd name="connsiteX1" fmla="*/ 2549862 w 2563559"/>
              <a:gd name="connsiteY1" fmla="*/ 1008560 h 1302439"/>
              <a:gd name="connsiteX2" fmla="*/ 2381213 w 2563559"/>
              <a:gd name="connsiteY2" fmla="*/ 1302400 h 1302439"/>
              <a:gd name="connsiteX3" fmla="*/ 2130473 w 2563559"/>
              <a:gd name="connsiteY3" fmla="*/ 992721 h 1302439"/>
              <a:gd name="connsiteX4" fmla="*/ 1778390 w 2563559"/>
              <a:gd name="connsiteY4" fmla="*/ 852659 h 1302439"/>
              <a:gd name="connsiteX5" fmla="*/ 1077344 w 2563559"/>
              <a:gd name="connsiteY5" fmla="*/ 862362 h 1302439"/>
              <a:gd name="connsiteX6" fmla="*/ 0 w 2563559"/>
              <a:gd name="connsiteY6" fmla="*/ 0 h 1302439"/>
              <a:gd name="connsiteX0" fmla="*/ 1619456 w 2169359"/>
              <a:gd name="connsiteY0" fmla="*/ 0 h 991761"/>
              <a:gd name="connsiteX1" fmla="*/ 2155662 w 2169359"/>
              <a:gd name="connsiteY1" fmla="*/ 697882 h 991761"/>
              <a:gd name="connsiteX2" fmla="*/ 1987013 w 2169359"/>
              <a:gd name="connsiteY2" fmla="*/ 991722 h 991761"/>
              <a:gd name="connsiteX3" fmla="*/ 1736273 w 2169359"/>
              <a:gd name="connsiteY3" fmla="*/ 682043 h 991761"/>
              <a:gd name="connsiteX4" fmla="*/ 1384190 w 2169359"/>
              <a:gd name="connsiteY4" fmla="*/ 541981 h 991761"/>
              <a:gd name="connsiteX5" fmla="*/ 683144 w 2169359"/>
              <a:gd name="connsiteY5" fmla="*/ 551684 h 991761"/>
              <a:gd name="connsiteX6" fmla="*/ 0 w 2169359"/>
              <a:gd name="connsiteY6" fmla="*/ 27660 h 991761"/>
              <a:gd name="connsiteX0" fmla="*/ 1619456 w 2156537"/>
              <a:gd name="connsiteY0" fmla="*/ 0 h 750088"/>
              <a:gd name="connsiteX1" fmla="*/ 2155662 w 2156537"/>
              <a:gd name="connsiteY1" fmla="*/ 697882 h 750088"/>
              <a:gd name="connsiteX2" fmla="*/ 1736273 w 2156537"/>
              <a:gd name="connsiteY2" fmla="*/ 682043 h 750088"/>
              <a:gd name="connsiteX3" fmla="*/ 1384190 w 2156537"/>
              <a:gd name="connsiteY3" fmla="*/ 541981 h 750088"/>
              <a:gd name="connsiteX4" fmla="*/ 683144 w 2156537"/>
              <a:gd name="connsiteY4" fmla="*/ 551684 h 750088"/>
              <a:gd name="connsiteX5" fmla="*/ 0 w 2156537"/>
              <a:gd name="connsiteY5" fmla="*/ 27660 h 750088"/>
              <a:gd name="connsiteX0" fmla="*/ 1619456 w 2157949"/>
              <a:gd name="connsiteY0" fmla="*/ 0 h 719391"/>
              <a:gd name="connsiteX1" fmla="*/ 2155662 w 2157949"/>
              <a:gd name="connsiteY1" fmla="*/ 697882 h 719391"/>
              <a:gd name="connsiteX2" fmla="*/ 1384190 w 2157949"/>
              <a:gd name="connsiteY2" fmla="*/ 541981 h 719391"/>
              <a:gd name="connsiteX3" fmla="*/ 683144 w 2157949"/>
              <a:gd name="connsiteY3" fmla="*/ 551684 h 719391"/>
              <a:gd name="connsiteX4" fmla="*/ 0 w 2157949"/>
              <a:gd name="connsiteY4" fmla="*/ 27660 h 719391"/>
              <a:gd name="connsiteX0" fmla="*/ 1619456 w 2164771"/>
              <a:gd name="connsiteY0" fmla="*/ 0 h 746783"/>
              <a:gd name="connsiteX1" fmla="*/ 2155662 w 2164771"/>
              <a:gd name="connsiteY1" fmla="*/ 697882 h 746783"/>
              <a:gd name="connsiteX2" fmla="*/ 1115817 w 2164771"/>
              <a:gd name="connsiteY2" fmla="*/ 673103 h 746783"/>
              <a:gd name="connsiteX3" fmla="*/ 683144 w 2164771"/>
              <a:gd name="connsiteY3" fmla="*/ 551684 h 746783"/>
              <a:gd name="connsiteX4" fmla="*/ 0 w 2164771"/>
              <a:gd name="connsiteY4" fmla="*/ 27660 h 746783"/>
              <a:gd name="connsiteX0" fmla="*/ 1619456 w 1728692"/>
              <a:gd name="connsiteY0" fmla="*/ 0 h 725991"/>
              <a:gd name="connsiteX1" fmla="*/ 1686788 w 1728692"/>
              <a:gd name="connsiteY1" fmla="*/ 670689 h 725991"/>
              <a:gd name="connsiteX2" fmla="*/ 1115817 w 1728692"/>
              <a:gd name="connsiteY2" fmla="*/ 673103 h 725991"/>
              <a:gd name="connsiteX3" fmla="*/ 683144 w 1728692"/>
              <a:gd name="connsiteY3" fmla="*/ 551684 h 725991"/>
              <a:gd name="connsiteX4" fmla="*/ 0 w 1728692"/>
              <a:gd name="connsiteY4" fmla="*/ 27660 h 725991"/>
              <a:gd name="connsiteX0" fmla="*/ 1161109 w 1686884"/>
              <a:gd name="connsiteY0" fmla="*/ 216962 h 680455"/>
              <a:gd name="connsiteX1" fmla="*/ 1686788 w 1686884"/>
              <a:gd name="connsiteY1" fmla="*/ 643029 h 680455"/>
              <a:gd name="connsiteX2" fmla="*/ 1115817 w 1686884"/>
              <a:gd name="connsiteY2" fmla="*/ 645443 h 680455"/>
              <a:gd name="connsiteX3" fmla="*/ 683144 w 1686884"/>
              <a:gd name="connsiteY3" fmla="*/ 524024 h 680455"/>
              <a:gd name="connsiteX4" fmla="*/ 0 w 1686884"/>
              <a:gd name="connsiteY4" fmla="*/ 0 h 680455"/>
              <a:gd name="connsiteX0" fmla="*/ 1161109 w 1687315"/>
              <a:gd name="connsiteY0" fmla="*/ 216962 h 711492"/>
              <a:gd name="connsiteX1" fmla="*/ 1686788 w 1687315"/>
              <a:gd name="connsiteY1" fmla="*/ 643029 h 711492"/>
              <a:gd name="connsiteX2" fmla="*/ 1115817 w 1687315"/>
              <a:gd name="connsiteY2" fmla="*/ 645443 h 711492"/>
              <a:gd name="connsiteX3" fmla="*/ 683144 w 1687315"/>
              <a:gd name="connsiteY3" fmla="*/ 524024 h 711492"/>
              <a:gd name="connsiteX4" fmla="*/ 0 w 1687315"/>
              <a:gd name="connsiteY4" fmla="*/ 0 h 711492"/>
              <a:gd name="connsiteX0" fmla="*/ 1161109 w 1579659"/>
              <a:gd name="connsiteY0" fmla="*/ 216962 h 651443"/>
              <a:gd name="connsiteX1" fmla="*/ 1578969 w 1579659"/>
              <a:gd name="connsiteY1" fmla="*/ 541713 h 651443"/>
              <a:gd name="connsiteX2" fmla="*/ 1115817 w 1579659"/>
              <a:gd name="connsiteY2" fmla="*/ 645443 h 651443"/>
              <a:gd name="connsiteX3" fmla="*/ 683144 w 1579659"/>
              <a:gd name="connsiteY3" fmla="*/ 524024 h 651443"/>
              <a:gd name="connsiteX4" fmla="*/ 0 w 1579659"/>
              <a:gd name="connsiteY4" fmla="*/ 0 h 651443"/>
              <a:gd name="connsiteX0" fmla="*/ 1288009 w 1581521"/>
              <a:gd name="connsiteY0" fmla="*/ 237707 h 645599"/>
              <a:gd name="connsiteX1" fmla="*/ 1578969 w 1581521"/>
              <a:gd name="connsiteY1" fmla="*/ 541713 h 645599"/>
              <a:gd name="connsiteX2" fmla="*/ 1115817 w 1581521"/>
              <a:gd name="connsiteY2" fmla="*/ 645443 h 645599"/>
              <a:gd name="connsiteX3" fmla="*/ 683144 w 1581521"/>
              <a:gd name="connsiteY3" fmla="*/ 524024 h 645599"/>
              <a:gd name="connsiteX4" fmla="*/ 0 w 1581521"/>
              <a:gd name="connsiteY4" fmla="*/ 0 h 645599"/>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91008"/>
              <a:gd name="connsiteY0" fmla="*/ 237707 h 667218"/>
              <a:gd name="connsiteX1" fmla="*/ 1578969 w 1591008"/>
              <a:gd name="connsiteY1" fmla="*/ 541713 h 667218"/>
              <a:gd name="connsiteX2" fmla="*/ 861173 w 1591008"/>
              <a:gd name="connsiteY2" fmla="*/ 634250 h 667218"/>
              <a:gd name="connsiteX3" fmla="*/ 0 w 1591008"/>
              <a:gd name="connsiteY3" fmla="*/ 0 h 667218"/>
              <a:gd name="connsiteX0" fmla="*/ 1288009 w 1449847"/>
              <a:gd name="connsiteY0" fmla="*/ 237707 h 673710"/>
              <a:gd name="connsiteX1" fmla="*/ 1427338 w 1449847"/>
              <a:gd name="connsiteY1" fmla="*/ 566380 h 673710"/>
              <a:gd name="connsiteX2" fmla="*/ 861173 w 1449847"/>
              <a:gd name="connsiteY2" fmla="*/ 634250 h 673710"/>
              <a:gd name="connsiteX3" fmla="*/ 0 w 1449847"/>
              <a:gd name="connsiteY3" fmla="*/ 0 h 673710"/>
              <a:gd name="connsiteX0" fmla="*/ 1288009 w 1456065"/>
              <a:gd name="connsiteY0" fmla="*/ 237707 h 661677"/>
              <a:gd name="connsiteX1" fmla="*/ 1427338 w 1456065"/>
              <a:gd name="connsiteY1" fmla="*/ 566380 h 661677"/>
              <a:gd name="connsiteX2" fmla="*/ 769524 w 1456065"/>
              <a:gd name="connsiteY2" fmla="*/ 619268 h 661677"/>
              <a:gd name="connsiteX3" fmla="*/ 0 w 1456065"/>
              <a:gd name="connsiteY3" fmla="*/ 0 h 661677"/>
              <a:gd name="connsiteX0" fmla="*/ 1288009 w 1352840"/>
              <a:gd name="connsiteY0" fmla="*/ 237707 h 662235"/>
              <a:gd name="connsiteX1" fmla="*/ 1277528 w 1352840"/>
              <a:gd name="connsiteY1" fmla="*/ 568109 h 662235"/>
              <a:gd name="connsiteX2" fmla="*/ 769524 w 1352840"/>
              <a:gd name="connsiteY2" fmla="*/ 619268 h 662235"/>
              <a:gd name="connsiteX3" fmla="*/ 0 w 1352840"/>
              <a:gd name="connsiteY3" fmla="*/ 0 h 662235"/>
            </a:gdLst>
            <a:ahLst/>
            <a:cxnLst>
              <a:cxn ang="0">
                <a:pos x="connsiteX0" y="connsiteY0"/>
              </a:cxn>
              <a:cxn ang="0">
                <a:pos x="connsiteX1" y="connsiteY1"/>
              </a:cxn>
              <a:cxn ang="0">
                <a:pos x="connsiteX2" y="connsiteY2"/>
              </a:cxn>
              <a:cxn ang="0">
                <a:pos x="connsiteX3" y="connsiteY3"/>
              </a:cxn>
            </a:cxnLst>
            <a:rect l="l" t="t" r="r" b="b"/>
            <a:pathLst>
              <a:path w="1352840" h="662235">
                <a:moveTo>
                  <a:pt x="1288009" y="237707"/>
                </a:moveTo>
                <a:cubicBezTo>
                  <a:pt x="1386954" y="454673"/>
                  <a:pt x="1363942" y="504516"/>
                  <a:pt x="1277528" y="568109"/>
                </a:cubicBezTo>
                <a:cubicBezTo>
                  <a:pt x="1191114" y="631702"/>
                  <a:pt x="982445" y="713953"/>
                  <a:pt x="769524" y="619268"/>
                </a:cubicBezTo>
                <a:cubicBezTo>
                  <a:pt x="556603" y="524583"/>
                  <a:pt x="141499" y="458166"/>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8" name="Freeform: Shape 37">
            <a:extLst>
              <a:ext uri="{FF2B5EF4-FFF2-40B4-BE49-F238E27FC236}">
                <a16:creationId xmlns:a16="http://schemas.microsoft.com/office/drawing/2014/main" id="{E2CBCB2E-FDAD-63A6-31AB-40F84166522E}"/>
              </a:ext>
            </a:extLst>
          </p:cNvPr>
          <p:cNvSpPr/>
          <p:nvPr/>
        </p:nvSpPr>
        <p:spPr>
          <a:xfrm rot="17788110" flipH="1">
            <a:off x="6916914" y="-1098043"/>
            <a:ext cx="2558983" cy="3190094"/>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972234 w 2769685"/>
              <a:gd name="connsiteY6" fmla="*/ 1644157 h 4397864"/>
              <a:gd name="connsiteX7" fmla="*/ 1486394 w 2769685"/>
              <a:gd name="connsiteY7" fmla="*/ 1675780 h 4397864"/>
              <a:gd name="connsiteX8" fmla="*/ 1816721 w 2769685"/>
              <a:gd name="connsiteY8" fmla="*/ 1552336 h 4397864"/>
              <a:gd name="connsiteX9" fmla="*/ 2269270 w 2769685"/>
              <a:gd name="connsiteY9" fmla="*/ 1583765 h 4397864"/>
              <a:gd name="connsiteX10" fmla="*/ 2483153 w 2769685"/>
              <a:gd name="connsiteY10" fmla="*/ 1428143 h 4397864"/>
              <a:gd name="connsiteX11" fmla="*/ 2715565 w 2769685"/>
              <a:gd name="connsiteY11" fmla="*/ 1038150 h 4397864"/>
              <a:gd name="connsiteX12" fmla="*/ 2769324 w 2769685"/>
              <a:gd name="connsiteY12" fmla="*/ 568410 h 4397864"/>
              <a:gd name="connsiteX13" fmla="*/ 2763030 w 2769685"/>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969307 w 2766758"/>
              <a:gd name="connsiteY6" fmla="*/ 1644157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707569 w 2766758"/>
              <a:gd name="connsiteY10" fmla="*/ 144627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980142"/>
              <a:gd name="connsiteY0" fmla="*/ 4397864 h 4397864"/>
              <a:gd name="connsiteX1" fmla="*/ 469768 w 2980142"/>
              <a:gd name="connsiteY1" fmla="*/ 3808409 h 4397864"/>
              <a:gd name="connsiteX2" fmla="*/ 361227 w 2980142"/>
              <a:gd name="connsiteY2" fmla="*/ 3069406 h 4397864"/>
              <a:gd name="connsiteX3" fmla="*/ 20613 w 2980142"/>
              <a:gd name="connsiteY3" fmla="*/ 2507421 h 4397864"/>
              <a:gd name="connsiteX4" fmla="*/ 62718 w 2980142"/>
              <a:gd name="connsiteY4" fmla="*/ 1879043 h 4397864"/>
              <a:gd name="connsiteX5" fmla="*/ 267026 w 2980142"/>
              <a:gd name="connsiteY5" fmla="*/ 1627202 h 4397864"/>
              <a:gd name="connsiteX6" fmla="*/ 1036615 w 2980142"/>
              <a:gd name="connsiteY6" fmla="*/ 1899485 h 4397864"/>
              <a:gd name="connsiteX7" fmla="*/ 1483467 w 2980142"/>
              <a:gd name="connsiteY7" fmla="*/ 1675780 h 4397864"/>
              <a:gd name="connsiteX8" fmla="*/ 2054778 w 2980142"/>
              <a:gd name="connsiteY8" fmla="*/ 1749865 h 4397864"/>
              <a:gd name="connsiteX9" fmla="*/ 2374845 w 2980142"/>
              <a:gd name="connsiteY9" fmla="*/ 1670551 h 4397864"/>
              <a:gd name="connsiteX10" fmla="*/ 2707569 w 2980142"/>
              <a:gd name="connsiteY10" fmla="*/ 1446273 h 4397864"/>
              <a:gd name="connsiteX11" fmla="*/ 2980015 w 2980142"/>
              <a:gd name="connsiteY11" fmla="*/ 929763 h 4397864"/>
              <a:gd name="connsiteX12" fmla="*/ 2766397 w 2980142"/>
              <a:gd name="connsiteY12" fmla="*/ 568410 h 4397864"/>
              <a:gd name="connsiteX13" fmla="*/ 2760103 w 2980142"/>
              <a:gd name="connsiteY13" fmla="*/ 0 h 4397864"/>
              <a:gd name="connsiteX0" fmla="*/ 413180 w 2980125"/>
              <a:gd name="connsiteY0" fmla="*/ 4397864 h 4397864"/>
              <a:gd name="connsiteX1" fmla="*/ 469751 w 2980125"/>
              <a:gd name="connsiteY1" fmla="*/ 3808409 h 4397864"/>
              <a:gd name="connsiteX2" fmla="*/ 361210 w 2980125"/>
              <a:gd name="connsiteY2" fmla="*/ 3069406 h 4397864"/>
              <a:gd name="connsiteX3" fmla="*/ 20596 w 2980125"/>
              <a:gd name="connsiteY3" fmla="*/ 2507421 h 4397864"/>
              <a:gd name="connsiteX4" fmla="*/ 62701 w 2980125"/>
              <a:gd name="connsiteY4" fmla="*/ 1879043 h 4397864"/>
              <a:gd name="connsiteX5" fmla="*/ 266453 w 2980125"/>
              <a:gd name="connsiteY5" fmla="*/ 1590599 h 4397864"/>
              <a:gd name="connsiteX6" fmla="*/ 1036598 w 2980125"/>
              <a:gd name="connsiteY6" fmla="*/ 1899485 h 4397864"/>
              <a:gd name="connsiteX7" fmla="*/ 1483450 w 2980125"/>
              <a:gd name="connsiteY7" fmla="*/ 1675780 h 4397864"/>
              <a:gd name="connsiteX8" fmla="*/ 2054761 w 2980125"/>
              <a:gd name="connsiteY8" fmla="*/ 1749865 h 4397864"/>
              <a:gd name="connsiteX9" fmla="*/ 2374828 w 2980125"/>
              <a:gd name="connsiteY9" fmla="*/ 1670551 h 4397864"/>
              <a:gd name="connsiteX10" fmla="*/ 2707552 w 2980125"/>
              <a:gd name="connsiteY10" fmla="*/ 1446273 h 4397864"/>
              <a:gd name="connsiteX11" fmla="*/ 2979998 w 2980125"/>
              <a:gd name="connsiteY11" fmla="*/ 929763 h 4397864"/>
              <a:gd name="connsiteX12" fmla="*/ 2766380 w 2980125"/>
              <a:gd name="connsiteY12" fmla="*/ 568410 h 4397864"/>
              <a:gd name="connsiteX13" fmla="*/ 2760086 w 2980125"/>
              <a:gd name="connsiteY13" fmla="*/ 0 h 4397864"/>
              <a:gd name="connsiteX0" fmla="*/ 439203 w 3006148"/>
              <a:gd name="connsiteY0" fmla="*/ 4397864 h 4397864"/>
              <a:gd name="connsiteX1" fmla="*/ 495774 w 3006148"/>
              <a:gd name="connsiteY1" fmla="*/ 3808409 h 4397864"/>
              <a:gd name="connsiteX2" fmla="*/ 387233 w 3006148"/>
              <a:gd name="connsiteY2" fmla="*/ 3069406 h 4397864"/>
              <a:gd name="connsiteX3" fmla="*/ 46619 w 3006148"/>
              <a:gd name="connsiteY3" fmla="*/ 2507421 h 4397864"/>
              <a:gd name="connsiteX4" fmla="*/ 29325 w 3006148"/>
              <a:gd name="connsiteY4" fmla="*/ 1859598 h 4397864"/>
              <a:gd name="connsiteX5" fmla="*/ 292476 w 3006148"/>
              <a:gd name="connsiteY5" fmla="*/ 1590599 h 4397864"/>
              <a:gd name="connsiteX6" fmla="*/ 1062621 w 3006148"/>
              <a:gd name="connsiteY6" fmla="*/ 1899485 h 4397864"/>
              <a:gd name="connsiteX7" fmla="*/ 1509473 w 3006148"/>
              <a:gd name="connsiteY7" fmla="*/ 1675780 h 4397864"/>
              <a:gd name="connsiteX8" fmla="*/ 2080784 w 3006148"/>
              <a:gd name="connsiteY8" fmla="*/ 1749865 h 4397864"/>
              <a:gd name="connsiteX9" fmla="*/ 2400851 w 3006148"/>
              <a:gd name="connsiteY9" fmla="*/ 1670551 h 4397864"/>
              <a:gd name="connsiteX10" fmla="*/ 2733575 w 3006148"/>
              <a:gd name="connsiteY10" fmla="*/ 1446273 h 4397864"/>
              <a:gd name="connsiteX11" fmla="*/ 3006021 w 3006148"/>
              <a:gd name="connsiteY11" fmla="*/ 929763 h 4397864"/>
              <a:gd name="connsiteX12" fmla="*/ 2792403 w 3006148"/>
              <a:gd name="connsiteY12" fmla="*/ 568410 h 4397864"/>
              <a:gd name="connsiteX13" fmla="*/ 2786109 w 3006148"/>
              <a:gd name="connsiteY13" fmla="*/ 0 h 4397864"/>
              <a:gd name="connsiteX0" fmla="*/ 495774 w 3006148"/>
              <a:gd name="connsiteY0" fmla="*/ 3808409 h 3808409"/>
              <a:gd name="connsiteX1" fmla="*/ 387233 w 3006148"/>
              <a:gd name="connsiteY1" fmla="*/ 3069406 h 3808409"/>
              <a:gd name="connsiteX2" fmla="*/ 46619 w 3006148"/>
              <a:gd name="connsiteY2" fmla="*/ 2507421 h 3808409"/>
              <a:gd name="connsiteX3" fmla="*/ 29325 w 3006148"/>
              <a:gd name="connsiteY3" fmla="*/ 1859598 h 3808409"/>
              <a:gd name="connsiteX4" fmla="*/ 292476 w 3006148"/>
              <a:gd name="connsiteY4" fmla="*/ 1590599 h 3808409"/>
              <a:gd name="connsiteX5" fmla="*/ 1062621 w 3006148"/>
              <a:gd name="connsiteY5" fmla="*/ 1899485 h 3808409"/>
              <a:gd name="connsiteX6" fmla="*/ 1509473 w 3006148"/>
              <a:gd name="connsiteY6" fmla="*/ 1675780 h 3808409"/>
              <a:gd name="connsiteX7" fmla="*/ 2080784 w 3006148"/>
              <a:gd name="connsiteY7" fmla="*/ 1749865 h 3808409"/>
              <a:gd name="connsiteX8" fmla="*/ 2400851 w 3006148"/>
              <a:gd name="connsiteY8" fmla="*/ 1670551 h 3808409"/>
              <a:gd name="connsiteX9" fmla="*/ 2733575 w 3006148"/>
              <a:gd name="connsiteY9" fmla="*/ 1446273 h 3808409"/>
              <a:gd name="connsiteX10" fmla="*/ 3006021 w 3006148"/>
              <a:gd name="connsiteY10" fmla="*/ 929763 h 3808409"/>
              <a:gd name="connsiteX11" fmla="*/ 2792403 w 3006148"/>
              <a:gd name="connsiteY11" fmla="*/ 568410 h 3808409"/>
              <a:gd name="connsiteX12" fmla="*/ 2786109 w 3006148"/>
              <a:gd name="connsiteY12" fmla="*/ 0 h 3808409"/>
              <a:gd name="connsiteX0" fmla="*/ 665334 w 3006148"/>
              <a:gd name="connsiteY0" fmla="*/ 4055176 h 4055176"/>
              <a:gd name="connsiteX1" fmla="*/ 387233 w 3006148"/>
              <a:gd name="connsiteY1" fmla="*/ 3069406 h 4055176"/>
              <a:gd name="connsiteX2" fmla="*/ 46619 w 3006148"/>
              <a:gd name="connsiteY2" fmla="*/ 2507421 h 4055176"/>
              <a:gd name="connsiteX3" fmla="*/ 29325 w 3006148"/>
              <a:gd name="connsiteY3" fmla="*/ 1859598 h 4055176"/>
              <a:gd name="connsiteX4" fmla="*/ 292476 w 3006148"/>
              <a:gd name="connsiteY4" fmla="*/ 1590599 h 4055176"/>
              <a:gd name="connsiteX5" fmla="*/ 1062621 w 3006148"/>
              <a:gd name="connsiteY5" fmla="*/ 1899485 h 4055176"/>
              <a:gd name="connsiteX6" fmla="*/ 1509473 w 3006148"/>
              <a:gd name="connsiteY6" fmla="*/ 1675780 h 4055176"/>
              <a:gd name="connsiteX7" fmla="*/ 2080784 w 3006148"/>
              <a:gd name="connsiteY7" fmla="*/ 1749865 h 4055176"/>
              <a:gd name="connsiteX8" fmla="*/ 2400851 w 3006148"/>
              <a:gd name="connsiteY8" fmla="*/ 1670551 h 4055176"/>
              <a:gd name="connsiteX9" fmla="*/ 2733575 w 3006148"/>
              <a:gd name="connsiteY9" fmla="*/ 1446273 h 4055176"/>
              <a:gd name="connsiteX10" fmla="*/ 3006021 w 3006148"/>
              <a:gd name="connsiteY10" fmla="*/ 929763 h 4055176"/>
              <a:gd name="connsiteX11" fmla="*/ 2792403 w 3006148"/>
              <a:gd name="connsiteY11" fmla="*/ 568410 h 4055176"/>
              <a:gd name="connsiteX12" fmla="*/ 2786109 w 3006148"/>
              <a:gd name="connsiteY12" fmla="*/ 0 h 4055176"/>
              <a:gd name="connsiteX0" fmla="*/ 667569 w 3008383"/>
              <a:gd name="connsiteY0" fmla="*/ 4055176 h 4055176"/>
              <a:gd name="connsiteX1" fmla="*/ 427744 w 3008383"/>
              <a:gd name="connsiteY1" fmla="*/ 3055859 h 4055176"/>
              <a:gd name="connsiteX2" fmla="*/ 48854 w 3008383"/>
              <a:gd name="connsiteY2" fmla="*/ 2507421 h 4055176"/>
              <a:gd name="connsiteX3" fmla="*/ 31560 w 3008383"/>
              <a:gd name="connsiteY3" fmla="*/ 1859598 h 4055176"/>
              <a:gd name="connsiteX4" fmla="*/ 294711 w 3008383"/>
              <a:gd name="connsiteY4" fmla="*/ 1590599 h 4055176"/>
              <a:gd name="connsiteX5" fmla="*/ 1064856 w 3008383"/>
              <a:gd name="connsiteY5" fmla="*/ 1899485 h 4055176"/>
              <a:gd name="connsiteX6" fmla="*/ 1511708 w 3008383"/>
              <a:gd name="connsiteY6" fmla="*/ 1675780 h 4055176"/>
              <a:gd name="connsiteX7" fmla="*/ 2083019 w 3008383"/>
              <a:gd name="connsiteY7" fmla="*/ 1749865 h 4055176"/>
              <a:gd name="connsiteX8" fmla="*/ 2403086 w 3008383"/>
              <a:gd name="connsiteY8" fmla="*/ 1670551 h 4055176"/>
              <a:gd name="connsiteX9" fmla="*/ 2735810 w 3008383"/>
              <a:gd name="connsiteY9" fmla="*/ 1446273 h 4055176"/>
              <a:gd name="connsiteX10" fmla="*/ 3008256 w 3008383"/>
              <a:gd name="connsiteY10" fmla="*/ 929763 h 4055176"/>
              <a:gd name="connsiteX11" fmla="*/ 2794638 w 3008383"/>
              <a:gd name="connsiteY11" fmla="*/ 568410 h 4055176"/>
              <a:gd name="connsiteX12" fmla="*/ 2788344 w 3008383"/>
              <a:gd name="connsiteY12" fmla="*/ 0 h 4055176"/>
              <a:gd name="connsiteX0" fmla="*/ 667569 w 3008383"/>
              <a:gd name="connsiteY0" fmla="*/ 4055176 h 4055176"/>
              <a:gd name="connsiteX1" fmla="*/ 508316 w 3008383"/>
              <a:gd name="connsiteY1" fmla="*/ 3700693 h 4055176"/>
              <a:gd name="connsiteX2" fmla="*/ 427744 w 3008383"/>
              <a:gd name="connsiteY2" fmla="*/ 3055859 h 4055176"/>
              <a:gd name="connsiteX3" fmla="*/ 48854 w 3008383"/>
              <a:gd name="connsiteY3" fmla="*/ 2507421 h 4055176"/>
              <a:gd name="connsiteX4" fmla="*/ 31560 w 3008383"/>
              <a:gd name="connsiteY4" fmla="*/ 1859598 h 4055176"/>
              <a:gd name="connsiteX5" fmla="*/ 294711 w 3008383"/>
              <a:gd name="connsiteY5" fmla="*/ 1590599 h 4055176"/>
              <a:gd name="connsiteX6" fmla="*/ 1064856 w 3008383"/>
              <a:gd name="connsiteY6" fmla="*/ 1899485 h 4055176"/>
              <a:gd name="connsiteX7" fmla="*/ 1511708 w 3008383"/>
              <a:gd name="connsiteY7" fmla="*/ 1675780 h 4055176"/>
              <a:gd name="connsiteX8" fmla="*/ 2083019 w 3008383"/>
              <a:gd name="connsiteY8" fmla="*/ 1749865 h 4055176"/>
              <a:gd name="connsiteX9" fmla="*/ 2403086 w 3008383"/>
              <a:gd name="connsiteY9" fmla="*/ 1670551 h 4055176"/>
              <a:gd name="connsiteX10" fmla="*/ 2735810 w 3008383"/>
              <a:gd name="connsiteY10" fmla="*/ 1446273 h 4055176"/>
              <a:gd name="connsiteX11" fmla="*/ 3008256 w 3008383"/>
              <a:gd name="connsiteY11" fmla="*/ 929763 h 4055176"/>
              <a:gd name="connsiteX12" fmla="*/ 2794638 w 3008383"/>
              <a:gd name="connsiteY12" fmla="*/ 568410 h 4055176"/>
              <a:gd name="connsiteX13" fmla="*/ 2788344 w 3008383"/>
              <a:gd name="connsiteY13" fmla="*/ 0 h 4055176"/>
              <a:gd name="connsiteX0" fmla="*/ 702113 w 3008383"/>
              <a:gd name="connsiteY0" fmla="*/ 4020819 h 4020819"/>
              <a:gd name="connsiteX1" fmla="*/ 508316 w 3008383"/>
              <a:gd name="connsiteY1" fmla="*/ 3700693 h 4020819"/>
              <a:gd name="connsiteX2" fmla="*/ 427744 w 3008383"/>
              <a:gd name="connsiteY2" fmla="*/ 3055859 h 4020819"/>
              <a:gd name="connsiteX3" fmla="*/ 48854 w 3008383"/>
              <a:gd name="connsiteY3" fmla="*/ 2507421 h 4020819"/>
              <a:gd name="connsiteX4" fmla="*/ 31560 w 3008383"/>
              <a:gd name="connsiteY4" fmla="*/ 1859598 h 4020819"/>
              <a:gd name="connsiteX5" fmla="*/ 294711 w 3008383"/>
              <a:gd name="connsiteY5" fmla="*/ 1590599 h 4020819"/>
              <a:gd name="connsiteX6" fmla="*/ 1064856 w 3008383"/>
              <a:gd name="connsiteY6" fmla="*/ 1899485 h 4020819"/>
              <a:gd name="connsiteX7" fmla="*/ 1511708 w 3008383"/>
              <a:gd name="connsiteY7" fmla="*/ 1675780 h 4020819"/>
              <a:gd name="connsiteX8" fmla="*/ 2083019 w 3008383"/>
              <a:gd name="connsiteY8" fmla="*/ 1749865 h 4020819"/>
              <a:gd name="connsiteX9" fmla="*/ 2403086 w 3008383"/>
              <a:gd name="connsiteY9" fmla="*/ 1670551 h 4020819"/>
              <a:gd name="connsiteX10" fmla="*/ 2735810 w 3008383"/>
              <a:gd name="connsiteY10" fmla="*/ 1446273 h 4020819"/>
              <a:gd name="connsiteX11" fmla="*/ 3008256 w 3008383"/>
              <a:gd name="connsiteY11" fmla="*/ 929763 h 4020819"/>
              <a:gd name="connsiteX12" fmla="*/ 2794638 w 3008383"/>
              <a:gd name="connsiteY12" fmla="*/ 568410 h 4020819"/>
              <a:gd name="connsiteX13" fmla="*/ 2788344 w 3008383"/>
              <a:gd name="connsiteY13" fmla="*/ 0 h 4020819"/>
              <a:gd name="connsiteX0" fmla="*/ 702113 w 3123813"/>
              <a:gd name="connsiteY0" fmla="*/ 4020819 h 4020819"/>
              <a:gd name="connsiteX1" fmla="*/ 508316 w 3123813"/>
              <a:gd name="connsiteY1" fmla="*/ 3700693 h 4020819"/>
              <a:gd name="connsiteX2" fmla="*/ 427744 w 3123813"/>
              <a:gd name="connsiteY2" fmla="*/ 3055859 h 4020819"/>
              <a:gd name="connsiteX3" fmla="*/ 48854 w 3123813"/>
              <a:gd name="connsiteY3" fmla="*/ 2507421 h 4020819"/>
              <a:gd name="connsiteX4" fmla="*/ 31560 w 3123813"/>
              <a:gd name="connsiteY4" fmla="*/ 1859598 h 4020819"/>
              <a:gd name="connsiteX5" fmla="*/ 294711 w 3123813"/>
              <a:gd name="connsiteY5" fmla="*/ 1590599 h 4020819"/>
              <a:gd name="connsiteX6" fmla="*/ 1064856 w 3123813"/>
              <a:gd name="connsiteY6" fmla="*/ 1899485 h 4020819"/>
              <a:gd name="connsiteX7" fmla="*/ 1511708 w 3123813"/>
              <a:gd name="connsiteY7" fmla="*/ 1675780 h 4020819"/>
              <a:gd name="connsiteX8" fmla="*/ 2083019 w 3123813"/>
              <a:gd name="connsiteY8" fmla="*/ 1749865 h 4020819"/>
              <a:gd name="connsiteX9" fmla="*/ 2403086 w 3123813"/>
              <a:gd name="connsiteY9" fmla="*/ 1670551 h 4020819"/>
              <a:gd name="connsiteX10" fmla="*/ 3094682 w 3123813"/>
              <a:gd name="connsiteY10" fmla="*/ 1635916 h 4020819"/>
              <a:gd name="connsiteX11" fmla="*/ 3008256 w 3123813"/>
              <a:gd name="connsiteY11" fmla="*/ 929763 h 4020819"/>
              <a:gd name="connsiteX12" fmla="*/ 2794638 w 3123813"/>
              <a:gd name="connsiteY12" fmla="*/ 568410 h 4020819"/>
              <a:gd name="connsiteX13" fmla="*/ 2788344 w 3123813"/>
              <a:gd name="connsiteY13" fmla="*/ 0 h 4020819"/>
              <a:gd name="connsiteX0" fmla="*/ 702113 w 3117286"/>
              <a:gd name="connsiteY0" fmla="*/ 4020819 h 4020819"/>
              <a:gd name="connsiteX1" fmla="*/ 508316 w 3117286"/>
              <a:gd name="connsiteY1" fmla="*/ 3700693 h 4020819"/>
              <a:gd name="connsiteX2" fmla="*/ 427744 w 3117286"/>
              <a:gd name="connsiteY2" fmla="*/ 3055859 h 4020819"/>
              <a:gd name="connsiteX3" fmla="*/ 48854 w 3117286"/>
              <a:gd name="connsiteY3" fmla="*/ 2507421 h 4020819"/>
              <a:gd name="connsiteX4" fmla="*/ 31560 w 3117286"/>
              <a:gd name="connsiteY4" fmla="*/ 1859598 h 4020819"/>
              <a:gd name="connsiteX5" fmla="*/ 294711 w 3117286"/>
              <a:gd name="connsiteY5" fmla="*/ 1590599 h 4020819"/>
              <a:gd name="connsiteX6" fmla="*/ 1064856 w 3117286"/>
              <a:gd name="connsiteY6" fmla="*/ 1899485 h 4020819"/>
              <a:gd name="connsiteX7" fmla="*/ 1511708 w 3117286"/>
              <a:gd name="connsiteY7" fmla="*/ 1675780 h 4020819"/>
              <a:gd name="connsiteX8" fmla="*/ 2083019 w 3117286"/>
              <a:gd name="connsiteY8" fmla="*/ 1749865 h 4020819"/>
              <a:gd name="connsiteX9" fmla="*/ 2505111 w 3117286"/>
              <a:gd name="connsiteY9" fmla="*/ 1759031 h 4020819"/>
              <a:gd name="connsiteX10" fmla="*/ 3094682 w 3117286"/>
              <a:gd name="connsiteY10" fmla="*/ 1635916 h 4020819"/>
              <a:gd name="connsiteX11" fmla="*/ 3008256 w 3117286"/>
              <a:gd name="connsiteY11" fmla="*/ 929763 h 4020819"/>
              <a:gd name="connsiteX12" fmla="*/ 2794638 w 3117286"/>
              <a:gd name="connsiteY12" fmla="*/ 568410 h 4020819"/>
              <a:gd name="connsiteX13" fmla="*/ 2788344 w 3117286"/>
              <a:gd name="connsiteY13" fmla="*/ 0 h 4020819"/>
              <a:gd name="connsiteX0" fmla="*/ 702113 w 3117286"/>
              <a:gd name="connsiteY0" fmla="*/ 4020819 h 4020819"/>
              <a:gd name="connsiteX1" fmla="*/ 508316 w 3117286"/>
              <a:gd name="connsiteY1" fmla="*/ 3700693 h 4020819"/>
              <a:gd name="connsiteX2" fmla="*/ 427744 w 3117286"/>
              <a:gd name="connsiteY2" fmla="*/ 3055859 h 4020819"/>
              <a:gd name="connsiteX3" fmla="*/ 48854 w 3117286"/>
              <a:gd name="connsiteY3" fmla="*/ 2507421 h 4020819"/>
              <a:gd name="connsiteX4" fmla="*/ 31560 w 3117286"/>
              <a:gd name="connsiteY4" fmla="*/ 1859598 h 4020819"/>
              <a:gd name="connsiteX5" fmla="*/ 294711 w 3117286"/>
              <a:gd name="connsiteY5" fmla="*/ 1590599 h 4020819"/>
              <a:gd name="connsiteX6" fmla="*/ 1064856 w 3117286"/>
              <a:gd name="connsiteY6" fmla="*/ 1899485 h 4020819"/>
              <a:gd name="connsiteX7" fmla="*/ 1511708 w 3117286"/>
              <a:gd name="connsiteY7" fmla="*/ 1675780 h 4020819"/>
              <a:gd name="connsiteX8" fmla="*/ 2083019 w 3117286"/>
              <a:gd name="connsiteY8" fmla="*/ 1749865 h 4020819"/>
              <a:gd name="connsiteX9" fmla="*/ 2505111 w 3117286"/>
              <a:gd name="connsiteY9" fmla="*/ 1759031 h 4020819"/>
              <a:gd name="connsiteX10" fmla="*/ 3094682 w 3117286"/>
              <a:gd name="connsiteY10" fmla="*/ 1635916 h 4020819"/>
              <a:gd name="connsiteX11" fmla="*/ 3008256 w 3117286"/>
              <a:gd name="connsiteY11" fmla="*/ 929763 h 4020819"/>
              <a:gd name="connsiteX12" fmla="*/ 3039100 w 3117286"/>
              <a:gd name="connsiteY12" fmla="*/ 592253 h 4020819"/>
              <a:gd name="connsiteX13" fmla="*/ 2788344 w 3117286"/>
              <a:gd name="connsiteY13" fmla="*/ 0 h 4020819"/>
              <a:gd name="connsiteX0" fmla="*/ 702113 w 3117286"/>
              <a:gd name="connsiteY0" fmla="*/ 4020819 h 4020819"/>
              <a:gd name="connsiteX1" fmla="*/ 508316 w 3117286"/>
              <a:gd name="connsiteY1" fmla="*/ 3700693 h 4020819"/>
              <a:gd name="connsiteX2" fmla="*/ 427744 w 3117286"/>
              <a:gd name="connsiteY2" fmla="*/ 3055859 h 4020819"/>
              <a:gd name="connsiteX3" fmla="*/ 48854 w 3117286"/>
              <a:gd name="connsiteY3" fmla="*/ 2507421 h 4020819"/>
              <a:gd name="connsiteX4" fmla="*/ 31560 w 3117286"/>
              <a:gd name="connsiteY4" fmla="*/ 1859598 h 4020819"/>
              <a:gd name="connsiteX5" fmla="*/ 294711 w 3117286"/>
              <a:gd name="connsiteY5" fmla="*/ 1590599 h 4020819"/>
              <a:gd name="connsiteX6" fmla="*/ 1064856 w 3117286"/>
              <a:gd name="connsiteY6" fmla="*/ 1899485 h 4020819"/>
              <a:gd name="connsiteX7" fmla="*/ 1511708 w 3117286"/>
              <a:gd name="connsiteY7" fmla="*/ 1675780 h 4020819"/>
              <a:gd name="connsiteX8" fmla="*/ 2083019 w 3117286"/>
              <a:gd name="connsiteY8" fmla="*/ 1749865 h 4020819"/>
              <a:gd name="connsiteX9" fmla="*/ 2505111 w 3117286"/>
              <a:gd name="connsiteY9" fmla="*/ 1759031 h 4020819"/>
              <a:gd name="connsiteX10" fmla="*/ 3094682 w 3117286"/>
              <a:gd name="connsiteY10" fmla="*/ 1635916 h 4020819"/>
              <a:gd name="connsiteX11" fmla="*/ 3008256 w 3117286"/>
              <a:gd name="connsiteY11" fmla="*/ 929763 h 4020819"/>
              <a:gd name="connsiteX12" fmla="*/ 3039100 w 3117286"/>
              <a:gd name="connsiteY12" fmla="*/ 592253 h 4020819"/>
              <a:gd name="connsiteX13" fmla="*/ 2962104 w 3117286"/>
              <a:gd name="connsiteY13" fmla="*/ 95304 h 4020819"/>
              <a:gd name="connsiteX14" fmla="*/ 2788344 w 3117286"/>
              <a:gd name="connsiteY14" fmla="*/ 0 h 4020819"/>
              <a:gd name="connsiteX0" fmla="*/ 702113 w 3117286"/>
              <a:gd name="connsiteY0" fmla="*/ 4310196 h 4310196"/>
              <a:gd name="connsiteX1" fmla="*/ 508316 w 3117286"/>
              <a:gd name="connsiteY1" fmla="*/ 3990070 h 4310196"/>
              <a:gd name="connsiteX2" fmla="*/ 427744 w 3117286"/>
              <a:gd name="connsiteY2" fmla="*/ 3345236 h 4310196"/>
              <a:gd name="connsiteX3" fmla="*/ 48854 w 3117286"/>
              <a:gd name="connsiteY3" fmla="*/ 2796798 h 4310196"/>
              <a:gd name="connsiteX4" fmla="*/ 31560 w 3117286"/>
              <a:gd name="connsiteY4" fmla="*/ 2148975 h 4310196"/>
              <a:gd name="connsiteX5" fmla="*/ 294711 w 3117286"/>
              <a:gd name="connsiteY5" fmla="*/ 1879976 h 4310196"/>
              <a:gd name="connsiteX6" fmla="*/ 1064856 w 3117286"/>
              <a:gd name="connsiteY6" fmla="*/ 2188862 h 4310196"/>
              <a:gd name="connsiteX7" fmla="*/ 1511708 w 3117286"/>
              <a:gd name="connsiteY7" fmla="*/ 1965157 h 4310196"/>
              <a:gd name="connsiteX8" fmla="*/ 2083019 w 3117286"/>
              <a:gd name="connsiteY8" fmla="*/ 2039242 h 4310196"/>
              <a:gd name="connsiteX9" fmla="*/ 2505111 w 3117286"/>
              <a:gd name="connsiteY9" fmla="*/ 2048408 h 4310196"/>
              <a:gd name="connsiteX10" fmla="*/ 3094682 w 3117286"/>
              <a:gd name="connsiteY10" fmla="*/ 1925293 h 4310196"/>
              <a:gd name="connsiteX11" fmla="*/ 3008256 w 3117286"/>
              <a:gd name="connsiteY11" fmla="*/ 1219140 h 4310196"/>
              <a:gd name="connsiteX12" fmla="*/ 3039100 w 3117286"/>
              <a:gd name="connsiteY12" fmla="*/ 881630 h 4310196"/>
              <a:gd name="connsiteX13" fmla="*/ 2962104 w 3117286"/>
              <a:gd name="connsiteY13" fmla="*/ 384681 h 4310196"/>
              <a:gd name="connsiteX14" fmla="*/ 2309090 w 3117286"/>
              <a:gd name="connsiteY14" fmla="*/ 0 h 4310196"/>
              <a:gd name="connsiteX0" fmla="*/ 702113 w 3117286"/>
              <a:gd name="connsiteY0" fmla="*/ 4310196 h 4310196"/>
              <a:gd name="connsiteX1" fmla="*/ 508316 w 3117286"/>
              <a:gd name="connsiteY1" fmla="*/ 3990070 h 4310196"/>
              <a:gd name="connsiteX2" fmla="*/ 427744 w 3117286"/>
              <a:gd name="connsiteY2" fmla="*/ 3345236 h 4310196"/>
              <a:gd name="connsiteX3" fmla="*/ 48854 w 3117286"/>
              <a:gd name="connsiteY3" fmla="*/ 2796798 h 4310196"/>
              <a:gd name="connsiteX4" fmla="*/ 31560 w 3117286"/>
              <a:gd name="connsiteY4" fmla="*/ 2148975 h 4310196"/>
              <a:gd name="connsiteX5" fmla="*/ 294711 w 3117286"/>
              <a:gd name="connsiteY5" fmla="*/ 1879976 h 4310196"/>
              <a:gd name="connsiteX6" fmla="*/ 1064856 w 3117286"/>
              <a:gd name="connsiteY6" fmla="*/ 2188862 h 4310196"/>
              <a:gd name="connsiteX7" fmla="*/ 1499648 w 3117286"/>
              <a:gd name="connsiteY7" fmla="*/ 2040900 h 4310196"/>
              <a:gd name="connsiteX8" fmla="*/ 2083019 w 3117286"/>
              <a:gd name="connsiteY8" fmla="*/ 2039242 h 4310196"/>
              <a:gd name="connsiteX9" fmla="*/ 2505111 w 3117286"/>
              <a:gd name="connsiteY9" fmla="*/ 2048408 h 4310196"/>
              <a:gd name="connsiteX10" fmla="*/ 3094682 w 3117286"/>
              <a:gd name="connsiteY10" fmla="*/ 1925293 h 4310196"/>
              <a:gd name="connsiteX11" fmla="*/ 3008256 w 3117286"/>
              <a:gd name="connsiteY11" fmla="*/ 1219140 h 4310196"/>
              <a:gd name="connsiteX12" fmla="*/ 3039100 w 3117286"/>
              <a:gd name="connsiteY12" fmla="*/ 881630 h 4310196"/>
              <a:gd name="connsiteX13" fmla="*/ 2962104 w 3117286"/>
              <a:gd name="connsiteY13" fmla="*/ 384681 h 4310196"/>
              <a:gd name="connsiteX14" fmla="*/ 2309090 w 3117286"/>
              <a:gd name="connsiteY14" fmla="*/ 0 h 4310196"/>
              <a:gd name="connsiteX0" fmla="*/ 702113 w 3117286"/>
              <a:gd name="connsiteY0" fmla="*/ 4310196 h 4310196"/>
              <a:gd name="connsiteX1" fmla="*/ 508316 w 3117286"/>
              <a:gd name="connsiteY1" fmla="*/ 3990070 h 4310196"/>
              <a:gd name="connsiteX2" fmla="*/ 427744 w 3117286"/>
              <a:gd name="connsiteY2" fmla="*/ 3345236 h 4310196"/>
              <a:gd name="connsiteX3" fmla="*/ 48854 w 3117286"/>
              <a:gd name="connsiteY3" fmla="*/ 2796798 h 4310196"/>
              <a:gd name="connsiteX4" fmla="*/ 31560 w 3117286"/>
              <a:gd name="connsiteY4" fmla="*/ 2148975 h 4310196"/>
              <a:gd name="connsiteX5" fmla="*/ 294711 w 3117286"/>
              <a:gd name="connsiteY5" fmla="*/ 1879976 h 4310196"/>
              <a:gd name="connsiteX6" fmla="*/ 1181006 w 3117286"/>
              <a:gd name="connsiteY6" fmla="*/ 2214486 h 4310196"/>
              <a:gd name="connsiteX7" fmla="*/ 1499648 w 3117286"/>
              <a:gd name="connsiteY7" fmla="*/ 2040900 h 4310196"/>
              <a:gd name="connsiteX8" fmla="*/ 2083019 w 3117286"/>
              <a:gd name="connsiteY8" fmla="*/ 2039242 h 4310196"/>
              <a:gd name="connsiteX9" fmla="*/ 2505111 w 3117286"/>
              <a:gd name="connsiteY9" fmla="*/ 2048408 h 4310196"/>
              <a:gd name="connsiteX10" fmla="*/ 3094682 w 3117286"/>
              <a:gd name="connsiteY10" fmla="*/ 1925293 h 4310196"/>
              <a:gd name="connsiteX11" fmla="*/ 3008256 w 3117286"/>
              <a:gd name="connsiteY11" fmla="*/ 1219140 h 4310196"/>
              <a:gd name="connsiteX12" fmla="*/ 3039100 w 3117286"/>
              <a:gd name="connsiteY12" fmla="*/ 881630 h 4310196"/>
              <a:gd name="connsiteX13" fmla="*/ 2962104 w 3117286"/>
              <a:gd name="connsiteY13" fmla="*/ 384681 h 4310196"/>
              <a:gd name="connsiteX14" fmla="*/ 2309090 w 3117286"/>
              <a:gd name="connsiteY14" fmla="*/ 0 h 4310196"/>
              <a:gd name="connsiteX0" fmla="*/ 702113 w 3117286"/>
              <a:gd name="connsiteY0" fmla="*/ 4310196 h 4310196"/>
              <a:gd name="connsiteX1" fmla="*/ 508316 w 3117286"/>
              <a:gd name="connsiteY1" fmla="*/ 3990070 h 4310196"/>
              <a:gd name="connsiteX2" fmla="*/ 427744 w 3117286"/>
              <a:gd name="connsiteY2" fmla="*/ 3345236 h 4310196"/>
              <a:gd name="connsiteX3" fmla="*/ 48854 w 3117286"/>
              <a:gd name="connsiteY3" fmla="*/ 2796798 h 4310196"/>
              <a:gd name="connsiteX4" fmla="*/ 31560 w 3117286"/>
              <a:gd name="connsiteY4" fmla="*/ 2148975 h 4310196"/>
              <a:gd name="connsiteX5" fmla="*/ 294711 w 3117286"/>
              <a:gd name="connsiteY5" fmla="*/ 1879976 h 4310196"/>
              <a:gd name="connsiteX6" fmla="*/ 1181006 w 3117286"/>
              <a:gd name="connsiteY6" fmla="*/ 2214486 h 4310196"/>
              <a:gd name="connsiteX7" fmla="*/ 1499648 w 3117286"/>
              <a:gd name="connsiteY7" fmla="*/ 2040900 h 4310196"/>
              <a:gd name="connsiteX8" fmla="*/ 2148369 w 3117286"/>
              <a:gd name="connsiteY8" fmla="*/ 2121326 h 4310196"/>
              <a:gd name="connsiteX9" fmla="*/ 2505111 w 3117286"/>
              <a:gd name="connsiteY9" fmla="*/ 2048408 h 4310196"/>
              <a:gd name="connsiteX10" fmla="*/ 3094682 w 3117286"/>
              <a:gd name="connsiteY10" fmla="*/ 1925293 h 4310196"/>
              <a:gd name="connsiteX11" fmla="*/ 3008256 w 3117286"/>
              <a:gd name="connsiteY11" fmla="*/ 1219140 h 4310196"/>
              <a:gd name="connsiteX12" fmla="*/ 3039100 w 3117286"/>
              <a:gd name="connsiteY12" fmla="*/ 881630 h 4310196"/>
              <a:gd name="connsiteX13" fmla="*/ 2962104 w 3117286"/>
              <a:gd name="connsiteY13" fmla="*/ 384681 h 4310196"/>
              <a:gd name="connsiteX14" fmla="*/ 2309090 w 3117286"/>
              <a:gd name="connsiteY14" fmla="*/ 0 h 4310196"/>
              <a:gd name="connsiteX0" fmla="*/ 702113 w 3112028"/>
              <a:gd name="connsiteY0" fmla="*/ 4310196 h 4310196"/>
              <a:gd name="connsiteX1" fmla="*/ 508316 w 3112028"/>
              <a:gd name="connsiteY1" fmla="*/ 3990070 h 4310196"/>
              <a:gd name="connsiteX2" fmla="*/ 427744 w 3112028"/>
              <a:gd name="connsiteY2" fmla="*/ 3345236 h 4310196"/>
              <a:gd name="connsiteX3" fmla="*/ 48854 w 3112028"/>
              <a:gd name="connsiteY3" fmla="*/ 2796798 h 4310196"/>
              <a:gd name="connsiteX4" fmla="*/ 31560 w 3112028"/>
              <a:gd name="connsiteY4" fmla="*/ 2148975 h 4310196"/>
              <a:gd name="connsiteX5" fmla="*/ 294711 w 3112028"/>
              <a:gd name="connsiteY5" fmla="*/ 1879976 h 4310196"/>
              <a:gd name="connsiteX6" fmla="*/ 1181006 w 3112028"/>
              <a:gd name="connsiteY6" fmla="*/ 2214486 h 4310196"/>
              <a:gd name="connsiteX7" fmla="*/ 1499648 w 3112028"/>
              <a:gd name="connsiteY7" fmla="*/ 2040900 h 4310196"/>
              <a:gd name="connsiteX8" fmla="*/ 2148369 w 3112028"/>
              <a:gd name="connsiteY8" fmla="*/ 2121326 h 4310196"/>
              <a:gd name="connsiteX9" fmla="*/ 2590760 w 3112028"/>
              <a:gd name="connsiteY9" fmla="*/ 2098240 h 4310196"/>
              <a:gd name="connsiteX10" fmla="*/ 3094682 w 3112028"/>
              <a:gd name="connsiteY10" fmla="*/ 1925293 h 4310196"/>
              <a:gd name="connsiteX11" fmla="*/ 3008256 w 3112028"/>
              <a:gd name="connsiteY11" fmla="*/ 1219140 h 4310196"/>
              <a:gd name="connsiteX12" fmla="*/ 3039100 w 3112028"/>
              <a:gd name="connsiteY12" fmla="*/ 881630 h 4310196"/>
              <a:gd name="connsiteX13" fmla="*/ 2962104 w 3112028"/>
              <a:gd name="connsiteY13" fmla="*/ 384681 h 4310196"/>
              <a:gd name="connsiteX14" fmla="*/ 2309090 w 3112028"/>
              <a:gd name="connsiteY14" fmla="*/ 0 h 4310196"/>
              <a:gd name="connsiteX0" fmla="*/ 702113 w 3112028"/>
              <a:gd name="connsiteY0" fmla="*/ 4310196 h 4310196"/>
              <a:gd name="connsiteX1" fmla="*/ 508316 w 3112028"/>
              <a:gd name="connsiteY1" fmla="*/ 3990070 h 4310196"/>
              <a:gd name="connsiteX2" fmla="*/ 427744 w 3112028"/>
              <a:gd name="connsiteY2" fmla="*/ 3345236 h 4310196"/>
              <a:gd name="connsiteX3" fmla="*/ 48854 w 3112028"/>
              <a:gd name="connsiteY3" fmla="*/ 2796798 h 4310196"/>
              <a:gd name="connsiteX4" fmla="*/ 31560 w 3112028"/>
              <a:gd name="connsiteY4" fmla="*/ 2148975 h 4310196"/>
              <a:gd name="connsiteX5" fmla="*/ 294711 w 3112028"/>
              <a:gd name="connsiteY5" fmla="*/ 1879976 h 4310196"/>
              <a:gd name="connsiteX6" fmla="*/ 1181006 w 3112028"/>
              <a:gd name="connsiteY6" fmla="*/ 2214486 h 4310196"/>
              <a:gd name="connsiteX7" fmla="*/ 1499648 w 3112028"/>
              <a:gd name="connsiteY7" fmla="*/ 2040900 h 4310196"/>
              <a:gd name="connsiteX8" fmla="*/ 2223835 w 3112028"/>
              <a:gd name="connsiteY8" fmla="*/ 2171172 h 4310196"/>
              <a:gd name="connsiteX9" fmla="*/ 2590760 w 3112028"/>
              <a:gd name="connsiteY9" fmla="*/ 2098240 h 4310196"/>
              <a:gd name="connsiteX10" fmla="*/ 3094682 w 3112028"/>
              <a:gd name="connsiteY10" fmla="*/ 1925293 h 4310196"/>
              <a:gd name="connsiteX11" fmla="*/ 3008256 w 3112028"/>
              <a:gd name="connsiteY11" fmla="*/ 1219140 h 4310196"/>
              <a:gd name="connsiteX12" fmla="*/ 3039100 w 3112028"/>
              <a:gd name="connsiteY12" fmla="*/ 881630 h 4310196"/>
              <a:gd name="connsiteX13" fmla="*/ 2962104 w 3112028"/>
              <a:gd name="connsiteY13" fmla="*/ 384681 h 4310196"/>
              <a:gd name="connsiteX14" fmla="*/ 2309090 w 3112028"/>
              <a:gd name="connsiteY14" fmla="*/ 0 h 4310196"/>
              <a:gd name="connsiteX0" fmla="*/ 702113 w 3107179"/>
              <a:gd name="connsiteY0" fmla="*/ 4310196 h 4310196"/>
              <a:gd name="connsiteX1" fmla="*/ 508316 w 3107179"/>
              <a:gd name="connsiteY1" fmla="*/ 3990070 h 4310196"/>
              <a:gd name="connsiteX2" fmla="*/ 427744 w 3107179"/>
              <a:gd name="connsiteY2" fmla="*/ 3345236 h 4310196"/>
              <a:gd name="connsiteX3" fmla="*/ 48854 w 3107179"/>
              <a:gd name="connsiteY3" fmla="*/ 2796798 h 4310196"/>
              <a:gd name="connsiteX4" fmla="*/ 31560 w 3107179"/>
              <a:gd name="connsiteY4" fmla="*/ 2148975 h 4310196"/>
              <a:gd name="connsiteX5" fmla="*/ 294711 w 3107179"/>
              <a:gd name="connsiteY5" fmla="*/ 1879976 h 4310196"/>
              <a:gd name="connsiteX6" fmla="*/ 1181006 w 3107179"/>
              <a:gd name="connsiteY6" fmla="*/ 2214486 h 4310196"/>
              <a:gd name="connsiteX7" fmla="*/ 1499648 w 3107179"/>
              <a:gd name="connsiteY7" fmla="*/ 2040900 h 4310196"/>
              <a:gd name="connsiteX8" fmla="*/ 2223835 w 3107179"/>
              <a:gd name="connsiteY8" fmla="*/ 2171172 h 4310196"/>
              <a:gd name="connsiteX9" fmla="*/ 2674226 w 3107179"/>
              <a:gd name="connsiteY9" fmla="*/ 2078794 h 4310196"/>
              <a:gd name="connsiteX10" fmla="*/ 3094682 w 3107179"/>
              <a:gd name="connsiteY10" fmla="*/ 1925293 h 4310196"/>
              <a:gd name="connsiteX11" fmla="*/ 3008256 w 3107179"/>
              <a:gd name="connsiteY11" fmla="*/ 1219140 h 4310196"/>
              <a:gd name="connsiteX12" fmla="*/ 3039100 w 3107179"/>
              <a:gd name="connsiteY12" fmla="*/ 881630 h 4310196"/>
              <a:gd name="connsiteX13" fmla="*/ 2962104 w 3107179"/>
              <a:gd name="connsiteY13" fmla="*/ 384681 h 4310196"/>
              <a:gd name="connsiteX14" fmla="*/ 2309090 w 3107179"/>
              <a:gd name="connsiteY14" fmla="*/ 0 h 4310196"/>
              <a:gd name="connsiteX0" fmla="*/ 702113 w 3192463"/>
              <a:gd name="connsiteY0" fmla="*/ 4310196 h 4310196"/>
              <a:gd name="connsiteX1" fmla="*/ 508316 w 3192463"/>
              <a:gd name="connsiteY1" fmla="*/ 3990070 h 4310196"/>
              <a:gd name="connsiteX2" fmla="*/ 427744 w 3192463"/>
              <a:gd name="connsiteY2" fmla="*/ 3345236 h 4310196"/>
              <a:gd name="connsiteX3" fmla="*/ 48854 w 3192463"/>
              <a:gd name="connsiteY3" fmla="*/ 2796798 h 4310196"/>
              <a:gd name="connsiteX4" fmla="*/ 31560 w 3192463"/>
              <a:gd name="connsiteY4" fmla="*/ 2148975 h 4310196"/>
              <a:gd name="connsiteX5" fmla="*/ 294711 w 3192463"/>
              <a:gd name="connsiteY5" fmla="*/ 1879976 h 4310196"/>
              <a:gd name="connsiteX6" fmla="*/ 1181006 w 3192463"/>
              <a:gd name="connsiteY6" fmla="*/ 2214486 h 4310196"/>
              <a:gd name="connsiteX7" fmla="*/ 1499648 w 3192463"/>
              <a:gd name="connsiteY7" fmla="*/ 2040900 h 4310196"/>
              <a:gd name="connsiteX8" fmla="*/ 2223835 w 3192463"/>
              <a:gd name="connsiteY8" fmla="*/ 2171172 h 4310196"/>
              <a:gd name="connsiteX9" fmla="*/ 2674226 w 3192463"/>
              <a:gd name="connsiteY9" fmla="*/ 2078794 h 4310196"/>
              <a:gd name="connsiteX10" fmla="*/ 3094682 w 3192463"/>
              <a:gd name="connsiteY10" fmla="*/ 1925293 h 4310196"/>
              <a:gd name="connsiteX11" fmla="*/ 3188419 w 3192463"/>
              <a:gd name="connsiteY11" fmla="*/ 1727973 h 4310196"/>
              <a:gd name="connsiteX12" fmla="*/ 3008256 w 3192463"/>
              <a:gd name="connsiteY12" fmla="*/ 1219140 h 4310196"/>
              <a:gd name="connsiteX13" fmla="*/ 3039100 w 3192463"/>
              <a:gd name="connsiteY13" fmla="*/ 881630 h 4310196"/>
              <a:gd name="connsiteX14" fmla="*/ 2962104 w 3192463"/>
              <a:gd name="connsiteY14" fmla="*/ 384681 h 4310196"/>
              <a:gd name="connsiteX15" fmla="*/ 2309090 w 3192463"/>
              <a:gd name="connsiteY15" fmla="*/ 0 h 4310196"/>
              <a:gd name="connsiteX0" fmla="*/ 702113 w 3190407"/>
              <a:gd name="connsiteY0" fmla="*/ 4310196 h 4310196"/>
              <a:gd name="connsiteX1" fmla="*/ 508316 w 3190407"/>
              <a:gd name="connsiteY1" fmla="*/ 3990070 h 4310196"/>
              <a:gd name="connsiteX2" fmla="*/ 427744 w 3190407"/>
              <a:gd name="connsiteY2" fmla="*/ 3345236 h 4310196"/>
              <a:gd name="connsiteX3" fmla="*/ 48854 w 3190407"/>
              <a:gd name="connsiteY3" fmla="*/ 2796798 h 4310196"/>
              <a:gd name="connsiteX4" fmla="*/ 31560 w 3190407"/>
              <a:gd name="connsiteY4" fmla="*/ 2148975 h 4310196"/>
              <a:gd name="connsiteX5" fmla="*/ 294711 w 3190407"/>
              <a:gd name="connsiteY5" fmla="*/ 1879976 h 4310196"/>
              <a:gd name="connsiteX6" fmla="*/ 1181006 w 3190407"/>
              <a:gd name="connsiteY6" fmla="*/ 2214486 h 4310196"/>
              <a:gd name="connsiteX7" fmla="*/ 1499648 w 3190407"/>
              <a:gd name="connsiteY7" fmla="*/ 2040900 h 4310196"/>
              <a:gd name="connsiteX8" fmla="*/ 2223835 w 3190407"/>
              <a:gd name="connsiteY8" fmla="*/ 2171172 h 4310196"/>
              <a:gd name="connsiteX9" fmla="*/ 2674226 w 3190407"/>
              <a:gd name="connsiteY9" fmla="*/ 2078794 h 4310196"/>
              <a:gd name="connsiteX10" fmla="*/ 3051419 w 3190407"/>
              <a:gd name="connsiteY10" fmla="*/ 1953309 h 4310196"/>
              <a:gd name="connsiteX11" fmla="*/ 3188419 w 3190407"/>
              <a:gd name="connsiteY11" fmla="*/ 1727973 h 4310196"/>
              <a:gd name="connsiteX12" fmla="*/ 3008256 w 3190407"/>
              <a:gd name="connsiteY12" fmla="*/ 1219140 h 4310196"/>
              <a:gd name="connsiteX13" fmla="*/ 3039100 w 3190407"/>
              <a:gd name="connsiteY13" fmla="*/ 881630 h 4310196"/>
              <a:gd name="connsiteX14" fmla="*/ 2962104 w 3190407"/>
              <a:gd name="connsiteY14" fmla="*/ 384681 h 4310196"/>
              <a:gd name="connsiteX15" fmla="*/ 2309090 w 3190407"/>
              <a:gd name="connsiteY15" fmla="*/ 0 h 4310196"/>
              <a:gd name="connsiteX0" fmla="*/ 702113 w 3188747"/>
              <a:gd name="connsiteY0" fmla="*/ 4310196 h 4310196"/>
              <a:gd name="connsiteX1" fmla="*/ 508316 w 3188747"/>
              <a:gd name="connsiteY1" fmla="*/ 3990070 h 4310196"/>
              <a:gd name="connsiteX2" fmla="*/ 427744 w 3188747"/>
              <a:gd name="connsiteY2" fmla="*/ 3345236 h 4310196"/>
              <a:gd name="connsiteX3" fmla="*/ 48854 w 3188747"/>
              <a:gd name="connsiteY3" fmla="*/ 2796798 h 4310196"/>
              <a:gd name="connsiteX4" fmla="*/ 31560 w 3188747"/>
              <a:gd name="connsiteY4" fmla="*/ 2148975 h 4310196"/>
              <a:gd name="connsiteX5" fmla="*/ 294711 w 3188747"/>
              <a:gd name="connsiteY5" fmla="*/ 1879976 h 4310196"/>
              <a:gd name="connsiteX6" fmla="*/ 1181006 w 3188747"/>
              <a:gd name="connsiteY6" fmla="*/ 2214486 h 4310196"/>
              <a:gd name="connsiteX7" fmla="*/ 1499648 w 3188747"/>
              <a:gd name="connsiteY7" fmla="*/ 2040900 h 4310196"/>
              <a:gd name="connsiteX8" fmla="*/ 2223835 w 3188747"/>
              <a:gd name="connsiteY8" fmla="*/ 2171172 h 4310196"/>
              <a:gd name="connsiteX9" fmla="*/ 2674226 w 3188747"/>
              <a:gd name="connsiteY9" fmla="*/ 2078794 h 4310196"/>
              <a:gd name="connsiteX10" fmla="*/ 3051419 w 3188747"/>
              <a:gd name="connsiteY10" fmla="*/ 1953309 h 4310196"/>
              <a:gd name="connsiteX11" fmla="*/ 3188419 w 3188747"/>
              <a:gd name="connsiteY11" fmla="*/ 1727973 h 4310196"/>
              <a:gd name="connsiteX12" fmla="*/ 3028426 w 3188747"/>
              <a:gd name="connsiteY12" fmla="*/ 1547814 h 4310196"/>
              <a:gd name="connsiteX13" fmla="*/ 3008256 w 3188747"/>
              <a:gd name="connsiteY13" fmla="*/ 1219140 h 4310196"/>
              <a:gd name="connsiteX14" fmla="*/ 3039100 w 3188747"/>
              <a:gd name="connsiteY14" fmla="*/ 881630 h 4310196"/>
              <a:gd name="connsiteX15" fmla="*/ 2962104 w 3188747"/>
              <a:gd name="connsiteY15" fmla="*/ 384681 h 4310196"/>
              <a:gd name="connsiteX16" fmla="*/ 2309090 w 3188747"/>
              <a:gd name="connsiteY16" fmla="*/ 0 h 4310196"/>
              <a:gd name="connsiteX0" fmla="*/ 702113 w 3233055"/>
              <a:gd name="connsiteY0" fmla="*/ 4310196 h 4310196"/>
              <a:gd name="connsiteX1" fmla="*/ 508316 w 3233055"/>
              <a:gd name="connsiteY1" fmla="*/ 3990070 h 4310196"/>
              <a:gd name="connsiteX2" fmla="*/ 427744 w 3233055"/>
              <a:gd name="connsiteY2" fmla="*/ 3345236 h 4310196"/>
              <a:gd name="connsiteX3" fmla="*/ 48854 w 3233055"/>
              <a:gd name="connsiteY3" fmla="*/ 2796798 h 4310196"/>
              <a:gd name="connsiteX4" fmla="*/ 31560 w 3233055"/>
              <a:gd name="connsiteY4" fmla="*/ 2148975 h 4310196"/>
              <a:gd name="connsiteX5" fmla="*/ 294711 w 3233055"/>
              <a:gd name="connsiteY5" fmla="*/ 1879976 h 4310196"/>
              <a:gd name="connsiteX6" fmla="*/ 1181006 w 3233055"/>
              <a:gd name="connsiteY6" fmla="*/ 2214486 h 4310196"/>
              <a:gd name="connsiteX7" fmla="*/ 1499648 w 3233055"/>
              <a:gd name="connsiteY7" fmla="*/ 2040900 h 4310196"/>
              <a:gd name="connsiteX8" fmla="*/ 2223835 w 3233055"/>
              <a:gd name="connsiteY8" fmla="*/ 2171172 h 4310196"/>
              <a:gd name="connsiteX9" fmla="*/ 2674226 w 3233055"/>
              <a:gd name="connsiteY9" fmla="*/ 2078794 h 4310196"/>
              <a:gd name="connsiteX10" fmla="*/ 3051419 w 3233055"/>
              <a:gd name="connsiteY10" fmla="*/ 1953309 h 4310196"/>
              <a:gd name="connsiteX11" fmla="*/ 3188419 w 3233055"/>
              <a:gd name="connsiteY11" fmla="*/ 1727973 h 4310196"/>
              <a:gd name="connsiteX12" fmla="*/ 3028426 w 3233055"/>
              <a:gd name="connsiteY12" fmla="*/ 1547814 h 4310196"/>
              <a:gd name="connsiteX13" fmla="*/ 3008256 w 3233055"/>
              <a:gd name="connsiteY13" fmla="*/ 1219140 h 4310196"/>
              <a:gd name="connsiteX14" fmla="*/ 3233055 w 3233055"/>
              <a:gd name="connsiteY14" fmla="*/ 949011 h 4310196"/>
              <a:gd name="connsiteX15" fmla="*/ 2962104 w 3233055"/>
              <a:gd name="connsiteY15" fmla="*/ 384681 h 4310196"/>
              <a:gd name="connsiteX16" fmla="*/ 2309090 w 3233055"/>
              <a:gd name="connsiteY16" fmla="*/ 0 h 4310196"/>
              <a:gd name="connsiteX0" fmla="*/ 702113 w 3233055"/>
              <a:gd name="connsiteY0" fmla="*/ 4310196 h 4310196"/>
              <a:gd name="connsiteX1" fmla="*/ 508316 w 3233055"/>
              <a:gd name="connsiteY1" fmla="*/ 3990070 h 4310196"/>
              <a:gd name="connsiteX2" fmla="*/ 427744 w 3233055"/>
              <a:gd name="connsiteY2" fmla="*/ 3345236 h 4310196"/>
              <a:gd name="connsiteX3" fmla="*/ 48854 w 3233055"/>
              <a:gd name="connsiteY3" fmla="*/ 2796798 h 4310196"/>
              <a:gd name="connsiteX4" fmla="*/ 31560 w 3233055"/>
              <a:gd name="connsiteY4" fmla="*/ 2148975 h 4310196"/>
              <a:gd name="connsiteX5" fmla="*/ 294711 w 3233055"/>
              <a:gd name="connsiteY5" fmla="*/ 1879976 h 4310196"/>
              <a:gd name="connsiteX6" fmla="*/ 1181006 w 3233055"/>
              <a:gd name="connsiteY6" fmla="*/ 2214486 h 4310196"/>
              <a:gd name="connsiteX7" fmla="*/ 1499648 w 3233055"/>
              <a:gd name="connsiteY7" fmla="*/ 2040900 h 4310196"/>
              <a:gd name="connsiteX8" fmla="*/ 2014632 w 3233055"/>
              <a:gd name="connsiteY8" fmla="*/ 1955004 h 4310196"/>
              <a:gd name="connsiteX9" fmla="*/ 2223835 w 3233055"/>
              <a:gd name="connsiteY9" fmla="*/ 2171172 h 4310196"/>
              <a:gd name="connsiteX10" fmla="*/ 2674226 w 3233055"/>
              <a:gd name="connsiteY10" fmla="*/ 2078794 h 4310196"/>
              <a:gd name="connsiteX11" fmla="*/ 3051419 w 3233055"/>
              <a:gd name="connsiteY11" fmla="*/ 1953309 h 4310196"/>
              <a:gd name="connsiteX12" fmla="*/ 3188419 w 3233055"/>
              <a:gd name="connsiteY12" fmla="*/ 1727973 h 4310196"/>
              <a:gd name="connsiteX13" fmla="*/ 3028426 w 3233055"/>
              <a:gd name="connsiteY13" fmla="*/ 1547814 h 4310196"/>
              <a:gd name="connsiteX14" fmla="*/ 3008256 w 3233055"/>
              <a:gd name="connsiteY14" fmla="*/ 1219140 h 4310196"/>
              <a:gd name="connsiteX15" fmla="*/ 3233055 w 3233055"/>
              <a:gd name="connsiteY15" fmla="*/ 949011 h 4310196"/>
              <a:gd name="connsiteX16" fmla="*/ 2962104 w 3233055"/>
              <a:gd name="connsiteY16" fmla="*/ 384681 h 4310196"/>
              <a:gd name="connsiteX17" fmla="*/ 2309090 w 3233055"/>
              <a:gd name="connsiteY17" fmla="*/ 0 h 4310196"/>
              <a:gd name="connsiteX0" fmla="*/ 508316 w 3233055"/>
              <a:gd name="connsiteY0" fmla="*/ 3990070 h 3990070"/>
              <a:gd name="connsiteX1" fmla="*/ 427744 w 3233055"/>
              <a:gd name="connsiteY1" fmla="*/ 3345236 h 3990070"/>
              <a:gd name="connsiteX2" fmla="*/ 48854 w 3233055"/>
              <a:gd name="connsiteY2" fmla="*/ 2796798 h 3990070"/>
              <a:gd name="connsiteX3" fmla="*/ 31560 w 3233055"/>
              <a:gd name="connsiteY3" fmla="*/ 2148975 h 3990070"/>
              <a:gd name="connsiteX4" fmla="*/ 294711 w 3233055"/>
              <a:gd name="connsiteY4" fmla="*/ 1879976 h 3990070"/>
              <a:gd name="connsiteX5" fmla="*/ 1181006 w 3233055"/>
              <a:gd name="connsiteY5" fmla="*/ 2214486 h 3990070"/>
              <a:gd name="connsiteX6" fmla="*/ 1499648 w 3233055"/>
              <a:gd name="connsiteY6" fmla="*/ 2040900 h 3990070"/>
              <a:gd name="connsiteX7" fmla="*/ 2014632 w 3233055"/>
              <a:gd name="connsiteY7" fmla="*/ 1955004 h 3990070"/>
              <a:gd name="connsiteX8" fmla="*/ 2223835 w 3233055"/>
              <a:gd name="connsiteY8" fmla="*/ 2171172 h 3990070"/>
              <a:gd name="connsiteX9" fmla="*/ 2674226 w 3233055"/>
              <a:gd name="connsiteY9" fmla="*/ 2078794 h 3990070"/>
              <a:gd name="connsiteX10" fmla="*/ 3051419 w 3233055"/>
              <a:gd name="connsiteY10" fmla="*/ 1953309 h 3990070"/>
              <a:gd name="connsiteX11" fmla="*/ 3188419 w 3233055"/>
              <a:gd name="connsiteY11" fmla="*/ 1727973 h 3990070"/>
              <a:gd name="connsiteX12" fmla="*/ 3028426 w 3233055"/>
              <a:gd name="connsiteY12" fmla="*/ 1547814 h 3990070"/>
              <a:gd name="connsiteX13" fmla="*/ 3008256 w 3233055"/>
              <a:gd name="connsiteY13" fmla="*/ 1219140 h 3990070"/>
              <a:gd name="connsiteX14" fmla="*/ 3233055 w 3233055"/>
              <a:gd name="connsiteY14" fmla="*/ 949011 h 3990070"/>
              <a:gd name="connsiteX15" fmla="*/ 2962104 w 3233055"/>
              <a:gd name="connsiteY15" fmla="*/ 384681 h 3990070"/>
              <a:gd name="connsiteX16" fmla="*/ 2309090 w 3233055"/>
              <a:gd name="connsiteY16" fmla="*/ 0 h 3990070"/>
              <a:gd name="connsiteX0" fmla="*/ 427744 w 3233055"/>
              <a:gd name="connsiteY0" fmla="*/ 3345236 h 3345236"/>
              <a:gd name="connsiteX1" fmla="*/ 48854 w 3233055"/>
              <a:gd name="connsiteY1" fmla="*/ 2796798 h 3345236"/>
              <a:gd name="connsiteX2" fmla="*/ 31560 w 3233055"/>
              <a:gd name="connsiteY2" fmla="*/ 2148975 h 3345236"/>
              <a:gd name="connsiteX3" fmla="*/ 294711 w 3233055"/>
              <a:gd name="connsiteY3" fmla="*/ 1879976 h 3345236"/>
              <a:gd name="connsiteX4" fmla="*/ 1181006 w 3233055"/>
              <a:gd name="connsiteY4" fmla="*/ 2214486 h 3345236"/>
              <a:gd name="connsiteX5" fmla="*/ 1499648 w 3233055"/>
              <a:gd name="connsiteY5" fmla="*/ 2040900 h 3345236"/>
              <a:gd name="connsiteX6" fmla="*/ 2014632 w 3233055"/>
              <a:gd name="connsiteY6" fmla="*/ 1955004 h 3345236"/>
              <a:gd name="connsiteX7" fmla="*/ 2223835 w 3233055"/>
              <a:gd name="connsiteY7" fmla="*/ 2171172 h 3345236"/>
              <a:gd name="connsiteX8" fmla="*/ 2674226 w 3233055"/>
              <a:gd name="connsiteY8" fmla="*/ 2078794 h 3345236"/>
              <a:gd name="connsiteX9" fmla="*/ 3051419 w 3233055"/>
              <a:gd name="connsiteY9" fmla="*/ 1953309 h 3345236"/>
              <a:gd name="connsiteX10" fmla="*/ 3188419 w 3233055"/>
              <a:gd name="connsiteY10" fmla="*/ 1727973 h 3345236"/>
              <a:gd name="connsiteX11" fmla="*/ 3028426 w 3233055"/>
              <a:gd name="connsiteY11" fmla="*/ 1547814 h 3345236"/>
              <a:gd name="connsiteX12" fmla="*/ 3008256 w 3233055"/>
              <a:gd name="connsiteY12" fmla="*/ 1219140 h 3345236"/>
              <a:gd name="connsiteX13" fmla="*/ 3233055 w 3233055"/>
              <a:gd name="connsiteY13" fmla="*/ 949011 h 3345236"/>
              <a:gd name="connsiteX14" fmla="*/ 2962104 w 3233055"/>
              <a:gd name="connsiteY14" fmla="*/ 384681 h 3345236"/>
              <a:gd name="connsiteX15" fmla="*/ 2309090 w 3233055"/>
              <a:gd name="connsiteY15" fmla="*/ 0 h 3345236"/>
              <a:gd name="connsiteX0" fmla="*/ 48854 w 3233055"/>
              <a:gd name="connsiteY0" fmla="*/ 2796798 h 2796798"/>
              <a:gd name="connsiteX1" fmla="*/ 31560 w 3233055"/>
              <a:gd name="connsiteY1" fmla="*/ 2148975 h 2796798"/>
              <a:gd name="connsiteX2" fmla="*/ 294711 w 3233055"/>
              <a:gd name="connsiteY2" fmla="*/ 1879976 h 2796798"/>
              <a:gd name="connsiteX3" fmla="*/ 1181006 w 3233055"/>
              <a:gd name="connsiteY3" fmla="*/ 2214486 h 2796798"/>
              <a:gd name="connsiteX4" fmla="*/ 1499648 w 3233055"/>
              <a:gd name="connsiteY4" fmla="*/ 2040900 h 2796798"/>
              <a:gd name="connsiteX5" fmla="*/ 2014632 w 3233055"/>
              <a:gd name="connsiteY5" fmla="*/ 1955004 h 2796798"/>
              <a:gd name="connsiteX6" fmla="*/ 2223835 w 3233055"/>
              <a:gd name="connsiteY6" fmla="*/ 2171172 h 2796798"/>
              <a:gd name="connsiteX7" fmla="*/ 2674226 w 3233055"/>
              <a:gd name="connsiteY7" fmla="*/ 2078794 h 2796798"/>
              <a:gd name="connsiteX8" fmla="*/ 3051419 w 3233055"/>
              <a:gd name="connsiteY8" fmla="*/ 1953309 h 2796798"/>
              <a:gd name="connsiteX9" fmla="*/ 3188419 w 3233055"/>
              <a:gd name="connsiteY9" fmla="*/ 1727973 h 2796798"/>
              <a:gd name="connsiteX10" fmla="*/ 3028426 w 3233055"/>
              <a:gd name="connsiteY10" fmla="*/ 1547814 h 2796798"/>
              <a:gd name="connsiteX11" fmla="*/ 3008256 w 3233055"/>
              <a:gd name="connsiteY11" fmla="*/ 1219140 h 2796798"/>
              <a:gd name="connsiteX12" fmla="*/ 3233055 w 3233055"/>
              <a:gd name="connsiteY12" fmla="*/ 949011 h 2796798"/>
              <a:gd name="connsiteX13" fmla="*/ 2962104 w 3233055"/>
              <a:gd name="connsiteY13" fmla="*/ 384681 h 2796798"/>
              <a:gd name="connsiteX14" fmla="*/ 2309090 w 3233055"/>
              <a:gd name="connsiteY14" fmla="*/ 0 h 2796798"/>
              <a:gd name="connsiteX0" fmla="*/ 0 w 3201495"/>
              <a:gd name="connsiteY0" fmla="*/ 2148975 h 2217545"/>
              <a:gd name="connsiteX1" fmla="*/ 263151 w 3201495"/>
              <a:gd name="connsiteY1" fmla="*/ 1879976 h 2217545"/>
              <a:gd name="connsiteX2" fmla="*/ 1149446 w 3201495"/>
              <a:gd name="connsiteY2" fmla="*/ 2214486 h 2217545"/>
              <a:gd name="connsiteX3" fmla="*/ 1468088 w 3201495"/>
              <a:gd name="connsiteY3" fmla="*/ 2040900 h 2217545"/>
              <a:gd name="connsiteX4" fmla="*/ 1983072 w 3201495"/>
              <a:gd name="connsiteY4" fmla="*/ 1955004 h 2217545"/>
              <a:gd name="connsiteX5" fmla="*/ 2192275 w 3201495"/>
              <a:gd name="connsiteY5" fmla="*/ 2171172 h 2217545"/>
              <a:gd name="connsiteX6" fmla="*/ 2642666 w 3201495"/>
              <a:gd name="connsiteY6" fmla="*/ 2078794 h 2217545"/>
              <a:gd name="connsiteX7" fmla="*/ 3019859 w 3201495"/>
              <a:gd name="connsiteY7" fmla="*/ 1953309 h 2217545"/>
              <a:gd name="connsiteX8" fmla="*/ 3156859 w 3201495"/>
              <a:gd name="connsiteY8" fmla="*/ 1727973 h 2217545"/>
              <a:gd name="connsiteX9" fmla="*/ 2996866 w 3201495"/>
              <a:gd name="connsiteY9" fmla="*/ 1547814 h 2217545"/>
              <a:gd name="connsiteX10" fmla="*/ 2976696 w 3201495"/>
              <a:gd name="connsiteY10" fmla="*/ 1219140 h 2217545"/>
              <a:gd name="connsiteX11" fmla="*/ 3201495 w 3201495"/>
              <a:gd name="connsiteY11" fmla="*/ 949011 h 2217545"/>
              <a:gd name="connsiteX12" fmla="*/ 2930544 w 3201495"/>
              <a:gd name="connsiteY12" fmla="*/ 384681 h 2217545"/>
              <a:gd name="connsiteX13" fmla="*/ 2277530 w 3201495"/>
              <a:gd name="connsiteY13" fmla="*/ 0 h 2217545"/>
              <a:gd name="connsiteX0" fmla="*/ 0 w 2938344"/>
              <a:gd name="connsiteY0" fmla="*/ 1879976 h 2217545"/>
              <a:gd name="connsiteX1" fmla="*/ 886295 w 2938344"/>
              <a:gd name="connsiteY1" fmla="*/ 2214486 h 2217545"/>
              <a:gd name="connsiteX2" fmla="*/ 1204937 w 2938344"/>
              <a:gd name="connsiteY2" fmla="*/ 2040900 h 2217545"/>
              <a:gd name="connsiteX3" fmla="*/ 1719921 w 2938344"/>
              <a:gd name="connsiteY3" fmla="*/ 1955004 h 2217545"/>
              <a:gd name="connsiteX4" fmla="*/ 1929124 w 2938344"/>
              <a:gd name="connsiteY4" fmla="*/ 2171172 h 2217545"/>
              <a:gd name="connsiteX5" fmla="*/ 2379515 w 2938344"/>
              <a:gd name="connsiteY5" fmla="*/ 2078794 h 2217545"/>
              <a:gd name="connsiteX6" fmla="*/ 2756708 w 2938344"/>
              <a:gd name="connsiteY6" fmla="*/ 1953309 h 2217545"/>
              <a:gd name="connsiteX7" fmla="*/ 2893708 w 2938344"/>
              <a:gd name="connsiteY7" fmla="*/ 1727973 h 2217545"/>
              <a:gd name="connsiteX8" fmla="*/ 2733715 w 2938344"/>
              <a:gd name="connsiteY8" fmla="*/ 1547814 h 2217545"/>
              <a:gd name="connsiteX9" fmla="*/ 2713545 w 2938344"/>
              <a:gd name="connsiteY9" fmla="*/ 1219140 h 2217545"/>
              <a:gd name="connsiteX10" fmla="*/ 2938344 w 2938344"/>
              <a:gd name="connsiteY10" fmla="*/ 949011 h 2217545"/>
              <a:gd name="connsiteX11" fmla="*/ 2667393 w 2938344"/>
              <a:gd name="connsiteY11" fmla="*/ 384681 h 2217545"/>
              <a:gd name="connsiteX12" fmla="*/ 2014379 w 2938344"/>
              <a:gd name="connsiteY12" fmla="*/ 0 h 2217545"/>
              <a:gd name="connsiteX0" fmla="*/ 0 w 2294759"/>
              <a:gd name="connsiteY0" fmla="*/ 2155991 h 2217927"/>
              <a:gd name="connsiteX1" fmla="*/ 242710 w 2294759"/>
              <a:gd name="connsiteY1" fmla="*/ 2214486 h 2217927"/>
              <a:gd name="connsiteX2" fmla="*/ 561352 w 2294759"/>
              <a:gd name="connsiteY2" fmla="*/ 2040900 h 2217927"/>
              <a:gd name="connsiteX3" fmla="*/ 1076336 w 2294759"/>
              <a:gd name="connsiteY3" fmla="*/ 1955004 h 2217927"/>
              <a:gd name="connsiteX4" fmla="*/ 1285539 w 2294759"/>
              <a:gd name="connsiteY4" fmla="*/ 2171172 h 2217927"/>
              <a:gd name="connsiteX5" fmla="*/ 1735930 w 2294759"/>
              <a:gd name="connsiteY5" fmla="*/ 2078794 h 2217927"/>
              <a:gd name="connsiteX6" fmla="*/ 2113123 w 2294759"/>
              <a:gd name="connsiteY6" fmla="*/ 1953309 h 2217927"/>
              <a:gd name="connsiteX7" fmla="*/ 2250123 w 2294759"/>
              <a:gd name="connsiteY7" fmla="*/ 1727973 h 2217927"/>
              <a:gd name="connsiteX8" fmla="*/ 2090130 w 2294759"/>
              <a:gd name="connsiteY8" fmla="*/ 1547814 h 2217927"/>
              <a:gd name="connsiteX9" fmla="*/ 2069960 w 2294759"/>
              <a:gd name="connsiteY9" fmla="*/ 1219140 h 2217927"/>
              <a:gd name="connsiteX10" fmla="*/ 2294759 w 2294759"/>
              <a:gd name="connsiteY10" fmla="*/ 949011 h 2217927"/>
              <a:gd name="connsiteX11" fmla="*/ 2023808 w 2294759"/>
              <a:gd name="connsiteY11" fmla="*/ 384681 h 2217927"/>
              <a:gd name="connsiteX12" fmla="*/ 1370794 w 2294759"/>
              <a:gd name="connsiteY12" fmla="*/ 0 h 2217927"/>
              <a:gd name="connsiteX0" fmla="*/ 0 w 2294759"/>
              <a:gd name="connsiteY0" fmla="*/ 2155991 h 2237024"/>
              <a:gd name="connsiteX1" fmla="*/ 292916 w 2294759"/>
              <a:gd name="connsiteY1" fmla="*/ 2234260 h 2237024"/>
              <a:gd name="connsiteX2" fmla="*/ 561352 w 2294759"/>
              <a:gd name="connsiteY2" fmla="*/ 2040900 h 2237024"/>
              <a:gd name="connsiteX3" fmla="*/ 1076336 w 2294759"/>
              <a:gd name="connsiteY3" fmla="*/ 1955004 h 2237024"/>
              <a:gd name="connsiteX4" fmla="*/ 1285539 w 2294759"/>
              <a:gd name="connsiteY4" fmla="*/ 2171172 h 2237024"/>
              <a:gd name="connsiteX5" fmla="*/ 1735930 w 2294759"/>
              <a:gd name="connsiteY5" fmla="*/ 2078794 h 2237024"/>
              <a:gd name="connsiteX6" fmla="*/ 2113123 w 2294759"/>
              <a:gd name="connsiteY6" fmla="*/ 1953309 h 2237024"/>
              <a:gd name="connsiteX7" fmla="*/ 2250123 w 2294759"/>
              <a:gd name="connsiteY7" fmla="*/ 1727973 h 2237024"/>
              <a:gd name="connsiteX8" fmla="*/ 2090130 w 2294759"/>
              <a:gd name="connsiteY8" fmla="*/ 1547814 h 2237024"/>
              <a:gd name="connsiteX9" fmla="*/ 2069960 w 2294759"/>
              <a:gd name="connsiteY9" fmla="*/ 1219140 h 2237024"/>
              <a:gd name="connsiteX10" fmla="*/ 2294759 w 2294759"/>
              <a:gd name="connsiteY10" fmla="*/ 949011 h 2237024"/>
              <a:gd name="connsiteX11" fmla="*/ 2023808 w 2294759"/>
              <a:gd name="connsiteY11" fmla="*/ 384681 h 2237024"/>
              <a:gd name="connsiteX12" fmla="*/ 1370794 w 2294759"/>
              <a:gd name="connsiteY12" fmla="*/ 0 h 2237024"/>
              <a:gd name="connsiteX0" fmla="*/ 0 w 2294759"/>
              <a:gd name="connsiteY0" fmla="*/ 2155991 h 2237024"/>
              <a:gd name="connsiteX1" fmla="*/ 292916 w 2294759"/>
              <a:gd name="connsiteY1" fmla="*/ 2234260 h 2237024"/>
              <a:gd name="connsiteX2" fmla="*/ 561352 w 2294759"/>
              <a:gd name="connsiteY2" fmla="*/ 2040900 h 2237024"/>
              <a:gd name="connsiteX3" fmla="*/ 796021 w 2294759"/>
              <a:gd name="connsiteY3" fmla="*/ 2020313 h 2237024"/>
              <a:gd name="connsiteX4" fmla="*/ 1076336 w 2294759"/>
              <a:gd name="connsiteY4" fmla="*/ 1955004 h 2237024"/>
              <a:gd name="connsiteX5" fmla="*/ 1285539 w 2294759"/>
              <a:gd name="connsiteY5" fmla="*/ 2171172 h 2237024"/>
              <a:gd name="connsiteX6" fmla="*/ 1735930 w 2294759"/>
              <a:gd name="connsiteY6" fmla="*/ 2078794 h 2237024"/>
              <a:gd name="connsiteX7" fmla="*/ 2113123 w 2294759"/>
              <a:gd name="connsiteY7" fmla="*/ 1953309 h 2237024"/>
              <a:gd name="connsiteX8" fmla="*/ 2250123 w 2294759"/>
              <a:gd name="connsiteY8" fmla="*/ 1727973 h 2237024"/>
              <a:gd name="connsiteX9" fmla="*/ 2090130 w 2294759"/>
              <a:gd name="connsiteY9" fmla="*/ 1547814 h 2237024"/>
              <a:gd name="connsiteX10" fmla="*/ 2069960 w 2294759"/>
              <a:gd name="connsiteY10" fmla="*/ 1219140 h 2237024"/>
              <a:gd name="connsiteX11" fmla="*/ 2294759 w 2294759"/>
              <a:gd name="connsiteY11" fmla="*/ 949011 h 2237024"/>
              <a:gd name="connsiteX12" fmla="*/ 2023808 w 2294759"/>
              <a:gd name="connsiteY12" fmla="*/ 384681 h 2237024"/>
              <a:gd name="connsiteX13" fmla="*/ 1370794 w 2294759"/>
              <a:gd name="connsiteY13" fmla="*/ 0 h 2237024"/>
              <a:gd name="connsiteX0" fmla="*/ 0 w 2294759"/>
              <a:gd name="connsiteY0" fmla="*/ 2155991 h 2237024"/>
              <a:gd name="connsiteX1" fmla="*/ 292916 w 2294759"/>
              <a:gd name="connsiteY1" fmla="*/ 2234260 h 2237024"/>
              <a:gd name="connsiteX2" fmla="*/ 561352 w 2294759"/>
              <a:gd name="connsiteY2" fmla="*/ 2040900 h 2237024"/>
              <a:gd name="connsiteX3" fmla="*/ 796021 w 2294759"/>
              <a:gd name="connsiteY3" fmla="*/ 2020313 h 2237024"/>
              <a:gd name="connsiteX4" fmla="*/ 1076336 w 2294759"/>
              <a:gd name="connsiteY4" fmla="*/ 1955004 h 2237024"/>
              <a:gd name="connsiteX5" fmla="*/ 1373355 w 2294759"/>
              <a:gd name="connsiteY5" fmla="*/ 2185486 h 2237024"/>
              <a:gd name="connsiteX6" fmla="*/ 1735930 w 2294759"/>
              <a:gd name="connsiteY6" fmla="*/ 2078794 h 2237024"/>
              <a:gd name="connsiteX7" fmla="*/ 2113123 w 2294759"/>
              <a:gd name="connsiteY7" fmla="*/ 1953309 h 2237024"/>
              <a:gd name="connsiteX8" fmla="*/ 2250123 w 2294759"/>
              <a:gd name="connsiteY8" fmla="*/ 1727973 h 2237024"/>
              <a:gd name="connsiteX9" fmla="*/ 2090130 w 2294759"/>
              <a:gd name="connsiteY9" fmla="*/ 1547814 h 2237024"/>
              <a:gd name="connsiteX10" fmla="*/ 2069960 w 2294759"/>
              <a:gd name="connsiteY10" fmla="*/ 1219140 h 2237024"/>
              <a:gd name="connsiteX11" fmla="*/ 2294759 w 2294759"/>
              <a:gd name="connsiteY11" fmla="*/ 949011 h 2237024"/>
              <a:gd name="connsiteX12" fmla="*/ 2023808 w 2294759"/>
              <a:gd name="connsiteY12" fmla="*/ 384681 h 2237024"/>
              <a:gd name="connsiteX13" fmla="*/ 1370794 w 2294759"/>
              <a:gd name="connsiteY13" fmla="*/ 0 h 2237024"/>
              <a:gd name="connsiteX0" fmla="*/ 0 w 2294759"/>
              <a:gd name="connsiteY0" fmla="*/ 2155991 h 2237024"/>
              <a:gd name="connsiteX1" fmla="*/ 292916 w 2294759"/>
              <a:gd name="connsiteY1" fmla="*/ 2234260 h 2237024"/>
              <a:gd name="connsiteX2" fmla="*/ 561352 w 2294759"/>
              <a:gd name="connsiteY2" fmla="*/ 2040900 h 2237024"/>
              <a:gd name="connsiteX3" fmla="*/ 796021 w 2294759"/>
              <a:gd name="connsiteY3" fmla="*/ 2020313 h 2237024"/>
              <a:gd name="connsiteX4" fmla="*/ 1076336 w 2294759"/>
              <a:gd name="connsiteY4" fmla="*/ 1955004 h 2237024"/>
              <a:gd name="connsiteX5" fmla="*/ 1373355 w 2294759"/>
              <a:gd name="connsiteY5" fmla="*/ 2185486 h 2237024"/>
              <a:gd name="connsiteX6" fmla="*/ 1735930 w 2294759"/>
              <a:gd name="connsiteY6" fmla="*/ 2078794 h 2237024"/>
              <a:gd name="connsiteX7" fmla="*/ 2113123 w 2294759"/>
              <a:gd name="connsiteY7" fmla="*/ 1953309 h 2237024"/>
              <a:gd name="connsiteX8" fmla="*/ 2250123 w 2294759"/>
              <a:gd name="connsiteY8" fmla="*/ 1727973 h 2237024"/>
              <a:gd name="connsiteX9" fmla="*/ 2090130 w 2294759"/>
              <a:gd name="connsiteY9" fmla="*/ 1547814 h 2237024"/>
              <a:gd name="connsiteX10" fmla="*/ 2069960 w 2294759"/>
              <a:gd name="connsiteY10" fmla="*/ 1219140 h 2237024"/>
              <a:gd name="connsiteX11" fmla="*/ 2294759 w 2294759"/>
              <a:gd name="connsiteY11" fmla="*/ 949011 h 2237024"/>
              <a:gd name="connsiteX12" fmla="*/ 2023808 w 2294759"/>
              <a:gd name="connsiteY12" fmla="*/ 384681 h 2237024"/>
              <a:gd name="connsiteX13" fmla="*/ 1769013 w 2294759"/>
              <a:gd name="connsiteY13" fmla="*/ 121494 h 2237024"/>
              <a:gd name="connsiteX14" fmla="*/ 1370794 w 2294759"/>
              <a:gd name="connsiteY14" fmla="*/ 0 h 2237024"/>
              <a:gd name="connsiteX0" fmla="*/ 0 w 2294759"/>
              <a:gd name="connsiteY0" fmla="*/ 2155991 h 2237024"/>
              <a:gd name="connsiteX1" fmla="*/ 292916 w 2294759"/>
              <a:gd name="connsiteY1" fmla="*/ 2234260 h 2237024"/>
              <a:gd name="connsiteX2" fmla="*/ 561352 w 2294759"/>
              <a:gd name="connsiteY2" fmla="*/ 2040900 h 2237024"/>
              <a:gd name="connsiteX3" fmla="*/ 796021 w 2294759"/>
              <a:gd name="connsiteY3" fmla="*/ 2020313 h 2237024"/>
              <a:gd name="connsiteX4" fmla="*/ 1076336 w 2294759"/>
              <a:gd name="connsiteY4" fmla="*/ 1955004 h 2237024"/>
              <a:gd name="connsiteX5" fmla="*/ 1373355 w 2294759"/>
              <a:gd name="connsiteY5" fmla="*/ 2185486 h 2237024"/>
              <a:gd name="connsiteX6" fmla="*/ 1735930 w 2294759"/>
              <a:gd name="connsiteY6" fmla="*/ 2078794 h 2237024"/>
              <a:gd name="connsiteX7" fmla="*/ 2113123 w 2294759"/>
              <a:gd name="connsiteY7" fmla="*/ 1953309 h 2237024"/>
              <a:gd name="connsiteX8" fmla="*/ 2250123 w 2294759"/>
              <a:gd name="connsiteY8" fmla="*/ 1727973 h 2237024"/>
              <a:gd name="connsiteX9" fmla="*/ 2090130 w 2294759"/>
              <a:gd name="connsiteY9" fmla="*/ 1547814 h 2237024"/>
              <a:gd name="connsiteX10" fmla="*/ 2069960 w 2294759"/>
              <a:gd name="connsiteY10" fmla="*/ 1219140 h 2237024"/>
              <a:gd name="connsiteX11" fmla="*/ 2294759 w 2294759"/>
              <a:gd name="connsiteY11" fmla="*/ 949011 h 2237024"/>
              <a:gd name="connsiteX12" fmla="*/ 1993130 w 2294759"/>
              <a:gd name="connsiteY12" fmla="*/ 433423 h 2237024"/>
              <a:gd name="connsiteX13" fmla="*/ 1769013 w 2294759"/>
              <a:gd name="connsiteY13" fmla="*/ 121494 h 2237024"/>
              <a:gd name="connsiteX14" fmla="*/ 1370794 w 2294759"/>
              <a:gd name="connsiteY14" fmla="*/ 0 h 2237024"/>
              <a:gd name="connsiteX0" fmla="*/ 0 w 2294759"/>
              <a:gd name="connsiteY0" fmla="*/ 2155991 h 2237024"/>
              <a:gd name="connsiteX1" fmla="*/ 292916 w 2294759"/>
              <a:gd name="connsiteY1" fmla="*/ 2234260 h 2237024"/>
              <a:gd name="connsiteX2" fmla="*/ 561352 w 2294759"/>
              <a:gd name="connsiteY2" fmla="*/ 2040900 h 2237024"/>
              <a:gd name="connsiteX3" fmla="*/ 796021 w 2294759"/>
              <a:gd name="connsiteY3" fmla="*/ 2020313 h 2237024"/>
              <a:gd name="connsiteX4" fmla="*/ 1076336 w 2294759"/>
              <a:gd name="connsiteY4" fmla="*/ 1955004 h 2237024"/>
              <a:gd name="connsiteX5" fmla="*/ 1373355 w 2294759"/>
              <a:gd name="connsiteY5" fmla="*/ 2185486 h 2237024"/>
              <a:gd name="connsiteX6" fmla="*/ 1735930 w 2294759"/>
              <a:gd name="connsiteY6" fmla="*/ 2078794 h 2237024"/>
              <a:gd name="connsiteX7" fmla="*/ 2113123 w 2294759"/>
              <a:gd name="connsiteY7" fmla="*/ 1953309 h 2237024"/>
              <a:gd name="connsiteX8" fmla="*/ 2250123 w 2294759"/>
              <a:gd name="connsiteY8" fmla="*/ 1727973 h 2237024"/>
              <a:gd name="connsiteX9" fmla="*/ 2090130 w 2294759"/>
              <a:gd name="connsiteY9" fmla="*/ 1547814 h 2237024"/>
              <a:gd name="connsiteX10" fmla="*/ 2069960 w 2294759"/>
              <a:gd name="connsiteY10" fmla="*/ 1219140 h 2237024"/>
              <a:gd name="connsiteX11" fmla="*/ 2294759 w 2294759"/>
              <a:gd name="connsiteY11" fmla="*/ 949011 h 2237024"/>
              <a:gd name="connsiteX12" fmla="*/ 1993130 w 2294759"/>
              <a:gd name="connsiteY12" fmla="*/ 433423 h 2237024"/>
              <a:gd name="connsiteX13" fmla="*/ 1769013 w 2294759"/>
              <a:gd name="connsiteY13" fmla="*/ 121494 h 2237024"/>
              <a:gd name="connsiteX14" fmla="*/ 1370794 w 2294759"/>
              <a:gd name="connsiteY14" fmla="*/ 0 h 2237024"/>
              <a:gd name="connsiteX0" fmla="*/ 0 w 2298082"/>
              <a:gd name="connsiteY0" fmla="*/ 2155991 h 2237024"/>
              <a:gd name="connsiteX1" fmla="*/ 292916 w 2298082"/>
              <a:gd name="connsiteY1" fmla="*/ 2234260 h 2237024"/>
              <a:gd name="connsiteX2" fmla="*/ 561352 w 2298082"/>
              <a:gd name="connsiteY2" fmla="*/ 2040900 h 2237024"/>
              <a:gd name="connsiteX3" fmla="*/ 796021 w 2298082"/>
              <a:gd name="connsiteY3" fmla="*/ 2020313 h 2237024"/>
              <a:gd name="connsiteX4" fmla="*/ 1076336 w 2298082"/>
              <a:gd name="connsiteY4" fmla="*/ 1955004 h 2237024"/>
              <a:gd name="connsiteX5" fmla="*/ 1373355 w 2298082"/>
              <a:gd name="connsiteY5" fmla="*/ 2185486 h 2237024"/>
              <a:gd name="connsiteX6" fmla="*/ 1735930 w 2298082"/>
              <a:gd name="connsiteY6" fmla="*/ 2078794 h 2237024"/>
              <a:gd name="connsiteX7" fmla="*/ 2113123 w 2298082"/>
              <a:gd name="connsiteY7" fmla="*/ 1953309 h 2237024"/>
              <a:gd name="connsiteX8" fmla="*/ 2250123 w 2298082"/>
              <a:gd name="connsiteY8" fmla="*/ 1727973 h 2237024"/>
              <a:gd name="connsiteX9" fmla="*/ 2090130 w 2298082"/>
              <a:gd name="connsiteY9" fmla="*/ 1547814 h 2237024"/>
              <a:gd name="connsiteX10" fmla="*/ 2069960 w 2298082"/>
              <a:gd name="connsiteY10" fmla="*/ 1219140 h 2237024"/>
              <a:gd name="connsiteX11" fmla="*/ 2294759 w 2298082"/>
              <a:gd name="connsiteY11" fmla="*/ 949011 h 2237024"/>
              <a:gd name="connsiteX12" fmla="*/ 2195475 w 2298082"/>
              <a:gd name="connsiteY12" fmla="*/ 692707 h 2237024"/>
              <a:gd name="connsiteX13" fmla="*/ 1993130 w 2298082"/>
              <a:gd name="connsiteY13" fmla="*/ 433423 h 2237024"/>
              <a:gd name="connsiteX14" fmla="*/ 1769013 w 2298082"/>
              <a:gd name="connsiteY14" fmla="*/ 121494 h 2237024"/>
              <a:gd name="connsiteX15" fmla="*/ 1370794 w 2298082"/>
              <a:gd name="connsiteY15" fmla="*/ 0 h 2237024"/>
              <a:gd name="connsiteX0" fmla="*/ 0 w 2298082"/>
              <a:gd name="connsiteY0" fmla="*/ 2155991 h 2237024"/>
              <a:gd name="connsiteX1" fmla="*/ 292916 w 2298082"/>
              <a:gd name="connsiteY1" fmla="*/ 2234260 h 2237024"/>
              <a:gd name="connsiteX2" fmla="*/ 561352 w 2298082"/>
              <a:gd name="connsiteY2" fmla="*/ 2040900 h 2237024"/>
              <a:gd name="connsiteX3" fmla="*/ 796021 w 2298082"/>
              <a:gd name="connsiteY3" fmla="*/ 2020313 h 2237024"/>
              <a:gd name="connsiteX4" fmla="*/ 1076336 w 2298082"/>
              <a:gd name="connsiteY4" fmla="*/ 1955004 h 2237024"/>
              <a:gd name="connsiteX5" fmla="*/ 1373355 w 2298082"/>
              <a:gd name="connsiteY5" fmla="*/ 2185486 h 2237024"/>
              <a:gd name="connsiteX6" fmla="*/ 1735930 w 2298082"/>
              <a:gd name="connsiteY6" fmla="*/ 2078794 h 2237024"/>
              <a:gd name="connsiteX7" fmla="*/ 2182672 w 2298082"/>
              <a:gd name="connsiteY7" fmla="*/ 1955922 h 2237024"/>
              <a:gd name="connsiteX8" fmla="*/ 2250123 w 2298082"/>
              <a:gd name="connsiteY8" fmla="*/ 1727973 h 2237024"/>
              <a:gd name="connsiteX9" fmla="*/ 2090130 w 2298082"/>
              <a:gd name="connsiteY9" fmla="*/ 1547814 h 2237024"/>
              <a:gd name="connsiteX10" fmla="*/ 2069960 w 2298082"/>
              <a:gd name="connsiteY10" fmla="*/ 1219140 h 2237024"/>
              <a:gd name="connsiteX11" fmla="*/ 2294759 w 2298082"/>
              <a:gd name="connsiteY11" fmla="*/ 949011 h 2237024"/>
              <a:gd name="connsiteX12" fmla="*/ 2195475 w 2298082"/>
              <a:gd name="connsiteY12" fmla="*/ 692707 h 2237024"/>
              <a:gd name="connsiteX13" fmla="*/ 1993130 w 2298082"/>
              <a:gd name="connsiteY13" fmla="*/ 433423 h 2237024"/>
              <a:gd name="connsiteX14" fmla="*/ 1769013 w 2298082"/>
              <a:gd name="connsiteY14" fmla="*/ 121494 h 2237024"/>
              <a:gd name="connsiteX15" fmla="*/ 1370794 w 2298082"/>
              <a:gd name="connsiteY15" fmla="*/ 0 h 2237024"/>
              <a:gd name="connsiteX0" fmla="*/ 0 w 2268679"/>
              <a:gd name="connsiteY0" fmla="*/ 2159600 h 2237278"/>
              <a:gd name="connsiteX1" fmla="*/ 263513 w 2268679"/>
              <a:gd name="connsiteY1" fmla="*/ 2234260 h 2237278"/>
              <a:gd name="connsiteX2" fmla="*/ 531949 w 2268679"/>
              <a:gd name="connsiteY2" fmla="*/ 2040900 h 2237278"/>
              <a:gd name="connsiteX3" fmla="*/ 766618 w 2268679"/>
              <a:gd name="connsiteY3" fmla="*/ 2020313 h 2237278"/>
              <a:gd name="connsiteX4" fmla="*/ 1046933 w 2268679"/>
              <a:gd name="connsiteY4" fmla="*/ 1955004 h 2237278"/>
              <a:gd name="connsiteX5" fmla="*/ 1343952 w 2268679"/>
              <a:gd name="connsiteY5" fmla="*/ 2185486 h 2237278"/>
              <a:gd name="connsiteX6" fmla="*/ 1706527 w 2268679"/>
              <a:gd name="connsiteY6" fmla="*/ 2078794 h 2237278"/>
              <a:gd name="connsiteX7" fmla="*/ 2153269 w 2268679"/>
              <a:gd name="connsiteY7" fmla="*/ 1955922 h 2237278"/>
              <a:gd name="connsiteX8" fmla="*/ 2220720 w 2268679"/>
              <a:gd name="connsiteY8" fmla="*/ 1727973 h 2237278"/>
              <a:gd name="connsiteX9" fmla="*/ 2060727 w 2268679"/>
              <a:gd name="connsiteY9" fmla="*/ 1547814 h 2237278"/>
              <a:gd name="connsiteX10" fmla="*/ 2040557 w 2268679"/>
              <a:gd name="connsiteY10" fmla="*/ 1219140 h 2237278"/>
              <a:gd name="connsiteX11" fmla="*/ 2265356 w 2268679"/>
              <a:gd name="connsiteY11" fmla="*/ 949011 h 2237278"/>
              <a:gd name="connsiteX12" fmla="*/ 2166072 w 2268679"/>
              <a:gd name="connsiteY12" fmla="*/ 692707 h 2237278"/>
              <a:gd name="connsiteX13" fmla="*/ 1963727 w 2268679"/>
              <a:gd name="connsiteY13" fmla="*/ 433423 h 2237278"/>
              <a:gd name="connsiteX14" fmla="*/ 1739610 w 2268679"/>
              <a:gd name="connsiteY14" fmla="*/ 121494 h 2237278"/>
              <a:gd name="connsiteX15" fmla="*/ 1341391 w 2268679"/>
              <a:gd name="connsiteY15" fmla="*/ 0 h 2237278"/>
              <a:gd name="connsiteX0" fmla="*/ 0 w 2268679"/>
              <a:gd name="connsiteY0" fmla="*/ 2159600 h 2237278"/>
              <a:gd name="connsiteX1" fmla="*/ 263513 w 2268679"/>
              <a:gd name="connsiteY1" fmla="*/ 2234260 h 2237278"/>
              <a:gd name="connsiteX2" fmla="*/ 531949 w 2268679"/>
              <a:gd name="connsiteY2" fmla="*/ 2040900 h 2237278"/>
              <a:gd name="connsiteX3" fmla="*/ 766618 w 2268679"/>
              <a:gd name="connsiteY3" fmla="*/ 2020313 h 2237278"/>
              <a:gd name="connsiteX4" fmla="*/ 1033817 w 2268679"/>
              <a:gd name="connsiteY4" fmla="*/ 2024971 h 2237278"/>
              <a:gd name="connsiteX5" fmla="*/ 1343952 w 2268679"/>
              <a:gd name="connsiteY5" fmla="*/ 2185486 h 2237278"/>
              <a:gd name="connsiteX6" fmla="*/ 1706527 w 2268679"/>
              <a:gd name="connsiteY6" fmla="*/ 2078794 h 2237278"/>
              <a:gd name="connsiteX7" fmla="*/ 2153269 w 2268679"/>
              <a:gd name="connsiteY7" fmla="*/ 1955922 h 2237278"/>
              <a:gd name="connsiteX8" fmla="*/ 2220720 w 2268679"/>
              <a:gd name="connsiteY8" fmla="*/ 1727973 h 2237278"/>
              <a:gd name="connsiteX9" fmla="*/ 2060727 w 2268679"/>
              <a:gd name="connsiteY9" fmla="*/ 1547814 h 2237278"/>
              <a:gd name="connsiteX10" fmla="*/ 2040557 w 2268679"/>
              <a:gd name="connsiteY10" fmla="*/ 1219140 h 2237278"/>
              <a:gd name="connsiteX11" fmla="*/ 2265356 w 2268679"/>
              <a:gd name="connsiteY11" fmla="*/ 949011 h 2237278"/>
              <a:gd name="connsiteX12" fmla="*/ 2166072 w 2268679"/>
              <a:gd name="connsiteY12" fmla="*/ 692707 h 2237278"/>
              <a:gd name="connsiteX13" fmla="*/ 1963727 w 2268679"/>
              <a:gd name="connsiteY13" fmla="*/ 433423 h 2237278"/>
              <a:gd name="connsiteX14" fmla="*/ 1739610 w 2268679"/>
              <a:gd name="connsiteY14" fmla="*/ 121494 h 2237278"/>
              <a:gd name="connsiteX15" fmla="*/ 1341391 w 2268679"/>
              <a:gd name="connsiteY15" fmla="*/ 0 h 2237278"/>
              <a:gd name="connsiteX0" fmla="*/ 0 w 2268679"/>
              <a:gd name="connsiteY0" fmla="*/ 2159600 h 2237278"/>
              <a:gd name="connsiteX1" fmla="*/ 263513 w 2268679"/>
              <a:gd name="connsiteY1" fmla="*/ 2234260 h 2237278"/>
              <a:gd name="connsiteX2" fmla="*/ 531949 w 2268679"/>
              <a:gd name="connsiteY2" fmla="*/ 2040900 h 2237278"/>
              <a:gd name="connsiteX3" fmla="*/ 766618 w 2268679"/>
              <a:gd name="connsiteY3" fmla="*/ 2020313 h 2237278"/>
              <a:gd name="connsiteX4" fmla="*/ 1033817 w 2268679"/>
              <a:gd name="connsiteY4" fmla="*/ 2024971 h 2237278"/>
              <a:gd name="connsiteX5" fmla="*/ 1343952 w 2268679"/>
              <a:gd name="connsiteY5" fmla="*/ 2185486 h 2237278"/>
              <a:gd name="connsiteX6" fmla="*/ 1706527 w 2268679"/>
              <a:gd name="connsiteY6" fmla="*/ 2078794 h 2237278"/>
              <a:gd name="connsiteX7" fmla="*/ 2153269 w 2268679"/>
              <a:gd name="connsiteY7" fmla="*/ 1955922 h 2237278"/>
              <a:gd name="connsiteX8" fmla="*/ 2220720 w 2268679"/>
              <a:gd name="connsiteY8" fmla="*/ 1727973 h 2237278"/>
              <a:gd name="connsiteX9" fmla="*/ 2060727 w 2268679"/>
              <a:gd name="connsiteY9" fmla="*/ 1547814 h 2237278"/>
              <a:gd name="connsiteX10" fmla="*/ 2040557 w 2268679"/>
              <a:gd name="connsiteY10" fmla="*/ 1219140 h 2237278"/>
              <a:gd name="connsiteX11" fmla="*/ 2265356 w 2268679"/>
              <a:gd name="connsiteY11" fmla="*/ 949011 h 2237278"/>
              <a:gd name="connsiteX12" fmla="*/ 2166072 w 2268679"/>
              <a:gd name="connsiteY12" fmla="*/ 692707 h 2237278"/>
              <a:gd name="connsiteX13" fmla="*/ 1963727 w 2268679"/>
              <a:gd name="connsiteY13" fmla="*/ 433423 h 2237278"/>
              <a:gd name="connsiteX14" fmla="*/ 1809468 w 2268679"/>
              <a:gd name="connsiteY14" fmla="*/ 122800 h 2237278"/>
              <a:gd name="connsiteX15" fmla="*/ 1341391 w 2268679"/>
              <a:gd name="connsiteY15" fmla="*/ 0 h 223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68679" h="2237278">
                <a:moveTo>
                  <a:pt x="0" y="2159600"/>
                </a:moveTo>
                <a:cubicBezTo>
                  <a:pt x="191574" y="2170519"/>
                  <a:pt x="174855" y="2254043"/>
                  <a:pt x="263513" y="2234260"/>
                </a:cubicBezTo>
                <a:cubicBezTo>
                  <a:pt x="352171" y="2214477"/>
                  <a:pt x="448098" y="2076558"/>
                  <a:pt x="531949" y="2040900"/>
                </a:cubicBezTo>
                <a:cubicBezTo>
                  <a:pt x="615800" y="2005242"/>
                  <a:pt x="680787" y="2034629"/>
                  <a:pt x="766618" y="2020313"/>
                </a:cubicBezTo>
                <a:cubicBezTo>
                  <a:pt x="852449" y="2005997"/>
                  <a:pt x="953736" y="1992912"/>
                  <a:pt x="1033817" y="2024971"/>
                </a:cubicBezTo>
                <a:cubicBezTo>
                  <a:pt x="1113898" y="2057031"/>
                  <a:pt x="1231834" y="2176516"/>
                  <a:pt x="1343952" y="2185486"/>
                </a:cubicBezTo>
                <a:cubicBezTo>
                  <a:pt x="1456070" y="2194456"/>
                  <a:pt x="1571641" y="2117055"/>
                  <a:pt x="1706527" y="2078794"/>
                </a:cubicBezTo>
                <a:cubicBezTo>
                  <a:pt x="1841413" y="2040533"/>
                  <a:pt x="2067570" y="2014392"/>
                  <a:pt x="2153269" y="1955922"/>
                </a:cubicBezTo>
                <a:cubicBezTo>
                  <a:pt x="2238968" y="1897452"/>
                  <a:pt x="2212789" y="1803688"/>
                  <a:pt x="2220720" y="1727973"/>
                </a:cubicBezTo>
                <a:cubicBezTo>
                  <a:pt x="2228651" y="1652258"/>
                  <a:pt x="2090754" y="1632619"/>
                  <a:pt x="2060727" y="1547814"/>
                </a:cubicBezTo>
                <a:cubicBezTo>
                  <a:pt x="2030700" y="1463009"/>
                  <a:pt x="2050541" y="1322038"/>
                  <a:pt x="2040557" y="1219140"/>
                </a:cubicBezTo>
                <a:cubicBezTo>
                  <a:pt x="2046748" y="1098840"/>
                  <a:pt x="2263641" y="1069502"/>
                  <a:pt x="2265356" y="949011"/>
                </a:cubicBezTo>
                <a:cubicBezTo>
                  <a:pt x="2284575" y="866235"/>
                  <a:pt x="2216343" y="778638"/>
                  <a:pt x="2166072" y="692707"/>
                </a:cubicBezTo>
                <a:cubicBezTo>
                  <a:pt x="2115801" y="606776"/>
                  <a:pt x="2033104" y="533588"/>
                  <a:pt x="1963727" y="433423"/>
                </a:cubicBezTo>
                <a:cubicBezTo>
                  <a:pt x="1953467" y="220095"/>
                  <a:pt x="1918304" y="186913"/>
                  <a:pt x="1809468" y="122800"/>
                </a:cubicBezTo>
                <a:cubicBezTo>
                  <a:pt x="1700632" y="58687"/>
                  <a:pt x="1402084" y="31530"/>
                  <a:pt x="1341391"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9" name="Freeform: Shape 38">
            <a:extLst>
              <a:ext uri="{FF2B5EF4-FFF2-40B4-BE49-F238E27FC236}">
                <a16:creationId xmlns:a16="http://schemas.microsoft.com/office/drawing/2014/main" id="{D88739C9-2FE2-8A4C-B39D-0C6BB958D3DB}"/>
              </a:ext>
            </a:extLst>
          </p:cNvPr>
          <p:cNvSpPr/>
          <p:nvPr/>
        </p:nvSpPr>
        <p:spPr>
          <a:xfrm rot="11544896" flipH="1" flipV="1">
            <a:off x="6115981" y="629014"/>
            <a:ext cx="5997402" cy="317460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88241 w 6565997"/>
              <a:gd name="connsiteY1" fmla="*/ 838010 h 3271214"/>
              <a:gd name="connsiteX2" fmla="*/ 626171 w 6565997"/>
              <a:gd name="connsiteY2" fmla="*/ 1253643 h 3271214"/>
              <a:gd name="connsiteX3" fmla="*/ 1033943 w 6565997"/>
              <a:gd name="connsiteY3" fmla="*/ 1404901 h 3271214"/>
              <a:gd name="connsiteX4" fmla="*/ 1732160 w 6565997"/>
              <a:gd name="connsiteY4" fmla="*/ 1459345 h 3271214"/>
              <a:gd name="connsiteX5" fmla="*/ 1947524 w 6565997"/>
              <a:gd name="connsiteY5" fmla="*/ 2118121 h 3271214"/>
              <a:gd name="connsiteX6" fmla="*/ 2265149 w 6565997"/>
              <a:gd name="connsiteY6" fmla="*/ 2425054 h 3271214"/>
              <a:gd name="connsiteX7" fmla="*/ 2738010 w 6565997"/>
              <a:gd name="connsiteY7" fmla="*/ 2621037 h 3271214"/>
              <a:gd name="connsiteX8" fmla="*/ 3266465 w 6565997"/>
              <a:gd name="connsiteY8" fmla="*/ 2788233 h 3271214"/>
              <a:gd name="connsiteX9" fmla="*/ 3791831 w 6565997"/>
              <a:gd name="connsiteY9" fmla="*/ 3255900 h 3271214"/>
              <a:gd name="connsiteX10" fmla="*/ 4312712 w 6565997"/>
              <a:gd name="connsiteY10" fmla="*/ 3081744 h 3271214"/>
              <a:gd name="connsiteX11" fmla="*/ 4839480 w 6565997"/>
              <a:gd name="connsiteY11" fmla="*/ 2343391 h 3271214"/>
              <a:gd name="connsiteX12" fmla="*/ 5359704 w 6565997"/>
              <a:gd name="connsiteY12" fmla="*/ 1978385 h 3271214"/>
              <a:gd name="connsiteX13" fmla="*/ 5726947 w 6565997"/>
              <a:gd name="connsiteY13" fmla="*/ 1539991 h 3271214"/>
              <a:gd name="connsiteX14" fmla="*/ 5960096 w 6565997"/>
              <a:gd name="connsiteY14" fmla="*/ 1054659 h 3271214"/>
              <a:gd name="connsiteX15" fmla="*/ 6121641 w 6565997"/>
              <a:gd name="connsiteY15" fmla="*/ 747477 h 3271214"/>
              <a:gd name="connsiteX16" fmla="*/ 6239274 w 6565997"/>
              <a:gd name="connsiteY16" fmla="*/ 440296 h 3271214"/>
              <a:gd name="connsiteX17" fmla="*/ 6565997 w 6565997"/>
              <a:gd name="connsiteY17" fmla="*/ 0 h 3271214"/>
              <a:gd name="connsiteX0" fmla="*/ 0 w 6900856"/>
              <a:gd name="connsiteY0" fmla="*/ -1 h 3591848"/>
              <a:gd name="connsiteX1" fmla="*/ 423100 w 6900856"/>
              <a:gd name="connsiteY1" fmla="*/ 1158644 h 3591848"/>
              <a:gd name="connsiteX2" fmla="*/ 961030 w 6900856"/>
              <a:gd name="connsiteY2" fmla="*/ 1574277 h 3591848"/>
              <a:gd name="connsiteX3" fmla="*/ 1368802 w 6900856"/>
              <a:gd name="connsiteY3" fmla="*/ 1725535 h 3591848"/>
              <a:gd name="connsiteX4" fmla="*/ 2067019 w 6900856"/>
              <a:gd name="connsiteY4" fmla="*/ 1779979 h 3591848"/>
              <a:gd name="connsiteX5" fmla="*/ 2282383 w 6900856"/>
              <a:gd name="connsiteY5" fmla="*/ 2438755 h 3591848"/>
              <a:gd name="connsiteX6" fmla="*/ 2600008 w 6900856"/>
              <a:gd name="connsiteY6" fmla="*/ 2745688 h 3591848"/>
              <a:gd name="connsiteX7" fmla="*/ 3072869 w 6900856"/>
              <a:gd name="connsiteY7" fmla="*/ 2941671 h 3591848"/>
              <a:gd name="connsiteX8" fmla="*/ 3601324 w 6900856"/>
              <a:gd name="connsiteY8" fmla="*/ 3108867 h 3591848"/>
              <a:gd name="connsiteX9" fmla="*/ 4126690 w 6900856"/>
              <a:gd name="connsiteY9" fmla="*/ 3576534 h 3591848"/>
              <a:gd name="connsiteX10" fmla="*/ 4647571 w 6900856"/>
              <a:gd name="connsiteY10" fmla="*/ 3402378 h 3591848"/>
              <a:gd name="connsiteX11" fmla="*/ 5174339 w 6900856"/>
              <a:gd name="connsiteY11" fmla="*/ 2664025 h 3591848"/>
              <a:gd name="connsiteX12" fmla="*/ 5694563 w 6900856"/>
              <a:gd name="connsiteY12" fmla="*/ 2299019 h 3591848"/>
              <a:gd name="connsiteX13" fmla="*/ 6061806 w 6900856"/>
              <a:gd name="connsiteY13" fmla="*/ 1860625 h 3591848"/>
              <a:gd name="connsiteX14" fmla="*/ 6294955 w 6900856"/>
              <a:gd name="connsiteY14" fmla="*/ 1375293 h 3591848"/>
              <a:gd name="connsiteX15" fmla="*/ 6456500 w 6900856"/>
              <a:gd name="connsiteY15" fmla="*/ 1068111 h 3591848"/>
              <a:gd name="connsiteX16" fmla="*/ 6574133 w 6900856"/>
              <a:gd name="connsiteY16" fmla="*/ 760930 h 3591848"/>
              <a:gd name="connsiteX17" fmla="*/ 6900856 w 6900856"/>
              <a:gd name="connsiteY17" fmla="*/ 320634 h 3591848"/>
              <a:gd name="connsiteX0" fmla="*/ 0 w 6900856"/>
              <a:gd name="connsiteY0" fmla="*/ 0 h 3591849"/>
              <a:gd name="connsiteX1" fmla="*/ 423100 w 6900856"/>
              <a:gd name="connsiteY1" fmla="*/ 1158645 h 3591849"/>
              <a:gd name="connsiteX2" fmla="*/ 961030 w 6900856"/>
              <a:gd name="connsiteY2" fmla="*/ 1574278 h 3591849"/>
              <a:gd name="connsiteX3" fmla="*/ 1368802 w 6900856"/>
              <a:gd name="connsiteY3" fmla="*/ 1725536 h 3591849"/>
              <a:gd name="connsiteX4" fmla="*/ 2067019 w 6900856"/>
              <a:gd name="connsiteY4" fmla="*/ 1779980 h 3591849"/>
              <a:gd name="connsiteX5" fmla="*/ 2282383 w 6900856"/>
              <a:gd name="connsiteY5" fmla="*/ 2438756 h 3591849"/>
              <a:gd name="connsiteX6" fmla="*/ 2600008 w 6900856"/>
              <a:gd name="connsiteY6" fmla="*/ 2745689 h 3591849"/>
              <a:gd name="connsiteX7" fmla="*/ 3072869 w 6900856"/>
              <a:gd name="connsiteY7" fmla="*/ 2941672 h 3591849"/>
              <a:gd name="connsiteX8" fmla="*/ 3601324 w 6900856"/>
              <a:gd name="connsiteY8" fmla="*/ 3108868 h 3591849"/>
              <a:gd name="connsiteX9" fmla="*/ 4126690 w 6900856"/>
              <a:gd name="connsiteY9" fmla="*/ 3576535 h 3591849"/>
              <a:gd name="connsiteX10" fmla="*/ 4647571 w 6900856"/>
              <a:gd name="connsiteY10" fmla="*/ 3402379 h 3591849"/>
              <a:gd name="connsiteX11" fmla="*/ 5174339 w 6900856"/>
              <a:gd name="connsiteY11" fmla="*/ 2664026 h 3591849"/>
              <a:gd name="connsiteX12" fmla="*/ 5694563 w 6900856"/>
              <a:gd name="connsiteY12" fmla="*/ 2299020 h 3591849"/>
              <a:gd name="connsiteX13" fmla="*/ 6061806 w 6900856"/>
              <a:gd name="connsiteY13" fmla="*/ 1860626 h 3591849"/>
              <a:gd name="connsiteX14" fmla="*/ 6294955 w 6900856"/>
              <a:gd name="connsiteY14" fmla="*/ 1375294 h 3591849"/>
              <a:gd name="connsiteX15" fmla="*/ 6456500 w 6900856"/>
              <a:gd name="connsiteY15" fmla="*/ 1068112 h 3591849"/>
              <a:gd name="connsiteX16" fmla="*/ 6574133 w 6900856"/>
              <a:gd name="connsiteY16" fmla="*/ 760931 h 3591849"/>
              <a:gd name="connsiteX17" fmla="*/ 6900856 w 6900856"/>
              <a:gd name="connsiteY17" fmla="*/ 320635 h 3591849"/>
              <a:gd name="connsiteX0" fmla="*/ 0 w 6900856"/>
              <a:gd name="connsiteY0" fmla="*/ 0 h 3591849"/>
              <a:gd name="connsiteX1" fmla="*/ 423100 w 6900856"/>
              <a:gd name="connsiteY1" fmla="*/ 1158645 h 3591849"/>
              <a:gd name="connsiteX2" fmla="*/ 961030 w 6900856"/>
              <a:gd name="connsiteY2" fmla="*/ 1574278 h 3591849"/>
              <a:gd name="connsiteX3" fmla="*/ 1368802 w 6900856"/>
              <a:gd name="connsiteY3" fmla="*/ 1725536 h 3591849"/>
              <a:gd name="connsiteX4" fmla="*/ 2067019 w 6900856"/>
              <a:gd name="connsiteY4" fmla="*/ 1779980 h 3591849"/>
              <a:gd name="connsiteX5" fmla="*/ 2282383 w 6900856"/>
              <a:gd name="connsiteY5" fmla="*/ 2438756 h 3591849"/>
              <a:gd name="connsiteX6" fmla="*/ 2600008 w 6900856"/>
              <a:gd name="connsiteY6" fmla="*/ 2745689 h 3591849"/>
              <a:gd name="connsiteX7" fmla="*/ 2946685 w 6900856"/>
              <a:gd name="connsiteY7" fmla="*/ 2562128 h 3591849"/>
              <a:gd name="connsiteX8" fmla="*/ 3601324 w 6900856"/>
              <a:gd name="connsiteY8" fmla="*/ 3108868 h 3591849"/>
              <a:gd name="connsiteX9" fmla="*/ 4126690 w 6900856"/>
              <a:gd name="connsiteY9" fmla="*/ 3576535 h 3591849"/>
              <a:gd name="connsiteX10" fmla="*/ 4647571 w 6900856"/>
              <a:gd name="connsiteY10" fmla="*/ 3402379 h 3591849"/>
              <a:gd name="connsiteX11" fmla="*/ 5174339 w 6900856"/>
              <a:gd name="connsiteY11" fmla="*/ 2664026 h 3591849"/>
              <a:gd name="connsiteX12" fmla="*/ 5694563 w 6900856"/>
              <a:gd name="connsiteY12" fmla="*/ 2299020 h 3591849"/>
              <a:gd name="connsiteX13" fmla="*/ 6061806 w 6900856"/>
              <a:gd name="connsiteY13" fmla="*/ 1860626 h 3591849"/>
              <a:gd name="connsiteX14" fmla="*/ 6294955 w 6900856"/>
              <a:gd name="connsiteY14" fmla="*/ 1375294 h 3591849"/>
              <a:gd name="connsiteX15" fmla="*/ 6456500 w 6900856"/>
              <a:gd name="connsiteY15" fmla="*/ 1068112 h 3591849"/>
              <a:gd name="connsiteX16" fmla="*/ 6574133 w 6900856"/>
              <a:gd name="connsiteY16" fmla="*/ 760931 h 3591849"/>
              <a:gd name="connsiteX17" fmla="*/ 6900856 w 6900856"/>
              <a:gd name="connsiteY17" fmla="*/ 320635 h 3591849"/>
              <a:gd name="connsiteX0" fmla="*/ 0 w 6574133"/>
              <a:gd name="connsiteY0" fmla="*/ 0 h 3591849"/>
              <a:gd name="connsiteX1" fmla="*/ 423100 w 6574133"/>
              <a:gd name="connsiteY1" fmla="*/ 1158645 h 3591849"/>
              <a:gd name="connsiteX2" fmla="*/ 961030 w 6574133"/>
              <a:gd name="connsiteY2" fmla="*/ 1574278 h 3591849"/>
              <a:gd name="connsiteX3" fmla="*/ 1368802 w 6574133"/>
              <a:gd name="connsiteY3" fmla="*/ 1725536 h 3591849"/>
              <a:gd name="connsiteX4" fmla="*/ 2067019 w 6574133"/>
              <a:gd name="connsiteY4" fmla="*/ 1779980 h 3591849"/>
              <a:gd name="connsiteX5" fmla="*/ 2282383 w 6574133"/>
              <a:gd name="connsiteY5" fmla="*/ 2438756 h 3591849"/>
              <a:gd name="connsiteX6" fmla="*/ 2600008 w 6574133"/>
              <a:gd name="connsiteY6" fmla="*/ 2745689 h 3591849"/>
              <a:gd name="connsiteX7" fmla="*/ 2946685 w 6574133"/>
              <a:gd name="connsiteY7" fmla="*/ 2562128 h 3591849"/>
              <a:gd name="connsiteX8" fmla="*/ 3601324 w 6574133"/>
              <a:gd name="connsiteY8" fmla="*/ 3108868 h 3591849"/>
              <a:gd name="connsiteX9" fmla="*/ 4126690 w 6574133"/>
              <a:gd name="connsiteY9" fmla="*/ 3576535 h 3591849"/>
              <a:gd name="connsiteX10" fmla="*/ 4647571 w 6574133"/>
              <a:gd name="connsiteY10" fmla="*/ 3402379 h 3591849"/>
              <a:gd name="connsiteX11" fmla="*/ 5174339 w 6574133"/>
              <a:gd name="connsiteY11" fmla="*/ 2664026 h 3591849"/>
              <a:gd name="connsiteX12" fmla="*/ 5694563 w 6574133"/>
              <a:gd name="connsiteY12" fmla="*/ 2299020 h 3591849"/>
              <a:gd name="connsiteX13" fmla="*/ 6061806 w 6574133"/>
              <a:gd name="connsiteY13" fmla="*/ 1860626 h 3591849"/>
              <a:gd name="connsiteX14" fmla="*/ 6294955 w 6574133"/>
              <a:gd name="connsiteY14" fmla="*/ 1375294 h 3591849"/>
              <a:gd name="connsiteX15" fmla="*/ 6456500 w 6574133"/>
              <a:gd name="connsiteY15" fmla="*/ 1068112 h 3591849"/>
              <a:gd name="connsiteX16" fmla="*/ 6574133 w 6574133"/>
              <a:gd name="connsiteY16" fmla="*/ 760931 h 3591849"/>
              <a:gd name="connsiteX0" fmla="*/ 0 w 6456500"/>
              <a:gd name="connsiteY0" fmla="*/ 0 h 3591849"/>
              <a:gd name="connsiteX1" fmla="*/ 423100 w 6456500"/>
              <a:gd name="connsiteY1" fmla="*/ 1158645 h 3591849"/>
              <a:gd name="connsiteX2" fmla="*/ 961030 w 6456500"/>
              <a:gd name="connsiteY2" fmla="*/ 1574278 h 3591849"/>
              <a:gd name="connsiteX3" fmla="*/ 1368802 w 6456500"/>
              <a:gd name="connsiteY3" fmla="*/ 1725536 h 3591849"/>
              <a:gd name="connsiteX4" fmla="*/ 2067019 w 6456500"/>
              <a:gd name="connsiteY4" fmla="*/ 1779980 h 3591849"/>
              <a:gd name="connsiteX5" fmla="*/ 2282383 w 6456500"/>
              <a:gd name="connsiteY5" fmla="*/ 2438756 h 3591849"/>
              <a:gd name="connsiteX6" fmla="*/ 2600008 w 6456500"/>
              <a:gd name="connsiteY6" fmla="*/ 2745689 h 3591849"/>
              <a:gd name="connsiteX7" fmla="*/ 2946685 w 6456500"/>
              <a:gd name="connsiteY7" fmla="*/ 2562128 h 3591849"/>
              <a:gd name="connsiteX8" fmla="*/ 3601324 w 6456500"/>
              <a:gd name="connsiteY8" fmla="*/ 3108868 h 3591849"/>
              <a:gd name="connsiteX9" fmla="*/ 4126690 w 6456500"/>
              <a:gd name="connsiteY9" fmla="*/ 3576535 h 3591849"/>
              <a:gd name="connsiteX10" fmla="*/ 4647571 w 6456500"/>
              <a:gd name="connsiteY10" fmla="*/ 3402379 h 3591849"/>
              <a:gd name="connsiteX11" fmla="*/ 5174339 w 6456500"/>
              <a:gd name="connsiteY11" fmla="*/ 2664026 h 3591849"/>
              <a:gd name="connsiteX12" fmla="*/ 5694563 w 6456500"/>
              <a:gd name="connsiteY12" fmla="*/ 2299020 h 3591849"/>
              <a:gd name="connsiteX13" fmla="*/ 6061806 w 6456500"/>
              <a:gd name="connsiteY13" fmla="*/ 1860626 h 3591849"/>
              <a:gd name="connsiteX14" fmla="*/ 6294955 w 6456500"/>
              <a:gd name="connsiteY14" fmla="*/ 1375294 h 3591849"/>
              <a:gd name="connsiteX15" fmla="*/ 6456500 w 6456500"/>
              <a:gd name="connsiteY15" fmla="*/ 1068112 h 3591849"/>
              <a:gd name="connsiteX0" fmla="*/ 0 w 6337867"/>
              <a:gd name="connsiteY0" fmla="*/ 0 h 3591849"/>
              <a:gd name="connsiteX1" fmla="*/ 423100 w 6337867"/>
              <a:gd name="connsiteY1" fmla="*/ 1158645 h 3591849"/>
              <a:gd name="connsiteX2" fmla="*/ 961030 w 6337867"/>
              <a:gd name="connsiteY2" fmla="*/ 1574278 h 3591849"/>
              <a:gd name="connsiteX3" fmla="*/ 1368802 w 6337867"/>
              <a:gd name="connsiteY3" fmla="*/ 1725536 h 3591849"/>
              <a:gd name="connsiteX4" fmla="*/ 2067019 w 6337867"/>
              <a:gd name="connsiteY4" fmla="*/ 1779980 h 3591849"/>
              <a:gd name="connsiteX5" fmla="*/ 2282383 w 6337867"/>
              <a:gd name="connsiteY5" fmla="*/ 2438756 h 3591849"/>
              <a:gd name="connsiteX6" fmla="*/ 2600008 w 6337867"/>
              <a:gd name="connsiteY6" fmla="*/ 2745689 h 3591849"/>
              <a:gd name="connsiteX7" fmla="*/ 2946685 w 6337867"/>
              <a:gd name="connsiteY7" fmla="*/ 2562128 h 3591849"/>
              <a:gd name="connsiteX8" fmla="*/ 3601324 w 6337867"/>
              <a:gd name="connsiteY8" fmla="*/ 3108868 h 3591849"/>
              <a:gd name="connsiteX9" fmla="*/ 4126690 w 6337867"/>
              <a:gd name="connsiteY9" fmla="*/ 3576535 h 3591849"/>
              <a:gd name="connsiteX10" fmla="*/ 4647571 w 6337867"/>
              <a:gd name="connsiteY10" fmla="*/ 3402379 h 3591849"/>
              <a:gd name="connsiteX11" fmla="*/ 5174339 w 6337867"/>
              <a:gd name="connsiteY11" fmla="*/ 2664026 h 3591849"/>
              <a:gd name="connsiteX12" fmla="*/ 5694563 w 6337867"/>
              <a:gd name="connsiteY12" fmla="*/ 2299020 h 3591849"/>
              <a:gd name="connsiteX13" fmla="*/ 6061806 w 6337867"/>
              <a:gd name="connsiteY13" fmla="*/ 1860626 h 3591849"/>
              <a:gd name="connsiteX14" fmla="*/ 6294955 w 6337867"/>
              <a:gd name="connsiteY14" fmla="*/ 1375294 h 3591849"/>
              <a:gd name="connsiteX15" fmla="*/ 6337867 w 6337867"/>
              <a:gd name="connsiteY15" fmla="*/ 1085861 h 3591849"/>
              <a:gd name="connsiteX0" fmla="*/ 0 w 6337867"/>
              <a:gd name="connsiteY0" fmla="*/ 0 h 3591849"/>
              <a:gd name="connsiteX1" fmla="*/ 423100 w 6337867"/>
              <a:gd name="connsiteY1" fmla="*/ 1158645 h 3591849"/>
              <a:gd name="connsiteX2" fmla="*/ 961030 w 6337867"/>
              <a:gd name="connsiteY2" fmla="*/ 1574278 h 3591849"/>
              <a:gd name="connsiteX3" fmla="*/ 1368802 w 6337867"/>
              <a:gd name="connsiteY3" fmla="*/ 1725536 h 3591849"/>
              <a:gd name="connsiteX4" fmla="*/ 2067019 w 6337867"/>
              <a:gd name="connsiteY4" fmla="*/ 1779980 h 3591849"/>
              <a:gd name="connsiteX5" fmla="*/ 2282383 w 6337867"/>
              <a:gd name="connsiteY5" fmla="*/ 2438756 h 3591849"/>
              <a:gd name="connsiteX6" fmla="*/ 2600008 w 6337867"/>
              <a:gd name="connsiteY6" fmla="*/ 2745689 h 3591849"/>
              <a:gd name="connsiteX7" fmla="*/ 2946685 w 6337867"/>
              <a:gd name="connsiteY7" fmla="*/ 2562128 h 3591849"/>
              <a:gd name="connsiteX8" fmla="*/ 3601324 w 6337867"/>
              <a:gd name="connsiteY8" fmla="*/ 3108868 h 3591849"/>
              <a:gd name="connsiteX9" fmla="*/ 4126690 w 6337867"/>
              <a:gd name="connsiteY9" fmla="*/ 3576535 h 3591849"/>
              <a:gd name="connsiteX10" fmla="*/ 4647571 w 6337867"/>
              <a:gd name="connsiteY10" fmla="*/ 3402379 h 3591849"/>
              <a:gd name="connsiteX11" fmla="*/ 5174339 w 6337867"/>
              <a:gd name="connsiteY11" fmla="*/ 2664026 h 3591849"/>
              <a:gd name="connsiteX12" fmla="*/ 5694563 w 6337867"/>
              <a:gd name="connsiteY12" fmla="*/ 2299020 h 3591849"/>
              <a:gd name="connsiteX13" fmla="*/ 6061806 w 6337867"/>
              <a:gd name="connsiteY13" fmla="*/ 1860626 h 3591849"/>
              <a:gd name="connsiteX14" fmla="*/ 6213231 w 6337867"/>
              <a:gd name="connsiteY14" fmla="*/ 1442356 h 3591849"/>
              <a:gd name="connsiteX15" fmla="*/ 6337867 w 6337867"/>
              <a:gd name="connsiteY15" fmla="*/ 1085861 h 3591849"/>
              <a:gd name="connsiteX0" fmla="*/ 0 w 6337867"/>
              <a:gd name="connsiteY0" fmla="*/ 0 h 3733144"/>
              <a:gd name="connsiteX1" fmla="*/ 423100 w 6337867"/>
              <a:gd name="connsiteY1" fmla="*/ 1158645 h 3733144"/>
              <a:gd name="connsiteX2" fmla="*/ 961030 w 6337867"/>
              <a:gd name="connsiteY2" fmla="*/ 1574278 h 3733144"/>
              <a:gd name="connsiteX3" fmla="*/ 1368802 w 6337867"/>
              <a:gd name="connsiteY3" fmla="*/ 1725536 h 3733144"/>
              <a:gd name="connsiteX4" fmla="*/ 2067019 w 6337867"/>
              <a:gd name="connsiteY4" fmla="*/ 1779980 h 3733144"/>
              <a:gd name="connsiteX5" fmla="*/ 2282383 w 6337867"/>
              <a:gd name="connsiteY5" fmla="*/ 2438756 h 3733144"/>
              <a:gd name="connsiteX6" fmla="*/ 2600008 w 6337867"/>
              <a:gd name="connsiteY6" fmla="*/ 2745689 h 3733144"/>
              <a:gd name="connsiteX7" fmla="*/ 2946685 w 6337867"/>
              <a:gd name="connsiteY7" fmla="*/ 2562128 h 3733144"/>
              <a:gd name="connsiteX8" fmla="*/ 3601324 w 6337867"/>
              <a:gd name="connsiteY8" fmla="*/ 3108868 h 3733144"/>
              <a:gd name="connsiteX9" fmla="*/ 3921774 w 6337867"/>
              <a:gd name="connsiteY9" fmla="*/ 3712304 h 3733144"/>
              <a:gd name="connsiteX10" fmla="*/ 4126690 w 6337867"/>
              <a:gd name="connsiteY10" fmla="*/ 3576535 h 3733144"/>
              <a:gd name="connsiteX11" fmla="*/ 4647571 w 6337867"/>
              <a:gd name="connsiteY11" fmla="*/ 3402379 h 3733144"/>
              <a:gd name="connsiteX12" fmla="*/ 5174339 w 6337867"/>
              <a:gd name="connsiteY12" fmla="*/ 2664026 h 3733144"/>
              <a:gd name="connsiteX13" fmla="*/ 5694563 w 6337867"/>
              <a:gd name="connsiteY13" fmla="*/ 2299020 h 3733144"/>
              <a:gd name="connsiteX14" fmla="*/ 6061806 w 6337867"/>
              <a:gd name="connsiteY14" fmla="*/ 1860626 h 3733144"/>
              <a:gd name="connsiteX15" fmla="*/ 6213231 w 6337867"/>
              <a:gd name="connsiteY15" fmla="*/ 1442356 h 3733144"/>
              <a:gd name="connsiteX16" fmla="*/ 6337867 w 6337867"/>
              <a:gd name="connsiteY16" fmla="*/ 1085861 h 3733144"/>
              <a:gd name="connsiteX0" fmla="*/ 0 w 6337867"/>
              <a:gd name="connsiteY0" fmla="*/ 0 h 3950197"/>
              <a:gd name="connsiteX1" fmla="*/ 423100 w 6337867"/>
              <a:gd name="connsiteY1" fmla="*/ 1158645 h 3950197"/>
              <a:gd name="connsiteX2" fmla="*/ 961030 w 6337867"/>
              <a:gd name="connsiteY2" fmla="*/ 1574278 h 3950197"/>
              <a:gd name="connsiteX3" fmla="*/ 1368802 w 6337867"/>
              <a:gd name="connsiteY3" fmla="*/ 1725536 h 3950197"/>
              <a:gd name="connsiteX4" fmla="*/ 2067019 w 6337867"/>
              <a:gd name="connsiteY4" fmla="*/ 1779980 h 3950197"/>
              <a:gd name="connsiteX5" fmla="*/ 2282383 w 6337867"/>
              <a:gd name="connsiteY5" fmla="*/ 2438756 h 3950197"/>
              <a:gd name="connsiteX6" fmla="*/ 2600008 w 6337867"/>
              <a:gd name="connsiteY6" fmla="*/ 2745689 h 3950197"/>
              <a:gd name="connsiteX7" fmla="*/ 2946685 w 6337867"/>
              <a:gd name="connsiteY7" fmla="*/ 2562128 h 3950197"/>
              <a:gd name="connsiteX8" fmla="*/ 3601324 w 6337867"/>
              <a:gd name="connsiteY8" fmla="*/ 3108868 h 3950197"/>
              <a:gd name="connsiteX9" fmla="*/ 3921774 w 6337867"/>
              <a:gd name="connsiteY9" fmla="*/ 3712304 h 3950197"/>
              <a:gd name="connsiteX10" fmla="*/ 4201007 w 6337867"/>
              <a:gd name="connsiteY10" fmla="*/ 3941900 h 3950197"/>
              <a:gd name="connsiteX11" fmla="*/ 4647571 w 6337867"/>
              <a:gd name="connsiteY11" fmla="*/ 3402379 h 3950197"/>
              <a:gd name="connsiteX12" fmla="*/ 5174339 w 6337867"/>
              <a:gd name="connsiteY12" fmla="*/ 2664026 h 3950197"/>
              <a:gd name="connsiteX13" fmla="*/ 5694563 w 6337867"/>
              <a:gd name="connsiteY13" fmla="*/ 2299020 h 3950197"/>
              <a:gd name="connsiteX14" fmla="*/ 6061806 w 6337867"/>
              <a:gd name="connsiteY14" fmla="*/ 1860626 h 3950197"/>
              <a:gd name="connsiteX15" fmla="*/ 6213231 w 6337867"/>
              <a:gd name="connsiteY15" fmla="*/ 1442356 h 3950197"/>
              <a:gd name="connsiteX16" fmla="*/ 6337867 w 6337867"/>
              <a:gd name="connsiteY16" fmla="*/ 1085861 h 3950197"/>
              <a:gd name="connsiteX0" fmla="*/ 0 w 6337867"/>
              <a:gd name="connsiteY0" fmla="*/ 0 h 3950197"/>
              <a:gd name="connsiteX1" fmla="*/ 423100 w 6337867"/>
              <a:gd name="connsiteY1" fmla="*/ 1158645 h 3950197"/>
              <a:gd name="connsiteX2" fmla="*/ 961030 w 6337867"/>
              <a:gd name="connsiteY2" fmla="*/ 1574278 h 3950197"/>
              <a:gd name="connsiteX3" fmla="*/ 1368802 w 6337867"/>
              <a:gd name="connsiteY3" fmla="*/ 1725536 h 3950197"/>
              <a:gd name="connsiteX4" fmla="*/ 2067019 w 6337867"/>
              <a:gd name="connsiteY4" fmla="*/ 1779980 h 3950197"/>
              <a:gd name="connsiteX5" fmla="*/ 2282383 w 6337867"/>
              <a:gd name="connsiteY5" fmla="*/ 2438756 h 3950197"/>
              <a:gd name="connsiteX6" fmla="*/ 2600008 w 6337867"/>
              <a:gd name="connsiteY6" fmla="*/ 2745689 h 3950197"/>
              <a:gd name="connsiteX7" fmla="*/ 2946685 w 6337867"/>
              <a:gd name="connsiteY7" fmla="*/ 2562128 h 3950197"/>
              <a:gd name="connsiteX8" fmla="*/ 3601324 w 6337867"/>
              <a:gd name="connsiteY8" fmla="*/ 3108868 h 3950197"/>
              <a:gd name="connsiteX9" fmla="*/ 3921774 w 6337867"/>
              <a:gd name="connsiteY9" fmla="*/ 3712304 h 3950197"/>
              <a:gd name="connsiteX10" fmla="*/ 4201007 w 6337867"/>
              <a:gd name="connsiteY10" fmla="*/ 3941900 h 3950197"/>
              <a:gd name="connsiteX11" fmla="*/ 4647571 w 6337867"/>
              <a:gd name="connsiteY11" fmla="*/ 3402379 h 3950197"/>
              <a:gd name="connsiteX12" fmla="*/ 5174339 w 6337867"/>
              <a:gd name="connsiteY12" fmla="*/ 2664026 h 3950197"/>
              <a:gd name="connsiteX13" fmla="*/ 5694563 w 6337867"/>
              <a:gd name="connsiteY13" fmla="*/ 2299020 h 3950197"/>
              <a:gd name="connsiteX14" fmla="*/ 6061806 w 6337867"/>
              <a:gd name="connsiteY14" fmla="*/ 1860626 h 3950197"/>
              <a:gd name="connsiteX15" fmla="*/ 6213231 w 6337867"/>
              <a:gd name="connsiteY15" fmla="*/ 1442356 h 3950197"/>
              <a:gd name="connsiteX16" fmla="*/ 6337867 w 6337867"/>
              <a:gd name="connsiteY16" fmla="*/ 1085861 h 3950197"/>
              <a:gd name="connsiteX0" fmla="*/ 0 w 6337867"/>
              <a:gd name="connsiteY0" fmla="*/ 0 h 3950197"/>
              <a:gd name="connsiteX1" fmla="*/ 423100 w 6337867"/>
              <a:gd name="connsiteY1" fmla="*/ 1158645 h 3950197"/>
              <a:gd name="connsiteX2" fmla="*/ 961030 w 6337867"/>
              <a:gd name="connsiteY2" fmla="*/ 1574278 h 3950197"/>
              <a:gd name="connsiteX3" fmla="*/ 1368802 w 6337867"/>
              <a:gd name="connsiteY3" fmla="*/ 1725536 h 3950197"/>
              <a:gd name="connsiteX4" fmla="*/ 2067019 w 6337867"/>
              <a:gd name="connsiteY4" fmla="*/ 1779980 h 3950197"/>
              <a:gd name="connsiteX5" fmla="*/ 2282383 w 6337867"/>
              <a:gd name="connsiteY5" fmla="*/ 2438756 h 3950197"/>
              <a:gd name="connsiteX6" fmla="*/ 2600008 w 6337867"/>
              <a:gd name="connsiteY6" fmla="*/ 2745689 h 3950197"/>
              <a:gd name="connsiteX7" fmla="*/ 2946685 w 6337867"/>
              <a:gd name="connsiteY7" fmla="*/ 2562128 h 3950197"/>
              <a:gd name="connsiteX8" fmla="*/ 3601324 w 6337867"/>
              <a:gd name="connsiteY8" fmla="*/ 3108868 h 3950197"/>
              <a:gd name="connsiteX9" fmla="*/ 3921774 w 6337867"/>
              <a:gd name="connsiteY9" fmla="*/ 3712304 h 3950197"/>
              <a:gd name="connsiteX10" fmla="*/ 4201007 w 6337867"/>
              <a:gd name="connsiteY10" fmla="*/ 3941900 h 3950197"/>
              <a:gd name="connsiteX11" fmla="*/ 4647571 w 6337867"/>
              <a:gd name="connsiteY11" fmla="*/ 3402379 h 3950197"/>
              <a:gd name="connsiteX12" fmla="*/ 5174339 w 6337867"/>
              <a:gd name="connsiteY12" fmla="*/ 2664026 h 3950197"/>
              <a:gd name="connsiteX13" fmla="*/ 5694563 w 6337867"/>
              <a:gd name="connsiteY13" fmla="*/ 2299020 h 3950197"/>
              <a:gd name="connsiteX14" fmla="*/ 6054661 w 6337867"/>
              <a:gd name="connsiteY14" fmla="*/ 2005367 h 3950197"/>
              <a:gd name="connsiteX15" fmla="*/ 6213231 w 6337867"/>
              <a:gd name="connsiteY15" fmla="*/ 1442356 h 3950197"/>
              <a:gd name="connsiteX16" fmla="*/ 6337867 w 6337867"/>
              <a:gd name="connsiteY16" fmla="*/ 1085861 h 3950197"/>
              <a:gd name="connsiteX0" fmla="*/ 0 w 6337867"/>
              <a:gd name="connsiteY0" fmla="*/ 0 h 3950197"/>
              <a:gd name="connsiteX1" fmla="*/ 423100 w 6337867"/>
              <a:gd name="connsiteY1" fmla="*/ 1158645 h 3950197"/>
              <a:gd name="connsiteX2" fmla="*/ 961030 w 6337867"/>
              <a:gd name="connsiteY2" fmla="*/ 1574278 h 3950197"/>
              <a:gd name="connsiteX3" fmla="*/ 1368802 w 6337867"/>
              <a:gd name="connsiteY3" fmla="*/ 1725536 h 3950197"/>
              <a:gd name="connsiteX4" fmla="*/ 2067019 w 6337867"/>
              <a:gd name="connsiteY4" fmla="*/ 1779980 h 3950197"/>
              <a:gd name="connsiteX5" fmla="*/ 2282383 w 6337867"/>
              <a:gd name="connsiteY5" fmla="*/ 2438756 h 3950197"/>
              <a:gd name="connsiteX6" fmla="*/ 2600008 w 6337867"/>
              <a:gd name="connsiteY6" fmla="*/ 2745689 h 3950197"/>
              <a:gd name="connsiteX7" fmla="*/ 2946685 w 6337867"/>
              <a:gd name="connsiteY7" fmla="*/ 2562128 h 3950197"/>
              <a:gd name="connsiteX8" fmla="*/ 3601324 w 6337867"/>
              <a:gd name="connsiteY8" fmla="*/ 3108868 h 3950197"/>
              <a:gd name="connsiteX9" fmla="*/ 3921774 w 6337867"/>
              <a:gd name="connsiteY9" fmla="*/ 3712304 h 3950197"/>
              <a:gd name="connsiteX10" fmla="*/ 4201007 w 6337867"/>
              <a:gd name="connsiteY10" fmla="*/ 3941900 h 3950197"/>
              <a:gd name="connsiteX11" fmla="*/ 4647571 w 6337867"/>
              <a:gd name="connsiteY11" fmla="*/ 3402379 h 3950197"/>
              <a:gd name="connsiteX12" fmla="*/ 5174339 w 6337867"/>
              <a:gd name="connsiteY12" fmla="*/ 2664026 h 3950197"/>
              <a:gd name="connsiteX13" fmla="*/ 5694563 w 6337867"/>
              <a:gd name="connsiteY13" fmla="*/ 2299020 h 3950197"/>
              <a:gd name="connsiteX14" fmla="*/ 6054661 w 6337867"/>
              <a:gd name="connsiteY14" fmla="*/ 2005367 h 3950197"/>
              <a:gd name="connsiteX15" fmla="*/ 6047872 w 6337867"/>
              <a:gd name="connsiteY15" fmla="*/ 1470686 h 3950197"/>
              <a:gd name="connsiteX16" fmla="*/ 6337867 w 6337867"/>
              <a:gd name="connsiteY16" fmla="*/ 1085861 h 3950197"/>
              <a:gd name="connsiteX0" fmla="*/ 0 w 6319704"/>
              <a:gd name="connsiteY0" fmla="*/ 0 h 3950197"/>
              <a:gd name="connsiteX1" fmla="*/ 423100 w 6319704"/>
              <a:gd name="connsiteY1" fmla="*/ 1158645 h 3950197"/>
              <a:gd name="connsiteX2" fmla="*/ 961030 w 6319704"/>
              <a:gd name="connsiteY2" fmla="*/ 1574278 h 3950197"/>
              <a:gd name="connsiteX3" fmla="*/ 1368802 w 6319704"/>
              <a:gd name="connsiteY3" fmla="*/ 1725536 h 3950197"/>
              <a:gd name="connsiteX4" fmla="*/ 2067019 w 6319704"/>
              <a:gd name="connsiteY4" fmla="*/ 1779980 h 3950197"/>
              <a:gd name="connsiteX5" fmla="*/ 2282383 w 6319704"/>
              <a:gd name="connsiteY5" fmla="*/ 2438756 h 3950197"/>
              <a:gd name="connsiteX6" fmla="*/ 2600008 w 6319704"/>
              <a:gd name="connsiteY6" fmla="*/ 2745689 h 3950197"/>
              <a:gd name="connsiteX7" fmla="*/ 2946685 w 6319704"/>
              <a:gd name="connsiteY7" fmla="*/ 2562128 h 3950197"/>
              <a:gd name="connsiteX8" fmla="*/ 3601324 w 6319704"/>
              <a:gd name="connsiteY8" fmla="*/ 3108868 h 3950197"/>
              <a:gd name="connsiteX9" fmla="*/ 3921774 w 6319704"/>
              <a:gd name="connsiteY9" fmla="*/ 3712304 h 3950197"/>
              <a:gd name="connsiteX10" fmla="*/ 4201007 w 6319704"/>
              <a:gd name="connsiteY10" fmla="*/ 3941900 h 3950197"/>
              <a:gd name="connsiteX11" fmla="*/ 4647571 w 6319704"/>
              <a:gd name="connsiteY11" fmla="*/ 3402379 h 3950197"/>
              <a:gd name="connsiteX12" fmla="*/ 5174339 w 6319704"/>
              <a:gd name="connsiteY12" fmla="*/ 2664026 h 3950197"/>
              <a:gd name="connsiteX13" fmla="*/ 5694563 w 6319704"/>
              <a:gd name="connsiteY13" fmla="*/ 2299020 h 3950197"/>
              <a:gd name="connsiteX14" fmla="*/ 6054661 w 6319704"/>
              <a:gd name="connsiteY14" fmla="*/ 2005367 h 3950197"/>
              <a:gd name="connsiteX15" fmla="*/ 6047872 w 6319704"/>
              <a:gd name="connsiteY15" fmla="*/ 1470686 h 3950197"/>
              <a:gd name="connsiteX16" fmla="*/ 6319704 w 6319704"/>
              <a:gd name="connsiteY16" fmla="*/ 1138210 h 3950197"/>
              <a:gd name="connsiteX0" fmla="*/ 0 w 6319704"/>
              <a:gd name="connsiteY0" fmla="*/ 0 h 3950197"/>
              <a:gd name="connsiteX1" fmla="*/ 423100 w 6319704"/>
              <a:gd name="connsiteY1" fmla="*/ 1158645 h 3950197"/>
              <a:gd name="connsiteX2" fmla="*/ 673753 w 6319704"/>
              <a:gd name="connsiteY2" fmla="*/ 1350930 h 3950197"/>
              <a:gd name="connsiteX3" fmla="*/ 961030 w 6319704"/>
              <a:gd name="connsiteY3" fmla="*/ 1574278 h 3950197"/>
              <a:gd name="connsiteX4" fmla="*/ 1368802 w 6319704"/>
              <a:gd name="connsiteY4" fmla="*/ 1725536 h 3950197"/>
              <a:gd name="connsiteX5" fmla="*/ 2067019 w 6319704"/>
              <a:gd name="connsiteY5" fmla="*/ 1779980 h 3950197"/>
              <a:gd name="connsiteX6" fmla="*/ 2282383 w 6319704"/>
              <a:gd name="connsiteY6" fmla="*/ 2438756 h 3950197"/>
              <a:gd name="connsiteX7" fmla="*/ 2600008 w 6319704"/>
              <a:gd name="connsiteY7" fmla="*/ 2745689 h 3950197"/>
              <a:gd name="connsiteX8" fmla="*/ 2946685 w 6319704"/>
              <a:gd name="connsiteY8" fmla="*/ 2562128 h 3950197"/>
              <a:gd name="connsiteX9" fmla="*/ 3601324 w 6319704"/>
              <a:gd name="connsiteY9" fmla="*/ 3108868 h 3950197"/>
              <a:gd name="connsiteX10" fmla="*/ 3921774 w 6319704"/>
              <a:gd name="connsiteY10" fmla="*/ 3712304 h 3950197"/>
              <a:gd name="connsiteX11" fmla="*/ 4201007 w 6319704"/>
              <a:gd name="connsiteY11" fmla="*/ 3941900 h 3950197"/>
              <a:gd name="connsiteX12" fmla="*/ 4647571 w 6319704"/>
              <a:gd name="connsiteY12" fmla="*/ 3402379 h 3950197"/>
              <a:gd name="connsiteX13" fmla="*/ 5174339 w 6319704"/>
              <a:gd name="connsiteY13" fmla="*/ 2664026 h 3950197"/>
              <a:gd name="connsiteX14" fmla="*/ 5694563 w 6319704"/>
              <a:gd name="connsiteY14" fmla="*/ 2299020 h 3950197"/>
              <a:gd name="connsiteX15" fmla="*/ 6054661 w 6319704"/>
              <a:gd name="connsiteY15" fmla="*/ 2005367 h 3950197"/>
              <a:gd name="connsiteX16" fmla="*/ 6047872 w 6319704"/>
              <a:gd name="connsiteY16" fmla="*/ 1470686 h 3950197"/>
              <a:gd name="connsiteX17" fmla="*/ 6319704 w 6319704"/>
              <a:gd name="connsiteY17" fmla="*/ 1138210 h 3950197"/>
              <a:gd name="connsiteX0" fmla="*/ 0 w 6319704"/>
              <a:gd name="connsiteY0" fmla="*/ 0 h 3950197"/>
              <a:gd name="connsiteX1" fmla="*/ 162675 w 6319704"/>
              <a:gd name="connsiteY1" fmla="*/ 1043160 h 3950197"/>
              <a:gd name="connsiteX2" fmla="*/ 673753 w 6319704"/>
              <a:gd name="connsiteY2" fmla="*/ 1350930 h 3950197"/>
              <a:gd name="connsiteX3" fmla="*/ 961030 w 6319704"/>
              <a:gd name="connsiteY3" fmla="*/ 1574278 h 3950197"/>
              <a:gd name="connsiteX4" fmla="*/ 1368802 w 6319704"/>
              <a:gd name="connsiteY4" fmla="*/ 1725536 h 3950197"/>
              <a:gd name="connsiteX5" fmla="*/ 2067019 w 6319704"/>
              <a:gd name="connsiteY5" fmla="*/ 1779980 h 3950197"/>
              <a:gd name="connsiteX6" fmla="*/ 2282383 w 6319704"/>
              <a:gd name="connsiteY6" fmla="*/ 2438756 h 3950197"/>
              <a:gd name="connsiteX7" fmla="*/ 2600008 w 6319704"/>
              <a:gd name="connsiteY7" fmla="*/ 2745689 h 3950197"/>
              <a:gd name="connsiteX8" fmla="*/ 2946685 w 6319704"/>
              <a:gd name="connsiteY8" fmla="*/ 2562128 h 3950197"/>
              <a:gd name="connsiteX9" fmla="*/ 3601324 w 6319704"/>
              <a:gd name="connsiteY9" fmla="*/ 3108868 h 3950197"/>
              <a:gd name="connsiteX10" fmla="*/ 3921774 w 6319704"/>
              <a:gd name="connsiteY10" fmla="*/ 3712304 h 3950197"/>
              <a:gd name="connsiteX11" fmla="*/ 4201007 w 6319704"/>
              <a:gd name="connsiteY11" fmla="*/ 3941900 h 3950197"/>
              <a:gd name="connsiteX12" fmla="*/ 4647571 w 6319704"/>
              <a:gd name="connsiteY12" fmla="*/ 3402379 h 3950197"/>
              <a:gd name="connsiteX13" fmla="*/ 5174339 w 6319704"/>
              <a:gd name="connsiteY13" fmla="*/ 2664026 h 3950197"/>
              <a:gd name="connsiteX14" fmla="*/ 5694563 w 6319704"/>
              <a:gd name="connsiteY14" fmla="*/ 2299020 h 3950197"/>
              <a:gd name="connsiteX15" fmla="*/ 6054661 w 6319704"/>
              <a:gd name="connsiteY15" fmla="*/ 2005367 h 3950197"/>
              <a:gd name="connsiteX16" fmla="*/ 6047872 w 6319704"/>
              <a:gd name="connsiteY16" fmla="*/ 1470686 h 3950197"/>
              <a:gd name="connsiteX17" fmla="*/ 6319704 w 6319704"/>
              <a:gd name="connsiteY17" fmla="*/ 1138210 h 3950197"/>
              <a:gd name="connsiteX0" fmla="*/ 0 w 6319704"/>
              <a:gd name="connsiteY0" fmla="*/ 0 h 3950197"/>
              <a:gd name="connsiteX1" fmla="*/ 162675 w 6319704"/>
              <a:gd name="connsiteY1" fmla="*/ 1043160 h 3950197"/>
              <a:gd name="connsiteX2" fmla="*/ 673753 w 6319704"/>
              <a:gd name="connsiteY2" fmla="*/ 1350930 h 3950197"/>
              <a:gd name="connsiteX3" fmla="*/ 961030 w 6319704"/>
              <a:gd name="connsiteY3" fmla="*/ 1574278 h 3950197"/>
              <a:gd name="connsiteX4" fmla="*/ 1368802 w 6319704"/>
              <a:gd name="connsiteY4" fmla="*/ 1725536 h 3950197"/>
              <a:gd name="connsiteX5" fmla="*/ 2067019 w 6319704"/>
              <a:gd name="connsiteY5" fmla="*/ 1779980 h 3950197"/>
              <a:gd name="connsiteX6" fmla="*/ 2282383 w 6319704"/>
              <a:gd name="connsiteY6" fmla="*/ 2438756 h 3950197"/>
              <a:gd name="connsiteX7" fmla="*/ 2600008 w 6319704"/>
              <a:gd name="connsiteY7" fmla="*/ 2745689 h 3950197"/>
              <a:gd name="connsiteX8" fmla="*/ 2946685 w 6319704"/>
              <a:gd name="connsiteY8" fmla="*/ 2562128 h 3950197"/>
              <a:gd name="connsiteX9" fmla="*/ 3601324 w 6319704"/>
              <a:gd name="connsiteY9" fmla="*/ 3108868 h 3950197"/>
              <a:gd name="connsiteX10" fmla="*/ 3921774 w 6319704"/>
              <a:gd name="connsiteY10" fmla="*/ 3712304 h 3950197"/>
              <a:gd name="connsiteX11" fmla="*/ 4201007 w 6319704"/>
              <a:gd name="connsiteY11" fmla="*/ 3941900 h 3950197"/>
              <a:gd name="connsiteX12" fmla="*/ 4647571 w 6319704"/>
              <a:gd name="connsiteY12" fmla="*/ 3402379 h 3950197"/>
              <a:gd name="connsiteX13" fmla="*/ 5174339 w 6319704"/>
              <a:gd name="connsiteY13" fmla="*/ 2664026 h 3950197"/>
              <a:gd name="connsiteX14" fmla="*/ 5694563 w 6319704"/>
              <a:gd name="connsiteY14" fmla="*/ 2299020 h 3950197"/>
              <a:gd name="connsiteX15" fmla="*/ 6054661 w 6319704"/>
              <a:gd name="connsiteY15" fmla="*/ 2005367 h 3950197"/>
              <a:gd name="connsiteX16" fmla="*/ 6047872 w 6319704"/>
              <a:gd name="connsiteY16" fmla="*/ 1470686 h 3950197"/>
              <a:gd name="connsiteX17" fmla="*/ 6319704 w 6319704"/>
              <a:gd name="connsiteY17" fmla="*/ 1138210 h 3950197"/>
              <a:gd name="connsiteX0" fmla="*/ 0 w 6319704"/>
              <a:gd name="connsiteY0" fmla="*/ 0 h 3950197"/>
              <a:gd name="connsiteX1" fmla="*/ 162675 w 6319704"/>
              <a:gd name="connsiteY1" fmla="*/ 1043160 h 3950197"/>
              <a:gd name="connsiteX2" fmla="*/ 673753 w 6319704"/>
              <a:gd name="connsiteY2" fmla="*/ 1350930 h 3950197"/>
              <a:gd name="connsiteX3" fmla="*/ 969443 w 6319704"/>
              <a:gd name="connsiteY3" fmla="*/ 1652691 h 3950197"/>
              <a:gd name="connsiteX4" fmla="*/ 1368802 w 6319704"/>
              <a:gd name="connsiteY4" fmla="*/ 1725536 h 3950197"/>
              <a:gd name="connsiteX5" fmla="*/ 2067019 w 6319704"/>
              <a:gd name="connsiteY5" fmla="*/ 1779980 h 3950197"/>
              <a:gd name="connsiteX6" fmla="*/ 2282383 w 6319704"/>
              <a:gd name="connsiteY6" fmla="*/ 2438756 h 3950197"/>
              <a:gd name="connsiteX7" fmla="*/ 2600008 w 6319704"/>
              <a:gd name="connsiteY7" fmla="*/ 2745689 h 3950197"/>
              <a:gd name="connsiteX8" fmla="*/ 2946685 w 6319704"/>
              <a:gd name="connsiteY8" fmla="*/ 2562128 h 3950197"/>
              <a:gd name="connsiteX9" fmla="*/ 3601324 w 6319704"/>
              <a:gd name="connsiteY9" fmla="*/ 3108868 h 3950197"/>
              <a:gd name="connsiteX10" fmla="*/ 3921774 w 6319704"/>
              <a:gd name="connsiteY10" fmla="*/ 3712304 h 3950197"/>
              <a:gd name="connsiteX11" fmla="*/ 4201007 w 6319704"/>
              <a:gd name="connsiteY11" fmla="*/ 3941900 h 3950197"/>
              <a:gd name="connsiteX12" fmla="*/ 4647571 w 6319704"/>
              <a:gd name="connsiteY12" fmla="*/ 3402379 h 3950197"/>
              <a:gd name="connsiteX13" fmla="*/ 5174339 w 6319704"/>
              <a:gd name="connsiteY13" fmla="*/ 2664026 h 3950197"/>
              <a:gd name="connsiteX14" fmla="*/ 5694563 w 6319704"/>
              <a:gd name="connsiteY14" fmla="*/ 2299020 h 3950197"/>
              <a:gd name="connsiteX15" fmla="*/ 6054661 w 6319704"/>
              <a:gd name="connsiteY15" fmla="*/ 2005367 h 3950197"/>
              <a:gd name="connsiteX16" fmla="*/ 6047872 w 6319704"/>
              <a:gd name="connsiteY16" fmla="*/ 1470686 h 3950197"/>
              <a:gd name="connsiteX17" fmla="*/ 6319704 w 6319704"/>
              <a:gd name="connsiteY17" fmla="*/ 1138210 h 3950197"/>
              <a:gd name="connsiteX0" fmla="*/ 0 w 6319704"/>
              <a:gd name="connsiteY0" fmla="*/ 0 h 3950197"/>
              <a:gd name="connsiteX1" fmla="*/ 162675 w 6319704"/>
              <a:gd name="connsiteY1" fmla="*/ 1043160 h 3950197"/>
              <a:gd name="connsiteX2" fmla="*/ 494694 w 6319704"/>
              <a:gd name="connsiteY2" fmla="*/ 1122704 h 3950197"/>
              <a:gd name="connsiteX3" fmla="*/ 673753 w 6319704"/>
              <a:gd name="connsiteY3" fmla="*/ 1350930 h 3950197"/>
              <a:gd name="connsiteX4" fmla="*/ 969443 w 6319704"/>
              <a:gd name="connsiteY4" fmla="*/ 1652691 h 3950197"/>
              <a:gd name="connsiteX5" fmla="*/ 1368802 w 6319704"/>
              <a:gd name="connsiteY5" fmla="*/ 1725536 h 3950197"/>
              <a:gd name="connsiteX6" fmla="*/ 2067019 w 6319704"/>
              <a:gd name="connsiteY6" fmla="*/ 1779980 h 3950197"/>
              <a:gd name="connsiteX7" fmla="*/ 2282383 w 6319704"/>
              <a:gd name="connsiteY7" fmla="*/ 2438756 h 3950197"/>
              <a:gd name="connsiteX8" fmla="*/ 2600008 w 6319704"/>
              <a:gd name="connsiteY8" fmla="*/ 2745689 h 3950197"/>
              <a:gd name="connsiteX9" fmla="*/ 2946685 w 6319704"/>
              <a:gd name="connsiteY9" fmla="*/ 2562128 h 3950197"/>
              <a:gd name="connsiteX10" fmla="*/ 3601324 w 6319704"/>
              <a:gd name="connsiteY10" fmla="*/ 3108868 h 3950197"/>
              <a:gd name="connsiteX11" fmla="*/ 3921774 w 6319704"/>
              <a:gd name="connsiteY11" fmla="*/ 3712304 h 3950197"/>
              <a:gd name="connsiteX12" fmla="*/ 4201007 w 6319704"/>
              <a:gd name="connsiteY12" fmla="*/ 3941900 h 3950197"/>
              <a:gd name="connsiteX13" fmla="*/ 4647571 w 6319704"/>
              <a:gd name="connsiteY13" fmla="*/ 3402379 h 3950197"/>
              <a:gd name="connsiteX14" fmla="*/ 5174339 w 6319704"/>
              <a:gd name="connsiteY14" fmla="*/ 2664026 h 3950197"/>
              <a:gd name="connsiteX15" fmla="*/ 5694563 w 6319704"/>
              <a:gd name="connsiteY15" fmla="*/ 2299020 h 3950197"/>
              <a:gd name="connsiteX16" fmla="*/ 6054661 w 6319704"/>
              <a:gd name="connsiteY16" fmla="*/ 2005367 h 3950197"/>
              <a:gd name="connsiteX17" fmla="*/ 6047872 w 6319704"/>
              <a:gd name="connsiteY17" fmla="*/ 1470686 h 3950197"/>
              <a:gd name="connsiteX18" fmla="*/ 6319704 w 6319704"/>
              <a:gd name="connsiteY18" fmla="*/ 1138210 h 3950197"/>
              <a:gd name="connsiteX0" fmla="*/ 0 w 6319704"/>
              <a:gd name="connsiteY0" fmla="*/ 0 h 3950197"/>
              <a:gd name="connsiteX1" fmla="*/ 162675 w 6319704"/>
              <a:gd name="connsiteY1" fmla="*/ 1043160 h 3950197"/>
              <a:gd name="connsiteX2" fmla="*/ 494694 w 6319704"/>
              <a:gd name="connsiteY2" fmla="*/ 1122704 h 3950197"/>
              <a:gd name="connsiteX3" fmla="*/ 673753 w 6319704"/>
              <a:gd name="connsiteY3" fmla="*/ 1350930 h 3950197"/>
              <a:gd name="connsiteX4" fmla="*/ 983663 w 6319704"/>
              <a:gd name="connsiteY4" fmla="*/ 1795542 h 3950197"/>
              <a:gd name="connsiteX5" fmla="*/ 1368802 w 6319704"/>
              <a:gd name="connsiteY5" fmla="*/ 1725536 h 3950197"/>
              <a:gd name="connsiteX6" fmla="*/ 2067019 w 6319704"/>
              <a:gd name="connsiteY6" fmla="*/ 1779980 h 3950197"/>
              <a:gd name="connsiteX7" fmla="*/ 2282383 w 6319704"/>
              <a:gd name="connsiteY7" fmla="*/ 2438756 h 3950197"/>
              <a:gd name="connsiteX8" fmla="*/ 2600008 w 6319704"/>
              <a:gd name="connsiteY8" fmla="*/ 2745689 h 3950197"/>
              <a:gd name="connsiteX9" fmla="*/ 2946685 w 6319704"/>
              <a:gd name="connsiteY9" fmla="*/ 2562128 h 3950197"/>
              <a:gd name="connsiteX10" fmla="*/ 3601324 w 6319704"/>
              <a:gd name="connsiteY10" fmla="*/ 3108868 h 3950197"/>
              <a:gd name="connsiteX11" fmla="*/ 3921774 w 6319704"/>
              <a:gd name="connsiteY11" fmla="*/ 3712304 h 3950197"/>
              <a:gd name="connsiteX12" fmla="*/ 4201007 w 6319704"/>
              <a:gd name="connsiteY12" fmla="*/ 3941900 h 3950197"/>
              <a:gd name="connsiteX13" fmla="*/ 4647571 w 6319704"/>
              <a:gd name="connsiteY13" fmla="*/ 3402379 h 3950197"/>
              <a:gd name="connsiteX14" fmla="*/ 5174339 w 6319704"/>
              <a:gd name="connsiteY14" fmla="*/ 2664026 h 3950197"/>
              <a:gd name="connsiteX15" fmla="*/ 5694563 w 6319704"/>
              <a:gd name="connsiteY15" fmla="*/ 2299020 h 3950197"/>
              <a:gd name="connsiteX16" fmla="*/ 6054661 w 6319704"/>
              <a:gd name="connsiteY16" fmla="*/ 2005367 h 3950197"/>
              <a:gd name="connsiteX17" fmla="*/ 6047872 w 6319704"/>
              <a:gd name="connsiteY17" fmla="*/ 1470686 h 3950197"/>
              <a:gd name="connsiteX18" fmla="*/ 6319704 w 6319704"/>
              <a:gd name="connsiteY18" fmla="*/ 1138210 h 395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19704" h="3950197">
                <a:moveTo>
                  <a:pt x="0" y="0"/>
                </a:moveTo>
                <a:cubicBezTo>
                  <a:pt x="12510" y="412177"/>
                  <a:pt x="58313" y="936447"/>
                  <a:pt x="162675" y="1043160"/>
                </a:cubicBezTo>
                <a:cubicBezTo>
                  <a:pt x="238074" y="1253481"/>
                  <a:pt x="409514" y="1071409"/>
                  <a:pt x="494694" y="1122704"/>
                </a:cubicBezTo>
                <a:cubicBezTo>
                  <a:pt x="579874" y="1173999"/>
                  <a:pt x="587578" y="1285802"/>
                  <a:pt x="673753" y="1350930"/>
                </a:cubicBezTo>
                <a:cubicBezTo>
                  <a:pt x="759928" y="1416058"/>
                  <a:pt x="908523" y="1568655"/>
                  <a:pt x="983663" y="1795542"/>
                </a:cubicBezTo>
                <a:cubicBezTo>
                  <a:pt x="1058803" y="2022429"/>
                  <a:pt x="1188243" y="1728130"/>
                  <a:pt x="1368802" y="1725536"/>
                </a:cubicBezTo>
                <a:cubicBezTo>
                  <a:pt x="1549361" y="1722942"/>
                  <a:pt x="1914756" y="1661110"/>
                  <a:pt x="2067019" y="1779980"/>
                </a:cubicBezTo>
                <a:cubicBezTo>
                  <a:pt x="2219282" y="1898850"/>
                  <a:pt x="2193551" y="2277804"/>
                  <a:pt x="2282383" y="2438756"/>
                </a:cubicBezTo>
                <a:cubicBezTo>
                  <a:pt x="2371215" y="2599708"/>
                  <a:pt x="2489291" y="2725127"/>
                  <a:pt x="2600008" y="2745689"/>
                </a:cubicBezTo>
                <a:cubicBezTo>
                  <a:pt x="2710725" y="2766251"/>
                  <a:pt x="2779799" y="2501598"/>
                  <a:pt x="2946685" y="2562128"/>
                </a:cubicBezTo>
                <a:cubicBezTo>
                  <a:pt x="3113571" y="2622658"/>
                  <a:pt x="3438809" y="2917172"/>
                  <a:pt x="3601324" y="3108868"/>
                </a:cubicBezTo>
                <a:cubicBezTo>
                  <a:pt x="3763839" y="3300564"/>
                  <a:pt x="3834213" y="3634360"/>
                  <a:pt x="3921774" y="3712304"/>
                </a:cubicBezTo>
                <a:cubicBezTo>
                  <a:pt x="4009335" y="3790249"/>
                  <a:pt x="4080041" y="3993554"/>
                  <a:pt x="4201007" y="3941900"/>
                </a:cubicBezTo>
                <a:cubicBezTo>
                  <a:pt x="4321973" y="3890246"/>
                  <a:pt x="4551697" y="3638412"/>
                  <a:pt x="4647571" y="3402379"/>
                </a:cubicBezTo>
                <a:cubicBezTo>
                  <a:pt x="4743445" y="3166346"/>
                  <a:pt x="4999840" y="2847919"/>
                  <a:pt x="5174339" y="2664026"/>
                </a:cubicBezTo>
                <a:cubicBezTo>
                  <a:pt x="5348838" y="2480133"/>
                  <a:pt x="5547843" y="2408796"/>
                  <a:pt x="5694563" y="2299020"/>
                </a:cubicBezTo>
                <a:cubicBezTo>
                  <a:pt x="5841283" y="2189244"/>
                  <a:pt x="5995776" y="2143423"/>
                  <a:pt x="6054661" y="2005367"/>
                </a:cubicBezTo>
                <a:cubicBezTo>
                  <a:pt x="6113546" y="1867311"/>
                  <a:pt x="6003698" y="1615212"/>
                  <a:pt x="6047872" y="1470686"/>
                </a:cubicBezTo>
                <a:cubicBezTo>
                  <a:pt x="6092046" y="1326160"/>
                  <a:pt x="6273983" y="1244700"/>
                  <a:pt x="6319704" y="1138210"/>
                </a:cubicBezTo>
              </a:path>
            </a:pathLst>
          </a:custGeom>
          <a:noFill/>
          <a:ln w="9525" cap="rnd">
            <a:solidFill>
              <a:schemeClr val="tx1">
                <a:alpha val="35000"/>
              </a:schemeClr>
            </a:solidFill>
            <a:prstDash val="solid"/>
            <a:round/>
          </a:ln>
        </p:spPr>
        <p:txBody>
          <a:bodyPr rtlCol="0" anchor="ctr"/>
          <a:lstStyle/>
          <a:p>
            <a:endParaRPr lang="en-US"/>
          </a:p>
        </p:txBody>
      </p:sp>
      <p:sp>
        <p:nvSpPr>
          <p:cNvPr id="40" name="Freeform: Shape 39">
            <a:extLst>
              <a:ext uri="{FF2B5EF4-FFF2-40B4-BE49-F238E27FC236}">
                <a16:creationId xmlns:a16="http://schemas.microsoft.com/office/drawing/2014/main" id="{82FA6409-B0F1-1003-776A-70073951FCAF}"/>
              </a:ext>
            </a:extLst>
          </p:cNvPr>
          <p:cNvSpPr/>
          <p:nvPr/>
        </p:nvSpPr>
        <p:spPr>
          <a:xfrm rot="4379578" flipV="1">
            <a:off x="8728394" y="12468"/>
            <a:ext cx="3368181" cy="3368108"/>
          </a:xfrm>
          <a:custGeom>
            <a:avLst/>
            <a:gdLst>
              <a:gd name="connsiteX0" fmla="*/ 0 w 3292552"/>
              <a:gd name="connsiteY0" fmla="*/ 2003562 h 3685461"/>
              <a:gd name="connsiteX1" fmla="*/ 377002 w 3292552"/>
              <a:gd name="connsiteY1" fmla="*/ 3236139 h 3685461"/>
              <a:gd name="connsiteX2" fmla="*/ 421769 w 3292552"/>
              <a:gd name="connsiteY2" fmla="*/ 3244333 h 3685461"/>
              <a:gd name="connsiteX3" fmla="*/ 545971 w 3292552"/>
              <a:gd name="connsiteY3" fmla="*/ 3262544 h 3685461"/>
              <a:gd name="connsiteX4" fmla="*/ 898790 w 3292552"/>
              <a:gd name="connsiteY4" fmla="*/ 3259425 h 3685461"/>
              <a:gd name="connsiteX5" fmla="*/ 1231180 w 3292552"/>
              <a:gd name="connsiteY5" fmla="*/ 3685461 h 3685461"/>
              <a:gd name="connsiteX6" fmla="*/ 2262792 w 3292552"/>
              <a:gd name="connsiteY6" fmla="*/ 3368108 h 3685461"/>
              <a:gd name="connsiteX7" fmla="*/ 2526404 w 3292552"/>
              <a:gd name="connsiteY7" fmla="*/ 3100881 h 3685461"/>
              <a:gd name="connsiteX8" fmla="*/ 2596842 w 3292552"/>
              <a:gd name="connsiteY8" fmla="*/ 2849892 h 3685461"/>
              <a:gd name="connsiteX9" fmla="*/ 2927168 w 3292552"/>
              <a:gd name="connsiteY9" fmla="*/ 2598224 h 3685461"/>
              <a:gd name="connsiteX10" fmla="*/ 3062596 w 3292552"/>
              <a:gd name="connsiteY10" fmla="*/ 2209068 h 3685461"/>
              <a:gd name="connsiteX11" fmla="*/ 3099830 w 3292552"/>
              <a:gd name="connsiteY11" fmla="*/ 1872125 h 3685461"/>
              <a:gd name="connsiteX12" fmla="*/ 3142930 w 3292552"/>
              <a:gd name="connsiteY12" fmla="*/ 1568345 h 3685461"/>
              <a:gd name="connsiteX13" fmla="*/ 3170382 w 3292552"/>
              <a:gd name="connsiteY13" fmla="*/ 1245911 h 3685461"/>
              <a:gd name="connsiteX14" fmla="*/ 3188371 w 3292552"/>
              <a:gd name="connsiteY14" fmla="*/ 1108267 h 3685461"/>
              <a:gd name="connsiteX15" fmla="*/ 3292425 w 3292552"/>
              <a:gd name="connsiteY15" fmla="*/ 819505 h 3685461"/>
              <a:gd name="connsiteX16" fmla="*/ 3173408 w 3292552"/>
              <a:gd name="connsiteY16" fmla="*/ 508307 h 3685461"/>
              <a:gd name="connsiteX17" fmla="*/ 2780714 w 3292552"/>
              <a:gd name="connsiteY17" fmla="*/ 431922 h 3685461"/>
              <a:gd name="connsiteX18" fmla="*/ 2475182 w 3292552"/>
              <a:gd name="connsiteY18" fmla="*/ 373774 h 3685461"/>
              <a:gd name="connsiteX19" fmla="*/ 1924492 w 3292552"/>
              <a:gd name="connsiteY19" fmla="*/ 68 h 3685461"/>
              <a:gd name="connsiteX20" fmla="*/ 1514487 w 3292552"/>
              <a:gd name="connsiteY20" fmla="*/ 405717 h 3685461"/>
              <a:gd name="connsiteX21" fmla="*/ 1447937 w 3292552"/>
              <a:gd name="connsiteY21" fmla="*/ 728487 h 3685461"/>
              <a:gd name="connsiteX22" fmla="*/ 1273949 w 3292552"/>
              <a:gd name="connsiteY22" fmla="*/ 924280 h 3685461"/>
              <a:gd name="connsiteX23" fmla="*/ 1004057 w 3292552"/>
              <a:gd name="connsiteY23" fmla="*/ 1036666 h 3685461"/>
              <a:gd name="connsiteX24" fmla="*/ 727358 w 3292552"/>
              <a:gd name="connsiteY24" fmla="*/ 1088945 h 3685461"/>
              <a:gd name="connsiteX25" fmla="*/ 585468 w 3292552"/>
              <a:gd name="connsiteY25" fmla="*/ 1311848 h 3685461"/>
              <a:gd name="connsiteX26" fmla="*/ 413071 w 3292552"/>
              <a:gd name="connsiteY26" fmla="*/ 1433686 h 3685461"/>
              <a:gd name="connsiteX27" fmla="*/ 484982 w 3292552"/>
              <a:gd name="connsiteY27" fmla="*/ 1663909 h 3685461"/>
              <a:gd name="connsiteX28" fmla="*/ 389235 w 3292552"/>
              <a:gd name="connsiteY28" fmla="*/ 1762806 h 3685461"/>
              <a:gd name="connsiteX29" fmla="*/ 314537 w 3292552"/>
              <a:gd name="connsiteY29" fmla="*/ 1921528 h 3685461"/>
              <a:gd name="connsiteX30" fmla="*/ 130712 w 3292552"/>
              <a:gd name="connsiteY30" fmla="*/ 1970131 h 3685461"/>
              <a:gd name="connsiteX31" fmla="*/ 42535 w 3292552"/>
              <a:gd name="connsiteY31" fmla="*/ 1993439 h 3685461"/>
              <a:gd name="connsiteX0" fmla="*/ 377002 w 3292552"/>
              <a:gd name="connsiteY0" fmla="*/ 3236139 h 3685461"/>
              <a:gd name="connsiteX1" fmla="*/ 421769 w 3292552"/>
              <a:gd name="connsiteY1" fmla="*/ 3244333 h 3685461"/>
              <a:gd name="connsiteX2" fmla="*/ 545971 w 3292552"/>
              <a:gd name="connsiteY2" fmla="*/ 3262544 h 3685461"/>
              <a:gd name="connsiteX3" fmla="*/ 898790 w 3292552"/>
              <a:gd name="connsiteY3" fmla="*/ 3259425 h 3685461"/>
              <a:gd name="connsiteX4" fmla="*/ 1231180 w 3292552"/>
              <a:gd name="connsiteY4" fmla="*/ 3685461 h 3685461"/>
              <a:gd name="connsiteX5" fmla="*/ 2262792 w 3292552"/>
              <a:gd name="connsiteY5" fmla="*/ 3368108 h 3685461"/>
              <a:gd name="connsiteX6" fmla="*/ 2526404 w 3292552"/>
              <a:gd name="connsiteY6" fmla="*/ 3100881 h 3685461"/>
              <a:gd name="connsiteX7" fmla="*/ 2596842 w 3292552"/>
              <a:gd name="connsiteY7" fmla="*/ 2849892 h 3685461"/>
              <a:gd name="connsiteX8" fmla="*/ 2927168 w 3292552"/>
              <a:gd name="connsiteY8" fmla="*/ 2598224 h 3685461"/>
              <a:gd name="connsiteX9" fmla="*/ 3062596 w 3292552"/>
              <a:gd name="connsiteY9" fmla="*/ 2209068 h 3685461"/>
              <a:gd name="connsiteX10" fmla="*/ 3099830 w 3292552"/>
              <a:gd name="connsiteY10" fmla="*/ 1872125 h 3685461"/>
              <a:gd name="connsiteX11" fmla="*/ 3142930 w 3292552"/>
              <a:gd name="connsiteY11" fmla="*/ 1568345 h 3685461"/>
              <a:gd name="connsiteX12" fmla="*/ 3170382 w 3292552"/>
              <a:gd name="connsiteY12" fmla="*/ 1245911 h 3685461"/>
              <a:gd name="connsiteX13" fmla="*/ 3188371 w 3292552"/>
              <a:gd name="connsiteY13" fmla="*/ 1108267 h 3685461"/>
              <a:gd name="connsiteX14" fmla="*/ 3292425 w 3292552"/>
              <a:gd name="connsiteY14" fmla="*/ 819505 h 3685461"/>
              <a:gd name="connsiteX15" fmla="*/ 3173408 w 3292552"/>
              <a:gd name="connsiteY15" fmla="*/ 508307 h 3685461"/>
              <a:gd name="connsiteX16" fmla="*/ 2780714 w 3292552"/>
              <a:gd name="connsiteY16" fmla="*/ 431922 h 3685461"/>
              <a:gd name="connsiteX17" fmla="*/ 2475182 w 3292552"/>
              <a:gd name="connsiteY17" fmla="*/ 373774 h 3685461"/>
              <a:gd name="connsiteX18" fmla="*/ 1924492 w 3292552"/>
              <a:gd name="connsiteY18" fmla="*/ 68 h 3685461"/>
              <a:gd name="connsiteX19" fmla="*/ 1514487 w 3292552"/>
              <a:gd name="connsiteY19" fmla="*/ 405717 h 3685461"/>
              <a:gd name="connsiteX20" fmla="*/ 1447937 w 3292552"/>
              <a:gd name="connsiteY20" fmla="*/ 728487 h 3685461"/>
              <a:gd name="connsiteX21" fmla="*/ 1273949 w 3292552"/>
              <a:gd name="connsiteY21" fmla="*/ 924280 h 3685461"/>
              <a:gd name="connsiteX22" fmla="*/ 1004057 w 3292552"/>
              <a:gd name="connsiteY22" fmla="*/ 1036666 h 3685461"/>
              <a:gd name="connsiteX23" fmla="*/ 727358 w 3292552"/>
              <a:gd name="connsiteY23" fmla="*/ 1088945 h 3685461"/>
              <a:gd name="connsiteX24" fmla="*/ 585468 w 3292552"/>
              <a:gd name="connsiteY24" fmla="*/ 1311848 h 3685461"/>
              <a:gd name="connsiteX25" fmla="*/ 413071 w 3292552"/>
              <a:gd name="connsiteY25" fmla="*/ 1433686 h 3685461"/>
              <a:gd name="connsiteX26" fmla="*/ 484982 w 3292552"/>
              <a:gd name="connsiteY26" fmla="*/ 1663909 h 3685461"/>
              <a:gd name="connsiteX27" fmla="*/ 389235 w 3292552"/>
              <a:gd name="connsiteY27" fmla="*/ 1762806 h 3685461"/>
              <a:gd name="connsiteX28" fmla="*/ 314537 w 3292552"/>
              <a:gd name="connsiteY28" fmla="*/ 1921528 h 3685461"/>
              <a:gd name="connsiteX29" fmla="*/ 130712 w 3292552"/>
              <a:gd name="connsiteY29" fmla="*/ 1970131 h 3685461"/>
              <a:gd name="connsiteX30" fmla="*/ 42535 w 3292552"/>
              <a:gd name="connsiteY30" fmla="*/ 1993439 h 3685461"/>
              <a:gd name="connsiteX31" fmla="*/ 0 w 3292552"/>
              <a:gd name="connsiteY31" fmla="*/ 2003562 h 3685461"/>
              <a:gd name="connsiteX32" fmla="*/ 468442 w 3292552"/>
              <a:gd name="connsiteY32" fmla="*/ 3327579 h 3685461"/>
              <a:gd name="connsiteX0" fmla="*/ 377002 w 3292552"/>
              <a:gd name="connsiteY0" fmla="*/ 3236139 h 3685461"/>
              <a:gd name="connsiteX1" fmla="*/ 421769 w 3292552"/>
              <a:gd name="connsiteY1" fmla="*/ 3244333 h 3685461"/>
              <a:gd name="connsiteX2" fmla="*/ 545971 w 3292552"/>
              <a:gd name="connsiteY2" fmla="*/ 3262544 h 3685461"/>
              <a:gd name="connsiteX3" fmla="*/ 898790 w 3292552"/>
              <a:gd name="connsiteY3" fmla="*/ 3259425 h 3685461"/>
              <a:gd name="connsiteX4" fmla="*/ 1231180 w 3292552"/>
              <a:gd name="connsiteY4" fmla="*/ 3685461 h 3685461"/>
              <a:gd name="connsiteX5" fmla="*/ 2262792 w 3292552"/>
              <a:gd name="connsiteY5" fmla="*/ 3368108 h 3685461"/>
              <a:gd name="connsiteX6" fmla="*/ 2526404 w 3292552"/>
              <a:gd name="connsiteY6" fmla="*/ 3100881 h 3685461"/>
              <a:gd name="connsiteX7" fmla="*/ 2596842 w 3292552"/>
              <a:gd name="connsiteY7" fmla="*/ 2849892 h 3685461"/>
              <a:gd name="connsiteX8" fmla="*/ 2927168 w 3292552"/>
              <a:gd name="connsiteY8" fmla="*/ 2598224 h 3685461"/>
              <a:gd name="connsiteX9" fmla="*/ 3062596 w 3292552"/>
              <a:gd name="connsiteY9" fmla="*/ 2209068 h 3685461"/>
              <a:gd name="connsiteX10" fmla="*/ 3099830 w 3292552"/>
              <a:gd name="connsiteY10" fmla="*/ 1872125 h 3685461"/>
              <a:gd name="connsiteX11" fmla="*/ 3142930 w 3292552"/>
              <a:gd name="connsiteY11" fmla="*/ 1568345 h 3685461"/>
              <a:gd name="connsiteX12" fmla="*/ 3170382 w 3292552"/>
              <a:gd name="connsiteY12" fmla="*/ 1245911 h 3685461"/>
              <a:gd name="connsiteX13" fmla="*/ 3188371 w 3292552"/>
              <a:gd name="connsiteY13" fmla="*/ 1108267 h 3685461"/>
              <a:gd name="connsiteX14" fmla="*/ 3292425 w 3292552"/>
              <a:gd name="connsiteY14" fmla="*/ 819505 h 3685461"/>
              <a:gd name="connsiteX15" fmla="*/ 3173408 w 3292552"/>
              <a:gd name="connsiteY15" fmla="*/ 508307 h 3685461"/>
              <a:gd name="connsiteX16" fmla="*/ 2780714 w 3292552"/>
              <a:gd name="connsiteY16" fmla="*/ 431922 h 3685461"/>
              <a:gd name="connsiteX17" fmla="*/ 2475182 w 3292552"/>
              <a:gd name="connsiteY17" fmla="*/ 373774 h 3685461"/>
              <a:gd name="connsiteX18" fmla="*/ 1924492 w 3292552"/>
              <a:gd name="connsiteY18" fmla="*/ 68 h 3685461"/>
              <a:gd name="connsiteX19" fmla="*/ 1514487 w 3292552"/>
              <a:gd name="connsiteY19" fmla="*/ 405717 h 3685461"/>
              <a:gd name="connsiteX20" fmla="*/ 1447937 w 3292552"/>
              <a:gd name="connsiteY20" fmla="*/ 728487 h 3685461"/>
              <a:gd name="connsiteX21" fmla="*/ 1273949 w 3292552"/>
              <a:gd name="connsiteY21" fmla="*/ 924280 h 3685461"/>
              <a:gd name="connsiteX22" fmla="*/ 1004057 w 3292552"/>
              <a:gd name="connsiteY22" fmla="*/ 1036666 h 3685461"/>
              <a:gd name="connsiteX23" fmla="*/ 727358 w 3292552"/>
              <a:gd name="connsiteY23" fmla="*/ 1088945 h 3685461"/>
              <a:gd name="connsiteX24" fmla="*/ 585468 w 3292552"/>
              <a:gd name="connsiteY24" fmla="*/ 1311848 h 3685461"/>
              <a:gd name="connsiteX25" fmla="*/ 413071 w 3292552"/>
              <a:gd name="connsiteY25" fmla="*/ 1433686 h 3685461"/>
              <a:gd name="connsiteX26" fmla="*/ 484982 w 3292552"/>
              <a:gd name="connsiteY26" fmla="*/ 1663909 h 3685461"/>
              <a:gd name="connsiteX27" fmla="*/ 389235 w 3292552"/>
              <a:gd name="connsiteY27" fmla="*/ 1762806 h 3685461"/>
              <a:gd name="connsiteX28" fmla="*/ 314537 w 3292552"/>
              <a:gd name="connsiteY28" fmla="*/ 1921528 h 3685461"/>
              <a:gd name="connsiteX29" fmla="*/ 130712 w 3292552"/>
              <a:gd name="connsiteY29" fmla="*/ 1970131 h 3685461"/>
              <a:gd name="connsiteX30" fmla="*/ 42535 w 3292552"/>
              <a:gd name="connsiteY30" fmla="*/ 1993439 h 3685461"/>
              <a:gd name="connsiteX31" fmla="*/ 0 w 3292552"/>
              <a:gd name="connsiteY31" fmla="*/ 2003562 h 3685461"/>
              <a:gd name="connsiteX0" fmla="*/ 377002 w 3368181"/>
              <a:gd name="connsiteY0" fmla="*/ 3236139 h 3685461"/>
              <a:gd name="connsiteX1" fmla="*/ 421769 w 3368181"/>
              <a:gd name="connsiteY1" fmla="*/ 3244333 h 3685461"/>
              <a:gd name="connsiteX2" fmla="*/ 545971 w 3368181"/>
              <a:gd name="connsiteY2" fmla="*/ 3262544 h 3685461"/>
              <a:gd name="connsiteX3" fmla="*/ 898790 w 3368181"/>
              <a:gd name="connsiteY3" fmla="*/ 3259425 h 3685461"/>
              <a:gd name="connsiteX4" fmla="*/ 1231180 w 3368181"/>
              <a:gd name="connsiteY4" fmla="*/ 3685461 h 3685461"/>
              <a:gd name="connsiteX5" fmla="*/ 2262792 w 3368181"/>
              <a:gd name="connsiteY5" fmla="*/ 3368108 h 3685461"/>
              <a:gd name="connsiteX6" fmla="*/ 2526404 w 3368181"/>
              <a:gd name="connsiteY6" fmla="*/ 3100881 h 3685461"/>
              <a:gd name="connsiteX7" fmla="*/ 2596842 w 3368181"/>
              <a:gd name="connsiteY7" fmla="*/ 2849892 h 3685461"/>
              <a:gd name="connsiteX8" fmla="*/ 2927168 w 3368181"/>
              <a:gd name="connsiteY8" fmla="*/ 2598224 h 3685461"/>
              <a:gd name="connsiteX9" fmla="*/ 3062596 w 3368181"/>
              <a:gd name="connsiteY9" fmla="*/ 2209068 h 3685461"/>
              <a:gd name="connsiteX10" fmla="*/ 3099830 w 3368181"/>
              <a:gd name="connsiteY10" fmla="*/ 1872125 h 3685461"/>
              <a:gd name="connsiteX11" fmla="*/ 3142930 w 3368181"/>
              <a:gd name="connsiteY11" fmla="*/ 1568345 h 3685461"/>
              <a:gd name="connsiteX12" fmla="*/ 3170382 w 3368181"/>
              <a:gd name="connsiteY12" fmla="*/ 1245911 h 3685461"/>
              <a:gd name="connsiteX13" fmla="*/ 3188371 w 3368181"/>
              <a:gd name="connsiteY13" fmla="*/ 1108267 h 3685461"/>
              <a:gd name="connsiteX14" fmla="*/ 3292425 w 3368181"/>
              <a:gd name="connsiteY14" fmla="*/ 819505 h 3685461"/>
              <a:gd name="connsiteX15" fmla="*/ 3342964 w 3368181"/>
              <a:gd name="connsiteY15" fmla="*/ 415028 h 3685461"/>
              <a:gd name="connsiteX16" fmla="*/ 2780714 w 3368181"/>
              <a:gd name="connsiteY16" fmla="*/ 431922 h 3685461"/>
              <a:gd name="connsiteX17" fmla="*/ 2475182 w 3368181"/>
              <a:gd name="connsiteY17" fmla="*/ 373774 h 3685461"/>
              <a:gd name="connsiteX18" fmla="*/ 1924492 w 3368181"/>
              <a:gd name="connsiteY18" fmla="*/ 68 h 3685461"/>
              <a:gd name="connsiteX19" fmla="*/ 1514487 w 3368181"/>
              <a:gd name="connsiteY19" fmla="*/ 405717 h 3685461"/>
              <a:gd name="connsiteX20" fmla="*/ 1447937 w 3368181"/>
              <a:gd name="connsiteY20" fmla="*/ 728487 h 3685461"/>
              <a:gd name="connsiteX21" fmla="*/ 1273949 w 3368181"/>
              <a:gd name="connsiteY21" fmla="*/ 924280 h 3685461"/>
              <a:gd name="connsiteX22" fmla="*/ 1004057 w 3368181"/>
              <a:gd name="connsiteY22" fmla="*/ 1036666 h 3685461"/>
              <a:gd name="connsiteX23" fmla="*/ 727358 w 3368181"/>
              <a:gd name="connsiteY23" fmla="*/ 1088945 h 3685461"/>
              <a:gd name="connsiteX24" fmla="*/ 585468 w 3368181"/>
              <a:gd name="connsiteY24" fmla="*/ 1311848 h 3685461"/>
              <a:gd name="connsiteX25" fmla="*/ 413071 w 3368181"/>
              <a:gd name="connsiteY25" fmla="*/ 1433686 h 3685461"/>
              <a:gd name="connsiteX26" fmla="*/ 484982 w 3368181"/>
              <a:gd name="connsiteY26" fmla="*/ 1663909 h 3685461"/>
              <a:gd name="connsiteX27" fmla="*/ 389235 w 3368181"/>
              <a:gd name="connsiteY27" fmla="*/ 1762806 h 3685461"/>
              <a:gd name="connsiteX28" fmla="*/ 314537 w 3368181"/>
              <a:gd name="connsiteY28" fmla="*/ 1921528 h 3685461"/>
              <a:gd name="connsiteX29" fmla="*/ 130712 w 3368181"/>
              <a:gd name="connsiteY29" fmla="*/ 1970131 h 3685461"/>
              <a:gd name="connsiteX30" fmla="*/ 42535 w 3368181"/>
              <a:gd name="connsiteY30" fmla="*/ 1993439 h 3685461"/>
              <a:gd name="connsiteX31" fmla="*/ 0 w 3368181"/>
              <a:gd name="connsiteY31" fmla="*/ 2003562 h 3685461"/>
              <a:gd name="connsiteX0" fmla="*/ 421769 w 3368181"/>
              <a:gd name="connsiteY0" fmla="*/ 3244333 h 3685461"/>
              <a:gd name="connsiteX1" fmla="*/ 545971 w 3368181"/>
              <a:gd name="connsiteY1" fmla="*/ 3262544 h 3685461"/>
              <a:gd name="connsiteX2" fmla="*/ 898790 w 3368181"/>
              <a:gd name="connsiteY2" fmla="*/ 3259425 h 3685461"/>
              <a:gd name="connsiteX3" fmla="*/ 1231180 w 3368181"/>
              <a:gd name="connsiteY3" fmla="*/ 3685461 h 3685461"/>
              <a:gd name="connsiteX4" fmla="*/ 2262792 w 3368181"/>
              <a:gd name="connsiteY4" fmla="*/ 3368108 h 3685461"/>
              <a:gd name="connsiteX5" fmla="*/ 2526404 w 3368181"/>
              <a:gd name="connsiteY5" fmla="*/ 3100881 h 3685461"/>
              <a:gd name="connsiteX6" fmla="*/ 2596842 w 3368181"/>
              <a:gd name="connsiteY6" fmla="*/ 2849892 h 3685461"/>
              <a:gd name="connsiteX7" fmla="*/ 2927168 w 3368181"/>
              <a:gd name="connsiteY7" fmla="*/ 2598224 h 3685461"/>
              <a:gd name="connsiteX8" fmla="*/ 3062596 w 3368181"/>
              <a:gd name="connsiteY8" fmla="*/ 2209068 h 3685461"/>
              <a:gd name="connsiteX9" fmla="*/ 3099830 w 3368181"/>
              <a:gd name="connsiteY9" fmla="*/ 1872125 h 3685461"/>
              <a:gd name="connsiteX10" fmla="*/ 3142930 w 3368181"/>
              <a:gd name="connsiteY10" fmla="*/ 1568345 h 3685461"/>
              <a:gd name="connsiteX11" fmla="*/ 3170382 w 3368181"/>
              <a:gd name="connsiteY11" fmla="*/ 1245911 h 3685461"/>
              <a:gd name="connsiteX12" fmla="*/ 3188371 w 3368181"/>
              <a:gd name="connsiteY12" fmla="*/ 1108267 h 3685461"/>
              <a:gd name="connsiteX13" fmla="*/ 3292425 w 3368181"/>
              <a:gd name="connsiteY13" fmla="*/ 819505 h 3685461"/>
              <a:gd name="connsiteX14" fmla="*/ 3342964 w 3368181"/>
              <a:gd name="connsiteY14" fmla="*/ 415028 h 3685461"/>
              <a:gd name="connsiteX15" fmla="*/ 2780714 w 3368181"/>
              <a:gd name="connsiteY15" fmla="*/ 431922 h 3685461"/>
              <a:gd name="connsiteX16" fmla="*/ 2475182 w 3368181"/>
              <a:gd name="connsiteY16" fmla="*/ 373774 h 3685461"/>
              <a:gd name="connsiteX17" fmla="*/ 1924492 w 3368181"/>
              <a:gd name="connsiteY17" fmla="*/ 68 h 3685461"/>
              <a:gd name="connsiteX18" fmla="*/ 1514487 w 3368181"/>
              <a:gd name="connsiteY18" fmla="*/ 405717 h 3685461"/>
              <a:gd name="connsiteX19" fmla="*/ 1447937 w 3368181"/>
              <a:gd name="connsiteY19" fmla="*/ 728487 h 3685461"/>
              <a:gd name="connsiteX20" fmla="*/ 1273949 w 3368181"/>
              <a:gd name="connsiteY20" fmla="*/ 924280 h 3685461"/>
              <a:gd name="connsiteX21" fmla="*/ 1004057 w 3368181"/>
              <a:gd name="connsiteY21" fmla="*/ 1036666 h 3685461"/>
              <a:gd name="connsiteX22" fmla="*/ 727358 w 3368181"/>
              <a:gd name="connsiteY22" fmla="*/ 1088945 h 3685461"/>
              <a:gd name="connsiteX23" fmla="*/ 585468 w 3368181"/>
              <a:gd name="connsiteY23" fmla="*/ 1311848 h 3685461"/>
              <a:gd name="connsiteX24" fmla="*/ 413071 w 3368181"/>
              <a:gd name="connsiteY24" fmla="*/ 1433686 h 3685461"/>
              <a:gd name="connsiteX25" fmla="*/ 484982 w 3368181"/>
              <a:gd name="connsiteY25" fmla="*/ 1663909 h 3685461"/>
              <a:gd name="connsiteX26" fmla="*/ 389235 w 3368181"/>
              <a:gd name="connsiteY26" fmla="*/ 1762806 h 3685461"/>
              <a:gd name="connsiteX27" fmla="*/ 314537 w 3368181"/>
              <a:gd name="connsiteY27" fmla="*/ 1921528 h 3685461"/>
              <a:gd name="connsiteX28" fmla="*/ 130712 w 3368181"/>
              <a:gd name="connsiteY28" fmla="*/ 1970131 h 3685461"/>
              <a:gd name="connsiteX29" fmla="*/ 42535 w 3368181"/>
              <a:gd name="connsiteY29" fmla="*/ 1993439 h 3685461"/>
              <a:gd name="connsiteX30" fmla="*/ 0 w 3368181"/>
              <a:gd name="connsiteY30" fmla="*/ 2003562 h 3685461"/>
              <a:gd name="connsiteX0" fmla="*/ 545971 w 3368181"/>
              <a:gd name="connsiteY0" fmla="*/ 3262544 h 3685461"/>
              <a:gd name="connsiteX1" fmla="*/ 898790 w 3368181"/>
              <a:gd name="connsiteY1" fmla="*/ 3259425 h 3685461"/>
              <a:gd name="connsiteX2" fmla="*/ 1231180 w 3368181"/>
              <a:gd name="connsiteY2" fmla="*/ 3685461 h 3685461"/>
              <a:gd name="connsiteX3" fmla="*/ 2262792 w 3368181"/>
              <a:gd name="connsiteY3" fmla="*/ 3368108 h 3685461"/>
              <a:gd name="connsiteX4" fmla="*/ 2526404 w 3368181"/>
              <a:gd name="connsiteY4" fmla="*/ 3100881 h 3685461"/>
              <a:gd name="connsiteX5" fmla="*/ 2596842 w 3368181"/>
              <a:gd name="connsiteY5" fmla="*/ 2849892 h 3685461"/>
              <a:gd name="connsiteX6" fmla="*/ 2927168 w 3368181"/>
              <a:gd name="connsiteY6" fmla="*/ 2598224 h 3685461"/>
              <a:gd name="connsiteX7" fmla="*/ 3062596 w 3368181"/>
              <a:gd name="connsiteY7" fmla="*/ 2209068 h 3685461"/>
              <a:gd name="connsiteX8" fmla="*/ 3099830 w 3368181"/>
              <a:gd name="connsiteY8" fmla="*/ 1872125 h 3685461"/>
              <a:gd name="connsiteX9" fmla="*/ 3142930 w 3368181"/>
              <a:gd name="connsiteY9" fmla="*/ 1568345 h 3685461"/>
              <a:gd name="connsiteX10" fmla="*/ 3170382 w 3368181"/>
              <a:gd name="connsiteY10" fmla="*/ 1245911 h 3685461"/>
              <a:gd name="connsiteX11" fmla="*/ 3188371 w 3368181"/>
              <a:gd name="connsiteY11" fmla="*/ 1108267 h 3685461"/>
              <a:gd name="connsiteX12" fmla="*/ 3292425 w 3368181"/>
              <a:gd name="connsiteY12" fmla="*/ 819505 h 3685461"/>
              <a:gd name="connsiteX13" fmla="*/ 3342964 w 3368181"/>
              <a:gd name="connsiteY13" fmla="*/ 415028 h 3685461"/>
              <a:gd name="connsiteX14" fmla="*/ 2780714 w 3368181"/>
              <a:gd name="connsiteY14" fmla="*/ 431922 h 3685461"/>
              <a:gd name="connsiteX15" fmla="*/ 2475182 w 3368181"/>
              <a:gd name="connsiteY15" fmla="*/ 373774 h 3685461"/>
              <a:gd name="connsiteX16" fmla="*/ 1924492 w 3368181"/>
              <a:gd name="connsiteY16" fmla="*/ 68 h 3685461"/>
              <a:gd name="connsiteX17" fmla="*/ 1514487 w 3368181"/>
              <a:gd name="connsiteY17" fmla="*/ 405717 h 3685461"/>
              <a:gd name="connsiteX18" fmla="*/ 1447937 w 3368181"/>
              <a:gd name="connsiteY18" fmla="*/ 728487 h 3685461"/>
              <a:gd name="connsiteX19" fmla="*/ 1273949 w 3368181"/>
              <a:gd name="connsiteY19" fmla="*/ 924280 h 3685461"/>
              <a:gd name="connsiteX20" fmla="*/ 1004057 w 3368181"/>
              <a:gd name="connsiteY20" fmla="*/ 1036666 h 3685461"/>
              <a:gd name="connsiteX21" fmla="*/ 727358 w 3368181"/>
              <a:gd name="connsiteY21" fmla="*/ 1088945 h 3685461"/>
              <a:gd name="connsiteX22" fmla="*/ 585468 w 3368181"/>
              <a:gd name="connsiteY22" fmla="*/ 1311848 h 3685461"/>
              <a:gd name="connsiteX23" fmla="*/ 413071 w 3368181"/>
              <a:gd name="connsiteY23" fmla="*/ 1433686 h 3685461"/>
              <a:gd name="connsiteX24" fmla="*/ 484982 w 3368181"/>
              <a:gd name="connsiteY24" fmla="*/ 1663909 h 3685461"/>
              <a:gd name="connsiteX25" fmla="*/ 389235 w 3368181"/>
              <a:gd name="connsiteY25" fmla="*/ 1762806 h 3685461"/>
              <a:gd name="connsiteX26" fmla="*/ 314537 w 3368181"/>
              <a:gd name="connsiteY26" fmla="*/ 1921528 h 3685461"/>
              <a:gd name="connsiteX27" fmla="*/ 130712 w 3368181"/>
              <a:gd name="connsiteY27" fmla="*/ 1970131 h 3685461"/>
              <a:gd name="connsiteX28" fmla="*/ 42535 w 3368181"/>
              <a:gd name="connsiteY28" fmla="*/ 1993439 h 3685461"/>
              <a:gd name="connsiteX29" fmla="*/ 0 w 3368181"/>
              <a:gd name="connsiteY29" fmla="*/ 2003562 h 3685461"/>
              <a:gd name="connsiteX0" fmla="*/ 898790 w 3368181"/>
              <a:gd name="connsiteY0" fmla="*/ 3259425 h 3685461"/>
              <a:gd name="connsiteX1" fmla="*/ 1231180 w 3368181"/>
              <a:gd name="connsiteY1" fmla="*/ 3685461 h 3685461"/>
              <a:gd name="connsiteX2" fmla="*/ 2262792 w 3368181"/>
              <a:gd name="connsiteY2" fmla="*/ 3368108 h 3685461"/>
              <a:gd name="connsiteX3" fmla="*/ 2526404 w 3368181"/>
              <a:gd name="connsiteY3" fmla="*/ 3100881 h 3685461"/>
              <a:gd name="connsiteX4" fmla="*/ 2596842 w 3368181"/>
              <a:gd name="connsiteY4" fmla="*/ 2849892 h 3685461"/>
              <a:gd name="connsiteX5" fmla="*/ 2927168 w 3368181"/>
              <a:gd name="connsiteY5" fmla="*/ 2598224 h 3685461"/>
              <a:gd name="connsiteX6" fmla="*/ 3062596 w 3368181"/>
              <a:gd name="connsiteY6" fmla="*/ 2209068 h 3685461"/>
              <a:gd name="connsiteX7" fmla="*/ 3099830 w 3368181"/>
              <a:gd name="connsiteY7" fmla="*/ 1872125 h 3685461"/>
              <a:gd name="connsiteX8" fmla="*/ 3142930 w 3368181"/>
              <a:gd name="connsiteY8" fmla="*/ 1568345 h 3685461"/>
              <a:gd name="connsiteX9" fmla="*/ 3170382 w 3368181"/>
              <a:gd name="connsiteY9" fmla="*/ 1245911 h 3685461"/>
              <a:gd name="connsiteX10" fmla="*/ 3188371 w 3368181"/>
              <a:gd name="connsiteY10" fmla="*/ 1108267 h 3685461"/>
              <a:gd name="connsiteX11" fmla="*/ 3292425 w 3368181"/>
              <a:gd name="connsiteY11" fmla="*/ 819505 h 3685461"/>
              <a:gd name="connsiteX12" fmla="*/ 3342964 w 3368181"/>
              <a:gd name="connsiteY12" fmla="*/ 415028 h 3685461"/>
              <a:gd name="connsiteX13" fmla="*/ 2780714 w 3368181"/>
              <a:gd name="connsiteY13" fmla="*/ 431922 h 3685461"/>
              <a:gd name="connsiteX14" fmla="*/ 2475182 w 3368181"/>
              <a:gd name="connsiteY14" fmla="*/ 373774 h 3685461"/>
              <a:gd name="connsiteX15" fmla="*/ 1924492 w 3368181"/>
              <a:gd name="connsiteY15" fmla="*/ 68 h 3685461"/>
              <a:gd name="connsiteX16" fmla="*/ 1514487 w 3368181"/>
              <a:gd name="connsiteY16" fmla="*/ 405717 h 3685461"/>
              <a:gd name="connsiteX17" fmla="*/ 1447937 w 3368181"/>
              <a:gd name="connsiteY17" fmla="*/ 728487 h 3685461"/>
              <a:gd name="connsiteX18" fmla="*/ 1273949 w 3368181"/>
              <a:gd name="connsiteY18" fmla="*/ 924280 h 3685461"/>
              <a:gd name="connsiteX19" fmla="*/ 1004057 w 3368181"/>
              <a:gd name="connsiteY19" fmla="*/ 1036666 h 3685461"/>
              <a:gd name="connsiteX20" fmla="*/ 727358 w 3368181"/>
              <a:gd name="connsiteY20" fmla="*/ 1088945 h 3685461"/>
              <a:gd name="connsiteX21" fmla="*/ 585468 w 3368181"/>
              <a:gd name="connsiteY21" fmla="*/ 1311848 h 3685461"/>
              <a:gd name="connsiteX22" fmla="*/ 413071 w 3368181"/>
              <a:gd name="connsiteY22" fmla="*/ 1433686 h 3685461"/>
              <a:gd name="connsiteX23" fmla="*/ 484982 w 3368181"/>
              <a:gd name="connsiteY23" fmla="*/ 1663909 h 3685461"/>
              <a:gd name="connsiteX24" fmla="*/ 389235 w 3368181"/>
              <a:gd name="connsiteY24" fmla="*/ 1762806 h 3685461"/>
              <a:gd name="connsiteX25" fmla="*/ 314537 w 3368181"/>
              <a:gd name="connsiteY25" fmla="*/ 1921528 h 3685461"/>
              <a:gd name="connsiteX26" fmla="*/ 130712 w 3368181"/>
              <a:gd name="connsiteY26" fmla="*/ 1970131 h 3685461"/>
              <a:gd name="connsiteX27" fmla="*/ 42535 w 3368181"/>
              <a:gd name="connsiteY27" fmla="*/ 1993439 h 3685461"/>
              <a:gd name="connsiteX28" fmla="*/ 0 w 3368181"/>
              <a:gd name="connsiteY28" fmla="*/ 2003562 h 3685461"/>
              <a:gd name="connsiteX0" fmla="*/ 1231180 w 3368181"/>
              <a:gd name="connsiteY0" fmla="*/ 3685461 h 3685461"/>
              <a:gd name="connsiteX1" fmla="*/ 2262792 w 3368181"/>
              <a:gd name="connsiteY1" fmla="*/ 3368108 h 3685461"/>
              <a:gd name="connsiteX2" fmla="*/ 2526404 w 3368181"/>
              <a:gd name="connsiteY2" fmla="*/ 3100881 h 3685461"/>
              <a:gd name="connsiteX3" fmla="*/ 2596842 w 3368181"/>
              <a:gd name="connsiteY3" fmla="*/ 2849892 h 3685461"/>
              <a:gd name="connsiteX4" fmla="*/ 2927168 w 3368181"/>
              <a:gd name="connsiteY4" fmla="*/ 2598224 h 3685461"/>
              <a:gd name="connsiteX5" fmla="*/ 3062596 w 3368181"/>
              <a:gd name="connsiteY5" fmla="*/ 2209068 h 3685461"/>
              <a:gd name="connsiteX6" fmla="*/ 3099830 w 3368181"/>
              <a:gd name="connsiteY6" fmla="*/ 1872125 h 3685461"/>
              <a:gd name="connsiteX7" fmla="*/ 3142930 w 3368181"/>
              <a:gd name="connsiteY7" fmla="*/ 1568345 h 3685461"/>
              <a:gd name="connsiteX8" fmla="*/ 3170382 w 3368181"/>
              <a:gd name="connsiteY8" fmla="*/ 1245911 h 3685461"/>
              <a:gd name="connsiteX9" fmla="*/ 3188371 w 3368181"/>
              <a:gd name="connsiteY9" fmla="*/ 1108267 h 3685461"/>
              <a:gd name="connsiteX10" fmla="*/ 3292425 w 3368181"/>
              <a:gd name="connsiteY10" fmla="*/ 819505 h 3685461"/>
              <a:gd name="connsiteX11" fmla="*/ 3342964 w 3368181"/>
              <a:gd name="connsiteY11" fmla="*/ 415028 h 3685461"/>
              <a:gd name="connsiteX12" fmla="*/ 2780714 w 3368181"/>
              <a:gd name="connsiteY12" fmla="*/ 431922 h 3685461"/>
              <a:gd name="connsiteX13" fmla="*/ 2475182 w 3368181"/>
              <a:gd name="connsiteY13" fmla="*/ 373774 h 3685461"/>
              <a:gd name="connsiteX14" fmla="*/ 1924492 w 3368181"/>
              <a:gd name="connsiteY14" fmla="*/ 68 h 3685461"/>
              <a:gd name="connsiteX15" fmla="*/ 1514487 w 3368181"/>
              <a:gd name="connsiteY15" fmla="*/ 405717 h 3685461"/>
              <a:gd name="connsiteX16" fmla="*/ 1447937 w 3368181"/>
              <a:gd name="connsiteY16" fmla="*/ 728487 h 3685461"/>
              <a:gd name="connsiteX17" fmla="*/ 1273949 w 3368181"/>
              <a:gd name="connsiteY17" fmla="*/ 924280 h 3685461"/>
              <a:gd name="connsiteX18" fmla="*/ 1004057 w 3368181"/>
              <a:gd name="connsiteY18" fmla="*/ 1036666 h 3685461"/>
              <a:gd name="connsiteX19" fmla="*/ 727358 w 3368181"/>
              <a:gd name="connsiteY19" fmla="*/ 1088945 h 3685461"/>
              <a:gd name="connsiteX20" fmla="*/ 585468 w 3368181"/>
              <a:gd name="connsiteY20" fmla="*/ 1311848 h 3685461"/>
              <a:gd name="connsiteX21" fmla="*/ 413071 w 3368181"/>
              <a:gd name="connsiteY21" fmla="*/ 1433686 h 3685461"/>
              <a:gd name="connsiteX22" fmla="*/ 484982 w 3368181"/>
              <a:gd name="connsiteY22" fmla="*/ 1663909 h 3685461"/>
              <a:gd name="connsiteX23" fmla="*/ 389235 w 3368181"/>
              <a:gd name="connsiteY23" fmla="*/ 1762806 h 3685461"/>
              <a:gd name="connsiteX24" fmla="*/ 314537 w 3368181"/>
              <a:gd name="connsiteY24" fmla="*/ 1921528 h 3685461"/>
              <a:gd name="connsiteX25" fmla="*/ 130712 w 3368181"/>
              <a:gd name="connsiteY25" fmla="*/ 1970131 h 3685461"/>
              <a:gd name="connsiteX26" fmla="*/ 42535 w 3368181"/>
              <a:gd name="connsiteY26" fmla="*/ 1993439 h 3685461"/>
              <a:gd name="connsiteX27" fmla="*/ 0 w 3368181"/>
              <a:gd name="connsiteY27" fmla="*/ 2003562 h 3685461"/>
              <a:gd name="connsiteX0" fmla="*/ 2262792 w 3368181"/>
              <a:gd name="connsiteY0" fmla="*/ 3368108 h 3368108"/>
              <a:gd name="connsiteX1" fmla="*/ 2526404 w 3368181"/>
              <a:gd name="connsiteY1" fmla="*/ 3100881 h 3368108"/>
              <a:gd name="connsiteX2" fmla="*/ 2596842 w 3368181"/>
              <a:gd name="connsiteY2" fmla="*/ 2849892 h 3368108"/>
              <a:gd name="connsiteX3" fmla="*/ 2927168 w 3368181"/>
              <a:gd name="connsiteY3" fmla="*/ 2598224 h 3368108"/>
              <a:gd name="connsiteX4" fmla="*/ 3062596 w 3368181"/>
              <a:gd name="connsiteY4" fmla="*/ 2209068 h 3368108"/>
              <a:gd name="connsiteX5" fmla="*/ 3099830 w 3368181"/>
              <a:gd name="connsiteY5" fmla="*/ 1872125 h 3368108"/>
              <a:gd name="connsiteX6" fmla="*/ 3142930 w 3368181"/>
              <a:gd name="connsiteY6" fmla="*/ 1568345 h 3368108"/>
              <a:gd name="connsiteX7" fmla="*/ 3170382 w 3368181"/>
              <a:gd name="connsiteY7" fmla="*/ 1245911 h 3368108"/>
              <a:gd name="connsiteX8" fmla="*/ 3188371 w 3368181"/>
              <a:gd name="connsiteY8" fmla="*/ 1108267 h 3368108"/>
              <a:gd name="connsiteX9" fmla="*/ 3292425 w 3368181"/>
              <a:gd name="connsiteY9" fmla="*/ 819505 h 3368108"/>
              <a:gd name="connsiteX10" fmla="*/ 3342964 w 3368181"/>
              <a:gd name="connsiteY10" fmla="*/ 415028 h 3368108"/>
              <a:gd name="connsiteX11" fmla="*/ 2780714 w 3368181"/>
              <a:gd name="connsiteY11" fmla="*/ 431922 h 3368108"/>
              <a:gd name="connsiteX12" fmla="*/ 2475182 w 3368181"/>
              <a:gd name="connsiteY12" fmla="*/ 373774 h 3368108"/>
              <a:gd name="connsiteX13" fmla="*/ 1924492 w 3368181"/>
              <a:gd name="connsiteY13" fmla="*/ 68 h 3368108"/>
              <a:gd name="connsiteX14" fmla="*/ 1514487 w 3368181"/>
              <a:gd name="connsiteY14" fmla="*/ 405717 h 3368108"/>
              <a:gd name="connsiteX15" fmla="*/ 1447937 w 3368181"/>
              <a:gd name="connsiteY15" fmla="*/ 728487 h 3368108"/>
              <a:gd name="connsiteX16" fmla="*/ 1273949 w 3368181"/>
              <a:gd name="connsiteY16" fmla="*/ 924280 h 3368108"/>
              <a:gd name="connsiteX17" fmla="*/ 1004057 w 3368181"/>
              <a:gd name="connsiteY17" fmla="*/ 1036666 h 3368108"/>
              <a:gd name="connsiteX18" fmla="*/ 727358 w 3368181"/>
              <a:gd name="connsiteY18" fmla="*/ 1088945 h 3368108"/>
              <a:gd name="connsiteX19" fmla="*/ 585468 w 3368181"/>
              <a:gd name="connsiteY19" fmla="*/ 1311848 h 3368108"/>
              <a:gd name="connsiteX20" fmla="*/ 413071 w 3368181"/>
              <a:gd name="connsiteY20" fmla="*/ 1433686 h 3368108"/>
              <a:gd name="connsiteX21" fmla="*/ 484982 w 3368181"/>
              <a:gd name="connsiteY21" fmla="*/ 1663909 h 3368108"/>
              <a:gd name="connsiteX22" fmla="*/ 389235 w 3368181"/>
              <a:gd name="connsiteY22" fmla="*/ 1762806 h 3368108"/>
              <a:gd name="connsiteX23" fmla="*/ 314537 w 3368181"/>
              <a:gd name="connsiteY23" fmla="*/ 1921528 h 3368108"/>
              <a:gd name="connsiteX24" fmla="*/ 130712 w 3368181"/>
              <a:gd name="connsiteY24" fmla="*/ 1970131 h 3368108"/>
              <a:gd name="connsiteX25" fmla="*/ 42535 w 3368181"/>
              <a:gd name="connsiteY25" fmla="*/ 1993439 h 3368108"/>
              <a:gd name="connsiteX26" fmla="*/ 0 w 3368181"/>
              <a:gd name="connsiteY26" fmla="*/ 2003562 h 3368108"/>
              <a:gd name="connsiteX0" fmla="*/ 2262792 w 3368181"/>
              <a:gd name="connsiteY0" fmla="*/ 3368108 h 3368108"/>
              <a:gd name="connsiteX1" fmla="*/ 2526404 w 3368181"/>
              <a:gd name="connsiteY1" fmla="*/ 3100881 h 3368108"/>
              <a:gd name="connsiteX2" fmla="*/ 2596842 w 3368181"/>
              <a:gd name="connsiteY2" fmla="*/ 2849892 h 3368108"/>
              <a:gd name="connsiteX3" fmla="*/ 2927168 w 3368181"/>
              <a:gd name="connsiteY3" fmla="*/ 2598224 h 3368108"/>
              <a:gd name="connsiteX4" fmla="*/ 3062596 w 3368181"/>
              <a:gd name="connsiteY4" fmla="*/ 2209068 h 3368108"/>
              <a:gd name="connsiteX5" fmla="*/ 3099830 w 3368181"/>
              <a:gd name="connsiteY5" fmla="*/ 1872125 h 3368108"/>
              <a:gd name="connsiteX6" fmla="*/ 3142930 w 3368181"/>
              <a:gd name="connsiteY6" fmla="*/ 1568345 h 3368108"/>
              <a:gd name="connsiteX7" fmla="*/ 3170382 w 3368181"/>
              <a:gd name="connsiteY7" fmla="*/ 1245911 h 3368108"/>
              <a:gd name="connsiteX8" fmla="*/ 3188371 w 3368181"/>
              <a:gd name="connsiteY8" fmla="*/ 1108267 h 3368108"/>
              <a:gd name="connsiteX9" fmla="*/ 3292425 w 3368181"/>
              <a:gd name="connsiteY9" fmla="*/ 819505 h 3368108"/>
              <a:gd name="connsiteX10" fmla="*/ 3342964 w 3368181"/>
              <a:gd name="connsiteY10" fmla="*/ 415028 h 3368108"/>
              <a:gd name="connsiteX11" fmla="*/ 2780714 w 3368181"/>
              <a:gd name="connsiteY11" fmla="*/ 431922 h 3368108"/>
              <a:gd name="connsiteX12" fmla="*/ 2475182 w 3368181"/>
              <a:gd name="connsiteY12" fmla="*/ 373774 h 3368108"/>
              <a:gd name="connsiteX13" fmla="*/ 1924492 w 3368181"/>
              <a:gd name="connsiteY13" fmla="*/ 68 h 3368108"/>
              <a:gd name="connsiteX14" fmla="*/ 1514487 w 3368181"/>
              <a:gd name="connsiteY14" fmla="*/ 405717 h 3368108"/>
              <a:gd name="connsiteX15" fmla="*/ 1447937 w 3368181"/>
              <a:gd name="connsiteY15" fmla="*/ 728487 h 3368108"/>
              <a:gd name="connsiteX16" fmla="*/ 1273949 w 3368181"/>
              <a:gd name="connsiteY16" fmla="*/ 924280 h 3368108"/>
              <a:gd name="connsiteX17" fmla="*/ 1004057 w 3368181"/>
              <a:gd name="connsiteY17" fmla="*/ 1036666 h 3368108"/>
              <a:gd name="connsiteX18" fmla="*/ 727358 w 3368181"/>
              <a:gd name="connsiteY18" fmla="*/ 1088945 h 3368108"/>
              <a:gd name="connsiteX19" fmla="*/ 585468 w 3368181"/>
              <a:gd name="connsiteY19" fmla="*/ 1311848 h 3368108"/>
              <a:gd name="connsiteX20" fmla="*/ 446837 w 3368181"/>
              <a:gd name="connsiteY20" fmla="*/ 1444250 h 3368108"/>
              <a:gd name="connsiteX21" fmla="*/ 484982 w 3368181"/>
              <a:gd name="connsiteY21" fmla="*/ 1663909 h 3368108"/>
              <a:gd name="connsiteX22" fmla="*/ 389235 w 3368181"/>
              <a:gd name="connsiteY22" fmla="*/ 1762806 h 3368108"/>
              <a:gd name="connsiteX23" fmla="*/ 314537 w 3368181"/>
              <a:gd name="connsiteY23" fmla="*/ 1921528 h 3368108"/>
              <a:gd name="connsiteX24" fmla="*/ 130712 w 3368181"/>
              <a:gd name="connsiteY24" fmla="*/ 1970131 h 3368108"/>
              <a:gd name="connsiteX25" fmla="*/ 42535 w 3368181"/>
              <a:gd name="connsiteY25" fmla="*/ 1993439 h 3368108"/>
              <a:gd name="connsiteX26" fmla="*/ 0 w 3368181"/>
              <a:gd name="connsiteY26" fmla="*/ 2003562 h 3368108"/>
              <a:gd name="connsiteX0" fmla="*/ 2262792 w 3368181"/>
              <a:gd name="connsiteY0" fmla="*/ 3368108 h 3368108"/>
              <a:gd name="connsiteX1" fmla="*/ 2526404 w 3368181"/>
              <a:gd name="connsiteY1" fmla="*/ 3100881 h 3368108"/>
              <a:gd name="connsiteX2" fmla="*/ 2596842 w 3368181"/>
              <a:gd name="connsiteY2" fmla="*/ 2849892 h 3368108"/>
              <a:gd name="connsiteX3" fmla="*/ 2927168 w 3368181"/>
              <a:gd name="connsiteY3" fmla="*/ 2598224 h 3368108"/>
              <a:gd name="connsiteX4" fmla="*/ 3062596 w 3368181"/>
              <a:gd name="connsiteY4" fmla="*/ 2209068 h 3368108"/>
              <a:gd name="connsiteX5" fmla="*/ 3099830 w 3368181"/>
              <a:gd name="connsiteY5" fmla="*/ 1872125 h 3368108"/>
              <a:gd name="connsiteX6" fmla="*/ 3142930 w 3368181"/>
              <a:gd name="connsiteY6" fmla="*/ 1568345 h 3368108"/>
              <a:gd name="connsiteX7" fmla="*/ 3170382 w 3368181"/>
              <a:gd name="connsiteY7" fmla="*/ 1245911 h 3368108"/>
              <a:gd name="connsiteX8" fmla="*/ 3188371 w 3368181"/>
              <a:gd name="connsiteY8" fmla="*/ 1108267 h 3368108"/>
              <a:gd name="connsiteX9" fmla="*/ 3292425 w 3368181"/>
              <a:gd name="connsiteY9" fmla="*/ 819505 h 3368108"/>
              <a:gd name="connsiteX10" fmla="*/ 3342964 w 3368181"/>
              <a:gd name="connsiteY10" fmla="*/ 415028 h 3368108"/>
              <a:gd name="connsiteX11" fmla="*/ 2780714 w 3368181"/>
              <a:gd name="connsiteY11" fmla="*/ 431922 h 3368108"/>
              <a:gd name="connsiteX12" fmla="*/ 2475182 w 3368181"/>
              <a:gd name="connsiteY12" fmla="*/ 373774 h 3368108"/>
              <a:gd name="connsiteX13" fmla="*/ 1924492 w 3368181"/>
              <a:gd name="connsiteY13" fmla="*/ 68 h 3368108"/>
              <a:gd name="connsiteX14" fmla="*/ 1514487 w 3368181"/>
              <a:gd name="connsiteY14" fmla="*/ 405717 h 3368108"/>
              <a:gd name="connsiteX15" fmla="*/ 1447937 w 3368181"/>
              <a:gd name="connsiteY15" fmla="*/ 728487 h 3368108"/>
              <a:gd name="connsiteX16" fmla="*/ 1273949 w 3368181"/>
              <a:gd name="connsiteY16" fmla="*/ 924280 h 3368108"/>
              <a:gd name="connsiteX17" fmla="*/ 1004057 w 3368181"/>
              <a:gd name="connsiteY17" fmla="*/ 1036666 h 3368108"/>
              <a:gd name="connsiteX18" fmla="*/ 727358 w 3368181"/>
              <a:gd name="connsiteY18" fmla="*/ 1088945 h 3368108"/>
              <a:gd name="connsiteX19" fmla="*/ 585468 w 3368181"/>
              <a:gd name="connsiteY19" fmla="*/ 1311848 h 3368108"/>
              <a:gd name="connsiteX20" fmla="*/ 446837 w 3368181"/>
              <a:gd name="connsiteY20" fmla="*/ 1444250 h 3368108"/>
              <a:gd name="connsiteX21" fmla="*/ 484982 w 3368181"/>
              <a:gd name="connsiteY21" fmla="*/ 1663909 h 3368108"/>
              <a:gd name="connsiteX22" fmla="*/ 439077 w 3368181"/>
              <a:gd name="connsiteY22" fmla="*/ 1888984 h 3368108"/>
              <a:gd name="connsiteX23" fmla="*/ 314537 w 3368181"/>
              <a:gd name="connsiteY23" fmla="*/ 1921528 h 3368108"/>
              <a:gd name="connsiteX24" fmla="*/ 130712 w 3368181"/>
              <a:gd name="connsiteY24" fmla="*/ 1970131 h 3368108"/>
              <a:gd name="connsiteX25" fmla="*/ 42535 w 3368181"/>
              <a:gd name="connsiteY25" fmla="*/ 1993439 h 3368108"/>
              <a:gd name="connsiteX26" fmla="*/ 0 w 3368181"/>
              <a:gd name="connsiteY26" fmla="*/ 2003562 h 3368108"/>
              <a:gd name="connsiteX0" fmla="*/ 2262792 w 3368181"/>
              <a:gd name="connsiteY0" fmla="*/ 3368108 h 3368108"/>
              <a:gd name="connsiteX1" fmla="*/ 2526404 w 3368181"/>
              <a:gd name="connsiteY1" fmla="*/ 3100881 h 3368108"/>
              <a:gd name="connsiteX2" fmla="*/ 2596842 w 3368181"/>
              <a:gd name="connsiteY2" fmla="*/ 2849892 h 3368108"/>
              <a:gd name="connsiteX3" fmla="*/ 2927168 w 3368181"/>
              <a:gd name="connsiteY3" fmla="*/ 2598224 h 3368108"/>
              <a:gd name="connsiteX4" fmla="*/ 3062596 w 3368181"/>
              <a:gd name="connsiteY4" fmla="*/ 2209068 h 3368108"/>
              <a:gd name="connsiteX5" fmla="*/ 3099830 w 3368181"/>
              <a:gd name="connsiteY5" fmla="*/ 1872125 h 3368108"/>
              <a:gd name="connsiteX6" fmla="*/ 3142930 w 3368181"/>
              <a:gd name="connsiteY6" fmla="*/ 1568345 h 3368108"/>
              <a:gd name="connsiteX7" fmla="*/ 3170382 w 3368181"/>
              <a:gd name="connsiteY7" fmla="*/ 1245911 h 3368108"/>
              <a:gd name="connsiteX8" fmla="*/ 3188371 w 3368181"/>
              <a:gd name="connsiteY8" fmla="*/ 1108267 h 3368108"/>
              <a:gd name="connsiteX9" fmla="*/ 3292425 w 3368181"/>
              <a:gd name="connsiteY9" fmla="*/ 819505 h 3368108"/>
              <a:gd name="connsiteX10" fmla="*/ 3342964 w 3368181"/>
              <a:gd name="connsiteY10" fmla="*/ 415028 h 3368108"/>
              <a:gd name="connsiteX11" fmla="*/ 2780714 w 3368181"/>
              <a:gd name="connsiteY11" fmla="*/ 431922 h 3368108"/>
              <a:gd name="connsiteX12" fmla="*/ 2475182 w 3368181"/>
              <a:gd name="connsiteY12" fmla="*/ 373774 h 3368108"/>
              <a:gd name="connsiteX13" fmla="*/ 1924492 w 3368181"/>
              <a:gd name="connsiteY13" fmla="*/ 68 h 3368108"/>
              <a:gd name="connsiteX14" fmla="*/ 1514487 w 3368181"/>
              <a:gd name="connsiteY14" fmla="*/ 405717 h 3368108"/>
              <a:gd name="connsiteX15" fmla="*/ 1447937 w 3368181"/>
              <a:gd name="connsiteY15" fmla="*/ 728487 h 3368108"/>
              <a:gd name="connsiteX16" fmla="*/ 1273949 w 3368181"/>
              <a:gd name="connsiteY16" fmla="*/ 924280 h 3368108"/>
              <a:gd name="connsiteX17" fmla="*/ 1004057 w 3368181"/>
              <a:gd name="connsiteY17" fmla="*/ 1036666 h 3368108"/>
              <a:gd name="connsiteX18" fmla="*/ 727358 w 3368181"/>
              <a:gd name="connsiteY18" fmla="*/ 1088945 h 3368108"/>
              <a:gd name="connsiteX19" fmla="*/ 585468 w 3368181"/>
              <a:gd name="connsiteY19" fmla="*/ 1311848 h 3368108"/>
              <a:gd name="connsiteX20" fmla="*/ 446837 w 3368181"/>
              <a:gd name="connsiteY20" fmla="*/ 1444250 h 3368108"/>
              <a:gd name="connsiteX21" fmla="*/ 484982 w 3368181"/>
              <a:gd name="connsiteY21" fmla="*/ 1663909 h 3368108"/>
              <a:gd name="connsiteX22" fmla="*/ 439077 w 3368181"/>
              <a:gd name="connsiteY22" fmla="*/ 1888984 h 3368108"/>
              <a:gd name="connsiteX23" fmla="*/ 314537 w 3368181"/>
              <a:gd name="connsiteY23" fmla="*/ 1921528 h 3368108"/>
              <a:gd name="connsiteX24" fmla="*/ 130712 w 3368181"/>
              <a:gd name="connsiteY24" fmla="*/ 1970131 h 3368108"/>
              <a:gd name="connsiteX25" fmla="*/ 0 w 3368181"/>
              <a:gd name="connsiteY25" fmla="*/ 2003562 h 336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68181" h="3368108">
                <a:moveTo>
                  <a:pt x="2262792" y="3368108"/>
                </a:moveTo>
                <a:cubicBezTo>
                  <a:pt x="2478663" y="3270678"/>
                  <a:pt x="2494511" y="3169913"/>
                  <a:pt x="2526404" y="3100881"/>
                </a:cubicBezTo>
                <a:cubicBezTo>
                  <a:pt x="2558297" y="3031849"/>
                  <a:pt x="2530049" y="2933668"/>
                  <a:pt x="2596842" y="2849892"/>
                </a:cubicBezTo>
                <a:cubicBezTo>
                  <a:pt x="2663636" y="2766116"/>
                  <a:pt x="2849543" y="2705028"/>
                  <a:pt x="2927168" y="2598224"/>
                </a:cubicBezTo>
                <a:cubicBezTo>
                  <a:pt x="3004794" y="2491419"/>
                  <a:pt x="3033820" y="2330084"/>
                  <a:pt x="3062596" y="2209068"/>
                </a:cubicBezTo>
                <a:cubicBezTo>
                  <a:pt x="3091373" y="2088052"/>
                  <a:pt x="3086442" y="1978913"/>
                  <a:pt x="3099830" y="1872125"/>
                </a:cubicBezTo>
                <a:cubicBezTo>
                  <a:pt x="3113220" y="1765338"/>
                  <a:pt x="3134685" y="1670212"/>
                  <a:pt x="3142930" y="1568345"/>
                </a:cubicBezTo>
                <a:cubicBezTo>
                  <a:pt x="3151549" y="1460794"/>
                  <a:pt x="3159325" y="1353244"/>
                  <a:pt x="3170382" y="1245911"/>
                </a:cubicBezTo>
                <a:cubicBezTo>
                  <a:pt x="3175160" y="1199933"/>
                  <a:pt x="3180407" y="1153955"/>
                  <a:pt x="3188371" y="1108267"/>
                </a:cubicBezTo>
                <a:cubicBezTo>
                  <a:pt x="3203455" y="1021192"/>
                  <a:pt x="3296454" y="907162"/>
                  <a:pt x="3292425" y="819505"/>
                </a:cubicBezTo>
                <a:cubicBezTo>
                  <a:pt x="3267831" y="723588"/>
                  <a:pt x="3428250" y="479626"/>
                  <a:pt x="3342964" y="415028"/>
                </a:cubicBezTo>
                <a:cubicBezTo>
                  <a:pt x="3257679" y="350432"/>
                  <a:pt x="2925344" y="438798"/>
                  <a:pt x="2780714" y="431922"/>
                </a:cubicBezTo>
                <a:cubicBezTo>
                  <a:pt x="2636084" y="425046"/>
                  <a:pt x="2617887" y="445750"/>
                  <a:pt x="2475182" y="373774"/>
                </a:cubicBezTo>
                <a:cubicBezTo>
                  <a:pt x="2332479" y="301799"/>
                  <a:pt x="2084609" y="-5256"/>
                  <a:pt x="1924492" y="68"/>
                </a:cubicBezTo>
                <a:cubicBezTo>
                  <a:pt x="1764376" y="5391"/>
                  <a:pt x="1593912" y="284314"/>
                  <a:pt x="1514487" y="405717"/>
                </a:cubicBezTo>
                <a:cubicBezTo>
                  <a:pt x="1435061" y="527120"/>
                  <a:pt x="1488026" y="642061"/>
                  <a:pt x="1447937" y="728487"/>
                </a:cubicBezTo>
                <a:cubicBezTo>
                  <a:pt x="1407847" y="814916"/>
                  <a:pt x="1347929" y="872916"/>
                  <a:pt x="1273949" y="924280"/>
                </a:cubicBezTo>
                <a:cubicBezTo>
                  <a:pt x="1199969" y="975643"/>
                  <a:pt x="1095156" y="1009222"/>
                  <a:pt x="1004057" y="1036666"/>
                </a:cubicBezTo>
                <a:cubicBezTo>
                  <a:pt x="912958" y="1064111"/>
                  <a:pt x="797122" y="1043081"/>
                  <a:pt x="727358" y="1088945"/>
                </a:cubicBezTo>
                <a:cubicBezTo>
                  <a:pt x="657593" y="1134808"/>
                  <a:pt x="632222" y="1252630"/>
                  <a:pt x="585468" y="1311848"/>
                </a:cubicBezTo>
                <a:cubicBezTo>
                  <a:pt x="538714" y="1371066"/>
                  <a:pt x="450023" y="1413793"/>
                  <a:pt x="446837" y="1444250"/>
                </a:cubicBezTo>
                <a:cubicBezTo>
                  <a:pt x="439498" y="1502556"/>
                  <a:pt x="496897" y="1600613"/>
                  <a:pt x="484982" y="1663909"/>
                </a:cubicBezTo>
                <a:cubicBezTo>
                  <a:pt x="471960" y="1705370"/>
                  <a:pt x="472713" y="1855611"/>
                  <a:pt x="439077" y="1888984"/>
                </a:cubicBezTo>
                <a:cubicBezTo>
                  <a:pt x="389701" y="1937950"/>
                  <a:pt x="391271" y="1902291"/>
                  <a:pt x="314537" y="1921528"/>
                </a:cubicBezTo>
                <a:cubicBezTo>
                  <a:pt x="252887" y="1937049"/>
                  <a:pt x="224296" y="1933984"/>
                  <a:pt x="130712" y="1970131"/>
                </a:cubicBezTo>
                <a:lnTo>
                  <a:pt x="0" y="2003562"/>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2" name="Freeform: Shape 41">
            <a:extLst>
              <a:ext uri="{FF2B5EF4-FFF2-40B4-BE49-F238E27FC236}">
                <a16:creationId xmlns:a16="http://schemas.microsoft.com/office/drawing/2014/main" id="{98103EF4-8EB1-DAD9-C517-31B47BBC615C}"/>
              </a:ext>
            </a:extLst>
          </p:cNvPr>
          <p:cNvSpPr/>
          <p:nvPr/>
        </p:nvSpPr>
        <p:spPr>
          <a:xfrm rot="4379578" flipV="1">
            <a:off x="9209472" y="264285"/>
            <a:ext cx="2619429" cy="2302468"/>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710118"/>
              <a:gd name="connsiteY0" fmla="*/ 2712895 h 3077173"/>
              <a:gd name="connsiteX1" fmla="*/ 18085 w 2710118"/>
              <a:gd name="connsiteY1" fmla="*/ 2589260 h 3077173"/>
              <a:gd name="connsiteX2" fmla="*/ 161627 w 2710118"/>
              <a:gd name="connsiteY2" fmla="*/ 2489533 h 3077173"/>
              <a:gd name="connsiteX3" fmla="*/ 384893 w 2710118"/>
              <a:gd name="connsiteY3" fmla="*/ 2559352 h 3077173"/>
              <a:gd name="connsiteX4" fmla="*/ 648069 w 2710118"/>
              <a:gd name="connsiteY4" fmla="*/ 2579259 h 3077173"/>
              <a:gd name="connsiteX5" fmla="*/ 831520 w 2710118"/>
              <a:gd name="connsiteY5" fmla="*/ 2445623 h 3077173"/>
              <a:gd name="connsiteX6" fmla="*/ 909244 w 2710118"/>
              <a:gd name="connsiteY6" fmla="*/ 2210260 h 3077173"/>
              <a:gd name="connsiteX7" fmla="*/ 975062 w 2710118"/>
              <a:gd name="connsiteY7" fmla="*/ 1771444 h 3077173"/>
              <a:gd name="connsiteX8" fmla="*/ 989064 w 2710118"/>
              <a:gd name="connsiteY8" fmla="*/ 1486170 h 3077173"/>
              <a:gd name="connsiteX9" fmla="*/ 1058882 w 2710118"/>
              <a:gd name="connsiteY9" fmla="*/ 1115171 h 3077173"/>
              <a:gd name="connsiteX10" fmla="*/ 1238333 w 2710118"/>
              <a:gd name="connsiteY10" fmla="*/ 776081 h 3077173"/>
              <a:gd name="connsiteX11" fmla="*/ 1567327 w 2710118"/>
              <a:gd name="connsiteY11" fmla="*/ 399081 h 3077173"/>
              <a:gd name="connsiteX12" fmla="*/ 1944136 w 2710118"/>
              <a:gd name="connsiteY12" fmla="*/ 85899 h 3077173"/>
              <a:gd name="connsiteX13" fmla="*/ 2167402 w 2710118"/>
              <a:gd name="connsiteY13" fmla="*/ 2079 h 3077173"/>
              <a:gd name="connsiteX14" fmla="*/ 2412671 w 2710118"/>
              <a:gd name="connsiteY14" fmla="*/ 53991 h 3077173"/>
              <a:gd name="connsiteX15" fmla="*/ 2616030 w 2710118"/>
              <a:gd name="connsiteY15" fmla="*/ 291354 h 3077173"/>
              <a:gd name="connsiteX16" fmla="*/ 2637937 w 2710118"/>
              <a:gd name="connsiteY16" fmla="*/ 724265 h 3077173"/>
              <a:gd name="connsiteX17" fmla="*/ 2691753 w 2710118"/>
              <a:gd name="connsiteY17" fmla="*/ 1117266 h 3077173"/>
              <a:gd name="connsiteX18" fmla="*/ 2705755 w 2710118"/>
              <a:gd name="connsiteY18" fmla="*/ 1476359 h 3077173"/>
              <a:gd name="connsiteX19" fmla="*/ 2616030 w 2710118"/>
              <a:gd name="connsiteY19" fmla="*/ 1859359 h 3077173"/>
              <a:gd name="connsiteX20" fmla="*/ 2404670 w 2710118"/>
              <a:gd name="connsiteY20" fmla="*/ 2250361 h 3077173"/>
              <a:gd name="connsiteX21" fmla="*/ 2198263 w 2710118"/>
              <a:gd name="connsiteY21" fmla="*/ 2456862 h 3077173"/>
              <a:gd name="connsiteX22" fmla="*/ 1482095 w 2710118"/>
              <a:gd name="connsiteY22" fmla="*/ 3073546 h 3077173"/>
              <a:gd name="connsiteX23" fmla="*/ 1327868 w 2710118"/>
              <a:gd name="connsiteY23" fmla="*/ 2810907 h 3077173"/>
              <a:gd name="connsiteX24" fmla="*/ 931057 w 2710118"/>
              <a:gd name="connsiteY24" fmla="*/ 2912634 h 3077173"/>
              <a:gd name="connsiteX25" fmla="*/ 695789 w 2710118"/>
              <a:gd name="connsiteY25" fmla="*/ 2972451 h 3077173"/>
              <a:gd name="connsiteX26" fmla="*/ 348889 w 2710118"/>
              <a:gd name="connsiteY26" fmla="*/ 2984452 h 3077173"/>
              <a:gd name="connsiteX27" fmla="*/ 73711 w 2710118"/>
              <a:gd name="connsiteY27" fmla="*/ 2882725 h 3077173"/>
              <a:gd name="connsiteX28" fmla="*/ 2179 w 2710118"/>
              <a:gd name="connsiteY28" fmla="*/ 2712895 h 3077173"/>
              <a:gd name="connsiteX0" fmla="*/ 2179 w 2710118"/>
              <a:gd name="connsiteY0" fmla="*/ 2712895 h 3084772"/>
              <a:gd name="connsiteX1" fmla="*/ 18085 w 2710118"/>
              <a:gd name="connsiteY1" fmla="*/ 2589260 h 3084772"/>
              <a:gd name="connsiteX2" fmla="*/ 161627 w 2710118"/>
              <a:gd name="connsiteY2" fmla="*/ 2489533 h 3084772"/>
              <a:gd name="connsiteX3" fmla="*/ 384893 w 2710118"/>
              <a:gd name="connsiteY3" fmla="*/ 2559352 h 3084772"/>
              <a:gd name="connsiteX4" fmla="*/ 648069 w 2710118"/>
              <a:gd name="connsiteY4" fmla="*/ 2579259 h 3084772"/>
              <a:gd name="connsiteX5" fmla="*/ 831520 w 2710118"/>
              <a:gd name="connsiteY5" fmla="*/ 2445623 h 3084772"/>
              <a:gd name="connsiteX6" fmla="*/ 909244 w 2710118"/>
              <a:gd name="connsiteY6" fmla="*/ 2210260 h 3084772"/>
              <a:gd name="connsiteX7" fmla="*/ 975062 w 2710118"/>
              <a:gd name="connsiteY7" fmla="*/ 1771444 h 3084772"/>
              <a:gd name="connsiteX8" fmla="*/ 989064 w 2710118"/>
              <a:gd name="connsiteY8" fmla="*/ 1486170 h 3084772"/>
              <a:gd name="connsiteX9" fmla="*/ 1058882 w 2710118"/>
              <a:gd name="connsiteY9" fmla="*/ 1115171 h 3084772"/>
              <a:gd name="connsiteX10" fmla="*/ 1238333 w 2710118"/>
              <a:gd name="connsiteY10" fmla="*/ 776081 h 3084772"/>
              <a:gd name="connsiteX11" fmla="*/ 1567327 w 2710118"/>
              <a:gd name="connsiteY11" fmla="*/ 399081 h 3084772"/>
              <a:gd name="connsiteX12" fmla="*/ 1944136 w 2710118"/>
              <a:gd name="connsiteY12" fmla="*/ 85899 h 3084772"/>
              <a:gd name="connsiteX13" fmla="*/ 2167402 w 2710118"/>
              <a:gd name="connsiteY13" fmla="*/ 2079 h 3084772"/>
              <a:gd name="connsiteX14" fmla="*/ 2412671 w 2710118"/>
              <a:gd name="connsiteY14" fmla="*/ 53991 h 3084772"/>
              <a:gd name="connsiteX15" fmla="*/ 2616030 w 2710118"/>
              <a:gd name="connsiteY15" fmla="*/ 291354 h 3084772"/>
              <a:gd name="connsiteX16" fmla="*/ 2637937 w 2710118"/>
              <a:gd name="connsiteY16" fmla="*/ 724265 h 3084772"/>
              <a:gd name="connsiteX17" fmla="*/ 2691753 w 2710118"/>
              <a:gd name="connsiteY17" fmla="*/ 1117266 h 3084772"/>
              <a:gd name="connsiteX18" fmla="*/ 2705755 w 2710118"/>
              <a:gd name="connsiteY18" fmla="*/ 1476359 h 3084772"/>
              <a:gd name="connsiteX19" fmla="*/ 2616030 w 2710118"/>
              <a:gd name="connsiteY19" fmla="*/ 1859359 h 3084772"/>
              <a:gd name="connsiteX20" fmla="*/ 2404670 w 2710118"/>
              <a:gd name="connsiteY20" fmla="*/ 2250361 h 3084772"/>
              <a:gd name="connsiteX21" fmla="*/ 2198263 w 2710118"/>
              <a:gd name="connsiteY21" fmla="*/ 2456862 h 3084772"/>
              <a:gd name="connsiteX22" fmla="*/ 1482095 w 2710118"/>
              <a:gd name="connsiteY22" fmla="*/ 3073546 h 3084772"/>
              <a:gd name="connsiteX23" fmla="*/ 1244492 w 2710118"/>
              <a:gd name="connsiteY23" fmla="*/ 2859409 h 3084772"/>
              <a:gd name="connsiteX24" fmla="*/ 931057 w 2710118"/>
              <a:gd name="connsiteY24" fmla="*/ 2912634 h 3084772"/>
              <a:gd name="connsiteX25" fmla="*/ 695789 w 2710118"/>
              <a:gd name="connsiteY25" fmla="*/ 2972451 h 3084772"/>
              <a:gd name="connsiteX26" fmla="*/ 348889 w 2710118"/>
              <a:gd name="connsiteY26" fmla="*/ 2984452 h 3084772"/>
              <a:gd name="connsiteX27" fmla="*/ 73711 w 2710118"/>
              <a:gd name="connsiteY27" fmla="*/ 2882725 h 3084772"/>
              <a:gd name="connsiteX28" fmla="*/ 2179 w 2710118"/>
              <a:gd name="connsiteY28" fmla="*/ 2712895 h 3084772"/>
              <a:gd name="connsiteX0" fmla="*/ 1885 w 2709824"/>
              <a:gd name="connsiteY0" fmla="*/ 2712895 h 3084772"/>
              <a:gd name="connsiteX1" fmla="*/ 17791 w 2709824"/>
              <a:gd name="connsiteY1" fmla="*/ 2589260 h 3084772"/>
              <a:gd name="connsiteX2" fmla="*/ 99190 w 2709824"/>
              <a:gd name="connsiteY2" fmla="*/ 2337246 h 3084772"/>
              <a:gd name="connsiteX3" fmla="*/ 384599 w 2709824"/>
              <a:gd name="connsiteY3" fmla="*/ 2559352 h 3084772"/>
              <a:gd name="connsiteX4" fmla="*/ 647775 w 2709824"/>
              <a:gd name="connsiteY4" fmla="*/ 2579259 h 3084772"/>
              <a:gd name="connsiteX5" fmla="*/ 831226 w 2709824"/>
              <a:gd name="connsiteY5" fmla="*/ 2445623 h 3084772"/>
              <a:gd name="connsiteX6" fmla="*/ 908950 w 2709824"/>
              <a:gd name="connsiteY6" fmla="*/ 2210260 h 3084772"/>
              <a:gd name="connsiteX7" fmla="*/ 974768 w 2709824"/>
              <a:gd name="connsiteY7" fmla="*/ 1771444 h 3084772"/>
              <a:gd name="connsiteX8" fmla="*/ 988770 w 2709824"/>
              <a:gd name="connsiteY8" fmla="*/ 1486170 h 3084772"/>
              <a:gd name="connsiteX9" fmla="*/ 1058588 w 2709824"/>
              <a:gd name="connsiteY9" fmla="*/ 1115171 h 3084772"/>
              <a:gd name="connsiteX10" fmla="*/ 1238039 w 2709824"/>
              <a:gd name="connsiteY10" fmla="*/ 776081 h 3084772"/>
              <a:gd name="connsiteX11" fmla="*/ 1567033 w 2709824"/>
              <a:gd name="connsiteY11" fmla="*/ 399081 h 3084772"/>
              <a:gd name="connsiteX12" fmla="*/ 1943842 w 2709824"/>
              <a:gd name="connsiteY12" fmla="*/ 85899 h 3084772"/>
              <a:gd name="connsiteX13" fmla="*/ 2167108 w 2709824"/>
              <a:gd name="connsiteY13" fmla="*/ 2079 h 3084772"/>
              <a:gd name="connsiteX14" fmla="*/ 2412377 w 2709824"/>
              <a:gd name="connsiteY14" fmla="*/ 53991 h 3084772"/>
              <a:gd name="connsiteX15" fmla="*/ 2615736 w 2709824"/>
              <a:gd name="connsiteY15" fmla="*/ 291354 h 3084772"/>
              <a:gd name="connsiteX16" fmla="*/ 2637643 w 2709824"/>
              <a:gd name="connsiteY16" fmla="*/ 724265 h 3084772"/>
              <a:gd name="connsiteX17" fmla="*/ 2691459 w 2709824"/>
              <a:gd name="connsiteY17" fmla="*/ 1117266 h 3084772"/>
              <a:gd name="connsiteX18" fmla="*/ 2705461 w 2709824"/>
              <a:gd name="connsiteY18" fmla="*/ 1476359 h 3084772"/>
              <a:gd name="connsiteX19" fmla="*/ 2615736 w 2709824"/>
              <a:gd name="connsiteY19" fmla="*/ 1859359 h 3084772"/>
              <a:gd name="connsiteX20" fmla="*/ 2404376 w 2709824"/>
              <a:gd name="connsiteY20" fmla="*/ 2250361 h 3084772"/>
              <a:gd name="connsiteX21" fmla="*/ 2197969 w 2709824"/>
              <a:gd name="connsiteY21" fmla="*/ 2456862 h 3084772"/>
              <a:gd name="connsiteX22" fmla="*/ 1481801 w 2709824"/>
              <a:gd name="connsiteY22" fmla="*/ 3073546 h 3084772"/>
              <a:gd name="connsiteX23" fmla="*/ 1244198 w 2709824"/>
              <a:gd name="connsiteY23" fmla="*/ 2859409 h 3084772"/>
              <a:gd name="connsiteX24" fmla="*/ 930763 w 2709824"/>
              <a:gd name="connsiteY24" fmla="*/ 2912634 h 3084772"/>
              <a:gd name="connsiteX25" fmla="*/ 695495 w 2709824"/>
              <a:gd name="connsiteY25" fmla="*/ 2972451 h 3084772"/>
              <a:gd name="connsiteX26" fmla="*/ 348595 w 2709824"/>
              <a:gd name="connsiteY26" fmla="*/ 2984452 h 3084772"/>
              <a:gd name="connsiteX27" fmla="*/ 73417 w 2709824"/>
              <a:gd name="connsiteY27" fmla="*/ 2882725 h 3084772"/>
              <a:gd name="connsiteX28" fmla="*/ 1885 w 2709824"/>
              <a:gd name="connsiteY28" fmla="*/ 2712895 h 3084772"/>
              <a:gd name="connsiteX0" fmla="*/ 1885 w 2709824"/>
              <a:gd name="connsiteY0" fmla="*/ 2664363 h 3036240"/>
              <a:gd name="connsiteX1" fmla="*/ 17791 w 2709824"/>
              <a:gd name="connsiteY1" fmla="*/ 2540728 h 3036240"/>
              <a:gd name="connsiteX2" fmla="*/ 99190 w 2709824"/>
              <a:gd name="connsiteY2" fmla="*/ 2288714 h 3036240"/>
              <a:gd name="connsiteX3" fmla="*/ 384599 w 2709824"/>
              <a:gd name="connsiteY3" fmla="*/ 2510820 h 3036240"/>
              <a:gd name="connsiteX4" fmla="*/ 647775 w 2709824"/>
              <a:gd name="connsiteY4" fmla="*/ 2530727 h 3036240"/>
              <a:gd name="connsiteX5" fmla="*/ 831226 w 2709824"/>
              <a:gd name="connsiteY5" fmla="*/ 2397091 h 3036240"/>
              <a:gd name="connsiteX6" fmla="*/ 908950 w 2709824"/>
              <a:gd name="connsiteY6" fmla="*/ 2161728 h 3036240"/>
              <a:gd name="connsiteX7" fmla="*/ 974768 w 2709824"/>
              <a:gd name="connsiteY7" fmla="*/ 1722912 h 3036240"/>
              <a:gd name="connsiteX8" fmla="*/ 988770 w 2709824"/>
              <a:gd name="connsiteY8" fmla="*/ 1437638 h 3036240"/>
              <a:gd name="connsiteX9" fmla="*/ 1058588 w 2709824"/>
              <a:gd name="connsiteY9" fmla="*/ 1066639 h 3036240"/>
              <a:gd name="connsiteX10" fmla="*/ 1238039 w 2709824"/>
              <a:gd name="connsiteY10" fmla="*/ 727549 h 3036240"/>
              <a:gd name="connsiteX11" fmla="*/ 1567033 w 2709824"/>
              <a:gd name="connsiteY11" fmla="*/ 350549 h 3036240"/>
              <a:gd name="connsiteX12" fmla="*/ 1943842 w 2709824"/>
              <a:gd name="connsiteY12" fmla="*/ 37367 h 3036240"/>
              <a:gd name="connsiteX13" fmla="*/ 2169089 w 2709824"/>
              <a:gd name="connsiteY13" fmla="*/ 74709 h 3036240"/>
              <a:gd name="connsiteX14" fmla="*/ 2412377 w 2709824"/>
              <a:gd name="connsiteY14" fmla="*/ 5459 h 3036240"/>
              <a:gd name="connsiteX15" fmla="*/ 2615736 w 2709824"/>
              <a:gd name="connsiteY15" fmla="*/ 242822 h 3036240"/>
              <a:gd name="connsiteX16" fmla="*/ 2637643 w 2709824"/>
              <a:gd name="connsiteY16" fmla="*/ 675733 h 3036240"/>
              <a:gd name="connsiteX17" fmla="*/ 2691459 w 2709824"/>
              <a:gd name="connsiteY17" fmla="*/ 1068734 h 3036240"/>
              <a:gd name="connsiteX18" fmla="*/ 2705461 w 2709824"/>
              <a:gd name="connsiteY18" fmla="*/ 1427827 h 3036240"/>
              <a:gd name="connsiteX19" fmla="*/ 2615736 w 2709824"/>
              <a:gd name="connsiteY19" fmla="*/ 1810827 h 3036240"/>
              <a:gd name="connsiteX20" fmla="*/ 2404376 w 2709824"/>
              <a:gd name="connsiteY20" fmla="*/ 2201829 h 3036240"/>
              <a:gd name="connsiteX21" fmla="*/ 2197969 w 2709824"/>
              <a:gd name="connsiteY21" fmla="*/ 2408330 h 3036240"/>
              <a:gd name="connsiteX22" fmla="*/ 1481801 w 2709824"/>
              <a:gd name="connsiteY22" fmla="*/ 3025014 h 3036240"/>
              <a:gd name="connsiteX23" fmla="*/ 1244198 w 2709824"/>
              <a:gd name="connsiteY23" fmla="*/ 2810877 h 3036240"/>
              <a:gd name="connsiteX24" fmla="*/ 930763 w 2709824"/>
              <a:gd name="connsiteY24" fmla="*/ 2864102 h 3036240"/>
              <a:gd name="connsiteX25" fmla="*/ 695495 w 2709824"/>
              <a:gd name="connsiteY25" fmla="*/ 2923919 h 3036240"/>
              <a:gd name="connsiteX26" fmla="*/ 348595 w 2709824"/>
              <a:gd name="connsiteY26" fmla="*/ 2935920 h 3036240"/>
              <a:gd name="connsiteX27" fmla="*/ 73417 w 2709824"/>
              <a:gd name="connsiteY27" fmla="*/ 2834193 h 3036240"/>
              <a:gd name="connsiteX28" fmla="*/ 1885 w 2709824"/>
              <a:gd name="connsiteY28" fmla="*/ 2664363 h 3036240"/>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974768 w 2709824"/>
              <a:gd name="connsiteY7" fmla="*/ 1723861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870087 w 2709824"/>
              <a:gd name="connsiteY7" fmla="*/ 1760900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57352 w 2751440"/>
              <a:gd name="connsiteY19" fmla="*/ 181177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582362 w 2751440"/>
              <a:gd name="connsiteY16" fmla="*/ 657243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0058 h 3031935"/>
              <a:gd name="connsiteX1" fmla="*/ 3140 w 2751440"/>
              <a:gd name="connsiteY1" fmla="*/ 2418745 h 3031935"/>
              <a:gd name="connsiteX2" fmla="*/ 140806 w 2751440"/>
              <a:gd name="connsiteY2" fmla="*/ 2284409 h 3031935"/>
              <a:gd name="connsiteX3" fmla="*/ 426215 w 2751440"/>
              <a:gd name="connsiteY3" fmla="*/ 2506515 h 3031935"/>
              <a:gd name="connsiteX4" fmla="*/ 689391 w 2751440"/>
              <a:gd name="connsiteY4" fmla="*/ 2526422 h 3031935"/>
              <a:gd name="connsiteX5" fmla="*/ 872842 w 2751440"/>
              <a:gd name="connsiteY5" fmla="*/ 2392786 h 3031935"/>
              <a:gd name="connsiteX6" fmla="*/ 950566 w 2751440"/>
              <a:gd name="connsiteY6" fmla="*/ 2157423 h 3031935"/>
              <a:gd name="connsiteX7" fmla="*/ 911703 w 2751440"/>
              <a:gd name="connsiteY7" fmla="*/ 1755646 h 3031935"/>
              <a:gd name="connsiteX8" fmla="*/ 1030386 w 2751440"/>
              <a:gd name="connsiteY8" fmla="*/ 1433333 h 3031935"/>
              <a:gd name="connsiteX9" fmla="*/ 1100204 w 2751440"/>
              <a:gd name="connsiteY9" fmla="*/ 1062334 h 3031935"/>
              <a:gd name="connsiteX10" fmla="*/ 1279655 w 2751440"/>
              <a:gd name="connsiteY10" fmla="*/ 723244 h 3031935"/>
              <a:gd name="connsiteX11" fmla="*/ 1608649 w 2751440"/>
              <a:gd name="connsiteY11" fmla="*/ 346244 h 3031935"/>
              <a:gd name="connsiteX12" fmla="*/ 1934920 w 2751440"/>
              <a:gd name="connsiteY12" fmla="*/ 156426 h 3031935"/>
              <a:gd name="connsiteX13" fmla="*/ 2453993 w 2751440"/>
              <a:gd name="connsiteY13" fmla="*/ 1154 h 3031935"/>
              <a:gd name="connsiteX14" fmla="*/ 2657352 w 2751440"/>
              <a:gd name="connsiteY14" fmla="*/ 238517 h 3031935"/>
              <a:gd name="connsiteX15" fmla="*/ 2582362 w 2751440"/>
              <a:gd name="connsiteY15" fmla="*/ 651989 h 3031935"/>
              <a:gd name="connsiteX16" fmla="*/ 2733075 w 2751440"/>
              <a:gd name="connsiteY16" fmla="*/ 1064429 h 3031935"/>
              <a:gd name="connsiteX17" fmla="*/ 2747077 w 2751440"/>
              <a:gd name="connsiteY17" fmla="*/ 1423522 h 3031935"/>
              <a:gd name="connsiteX18" fmla="*/ 2601262 w 2751440"/>
              <a:gd name="connsiteY18" fmla="*/ 1763472 h 3031935"/>
              <a:gd name="connsiteX19" fmla="*/ 2501774 w 2751440"/>
              <a:gd name="connsiteY19" fmla="*/ 2139132 h 3031935"/>
              <a:gd name="connsiteX20" fmla="*/ 2239585 w 2751440"/>
              <a:gd name="connsiteY20" fmla="*/ 2404025 h 3031935"/>
              <a:gd name="connsiteX21" fmla="*/ 1523417 w 2751440"/>
              <a:gd name="connsiteY21" fmla="*/ 3020709 h 3031935"/>
              <a:gd name="connsiteX22" fmla="*/ 1285814 w 2751440"/>
              <a:gd name="connsiteY22" fmla="*/ 2806572 h 3031935"/>
              <a:gd name="connsiteX23" fmla="*/ 972379 w 2751440"/>
              <a:gd name="connsiteY23" fmla="*/ 2859797 h 3031935"/>
              <a:gd name="connsiteX24" fmla="*/ 737111 w 2751440"/>
              <a:gd name="connsiteY24" fmla="*/ 2919614 h 3031935"/>
              <a:gd name="connsiteX25" fmla="*/ 390211 w 2751440"/>
              <a:gd name="connsiteY25" fmla="*/ 2931615 h 3031935"/>
              <a:gd name="connsiteX26" fmla="*/ 115033 w 2751440"/>
              <a:gd name="connsiteY26" fmla="*/ 2829888 h 3031935"/>
              <a:gd name="connsiteX27" fmla="*/ 43501 w 2751440"/>
              <a:gd name="connsiteY27" fmla="*/ 2660058 h 3031935"/>
              <a:gd name="connsiteX0" fmla="*/ 43501 w 2751440"/>
              <a:gd name="connsiteY0" fmla="*/ 2665155 h 3037032"/>
              <a:gd name="connsiteX1" fmla="*/ 3140 w 2751440"/>
              <a:gd name="connsiteY1" fmla="*/ 2423842 h 3037032"/>
              <a:gd name="connsiteX2" fmla="*/ 140806 w 2751440"/>
              <a:gd name="connsiteY2" fmla="*/ 2289506 h 3037032"/>
              <a:gd name="connsiteX3" fmla="*/ 426215 w 2751440"/>
              <a:gd name="connsiteY3" fmla="*/ 2511612 h 3037032"/>
              <a:gd name="connsiteX4" fmla="*/ 689391 w 2751440"/>
              <a:gd name="connsiteY4" fmla="*/ 2531519 h 3037032"/>
              <a:gd name="connsiteX5" fmla="*/ 872842 w 2751440"/>
              <a:gd name="connsiteY5" fmla="*/ 2397883 h 3037032"/>
              <a:gd name="connsiteX6" fmla="*/ 950566 w 2751440"/>
              <a:gd name="connsiteY6" fmla="*/ 2162520 h 3037032"/>
              <a:gd name="connsiteX7" fmla="*/ 911703 w 2751440"/>
              <a:gd name="connsiteY7" fmla="*/ 1760743 h 3037032"/>
              <a:gd name="connsiteX8" fmla="*/ 1030386 w 2751440"/>
              <a:gd name="connsiteY8" fmla="*/ 1438430 h 3037032"/>
              <a:gd name="connsiteX9" fmla="*/ 1100204 w 2751440"/>
              <a:gd name="connsiteY9" fmla="*/ 1067431 h 3037032"/>
              <a:gd name="connsiteX10" fmla="*/ 1279655 w 2751440"/>
              <a:gd name="connsiteY10" fmla="*/ 728341 h 3037032"/>
              <a:gd name="connsiteX11" fmla="*/ 1608649 w 2751440"/>
              <a:gd name="connsiteY11" fmla="*/ 351341 h 3037032"/>
              <a:gd name="connsiteX12" fmla="*/ 1934920 w 2751440"/>
              <a:gd name="connsiteY12" fmla="*/ 161523 h 3037032"/>
              <a:gd name="connsiteX13" fmla="*/ 2453993 w 2751440"/>
              <a:gd name="connsiteY13" fmla="*/ 6251 h 3037032"/>
              <a:gd name="connsiteX14" fmla="*/ 2657352 w 2751440"/>
              <a:gd name="connsiteY14" fmla="*/ 243614 h 3037032"/>
              <a:gd name="connsiteX15" fmla="*/ 2582362 w 2751440"/>
              <a:gd name="connsiteY15" fmla="*/ 657086 h 3037032"/>
              <a:gd name="connsiteX16" fmla="*/ 2733075 w 2751440"/>
              <a:gd name="connsiteY16" fmla="*/ 1069526 h 3037032"/>
              <a:gd name="connsiteX17" fmla="*/ 2747077 w 2751440"/>
              <a:gd name="connsiteY17" fmla="*/ 1428619 h 3037032"/>
              <a:gd name="connsiteX18" fmla="*/ 2601262 w 2751440"/>
              <a:gd name="connsiteY18" fmla="*/ 1768569 h 3037032"/>
              <a:gd name="connsiteX19" fmla="*/ 2501774 w 2751440"/>
              <a:gd name="connsiteY19" fmla="*/ 2144229 h 3037032"/>
              <a:gd name="connsiteX20" fmla="*/ 2239585 w 2751440"/>
              <a:gd name="connsiteY20" fmla="*/ 2409122 h 3037032"/>
              <a:gd name="connsiteX21" fmla="*/ 1523417 w 2751440"/>
              <a:gd name="connsiteY21" fmla="*/ 3025806 h 3037032"/>
              <a:gd name="connsiteX22" fmla="*/ 1285814 w 2751440"/>
              <a:gd name="connsiteY22" fmla="*/ 2811669 h 3037032"/>
              <a:gd name="connsiteX23" fmla="*/ 972379 w 2751440"/>
              <a:gd name="connsiteY23" fmla="*/ 2864894 h 3037032"/>
              <a:gd name="connsiteX24" fmla="*/ 737111 w 2751440"/>
              <a:gd name="connsiteY24" fmla="*/ 2924711 h 3037032"/>
              <a:gd name="connsiteX25" fmla="*/ 390211 w 2751440"/>
              <a:gd name="connsiteY25" fmla="*/ 2936712 h 3037032"/>
              <a:gd name="connsiteX26" fmla="*/ 115033 w 2751440"/>
              <a:gd name="connsiteY26" fmla="*/ 2834985 h 3037032"/>
              <a:gd name="connsiteX27" fmla="*/ 43501 w 2751440"/>
              <a:gd name="connsiteY27" fmla="*/ 2665155 h 3037032"/>
              <a:gd name="connsiteX0" fmla="*/ 43501 w 2751440"/>
              <a:gd name="connsiteY0" fmla="*/ 2627314 h 2999191"/>
              <a:gd name="connsiteX1" fmla="*/ 3140 w 2751440"/>
              <a:gd name="connsiteY1" fmla="*/ 2386001 h 2999191"/>
              <a:gd name="connsiteX2" fmla="*/ 140806 w 2751440"/>
              <a:gd name="connsiteY2" fmla="*/ 2251665 h 2999191"/>
              <a:gd name="connsiteX3" fmla="*/ 426215 w 2751440"/>
              <a:gd name="connsiteY3" fmla="*/ 2473771 h 2999191"/>
              <a:gd name="connsiteX4" fmla="*/ 689391 w 2751440"/>
              <a:gd name="connsiteY4" fmla="*/ 2493678 h 2999191"/>
              <a:gd name="connsiteX5" fmla="*/ 872842 w 2751440"/>
              <a:gd name="connsiteY5" fmla="*/ 2360042 h 2999191"/>
              <a:gd name="connsiteX6" fmla="*/ 950566 w 2751440"/>
              <a:gd name="connsiteY6" fmla="*/ 2124679 h 2999191"/>
              <a:gd name="connsiteX7" fmla="*/ 911703 w 2751440"/>
              <a:gd name="connsiteY7" fmla="*/ 1722902 h 2999191"/>
              <a:gd name="connsiteX8" fmla="*/ 1030386 w 2751440"/>
              <a:gd name="connsiteY8" fmla="*/ 1400589 h 2999191"/>
              <a:gd name="connsiteX9" fmla="*/ 1100204 w 2751440"/>
              <a:gd name="connsiteY9" fmla="*/ 1029590 h 2999191"/>
              <a:gd name="connsiteX10" fmla="*/ 1279655 w 2751440"/>
              <a:gd name="connsiteY10" fmla="*/ 690500 h 2999191"/>
              <a:gd name="connsiteX11" fmla="*/ 1608649 w 2751440"/>
              <a:gd name="connsiteY11" fmla="*/ 313500 h 2999191"/>
              <a:gd name="connsiteX12" fmla="*/ 1934920 w 2751440"/>
              <a:gd name="connsiteY12" fmla="*/ 123682 h 2999191"/>
              <a:gd name="connsiteX13" fmla="*/ 2354830 w 2751440"/>
              <a:gd name="connsiteY13" fmla="*/ 7427 h 2999191"/>
              <a:gd name="connsiteX14" fmla="*/ 2657352 w 2751440"/>
              <a:gd name="connsiteY14" fmla="*/ 205773 h 2999191"/>
              <a:gd name="connsiteX15" fmla="*/ 2582362 w 2751440"/>
              <a:gd name="connsiteY15" fmla="*/ 619245 h 2999191"/>
              <a:gd name="connsiteX16" fmla="*/ 2733075 w 2751440"/>
              <a:gd name="connsiteY16" fmla="*/ 1031685 h 2999191"/>
              <a:gd name="connsiteX17" fmla="*/ 2747077 w 2751440"/>
              <a:gd name="connsiteY17" fmla="*/ 1390778 h 2999191"/>
              <a:gd name="connsiteX18" fmla="*/ 2601262 w 2751440"/>
              <a:gd name="connsiteY18" fmla="*/ 1730728 h 2999191"/>
              <a:gd name="connsiteX19" fmla="*/ 2501774 w 2751440"/>
              <a:gd name="connsiteY19" fmla="*/ 2106388 h 2999191"/>
              <a:gd name="connsiteX20" fmla="*/ 2239585 w 2751440"/>
              <a:gd name="connsiteY20" fmla="*/ 2371281 h 2999191"/>
              <a:gd name="connsiteX21" fmla="*/ 1523417 w 2751440"/>
              <a:gd name="connsiteY21" fmla="*/ 2987965 h 2999191"/>
              <a:gd name="connsiteX22" fmla="*/ 1285814 w 2751440"/>
              <a:gd name="connsiteY22" fmla="*/ 2773828 h 2999191"/>
              <a:gd name="connsiteX23" fmla="*/ 972379 w 2751440"/>
              <a:gd name="connsiteY23" fmla="*/ 2827053 h 2999191"/>
              <a:gd name="connsiteX24" fmla="*/ 737111 w 2751440"/>
              <a:gd name="connsiteY24" fmla="*/ 2886870 h 2999191"/>
              <a:gd name="connsiteX25" fmla="*/ 390211 w 2751440"/>
              <a:gd name="connsiteY25" fmla="*/ 2898871 h 2999191"/>
              <a:gd name="connsiteX26" fmla="*/ 115033 w 2751440"/>
              <a:gd name="connsiteY26" fmla="*/ 2797144 h 2999191"/>
              <a:gd name="connsiteX27" fmla="*/ 43501 w 2751440"/>
              <a:gd name="connsiteY27" fmla="*/ 2627314 h 2999191"/>
              <a:gd name="connsiteX0" fmla="*/ 43501 w 2751440"/>
              <a:gd name="connsiteY0" fmla="*/ 2627314 h 2999191"/>
              <a:gd name="connsiteX1" fmla="*/ 3140 w 2751440"/>
              <a:gd name="connsiteY1" fmla="*/ 2386001 h 2999191"/>
              <a:gd name="connsiteX2" fmla="*/ 140806 w 2751440"/>
              <a:gd name="connsiteY2" fmla="*/ 2251665 h 2999191"/>
              <a:gd name="connsiteX3" fmla="*/ 426215 w 2751440"/>
              <a:gd name="connsiteY3" fmla="*/ 2473771 h 2999191"/>
              <a:gd name="connsiteX4" fmla="*/ 689391 w 2751440"/>
              <a:gd name="connsiteY4" fmla="*/ 2493678 h 2999191"/>
              <a:gd name="connsiteX5" fmla="*/ 872842 w 2751440"/>
              <a:gd name="connsiteY5" fmla="*/ 2360042 h 2999191"/>
              <a:gd name="connsiteX6" fmla="*/ 950566 w 2751440"/>
              <a:gd name="connsiteY6" fmla="*/ 2124679 h 2999191"/>
              <a:gd name="connsiteX7" fmla="*/ 911703 w 2751440"/>
              <a:gd name="connsiteY7" fmla="*/ 1722902 h 2999191"/>
              <a:gd name="connsiteX8" fmla="*/ 1030386 w 2751440"/>
              <a:gd name="connsiteY8" fmla="*/ 1400589 h 2999191"/>
              <a:gd name="connsiteX9" fmla="*/ 1100204 w 2751440"/>
              <a:gd name="connsiteY9" fmla="*/ 1029590 h 2999191"/>
              <a:gd name="connsiteX10" fmla="*/ 1279655 w 2751440"/>
              <a:gd name="connsiteY10" fmla="*/ 690500 h 2999191"/>
              <a:gd name="connsiteX11" fmla="*/ 1608649 w 2751440"/>
              <a:gd name="connsiteY11" fmla="*/ 313500 h 2999191"/>
              <a:gd name="connsiteX12" fmla="*/ 1934920 w 2751440"/>
              <a:gd name="connsiteY12" fmla="*/ 123682 h 2999191"/>
              <a:gd name="connsiteX13" fmla="*/ 2354830 w 2751440"/>
              <a:gd name="connsiteY13" fmla="*/ 7427 h 2999191"/>
              <a:gd name="connsiteX14" fmla="*/ 2657352 w 2751440"/>
              <a:gd name="connsiteY14" fmla="*/ 205773 h 2999191"/>
              <a:gd name="connsiteX15" fmla="*/ 2582362 w 2751440"/>
              <a:gd name="connsiteY15" fmla="*/ 619245 h 2999191"/>
              <a:gd name="connsiteX16" fmla="*/ 2733075 w 2751440"/>
              <a:gd name="connsiteY16" fmla="*/ 1031685 h 2999191"/>
              <a:gd name="connsiteX17" fmla="*/ 2747077 w 2751440"/>
              <a:gd name="connsiteY17" fmla="*/ 1390778 h 2999191"/>
              <a:gd name="connsiteX18" fmla="*/ 2601262 w 2751440"/>
              <a:gd name="connsiteY18" fmla="*/ 1730728 h 2999191"/>
              <a:gd name="connsiteX19" fmla="*/ 2501774 w 2751440"/>
              <a:gd name="connsiteY19" fmla="*/ 2106388 h 2999191"/>
              <a:gd name="connsiteX20" fmla="*/ 2239585 w 2751440"/>
              <a:gd name="connsiteY20" fmla="*/ 2371281 h 2999191"/>
              <a:gd name="connsiteX21" fmla="*/ 1523417 w 2751440"/>
              <a:gd name="connsiteY21" fmla="*/ 2987965 h 2999191"/>
              <a:gd name="connsiteX22" fmla="*/ 1285814 w 2751440"/>
              <a:gd name="connsiteY22" fmla="*/ 2773828 h 2999191"/>
              <a:gd name="connsiteX23" fmla="*/ 972379 w 2751440"/>
              <a:gd name="connsiteY23" fmla="*/ 2827053 h 2999191"/>
              <a:gd name="connsiteX24" fmla="*/ 737111 w 2751440"/>
              <a:gd name="connsiteY24" fmla="*/ 2886870 h 2999191"/>
              <a:gd name="connsiteX25" fmla="*/ 484239 w 2751440"/>
              <a:gd name="connsiteY25" fmla="*/ 2822320 h 2999191"/>
              <a:gd name="connsiteX26" fmla="*/ 115033 w 2751440"/>
              <a:gd name="connsiteY26" fmla="*/ 2797144 h 2999191"/>
              <a:gd name="connsiteX27" fmla="*/ 43501 w 2751440"/>
              <a:gd name="connsiteY27" fmla="*/ 2627314 h 2999191"/>
              <a:gd name="connsiteX0" fmla="*/ 43501 w 2751440"/>
              <a:gd name="connsiteY0" fmla="*/ 2627314 h 2998847"/>
              <a:gd name="connsiteX1" fmla="*/ 3140 w 2751440"/>
              <a:gd name="connsiteY1" fmla="*/ 2386001 h 2998847"/>
              <a:gd name="connsiteX2" fmla="*/ 140806 w 2751440"/>
              <a:gd name="connsiteY2" fmla="*/ 2251665 h 2998847"/>
              <a:gd name="connsiteX3" fmla="*/ 426215 w 2751440"/>
              <a:gd name="connsiteY3" fmla="*/ 2473771 h 2998847"/>
              <a:gd name="connsiteX4" fmla="*/ 689391 w 2751440"/>
              <a:gd name="connsiteY4" fmla="*/ 2493678 h 2998847"/>
              <a:gd name="connsiteX5" fmla="*/ 872842 w 2751440"/>
              <a:gd name="connsiteY5" fmla="*/ 2360042 h 2998847"/>
              <a:gd name="connsiteX6" fmla="*/ 950566 w 2751440"/>
              <a:gd name="connsiteY6" fmla="*/ 2124679 h 2998847"/>
              <a:gd name="connsiteX7" fmla="*/ 911703 w 2751440"/>
              <a:gd name="connsiteY7" fmla="*/ 1722902 h 2998847"/>
              <a:gd name="connsiteX8" fmla="*/ 1030386 w 2751440"/>
              <a:gd name="connsiteY8" fmla="*/ 1400589 h 2998847"/>
              <a:gd name="connsiteX9" fmla="*/ 1100204 w 2751440"/>
              <a:gd name="connsiteY9" fmla="*/ 1029590 h 2998847"/>
              <a:gd name="connsiteX10" fmla="*/ 1279655 w 2751440"/>
              <a:gd name="connsiteY10" fmla="*/ 690500 h 2998847"/>
              <a:gd name="connsiteX11" fmla="*/ 1608649 w 2751440"/>
              <a:gd name="connsiteY11" fmla="*/ 313500 h 2998847"/>
              <a:gd name="connsiteX12" fmla="*/ 1934920 w 2751440"/>
              <a:gd name="connsiteY12" fmla="*/ 123682 h 2998847"/>
              <a:gd name="connsiteX13" fmla="*/ 2354830 w 2751440"/>
              <a:gd name="connsiteY13" fmla="*/ 7427 h 2998847"/>
              <a:gd name="connsiteX14" fmla="*/ 2657352 w 2751440"/>
              <a:gd name="connsiteY14" fmla="*/ 205773 h 2998847"/>
              <a:gd name="connsiteX15" fmla="*/ 2582362 w 2751440"/>
              <a:gd name="connsiteY15" fmla="*/ 619245 h 2998847"/>
              <a:gd name="connsiteX16" fmla="*/ 2733075 w 2751440"/>
              <a:gd name="connsiteY16" fmla="*/ 1031685 h 2998847"/>
              <a:gd name="connsiteX17" fmla="*/ 2747077 w 2751440"/>
              <a:gd name="connsiteY17" fmla="*/ 1390778 h 2998847"/>
              <a:gd name="connsiteX18" fmla="*/ 2601262 w 2751440"/>
              <a:gd name="connsiteY18" fmla="*/ 1730728 h 2998847"/>
              <a:gd name="connsiteX19" fmla="*/ 2501774 w 2751440"/>
              <a:gd name="connsiteY19" fmla="*/ 2106388 h 2998847"/>
              <a:gd name="connsiteX20" fmla="*/ 2239585 w 2751440"/>
              <a:gd name="connsiteY20" fmla="*/ 2371281 h 2998847"/>
              <a:gd name="connsiteX21" fmla="*/ 1523417 w 2751440"/>
              <a:gd name="connsiteY21" fmla="*/ 2987965 h 2998847"/>
              <a:gd name="connsiteX22" fmla="*/ 1285814 w 2751440"/>
              <a:gd name="connsiteY22" fmla="*/ 2773828 h 2998847"/>
              <a:gd name="connsiteX23" fmla="*/ 737111 w 2751440"/>
              <a:gd name="connsiteY23" fmla="*/ 2886870 h 2998847"/>
              <a:gd name="connsiteX24" fmla="*/ 484239 w 2751440"/>
              <a:gd name="connsiteY24" fmla="*/ 2822320 h 2998847"/>
              <a:gd name="connsiteX25" fmla="*/ 115033 w 2751440"/>
              <a:gd name="connsiteY25" fmla="*/ 2797144 h 2998847"/>
              <a:gd name="connsiteX26" fmla="*/ 43501 w 2751440"/>
              <a:gd name="connsiteY26" fmla="*/ 2627314 h 2998847"/>
              <a:gd name="connsiteX0" fmla="*/ 43501 w 2751440"/>
              <a:gd name="connsiteY0" fmla="*/ 2627314 h 3009755"/>
              <a:gd name="connsiteX1" fmla="*/ 3140 w 2751440"/>
              <a:gd name="connsiteY1" fmla="*/ 2386001 h 3009755"/>
              <a:gd name="connsiteX2" fmla="*/ 140806 w 2751440"/>
              <a:gd name="connsiteY2" fmla="*/ 2251665 h 3009755"/>
              <a:gd name="connsiteX3" fmla="*/ 426215 w 2751440"/>
              <a:gd name="connsiteY3" fmla="*/ 2473771 h 3009755"/>
              <a:gd name="connsiteX4" fmla="*/ 689391 w 2751440"/>
              <a:gd name="connsiteY4" fmla="*/ 2493678 h 3009755"/>
              <a:gd name="connsiteX5" fmla="*/ 872842 w 2751440"/>
              <a:gd name="connsiteY5" fmla="*/ 2360042 h 3009755"/>
              <a:gd name="connsiteX6" fmla="*/ 950566 w 2751440"/>
              <a:gd name="connsiteY6" fmla="*/ 2124679 h 3009755"/>
              <a:gd name="connsiteX7" fmla="*/ 911703 w 2751440"/>
              <a:gd name="connsiteY7" fmla="*/ 1722902 h 3009755"/>
              <a:gd name="connsiteX8" fmla="*/ 1030386 w 2751440"/>
              <a:gd name="connsiteY8" fmla="*/ 1400589 h 3009755"/>
              <a:gd name="connsiteX9" fmla="*/ 1100204 w 2751440"/>
              <a:gd name="connsiteY9" fmla="*/ 1029590 h 3009755"/>
              <a:gd name="connsiteX10" fmla="*/ 1279655 w 2751440"/>
              <a:gd name="connsiteY10" fmla="*/ 690500 h 3009755"/>
              <a:gd name="connsiteX11" fmla="*/ 1608649 w 2751440"/>
              <a:gd name="connsiteY11" fmla="*/ 313500 h 3009755"/>
              <a:gd name="connsiteX12" fmla="*/ 1934920 w 2751440"/>
              <a:gd name="connsiteY12" fmla="*/ 123682 h 3009755"/>
              <a:gd name="connsiteX13" fmla="*/ 2354830 w 2751440"/>
              <a:gd name="connsiteY13" fmla="*/ 7427 h 3009755"/>
              <a:gd name="connsiteX14" fmla="*/ 2657352 w 2751440"/>
              <a:gd name="connsiteY14" fmla="*/ 205773 h 3009755"/>
              <a:gd name="connsiteX15" fmla="*/ 2582362 w 2751440"/>
              <a:gd name="connsiteY15" fmla="*/ 619245 h 3009755"/>
              <a:gd name="connsiteX16" fmla="*/ 2733075 w 2751440"/>
              <a:gd name="connsiteY16" fmla="*/ 1031685 h 3009755"/>
              <a:gd name="connsiteX17" fmla="*/ 2747077 w 2751440"/>
              <a:gd name="connsiteY17" fmla="*/ 1390778 h 3009755"/>
              <a:gd name="connsiteX18" fmla="*/ 2601262 w 2751440"/>
              <a:gd name="connsiteY18" fmla="*/ 1730728 h 3009755"/>
              <a:gd name="connsiteX19" fmla="*/ 2501774 w 2751440"/>
              <a:gd name="connsiteY19" fmla="*/ 2106388 h 3009755"/>
              <a:gd name="connsiteX20" fmla="*/ 2239585 w 2751440"/>
              <a:gd name="connsiteY20" fmla="*/ 2371281 h 3009755"/>
              <a:gd name="connsiteX21" fmla="*/ 1523417 w 2751440"/>
              <a:gd name="connsiteY21" fmla="*/ 2987965 h 3009755"/>
              <a:gd name="connsiteX22" fmla="*/ 1064868 w 2751440"/>
              <a:gd name="connsiteY22" fmla="*/ 2872361 h 3009755"/>
              <a:gd name="connsiteX23" fmla="*/ 737111 w 2751440"/>
              <a:gd name="connsiteY23" fmla="*/ 2886870 h 3009755"/>
              <a:gd name="connsiteX24" fmla="*/ 484239 w 2751440"/>
              <a:gd name="connsiteY24" fmla="*/ 2822320 h 3009755"/>
              <a:gd name="connsiteX25" fmla="*/ 115033 w 2751440"/>
              <a:gd name="connsiteY25" fmla="*/ 2797144 h 3009755"/>
              <a:gd name="connsiteX26" fmla="*/ 43501 w 2751440"/>
              <a:gd name="connsiteY26" fmla="*/ 2627314 h 3009755"/>
              <a:gd name="connsiteX0" fmla="*/ 43501 w 2751440"/>
              <a:gd name="connsiteY0" fmla="*/ 2627314 h 3009755"/>
              <a:gd name="connsiteX1" fmla="*/ 3140 w 2751440"/>
              <a:gd name="connsiteY1" fmla="*/ 2386001 h 3009755"/>
              <a:gd name="connsiteX2" fmla="*/ 140806 w 2751440"/>
              <a:gd name="connsiteY2" fmla="*/ 2251665 h 3009755"/>
              <a:gd name="connsiteX3" fmla="*/ 426215 w 2751440"/>
              <a:gd name="connsiteY3" fmla="*/ 2473771 h 3009755"/>
              <a:gd name="connsiteX4" fmla="*/ 686375 w 2751440"/>
              <a:gd name="connsiteY4" fmla="*/ 2366843 h 3009755"/>
              <a:gd name="connsiteX5" fmla="*/ 872842 w 2751440"/>
              <a:gd name="connsiteY5" fmla="*/ 2360042 h 3009755"/>
              <a:gd name="connsiteX6" fmla="*/ 950566 w 2751440"/>
              <a:gd name="connsiteY6" fmla="*/ 2124679 h 3009755"/>
              <a:gd name="connsiteX7" fmla="*/ 911703 w 2751440"/>
              <a:gd name="connsiteY7" fmla="*/ 1722902 h 3009755"/>
              <a:gd name="connsiteX8" fmla="*/ 1030386 w 2751440"/>
              <a:gd name="connsiteY8" fmla="*/ 1400589 h 3009755"/>
              <a:gd name="connsiteX9" fmla="*/ 1100204 w 2751440"/>
              <a:gd name="connsiteY9" fmla="*/ 1029590 h 3009755"/>
              <a:gd name="connsiteX10" fmla="*/ 1279655 w 2751440"/>
              <a:gd name="connsiteY10" fmla="*/ 690500 h 3009755"/>
              <a:gd name="connsiteX11" fmla="*/ 1608649 w 2751440"/>
              <a:gd name="connsiteY11" fmla="*/ 313500 h 3009755"/>
              <a:gd name="connsiteX12" fmla="*/ 1934920 w 2751440"/>
              <a:gd name="connsiteY12" fmla="*/ 123682 h 3009755"/>
              <a:gd name="connsiteX13" fmla="*/ 2354830 w 2751440"/>
              <a:gd name="connsiteY13" fmla="*/ 7427 h 3009755"/>
              <a:gd name="connsiteX14" fmla="*/ 2657352 w 2751440"/>
              <a:gd name="connsiteY14" fmla="*/ 205773 h 3009755"/>
              <a:gd name="connsiteX15" fmla="*/ 2582362 w 2751440"/>
              <a:gd name="connsiteY15" fmla="*/ 619245 h 3009755"/>
              <a:gd name="connsiteX16" fmla="*/ 2733075 w 2751440"/>
              <a:gd name="connsiteY16" fmla="*/ 1031685 h 3009755"/>
              <a:gd name="connsiteX17" fmla="*/ 2747077 w 2751440"/>
              <a:gd name="connsiteY17" fmla="*/ 1390778 h 3009755"/>
              <a:gd name="connsiteX18" fmla="*/ 2601262 w 2751440"/>
              <a:gd name="connsiteY18" fmla="*/ 1730728 h 3009755"/>
              <a:gd name="connsiteX19" fmla="*/ 2501774 w 2751440"/>
              <a:gd name="connsiteY19" fmla="*/ 2106388 h 3009755"/>
              <a:gd name="connsiteX20" fmla="*/ 2239585 w 2751440"/>
              <a:gd name="connsiteY20" fmla="*/ 2371281 h 3009755"/>
              <a:gd name="connsiteX21" fmla="*/ 1523417 w 2751440"/>
              <a:gd name="connsiteY21" fmla="*/ 2987965 h 3009755"/>
              <a:gd name="connsiteX22" fmla="*/ 1064868 w 2751440"/>
              <a:gd name="connsiteY22" fmla="*/ 2872361 h 3009755"/>
              <a:gd name="connsiteX23" fmla="*/ 737111 w 2751440"/>
              <a:gd name="connsiteY23" fmla="*/ 2886870 h 3009755"/>
              <a:gd name="connsiteX24" fmla="*/ 484239 w 2751440"/>
              <a:gd name="connsiteY24" fmla="*/ 2822320 h 3009755"/>
              <a:gd name="connsiteX25" fmla="*/ 115033 w 2751440"/>
              <a:gd name="connsiteY25" fmla="*/ 2797144 h 3009755"/>
              <a:gd name="connsiteX26" fmla="*/ 43501 w 2751440"/>
              <a:gd name="connsiteY26" fmla="*/ 2627314 h 3009755"/>
              <a:gd name="connsiteX0" fmla="*/ 43501 w 2751440"/>
              <a:gd name="connsiteY0" fmla="*/ 2627314 h 3009755"/>
              <a:gd name="connsiteX1" fmla="*/ 3140 w 2751440"/>
              <a:gd name="connsiteY1" fmla="*/ 2386001 h 3009755"/>
              <a:gd name="connsiteX2" fmla="*/ 140806 w 2751440"/>
              <a:gd name="connsiteY2" fmla="*/ 2251665 h 3009755"/>
              <a:gd name="connsiteX3" fmla="*/ 426215 w 2751440"/>
              <a:gd name="connsiteY3" fmla="*/ 2473771 h 3009755"/>
              <a:gd name="connsiteX4" fmla="*/ 686375 w 2751440"/>
              <a:gd name="connsiteY4" fmla="*/ 2366843 h 3009755"/>
              <a:gd name="connsiteX5" fmla="*/ 872842 w 2751440"/>
              <a:gd name="connsiteY5" fmla="*/ 2360042 h 3009755"/>
              <a:gd name="connsiteX6" fmla="*/ 950566 w 2751440"/>
              <a:gd name="connsiteY6" fmla="*/ 2124679 h 3009755"/>
              <a:gd name="connsiteX7" fmla="*/ 911703 w 2751440"/>
              <a:gd name="connsiteY7" fmla="*/ 1722902 h 3009755"/>
              <a:gd name="connsiteX8" fmla="*/ 1030386 w 2751440"/>
              <a:gd name="connsiteY8" fmla="*/ 1400589 h 3009755"/>
              <a:gd name="connsiteX9" fmla="*/ 1100204 w 2751440"/>
              <a:gd name="connsiteY9" fmla="*/ 1029590 h 3009755"/>
              <a:gd name="connsiteX10" fmla="*/ 1279655 w 2751440"/>
              <a:gd name="connsiteY10" fmla="*/ 690500 h 3009755"/>
              <a:gd name="connsiteX11" fmla="*/ 1608649 w 2751440"/>
              <a:gd name="connsiteY11" fmla="*/ 313500 h 3009755"/>
              <a:gd name="connsiteX12" fmla="*/ 1934920 w 2751440"/>
              <a:gd name="connsiteY12" fmla="*/ 123682 h 3009755"/>
              <a:gd name="connsiteX13" fmla="*/ 2354830 w 2751440"/>
              <a:gd name="connsiteY13" fmla="*/ 7427 h 3009755"/>
              <a:gd name="connsiteX14" fmla="*/ 2657352 w 2751440"/>
              <a:gd name="connsiteY14" fmla="*/ 205773 h 3009755"/>
              <a:gd name="connsiteX15" fmla="*/ 2582362 w 2751440"/>
              <a:gd name="connsiteY15" fmla="*/ 619245 h 3009755"/>
              <a:gd name="connsiteX16" fmla="*/ 2733075 w 2751440"/>
              <a:gd name="connsiteY16" fmla="*/ 1031685 h 3009755"/>
              <a:gd name="connsiteX17" fmla="*/ 2747077 w 2751440"/>
              <a:gd name="connsiteY17" fmla="*/ 1390778 h 3009755"/>
              <a:gd name="connsiteX18" fmla="*/ 2601262 w 2751440"/>
              <a:gd name="connsiteY18" fmla="*/ 1730728 h 3009755"/>
              <a:gd name="connsiteX19" fmla="*/ 2501774 w 2751440"/>
              <a:gd name="connsiteY19" fmla="*/ 2106388 h 3009755"/>
              <a:gd name="connsiteX20" fmla="*/ 2239585 w 2751440"/>
              <a:gd name="connsiteY20" fmla="*/ 2371281 h 3009755"/>
              <a:gd name="connsiteX21" fmla="*/ 1523417 w 2751440"/>
              <a:gd name="connsiteY21" fmla="*/ 2987965 h 3009755"/>
              <a:gd name="connsiteX22" fmla="*/ 1064868 w 2751440"/>
              <a:gd name="connsiteY22" fmla="*/ 2872361 h 3009755"/>
              <a:gd name="connsiteX23" fmla="*/ 737111 w 2751440"/>
              <a:gd name="connsiteY23" fmla="*/ 2886870 h 3009755"/>
              <a:gd name="connsiteX24" fmla="*/ 484239 w 2751440"/>
              <a:gd name="connsiteY24" fmla="*/ 2822320 h 3009755"/>
              <a:gd name="connsiteX25" fmla="*/ 115033 w 2751440"/>
              <a:gd name="connsiteY25" fmla="*/ 2797144 h 3009755"/>
              <a:gd name="connsiteX26" fmla="*/ 136461 w 2751440"/>
              <a:gd name="connsiteY26" fmla="*/ 2746843 h 3009755"/>
              <a:gd name="connsiteX0" fmla="*/ 43501 w 2751440"/>
              <a:gd name="connsiteY0" fmla="*/ 2627314 h 3009755"/>
              <a:gd name="connsiteX1" fmla="*/ 3140 w 2751440"/>
              <a:gd name="connsiteY1" fmla="*/ 2386001 h 3009755"/>
              <a:gd name="connsiteX2" fmla="*/ 140806 w 2751440"/>
              <a:gd name="connsiteY2" fmla="*/ 2251665 h 3009755"/>
              <a:gd name="connsiteX3" fmla="*/ 426215 w 2751440"/>
              <a:gd name="connsiteY3" fmla="*/ 2473771 h 3009755"/>
              <a:gd name="connsiteX4" fmla="*/ 686375 w 2751440"/>
              <a:gd name="connsiteY4" fmla="*/ 2366843 h 3009755"/>
              <a:gd name="connsiteX5" fmla="*/ 872842 w 2751440"/>
              <a:gd name="connsiteY5" fmla="*/ 2360042 h 3009755"/>
              <a:gd name="connsiteX6" fmla="*/ 950566 w 2751440"/>
              <a:gd name="connsiteY6" fmla="*/ 2124679 h 3009755"/>
              <a:gd name="connsiteX7" fmla="*/ 911703 w 2751440"/>
              <a:gd name="connsiteY7" fmla="*/ 1722902 h 3009755"/>
              <a:gd name="connsiteX8" fmla="*/ 1030386 w 2751440"/>
              <a:gd name="connsiteY8" fmla="*/ 1400589 h 3009755"/>
              <a:gd name="connsiteX9" fmla="*/ 1100204 w 2751440"/>
              <a:gd name="connsiteY9" fmla="*/ 1029590 h 3009755"/>
              <a:gd name="connsiteX10" fmla="*/ 1279655 w 2751440"/>
              <a:gd name="connsiteY10" fmla="*/ 690500 h 3009755"/>
              <a:gd name="connsiteX11" fmla="*/ 1608649 w 2751440"/>
              <a:gd name="connsiteY11" fmla="*/ 313500 h 3009755"/>
              <a:gd name="connsiteX12" fmla="*/ 1934920 w 2751440"/>
              <a:gd name="connsiteY12" fmla="*/ 123682 h 3009755"/>
              <a:gd name="connsiteX13" fmla="*/ 2354830 w 2751440"/>
              <a:gd name="connsiteY13" fmla="*/ 7427 h 3009755"/>
              <a:gd name="connsiteX14" fmla="*/ 2657352 w 2751440"/>
              <a:gd name="connsiteY14" fmla="*/ 205773 h 3009755"/>
              <a:gd name="connsiteX15" fmla="*/ 2582362 w 2751440"/>
              <a:gd name="connsiteY15" fmla="*/ 619245 h 3009755"/>
              <a:gd name="connsiteX16" fmla="*/ 2733075 w 2751440"/>
              <a:gd name="connsiteY16" fmla="*/ 1031685 h 3009755"/>
              <a:gd name="connsiteX17" fmla="*/ 2747077 w 2751440"/>
              <a:gd name="connsiteY17" fmla="*/ 1390778 h 3009755"/>
              <a:gd name="connsiteX18" fmla="*/ 2601262 w 2751440"/>
              <a:gd name="connsiteY18" fmla="*/ 1730728 h 3009755"/>
              <a:gd name="connsiteX19" fmla="*/ 2501774 w 2751440"/>
              <a:gd name="connsiteY19" fmla="*/ 2106388 h 3009755"/>
              <a:gd name="connsiteX20" fmla="*/ 2239585 w 2751440"/>
              <a:gd name="connsiteY20" fmla="*/ 2371281 h 3009755"/>
              <a:gd name="connsiteX21" fmla="*/ 1523417 w 2751440"/>
              <a:gd name="connsiteY21" fmla="*/ 2987965 h 3009755"/>
              <a:gd name="connsiteX22" fmla="*/ 1064868 w 2751440"/>
              <a:gd name="connsiteY22" fmla="*/ 2872361 h 3009755"/>
              <a:gd name="connsiteX23" fmla="*/ 737111 w 2751440"/>
              <a:gd name="connsiteY23" fmla="*/ 2886870 h 3009755"/>
              <a:gd name="connsiteX24" fmla="*/ 484239 w 2751440"/>
              <a:gd name="connsiteY24" fmla="*/ 2822320 h 3009755"/>
              <a:gd name="connsiteX25" fmla="*/ 115033 w 2751440"/>
              <a:gd name="connsiteY25" fmla="*/ 2797144 h 3009755"/>
              <a:gd name="connsiteX0" fmla="*/ 43501 w 2751440"/>
              <a:gd name="connsiteY0" fmla="*/ 2627314 h 3009755"/>
              <a:gd name="connsiteX1" fmla="*/ 3140 w 2751440"/>
              <a:gd name="connsiteY1" fmla="*/ 2386001 h 3009755"/>
              <a:gd name="connsiteX2" fmla="*/ 140806 w 2751440"/>
              <a:gd name="connsiteY2" fmla="*/ 2251665 h 3009755"/>
              <a:gd name="connsiteX3" fmla="*/ 426215 w 2751440"/>
              <a:gd name="connsiteY3" fmla="*/ 2473771 h 3009755"/>
              <a:gd name="connsiteX4" fmla="*/ 686375 w 2751440"/>
              <a:gd name="connsiteY4" fmla="*/ 2366843 h 3009755"/>
              <a:gd name="connsiteX5" fmla="*/ 872842 w 2751440"/>
              <a:gd name="connsiteY5" fmla="*/ 2360042 h 3009755"/>
              <a:gd name="connsiteX6" fmla="*/ 950566 w 2751440"/>
              <a:gd name="connsiteY6" fmla="*/ 2124679 h 3009755"/>
              <a:gd name="connsiteX7" fmla="*/ 911703 w 2751440"/>
              <a:gd name="connsiteY7" fmla="*/ 1722902 h 3009755"/>
              <a:gd name="connsiteX8" fmla="*/ 1030386 w 2751440"/>
              <a:gd name="connsiteY8" fmla="*/ 1400589 h 3009755"/>
              <a:gd name="connsiteX9" fmla="*/ 1100204 w 2751440"/>
              <a:gd name="connsiteY9" fmla="*/ 1029590 h 3009755"/>
              <a:gd name="connsiteX10" fmla="*/ 1279655 w 2751440"/>
              <a:gd name="connsiteY10" fmla="*/ 690500 h 3009755"/>
              <a:gd name="connsiteX11" fmla="*/ 1608649 w 2751440"/>
              <a:gd name="connsiteY11" fmla="*/ 313500 h 3009755"/>
              <a:gd name="connsiteX12" fmla="*/ 1934920 w 2751440"/>
              <a:gd name="connsiteY12" fmla="*/ 123682 h 3009755"/>
              <a:gd name="connsiteX13" fmla="*/ 2354830 w 2751440"/>
              <a:gd name="connsiteY13" fmla="*/ 7427 h 3009755"/>
              <a:gd name="connsiteX14" fmla="*/ 2657352 w 2751440"/>
              <a:gd name="connsiteY14" fmla="*/ 205773 h 3009755"/>
              <a:gd name="connsiteX15" fmla="*/ 2582362 w 2751440"/>
              <a:gd name="connsiteY15" fmla="*/ 619245 h 3009755"/>
              <a:gd name="connsiteX16" fmla="*/ 2733075 w 2751440"/>
              <a:gd name="connsiteY16" fmla="*/ 1031685 h 3009755"/>
              <a:gd name="connsiteX17" fmla="*/ 2747077 w 2751440"/>
              <a:gd name="connsiteY17" fmla="*/ 1390778 h 3009755"/>
              <a:gd name="connsiteX18" fmla="*/ 2601262 w 2751440"/>
              <a:gd name="connsiteY18" fmla="*/ 1730728 h 3009755"/>
              <a:gd name="connsiteX19" fmla="*/ 2501774 w 2751440"/>
              <a:gd name="connsiteY19" fmla="*/ 2106388 h 3009755"/>
              <a:gd name="connsiteX20" fmla="*/ 2239585 w 2751440"/>
              <a:gd name="connsiteY20" fmla="*/ 2371281 h 3009755"/>
              <a:gd name="connsiteX21" fmla="*/ 1523417 w 2751440"/>
              <a:gd name="connsiteY21" fmla="*/ 2987965 h 3009755"/>
              <a:gd name="connsiteX22" fmla="*/ 1064868 w 2751440"/>
              <a:gd name="connsiteY22" fmla="*/ 2872361 h 3009755"/>
              <a:gd name="connsiteX23" fmla="*/ 737111 w 2751440"/>
              <a:gd name="connsiteY23" fmla="*/ 2886870 h 3009755"/>
              <a:gd name="connsiteX24" fmla="*/ 484239 w 2751440"/>
              <a:gd name="connsiteY24" fmla="*/ 2822320 h 3009755"/>
              <a:gd name="connsiteX25" fmla="*/ 176635 w 2751440"/>
              <a:gd name="connsiteY25" fmla="*/ 2802726 h 3009755"/>
              <a:gd name="connsiteX0" fmla="*/ 0 w 2748300"/>
              <a:gd name="connsiteY0" fmla="*/ 2386001 h 3009755"/>
              <a:gd name="connsiteX1" fmla="*/ 137666 w 2748300"/>
              <a:gd name="connsiteY1" fmla="*/ 2251665 h 3009755"/>
              <a:gd name="connsiteX2" fmla="*/ 423075 w 2748300"/>
              <a:gd name="connsiteY2" fmla="*/ 2473771 h 3009755"/>
              <a:gd name="connsiteX3" fmla="*/ 683235 w 2748300"/>
              <a:gd name="connsiteY3" fmla="*/ 2366843 h 3009755"/>
              <a:gd name="connsiteX4" fmla="*/ 869702 w 2748300"/>
              <a:gd name="connsiteY4" fmla="*/ 2360042 h 3009755"/>
              <a:gd name="connsiteX5" fmla="*/ 947426 w 2748300"/>
              <a:gd name="connsiteY5" fmla="*/ 2124679 h 3009755"/>
              <a:gd name="connsiteX6" fmla="*/ 908563 w 2748300"/>
              <a:gd name="connsiteY6" fmla="*/ 1722902 h 3009755"/>
              <a:gd name="connsiteX7" fmla="*/ 1027246 w 2748300"/>
              <a:gd name="connsiteY7" fmla="*/ 1400589 h 3009755"/>
              <a:gd name="connsiteX8" fmla="*/ 1097064 w 2748300"/>
              <a:gd name="connsiteY8" fmla="*/ 1029590 h 3009755"/>
              <a:gd name="connsiteX9" fmla="*/ 1276515 w 2748300"/>
              <a:gd name="connsiteY9" fmla="*/ 690500 h 3009755"/>
              <a:gd name="connsiteX10" fmla="*/ 1605509 w 2748300"/>
              <a:gd name="connsiteY10" fmla="*/ 313500 h 3009755"/>
              <a:gd name="connsiteX11" fmla="*/ 1931780 w 2748300"/>
              <a:gd name="connsiteY11" fmla="*/ 123682 h 3009755"/>
              <a:gd name="connsiteX12" fmla="*/ 2351690 w 2748300"/>
              <a:gd name="connsiteY12" fmla="*/ 7427 h 3009755"/>
              <a:gd name="connsiteX13" fmla="*/ 2654212 w 2748300"/>
              <a:gd name="connsiteY13" fmla="*/ 205773 h 3009755"/>
              <a:gd name="connsiteX14" fmla="*/ 2579222 w 2748300"/>
              <a:gd name="connsiteY14" fmla="*/ 619245 h 3009755"/>
              <a:gd name="connsiteX15" fmla="*/ 2729935 w 2748300"/>
              <a:gd name="connsiteY15" fmla="*/ 1031685 h 3009755"/>
              <a:gd name="connsiteX16" fmla="*/ 2743937 w 2748300"/>
              <a:gd name="connsiteY16" fmla="*/ 1390778 h 3009755"/>
              <a:gd name="connsiteX17" fmla="*/ 2598122 w 2748300"/>
              <a:gd name="connsiteY17" fmla="*/ 1730728 h 3009755"/>
              <a:gd name="connsiteX18" fmla="*/ 2498634 w 2748300"/>
              <a:gd name="connsiteY18" fmla="*/ 2106388 h 3009755"/>
              <a:gd name="connsiteX19" fmla="*/ 2236445 w 2748300"/>
              <a:gd name="connsiteY19" fmla="*/ 2371281 h 3009755"/>
              <a:gd name="connsiteX20" fmla="*/ 1520277 w 2748300"/>
              <a:gd name="connsiteY20" fmla="*/ 2987965 h 3009755"/>
              <a:gd name="connsiteX21" fmla="*/ 1061728 w 2748300"/>
              <a:gd name="connsiteY21" fmla="*/ 2872361 h 3009755"/>
              <a:gd name="connsiteX22" fmla="*/ 733971 w 2748300"/>
              <a:gd name="connsiteY22" fmla="*/ 2886870 h 3009755"/>
              <a:gd name="connsiteX23" fmla="*/ 481099 w 2748300"/>
              <a:gd name="connsiteY23" fmla="*/ 2822320 h 3009755"/>
              <a:gd name="connsiteX24" fmla="*/ 173495 w 2748300"/>
              <a:gd name="connsiteY24" fmla="*/ 2802726 h 3009755"/>
              <a:gd name="connsiteX0" fmla="*/ 0 w 2610634"/>
              <a:gd name="connsiteY0" fmla="*/ 2251665 h 3009755"/>
              <a:gd name="connsiteX1" fmla="*/ 285409 w 2610634"/>
              <a:gd name="connsiteY1" fmla="*/ 2473771 h 3009755"/>
              <a:gd name="connsiteX2" fmla="*/ 545569 w 2610634"/>
              <a:gd name="connsiteY2" fmla="*/ 2366843 h 3009755"/>
              <a:gd name="connsiteX3" fmla="*/ 732036 w 2610634"/>
              <a:gd name="connsiteY3" fmla="*/ 2360042 h 3009755"/>
              <a:gd name="connsiteX4" fmla="*/ 809760 w 2610634"/>
              <a:gd name="connsiteY4" fmla="*/ 2124679 h 3009755"/>
              <a:gd name="connsiteX5" fmla="*/ 770897 w 2610634"/>
              <a:gd name="connsiteY5" fmla="*/ 1722902 h 3009755"/>
              <a:gd name="connsiteX6" fmla="*/ 889580 w 2610634"/>
              <a:gd name="connsiteY6" fmla="*/ 1400589 h 3009755"/>
              <a:gd name="connsiteX7" fmla="*/ 959398 w 2610634"/>
              <a:gd name="connsiteY7" fmla="*/ 1029590 h 3009755"/>
              <a:gd name="connsiteX8" fmla="*/ 1138849 w 2610634"/>
              <a:gd name="connsiteY8" fmla="*/ 690500 h 3009755"/>
              <a:gd name="connsiteX9" fmla="*/ 1467843 w 2610634"/>
              <a:gd name="connsiteY9" fmla="*/ 313500 h 3009755"/>
              <a:gd name="connsiteX10" fmla="*/ 1794114 w 2610634"/>
              <a:gd name="connsiteY10" fmla="*/ 123682 h 3009755"/>
              <a:gd name="connsiteX11" fmla="*/ 2214024 w 2610634"/>
              <a:gd name="connsiteY11" fmla="*/ 7427 h 3009755"/>
              <a:gd name="connsiteX12" fmla="*/ 2516546 w 2610634"/>
              <a:gd name="connsiteY12" fmla="*/ 205773 h 3009755"/>
              <a:gd name="connsiteX13" fmla="*/ 2441556 w 2610634"/>
              <a:gd name="connsiteY13" fmla="*/ 619245 h 3009755"/>
              <a:gd name="connsiteX14" fmla="*/ 2592269 w 2610634"/>
              <a:gd name="connsiteY14" fmla="*/ 1031685 h 3009755"/>
              <a:gd name="connsiteX15" fmla="*/ 2606271 w 2610634"/>
              <a:gd name="connsiteY15" fmla="*/ 1390778 h 3009755"/>
              <a:gd name="connsiteX16" fmla="*/ 2460456 w 2610634"/>
              <a:gd name="connsiteY16" fmla="*/ 1730728 h 3009755"/>
              <a:gd name="connsiteX17" fmla="*/ 2360968 w 2610634"/>
              <a:gd name="connsiteY17" fmla="*/ 2106388 h 3009755"/>
              <a:gd name="connsiteX18" fmla="*/ 2098779 w 2610634"/>
              <a:gd name="connsiteY18" fmla="*/ 2371281 h 3009755"/>
              <a:gd name="connsiteX19" fmla="*/ 1382611 w 2610634"/>
              <a:gd name="connsiteY19" fmla="*/ 2987965 h 3009755"/>
              <a:gd name="connsiteX20" fmla="*/ 924062 w 2610634"/>
              <a:gd name="connsiteY20" fmla="*/ 2872361 h 3009755"/>
              <a:gd name="connsiteX21" fmla="*/ 596305 w 2610634"/>
              <a:gd name="connsiteY21" fmla="*/ 2886870 h 3009755"/>
              <a:gd name="connsiteX22" fmla="*/ 343433 w 2610634"/>
              <a:gd name="connsiteY22" fmla="*/ 2822320 h 3009755"/>
              <a:gd name="connsiteX23" fmla="*/ 35829 w 2610634"/>
              <a:gd name="connsiteY23" fmla="*/ 2802726 h 3009755"/>
              <a:gd name="connsiteX0" fmla="*/ 0 w 2695231"/>
              <a:gd name="connsiteY0" fmla="*/ 2298847 h 3009755"/>
              <a:gd name="connsiteX1" fmla="*/ 370006 w 2695231"/>
              <a:gd name="connsiteY1" fmla="*/ 2473771 h 3009755"/>
              <a:gd name="connsiteX2" fmla="*/ 630166 w 2695231"/>
              <a:gd name="connsiteY2" fmla="*/ 2366843 h 3009755"/>
              <a:gd name="connsiteX3" fmla="*/ 816633 w 2695231"/>
              <a:gd name="connsiteY3" fmla="*/ 2360042 h 3009755"/>
              <a:gd name="connsiteX4" fmla="*/ 894357 w 2695231"/>
              <a:gd name="connsiteY4" fmla="*/ 2124679 h 3009755"/>
              <a:gd name="connsiteX5" fmla="*/ 855494 w 2695231"/>
              <a:gd name="connsiteY5" fmla="*/ 1722902 h 3009755"/>
              <a:gd name="connsiteX6" fmla="*/ 974177 w 2695231"/>
              <a:gd name="connsiteY6" fmla="*/ 1400589 h 3009755"/>
              <a:gd name="connsiteX7" fmla="*/ 1043995 w 2695231"/>
              <a:gd name="connsiteY7" fmla="*/ 1029590 h 3009755"/>
              <a:gd name="connsiteX8" fmla="*/ 1223446 w 2695231"/>
              <a:gd name="connsiteY8" fmla="*/ 690500 h 3009755"/>
              <a:gd name="connsiteX9" fmla="*/ 1552440 w 2695231"/>
              <a:gd name="connsiteY9" fmla="*/ 313500 h 3009755"/>
              <a:gd name="connsiteX10" fmla="*/ 1878711 w 2695231"/>
              <a:gd name="connsiteY10" fmla="*/ 123682 h 3009755"/>
              <a:gd name="connsiteX11" fmla="*/ 2298621 w 2695231"/>
              <a:gd name="connsiteY11" fmla="*/ 7427 h 3009755"/>
              <a:gd name="connsiteX12" fmla="*/ 2601143 w 2695231"/>
              <a:gd name="connsiteY12" fmla="*/ 205773 h 3009755"/>
              <a:gd name="connsiteX13" fmla="*/ 2526153 w 2695231"/>
              <a:gd name="connsiteY13" fmla="*/ 619245 h 3009755"/>
              <a:gd name="connsiteX14" fmla="*/ 2676866 w 2695231"/>
              <a:gd name="connsiteY14" fmla="*/ 1031685 h 3009755"/>
              <a:gd name="connsiteX15" fmla="*/ 2690868 w 2695231"/>
              <a:gd name="connsiteY15" fmla="*/ 1390778 h 3009755"/>
              <a:gd name="connsiteX16" fmla="*/ 2545053 w 2695231"/>
              <a:gd name="connsiteY16" fmla="*/ 1730728 h 3009755"/>
              <a:gd name="connsiteX17" fmla="*/ 2445565 w 2695231"/>
              <a:gd name="connsiteY17" fmla="*/ 2106388 h 3009755"/>
              <a:gd name="connsiteX18" fmla="*/ 2183376 w 2695231"/>
              <a:gd name="connsiteY18" fmla="*/ 2371281 h 3009755"/>
              <a:gd name="connsiteX19" fmla="*/ 1467208 w 2695231"/>
              <a:gd name="connsiteY19" fmla="*/ 2987965 h 3009755"/>
              <a:gd name="connsiteX20" fmla="*/ 1008659 w 2695231"/>
              <a:gd name="connsiteY20" fmla="*/ 2872361 h 3009755"/>
              <a:gd name="connsiteX21" fmla="*/ 680902 w 2695231"/>
              <a:gd name="connsiteY21" fmla="*/ 2886870 h 3009755"/>
              <a:gd name="connsiteX22" fmla="*/ 428030 w 2695231"/>
              <a:gd name="connsiteY22" fmla="*/ 2822320 h 3009755"/>
              <a:gd name="connsiteX23" fmla="*/ 120426 w 2695231"/>
              <a:gd name="connsiteY23" fmla="*/ 2802726 h 3009755"/>
              <a:gd name="connsiteX0" fmla="*/ 0 w 2695231"/>
              <a:gd name="connsiteY0" fmla="*/ 2298847 h 3009755"/>
              <a:gd name="connsiteX1" fmla="*/ 316503 w 2695231"/>
              <a:gd name="connsiteY1" fmla="*/ 2339809 h 3009755"/>
              <a:gd name="connsiteX2" fmla="*/ 630166 w 2695231"/>
              <a:gd name="connsiteY2" fmla="*/ 2366843 h 3009755"/>
              <a:gd name="connsiteX3" fmla="*/ 816633 w 2695231"/>
              <a:gd name="connsiteY3" fmla="*/ 2360042 h 3009755"/>
              <a:gd name="connsiteX4" fmla="*/ 894357 w 2695231"/>
              <a:gd name="connsiteY4" fmla="*/ 2124679 h 3009755"/>
              <a:gd name="connsiteX5" fmla="*/ 855494 w 2695231"/>
              <a:gd name="connsiteY5" fmla="*/ 1722902 h 3009755"/>
              <a:gd name="connsiteX6" fmla="*/ 974177 w 2695231"/>
              <a:gd name="connsiteY6" fmla="*/ 1400589 h 3009755"/>
              <a:gd name="connsiteX7" fmla="*/ 1043995 w 2695231"/>
              <a:gd name="connsiteY7" fmla="*/ 1029590 h 3009755"/>
              <a:gd name="connsiteX8" fmla="*/ 1223446 w 2695231"/>
              <a:gd name="connsiteY8" fmla="*/ 690500 h 3009755"/>
              <a:gd name="connsiteX9" fmla="*/ 1552440 w 2695231"/>
              <a:gd name="connsiteY9" fmla="*/ 313500 h 3009755"/>
              <a:gd name="connsiteX10" fmla="*/ 1878711 w 2695231"/>
              <a:gd name="connsiteY10" fmla="*/ 123682 h 3009755"/>
              <a:gd name="connsiteX11" fmla="*/ 2298621 w 2695231"/>
              <a:gd name="connsiteY11" fmla="*/ 7427 h 3009755"/>
              <a:gd name="connsiteX12" fmla="*/ 2601143 w 2695231"/>
              <a:gd name="connsiteY12" fmla="*/ 205773 h 3009755"/>
              <a:gd name="connsiteX13" fmla="*/ 2526153 w 2695231"/>
              <a:gd name="connsiteY13" fmla="*/ 619245 h 3009755"/>
              <a:gd name="connsiteX14" fmla="*/ 2676866 w 2695231"/>
              <a:gd name="connsiteY14" fmla="*/ 1031685 h 3009755"/>
              <a:gd name="connsiteX15" fmla="*/ 2690868 w 2695231"/>
              <a:gd name="connsiteY15" fmla="*/ 1390778 h 3009755"/>
              <a:gd name="connsiteX16" fmla="*/ 2545053 w 2695231"/>
              <a:gd name="connsiteY16" fmla="*/ 1730728 h 3009755"/>
              <a:gd name="connsiteX17" fmla="*/ 2445565 w 2695231"/>
              <a:gd name="connsiteY17" fmla="*/ 2106388 h 3009755"/>
              <a:gd name="connsiteX18" fmla="*/ 2183376 w 2695231"/>
              <a:gd name="connsiteY18" fmla="*/ 2371281 h 3009755"/>
              <a:gd name="connsiteX19" fmla="*/ 1467208 w 2695231"/>
              <a:gd name="connsiteY19" fmla="*/ 2987965 h 3009755"/>
              <a:gd name="connsiteX20" fmla="*/ 1008659 w 2695231"/>
              <a:gd name="connsiteY20" fmla="*/ 2872361 h 3009755"/>
              <a:gd name="connsiteX21" fmla="*/ 680902 w 2695231"/>
              <a:gd name="connsiteY21" fmla="*/ 2886870 h 3009755"/>
              <a:gd name="connsiteX22" fmla="*/ 428030 w 2695231"/>
              <a:gd name="connsiteY22" fmla="*/ 2822320 h 3009755"/>
              <a:gd name="connsiteX23" fmla="*/ 120426 w 2695231"/>
              <a:gd name="connsiteY23" fmla="*/ 2802726 h 3009755"/>
              <a:gd name="connsiteX0" fmla="*/ 0 w 2695231"/>
              <a:gd name="connsiteY0" fmla="*/ 2298847 h 3009755"/>
              <a:gd name="connsiteX1" fmla="*/ 459322 w 2695231"/>
              <a:gd name="connsiteY1" fmla="*/ 2641338 h 3009755"/>
              <a:gd name="connsiteX2" fmla="*/ 630166 w 2695231"/>
              <a:gd name="connsiteY2" fmla="*/ 2366843 h 3009755"/>
              <a:gd name="connsiteX3" fmla="*/ 816633 w 2695231"/>
              <a:gd name="connsiteY3" fmla="*/ 2360042 h 3009755"/>
              <a:gd name="connsiteX4" fmla="*/ 894357 w 2695231"/>
              <a:gd name="connsiteY4" fmla="*/ 2124679 h 3009755"/>
              <a:gd name="connsiteX5" fmla="*/ 855494 w 2695231"/>
              <a:gd name="connsiteY5" fmla="*/ 1722902 h 3009755"/>
              <a:gd name="connsiteX6" fmla="*/ 974177 w 2695231"/>
              <a:gd name="connsiteY6" fmla="*/ 1400589 h 3009755"/>
              <a:gd name="connsiteX7" fmla="*/ 1043995 w 2695231"/>
              <a:gd name="connsiteY7" fmla="*/ 1029590 h 3009755"/>
              <a:gd name="connsiteX8" fmla="*/ 1223446 w 2695231"/>
              <a:gd name="connsiteY8" fmla="*/ 690500 h 3009755"/>
              <a:gd name="connsiteX9" fmla="*/ 1552440 w 2695231"/>
              <a:gd name="connsiteY9" fmla="*/ 313500 h 3009755"/>
              <a:gd name="connsiteX10" fmla="*/ 1878711 w 2695231"/>
              <a:gd name="connsiteY10" fmla="*/ 123682 h 3009755"/>
              <a:gd name="connsiteX11" fmla="*/ 2298621 w 2695231"/>
              <a:gd name="connsiteY11" fmla="*/ 7427 h 3009755"/>
              <a:gd name="connsiteX12" fmla="*/ 2601143 w 2695231"/>
              <a:gd name="connsiteY12" fmla="*/ 205773 h 3009755"/>
              <a:gd name="connsiteX13" fmla="*/ 2526153 w 2695231"/>
              <a:gd name="connsiteY13" fmla="*/ 619245 h 3009755"/>
              <a:gd name="connsiteX14" fmla="*/ 2676866 w 2695231"/>
              <a:gd name="connsiteY14" fmla="*/ 1031685 h 3009755"/>
              <a:gd name="connsiteX15" fmla="*/ 2690868 w 2695231"/>
              <a:gd name="connsiteY15" fmla="*/ 1390778 h 3009755"/>
              <a:gd name="connsiteX16" fmla="*/ 2545053 w 2695231"/>
              <a:gd name="connsiteY16" fmla="*/ 1730728 h 3009755"/>
              <a:gd name="connsiteX17" fmla="*/ 2445565 w 2695231"/>
              <a:gd name="connsiteY17" fmla="*/ 2106388 h 3009755"/>
              <a:gd name="connsiteX18" fmla="*/ 2183376 w 2695231"/>
              <a:gd name="connsiteY18" fmla="*/ 2371281 h 3009755"/>
              <a:gd name="connsiteX19" fmla="*/ 1467208 w 2695231"/>
              <a:gd name="connsiteY19" fmla="*/ 2987965 h 3009755"/>
              <a:gd name="connsiteX20" fmla="*/ 1008659 w 2695231"/>
              <a:gd name="connsiteY20" fmla="*/ 2872361 h 3009755"/>
              <a:gd name="connsiteX21" fmla="*/ 680902 w 2695231"/>
              <a:gd name="connsiteY21" fmla="*/ 2886870 h 3009755"/>
              <a:gd name="connsiteX22" fmla="*/ 428030 w 2695231"/>
              <a:gd name="connsiteY22" fmla="*/ 2822320 h 3009755"/>
              <a:gd name="connsiteX23" fmla="*/ 120426 w 2695231"/>
              <a:gd name="connsiteY23" fmla="*/ 2802726 h 3009755"/>
              <a:gd name="connsiteX0" fmla="*/ 0 w 2676941"/>
              <a:gd name="connsiteY0" fmla="*/ 2298847 h 3009755"/>
              <a:gd name="connsiteX1" fmla="*/ 459322 w 2676941"/>
              <a:gd name="connsiteY1" fmla="*/ 2641338 h 3009755"/>
              <a:gd name="connsiteX2" fmla="*/ 630166 w 2676941"/>
              <a:gd name="connsiteY2" fmla="*/ 2366843 h 3009755"/>
              <a:gd name="connsiteX3" fmla="*/ 816633 w 2676941"/>
              <a:gd name="connsiteY3" fmla="*/ 2360042 h 3009755"/>
              <a:gd name="connsiteX4" fmla="*/ 894357 w 2676941"/>
              <a:gd name="connsiteY4" fmla="*/ 2124679 h 3009755"/>
              <a:gd name="connsiteX5" fmla="*/ 855494 w 2676941"/>
              <a:gd name="connsiteY5" fmla="*/ 1722902 h 3009755"/>
              <a:gd name="connsiteX6" fmla="*/ 974177 w 2676941"/>
              <a:gd name="connsiteY6" fmla="*/ 1400589 h 3009755"/>
              <a:gd name="connsiteX7" fmla="*/ 1043995 w 2676941"/>
              <a:gd name="connsiteY7" fmla="*/ 1029590 h 3009755"/>
              <a:gd name="connsiteX8" fmla="*/ 1223446 w 2676941"/>
              <a:gd name="connsiteY8" fmla="*/ 690500 h 3009755"/>
              <a:gd name="connsiteX9" fmla="*/ 1552440 w 2676941"/>
              <a:gd name="connsiteY9" fmla="*/ 313500 h 3009755"/>
              <a:gd name="connsiteX10" fmla="*/ 1878711 w 2676941"/>
              <a:gd name="connsiteY10" fmla="*/ 123682 h 3009755"/>
              <a:gd name="connsiteX11" fmla="*/ 2298621 w 2676941"/>
              <a:gd name="connsiteY11" fmla="*/ 7427 h 3009755"/>
              <a:gd name="connsiteX12" fmla="*/ 2601143 w 2676941"/>
              <a:gd name="connsiteY12" fmla="*/ 205773 h 3009755"/>
              <a:gd name="connsiteX13" fmla="*/ 2526153 w 2676941"/>
              <a:gd name="connsiteY13" fmla="*/ 619245 h 3009755"/>
              <a:gd name="connsiteX14" fmla="*/ 2676866 w 2676941"/>
              <a:gd name="connsiteY14" fmla="*/ 1031685 h 3009755"/>
              <a:gd name="connsiteX15" fmla="*/ 2545053 w 2676941"/>
              <a:gd name="connsiteY15" fmla="*/ 1730728 h 3009755"/>
              <a:gd name="connsiteX16" fmla="*/ 2445565 w 2676941"/>
              <a:gd name="connsiteY16" fmla="*/ 2106388 h 3009755"/>
              <a:gd name="connsiteX17" fmla="*/ 2183376 w 2676941"/>
              <a:gd name="connsiteY17" fmla="*/ 2371281 h 3009755"/>
              <a:gd name="connsiteX18" fmla="*/ 1467208 w 2676941"/>
              <a:gd name="connsiteY18" fmla="*/ 2987965 h 3009755"/>
              <a:gd name="connsiteX19" fmla="*/ 1008659 w 2676941"/>
              <a:gd name="connsiteY19" fmla="*/ 2872361 h 3009755"/>
              <a:gd name="connsiteX20" fmla="*/ 680902 w 2676941"/>
              <a:gd name="connsiteY20" fmla="*/ 2886870 h 3009755"/>
              <a:gd name="connsiteX21" fmla="*/ 428030 w 2676941"/>
              <a:gd name="connsiteY21" fmla="*/ 2822320 h 3009755"/>
              <a:gd name="connsiteX22" fmla="*/ 120426 w 2676941"/>
              <a:gd name="connsiteY22" fmla="*/ 2802726 h 3009755"/>
              <a:gd name="connsiteX0" fmla="*/ 0 w 2676994"/>
              <a:gd name="connsiteY0" fmla="*/ 2298847 h 3009755"/>
              <a:gd name="connsiteX1" fmla="*/ 459322 w 2676994"/>
              <a:gd name="connsiteY1" fmla="*/ 2641338 h 3009755"/>
              <a:gd name="connsiteX2" fmla="*/ 630166 w 2676994"/>
              <a:gd name="connsiteY2" fmla="*/ 2366843 h 3009755"/>
              <a:gd name="connsiteX3" fmla="*/ 816633 w 2676994"/>
              <a:gd name="connsiteY3" fmla="*/ 2360042 h 3009755"/>
              <a:gd name="connsiteX4" fmla="*/ 894357 w 2676994"/>
              <a:gd name="connsiteY4" fmla="*/ 2124679 h 3009755"/>
              <a:gd name="connsiteX5" fmla="*/ 855494 w 2676994"/>
              <a:gd name="connsiteY5" fmla="*/ 1722902 h 3009755"/>
              <a:gd name="connsiteX6" fmla="*/ 974177 w 2676994"/>
              <a:gd name="connsiteY6" fmla="*/ 1400589 h 3009755"/>
              <a:gd name="connsiteX7" fmla="*/ 1043995 w 2676994"/>
              <a:gd name="connsiteY7" fmla="*/ 1029590 h 3009755"/>
              <a:gd name="connsiteX8" fmla="*/ 1223446 w 2676994"/>
              <a:gd name="connsiteY8" fmla="*/ 690500 h 3009755"/>
              <a:gd name="connsiteX9" fmla="*/ 1552440 w 2676994"/>
              <a:gd name="connsiteY9" fmla="*/ 313500 h 3009755"/>
              <a:gd name="connsiteX10" fmla="*/ 1878711 w 2676994"/>
              <a:gd name="connsiteY10" fmla="*/ 123682 h 3009755"/>
              <a:gd name="connsiteX11" fmla="*/ 2298621 w 2676994"/>
              <a:gd name="connsiteY11" fmla="*/ 7427 h 3009755"/>
              <a:gd name="connsiteX12" fmla="*/ 2601143 w 2676994"/>
              <a:gd name="connsiteY12" fmla="*/ 205773 h 3009755"/>
              <a:gd name="connsiteX13" fmla="*/ 2526153 w 2676994"/>
              <a:gd name="connsiteY13" fmla="*/ 619245 h 3009755"/>
              <a:gd name="connsiteX14" fmla="*/ 2676866 w 2676994"/>
              <a:gd name="connsiteY14" fmla="*/ 1031685 h 3009755"/>
              <a:gd name="connsiteX15" fmla="*/ 2586044 w 2676994"/>
              <a:gd name="connsiteY15" fmla="*/ 1655787 h 3009755"/>
              <a:gd name="connsiteX16" fmla="*/ 2445565 w 2676994"/>
              <a:gd name="connsiteY16" fmla="*/ 2106388 h 3009755"/>
              <a:gd name="connsiteX17" fmla="*/ 2183376 w 2676994"/>
              <a:gd name="connsiteY17" fmla="*/ 2371281 h 3009755"/>
              <a:gd name="connsiteX18" fmla="*/ 1467208 w 2676994"/>
              <a:gd name="connsiteY18" fmla="*/ 2987965 h 3009755"/>
              <a:gd name="connsiteX19" fmla="*/ 1008659 w 2676994"/>
              <a:gd name="connsiteY19" fmla="*/ 2872361 h 3009755"/>
              <a:gd name="connsiteX20" fmla="*/ 680902 w 2676994"/>
              <a:gd name="connsiteY20" fmla="*/ 2886870 h 3009755"/>
              <a:gd name="connsiteX21" fmla="*/ 428030 w 2676994"/>
              <a:gd name="connsiteY21" fmla="*/ 2822320 h 3009755"/>
              <a:gd name="connsiteX22" fmla="*/ 120426 w 2676994"/>
              <a:gd name="connsiteY22" fmla="*/ 2802726 h 3009755"/>
              <a:gd name="connsiteX0" fmla="*/ 0 w 2649044"/>
              <a:gd name="connsiteY0" fmla="*/ 2298847 h 3009755"/>
              <a:gd name="connsiteX1" fmla="*/ 459322 w 2649044"/>
              <a:gd name="connsiteY1" fmla="*/ 2641338 h 3009755"/>
              <a:gd name="connsiteX2" fmla="*/ 630166 w 2649044"/>
              <a:gd name="connsiteY2" fmla="*/ 2366843 h 3009755"/>
              <a:gd name="connsiteX3" fmla="*/ 816633 w 2649044"/>
              <a:gd name="connsiteY3" fmla="*/ 2360042 h 3009755"/>
              <a:gd name="connsiteX4" fmla="*/ 894357 w 2649044"/>
              <a:gd name="connsiteY4" fmla="*/ 2124679 h 3009755"/>
              <a:gd name="connsiteX5" fmla="*/ 855494 w 2649044"/>
              <a:gd name="connsiteY5" fmla="*/ 1722902 h 3009755"/>
              <a:gd name="connsiteX6" fmla="*/ 974177 w 2649044"/>
              <a:gd name="connsiteY6" fmla="*/ 1400589 h 3009755"/>
              <a:gd name="connsiteX7" fmla="*/ 1043995 w 2649044"/>
              <a:gd name="connsiteY7" fmla="*/ 1029590 h 3009755"/>
              <a:gd name="connsiteX8" fmla="*/ 1223446 w 2649044"/>
              <a:gd name="connsiteY8" fmla="*/ 690500 h 3009755"/>
              <a:gd name="connsiteX9" fmla="*/ 1552440 w 2649044"/>
              <a:gd name="connsiteY9" fmla="*/ 313500 h 3009755"/>
              <a:gd name="connsiteX10" fmla="*/ 1878711 w 2649044"/>
              <a:gd name="connsiteY10" fmla="*/ 123682 h 3009755"/>
              <a:gd name="connsiteX11" fmla="*/ 2298621 w 2649044"/>
              <a:gd name="connsiteY11" fmla="*/ 7427 h 3009755"/>
              <a:gd name="connsiteX12" fmla="*/ 2601143 w 2649044"/>
              <a:gd name="connsiteY12" fmla="*/ 205773 h 3009755"/>
              <a:gd name="connsiteX13" fmla="*/ 2526153 w 2649044"/>
              <a:gd name="connsiteY13" fmla="*/ 619245 h 3009755"/>
              <a:gd name="connsiteX14" fmla="*/ 2648830 w 2649044"/>
              <a:gd name="connsiteY14" fmla="*/ 1126741 h 3009755"/>
              <a:gd name="connsiteX15" fmla="*/ 2586044 w 2649044"/>
              <a:gd name="connsiteY15" fmla="*/ 1655787 h 3009755"/>
              <a:gd name="connsiteX16" fmla="*/ 2445565 w 2649044"/>
              <a:gd name="connsiteY16" fmla="*/ 2106388 h 3009755"/>
              <a:gd name="connsiteX17" fmla="*/ 2183376 w 2649044"/>
              <a:gd name="connsiteY17" fmla="*/ 2371281 h 3009755"/>
              <a:gd name="connsiteX18" fmla="*/ 1467208 w 2649044"/>
              <a:gd name="connsiteY18" fmla="*/ 2987965 h 3009755"/>
              <a:gd name="connsiteX19" fmla="*/ 1008659 w 2649044"/>
              <a:gd name="connsiteY19" fmla="*/ 2872361 h 3009755"/>
              <a:gd name="connsiteX20" fmla="*/ 680902 w 2649044"/>
              <a:gd name="connsiteY20" fmla="*/ 2886870 h 3009755"/>
              <a:gd name="connsiteX21" fmla="*/ 428030 w 2649044"/>
              <a:gd name="connsiteY21" fmla="*/ 2822320 h 3009755"/>
              <a:gd name="connsiteX22" fmla="*/ 120426 w 2649044"/>
              <a:gd name="connsiteY22" fmla="*/ 2802726 h 3009755"/>
              <a:gd name="connsiteX0" fmla="*/ 0 w 2649044"/>
              <a:gd name="connsiteY0" fmla="*/ 2298847 h 3009755"/>
              <a:gd name="connsiteX1" fmla="*/ 432132 w 2649044"/>
              <a:gd name="connsiteY1" fmla="*/ 2527036 h 3009755"/>
              <a:gd name="connsiteX2" fmla="*/ 630166 w 2649044"/>
              <a:gd name="connsiteY2" fmla="*/ 2366843 h 3009755"/>
              <a:gd name="connsiteX3" fmla="*/ 816633 w 2649044"/>
              <a:gd name="connsiteY3" fmla="*/ 2360042 h 3009755"/>
              <a:gd name="connsiteX4" fmla="*/ 894357 w 2649044"/>
              <a:gd name="connsiteY4" fmla="*/ 2124679 h 3009755"/>
              <a:gd name="connsiteX5" fmla="*/ 855494 w 2649044"/>
              <a:gd name="connsiteY5" fmla="*/ 1722902 h 3009755"/>
              <a:gd name="connsiteX6" fmla="*/ 974177 w 2649044"/>
              <a:gd name="connsiteY6" fmla="*/ 1400589 h 3009755"/>
              <a:gd name="connsiteX7" fmla="*/ 1043995 w 2649044"/>
              <a:gd name="connsiteY7" fmla="*/ 1029590 h 3009755"/>
              <a:gd name="connsiteX8" fmla="*/ 1223446 w 2649044"/>
              <a:gd name="connsiteY8" fmla="*/ 690500 h 3009755"/>
              <a:gd name="connsiteX9" fmla="*/ 1552440 w 2649044"/>
              <a:gd name="connsiteY9" fmla="*/ 313500 h 3009755"/>
              <a:gd name="connsiteX10" fmla="*/ 1878711 w 2649044"/>
              <a:gd name="connsiteY10" fmla="*/ 123682 h 3009755"/>
              <a:gd name="connsiteX11" fmla="*/ 2298621 w 2649044"/>
              <a:gd name="connsiteY11" fmla="*/ 7427 h 3009755"/>
              <a:gd name="connsiteX12" fmla="*/ 2601143 w 2649044"/>
              <a:gd name="connsiteY12" fmla="*/ 205773 h 3009755"/>
              <a:gd name="connsiteX13" fmla="*/ 2526153 w 2649044"/>
              <a:gd name="connsiteY13" fmla="*/ 619245 h 3009755"/>
              <a:gd name="connsiteX14" fmla="*/ 2648830 w 2649044"/>
              <a:gd name="connsiteY14" fmla="*/ 1126741 h 3009755"/>
              <a:gd name="connsiteX15" fmla="*/ 2586044 w 2649044"/>
              <a:gd name="connsiteY15" fmla="*/ 1655787 h 3009755"/>
              <a:gd name="connsiteX16" fmla="*/ 2445565 w 2649044"/>
              <a:gd name="connsiteY16" fmla="*/ 2106388 h 3009755"/>
              <a:gd name="connsiteX17" fmla="*/ 2183376 w 2649044"/>
              <a:gd name="connsiteY17" fmla="*/ 2371281 h 3009755"/>
              <a:gd name="connsiteX18" fmla="*/ 1467208 w 2649044"/>
              <a:gd name="connsiteY18" fmla="*/ 2987965 h 3009755"/>
              <a:gd name="connsiteX19" fmla="*/ 1008659 w 2649044"/>
              <a:gd name="connsiteY19" fmla="*/ 2872361 h 3009755"/>
              <a:gd name="connsiteX20" fmla="*/ 680902 w 2649044"/>
              <a:gd name="connsiteY20" fmla="*/ 2886870 h 3009755"/>
              <a:gd name="connsiteX21" fmla="*/ 428030 w 2649044"/>
              <a:gd name="connsiteY21" fmla="*/ 2822320 h 3009755"/>
              <a:gd name="connsiteX22" fmla="*/ 120426 w 2649044"/>
              <a:gd name="connsiteY22" fmla="*/ 2802726 h 3009755"/>
              <a:gd name="connsiteX0" fmla="*/ 0 w 2662970"/>
              <a:gd name="connsiteY0" fmla="*/ 2240302 h 3009755"/>
              <a:gd name="connsiteX1" fmla="*/ 446058 w 2662970"/>
              <a:gd name="connsiteY1" fmla="*/ 2527036 h 3009755"/>
              <a:gd name="connsiteX2" fmla="*/ 644092 w 2662970"/>
              <a:gd name="connsiteY2" fmla="*/ 2366843 h 3009755"/>
              <a:gd name="connsiteX3" fmla="*/ 830559 w 2662970"/>
              <a:gd name="connsiteY3" fmla="*/ 2360042 h 3009755"/>
              <a:gd name="connsiteX4" fmla="*/ 908283 w 2662970"/>
              <a:gd name="connsiteY4" fmla="*/ 2124679 h 3009755"/>
              <a:gd name="connsiteX5" fmla="*/ 869420 w 2662970"/>
              <a:gd name="connsiteY5" fmla="*/ 1722902 h 3009755"/>
              <a:gd name="connsiteX6" fmla="*/ 988103 w 2662970"/>
              <a:gd name="connsiteY6" fmla="*/ 1400589 h 3009755"/>
              <a:gd name="connsiteX7" fmla="*/ 1057921 w 2662970"/>
              <a:gd name="connsiteY7" fmla="*/ 1029590 h 3009755"/>
              <a:gd name="connsiteX8" fmla="*/ 1237372 w 2662970"/>
              <a:gd name="connsiteY8" fmla="*/ 690500 h 3009755"/>
              <a:gd name="connsiteX9" fmla="*/ 1566366 w 2662970"/>
              <a:gd name="connsiteY9" fmla="*/ 313500 h 3009755"/>
              <a:gd name="connsiteX10" fmla="*/ 1892637 w 2662970"/>
              <a:gd name="connsiteY10" fmla="*/ 123682 h 3009755"/>
              <a:gd name="connsiteX11" fmla="*/ 2312547 w 2662970"/>
              <a:gd name="connsiteY11" fmla="*/ 7427 h 3009755"/>
              <a:gd name="connsiteX12" fmla="*/ 2615069 w 2662970"/>
              <a:gd name="connsiteY12" fmla="*/ 205773 h 3009755"/>
              <a:gd name="connsiteX13" fmla="*/ 2540079 w 2662970"/>
              <a:gd name="connsiteY13" fmla="*/ 619245 h 3009755"/>
              <a:gd name="connsiteX14" fmla="*/ 2662756 w 2662970"/>
              <a:gd name="connsiteY14" fmla="*/ 1126741 h 3009755"/>
              <a:gd name="connsiteX15" fmla="*/ 2599970 w 2662970"/>
              <a:gd name="connsiteY15" fmla="*/ 1655787 h 3009755"/>
              <a:gd name="connsiteX16" fmla="*/ 2459491 w 2662970"/>
              <a:gd name="connsiteY16" fmla="*/ 2106388 h 3009755"/>
              <a:gd name="connsiteX17" fmla="*/ 2197302 w 2662970"/>
              <a:gd name="connsiteY17" fmla="*/ 2371281 h 3009755"/>
              <a:gd name="connsiteX18" fmla="*/ 1481134 w 2662970"/>
              <a:gd name="connsiteY18" fmla="*/ 2987965 h 3009755"/>
              <a:gd name="connsiteX19" fmla="*/ 1022585 w 2662970"/>
              <a:gd name="connsiteY19" fmla="*/ 2872361 h 3009755"/>
              <a:gd name="connsiteX20" fmla="*/ 694828 w 2662970"/>
              <a:gd name="connsiteY20" fmla="*/ 2886870 h 3009755"/>
              <a:gd name="connsiteX21" fmla="*/ 441956 w 2662970"/>
              <a:gd name="connsiteY21" fmla="*/ 2822320 h 3009755"/>
              <a:gd name="connsiteX22" fmla="*/ 134352 w 2662970"/>
              <a:gd name="connsiteY22" fmla="*/ 2802726 h 3009755"/>
              <a:gd name="connsiteX0" fmla="*/ 0 w 2662970"/>
              <a:gd name="connsiteY0" fmla="*/ 2240302 h 3009755"/>
              <a:gd name="connsiteX1" fmla="*/ 439478 w 2662970"/>
              <a:gd name="connsiteY1" fmla="*/ 2459505 h 3009755"/>
              <a:gd name="connsiteX2" fmla="*/ 644092 w 2662970"/>
              <a:gd name="connsiteY2" fmla="*/ 2366843 h 3009755"/>
              <a:gd name="connsiteX3" fmla="*/ 830559 w 2662970"/>
              <a:gd name="connsiteY3" fmla="*/ 2360042 h 3009755"/>
              <a:gd name="connsiteX4" fmla="*/ 908283 w 2662970"/>
              <a:gd name="connsiteY4" fmla="*/ 2124679 h 3009755"/>
              <a:gd name="connsiteX5" fmla="*/ 869420 w 2662970"/>
              <a:gd name="connsiteY5" fmla="*/ 1722902 h 3009755"/>
              <a:gd name="connsiteX6" fmla="*/ 988103 w 2662970"/>
              <a:gd name="connsiteY6" fmla="*/ 1400589 h 3009755"/>
              <a:gd name="connsiteX7" fmla="*/ 1057921 w 2662970"/>
              <a:gd name="connsiteY7" fmla="*/ 1029590 h 3009755"/>
              <a:gd name="connsiteX8" fmla="*/ 1237372 w 2662970"/>
              <a:gd name="connsiteY8" fmla="*/ 690500 h 3009755"/>
              <a:gd name="connsiteX9" fmla="*/ 1566366 w 2662970"/>
              <a:gd name="connsiteY9" fmla="*/ 313500 h 3009755"/>
              <a:gd name="connsiteX10" fmla="*/ 1892637 w 2662970"/>
              <a:gd name="connsiteY10" fmla="*/ 123682 h 3009755"/>
              <a:gd name="connsiteX11" fmla="*/ 2312547 w 2662970"/>
              <a:gd name="connsiteY11" fmla="*/ 7427 h 3009755"/>
              <a:gd name="connsiteX12" fmla="*/ 2615069 w 2662970"/>
              <a:gd name="connsiteY12" fmla="*/ 205773 h 3009755"/>
              <a:gd name="connsiteX13" fmla="*/ 2540079 w 2662970"/>
              <a:gd name="connsiteY13" fmla="*/ 619245 h 3009755"/>
              <a:gd name="connsiteX14" fmla="*/ 2662756 w 2662970"/>
              <a:gd name="connsiteY14" fmla="*/ 1126741 h 3009755"/>
              <a:gd name="connsiteX15" fmla="*/ 2599970 w 2662970"/>
              <a:gd name="connsiteY15" fmla="*/ 1655787 h 3009755"/>
              <a:gd name="connsiteX16" fmla="*/ 2459491 w 2662970"/>
              <a:gd name="connsiteY16" fmla="*/ 2106388 h 3009755"/>
              <a:gd name="connsiteX17" fmla="*/ 2197302 w 2662970"/>
              <a:gd name="connsiteY17" fmla="*/ 2371281 h 3009755"/>
              <a:gd name="connsiteX18" fmla="*/ 1481134 w 2662970"/>
              <a:gd name="connsiteY18" fmla="*/ 2987965 h 3009755"/>
              <a:gd name="connsiteX19" fmla="*/ 1022585 w 2662970"/>
              <a:gd name="connsiteY19" fmla="*/ 2872361 h 3009755"/>
              <a:gd name="connsiteX20" fmla="*/ 694828 w 2662970"/>
              <a:gd name="connsiteY20" fmla="*/ 2886870 h 3009755"/>
              <a:gd name="connsiteX21" fmla="*/ 441956 w 2662970"/>
              <a:gd name="connsiteY21" fmla="*/ 2822320 h 3009755"/>
              <a:gd name="connsiteX22" fmla="*/ 134352 w 2662970"/>
              <a:gd name="connsiteY22" fmla="*/ 2802726 h 3009755"/>
              <a:gd name="connsiteX0" fmla="*/ 0 w 2662970"/>
              <a:gd name="connsiteY0" fmla="*/ 2240302 h 3009755"/>
              <a:gd name="connsiteX1" fmla="*/ 439478 w 2662970"/>
              <a:gd name="connsiteY1" fmla="*/ 2459505 h 3009755"/>
              <a:gd name="connsiteX2" fmla="*/ 644092 w 2662970"/>
              <a:gd name="connsiteY2" fmla="*/ 2366843 h 3009755"/>
              <a:gd name="connsiteX3" fmla="*/ 830559 w 2662970"/>
              <a:gd name="connsiteY3" fmla="*/ 2360042 h 3009755"/>
              <a:gd name="connsiteX4" fmla="*/ 908283 w 2662970"/>
              <a:gd name="connsiteY4" fmla="*/ 2124679 h 3009755"/>
              <a:gd name="connsiteX5" fmla="*/ 869420 w 2662970"/>
              <a:gd name="connsiteY5" fmla="*/ 1722902 h 3009755"/>
              <a:gd name="connsiteX6" fmla="*/ 988103 w 2662970"/>
              <a:gd name="connsiteY6" fmla="*/ 1400589 h 3009755"/>
              <a:gd name="connsiteX7" fmla="*/ 1057921 w 2662970"/>
              <a:gd name="connsiteY7" fmla="*/ 1029590 h 3009755"/>
              <a:gd name="connsiteX8" fmla="*/ 1237372 w 2662970"/>
              <a:gd name="connsiteY8" fmla="*/ 690500 h 3009755"/>
              <a:gd name="connsiteX9" fmla="*/ 1583660 w 2662970"/>
              <a:gd name="connsiteY9" fmla="*/ 346331 h 3009755"/>
              <a:gd name="connsiteX10" fmla="*/ 1892637 w 2662970"/>
              <a:gd name="connsiteY10" fmla="*/ 123682 h 3009755"/>
              <a:gd name="connsiteX11" fmla="*/ 2312547 w 2662970"/>
              <a:gd name="connsiteY11" fmla="*/ 7427 h 3009755"/>
              <a:gd name="connsiteX12" fmla="*/ 2615069 w 2662970"/>
              <a:gd name="connsiteY12" fmla="*/ 205773 h 3009755"/>
              <a:gd name="connsiteX13" fmla="*/ 2540079 w 2662970"/>
              <a:gd name="connsiteY13" fmla="*/ 619245 h 3009755"/>
              <a:gd name="connsiteX14" fmla="*/ 2662756 w 2662970"/>
              <a:gd name="connsiteY14" fmla="*/ 1126741 h 3009755"/>
              <a:gd name="connsiteX15" fmla="*/ 2599970 w 2662970"/>
              <a:gd name="connsiteY15" fmla="*/ 1655787 h 3009755"/>
              <a:gd name="connsiteX16" fmla="*/ 2459491 w 2662970"/>
              <a:gd name="connsiteY16" fmla="*/ 2106388 h 3009755"/>
              <a:gd name="connsiteX17" fmla="*/ 2197302 w 2662970"/>
              <a:gd name="connsiteY17" fmla="*/ 2371281 h 3009755"/>
              <a:gd name="connsiteX18" fmla="*/ 1481134 w 2662970"/>
              <a:gd name="connsiteY18" fmla="*/ 2987965 h 3009755"/>
              <a:gd name="connsiteX19" fmla="*/ 1022585 w 2662970"/>
              <a:gd name="connsiteY19" fmla="*/ 2872361 h 3009755"/>
              <a:gd name="connsiteX20" fmla="*/ 694828 w 2662970"/>
              <a:gd name="connsiteY20" fmla="*/ 2886870 h 3009755"/>
              <a:gd name="connsiteX21" fmla="*/ 441956 w 2662970"/>
              <a:gd name="connsiteY21" fmla="*/ 2822320 h 3009755"/>
              <a:gd name="connsiteX22" fmla="*/ 134352 w 2662970"/>
              <a:gd name="connsiteY22" fmla="*/ 2802726 h 3009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62970" h="3009755">
                <a:moveTo>
                  <a:pt x="0" y="2240302"/>
                </a:moveTo>
                <a:cubicBezTo>
                  <a:pt x="70512" y="2254930"/>
                  <a:pt x="332129" y="2438415"/>
                  <a:pt x="439478" y="2459505"/>
                </a:cubicBezTo>
                <a:cubicBezTo>
                  <a:pt x="546827" y="2480595"/>
                  <a:pt x="578912" y="2383420"/>
                  <a:pt x="644092" y="2366843"/>
                </a:cubicBezTo>
                <a:cubicBezTo>
                  <a:pt x="709272" y="2350266"/>
                  <a:pt x="786527" y="2400403"/>
                  <a:pt x="830559" y="2360042"/>
                </a:cubicBezTo>
                <a:cubicBezTo>
                  <a:pt x="874591" y="2319681"/>
                  <a:pt x="901806" y="2230869"/>
                  <a:pt x="908283" y="2124679"/>
                </a:cubicBezTo>
                <a:cubicBezTo>
                  <a:pt x="914760" y="2018489"/>
                  <a:pt x="857514" y="1870444"/>
                  <a:pt x="869420" y="1722902"/>
                </a:cubicBezTo>
                <a:cubicBezTo>
                  <a:pt x="877040" y="1628033"/>
                  <a:pt x="980578" y="1495553"/>
                  <a:pt x="988103" y="1400589"/>
                </a:cubicBezTo>
                <a:cubicBezTo>
                  <a:pt x="998009" y="1274573"/>
                  <a:pt x="1016202" y="1148843"/>
                  <a:pt x="1057921" y="1029590"/>
                </a:cubicBezTo>
                <a:cubicBezTo>
                  <a:pt x="1100308" y="908241"/>
                  <a:pt x="1149749" y="804376"/>
                  <a:pt x="1237372" y="690500"/>
                </a:cubicBezTo>
                <a:cubicBezTo>
                  <a:pt x="1324995" y="576624"/>
                  <a:pt x="1474449" y="440801"/>
                  <a:pt x="1583660" y="346331"/>
                </a:cubicBezTo>
                <a:cubicBezTo>
                  <a:pt x="1692871" y="251861"/>
                  <a:pt x="1771156" y="180166"/>
                  <a:pt x="1892637" y="123682"/>
                </a:cubicBezTo>
                <a:cubicBezTo>
                  <a:pt x="2014118" y="67198"/>
                  <a:pt x="2183587" y="53772"/>
                  <a:pt x="2312547" y="7427"/>
                </a:cubicBezTo>
                <a:cubicBezTo>
                  <a:pt x="2426586" y="-33556"/>
                  <a:pt x="2577147" y="103803"/>
                  <a:pt x="2615069" y="205773"/>
                </a:cubicBezTo>
                <a:cubicBezTo>
                  <a:pt x="2652991" y="307743"/>
                  <a:pt x="2535793" y="472750"/>
                  <a:pt x="2540079" y="619245"/>
                </a:cubicBezTo>
                <a:cubicBezTo>
                  <a:pt x="2543984" y="751452"/>
                  <a:pt x="2644944" y="995487"/>
                  <a:pt x="2662756" y="1126741"/>
                </a:cubicBezTo>
                <a:cubicBezTo>
                  <a:pt x="2665906" y="1311988"/>
                  <a:pt x="2633847" y="1492513"/>
                  <a:pt x="2599970" y="1655787"/>
                </a:cubicBezTo>
                <a:cubicBezTo>
                  <a:pt x="2566093" y="1819061"/>
                  <a:pt x="2526602" y="1987139"/>
                  <a:pt x="2459491" y="2106388"/>
                </a:cubicBezTo>
                <a:cubicBezTo>
                  <a:pt x="2392380" y="2225637"/>
                  <a:pt x="2360361" y="2224352"/>
                  <a:pt x="2197302" y="2371281"/>
                </a:cubicBezTo>
                <a:cubicBezTo>
                  <a:pt x="2034243" y="2518210"/>
                  <a:pt x="1676920" y="2904452"/>
                  <a:pt x="1481134" y="2987965"/>
                </a:cubicBezTo>
                <a:cubicBezTo>
                  <a:pt x="1285348" y="3071478"/>
                  <a:pt x="1153636" y="2889210"/>
                  <a:pt x="1022585" y="2872361"/>
                </a:cubicBezTo>
                <a:cubicBezTo>
                  <a:pt x="891534" y="2855512"/>
                  <a:pt x="791599" y="2895210"/>
                  <a:pt x="694828" y="2886870"/>
                </a:cubicBezTo>
                <a:cubicBezTo>
                  <a:pt x="598057" y="2878530"/>
                  <a:pt x="557875" y="2833179"/>
                  <a:pt x="441956" y="2822320"/>
                </a:cubicBezTo>
                <a:cubicBezTo>
                  <a:pt x="340419" y="2812795"/>
                  <a:pt x="202647" y="2876545"/>
                  <a:pt x="134352" y="2802726"/>
                </a:cubicBezTo>
              </a:path>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45FEDB71-6012-8BB6-E6F3-67AA1863D94E}"/>
              </a:ext>
            </a:extLst>
          </p:cNvPr>
          <p:cNvSpPr/>
          <p:nvPr/>
        </p:nvSpPr>
        <p:spPr>
          <a:xfrm rot="4379578" flipV="1">
            <a:off x="9899005" y="907575"/>
            <a:ext cx="1453911" cy="1896055"/>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44" name="Freeform: Shape 43">
            <a:extLst>
              <a:ext uri="{FF2B5EF4-FFF2-40B4-BE49-F238E27FC236}">
                <a16:creationId xmlns:a16="http://schemas.microsoft.com/office/drawing/2014/main" id="{82B74A74-A0EF-B43C-3143-2E90AF650F85}"/>
              </a:ext>
            </a:extLst>
          </p:cNvPr>
          <p:cNvSpPr/>
          <p:nvPr/>
        </p:nvSpPr>
        <p:spPr>
          <a:xfrm rot="11074042" flipV="1">
            <a:off x="10310168" y="1555923"/>
            <a:ext cx="631586" cy="575770"/>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14E04521-2431-A6EA-C336-011579643673}"/>
              </a:ext>
            </a:extLst>
          </p:cNvPr>
          <p:cNvSpPr/>
          <p:nvPr/>
        </p:nvSpPr>
        <p:spPr>
          <a:xfrm rot="19820490" flipV="1">
            <a:off x="11620215" y="4559565"/>
            <a:ext cx="727756" cy="851851"/>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01516 w 1736717"/>
              <a:gd name="connsiteY0" fmla="*/ 0 h 1383726"/>
              <a:gd name="connsiteX1" fmla="*/ 1050987 w 1736717"/>
              <a:gd name="connsiteY1" fmla="*/ 652659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50987 w 1736717"/>
              <a:gd name="connsiteY1" fmla="*/ 652659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61147 w 1736717"/>
              <a:gd name="connsiteY2" fmla="*/ 873095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25419 w 1736717"/>
              <a:gd name="connsiteY2" fmla="*/ 775964 h 1383726"/>
              <a:gd name="connsiteX3" fmla="*/ 699038 w 1736717"/>
              <a:gd name="connsiteY3" fmla="*/ 948490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925419 w 1736717"/>
              <a:gd name="connsiteY2" fmla="*/ 775964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1030763 w 1736717"/>
              <a:gd name="connsiteY1" fmla="*/ 536911 h 1383726"/>
              <a:gd name="connsiteX2" fmla="*/ 775378 w 1736717"/>
              <a:gd name="connsiteY2" fmla="*/ 678660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3726"/>
              <a:gd name="connsiteX1" fmla="*/ 944347 w 1736717"/>
              <a:gd name="connsiteY1" fmla="*/ 465380 h 1383726"/>
              <a:gd name="connsiteX2" fmla="*/ 775378 w 1736717"/>
              <a:gd name="connsiteY2" fmla="*/ 678660 h 1383726"/>
              <a:gd name="connsiteX3" fmla="*/ 652083 w 1736717"/>
              <a:gd name="connsiteY3" fmla="*/ 831645 h 1383726"/>
              <a:gd name="connsiteX4" fmla="*/ 443601 w 1736717"/>
              <a:gd name="connsiteY4" fmla="*/ 872990 h 1383726"/>
              <a:gd name="connsiteX5" fmla="*/ 134723 w 1736717"/>
              <a:gd name="connsiteY5" fmla="*/ 825234 h 1383726"/>
              <a:gd name="connsiteX6" fmla="*/ 20904 w 1736717"/>
              <a:gd name="connsiteY6" fmla="*/ 1007624 h 1383726"/>
              <a:gd name="connsiteX7" fmla="*/ 2519 w 1736717"/>
              <a:gd name="connsiteY7" fmla="*/ 1123418 h 1383726"/>
              <a:gd name="connsiteX8" fmla="*/ 52852 w 1736717"/>
              <a:gd name="connsiteY8" fmla="*/ 1247576 h 1383726"/>
              <a:gd name="connsiteX9" fmla="*/ 85202 w 1736717"/>
              <a:gd name="connsiteY9" fmla="*/ 1282478 h 1383726"/>
              <a:gd name="connsiteX10" fmla="*/ 403278 w 1736717"/>
              <a:gd name="connsiteY10" fmla="*/ 1377754 h 1383726"/>
              <a:gd name="connsiteX11" fmla="*/ 804257 w 1736717"/>
              <a:gd name="connsiteY11" fmla="*/ 1366514 h 1383726"/>
              <a:gd name="connsiteX12" fmla="*/ 1076201 w 1736717"/>
              <a:gd name="connsiteY12" fmla="*/ 1310490 h 1383726"/>
              <a:gd name="connsiteX13" fmla="*/ 1548418 w 1736717"/>
              <a:gd name="connsiteY13" fmla="*/ 1372367 h 1383726"/>
              <a:gd name="connsiteX14" fmla="*/ 1736717 w 1736717"/>
              <a:gd name="connsiteY14" fmla="*/ 1285543 h 1383726"/>
              <a:gd name="connsiteX0" fmla="*/ 1001516 w 1736717"/>
              <a:gd name="connsiteY0" fmla="*/ 0 h 1382052"/>
              <a:gd name="connsiteX1" fmla="*/ 944347 w 1736717"/>
              <a:gd name="connsiteY1" fmla="*/ 465380 h 1382052"/>
              <a:gd name="connsiteX2" fmla="*/ 775378 w 1736717"/>
              <a:gd name="connsiteY2" fmla="*/ 678660 h 1382052"/>
              <a:gd name="connsiteX3" fmla="*/ 652083 w 1736717"/>
              <a:gd name="connsiteY3" fmla="*/ 831645 h 1382052"/>
              <a:gd name="connsiteX4" fmla="*/ 443601 w 1736717"/>
              <a:gd name="connsiteY4" fmla="*/ 872990 h 1382052"/>
              <a:gd name="connsiteX5" fmla="*/ 134723 w 1736717"/>
              <a:gd name="connsiteY5" fmla="*/ 825234 h 1382052"/>
              <a:gd name="connsiteX6" fmla="*/ 20904 w 1736717"/>
              <a:gd name="connsiteY6" fmla="*/ 1007624 h 1382052"/>
              <a:gd name="connsiteX7" fmla="*/ 2519 w 1736717"/>
              <a:gd name="connsiteY7" fmla="*/ 1123418 h 1382052"/>
              <a:gd name="connsiteX8" fmla="*/ 52852 w 1736717"/>
              <a:gd name="connsiteY8" fmla="*/ 1247576 h 1382052"/>
              <a:gd name="connsiteX9" fmla="*/ 101663 w 1736717"/>
              <a:gd name="connsiteY9" fmla="*/ 1328580 h 1382052"/>
              <a:gd name="connsiteX10" fmla="*/ 403278 w 1736717"/>
              <a:gd name="connsiteY10" fmla="*/ 1377754 h 1382052"/>
              <a:gd name="connsiteX11" fmla="*/ 804257 w 1736717"/>
              <a:gd name="connsiteY11" fmla="*/ 1366514 h 1382052"/>
              <a:gd name="connsiteX12" fmla="*/ 1076201 w 1736717"/>
              <a:gd name="connsiteY12" fmla="*/ 1310490 h 1382052"/>
              <a:gd name="connsiteX13" fmla="*/ 1548418 w 1736717"/>
              <a:gd name="connsiteY13" fmla="*/ 1372367 h 1382052"/>
              <a:gd name="connsiteX14" fmla="*/ 1736717 w 1736717"/>
              <a:gd name="connsiteY14" fmla="*/ 1285543 h 1382052"/>
              <a:gd name="connsiteX0" fmla="*/ 1001431 w 1736632"/>
              <a:gd name="connsiteY0" fmla="*/ 0 h 1382052"/>
              <a:gd name="connsiteX1" fmla="*/ 944262 w 1736632"/>
              <a:gd name="connsiteY1" fmla="*/ 465380 h 1382052"/>
              <a:gd name="connsiteX2" fmla="*/ 775293 w 1736632"/>
              <a:gd name="connsiteY2" fmla="*/ 678660 h 1382052"/>
              <a:gd name="connsiteX3" fmla="*/ 651998 w 1736632"/>
              <a:gd name="connsiteY3" fmla="*/ 831645 h 1382052"/>
              <a:gd name="connsiteX4" fmla="*/ 443516 w 1736632"/>
              <a:gd name="connsiteY4" fmla="*/ 872990 h 1382052"/>
              <a:gd name="connsiteX5" fmla="*/ 134638 w 1736632"/>
              <a:gd name="connsiteY5" fmla="*/ 825234 h 1382052"/>
              <a:gd name="connsiteX6" fmla="*/ 2434 w 1736632"/>
              <a:gd name="connsiteY6" fmla="*/ 1123418 h 1382052"/>
              <a:gd name="connsiteX7" fmla="*/ 52767 w 1736632"/>
              <a:gd name="connsiteY7" fmla="*/ 1247576 h 1382052"/>
              <a:gd name="connsiteX8" fmla="*/ 101578 w 1736632"/>
              <a:gd name="connsiteY8" fmla="*/ 1328580 h 1382052"/>
              <a:gd name="connsiteX9" fmla="*/ 403193 w 1736632"/>
              <a:gd name="connsiteY9" fmla="*/ 1377754 h 1382052"/>
              <a:gd name="connsiteX10" fmla="*/ 804172 w 1736632"/>
              <a:gd name="connsiteY10" fmla="*/ 1366514 h 1382052"/>
              <a:gd name="connsiteX11" fmla="*/ 1076116 w 1736632"/>
              <a:gd name="connsiteY11" fmla="*/ 1310490 h 1382052"/>
              <a:gd name="connsiteX12" fmla="*/ 1548333 w 1736632"/>
              <a:gd name="connsiteY12" fmla="*/ 1372367 h 1382052"/>
              <a:gd name="connsiteX13" fmla="*/ 1736632 w 1736632"/>
              <a:gd name="connsiteY13" fmla="*/ 1285543 h 1382052"/>
              <a:gd name="connsiteX0" fmla="*/ 999527 w 1734728"/>
              <a:gd name="connsiteY0" fmla="*/ 0 h 1382052"/>
              <a:gd name="connsiteX1" fmla="*/ 942358 w 1734728"/>
              <a:gd name="connsiteY1" fmla="*/ 465380 h 1382052"/>
              <a:gd name="connsiteX2" fmla="*/ 773389 w 1734728"/>
              <a:gd name="connsiteY2" fmla="*/ 678660 h 1382052"/>
              <a:gd name="connsiteX3" fmla="*/ 650094 w 1734728"/>
              <a:gd name="connsiteY3" fmla="*/ 831645 h 1382052"/>
              <a:gd name="connsiteX4" fmla="*/ 441612 w 1734728"/>
              <a:gd name="connsiteY4" fmla="*/ 872990 h 1382052"/>
              <a:gd name="connsiteX5" fmla="*/ 132734 w 1734728"/>
              <a:gd name="connsiteY5" fmla="*/ 825234 h 1382052"/>
              <a:gd name="connsiteX6" fmla="*/ 530 w 1734728"/>
              <a:gd name="connsiteY6" fmla="*/ 1123418 h 1382052"/>
              <a:gd name="connsiteX7" fmla="*/ 99674 w 1734728"/>
              <a:gd name="connsiteY7" fmla="*/ 1328580 h 1382052"/>
              <a:gd name="connsiteX8" fmla="*/ 401289 w 1734728"/>
              <a:gd name="connsiteY8" fmla="*/ 1377754 h 1382052"/>
              <a:gd name="connsiteX9" fmla="*/ 802268 w 1734728"/>
              <a:gd name="connsiteY9" fmla="*/ 1366514 h 1382052"/>
              <a:gd name="connsiteX10" fmla="*/ 1074212 w 1734728"/>
              <a:gd name="connsiteY10" fmla="*/ 1310490 h 1382052"/>
              <a:gd name="connsiteX11" fmla="*/ 1546429 w 1734728"/>
              <a:gd name="connsiteY11" fmla="*/ 1372367 h 1382052"/>
              <a:gd name="connsiteX12" fmla="*/ 1734728 w 1734728"/>
              <a:gd name="connsiteY12" fmla="*/ 1285543 h 1382052"/>
              <a:gd name="connsiteX0" fmla="*/ 1017164 w 1752365"/>
              <a:gd name="connsiteY0" fmla="*/ 0 h 1382052"/>
              <a:gd name="connsiteX1" fmla="*/ 959995 w 1752365"/>
              <a:gd name="connsiteY1" fmla="*/ 465380 h 1382052"/>
              <a:gd name="connsiteX2" fmla="*/ 791026 w 1752365"/>
              <a:gd name="connsiteY2" fmla="*/ 678660 h 1382052"/>
              <a:gd name="connsiteX3" fmla="*/ 667731 w 1752365"/>
              <a:gd name="connsiteY3" fmla="*/ 831645 h 1382052"/>
              <a:gd name="connsiteX4" fmla="*/ 459249 w 1752365"/>
              <a:gd name="connsiteY4" fmla="*/ 872990 h 1382052"/>
              <a:gd name="connsiteX5" fmla="*/ 18167 w 1752365"/>
              <a:gd name="connsiteY5" fmla="*/ 1123418 h 1382052"/>
              <a:gd name="connsiteX6" fmla="*/ 117311 w 1752365"/>
              <a:gd name="connsiteY6" fmla="*/ 1328580 h 1382052"/>
              <a:gd name="connsiteX7" fmla="*/ 418926 w 1752365"/>
              <a:gd name="connsiteY7" fmla="*/ 1377754 h 1382052"/>
              <a:gd name="connsiteX8" fmla="*/ 819905 w 1752365"/>
              <a:gd name="connsiteY8" fmla="*/ 1366514 h 1382052"/>
              <a:gd name="connsiteX9" fmla="*/ 1091849 w 1752365"/>
              <a:gd name="connsiteY9" fmla="*/ 1310490 h 1382052"/>
              <a:gd name="connsiteX10" fmla="*/ 1564066 w 1752365"/>
              <a:gd name="connsiteY10" fmla="*/ 1372367 h 1382052"/>
              <a:gd name="connsiteX11" fmla="*/ 1752365 w 1752365"/>
              <a:gd name="connsiteY11" fmla="*/ 1285543 h 1382052"/>
              <a:gd name="connsiteX0" fmla="*/ 900025 w 1635226"/>
              <a:gd name="connsiteY0" fmla="*/ 0 h 1382422"/>
              <a:gd name="connsiteX1" fmla="*/ 842856 w 1635226"/>
              <a:gd name="connsiteY1" fmla="*/ 465380 h 1382422"/>
              <a:gd name="connsiteX2" fmla="*/ 673887 w 1635226"/>
              <a:gd name="connsiteY2" fmla="*/ 678660 h 1382422"/>
              <a:gd name="connsiteX3" fmla="*/ 550592 w 1635226"/>
              <a:gd name="connsiteY3" fmla="*/ 831645 h 1382422"/>
              <a:gd name="connsiteX4" fmla="*/ 342110 w 1635226"/>
              <a:gd name="connsiteY4" fmla="*/ 872990 h 1382422"/>
              <a:gd name="connsiteX5" fmla="*/ 172 w 1635226"/>
              <a:gd name="connsiteY5" fmla="*/ 1328580 h 1382422"/>
              <a:gd name="connsiteX6" fmla="*/ 301787 w 1635226"/>
              <a:gd name="connsiteY6" fmla="*/ 1377754 h 1382422"/>
              <a:gd name="connsiteX7" fmla="*/ 702766 w 1635226"/>
              <a:gd name="connsiteY7" fmla="*/ 1366514 h 1382422"/>
              <a:gd name="connsiteX8" fmla="*/ 974710 w 1635226"/>
              <a:gd name="connsiteY8" fmla="*/ 1310490 h 1382422"/>
              <a:gd name="connsiteX9" fmla="*/ 1446927 w 1635226"/>
              <a:gd name="connsiteY9" fmla="*/ 1372367 h 1382422"/>
              <a:gd name="connsiteX10" fmla="*/ 1635226 w 1635226"/>
              <a:gd name="connsiteY10" fmla="*/ 1285543 h 1382422"/>
              <a:gd name="connsiteX0" fmla="*/ 623884 w 1359085"/>
              <a:gd name="connsiteY0" fmla="*/ 0 h 1415676"/>
              <a:gd name="connsiteX1" fmla="*/ 566715 w 1359085"/>
              <a:gd name="connsiteY1" fmla="*/ 465380 h 1415676"/>
              <a:gd name="connsiteX2" fmla="*/ 397746 w 1359085"/>
              <a:gd name="connsiteY2" fmla="*/ 678660 h 1415676"/>
              <a:gd name="connsiteX3" fmla="*/ 274451 w 1359085"/>
              <a:gd name="connsiteY3" fmla="*/ 831645 h 1415676"/>
              <a:gd name="connsiteX4" fmla="*/ 65969 w 1359085"/>
              <a:gd name="connsiteY4" fmla="*/ 872990 h 1415676"/>
              <a:gd name="connsiteX5" fmla="*/ 25646 w 1359085"/>
              <a:gd name="connsiteY5" fmla="*/ 1377754 h 1415676"/>
              <a:gd name="connsiteX6" fmla="*/ 426625 w 1359085"/>
              <a:gd name="connsiteY6" fmla="*/ 1366514 h 1415676"/>
              <a:gd name="connsiteX7" fmla="*/ 698569 w 1359085"/>
              <a:gd name="connsiteY7" fmla="*/ 1310490 h 1415676"/>
              <a:gd name="connsiteX8" fmla="*/ 1170786 w 1359085"/>
              <a:gd name="connsiteY8" fmla="*/ 1372367 h 1415676"/>
              <a:gd name="connsiteX9" fmla="*/ 1359085 w 1359085"/>
              <a:gd name="connsiteY9" fmla="*/ 1285543 h 1415676"/>
              <a:gd name="connsiteX0" fmla="*/ 628358 w 1363559"/>
              <a:gd name="connsiteY0" fmla="*/ 0 h 1415676"/>
              <a:gd name="connsiteX1" fmla="*/ 571189 w 1363559"/>
              <a:gd name="connsiteY1" fmla="*/ 465380 h 1415676"/>
              <a:gd name="connsiteX2" fmla="*/ 402220 w 1363559"/>
              <a:gd name="connsiteY2" fmla="*/ 678660 h 1415676"/>
              <a:gd name="connsiteX3" fmla="*/ 70443 w 1363559"/>
              <a:gd name="connsiteY3" fmla="*/ 872990 h 1415676"/>
              <a:gd name="connsiteX4" fmla="*/ 30120 w 1363559"/>
              <a:gd name="connsiteY4" fmla="*/ 1377754 h 1415676"/>
              <a:gd name="connsiteX5" fmla="*/ 431099 w 1363559"/>
              <a:gd name="connsiteY5" fmla="*/ 1366514 h 1415676"/>
              <a:gd name="connsiteX6" fmla="*/ 703043 w 1363559"/>
              <a:gd name="connsiteY6" fmla="*/ 1310490 h 1415676"/>
              <a:gd name="connsiteX7" fmla="*/ 1175260 w 1363559"/>
              <a:gd name="connsiteY7" fmla="*/ 1372367 h 1415676"/>
              <a:gd name="connsiteX8" fmla="*/ 1363559 w 1363559"/>
              <a:gd name="connsiteY8" fmla="*/ 1285543 h 1415676"/>
              <a:gd name="connsiteX0" fmla="*/ 628358 w 1175260"/>
              <a:gd name="connsiteY0" fmla="*/ 0 h 1415676"/>
              <a:gd name="connsiteX1" fmla="*/ 571189 w 1175260"/>
              <a:gd name="connsiteY1" fmla="*/ 465380 h 1415676"/>
              <a:gd name="connsiteX2" fmla="*/ 402220 w 1175260"/>
              <a:gd name="connsiteY2" fmla="*/ 678660 h 1415676"/>
              <a:gd name="connsiteX3" fmla="*/ 70443 w 1175260"/>
              <a:gd name="connsiteY3" fmla="*/ 872990 h 1415676"/>
              <a:gd name="connsiteX4" fmla="*/ 30120 w 1175260"/>
              <a:gd name="connsiteY4" fmla="*/ 1377754 h 1415676"/>
              <a:gd name="connsiteX5" fmla="*/ 431099 w 1175260"/>
              <a:gd name="connsiteY5" fmla="*/ 1366514 h 1415676"/>
              <a:gd name="connsiteX6" fmla="*/ 703043 w 1175260"/>
              <a:gd name="connsiteY6" fmla="*/ 1310490 h 1415676"/>
              <a:gd name="connsiteX7" fmla="*/ 1175260 w 1175260"/>
              <a:gd name="connsiteY7" fmla="*/ 1372367 h 1415676"/>
              <a:gd name="connsiteX0" fmla="*/ 628358 w 1244317"/>
              <a:gd name="connsiteY0" fmla="*/ 0 h 1415676"/>
              <a:gd name="connsiteX1" fmla="*/ 571189 w 1244317"/>
              <a:gd name="connsiteY1" fmla="*/ 465380 h 1415676"/>
              <a:gd name="connsiteX2" fmla="*/ 402220 w 1244317"/>
              <a:gd name="connsiteY2" fmla="*/ 678660 h 1415676"/>
              <a:gd name="connsiteX3" fmla="*/ 70443 w 1244317"/>
              <a:gd name="connsiteY3" fmla="*/ 872990 h 1415676"/>
              <a:gd name="connsiteX4" fmla="*/ 30120 w 1244317"/>
              <a:gd name="connsiteY4" fmla="*/ 1377754 h 1415676"/>
              <a:gd name="connsiteX5" fmla="*/ 431099 w 1244317"/>
              <a:gd name="connsiteY5" fmla="*/ 1366514 h 1415676"/>
              <a:gd name="connsiteX6" fmla="*/ 703043 w 1244317"/>
              <a:gd name="connsiteY6" fmla="*/ 1310490 h 1415676"/>
              <a:gd name="connsiteX7" fmla="*/ 1244316 w 1244317"/>
              <a:gd name="connsiteY7" fmla="*/ 1168440 h 1415676"/>
              <a:gd name="connsiteX0" fmla="*/ 628358 w 1244315"/>
              <a:gd name="connsiteY0" fmla="*/ 0 h 1415676"/>
              <a:gd name="connsiteX1" fmla="*/ 571189 w 1244315"/>
              <a:gd name="connsiteY1" fmla="*/ 465380 h 1415676"/>
              <a:gd name="connsiteX2" fmla="*/ 402220 w 1244315"/>
              <a:gd name="connsiteY2" fmla="*/ 678660 h 1415676"/>
              <a:gd name="connsiteX3" fmla="*/ 70443 w 1244315"/>
              <a:gd name="connsiteY3" fmla="*/ 872990 h 1415676"/>
              <a:gd name="connsiteX4" fmla="*/ 30120 w 1244315"/>
              <a:gd name="connsiteY4" fmla="*/ 1377754 h 1415676"/>
              <a:gd name="connsiteX5" fmla="*/ 431099 w 1244315"/>
              <a:gd name="connsiteY5" fmla="*/ 1366514 h 1415676"/>
              <a:gd name="connsiteX6" fmla="*/ 703043 w 1244315"/>
              <a:gd name="connsiteY6" fmla="*/ 1310490 h 1415676"/>
              <a:gd name="connsiteX7" fmla="*/ 1244316 w 1244315"/>
              <a:gd name="connsiteY7" fmla="*/ 1168440 h 1415676"/>
              <a:gd name="connsiteX0" fmla="*/ 542474 w 1244317"/>
              <a:gd name="connsiteY0" fmla="*/ 1 h 1449070"/>
              <a:gd name="connsiteX1" fmla="*/ 571189 w 1244317"/>
              <a:gd name="connsiteY1" fmla="*/ 498774 h 1449070"/>
              <a:gd name="connsiteX2" fmla="*/ 402220 w 1244317"/>
              <a:gd name="connsiteY2" fmla="*/ 712054 h 1449070"/>
              <a:gd name="connsiteX3" fmla="*/ 70443 w 1244317"/>
              <a:gd name="connsiteY3" fmla="*/ 906384 h 1449070"/>
              <a:gd name="connsiteX4" fmla="*/ 30120 w 1244317"/>
              <a:gd name="connsiteY4" fmla="*/ 1411148 h 1449070"/>
              <a:gd name="connsiteX5" fmla="*/ 431099 w 1244317"/>
              <a:gd name="connsiteY5" fmla="*/ 1399908 h 1449070"/>
              <a:gd name="connsiteX6" fmla="*/ 703043 w 1244317"/>
              <a:gd name="connsiteY6" fmla="*/ 1343884 h 1449070"/>
              <a:gd name="connsiteX7" fmla="*/ 1244316 w 1244317"/>
              <a:gd name="connsiteY7" fmla="*/ 1201834 h 144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4317" h="1449070">
                <a:moveTo>
                  <a:pt x="542474" y="1"/>
                </a:moveTo>
                <a:cubicBezTo>
                  <a:pt x="479916" y="235373"/>
                  <a:pt x="579636" y="460640"/>
                  <a:pt x="571189" y="498774"/>
                </a:cubicBezTo>
                <a:cubicBezTo>
                  <a:pt x="552473" y="575672"/>
                  <a:pt x="485678" y="644119"/>
                  <a:pt x="402220" y="712054"/>
                </a:cubicBezTo>
                <a:cubicBezTo>
                  <a:pt x="318762" y="779989"/>
                  <a:pt x="132460" y="789868"/>
                  <a:pt x="70443" y="906384"/>
                </a:cubicBezTo>
                <a:cubicBezTo>
                  <a:pt x="8426" y="1022900"/>
                  <a:pt x="-29989" y="1328894"/>
                  <a:pt x="30120" y="1411148"/>
                </a:cubicBezTo>
                <a:cubicBezTo>
                  <a:pt x="90229" y="1493402"/>
                  <a:pt x="298649" y="1419087"/>
                  <a:pt x="431099" y="1399908"/>
                </a:cubicBezTo>
                <a:cubicBezTo>
                  <a:pt x="523251" y="1386616"/>
                  <a:pt x="567507" y="1376896"/>
                  <a:pt x="703043" y="1343884"/>
                </a:cubicBezTo>
                <a:cubicBezTo>
                  <a:pt x="838579" y="1310872"/>
                  <a:pt x="1072222" y="1301043"/>
                  <a:pt x="1244316" y="1201834"/>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2" name="Title 1">
            <a:extLst>
              <a:ext uri="{FF2B5EF4-FFF2-40B4-BE49-F238E27FC236}">
                <a16:creationId xmlns:a16="http://schemas.microsoft.com/office/drawing/2014/main" id="{10AEAA03-0A50-BC60-FCD6-3297CB201AF5}"/>
              </a:ext>
            </a:extLst>
          </p:cNvPr>
          <p:cNvSpPr>
            <a:spLocks noGrp="1"/>
          </p:cNvSpPr>
          <p:nvPr userDrawn="1">
            <p:ph type="title"/>
          </p:nvPr>
        </p:nvSpPr>
        <p:spPr>
          <a:xfrm>
            <a:off x="294063" y="1044054"/>
            <a:ext cx="7744467" cy="4686989"/>
          </a:xfrm>
        </p:spPr>
        <p:txBody>
          <a:bodyPr anchor="t">
            <a:normAutofit/>
          </a:bodyPr>
          <a:lstStyle>
            <a:lvl1pPr>
              <a:defRPr sz="96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userDrawn="1">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userDrawn="1">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46" name="Freeform: Shape 45">
            <a:extLst>
              <a:ext uri="{FF2B5EF4-FFF2-40B4-BE49-F238E27FC236}">
                <a16:creationId xmlns:a16="http://schemas.microsoft.com/office/drawing/2014/main" id="{26DCDCF8-8780-7335-C094-91D7EFF39ED8}"/>
              </a:ext>
            </a:extLst>
          </p:cNvPr>
          <p:cNvSpPr/>
          <p:nvPr userDrawn="1"/>
        </p:nvSpPr>
        <p:spPr>
          <a:xfrm rot="4379578" flipV="1">
            <a:off x="9100343" y="-57363"/>
            <a:ext cx="3049944" cy="3141828"/>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237612 w 3419542"/>
              <a:gd name="connsiteY34" fmla="*/ 2979913 h 4151426"/>
              <a:gd name="connsiteX0" fmla="*/ 354748 w 3419542"/>
              <a:gd name="connsiteY0" fmla="*/ 2814170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354748 w 3419542"/>
              <a:gd name="connsiteY34" fmla="*/ 2814170 h 4151426"/>
              <a:gd name="connsiteX0" fmla="*/ 267438 w 3332232"/>
              <a:gd name="connsiteY0" fmla="*/ 2814170 h 4151426"/>
              <a:gd name="connsiteX1" fmla="*/ 1723 w 3332232"/>
              <a:gd name="connsiteY1" fmla="*/ 2389683 h 4151426"/>
              <a:gd name="connsiteX2" fmla="*/ 159151 w 3332232"/>
              <a:gd name="connsiteY2" fmla="*/ 2258074 h 4151426"/>
              <a:gd name="connsiteX3" fmla="*/ 282778 w 3332232"/>
              <a:gd name="connsiteY3" fmla="*/ 2180280 h 4151426"/>
              <a:gd name="connsiteX4" fmla="*/ 443917 w 3332232"/>
              <a:gd name="connsiteY4" fmla="*/ 2054029 h 4151426"/>
              <a:gd name="connsiteX5" fmla="*/ 998817 w 3332232"/>
              <a:gd name="connsiteY5" fmla="*/ 2515396 h 4151426"/>
              <a:gd name="connsiteX6" fmla="*/ 1173925 w 3332232"/>
              <a:gd name="connsiteY6" fmla="*/ 2179619 h 4151426"/>
              <a:gd name="connsiteX7" fmla="*/ 1133663 w 3332232"/>
              <a:gd name="connsiteY7" fmla="*/ 1579548 h 4151426"/>
              <a:gd name="connsiteX8" fmla="*/ 1186336 w 3332232"/>
              <a:gd name="connsiteY8" fmla="*/ 1342566 h 4151426"/>
              <a:gd name="connsiteX9" fmla="*/ 1315495 w 3332232"/>
              <a:gd name="connsiteY9" fmla="*/ 1052911 h 4151426"/>
              <a:gd name="connsiteX10" fmla="*/ 1540380 w 3332232"/>
              <a:gd name="connsiteY10" fmla="*/ 768018 h 4151426"/>
              <a:gd name="connsiteX11" fmla="*/ 1841846 w 3332232"/>
              <a:gd name="connsiteY11" fmla="*/ 425689 h 4151426"/>
              <a:gd name="connsiteX12" fmla="*/ 2154076 w 3332232"/>
              <a:gd name="connsiteY12" fmla="*/ 113269 h 4151426"/>
              <a:gd name="connsiteX13" fmla="*/ 2370579 w 3332232"/>
              <a:gd name="connsiteY13" fmla="*/ 4399 h 4151426"/>
              <a:gd name="connsiteX14" fmla="*/ 2868261 w 3332232"/>
              <a:gd name="connsiteY14" fmla="*/ 25925 h 4151426"/>
              <a:gd name="connsiteX15" fmla="*/ 3066512 w 3332232"/>
              <a:gd name="connsiteY15" fmla="*/ 68865 h 4151426"/>
              <a:gd name="connsiteX16" fmla="*/ 3253067 w 3332232"/>
              <a:gd name="connsiteY16" fmla="*/ 267483 h 4151426"/>
              <a:gd name="connsiteX17" fmla="*/ 3331992 w 3332232"/>
              <a:gd name="connsiteY17" fmla="*/ 524470 h 4151426"/>
              <a:gd name="connsiteX18" fmla="*/ 3239831 w 3332232"/>
              <a:gd name="connsiteY18" fmla="*/ 966329 h 4151426"/>
              <a:gd name="connsiteX19" fmla="*/ 3257452 w 3332232"/>
              <a:gd name="connsiteY19" fmla="*/ 1470010 h 4151426"/>
              <a:gd name="connsiteX20" fmla="*/ 3222495 w 3332232"/>
              <a:gd name="connsiteY20" fmla="*/ 1763761 h 4151426"/>
              <a:gd name="connsiteX21" fmla="*/ 3147819 w 3332232"/>
              <a:gd name="connsiteY21" fmla="*/ 2044273 h 4151426"/>
              <a:gd name="connsiteX22" fmla="*/ 2974671 w 3332232"/>
              <a:gd name="connsiteY22" fmla="*/ 2495500 h 4151426"/>
              <a:gd name="connsiteX23" fmla="*/ 2449426 w 3332232"/>
              <a:gd name="connsiteY23" fmla="*/ 2955038 h 4151426"/>
              <a:gd name="connsiteX24" fmla="*/ 2386057 w 3332232"/>
              <a:gd name="connsiteY24" fmla="*/ 3460960 h 4151426"/>
              <a:gd name="connsiteX25" fmla="*/ 2242911 w 3332232"/>
              <a:gd name="connsiteY25" fmla="*/ 4134926 h 4151426"/>
              <a:gd name="connsiteX26" fmla="*/ 1801848 w 3332232"/>
              <a:gd name="connsiteY26" fmla="*/ 3916418 h 4151426"/>
              <a:gd name="connsiteX27" fmla="*/ 1458267 w 3332232"/>
              <a:gd name="connsiteY27" fmla="*/ 3602236 h 4151426"/>
              <a:gd name="connsiteX28" fmla="*/ 1281872 w 3332232"/>
              <a:gd name="connsiteY28" fmla="*/ 3358532 h 4151426"/>
              <a:gd name="connsiteX29" fmla="*/ 977262 w 3332232"/>
              <a:gd name="connsiteY29" fmla="*/ 3374725 h 4151426"/>
              <a:gd name="connsiteX30" fmla="*/ 629981 w 3332232"/>
              <a:gd name="connsiteY30" fmla="*/ 3355103 h 4151426"/>
              <a:gd name="connsiteX31" fmla="*/ 538826 w 3332232"/>
              <a:gd name="connsiteY31" fmla="*/ 3336625 h 4151426"/>
              <a:gd name="connsiteX32" fmla="*/ 347085 w 3332232"/>
              <a:gd name="connsiteY32" fmla="*/ 3077177 h 4151426"/>
              <a:gd name="connsiteX33" fmla="*/ 267438 w 3332232"/>
              <a:gd name="connsiteY33" fmla="*/ 2814170 h 4151426"/>
              <a:gd name="connsiteX0" fmla="*/ 122788 w 3187582"/>
              <a:gd name="connsiteY0" fmla="*/ 2814170 h 4151426"/>
              <a:gd name="connsiteX1" fmla="*/ 14520 w 3187582"/>
              <a:gd name="connsiteY1" fmla="*/ 2635574 h 4151426"/>
              <a:gd name="connsiteX2" fmla="*/ 14501 w 3187582"/>
              <a:gd name="connsiteY2" fmla="*/ 2258074 h 4151426"/>
              <a:gd name="connsiteX3" fmla="*/ 138128 w 3187582"/>
              <a:gd name="connsiteY3" fmla="*/ 2180280 h 4151426"/>
              <a:gd name="connsiteX4" fmla="*/ 299267 w 3187582"/>
              <a:gd name="connsiteY4" fmla="*/ 2054029 h 4151426"/>
              <a:gd name="connsiteX5" fmla="*/ 854167 w 3187582"/>
              <a:gd name="connsiteY5" fmla="*/ 2515396 h 4151426"/>
              <a:gd name="connsiteX6" fmla="*/ 1029275 w 3187582"/>
              <a:gd name="connsiteY6" fmla="*/ 2179619 h 4151426"/>
              <a:gd name="connsiteX7" fmla="*/ 989013 w 3187582"/>
              <a:gd name="connsiteY7" fmla="*/ 1579548 h 4151426"/>
              <a:gd name="connsiteX8" fmla="*/ 1041686 w 3187582"/>
              <a:gd name="connsiteY8" fmla="*/ 1342566 h 4151426"/>
              <a:gd name="connsiteX9" fmla="*/ 1170845 w 3187582"/>
              <a:gd name="connsiteY9" fmla="*/ 1052911 h 4151426"/>
              <a:gd name="connsiteX10" fmla="*/ 1395730 w 3187582"/>
              <a:gd name="connsiteY10" fmla="*/ 768018 h 4151426"/>
              <a:gd name="connsiteX11" fmla="*/ 1697196 w 3187582"/>
              <a:gd name="connsiteY11" fmla="*/ 425689 h 4151426"/>
              <a:gd name="connsiteX12" fmla="*/ 2009426 w 3187582"/>
              <a:gd name="connsiteY12" fmla="*/ 113269 h 4151426"/>
              <a:gd name="connsiteX13" fmla="*/ 2225929 w 3187582"/>
              <a:gd name="connsiteY13" fmla="*/ 4399 h 4151426"/>
              <a:gd name="connsiteX14" fmla="*/ 2723611 w 3187582"/>
              <a:gd name="connsiteY14" fmla="*/ 25925 h 4151426"/>
              <a:gd name="connsiteX15" fmla="*/ 2921862 w 3187582"/>
              <a:gd name="connsiteY15" fmla="*/ 68865 h 4151426"/>
              <a:gd name="connsiteX16" fmla="*/ 3108417 w 3187582"/>
              <a:gd name="connsiteY16" fmla="*/ 267483 h 4151426"/>
              <a:gd name="connsiteX17" fmla="*/ 3187342 w 3187582"/>
              <a:gd name="connsiteY17" fmla="*/ 524470 h 4151426"/>
              <a:gd name="connsiteX18" fmla="*/ 3095181 w 3187582"/>
              <a:gd name="connsiteY18" fmla="*/ 966329 h 4151426"/>
              <a:gd name="connsiteX19" fmla="*/ 3112802 w 3187582"/>
              <a:gd name="connsiteY19" fmla="*/ 1470010 h 4151426"/>
              <a:gd name="connsiteX20" fmla="*/ 3077845 w 3187582"/>
              <a:gd name="connsiteY20" fmla="*/ 1763761 h 4151426"/>
              <a:gd name="connsiteX21" fmla="*/ 3003169 w 3187582"/>
              <a:gd name="connsiteY21" fmla="*/ 2044273 h 4151426"/>
              <a:gd name="connsiteX22" fmla="*/ 2830021 w 3187582"/>
              <a:gd name="connsiteY22" fmla="*/ 2495500 h 4151426"/>
              <a:gd name="connsiteX23" fmla="*/ 2304776 w 3187582"/>
              <a:gd name="connsiteY23" fmla="*/ 2955038 h 4151426"/>
              <a:gd name="connsiteX24" fmla="*/ 2241407 w 3187582"/>
              <a:gd name="connsiteY24" fmla="*/ 3460960 h 4151426"/>
              <a:gd name="connsiteX25" fmla="*/ 2098261 w 3187582"/>
              <a:gd name="connsiteY25" fmla="*/ 4134926 h 4151426"/>
              <a:gd name="connsiteX26" fmla="*/ 1657198 w 3187582"/>
              <a:gd name="connsiteY26" fmla="*/ 3916418 h 4151426"/>
              <a:gd name="connsiteX27" fmla="*/ 1313617 w 3187582"/>
              <a:gd name="connsiteY27" fmla="*/ 3602236 h 4151426"/>
              <a:gd name="connsiteX28" fmla="*/ 1137222 w 3187582"/>
              <a:gd name="connsiteY28" fmla="*/ 3358532 h 4151426"/>
              <a:gd name="connsiteX29" fmla="*/ 832612 w 3187582"/>
              <a:gd name="connsiteY29" fmla="*/ 3374725 h 4151426"/>
              <a:gd name="connsiteX30" fmla="*/ 485331 w 3187582"/>
              <a:gd name="connsiteY30" fmla="*/ 3355103 h 4151426"/>
              <a:gd name="connsiteX31" fmla="*/ 394176 w 3187582"/>
              <a:gd name="connsiteY31" fmla="*/ 3336625 h 4151426"/>
              <a:gd name="connsiteX32" fmla="*/ 202435 w 3187582"/>
              <a:gd name="connsiteY32" fmla="*/ 3077177 h 4151426"/>
              <a:gd name="connsiteX33" fmla="*/ 122788 w 3187582"/>
              <a:gd name="connsiteY33" fmla="*/ 2814170 h 4151426"/>
              <a:gd name="connsiteX0" fmla="*/ 108307 w 3173101"/>
              <a:gd name="connsiteY0" fmla="*/ 2814170 h 4151426"/>
              <a:gd name="connsiteX1" fmla="*/ 39 w 3173101"/>
              <a:gd name="connsiteY1" fmla="*/ 2635574 h 4151426"/>
              <a:gd name="connsiteX2" fmla="*/ 96250 w 3173101"/>
              <a:gd name="connsiteY2" fmla="*/ 2486314 h 4151426"/>
              <a:gd name="connsiteX3" fmla="*/ 123647 w 3173101"/>
              <a:gd name="connsiteY3" fmla="*/ 2180280 h 4151426"/>
              <a:gd name="connsiteX4" fmla="*/ 284786 w 3173101"/>
              <a:gd name="connsiteY4" fmla="*/ 2054029 h 4151426"/>
              <a:gd name="connsiteX5" fmla="*/ 839686 w 3173101"/>
              <a:gd name="connsiteY5" fmla="*/ 2515396 h 4151426"/>
              <a:gd name="connsiteX6" fmla="*/ 1014794 w 3173101"/>
              <a:gd name="connsiteY6" fmla="*/ 2179619 h 4151426"/>
              <a:gd name="connsiteX7" fmla="*/ 974532 w 3173101"/>
              <a:gd name="connsiteY7" fmla="*/ 1579548 h 4151426"/>
              <a:gd name="connsiteX8" fmla="*/ 1027205 w 3173101"/>
              <a:gd name="connsiteY8" fmla="*/ 1342566 h 4151426"/>
              <a:gd name="connsiteX9" fmla="*/ 1156364 w 3173101"/>
              <a:gd name="connsiteY9" fmla="*/ 1052911 h 4151426"/>
              <a:gd name="connsiteX10" fmla="*/ 1381249 w 3173101"/>
              <a:gd name="connsiteY10" fmla="*/ 768018 h 4151426"/>
              <a:gd name="connsiteX11" fmla="*/ 1682715 w 3173101"/>
              <a:gd name="connsiteY11" fmla="*/ 425689 h 4151426"/>
              <a:gd name="connsiteX12" fmla="*/ 1994945 w 3173101"/>
              <a:gd name="connsiteY12" fmla="*/ 113269 h 4151426"/>
              <a:gd name="connsiteX13" fmla="*/ 2211448 w 3173101"/>
              <a:gd name="connsiteY13" fmla="*/ 4399 h 4151426"/>
              <a:gd name="connsiteX14" fmla="*/ 2709130 w 3173101"/>
              <a:gd name="connsiteY14" fmla="*/ 25925 h 4151426"/>
              <a:gd name="connsiteX15" fmla="*/ 2907381 w 3173101"/>
              <a:gd name="connsiteY15" fmla="*/ 68865 h 4151426"/>
              <a:gd name="connsiteX16" fmla="*/ 3093936 w 3173101"/>
              <a:gd name="connsiteY16" fmla="*/ 267483 h 4151426"/>
              <a:gd name="connsiteX17" fmla="*/ 3172861 w 3173101"/>
              <a:gd name="connsiteY17" fmla="*/ 524470 h 4151426"/>
              <a:gd name="connsiteX18" fmla="*/ 3080700 w 3173101"/>
              <a:gd name="connsiteY18" fmla="*/ 966329 h 4151426"/>
              <a:gd name="connsiteX19" fmla="*/ 3098321 w 3173101"/>
              <a:gd name="connsiteY19" fmla="*/ 1470010 h 4151426"/>
              <a:gd name="connsiteX20" fmla="*/ 3063364 w 3173101"/>
              <a:gd name="connsiteY20" fmla="*/ 1763761 h 4151426"/>
              <a:gd name="connsiteX21" fmla="*/ 2988688 w 3173101"/>
              <a:gd name="connsiteY21" fmla="*/ 2044273 h 4151426"/>
              <a:gd name="connsiteX22" fmla="*/ 2815540 w 3173101"/>
              <a:gd name="connsiteY22" fmla="*/ 2495500 h 4151426"/>
              <a:gd name="connsiteX23" fmla="*/ 2290295 w 3173101"/>
              <a:gd name="connsiteY23" fmla="*/ 2955038 h 4151426"/>
              <a:gd name="connsiteX24" fmla="*/ 2226926 w 3173101"/>
              <a:gd name="connsiteY24" fmla="*/ 3460960 h 4151426"/>
              <a:gd name="connsiteX25" fmla="*/ 2083780 w 3173101"/>
              <a:gd name="connsiteY25" fmla="*/ 4134926 h 4151426"/>
              <a:gd name="connsiteX26" fmla="*/ 1642717 w 3173101"/>
              <a:gd name="connsiteY26" fmla="*/ 3916418 h 4151426"/>
              <a:gd name="connsiteX27" fmla="*/ 1299136 w 3173101"/>
              <a:gd name="connsiteY27" fmla="*/ 3602236 h 4151426"/>
              <a:gd name="connsiteX28" fmla="*/ 1122741 w 3173101"/>
              <a:gd name="connsiteY28" fmla="*/ 3358532 h 4151426"/>
              <a:gd name="connsiteX29" fmla="*/ 818131 w 3173101"/>
              <a:gd name="connsiteY29" fmla="*/ 3374725 h 4151426"/>
              <a:gd name="connsiteX30" fmla="*/ 470850 w 3173101"/>
              <a:gd name="connsiteY30" fmla="*/ 3355103 h 4151426"/>
              <a:gd name="connsiteX31" fmla="*/ 379695 w 3173101"/>
              <a:gd name="connsiteY31" fmla="*/ 3336625 h 4151426"/>
              <a:gd name="connsiteX32" fmla="*/ 187954 w 3173101"/>
              <a:gd name="connsiteY32" fmla="*/ 3077177 h 4151426"/>
              <a:gd name="connsiteX33" fmla="*/ 108307 w 317310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284796 w 3173111"/>
              <a:gd name="connsiteY4" fmla="*/ 2054029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253993 w 3173111"/>
              <a:gd name="connsiteY9" fmla="*/ 1061554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930079 h 4267335"/>
              <a:gd name="connsiteX1" fmla="*/ 49 w 3173111"/>
              <a:gd name="connsiteY1" fmla="*/ 2751483 h 4267335"/>
              <a:gd name="connsiteX2" fmla="*/ 96260 w 3173111"/>
              <a:gd name="connsiteY2" fmla="*/ 2602223 h 4267335"/>
              <a:gd name="connsiteX3" fmla="*/ 229552 w 3173111"/>
              <a:gd name="connsiteY3" fmla="*/ 2460483 h 4267335"/>
              <a:gd name="connsiteX4" fmla="*/ 425162 w 3173111"/>
              <a:gd name="connsiteY4" fmla="*/ 2426066 h 4267335"/>
              <a:gd name="connsiteX5" fmla="*/ 839696 w 3173111"/>
              <a:gd name="connsiteY5" fmla="*/ 2631305 h 4267335"/>
              <a:gd name="connsiteX6" fmla="*/ 1014804 w 3173111"/>
              <a:gd name="connsiteY6" fmla="*/ 2295528 h 4267335"/>
              <a:gd name="connsiteX7" fmla="*/ 974619 w 3173111"/>
              <a:gd name="connsiteY7" fmla="*/ 1930445 h 4267335"/>
              <a:gd name="connsiteX8" fmla="*/ 1147355 w 3173111"/>
              <a:gd name="connsiteY8" fmla="*/ 1558500 h 4267335"/>
              <a:gd name="connsiteX9" fmla="*/ 1253993 w 3173111"/>
              <a:gd name="connsiteY9" fmla="*/ 1177463 h 4267335"/>
              <a:gd name="connsiteX10" fmla="*/ 1381259 w 3173111"/>
              <a:gd name="connsiteY10" fmla="*/ 883927 h 4267335"/>
              <a:gd name="connsiteX11" fmla="*/ 1682725 w 3173111"/>
              <a:gd name="connsiteY11" fmla="*/ 541598 h 4267335"/>
              <a:gd name="connsiteX12" fmla="*/ 1994955 w 3173111"/>
              <a:gd name="connsiteY12" fmla="*/ 229178 h 4267335"/>
              <a:gd name="connsiteX13" fmla="*/ 2211458 w 3173111"/>
              <a:gd name="connsiteY13" fmla="*/ 120308 h 4267335"/>
              <a:gd name="connsiteX14" fmla="*/ 2709140 w 3173111"/>
              <a:gd name="connsiteY14" fmla="*/ 141834 h 4267335"/>
              <a:gd name="connsiteX15" fmla="*/ 2944215 w 3173111"/>
              <a:gd name="connsiteY15" fmla="*/ 6592 h 4267335"/>
              <a:gd name="connsiteX16" fmla="*/ 3093946 w 3173111"/>
              <a:gd name="connsiteY16" fmla="*/ 383392 h 4267335"/>
              <a:gd name="connsiteX17" fmla="*/ 3172871 w 3173111"/>
              <a:gd name="connsiteY17" fmla="*/ 640379 h 4267335"/>
              <a:gd name="connsiteX18" fmla="*/ 3080710 w 3173111"/>
              <a:gd name="connsiteY18" fmla="*/ 1082238 h 4267335"/>
              <a:gd name="connsiteX19" fmla="*/ 3098331 w 3173111"/>
              <a:gd name="connsiteY19" fmla="*/ 1585919 h 4267335"/>
              <a:gd name="connsiteX20" fmla="*/ 3063374 w 3173111"/>
              <a:gd name="connsiteY20" fmla="*/ 1879670 h 4267335"/>
              <a:gd name="connsiteX21" fmla="*/ 2988698 w 3173111"/>
              <a:gd name="connsiteY21" fmla="*/ 2160182 h 4267335"/>
              <a:gd name="connsiteX22" fmla="*/ 2815550 w 3173111"/>
              <a:gd name="connsiteY22" fmla="*/ 2611409 h 4267335"/>
              <a:gd name="connsiteX23" fmla="*/ 2290305 w 3173111"/>
              <a:gd name="connsiteY23" fmla="*/ 3070947 h 4267335"/>
              <a:gd name="connsiteX24" fmla="*/ 2226936 w 3173111"/>
              <a:gd name="connsiteY24" fmla="*/ 3576869 h 4267335"/>
              <a:gd name="connsiteX25" fmla="*/ 2083790 w 3173111"/>
              <a:gd name="connsiteY25" fmla="*/ 4250835 h 4267335"/>
              <a:gd name="connsiteX26" fmla="*/ 1642727 w 3173111"/>
              <a:gd name="connsiteY26" fmla="*/ 4032327 h 4267335"/>
              <a:gd name="connsiteX27" fmla="*/ 1299146 w 3173111"/>
              <a:gd name="connsiteY27" fmla="*/ 3718145 h 4267335"/>
              <a:gd name="connsiteX28" fmla="*/ 1122751 w 3173111"/>
              <a:gd name="connsiteY28" fmla="*/ 3474441 h 4267335"/>
              <a:gd name="connsiteX29" fmla="*/ 818141 w 3173111"/>
              <a:gd name="connsiteY29" fmla="*/ 3490634 h 4267335"/>
              <a:gd name="connsiteX30" fmla="*/ 470860 w 3173111"/>
              <a:gd name="connsiteY30" fmla="*/ 3471012 h 4267335"/>
              <a:gd name="connsiteX31" fmla="*/ 379705 w 3173111"/>
              <a:gd name="connsiteY31" fmla="*/ 3452534 h 4267335"/>
              <a:gd name="connsiteX32" fmla="*/ 187964 w 3173111"/>
              <a:gd name="connsiteY32" fmla="*/ 3193086 h 4267335"/>
              <a:gd name="connsiteX33" fmla="*/ 108317 w 3173111"/>
              <a:gd name="connsiteY33" fmla="*/ 2930079 h 4267335"/>
              <a:gd name="connsiteX0" fmla="*/ 108317 w 3173111"/>
              <a:gd name="connsiteY0" fmla="*/ 2926340 h 4263596"/>
              <a:gd name="connsiteX1" fmla="*/ 49 w 3173111"/>
              <a:gd name="connsiteY1" fmla="*/ 2747744 h 4263596"/>
              <a:gd name="connsiteX2" fmla="*/ 96260 w 3173111"/>
              <a:gd name="connsiteY2" fmla="*/ 2598484 h 4263596"/>
              <a:gd name="connsiteX3" fmla="*/ 229552 w 3173111"/>
              <a:gd name="connsiteY3" fmla="*/ 2456744 h 4263596"/>
              <a:gd name="connsiteX4" fmla="*/ 425162 w 3173111"/>
              <a:gd name="connsiteY4" fmla="*/ 2422327 h 4263596"/>
              <a:gd name="connsiteX5" fmla="*/ 839696 w 3173111"/>
              <a:gd name="connsiteY5" fmla="*/ 2627566 h 4263596"/>
              <a:gd name="connsiteX6" fmla="*/ 1014804 w 3173111"/>
              <a:gd name="connsiteY6" fmla="*/ 2291789 h 4263596"/>
              <a:gd name="connsiteX7" fmla="*/ 974619 w 3173111"/>
              <a:gd name="connsiteY7" fmla="*/ 1926706 h 4263596"/>
              <a:gd name="connsiteX8" fmla="*/ 1147355 w 3173111"/>
              <a:gd name="connsiteY8" fmla="*/ 1554761 h 4263596"/>
              <a:gd name="connsiteX9" fmla="*/ 1253993 w 3173111"/>
              <a:gd name="connsiteY9" fmla="*/ 1173724 h 4263596"/>
              <a:gd name="connsiteX10" fmla="*/ 1381259 w 3173111"/>
              <a:gd name="connsiteY10" fmla="*/ 880188 h 4263596"/>
              <a:gd name="connsiteX11" fmla="*/ 1682725 w 3173111"/>
              <a:gd name="connsiteY11" fmla="*/ 537859 h 4263596"/>
              <a:gd name="connsiteX12" fmla="*/ 1994955 w 3173111"/>
              <a:gd name="connsiteY12" fmla="*/ 225439 h 4263596"/>
              <a:gd name="connsiteX13" fmla="*/ 2211458 w 3173111"/>
              <a:gd name="connsiteY13" fmla="*/ 116569 h 4263596"/>
              <a:gd name="connsiteX14" fmla="*/ 2709140 w 3173111"/>
              <a:gd name="connsiteY14" fmla="*/ 138095 h 4263596"/>
              <a:gd name="connsiteX15" fmla="*/ 2944215 w 3173111"/>
              <a:gd name="connsiteY15" fmla="*/ 2853 h 4263596"/>
              <a:gd name="connsiteX16" fmla="*/ 3117213 w 3173111"/>
              <a:gd name="connsiteY16" fmla="*/ 285057 h 4263596"/>
              <a:gd name="connsiteX17" fmla="*/ 3172871 w 3173111"/>
              <a:gd name="connsiteY17" fmla="*/ 636640 h 4263596"/>
              <a:gd name="connsiteX18" fmla="*/ 3080710 w 3173111"/>
              <a:gd name="connsiteY18" fmla="*/ 1078499 h 4263596"/>
              <a:gd name="connsiteX19" fmla="*/ 3098331 w 3173111"/>
              <a:gd name="connsiteY19" fmla="*/ 1582180 h 4263596"/>
              <a:gd name="connsiteX20" fmla="*/ 3063374 w 3173111"/>
              <a:gd name="connsiteY20" fmla="*/ 1875931 h 4263596"/>
              <a:gd name="connsiteX21" fmla="*/ 2988698 w 3173111"/>
              <a:gd name="connsiteY21" fmla="*/ 2156443 h 4263596"/>
              <a:gd name="connsiteX22" fmla="*/ 2815550 w 3173111"/>
              <a:gd name="connsiteY22" fmla="*/ 2607670 h 4263596"/>
              <a:gd name="connsiteX23" fmla="*/ 2290305 w 3173111"/>
              <a:gd name="connsiteY23" fmla="*/ 3067208 h 4263596"/>
              <a:gd name="connsiteX24" fmla="*/ 2226936 w 3173111"/>
              <a:gd name="connsiteY24" fmla="*/ 3573130 h 4263596"/>
              <a:gd name="connsiteX25" fmla="*/ 2083790 w 3173111"/>
              <a:gd name="connsiteY25" fmla="*/ 4247096 h 4263596"/>
              <a:gd name="connsiteX26" fmla="*/ 1642727 w 3173111"/>
              <a:gd name="connsiteY26" fmla="*/ 4028588 h 4263596"/>
              <a:gd name="connsiteX27" fmla="*/ 1299146 w 3173111"/>
              <a:gd name="connsiteY27" fmla="*/ 3714406 h 4263596"/>
              <a:gd name="connsiteX28" fmla="*/ 1122751 w 3173111"/>
              <a:gd name="connsiteY28" fmla="*/ 3470702 h 4263596"/>
              <a:gd name="connsiteX29" fmla="*/ 818141 w 3173111"/>
              <a:gd name="connsiteY29" fmla="*/ 3486895 h 4263596"/>
              <a:gd name="connsiteX30" fmla="*/ 470860 w 3173111"/>
              <a:gd name="connsiteY30" fmla="*/ 3467273 h 4263596"/>
              <a:gd name="connsiteX31" fmla="*/ 379705 w 3173111"/>
              <a:gd name="connsiteY31" fmla="*/ 3448795 h 4263596"/>
              <a:gd name="connsiteX32" fmla="*/ 187964 w 3173111"/>
              <a:gd name="connsiteY32" fmla="*/ 3189347 h 4263596"/>
              <a:gd name="connsiteX33" fmla="*/ 108317 w 3173111"/>
              <a:gd name="connsiteY33" fmla="*/ 2926340 h 4263596"/>
              <a:gd name="connsiteX0" fmla="*/ 108317 w 3123258"/>
              <a:gd name="connsiteY0" fmla="*/ 2926340 h 4263596"/>
              <a:gd name="connsiteX1" fmla="*/ 49 w 3123258"/>
              <a:gd name="connsiteY1" fmla="*/ 2747744 h 4263596"/>
              <a:gd name="connsiteX2" fmla="*/ 96260 w 3123258"/>
              <a:gd name="connsiteY2" fmla="*/ 2598484 h 4263596"/>
              <a:gd name="connsiteX3" fmla="*/ 229552 w 3123258"/>
              <a:gd name="connsiteY3" fmla="*/ 2456744 h 4263596"/>
              <a:gd name="connsiteX4" fmla="*/ 425162 w 3123258"/>
              <a:gd name="connsiteY4" fmla="*/ 2422327 h 4263596"/>
              <a:gd name="connsiteX5" fmla="*/ 839696 w 3123258"/>
              <a:gd name="connsiteY5" fmla="*/ 2627566 h 4263596"/>
              <a:gd name="connsiteX6" fmla="*/ 1014804 w 3123258"/>
              <a:gd name="connsiteY6" fmla="*/ 2291789 h 4263596"/>
              <a:gd name="connsiteX7" fmla="*/ 974619 w 3123258"/>
              <a:gd name="connsiteY7" fmla="*/ 1926706 h 4263596"/>
              <a:gd name="connsiteX8" fmla="*/ 1147355 w 3123258"/>
              <a:gd name="connsiteY8" fmla="*/ 1554761 h 4263596"/>
              <a:gd name="connsiteX9" fmla="*/ 1253993 w 3123258"/>
              <a:gd name="connsiteY9" fmla="*/ 1173724 h 4263596"/>
              <a:gd name="connsiteX10" fmla="*/ 1381259 w 3123258"/>
              <a:gd name="connsiteY10" fmla="*/ 880188 h 4263596"/>
              <a:gd name="connsiteX11" fmla="*/ 1682725 w 3123258"/>
              <a:gd name="connsiteY11" fmla="*/ 537859 h 4263596"/>
              <a:gd name="connsiteX12" fmla="*/ 1994955 w 3123258"/>
              <a:gd name="connsiteY12" fmla="*/ 225439 h 4263596"/>
              <a:gd name="connsiteX13" fmla="*/ 2211458 w 3123258"/>
              <a:gd name="connsiteY13" fmla="*/ 116569 h 4263596"/>
              <a:gd name="connsiteX14" fmla="*/ 2709140 w 3123258"/>
              <a:gd name="connsiteY14" fmla="*/ 138095 h 4263596"/>
              <a:gd name="connsiteX15" fmla="*/ 2944215 w 3123258"/>
              <a:gd name="connsiteY15" fmla="*/ 2853 h 4263596"/>
              <a:gd name="connsiteX16" fmla="*/ 3117213 w 3123258"/>
              <a:gd name="connsiteY16" fmla="*/ 285057 h 4263596"/>
              <a:gd name="connsiteX17" fmla="*/ 3088947 w 3123258"/>
              <a:gd name="connsiteY17" fmla="*/ 574099 h 4263596"/>
              <a:gd name="connsiteX18" fmla="*/ 3080710 w 3123258"/>
              <a:gd name="connsiteY18" fmla="*/ 1078499 h 4263596"/>
              <a:gd name="connsiteX19" fmla="*/ 3098331 w 3123258"/>
              <a:gd name="connsiteY19" fmla="*/ 1582180 h 4263596"/>
              <a:gd name="connsiteX20" fmla="*/ 3063374 w 3123258"/>
              <a:gd name="connsiteY20" fmla="*/ 1875931 h 4263596"/>
              <a:gd name="connsiteX21" fmla="*/ 2988698 w 3123258"/>
              <a:gd name="connsiteY21" fmla="*/ 2156443 h 4263596"/>
              <a:gd name="connsiteX22" fmla="*/ 2815550 w 3123258"/>
              <a:gd name="connsiteY22" fmla="*/ 2607670 h 4263596"/>
              <a:gd name="connsiteX23" fmla="*/ 2290305 w 3123258"/>
              <a:gd name="connsiteY23" fmla="*/ 3067208 h 4263596"/>
              <a:gd name="connsiteX24" fmla="*/ 2226936 w 3123258"/>
              <a:gd name="connsiteY24" fmla="*/ 3573130 h 4263596"/>
              <a:gd name="connsiteX25" fmla="*/ 2083790 w 3123258"/>
              <a:gd name="connsiteY25" fmla="*/ 4247096 h 4263596"/>
              <a:gd name="connsiteX26" fmla="*/ 1642727 w 3123258"/>
              <a:gd name="connsiteY26" fmla="*/ 4028588 h 4263596"/>
              <a:gd name="connsiteX27" fmla="*/ 1299146 w 3123258"/>
              <a:gd name="connsiteY27" fmla="*/ 3714406 h 4263596"/>
              <a:gd name="connsiteX28" fmla="*/ 1122751 w 3123258"/>
              <a:gd name="connsiteY28" fmla="*/ 3470702 h 4263596"/>
              <a:gd name="connsiteX29" fmla="*/ 818141 w 3123258"/>
              <a:gd name="connsiteY29" fmla="*/ 3486895 h 4263596"/>
              <a:gd name="connsiteX30" fmla="*/ 470860 w 3123258"/>
              <a:gd name="connsiteY30" fmla="*/ 3467273 h 4263596"/>
              <a:gd name="connsiteX31" fmla="*/ 379705 w 3123258"/>
              <a:gd name="connsiteY31" fmla="*/ 3448795 h 4263596"/>
              <a:gd name="connsiteX32" fmla="*/ 187964 w 3123258"/>
              <a:gd name="connsiteY32" fmla="*/ 3189347 h 4263596"/>
              <a:gd name="connsiteX33" fmla="*/ 108317 w 3123258"/>
              <a:gd name="connsiteY33" fmla="*/ 2926340 h 4263596"/>
              <a:gd name="connsiteX0" fmla="*/ 108317 w 3123258"/>
              <a:gd name="connsiteY0" fmla="*/ 2979281 h 4316537"/>
              <a:gd name="connsiteX1" fmla="*/ 49 w 3123258"/>
              <a:gd name="connsiteY1" fmla="*/ 2800685 h 4316537"/>
              <a:gd name="connsiteX2" fmla="*/ 96260 w 3123258"/>
              <a:gd name="connsiteY2" fmla="*/ 2651425 h 4316537"/>
              <a:gd name="connsiteX3" fmla="*/ 229552 w 3123258"/>
              <a:gd name="connsiteY3" fmla="*/ 2509685 h 4316537"/>
              <a:gd name="connsiteX4" fmla="*/ 425162 w 3123258"/>
              <a:gd name="connsiteY4" fmla="*/ 2475268 h 4316537"/>
              <a:gd name="connsiteX5" fmla="*/ 839696 w 3123258"/>
              <a:gd name="connsiteY5" fmla="*/ 2680507 h 4316537"/>
              <a:gd name="connsiteX6" fmla="*/ 1014804 w 3123258"/>
              <a:gd name="connsiteY6" fmla="*/ 2344730 h 4316537"/>
              <a:gd name="connsiteX7" fmla="*/ 974619 w 3123258"/>
              <a:gd name="connsiteY7" fmla="*/ 1979647 h 4316537"/>
              <a:gd name="connsiteX8" fmla="*/ 1147355 w 3123258"/>
              <a:gd name="connsiteY8" fmla="*/ 1607702 h 4316537"/>
              <a:gd name="connsiteX9" fmla="*/ 1253993 w 3123258"/>
              <a:gd name="connsiteY9" fmla="*/ 1226665 h 4316537"/>
              <a:gd name="connsiteX10" fmla="*/ 1381259 w 3123258"/>
              <a:gd name="connsiteY10" fmla="*/ 933129 h 4316537"/>
              <a:gd name="connsiteX11" fmla="*/ 1682725 w 3123258"/>
              <a:gd name="connsiteY11" fmla="*/ 590800 h 4316537"/>
              <a:gd name="connsiteX12" fmla="*/ 1994955 w 3123258"/>
              <a:gd name="connsiteY12" fmla="*/ 278380 h 4316537"/>
              <a:gd name="connsiteX13" fmla="*/ 2211458 w 3123258"/>
              <a:gd name="connsiteY13" fmla="*/ 169510 h 4316537"/>
              <a:gd name="connsiteX14" fmla="*/ 2697157 w 3123258"/>
              <a:gd name="connsiteY14" fmla="*/ 8531 h 4316537"/>
              <a:gd name="connsiteX15" fmla="*/ 2944215 w 3123258"/>
              <a:gd name="connsiteY15" fmla="*/ 55794 h 4316537"/>
              <a:gd name="connsiteX16" fmla="*/ 3117213 w 3123258"/>
              <a:gd name="connsiteY16" fmla="*/ 337998 h 4316537"/>
              <a:gd name="connsiteX17" fmla="*/ 3088947 w 3123258"/>
              <a:gd name="connsiteY17" fmla="*/ 627040 h 4316537"/>
              <a:gd name="connsiteX18" fmla="*/ 3080710 w 3123258"/>
              <a:gd name="connsiteY18" fmla="*/ 1131440 h 4316537"/>
              <a:gd name="connsiteX19" fmla="*/ 3098331 w 3123258"/>
              <a:gd name="connsiteY19" fmla="*/ 1635121 h 4316537"/>
              <a:gd name="connsiteX20" fmla="*/ 3063374 w 3123258"/>
              <a:gd name="connsiteY20" fmla="*/ 1928872 h 4316537"/>
              <a:gd name="connsiteX21" fmla="*/ 2988698 w 3123258"/>
              <a:gd name="connsiteY21" fmla="*/ 2209384 h 4316537"/>
              <a:gd name="connsiteX22" fmla="*/ 2815550 w 3123258"/>
              <a:gd name="connsiteY22" fmla="*/ 2660611 h 4316537"/>
              <a:gd name="connsiteX23" fmla="*/ 2290305 w 3123258"/>
              <a:gd name="connsiteY23" fmla="*/ 3120149 h 4316537"/>
              <a:gd name="connsiteX24" fmla="*/ 2226936 w 3123258"/>
              <a:gd name="connsiteY24" fmla="*/ 3626071 h 4316537"/>
              <a:gd name="connsiteX25" fmla="*/ 2083790 w 3123258"/>
              <a:gd name="connsiteY25" fmla="*/ 4300037 h 4316537"/>
              <a:gd name="connsiteX26" fmla="*/ 1642727 w 3123258"/>
              <a:gd name="connsiteY26" fmla="*/ 4081529 h 4316537"/>
              <a:gd name="connsiteX27" fmla="*/ 1299146 w 3123258"/>
              <a:gd name="connsiteY27" fmla="*/ 3767347 h 4316537"/>
              <a:gd name="connsiteX28" fmla="*/ 1122751 w 3123258"/>
              <a:gd name="connsiteY28" fmla="*/ 3523643 h 4316537"/>
              <a:gd name="connsiteX29" fmla="*/ 818141 w 3123258"/>
              <a:gd name="connsiteY29" fmla="*/ 3539836 h 4316537"/>
              <a:gd name="connsiteX30" fmla="*/ 470860 w 3123258"/>
              <a:gd name="connsiteY30" fmla="*/ 3520214 h 4316537"/>
              <a:gd name="connsiteX31" fmla="*/ 379705 w 3123258"/>
              <a:gd name="connsiteY31" fmla="*/ 3501736 h 4316537"/>
              <a:gd name="connsiteX32" fmla="*/ 187964 w 3123258"/>
              <a:gd name="connsiteY32" fmla="*/ 3242288 h 4316537"/>
              <a:gd name="connsiteX33" fmla="*/ 108317 w 3123258"/>
              <a:gd name="connsiteY33" fmla="*/ 2979281 h 4316537"/>
              <a:gd name="connsiteX0" fmla="*/ 108317 w 3123258"/>
              <a:gd name="connsiteY0" fmla="*/ 2979281 h 4320340"/>
              <a:gd name="connsiteX1" fmla="*/ 49 w 3123258"/>
              <a:gd name="connsiteY1" fmla="*/ 2800685 h 4320340"/>
              <a:gd name="connsiteX2" fmla="*/ 96260 w 3123258"/>
              <a:gd name="connsiteY2" fmla="*/ 2651425 h 4320340"/>
              <a:gd name="connsiteX3" fmla="*/ 229552 w 3123258"/>
              <a:gd name="connsiteY3" fmla="*/ 2509685 h 4320340"/>
              <a:gd name="connsiteX4" fmla="*/ 425162 w 3123258"/>
              <a:gd name="connsiteY4" fmla="*/ 2475268 h 4320340"/>
              <a:gd name="connsiteX5" fmla="*/ 839696 w 3123258"/>
              <a:gd name="connsiteY5" fmla="*/ 2680507 h 4320340"/>
              <a:gd name="connsiteX6" fmla="*/ 1014804 w 3123258"/>
              <a:gd name="connsiteY6" fmla="*/ 2344730 h 4320340"/>
              <a:gd name="connsiteX7" fmla="*/ 974619 w 3123258"/>
              <a:gd name="connsiteY7" fmla="*/ 1979647 h 4320340"/>
              <a:gd name="connsiteX8" fmla="*/ 1147355 w 3123258"/>
              <a:gd name="connsiteY8" fmla="*/ 1607702 h 4320340"/>
              <a:gd name="connsiteX9" fmla="*/ 1253993 w 3123258"/>
              <a:gd name="connsiteY9" fmla="*/ 1226665 h 4320340"/>
              <a:gd name="connsiteX10" fmla="*/ 1381259 w 3123258"/>
              <a:gd name="connsiteY10" fmla="*/ 933129 h 4320340"/>
              <a:gd name="connsiteX11" fmla="*/ 1682725 w 3123258"/>
              <a:gd name="connsiteY11" fmla="*/ 590800 h 4320340"/>
              <a:gd name="connsiteX12" fmla="*/ 1994955 w 3123258"/>
              <a:gd name="connsiteY12" fmla="*/ 278380 h 4320340"/>
              <a:gd name="connsiteX13" fmla="*/ 2211458 w 3123258"/>
              <a:gd name="connsiteY13" fmla="*/ 169510 h 4320340"/>
              <a:gd name="connsiteX14" fmla="*/ 2697157 w 3123258"/>
              <a:gd name="connsiteY14" fmla="*/ 8531 h 4320340"/>
              <a:gd name="connsiteX15" fmla="*/ 2944215 w 3123258"/>
              <a:gd name="connsiteY15" fmla="*/ 55794 h 4320340"/>
              <a:gd name="connsiteX16" fmla="*/ 3117213 w 3123258"/>
              <a:gd name="connsiteY16" fmla="*/ 337998 h 4320340"/>
              <a:gd name="connsiteX17" fmla="*/ 3088947 w 3123258"/>
              <a:gd name="connsiteY17" fmla="*/ 627040 h 4320340"/>
              <a:gd name="connsiteX18" fmla="*/ 3080710 w 3123258"/>
              <a:gd name="connsiteY18" fmla="*/ 1131440 h 4320340"/>
              <a:gd name="connsiteX19" fmla="*/ 3098331 w 3123258"/>
              <a:gd name="connsiteY19" fmla="*/ 1635121 h 4320340"/>
              <a:gd name="connsiteX20" fmla="*/ 3063374 w 3123258"/>
              <a:gd name="connsiteY20" fmla="*/ 1928872 h 4320340"/>
              <a:gd name="connsiteX21" fmla="*/ 2988698 w 3123258"/>
              <a:gd name="connsiteY21" fmla="*/ 2209384 h 4320340"/>
              <a:gd name="connsiteX22" fmla="*/ 2815550 w 3123258"/>
              <a:gd name="connsiteY22" fmla="*/ 2660611 h 4320340"/>
              <a:gd name="connsiteX23" fmla="*/ 2290305 w 3123258"/>
              <a:gd name="connsiteY23" fmla="*/ 3120149 h 4320340"/>
              <a:gd name="connsiteX24" fmla="*/ 2095989 w 3123258"/>
              <a:gd name="connsiteY24" fmla="*/ 3557791 h 4320340"/>
              <a:gd name="connsiteX25" fmla="*/ 2083790 w 3123258"/>
              <a:gd name="connsiteY25" fmla="*/ 4300037 h 4320340"/>
              <a:gd name="connsiteX26" fmla="*/ 1642727 w 3123258"/>
              <a:gd name="connsiteY26" fmla="*/ 4081529 h 4320340"/>
              <a:gd name="connsiteX27" fmla="*/ 1299146 w 3123258"/>
              <a:gd name="connsiteY27" fmla="*/ 3767347 h 4320340"/>
              <a:gd name="connsiteX28" fmla="*/ 1122751 w 3123258"/>
              <a:gd name="connsiteY28" fmla="*/ 3523643 h 4320340"/>
              <a:gd name="connsiteX29" fmla="*/ 818141 w 3123258"/>
              <a:gd name="connsiteY29" fmla="*/ 3539836 h 4320340"/>
              <a:gd name="connsiteX30" fmla="*/ 470860 w 3123258"/>
              <a:gd name="connsiteY30" fmla="*/ 3520214 h 4320340"/>
              <a:gd name="connsiteX31" fmla="*/ 379705 w 3123258"/>
              <a:gd name="connsiteY31" fmla="*/ 3501736 h 4320340"/>
              <a:gd name="connsiteX32" fmla="*/ 187964 w 3123258"/>
              <a:gd name="connsiteY32" fmla="*/ 3242288 h 4320340"/>
              <a:gd name="connsiteX33" fmla="*/ 108317 w 3123258"/>
              <a:gd name="connsiteY33" fmla="*/ 2979281 h 4320340"/>
              <a:gd name="connsiteX0" fmla="*/ 108317 w 3123258"/>
              <a:gd name="connsiteY0" fmla="*/ 2979281 h 4126060"/>
              <a:gd name="connsiteX1" fmla="*/ 49 w 3123258"/>
              <a:gd name="connsiteY1" fmla="*/ 2800685 h 4126060"/>
              <a:gd name="connsiteX2" fmla="*/ 96260 w 3123258"/>
              <a:gd name="connsiteY2" fmla="*/ 2651425 h 4126060"/>
              <a:gd name="connsiteX3" fmla="*/ 229552 w 3123258"/>
              <a:gd name="connsiteY3" fmla="*/ 2509685 h 4126060"/>
              <a:gd name="connsiteX4" fmla="*/ 425162 w 3123258"/>
              <a:gd name="connsiteY4" fmla="*/ 2475268 h 4126060"/>
              <a:gd name="connsiteX5" fmla="*/ 839696 w 3123258"/>
              <a:gd name="connsiteY5" fmla="*/ 2680507 h 4126060"/>
              <a:gd name="connsiteX6" fmla="*/ 1014804 w 3123258"/>
              <a:gd name="connsiteY6" fmla="*/ 2344730 h 4126060"/>
              <a:gd name="connsiteX7" fmla="*/ 974619 w 3123258"/>
              <a:gd name="connsiteY7" fmla="*/ 1979647 h 4126060"/>
              <a:gd name="connsiteX8" fmla="*/ 1147355 w 3123258"/>
              <a:gd name="connsiteY8" fmla="*/ 1607702 h 4126060"/>
              <a:gd name="connsiteX9" fmla="*/ 1253993 w 3123258"/>
              <a:gd name="connsiteY9" fmla="*/ 1226665 h 4126060"/>
              <a:gd name="connsiteX10" fmla="*/ 1381259 w 3123258"/>
              <a:gd name="connsiteY10" fmla="*/ 933129 h 4126060"/>
              <a:gd name="connsiteX11" fmla="*/ 1682725 w 3123258"/>
              <a:gd name="connsiteY11" fmla="*/ 590800 h 4126060"/>
              <a:gd name="connsiteX12" fmla="*/ 1994955 w 3123258"/>
              <a:gd name="connsiteY12" fmla="*/ 278380 h 4126060"/>
              <a:gd name="connsiteX13" fmla="*/ 2211458 w 3123258"/>
              <a:gd name="connsiteY13" fmla="*/ 169510 h 4126060"/>
              <a:gd name="connsiteX14" fmla="*/ 2697157 w 3123258"/>
              <a:gd name="connsiteY14" fmla="*/ 8531 h 4126060"/>
              <a:gd name="connsiteX15" fmla="*/ 2944215 w 3123258"/>
              <a:gd name="connsiteY15" fmla="*/ 55794 h 4126060"/>
              <a:gd name="connsiteX16" fmla="*/ 3117213 w 3123258"/>
              <a:gd name="connsiteY16" fmla="*/ 337998 h 4126060"/>
              <a:gd name="connsiteX17" fmla="*/ 3088947 w 3123258"/>
              <a:gd name="connsiteY17" fmla="*/ 627040 h 4126060"/>
              <a:gd name="connsiteX18" fmla="*/ 3080710 w 3123258"/>
              <a:gd name="connsiteY18" fmla="*/ 1131440 h 4126060"/>
              <a:gd name="connsiteX19" fmla="*/ 3098331 w 3123258"/>
              <a:gd name="connsiteY19" fmla="*/ 1635121 h 4126060"/>
              <a:gd name="connsiteX20" fmla="*/ 3063374 w 3123258"/>
              <a:gd name="connsiteY20" fmla="*/ 1928872 h 4126060"/>
              <a:gd name="connsiteX21" fmla="*/ 2988698 w 3123258"/>
              <a:gd name="connsiteY21" fmla="*/ 2209384 h 4126060"/>
              <a:gd name="connsiteX22" fmla="*/ 2815550 w 3123258"/>
              <a:gd name="connsiteY22" fmla="*/ 2660611 h 4126060"/>
              <a:gd name="connsiteX23" fmla="*/ 2290305 w 3123258"/>
              <a:gd name="connsiteY23" fmla="*/ 3120149 h 4126060"/>
              <a:gd name="connsiteX24" fmla="*/ 2095989 w 3123258"/>
              <a:gd name="connsiteY24" fmla="*/ 3557791 h 4126060"/>
              <a:gd name="connsiteX25" fmla="*/ 2030556 w 3123258"/>
              <a:gd name="connsiteY25" fmla="*/ 4067491 h 4126060"/>
              <a:gd name="connsiteX26" fmla="*/ 1642727 w 3123258"/>
              <a:gd name="connsiteY26" fmla="*/ 4081529 h 4126060"/>
              <a:gd name="connsiteX27" fmla="*/ 1299146 w 3123258"/>
              <a:gd name="connsiteY27" fmla="*/ 3767347 h 4126060"/>
              <a:gd name="connsiteX28" fmla="*/ 1122751 w 3123258"/>
              <a:gd name="connsiteY28" fmla="*/ 3523643 h 4126060"/>
              <a:gd name="connsiteX29" fmla="*/ 818141 w 3123258"/>
              <a:gd name="connsiteY29" fmla="*/ 3539836 h 4126060"/>
              <a:gd name="connsiteX30" fmla="*/ 470860 w 3123258"/>
              <a:gd name="connsiteY30" fmla="*/ 3520214 h 4126060"/>
              <a:gd name="connsiteX31" fmla="*/ 379705 w 3123258"/>
              <a:gd name="connsiteY31" fmla="*/ 3501736 h 4126060"/>
              <a:gd name="connsiteX32" fmla="*/ 187964 w 3123258"/>
              <a:gd name="connsiteY32" fmla="*/ 3242288 h 4126060"/>
              <a:gd name="connsiteX33" fmla="*/ 108317 w 3123258"/>
              <a:gd name="connsiteY33" fmla="*/ 2979281 h 4126060"/>
              <a:gd name="connsiteX0" fmla="*/ 108317 w 3123258"/>
              <a:gd name="connsiteY0" fmla="*/ 2979281 h 4137557"/>
              <a:gd name="connsiteX1" fmla="*/ 49 w 3123258"/>
              <a:gd name="connsiteY1" fmla="*/ 2800685 h 4137557"/>
              <a:gd name="connsiteX2" fmla="*/ 96260 w 3123258"/>
              <a:gd name="connsiteY2" fmla="*/ 2651425 h 4137557"/>
              <a:gd name="connsiteX3" fmla="*/ 229552 w 3123258"/>
              <a:gd name="connsiteY3" fmla="*/ 2509685 h 4137557"/>
              <a:gd name="connsiteX4" fmla="*/ 425162 w 3123258"/>
              <a:gd name="connsiteY4" fmla="*/ 2475268 h 4137557"/>
              <a:gd name="connsiteX5" fmla="*/ 839696 w 3123258"/>
              <a:gd name="connsiteY5" fmla="*/ 2680507 h 4137557"/>
              <a:gd name="connsiteX6" fmla="*/ 1014804 w 3123258"/>
              <a:gd name="connsiteY6" fmla="*/ 2344730 h 4137557"/>
              <a:gd name="connsiteX7" fmla="*/ 974619 w 3123258"/>
              <a:gd name="connsiteY7" fmla="*/ 1979647 h 4137557"/>
              <a:gd name="connsiteX8" fmla="*/ 1147355 w 3123258"/>
              <a:gd name="connsiteY8" fmla="*/ 1607702 h 4137557"/>
              <a:gd name="connsiteX9" fmla="*/ 1253993 w 3123258"/>
              <a:gd name="connsiteY9" fmla="*/ 1226665 h 4137557"/>
              <a:gd name="connsiteX10" fmla="*/ 1381259 w 3123258"/>
              <a:gd name="connsiteY10" fmla="*/ 933129 h 4137557"/>
              <a:gd name="connsiteX11" fmla="*/ 1682725 w 3123258"/>
              <a:gd name="connsiteY11" fmla="*/ 590800 h 4137557"/>
              <a:gd name="connsiteX12" fmla="*/ 1994955 w 3123258"/>
              <a:gd name="connsiteY12" fmla="*/ 278380 h 4137557"/>
              <a:gd name="connsiteX13" fmla="*/ 2211458 w 3123258"/>
              <a:gd name="connsiteY13" fmla="*/ 169510 h 4137557"/>
              <a:gd name="connsiteX14" fmla="*/ 2697157 w 3123258"/>
              <a:gd name="connsiteY14" fmla="*/ 8531 h 4137557"/>
              <a:gd name="connsiteX15" fmla="*/ 2944215 w 3123258"/>
              <a:gd name="connsiteY15" fmla="*/ 55794 h 4137557"/>
              <a:gd name="connsiteX16" fmla="*/ 3117213 w 3123258"/>
              <a:gd name="connsiteY16" fmla="*/ 337998 h 4137557"/>
              <a:gd name="connsiteX17" fmla="*/ 3088947 w 3123258"/>
              <a:gd name="connsiteY17" fmla="*/ 627040 h 4137557"/>
              <a:gd name="connsiteX18" fmla="*/ 3080710 w 3123258"/>
              <a:gd name="connsiteY18" fmla="*/ 1131440 h 4137557"/>
              <a:gd name="connsiteX19" fmla="*/ 3098331 w 3123258"/>
              <a:gd name="connsiteY19" fmla="*/ 1635121 h 4137557"/>
              <a:gd name="connsiteX20" fmla="*/ 3063374 w 3123258"/>
              <a:gd name="connsiteY20" fmla="*/ 1928872 h 4137557"/>
              <a:gd name="connsiteX21" fmla="*/ 2988698 w 3123258"/>
              <a:gd name="connsiteY21" fmla="*/ 2209384 h 4137557"/>
              <a:gd name="connsiteX22" fmla="*/ 2815550 w 3123258"/>
              <a:gd name="connsiteY22" fmla="*/ 2660611 h 4137557"/>
              <a:gd name="connsiteX23" fmla="*/ 2290305 w 3123258"/>
              <a:gd name="connsiteY23" fmla="*/ 3120149 h 4137557"/>
              <a:gd name="connsiteX24" fmla="*/ 2095989 w 3123258"/>
              <a:gd name="connsiteY24" fmla="*/ 3557791 h 4137557"/>
              <a:gd name="connsiteX25" fmla="*/ 2030556 w 3123258"/>
              <a:gd name="connsiteY25" fmla="*/ 4067491 h 4137557"/>
              <a:gd name="connsiteX26" fmla="*/ 1642727 w 3123258"/>
              <a:gd name="connsiteY26" fmla="*/ 4081529 h 4137557"/>
              <a:gd name="connsiteX27" fmla="*/ 1393709 w 3123258"/>
              <a:gd name="connsiteY27" fmla="*/ 3586403 h 4137557"/>
              <a:gd name="connsiteX28" fmla="*/ 1122751 w 3123258"/>
              <a:gd name="connsiteY28" fmla="*/ 3523643 h 4137557"/>
              <a:gd name="connsiteX29" fmla="*/ 818141 w 3123258"/>
              <a:gd name="connsiteY29" fmla="*/ 3539836 h 4137557"/>
              <a:gd name="connsiteX30" fmla="*/ 470860 w 3123258"/>
              <a:gd name="connsiteY30" fmla="*/ 3520214 h 4137557"/>
              <a:gd name="connsiteX31" fmla="*/ 379705 w 3123258"/>
              <a:gd name="connsiteY31" fmla="*/ 3501736 h 4137557"/>
              <a:gd name="connsiteX32" fmla="*/ 187964 w 3123258"/>
              <a:gd name="connsiteY32" fmla="*/ 3242288 h 4137557"/>
              <a:gd name="connsiteX33" fmla="*/ 108317 w 3123258"/>
              <a:gd name="connsiteY33" fmla="*/ 2979281 h 4137557"/>
              <a:gd name="connsiteX0" fmla="*/ 108317 w 3123258"/>
              <a:gd name="connsiteY0" fmla="*/ 2979281 h 4080974"/>
              <a:gd name="connsiteX1" fmla="*/ 49 w 3123258"/>
              <a:gd name="connsiteY1" fmla="*/ 2800685 h 4080974"/>
              <a:gd name="connsiteX2" fmla="*/ 96260 w 3123258"/>
              <a:gd name="connsiteY2" fmla="*/ 2651425 h 4080974"/>
              <a:gd name="connsiteX3" fmla="*/ 229552 w 3123258"/>
              <a:gd name="connsiteY3" fmla="*/ 2509685 h 4080974"/>
              <a:gd name="connsiteX4" fmla="*/ 425162 w 3123258"/>
              <a:gd name="connsiteY4" fmla="*/ 2475268 h 4080974"/>
              <a:gd name="connsiteX5" fmla="*/ 839696 w 3123258"/>
              <a:gd name="connsiteY5" fmla="*/ 2680507 h 4080974"/>
              <a:gd name="connsiteX6" fmla="*/ 1014804 w 3123258"/>
              <a:gd name="connsiteY6" fmla="*/ 2344730 h 4080974"/>
              <a:gd name="connsiteX7" fmla="*/ 974619 w 3123258"/>
              <a:gd name="connsiteY7" fmla="*/ 1979647 h 4080974"/>
              <a:gd name="connsiteX8" fmla="*/ 1147355 w 3123258"/>
              <a:gd name="connsiteY8" fmla="*/ 1607702 h 4080974"/>
              <a:gd name="connsiteX9" fmla="*/ 1253993 w 3123258"/>
              <a:gd name="connsiteY9" fmla="*/ 1226665 h 4080974"/>
              <a:gd name="connsiteX10" fmla="*/ 1381259 w 3123258"/>
              <a:gd name="connsiteY10" fmla="*/ 933129 h 4080974"/>
              <a:gd name="connsiteX11" fmla="*/ 1682725 w 3123258"/>
              <a:gd name="connsiteY11" fmla="*/ 590800 h 4080974"/>
              <a:gd name="connsiteX12" fmla="*/ 1994955 w 3123258"/>
              <a:gd name="connsiteY12" fmla="*/ 278380 h 4080974"/>
              <a:gd name="connsiteX13" fmla="*/ 2211458 w 3123258"/>
              <a:gd name="connsiteY13" fmla="*/ 169510 h 4080974"/>
              <a:gd name="connsiteX14" fmla="*/ 2697157 w 3123258"/>
              <a:gd name="connsiteY14" fmla="*/ 8531 h 4080974"/>
              <a:gd name="connsiteX15" fmla="*/ 2944215 w 3123258"/>
              <a:gd name="connsiteY15" fmla="*/ 55794 h 4080974"/>
              <a:gd name="connsiteX16" fmla="*/ 3117213 w 3123258"/>
              <a:gd name="connsiteY16" fmla="*/ 337998 h 4080974"/>
              <a:gd name="connsiteX17" fmla="*/ 3088947 w 3123258"/>
              <a:gd name="connsiteY17" fmla="*/ 627040 h 4080974"/>
              <a:gd name="connsiteX18" fmla="*/ 3080710 w 3123258"/>
              <a:gd name="connsiteY18" fmla="*/ 1131440 h 4080974"/>
              <a:gd name="connsiteX19" fmla="*/ 3098331 w 3123258"/>
              <a:gd name="connsiteY19" fmla="*/ 1635121 h 4080974"/>
              <a:gd name="connsiteX20" fmla="*/ 3063374 w 3123258"/>
              <a:gd name="connsiteY20" fmla="*/ 1928872 h 4080974"/>
              <a:gd name="connsiteX21" fmla="*/ 2988698 w 3123258"/>
              <a:gd name="connsiteY21" fmla="*/ 2209384 h 4080974"/>
              <a:gd name="connsiteX22" fmla="*/ 2815550 w 3123258"/>
              <a:gd name="connsiteY22" fmla="*/ 2660611 h 4080974"/>
              <a:gd name="connsiteX23" fmla="*/ 2290305 w 3123258"/>
              <a:gd name="connsiteY23" fmla="*/ 3120149 h 4080974"/>
              <a:gd name="connsiteX24" fmla="*/ 2095989 w 3123258"/>
              <a:gd name="connsiteY24" fmla="*/ 3557791 h 4080974"/>
              <a:gd name="connsiteX25" fmla="*/ 2030556 w 3123258"/>
              <a:gd name="connsiteY25" fmla="*/ 4067491 h 4080974"/>
              <a:gd name="connsiteX26" fmla="*/ 1653864 w 3123258"/>
              <a:gd name="connsiteY26" fmla="*/ 3903857 h 4080974"/>
              <a:gd name="connsiteX27" fmla="*/ 1393709 w 3123258"/>
              <a:gd name="connsiteY27" fmla="*/ 3586403 h 4080974"/>
              <a:gd name="connsiteX28" fmla="*/ 1122751 w 3123258"/>
              <a:gd name="connsiteY28" fmla="*/ 3523643 h 4080974"/>
              <a:gd name="connsiteX29" fmla="*/ 818141 w 3123258"/>
              <a:gd name="connsiteY29" fmla="*/ 3539836 h 4080974"/>
              <a:gd name="connsiteX30" fmla="*/ 470860 w 3123258"/>
              <a:gd name="connsiteY30" fmla="*/ 3520214 h 4080974"/>
              <a:gd name="connsiteX31" fmla="*/ 379705 w 3123258"/>
              <a:gd name="connsiteY31" fmla="*/ 3501736 h 4080974"/>
              <a:gd name="connsiteX32" fmla="*/ 187964 w 3123258"/>
              <a:gd name="connsiteY32" fmla="*/ 3242288 h 4080974"/>
              <a:gd name="connsiteX33" fmla="*/ 108317 w 3123258"/>
              <a:gd name="connsiteY33" fmla="*/ 2979281 h 4080974"/>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290305 w 3123258"/>
              <a:gd name="connsiteY23" fmla="*/ 3120149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324326 w 3123258"/>
              <a:gd name="connsiteY23" fmla="*/ 3327138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76021"/>
              <a:gd name="connsiteX1" fmla="*/ 49 w 3123258"/>
              <a:gd name="connsiteY1" fmla="*/ 2800685 h 3976021"/>
              <a:gd name="connsiteX2" fmla="*/ 96260 w 3123258"/>
              <a:gd name="connsiteY2" fmla="*/ 2651425 h 3976021"/>
              <a:gd name="connsiteX3" fmla="*/ 229552 w 3123258"/>
              <a:gd name="connsiteY3" fmla="*/ 2509685 h 3976021"/>
              <a:gd name="connsiteX4" fmla="*/ 425162 w 3123258"/>
              <a:gd name="connsiteY4" fmla="*/ 2475268 h 3976021"/>
              <a:gd name="connsiteX5" fmla="*/ 839696 w 3123258"/>
              <a:gd name="connsiteY5" fmla="*/ 2680507 h 3976021"/>
              <a:gd name="connsiteX6" fmla="*/ 1014804 w 3123258"/>
              <a:gd name="connsiteY6" fmla="*/ 2344730 h 3976021"/>
              <a:gd name="connsiteX7" fmla="*/ 974619 w 3123258"/>
              <a:gd name="connsiteY7" fmla="*/ 1979647 h 3976021"/>
              <a:gd name="connsiteX8" fmla="*/ 1147355 w 3123258"/>
              <a:gd name="connsiteY8" fmla="*/ 1607702 h 3976021"/>
              <a:gd name="connsiteX9" fmla="*/ 1253993 w 3123258"/>
              <a:gd name="connsiteY9" fmla="*/ 1226665 h 3976021"/>
              <a:gd name="connsiteX10" fmla="*/ 1381259 w 3123258"/>
              <a:gd name="connsiteY10" fmla="*/ 933129 h 3976021"/>
              <a:gd name="connsiteX11" fmla="*/ 1682725 w 3123258"/>
              <a:gd name="connsiteY11" fmla="*/ 590800 h 3976021"/>
              <a:gd name="connsiteX12" fmla="*/ 1994955 w 3123258"/>
              <a:gd name="connsiteY12" fmla="*/ 278380 h 3976021"/>
              <a:gd name="connsiteX13" fmla="*/ 2211458 w 3123258"/>
              <a:gd name="connsiteY13" fmla="*/ 169510 h 3976021"/>
              <a:gd name="connsiteX14" fmla="*/ 2697157 w 3123258"/>
              <a:gd name="connsiteY14" fmla="*/ 8531 h 3976021"/>
              <a:gd name="connsiteX15" fmla="*/ 2944215 w 3123258"/>
              <a:gd name="connsiteY15" fmla="*/ 55794 h 3976021"/>
              <a:gd name="connsiteX16" fmla="*/ 3117213 w 3123258"/>
              <a:gd name="connsiteY16" fmla="*/ 337998 h 3976021"/>
              <a:gd name="connsiteX17" fmla="*/ 3088947 w 3123258"/>
              <a:gd name="connsiteY17" fmla="*/ 627040 h 3976021"/>
              <a:gd name="connsiteX18" fmla="*/ 3080710 w 3123258"/>
              <a:gd name="connsiteY18" fmla="*/ 1131440 h 3976021"/>
              <a:gd name="connsiteX19" fmla="*/ 3098331 w 3123258"/>
              <a:gd name="connsiteY19" fmla="*/ 1635121 h 3976021"/>
              <a:gd name="connsiteX20" fmla="*/ 3063374 w 3123258"/>
              <a:gd name="connsiteY20" fmla="*/ 1928872 h 3976021"/>
              <a:gd name="connsiteX21" fmla="*/ 2988698 w 3123258"/>
              <a:gd name="connsiteY21" fmla="*/ 2209384 h 3976021"/>
              <a:gd name="connsiteX22" fmla="*/ 2815550 w 3123258"/>
              <a:gd name="connsiteY22" fmla="*/ 2660611 h 3976021"/>
              <a:gd name="connsiteX23" fmla="*/ 2324326 w 3123258"/>
              <a:gd name="connsiteY23" fmla="*/ 3327138 h 3976021"/>
              <a:gd name="connsiteX24" fmla="*/ 2121791 w 3123258"/>
              <a:gd name="connsiteY24" fmla="*/ 3634310 h 3976021"/>
              <a:gd name="connsiteX25" fmla="*/ 1966919 w 3123258"/>
              <a:gd name="connsiteY25" fmla="*/ 3955751 h 3976021"/>
              <a:gd name="connsiteX26" fmla="*/ 1653864 w 3123258"/>
              <a:gd name="connsiteY26" fmla="*/ 3903857 h 3976021"/>
              <a:gd name="connsiteX27" fmla="*/ 1393709 w 3123258"/>
              <a:gd name="connsiteY27" fmla="*/ 3586403 h 3976021"/>
              <a:gd name="connsiteX28" fmla="*/ 1122751 w 3123258"/>
              <a:gd name="connsiteY28" fmla="*/ 3523643 h 3976021"/>
              <a:gd name="connsiteX29" fmla="*/ 818141 w 3123258"/>
              <a:gd name="connsiteY29" fmla="*/ 3539836 h 3976021"/>
              <a:gd name="connsiteX30" fmla="*/ 470860 w 3123258"/>
              <a:gd name="connsiteY30" fmla="*/ 3520214 h 3976021"/>
              <a:gd name="connsiteX31" fmla="*/ 379705 w 3123258"/>
              <a:gd name="connsiteY31" fmla="*/ 3501736 h 3976021"/>
              <a:gd name="connsiteX32" fmla="*/ 187964 w 3123258"/>
              <a:gd name="connsiteY32" fmla="*/ 3242288 h 3976021"/>
              <a:gd name="connsiteX33" fmla="*/ 108317 w 3123258"/>
              <a:gd name="connsiteY33" fmla="*/ 2979281 h 3976021"/>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70860 w 3123258"/>
              <a:gd name="connsiteY30" fmla="*/ 3520214 h 3976020"/>
              <a:gd name="connsiteX31" fmla="*/ 379705 w 3123258"/>
              <a:gd name="connsiteY31" fmla="*/ 3501736 h 3976020"/>
              <a:gd name="connsiteX32" fmla="*/ 187964 w 3123258"/>
              <a:gd name="connsiteY32" fmla="*/ 3242288 h 3976020"/>
              <a:gd name="connsiteX33" fmla="*/ 108317 w 3123258"/>
              <a:gd name="connsiteY33"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379705 w 3123258"/>
              <a:gd name="connsiteY31" fmla="*/ 3501736 h 3976020"/>
              <a:gd name="connsiteX32" fmla="*/ 187964 w 3123258"/>
              <a:gd name="connsiteY32" fmla="*/ 3242288 h 3976020"/>
              <a:gd name="connsiteX33" fmla="*/ 108317 w 3123258"/>
              <a:gd name="connsiteY33"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187964 w 3123258"/>
              <a:gd name="connsiteY31" fmla="*/ 3242288 h 3976020"/>
              <a:gd name="connsiteX32" fmla="*/ 108317 w 3123258"/>
              <a:gd name="connsiteY32" fmla="*/ 2979281 h 3976020"/>
              <a:gd name="connsiteX0" fmla="*/ 108317 w 3123258"/>
              <a:gd name="connsiteY0" fmla="*/ 2979281 h 3976020"/>
              <a:gd name="connsiteX1" fmla="*/ 49 w 3123258"/>
              <a:gd name="connsiteY1" fmla="*/ 2800685 h 3976020"/>
              <a:gd name="connsiteX2" fmla="*/ 96260 w 3123258"/>
              <a:gd name="connsiteY2" fmla="*/ 2651425 h 3976020"/>
              <a:gd name="connsiteX3" fmla="*/ 229552 w 3123258"/>
              <a:gd name="connsiteY3" fmla="*/ 2509685 h 3976020"/>
              <a:gd name="connsiteX4" fmla="*/ 425162 w 3123258"/>
              <a:gd name="connsiteY4" fmla="*/ 2475268 h 3976020"/>
              <a:gd name="connsiteX5" fmla="*/ 839696 w 3123258"/>
              <a:gd name="connsiteY5" fmla="*/ 2680507 h 3976020"/>
              <a:gd name="connsiteX6" fmla="*/ 1014804 w 3123258"/>
              <a:gd name="connsiteY6" fmla="*/ 2344730 h 3976020"/>
              <a:gd name="connsiteX7" fmla="*/ 974619 w 3123258"/>
              <a:gd name="connsiteY7" fmla="*/ 1979647 h 3976020"/>
              <a:gd name="connsiteX8" fmla="*/ 1147355 w 3123258"/>
              <a:gd name="connsiteY8" fmla="*/ 1607702 h 3976020"/>
              <a:gd name="connsiteX9" fmla="*/ 1253993 w 3123258"/>
              <a:gd name="connsiteY9" fmla="*/ 1226665 h 3976020"/>
              <a:gd name="connsiteX10" fmla="*/ 1381259 w 3123258"/>
              <a:gd name="connsiteY10" fmla="*/ 933129 h 3976020"/>
              <a:gd name="connsiteX11" fmla="*/ 1682725 w 3123258"/>
              <a:gd name="connsiteY11" fmla="*/ 590800 h 3976020"/>
              <a:gd name="connsiteX12" fmla="*/ 1994955 w 3123258"/>
              <a:gd name="connsiteY12" fmla="*/ 278380 h 3976020"/>
              <a:gd name="connsiteX13" fmla="*/ 2211458 w 3123258"/>
              <a:gd name="connsiteY13" fmla="*/ 169510 h 3976020"/>
              <a:gd name="connsiteX14" fmla="*/ 2697157 w 3123258"/>
              <a:gd name="connsiteY14" fmla="*/ 8531 h 3976020"/>
              <a:gd name="connsiteX15" fmla="*/ 2944215 w 3123258"/>
              <a:gd name="connsiteY15" fmla="*/ 55794 h 3976020"/>
              <a:gd name="connsiteX16" fmla="*/ 3117213 w 3123258"/>
              <a:gd name="connsiteY16" fmla="*/ 337998 h 3976020"/>
              <a:gd name="connsiteX17" fmla="*/ 3088947 w 3123258"/>
              <a:gd name="connsiteY17" fmla="*/ 627040 h 3976020"/>
              <a:gd name="connsiteX18" fmla="*/ 3080710 w 3123258"/>
              <a:gd name="connsiteY18" fmla="*/ 1131440 h 3976020"/>
              <a:gd name="connsiteX19" fmla="*/ 3098331 w 3123258"/>
              <a:gd name="connsiteY19" fmla="*/ 1635121 h 3976020"/>
              <a:gd name="connsiteX20" fmla="*/ 3063374 w 3123258"/>
              <a:gd name="connsiteY20" fmla="*/ 1928872 h 3976020"/>
              <a:gd name="connsiteX21" fmla="*/ 2988698 w 3123258"/>
              <a:gd name="connsiteY21" fmla="*/ 2209384 h 3976020"/>
              <a:gd name="connsiteX22" fmla="*/ 2815550 w 3123258"/>
              <a:gd name="connsiteY22" fmla="*/ 2660611 h 3976020"/>
              <a:gd name="connsiteX23" fmla="*/ 2324326 w 3123258"/>
              <a:gd name="connsiteY23" fmla="*/ 3327138 h 3976020"/>
              <a:gd name="connsiteX24" fmla="*/ 2121791 w 3123258"/>
              <a:gd name="connsiteY24" fmla="*/ 3634310 h 3976020"/>
              <a:gd name="connsiteX25" fmla="*/ 1966919 w 3123258"/>
              <a:gd name="connsiteY25" fmla="*/ 3955751 h 3976020"/>
              <a:gd name="connsiteX26" fmla="*/ 1653864 w 3123258"/>
              <a:gd name="connsiteY26" fmla="*/ 3903857 h 3976020"/>
              <a:gd name="connsiteX27" fmla="*/ 1393709 w 3123258"/>
              <a:gd name="connsiteY27" fmla="*/ 3586403 h 3976020"/>
              <a:gd name="connsiteX28" fmla="*/ 1122751 w 3123258"/>
              <a:gd name="connsiteY28" fmla="*/ 3523643 h 3976020"/>
              <a:gd name="connsiteX29" fmla="*/ 828136 w 3123258"/>
              <a:gd name="connsiteY29" fmla="*/ 3476265 h 3976020"/>
              <a:gd name="connsiteX30" fmla="*/ 489567 w 3123258"/>
              <a:gd name="connsiteY30" fmla="*/ 3496705 h 3976020"/>
              <a:gd name="connsiteX31" fmla="*/ 238231 w 3123258"/>
              <a:gd name="connsiteY31" fmla="*/ 3220665 h 3976020"/>
              <a:gd name="connsiteX32" fmla="*/ 108317 w 3123258"/>
              <a:gd name="connsiteY32" fmla="*/ 2979281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53284 w 3038311"/>
              <a:gd name="connsiteY30" fmla="*/ 3220665 h 3976020"/>
              <a:gd name="connsiteX31" fmla="*/ 23370 w 3038311"/>
              <a:gd name="connsiteY31" fmla="*/ 2979281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53284 w 3038311"/>
              <a:gd name="connsiteY30" fmla="*/ 3220665 h 3976020"/>
              <a:gd name="connsiteX31" fmla="*/ 117461 w 3038311"/>
              <a:gd name="connsiteY31" fmla="*/ 3111615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30" fmla="*/ 117461 w 3038311"/>
              <a:gd name="connsiteY30" fmla="*/ 3111615 h 3976020"/>
              <a:gd name="connsiteX0" fmla="*/ 23370 w 3038311"/>
              <a:gd name="connsiteY0" fmla="*/ 2979281 h 3976020"/>
              <a:gd name="connsiteX1" fmla="*/ 11313 w 3038311"/>
              <a:gd name="connsiteY1" fmla="*/ 2651425 h 3976020"/>
              <a:gd name="connsiteX2" fmla="*/ 144605 w 3038311"/>
              <a:gd name="connsiteY2" fmla="*/ 2509685 h 3976020"/>
              <a:gd name="connsiteX3" fmla="*/ 340215 w 3038311"/>
              <a:gd name="connsiteY3" fmla="*/ 2475268 h 3976020"/>
              <a:gd name="connsiteX4" fmla="*/ 754749 w 3038311"/>
              <a:gd name="connsiteY4" fmla="*/ 2680507 h 3976020"/>
              <a:gd name="connsiteX5" fmla="*/ 929857 w 3038311"/>
              <a:gd name="connsiteY5" fmla="*/ 2344730 h 3976020"/>
              <a:gd name="connsiteX6" fmla="*/ 889672 w 3038311"/>
              <a:gd name="connsiteY6" fmla="*/ 1979647 h 3976020"/>
              <a:gd name="connsiteX7" fmla="*/ 1062408 w 3038311"/>
              <a:gd name="connsiteY7" fmla="*/ 1607702 h 3976020"/>
              <a:gd name="connsiteX8" fmla="*/ 1169046 w 3038311"/>
              <a:gd name="connsiteY8" fmla="*/ 1226665 h 3976020"/>
              <a:gd name="connsiteX9" fmla="*/ 1296312 w 3038311"/>
              <a:gd name="connsiteY9" fmla="*/ 933129 h 3976020"/>
              <a:gd name="connsiteX10" fmla="*/ 1597778 w 3038311"/>
              <a:gd name="connsiteY10" fmla="*/ 590800 h 3976020"/>
              <a:gd name="connsiteX11" fmla="*/ 1910008 w 3038311"/>
              <a:gd name="connsiteY11" fmla="*/ 278380 h 3976020"/>
              <a:gd name="connsiteX12" fmla="*/ 2126511 w 3038311"/>
              <a:gd name="connsiteY12" fmla="*/ 169510 h 3976020"/>
              <a:gd name="connsiteX13" fmla="*/ 2612210 w 3038311"/>
              <a:gd name="connsiteY13" fmla="*/ 8531 h 3976020"/>
              <a:gd name="connsiteX14" fmla="*/ 2859268 w 3038311"/>
              <a:gd name="connsiteY14" fmla="*/ 55794 h 3976020"/>
              <a:gd name="connsiteX15" fmla="*/ 3032266 w 3038311"/>
              <a:gd name="connsiteY15" fmla="*/ 337998 h 3976020"/>
              <a:gd name="connsiteX16" fmla="*/ 3004000 w 3038311"/>
              <a:gd name="connsiteY16" fmla="*/ 627040 h 3976020"/>
              <a:gd name="connsiteX17" fmla="*/ 2995763 w 3038311"/>
              <a:gd name="connsiteY17" fmla="*/ 1131440 h 3976020"/>
              <a:gd name="connsiteX18" fmla="*/ 3013384 w 3038311"/>
              <a:gd name="connsiteY18" fmla="*/ 1635121 h 3976020"/>
              <a:gd name="connsiteX19" fmla="*/ 2978427 w 3038311"/>
              <a:gd name="connsiteY19" fmla="*/ 1928872 h 3976020"/>
              <a:gd name="connsiteX20" fmla="*/ 2903751 w 3038311"/>
              <a:gd name="connsiteY20" fmla="*/ 2209384 h 3976020"/>
              <a:gd name="connsiteX21" fmla="*/ 2730603 w 3038311"/>
              <a:gd name="connsiteY21" fmla="*/ 2660611 h 3976020"/>
              <a:gd name="connsiteX22" fmla="*/ 2239379 w 3038311"/>
              <a:gd name="connsiteY22" fmla="*/ 3327138 h 3976020"/>
              <a:gd name="connsiteX23" fmla="*/ 2036844 w 3038311"/>
              <a:gd name="connsiteY23" fmla="*/ 3634310 h 3976020"/>
              <a:gd name="connsiteX24" fmla="*/ 1881972 w 3038311"/>
              <a:gd name="connsiteY24" fmla="*/ 3955751 h 3976020"/>
              <a:gd name="connsiteX25" fmla="*/ 1568917 w 3038311"/>
              <a:gd name="connsiteY25" fmla="*/ 3903857 h 3976020"/>
              <a:gd name="connsiteX26" fmla="*/ 1308762 w 3038311"/>
              <a:gd name="connsiteY26" fmla="*/ 3586403 h 3976020"/>
              <a:gd name="connsiteX27" fmla="*/ 1037804 w 3038311"/>
              <a:gd name="connsiteY27" fmla="*/ 3523643 h 3976020"/>
              <a:gd name="connsiteX28" fmla="*/ 743189 w 3038311"/>
              <a:gd name="connsiteY28" fmla="*/ 3476265 h 3976020"/>
              <a:gd name="connsiteX29" fmla="*/ 404620 w 3038311"/>
              <a:gd name="connsiteY29" fmla="*/ 3496705 h 3976020"/>
              <a:gd name="connsiteX0" fmla="*/ 0 w 3026998"/>
              <a:gd name="connsiteY0" fmla="*/ 2651425 h 3976020"/>
              <a:gd name="connsiteX1" fmla="*/ 133292 w 3026998"/>
              <a:gd name="connsiteY1" fmla="*/ 2509685 h 3976020"/>
              <a:gd name="connsiteX2" fmla="*/ 328902 w 3026998"/>
              <a:gd name="connsiteY2" fmla="*/ 2475268 h 3976020"/>
              <a:gd name="connsiteX3" fmla="*/ 743436 w 3026998"/>
              <a:gd name="connsiteY3" fmla="*/ 2680507 h 3976020"/>
              <a:gd name="connsiteX4" fmla="*/ 918544 w 3026998"/>
              <a:gd name="connsiteY4" fmla="*/ 2344730 h 3976020"/>
              <a:gd name="connsiteX5" fmla="*/ 878359 w 3026998"/>
              <a:gd name="connsiteY5" fmla="*/ 1979647 h 3976020"/>
              <a:gd name="connsiteX6" fmla="*/ 1051095 w 3026998"/>
              <a:gd name="connsiteY6" fmla="*/ 1607702 h 3976020"/>
              <a:gd name="connsiteX7" fmla="*/ 1157733 w 3026998"/>
              <a:gd name="connsiteY7" fmla="*/ 1226665 h 3976020"/>
              <a:gd name="connsiteX8" fmla="*/ 1284999 w 3026998"/>
              <a:gd name="connsiteY8" fmla="*/ 933129 h 3976020"/>
              <a:gd name="connsiteX9" fmla="*/ 1586465 w 3026998"/>
              <a:gd name="connsiteY9" fmla="*/ 590800 h 3976020"/>
              <a:gd name="connsiteX10" fmla="*/ 1898695 w 3026998"/>
              <a:gd name="connsiteY10" fmla="*/ 278380 h 3976020"/>
              <a:gd name="connsiteX11" fmla="*/ 2115198 w 3026998"/>
              <a:gd name="connsiteY11" fmla="*/ 169510 h 3976020"/>
              <a:gd name="connsiteX12" fmla="*/ 2600897 w 3026998"/>
              <a:gd name="connsiteY12" fmla="*/ 8531 h 3976020"/>
              <a:gd name="connsiteX13" fmla="*/ 2847955 w 3026998"/>
              <a:gd name="connsiteY13" fmla="*/ 55794 h 3976020"/>
              <a:gd name="connsiteX14" fmla="*/ 3020953 w 3026998"/>
              <a:gd name="connsiteY14" fmla="*/ 337998 h 3976020"/>
              <a:gd name="connsiteX15" fmla="*/ 2992687 w 3026998"/>
              <a:gd name="connsiteY15" fmla="*/ 627040 h 3976020"/>
              <a:gd name="connsiteX16" fmla="*/ 2984450 w 3026998"/>
              <a:gd name="connsiteY16" fmla="*/ 1131440 h 3976020"/>
              <a:gd name="connsiteX17" fmla="*/ 3002071 w 3026998"/>
              <a:gd name="connsiteY17" fmla="*/ 1635121 h 3976020"/>
              <a:gd name="connsiteX18" fmla="*/ 2967114 w 3026998"/>
              <a:gd name="connsiteY18" fmla="*/ 1928872 h 3976020"/>
              <a:gd name="connsiteX19" fmla="*/ 2892438 w 3026998"/>
              <a:gd name="connsiteY19" fmla="*/ 2209384 h 3976020"/>
              <a:gd name="connsiteX20" fmla="*/ 2719290 w 3026998"/>
              <a:gd name="connsiteY20" fmla="*/ 2660611 h 3976020"/>
              <a:gd name="connsiteX21" fmla="*/ 2228066 w 3026998"/>
              <a:gd name="connsiteY21" fmla="*/ 3327138 h 3976020"/>
              <a:gd name="connsiteX22" fmla="*/ 2025531 w 3026998"/>
              <a:gd name="connsiteY22" fmla="*/ 3634310 h 3976020"/>
              <a:gd name="connsiteX23" fmla="*/ 1870659 w 3026998"/>
              <a:gd name="connsiteY23" fmla="*/ 3955751 h 3976020"/>
              <a:gd name="connsiteX24" fmla="*/ 1557604 w 3026998"/>
              <a:gd name="connsiteY24" fmla="*/ 3903857 h 3976020"/>
              <a:gd name="connsiteX25" fmla="*/ 1297449 w 3026998"/>
              <a:gd name="connsiteY25" fmla="*/ 3586403 h 3976020"/>
              <a:gd name="connsiteX26" fmla="*/ 1026491 w 3026998"/>
              <a:gd name="connsiteY26" fmla="*/ 3523643 h 3976020"/>
              <a:gd name="connsiteX27" fmla="*/ 731876 w 3026998"/>
              <a:gd name="connsiteY27" fmla="*/ 3476265 h 3976020"/>
              <a:gd name="connsiteX28" fmla="*/ 393307 w 3026998"/>
              <a:gd name="connsiteY28" fmla="*/ 3496705 h 3976020"/>
              <a:gd name="connsiteX0" fmla="*/ 0 w 2893706"/>
              <a:gd name="connsiteY0" fmla="*/ 2509685 h 3976020"/>
              <a:gd name="connsiteX1" fmla="*/ 195610 w 2893706"/>
              <a:gd name="connsiteY1" fmla="*/ 2475268 h 3976020"/>
              <a:gd name="connsiteX2" fmla="*/ 610144 w 2893706"/>
              <a:gd name="connsiteY2" fmla="*/ 2680507 h 3976020"/>
              <a:gd name="connsiteX3" fmla="*/ 785252 w 2893706"/>
              <a:gd name="connsiteY3" fmla="*/ 2344730 h 3976020"/>
              <a:gd name="connsiteX4" fmla="*/ 745067 w 2893706"/>
              <a:gd name="connsiteY4" fmla="*/ 1979647 h 3976020"/>
              <a:gd name="connsiteX5" fmla="*/ 917803 w 2893706"/>
              <a:gd name="connsiteY5" fmla="*/ 1607702 h 3976020"/>
              <a:gd name="connsiteX6" fmla="*/ 1024441 w 2893706"/>
              <a:gd name="connsiteY6" fmla="*/ 1226665 h 3976020"/>
              <a:gd name="connsiteX7" fmla="*/ 1151707 w 2893706"/>
              <a:gd name="connsiteY7" fmla="*/ 933129 h 3976020"/>
              <a:gd name="connsiteX8" fmla="*/ 1453173 w 2893706"/>
              <a:gd name="connsiteY8" fmla="*/ 590800 h 3976020"/>
              <a:gd name="connsiteX9" fmla="*/ 1765403 w 2893706"/>
              <a:gd name="connsiteY9" fmla="*/ 278380 h 3976020"/>
              <a:gd name="connsiteX10" fmla="*/ 1981906 w 2893706"/>
              <a:gd name="connsiteY10" fmla="*/ 169510 h 3976020"/>
              <a:gd name="connsiteX11" fmla="*/ 2467605 w 2893706"/>
              <a:gd name="connsiteY11" fmla="*/ 8531 h 3976020"/>
              <a:gd name="connsiteX12" fmla="*/ 2714663 w 2893706"/>
              <a:gd name="connsiteY12" fmla="*/ 55794 h 3976020"/>
              <a:gd name="connsiteX13" fmla="*/ 2887661 w 2893706"/>
              <a:gd name="connsiteY13" fmla="*/ 337998 h 3976020"/>
              <a:gd name="connsiteX14" fmla="*/ 2859395 w 2893706"/>
              <a:gd name="connsiteY14" fmla="*/ 627040 h 3976020"/>
              <a:gd name="connsiteX15" fmla="*/ 2851158 w 2893706"/>
              <a:gd name="connsiteY15" fmla="*/ 1131440 h 3976020"/>
              <a:gd name="connsiteX16" fmla="*/ 2868779 w 2893706"/>
              <a:gd name="connsiteY16" fmla="*/ 1635121 h 3976020"/>
              <a:gd name="connsiteX17" fmla="*/ 2833822 w 2893706"/>
              <a:gd name="connsiteY17" fmla="*/ 1928872 h 3976020"/>
              <a:gd name="connsiteX18" fmla="*/ 2759146 w 2893706"/>
              <a:gd name="connsiteY18" fmla="*/ 2209384 h 3976020"/>
              <a:gd name="connsiteX19" fmla="*/ 2585998 w 2893706"/>
              <a:gd name="connsiteY19" fmla="*/ 2660611 h 3976020"/>
              <a:gd name="connsiteX20" fmla="*/ 2094774 w 2893706"/>
              <a:gd name="connsiteY20" fmla="*/ 3327138 h 3976020"/>
              <a:gd name="connsiteX21" fmla="*/ 1892239 w 2893706"/>
              <a:gd name="connsiteY21" fmla="*/ 3634310 h 3976020"/>
              <a:gd name="connsiteX22" fmla="*/ 1737367 w 2893706"/>
              <a:gd name="connsiteY22" fmla="*/ 3955751 h 3976020"/>
              <a:gd name="connsiteX23" fmla="*/ 1424312 w 2893706"/>
              <a:gd name="connsiteY23" fmla="*/ 3903857 h 3976020"/>
              <a:gd name="connsiteX24" fmla="*/ 1164157 w 2893706"/>
              <a:gd name="connsiteY24" fmla="*/ 3586403 h 3976020"/>
              <a:gd name="connsiteX25" fmla="*/ 893199 w 2893706"/>
              <a:gd name="connsiteY25" fmla="*/ 3523643 h 3976020"/>
              <a:gd name="connsiteX26" fmla="*/ 598584 w 2893706"/>
              <a:gd name="connsiteY26" fmla="*/ 3476265 h 3976020"/>
              <a:gd name="connsiteX27" fmla="*/ 260015 w 2893706"/>
              <a:gd name="connsiteY27" fmla="*/ 3496705 h 3976020"/>
              <a:gd name="connsiteX0" fmla="*/ 0 w 2854593"/>
              <a:gd name="connsiteY0" fmla="*/ 2485043 h 3976020"/>
              <a:gd name="connsiteX1" fmla="*/ 156497 w 2854593"/>
              <a:gd name="connsiteY1" fmla="*/ 2475268 h 3976020"/>
              <a:gd name="connsiteX2" fmla="*/ 571031 w 2854593"/>
              <a:gd name="connsiteY2" fmla="*/ 2680507 h 3976020"/>
              <a:gd name="connsiteX3" fmla="*/ 746139 w 2854593"/>
              <a:gd name="connsiteY3" fmla="*/ 2344730 h 3976020"/>
              <a:gd name="connsiteX4" fmla="*/ 705954 w 2854593"/>
              <a:gd name="connsiteY4" fmla="*/ 1979647 h 3976020"/>
              <a:gd name="connsiteX5" fmla="*/ 878690 w 2854593"/>
              <a:gd name="connsiteY5" fmla="*/ 1607702 h 3976020"/>
              <a:gd name="connsiteX6" fmla="*/ 985328 w 2854593"/>
              <a:gd name="connsiteY6" fmla="*/ 1226665 h 3976020"/>
              <a:gd name="connsiteX7" fmla="*/ 1112594 w 2854593"/>
              <a:gd name="connsiteY7" fmla="*/ 933129 h 3976020"/>
              <a:gd name="connsiteX8" fmla="*/ 1414060 w 2854593"/>
              <a:gd name="connsiteY8" fmla="*/ 590800 h 3976020"/>
              <a:gd name="connsiteX9" fmla="*/ 1726290 w 2854593"/>
              <a:gd name="connsiteY9" fmla="*/ 278380 h 3976020"/>
              <a:gd name="connsiteX10" fmla="*/ 1942793 w 2854593"/>
              <a:gd name="connsiteY10" fmla="*/ 169510 h 3976020"/>
              <a:gd name="connsiteX11" fmla="*/ 2428492 w 2854593"/>
              <a:gd name="connsiteY11" fmla="*/ 8531 h 3976020"/>
              <a:gd name="connsiteX12" fmla="*/ 2675550 w 2854593"/>
              <a:gd name="connsiteY12" fmla="*/ 55794 h 3976020"/>
              <a:gd name="connsiteX13" fmla="*/ 2848548 w 2854593"/>
              <a:gd name="connsiteY13" fmla="*/ 337998 h 3976020"/>
              <a:gd name="connsiteX14" fmla="*/ 2820282 w 2854593"/>
              <a:gd name="connsiteY14" fmla="*/ 627040 h 3976020"/>
              <a:gd name="connsiteX15" fmla="*/ 2812045 w 2854593"/>
              <a:gd name="connsiteY15" fmla="*/ 1131440 h 3976020"/>
              <a:gd name="connsiteX16" fmla="*/ 2829666 w 2854593"/>
              <a:gd name="connsiteY16" fmla="*/ 1635121 h 3976020"/>
              <a:gd name="connsiteX17" fmla="*/ 2794709 w 2854593"/>
              <a:gd name="connsiteY17" fmla="*/ 1928872 h 3976020"/>
              <a:gd name="connsiteX18" fmla="*/ 2720033 w 2854593"/>
              <a:gd name="connsiteY18" fmla="*/ 2209384 h 3976020"/>
              <a:gd name="connsiteX19" fmla="*/ 2546885 w 2854593"/>
              <a:gd name="connsiteY19" fmla="*/ 2660611 h 3976020"/>
              <a:gd name="connsiteX20" fmla="*/ 2055661 w 2854593"/>
              <a:gd name="connsiteY20" fmla="*/ 3327138 h 3976020"/>
              <a:gd name="connsiteX21" fmla="*/ 1853126 w 2854593"/>
              <a:gd name="connsiteY21" fmla="*/ 3634310 h 3976020"/>
              <a:gd name="connsiteX22" fmla="*/ 1698254 w 2854593"/>
              <a:gd name="connsiteY22" fmla="*/ 3955751 h 3976020"/>
              <a:gd name="connsiteX23" fmla="*/ 1385199 w 2854593"/>
              <a:gd name="connsiteY23" fmla="*/ 3903857 h 3976020"/>
              <a:gd name="connsiteX24" fmla="*/ 1125044 w 2854593"/>
              <a:gd name="connsiteY24" fmla="*/ 3586403 h 3976020"/>
              <a:gd name="connsiteX25" fmla="*/ 854086 w 2854593"/>
              <a:gd name="connsiteY25" fmla="*/ 3523643 h 3976020"/>
              <a:gd name="connsiteX26" fmla="*/ 559471 w 2854593"/>
              <a:gd name="connsiteY26" fmla="*/ 3476265 h 3976020"/>
              <a:gd name="connsiteX27" fmla="*/ 220902 w 2854593"/>
              <a:gd name="connsiteY27" fmla="*/ 3496705 h 3976020"/>
              <a:gd name="connsiteX0" fmla="*/ 0 w 2890216"/>
              <a:gd name="connsiteY0" fmla="*/ 2483934 h 3974911"/>
              <a:gd name="connsiteX1" fmla="*/ 156497 w 2890216"/>
              <a:gd name="connsiteY1" fmla="*/ 2474159 h 3974911"/>
              <a:gd name="connsiteX2" fmla="*/ 571031 w 2890216"/>
              <a:gd name="connsiteY2" fmla="*/ 2679398 h 3974911"/>
              <a:gd name="connsiteX3" fmla="*/ 746139 w 2890216"/>
              <a:gd name="connsiteY3" fmla="*/ 2343621 h 3974911"/>
              <a:gd name="connsiteX4" fmla="*/ 705954 w 2890216"/>
              <a:gd name="connsiteY4" fmla="*/ 1978538 h 3974911"/>
              <a:gd name="connsiteX5" fmla="*/ 878690 w 2890216"/>
              <a:gd name="connsiteY5" fmla="*/ 1606593 h 3974911"/>
              <a:gd name="connsiteX6" fmla="*/ 985328 w 2890216"/>
              <a:gd name="connsiteY6" fmla="*/ 1225556 h 3974911"/>
              <a:gd name="connsiteX7" fmla="*/ 1112594 w 2890216"/>
              <a:gd name="connsiteY7" fmla="*/ 932020 h 3974911"/>
              <a:gd name="connsiteX8" fmla="*/ 1414060 w 2890216"/>
              <a:gd name="connsiteY8" fmla="*/ 589691 h 3974911"/>
              <a:gd name="connsiteX9" fmla="*/ 1726290 w 2890216"/>
              <a:gd name="connsiteY9" fmla="*/ 277271 h 3974911"/>
              <a:gd name="connsiteX10" fmla="*/ 1942793 w 2890216"/>
              <a:gd name="connsiteY10" fmla="*/ 168401 h 3974911"/>
              <a:gd name="connsiteX11" fmla="*/ 2428492 w 2890216"/>
              <a:gd name="connsiteY11" fmla="*/ 7422 h 3974911"/>
              <a:gd name="connsiteX12" fmla="*/ 2675550 w 2890216"/>
              <a:gd name="connsiteY12" fmla="*/ 54685 h 3974911"/>
              <a:gd name="connsiteX13" fmla="*/ 2886245 w 2890216"/>
              <a:gd name="connsiteY13" fmla="*/ 297218 h 3974911"/>
              <a:gd name="connsiteX14" fmla="*/ 2820282 w 2890216"/>
              <a:gd name="connsiteY14" fmla="*/ 625931 h 3974911"/>
              <a:gd name="connsiteX15" fmla="*/ 2812045 w 2890216"/>
              <a:gd name="connsiteY15" fmla="*/ 1130331 h 3974911"/>
              <a:gd name="connsiteX16" fmla="*/ 2829666 w 2890216"/>
              <a:gd name="connsiteY16" fmla="*/ 1634012 h 3974911"/>
              <a:gd name="connsiteX17" fmla="*/ 2794709 w 2890216"/>
              <a:gd name="connsiteY17" fmla="*/ 1927763 h 3974911"/>
              <a:gd name="connsiteX18" fmla="*/ 2720033 w 2890216"/>
              <a:gd name="connsiteY18" fmla="*/ 2208275 h 3974911"/>
              <a:gd name="connsiteX19" fmla="*/ 2546885 w 2890216"/>
              <a:gd name="connsiteY19" fmla="*/ 2659502 h 3974911"/>
              <a:gd name="connsiteX20" fmla="*/ 2055661 w 2890216"/>
              <a:gd name="connsiteY20" fmla="*/ 3326029 h 3974911"/>
              <a:gd name="connsiteX21" fmla="*/ 1853126 w 2890216"/>
              <a:gd name="connsiteY21" fmla="*/ 3633201 h 3974911"/>
              <a:gd name="connsiteX22" fmla="*/ 1698254 w 2890216"/>
              <a:gd name="connsiteY22" fmla="*/ 3954642 h 3974911"/>
              <a:gd name="connsiteX23" fmla="*/ 1385199 w 2890216"/>
              <a:gd name="connsiteY23" fmla="*/ 3902748 h 3974911"/>
              <a:gd name="connsiteX24" fmla="*/ 1125044 w 2890216"/>
              <a:gd name="connsiteY24" fmla="*/ 3585294 h 3974911"/>
              <a:gd name="connsiteX25" fmla="*/ 854086 w 2890216"/>
              <a:gd name="connsiteY25" fmla="*/ 3522534 h 3974911"/>
              <a:gd name="connsiteX26" fmla="*/ 559471 w 2890216"/>
              <a:gd name="connsiteY26" fmla="*/ 3475156 h 3974911"/>
              <a:gd name="connsiteX27" fmla="*/ 220902 w 2890216"/>
              <a:gd name="connsiteY27" fmla="*/ 3495596 h 3974911"/>
              <a:gd name="connsiteX0" fmla="*/ 0 w 2890216"/>
              <a:gd name="connsiteY0" fmla="*/ 2490790 h 3981767"/>
              <a:gd name="connsiteX1" fmla="*/ 156497 w 2890216"/>
              <a:gd name="connsiteY1" fmla="*/ 2481015 h 3981767"/>
              <a:gd name="connsiteX2" fmla="*/ 571031 w 2890216"/>
              <a:gd name="connsiteY2" fmla="*/ 2686254 h 3981767"/>
              <a:gd name="connsiteX3" fmla="*/ 746139 w 2890216"/>
              <a:gd name="connsiteY3" fmla="*/ 2350477 h 3981767"/>
              <a:gd name="connsiteX4" fmla="*/ 705954 w 2890216"/>
              <a:gd name="connsiteY4" fmla="*/ 1985394 h 3981767"/>
              <a:gd name="connsiteX5" fmla="*/ 878690 w 2890216"/>
              <a:gd name="connsiteY5" fmla="*/ 1613449 h 3981767"/>
              <a:gd name="connsiteX6" fmla="*/ 985328 w 2890216"/>
              <a:gd name="connsiteY6" fmla="*/ 1232412 h 3981767"/>
              <a:gd name="connsiteX7" fmla="*/ 1112594 w 2890216"/>
              <a:gd name="connsiteY7" fmla="*/ 938876 h 3981767"/>
              <a:gd name="connsiteX8" fmla="*/ 1414060 w 2890216"/>
              <a:gd name="connsiteY8" fmla="*/ 596547 h 3981767"/>
              <a:gd name="connsiteX9" fmla="*/ 1726290 w 2890216"/>
              <a:gd name="connsiteY9" fmla="*/ 284127 h 3981767"/>
              <a:gd name="connsiteX10" fmla="*/ 1952743 w 2890216"/>
              <a:gd name="connsiteY10" fmla="*/ 25032 h 3981767"/>
              <a:gd name="connsiteX11" fmla="*/ 2428492 w 2890216"/>
              <a:gd name="connsiteY11" fmla="*/ 14278 h 3981767"/>
              <a:gd name="connsiteX12" fmla="*/ 2675550 w 2890216"/>
              <a:gd name="connsiteY12" fmla="*/ 61541 h 3981767"/>
              <a:gd name="connsiteX13" fmla="*/ 2886245 w 2890216"/>
              <a:gd name="connsiteY13" fmla="*/ 304074 h 3981767"/>
              <a:gd name="connsiteX14" fmla="*/ 2820282 w 2890216"/>
              <a:gd name="connsiteY14" fmla="*/ 632787 h 3981767"/>
              <a:gd name="connsiteX15" fmla="*/ 2812045 w 2890216"/>
              <a:gd name="connsiteY15" fmla="*/ 1137187 h 3981767"/>
              <a:gd name="connsiteX16" fmla="*/ 2829666 w 2890216"/>
              <a:gd name="connsiteY16" fmla="*/ 1640868 h 3981767"/>
              <a:gd name="connsiteX17" fmla="*/ 2794709 w 2890216"/>
              <a:gd name="connsiteY17" fmla="*/ 1934619 h 3981767"/>
              <a:gd name="connsiteX18" fmla="*/ 2720033 w 2890216"/>
              <a:gd name="connsiteY18" fmla="*/ 2215131 h 3981767"/>
              <a:gd name="connsiteX19" fmla="*/ 2546885 w 2890216"/>
              <a:gd name="connsiteY19" fmla="*/ 2666358 h 3981767"/>
              <a:gd name="connsiteX20" fmla="*/ 2055661 w 2890216"/>
              <a:gd name="connsiteY20" fmla="*/ 3332885 h 3981767"/>
              <a:gd name="connsiteX21" fmla="*/ 1853126 w 2890216"/>
              <a:gd name="connsiteY21" fmla="*/ 3640057 h 3981767"/>
              <a:gd name="connsiteX22" fmla="*/ 1698254 w 2890216"/>
              <a:gd name="connsiteY22" fmla="*/ 3961498 h 3981767"/>
              <a:gd name="connsiteX23" fmla="*/ 1385199 w 2890216"/>
              <a:gd name="connsiteY23" fmla="*/ 3909604 h 3981767"/>
              <a:gd name="connsiteX24" fmla="*/ 1125044 w 2890216"/>
              <a:gd name="connsiteY24" fmla="*/ 3592150 h 3981767"/>
              <a:gd name="connsiteX25" fmla="*/ 854086 w 2890216"/>
              <a:gd name="connsiteY25" fmla="*/ 3529390 h 3981767"/>
              <a:gd name="connsiteX26" fmla="*/ 559471 w 2890216"/>
              <a:gd name="connsiteY26" fmla="*/ 3482012 h 3981767"/>
              <a:gd name="connsiteX27" fmla="*/ 220902 w 2890216"/>
              <a:gd name="connsiteY27" fmla="*/ 3502452 h 3981767"/>
              <a:gd name="connsiteX0" fmla="*/ 0 w 2890216"/>
              <a:gd name="connsiteY0" fmla="*/ 2490790 h 3981767"/>
              <a:gd name="connsiteX1" fmla="*/ 156497 w 2890216"/>
              <a:gd name="connsiteY1" fmla="*/ 2481015 h 3981767"/>
              <a:gd name="connsiteX2" fmla="*/ 571031 w 2890216"/>
              <a:gd name="connsiteY2" fmla="*/ 2686254 h 3981767"/>
              <a:gd name="connsiteX3" fmla="*/ 746139 w 2890216"/>
              <a:gd name="connsiteY3" fmla="*/ 2350477 h 3981767"/>
              <a:gd name="connsiteX4" fmla="*/ 705954 w 2890216"/>
              <a:gd name="connsiteY4" fmla="*/ 1985394 h 3981767"/>
              <a:gd name="connsiteX5" fmla="*/ 878690 w 2890216"/>
              <a:gd name="connsiteY5" fmla="*/ 1613449 h 3981767"/>
              <a:gd name="connsiteX6" fmla="*/ 985328 w 2890216"/>
              <a:gd name="connsiteY6" fmla="*/ 1232412 h 3981767"/>
              <a:gd name="connsiteX7" fmla="*/ 1112594 w 2890216"/>
              <a:gd name="connsiteY7" fmla="*/ 938876 h 3981767"/>
              <a:gd name="connsiteX8" fmla="*/ 1414060 w 2890216"/>
              <a:gd name="connsiteY8" fmla="*/ 596547 h 3981767"/>
              <a:gd name="connsiteX9" fmla="*/ 1726290 w 2890216"/>
              <a:gd name="connsiteY9" fmla="*/ 284127 h 3981767"/>
              <a:gd name="connsiteX10" fmla="*/ 1952743 w 2890216"/>
              <a:gd name="connsiteY10" fmla="*/ 25032 h 3981767"/>
              <a:gd name="connsiteX11" fmla="*/ 2428492 w 2890216"/>
              <a:gd name="connsiteY11" fmla="*/ 14278 h 3981767"/>
              <a:gd name="connsiteX12" fmla="*/ 2675550 w 2890216"/>
              <a:gd name="connsiteY12" fmla="*/ 61541 h 3981767"/>
              <a:gd name="connsiteX13" fmla="*/ 2886245 w 2890216"/>
              <a:gd name="connsiteY13" fmla="*/ 304074 h 3981767"/>
              <a:gd name="connsiteX14" fmla="*/ 2820282 w 2890216"/>
              <a:gd name="connsiteY14" fmla="*/ 632787 h 3981767"/>
              <a:gd name="connsiteX15" fmla="*/ 2812045 w 2890216"/>
              <a:gd name="connsiteY15" fmla="*/ 1137187 h 3981767"/>
              <a:gd name="connsiteX16" fmla="*/ 2829666 w 2890216"/>
              <a:gd name="connsiteY16" fmla="*/ 1640868 h 3981767"/>
              <a:gd name="connsiteX17" fmla="*/ 2794709 w 2890216"/>
              <a:gd name="connsiteY17" fmla="*/ 1934619 h 3981767"/>
              <a:gd name="connsiteX18" fmla="*/ 2720033 w 2890216"/>
              <a:gd name="connsiteY18" fmla="*/ 2215131 h 3981767"/>
              <a:gd name="connsiteX19" fmla="*/ 2546885 w 2890216"/>
              <a:gd name="connsiteY19" fmla="*/ 2666358 h 3981767"/>
              <a:gd name="connsiteX20" fmla="*/ 2055661 w 2890216"/>
              <a:gd name="connsiteY20" fmla="*/ 3332885 h 3981767"/>
              <a:gd name="connsiteX21" fmla="*/ 1853126 w 2890216"/>
              <a:gd name="connsiteY21" fmla="*/ 3640057 h 3981767"/>
              <a:gd name="connsiteX22" fmla="*/ 1698254 w 2890216"/>
              <a:gd name="connsiteY22" fmla="*/ 3961498 h 3981767"/>
              <a:gd name="connsiteX23" fmla="*/ 1385199 w 2890216"/>
              <a:gd name="connsiteY23" fmla="*/ 3909604 h 3981767"/>
              <a:gd name="connsiteX24" fmla="*/ 1125044 w 2890216"/>
              <a:gd name="connsiteY24" fmla="*/ 3592150 h 3981767"/>
              <a:gd name="connsiteX25" fmla="*/ 854086 w 2890216"/>
              <a:gd name="connsiteY25" fmla="*/ 3529390 h 3981767"/>
              <a:gd name="connsiteX26" fmla="*/ 559471 w 2890216"/>
              <a:gd name="connsiteY26" fmla="*/ 3482012 h 3981767"/>
              <a:gd name="connsiteX27" fmla="*/ 220902 w 2890216"/>
              <a:gd name="connsiteY27" fmla="*/ 3502452 h 3981767"/>
              <a:gd name="connsiteX0" fmla="*/ 0 w 2890216"/>
              <a:gd name="connsiteY0" fmla="*/ 2509008 h 3999985"/>
              <a:gd name="connsiteX1" fmla="*/ 156497 w 2890216"/>
              <a:gd name="connsiteY1" fmla="*/ 2499233 h 3999985"/>
              <a:gd name="connsiteX2" fmla="*/ 571031 w 2890216"/>
              <a:gd name="connsiteY2" fmla="*/ 2704472 h 3999985"/>
              <a:gd name="connsiteX3" fmla="*/ 746139 w 2890216"/>
              <a:gd name="connsiteY3" fmla="*/ 2368695 h 3999985"/>
              <a:gd name="connsiteX4" fmla="*/ 705954 w 2890216"/>
              <a:gd name="connsiteY4" fmla="*/ 2003612 h 3999985"/>
              <a:gd name="connsiteX5" fmla="*/ 878690 w 2890216"/>
              <a:gd name="connsiteY5" fmla="*/ 1631667 h 3999985"/>
              <a:gd name="connsiteX6" fmla="*/ 985328 w 2890216"/>
              <a:gd name="connsiteY6" fmla="*/ 1250630 h 3999985"/>
              <a:gd name="connsiteX7" fmla="*/ 1112594 w 2890216"/>
              <a:gd name="connsiteY7" fmla="*/ 957094 h 3999985"/>
              <a:gd name="connsiteX8" fmla="*/ 1414060 w 2890216"/>
              <a:gd name="connsiteY8" fmla="*/ 614765 h 3999985"/>
              <a:gd name="connsiteX9" fmla="*/ 1726290 w 2890216"/>
              <a:gd name="connsiteY9" fmla="*/ 302345 h 3999985"/>
              <a:gd name="connsiteX10" fmla="*/ 1997459 w 2890216"/>
              <a:gd name="connsiteY10" fmla="*/ 18804 h 3999985"/>
              <a:gd name="connsiteX11" fmla="*/ 2428492 w 2890216"/>
              <a:gd name="connsiteY11" fmla="*/ 32496 h 3999985"/>
              <a:gd name="connsiteX12" fmla="*/ 2675550 w 2890216"/>
              <a:gd name="connsiteY12" fmla="*/ 79759 h 3999985"/>
              <a:gd name="connsiteX13" fmla="*/ 2886245 w 2890216"/>
              <a:gd name="connsiteY13" fmla="*/ 322292 h 3999985"/>
              <a:gd name="connsiteX14" fmla="*/ 2820282 w 2890216"/>
              <a:gd name="connsiteY14" fmla="*/ 651005 h 3999985"/>
              <a:gd name="connsiteX15" fmla="*/ 2812045 w 2890216"/>
              <a:gd name="connsiteY15" fmla="*/ 1155405 h 3999985"/>
              <a:gd name="connsiteX16" fmla="*/ 2829666 w 2890216"/>
              <a:gd name="connsiteY16" fmla="*/ 1659086 h 3999985"/>
              <a:gd name="connsiteX17" fmla="*/ 2794709 w 2890216"/>
              <a:gd name="connsiteY17" fmla="*/ 1952837 h 3999985"/>
              <a:gd name="connsiteX18" fmla="*/ 2720033 w 2890216"/>
              <a:gd name="connsiteY18" fmla="*/ 2233349 h 3999985"/>
              <a:gd name="connsiteX19" fmla="*/ 2546885 w 2890216"/>
              <a:gd name="connsiteY19" fmla="*/ 2684576 h 3999985"/>
              <a:gd name="connsiteX20" fmla="*/ 2055661 w 2890216"/>
              <a:gd name="connsiteY20" fmla="*/ 3351103 h 3999985"/>
              <a:gd name="connsiteX21" fmla="*/ 1853126 w 2890216"/>
              <a:gd name="connsiteY21" fmla="*/ 3658275 h 3999985"/>
              <a:gd name="connsiteX22" fmla="*/ 1698254 w 2890216"/>
              <a:gd name="connsiteY22" fmla="*/ 3979716 h 3999985"/>
              <a:gd name="connsiteX23" fmla="*/ 1385199 w 2890216"/>
              <a:gd name="connsiteY23" fmla="*/ 3927822 h 3999985"/>
              <a:gd name="connsiteX24" fmla="*/ 1125044 w 2890216"/>
              <a:gd name="connsiteY24" fmla="*/ 3610368 h 3999985"/>
              <a:gd name="connsiteX25" fmla="*/ 854086 w 2890216"/>
              <a:gd name="connsiteY25" fmla="*/ 3547608 h 3999985"/>
              <a:gd name="connsiteX26" fmla="*/ 559471 w 2890216"/>
              <a:gd name="connsiteY26" fmla="*/ 3500230 h 3999985"/>
              <a:gd name="connsiteX27" fmla="*/ 220902 w 2890216"/>
              <a:gd name="connsiteY27" fmla="*/ 3520670 h 3999985"/>
              <a:gd name="connsiteX0" fmla="*/ 0 w 2890216"/>
              <a:gd name="connsiteY0" fmla="*/ 2525286 h 4016263"/>
              <a:gd name="connsiteX1" fmla="*/ 156497 w 2890216"/>
              <a:gd name="connsiteY1" fmla="*/ 2515511 h 4016263"/>
              <a:gd name="connsiteX2" fmla="*/ 571031 w 2890216"/>
              <a:gd name="connsiteY2" fmla="*/ 2720750 h 4016263"/>
              <a:gd name="connsiteX3" fmla="*/ 746139 w 2890216"/>
              <a:gd name="connsiteY3" fmla="*/ 2384973 h 4016263"/>
              <a:gd name="connsiteX4" fmla="*/ 705954 w 2890216"/>
              <a:gd name="connsiteY4" fmla="*/ 2019890 h 4016263"/>
              <a:gd name="connsiteX5" fmla="*/ 878690 w 2890216"/>
              <a:gd name="connsiteY5" fmla="*/ 1647945 h 4016263"/>
              <a:gd name="connsiteX6" fmla="*/ 985328 w 2890216"/>
              <a:gd name="connsiteY6" fmla="*/ 1266908 h 4016263"/>
              <a:gd name="connsiteX7" fmla="*/ 1112594 w 2890216"/>
              <a:gd name="connsiteY7" fmla="*/ 973372 h 4016263"/>
              <a:gd name="connsiteX8" fmla="*/ 1414060 w 2890216"/>
              <a:gd name="connsiteY8" fmla="*/ 631043 h 4016263"/>
              <a:gd name="connsiteX9" fmla="*/ 1726290 w 2890216"/>
              <a:gd name="connsiteY9" fmla="*/ 318623 h 4016263"/>
              <a:gd name="connsiteX10" fmla="*/ 1997459 w 2890216"/>
              <a:gd name="connsiteY10" fmla="*/ 35082 h 4016263"/>
              <a:gd name="connsiteX11" fmla="*/ 2428492 w 2890216"/>
              <a:gd name="connsiteY11" fmla="*/ 48774 h 4016263"/>
              <a:gd name="connsiteX12" fmla="*/ 2675550 w 2890216"/>
              <a:gd name="connsiteY12" fmla="*/ 96037 h 4016263"/>
              <a:gd name="connsiteX13" fmla="*/ 2886245 w 2890216"/>
              <a:gd name="connsiteY13" fmla="*/ 338570 h 4016263"/>
              <a:gd name="connsiteX14" fmla="*/ 2820282 w 2890216"/>
              <a:gd name="connsiteY14" fmla="*/ 667283 h 4016263"/>
              <a:gd name="connsiteX15" fmla="*/ 2812045 w 2890216"/>
              <a:gd name="connsiteY15" fmla="*/ 1171683 h 4016263"/>
              <a:gd name="connsiteX16" fmla="*/ 2829666 w 2890216"/>
              <a:gd name="connsiteY16" fmla="*/ 1675364 h 4016263"/>
              <a:gd name="connsiteX17" fmla="*/ 2794709 w 2890216"/>
              <a:gd name="connsiteY17" fmla="*/ 1969115 h 4016263"/>
              <a:gd name="connsiteX18" fmla="*/ 2720033 w 2890216"/>
              <a:gd name="connsiteY18" fmla="*/ 2249627 h 4016263"/>
              <a:gd name="connsiteX19" fmla="*/ 2546885 w 2890216"/>
              <a:gd name="connsiteY19" fmla="*/ 2700854 h 4016263"/>
              <a:gd name="connsiteX20" fmla="*/ 2055661 w 2890216"/>
              <a:gd name="connsiteY20" fmla="*/ 3367381 h 4016263"/>
              <a:gd name="connsiteX21" fmla="*/ 1853126 w 2890216"/>
              <a:gd name="connsiteY21" fmla="*/ 3674553 h 4016263"/>
              <a:gd name="connsiteX22" fmla="*/ 1698254 w 2890216"/>
              <a:gd name="connsiteY22" fmla="*/ 3995994 h 4016263"/>
              <a:gd name="connsiteX23" fmla="*/ 1385199 w 2890216"/>
              <a:gd name="connsiteY23" fmla="*/ 3944100 h 4016263"/>
              <a:gd name="connsiteX24" fmla="*/ 1125044 w 2890216"/>
              <a:gd name="connsiteY24" fmla="*/ 3626646 h 4016263"/>
              <a:gd name="connsiteX25" fmla="*/ 854086 w 2890216"/>
              <a:gd name="connsiteY25" fmla="*/ 3563886 h 4016263"/>
              <a:gd name="connsiteX26" fmla="*/ 559471 w 2890216"/>
              <a:gd name="connsiteY26" fmla="*/ 3516508 h 4016263"/>
              <a:gd name="connsiteX27" fmla="*/ 220902 w 2890216"/>
              <a:gd name="connsiteY27" fmla="*/ 3536948 h 4016263"/>
              <a:gd name="connsiteX0" fmla="*/ 0 w 2890216"/>
              <a:gd name="connsiteY0" fmla="*/ 2525287 h 4016264"/>
              <a:gd name="connsiteX1" fmla="*/ 156497 w 2890216"/>
              <a:gd name="connsiteY1" fmla="*/ 2515512 h 4016264"/>
              <a:gd name="connsiteX2" fmla="*/ 571031 w 2890216"/>
              <a:gd name="connsiteY2" fmla="*/ 2720751 h 4016264"/>
              <a:gd name="connsiteX3" fmla="*/ 746139 w 2890216"/>
              <a:gd name="connsiteY3" fmla="*/ 2384974 h 4016264"/>
              <a:gd name="connsiteX4" fmla="*/ 705954 w 2890216"/>
              <a:gd name="connsiteY4" fmla="*/ 2019891 h 4016264"/>
              <a:gd name="connsiteX5" fmla="*/ 878690 w 2890216"/>
              <a:gd name="connsiteY5" fmla="*/ 1647946 h 4016264"/>
              <a:gd name="connsiteX6" fmla="*/ 985328 w 2890216"/>
              <a:gd name="connsiteY6" fmla="*/ 1266909 h 4016264"/>
              <a:gd name="connsiteX7" fmla="*/ 1112594 w 2890216"/>
              <a:gd name="connsiteY7" fmla="*/ 973373 h 4016264"/>
              <a:gd name="connsiteX8" fmla="*/ 1414060 w 2890216"/>
              <a:gd name="connsiteY8" fmla="*/ 631044 h 4016264"/>
              <a:gd name="connsiteX9" fmla="*/ 1726290 w 2890216"/>
              <a:gd name="connsiteY9" fmla="*/ 318624 h 4016264"/>
              <a:gd name="connsiteX10" fmla="*/ 1997459 w 2890216"/>
              <a:gd name="connsiteY10" fmla="*/ 35083 h 4016264"/>
              <a:gd name="connsiteX11" fmla="*/ 2428492 w 2890216"/>
              <a:gd name="connsiteY11" fmla="*/ 48775 h 4016264"/>
              <a:gd name="connsiteX12" fmla="*/ 2675550 w 2890216"/>
              <a:gd name="connsiteY12" fmla="*/ 96038 h 4016264"/>
              <a:gd name="connsiteX13" fmla="*/ 2886245 w 2890216"/>
              <a:gd name="connsiteY13" fmla="*/ 338571 h 4016264"/>
              <a:gd name="connsiteX14" fmla="*/ 2820282 w 2890216"/>
              <a:gd name="connsiteY14" fmla="*/ 667284 h 4016264"/>
              <a:gd name="connsiteX15" fmla="*/ 2812045 w 2890216"/>
              <a:gd name="connsiteY15" fmla="*/ 1171684 h 4016264"/>
              <a:gd name="connsiteX16" fmla="*/ 2829666 w 2890216"/>
              <a:gd name="connsiteY16" fmla="*/ 1675365 h 4016264"/>
              <a:gd name="connsiteX17" fmla="*/ 2794709 w 2890216"/>
              <a:gd name="connsiteY17" fmla="*/ 1969116 h 4016264"/>
              <a:gd name="connsiteX18" fmla="*/ 2720033 w 2890216"/>
              <a:gd name="connsiteY18" fmla="*/ 2249628 h 4016264"/>
              <a:gd name="connsiteX19" fmla="*/ 2546885 w 2890216"/>
              <a:gd name="connsiteY19" fmla="*/ 2700855 h 4016264"/>
              <a:gd name="connsiteX20" fmla="*/ 2055661 w 2890216"/>
              <a:gd name="connsiteY20" fmla="*/ 3367382 h 4016264"/>
              <a:gd name="connsiteX21" fmla="*/ 1853126 w 2890216"/>
              <a:gd name="connsiteY21" fmla="*/ 3674554 h 4016264"/>
              <a:gd name="connsiteX22" fmla="*/ 1698254 w 2890216"/>
              <a:gd name="connsiteY22" fmla="*/ 3995995 h 4016264"/>
              <a:gd name="connsiteX23" fmla="*/ 1385199 w 2890216"/>
              <a:gd name="connsiteY23" fmla="*/ 3944101 h 4016264"/>
              <a:gd name="connsiteX24" fmla="*/ 1125044 w 2890216"/>
              <a:gd name="connsiteY24" fmla="*/ 3626647 h 4016264"/>
              <a:gd name="connsiteX25" fmla="*/ 854086 w 2890216"/>
              <a:gd name="connsiteY25" fmla="*/ 3563887 h 4016264"/>
              <a:gd name="connsiteX26" fmla="*/ 559471 w 2890216"/>
              <a:gd name="connsiteY26" fmla="*/ 3516509 h 4016264"/>
              <a:gd name="connsiteX0" fmla="*/ 0 w 2890216"/>
              <a:gd name="connsiteY0" fmla="*/ 2525287 h 4016264"/>
              <a:gd name="connsiteX1" fmla="*/ 156497 w 2890216"/>
              <a:gd name="connsiteY1" fmla="*/ 2515512 h 4016264"/>
              <a:gd name="connsiteX2" fmla="*/ 571031 w 2890216"/>
              <a:gd name="connsiteY2" fmla="*/ 2720751 h 4016264"/>
              <a:gd name="connsiteX3" fmla="*/ 746139 w 2890216"/>
              <a:gd name="connsiteY3" fmla="*/ 2384974 h 4016264"/>
              <a:gd name="connsiteX4" fmla="*/ 705954 w 2890216"/>
              <a:gd name="connsiteY4" fmla="*/ 2019891 h 4016264"/>
              <a:gd name="connsiteX5" fmla="*/ 878690 w 2890216"/>
              <a:gd name="connsiteY5" fmla="*/ 1647946 h 4016264"/>
              <a:gd name="connsiteX6" fmla="*/ 985328 w 2890216"/>
              <a:gd name="connsiteY6" fmla="*/ 1266909 h 4016264"/>
              <a:gd name="connsiteX7" fmla="*/ 1112594 w 2890216"/>
              <a:gd name="connsiteY7" fmla="*/ 973373 h 4016264"/>
              <a:gd name="connsiteX8" fmla="*/ 1414060 w 2890216"/>
              <a:gd name="connsiteY8" fmla="*/ 631044 h 4016264"/>
              <a:gd name="connsiteX9" fmla="*/ 1726290 w 2890216"/>
              <a:gd name="connsiteY9" fmla="*/ 318624 h 4016264"/>
              <a:gd name="connsiteX10" fmla="*/ 1997459 w 2890216"/>
              <a:gd name="connsiteY10" fmla="*/ 35083 h 4016264"/>
              <a:gd name="connsiteX11" fmla="*/ 2428492 w 2890216"/>
              <a:gd name="connsiteY11" fmla="*/ 48775 h 4016264"/>
              <a:gd name="connsiteX12" fmla="*/ 2675550 w 2890216"/>
              <a:gd name="connsiteY12" fmla="*/ 96038 h 4016264"/>
              <a:gd name="connsiteX13" fmla="*/ 2886245 w 2890216"/>
              <a:gd name="connsiteY13" fmla="*/ 338571 h 4016264"/>
              <a:gd name="connsiteX14" fmla="*/ 2820282 w 2890216"/>
              <a:gd name="connsiteY14" fmla="*/ 667284 h 4016264"/>
              <a:gd name="connsiteX15" fmla="*/ 2812045 w 2890216"/>
              <a:gd name="connsiteY15" fmla="*/ 1171684 h 4016264"/>
              <a:gd name="connsiteX16" fmla="*/ 2829666 w 2890216"/>
              <a:gd name="connsiteY16" fmla="*/ 1675365 h 4016264"/>
              <a:gd name="connsiteX17" fmla="*/ 2794709 w 2890216"/>
              <a:gd name="connsiteY17" fmla="*/ 1969116 h 4016264"/>
              <a:gd name="connsiteX18" fmla="*/ 2720033 w 2890216"/>
              <a:gd name="connsiteY18" fmla="*/ 2249628 h 4016264"/>
              <a:gd name="connsiteX19" fmla="*/ 2546885 w 2890216"/>
              <a:gd name="connsiteY19" fmla="*/ 2700855 h 4016264"/>
              <a:gd name="connsiteX20" fmla="*/ 2055661 w 2890216"/>
              <a:gd name="connsiteY20" fmla="*/ 3367382 h 4016264"/>
              <a:gd name="connsiteX21" fmla="*/ 1853126 w 2890216"/>
              <a:gd name="connsiteY21" fmla="*/ 3674554 h 4016264"/>
              <a:gd name="connsiteX22" fmla="*/ 1698254 w 2890216"/>
              <a:gd name="connsiteY22" fmla="*/ 3995995 h 4016264"/>
              <a:gd name="connsiteX23" fmla="*/ 1385199 w 2890216"/>
              <a:gd name="connsiteY23" fmla="*/ 3944101 h 4016264"/>
              <a:gd name="connsiteX24" fmla="*/ 1125044 w 2890216"/>
              <a:gd name="connsiteY24" fmla="*/ 3626647 h 4016264"/>
              <a:gd name="connsiteX25" fmla="*/ 854086 w 2890216"/>
              <a:gd name="connsiteY25" fmla="*/ 3563887 h 4016264"/>
              <a:gd name="connsiteX26" fmla="*/ 373546 w 2890216"/>
              <a:gd name="connsiteY26" fmla="*/ 3834666 h 4016264"/>
              <a:gd name="connsiteX0" fmla="*/ 0 w 2890216"/>
              <a:gd name="connsiteY0" fmla="*/ 2525287 h 4016264"/>
              <a:gd name="connsiteX1" fmla="*/ 156497 w 2890216"/>
              <a:gd name="connsiteY1" fmla="*/ 2515512 h 4016264"/>
              <a:gd name="connsiteX2" fmla="*/ 571031 w 2890216"/>
              <a:gd name="connsiteY2" fmla="*/ 2720751 h 4016264"/>
              <a:gd name="connsiteX3" fmla="*/ 746139 w 2890216"/>
              <a:gd name="connsiteY3" fmla="*/ 2384974 h 4016264"/>
              <a:gd name="connsiteX4" fmla="*/ 705954 w 2890216"/>
              <a:gd name="connsiteY4" fmla="*/ 2019891 h 4016264"/>
              <a:gd name="connsiteX5" fmla="*/ 878690 w 2890216"/>
              <a:gd name="connsiteY5" fmla="*/ 1647946 h 4016264"/>
              <a:gd name="connsiteX6" fmla="*/ 985328 w 2890216"/>
              <a:gd name="connsiteY6" fmla="*/ 1266909 h 4016264"/>
              <a:gd name="connsiteX7" fmla="*/ 1112594 w 2890216"/>
              <a:gd name="connsiteY7" fmla="*/ 973373 h 4016264"/>
              <a:gd name="connsiteX8" fmla="*/ 1414060 w 2890216"/>
              <a:gd name="connsiteY8" fmla="*/ 631044 h 4016264"/>
              <a:gd name="connsiteX9" fmla="*/ 1726290 w 2890216"/>
              <a:gd name="connsiteY9" fmla="*/ 318624 h 4016264"/>
              <a:gd name="connsiteX10" fmla="*/ 1997459 w 2890216"/>
              <a:gd name="connsiteY10" fmla="*/ 35083 h 4016264"/>
              <a:gd name="connsiteX11" fmla="*/ 2428492 w 2890216"/>
              <a:gd name="connsiteY11" fmla="*/ 48775 h 4016264"/>
              <a:gd name="connsiteX12" fmla="*/ 2675550 w 2890216"/>
              <a:gd name="connsiteY12" fmla="*/ 96038 h 4016264"/>
              <a:gd name="connsiteX13" fmla="*/ 2886245 w 2890216"/>
              <a:gd name="connsiteY13" fmla="*/ 338571 h 4016264"/>
              <a:gd name="connsiteX14" fmla="*/ 2820282 w 2890216"/>
              <a:gd name="connsiteY14" fmla="*/ 667284 h 4016264"/>
              <a:gd name="connsiteX15" fmla="*/ 2812045 w 2890216"/>
              <a:gd name="connsiteY15" fmla="*/ 1171684 h 4016264"/>
              <a:gd name="connsiteX16" fmla="*/ 2829666 w 2890216"/>
              <a:gd name="connsiteY16" fmla="*/ 1675365 h 4016264"/>
              <a:gd name="connsiteX17" fmla="*/ 2794709 w 2890216"/>
              <a:gd name="connsiteY17" fmla="*/ 1969116 h 4016264"/>
              <a:gd name="connsiteX18" fmla="*/ 2720033 w 2890216"/>
              <a:gd name="connsiteY18" fmla="*/ 2249628 h 4016264"/>
              <a:gd name="connsiteX19" fmla="*/ 2546885 w 2890216"/>
              <a:gd name="connsiteY19" fmla="*/ 2700855 h 4016264"/>
              <a:gd name="connsiteX20" fmla="*/ 2055661 w 2890216"/>
              <a:gd name="connsiteY20" fmla="*/ 3367382 h 4016264"/>
              <a:gd name="connsiteX21" fmla="*/ 1853126 w 2890216"/>
              <a:gd name="connsiteY21" fmla="*/ 3674554 h 4016264"/>
              <a:gd name="connsiteX22" fmla="*/ 1698254 w 2890216"/>
              <a:gd name="connsiteY22" fmla="*/ 3995995 h 4016264"/>
              <a:gd name="connsiteX23" fmla="*/ 1385199 w 2890216"/>
              <a:gd name="connsiteY23" fmla="*/ 3944101 h 4016264"/>
              <a:gd name="connsiteX24" fmla="*/ 1125044 w 2890216"/>
              <a:gd name="connsiteY24" fmla="*/ 3626647 h 4016264"/>
              <a:gd name="connsiteX25" fmla="*/ 787741 w 2890216"/>
              <a:gd name="connsiteY25" fmla="*/ 3703781 h 4016264"/>
              <a:gd name="connsiteX26" fmla="*/ 373546 w 2890216"/>
              <a:gd name="connsiteY26" fmla="*/ 3834666 h 4016264"/>
              <a:gd name="connsiteX0" fmla="*/ 0 w 2890216"/>
              <a:gd name="connsiteY0" fmla="*/ 2525287 h 4010236"/>
              <a:gd name="connsiteX1" fmla="*/ 156497 w 2890216"/>
              <a:gd name="connsiteY1" fmla="*/ 2515512 h 4010236"/>
              <a:gd name="connsiteX2" fmla="*/ 571031 w 2890216"/>
              <a:gd name="connsiteY2" fmla="*/ 2720751 h 4010236"/>
              <a:gd name="connsiteX3" fmla="*/ 746139 w 2890216"/>
              <a:gd name="connsiteY3" fmla="*/ 2384974 h 4010236"/>
              <a:gd name="connsiteX4" fmla="*/ 705954 w 2890216"/>
              <a:gd name="connsiteY4" fmla="*/ 2019891 h 4010236"/>
              <a:gd name="connsiteX5" fmla="*/ 878690 w 2890216"/>
              <a:gd name="connsiteY5" fmla="*/ 1647946 h 4010236"/>
              <a:gd name="connsiteX6" fmla="*/ 985328 w 2890216"/>
              <a:gd name="connsiteY6" fmla="*/ 1266909 h 4010236"/>
              <a:gd name="connsiteX7" fmla="*/ 1112594 w 2890216"/>
              <a:gd name="connsiteY7" fmla="*/ 973373 h 4010236"/>
              <a:gd name="connsiteX8" fmla="*/ 1414060 w 2890216"/>
              <a:gd name="connsiteY8" fmla="*/ 631044 h 4010236"/>
              <a:gd name="connsiteX9" fmla="*/ 1726290 w 2890216"/>
              <a:gd name="connsiteY9" fmla="*/ 318624 h 4010236"/>
              <a:gd name="connsiteX10" fmla="*/ 1997459 w 2890216"/>
              <a:gd name="connsiteY10" fmla="*/ 35083 h 4010236"/>
              <a:gd name="connsiteX11" fmla="*/ 2428492 w 2890216"/>
              <a:gd name="connsiteY11" fmla="*/ 48775 h 4010236"/>
              <a:gd name="connsiteX12" fmla="*/ 2675550 w 2890216"/>
              <a:gd name="connsiteY12" fmla="*/ 96038 h 4010236"/>
              <a:gd name="connsiteX13" fmla="*/ 2886245 w 2890216"/>
              <a:gd name="connsiteY13" fmla="*/ 338571 h 4010236"/>
              <a:gd name="connsiteX14" fmla="*/ 2820282 w 2890216"/>
              <a:gd name="connsiteY14" fmla="*/ 667284 h 4010236"/>
              <a:gd name="connsiteX15" fmla="*/ 2812045 w 2890216"/>
              <a:gd name="connsiteY15" fmla="*/ 1171684 h 4010236"/>
              <a:gd name="connsiteX16" fmla="*/ 2829666 w 2890216"/>
              <a:gd name="connsiteY16" fmla="*/ 1675365 h 4010236"/>
              <a:gd name="connsiteX17" fmla="*/ 2794709 w 2890216"/>
              <a:gd name="connsiteY17" fmla="*/ 1969116 h 4010236"/>
              <a:gd name="connsiteX18" fmla="*/ 2720033 w 2890216"/>
              <a:gd name="connsiteY18" fmla="*/ 2249628 h 4010236"/>
              <a:gd name="connsiteX19" fmla="*/ 2546885 w 2890216"/>
              <a:gd name="connsiteY19" fmla="*/ 2700855 h 4010236"/>
              <a:gd name="connsiteX20" fmla="*/ 2055661 w 2890216"/>
              <a:gd name="connsiteY20" fmla="*/ 3367382 h 4010236"/>
              <a:gd name="connsiteX21" fmla="*/ 1853126 w 2890216"/>
              <a:gd name="connsiteY21" fmla="*/ 3674554 h 4010236"/>
              <a:gd name="connsiteX22" fmla="*/ 1698254 w 2890216"/>
              <a:gd name="connsiteY22" fmla="*/ 3995995 h 4010236"/>
              <a:gd name="connsiteX23" fmla="*/ 1385199 w 2890216"/>
              <a:gd name="connsiteY23" fmla="*/ 3944101 h 4010236"/>
              <a:gd name="connsiteX24" fmla="*/ 1049780 w 2890216"/>
              <a:gd name="connsiteY24" fmla="*/ 3856986 h 4010236"/>
              <a:gd name="connsiteX25" fmla="*/ 787741 w 2890216"/>
              <a:gd name="connsiteY25" fmla="*/ 3703781 h 4010236"/>
              <a:gd name="connsiteX26" fmla="*/ 373546 w 2890216"/>
              <a:gd name="connsiteY26" fmla="*/ 3834666 h 4010236"/>
              <a:gd name="connsiteX0" fmla="*/ 0 w 2890216"/>
              <a:gd name="connsiteY0" fmla="*/ 2525287 h 4109448"/>
              <a:gd name="connsiteX1" fmla="*/ 156497 w 2890216"/>
              <a:gd name="connsiteY1" fmla="*/ 2515512 h 4109448"/>
              <a:gd name="connsiteX2" fmla="*/ 571031 w 2890216"/>
              <a:gd name="connsiteY2" fmla="*/ 2720751 h 4109448"/>
              <a:gd name="connsiteX3" fmla="*/ 746139 w 2890216"/>
              <a:gd name="connsiteY3" fmla="*/ 2384974 h 4109448"/>
              <a:gd name="connsiteX4" fmla="*/ 705954 w 2890216"/>
              <a:gd name="connsiteY4" fmla="*/ 2019891 h 4109448"/>
              <a:gd name="connsiteX5" fmla="*/ 878690 w 2890216"/>
              <a:gd name="connsiteY5" fmla="*/ 1647946 h 4109448"/>
              <a:gd name="connsiteX6" fmla="*/ 985328 w 2890216"/>
              <a:gd name="connsiteY6" fmla="*/ 1266909 h 4109448"/>
              <a:gd name="connsiteX7" fmla="*/ 1112594 w 2890216"/>
              <a:gd name="connsiteY7" fmla="*/ 973373 h 4109448"/>
              <a:gd name="connsiteX8" fmla="*/ 1414060 w 2890216"/>
              <a:gd name="connsiteY8" fmla="*/ 631044 h 4109448"/>
              <a:gd name="connsiteX9" fmla="*/ 1726290 w 2890216"/>
              <a:gd name="connsiteY9" fmla="*/ 318624 h 4109448"/>
              <a:gd name="connsiteX10" fmla="*/ 1997459 w 2890216"/>
              <a:gd name="connsiteY10" fmla="*/ 35083 h 4109448"/>
              <a:gd name="connsiteX11" fmla="*/ 2428492 w 2890216"/>
              <a:gd name="connsiteY11" fmla="*/ 48775 h 4109448"/>
              <a:gd name="connsiteX12" fmla="*/ 2675550 w 2890216"/>
              <a:gd name="connsiteY12" fmla="*/ 96038 h 4109448"/>
              <a:gd name="connsiteX13" fmla="*/ 2886245 w 2890216"/>
              <a:gd name="connsiteY13" fmla="*/ 338571 h 4109448"/>
              <a:gd name="connsiteX14" fmla="*/ 2820282 w 2890216"/>
              <a:gd name="connsiteY14" fmla="*/ 667284 h 4109448"/>
              <a:gd name="connsiteX15" fmla="*/ 2812045 w 2890216"/>
              <a:gd name="connsiteY15" fmla="*/ 1171684 h 4109448"/>
              <a:gd name="connsiteX16" fmla="*/ 2829666 w 2890216"/>
              <a:gd name="connsiteY16" fmla="*/ 1675365 h 4109448"/>
              <a:gd name="connsiteX17" fmla="*/ 2794709 w 2890216"/>
              <a:gd name="connsiteY17" fmla="*/ 1969116 h 4109448"/>
              <a:gd name="connsiteX18" fmla="*/ 2720033 w 2890216"/>
              <a:gd name="connsiteY18" fmla="*/ 2249628 h 4109448"/>
              <a:gd name="connsiteX19" fmla="*/ 2546885 w 2890216"/>
              <a:gd name="connsiteY19" fmla="*/ 2700855 h 4109448"/>
              <a:gd name="connsiteX20" fmla="*/ 2055661 w 2890216"/>
              <a:gd name="connsiteY20" fmla="*/ 3367382 h 4109448"/>
              <a:gd name="connsiteX21" fmla="*/ 1853126 w 2890216"/>
              <a:gd name="connsiteY21" fmla="*/ 3674554 h 4109448"/>
              <a:gd name="connsiteX22" fmla="*/ 1698254 w 2890216"/>
              <a:gd name="connsiteY22" fmla="*/ 3995995 h 4109448"/>
              <a:gd name="connsiteX23" fmla="*/ 1206730 w 2890216"/>
              <a:gd name="connsiteY23" fmla="*/ 4104392 h 4109448"/>
              <a:gd name="connsiteX24" fmla="*/ 1049780 w 2890216"/>
              <a:gd name="connsiteY24" fmla="*/ 3856986 h 4109448"/>
              <a:gd name="connsiteX25" fmla="*/ 787741 w 2890216"/>
              <a:gd name="connsiteY25" fmla="*/ 3703781 h 4109448"/>
              <a:gd name="connsiteX26" fmla="*/ 373546 w 2890216"/>
              <a:gd name="connsiteY26" fmla="*/ 3834666 h 4109448"/>
              <a:gd name="connsiteX0" fmla="*/ 0 w 2890216"/>
              <a:gd name="connsiteY0" fmla="*/ 2525287 h 4109449"/>
              <a:gd name="connsiteX1" fmla="*/ 156497 w 2890216"/>
              <a:gd name="connsiteY1" fmla="*/ 2515512 h 4109449"/>
              <a:gd name="connsiteX2" fmla="*/ 571031 w 2890216"/>
              <a:gd name="connsiteY2" fmla="*/ 2720751 h 4109449"/>
              <a:gd name="connsiteX3" fmla="*/ 746139 w 2890216"/>
              <a:gd name="connsiteY3" fmla="*/ 2384974 h 4109449"/>
              <a:gd name="connsiteX4" fmla="*/ 705954 w 2890216"/>
              <a:gd name="connsiteY4" fmla="*/ 2019891 h 4109449"/>
              <a:gd name="connsiteX5" fmla="*/ 878690 w 2890216"/>
              <a:gd name="connsiteY5" fmla="*/ 1647946 h 4109449"/>
              <a:gd name="connsiteX6" fmla="*/ 985328 w 2890216"/>
              <a:gd name="connsiteY6" fmla="*/ 1266909 h 4109449"/>
              <a:gd name="connsiteX7" fmla="*/ 1112594 w 2890216"/>
              <a:gd name="connsiteY7" fmla="*/ 973373 h 4109449"/>
              <a:gd name="connsiteX8" fmla="*/ 1414060 w 2890216"/>
              <a:gd name="connsiteY8" fmla="*/ 631044 h 4109449"/>
              <a:gd name="connsiteX9" fmla="*/ 1726290 w 2890216"/>
              <a:gd name="connsiteY9" fmla="*/ 318624 h 4109449"/>
              <a:gd name="connsiteX10" fmla="*/ 1997459 w 2890216"/>
              <a:gd name="connsiteY10" fmla="*/ 35083 h 4109449"/>
              <a:gd name="connsiteX11" fmla="*/ 2428492 w 2890216"/>
              <a:gd name="connsiteY11" fmla="*/ 48775 h 4109449"/>
              <a:gd name="connsiteX12" fmla="*/ 2675550 w 2890216"/>
              <a:gd name="connsiteY12" fmla="*/ 96038 h 4109449"/>
              <a:gd name="connsiteX13" fmla="*/ 2886245 w 2890216"/>
              <a:gd name="connsiteY13" fmla="*/ 338571 h 4109449"/>
              <a:gd name="connsiteX14" fmla="*/ 2820282 w 2890216"/>
              <a:gd name="connsiteY14" fmla="*/ 667284 h 4109449"/>
              <a:gd name="connsiteX15" fmla="*/ 2812045 w 2890216"/>
              <a:gd name="connsiteY15" fmla="*/ 1171684 h 4109449"/>
              <a:gd name="connsiteX16" fmla="*/ 2829666 w 2890216"/>
              <a:gd name="connsiteY16" fmla="*/ 1675365 h 4109449"/>
              <a:gd name="connsiteX17" fmla="*/ 2794709 w 2890216"/>
              <a:gd name="connsiteY17" fmla="*/ 1969116 h 4109449"/>
              <a:gd name="connsiteX18" fmla="*/ 2720033 w 2890216"/>
              <a:gd name="connsiteY18" fmla="*/ 2249628 h 4109449"/>
              <a:gd name="connsiteX19" fmla="*/ 2546885 w 2890216"/>
              <a:gd name="connsiteY19" fmla="*/ 2700855 h 4109449"/>
              <a:gd name="connsiteX20" fmla="*/ 2055661 w 2890216"/>
              <a:gd name="connsiteY20" fmla="*/ 3367382 h 4109449"/>
              <a:gd name="connsiteX21" fmla="*/ 1853126 w 2890216"/>
              <a:gd name="connsiteY21" fmla="*/ 3674554 h 4109449"/>
              <a:gd name="connsiteX22" fmla="*/ 1698254 w 2890216"/>
              <a:gd name="connsiteY22" fmla="*/ 3995995 h 4109449"/>
              <a:gd name="connsiteX23" fmla="*/ 1206730 w 2890216"/>
              <a:gd name="connsiteY23" fmla="*/ 4104392 h 4109449"/>
              <a:gd name="connsiteX24" fmla="*/ 1049780 w 2890216"/>
              <a:gd name="connsiteY24" fmla="*/ 3856986 h 4109449"/>
              <a:gd name="connsiteX25" fmla="*/ 781660 w 2890216"/>
              <a:gd name="connsiteY25" fmla="*/ 3746608 h 4109449"/>
              <a:gd name="connsiteX26" fmla="*/ 373546 w 2890216"/>
              <a:gd name="connsiteY26" fmla="*/ 3834666 h 4109449"/>
              <a:gd name="connsiteX0" fmla="*/ 0 w 2890216"/>
              <a:gd name="connsiteY0" fmla="*/ 2525287 h 4109449"/>
              <a:gd name="connsiteX1" fmla="*/ 156497 w 2890216"/>
              <a:gd name="connsiteY1" fmla="*/ 2515512 h 4109449"/>
              <a:gd name="connsiteX2" fmla="*/ 472537 w 2890216"/>
              <a:gd name="connsiteY2" fmla="*/ 2459991 h 4109449"/>
              <a:gd name="connsiteX3" fmla="*/ 746139 w 2890216"/>
              <a:gd name="connsiteY3" fmla="*/ 2384974 h 4109449"/>
              <a:gd name="connsiteX4" fmla="*/ 705954 w 2890216"/>
              <a:gd name="connsiteY4" fmla="*/ 2019891 h 4109449"/>
              <a:gd name="connsiteX5" fmla="*/ 878690 w 2890216"/>
              <a:gd name="connsiteY5" fmla="*/ 1647946 h 4109449"/>
              <a:gd name="connsiteX6" fmla="*/ 985328 w 2890216"/>
              <a:gd name="connsiteY6" fmla="*/ 1266909 h 4109449"/>
              <a:gd name="connsiteX7" fmla="*/ 1112594 w 2890216"/>
              <a:gd name="connsiteY7" fmla="*/ 973373 h 4109449"/>
              <a:gd name="connsiteX8" fmla="*/ 1414060 w 2890216"/>
              <a:gd name="connsiteY8" fmla="*/ 631044 h 4109449"/>
              <a:gd name="connsiteX9" fmla="*/ 1726290 w 2890216"/>
              <a:gd name="connsiteY9" fmla="*/ 318624 h 4109449"/>
              <a:gd name="connsiteX10" fmla="*/ 1997459 w 2890216"/>
              <a:gd name="connsiteY10" fmla="*/ 35083 h 4109449"/>
              <a:gd name="connsiteX11" fmla="*/ 2428492 w 2890216"/>
              <a:gd name="connsiteY11" fmla="*/ 48775 h 4109449"/>
              <a:gd name="connsiteX12" fmla="*/ 2675550 w 2890216"/>
              <a:gd name="connsiteY12" fmla="*/ 96038 h 4109449"/>
              <a:gd name="connsiteX13" fmla="*/ 2886245 w 2890216"/>
              <a:gd name="connsiteY13" fmla="*/ 338571 h 4109449"/>
              <a:gd name="connsiteX14" fmla="*/ 2820282 w 2890216"/>
              <a:gd name="connsiteY14" fmla="*/ 667284 h 4109449"/>
              <a:gd name="connsiteX15" fmla="*/ 2812045 w 2890216"/>
              <a:gd name="connsiteY15" fmla="*/ 1171684 h 4109449"/>
              <a:gd name="connsiteX16" fmla="*/ 2829666 w 2890216"/>
              <a:gd name="connsiteY16" fmla="*/ 1675365 h 4109449"/>
              <a:gd name="connsiteX17" fmla="*/ 2794709 w 2890216"/>
              <a:gd name="connsiteY17" fmla="*/ 1969116 h 4109449"/>
              <a:gd name="connsiteX18" fmla="*/ 2720033 w 2890216"/>
              <a:gd name="connsiteY18" fmla="*/ 2249628 h 4109449"/>
              <a:gd name="connsiteX19" fmla="*/ 2546885 w 2890216"/>
              <a:gd name="connsiteY19" fmla="*/ 2700855 h 4109449"/>
              <a:gd name="connsiteX20" fmla="*/ 2055661 w 2890216"/>
              <a:gd name="connsiteY20" fmla="*/ 3367382 h 4109449"/>
              <a:gd name="connsiteX21" fmla="*/ 1853126 w 2890216"/>
              <a:gd name="connsiteY21" fmla="*/ 3674554 h 4109449"/>
              <a:gd name="connsiteX22" fmla="*/ 1698254 w 2890216"/>
              <a:gd name="connsiteY22" fmla="*/ 3995995 h 4109449"/>
              <a:gd name="connsiteX23" fmla="*/ 1206730 w 2890216"/>
              <a:gd name="connsiteY23" fmla="*/ 4104392 h 4109449"/>
              <a:gd name="connsiteX24" fmla="*/ 1049780 w 2890216"/>
              <a:gd name="connsiteY24" fmla="*/ 3856986 h 4109449"/>
              <a:gd name="connsiteX25" fmla="*/ 781660 w 2890216"/>
              <a:gd name="connsiteY25" fmla="*/ 3746608 h 4109449"/>
              <a:gd name="connsiteX26" fmla="*/ 373546 w 2890216"/>
              <a:gd name="connsiteY26" fmla="*/ 3834666 h 4109449"/>
              <a:gd name="connsiteX0" fmla="*/ 0 w 2876064"/>
              <a:gd name="connsiteY0" fmla="*/ 2327424 h 4109449"/>
              <a:gd name="connsiteX1" fmla="*/ 142345 w 2876064"/>
              <a:gd name="connsiteY1" fmla="*/ 2515512 h 4109449"/>
              <a:gd name="connsiteX2" fmla="*/ 458385 w 2876064"/>
              <a:gd name="connsiteY2" fmla="*/ 2459991 h 4109449"/>
              <a:gd name="connsiteX3" fmla="*/ 731987 w 2876064"/>
              <a:gd name="connsiteY3" fmla="*/ 2384974 h 4109449"/>
              <a:gd name="connsiteX4" fmla="*/ 691802 w 2876064"/>
              <a:gd name="connsiteY4" fmla="*/ 2019891 h 4109449"/>
              <a:gd name="connsiteX5" fmla="*/ 864538 w 2876064"/>
              <a:gd name="connsiteY5" fmla="*/ 1647946 h 4109449"/>
              <a:gd name="connsiteX6" fmla="*/ 971176 w 2876064"/>
              <a:gd name="connsiteY6" fmla="*/ 1266909 h 4109449"/>
              <a:gd name="connsiteX7" fmla="*/ 1098442 w 2876064"/>
              <a:gd name="connsiteY7" fmla="*/ 973373 h 4109449"/>
              <a:gd name="connsiteX8" fmla="*/ 1399908 w 2876064"/>
              <a:gd name="connsiteY8" fmla="*/ 631044 h 4109449"/>
              <a:gd name="connsiteX9" fmla="*/ 1712138 w 2876064"/>
              <a:gd name="connsiteY9" fmla="*/ 318624 h 4109449"/>
              <a:gd name="connsiteX10" fmla="*/ 1983307 w 2876064"/>
              <a:gd name="connsiteY10" fmla="*/ 35083 h 4109449"/>
              <a:gd name="connsiteX11" fmla="*/ 2414340 w 2876064"/>
              <a:gd name="connsiteY11" fmla="*/ 48775 h 4109449"/>
              <a:gd name="connsiteX12" fmla="*/ 2661398 w 2876064"/>
              <a:gd name="connsiteY12" fmla="*/ 96038 h 4109449"/>
              <a:gd name="connsiteX13" fmla="*/ 2872093 w 2876064"/>
              <a:gd name="connsiteY13" fmla="*/ 338571 h 4109449"/>
              <a:gd name="connsiteX14" fmla="*/ 2806130 w 2876064"/>
              <a:gd name="connsiteY14" fmla="*/ 667284 h 4109449"/>
              <a:gd name="connsiteX15" fmla="*/ 2797893 w 2876064"/>
              <a:gd name="connsiteY15" fmla="*/ 1171684 h 4109449"/>
              <a:gd name="connsiteX16" fmla="*/ 2815514 w 2876064"/>
              <a:gd name="connsiteY16" fmla="*/ 1675365 h 4109449"/>
              <a:gd name="connsiteX17" fmla="*/ 2780557 w 2876064"/>
              <a:gd name="connsiteY17" fmla="*/ 1969116 h 4109449"/>
              <a:gd name="connsiteX18" fmla="*/ 2705881 w 2876064"/>
              <a:gd name="connsiteY18" fmla="*/ 2249628 h 4109449"/>
              <a:gd name="connsiteX19" fmla="*/ 2532733 w 2876064"/>
              <a:gd name="connsiteY19" fmla="*/ 2700855 h 4109449"/>
              <a:gd name="connsiteX20" fmla="*/ 2041509 w 2876064"/>
              <a:gd name="connsiteY20" fmla="*/ 3367382 h 4109449"/>
              <a:gd name="connsiteX21" fmla="*/ 1838974 w 2876064"/>
              <a:gd name="connsiteY21" fmla="*/ 3674554 h 4109449"/>
              <a:gd name="connsiteX22" fmla="*/ 1684102 w 2876064"/>
              <a:gd name="connsiteY22" fmla="*/ 3995995 h 4109449"/>
              <a:gd name="connsiteX23" fmla="*/ 1192578 w 2876064"/>
              <a:gd name="connsiteY23" fmla="*/ 4104392 h 4109449"/>
              <a:gd name="connsiteX24" fmla="*/ 1035628 w 2876064"/>
              <a:gd name="connsiteY24" fmla="*/ 3856986 h 4109449"/>
              <a:gd name="connsiteX25" fmla="*/ 767508 w 2876064"/>
              <a:gd name="connsiteY25" fmla="*/ 3746608 h 4109449"/>
              <a:gd name="connsiteX26" fmla="*/ 359394 w 2876064"/>
              <a:gd name="connsiteY26"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731987 w 2876064"/>
              <a:gd name="connsiteY3" fmla="*/ 2384974 h 4109449"/>
              <a:gd name="connsiteX4" fmla="*/ 691802 w 2876064"/>
              <a:gd name="connsiteY4" fmla="*/ 2019891 h 4109449"/>
              <a:gd name="connsiteX5" fmla="*/ 864538 w 2876064"/>
              <a:gd name="connsiteY5" fmla="*/ 1647946 h 4109449"/>
              <a:gd name="connsiteX6" fmla="*/ 971176 w 2876064"/>
              <a:gd name="connsiteY6" fmla="*/ 1266909 h 4109449"/>
              <a:gd name="connsiteX7" fmla="*/ 1098442 w 2876064"/>
              <a:gd name="connsiteY7" fmla="*/ 973373 h 4109449"/>
              <a:gd name="connsiteX8" fmla="*/ 1399908 w 2876064"/>
              <a:gd name="connsiteY8" fmla="*/ 631044 h 4109449"/>
              <a:gd name="connsiteX9" fmla="*/ 1712138 w 2876064"/>
              <a:gd name="connsiteY9" fmla="*/ 318624 h 4109449"/>
              <a:gd name="connsiteX10" fmla="*/ 1983307 w 2876064"/>
              <a:gd name="connsiteY10" fmla="*/ 35083 h 4109449"/>
              <a:gd name="connsiteX11" fmla="*/ 2414340 w 2876064"/>
              <a:gd name="connsiteY11" fmla="*/ 48775 h 4109449"/>
              <a:gd name="connsiteX12" fmla="*/ 2661398 w 2876064"/>
              <a:gd name="connsiteY12" fmla="*/ 96038 h 4109449"/>
              <a:gd name="connsiteX13" fmla="*/ 2872093 w 2876064"/>
              <a:gd name="connsiteY13" fmla="*/ 338571 h 4109449"/>
              <a:gd name="connsiteX14" fmla="*/ 2806130 w 2876064"/>
              <a:gd name="connsiteY14" fmla="*/ 667284 h 4109449"/>
              <a:gd name="connsiteX15" fmla="*/ 2797893 w 2876064"/>
              <a:gd name="connsiteY15" fmla="*/ 1171684 h 4109449"/>
              <a:gd name="connsiteX16" fmla="*/ 2815514 w 2876064"/>
              <a:gd name="connsiteY16" fmla="*/ 1675365 h 4109449"/>
              <a:gd name="connsiteX17" fmla="*/ 2780557 w 2876064"/>
              <a:gd name="connsiteY17" fmla="*/ 1969116 h 4109449"/>
              <a:gd name="connsiteX18" fmla="*/ 2705881 w 2876064"/>
              <a:gd name="connsiteY18" fmla="*/ 2249628 h 4109449"/>
              <a:gd name="connsiteX19" fmla="*/ 2532733 w 2876064"/>
              <a:gd name="connsiteY19" fmla="*/ 2700855 h 4109449"/>
              <a:gd name="connsiteX20" fmla="*/ 2041509 w 2876064"/>
              <a:gd name="connsiteY20" fmla="*/ 3367382 h 4109449"/>
              <a:gd name="connsiteX21" fmla="*/ 1838974 w 2876064"/>
              <a:gd name="connsiteY21" fmla="*/ 3674554 h 4109449"/>
              <a:gd name="connsiteX22" fmla="*/ 1684102 w 2876064"/>
              <a:gd name="connsiteY22" fmla="*/ 3995995 h 4109449"/>
              <a:gd name="connsiteX23" fmla="*/ 1192578 w 2876064"/>
              <a:gd name="connsiteY23" fmla="*/ 4104392 h 4109449"/>
              <a:gd name="connsiteX24" fmla="*/ 1035628 w 2876064"/>
              <a:gd name="connsiteY24" fmla="*/ 3856986 h 4109449"/>
              <a:gd name="connsiteX25" fmla="*/ 767508 w 2876064"/>
              <a:gd name="connsiteY25" fmla="*/ 3746608 h 4109449"/>
              <a:gd name="connsiteX26" fmla="*/ 359394 w 2876064"/>
              <a:gd name="connsiteY26"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691802 w 2876064"/>
              <a:gd name="connsiteY3" fmla="*/ 2019891 h 4109449"/>
              <a:gd name="connsiteX4" fmla="*/ 864538 w 2876064"/>
              <a:gd name="connsiteY4" fmla="*/ 1647946 h 4109449"/>
              <a:gd name="connsiteX5" fmla="*/ 971176 w 2876064"/>
              <a:gd name="connsiteY5" fmla="*/ 1266909 h 4109449"/>
              <a:gd name="connsiteX6" fmla="*/ 1098442 w 2876064"/>
              <a:gd name="connsiteY6" fmla="*/ 973373 h 4109449"/>
              <a:gd name="connsiteX7" fmla="*/ 1399908 w 2876064"/>
              <a:gd name="connsiteY7" fmla="*/ 631044 h 4109449"/>
              <a:gd name="connsiteX8" fmla="*/ 1712138 w 2876064"/>
              <a:gd name="connsiteY8" fmla="*/ 318624 h 4109449"/>
              <a:gd name="connsiteX9" fmla="*/ 1983307 w 2876064"/>
              <a:gd name="connsiteY9" fmla="*/ 35083 h 4109449"/>
              <a:gd name="connsiteX10" fmla="*/ 2414340 w 2876064"/>
              <a:gd name="connsiteY10" fmla="*/ 48775 h 4109449"/>
              <a:gd name="connsiteX11" fmla="*/ 2661398 w 2876064"/>
              <a:gd name="connsiteY11" fmla="*/ 96038 h 4109449"/>
              <a:gd name="connsiteX12" fmla="*/ 2872093 w 2876064"/>
              <a:gd name="connsiteY12" fmla="*/ 338571 h 4109449"/>
              <a:gd name="connsiteX13" fmla="*/ 2806130 w 2876064"/>
              <a:gd name="connsiteY13" fmla="*/ 667284 h 4109449"/>
              <a:gd name="connsiteX14" fmla="*/ 2797893 w 2876064"/>
              <a:gd name="connsiteY14" fmla="*/ 1171684 h 4109449"/>
              <a:gd name="connsiteX15" fmla="*/ 2815514 w 2876064"/>
              <a:gd name="connsiteY15" fmla="*/ 1675365 h 4109449"/>
              <a:gd name="connsiteX16" fmla="*/ 2780557 w 2876064"/>
              <a:gd name="connsiteY16" fmla="*/ 1969116 h 4109449"/>
              <a:gd name="connsiteX17" fmla="*/ 2705881 w 2876064"/>
              <a:gd name="connsiteY17" fmla="*/ 2249628 h 4109449"/>
              <a:gd name="connsiteX18" fmla="*/ 2532733 w 2876064"/>
              <a:gd name="connsiteY18" fmla="*/ 2700855 h 4109449"/>
              <a:gd name="connsiteX19" fmla="*/ 2041509 w 2876064"/>
              <a:gd name="connsiteY19" fmla="*/ 3367382 h 4109449"/>
              <a:gd name="connsiteX20" fmla="*/ 1838974 w 2876064"/>
              <a:gd name="connsiteY20" fmla="*/ 3674554 h 4109449"/>
              <a:gd name="connsiteX21" fmla="*/ 1684102 w 2876064"/>
              <a:gd name="connsiteY21" fmla="*/ 3995995 h 4109449"/>
              <a:gd name="connsiteX22" fmla="*/ 1192578 w 2876064"/>
              <a:gd name="connsiteY22" fmla="*/ 4104392 h 4109449"/>
              <a:gd name="connsiteX23" fmla="*/ 1035628 w 2876064"/>
              <a:gd name="connsiteY23" fmla="*/ 3856986 h 4109449"/>
              <a:gd name="connsiteX24" fmla="*/ 767508 w 2876064"/>
              <a:gd name="connsiteY24" fmla="*/ 3746608 h 4109449"/>
              <a:gd name="connsiteX25" fmla="*/ 359394 w 2876064"/>
              <a:gd name="connsiteY25"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591270 w 2876064"/>
              <a:gd name="connsiteY3" fmla="*/ 1911574 h 4109449"/>
              <a:gd name="connsiteX4" fmla="*/ 864538 w 2876064"/>
              <a:gd name="connsiteY4" fmla="*/ 1647946 h 4109449"/>
              <a:gd name="connsiteX5" fmla="*/ 971176 w 2876064"/>
              <a:gd name="connsiteY5" fmla="*/ 1266909 h 4109449"/>
              <a:gd name="connsiteX6" fmla="*/ 1098442 w 2876064"/>
              <a:gd name="connsiteY6" fmla="*/ 973373 h 4109449"/>
              <a:gd name="connsiteX7" fmla="*/ 1399908 w 2876064"/>
              <a:gd name="connsiteY7" fmla="*/ 631044 h 4109449"/>
              <a:gd name="connsiteX8" fmla="*/ 1712138 w 2876064"/>
              <a:gd name="connsiteY8" fmla="*/ 318624 h 4109449"/>
              <a:gd name="connsiteX9" fmla="*/ 1983307 w 2876064"/>
              <a:gd name="connsiteY9" fmla="*/ 35083 h 4109449"/>
              <a:gd name="connsiteX10" fmla="*/ 2414340 w 2876064"/>
              <a:gd name="connsiteY10" fmla="*/ 48775 h 4109449"/>
              <a:gd name="connsiteX11" fmla="*/ 2661398 w 2876064"/>
              <a:gd name="connsiteY11" fmla="*/ 96038 h 4109449"/>
              <a:gd name="connsiteX12" fmla="*/ 2872093 w 2876064"/>
              <a:gd name="connsiteY12" fmla="*/ 338571 h 4109449"/>
              <a:gd name="connsiteX13" fmla="*/ 2806130 w 2876064"/>
              <a:gd name="connsiteY13" fmla="*/ 667284 h 4109449"/>
              <a:gd name="connsiteX14" fmla="*/ 2797893 w 2876064"/>
              <a:gd name="connsiteY14" fmla="*/ 1171684 h 4109449"/>
              <a:gd name="connsiteX15" fmla="*/ 2815514 w 2876064"/>
              <a:gd name="connsiteY15" fmla="*/ 1675365 h 4109449"/>
              <a:gd name="connsiteX16" fmla="*/ 2780557 w 2876064"/>
              <a:gd name="connsiteY16" fmla="*/ 1969116 h 4109449"/>
              <a:gd name="connsiteX17" fmla="*/ 2705881 w 2876064"/>
              <a:gd name="connsiteY17" fmla="*/ 2249628 h 4109449"/>
              <a:gd name="connsiteX18" fmla="*/ 2532733 w 2876064"/>
              <a:gd name="connsiteY18" fmla="*/ 2700855 h 4109449"/>
              <a:gd name="connsiteX19" fmla="*/ 2041509 w 2876064"/>
              <a:gd name="connsiteY19" fmla="*/ 3367382 h 4109449"/>
              <a:gd name="connsiteX20" fmla="*/ 1838974 w 2876064"/>
              <a:gd name="connsiteY20" fmla="*/ 3674554 h 4109449"/>
              <a:gd name="connsiteX21" fmla="*/ 1684102 w 2876064"/>
              <a:gd name="connsiteY21" fmla="*/ 3995995 h 4109449"/>
              <a:gd name="connsiteX22" fmla="*/ 1192578 w 2876064"/>
              <a:gd name="connsiteY22" fmla="*/ 4104392 h 4109449"/>
              <a:gd name="connsiteX23" fmla="*/ 1035628 w 2876064"/>
              <a:gd name="connsiteY23" fmla="*/ 3856986 h 4109449"/>
              <a:gd name="connsiteX24" fmla="*/ 767508 w 2876064"/>
              <a:gd name="connsiteY24" fmla="*/ 3746608 h 4109449"/>
              <a:gd name="connsiteX25" fmla="*/ 359394 w 2876064"/>
              <a:gd name="connsiteY25"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591270 w 2876064"/>
              <a:gd name="connsiteY3" fmla="*/ 1911574 h 4109449"/>
              <a:gd name="connsiteX4" fmla="*/ 704052 w 2876064"/>
              <a:gd name="connsiteY4" fmla="*/ 1506648 h 4109449"/>
              <a:gd name="connsiteX5" fmla="*/ 971176 w 2876064"/>
              <a:gd name="connsiteY5" fmla="*/ 1266909 h 4109449"/>
              <a:gd name="connsiteX6" fmla="*/ 1098442 w 2876064"/>
              <a:gd name="connsiteY6" fmla="*/ 973373 h 4109449"/>
              <a:gd name="connsiteX7" fmla="*/ 1399908 w 2876064"/>
              <a:gd name="connsiteY7" fmla="*/ 631044 h 4109449"/>
              <a:gd name="connsiteX8" fmla="*/ 1712138 w 2876064"/>
              <a:gd name="connsiteY8" fmla="*/ 318624 h 4109449"/>
              <a:gd name="connsiteX9" fmla="*/ 1983307 w 2876064"/>
              <a:gd name="connsiteY9" fmla="*/ 35083 h 4109449"/>
              <a:gd name="connsiteX10" fmla="*/ 2414340 w 2876064"/>
              <a:gd name="connsiteY10" fmla="*/ 48775 h 4109449"/>
              <a:gd name="connsiteX11" fmla="*/ 2661398 w 2876064"/>
              <a:gd name="connsiteY11" fmla="*/ 96038 h 4109449"/>
              <a:gd name="connsiteX12" fmla="*/ 2872093 w 2876064"/>
              <a:gd name="connsiteY12" fmla="*/ 338571 h 4109449"/>
              <a:gd name="connsiteX13" fmla="*/ 2806130 w 2876064"/>
              <a:gd name="connsiteY13" fmla="*/ 667284 h 4109449"/>
              <a:gd name="connsiteX14" fmla="*/ 2797893 w 2876064"/>
              <a:gd name="connsiteY14" fmla="*/ 1171684 h 4109449"/>
              <a:gd name="connsiteX15" fmla="*/ 2815514 w 2876064"/>
              <a:gd name="connsiteY15" fmla="*/ 1675365 h 4109449"/>
              <a:gd name="connsiteX16" fmla="*/ 2780557 w 2876064"/>
              <a:gd name="connsiteY16" fmla="*/ 1969116 h 4109449"/>
              <a:gd name="connsiteX17" fmla="*/ 2705881 w 2876064"/>
              <a:gd name="connsiteY17" fmla="*/ 2249628 h 4109449"/>
              <a:gd name="connsiteX18" fmla="*/ 2532733 w 2876064"/>
              <a:gd name="connsiteY18" fmla="*/ 2700855 h 4109449"/>
              <a:gd name="connsiteX19" fmla="*/ 2041509 w 2876064"/>
              <a:gd name="connsiteY19" fmla="*/ 3367382 h 4109449"/>
              <a:gd name="connsiteX20" fmla="*/ 1838974 w 2876064"/>
              <a:gd name="connsiteY20" fmla="*/ 3674554 h 4109449"/>
              <a:gd name="connsiteX21" fmla="*/ 1684102 w 2876064"/>
              <a:gd name="connsiteY21" fmla="*/ 3995995 h 4109449"/>
              <a:gd name="connsiteX22" fmla="*/ 1192578 w 2876064"/>
              <a:gd name="connsiteY22" fmla="*/ 4104392 h 4109449"/>
              <a:gd name="connsiteX23" fmla="*/ 1035628 w 2876064"/>
              <a:gd name="connsiteY23" fmla="*/ 3856986 h 4109449"/>
              <a:gd name="connsiteX24" fmla="*/ 767508 w 2876064"/>
              <a:gd name="connsiteY24" fmla="*/ 3746608 h 4109449"/>
              <a:gd name="connsiteX25" fmla="*/ 359394 w 2876064"/>
              <a:gd name="connsiteY25"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591270 w 2876064"/>
              <a:gd name="connsiteY3" fmla="*/ 1911574 h 4109449"/>
              <a:gd name="connsiteX4" fmla="*/ 704052 w 2876064"/>
              <a:gd name="connsiteY4" fmla="*/ 1506648 h 4109449"/>
              <a:gd name="connsiteX5" fmla="*/ 831535 w 2876064"/>
              <a:gd name="connsiteY5" fmla="*/ 1150669 h 4109449"/>
              <a:gd name="connsiteX6" fmla="*/ 1098442 w 2876064"/>
              <a:gd name="connsiteY6" fmla="*/ 973373 h 4109449"/>
              <a:gd name="connsiteX7" fmla="*/ 1399908 w 2876064"/>
              <a:gd name="connsiteY7" fmla="*/ 631044 h 4109449"/>
              <a:gd name="connsiteX8" fmla="*/ 1712138 w 2876064"/>
              <a:gd name="connsiteY8" fmla="*/ 318624 h 4109449"/>
              <a:gd name="connsiteX9" fmla="*/ 1983307 w 2876064"/>
              <a:gd name="connsiteY9" fmla="*/ 35083 h 4109449"/>
              <a:gd name="connsiteX10" fmla="*/ 2414340 w 2876064"/>
              <a:gd name="connsiteY10" fmla="*/ 48775 h 4109449"/>
              <a:gd name="connsiteX11" fmla="*/ 2661398 w 2876064"/>
              <a:gd name="connsiteY11" fmla="*/ 96038 h 4109449"/>
              <a:gd name="connsiteX12" fmla="*/ 2872093 w 2876064"/>
              <a:gd name="connsiteY12" fmla="*/ 338571 h 4109449"/>
              <a:gd name="connsiteX13" fmla="*/ 2806130 w 2876064"/>
              <a:gd name="connsiteY13" fmla="*/ 667284 h 4109449"/>
              <a:gd name="connsiteX14" fmla="*/ 2797893 w 2876064"/>
              <a:gd name="connsiteY14" fmla="*/ 1171684 h 4109449"/>
              <a:gd name="connsiteX15" fmla="*/ 2815514 w 2876064"/>
              <a:gd name="connsiteY15" fmla="*/ 1675365 h 4109449"/>
              <a:gd name="connsiteX16" fmla="*/ 2780557 w 2876064"/>
              <a:gd name="connsiteY16" fmla="*/ 1969116 h 4109449"/>
              <a:gd name="connsiteX17" fmla="*/ 2705881 w 2876064"/>
              <a:gd name="connsiteY17" fmla="*/ 2249628 h 4109449"/>
              <a:gd name="connsiteX18" fmla="*/ 2532733 w 2876064"/>
              <a:gd name="connsiteY18" fmla="*/ 2700855 h 4109449"/>
              <a:gd name="connsiteX19" fmla="*/ 2041509 w 2876064"/>
              <a:gd name="connsiteY19" fmla="*/ 3367382 h 4109449"/>
              <a:gd name="connsiteX20" fmla="*/ 1838974 w 2876064"/>
              <a:gd name="connsiteY20" fmla="*/ 3674554 h 4109449"/>
              <a:gd name="connsiteX21" fmla="*/ 1684102 w 2876064"/>
              <a:gd name="connsiteY21" fmla="*/ 3995995 h 4109449"/>
              <a:gd name="connsiteX22" fmla="*/ 1192578 w 2876064"/>
              <a:gd name="connsiteY22" fmla="*/ 4104392 h 4109449"/>
              <a:gd name="connsiteX23" fmla="*/ 1035628 w 2876064"/>
              <a:gd name="connsiteY23" fmla="*/ 3856986 h 4109449"/>
              <a:gd name="connsiteX24" fmla="*/ 767508 w 2876064"/>
              <a:gd name="connsiteY24" fmla="*/ 3746608 h 4109449"/>
              <a:gd name="connsiteX25" fmla="*/ 359394 w 2876064"/>
              <a:gd name="connsiteY25"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591270 w 2876064"/>
              <a:gd name="connsiteY3" fmla="*/ 1911574 h 4109449"/>
              <a:gd name="connsiteX4" fmla="*/ 704052 w 2876064"/>
              <a:gd name="connsiteY4" fmla="*/ 1506648 h 4109449"/>
              <a:gd name="connsiteX5" fmla="*/ 831535 w 2876064"/>
              <a:gd name="connsiteY5" fmla="*/ 1150669 h 4109449"/>
              <a:gd name="connsiteX6" fmla="*/ 1098442 w 2876064"/>
              <a:gd name="connsiteY6" fmla="*/ 973373 h 4109449"/>
              <a:gd name="connsiteX7" fmla="*/ 1712138 w 2876064"/>
              <a:gd name="connsiteY7" fmla="*/ 318624 h 4109449"/>
              <a:gd name="connsiteX8" fmla="*/ 1983307 w 2876064"/>
              <a:gd name="connsiteY8" fmla="*/ 35083 h 4109449"/>
              <a:gd name="connsiteX9" fmla="*/ 2414340 w 2876064"/>
              <a:gd name="connsiteY9" fmla="*/ 48775 h 4109449"/>
              <a:gd name="connsiteX10" fmla="*/ 2661398 w 2876064"/>
              <a:gd name="connsiteY10" fmla="*/ 96038 h 4109449"/>
              <a:gd name="connsiteX11" fmla="*/ 2872093 w 2876064"/>
              <a:gd name="connsiteY11" fmla="*/ 338571 h 4109449"/>
              <a:gd name="connsiteX12" fmla="*/ 2806130 w 2876064"/>
              <a:gd name="connsiteY12" fmla="*/ 667284 h 4109449"/>
              <a:gd name="connsiteX13" fmla="*/ 2797893 w 2876064"/>
              <a:gd name="connsiteY13" fmla="*/ 1171684 h 4109449"/>
              <a:gd name="connsiteX14" fmla="*/ 2815514 w 2876064"/>
              <a:gd name="connsiteY14" fmla="*/ 1675365 h 4109449"/>
              <a:gd name="connsiteX15" fmla="*/ 2780557 w 2876064"/>
              <a:gd name="connsiteY15" fmla="*/ 1969116 h 4109449"/>
              <a:gd name="connsiteX16" fmla="*/ 2705881 w 2876064"/>
              <a:gd name="connsiteY16" fmla="*/ 2249628 h 4109449"/>
              <a:gd name="connsiteX17" fmla="*/ 2532733 w 2876064"/>
              <a:gd name="connsiteY17" fmla="*/ 2700855 h 4109449"/>
              <a:gd name="connsiteX18" fmla="*/ 2041509 w 2876064"/>
              <a:gd name="connsiteY18" fmla="*/ 3367382 h 4109449"/>
              <a:gd name="connsiteX19" fmla="*/ 1838974 w 2876064"/>
              <a:gd name="connsiteY19" fmla="*/ 3674554 h 4109449"/>
              <a:gd name="connsiteX20" fmla="*/ 1684102 w 2876064"/>
              <a:gd name="connsiteY20" fmla="*/ 3995995 h 4109449"/>
              <a:gd name="connsiteX21" fmla="*/ 1192578 w 2876064"/>
              <a:gd name="connsiteY21" fmla="*/ 4104392 h 4109449"/>
              <a:gd name="connsiteX22" fmla="*/ 1035628 w 2876064"/>
              <a:gd name="connsiteY22" fmla="*/ 3856986 h 4109449"/>
              <a:gd name="connsiteX23" fmla="*/ 767508 w 2876064"/>
              <a:gd name="connsiteY23" fmla="*/ 3746608 h 4109449"/>
              <a:gd name="connsiteX24" fmla="*/ 359394 w 2876064"/>
              <a:gd name="connsiteY24" fmla="*/ 3834666 h 4109449"/>
              <a:gd name="connsiteX0" fmla="*/ 0 w 2876064"/>
              <a:gd name="connsiteY0" fmla="*/ 2327424 h 4109449"/>
              <a:gd name="connsiteX1" fmla="*/ 198730 w 2876064"/>
              <a:gd name="connsiteY1" fmla="*/ 2299481 h 4109449"/>
              <a:gd name="connsiteX2" fmla="*/ 458385 w 2876064"/>
              <a:gd name="connsiteY2" fmla="*/ 2459991 h 4109449"/>
              <a:gd name="connsiteX3" fmla="*/ 591270 w 2876064"/>
              <a:gd name="connsiteY3" fmla="*/ 1911574 h 4109449"/>
              <a:gd name="connsiteX4" fmla="*/ 704052 w 2876064"/>
              <a:gd name="connsiteY4" fmla="*/ 1506648 h 4109449"/>
              <a:gd name="connsiteX5" fmla="*/ 831535 w 2876064"/>
              <a:gd name="connsiteY5" fmla="*/ 1150669 h 4109449"/>
              <a:gd name="connsiteX6" fmla="*/ 1172784 w 2876064"/>
              <a:gd name="connsiteY6" fmla="*/ 870250 h 4109449"/>
              <a:gd name="connsiteX7" fmla="*/ 1712138 w 2876064"/>
              <a:gd name="connsiteY7" fmla="*/ 318624 h 4109449"/>
              <a:gd name="connsiteX8" fmla="*/ 1983307 w 2876064"/>
              <a:gd name="connsiteY8" fmla="*/ 35083 h 4109449"/>
              <a:gd name="connsiteX9" fmla="*/ 2414340 w 2876064"/>
              <a:gd name="connsiteY9" fmla="*/ 48775 h 4109449"/>
              <a:gd name="connsiteX10" fmla="*/ 2661398 w 2876064"/>
              <a:gd name="connsiteY10" fmla="*/ 96038 h 4109449"/>
              <a:gd name="connsiteX11" fmla="*/ 2872093 w 2876064"/>
              <a:gd name="connsiteY11" fmla="*/ 338571 h 4109449"/>
              <a:gd name="connsiteX12" fmla="*/ 2806130 w 2876064"/>
              <a:gd name="connsiteY12" fmla="*/ 667284 h 4109449"/>
              <a:gd name="connsiteX13" fmla="*/ 2797893 w 2876064"/>
              <a:gd name="connsiteY13" fmla="*/ 1171684 h 4109449"/>
              <a:gd name="connsiteX14" fmla="*/ 2815514 w 2876064"/>
              <a:gd name="connsiteY14" fmla="*/ 1675365 h 4109449"/>
              <a:gd name="connsiteX15" fmla="*/ 2780557 w 2876064"/>
              <a:gd name="connsiteY15" fmla="*/ 1969116 h 4109449"/>
              <a:gd name="connsiteX16" fmla="*/ 2705881 w 2876064"/>
              <a:gd name="connsiteY16" fmla="*/ 2249628 h 4109449"/>
              <a:gd name="connsiteX17" fmla="*/ 2532733 w 2876064"/>
              <a:gd name="connsiteY17" fmla="*/ 2700855 h 4109449"/>
              <a:gd name="connsiteX18" fmla="*/ 2041509 w 2876064"/>
              <a:gd name="connsiteY18" fmla="*/ 3367382 h 4109449"/>
              <a:gd name="connsiteX19" fmla="*/ 1838974 w 2876064"/>
              <a:gd name="connsiteY19" fmla="*/ 3674554 h 4109449"/>
              <a:gd name="connsiteX20" fmla="*/ 1684102 w 2876064"/>
              <a:gd name="connsiteY20" fmla="*/ 3995995 h 4109449"/>
              <a:gd name="connsiteX21" fmla="*/ 1192578 w 2876064"/>
              <a:gd name="connsiteY21" fmla="*/ 4104392 h 4109449"/>
              <a:gd name="connsiteX22" fmla="*/ 1035628 w 2876064"/>
              <a:gd name="connsiteY22" fmla="*/ 3856986 h 4109449"/>
              <a:gd name="connsiteX23" fmla="*/ 767508 w 2876064"/>
              <a:gd name="connsiteY23" fmla="*/ 3746608 h 4109449"/>
              <a:gd name="connsiteX24" fmla="*/ 359394 w 2876064"/>
              <a:gd name="connsiteY24" fmla="*/ 3834666 h 4109449"/>
              <a:gd name="connsiteX0" fmla="*/ 0 w 2876064"/>
              <a:gd name="connsiteY0" fmla="*/ 2310504 h 4092529"/>
              <a:gd name="connsiteX1" fmla="*/ 198730 w 2876064"/>
              <a:gd name="connsiteY1" fmla="*/ 2282561 h 4092529"/>
              <a:gd name="connsiteX2" fmla="*/ 458385 w 2876064"/>
              <a:gd name="connsiteY2" fmla="*/ 2443071 h 4092529"/>
              <a:gd name="connsiteX3" fmla="*/ 591270 w 2876064"/>
              <a:gd name="connsiteY3" fmla="*/ 1894654 h 4092529"/>
              <a:gd name="connsiteX4" fmla="*/ 704052 w 2876064"/>
              <a:gd name="connsiteY4" fmla="*/ 1489728 h 4092529"/>
              <a:gd name="connsiteX5" fmla="*/ 831535 w 2876064"/>
              <a:gd name="connsiteY5" fmla="*/ 1133749 h 4092529"/>
              <a:gd name="connsiteX6" fmla="*/ 1172784 w 2876064"/>
              <a:gd name="connsiteY6" fmla="*/ 853330 h 4092529"/>
              <a:gd name="connsiteX7" fmla="*/ 1628904 w 2876064"/>
              <a:gd name="connsiteY7" fmla="*/ 80779 h 4092529"/>
              <a:gd name="connsiteX8" fmla="*/ 1983307 w 2876064"/>
              <a:gd name="connsiteY8" fmla="*/ 18163 h 4092529"/>
              <a:gd name="connsiteX9" fmla="*/ 2414340 w 2876064"/>
              <a:gd name="connsiteY9" fmla="*/ 31855 h 4092529"/>
              <a:gd name="connsiteX10" fmla="*/ 2661398 w 2876064"/>
              <a:gd name="connsiteY10" fmla="*/ 79118 h 4092529"/>
              <a:gd name="connsiteX11" fmla="*/ 2872093 w 2876064"/>
              <a:gd name="connsiteY11" fmla="*/ 321651 h 4092529"/>
              <a:gd name="connsiteX12" fmla="*/ 2806130 w 2876064"/>
              <a:gd name="connsiteY12" fmla="*/ 650364 h 4092529"/>
              <a:gd name="connsiteX13" fmla="*/ 2797893 w 2876064"/>
              <a:gd name="connsiteY13" fmla="*/ 1154764 h 4092529"/>
              <a:gd name="connsiteX14" fmla="*/ 2815514 w 2876064"/>
              <a:gd name="connsiteY14" fmla="*/ 1658445 h 4092529"/>
              <a:gd name="connsiteX15" fmla="*/ 2780557 w 2876064"/>
              <a:gd name="connsiteY15" fmla="*/ 1952196 h 4092529"/>
              <a:gd name="connsiteX16" fmla="*/ 2705881 w 2876064"/>
              <a:gd name="connsiteY16" fmla="*/ 2232708 h 4092529"/>
              <a:gd name="connsiteX17" fmla="*/ 2532733 w 2876064"/>
              <a:gd name="connsiteY17" fmla="*/ 2683935 h 4092529"/>
              <a:gd name="connsiteX18" fmla="*/ 2041509 w 2876064"/>
              <a:gd name="connsiteY18" fmla="*/ 3350462 h 4092529"/>
              <a:gd name="connsiteX19" fmla="*/ 1838974 w 2876064"/>
              <a:gd name="connsiteY19" fmla="*/ 3657634 h 4092529"/>
              <a:gd name="connsiteX20" fmla="*/ 1684102 w 2876064"/>
              <a:gd name="connsiteY20" fmla="*/ 3979075 h 4092529"/>
              <a:gd name="connsiteX21" fmla="*/ 1192578 w 2876064"/>
              <a:gd name="connsiteY21" fmla="*/ 4087472 h 4092529"/>
              <a:gd name="connsiteX22" fmla="*/ 1035628 w 2876064"/>
              <a:gd name="connsiteY22" fmla="*/ 3840066 h 4092529"/>
              <a:gd name="connsiteX23" fmla="*/ 767508 w 2876064"/>
              <a:gd name="connsiteY23" fmla="*/ 3729688 h 4092529"/>
              <a:gd name="connsiteX24" fmla="*/ 359394 w 2876064"/>
              <a:gd name="connsiteY24" fmla="*/ 3817746 h 4092529"/>
              <a:gd name="connsiteX0" fmla="*/ 0 w 2876064"/>
              <a:gd name="connsiteY0" fmla="*/ 2385344 h 4167369"/>
              <a:gd name="connsiteX1" fmla="*/ 198730 w 2876064"/>
              <a:gd name="connsiteY1" fmla="*/ 2357401 h 4167369"/>
              <a:gd name="connsiteX2" fmla="*/ 458385 w 2876064"/>
              <a:gd name="connsiteY2" fmla="*/ 2517911 h 4167369"/>
              <a:gd name="connsiteX3" fmla="*/ 591270 w 2876064"/>
              <a:gd name="connsiteY3" fmla="*/ 1969494 h 4167369"/>
              <a:gd name="connsiteX4" fmla="*/ 704052 w 2876064"/>
              <a:gd name="connsiteY4" fmla="*/ 1564568 h 4167369"/>
              <a:gd name="connsiteX5" fmla="*/ 831535 w 2876064"/>
              <a:gd name="connsiteY5" fmla="*/ 1208589 h 4167369"/>
              <a:gd name="connsiteX6" fmla="*/ 1172784 w 2876064"/>
              <a:gd name="connsiteY6" fmla="*/ 928170 h 4167369"/>
              <a:gd name="connsiteX7" fmla="*/ 1628904 w 2876064"/>
              <a:gd name="connsiteY7" fmla="*/ 155619 h 4167369"/>
              <a:gd name="connsiteX8" fmla="*/ 1960997 w 2876064"/>
              <a:gd name="connsiteY8" fmla="*/ 527 h 4167369"/>
              <a:gd name="connsiteX9" fmla="*/ 2414340 w 2876064"/>
              <a:gd name="connsiteY9" fmla="*/ 106695 h 4167369"/>
              <a:gd name="connsiteX10" fmla="*/ 2661398 w 2876064"/>
              <a:gd name="connsiteY10" fmla="*/ 153958 h 4167369"/>
              <a:gd name="connsiteX11" fmla="*/ 2872093 w 2876064"/>
              <a:gd name="connsiteY11" fmla="*/ 396491 h 4167369"/>
              <a:gd name="connsiteX12" fmla="*/ 2806130 w 2876064"/>
              <a:gd name="connsiteY12" fmla="*/ 725204 h 4167369"/>
              <a:gd name="connsiteX13" fmla="*/ 2797893 w 2876064"/>
              <a:gd name="connsiteY13" fmla="*/ 1229604 h 4167369"/>
              <a:gd name="connsiteX14" fmla="*/ 2815514 w 2876064"/>
              <a:gd name="connsiteY14" fmla="*/ 1733285 h 4167369"/>
              <a:gd name="connsiteX15" fmla="*/ 2780557 w 2876064"/>
              <a:gd name="connsiteY15" fmla="*/ 2027036 h 4167369"/>
              <a:gd name="connsiteX16" fmla="*/ 2705881 w 2876064"/>
              <a:gd name="connsiteY16" fmla="*/ 2307548 h 4167369"/>
              <a:gd name="connsiteX17" fmla="*/ 2532733 w 2876064"/>
              <a:gd name="connsiteY17" fmla="*/ 2758775 h 4167369"/>
              <a:gd name="connsiteX18" fmla="*/ 2041509 w 2876064"/>
              <a:gd name="connsiteY18" fmla="*/ 3425302 h 4167369"/>
              <a:gd name="connsiteX19" fmla="*/ 1838974 w 2876064"/>
              <a:gd name="connsiteY19" fmla="*/ 3732474 h 4167369"/>
              <a:gd name="connsiteX20" fmla="*/ 1684102 w 2876064"/>
              <a:gd name="connsiteY20" fmla="*/ 4053915 h 4167369"/>
              <a:gd name="connsiteX21" fmla="*/ 1192578 w 2876064"/>
              <a:gd name="connsiteY21" fmla="*/ 4162312 h 4167369"/>
              <a:gd name="connsiteX22" fmla="*/ 1035628 w 2876064"/>
              <a:gd name="connsiteY22" fmla="*/ 3914906 h 4167369"/>
              <a:gd name="connsiteX23" fmla="*/ 767508 w 2876064"/>
              <a:gd name="connsiteY23" fmla="*/ 3804528 h 4167369"/>
              <a:gd name="connsiteX24" fmla="*/ 359394 w 2876064"/>
              <a:gd name="connsiteY24" fmla="*/ 3892586 h 4167369"/>
              <a:gd name="connsiteX0" fmla="*/ 0 w 2876064"/>
              <a:gd name="connsiteY0" fmla="*/ 2384867 h 4166892"/>
              <a:gd name="connsiteX1" fmla="*/ 198730 w 2876064"/>
              <a:gd name="connsiteY1" fmla="*/ 2356924 h 4166892"/>
              <a:gd name="connsiteX2" fmla="*/ 458385 w 2876064"/>
              <a:gd name="connsiteY2" fmla="*/ 2517434 h 4166892"/>
              <a:gd name="connsiteX3" fmla="*/ 591270 w 2876064"/>
              <a:gd name="connsiteY3" fmla="*/ 1969017 h 4166892"/>
              <a:gd name="connsiteX4" fmla="*/ 704052 w 2876064"/>
              <a:gd name="connsiteY4" fmla="*/ 1564091 h 4166892"/>
              <a:gd name="connsiteX5" fmla="*/ 831535 w 2876064"/>
              <a:gd name="connsiteY5" fmla="*/ 1208112 h 4166892"/>
              <a:gd name="connsiteX6" fmla="*/ 1172784 w 2876064"/>
              <a:gd name="connsiteY6" fmla="*/ 927693 h 4166892"/>
              <a:gd name="connsiteX7" fmla="*/ 1628904 w 2876064"/>
              <a:gd name="connsiteY7" fmla="*/ 155142 h 4166892"/>
              <a:gd name="connsiteX8" fmla="*/ 1960997 w 2876064"/>
              <a:gd name="connsiteY8" fmla="*/ 50 h 4166892"/>
              <a:gd name="connsiteX9" fmla="*/ 2300321 w 2876064"/>
              <a:gd name="connsiteY9" fmla="*/ 158360 h 4166892"/>
              <a:gd name="connsiteX10" fmla="*/ 2661398 w 2876064"/>
              <a:gd name="connsiteY10" fmla="*/ 153481 h 4166892"/>
              <a:gd name="connsiteX11" fmla="*/ 2872093 w 2876064"/>
              <a:gd name="connsiteY11" fmla="*/ 396014 h 4166892"/>
              <a:gd name="connsiteX12" fmla="*/ 2806130 w 2876064"/>
              <a:gd name="connsiteY12" fmla="*/ 724727 h 4166892"/>
              <a:gd name="connsiteX13" fmla="*/ 2797893 w 2876064"/>
              <a:gd name="connsiteY13" fmla="*/ 1229127 h 4166892"/>
              <a:gd name="connsiteX14" fmla="*/ 2815514 w 2876064"/>
              <a:gd name="connsiteY14" fmla="*/ 1732808 h 4166892"/>
              <a:gd name="connsiteX15" fmla="*/ 2780557 w 2876064"/>
              <a:gd name="connsiteY15" fmla="*/ 2026559 h 4166892"/>
              <a:gd name="connsiteX16" fmla="*/ 2705881 w 2876064"/>
              <a:gd name="connsiteY16" fmla="*/ 2307071 h 4166892"/>
              <a:gd name="connsiteX17" fmla="*/ 2532733 w 2876064"/>
              <a:gd name="connsiteY17" fmla="*/ 2758298 h 4166892"/>
              <a:gd name="connsiteX18" fmla="*/ 2041509 w 2876064"/>
              <a:gd name="connsiteY18" fmla="*/ 3424825 h 4166892"/>
              <a:gd name="connsiteX19" fmla="*/ 1838974 w 2876064"/>
              <a:gd name="connsiteY19" fmla="*/ 3731997 h 4166892"/>
              <a:gd name="connsiteX20" fmla="*/ 1684102 w 2876064"/>
              <a:gd name="connsiteY20" fmla="*/ 4053438 h 4166892"/>
              <a:gd name="connsiteX21" fmla="*/ 1192578 w 2876064"/>
              <a:gd name="connsiteY21" fmla="*/ 4161835 h 4166892"/>
              <a:gd name="connsiteX22" fmla="*/ 1035628 w 2876064"/>
              <a:gd name="connsiteY22" fmla="*/ 3914429 h 4166892"/>
              <a:gd name="connsiteX23" fmla="*/ 767508 w 2876064"/>
              <a:gd name="connsiteY23" fmla="*/ 3804051 h 4166892"/>
              <a:gd name="connsiteX24" fmla="*/ 359394 w 2876064"/>
              <a:gd name="connsiteY24" fmla="*/ 3892109 h 4166892"/>
              <a:gd name="connsiteX0" fmla="*/ 0 w 2876064"/>
              <a:gd name="connsiteY0" fmla="*/ 2384867 h 4166892"/>
              <a:gd name="connsiteX1" fmla="*/ 198730 w 2876064"/>
              <a:gd name="connsiteY1" fmla="*/ 2356924 h 4166892"/>
              <a:gd name="connsiteX2" fmla="*/ 458385 w 2876064"/>
              <a:gd name="connsiteY2" fmla="*/ 2517434 h 4166892"/>
              <a:gd name="connsiteX3" fmla="*/ 591270 w 2876064"/>
              <a:gd name="connsiteY3" fmla="*/ 1969017 h 4166892"/>
              <a:gd name="connsiteX4" fmla="*/ 704052 w 2876064"/>
              <a:gd name="connsiteY4" fmla="*/ 1564091 h 4166892"/>
              <a:gd name="connsiteX5" fmla="*/ 831535 w 2876064"/>
              <a:gd name="connsiteY5" fmla="*/ 1208112 h 4166892"/>
              <a:gd name="connsiteX6" fmla="*/ 1172784 w 2876064"/>
              <a:gd name="connsiteY6" fmla="*/ 927693 h 4166892"/>
              <a:gd name="connsiteX7" fmla="*/ 1628904 w 2876064"/>
              <a:gd name="connsiteY7" fmla="*/ 155142 h 4166892"/>
              <a:gd name="connsiteX8" fmla="*/ 1960997 w 2876064"/>
              <a:gd name="connsiteY8" fmla="*/ 50 h 4166892"/>
              <a:gd name="connsiteX9" fmla="*/ 2300321 w 2876064"/>
              <a:gd name="connsiteY9" fmla="*/ 158360 h 4166892"/>
              <a:gd name="connsiteX10" fmla="*/ 2661398 w 2876064"/>
              <a:gd name="connsiteY10" fmla="*/ 153481 h 4166892"/>
              <a:gd name="connsiteX11" fmla="*/ 2872093 w 2876064"/>
              <a:gd name="connsiteY11" fmla="*/ 396014 h 4166892"/>
              <a:gd name="connsiteX12" fmla="*/ 2806130 w 2876064"/>
              <a:gd name="connsiteY12" fmla="*/ 724727 h 4166892"/>
              <a:gd name="connsiteX13" fmla="*/ 2797893 w 2876064"/>
              <a:gd name="connsiteY13" fmla="*/ 1229127 h 4166892"/>
              <a:gd name="connsiteX14" fmla="*/ 2815514 w 2876064"/>
              <a:gd name="connsiteY14" fmla="*/ 1732808 h 4166892"/>
              <a:gd name="connsiteX15" fmla="*/ 2780557 w 2876064"/>
              <a:gd name="connsiteY15" fmla="*/ 2026559 h 4166892"/>
              <a:gd name="connsiteX16" fmla="*/ 2721707 w 2876064"/>
              <a:gd name="connsiteY16" fmla="*/ 2389965 h 4166892"/>
              <a:gd name="connsiteX17" fmla="*/ 2532733 w 2876064"/>
              <a:gd name="connsiteY17" fmla="*/ 2758298 h 4166892"/>
              <a:gd name="connsiteX18" fmla="*/ 2041509 w 2876064"/>
              <a:gd name="connsiteY18" fmla="*/ 3424825 h 4166892"/>
              <a:gd name="connsiteX19" fmla="*/ 1838974 w 2876064"/>
              <a:gd name="connsiteY19" fmla="*/ 3731997 h 4166892"/>
              <a:gd name="connsiteX20" fmla="*/ 1684102 w 2876064"/>
              <a:gd name="connsiteY20" fmla="*/ 4053438 h 4166892"/>
              <a:gd name="connsiteX21" fmla="*/ 1192578 w 2876064"/>
              <a:gd name="connsiteY21" fmla="*/ 4161835 h 4166892"/>
              <a:gd name="connsiteX22" fmla="*/ 1035628 w 2876064"/>
              <a:gd name="connsiteY22" fmla="*/ 3914429 h 4166892"/>
              <a:gd name="connsiteX23" fmla="*/ 767508 w 2876064"/>
              <a:gd name="connsiteY23" fmla="*/ 3804051 h 4166892"/>
              <a:gd name="connsiteX24" fmla="*/ 359394 w 2876064"/>
              <a:gd name="connsiteY24" fmla="*/ 3892109 h 4166892"/>
              <a:gd name="connsiteX0" fmla="*/ 0 w 2876064"/>
              <a:gd name="connsiteY0" fmla="*/ 2384867 h 4166892"/>
              <a:gd name="connsiteX1" fmla="*/ 198730 w 2876064"/>
              <a:gd name="connsiteY1" fmla="*/ 2356924 h 4166892"/>
              <a:gd name="connsiteX2" fmla="*/ 458385 w 2876064"/>
              <a:gd name="connsiteY2" fmla="*/ 2517434 h 4166892"/>
              <a:gd name="connsiteX3" fmla="*/ 591270 w 2876064"/>
              <a:gd name="connsiteY3" fmla="*/ 1969017 h 4166892"/>
              <a:gd name="connsiteX4" fmla="*/ 704052 w 2876064"/>
              <a:gd name="connsiteY4" fmla="*/ 1564091 h 4166892"/>
              <a:gd name="connsiteX5" fmla="*/ 831535 w 2876064"/>
              <a:gd name="connsiteY5" fmla="*/ 1208112 h 4166892"/>
              <a:gd name="connsiteX6" fmla="*/ 1172784 w 2876064"/>
              <a:gd name="connsiteY6" fmla="*/ 927693 h 4166892"/>
              <a:gd name="connsiteX7" fmla="*/ 1628904 w 2876064"/>
              <a:gd name="connsiteY7" fmla="*/ 155142 h 4166892"/>
              <a:gd name="connsiteX8" fmla="*/ 1960997 w 2876064"/>
              <a:gd name="connsiteY8" fmla="*/ 50 h 4166892"/>
              <a:gd name="connsiteX9" fmla="*/ 2300321 w 2876064"/>
              <a:gd name="connsiteY9" fmla="*/ 158360 h 4166892"/>
              <a:gd name="connsiteX10" fmla="*/ 2661398 w 2876064"/>
              <a:gd name="connsiteY10" fmla="*/ 153481 h 4166892"/>
              <a:gd name="connsiteX11" fmla="*/ 2872093 w 2876064"/>
              <a:gd name="connsiteY11" fmla="*/ 396014 h 4166892"/>
              <a:gd name="connsiteX12" fmla="*/ 2806130 w 2876064"/>
              <a:gd name="connsiteY12" fmla="*/ 724727 h 4166892"/>
              <a:gd name="connsiteX13" fmla="*/ 2797893 w 2876064"/>
              <a:gd name="connsiteY13" fmla="*/ 1229127 h 4166892"/>
              <a:gd name="connsiteX14" fmla="*/ 2815514 w 2876064"/>
              <a:gd name="connsiteY14" fmla="*/ 1732808 h 4166892"/>
              <a:gd name="connsiteX15" fmla="*/ 2780557 w 2876064"/>
              <a:gd name="connsiteY15" fmla="*/ 2026559 h 4166892"/>
              <a:gd name="connsiteX16" fmla="*/ 2721707 w 2876064"/>
              <a:gd name="connsiteY16" fmla="*/ 2389965 h 4166892"/>
              <a:gd name="connsiteX17" fmla="*/ 2559563 w 2876064"/>
              <a:gd name="connsiteY17" fmla="*/ 2820994 h 4166892"/>
              <a:gd name="connsiteX18" fmla="*/ 2041509 w 2876064"/>
              <a:gd name="connsiteY18" fmla="*/ 3424825 h 4166892"/>
              <a:gd name="connsiteX19" fmla="*/ 1838974 w 2876064"/>
              <a:gd name="connsiteY19" fmla="*/ 3731997 h 4166892"/>
              <a:gd name="connsiteX20" fmla="*/ 1684102 w 2876064"/>
              <a:gd name="connsiteY20" fmla="*/ 4053438 h 4166892"/>
              <a:gd name="connsiteX21" fmla="*/ 1192578 w 2876064"/>
              <a:gd name="connsiteY21" fmla="*/ 4161835 h 4166892"/>
              <a:gd name="connsiteX22" fmla="*/ 1035628 w 2876064"/>
              <a:gd name="connsiteY22" fmla="*/ 3914429 h 4166892"/>
              <a:gd name="connsiteX23" fmla="*/ 767508 w 2876064"/>
              <a:gd name="connsiteY23" fmla="*/ 3804051 h 4166892"/>
              <a:gd name="connsiteX24" fmla="*/ 359394 w 2876064"/>
              <a:gd name="connsiteY24" fmla="*/ 3892109 h 4166892"/>
              <a:gd name="connsiteX0" fmla="*/ 0 w 2876064"/>
              <a:gd name="connsiteY0" fmla="*/ 2384867 h 4166892"/>
              <a:gd name="connsiteX1" fmla="*/ 198730 w 2876064"/>
              <a:gd name="connsiteY1" fmla="*/ 2356924 h 4166892"/>
              <a:gd name="connsiteX2" fmla="*/ 458385 w 2876064"/>
              <a:gd name="connsiteY2" fmla="*/ 2517434 h 4166892"/>
              <a:gd name="connsiteX3" fmla="*/ 591270 w 2876064"/>
              <a:gd name="connsiteY3" fmla="*/ 1969017 h 4166892"/>
              <a:gd name="connsiteX4" fmla="*/ 704052 w 2876064"/>
              <a:gd name="connsiteY4" fmla="*/ 1564091 h 4166892"/>
              <a:gd name="connsiteX5" fmla="*/ 831535 w 2876064"/>
              <a:gd name="connsiteY5" fmla="*/ 1208112 h 4166892"/>
              <a:gd name="connsiteX6" fmla="*/ 1172784 w 2876064"/>
              <a:gd name="connsiteY6" fmla="*/ 927693 h 4166892"/>
              <a:gd name="connsiteX7" fmla="*/ 1628904 w 2876064"/>
              <a:gd name="connsiteY7" fmla="*/ 155142 h 4166892"/>
              <a:gd name="connsiteX8" fmla="*/ 1960997 w 2876064"/>
              <a:gd name="connsiteY8" fmla="*/ 50 h 4166892"/>
              <a:gd name="connsiteX9" fmla="*/ 2300321 w 2876064"/>
              <a:gd name="connsiteY9" fmla="*/ 158360 h 4166892"/>
              <a:gd name="connsiteX10" fmla="*/ 2661398 w 2876064"/>
              <a:gd name="connsiteY10" fmla="*/ 153481 h 4166892"/>
              <a:gd name="connsiteX11" fmla="*/ 2872093 w 2876064"/>
              <a:gd name="connsiteY11" fmla="*/ 396014 h 4166892"/>
              <a:gd name="connsiteX12" fmla="*/ 2806130 w 2876064"/>
              <a:gd name="connsiteY12" fmla="*/ 724727 h 4166892"/>
              <a:gd name="connsiteX13" fmla="*/ 2797893 w 2876064"/>
              <a:gd name="connsiteY13" fmla="*/ 1229127 h 4166892"/>
              <a:gd name="connsiteX14" fmla="*/ 2815514 w 2876064"/>
              <a:gd name="connsiteY14" fmla="*/ 1732808 h 4166892"/>
              <a:gd name="connsiteX15" fmla="*/ 2780557 w 2876064"/>
              <a:gd name="connsiteY15" fmla="*/ 2026559 h 4166892"/>
              <a:gd name="connsiteX16" fmla="*/ 2721707 w 2876064"/>
              <a:gd name="connsiteY16" fmla="*/ 2389965 h 4166892"/>
              <a:gd name="connsiteX17" fmla="*/ 2559563 w 2876064"/>
              <a:gd name="connsiteY17" fmla="*/ 2820994 h 4166892"/>
              <a:gd name="connsiteX18" fmla="*/ 2114146 w 2876064"/>
              <a:gd name="connsiteY18" fmla="*/ 3455442 h 4166892"/>
              <a:gd name="connsiteX19" fmla="*/ 1838974 w 2876064"/>
              <a:gd name="connsiteY19" fmla="*/ 3731997 h 4166892"/>
              <a:gd name="connsiteX20" fmla="*/ 1684102 w 2876064"/>
              <a:gd name="connsiteY20" fmla="*/ 4053438 h 4166892"/>
              <a:gd name="connsiteX21" fmla="*/ 1192578 w 2876064"/>
              <a:gd name="connsiteY21" fmla="*/ 4161835 h 4166892"/>
              <a:gd name="connsiteX22" fmla="*/ 1035628 w 2876064"/>
              <a:gd name="connsiteY22" fmla="*/ 3914429 h 4166892"/>
              <a:gd name="connsiteX23" fmla="*/ 767508 w 2876064"/>
              <a:gd name="connsiteY23" fmla="*/ 3804051 h 4166892"/>
              <a:gd name="connsiteX24" fmla="*/ 359394 w 2876064"/>
              <a:gd name="connsiteY24" fmla="*/ 3892109 h 416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76064" h="4166892">
                <a:moveTo>
                  <a:pt x="0" y="2384867"/>
                </a:moveTo>
                <a:cubicBezTo>
                  <a:pt x="54817" y="2355508"/>
                  <a:pt x="122333" y="2334830"/>
                  <a:pt x="198730" y="2356924"/>
                </a:cubicBezTo>
                <a:cubicBezTo>
                  <a:pt x="275127" y="2379018"/>
                  <a:pt x="392962" y="2582085"/>
                  <a:pt x="458385" y="2517434"/>
                </a:cubicBezTo>
                <a:cubicBezTo>
                  <a:pt x="523808" y="2452783"/>
                  <a:pt x="523578" y="2104358"/>
                  <a:pt x="591270" y="1969017"/>
                </a:cubicBezTo>
                <a:cubicBezTo>
                  <a:pt x="658962" y="1833676"/>
                  <a:pt x="664008" y="1690908"/>
                  <a:pt x="704052" y="1564091"/>
                </a:cubicBezTo>
                <a:cubicBezTo>
                  <a:pt x="744096" y="1437274"/>
                  <a:pt x="753413" y="1314178"/>
                  <a:pt x="831535" y="1208112"/>
                </a:cubicBezTo>
                <a:cubicBezTo>
                  <a:pt x="909657" y="1102046"/>
                  <a:pt x="1039889" y="1103188"/>
                  <a:pt x="1172784" y="927693"/>
                </a:cubicBezTo>
                <a:cubicBezTo>
                  <a:pt x="1305679" y="752198"/>
                  <a:pt x="1497535" y="309749"/>
                  <a:pt x="1628904" y="155142"/>
                </a:cubicBezTo>
                <a:cubicBezTo>
                  <a:pt x="1760273" y="535"/>
                  <a:pt x="1849094" y="-486"/>
                  <a:pt x="1960997" y="50"/>
                </a:cubicBezTo>
                <a:cubicBezTo>
                  <a:pt x="2072900" y="586"/>
                  <a:pt x="2183588" y="132788"/>
                  <a:pt x="2300321" y="158360"/>
                </a:cubicBezTo>
                <a:cubicBezTo>
                  <a:pt x="2417054" y="183932"/>
                  <a:pt x="2566103" y="113872"/>
                  <a:pt x="2661398" y="153481"/>
                </a:cubicBezTo>
                <a:cubicBezTo>
                  <a:pt x="2756693" y="193090"/>
                  <a:pt x="2847971" y="300806"/>
                  <a:pt x="2872093" y="396014"/>
                </a:cubicBezTo>
                <a:cubicBezTo>
                  <a:pt x="2896215" y="491222"/>
                  <a:pt x="2802415" y="641669"/>
                  <a:pt x="2806130" y="724727"/>
                </a:cubicBezTo>
                <a:cubicBezTo>
                  <a:pt x="2811845" y="852267"/>
                  <a:pt x="2797607" y="1101396"/>
                  <a:pt x="2797893" y="1229127"/>
                </a:cubicBezTo>
                <a:cubicBezTo>
                  <a:pt x="2798369" y="1397243"/>
                  <a:pt x="2821324" y="1564787"/>
                  <a:pt x="2815514" y="1732808"/>
                </a:cubicBezTo>
                <a:cubicBezTo>
                  <a:pt x="2812085" y="1831487"/>
                  <a:pt x="2796192" y="1917033"/>
                  <a:pt x="2780557" y="2026559"/>
                </a:cubicBezTo>
                <a:cubicBezTo>
                  <a:pt x="2764923" y="2136085"/>
                  <a:pt x="2758539" y="2257559"/>
                  <a:pt x="2721707" y="2389965"/>
                </a:cubicBezTo>
                <a:cubicBezTo>
                  <a:pt x="2684875" y="2522371"/>
                  <a:pt x="2660823" y="2643415"/>
                  <a:pt x="2559563" y="2820994"/>
                </a:cubicBezTo>
                <a:cubicBezTo>
                  <a:pt x="2458303" y="2998573"/>
                  <a:pt x="2234244" y="3303608"/>
                  <a:pt x="2114146" y="3455442"/>
                </a:cubicBezTo>
                <a:cubicBezTo>
                  <a:pt x="1994048" y="3607276"/>
                  <a:pt x="1910648" y="3632331"/>
                  <a:pt x="1838974" y="3731997"/>
                </a:cubicBezTo>
                <a:cubicBezTo>
                  <a:pt x="1767300" y="3831663"/>
                  <a:pt x="1791835" y="3981798"/>
                  <a:pt x="1684102" y="4053438"/>
                </a:cubicBezTo>
                <a:cubicBezTo>
                  <a:pt x="1576369" y="4125078"/>
                  <a:pt x="1300657" y="4185003"/>
                  <a:pt x="1192578" y="4161835"/>
                </a:cubicBezTo>
                <a:cubicBezTo>
                  <a:pt x="1084499" y="4138667"/>
                  <a:pt x="1106473" y="3974060"/>
                  <a:pt x="1035628" y="3914429"/>
                </a:cubicBezTo>
                <a:cubicBezTo>
                  <a:pt x="964783" y="3854798"/>
                  <a:pt x="880214" y="3807771"/>
                  <a:pt x="767508" y="3804051"/>
                </a:cubicBezTo>
                <a:cubicBezTo>
                  <a:pt x="654802" y="3800331"/>
                  <a:pt x="464925" y="3896599"/>
                  <a:pt x="359394" y="3892109"/>
                </a:cubicBezTo>
              </a:path>
            </a:pathLst>
          </a:custGeom>
          <a:noFill/>
          <a:ln w="6350" cap="rnd">
            <a:solidFill>
              <a:schemeClr val="tx1">
                <a:alpha val="35000"/>
              </a:schemeClr>
            </a:solidFill>
            <a:prstDash val="dash"/>
            <a:round/>
          </a:ln>
        </p:spPr>
        <p:txBody>
          <a:bodyPr rtlCol="0" anchor="ctr"/>
          <a:lstStyle/>
          <a:p>
            <a:endParaRPr lang="en-US"/>
          </a:p>
        </p:txBody>
      </p:sp>
      <p:sp>
        <p:nvSpPr>
          <p:cNvPr id="48" name="Freeform: Shape 47">
            <a:extLst>
              <a:ext uri="{FF2B5EF4-FFF2-40B4-BE49-F238E27FC236}">
                <a16:creationId xmlns:a16="http://schemas.microsoft.com/office/drawing/2014/main" id="{F741F573-08A3-967A-B15E-BCB8B4044F47}"/>
              </a:ext>
            </a:extLst>
          </p:cNvPr>
          <p:cNvSpPr/>
          <p:nvPr userDrawn="1"/>
        </p:nvSpPr>
        <p:spPr>
          <a:xfrm rot="18932055" flipH="1">
            <a:off x="10047183" y="49547"/>
            <a:ext cx="2275798" cy="4928002"/>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923760 w 1319958"/>
              <a:gd name="connsiteY2" fmla="*/ 2170234 h 5716803"/>
              <a:gd name="connsiteX3" fmla="*/ 1182107 w 1319958"/>
              <a:gd name="connsiteY3" fmla="*/ 2719448 h 5716803"/>
              <a:gd name="connsiteX4" fmla="*/ 1303516 w 1319958"/>
              <a:gd name="connsiteY4" fmla="*/ 3450464 h 5716803"/>
              <a:gd name="connsiteX5" fmla="*/ 809674 w 1319958"/>
              <a:gd name="connsiteY5" fmla="*/ 4438741 h 5716803"/>
              <a:gd name="connsiteX6" fmla="*/ 1065755 w 1319958"/>
              <a:gd name="connsiteY6" fmla="*/ 5716803 h 5716803"/>
              <a:gd name="connsiteX0" fmla="*/ 0 w 937405"/>
              <a:gd name="connsiteY0" fmla="*/ 0 h 5863671"/>
              <a:gd name="connsiteX1" fmla="*/ 177939 w 937405"/>
              <a:gd name="connsiteY1" fmla="*/ 1046570 h 5863671"/>
              <a:gd name="connsiteX2" fmla="*/ 541207 w 937405"/>
              <a:gd name="connsiteY2" fmla="*/ 2317102 h 5863671"/>
              <a:gd name="connsiteX3" fmla="*/ 799554 w 937405"/>
              <a:gd name="connsiteY3" fmla="*/ 2866316 h 5863671"/>
              <a:gd name="connsiteX4" fmla="*/ 920963 w 937405"/>
              <a:gd name="connsiteY4" fmla="*/ 3597332 h 5863671"/>
              <a:gd name="connsiteX5" fmla="*/ 427121 w 937405"/>
              <a:gd name="connsiteY5" fmla="*/ 4585609 h 5863671"/>
              <a:gd name="connsiteX6" fmla="*/ 683202 w 937405"/>
              <a:gd name="connsiteY6" fmla="*/ 5863671 h 5863671"/>
              <a:gd name="connsiteX0" fmla="*/ 80527 w 1017932"/>
              <a:gd name="connsiteY0" fmla="*/ 0 h 5863671"/>
              <a:gd name="connsiteX1" fmla="*/ 258466 w 1017932"/>
              <a:gd name="connsiteY1" fmla="*/ 1046570 h 5863671"/>
              <a:gd name="connsiteX2" fmla="*/ 621734 w 1017932"/>
              <a:gd name="connsiteY2" fmla="*/ 2317102 h 5863671"/>
              <a:gd name="connsiteX3" fmla="*/ 880081 w 1017932"/>
              <a:gd name="connsiteY3" fmla="*/ 2866316 h 5863671"/>
              <a:gd name="connsiteX4" fmla="*/ 1001490 w 1017932"/>
              <a:gd name="connsiteY4" fmla="*/ 3597332 h 5863671"/>
              <a:gd name="connsiteX5" fmla="*/ 507648 w 1017932"/>
              <a:gd name="connsiteY5" fmla="*/ 4585609 h 5863671"/>
              <a:gd name="connsiteX6" fmla="*/ 763729 w 1017932"/>
              <a:gd name="connsiteY6" fmla="*/ 5863671 h 5863671"/>
              <a:gd name="connsiteX0" fmla="*/ 86527 w 1023932"/>
              <a:gd name="connsiteY0" fmla="*/ 0 h 5863671"/>
              <a:gd name="connsiteX1" fmla="*/ 230034 w 1023932"/>
              <a:gd name="connsiteY1" fmla="*/ 1301585 h 5863671"/>
              <a:gd name="connsiteX2" fmla="*/ 627734 w 1023932"/>
              <a:gd name="connsiteY2" fmla="*/ 2317102 h 5863671"/>
              <a:gd name="connsiteX3" fmla="*/ 886081 w 1023932"/>
              <a:gd name="connsiteY3" fmla="*/ 2866316 h 5863671"/>
              <a:gd name="connsiteX4" fmla="*/ 1007490 w 1023932"/>
              <a:gd name="connsiteY4" fmla="*/ 3597332 h 5863671"/>
              <a:gd name="connsiteX5" fmla="*/ 513648 w 1023932"/>
              <a:gd name="connsiteY5" fmla="*/ 4585609 h 5863671"/>
              <a:gd name="connsiteX6" fmla="*/ 769729 w 1023932"/>
              <a:gd name="connsiteY6" fmla="*/ 5863671 h 5863671"/>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5095"/>
              <a:gd name="connsiteY0" fmla="*/ 0 h 6936538"/>
              <a:gd name="connsiteX1" fmla="*/ 230034 w 1025095"/>
              <a:gd name="connsiteY1" fmla="*/ 1301585 h 6936538"/>
              <a:gd name="connsiteX2" fmla="*/ 627734 w 1025095"/>
              <a:gd name="connsiteY2" fmla="*/ 2317102 h 6936538"/>
              <a:gd name="connsiteX3" fmla="*/ 886081 w 1025095"/>
              <a:gd name="connsiteY3" fmla="*/ 2866316 h 6936538"/>
              <a:gd name="connsiteX4" fmla="*/ 1007490 w 1025095"/>
              <a:gd name="connsiteY4" fmla="*/ 3597332 h 6936538"/>
              <a:gd name="connsiteX5" fmla="*/ 494866 w 1025095"/>
              <a:gd name="connsiteY5" fmla="*/ 4941764 h 6936538"/>
              <a:gd name="connsiteX6" fmla="*/ 815813 w 1025095"/>
              <a:gd name="connsiteY6" fmla="*/ 6936538 h 6936538"/>
              <a:gd name="connsiteX0" fmla="*/ 86527 w 936471"/>
              <a:gd name="connsiteY0" fmla="*/ 0 h 6936538"/>
              <a:gd name="connsiteX1" fmla="*/ 230034 w 936471"/>
              <a:gd name="connsiteY1" fmla="*/ 1301585 h 6936538"/>
              <a:gd name="connsiteX2" fmla="*/ 627734 w 936471"/>
              <a:gd name="connsiteY2" fmla="*/ 2317102 h 6936538"/>
              <a:gd name="connsiteX3" fmla="*/ 886081 w 936471"/>
              <a:gd name="connsiteY3" fmla="*/ 2866316 h 6936538"/>
              <a:gd name="connsiteX4" fmla="*/ 896176 w 936471"/>
              <a:gd name="connsiteY4" fmla="*/ 4018540 h 6936538"/>
              <a:gd name="connsiteX5" fmla="*/ 494866 w 936471"/>
              <a:gd name="connsiteY5" fmla="*/ 4941764 h 6936538"/>
              <a:gd name="connsiteX6" fmla="*/ 815813 w 936471"/>
              <a:gd name="connsiteY6" fmla="*/ 6936538 h 6936538"/>
              <a:gd name="connsiteX0" fmla="*/ 88068 w 938012"/>
              <a:gd name="connsiteY0" fmla="*/ 0 h 6936538"/>
              <a:gd name="connsiteX1" fmla="*/ 231575 w 938012"/>
              <a:gd name="connsiteY1" fmla="*/ 1301585 h 6936538"/>
              <a:gd name="connsiteX2" fmla="*/ 684342 w 938012"/>
              <a:gd name="connsiteY2" fmla="*/ 2215638 h 6936538"/>
              <a:gd name="connsiteX3" fmla="*/ 887622 w 938012"/>
              <a:gd name="connsiteY3" fmla="*/ 2866316 h 6936538"/>
              <a:gd name="connsiteX4" fmla="*/ 897717 w 938012"/>
              <a:gd name="connsiteY4" fmla="*/ 4018540 h 6936538"/>
              <a:gd name="connsiteX5" fmla="*/ 496407 w 938012"/>
              <a:gd name="connsiteY5" fmla="*/ 4941764 h 6936538"/>
              <a:gd name="connsiteX6" fmla="*/ 817354 w 938012"/>
              <a:gd name="connsiteY6" fmla="*/ 6936538 h 6936538"/>
              <a:gd name="connsiteX0" fmla="*/ 87927 w 937871"/>
              <a:gd name="connsiteY0" fmla="*/ 0 h 6936538"/>
              <a:gd name="connsiteX1" fmla="*/ 231434 w 937871"/>
              <a:gd name="connsiteY1" fmla="*/ 1301585 h 6936538"/>
              <a:gd name="connsiteX2" fmla="*/ 679217 w 937871"/>
              <a:gd name="connsiteY2" fmla="*/ 2163226 h 6936538"/>
              <a:gd name="connsiteX3" fmla="*/ 887481 w 937871"/>
              <a:gd name="connsiteY3" fmla="*/ 2866316 h 6936538"/>
              <a:gd name="connsiteX4" fmla="*/ 897576 w 937871"/>
              <a:gd name="connsiteY4" fmla="*/ 4018540 h 6936538"/>
              <a:gd name="connsiteX5" fmla="*/ 496266 w 937871"/>
              <a:gd name="connsiteY5" fmla="*/ 4941764 h 6936538"/>
              <a:gd name="connsiteX6" fmla="*/ 817213 w 937871"/>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817213 w 909347"/>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685028 w 909347"/>
              <a:gd name="connsiteY6" fmla="*/ 5738263 h 6936538"/>
              <a:gd name="connsiteX7" fmla="*/ 817213 w 909347"/>
              <a:gd name="connsiteY7" fmla="*/ 6936538 h 6936538"/>
              <a:gd name="connsiteX0" fmla="*/ 88922 w 904322"/>
              <a:gd name="connsiteY0" fmla="*/ 0 h 7173129"/>
              <a:gd name="connsiteX1" fmla="*/ 226409 w 904322"/>
              <a:gd name="connsiteY1" fmla="*/ 1538176 h 7173129"/>
              <a:gd name="connsiteX2" fmla="*/ 674192 w 904322"/>
              <a:gd name="connsiteY2" fmla="*/ 2399817 h 7173129"/>
              <a:gd name="connsiteX3" fmla="*/ 882456 w 904322"/>
              <a:gd name="connsiteY3" fmla="*/ 3102907 h 7173129"/>
              <a:gd name="connsiteX4" fmla="*/ 816921 w 904322"/>
              <a:gd name="connsiteY4" fmla="*/ 4238407 h 7173129"/>
              <a:gd name="connsiteX5" fmla="*/ 491241 w 904322"/>
              <a:gd name="connsiteY5" fmla="*/ 5178355 h 7173129"/>
              <a:gd name="connsiteX6" fmla="*/ 680003 w 904322"/>
              <a:gd name="connsiteY6" fmla="*/ 5974854 h 7173129"/>
              <a:gd name="connsiteX7" fmla="*/ 812188 w 904322"/>
              <a:gd name="connsiteY7" fmla="*/ 7173129 h 7173129"/>
              <a:gd name="connsiteX0" fmla="*/ 0 w 815400"/>
              <a:gd name="connsiteY0" fmla="*/ 0 h 7173129"/>
              <a:gd name="connsiteX1" fmla="*/ 137487 w 815400"/>
              <a:gd name="connsiteY1" fmla="*/ 1538176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815400"/>
              <a:gd name="connsiteY0" fmla="*/ 0 h 7173129"/>
              <a:gd name="connsiteX1" fmla="*/ 116083 w 815400"/>
              <a:gd name="connsiteY1" fmla="*/ 1405359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956324"/>
              <a:gd name="connsiteY0" fmla="*/ 0 h 7173129"/>
              <a:gd name="connsiteX1" fmla="*/ 116083 w 956324"/>
              <a:gd name="connsiteY1" fmla="*/ 1405359 h 7173129"/>
              <a:gd name="connsiteX2" fmla="*/ 585270 w 956324"/>
              <a:gd name="connsiteY2" fmla="*/ 2399817 h 7173129"/>
              <a:gd name="connsiteX3" fmla="*/ 946599 w 956324"/>
              <a:gd name="connsiteY3" fmla="*/ 2826617 h 7173129"/>
              <a:gd name="connsiteX4" fmla="*/ 727999 w 956324"/>
              <a:gd name="connsiteY4" fmla="*/ 4238407 h 7173129"/>
              <a:gd name="connsiteX5" fmla="*/ 402319 w 956324"/>
              <a:gd name="connsiteY5" fmla="*/ 5178355 h 7173129"/>
              <a:gd name="connsiteX6" fmla="*/ 591081 w 956324"/>
              <a:gd name="connsiteY6" fmla="*/ 5974854 h 7173129"/>
              <a:gd name="connsiteX7" fmla="*/ 723266 w 956324"/>
              <a:gd name="connsiteY7" fmla="*/ 7173129 h 7173129"/>
              <a:gd name="connsiteX0" fmla="*/ 0 w 1045579"/>
              <a:gd name="connsiteY0" fmla="*/ 0 h 7173129"/>
              <a:gd name="connsiteX1" fmla="*/ 116083 w 1045579"/>
              <a:gd name="connsiteY1" fmla="*/ 1405359 h 7173129"/>
              <a:gd name="connsiteX2" fmla="*/ 585270 w 1045579"/>
              <a:gd name="connsiteY2" fmla="*/ 2399817 h 7173129"/>
              <a:gd name="connsiteX3" fmla="*/ 946599 w 1045579"/>
              <a:gd name="connsiteY3" fmla="*/ 2826617 h 7173129"/>
              <a:gd name="connsiteX4" fmla="*/ 727999 w 1045579"/>
              <a:gd name="connsiteY4" fmla="*/ 4238407 h 7173129"/>
              <a:gd name="connsiteX5" fmla="*/ 1042845 w 1045579"/>
              <a:gd name="connsiteY5" fmla="*/ 5169713 h 7173129"/>
              <a:gd name="connsiteX6" fmla="*/ 591081 w 1045579"/>
              <a:gd name="connsiteY6" fmla="*/ 5974854 h 7173129"/>
              <a:gd name="connsiteX7" fmla="*/ 723266 w 1045579"/>
              <a:gd name="connsiteY7" fmla="*/ 7173129 h 7173129"/>
              <a:gd name="connsiteX0" fmla="*/ 0 w 1934343"/>
              <a:gd name="connsiteY0" fmla="*/ 1 h 6308437"/>
              <a:gd name="connsiteX1" fmla="*/ 1004847 w 1934343"/>
              <a:gd name="connsiteY1" fmla="*/ 540667 h 6308437"/>
              <a:gd name="connsiteX2" fmla="*/ 1474034 w 1934343"/>
              <a:gd name="connsiteY2" fmla="*/ 1535125 h 6308437"/>
              <a:gd name="connsiteX3" fmla="*/ 1835363 w 1934343"/>
              <a:gd name="connsiteY3" fmla="*/ 1961925 h 6308437"/>
              <a:gd name="connsiteX4" fmla="*/ 1616763 w 1934343"/>
              <a:gd name="connsiteY4" fmla="*/ 3373715 h 6308437"/>
              <a:gd name="connsiteX5" fmla="*/ 1931609 w 1934343"/>
              <a:gd name="connsiteY5" fmla="*/ 4305021 h 6308437"/>
              <a:gd name="connsiteX6" fmla="*/ 1479845 w 1934343"/>
              <a:gd name="connsiteY6" fmla="*/ 5110162 h 6308437"/>
              <a:gd name="connsiteX7" fmla="*/ 1612030 w 1934343"/>
              <a:gd name="connsiteY7" fmla="*/ 6308437 h 6308437"/>
              <a:gd name="connsiteX0" fmla="*/ 0 w 1934343"/>
              <a:gd name="connsiteY0" fmla="*/ 111882 h 6420318"/>
              <a:gd name="connsiteX1" fmla="*/ 1004847 w 1934343"/>
              <a:gd name="connsiteY1" fmla="*/ 652548 h 6420318"/>
              <a:gd name="connsiteX2" fmla="*/ 1474034 w 1934343"/>
              <a:gd name="connsiteY2" fmla="*/ 1647006 h 6420318"/>
              <a:gd name="connsiteX3" fmla="*/ 1835363 w 1934343"/>
              <a:gd name="connsiteY3" fmla="*/ 2073806 h 6420318"/>
              <a:gd name="connsiteX4" fmla="*/ 1616763 w 1934343"/>
              <a:gd name="connsiteY4" fmla="*/ 3485596 h 6420318"/>
              <a:gd name="connsiteX5" fmla="*/ 1931609 w 1934343"/>
              <a:gd name="connsiteY5" fmla="*/ 4416902 h 6420318"/>
              <a:gd name="connsiteX6" fmla="*/ 1479845 w 1934343"/>
              <a:gd name="connsiteY6" fmla="*/ 5222043 h 6420318"/>
              <a:gd name="connsiteX7" fmla="*/ 1612030 w 1934343"/>
              <a:gd name="connsiteY7" fmla="*/ 6420318 h 6420318"/>
              <a:gd name="connsiteX0" fmla="*/ 0 w 1934343"/>
              <a:gd name="connsiteY0" fmla="*/ 105272 h 6413708"/>
              <a:gd name="connsiteX1" fmla="*/ 1004847 w 1934343"/>
              <a:gd name="connsiteY1" fmla="*/ 645938 h 6413708"/>
              <a:gd name="connsiteX2" fmla="*/ 1591007 w 1934343"/>
              <a:gd name="connsiteY2" fmla="*/ 1247740 h 6413708"/>
              <a:gd name="connsiteX3" fmla="*/ 1835363 w 1934343"/>
              <a:gd name="connsiteY3" fmla="*/ 2067196 h 6413708"/>
              <a:gd name="connsiteX4" fmla="*/ 1616763 w 1934343"/>
              <a:gd name="connsiteY4" fmla="*/ 3478986 h 6413708"/>
              <a:gd name="connsiteX5" fmla="*/ 1931609 w 1934343"/>
              <a:gd name="connsiteY5" fmla="*/ 4410292 h 6413708"/>
              <a:gd name="connsiteX6" fmla="*/ 1479845 w 1934343"/>
              <a:gd name="connsiteY6" fmla="*/ 5215433 h 6413708"/>
              <a:gd name="connsiteX7" fmla="*/ 1612030 w 1934343"/>
              <a:gd name="connsiteY7" fmla="*/ 6413708 h 6413708"/>
              <a:gd name="connsiteX0" fmla="*/ 0 w 1934343"/>
              <a:gd name="connsiteY0" fmla="*/ 105272 h 6413708"/>
              <a:gd name="connsiteX1" fmla="*/ 1004847 w 1934343"/>
              <a:gd name="connsiteY1" fmla="*/ 645938 h 6413708"/>
              <a:gd name="connsiteX2" fmla="*/ 1591007 w 1934343"/>
              <a:gd name="connsiteY2" fmla="*/ 1247740 h 6413708"/>
              <a:gd name="connsiteX3" fmla="*/ 1835363 w 1934343"/>
              <a:gd name="connsiteY3" fmla="*/ 2067196 h 6413708"/>
              <a:gd name="connsiteX4" fmla="*/ 1616763 w 1934343"/>
              <a:gd name="connsiteY4" fmla="*/ 3478986 h 6413708"/>
              <a:gd name="connsiteX5" fmla="*/ 1931609 w 1934343"/>
              <a:gd name="connsiteY5" fmla="*/ 4410292 h 6413708"/>
              <a:gd name="connsiteX6" fmla="*/ 1479845 w 1934343"/>
              <a:gd name="connsiteY6" fmla="*/ 5215433 h 6413708"/>
              <a:gd name="connsiteX7" fmla="*/ 1448186 w 1934343"/>
              <a:gd name="connsiteY7" fmla="*/ 5792481 h 6413708"/>
              <a:gd name="connsiteX8" fmla="*/ 1612030 w 1934343"/>
              <a:gd name="connsiteY8" fmla="*/ 6413708 h 6413708"/>
              <a:gd name="connsiteX0" fmla="*/ 0 w 1934343"/>
              <a:gd name="connsiteY0" fmla="*/ 182087 h 6490523"/>
              <a:gd name="connsiteX1" fmla="*/ 1089815 w 1934343"/>
              <a:gd name="connsiteY1" fmla="*/ 284648 h 6490523"/>
              <a:gd name="connsiteX2" fmla="*/ 1591007 w 1934343"/>
              <a:gd name="connsiteY2" fmla="*/ 1324555 h 6490523"/>
              <a:gd name="connsiteX3" fmla="*/ 1835363 w 1934343"/>
              <a:gd name="connsiteY3" fmla="*/ 2144011 h 6490523"/>
              <a:gd name="connsiteX4" fmla="*/ 1616763 w 1934343"/>
              <a:gd name="connsiteY4" fmla="*/ 3555801 h 6490523"/>
              <a:gd name="connsiteX5" fmla="*/ 1931609 w 1934343"/>
              <a:gd name="connsiteY5" fmla="*/ 4487107 h 6490523"/>
              <a:gd name="connsiteX6" fmla="*/ 1479845 w 1934343"/>
              <a:gd name="connsiteY6" fmla="*/ 5292248 h 6490523"/>
              <a:gd name="connsiteX7" fmla="*/ 1448186 w 1934343"/>
              <a:gd name="connsiteY7" fmla="*/ 5869296 h 6490523"/>
              <a:gd name="connsiteX8" fmla="*/ 1612030 w 1934343"/>
              <a:gd name="connsiteY8" fmla="*/ 6490523 h 6490523"/>
              <a:gd name="connsiteX0" fmla="*/ 0 w 1934343"/>
              <a:gd name="connsiteY0" fmla="*/ 205867 h 6514303"/>
              <a:gd name="connsiteX1" fmla="*/ 1089815 w 1934343"/>
              <a:gd name="connsiteY1" fmla="*/ 308428 h 6514303"/>
              <a:gd name="connsiteX2" fmla="*/ 1591007 w 1934343"/>
              <a:gd name="connsiteY2" fmla="*/ 1348335 h 6514303"/>
              <a:gd name="connsiteX3" fmla="*/ 1835363 w 1934343"/>
              <a:gd name="connsiteY3" fmla="*/ 2167791 h 6514303"/>
              <a:gd name="connsiteX4" fmla="*/ 1616763 w 1934343"/>
              <a:gd name="connsiteY4" fmla="*/ 3579581 h 6514303"/>
              <a:gd name="connsiteX5" fmla="*/ 1931609 w 1934343"/>
              <a:gd name="connsiteY5" fmla="*/ 4510887 h 6514303"/>
              <a:gd name="connsiteX6" fmla="*/ 1479845 w 1934343"/>
              <a:gd name="connsiteY6" fmla="*/ 5316028 h 6514303"/>
              <a:gd name="connsiteX7" fmla="*/ 1448186 w 1934343"/>
              <a:gd name="connsiteY7" fmla="*/ 5893076 h 6514303"/>
              <a:gd name="connsiteX8" fmla="*/ 1612030 w 1934343"/>
              <a:gd name="connsiteY8" fmla="*/ 6514303 h 6514303"/>
              <a:gd name="connsiteX0" fmla="*/ 0 w 1935272"/>
              <a:gd name="connsiteY0" fmla="*/ 205867 h 6514303"/>
              <a:gd name="connsiteX1" fmla="*/ 1089815 w 1935272"/>
              <a:gd name="connsiteY1" fmla="*/ 308428 h 6514303"/>
              <a:gd name="connsiteX2" fmla="*/ 1591007 w 1935272"/>
              <a:gd name="connsiteY2" fmla="*/ 1348335 h 6514303"/>
              <a:gd name="connsiteX3" fmla="*/ 1835363 w 1935272"/>
              <a:gd name="connsiteY3" fmla="*/ 2167791 h 6514303"/>
              <a:gd name="connsiteX4" fmla="*/ 1708054 w 1935272"/>
              <a:gd name="connsiteY4" fmla="*/ 3633876 h 6514303"/>
              <a:gd name="connsiteX5" fmla="*/ 1931609 w 1935272"/>
              <a:gd name="connsiteY5" fmla="*/ 4510887 h 6514303"/>
              <a:gd name="connsiteX6" fmla="*/ 1479845 w 1935272"/>
              <a:gd name="connsiteY6" fmla="*/ 5316028 h 6514303"/>
              <a:gd name="connsiteX7" fmla="*/ 1448186 w 1935272"/>
              <a:gd name="connsiteY7" fmla="*/ 5893076 h 6514303"/>
              <a:gd name="connsiteX8" fmla="*/ 1612030 w 1935272"/>
              <a:gd name="connsiteY8" fmla="*/ 6514303 h 6514303"/>
              <a:gd name="connsiteX0" fmla="*/ 0 w 1934401"/>
              <a:gd name="connsiteY0" fmla="*/ 205867 h 6514303"/>
              <a:gd name="connsiteX1" fmla="*/ 1089815 w 1934401"/>
              <a:gd name="connsiteY1" fmla="*/ 308428 h 6514303"/>
              <a:gd name="connsiteX2" fmla="*/ 1591007 w 1934401"/>
              <a:gd name="connsiteY2" fmla="*/ 1348335 h 6514303"/>
              <a:gd name="connsiteX3" fmla="*/ 1835363 w 1934401"/>
              <a:gd name="connsiteY3" fmla="*/ 2167791 h 6514303"/>
              <a:gd name="connsiteX4" fmla="*/ 1708054 w 1934401"/>
              <a:gd name="connsiteY4" fmla="*/ 3633876 h 6514303"/>
              <a:gd name="connsiteX5" fmla="*/ 1931609 w 1934401"/>
              <a:gd name="connsiteY5" fmla="*/ 4510887 h 6514303"/>
              <a:gd name="connsiteX6" fmla="*/ 1479845 w 1934401"/>
              <a:gd name="connsiteY6" fmla="*/ 5316028 h 6514303"/>
              <a:gd name="connsiteX7" fmla="*/ 1448186 w 1934401"/>
              <a:gd name="connsiteY7" fmla="*/ 5893076 h 6514303"/>
              <a:gd name="connsiteX8" fmla="*/ 1612030 w 1934401"/>
              <a:gd name="connsiteY8" fmla="*/ 6514303 h 6514303"/>
              <a:gd name="connsiteX0" fmla="*/ 0 w 1934401"/>
              <a:gd name="connsiteY0" fmla="*/ 389807 h 6698243"/>
              <a:gd name="connsiteX1" fmla="*/ 646312 w 1934401"/>
              <a:gd name="connsiteY1" fmla="*/ 573 h 6698243"/>
              <a:gd name="connsiteX2" fmla="*/ 1089815 w 1934401"/>
              <a:gd name="connsiteY2" fmla="*/ 492368 h 6698243"/>
              <a:gd name="connsiteX3" fmla="*/ 1591007 w 1934401"/>
              <a:gd name="connsiteY3" fmla="*/ 1532275 h 6698243"/>
              <a:gd name="connsiteX4" fmla="*/ 1835363 w 1934401"/>
              <a:gd name="connsiteY4" fmla="*/ 2351731 h 6698243"/>
              <a:gd name="connsiteX5" fmla="*/ 1708054 w 1934401"/>
              <a:gd name="connsiteY5" fmla="*/ 3817816 h 6698243"/>
              <a:gd name="connsiteX6" fmla="*/ 1931609 w 1934401"/>
              <a:gd name="connsiteY6" fmla="*/ 4694827 h 6698243"/>
              <a:gd name="connsiteX7" fmla="*/ 1479845 w 1934401"/>
              <a:gd name="connsiteY7" fmla="*/ 5499968 h 6698243"/>
              <a:gd name="connsiteX8" fmla="*/ 1448186 w 1934401"/>
              <a:gd name="connsiteY8" fmla="*/ 6077016 h 6698243"/>
              <a:gd name="connsiteX9" fmla="*/ 1612030 w 1934401"/>
              <a:gd name="connsiteY9" fmla="*/ 6698243 h 6698243"/>
              <a:gd name="connsiteX0" fmla="*/ 0 w 1934401"/>
              <a:gd name="connsiteY0" fmla="*/ 478939 h 6787375"/>
              <a:gd name="connsiteX1" fmla="*/ 718315 w 1934401"/>
              <a:gd name="connsiteY1" fmla="*/ 464 h 6787375"/>
              <a:gd name="connsiteX2" fmla="*/ 1089815 w 1934401"/>
              <a:gd name="connsiteY2" fmla="*/ 581500 h 6787375"/>
              <a:gd name="connsiteX3" fmla="*/ 1591007 w 1934401"/>
              <a:gd name="connsiteY3" fmla="*/ 1621407 h 6787375"/>
              <a:gd name="connsiteX4" fmla="*/ 1835363 w 1934401"/>
              <a:gd name="connsiteY4" fmla="*/ 2440863 h 6787375"/>
              <a:gd name="connsiteX5" fmla="*/ 1708054 w 1934401"/>
              <a:gd name="connsiteY5" fmla="*/ 3906948 h 6787375"/>
              <a:gd name="connsiteX6" fmla="*/ 1931609 w 1934401"/>
              <a:gd name="connsiteY6" fmla="*/ 4783959 h 6787375"/>
              <a:gd name="connsiteX7" fmla="*/ 1479845 w 1934401"/>
              <a:gd name="connsiteY7" fmla="*/ 5589100 h 6787375"/>
              <a:gd name="connsiteX8" fmla="*/ 1448186 w 1934401"/>
              <a:gd name="connsiteY8" fmla="*/ 6166148 h 6787375"/>
              <a:gd name="connsiteX9" fmla="*/ 1612030 w 1934401"/>
              <a:gd name="connsiteY9" fmla="*/ 6787375 h 6787375"/>
              <a:gd name="connsiteX0" fmla="*/ 0 w 1738807"/>
              <a:gd name="connsiteY0" fmla="*/ 6231 h 6904884"/>
              <a:gd name="connsiteX1" fmla="*/ 522721 w 1738807"/>
              <a:gd name="connsiteY1" fmla="*/ 117973 h 6904884"/>
              <a:gd name="connsiteX2" fmla="*/ 894221 w 1738807"/>
              <a:gd name="connsiteY2" fmla="*/ 699009 h 6904884"/>
              <a:gd name="connsiteX3" fmla="*/ 1395413 w 1738807"/>
              <a:gd name="connsiteY3" fmla="*/ 1738916 h 6904884"/>
              <a:gd name="connsiteX4" fmla="*/ 1639769 w 1738807"/>
              <a:gd name="connsiteY4" fmla="*/ 2558372 h 6904884"/>
              <a:gd name="connsiteX5" fmla="*/ 1512460 w 1738807"/>
              <a:gd name="connsiteY5" fmla="*/ 4024457 h 6904884"/>
              <a:gd name="connsiteX6" fmla="*/ 1736015 w 1738807"/>
              <a:gd name="connsiteY6" fmla="*/ 4901468 h 6904884"/>
              <a:gd name="connsiteX7" fmla="*/ 1284251 w 1738807"/>
              <a:gd name="connsiteY7" fmla="*/ 5706609 h 6904884"/>
              <a:gd name="connsiteX8" fmla="*/ 1252592 w 1738807"/>
              <a:gd name="connsiteY8" fmla="*/ 6283657 h 6904884"/>
              <a:gd name="connsiteX9" fmla="*/ 1416436 w 1738807"/>
              <a:gd name="connsiteY9" fmla="*/ 6904884 h 6904884"/>
              <a:gd name="connsiteX0" fmla="*/ 0 w 1738807"/>
              <a:gd name="connsiteY0" fmla="*/ 5482 h 6904135"/>
              <a:gd name="connsiteX1" fmla="*/ 591910 w 1738807"/>
              <a:gd name="connsiteY1" fmla="*/ 138564 h 6904135"/>
              <a:gd name="connsiteX2" fmla="*/ 894221 w 1738807"/>
              <a:gd name="connsiteY2" fmla="*/ 698260 h 6904135"/>
              <a:gd name="connsiteX3" fmla="*/ 1395413 w 1738807"/>
              <a:gd name="connsiteY3" fmla="*/ 1738167 h 6904135"/>
              <a:gd name="connsiteX4" fmla="*/ 1639769 w 1738807"/>
              <a:gd name="connsiteY4" fmla="*/ 2557623 h 6904135"/>
              <a:gd name="connsiteX5" fmla="*/ 1512460 w 1738807"/>
              <a:gd name="connsiteY5" fmla="*/ 4023708 h 6904135"/>
              <a:gd name="connsiteX6" fmla="*/ 1736015 w 1738807"/>
              <a:gd name="connsiteY6" fmla="*/ 4900719 h 6904135"/>
              <a:gd name="connsiteX7" fmla="*/ 1284251 w 1738807"/>
              <a:gd name="connsiteY7" fmla="*/ 5705860 h 6904135"/>
              <a:gd name="connsiteX8" fmla="*/ 1252592 w 1738807"/>
              <a:gd name="connsiteY8" fmla="*/ 6282908 h 6904135"/>
              <a:gd name="connsiteX9" fmla="*/ 1416436 w 1738807"/>
              <a:gd name="connsiteY9" fmla="*/ 6904135 h 6904135"/>
              <a:gd name="connsiteX0" fmla="*/ 0 w 1738807"/>
              <a:gd name="connsiteY0" fmla="*/ 5482 h 6904135"/>
              <a:gd name="connsiteX1" fmla="*/ 591910 w 1738807"/>
              <a:gd name="connsiteY1" fmla="*/ 138564 h 6904135"/>
              <a:gd name="connsiteX2" fmla="*/ 894221 w 1738807"/>
              <a:gd name="connsiteY2" fmla="*/ 698260 h 6904135"/>
              <a:gd name="connsiteX3" fmla="*/ 1395413 w 1738807"/>
              <a:gd name="connsiteY3" fmla="*/ 1738167 h 6904135"/>
              <a:gd name="connsiteX4" fmla="*/ 1639769 w 1738807"/>
              <a:gd name="connsiteY4" fmla="*/ 2557623 h 6904135"/>
              <a:gd name="connsiteX5" fmla="*/ 1512460 w 1738807"/>
              <a:gd name="connsiteY5" fmla="*/ 4023708 h 6904135"/>
              <a:gd name="connsiteX6" fmla="*/ 1736015 w 1738807"/>
              <a:gd name="connsiteY6" fmla="*/ 4900719 h 6904135"/>
              <a:gd name="connsiteX7" fmla="*/ 1284251 w 1738807"/>
              <a:gd name="connsiteY7" fmla="*/ 5705860 h 6904135"/>
              <a:gd name="connsiteX8" fmla="*/ 1252592 w 1738807"/>
              <a:gd name="connsiteY8" fmla="*/ 6282908 h 6904135"/>
              <a:gd name="connsiteX9" fmla="*/ 1416436 w 1738807"/>
              <a:gd name="connsiteY9" fmla="*/ 6904135 h 6904135"/>
              <a:gd name="connsiteX0" fmla="*/ 0 w 1738807"/>
              <a:gd name="connsiteY0" fmla="*/ 10053 h 6908706"/>
              <a:gd name="connsiteX1" fmla="*/ 591910 w 1738807"/>
              <a:gd name="connsiteY1" fmla="*/ 143135 h 6908706"/>
              <a:gd name="connsiteX2" fmla="*/ 894221 w 1738807"/>
              <a:gd name="connsiteY2" fmla="*/ 702831 h 6908706"/>
              <a:gd name="connsiteX3" fmla="*/ 1395413 w 1738807"/>
              <a:gd name="connsiteY3" fmla="*/ 1742738 h 6908706"/>
              <a:gd name="connsiteX4" fmla="*/ 1639769 w 1738807"/>
              <a:gd name="connsiteY4" fmla="*/ 2562194 h 6908706"/>
              <a:gd name="connsiteX5" fmla="*/ 1512460 w 1738807"/>
              <a:gd name="connsiteY5" fmla="*/ 4028279 h 6908706"/>
              <a:gd name="connsiteX6" fmla="*/ 1736015 w 1738807"/>
              <a:gd name="connsiteY6" fmla="*/ 4905290 h 6908706"/>
              <a:gd name="connsiteX7" fmla="*/ 1284251 w 1738807"/>
              <a:gd name="connsiteY7" fmla="*/ 5710431 h 6908706"/>
              <a:gd name="connsiteX8" fmla="*/ 1252592 w 1738807"/>
              <a:gd name="connsiteY8" fmla="*/ 6287479 h 6908706"/>
              <a:gd name="connsiteX9" fmla="*/ 1416436 w 1738807"/>
              <a:gd name="connsiteY9" fmla="*/ 6908706 h 6908706"/>
              <a:gd name="connsiteX0" fmla="*/ 0 w 1738807"/>
              <a:gd name="connsiteY0" fmla="*/ 5948 h 6904601"/>
              <a:gd name="connsiteX1" fmla="*/ 687792 w 1738807"/>
              <a:gd name="connsiteY1" fmla="*/ 209263 h 6904601"/>
              <a:gd name="connsiteX2" fmla="*/ 894221 w 1738807"/>
              <a:gd name="connsiteY2" fmla="*/ 698726 h 6904601"/>
              <a:gd name="connsiteX3" fmla="*/ 1395413 w 1738807"/>
              <a:gd name="connsiteY3" fmla="*/ 1738633 h 6904601"/>
              <a:gd name="connsiteX4" fmla="*/ 1639769 w 1738807"/>
              <a:gd name="connsiteY4" fmla="*/ 2558089 h 6904601"/>
              <a:gd name="connsiteX5" fmla="*/ 1512460 w 1738807"/>
              <a:gd name="connsiteY5" fmla="*/ 4024174 h 6904601"/>
              <a:gd name="connsiteX6" fmla="*/ 1736015 w 1738807"/>
              <a:gd name="connsiteY6" fmla="*/ 4901185 h 6904601"/>
              <a:gd name="connsiteX7" fmla="*/ 1284251 w 1738807"/>
              <a:gd name="connsiteY7" fmla="*/ 5706326 h 6904601"/>
              <a:gd name="connsiteX8" fmla="*/ 1252592 w 1738807"/>
              <a:gd name="connsiteY8" fmla="*/ 6283374 h 6904601"/>
              <a:gd name="connsiteX9" fmla="*/ 1416436 w 1738807"/>
              <a:gd name="connsiteY9" fmla="*/ 6904601 h 6904601"/>
              <a:gd name="connsiteX0" fmla="*/ 0 w 1738807"/>
              <a:gd name="connsiteY0" fmla="*/ 5948 h 6904601"/>
              <a:gd name="connsiteX1" fmla="*/ 687792 w 1738807"/>
              <a:gd name="connsiteY1" fmla="*/ 209263 h 6904601"/>
              <a:gd name="connsiteX2" fmla="*/ 879142 w 1738807"/>
              <a:gd name="connsiteY2" fmla="*/ 755789 h 6904601"/>
              <a:gd name="connsiteX3" fmla="*/ 1395413 w 1738807"/>
              <a:gd name="connsiteY3" fmla="*/ 1738633 h 6904601"/>
              <a:gd name="connsiteX4" fmla="*/ 1639769 w 1738807"/>
              <a:gd name="connsiteY4" fmla="*/ 2558089 h 6904601"/>
              <a:gd name="connsiteX5" fmla="*/ 1512460 w 1738807"/>
              <a:gd name="connsiteY5" fmla="*/ 4024174 h 6904601"/>
              <a:gd name="connsiteX6" fmla="*/ 1736015 w 1738807"/>
              <a:gd name="connsiteY6" fmla="*/ 4901185 h 6904601"/>
              <a:gd name="connsiteX7" fmla="*/ 1284251 w 1738807"/>
              <a:gd name="connsiteY7" fmla="*/ 5706326 h 6904601"/>
              <a:gd name="connsiteX8" fmla="*/ 1252592 w 1738807"/>
              <a:gd name="connsiteY8" fmla="*/ 6283374 h 6904601"/>
              <a:gd name="connsiteX9" fmla="*/ 1416436 w 1738807"/>
              <a:gd name="connsiteY9" fmla="*/ 6904601 h 6904601"/>
              <a:gd name="connsiteX0" fmla="*/ 0 w 1738807"/>
              <a:gd name="connsiteY0" fmla="*/ 5948 h 6283374"/>
              <a:gd name="connsiteX1" fmla="*/ 687792 w 1738807"/>
              <a:gd name="connsiteY1" fmla="*/ 209263 h 6283374"/>
              <a:gd name="connsiteX2" fmla="*/ 879142 w 1738807"/>
              <a:gd name="connsiteY2" fmla="*/ 755789 h 6283374"/>
              <a:gd name="connsiteX3" fmla="*/ 1395413 w 1738807"/>
              <a:gd name="connsiteY3" fmla="*/ 1738633 h 6283374"/>
              <a:gd name="connsiteX4" fmla="*/ 1639769 w 1738807"/>
              <a:gd name="connsiteY4" fmla="*/ 2558089 h 6283374"/>
              <a:gd name="connsiteX5" fmla="*/ 1512460 w 1738807"/>
              <a:gd name="connsiteY5" fmla="*/ 4024174 h 6283374"/>
              <a:gd name="connsiteX6" fmla="*/ 1736015 w 1738807"/>
              <a:gd name="connsiteY6" fmla="*/ 4901185 h 6283374"/>
              <a:gd name="connsiteX7" fmla="*/ 1284251 w 1738807"/>
              <a:gd name="connsiteY7" fmla="*/ 5706326 h 6283374"/>
              <a:gd name="connsiteX8" fmla="*/ 1252592 w 1738807"/>
              <a:gd name="connsiteY8" fmla="*/ 6283374 h 6283374"/>
              <a:gd name="connsiteX0" fmla="*/ 0 w 1738807"/>
              <a:gd name="connsiteY0" fmla="*/ 5948 h 5706326"/>
              <a:gd name="connsiteX1" fmla="*/ 687792 w 1738807"/>
              <a:gd name="connsiteY1" fmla="*/ 209263 h 5706326"/>
              <a:gd name="connsiteX2" fmla="*/ 879142 w 1738807"/>
              <a:gd name="connsiteY2" fmla="*/ 755789 h 5706326"/>
              <a:gd name="connsiteX3" fmla="*/ 1395413 w 1738807"/>
              <a:gd name="connsiteY3" fmla="*/ 1738633 h 5706326"/>
              <a:gd name="connsiteX4" fmla="*/ 1639769 w 1738807"/>
              <a:gd name="connsiteY4" fmla="*/ 2558089 h 5706326"/>
              <a:gd name="connsiteX5" fmla="*/ 1512460 w 1738807"/>
              <a:gd name="connsiteY5" fmla="*/ 4024174 h 5706326"/>
              <a:gd name="connsiteX6" fmla="*/ 1736015 w 1738807"/>
              <a:gd name="connsiteY6" fmla="*/ 4901185 h 5706326"/>
              <a:gd name="connsiteX7" fmla="*/ 1284251 w 1738807"/>
              <a:gd name="connsiteY7" fmla="*/ 5706326 h 5706326"/>
              <a:gd name="connsiteX0" fmla="*/ 0 w 1738807"/>
              <a:gd name="connsiteY0" fmla="*/ 5948 h 5398553"/>
              <a:gd name="connsiteX1" fmla="*/ 687792 w 1738807"/>
              <a:gd name="connsiteY1" fmla="*/ 209263 h 5398553"/>
              <a:gd name="connsiteX2" fmla="*/ 879142 w 1738807"/>
              <a:gd name="connsiteY2" fmla="*/ 755789 h 5398553"/>
              <a:gd name="connsiteX3" fmla="*/ 1395413 w 1738807"/>
              <a:gd name="connsiteY3" fmla="*/ 1738633 h 5398553"/>
              <a:gd name="connsiteX4" fmla="*/ 1639769 w 1738807"/>
              <a:gd name="connsiteY4" fmla="*/ 2558089 h 5398553"/>
              <a:gd name="connsiteX5" fmla="*/ 1512460 w 1738807"/>
              <a:gd name="connsiteY5" fmla="*/ 4024174 h 5398553"/>
              <a:gd name="connsiteX6" fmla="*/ 1736015 w 1738807"/>
              <a:gd name="connsiteY6" fmla="*/ 4901185 h 5398553"/>
              <a:gd name="connsiteX7" fmla="*/ 1585639 w 1738807"/>
              <a:gd name="connsiteY7" fmla="*/ 5398553 h 5398553"/>
              <a:gd name="connsiteX0" fmla="*/ 0 w 1871751"/>
              <a:gd name="connsiteY0" fmla="*/ 1134 h 6088213"/>
              <a:gd name="connsiteX1" fmla="*/ 820736 w 1871751"/>
              <a:gd name="connsiteY1" fmla="*/ 898923 h 6088213"/>
              <a:gd name="connsiteX2" fmla="*/ 1012086 w 1871751"/>
              <a:gd name="connsiteY2" fmla="*/ 1445449 h 6088213"/>
              <a:gd name="connsiteX3" fmla="*/ 1528357 w 1871751"/>
              <a:gd name="connsiteY3" fmla="*/ 2428293 h 6088213"/>
              <a:gd name="connsiteX4" fmla="*/ 1772713 w 1871751"/>
              <a:gd name="connsiteY4" fmla="*/ 3247749 h 6088213"/>
              <a:gd name="connsiteX5" fmla="*/ 1645404 w 1871751"/>
              <a:gd name="connsiteY5" fmla="*/ 4713834 h 6088213"/>
              <a:gd name="connsiteX6" fmla="*/ 1868959 w 1871751"/>
              <a:gd name="connsiteY6" fmla="*/ 5590845 h 6088213"/>
              <a:gd name="connsiteX7" fmla="*/ 1718583 w 1871751"/>
              <a:gd name="connsiteY7" fmla="*/ 6088213 h 6088213"/>
              <a:gd name="connsiteX0" fmla="*/ 0 w 1871751"/>
              <a:gd name="connsiteY0" fmla="*/ 0 h 6087079"/>
              <a:gd name="connsiteX1" fmla="*/ 820736 w 1871751"/>
              <a:gd name="connsiteY1" fmla="*/ 897789 h 6087079"/>
              <a:gd name="connsiteX2" fmla="*/ 1012086 w 1871751"/>
              <a:gd name="connsiteY2" fmla="*/ 1444315 h 6087079"/>
              <a:gd name="connsiteX3" fmla="*/ 1528357 w 1871751"/>
              <a:gd name="connsiteY3" fmla="*/ 2427159 h 6087079"/>
              <a:gd name="connsiteX4" fmla="*/ 1772713 w 1871751"/>
              <a:gd name="connsiteY4" fmla="*/ 3246615 h 6087079"/>
              <a:gd name="connsiteX5" fmla="*/ 1645404 w 1871751"/>
              <a:gd name="connsiteY5" fmla="*/ 4712700 h 6087079"/>
              <a:gd name="connsiteX6" fmla="*/ 1868959 w 1871751"/>
              <a:gd name="connsiteY6" fmla="*/ 5589711 h 6087079"/>
              <a:gd name="connsiteX7" fmla="*/ 1718583 w 1871751"/>
              <a:gd name="connsiteY7" fmla="*/ 6087079 h 6087079"/>
              <a:gd name="connsiteX0" fmla="*/ 0 w 1871751"/>
              <a:gd name="connsiteY0" fmla="*/ 0 h 6087079"/>
              <a:gd name="connsiteX1" fmla="*/ 820736 w 1871751"/>
              <a:gd name="connsiteY1" fmla="*/ 897789 h 6087079"/>
              <a:gd name="connsiteX2" fmla="*/ 913132 w 1871751"/>
              <a:gd name="connsiteY2" fmla="*/ 1973311 h 6087079"/>
              <a:gd name="connsiteX3" fmla="*/ 1528357 w 1871751"/>
              <a:gd name="connsiteY3" fmla="*/ 2427159 h 6087079"/>
              <a:gd name="connsiteX4" fmla="*/ 1772713 w 1871751"/>
              <a:gd name="connsiteY4" fmla="*/ 3246615 h 6087079"/>
              <a:gd name="connsiteX5" fmla="*/ 1645404 w 1871751"/>
              <a:gd name="connsiteY5" fmla="*/ 4712700 h 6087079"/>
              <a:gd name="connsiteX6" fmla="*/ 1868959 w 1871751"/>
              <a:gd name="connsiteY6" fmla="*/ 5589711 h 6087079"/>
              <a:gd name="connsiteX7" fmla="*/ 1718583 w 1871751"/>
              <a:gd name="connsiteY7" fmla="*/ 6087079 h 6087079"/>
              <a:gd name="connsiteX0" fmla="*/ 0 w 1873843"/>
              <a:gd name="connsiteY0" fmla="*/ 0 h 6087079"/>
              <a:gd name="connsiteX1" fmla="*/ 820736 w 1873843"/>
              <a:gd name="connsiteY1" fmla="*/ 897789 h 6087079"/>
              <a:gd name="connsiteX2" fmla="*/ 913132 w 1873843"/>
              <a:gd name="connsiteY2" fmla="*/ 1973311 h 6087079"/>
              <a:gd name="connsiteX3" fmla="*/ 1528357 w 1873843"/>
              <a:gd name="connsiteY3" fmla="*/ 2427159 h 6087079"/>
              <a:gd name="connsiteX4" fmla="*/ 1355336 w 1873843"/>
              <a:gd name="connsiteY4" fmla="*/ 3477888 h 6087079"/>
              <a:gd name="connsiteX5" fmla="*/ 1645404 w 1873843"/>
              <a:gd name="connsiteY5" fmla="*/ 4712700 h 6087079"/>
              <a:gd name="connsiteX6" fmla="*/ 1868959 w 1873843"/>
              <a:gd name="connsiteY6" fmla="*/ 5589711 h 6087079"/>
              <a:gd name="connsiteX7" fmla="*/ 1718583 w 1873843"/>
              <a:gd name="connsiteY7" fmla="*/ 6087079 h 6087079"/>
              <a:gd name="connsiteX0" fmla="*/ 0 w 1873843"/>
              <a:gd name="connsiteY0" fmla="*/ 0 h 6087079"/>
              <a:gd name="connsiteX1" fmla="*/ 820736 w 1873843"/>
              <a:gd name="connsiteY1" fmla="*/ 897789 h 6087079"/>
              <a:gd name="connsiteX2" fmla="*/ 913132 w 1873843"/>
              <a:gd name="connsiteY2" fmla="*/ 1973311 h 6087079"/>
              <a:gd name="connsiteX3" fmla="*/ 1478060 w 1873843"/>
              <a:gd name="connsiteY3" fmla="*/ 2488852 h 6087079"/>
              <a:gd name="connsiteX4" fmla="*/ 1355336 w 1873843"/>
              <a:gd name="connsiteY4" fmla="*/ 3477888 h 6087079"/>
              <a:gd name="connsiteX5" fmla="*/ 1645404 w 1873843"/>
              <a:gd name="connsiteY5" fmla="*/ 4712700 h 6087079"/>
              <a:gd name="connsiteX6" fmla="*/ 1868959 w 1873843"/>
              <a:gd name="connsiteY6" fmla="*/ 5589711 h 6087079"/>
              <a:gd name="connsiteX7" fmla="*/ 1718583 w 1873843"/>
              <a:gd name="connsiteY7" fmla="*/ 6087079 h 6087079"/>
              <a:gd name="connsiteX0" fmla="*/ 0 w 1873843"/>
              <a:gd name="connsiteY0" fmla="*/ 0 h 6087079"/>
              <a:gd name="connsiteX1" fmla="*/ 627637 w 1873843"/>
              <a:gd name="connsiteY1" fmla="*/ 1182118 h 6087079"/>
              <a:gd name="connsiteX2" fmla="*/ 913132 w 1873843"/>
              <a:gd name="connsiteY2" fmla="*/ 1973311 h 6087079"/>
              <a:gd name="connsiteX3" fmla="*/ 1478060 w 1873843"/>
              <a:gd name="connsiteY3" fmla="*/ 2488852 h 6087079"/>
              <a:gd name="connsiteX4" fmla="*/ 1355336 w 1873843"/>
              <a:gd name="connsiteY4" fmla="*/ 3477888 h 6087079"/>
              <a:gd name="connsiteX5" fmla="*/ 1645404 w 1873843"/>
              <a:gd name="connsiteY5" fmla="*/ 4712700 h 6087079"/>
              <a:gd name="connsiteX6" fmla="*/ 1868959 w 1873843"/>
              <a:gd name="connsiteY6" fmla="*/ 5589711 h 6087079"/>
              <a:gd name="connsiteX7" fmla="*/ 1718583 w 1873843"/>
              <a:gd name="connsiteY7" fmla="*/ 6087079 h 6087079"/>
              <a:gd name="connsiteX0" fmla="*/ 0 w 1873843"/>
              <a:gd name="connsiteY0" fmla="*/ 0 h 6087079"/>
              <a:gd name="connsiteX1" fmla="*/ 627637 w 1873843"/>
              <a:gd name="connsiteY1" fmla="*/ 1182118 h 6087079"/>
              <a:gd name="connsiteX2" fmla="*/ 913132 w 1873843"/>
              <a:gd name="connsiteY2" fmla="*/ 1973311 h 6087079"/>
              <a:gd name="connsiteX3" fmla="*/ 1478060 w 1873843"/>
              <a:gd name="connsiteY3" fmla="*/ 2488852 h 6087079"/>
              <a:gd name="connsiteX4" fmla="*/ 1355336 w 1873843"/>
              <a:gd name="connsiteY4" fmla="*/ 3477888 h 6087079"/>
              <a:gd name="connsiteX5" fmla="*/ 1645404 w 1873843"/>
              <a:gd name="connsiteY5" fmla="*/ 4712700 h 6087079"/>
              <a:gd name="connsiteX6" fmla="*/ 1868959 w 1873843"/>
              <a:gd name="connsiteY6" fmla="*/ 5589711 h 6087079"/>
              <a:gd name="connsiteX7" fmla="*/ 1718583 w 1873843"/>
              <a:gd name="connsiteY7" fmla="*/ 6087079 h 608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3843" h="6087079">
                <a:moveTo>
                  <a:pt x="0" y="0"/>
                </a:moveTo>
                <a:cubicBezTo>
                  <a:pt x="307427" y="260263"/>
                  <a:pt x="442783" y="1077270"/>
                  <a:pt x="627637" y="1182118"/>
                </a:cubicBezTo>
                <a:cubicBezTo>
                  <a:pt x="736483" y="1274776"/>
                  <a:pt x="771395" y="1755522"/>
                  <a:pt x="913132" y="1973311"/>
                </a:cubicBezTo>
                <a:cubicBezTo>
                  <a:pt x="1054869" y="2191100"/>
                  <a:pt x="1374458" y="2185561"/>
                  <a:pt x="1478060" y="2488852"/>
                </a:cubicBezTo>
                <a:cubicBezTo>
                  <a:pt x="1581662" y="2792143"/>
                  <a:pt x="1301706" y="3260564"/>
                  <a:pt x="1355336" y="3477888"/>
                </a:cubicBezTo>
                <a:cubicBezTo>
                  <a:pt x="1408966" y="3695212"/>
                  <a:pt x="1559800" y="4360730"/>
                  <a:pt x="1645404" y="4712700"/>
                </a:cubicBezTo>
                <a:cubicBezTo>
                  <a:pt x="1731008" y="5064670"/>
                  <a:pt x="1905166" y="5288251"/>
                  <a:pt x="1868959" y="5589711"/>
                </a:cubicBezTo>
                <a:cubicBezTo>
                  <a:pt x="1832752" y="5891171"/>
                  <a:pt x="1785086" y="5851649"/>
                  <a:pt x="1718583" y="6087079"/>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DF754F4B-CF3C-70E2-2630-241CA34D9794}"/>
              </a:ext>
            </a:extLst>
          </p:cNvPr>
          <p:cNvGrpSpPr/>
          <p:nvPr userDrawn="1"/>
        </p:nvGrpSpPr>
        <p:grpSpPr>
          <a:xfrm>
            <a:off x="10717175" y="6292721"/>
            <a:ext cx="1159651" cy="339792"/>
            <a:chOff x="10717175" y="6292721"/>
            <a:chExt cx="1159651" cy="339792"/>
          </a:xfrm>
        </p:grpSpPr>
        <p:sp>
          <p:nvSpPr>
            <p:cNvPr id="41" name="Freeform 24">
              <a:extLst>
                <a:ext uri="{FF2B5EF4-FFF2-40B4-BE49-F238E27FC236}">
                  <a16:creationId xmlns:a16="http://schemas.microsoft.com/office/drawing/2014/main" id="{4C3A0431-D6B7-EAEE-CB02-3A5F8415FE94}"/>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47" name="Freeform 25">
              <a:extLst>
                <a:ext uri="{FF2B5EF4-FFF2-40B4-BE49-F238E27FC236}">
                  <a16:creationId xmlns:a16="http://schemas.microsoft.com/office/drawing/2014/main" id="{3B6C494E-18EF-7F6D-0E12-D571FDDCA687}"/>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69" name="Freeform 26">
              <a:extLst>
                <a:ext uri="{FF2B5EF4-FFF2-40B4-BE49-F238E27FC236}">
                  <a16:creationId xmlns:a16="http://schemas.microsoft.com/office/drawing/2014/main" id="{ED6A259B-1C4E-7DF3-E915-BC082AFF0B5C}"/>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70" name="Freeform 27">
              <a:extLst>
                <a:ext uri="{FF2B5EF4-FFF2-40B4-BE49-F238E27FC236}">
                  <a16:creationId xmlns:a16="http://schemas.microsoft.com/office/drawing/2014/main" id="{ACA412B9-9303-984D-6B1E-A3C5AD96E493}"/>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71" name="Freeform 28">
              <a:extLst>
                <a:ext uri="{FF2B5EF4-FFF2-40B4-BE49-F238E27FC236}">
                  <a16:creationId xmlns:a16="http://schemas.microsoft.com/office/drawing/2014/main" id="{A2E8DFB1-CEA8-9C36-86B1-FA930BDC9795}"/>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72" name="Freeform 29">
              <a:extLst>
                <a:ext uri="{FF2B5EF4-FFF2-40B4-BE49-F238E27FC236}">
                  <a16:creationId xmlns:a16="http://schemas.microsoft.com/office/drawing/2014/main" id="{3DA73A09-C6B7-1919-3910-E0AD02A0E826}"/>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73" name="Freeform 30">
              <a:extLst>
                <a:ext uri="{FF2B5EF4-FFF2-40B4-BE49-F238E27FC236}">
                  <a16:creationId xmlns:a16="http://schemas.microsoft.com/office/drawing/2014/main" id="{5A915CF1-A355-CF1D-73E0-C7A7558DCFB3}"/>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74" name="Freeform 31">
              <a:extLst>
                <a:ext uri="{FF2B5EF4-FFF2-40B4-BE49-F238E27FC236}">
                  <a16:creationId xmlns:a16="http://schemas.microsoft.com/office/drawing/2014/main" id="{000A7FC5-0C8E-480B-A2DE-8E1894912F9C}"/>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75" name="Freeform 32">
              <a:extLst>
                <a:ext uri="{FF2B5EF4-FFF2-40B4-BE49-F238E27FC236}">
                  <a16:creationId xmlns:a16="http://schemas.microsoft.com/office/drawing/2014/main" id="{408E7F16-DC22-59D0-04E4-627CFEE7DF20}"/>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76" name="Group 75">
              <a:extLst>
                <a:ext uri="{FF2B5EF4-FFF2-40B4-BE49-F238E27FC236}">
                  <a16:creationId xmlns:a16="http://schemas.microsoft.com/office/drawing/2014/main" id="{B5B9A69B-4331-7744-2FA5-E4F5420219E8}"/>
                </a:ext>
              </a:extLst>
            </p:cNvPr>
            <p:cNvGrpSpPr/>
            <p:nvPr userDrawn="1"/>
          </p:nvGrpSpPr>
          <p:grpSpPr>
            <a:xfrm>
              <a:off x="10717905" y="6554391"/>
              <a:ext cx="1158921" cy="78122"/>
              <a:chOff x="10717904" y="6548918"/>
              <a:chExt cx="1248337" cy="84149"/>
            </a:xfrm>
          </p:grpSpPr>
          <p:grpSp>
            <p:nvGrpSpPr>
              <p:cNvPr id="77" name="Group 76">
                <a:extLst>
                  <a:ext uri="{FF2B5EF4-FFF2-40B4-BE49-F238E27FC236}">
                    <a16:creationId xmlns:a16="http://schemas.microsoft.com/office/drawing/2014/main" id="{3FB04455-AFAE-F8AB-DF7D-984361342E85}"/>
                  </a:ext>
                </a:extLst>
              </p:cNvPr>
              <p:cNvGrpSpPr/>
              <p:nvPr userDrawn="1"/>
            </p:nvGrpSpPr>
            <p:grpSpPr>
              <a:xfrm>
                <a:off x="11365302" y="6551088"/>
                <a:ext cx="491266" cy="81979"/>
                <a:chOff x="10719494" y="6551088"/>
                <a:chExt cx="491266" cy="81979"/>
              </a:xfrm>
            </p:grpSpPr>
            <p:sp>
              <p:nvSpPr>
                <p:cNvPr id="84" name="Freeform 33">
                  <a:extLst>
                    <a:ext uri="{FF2B5EF4-FFF2-40B4-BE49-F238E27FC236}">
                      <a16:creationId xmlns:a16="http://schemas.microsoft.com/office/drawing/2014/main" id="{0190EEC6-01A2-CE45-1EE1-8024743C975C}"/>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85" name="Freeform 34">
                  <a:extLst>
                    <a:ext uri="{FF2B5EF4-FFF2-40B4-BE49-F238E27FC236}">
                      <a16:creationId xmlns:a16="http://schemas.microsoft.com/office/drawing/2014/main" id="{FC99D0C2-D6B7-B011-1FF4-9CC2AA2DB03F}"/>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86" name="Freeform 35">
                  <a:extLst>
                    <a:ext uri="{FF2B5EF4-FFF2-40B4-BE49-F238E27FC236}">
                      <a16:creationId xmlns:a16="http://schemas.microsoft.com/office/drawing/2014/main" id="{268F7135-6733-3032-7E27-71C38D96A077}"/>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87" name="Freeform 36">
                  <a:extLst>
                    <a:ext uri="{FF2B5EF4-FFF2-40B4-BE49-F238E27FC236}">
                      <a16:creationId xmlns:a16="http://schemas.microsoft.com/office/drawing/2014/main" id="{A6ED7C5E-D3DC-D194-07DA-4785093D5B9B}"/>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88" name="Freeform 37">
                  <a:extLst>
                    <a:ext uri="{FF2B5EF4-FFF2-40B4-BE49-F238E27FC236}">
                      <a16:creationId xmlns:a16="http://schemas.microsoft.com/office/drawing/2014/main" id="{8B05B9BA-B081-8D7B-308C-D97380CA7EDD}"/>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78" name="Freeform 38">
                <a:extLst>
                  <a:ext uri="{FF2B5EF4-FFF2-40B4-BE49-F238E27FC236}">
                    <a16:creationId xmlns:a16="http://schemas.microsoft.com/office/drawing/2014/main" id="{FAD27476-749B-CF4E-8F66-6D2D8C1A9158}"/>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79" name="Freeform 39">
                <a:extLst>
                  <a:ext uri="{FF2B5EF4-FFF2-40B4-BE49-F238E27FC236}">
                    <a16:creationId xmlns:a16="http://schemas.microsoft.com/office/drawing/2014/main" id="{D3778452-85E9-936F-993B-E08A0CD00083}"/>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80" name="Freeform 40">
                <a:extLst>
                  <a:ext uri="{FF2B5EF4-FFF2-40B4-BE49-F238E27FC236}">
                    <a16:creationId xmlns:a16="http://schemas.microsoft.com/office/drawing/2014/main" id="{0A86B57C-21B5-A111-3858-1D782CD02094}"/>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81" name="Freeform 41">
                <a:extLst>
                  <a:ext uri="{FF2B5EF4-FFF2-40B4-BE49-F238E27FC236}">
                    <a16:creationId xmlns:a16="http://schemas.microsoft.com/office/drawing/2014/main" id="{537B0306-0C69-6775-823F-9F32EA1B9C40}"/>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82" name="Freeform 42">
                <a:extLst>
                  <a:ext uri="{FF2B5EF4-FFF2-40B4-BE49-F238E27FC236}">
                    <a16:creationId xmlns:a16="http://schemas.microsoft.com/office/drawing/2014/main" id="{013B06F7-557A-6F24-295D-FB9B06752B33}"/>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83" name="Freeform 42">
                <a:extLst>
                  <a:ext uri="{FF2B5EF4-FFF2-40B4-BE49-F238E27FC236}">
                    <a16:creationId xmlns:a16="http://schemas.microsoft.com/office/drawing/2014/main" id="{D8824515-2229-AF2E-EB0A-B3FE12E6324F}"/>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7463559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_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AEAA03-0A50-BC60-FCD6-3297CB201AF5}"/>
              </a:ext>
            </a:extLst>
          </p:cNvPr>
          <p:cNvSpPr>
            <a:spLocks noGrp="1"/>
          </p:cNvSpPr>
          <p:nvPr>
            <p:ph type="title"/>
          </p:nvPr>
        </p:nvSpPr>
        <p:spPr>
          <a:xfrm>
            <a:off x="294063" y="304800"/>
            <a:ext cx="10542259" cy="5426243"/>
          </a:xfrm>
        </p:spPr>
        <p:txBody>
          <a:bodyPr anchor="t">
            <a:noAutofit/>
          </a:bodyPr>
          <a:lstStyle>
            <a:lvl1pPr>
              <a:defRPr sz="13800">
                <a:ln w="9525">
                  <a:solidFill>
                    <a:schemeClr val="tx1"/>
                  </a:solidFill>
                </a:ln>
                <a:noFill/>
              </a:defRPr>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133212095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itleOnly" preserve="1">
  <p:cSld name="Title Only_5">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5D3C21B2-A458-9FF7-7B8A-B17960B33A24}"/>
              </a:ext>
            </a:extLst>
          </p:cNvPr>
          <p:cNvSpPr/>
          <p:nvPr userDrawn="1"/>
        </p:nvSpPr>
        <p:spPr>
          <a:xfrm rot="9034682" flipV="1">
            <a:off x="5562235" y="3602287"/>
            <a:ext cx="1190198" cy="1709070"/>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8" name="Freeform: Shape 7">
            <a:extLst>
              <a:ext uri="{FF2B5EF4-FFF2-40B4-BE49-F238E27FC236}">
                <a16:creationId xmlns:a16="http://schemas.microsoft.com/office/drawing/2014/main" id="{50678C35-5C9F-8A75-EA4C-902BA4A85AAD}"/>
              </a:ext>
            </a:extLst>
          </p:cNvPr>
          <p:cNvSpPr/>
          <p:nvPr userDrawn="1"/>
        </p:nvSpPr>
        <p:spPr>
          <a:xfrm rot="9034682" flipV="1">
            <a:off x="5081582" y="2694566"/>
            <a:ext cx="3348472" cy="3149456"/>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237612 w 3419542"/>
              <a:gd name="connsiteY34" fmla="*/ 2979913 h 4151426"/>
              <a:gd name="connsiteX0" fmla="*/ 354748 w 3419542"/>
              <a:gd name="connsiteY0" fmla="*/ 2814170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354748 w 3419542"/>
              <a:gd name="connsiteY34" fmla="*/ 2814170 h 4151426"/>
              <a:gd name="connsiteX0" fmla="*/ 267438 w 3332232"/>
              <a:gd name="connsiteY0" fmla="*/ 2814170 h 4151426"/>
              <a:gd name="connsiteX1" fmla="*/ 1723 w 3332232"/>
              <a:gd name="connsiteY1" fmla="*/ 2389683 h 4151426"/>
              <a:gd name="connsiteX2" fmla="*/ 159151 w 3332232"/>
              <a:gd name="connsiteY2" fmla="*/ 2258074 h 4151426"/>
              <a:gd name="connsiteX3" fmla="*/ 282778 w 3332232"/>
              <a:gd name="connsiteY3" fmla="*/ 2180280 h 4151426"/>
              <a:gd name="connsiteX4" fmla="*/ 443917 w 3332232"/>
              <a:gd name="connsiteY4" fmla="*/ 2054029 h 4151426"/>
              <a:gd name="connsiteX5" fmla="*/ 998817 w 3332232"/>
              <a:gd name="connsiteY5" fmla="*/ 2515396 h 4151426"/>
              <a:gd name="connsiteX6" fmla="*/ 1173925 w 3332232"/>
              <a:gd name="connsiteY6" fmla="*/ 2179619 h 4151426"/>
              <a:gd name="connsiteX7" fmla="*/ 1133663 w 3332232"/>
              <a:gd name="connsiteY7" fmla="*/ 1579548 h 4151426"/>
              <a:gd name="connsiteX8" fmla="*/ 1186336 w 3332232"/>
              <a:gd name="connsiteY8" fmla="*/ 1342566 h 4151426"/>
              <a:gd name="connsiteX9" fmla="*/ 1315495 w 3332232"/>
              <a:gd name="connsiteY9" fmla="*/ 1052911 h 4151426"/>
              <a:gd name="connsiteX10" fmla="*/ 1540380 w 3332232"/>
              <a:gd name="connsiteY10" fmla="*/ 768018 h 4151426"/>
              <a:gd name="connsiteX11" fmla="*/ 1841846 w 3332232"/>
              <a:gd name="connsiteY11" fmla="*/ 425689 h 4151426"/>
              <a:gd name="connsiteX12" fmla="*/ 2154076 w 3332232"/>
              <a:gd name="connsiteY12" fmla="*/ 113269 h 4151426"/>
              <a:gd name="connsiteX13" fmla="*/ 2370579 w 3332232"/>
              <a:gd name="connsiteY13" fmla="*/ 4399 h 4151426"/>
              <a:gd name="connsiteX14" fmla="*/ 2868261 w 3332232"/>
              <a:gd name="connsiteY14" fmla="*/ 25925 h 4151426"/>
              <a:gd name="connsiteX15" fmla="*/ 3066512 w 3332232"/>
              <a:gd name="connsiteY15" fmla="*/ 68865 h 4151426"/>
              <a:gd name="connsiteX16" fmla="*/ 3253067 w 3332232"/>
              <a:gd name="connsiteY16" fmla="*/ 267483 h 4151426"/>
              <a:gd name="connsiteX17" fmla="*/ 3331992 w 3332232"/>
              <a:gd name="connsiteY17" fmla="*/ 524470 h 4151426"/>
              <a:gd name="connsiteX18" fmla="*/ 3239831 w 3332232"/>
              <a:gd name="connsiteY18" fmla="*/ 966329 h 4151426"/>
              <a:gd name="connsiteX19" fmla="*/ 3257452 w 3332232"/>
              <a:gd name="connsiteY19" fmla="*/ 1470010 h 4151426"/>
              <a:gd name="connsiteX20" fmla="*/ 3222495 w 3332232"/>
              <a:gd name="connsiteY20" fmla="*/ 1763761 h 4151426"/>
              <a:gd name="connsiteX21" fmla="*/ 3147819 w 3332232"/>
              <a:gd name="connsiteY21" fmla="*/ 2044273 h 4151426"/>
              <a:gd name="connsiteX22" fmla="*/ 2974671 w 3332232"/>
              <a:gd name="connsiteY22" fmla="*/ 2495500 h 4151426"/>
              <a:gd name="connsiteX23" fmla="*/ 2449426 w 3332232"/>
              <a:gd name="connsiteY23" fmla="*/ 2955038 h 4151426"/>
              <a:gd name="connsiteX24" fmla="*/ 2386057 w 3332232"/>
              <a:gd name="connsiteY24" fmla="*/ 3460960 h 4151426"/>
              <a:gd name="connsiteX25" fmla="*/ 2242911 w 3332232"/>
              <a:gd name="connsiteY25" fmla="*/ 4134926 h 4151426"/>
              <a:gd name="connsiteX26" fmla="*/ 1801848 w 3332232"/>
              <a:gd name="connsiteY26" fmla="*/ 3916418 h 4151426"/>
              <a:gd name="connsiteX27" fmla="*/ 1458267 w 3332232"/>
              <a:gd name="connsiteY27" fmla="*/ 3602236 h 4151426"/>
              <a:gd name="connsiteX28" fmla="*/ 1281872 w 3332232"/>
              <a:gd name="connsiteY28" fmla="*/ 3358532 h 4151426"/>
              <a:gd name="connsiteX29" fmla="*/ 977262 w 3332232"/>
              <a:gd name="connsiteY29" fmla="*/ 3374725 h 4151426"/>
              <a:gd name="connsiteX30" fmla="*/ 629981 w 3332232"/>
              <a:gd name="connsiteY30" fmla="*/ 3355103 h 4151426"/>
              <a:gd name="connsiteX31" fmla="*/ 538826 w 3332232"/>
              <a:gd name="connsiteY31" fmla="*/ 3336625 h 4151426"/>
              <a:gd name="connsiteX32" fmla="*/ 347085 w 3332232"/>
              <a:gd name="connsiteY32" fmla="*/ 3077177 h 4151426"/>
              <a:gd name="connsiteX33" fmla="*/ 267438 w 3332232"/>
              <a:gd name="connsiteY33" fmla="*/ 2814170 h 4151426"/>
              <a:gd name="connsiteX0" fmla="*/ 122788 w 3187582"/>
              <a:gd name="connsiteY0" fmla="*/ 2814170 h 4151426"/>
              <a:gd name="connsiteX1" fmla="*/ 14520 w 3187582"/>
              <a:gd name="connsiteY1" fmla="*/ 2635574 h 4151426"/>
              <a:gd name="connsiteX2" fmla="*/ 14501 w 3187582"/>
              <a:gd name="connsiteY2" fmla="*/ 2258074 h 4151426"/>
              <a:gd name="connsiteX3" fmla="*/ 138128 w 3187582"/>
              <a:gd name="connsiteY3" fmla="*/ 2180280 h 4151426"/>
              <a:gd name="connsiteX4" fmla="*/ 299267 w 3187582"/>
              <a:gd name="connsiteY4" fmla="*/ 2054029 h 4151426"/>
              <a:gd name="connsiteX5" fmla="*/ 854167 w 3187582"/>
              <a:gd name="connsiteY5" fmla="*/ 2515396 h 4151426"/>
              <a:gd name="connsiteX6" fmla="*/ 1029275 w 3187582"/>
              <a:gd name="connsiteY6" fmla="*/ 2179619 h 4151426"/>
              <a:gd name="connsiteX7" fmla="*/ 989013 w 3187582"/>
              <a:gd name="connsiteY7" fmla="*/ 1579548 h 4151426"/>
              <a:gd name="connsiteX8" fmla="*/ 1041686 w 3187582"/>
              <a:gd name="connsiteY8" fmla="*/ 1342566 h 4151426"/>
              <a:gd name="connsiteX9" fmla="*/ 1170845 w 3187582"/>
              <a:gd name="connsiteY9" fmla="*/ 1052911 h 4151426"/>
              <a:gd name="connsiteX10" fmla="*/ 1395730 w 3187582"/>
              <a:gd name="connsiteY10" fmla="*/ 768018 h 4151426"/>
              <a:gd name="connsiteX11" fmla="*/ 1697196 w 3187582"/>
              <a:gd name="connsiteY11" fmla="*/ 425689 h 4151426"/>
              <a:gd name="connsiteX12" fmla="*/ 2009426 w 3187582"/>
              <a:gd name="connsiteY12" fmla="*/ 113269 h 4151426"/>
              <a:gd name="connsiteX13" fmla="*/ 2225929 w 3187582"/>
              <a:gd name="connsiteY13" fmla="*/ 4399 h 4151426"/>
              <a:gd name="connsiteX14" fmla="*/ 2723611 w 3187582"/>
              <a:gd name="connsiteY14" fmla="*/ 25925 h 4151426"/>
              <a:gd name="connsiteX15" fmla="*/ 2921862 w 3187582"/>
              <a:gd name="connsiteY15" fmla="*/ 68865 h 4151426"/>
              <a:gd name="connsiteX16" fmla="*/ 3108417 w 3187582"/>
              <a:gd name="connsiteY16" fmla="*/ 267483 h 4151426"/>
              <a:gd name="connsiteX17" fmla="*/ 3187342 w 3187582"/>
              <a:gd name="connsiteY17" fmla="*/ 524470 h 4151426"/>
              <a:gd name="connsiteX18" fmla="*/ 3095181 w 3187582"/>
              <a:gd name="connsiteY18" fmla="*/ 966329 h 4151426"/>
              <a:gd name="connsiteX19" fmla="*/ 3112802 w 3187582"/>
              <a:gd name="connsiteY19" fmla="*/ 1470010 h 4151426"/>
              <a:gd name="connsiteX20" fmla="*/ 3077845 w 3187582"/>
              <a:gd name="connsiteY20" fmla="*/ 1763761 h 4151426"/>
              <a:gd name="connsiteX21" fmla="*/ 3003169 w 3187582"/>
              <a:gd name="connsiteY21" fmla="*/ 2044273 h 4151426"/>
              <a:gd name="connsiteX22" fmla="*/ 2830021 w 3187582"/>
              <a:gd name="connsiteY22" fmla="*/ 2495500 h 4151426"/>
              <a:gd name="connsiteX23" fmla="*/ 2304776 w 3187582"/>
              <a:gd name="connsiteY23" fmla="*/ 2955038 h 4151426"/>
              <a:gd name="connsiteX24" fmla="*/ 2241407 w 3187582"/>
              <a:gd name="connsiteY24" fmla="*/ 3460960 h 4151426"/>
              <a:gd name="connsiteX25" fmla="*/ 2098261 w 3187582"/>
              <a:gd name="connsiteY25" fmla="*/ 4134926 h 4151426"/>
              <a:gd name="connsiteX26" fmla="*/ 1657198 w 3187582"/>
              <a:gd name="connsiteY26" fmla="*/ 3916418 h 4151426"/>
              <a:gd name="connsiteX27" fmla="*/ 1313617 w 3187582"/>
              <a:gd name="connsiteY27" fmla="*/ 3602236 h 4151426"/>
              <a:gd name="connsiteX28" fmla="*/ 1137222 w 3187582"/>
              <a:gd name="connsiteY28" fmla="*/ 3358532 h 4151426"/>
              <a:gd name="connsiteX29" fmla="*/ 832612 w 3187582"/>
              <a:gd name="connsiteY29" fmla="*/ 3374725 h 4151426"/>
              <a:gd name="connsiteX30" fmla="*/ 485331 w 3187582"/>
              <a:gd name="connsiteY30" fmla="*/ 3355103 h 4151426"/>
              <a:gd name="connsiteX31" fmla="*/ 394176 w 3187582"/>
              <a:gd name="connsiteY31" fmla="*/ 3336625 h 4151426"/>
              <a:gd name="connsiteX32" fmla="*/ 202435 w 3187582"/>
              <a:gd name="connsiteY32" fmla="*/ 3077177 h 4151426"/>
              <a:gd name="connsiteX33" fmla="*/ 122788 w 3187582"/>
              <a:gd name="connsiteY33" fmla="*/ 2814170 h 4151426"/>
              <a:gd name="connsiteX0" fmla="*/ 108307 w 3173101"/>
              <a:gd name="connsiteY0" fmla="*/ 2814170 h 4151426"/>
              <a:gd name="connsiteX1" fmla="*/ 39 w 3173101"/>
              <a:gd name="connsiteY1" fmla="*/ 2635574 h 4151426"/>
              <a:gd name="connsiteX2" fmla="*/ 96250 w 3173101"/>
              <a:gd name="connsiteY2" fmla="*/ 2486314 h 4151426"/>
              <a:gd name="connsiteX3" fmla="*/ 123647 w 3173101"/>
              <a:gd name="connsiteY3" fmla="*/ 2180280 h 4151426"/>
              <a:gd name="connsiteX4" fmla="*/ 284786 w 3173101"/>
              <a:gd name="connsiteY4" fmla="*/ 2054029 h 4151426"/>
              <a:gd name="connsiteX5" fmla="*/ 839686 w 3173101"/>
              <a:gd name="connsiteY5" fmla="*/ 2515396 h 4151426"/>
              <a:gd name="connsiteX6" fmla="*/ 1014794 w 3173101"/>
              <a:gd name="connsiteY6" fmla="*/ 2179619 h 4151426"/>
              <a:gd name="connsiteX7" fmla="*/ 974532 w 3173101"/>
              <a:gd name="connsiteY7" fmla="*/ 1579548 h 4151426"/>
              <a:gd name="connsiteX8" fmla="*/ 1027205 w 3173101"/>
              <a:gd name="connsiteY8" fmla="*/ 1342566 h 4151426"/>
              <a:gd name="connsiteX9" fmla="*/ 1156364 w 3173101"/>
              <a:gd name="connsiteY9" fmla="*/ 1052911 h 4151426"/>
              <a:gd name="connsiteX10" fmla="*/ 1381249 w 3173101"/>
              <a:gd name="connsiteY10" fmla="*/ 768018 h 4151426"/>
              <a:gd name="connsiteX11" fmla="*/ 1682715 w 3173101"/>
              <a:gd name="connsiteY11" fmla="*/ 425689 h 4151426"/>
              <a:gd name="connsiteX12" fmla="*/ 1994945 w 3173101"/>
              <a:gd name="connsiteY12" fmla="*/ 113269 h 4151426"/>
              <a:gd name="connsiteX13" fmla="*/ 2211448 w 3173101"/>
              <a:gd name="connsiteY13" fmla="*/ 4399 h 4151426"/>
              <a:gd name="connsiteX14" fmla="*/ 2709130 w 3173101"/>
              <a:gd name="connsiteY14" fmla="*/ 25925 h 4151426"/>
              <a:gd name="connsiteX15" fmla="*/ 2907381 w 3173101"/>
              <a:gd name="connsiteY15" fmla="*/ 68865 h 4151426"/>
              <a:gd name="connsiteX16" fmla="*/ 3093936 w 3173101"/>
              <a:gd name="connsiteY16" fmla="*/ 267483 h 4151426"/>
              <a:gd name="connsiteX17" fmla="*/ 3172861 w 3173101"/>
              <a:gd name="connsiteY17" fmla="*/ 524470 h 4151426"/>
              <a:gd name="connsiteX18" fmla="*/ 3080700 w 3173101"/>
              <a:gd name="connsiteY18" fmla="*/ 966329 h 4151426"/>
              <a:gd name="connsiteX19" fmla="*/ 3098321 w 3173101"/>
              <a:gd name="connsiteY19" fmla="*/ 1470010 h 4151426"/>
              <a:gd name="connsiteX20" fmla="*/ 3063364 w 3173101"/>
              <a:gd name="connsiteY20" fmla="*/ 1763761 h 4151426"/>
              <a:gd name="connsiteX21" fmla="*/ 2988688 w 3173101"/>
              <a:gd name="connsiteY21" fmla="*/ 2044273 h 4151426"/>
              <a:gd name="connsiteX22" fmla="*/ 2815540 w 3173101"/>
              <a:gd name="connsiteY22" fmla="*/ 2495500 h 4151426"/>
              <a:gd name="connsiteX23" fmla="*/ 2290295 w 3173101"/>
              <a:gd name="connsiteY23" fmla="*/ 2955038 h 4151426"/>
              <a:gd name="connsiteX24" fmla="*/ 2226926 w 3173101"/>
              <a:gd name="connsiteY24" fmla="*/ 3460960 h 4151426"/>
              <a:gd name="connsiteX25" fmla="*/ 2083780 w 3173101"/>
              <a:gd name="connsiteY25" fmla="*/ 4134926 h 4151426"/>
              <a:gd name="connsiteX26" fmla="*/ 1642717 w 3173101"/>
              <a:gd name="connsiteY26" fmla="*/ 3916418 h 4151426"/>
              <a:gd name="connsiteX27" fmla="*/ 1299136 w 3173101"/>
              <a:gd name="connsiteY27" fmla="*/ 3602236 h 4151426"/>
              <a:gd name="connsiteX28" fmla="*/ 1122741 w 3173101"/>
              <a:gd name="connsiteY28" fmla="*/ 3358532 h 4151426"/>
              <a:gd name="connsiteX29" fmla="*/ 818131 w 3173101"/>
              <a:gd name="connsiteY29" fmla="*/ 3374725 h 4151426"/>
              <a:gd name="connsiteX30" fmla="*/ 470850 w 3173101"/>
              <a:gd name="connsiteY30" fmla="*/ 3355103 h 4151426"/>
              <a:gd name="connsiteX31" fmla="*/ 379695 w 3173101"/>
              <a:gd name="connsiteY31" fmla="*/ 3336625 h 4151426"/>
              <a:gd name="connsiteX32" fmla="*/ 187954 w 3173101"/>
              <a:gd name="connsiteY32" fmla="*/ 3077177 h 4151426"/>
              <a:gd name="connsiteX33" fmla="*/ 108307 w 317310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284796 w 3173111"/>
              <a:gd name="connsiteY4" fmla="*/ 2054029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253993 w 3173111"/>
              <a:gd name="connsiteY9" fmla="*/ 1061554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930079 h 4267335"/>
              <a:gd name="connsiteX1" fmla="*/ 49 w 3173111"/>
              <a:gd name="connsiteY1" fmla="*/ 2751483 h 4267335"/>
              <a:gd name="connsiteX2" fmla="*/ 96260 w 3173111"/>
              <a:gd name="connsiteY2" fmla="*/ 2602223 h 4267335"/>
              <a:gd name="connsiteX3" fmla="*/ 229552 w 3173111"/>
              <a:gd name="connsiteY3" fmla="*/ 2460483 h 4267335"/>
              <a:gd name="connsiteX4" fmla="*/ 425162 w 3173111"/>
              <a:gd name="connsiteY4" fmla="*/ 2426066 h 4267335"/>
              <a:gd name="connsiteX5" fmla="*/ 839696 w 3173111"/>
              <a:gd name="connsiteY5" fmla="*/ 2631305 h 4267335"/>
              <a:gd name="connsiteX6" fmla="*/ 1014804 w 3173111"/>
              <a:gd name="connsiteY6" fmla="*/ 2295528 h 4267335"/>
              <a:gd name="connsiteX7" fmla="*/ 974619 w 3173111"/>
              <a:gd name="connsiteY7" fmla="*/ 1930445 h 4267335"/>
              <a:gd name="connsiteX8" fmla="*/ 1147355 w 3173111"/>
              <a:gd name="connsiteY8" fmla="*/ 1558500 h 4267335"/>
              <a:gd name="connsiteX9" fmla="*/ 1253993 w 3173111"/>
              <a:gd name="connsiteY9" fmla="*/ 1177463 h 4267335"/>
              <a:gd name="connsiteX10" fmla="*/ 1381259 w 3173111"/>
              <a:gd name="connsiteY10" fmla="*/ 883927 h 4267335"/>
              <a:gd name="connsiteX11" fmla="*/ 1682725 w 3173111"/>
              <a:gd name="connsiteY11" fmla="*/ 541598 h 4267335"/>
              <a:gd name="connsiteX12" fmla="*/ 1994955 w 3173111"/>
              <a:gd name="connsiteY12" fmla="*/ 229178 h 4267335"/>
              <a:gd name="connsiteX13" fmla="*/ 2211458 w 3173111"/>
              <a:gd name="connsiteY13" fmla="*/ 120308 h 4267335"/>
              <a:gd name="connsiteX14" fmla="*/ 2709140 w 3173111"/>
              <a:gd name="connsiteY14" fmla="*/ 141834 h 4267335"/>
              <a:gd name="connsiteX15" fmla="*/ 2944215 w 3173111"/>
              <a:gd name="connsiteY15" fmla="*/ 6592 h 4267335"/>
              <a:gd name="connsiteX16" fmla="*/ 3093946 w 3173111"/>
              <a:gd name="connsiteY16" fmla="*/ 383392 h 4267335"/>
              <a:gd name="connsiteX17" fmla="*/ 3172871 w 3173111"/>
              <a:gd name="connsiteY17" fmla="*/ 640379 h 4267335"/>
              <a:gd name="connsiteX18" fmla="*/ 3080710 w 3173111"/>
              <a:gd name="connsiteY18" fmla="*/ 1082238 h 4267335"/>
              <a:gd name="connsiteX19" fmla="*/ 3098331 w 3173111"/>
              <a:gd name="connsiteY19" fmla="*/ 1585919 h 4267335"/>
              <a:gd name="connsiteX20" fmla="*/ 3063374 w 3173111"/>
              <a:gd name="connsiteY20" fmla="*/ 1879670 h 4267335"/>
              <a:gd name="connsiteX21" fmla="*/ 2988698 w 3173111"/>
              <a:gd name="connsiteY21" fmla="*/ 2160182 h 4267335"/>
              <a:gd name="connsiteX22" fmla="*/ 2815550 w 3173111"/>
              <a:gd name="connsiteY22" fmla="*/ 2611409 h 4267335"/>
              <a:gd name="connsiteX23" fmla="*/ 2290305 w 3173111"/>
              <a:gd name="connsiteY23" fmla="*/ 3070947 h 4267335"/>
              <a:gd name="connsiteX24" fmla="*/ 2226936 w 3173111"/>
              <a:gd name="connsiteY24" fmla="*/ 3576869 h 4267335"/>
              <a:gd name="connsiteX25" fmla="*/ 2083790 w 3173111"/>
              <a:gd name="connsiteY25" fmla="*/ 4250835 h 4267335"/>
              <a:gd name="connsiteX26" fmla="*/ 1642727 w 3173111"/>
              <a:gd name="connsiteY26" fmla="*/ 4032327 h 4267335"/>
              <a:gd name="connsiteX27" fmla="*/ 1299146 w 3173111"/>
              <a:gd name="connsiteY27" fmla="*/ 3718145 h 4267335"/>
              <a:gd name="connsiteX28" fmla="*/ 1122751 w 3173111"/>
              <a:gd name="connsiteY28" fmla="*/ 3474441 h 4267335"/>
              <a:gd name="connsiteX29" fmla="*/ 818141 w 3173111"/>
              <a:gd name="connsiteY29" fmla="*/ 3490634 h 4267335"/>
              <a:gd name="connsiteX30" fmla="*/ 470860 w 3173111"/>
              <a:gd name="connsiteY30" fmla="*/ 3471012 h 4267335"/>
              <a:gd name="connsiteX31" fmla="*/ 379705 w 3173111"/>
              <a:gd name="connsiteY31" fmla="*/ 3452534 h 4267335"/>
              <a:gd name="connsiteX32" fmla="*/ 187964 w 3173111"/>
              <a:gd name="connsiteY32" fmla="*/ 3193086 h 4267335"/>
              <a:gd name="connsiteX33" fmla="*/ 108317 w 3173111"/>
              <a:gd name="connsiteY33" fmla="*/ 2930079 h 4267335"/>
              <a:gd name="connsiteX0" fmla="*/ 108317 w 3173111"/>
              <a:gd name="connsiteY0" fmla="*/ 2926340 h 4263596"/>
              <a:gd name="connsiteX1" fmla="*/ 49 w 3173111"/>
              <a:gd name="connsiteY1" fmla="*/ 2747744 h 4263596"/>
              <a:gd name="connsiteX2" fmla="*/ 96260 w 3173111"/>
              <a:gd name="connsiteY2" fmla="*/ 2598484 h 4263596"/>
              <a:gd name="connsiteX3" fmla="*/ 229552 w 3173111"/>
              <a:gd name="connsiteY3" fmla="*/ 2456744 h 4263596"/>
              <a:gd name="connsiteX4" fmla="*/ 425162 w 3173111"/>
              <a:gd name="connsiteY4" fmla="*/ 2422327 h 4263596"/>
              <a:gd name="connsiteX5" fmla="*/ 839696 w 3173111"/>
              <a:gd name="connsiteY5" fmla="*/ 2627566 h 4263596"/>
              <a:gd name="connsiteX6" fmla="*/ 1014804 w 3173111"/>
              <a:gd name="connsiteY6" fmla="*/ 2291789 h 4263596"/>
              <a:gd name="connsiteX7" fmla="*/ 974619 w 3173111"/>
              <a:gd name="connsiteY7" fmla="*/ 1926706 h 4263596"/>
              <a:gd name="connsiteX8" fmla="*/ 1147355 w 3173111"/>
              <a:gd name="connsiteY8" fmla="*/ 1554761 h 4263596"/>
              <a:gd name="connsiteX9" fmla="*/ 1253993 w 3173111"/>
              <a:gd name="connsiteY9" fmla="*/ 1173724 h 4263596"/>
              <a:gd name="connsiteX10" fmla="*/ 1381259 w 3173111"/>
              <a:gd name="connsiteY10" fmla="*/ 880188 h 4263596"/>
              <a:gd name="connsiteX11" fmla="*/ 1682725 w 3173111"/>
              <a:gd name="connsiteY11" fmla="*/ 537859 h 4263596"/>
              <a:gd name="connsiteX12" fmla="*/ 1994955 w 3173111"/>
              <a:gd name="connsiteY12" fmla="*/ 225439 h 4263596"/>
              <a:gd name="connsiteX13" fmla="*/ 2211458 w 3173111"/>
              <a:gd name="connsiteY13" fmla="*/ 116569 h 4263596"/>
              <a:gd name="connsiteX14" fmla="*/ 2709140 w 3173111"/>
              <a:gd name="connsiteY14" fmla="*/ 138095 h 4263596"/>
              <a:gd name="connsiteX15" fmla="*/ 2944215 w 3173111"/>
              <a:gd name="connsiteY15" fmla="*/ 2853 h 4263596"/>
              <a:gd name="connsiteX16" fmla="*/ 3117213 w 3173111"/>
              <a:gd name="connsiteY16" fmla="*/ 285057 h 4263596"/>
              <a:gd name="connsiteX17" fmla="*/ 3172871 w 3173111"/>
              <a:gd name="connsiteY17" fmla="*/ 636640 h 4263596"/>
              <a:gd name="connsiteX18" fmla="*/ 3080710 w 3173111"/>
              <a:gd name="connsiteY18" fmla="*/ 1078499 h 4263596"/>
              <a:gd name="connsiteX19" fmla="*/ 3098331 w 3173111"/>
              <a:gd name="connsiteY19" fmla="*/ 1582180 h 4263596"/>
              <a:gd name="connsiteX20" fmla="*/ 3063374 w 3173111"/>
              <a:gd name="connsiteY20" fmla="*/ 1875931 h 4263596"/>
              <a:gd name="connsiteX21" fmla="*/ 2988698 w 3173111"/>
              <a:gd name="connsiteY21" fmla="*/ 2156443 h 4263596"/>
              <a:gd name="connsiteX22" fmla="*/ 2815550 w 3173111"/>
              <a:gd name="connsiteY22" fmla="*/ 2607670 h 4263596"/>
              <a:gd name="connsiteX23" fmla="*/ 2290305 w 3173111"/>
              <a:gd name="connsiteY23" fmla="*/ 3067208 h 4263596"/>
              <a:gd name="connsiteX24" fmla="*/ 2226936 w 3173111"/>
              <a:gd name="connsiteY24" fmla="*/ 3573130 h 4263596"/>
              <a:gd name="connsiteX25" fmla="*/ 2083790 w 3173111"/>
              <a:gd name="connsiteY25" fmla="*/ 4247096 h 4263596"/>
              <a:gd name="connsiteX26" fmla="*/ 1642727 w 3173111"/>
              <a:gd name="connsiteY26" fmla="*/ 4028588 h 4263596"/>
              <a:gd name="connsiteX27" fmla="*/ 1299146 w 3173111"/>
              <a:gd name="connsiteY27" fmla="*/ 3714406 h 4263596"/>
              <a:gd name="connsiteX28" fmla="*/ 1122751 w 3173111"/>
              <a:gd name="connsiteY28" fmla="*/ 3470702 h 4263596"/>
              <a:gd name="connsiteX29" fmla="*/ 818141 w 3173111"/>
              <a:gd name="connsiteY29" fmla="*/ 3486895 h 4263596"/>
              <a:gd name="connsiteX30" fmla="*/ 470860 w 3173111"/>
              <a:gd name="connsiteY30" fmla="*/ 3467273 h 4263596"/>
              <a:gd name="connsiteX31" fmla="*/ 379705 w 3173111"/>
              <a:gd name="connsiteY31" fmla="*/ 3448795 h 4263596"/>
              <a:gd name="connsiteX32" fmla="*/ 187964 w 3173111"/>
              <a:gd name="connsiteY32" fmla="*/ 3189347 h 4263596"/>
              <a:gd name="connsiteX33" fmla="*/ 108317 w 3173111"/>
              <a:gd name="connsiteY33" fmla="*/ 2926340 h 4263596"/>
              <a:gd name="connsiteX0" fmla="*/ 108317 w 3123258"/>
              <a:gd name="connsiteY0" fmla="*/ 2926340 h 4263596"/>
              <a:gd name="connsiteX1" fmla="*/ 49 w 3123258"/>
              <a:gd name="connsiteY1" fmla="*/ 2747744 h 4263596"/>
              <a:gd name="connsiteX2" fmla="*/ 96260 w 3123258"/>
              <a:gd name="connsiteY2" fmla="*/ 2598484 h 4263596"/>
              <a:gd name="connsiteX3" fmla="*/ 229552 w 3123258"/>
              <a:gd name="connsiteY3" fmla="*/ 2456744 h 4263596"/>
              <a:gd name="connsiteX4" fmla="*/ 425162 w 3123258"/>
              <a:gd name="connsiteY4" fmla="*/ 2422327 h 4263596"/>
              <a:gd name="connsiteX5" fmla="*/ 839696 w 3123258"/>
              <a:gd name="connsiteY5" fmla="*/ 2627566 h 4263596"/>
              <a:gd name="connsiteX6" fmla="*/ 1014804 w 3123258"/>
              <a:gd name="connsiteY6" fmla="*/ 2291789 h 4263596"/>
              <a:gd name="connsiteX7" fmla="*/ 974619 w 3123258"/>
              <a:gd name="connsiteY7" fmla="*/ 1926706 h 4263596"/>
              <a:gd name="connsiteX8" fmla="*/ 1147355 w 3123258"/>
              <a:gd name="connsiteY8" fmla="*/ 1554761 h 4263596"/>
              <a:gd name="connsiteX9" fmla="*/ 1253993 w 3123258"/>
              <a:gd name="connsiteY9" fmla="*/ 1173724 h 4263596"/>
              <a:gd name="connsiteX10" fmla="*/ 1381259 w 3123258"/>
              <a:gd name="connsiteY10" fmla="*/ 880188 h 4263596"/>
              <a:gd name="connsiteX11" fmla="*/ 1682725 w 3123258"/>
              <a:gd name="connsiteY11" fmla="*/ 537859 h 4263596"/>
              <a:gd name="connsiteX12" fmla="*/ 1994955 w 3123258"/>
              <a:gd name="connsiteY12" fmla="*/ 225439 h 4263596"/>
              <a:gd name="connsiteX13" fmla="*/ 2211458 w 3123258"/>
              <a:gd name="connsiteY13" fmla="*/ 116569 h 4263596"/>
              <a:gd name="connsiteX14" fmla="*/ 2709140 w 3123258"/>
              <a:gd name="connsiteY14" fmla="*/ 138095 h 4263596"/>
              <a:gd name="connsiteX15" fmla="*/ 2944215 w 3123258"/>
              <a:gd name="connsiteY15" fmla="*/ 2853 h 4263596"/>
              <a:gd name="connsiteX16" fmla="*/ 3117213 w 3123258"/>
              <a:gd name="connsiteY16" fmla="*/ 285057 h 4263596"/>
              <a:gd name="connsiteX17" fmla="*/ 3088947 w 3123258"/>
              <a:gd name="connsiteY17" fmla="*/ 574099 h 4263596"/>
              <a:gd name="connsiteX18" fmla="*/ 3080710 w 3123258"/>
              <a:gd name="connsiteY18" fmla="*/ 1078499 h 4263596"/>
              <a:gd name="connsiteX19" fmla="*/ 3098331 w 3123258"/>
              <a:gd name="connsiteY19" fmla="*/ 1582180 h 4263596"/>
              <a:gd name="connsiteX20" fmla="*/ 3063374 w 3123258"/>
              <a:gd name="connsiteY20" fmla="*/ 1875931 h 4263596"/>
              <a:gd name="connsiteX21" fmla="*/ 2988698 w 3123258"/>
              <a:gd name="connsiteY21" fmla="*/ 2156443 h 4263596"/>
              <a:gd name="connsiteX22" fmla="*/ 2815550 w 3123258"/>
              <a:gd name="connsiteY22" fmla="*/ 2607670 h 4263596"/>
              <a:gd name="connsiteX23" fmla="*/ 2290305 w 3123258"/>
              <a:gd name="connsiteY23" fmla="*/ 3067208 h 4263596"/>
              <a:gd name="connsiteX24" fmla="*/ 2226936 w 3123258"/>
              <a:gd name="connsiteY24" fmla="*/ 3573130 h 4263596"/>
              <a:gd name="connsiteX25" fmla="*/ 2083790 w 3123258"/>
              <a:gd name="connsiteY25" fmla="*/ 4247096 h 4263596"/>
              <a:gd name="connsiteX26" fmla="*/ 1642727 w 3123258"/>
              <a:gd name="connsiteY26" fmla="*/ 4028588 h 4263596"/>
              <a:gd name="connsiteX27" fmla="*/ 1299146 w 3123258"/>
              <a:gd name="connsiteY27" fmla="*/ 3714406 h 4263596"/>
              <a:gd name="connsiteX28" fmla="*/ 1122751 w 3123258"/>
              <a:gd name="connsiteY28" fmla="*/ 3470702 h 4263596"/>
              <a:gd name="connsiteX29" fmla="*/ 818141 w 3123258"/>
              <a:gd name="connsiteY29" fmla="*/ 3486895 h 4263596"/>
              <a:gd name="connsiteX30" fmla="*/ 470860 w 3123258"/>
              <a:gd name="connsiteY30" fmla="*/ 3467273 h 4263596"/>
              <a:gd name="connsiteX31" fmla="*/ 379705 w 3123258"/>
              <a:gd name="connsiteY31" fmla="*/ 3448795 h 4263596"/>
              <a:gd name="connsiteX32" fmla="*/ 187964 w 3123258"/>
              <a:gd name="connsiteY32" fmla="*/ 3189347 h 4263596"/>
              <a:gd name="connsiteX33" fmla="*/ 108317 w 3123258"/>
              <a:gd name="connsiteY33" fmla="*/ 2926340 h 4263596"/>
              <a:gd name="connsiteX0" fmla="*/ 108317 w 3123258"/>
              <a:gd name="connsiteY0" fmla="*/ 2979281 h 4316537"/>
              <a:gd name="connsiteX1" fmla="*/ 49 w 3123258"/>
              <a:gd name="connsiteY1" fmla="*/ 2800685 h 4316537"/>
              <a:gd name="connsiteX2" fmla="*/ 96260 w 3123258"/>
              <a:gd name="connsiteY2" fmla="*/ 2651425 h 4316537"/>
              <a:gd name="connsiteX3" fmla="*/ 229552 w 3123258"/>
              <a:gd name="connsiteY3" fmla="*/ 2509685 h 4316537"/>
              <a:gd name="connsiteX4" fmla="*/ 425162 w 3123258"/>
              <a:gd name="connsiteY4" fmla="*/ 2475268 h 4316537"/>
              <a:gd name="connsiteX5" fmla="*/ 839696 w 3123258"/>
              <a:gd name="connsiteY5" fmla="*/ 2680507 h 4316537"/>
              <a:gd name="connsiteX6" fmla="*/ 1014804 w 3123258"/>
              <a:gd name="connsiteY6" fmla="*/ 2344730 h 4316537"/>
              <a:gd name="connsiteX7" fmla="*/ 974619 w 3123258"/>
              <a:gd name="connsiteY7" fmla="*/ 1979647 h 4316537"/>
              <a:gd name="connsiteX8" fmla="*/ 1147355 w 3123258"/>
              <a:gd name="connsiteY8" fmla="*/ 1607702 h 4316537"/>
              <a:gd name="connsiteX9" fmla="*/ 1253993 w 3123258"/>
              <a:gd name="connsiteY9" fmla="*/ 1226665 h 4316537"/>
              <a:gd name="connsiteX10" fmla="*/ 1381259 w 3123258"/>
              <a:gd name="connsiteY10" fmla="*/ 933129 h 4316537"/>
              <a:gd name="connsiteX11" fmla="*/ 1682725 w 3123258"/>
              <a:gd name="connsiteY11" fmla="*/ 590800 h 4316537"/>
              <a:gd name="connsiteX12" fmla="*/ 1994955 w 3123258"/>
              <a:gd name="connsiteY12" fmla="*/ 278380 h 4316537"/>
              <a:gd name="connsiteX13" fmla="*/ 2211458 w 3123258"/>
              <a:gd name="connsiteY13" fmla="*/ 169510 h 4316537"/>
              <a:gd name="connsiteX14" fmla="*/ 2697157 w 3123258"/>
              <a:gd name="connsiteY14" fmla="*/ 8531 h 4316537"/>
              <a:gd name="connsiteX15" fmla="*/ 2944215 w 3123258"/>
              <a:gd name="connsiteY15" fmla="*/ 55794 h 4316537"/>
              <a:gd name="connsiteX16" fmla="*/ 3117213 w 3123258"/>
              <a:gd name="connsiteY16" fmla="*/ 337998 h 4316537"/>
              <a:gd name="connsiteX17" fmla="*/ 3088947 w 3123258"/>
              <a:gd name="connsiteY17" fmla="*/ 627040 h 4316537"/>
              <a:gd name="connsiteX18" fmla="*/ 3080710 w 3123258"/>
              <a:gd name="connsiteY18" fmla="*/ 1131440 h 4316537"/>
              <a:gd name="connsiteX19" fmla="*/ 3098331 w 3123258"/>
              <a:gd name="connsiteY19" fmla="*/ 1635121 h 4316537"/>
              <a:gd name="connsiteX20" fmla="*/ 3063374 w 3123258"/>
              <a:gd name="connsiteY20" fmla="*/ 1928872 h 4316537"/>
              <a:gd name="connsiteX21" fmla="*/ 2988698 w 3123258"/>
              <a:gd name="connsiteY21" fmla="*/ 2209384 h 4316537"/>
              <a:gd name="connsiteX22" fmla="*/ 2815550 w 3123258"/>
              <a:gd name="connsiteY22" fmla="*/ 2660611 h 4316537"/>
              <a:gd name="connsiteX23" fmla="*/ 2290305 w 3123258"/>
              <a:gd name="connsiteY23" fmla="*/ 3120149 h 4316537"/>
              <a:gd name="connsiteX24" fmla="*/ 2226936 w 3123258"/>
              <a:gd name="connsiteY24" fmla="*/ 3626071 h 4316537"/>
              <a:gd name="connsiteX25" fmla="*/ 2083790 w 3123258"/>
              <a:gd name="connsiteY25" fmla="*/ 4300037 h 4316537"/>
              <a:gd name="connsiteX26" fmla="*/ 1642727 w 3123258"/>
              <a:gd name="connsiteY26" fmla="*/ 4081529 h 4316537"/>
              <a:gd name="connsiteX27" fmla="*/ 1299146 w 3123258"/>
              <a:gd name="connsiteY27" fmla="*/ 3767347 h 4316537"/>
              <a:gd name="connsiteX28" fmla="*/ 1122751 w 3123258"/>
              <a:gd name="connsiteY28" fmla="*/ 3523643 h 4316537"/>
              <a:gd name="connsiteX29" fmla="*/ 818141 w 3123258"/>
              <a:gd name="connsiteY29" fmla="*/ 3539836 h 4316537"/>
              <a:gd name="connsiteX30" fmla="*/ 470860 w 3123258"/>
              <a:gd name="connsiteY30" fmla="*/ 3520214 h 4316537"/>
              <a:gd name="connsiteX31" fmla="*/ 379705 w 3123258"/>
              <a:gd name="connsiteY31" fmla="*/ 3501736 h 4316537"/>
              <a:gd name="connsiteX32" fmla="*/ 187964 w 3123258"/>
              <a:gd name="connsiteY32" fmla="*/ 3242288 h 4316537"/>
              <a:gd name="connsiteX33" fmla="*/ 108317 w 3123258"/>
              <a:gd name="connsiteY33" fmla="*/ 2979281 h 4316537"/>
              <a:gd name="connsiteX0" fmla="*/ 108317 w 3123258"/>
              <a:gd name="connsiteY0" fmla="*/ 2979281 h 4320340"/>
              <a:gd name="connsiteX1" fmla="*/ 49 w 3123258"/>
              <a:gd name="connsiteY1" fmla="*/ 2800685 h 4320340"/>
              <a:gd name="connsiteX2" fmla="*/ 96260 w 3123258"/>
              <a:gd name="connsiteY2" fmla="*/ 2651425 h 4320340"/>
              <a:gd name="connsiteX3" fmla="*/ 229552 w 3123258"/>
              <a:gd name="connsiteY3" fmla="*/ 2509685 h 4320340"/>
              <a:gd name="connsiteX4" fmla="*/ 425162 w 3123258"/>
              <a:gd name="connsiteY4" fmla="*/ 2475268 h 4320340"/>
              <a:gd name="connsiteX5" fmla="*/ 839696 w 3123258"/>
              <a:gd name="connsiteY5" fmla="*/ 2680507 h 4320340"/>
              <a:gd name="connsiteX6" fmla="*/ 1014804 w 3123258"/>
              <a:gd name="connsiteY6" fmla="*/ 2344730 h 4320340"/>
              <a:gd name="connsiteX7" fmla="*/ 974619 w 3123258"/>
              <a:gd name="connsiteY7" fmla="*/ 1979647 h 4320340"/>
              <a:gd name="connsiteX8" fmla="*/ 1147355 w 3123258"/>
              <a:gd name="connsiteY8" fmla="*/ 1607702 h 4320340"/>
              <a:gd name="connsiteX9" fmla="*/ 1253993 w 3123258"/>
              <a:gd name="connsiteY9" fmla="*/ 1226665 h 4320340"/>
              <a:gd name="connsiteX10" fmla="*/ 1381259 w 3123258"/>
              <a:gd name="connsiteY10" fmla="*/ 933129 h 4320340"/>
              <a:gd name="connsiteX11" fmla="*/ 1682725 w 3123258"/>
              <a:gd name="connsiteY11" fmla="*/ 590800 h 4320340"/>
              <a:gd name="connsiteX12" fmla="*/ 1994955 w 3123258"/>
              <a:gd name="connsiteY12" fmla="*/ 278380 h 4320340"/>
              <a:gd name="connsiteX13" fmla="*/ 2211458 w 3123258"/>
              <a:gd name="connsiteY13" fmla="*/ 169510 h 4320340"/>
              <a:gd name="connsiteX14" fmla="*/ 2697157 w 3123258"/>
              <a:gd name="connsiteY14" fmla="*/ 8531 h 4320340"/>
              <a:gd name="connsiteX15" fmla="*/ 2944215 w 3123258"/>
              <a:gd name="connsiteY15" fmla="*/ 55794 h 4320340"/>
              <a:gd name="connsiteX16" fmla="*/ 3117213 w 3123258"/>
              <a:gd name="connsiteY16" fmla="*/ 337998 h 4320340"/>
              <a:gd name="connsiteX17" fmla="*/ 3088947 w 3123258"/>
              <a:gd name="connsiteY17" fmla="*/ 627040 h 4320340"/>
              <a:gd name="connsiteX18" fmla="*/ 3080710 w 3123258"/>
              <a:gd name="connsiteY18" fmla="*/ 1131440 h 4320340"/>
              <a:gd name="connsiteX19" fmla="*/ 3098331 w 3123258"/>
              <a:gd name="connsiteY19" fmla="*/ 1635121 h 4320340"/>
              <a:gd name="connsiteX20" fmla="*/ 3063374 w 3123258"/>
              <a:gd name="connsiteY20" fmla="*/ 1928872 h 4320340"/>
              <a:gd name="connsiteX21" fmla="*/ 2988698 w 3123258"/>
              <a:gd name="connsiteY21" fmla="*/ 2209384 h 4320340"/>
              <a:gd name="connsiteX22" fmla="*/ 2815550 w 3123258"/>
              <a:gd name="connsiteY22" fmla="*/ 2660611 h 4320340"/>
              <a:gd name="connsiteX23" fmla="*/ 2290305 w 3123258"/>
              <a:gd name="connsiteY23" fmla="*/ 3120149 h 4320340"/>
              <a:gd name="connsiteX24" fmla="*/ 2095989 w 3123258"/>
              <a:gd name="connsiteY24" fmla="*/ 3557791 h 4320340"/>
              <a:gd name="connsiteX25" fmla="*/ 2083790 w 3123258"/>
              <a:gd name="connsiteY25" fmla="*/ 4300037 h 4320340"/>
              <a:gd name="connsiteX26" fmla="*/ 1642727 w 3123258"/>
              <a:gd name="connsiteY26" fmla="*/ 4081529 h 4320340"/>
              <a:gd name="connsiteX27" fmla="*/ 1299146 w 3123258"/>
              <a:gd name="connsiteY27" fmla="*/ 3767347 h 4320340"/>
              <a:gd name="connsiteX28" fmla="*/ 1122751 w 3123258"/>
              <a:gd name="connsiteY28" fmla="*/ 3523643 h 4320340"/>
              <a:gd name="connsiteX29" fmla="*/ 818141 w 3123258"/>
              <a:gd name="connsiteY29" fmla="*/ 3539836 h 4320340"/>
              <a:gd name="connsiteX30" fmla="*/ 470860 w 3123258"/>
              <a:gd name="connsiteY30" fmla="*/ 3520214 h 4320340"/>
              <a:gd name="connsiteX31" fmla="*/ 379705 w 3123258"/>
              <a:gd name="connsiteY31" fmla="*/ 3501736 h 4320340"/>
              <a:gd name="connsiteX32" fmla="*/ 187964 w 3123258"/>
              <a:gd name="connsiteY32" fmla="*/ 3242288 h 4320340"/>
              <a:gd name="connsiteX33" fmla="*/ 108317 w 3123258"/>
              <a:gd name="connsiteY33" fmla="*/ 2979281 h 4320340"/>
              <a:gd name="connsiteX0" fmla="*/ 108317 w 3123258"/>
              <a:gd name="connsiteY0" fmla="*/ 2979281 h 4126060"/>
              <a:gd name="connsiteX1" fmla="*/ 49 w 3123258"/>
              <a:gd name="connsiteY1" fmla="*/ 2800685 h 4126060"/>
              <a:gd name="connsiteX2" fmla="*/ 96260 w 3123258"/>
              <a:gd name="connsiteY2" fmla="*/ 2651425 h 4126060"/>
              <a:gd name="connsiteX3" fmla="*/ 229552 w 3123258"/>
              <a:gd name="connsiteY3" fmla="*/ 2509685 h 4126060"/>
              <a:gd name="connsiteX4" fmla="*/ 425162 w 3123258"/>
              <a:gd name="connsiteY4" fmla="*/ 2475268 h 4126060"/>
              <a:gd name="connsiteX5" fmla="*/ 839696 w 3123258"/>
              <a:gd name="connsiteY5" fmla="*/ 2680507 h 4126060"/>
              <a:gd name="connsiteX6" fmla="*/ 1014804 w 3123258"/>
              <a:gd name="connsiteY6" fmla="*/ 2344730 h 4126060"/>
              <a:gd name="connsiteX7" fmla="*/ 974619 w 3123258"/>
              <a:gd name="connsiteY7" fmla="*/ 1979647 h 4126060"/>
              <a:gd name="connsiteX8" fmla="*/ 1147355 w 3123258"/>
              <a:gd name="connsiteY8" fmla="*/ 1607702 h 4126060"/>
              <a:gd name="connsiteX9" fmla="*/ 1253993 w 3123258"/>
              <a:gd name="connsiteY9" fmla="*/ 1226665 h 4126060"/>
              <a:gd name="connsiteX10" fmla="*/ 1381259 w 3123258"/>
              <a:gd name="connsiteY10" fmla="*/ 933129 h 4126060"/>
              <a:gd name="connsiteX11" fmla="*/ 1682725 w 3123258"/>
              <a:gd name="connsiteY11" fmla="*/ 590800 h 4126060"/>
              <a:gd name="connsiteX12" fmla="*/ 1994955 w 3123258"/>
              <a:gd name="connsiteY12" fmla="*/ 278380 h 4126060"/>
              <a:gd name="connsiteX13" fmla="*/ 2211458 w 3123258"/>
              <a:gd name="connsiteY13" fmla="*/ 169510 h 4126060"/>
              <a:gd name="connsiteX14" fmla="*/ 2697157 w 3123258"/>
              <a:gd name="connsiteY14" fmla="*/ 8531 h 4126060"/>
              <a:gd name="connsiteX15" fmla="*/ 2944215 w 3123258"/>
              <a:gd name="connsiteY15" fmla="*/ 55794 h 4126060"/>
              <a:gd name="connsiteX16" fmla="*/ 3117213 w 3123258"/>
              <a:gd name="connsiteY16" fmla="*/ 337998 h 4126060"/>
              <a:gd name="connsiteX17" fmla="*/ 3088947 w 3123258"/>
              <a:gd name="connsiteY17" fmla="*/ 627040 h 4126060"/>
              <a:gd name="connsiteX18" fmla="*/ 3080710 w 3123258"/>
              <a:gd name="connsiteY18" fmla="*/ 1131440 h 4126060"/>
              <a:gd name="connsiteX19" fmla="*/ 3098331 w 3123258"/>
              <a:gd name="connsiteY19" fmla="*/ 1635121 h 4126060"/>
              <a:gd name="connsiteX20" fmla="*/ 3063374 w 3123258"/>
              <a:gd name="connsiteY20" fmla="*/ 1928872 h 4126060"/>
              <a:gd name="connsiteX21" fmla="*/ 2988698 w 3123258"/>
              <a:gd name="connsiteY21" fmla="*/ 2209384 h 4126060"/>
              <a:gd name="connsiteX22" fmla="*/ 2815550 w 3123258"/>
              <a:gd name="connsiteY22" fmla="*/ 2660611 h 4126060"/>
              <a:gd name="connsiteX23" fmla="*/ 2290305 w 3123258"/>
              <a:gd name="connsiteY23" fmla="*/ 3120149 h 4126060"/>
              <a:gd name="connsiteX24" fmla="*/ 2095989 w 3123258"/>
              <a:gd name="connsiteY24" fmla="*/ 3557791 h 4126060"/>
              <a:gd name="connsiteX25" fmla="*/ 2030556 w 3123258"/>
              <a:gd name="connsiteY25" fmla="*/ 4067491 h 4126060"/>
              <a:gd name="connsiteX26" fmla="*/ 1642727 w 3123258"/>
              <a:gd name="connsiteY26" fmla="*/ 4081529 h 4126060"/>
              <a:gd name="connsiteX27" fmla="*/ 1299146 w 3123258"/>
              <a:gd name="connsiteY27" fmla="*/ 3767347 h 4126060"/>
              <a:gd name="connsiteX28" fmla="*/ 1122751 w 3123258"/>
              <a:gd name="connsiteY28" fmla="*/ 3523643 h 4126060"/>
              <a:gd name="connsiteX29" fmla="*/ 818141 w 3123258"/>
              <a:gd name="connsiteY29" fmla="*/ 3539836 h 4126060"/>
              <a:gd name="connsiteX30" fmla="*/ 470860 w 3123258"/>
              <a:gd name="connsiteY30" fmla="*/ 3520214 h 4126060"/>
              <a:gd name="connsiteX31" fmla="*/ 379705 w 3123258"/>
              <a:gd name="connsiteY31" fmla="*/ 3501736 h 4126060"/>
              <a:gd name="connsiteX32" fmla="*/ 187964 w 3123258"/>
              <a:gd name="connsiteY32" fmla="*/ 3242288 h 4126060"/>
              <a:gd name="connsiteX33" fmla="*/ 108317 w 3123258"/>
              <a:gd name="connsiteY33" fmla="*/ 2979281 h 4126060"/>
              <a:gd name="connsiteX0" fmla="*/ 108317 w 3123258"/>
              <a:gd name="connsiteY0" fmla="*/ 2979281 h 4137557"/>
              <a:gd name="connsiteX1" fmla="*/ 49 w 3123258"/>
              <a:gd name="connsiteY1" fmla="*/ 2800685 h 4137557"/>
              <a:gd name="connsiteX2" fmla="*/ 96260 w 3123258"/>
              <a:gd name="connsiteY2" fmla="*/ 2651425 h 4137557"/>
              <a:gd name="connsiteX3" fmla="*/ 229552 w 3123258"/>
              <a:gd name="connsiteY3" fmla="*/ 2509685 h 4137557"/>
              <a:gd name="connsiteX4" fmla="*/ 425162 w 3123258"/>
              <a:gd name="connsiteY4" fmla="*/ 2475268 h 4137557"/>
              <a:gd name="connsiteX5" fmla="*/ 839696 w 3123258"/>
              <a:gd name="connsiteY5" fmla="*/ 2680507 h 4137557"/>
              <a:gd name="connsiteX6" fmla="*/ 1014804 w 3123258"/>
              <a:gd name="connsiteY6" fmla="*/ 2344730 h 4137557"/>
              <a:gd name="connsiteX7" fmla="*/ 974619 w 3123258"/>
              <a:gd name="connsiteY7" fmla="*/ 1979647 h 4137557"/>
              <a:gd name="connsiteX8" fmla="*/ 1147355 w 3123258"/>
              <a:gd name="connsiteY8" fmla="*/ 1607702 h 4137557"/>
              <a:gd name="connsiteX9" fmla="*/ 1253993 w 3123258"/>
              <a:gd name="connsiteY9" fmla="*/ 1226665 h 4137557"/>
              <a:gd name="connsiteX10" fmla="*/ 1381259 w 3123258"/>
              <a:gd name="connsiteY10" fmla="*/ 933129 h 4137557"/>
              <a:gd name="connsiteX11" fmla="*/ 1682725 w 3123258"/>
              <a:gd name="connsiteY11" fmla="*/ 590800 h 4137557"/>
              <a:gd name="connsiteX12" fmla="*/ 1994955 w 3123258"/>
              <a:gd name="connsiteY12" fmla="*/ 278380 h 4137557"/>
              <a:gd name="connsiteX13" fmla="*/ 2211458 w 3123258"/>
              <a:gd name="connsiteY13" fmla="*/ 169510 h 4137557"/>
              <a:gd name="connsiteX14" fmla="*/ 2697157 w 3123258"/>
              <a:gd name="connsiteY14" fmla="*/ 8531 h 4137557"/>
              <a:gd name="connsiteX15" fmla="*/ 2944215 w 3123258"/>
              <a:gd name="connsiteY15" fmla="*/ 55794 h 4137557"/>
              <a:gd name="connsiteX16" fmla="*/ 3117213 w 3123258"/>
              <a:gd name="connsiteY16" fmla="*/ 337998 h 4137557"/>
              <a:gd name="connsiteX17" fmla="*/ 3088947 w 3123258"/>
              <a:gd name="connsiteY17" fmla="*/ 627040 h 4137557"/>
              <a:gd name="connsiteX18" fmla="*/ 3080710 w 3123258"/>
              <a:gd name="connsiteY18" fmla="*/ 1131440 h 4137557"/>
              <a:gd name="connsiteX19" fmla="*/ 3098331 w 3123258"/>
              <a:gd name="connsiteY19" fmla="*/ 1635121 h 4137557"/>
              <a:gd name="connsiteX20" fmla="*/ 3063374 w 3123258"/>
              <a:gd name="connsiteY20" fmla="*/ 1928872 h 4137557"/>
              <a:gd name="connsiteX21" fmla="*/ 2988698 w 3123258"/>
              <a:gd name="connsiteY21" fmla="*/ 2209384 h 4137557"/>
              <a:gd name="connsiteX22" fmla="*/ 2815550 w 3123258"/>
              <a:gd name="connsiteY22" fmla="*/ 2660611 h 4137557"/>
              <a:gd name="connsiteX23" fmla="*/ 2290305 w 3123258"/>
              <a:gd name="connsiteY23" fmla="*/ 3120149 h 4137557"/>
              <a:gd name="connsiteX24" fmla="*/ 2095989 w 3123258"/>
              <a:gd name="connsiteY24" fmla="*/ 3557791 h 4137557"/>
              <a:gd name="connsiteX25" fmla="*/ 2030556 w 3123258"/>
              <a:gd name="connsiteY25" fmla="*/ 4067491 h 4137557"/>
              <a:gd name="connsiteX26" fmla="*/ 1642727 w 3123258"/>
              <a:gd name="connsiteY26" fmla="*/ 4081529 h 4137557"/>
              <a:gd name="connsiteX27" fmla="*/ 1393709 w 3123258"/>
              <a:gd name="connsiteY27" fmla="*/ 3586403 h 4137557"/>
              <a:gd name="connsiteX28" fmla="*/ 1122751 w 3123258"/>
              <a:gd name="connsiteY28" fmla="*/ 3523643 h 4137557"/>
              <a:gd name="connsiteX29" fmla="*/ 818141 w 3123258"/>
              <a:gd name="connsiteY29" fmla="*/ 3539836 h 4137557"/>
              <a:gd name="connsiteX30" fmla="*/ 470860 w 3123258"/>
              <a:gd name="connsiteY30" fmla="*/ 3520214 h 4137557"/>
              <a:gd name="connsiteX31" fmla="*/ 379705 w 3123258"/>
              <a:gd name="connsiteY31" fmla="*/ 3501736 h 4137557"/>
              <a:gd name="connsiteX32" fmla="*/ 187964 w 3123258"/>
              <a:gd name="connsiteY32" fmla="*/ 3242288 h 4137557"/>
              <a:gd name="connsiteX33" fmla="*/ 108317 w 3123258"/>
              <a:gd name="connsiteY33" fmla="*/ 2979281 h 4137557"/>
              <a:gd name="connsiteX0" fmla="*/ 108317 w 3123258"/>
              <a:gd name="connsiteY0" fmla="*/ 2979281 h 4080974"/>
              <a:gd name="connsiteX1" fmla="*/ 49 w 3123258"/>
              <a:gd name="connsiteY1" fmla="*/ 2800685 h 4080974"/>
              <a:gd name="connsiteX2" fmla="*/ 96260 w 3123258"/>
              <a:gd name="connsiteY2" fmla="*/ 2651425 h 4080974"/>
              <a:gd name="connsiteX3" fmla="*/ 229552 w 3123258"/>
              <a:gd name="connsiteY3" fmla="*/ 2509685 h 4080974"/>
              <a:gd name="connsiteX4" fmla="*/ 425162 w 3123258"/>
              <a:gd name="connsiteY4" fmla="*/ 2475268 h 4080974"/>
              <a:gd name="connsiteX5" fmla="*/ 839696 w 3123258"/>
              <a:gd name="connsiteY5" fmla="*/ 2680507 h 4080974"/>
              <a:gd name="connsiteX6" fmla="*/ 1014804 w 3123258"/>
              <a:gd name="connsiteY6" fmla="*/ 2344730 h 4080974"/>
              <a:gd name="connsiteX7" fmla="*/ 974619 w 3123258"/>
              <a:gd name="connsiteY7" fmla="*/ 1979647 h 4080974"/>
              <a:gd name="connsiteX8" fmla="*/ 1147355 w 3123258"/>
              <a:gd name="connsiteY8" fmla="*/ 1607702 h 4080974"/>
              <a:gd name="connsiteX9" fmla="*/ 1253993 w 3123258"/>
              <a:gd name="connsiteY9" fmla="*/ 1226665 h 4080974"/>
              <a:gd name="connsiteX10" fmla="*/ 1381259 w 3123258"/>
              <a:gd name="connsiteY10" fmla="*/ 933129 h 4080974"/>
              <a:gd name="connsiteX11" fmla="*/ 1682725 w 3123258"/>
              <a:gd name="connsiteY11" fmla="*/ 590800 h 4080974"/>
              <a:gd name="connsiteX12" fmla="*/ 1994955 w 3123258"/>
              <a:gd name="connsiteY12" fmla="*/ 278380 h 4080974"/>
              <a:gd name="connsiteX13" fmla="*/ 2211458 w 3123258"/>
              <a:gd name="connsiteY13" fmla="*/ 169510 h 4080974"/>
              <a:gd name="connsiteX14" fmla="*/ 2697157 w 3123258"/>
              <a:gd name="connsiteY14" fmla="*/ 8531 h 4080974"/>
              <a:gd name="connsiteX15" fmla="*/ 2944215 w 3123258"/>
              <a:gd name="connsiteY15" fmla="*/ 55794 h 4080974"/>
              <a:gd name="connsiteX16" fmla="*/ 3117213 w 3123258"/>
              <a:gd name="connsiteY16" fmla="*/ 337998 h 4080974"/>
              <a:gd name="connsiteX17" fmla="*/ 3088947 w 3123258"/>
              <a:gd name="connsiteY17" fmla="*/ 627040 h 4080974"/>
              <a:gd name="connsiteX18" fmla="*/ 3080710 w 3123258"/>
              <a:gd name="connsiteY18" fmla="*/ 1131440 h 4080974"/>
              <a:gd name="connsiteX19" fmla="*/ 3098331 w 3123258"/>
              <a:gd name="connsiteY19" fmla="*/ 1635121 h 4080974"/>
              <a:gd name="connsiteX20" fmla="*/ 3063374 w 3123258"/>
              <a:gd name="connsiteY20" fmla="*/ 1928872 h 4080974"/>
              <a:gd name="connsiteX21" fmla="*/ 2988698 w 3123258"/>
              <a:gd name="connsiteY21" fmla="*/ 2209384 h 4080974"/>
              <a:gd name="connsiteX22" fmla="*/ 2815550 w 3123258"/>
              <a:gd name="connsiteY22" fmla="*/ 2660611 h 4080974"/>
              <a:gd name="connsiteX23" fmla="*/ 2290305 w 3123258"/>
              <a:gd name="connsiteY23" fmla="*/ 3120149 h 4080974"/>
              <a:gd name="connsiteX24" fmla="*/ 2095989 w 3123258"/>
              <a:gd name="connsiteY24" fmla="*/ 3557791 h 4080974"/>
              <a:gd name="connsiteX25" fmla="*/ 2030556 w 3123258"/>
              <a:gd name="connsiteY25" fmla="*/ 4067491 h 4080974"/>
              <a:gd name="connsiteX26" fmla="*/ 1653864 w 3123258"/>
              <a:gd name="connsiteY26" fmla="*/ 3903857 h 4080974"/>
              <a:gd name="connsiteX27" fmla="*/ 1393709 w 3123258"/>
              <a:gd name="connsiteY27" fmla="*/ 3586403 h 4080974"/>
              <a:gd name="connsiteX28" fmla="*/ 1122751 w 3123258"/>
              <a:gd name="connsiteY28" fmla="*/ 3523643 h 4080974"/>
              <a:gd name="connsiteX29" fmla="*/ 818141 w 3123258"/>
              <a:gd name="connsiteY29" fmla="*/ 3539836 h 4080974"/>
              <a:gd name="connsiteX30" fmla="*/ 470860 w 3123258"/>
              <a:gd name="connsiteY30" fmla="*/ 3520214 h 4080974"/>
              <a:gd name="connsiteX31" fmla="*/ 379705 w 3123258"/>
              <a:gd name="connsiteY31" fmla="*/ 3501736 h 4080974"/>
              <a:gd name="connsiteX32" fmla="*/ 187964 w 3123258"/>
              <a:gd name="connsiteY32" fmla="*/ 3242288 h 4080974"/>
              <a:gd name="connsiteX33" fmla="*/ 108317 w 3123258"/>
              <a:gd name="connsiteY33" fmla="*/ 2979281 h 4080974"/>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290305 w 3123258"/>
              <a:gd name="connsiteY23" fmla="*/ 3120149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3129222 h 4131616"/>
              <a:gd name="connsiteX1" fmla="*/ 49 w 3123258"/>
              <a:gd name="connsiteY1" fmla="*/ 2950626 h 4131616"/>
              <a:gd name="connsiteX2" fmla="*/ 96260 w 3123258"/>
              <a:gd name="connsiteY2" fmla="*/ 2801366 h 4131616"/>
              <a:gd name="connsiteX3" fmla="*/ 229552 w 3123258"/>
              <a:gd name="connsiteY3" fmla="*/ 2659626 h 4131616"/>
              <a:gd name="connsiteX4" fmla="*/ 425162 w 3123258"/>
              <a:gd name="connsiteY4" fmla="*/ 2625209 h 4131616"/>
              <a:gd name="connsiteX5" fmla="*/ 839696 w 3123258"/>
              <a:gd name="connsiteY5" fmla="*/ 2830448 h 4131616"/>
              <a:gd name="connsiteX6" fmla="*/ 1014804 w 3123258"/>
              <a:gd name="connsiteY6" fmla="*/ 2494671 h 4131616"/>
              <a:gd name="connsiteX7" fmla="*/ 974619 w 3123258"/>
              <a:gd name="connsiteY7" fmla="*/ 2129588 h 4131616"/>
              <a:gd name="connsiteX8" fmla="*/ 1147355 w 3123258"/>
              <a:gd name="connsiteY8" fmla="*/ 1757643 h 4131616"/>
              <a:gd name="connsiteX9" fmla="*/ 1253993 w 3123258"/>
              <a:gd name="connsiteY9" fmla="*/ 1376606 h 4131616"/>
              <a:gd name="connsiteX10" fmla="*/ 1381259 w 3123258"/>
              <a:gd name="connsiteY10" fmla="*/ 1083070 h 4131616"/>
              <a:gd name="connsiteX11" fmla="*/ 1682725 w 3123258"/>
              <a:gd name="connsiteY11" fmla="*/ 740741 h 4131616"/>
              <a:gd name="connsiteX12" fmla="*/ 1994955 w 3123258"/>
              <a:gd name="connsiteY12" fmla="*/ 428321 h 4131616"/>
              <a:gd name="connsiteX13" fmla="*/ 2211458 w 3123258"/>
              <a:gd name="connsiteY13" fmla="*/ 319451 h 4131616"/>
              <a:gd name="connsiteX14" fmla="*/ 2327945 w 3123258"/>
              <a:gd name="connsiteY14" fmla="*/ 3227 h 4131616"/>
              <a:gd name="connsiteX15" fmla="*/ 2697157 w 3123258"/>
              <a:gd name="connsiteY15" fmla="*/ 158472 h 4131616"/>
              <a:gd name="connsiteX16" fmla="*/ 2944215 w 3123258"/>
              <a:gd name="connsiteY16" fmla="*/ 205735 h 4131616"/>
              <a:gd name="connsiteX17" fmla="*/ 3117213 w 3123258"/>
              <a:gd name="connsiteY17" fmla="*/ 487939 h 4131616"/>
              <a:gd name="connsiteX18" fmla="*/ 3088947 w 3123258"/>
              <a:gd name="connsiteY18" fmla="*/ 776981 h 4131616"/>
              <a:gd name="connsiteX19" fmla="*/ 3080710 w 3123258"/>
              <a:gd name="connsiteY19" fmla="*/ 1281381 h 4131616"/>
              <a:gd name="connsiteX20" fmla="*/ 3098331 w 3123258"/>
              <a:gd name="connsiteY20" fmla="*/ 1785062 h 4131616"/>
              <a:gd name="connsiteX21" fmla="*/ 3063374 w 3123258"/>
              <a:gd name="connsiteY21" fmla="*/ 2078813 h 4131616"/>
              <a:gd name="connsiteX22" fmla="*/ 2988698 w 3123258"/>
              <a:gd name="connsiteY22" fmla="*/ 2359325 h 4131616"/>
              <a:gd name="connsiteX23" fmla="*/ 2815550 w 3123258"/>
              <a:gd name="connsiteY23" fmla="*/ 2810552 h 4131616"/>
              <a:gd name="connsiteX24" fmla="*/ 2290305 w 3123258"/>
              <a:gd name="connsiteY24" fmla="*/ 3270090 h 4131616"/>
              <a:gd name="connsiteX25" fmla="*/ 2095989 w 3123258"/>
              <a:gd name="connsiteY25" fmla="*/ 3707732 h 4131616"/>
              <a:gd name="connsiteX26" fmla="*/ 1966919 w 3123258"/>
              <a:gd name="connsiteY26" fmla="*/ 4105692 h 4131616"/>
              <a:gd name="connsiteX27" fmla="*/ 1653864 w 3123258"/>
              <a:gd name="connsiteY27" fmla="*/ 4053798 h 4131616"/>
              <a:gd name="connsiteX28" fmla="*/ 1393709 w 3123258"/>
              <a:gd name="connsiteY28" fmla="*/ 3736344 h 4131616"/>
              <a:gd name="connsiteX29" fmla="*/ 1122751 w 3123258"/>
              <a:gd name="connsiteY29" fmla="*/ 3673584 h 4131616"/>
              <a:gd name="connsiteX30" fmla="*/ 818141 w 3123258"/>
              <a:gd name="connsiteY30" fmla="*/ 3689777 h 4131616"/>
              <a:gd name="connsiteX31" fmla="*/ 470860 w 3123258"/>
              <a:gd name="connsiteY31" fmla="*/ 3670155 h 4131616"/>
              <a:gd name="connsiteX32" fmla="*/ 379705 w 3123258"/>
              <a:gd name="connsiteY32" fmla="*/ 3651677 h 4131616"/>
              <a:gd name="connsiteX33" fmla="*/ 187964 w 3123258"/>
              <a:gd name="connsiteY33" fmla="*/ 3392229 h 4131616"/>
              <a:gd name="connsiteX34" fmla="*/ 108317 w 3123258"/>
              <a:gd name="connsiteY34" fmla="*/ 3129222 h 4131616"/>
              <a:gd name="connsiteX0" fmla="*/ 108317 w 3123258"/>
              <a:gd name="connsiteY0" fmla="*/ 3129222 h 4131616"/>
              <a:gd name="connsiteX1" fmla="*/ 49 w 3123258"/>
              <a:gd name="connsiteY1" fmla="*/ 2950626 h 4131616"/>
              <a:gd name="connsiteX2" fmla="*/ 96260 w 3123258"/>
              <a:gd name="connsiteY2" fmla="*/ 2801366 h 4131616"/>
              <a:gd name="connsiteX3" fmla="*/ 229552 w 3123258"/>
              <a:gd name="connsiteY3" fmla="*/ 2659626 h 4131616"/>
              <a:gd name="connsiteX4" fmla="*/ 425162 w 3123258"/>
              <a:gd name="connsiteY4" fmla="*/ 2625209 h 4131616"/>
              <a:gd name="connsiteX5" fmla="*/ 839696 w 3123258"/>
              <a:gd name="connsiteY5" fmla="*/ 2830448 h 4131616"/>
              <a:gd name="connsiteX6" fmla="*/ 1014804 w 3123258"/>
              <a:gd name="connsiteY6" fmla="*/ 2494671 h 4131616"/>
              <a:gd name="connsiteX7" fmla="*/ 974619 w 3123258"/>
              <a:gd name="connsiteY7" fmla="*/ 2129588 h 4131616"/>
              <a:gd name="connsiteX8" fmla="*/ 1147355 w 3123258"/>
              <a:gd name="connsiteY8" fmla="*/ 1757643 h 4131616"/>
              <a:gd name="connsiteX9" fmla="*/ 1253993 w 3123258"/>
              <a:gd name="connsiteY9" fmla="*/ 1376606 h 4131616"/>
              <a:gd name="connsiteX10" fmla="*/ 1381259 w 3123258"/>
              <a:gd name="connsiteY10" fmla="*/ 1083070 h 4131616"/>
              <a:gd name="connsiteX11" fmla="*/ 1682725 w 3123258"/>
              <a:gd name="connsiteY11" fmla="*/ 740741 h 4131616"/>
              <a:gd name="connsiteX12" fmla="*/ 1994955 w 3123258"/>
              <a:gd name="connsiteY12" fmla="*/ 428321 h 4131616"/>
              <a:gd name="connsiteX13" fmla="*/ 2211458 w 3123258"/>
              <a:gd name="connsiteY13" fmla="*/ 319451 h 4131616"/>
              <a:gd name="connsiteX14" fmla="*/ 2327945 w 3123258"/>
              <a:gd name="connsiteY14" fmla="*/ 3227 h 4131616"/>
              <a:gd name="connsiteX15" fmla="*/ 2697157 w 3123258"/>
              <a:gd name="connsiteY15" fmla="*/ 158472 h 4131616"/>
              <a:gd name="connsiteX16" fmla="*/ 2944215 w 3123258"/>
              <a:gd name="connsiteY16" fmla="*/ 205735 h 4131616"/>
              <a:gd name="connsiteX17" fmla="*/ 3117213 w 3123258"/>
              <a:gd name="connsiteY17" fmla="*/ 487939 h 4131616"/>
              <a:gd name="connsiteX18" fmla="*/ 3088947 w 3123258"/>
              <a:gd name="connsiteY18" fmla="*/ 776981 h 4131616"/>
              <a:gd name="connsiteX19" fmla="*/ 3080710 w 3123258"/>
              <a:gd name="connsiteY19" fmla="*/ 1281381 h 4131616"/>
              <a:gd name="connsiteX20" fmla="*/ 3098331 w 3123258"/>
              <a:gd name="connsiteY20" fmla="*/ 1785062 h 4131616"/>
              <a:gd name="connsiteX21" fmla="*/ 3063374 w 3123258"/>
              <a:gd name="connsiteY21" fmla="*/ 2078813 h 4131616"/>
              <a:gd name="connsiteX22" fmla="*/ 2984200 w 3123258"/>
              <a:gd name="connsiteY22" fmla="*/ 2321275 h 4131616"/>
              <a:gd name="connsiteX23" fmla="*/ 2815550 w 3123258"/>
              <a:gd name="connsiteY23" fmla="*/ 2810552 h 4131616"/>
              <a:gd name="connsiteX24" fmla="*/ 2290305 w 3123258"/>
              <a:gd name="connsiteY24" fmla="*/ 3270090 h 4131616"/>
              <a:gd name="connsiteX25" fmla="*/ 2095989 w 3123258"/>
              <a:gd name="connsiteY25" fmla="*/ 3707732 h 4131616"/>
              <a:gd name="connsiteX26" fmla="*/ 1966919 w 3123258"/>
              <a:gd name="connsiteY26" fmla="*/ 4105692 h 4131616"/>
              <a:gd name="connsiteX27" fmla="*/ 1653864 w 3123258"/>
              <a:gd name="connsiteY27" fmla="*/ 4053798 h 4131616"/>
              <a:gd name="connsiteX28" fmla="*/ 1393709 w 3123258"/>
              <a:gd name="connsiteY28" fmla="*/ 3736344 h 4131616"/>
              <a:gd name="connsiteX29" fmla="*/ 1122751 w 3123258"/>
              <a:gd name="connsiteY29" fmla="*/ 3673584 h 4131616"/>
              <a:gd name="connsiteX30" fmla="*/ 818141 w 3123258"/>
              <a:gd name="connsiteY30" fmla="*/ 3689777 h 4131616"/>
              <a:gd name="connsiteX31" fmla="*/ 470860 w 3123258"/>
              <a:gd name="connsiteY31" fmla="*/ 3670155 h 4131616"/>
              <a:gd name="connsiteX32" fmla="*/ 379705 w 3123258"/>
              <a:gd name="connsiteY32" fmla="*/ 3651677 h 4131616"/>
              <a:gd name="connsiteX33" fmla="*/ 187964 w 3123258"/>
              <a:gd name="connsiteY33" fmla="*/ 3392229 h 4131616"/>
              <a:gd name="connsiteX34" fmla="*/ 108317 w 3123258"/>
              <a:gd name="connsiteY34" fmla="*/ 3129222 h 4131616"/>
              <a:gd name="connsiteX0" fmla="*/ 108317 w 3123258"/>
              <a:gd name="connsiteY0" fmla="*/ 3129222 h 4131616"/>
              <a:gd name="connsiteX1" fmla="*/ 49 w 3123258"/>
              <a:gd name="connsiteY1" fmla="*/ 2950626 h 4131616"/>
              <a:gd name="connsiteX2" fmla="*/ 96260 w 3123258"/>
              <a:gd name="connsiteY2" fmla="*/ 2801366 h 4131616"/>
              <a:gd name="connsiteX3" fmla="*/ 229552 w 3123258"/>
              <a:gd name="connsiteY3" fmla="*/ 2659626 h 4131616"/>
              <a:gd name="connsiteX4" fmla="*/ 425162 w 3123258"/>
              <a:gd name="connsiteY4" fmla="*/ 2625209 h 4131616"/>
              <a:gd name="connsiteX5" fmla="*/ 839696 w 3123258"/>
              <a:gd name="connsiteY5" fmla="*/ 2830448 h 4131616"/>
              <a:gd name="connsiteX6" fmla="*/ 1014804 w 3123258"/>
              <a:gd name="connsiteY6" fmla="*/ 2494671 h 4131616"/>
              <a:gd name="connsiteX7" fmla="*/ 974619 w 3123258"/>
              <a:gd name="connsiteY7" fmla="*/ 2129588 h 4131616"/>
              <a:gd name="connsiteX8" fmla="*/ 1147355 w 3123258"/>
              <a:gd name="connsiteY8" fmla="*/ 1757643 h 4131616"/>
              <a:gd name="connsiteX9" fmla="*/ 1253993 w 3123258"/>
              <a:gd name="connsiteY9" fmla="*/ 1376606 h 4131616"/>
              <a:gd name="connsiteX10" fmla="*/ 1381259 w 3123258"/>
              <a:gd name="connsiteY10" fmla="*/ 1083070 h 4131616"/>
              <a:gd name="connsiteX11" fmla="*/ 1682725 w 3123258"/>
              <a:gd name="connsiteY11" fmla="*/ 740741 h 4131616"/>
              <a:gd name="connsiteX12" fmla="*/ 1994955 w 3123258"/>
              <a:gd name="connsiteY12" fmla="*/ 428321 h 4131616"/>
              <a:gd name="connsiteX13" fmla="*/ 2211458 w 3123258"/>
              <a:gd name="connsiteY13" fmla="*/ 319451 h 4131616"/>
              <a:gd name="connsiteX14" fmla="*/ 2327945 w 3123258"/>
              <a:gd name="connsiteY14" fmla="*/ 3227 h 4131616"/>
              <a:gd name="connsiteX15" fmla="*/ 2697157 w 3123258"/>
              <a:gd name="connsiteY15" fmla="*/ 158472 h 4131616"/>
              <a:gd name="connsiteX16" fmla="*/ 2944215 w 3123258"/>
              <a:gd name="connsiteY16" fmla="*/ 205735 h 4131616"/>
              <a:gd name="connsiteX17" fmla="*/ 3117213 w 3123258"/>
              <a:gd name="connsiteY17" fmla="*/ 487939 h 4131616"/>
              <a:gd name="connsiteX18" fmla="*/ 3088947 w 3123258"/>
              <a:gd name="connsiteY18" fmla="*/ 776981 h 4131616"/>
              <a:gd name="connsiteX19" fmla="*/ 3080710 w 3123258"/>
              <a:gd name="connsiteY19" fmla="*/ 1281381 h 4131616"/>
              <a:gd name="connsiteX20" fmla="*/ 3098331 w 3123258"/>
              <a:gd name="connsiteY20" fmla="*/ 1785062 h 4131616"/>
              <a:gd name="connsiteX21" fmla="*/ 3063374 w 3123258"/>
              <a:gd name="connsiteY21" fmla="*/ 2078813 h 4131616"/>
              <a:gd name="connsiteX22" fmla="*/ 2954099 w 3123258"/>
              <a:gd name="connsiteY22" fmla="*/ 2507840 h 4131616"/>
              <a:gd name="connsiteX23" fmla="*/ 2815550 w 3123258"/>
              <a:gd name="connsiteY23" fmla="*/ 2810552 h 4131616"/>
              <a:gd name="connsiteX24" fmla="*/ 2290305 w 3123258"/>
              <a:gd name="connsiteY24" fmla="*/ 3270090 h 4131616"/>
              <a:gd name="connsiteX25" fmla="*/ 2095989 w 3123258"/>
              <a:gd name="connsiteY25" fmla="*/ 3707732 h 4131616"/>
              <a:gd name="connsiteX26" fmla="*/ 1966919 w 3123258"/>
              <a:gd name="connsiteY26" fmla="*/ 4105692 h 4131616"/>
              <a:gd name="connsiteX27" fmla="*/ 1653864 w 3123258"/>
              <a:gd name="connsiteY27" fmla="*/ 4053798 h 4131616"/>
              <a:gd name="connsiteX28" fmla="*/ 1393709 w 3123258"/>
              <a:gd name="connsiteY28" fmla="*/ 3736344 h 4131616"/>
              <a:gd name="connsiteX29" fmla="*/ 1122751 w 3123258"/>
              <a:gd name="connsiteY29" fmla="*/ 3673584 h 4131616"/>
              <a:gd name="connsiteX30" fmla="*/ 818141 w 3123258"/>
              <a:gd name="connsiteY30" fmla="*/ 3689777 h 4131616"/>
              <a:gd name="connsiteX31" fmla="*/ 470860 w 3123258"/>
              <a:gd name="connsiteY31" fmla="*/ 3670155 h 4131616"/>
              <a:gd name="connsiteX32" fmla="*/ 379705 w 3123258"/>
              <a:gd name="connsiteY32" fmla="*/ 3651677 h 4131616"/>
              <a:gd name="connsiteX33" fmla="*/ 187964 w 3123258"/>
              <a:gd name="connsiteY33" fmla="*/ 3392229 h 4131616"/>
              <a:gd name="connsiteX34" fmla="*/ 108317 w 3123258"/>
              <a:gd name="connsiteY34" fmla="*/ 3129222 h 4131616"/>
              <a:gd name="connsiteX0" fmla="*/ 108317 w 3123258"/>
              <a:gd name="connsiteY0" fmla="*/ 3129222 h 4131616"/>
              <a:gd name="connsiteX1" fmla="*/ 49 w 3123258"/>
              <a:gd name="connsiteY1" fmla="*/ 2950626 h 4131616"/>
              <a:gd name="connsiteX2" fmla="*/ 96260 w 3123258"/>
              <a:gd name="connsiteY2" fmla="*/ 2801366 h 4131616"/>
              <a:gd name="connsiteX3" fmla="*/ 229552 w 3123258"/>
              <a:gd name="connsiteY3" fmla="*/ 2659626 h 4131616"/>
              <a:gd name="connsiteX4" fmla="*/ 425162 w 3123258"/>
              <a:gd name="connsiteY4" fmla="*/ 2625209 h 4131616"/>
              <a:gd name="connsiteX5" fmla="*/ 839696 w 3123258"/>
              <a:gd name="connsiteY5" fmla="*/ 2830448 h 4131616"/>
              <a:gd name="connsiteX6" fmla="*/ 1014804 w 3123258"/>
              <a:gd name="connsiteY6" fmla="*/ 2494671 h 4131616"/>
              <a:gd name="connsiteX7" fmla="*/ 974619 w 3123258"/>
              <a:gd name="connsiteY7" fmla="*/ 2129588 h 4131616"/>
              <a:gd name="connsiteX8" fmla="*/ 1147355 w 3123258"/>
              <a:gd name="connsiteY8" fmla="*/ 1757643 h 4131616"/>
              <a:gd name="connsiteX9" fmla="*/ 1253993 w 3123258"/>
              <a:gd name="connsiteY9" fmla="*/ 1376606 h 4131616"/>
              <a:gd name="connsiteX10" fmla="*/ 1381259 w 3123258"/>
              <a:gd name="connsiteY10" fmla="*/ 1083070 h 4131616"/>
              <a:gd name="connsiteX11" fmla="*/ 1682725 w 3123258"/>
              <a:gd name="connsiteY11" fmla="*/ 740741 h 4131616"/>
              <a:gd name="connsiteX12" fmla="*/ 1994955 w 3123258"/>
              <a:gd name="connsiteY12" fmla="*/ 428321 h 4131616"/>
              <a:gd name="connsiteX13" fmla="*/ 2211458 w 3123258"/>
              <a:gd name="connsiteY13" fmla="*/ 319451 h 4131616"/>
              <a:gd name="connsiteX14" fmla="*/ 2327945 w 3123258"/>
              <a:gd name="connsiteY14" fmla="*/ 3227 h 4131616"/>
              <a:gd name="connsiteX15" fmla="*/ 2697157 w 3123258"/>
              <a:gd name="connsiteY15" fmla="*/ 158472 h 4131616"/>
              <a:gd name="connsiteX16" fmla="*/ 2944215 w 3123258"/>
              <a:gd name="connsiteY16" fmla="*/ 205735 h 4131616"/>
              <a:gd name="connsiteX17" fmla="*/ 3117213 w 3123258"/>
              <a:gd name="connsiteY17" fmla="*/ 487939 h 4131616"/>
              <a:gd name="connsiteX18" fmla="*/ 3088947 w 3123258"/>
              <a:gd name="connsiteY18" fmla="*/ 776981 h 4131616"/>
              <a:gd name="connsiteX19" fmla="*/ 3080710 w 3123258"/>
              <a:gd name="connsiteY19" fmla="*/ 1281381 h 4131616"/>
              <a:gd name="connsiteX20" fmla="*/ 3098331 w 3123258"/>
              <a:gd name="connsiteY20" fmla="*/ 1785062 h 4131616"/>
              <a:gd name="connsiteX21" fmla="*/ 3028456 w 3123258"/>
              <a:gd name="connsiteY21" fmla="*/ 2307035 h 4131616"/>
              <a:gd name="connsiteX22" fmla="*/ 2954099 w 3123258"/>
              <a:gd name="connsiteY22" fmla="*/ 2507840 h 4131616"/>
              <a:gd name="connsiteX23" fmla="*/ 2815550 w 3123258"/>
              <a:gd name="connsiteY23" fmla="*/ 2810552 h 4131616"/>
              <a:gd name="connsiteX24" fmla="*/ 2290305 w 3123258"/>
              <a:gd name="connsiteY24" fmla="*/ 3270090 h 4131616"/>
              <a:gd name="connsiteX25" fmla="*/ 2095989 w 3123258"/>
              <a:gd name="connsiteY25" fmla="*/ 3707732 h 4131616"/>
              <a:gd name="connsiteX26" fmla="*/ 1966919 w 3123258"/>
              <a:gd name="connsiteY26" fmla="*/ 4105692 h 4131616"/>
              <a:gd name="connsiteX27" fmla="*/ 1653864 w 3123258"/>
              <a:gd name="connsiteY27" fmla="*/ 4053798 h 4131616"/>
              <a:gd name="connsiteX28" fmla="*/ 1393709 w 3123258"/>
              <a:gd name="connsiteY28" fmla="*/ 3736344 h 4131616"/>
              <a:gd name="connsiteX29" fmla="*/ 1122751 w 3123258"/>
              <a:gd name="connsiteY29" fmla="*/ 3673584 h 4131616"/>
              <a:gd name="connsiteX30" fmla="*/ 818141 w 3123258"/>
              <a:gd name="connsiteY30" fmla="*/ 3689777 h 4131616"/>
              <a:gd name="connsiteX31" fmla="*/ 470860 w 3123258"/>
              <a:gd name="connsiteY31" fmla="*/ 3670155 h 4131616"/>
              <a:gd name="connsiteX32" fmla="*/ 379705 w 3123258"/>
              <a:gd name="connsiteY32" fmla="*/ 3651677 h 4131616"/>
              <a:gd name="connsiteX33" fmla="*/ 187964 w 3123258"/>
              <a:gd name="connsiteY33" fmla="*/ 3392229 h 4131616"/>
              <a:gd name="connsiteX34" fmla="*/ 108317 w 3123258"/>
              <a:gd name="connsiteY34" fmla="*/ 3129222 h 4131616"/>
              <a:gd name="connsiteX0" fmla="*/ 108317 w 3123258"/>
              <a:gd name="connsiteY0" fmla="*/ 3129222 h 4131616"/>
              <a:gd name="connsiteX1" fmla="*/ 49 w 3123258"/>
              <a:gd name="connsiteY1" fmla="*/ 2950626 h 4131616"/>
              <a:gd name="connsiteX2" fmla="*/ 96260 w 3123258"/>
              <a:gd name="connsiteY2" fmla="*/ 2801366 h 4131616"/>
              <a:gd name="connsiteX3" fmla="*/ 229552 w 3123258"/>
              <a:gd name="connsiteY3" fmla="*/ 2659626 h 4131616"/>
              <a:gd name="connsiteX4" fmla="*/ 425162 w 3123258"/>
              <a:gd name="connsiteY4" fmla="*/ 2625209 h 4131616"/>
              <a:gd name="connsiteX5" fmla="*/ 839696 w 3123258"/>
              <a:gd name="connsiteY5" fmla="*/ 2830448 h 4131616"/>
              <a:gd name="connsiteX6" fmla="*/ 1014804 w 3123258"/>
              <a:gd name="connsiteY6" fmla="*/ 2494671 h 4131616"/>
              <a:gd name="connsiteX7" fmla="*/ 974619 w 3123258"/>
              <a:gd name="connsiteY7" fmla="*/ 2129588 h 4131616"/>
              <a:gd name="connsiteX8" fmla="*/ 1147355 w 3123258"/>
              <a:gd name="connsiteY8" fmla="*/ 1757643 h 4131616"/>
              <a:gd name="connsiteX9" fmla="*/ 1253993 w 3123258"/>
              <a:gd name="connsiteY9" fmla="*/ 1376606 h 4131616"/>
              <a:gd name="connsiteX10" fmla="*/ 1381259 w 3123258"/>
              <a:gd name="connsiteY10" fmla="*/ 1083070 h 4131616"/>
              <a:gd name="connsiteX11" fmla="*/ 1682725 w 3123258"/>
              <a:gd name="connsiteY11" fmla="*/ 740741 h 4131616"/>
              <a:gd name="connsiteX12" fmla="*/ 1994955 w 3123258"/>
              <a:gd name="connsiteY12" fmla="*/ 428321 h 4131616"/>
              <a:gd name="connsiteX13" fmla="*/ 2211458 w 3123258"/>
              <a:gd name="connsiteY13" fmla="*/ 319451 h 4131616"/>
              <a:gd name="connsiteX14" fmla="*/ 2327945 w 3123258"/>
              <a:gd name="connsiteY14" fmla="*/ 3227 h 4131616"/>
              <a:gd name="connsiteX15" fmla="*/ 2697157 w 3123258"/>
              <a:gd name="connsiteY15" fmla="*/ 158472 h 4131616"/>
              <a:gd name="connsiteX16" fmla="*/ 2944215 w 3123258"/>
              <a:gd name="connsiteY16" fmla="*/ 205735 h 4131616"/>
              <a:gd name="connsiteX17" fmla="*/ 3117213 w 3123258"/>
              <a:gd name="connsiteY17" fmla="*/ 487939 h 4131616"/>
              <a:gd name="connsiteX18" fmla="*/ 3088947 w 3123258"/>
              <a:gd name="connsiteY18" fmla="*/ 776981 h 4131616"/>
              <a:gd name="connsiteX19" fmla="*/ 3080710 w 3123258"/>
              <a:gd name="connsiteY19" fmla="*/ 1281381 h 4131616"/>
              <a:gd name="connsiteX20" fmla="*/ 3098331 w 3123258"/>
              <a:gd name="connsiteY20" fmla="*/ 1785062 h 4131616"/>
              <a:gd name="connsiteX21" fmla="*/ 3028456 w 3123258"/>
              <a:gd name="connsiteY21" fmla="*/ 2307035 h 4131616"/>
              <a:gd name="connsiteX22" fmla="*/ 2954099 w 3123258"/>
              <a:gd name="connsiteY22" fmla="*/ 2507840 h 4131616"/>
              <a:gd name="connsiteX23" fmla="*/ 2815550 w 3123258"/>
              <a:gd name="connsiteY23" fmla="*/ 2810552 h 4131616"/>
              <a:gd name="connsiteX24" fmla="*/ 2290305 w 3123258"/>
              <a:gd name="connsiteY24" fmla="*/ 3270090 h 4131616"/>
              <a:gd name="connsiteX25" fmla="*/ 2095989 w 3123258"/>
              <a:gd name="connsiteY25" fmla="*/ 3707732 h 4131616"/>
              <a:gd name="connsiteX26" fmla="*/ 1966919 w 3123258"/>
              <a:gd name="connsiteY26" fmla="*/ 4105692 h 4131616"/>
              <a:gd name="connsiteX27" fmla="*/ 1653864 w 3123258"/>
              <a:gd name="connsiteY27" fmla="*/ 4053798 h 4131616"/>
              <a:gd name="connsiteX28" fmla="*/ 1393709 w 3123258"/>
              <a:gd name="connsiteY28" fmla="*/ 3736344 h 4131616"/>
              <a:gd name="connsiteX29" fmla="*/ 1122751 w 3123258"/>
              <a:gd name="connsiteY29" fmla="*/ 3673584 h 4131616"/>
              <a:gd name="connsiteX30" fmla="*/ 818141 w 3123258"/>
              <a:gd name="connsiteY30" fmla="*/ 3689777 h 4131616"/>
              <a:gd name="connsiteX31" fmla="*/ 470860 w 3123258"/>
              <a:gd name="connsiteY31" fmla="*/ 3670155 h 4131616"/>
              <a:gd name="connsiteX32" fmla="*/ 379705 w 3123258"/>
              <a:gd name="connsiteY32" fmla="*/ 3651677 h 4131616"/>
              <a:gd name="connsiteX33" fmla="*/ 187964 w 3123258"/>
              <a:gd name="connsiteY33" fmla="*/ 3392229 h 4131616"/>
              <a:gd name="connsiteX34" fmla="*/ 108317 w 3123258"/>
              <a:gd name="connsiteY34" fmla="*/ 3129222 h 413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123258" h="4131616">
                <a:moveTo>
                  <a:pt x="108317" y="3129222"/>
                </a:moveTo>
                <a:cubicBezTo>
                  <a:pt x="50757" y="3014640"/>
                  <a:pt x="2058" y="3005269"/>
                  <a:pt x="49" y="2950626"/>
                </a:cubicBezTo>
                <a:cubicBezTo>
                  <a:pt x="-1960" y="2895983"/>
                  <a:pt x="58010" y="2849866"/>
                  <a:pt x="96260" y="2801366"/>
                </a:cubicBezTo>
                <a:cubicBezTo>
                  <a:pt x="134510" y="2752866"/>
                  <a:pt x="174735" y="2688985"/>
                  <a:pt x="229552" y="2659626"/>
                </a:cubicBezTo>
                <a:cubicBezTo>
                  <a:pt x="284369" y="2630267"/>
                  <a:pt x="323471" y="2596739"/>
                  <a:pt x="425162" y="2625209"/>
                </a:cubicBezTo>
                <a:cubicBezTo>
                  <a:pt x="526853" y="2653679"/>
                  <a:pt x="741422" y="2852204"/>
                  <a:pt x="839696" y="2830448"/>
                </a:cubicBezTo>
                <a:cubicBezTo>
                  <a:pt x="937970" y="2808692"/>
                  <a:pt x="992317" y="2611481"/>
                  <a:pt x="1014804" y="2494671"/>
                </a:cubicBezTo>
                <a:cubicBezTo>
                  <a:pt x="1037291" y="2377861"/>
                  <a:pt x="956617" y="2246365"/>
                  <a:pt x="974619" y="2129588"/>
                </a:cubicBezTo>
                <a:cubicBezTo>
                  <a:pt x="987001" y="2049483"/>
                  <a:pt x="1100793" y="1883140"/>
                  <a:pt x="1147355" y="1757643"/>
                </a:cubicBezTo>
                <a:cubicBezTo>
                  <a:pt x="1193917" y="1632146"/>
                  <a:pt x="1215009" y="1489035"/>
                  <a:pt x="1253993" y="1376606"/>
                </a:cubicBezTo>
                <a:cubicBezTo>
                  <a:pt x="1292977" y="1264177"/>
                  <a:pt x="1309804" y="1189047"/>
                  <a:pt x="1381259" y="1083070"/>
                </a:cubicBezTo>
                <a:cubicBezTo>
                  <a:pt x="1452714" y="977093"/>
                  <a:pt x="1582236" y="854851"/>
                  <a:pt x="1682725" y="740741"/>
                </a:cubicBezTo>
                <a:cubicBezTo>
                  <a:pt x="1779595" y="628918"/>
                  <a:pt x="1874845" y="514237"/>
                  <a:pt x="1994955" y="428321"/>
                </a:cubicBezTo>
                <a:cubicBezTo>
                  <a:pt x="2061154" y="380982"/>
                  <a:pt x="2155960" y="390300"/>
                  <a:pt x="2211458" y="319451"/>
                </a:cubicBezTo>
                <a:cubicBezTo>
                  <a:pt x="2266956" y="248602"/>
                  <a:pt x="2246995" y="30057"/>
                  <a:pt x="2327945" y="3227"/>
                </a:cubicBezTo>
                <a:cubicBezTo>
                  <a:pt x="2408895" y="-23603"/>
                  <a:pt x="2594445" y="124721"/>
                  <a:pt x="2697157" y="158472"/>
                </a:cubicBezTo>
                <a:cubicBezTo>
                  <a:pt x="2799869" y="192223"/>
                  <a:pt x="2874206" y="150824"/>
                  <a:pt x="2944215" y="205735"/>
                </a:cubicBezTo>
                <a:cubicBezTo>
                  <a:pt x="3014224" y="260646"/>
                  <a:pt x="3093091" y="392731"/>
                  <a:pt x="3117213" y="487939"/>
                </a:cubicBezTo>
                <a:cubicBezTo>
                  <a:pt x="3141335" y="583147"/>
                  <a:pt x="3085232" y="693923"/>
                  <a:pt x="3088947" y="776981"/>
                </a:cubicBezTo>
                <a:cubicBezTo>
                  <a:pt x="3094662" y="904521"/>
                  <a:pt x="3080424" y="1153650"/>
                  <a:pt x="3080710" y="1281381"/>
                </a:cubicBezTo>
                <a:cubicBezTo>
                  <a:pt x="3081186" y="1449497"/>
                  <a:pt x="3104141" y="1617041"/>
                  <a:pt x="3098331" y="1785062"/>
                </a:cubicBezTo>
                <a:cubicBezTo>
                  <a:pt x="3094902" y="1883741"/>
                  <a:pt x="3004508" y="2194365"/>
                  <a:pt x="3028456" y="2307035"/>
                </a:cubicBezTo>
                <a:cubicBezTo>
                  <a:pt x="3053995" y="2427189"/>
                  <a:pt x="2989583" y="2423921"/>
                  <a:pt x="2954099" y="2507840"/>
                </a:cubicBezTo>
                <a:cubicBezTo>
                  <a:pt x="2918615" y="2591760"/>
                  <a:pt x="2926182" y="2683510"/>
                  <a:pt x="2815550" y="2810552"/>
                </a:cubicBezTo>
                <a:cubicBezTo>
                  <a:pt x="2704918" y="2937594"/>
                  <a:pt x="2410232" y="3120560"/>
                  <a:pt x="2290305" y="3270090"/>
                </a:cubicBezTo>
                <a:cubicBezTo>
                  <a:pt x="2170378" y="3419620"/>
                  <a:pt x="2149887" y="3568465"/>
                  <a:pt x="2095989" y="3707732"/>
                </a:cubicBezTo>
                <a:cubicBezTo>
                  <a:pt x="2042091" y="3846999"/>
                  <a:pt x="2040607" y="4048014"/>
                  <a:pt x="1966919" y="4105692"/>
                </a:cubicBezTo>
                <a:cubicBezTo>
                  <a:pt x="1893232" y="4163370"/>
                  <a:pt x="1749399" y="4115356"/>
                  <a:pt x="1653864" y="4053798"/>
                </a:cubicBezTo>
                <a:cubicBezTo>
                  <a:pt x="1558329" y="3992240"/>
                  <a:pt x="1482228" y="3799713"/>
                  <a:pt x="1393709" y="3736344"/>
                </a:cubicBezTo>
                <a:cubicBezTo>
                  <a:pt x="1305190" y="3672975"/>
                  <a:pt x="1218679" y="3681345"/>
                  <a:pt x="1122751" y="3673584"/>
                </a:cubicBezTo>
                <a:cubicBezTo>
                  <a:pt x="1026823" y="3665823"/>
                  <a:pt x="919773" y="3687681"/>
                  <a:pt x="818141" y="3689777"/>
                </a:cubicBezTo>
                <a:cubicBezTo>
                  <a:pt x="702031" y="3692063"/>
                  <a:pt x="585922" y="3685776"/>
                  <a:pt x="470860" y="3670155"/>
                </a:cubicBezTo>
                <a:cubicBezTo>
                  <a:pt x="440094" y="3665964"/>
                  <a:pt x="409614" y="3660249"/>
                  <a:pt x="379705" y="3651677"/>
                </a:cubicBezTo>
                <a:cubicBezTo>
                  <a:pt x="279788" y="3623197"/>
                  <a:pt x="259497" y="3467667"/>
                  <a:pt x="187964" y="3392229"/>
                </a:cubicBezTo>
                <a:cubicBezTo>
                  <a:pt x="134148" y="3335460"/>
                  <a:pt x="141083" y="3200374"/>
                  <a:pt x="108317" y="3129222"/>
                </a:cubicBezTo>
                <a:close/>
              </a:path>
            </a:pathLst>
          </a:custGeom>
          <a:noFill/>
          <a:ln w="6350" cap="rnd">
            <a:solidFill>
              <a:schemeClr val="tx1">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6ED8F2AE-0F60-A32E-561E-71327BD1368E}"/>
              </a:ext>
            </a:extLst>
          </p:cNvPr>
          <p:cNvSpPr/>
          <p:nvPr userDrawn="1"/>
        </p:nvSpPr>
        <p:spPr>
          <a:xfrm rot="2875594" flipV="1">
            <a:off x="-88801" y="4301090"/>
            <a:ext cx="5360149" cy="233528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747646"/>
              <a:gd name="connsiteY0" fmla="*/ 122178 h 2665915"/>
              <a:gd name="connsiteX1" fmla="*/ 581177 w 4747646"/>
              <a:gd name="connsiteY1" fmla="*/ 732895 h 2665915"/>
              <a:gd name="connsiteX2" fmla="*/ 821958 w 4747646"/>
              <a:gd name="connsiteY2" fmla="*/ 1154722 h 2665915"/>
              <a:gd name="connsiteX3" fmla="*/ 1097676 w 4747646"/>
              <a:gd name="connsiteY3" fmla="*/ 1092434 h 2665915"/>
              <a:gd name="connsiteX4" fmla="*/ 1207500 w 4747646"/>
              <a:gd name="connsiteY4" fmla="*/ 889112 h 2665915"/>
              <a:gd name="connsiteX5" fmla="*/ 1195627 w 4747646"/>
              <a:gd name="connsiteY5" fmla="*/ 497503 h 2665915"/>
              <a:gd name="connsiteX6" fmla="*/ 1172386 w 4747646"/>
              <a:gd name="connsiteY6" fmla="*/ 362819 h 2665915"/>
              <a:gd name="connsiteX7" fmla="*/ 1172386 w 4747646"/>
              <a:gd name="connsiteY7" fmla="*/ 258044 h 2665915"/>
              <a:gd name="connsiteX8" fmla="*/ 1294160 w 4747646"/>
              <a:gd name="connsiteY8" fmla="*/ 1136 h 2665915"/>
              <a:gd name="connsiteX9" fmla="*/ 1476424 w 4747646"/>
              <a:gd name="connsiteY9" fmla="*/ 174891 h 2665915"/>
              <a:gd name="connsiteX10" fmla="*/ 1586057 w 4747646"/>
              <a:gd name="connsiteY10" fmla="*/ 259663 h 2665915"/>
              <a:gd name="connsiteX11" fmla="*/ 1639206 w 4747646"/>
              <a:gd name="connsiteY11" fmla="*/ 487406 h 2665915"/>
              <a:gd name="connsiteX12" fmla="*/ 1534527 w 4747646"/>
              <a:gd name="connsiteY12" fmla="*/ 818209 h 2665915"/>
              <a:gd name="connsiteX13" fmla="*/ 1502999 w 4747646"/>
              <a:gd name="connsiteY13" fmla="*/ 1044333 h 2665915"/>
              <a:gd name="connsiteX14" fmla="*/ 1602725 w 4747646"/>
              <a:gd name="connsiteY14" fmla="*/ 1297031 h 2665915"/>
              <a:gd name="connsiteX15" fmla="*/ 1783796 w 4747646"/>
              <a:gd name="connsiteY15" fmla="*/ 1632787 h 2665915"/>
              <a:gd name="connsiteX16" fmla="*/ 1895143 w 4747646"/>
              <a:gd name="connsiteY16" fmla="*/ 1863864 h 2665915"/>
              <a:gd name="connsiteX17" fmla="*/ 2065545 w 4747646"/>
              <a:gd name="connsiteY17" fmla="*/ 2161996 h 2665915"/>
              <a:gd name="connsiteX18" fmla="*/ 2225851 w 4747646"/>
              <a:gd name="connsiteY18" fmla="*/ 2353544 h 2665915"/>
              <a:gd name="connsiteX19" fmla="*/ 2383775 w 4747646"/>
              <a:gd name="connsiteY19" fmla="*/ 2444508 h 2665915"/>
              <a:gd name="connsiteX20" fmla="*/ 2623044 w 4747646"/>
              <a:gd name="connsiteY20" fmla="*/ 2473274 h 2665915"/>
              <a:gd name="connsiteX21" fmla="*/ 2850310 w 4747646"/>
              <a:gd name="connsiteY21" fmla="*/ 2473274 h 2665915"/>
              <a:gd name="connsiteX22" fmla="*/ 3148728 w 4747646"/>
              <a:gd name="connsiteY22" fmla="*/ 2448890 h 2665915"/>
              <a:gd name="connsiteX23" fmla="*/ 3178625 w 4747646"/>
              <a:gd name="connsiteY23" fmla="*/ 2665711 h 2665915"/>
              <a:gd name="connsiteX24" fmla="*/ 3532395 w 4747646"/>
              <a:gd name="connsiteY24" fmla="*/ 2498896 h 2665915"/>
              <a:gd name="connsiteX25" fmla="*/ 3866342 w 4747646"/>
              <a:gd name="connsiteY25" fmla="*/ 2549188 h 2665915"/>
              <a:gd name="connsiteX26" fmla="*/ 4173428 w 4747646"/>
              <a:gd name="connsiteY26" fmla="*/ 2487370 h 2665915"/>
              <a:gd name="connsiteX27" fmla="*/ 4747646 w 4747646"/>
              <a:gd name="connsiteY27" fmla="*/ 2393099 h 2665915"/>
              <a:gd name="connsiteX0" fmla="*/ 0 w 4747646"/>
              <a:gd name="connsiteY0" fmla="*/ 122178 h 2669585"/>
              <a:gd name="connsiteX1" fmla="*/ 581177 w 4747646"/>
              <a:gd name="connsiteY1" fmla="*/ 732895 h 2669585"/>
              <a:gd name="connsiteX2" fmla="*/ 821958 w 4747646"/>
              <a:gd name="connsiteY2" fmla="*/ 1154722 h 2669585"/>
              <a:gd name="connsiteX3" fmla="*/ 1097676 w 4747646"/>
              <a:gd name="connsiteY3" fmla="*/ 1092434 h 2669585"/>
              <a:gd name="connsiteX4" fmla="*/ 1207500 w 4747646"/>
              <a:gd name="connsiteY4" fmla="*/ 889112 h 2669585"/>
              <a:gd name="connsiteX5" fmla="*/ 1195627 w 4747646"/>
              <a:gd name="connsiteY5" fmla="*/ 497503 h 2669585"/>
              <a:gd name="connsiteX6" fmla="*/ 1172386 w 4747646"/>
              <a:gd name="connsiteY6" fmla="*/ 362819 h 2669585"/>
              <a:gd name="connsiteX7" fmla="*/ 1172386 w 4747646"/>
              <a:gd name="connsiteY7" fmla="*/ 258044 h 2669585"/>
              <a:gd name="connsiteX8" fmla="*/ 1294160 w 4747646"/>
              <a:gd name="connsiteY8" fmla="*/ 1136 h 2669585"/>
              <a:gd name="connsiteX9" fmla="*/ 1476424 w 4747646"/>
              <a:gd name="connsiteY9" fmla="*/ 174891 h 2669585"/>
              <a:gd name="connsiteX10" fmla="*/ 1586057 w 4747646"/>
              <a:gd name="connsiteY10" fmla="*/ 259663 h 2669585"/>
              <a:gd name="connsiteX11" fmla="*/ 1639206 w 4747646"/>
              <a:gd name="connsiteY11" fmla="*/ 487406 h 2669585"/>
              <a:gd name="connsiteX12" fmla="*/ 1534527 w 4747646"/>
              <a:gd name="connsiteY12" fmla="*/ 818209 h 2669585"/>
              <a:gd name="connsiteX13" fmla="*/ 1502999 w 4747646"/>
              <a:gd name="connsiteY13" fmla="*/ 1044333 h 2669585"/>
              <a:gd name="connsiteX14" fmla="*/ 1602725 w 4747646"/>
              <a:gd name="connsiteY14" fmla="*/ 1297031 h 2669585"/>
              <a:gd name="connsiteX15" fmla="*/ 1783796 w 4747646"/>
              <a:gd name="connsiteY15" fmla="*/ 1632787 h 2669585"/>
              <a:gd name="connsiteX16" fmla="*/ 1895143 w 4747646"/>
              <a:gd name="connsiteY16" fmla="*/ 1863864 h 2669585"/>
              <a:gd name="connsiteX17" fmla="*/ 2065545 w 4747646"/>
              <a:gd name="connsiteY17" fmla="*/ 2161996 h 2669585"/>
              <a:gd name="connsiteX18" fmla="*/ 2225851 w 4747646"/>
              <a:gd name="connsiteY18" fmla="*/ 2353544 h 2669585"/>
              <a:gd name="connsiteX19" fmla="*/ 2383775 w 4747646"/>
              <a:gd name="connsiteY19" fmla="*/ 2444508 h 2669585"/>
              <a:gd name="connsiteX20" fmla="*/ 2623044 w 4747646"/>
              <a:gd name="connsiteY20" fmla="*/ 2473274 h 2669585"/>
              <a:gd name="connsiteX21" fmla="*/ 2850310 w 4747646"/>
              <a:gd name="connsiteY21" fmla="*/ 2473274 h 2669585"/>
              <a:gd name="connsiteX22" fmla="*/ 3015132 w 4747646"/>
              <a:gd name="connsiteY22" fmla="*/ 2604764 h 2669585"/>
              <a:gd name="connsiteX23" fmla="*/ 3178625 w 4747646"/>
              <a:gd name="connsiteY23" fmla="*/ 2665711 h 2669585"/>
              <a:gd name="connsiteX24" fmla="*/ 3532395 w 4747646"/>
              <a:gd name="connsiteY24" fmla="*/ 2498896 h 2669585"/>
              <a:gd name="connsiteX25" fmla="*/ 3866342 w 4747646"/>
              <a:gd name="connsiteY25" fmla="*/ 2549188 h 2669585"/>
              <a:gd name="connsiteX26" fmla="*/ 4173428 w 4747646"/>
              <a:gd name="connsiteY26" fmla="*/ 2487370 h 2669585"/>
              <a:gd name="connsiteX27" fmla="*/ 4747646 w 4747646"/>
              <a:gd name="connsiteY27" fmla="*/ 2393099 h 2669585"/>
              <a:gd name="connsiteX0" fmla="*/ 0 w 4747646"/>
              <a:gd name="connsiteY0" fmla="*/ 122178 h 2673403"/>
              <a:gd name="connsiteX1" fmla="*/ 581177 w 4747646"/>
              <a:gd name="connsiteY1" fmla="*/ 732895 h 2673403"/>
              <a:gd name="connsiteX2" fmla="*/ 821958 w 4747646"/>
              <a:gd name="connsiteY2" fmla="*/ 1154722 h 2673403"/>
              <a:gd name="connsiteX3" fmla="*/ 1097676 w 4747646"/>
              <a:gd name="connsiteY3" fmla="*/ 1092434 h 2673403"/>
              <a:gd name="connsiteX4" fmla="*/ 1207500 w 4747646"/>
              <a:gd name="connsiteY4" fmla="*/ 889112 h 2673403"/>
              <a:gd name="connsiteX5" fmla="*/ 1195627 w 4747646"/>
              <a:gd name="connsiteY5" fmla="*/ 497503 h 2673403"/>
              <a:gd name="connsiteX6" fmla="*/ 1172386 w 4747646"/>
              <a:gd name="connsiteY6" fmla="*/ 362819 h 2673403"/>
              <a:gd name="connsiteX7" fmla="*/ 1172386 w 4747646"/>
              <a:gd name="connsiteY7" fmla="*/ 258044 h 2673403"/>
              <a:gd name="connsiteX8" fmla="*/ 1294160 w 4747646"/>
              <a:gd name="connsiteY8" fmla="*/ 1136 h 2673403"/>
              <a:gd name="connsiteX9" fmla="*/ 1476424 w 4747646"/>
              <a:gd name="connsiteY9" fmla="*/ 174891 h 2673403"/>
              <a:gd name="connsiteX10" fmla="*/ 1586057 w 4747646"/>
              <a:gd name="connsiteY10" fmla="*/ 259663 h 2673403"/>
              <a:gd name="connsiteX11" fmla="*/ 1639206 w 4747646"/>
              <a:gd name="connsiteY11" fmla="*/ 487406 h 2673403"/>
              <a:gd name="connsiteX12" fmla="*/ 1534527 w 4747646"/>
              <a:gd name="connsiteY12" fmla="*/ 818209 h 2673403"/>
              <a:gd name="connsiteX13" fmla="*/ 1502999 w 4747646"/>
              <a:gd name="connsiteY13" fmla="*/ 1044333 h 2673403"/>
              <a:gd name="connsiteX14" fmla="*/ 1602725 w 4747646"/>
              <a:gd name="connsiteY14" fmla="*/ 1297031 h 2673403"/>
              <a:gd name="connsiteX15" fmla="*/ 1783796 w 4747646"/>
              <a:gd name="connsiteY15" fmla="*/ 1632787 h 2673403"/>
              <a:gd name="connsiteX16" fmla="*/ 1895143 w 4747646"/>
              <a:gd name="connsiteY16" fmla="*/ 1863864 h 2673403"/>
              <a:gd name="connsiteX17" fmla="*/ 2065545 w 4747646"/>
              <a:gd name="connsiteY17" fmla="*/ 2161996 h 2673403"/>
              <a:gd name="connsiteX18" fmla="*/ 2225851 w 4747646"/>
              <a:gd name="connsiteY18" fmla="*/ 2353544 h 2673403"/>
              <a:gd name="connsiteX19" fmla="*/ 2383775 w 4747646"/>
              <a:gd name="connsiteY19" fmla="*/ 2444508 h 2673403"/>
              <a:gd name="connsiteX20" fmla="*/ 2623044 w 4747646"/>
              <a:gd name="connsiteY20" fmla="*/ 2473274 h 2673403"/>
              <a:gd name="connsiteX21" fmla="*/ 2850310 w 4747646"/>
              <a:gd name="connsiteY21" fmla="*/ 2473274 h 2673403"/>
              <a:gd name="connsiteX22" fmla="*/ 3015132 w 4747646"/>
              <a:gd name="connsiteY22" fmla="*/ 2604764 h 2673403"/>
              <a:gd name="connsiteX23" fmla="*/ 3178625 w 4747646"/>
              <a:gd name="connsiteY23" fmla="*/ 2665711 h 2673403"/>
              <a:gd name="connsiteX24" fmla="*/ 3557018 w 4747646"/>
              <a:gd name="connsiteY24" fmla="*/ 2434008 h 2673403"/>
              <a:gd name="connsiteX25" fmla="*/ 3866342 w 4747646"/>
              <a:gd name="connsiteY25" fmla="*/ 2549188 h 2673403"/>
              <a:gd name="connsiteX26" fmla="*/ 4173428 w 4747646"/>
              <a:gd name="connsiteY26" fmla="*/ 2487370 h 2673403"/>
              <a:gd name="connsiteX27" fmla="*/ 4747646 w 4747646"/>
              <a:gd name="connsiteY27" fmla="*/ 2393099 h 2673403"/>
              <a:gd name="connsiteX0" fmla="*/ 0 w 4747646"/>
              <a:gd name="connsiteY0" fmla="*/ 122178 h 2673403"/>
              <a:gd name="connsiteX1" fmla="*/ 581177 w 4747646"/>
              <a:gd name="connsiteY1" fmla="*/ 732895 h 2673403"/>
              <a:gd name="connsiteX2" fmla="*/ 821958 w 4747646"/>
              <a:gd name="connsiteY2" fmla="*/ 1154722 h 2673403"/>
              <a:gd name="connsiteX3" fmla="*/ 1097676 w 4747646"/>
              <a:gd name="connsiteY3" fmla="*/ 1092434 h 2673403"/>
              <a:gd name="connsiteX4" fmla="*/ 1207500 w 4747646"/>
              <a:gd name="connsiteY4" fmla="*/ 889112 h 2673403"/>
              <a:gd name="connsiteX5" fmla="*/ 1195627 w 4747646"/>
              <a:gd name="connsiteY5" fmla="*/ 497503 h 2673403"/>
              <a:gd name="connsiteX6" fmla="*/ 1172386 w 4747646"/>
              <a:gd name="connsiteY6" fmla="*/ 362819 h 2673403"/>
              <a:gd name="connsiteX7" fmla="*/ 1172386 w 4747646"/>
              <a:gd name="connsiteY7" fmla="*/ 258044 h 2673403"/>
              <a:gd name="connsiteX8" fmla="*/ 1294160 w 4747646"/>
              <a:gd name="connsiteY8" fmla="*/ 1136 h 2673403"/>
              <a:gd name="connsiteX9" fmla="*/ 1476424 w 4747646"/>
              <a:gd name="connsiteY9" fmla="*/ 174891 h 2673403"/>
              <a:gd name="connsiteX10" fmla="*/ 1586057 w 4747646"/>
              <a:gd name="connsiteY10" fmla="*/ 259663 h 2673403"/>
              <a:gd name="connsiteX11" fmla="*/ 1639206 w 4747646"/>
              <a:gd name="connsiteY11" fmla="*/ 487406 h 2673403"/>
              <a:gd name="connsiteX12" fmla="*/ 1534527 w 4747646"/>
              <a:gd name="connsiteY12" fmla="*/ 818209 h 2673403"/>
              <a:gd name="connsiteX13" fmla="*/ 1502999 w 4747646"/>
              <a:gd name="connsiteY13" fmla="*/ 1044333 h 2673403"/>
              <a:gd name="connsiteX14" fmla="*/ 1602725 w 4747646"/>
              <a:gd name="connsiteY14" fmla="*/ 1297031 h 2673403"/>
              <a:gd name="connsiteX15" fmla="*/ 1783796 w 4747646"/>
              <a:gd name="connsiteY15" fmla="*/ 1632787 h 2673403"/>
              <a:gd name="connsiteX16" fmla="*/ 1895143 w 4747646"/>
              <a:gd name="connsiteY16" fmla="*/ 1863864 h 2673403"/>
              <a:gd name="connsiteX17" fmla="*/ 2065545 w 4747646"/>
              <a:gd name="connsiteY17" fmla="*/ 2161996 h 2673403"/>
              <a:gd name="connsiteX18" fmla="*/ 2225851 w 4747646"/>
              <a:gd name="connsiteY18" fmla="*/ 2353544 h 2673403"/>
              <a:gd name="connsiteX19" fmla="*/ 2383775 w 4747646"/>
              <a:gd name="connsiteY19" fmla="*/ 2444508 h 2673403"/>
              <a:gd name="connsiteX20" fmla="*/ 2623044 w 4747646"/>
              <a:gd name="connsiteY20" fmla="*/ 2473274 h 2673403"/>
              <a:gd name="connsiteX21" fmla="*/ 2850310 w 4747646"/>
              <a:gd name="connsiteY21" fmla="*/ 2473274 h 2673403"/>
              <a:gd name="connsiteX22" fmla="*/ 3015132 w 4747646"/>
              <a:gd name="connsiteY22" fmla="*/ 2604764 h 2673403"/>
              <a:gd name="connsiteX23" fmla="*/ 3178625 w 4747646"/>
              <a:gd name="connsiteY23" fmla="*/ 2665711 h 2673403"/>
              <a:gd name="connsiteX24" fmla="*/ 3557018 w 4747646"/>
              <a:gd name="connsiteY24" fmla="*/ 2434008 h 2673403"/>
              <a:gd name="connsiteX25" fmla="*/ 3956819 w 4747646"/>
              <a:gd name="connsiteY25" fmla="*/ 2368291 h 2673403"/>
              <a:gd name="connsiteX26" fmla="*/ 4173428 w 4747646"/>
              <a:gd name="connsiteY26" fmla="*/ 2487370 h 2673403"/>
              <a:gd name="connsiteX27" fmla="*/ 4747646 w 4747646"/>
              <a:gd name="connsiteY27" fmla="*/ 2393099 h 2673403"/>
              <a:gd name="connsiteX0" fmla="*/ 0 w 4747646"/>
              <a:gd name="connsiteY0" fmla="*/ 122178 h 2673403"/>
              <a:gd name="connsiteX1" fmla="*/ 581177 w 4747646"/>
              <a:gd name="connsiteY1" fmla="*/ 732895 h 2673403"/>
              <a:gd name="connsiteX2" fmla="*/ 821958 w 4747646"/>
              <a:gd name="connsiteY2" fmla="*/ 1154722 h 2673403"/>
              <a:gd name="connsiteX3" fmla="*/ 1097676 w 4747646"/>
              <a:gd name="connsiteY3" fmla="*/ 1092434 h 2673403"/>
              <a:gd name="connsiteX4" fmla="*/ 1207500 w 4747646"/>
              <a:gd name="connsiteY4" fmla="*/ 889112 h 2673403"/>
              <a:gd name="connsiteX5" fmla="*/ 1195627 w 4747646"/>
              <a:gd name="connsiteY5" fmla="*/ 497503 h 2673403"/>
              <a:gd name="connsiteX6" fmla="*/ 1172386 w 4747646"/>
              <a:gd name="connsiteY6" fmla="*/ 362819 h 2673403"/>
              <a:gd name="connsiteX7" fmla="*/ 1172386 w 4747646"/>
              <a:gd name="connsiteY7" fmla="*/ 258044 h 2673403"/>
              <a:gd name="connsiteX8" fmla="*/ 1294160 w 4747646"/>
              <a:gd name="connsiteY8" fmla="*/ 1136 h 2673403"/>
              <a:gd name="connsiteX9" fmla="*/ 1476424 w 4747646"/>
              <a:gd name="connsiteY9" fmla="*/ 174891 h 2673403"/>
              <a:gd name="connsiteX10" fmla="*/ 1586057 w 4747646"/>
              <a:gd name="connsiteY10" fmla="*/ 259663 h 2673403"/>
              <a:gd name="connsiteX11" fmla="*/ 1639206 w 4747646"/>
              <a:gd name="connsiteY11" fmla="*/ 487406 h 2673403"/>
              <a:gd name="connsiteX12" fmla="*/ 1534527 w 4747646"/>
              <a:gd name="connsiteY12" fmla="*/ 818209 h 2673403"/>
              <a:gd name="connsiteX13" fmla="*/ 1502999 w 4747646"/>
              <a:gd name="connsiteY13" fmla="*/ 1044333 h 2673403"/>
              <a:gd name="connsiteX14" fmla="*/ 1602725 w 4747646"/>
              <a:gd name="connsiteY14" fmla="*/ 1297031 h 2673403"/>
              <a:gd name="connsiteX15" fmla="*/ 1607973 w 4747646"/>
              <a:gd name="connsiteY15" fmla="*/ 1648092 h 2673403"/>
              <a:gd name="connsiteX16" fmla="*/ 1895143 w 4747646"/>
              <a:gd name="connsiteY16" fmla="*/ 1863864 h 2673403"/>
              <a:gd name="connsiteX17" fmla="*/ 2065545 w 4747646"/>
              <a:gd name="connsiteY17" fmla="*/ 2161996 h 2673403"/>
              <a:gd name="connsiteX18" fmla="*/ 2225851 w 4747646"/>
              <a:gd name="connsiteY18" fmla="*/ 2353544 h 2673403"/>
              <a:gd name="connsiteX19" fmla="*/ 2383775 w 4747646"/>
              <a:gd name="connsiteY19" fmla="*/ 2444508 h 2673403"/>
              <a:gd name="connsiteX20" fmla="*/ 2623044 w 4747646"/>
              <a:gd name="connsiteY20" fmla="*/ 2473274 h 2673403"/>
              <a:gd name="connsiteX21" fmla="*/ 2850310 w 4747646"/>
              <a:gd name="connsiteY21" fmla="*/ 2473274 h 2673403"/>
              <a:gd name="connsiteX22" fmla="*/ 3015132 w 4747646"/>
              <a:gd name="connsiteY22" fmla="*/ 2604764 h 2673403"/>
              <a:gd name="connsiteX23" fmla="*/ 3178625 w 4747646"/>
              <a:gd name="connsiteY23" fmla="*/ 2665711 h 2673403"/>
              <a:gd name="connsiteX24" fmla="*/ 3557018 w 4747646"/>
              <a:gd name="connsiteY24" fmla="*/ 2434008 h 2673403"/>
              <a:gd name="connsiteX25" fmla="*/ 3956819 w 4747646"/>
              <a:gd name="connsiteY25" fmla="*/ 2368291 h 2673403"/>
              <a:gd name="connsiteX26" fmla="*/ 4173428 w 4747646"/>
              <a:gd name="connsiteY26" fmla="*/ 2487370 h 2673403"/>
              <a:gd name="connsiteX27" fmla="*/ 4747646 w 4747646"/>
              <a:gd name="connsiteY27" fmla="*/ 2393099 h 267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47646" h="2673403">
                <a:moveTo>
                  <a:pt x="0" y="122178"/>
                </a:moveTo>
                <a:cubicBezTo>
                  <a:pt x="468759" y="339263"/>
                  <a:pt x="444184" y="560804"/>
                  <a:pt x="581177" y="732895"/>
                </a:cubicBezTo>
                <a:cubicBezTo>
                  <a:pt x="718170" y="904986"/>
                  <a:pt x="735875" y="1094799"/>
                  <a:pt x="821958" y="1154722"/>
                </a:cubicBezTo>
                <a:cubicBezTo>
                  <a:pt x="908041" y="1214645"/>
                  <a:pt x="1033419" y="1136702"/>
                  <a:pt x="1097676" y="1092434"/>
                </a:cubicBezTo>
                <a:cubicBezTo>
                  <a:pt x="1161933" y="1048166"/>
                  <a:pt x="1191175" y="988267"/>
                  <a:pt x="1207500" y="889112"/>
                </a:cubicBezTo>
                <a:cubicBezTo>
                  <a:pt x="1223825" y="789957"/>
                  <a:pt x="1207803" y="603913"/>
                  <a:pt x="1195627" y="497503"/>
                </a:cubicBezTo>
                <a:cubicBezTo>
                  <a:pt x="1188388" y="452545"/>
                  <a:pt x="1179816" y="407777"/>
                  <a:pt x="1172386" y="362819"/>
                </a:cubicBezTo>
                <a:cubicBezTo>
                  <a:pt x="1166576" y="327767"/>
                  <a:pt x="1152090" y="318324"/>
                  <a:pt x="1172386" y="258044"/>
                </a:cubicBezTo>
                <a:cubicBezTo>
                  <a:pt x="1192682" y="197764"/>
                  <a:pt x="1239582" y="15137"/>
                  <a:pt x="1294160" y="1136"/>
                </a:cubicBezTo>
                <a:cubicBezTo>
                  <a:pt x="1354453" y="-14295"/>
                  <a:pt x="1427775" y="131803"/>
                  <a:pt x="1476424" y="174891"/>
                </a:cubicBezTo>
                <a:cubicBezTo>
                  <a:pt x="1525073" y="217979"/>
                  <a:pt x="1557863" y="222040"/>
                  <a:pt x="1586057" y="259663"/>
                </a:cubicBezTo>
                <a:cubicBezTo>
                  <a:pt x="1634444" y="324052"/>
                  <a:pt x="1647588" y="406920"/>
                  <a:pt x="1639206" y="487406"/>
                </a:cubicBezTo>
                <a:cubicBezTo>
                  <a:pt x="1627205" y="602849"/>
                  <a:pt x="1571293" y="707719"/>
                  <a:pt x="1534527" y="818209"/>
                </a:cubicBezTo>
                <a:cubicBezTo>
                  <a:pt x="1510143" y="891361"/>
                  <a:pt x="1494045" y="967847"/>
                  <a:pt x="1502999" y="1044333"/>
                </a:cubicBezTo>
                <a:cubicBezTo>
                  <a:pt x="1513571" y="1135011"/>
                  <a:pt x="1585229" y="1196404"/>
                  <a:pt x="1602725" y="1297031"/>
                </a:cubicBezTo>
                <a:cubicBezTo>
                  <a:pt x="1620221" y="1397658"/>
                  <a:pt x="1551394" y="1534269"/>
                  <a:pt x="1607973" y="1648092"/>
                </a:cubicBezTo>
                <a:cubicBezTo>
                  <a:pt x="1646073" y="1724673"/>
                  <a:pt x="1818881" y="1778213"/>
                  <a:pt x="1895143" y="1863864"/>
                </a:cubicBezTo>
                <a:cubicBezTo>
                  <a:pt x="1971405" y="1949515"/>
                  <a:pt x="2002109" y="2066556"/>
                  <a:pt x="2065545" y="2161996"/>
                </a:cubicBezTo>
                <a:cubicBezTo>
                  <a:pt x="2111837" y="2231719"/>
                  <a:pt x="2162224" y="2299252"/>
                  <a:pt x="2225851" y="2353544"/>
                </a:cubicBezTo>
                <a:cubicBezTo>
                  <a:pt x="2272524" y="2393359"/>
                  <a:pt x="2325483" y="2425363"/>
                  <a:pt x="2383775" y="2444508"/>
                </a:cubicBezTo>
                <a:cubicBezTo>
                  <a:pt x="2460452" y="2469749"/>
                  <a:pt x="2542176" y="2471368"/>
                  <a:pt x="2623044" y="2473274"/>
                </a:cubicBezTo>
                <a:cubicBezTo>
                  <a:pt x="2698863" y="2474988"/>
                  <a:pt x="2784962" y="2451359"/>
                  <a:pt x="2850310" y="2473274"/>
                </a:cubicBezTo>
                <a:cubicBezTo>
                  <a:pt x="2915658" y="2495189"/>
                  <a:pt x="2960413" y="2572691"/>
                  <a:pt x="3015132" y="2604764"/>
                </a:cubicBezTo>
                <a:cubicBezTo>
                  <a:pt x="3069851" y="2636837"/>
                  <a:pt x="3088311" y="2694170"/>
                  <a:pt x="3178625" y="2665711"/>
                </a:cubicBezTo>
                <a:cubicBezTo>
                  <a:pt x="3268939" y="2637252"/>
                  <a:pt x="3427319" y="2483578"/>
                  <a:pt x="3557018" y="2434008"/>
                </a:cubicBezTo>
                <a:cubicBezTo>
                  <a:pt x="3686717" y="2384438"/>
                  <a:pt x="3854084" y="2359397"/>
                  <a:pt x="3956819" y="2368291"/>
                </a:cubicBezTo>
                <a:cubicBezTo>
                  <a:pt x="4059554" y="2377185"/>
                  <a:pt x="4026544" y="2513385"/>
                  <a:pt x="4173428" y="2487370"/>
                </a:cubicBezTo>
                <a:cubicBezTo>
                  <a:pt x="4320312" y="2461355"/>
                  <a:pt x="4508971" y="2526856"/>
                  <a:pt x="4747646" y="2393099"/>
                </a:cubicBezTo>
              </a:path>
            </a:pathLst>
          </a:custGeom>
          <a:noFill/>
          <a:ln w="6350" cap="rnd">
            <a:solidFill>
              <a:schemeClr val="tx1">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66CE96FB-725E-6BB4-1302-2629B835B633}"/>
              </a:ext>
            </a:extLst>
          </p:cNvPr>
          <p:cNvSpPr/>
          <p:nvPr userDrawn="1"/>
        </p:nvSpPr>
        <p:spPr>
          <a:xfrm rot="2875594" flipV="1">
            <a:off x="-37706" y="4424247"/>
            <a:ext cx="5046204" cy="2417859"/>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609280 w 4435794"/>
              <a:gd name="connsiteY5" fmla="*/ 2470890 h 2767935"/>
              <a:gd name="connsiteX6" fmla="*/ 2365821 w 4435794"/>
              <a:gd name="connsiteY6" fmla="*/ 2445839 h 2767935"/>
              <a:gd name="connsiteX7" fmla="*/ 1999489 w 4435794"/>
              <a:gd name="connsiteY7" fmla="*/ 2255434 h 2767935"/>
              <a:gd name="connsiteX8" fmla="*/ 1804227 w 4435794"/>
              <a:gd name="connsiteY8" fmla="*/ 1936538 h 2767935"/>
              <a:gd name="connsiteX9" fmla="*/ 1644683 w 4435794"/>
              <a:gd name="connsiteY9" fmla="*/ 1596114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609280 w 4435794"/>
              <a:gd name="connsiteY5" fmla="*/ 2470890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44683 w 4435794"/>
              <a:gd name="connsiteY9" fmla="*/ 1596114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609280 w 4435794"/>
              <a:gd name="connsiteY5" fmla="*/ 2470890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44683 w 4435794"/>
              <a:gd name="connsiteY9" fmla="*/ 1596114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44683 w 4435794"/>
              <a:gd name="connsiteY9" fmla="*/ 1596114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44683 w 4435794"/>
              <a:gd name="connsiteY9" fmla="*/ 1596114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18731 w 4435794"/>
              <a:gd name="connsiteY9" fmla="*/ 1580133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18731 w 4435794"/>
              <a:gd name="connsiteY9" fmla="*/ 1580133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18731 w 4435794"/>
              <a:gd name="connsiteY9" fmla="*/ 1580133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 name="connsiteX0" fmla="*/ 4435794 w 4435794"/>
              <a:gd name="connsiteY0" fmla="*/ 2518395 h 2767935"/>
              <a:gd name="connsiteX1" fmla="*/ 3976537 w 4435794"/>
              <a:gd name="connsiteY1" fmla="*/ 2522727 h 2767935"/>
              <a:gd name="connsiteX2" fmla="*/ 3697892 w 4435794"/>
              <a:gd name="connsiteY2" fmla="*/ 2537946 h 2767935"/>
              <a:gd name="connsiteX3" fmla="*/ 3171541 w 4435794"/>
              <a:gd name="connsiteY3" fmla="*/ 2470890 h 2767935"/>
              <a:gd name="connsiteX4" fmla="*/ 2940928 w 4435794"/>
              <a:gd name="connsiteY4" fmla="*/ 2767935 h 2767935"/>
              <a:gd name="connsiteX5" fmla="*/ 2575177 w 4435794"/>
              <a:gd name="connsiteY5" fmla="*/ 2503234 h 2767935"/>
              <a:gd name="connsiteX6" fmla="*/ 2365821 w 4435794"/>
              <a:gd name="connsiteY6" fmla="*/ 2445839 h 2767935"/>
              <a:gd name="connsiteX7" fmla="*/ 1999489 w 4435794"/>
              <a:gd name="connsiteY7" fmla="*/ 2255434 h 2767935"/>
              <a:gd name="connsiteX8" fmla="*/ 1673352 w 4435794"/>
              <a:gd name="connsiteY8" fmla="*/ 1885064 h 2767935"/>
              <a:gd name="connsiteX9" fmla="*/ 1618731 w 4435794"/>
              <a:gd name="connsiteY9" fmla="*/ 1580133 h 2767935"/>
              <a:gd name="connsiteX10" fmla="*/ 1551624 w 4435794"/>
              <a:gd name="connsiteY10" fmla="*/ 1291885 h 2767935"/>
              <a:gd name="connsiteX11" fmla="*/ 1618108 w 4435794"/>
              <a:gd name="connsiteY11" fmla="*/ 848020 h 2767935"/>
              <a:gd name="connsiteX12" fmla="*/ 1682878 w 4435794"/>
              <a:gd name="connsiteY12" fmla="*/ 427396 h 2767935"/>
              <a:gd name="connsiteX13" fmla="*/ 1568197 w 4435794"/>
              <a:gd name="connsiteY13" fmla="*/ 222895 h 2767935"/>
              <a:gd name="connsiteX14" fmla="*/ 1431990 w 4435794"/>
              <a:gd name="connsiteY14" fmla="*/ 139741 h 2767935"/>
              <a:gd name="connsiteX15" fmla="*/ 1115993 w 4435794"/>
              <a:gd name="connsiteY15" fmla="*/ 204 h 2767935"/>
              <a:gd name="connsiteX16" fmla="*/ 925164 w 4435794"/>
              <a:gd name="connsiteY16" fmla="*/ 103165 h 2767935"/>
              <a:gd name="connsiteX17" fmla="*/ 552441 w 4435794"/>
              <a:gd name="connsiteY17" fmla="*/ 492237 h 2767935"/>
              <a:gd name="connsiteX18" fmla="*/ 0 w 4435794"/>
              <a:gd name="connsiteY18" fmla="*/ 176365 h 276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35794" h="2767935">
                <a:moveTo>
                  <a:pt x="4435794" y="2518395"/>
                </a:moveTo>
                <a:cubicBezTo>
                  <a:pt x="4165261" y="2630797"/>
                  <a:pt x="4129623" y="2521283"/>
                  <a:pt x="3976537" y="2522727"/>
                </a:cubicBezTo>
                <a:cubicBezTo>
                  <a:pt x="3853553" y="2525985"/>
                  <a:pt x="3832058" y="2546585"/>
                  <a:pt x="3697892" y="2537946"/>
                </a:cubicBezTo>
                <a:cubicBezTo>
                  <a:pt x="3563726" y="2529307"/>
                  <a:pt x="3297702" y="2432559"/>
                  <a:pt x="3171541" y="2470890"/>
                </a:cubicBezTo>
                <a:cubicBezTo>
                  <a:pt x="3045380" y="2509221"/>
                  <a:pt x="3034638" y="2767935"/>
                  <a:pt x="2940928" y="2767935"/>
                </a:cubicBezTo>
                <a:cubicBezTo>
                  <a:pt x="2847218" y="2767935"/>
                  <a:pt x="2671028" y="2556917"/>
                  <a:pt x="2575177" y="2503234"/>
                </a:cubicBezTo>
                <a:cubicBezTo>
                  <a:pt x="2479326" y="2449551"/>
                  <a:pt x="2466636" y="2418488"/>
                  <a:pt x="2365821" y="2445839"/>
                </a:cubicBezTo>
                <a:cubicBezTo>
                  <a:pt x="2203989" y="2489744"/>
                  <a:pt x="2114901" y="2348897"/>
                  <a:pt x="1999489" y="2255434"/>
                </a:cubicBezTo>
                <a:cubicBezTo>
                  <a:pt x="1884078" y="2161972"/>
                  <a:pt x="1793429" y="1989167"/>
                  <a:pt x="1673352" y="1885064"/>
                </a:cubicBezTo>
                <a:cubicBezTo>
                  <a:pt x="1575726" y="1800425"/>
                  <a:pt x="1613431" y="1693581"/>
                  <a:pt x="1618731" y="1580133"/>
                </a:cubicBezTo>
                <a:cubicBezTo>
                  <a:pt x="1623441" y="1479320"/>
                  <a:pt x="1563435" y="1397803"/>
                  <a:pt x="1551624" y="1291885"/>
                </a:cubicBezTo>
                <a:cubicBezTo>
                  <a:pt x="1534955" y="1141771"/>
                  <a:pt x="1573531" y="992896"/>
                  <a:pt x="1618108" y="848020"/>
                </a:cubicBezTo>
                <a:cubicBezTo>
                  <a:pt x="1660780" y="709432"/>
                  <a:pt x="1711072" y="568462"/>
                  <a:pt x="1682878" y="427396"/>
                </a:cubicBezTo>
                <a:cubicBezTo>
                  <a:pt x="1667162" y="348720"/>
                  <a:pt x="1628395" y="275949"/>
                  <a:pt x="1568197" y="222895"/>
                </a:cubicBezTo>
                <a:cubicBezTo>
                  <a:pt x="1528097" y="187557"/>
                  <a:pt x="1507357" y="176856"/>
                  <a:pt x="1431990" y="139741"/>
                </a:cubicBezTo>
                <a:cubicBezTo>
                  <a:pt x="1356623" y="102626"/>
                  <a:pt x="1225435" y="-5321"/>
                  <a:pt x="1115993" y="204"/>
                </a:cubicBezTo>
                <a:cubicBezTo>
                  <a:pt x="1049794" y="3537"/>
                  <a:pt x="1019089" y="21160"/>
                  <a:pt x="925164" y="103165"/>
                </a:cubicBezTo>
                <a:cubicBezTo>
                  <a:pt x="831239" y="185170"/>
                  <a:pt x="778767" y="591877"/>
                  <a:pt x="552441" y="492237"/>
                </a:cubicBezTo>
                <a:cubicBezTo>
                  <a:pt x="215286" y="284309"/>
                  <a:pt x="108863" y="339351"/>
                  <a:pt x="0" y="176365"/>
                </a:cubicBezTo>
              </a:path>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2BF8B5EB-58C3-9C76-DE67-AAF84E3ADDBF}"/>
              </a:ext>
            </a:extLst>
          </p:cNvPr>
          <p:cNvSpPr/>
          <p:nvPr userDrawn="1"/>
        </p:nvSpPr>
        <p:spPr>
          <a:xfrm rot="2875594" flipV="1">
            <a:off x="-63588" y="4565369"/>
            <a:ext cx="4787237" cy="2340017"/>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4262179"/>
              <a:gd name="connsiteY0" fmla="*/ 251066 h 2678826"/>
              <a:gd name="connsiteX1" fmla="*/ 650747 w 4262179"/>
              <a:gd name="connsiteY1" fmla="*/ 123344 h 2678826"/>
              <a:gd name="connsiteX2" fmla="*/ 1173830 w 4262179"/>
              <a:gd name="connsiteY2" fmla="*/ 40670 h 2678826"/>
              <a:gd name="connsiteX3" fmla="*/ 1774476 w 4262179"/>
              <a:gd name="connsiteY3" fmla="*/ 261745 h 2678826"/>
              <a:gd name="connsiteX4" fmla="*/ 2039267 w 4262179"/>
              <a:gd name="connsiteY4" fmla="*/ 572068 h 2678826"/>
              <a:gd name="connsiteX5" fmla="*/ 1920304 w 4262179"/>
              <a:gd name="connsiteY5" fmla="*/ 746091 h 2678826"/>
              <a:gd name="connsiteX6" fmla="*/ 1776762 w 4262179"/>
              <a:gd name="connsiteY6" fmla="*/ 1062036 h 2678826"/>
              <a:gd name="connsiteX7" fmla="*/ 1745139 w 4262179"/>
              <a:gd name="connsiteY7" fmla="*/ 1576195 h 2678826"/>
              <a:gd name="connsiteX8" fmla="*/ 1868583 w 4262179"/>
              <a:gd name="connsiteY8" fmla="*/ 1906522 h 2678826"/>
              <a:gd name="connsiteX9" fmla="*/ 2003552 w 4262179"/>
              <a:gd name="connsiteY9" fmla="*/ 2162173 h 2678826"/>
              <a:gd name="connsiteX10" fmla="*/ 2213198 w 4262179"/>
              <a:gd name="connsiteY10" fmla="*/ 2371914 h 2678826"/>
              <a:gd name="connsiteX11" fmla="*/ 2585435 w 4262179"/>
              <a:gd name="connsiteY11" fmla="*/ 2467735 h 2678826"/>
              <a:gd name="connsiteX12" fmla="*/ 2781649 w 4262179"/>
              <a:gd name="connsiteY12" fmla="*/ 2678820 h 2678826"/>
              <a:gd name="connsiteX13" fmla="*/ 3202940 w 4262179"/>
              <a:gd name="connsiteY13" fmla="*/ 2482975 h 2678826"/>
              <a:gd name="connsiteX14" fmla="*/ 3518599 w 4262179"/>
              <a:gd name="connsiteY14" fmla="*/ 2516218 h 2678826"/>
              <a:gd name="connsiteX15" fmla="*/ 3886622 w 4262179"/>
              <a:gd name="connsiteY15" fmla="*/ 2542240 h 2678826"/>
              <a:gd name="connsiteX16" fmla="*/ 4262179 w 4262179"/>
              <a:gd name="connsiteY16" fmla="*/ 2496603 h 2678826"/>
              <a:gd name="connsiteX0" fmla="*/ 0 w 4262179"/>
              <a:gd name="connsiteY0" fmla="*/ 251066 h 2678820"/>
              <a:gd name="connsiteX1" fmla="*/ 650747 w 4262179"/>
              <a:gd name="connsiteY1" fmla="*/ 123344 h 2678820"/>
              <a:gd name="connsiteX2" fmla="*/ 1173830 w 4262179"/>
              <a:gd name="connsiteY2" fmla="*/ 40670 h 2678820"/>
              <a:gd name="connsiteX3" fmla="*/ 1774476 w 4262179"/>
              <a:gd name="connsiteY3" fmla="*/ 261745 h 2678820"/>
              <a:gd name="connsiteX4" fmla="*/ 2039267 w 4262179"/>
              <a:gd name="connsiteY4" fmla="*/ 572068 h 2678820"/>
              <a:gd name="connsiteX5" fmla="*/ 1920304 w 4262179"/>
              <a:gd name="connsiteY5" fmla="*/ 746091 h 2678820"/>
              <a:gd name="connsiteX6" fmla="*/ 1776762 w 4262179"/>
              <a:gd name="connsiteY6" fmla="*/ 1062036 h 2678820"/>
              <a:gd name="connsiteX7" fmla="*/ 1745139 w 4262179"/>
              <a:gd name="connsiteY7" fmla="*/ 1576195 h 2678820"/>
              <a:gd name="connsiteX8" fmla="*/ 1868583 w 4262179"/>
              <a:gd name="connsiteY8" fmla="*/ 1906522 h 2678820"/>
              <a:gd name="connsiteX9" fmla="*/ 2003552 w 4262179"/>
              <a:gd name="connsiteY9" fmla="*/ 2162173 h 2678820"/>
              <a:gd name="connsiteX10" fmla="*/ 2213198 w 4262179"/>
              <a:gd name="connsiteY10" fmla="*/ 2371914 h 2678820"/>
              <a:gd name="connsiteX11" fmla="*/ 2507155 w 4262179"/>
              <a:gd name="connsiteY11" fmla="*/ 2484987 h 2678820"/>
              <a:gd name="connsiteX12" fmla="*/ 2781649 w 4262179"/>
              <a:gd name="connsiteY12" fmla="*/ 2678820 h 2678820"/>
              <a:gd name="connsiteX13" fmla="*/ 3202940 w 4262179"/>
              <a:gd name="connsiteY13" fmla="*/ 2482975 h 2678820"/>
              <a:gd name="connsiteX14" fmla="*/ 3518599 w 4262179"/>
              <a:gd name="connsiteY14" fmla="*/ 2516218 h 2678820"/>
              <a:gd name="connsiteX15" fmla="*/ 3886622 w 4262179"/>
              <a:gd name="connsiteY15" fmla="*/ 2542240 h 2678820"/>
              <a:gd name="connsiteX16" fmla="*/ 4262179 w 4262179"/>
              <a:gd name="connsiteY16" fmla="*/ 2496603 h 2678820"/>
              <a:gd name="connsiteX0" fmla="*/ 0 w 4262179"/>
              <a:gd name="connsiteY0" fmla="*/ 251066 h 2678820"/>
              <a:gd name="connsiteX1" fmla="*/ 650747 w 4262179"/>
              <a:gd name="connsiteY1" fmla="*/ 123344 h 2678820"/>
              <a:gd name="connsiteX2" fmla="*/ 1173830 w 4262179"/>
              <a:gd name="connsiteY2" fmla="*/ 40670 h 2678820"/>
              <a:gd name="connsiteX3" fmla="*/ 1774476 w 4262179"/>
              <a:gd name="connsiteY3" fmla="*/ 261745 h 2678820"/>
              <a:gd name="connsiteX4" fmla="*/ 2039267 w 4262179"/>
              <a:gd name="connsiteY4" fmla="*/ 572068 h 2678820"/>
              <a:gd name="connsiteX5" fmla="*/ 1920304 w 4262179"/>
              <a:gd name="connsiteY5" fmla="*/ 746091 h 2678820"/>
              <a:gd name="connsiteX6" fmla="*/ 1776762 w 4262179"/>
              <a:gd name="connsiteY6" fmla="*/ 1062036 h 2678820"/>
              <a:gd name="connsiteX7" fmla="*/ 1745139 w 4262179"/>
              <a:gd name="connsiteY7" fmla="*/ 1576195 h 2678820"/>
              <a:gd name="connsiteX8" fmla="*/ 1868583 w 4262179"/>
              <a:gd name="connsiteY8" fmla="*/ 1906522 h 2678820"/>
              <a:gd name="connsiteX9" fmla="*/ 2003552 w 4262179"/>
              <a:gd name="connsiteY9" fmla="*/ 2162173 h 2678820"/>
              <a:gd name="connsiteX10" fmla="*/ 2213198 w 4262179"/>
              <a:gd name="connsiteY10" fmla="*/ 2371914 h 2678820"/>
              <a:gd name="connsiteX11" fmla="*/ 2507155 w 4262179"/>
              <a:gd name="connsiteY11" fmla="*/ 2484987 h 2678820"/>
              <a:gd name="connsiteX12" fmla="*/ 2781649 w 4262179"/>
              <a:gd name="connsiteY12" fmla="*/ 2678820 h 2678820"/>
              <a:gd name="connsiteX13" fmla="*/ 3202940 w 4262179"/>
              <a:gd name="connsiteY13" fmla="*/ 2482975 h 2678820"/>
              <a:gd name="connsiteX14" fmla="*/ 3491552 w 4262179"/>
              <a:gd name="connsiteY14" fmla="*/ 2559236 h 2678820"/>
              <a:gd name="connsiteX15" fmla="*/ 3886622 w 4262179"/>
              <a:gd name="connsiteY15" fmla="*/ 2542240 h 2678820"/>
              <a:gd name="connsiteX16" fmla="*/ 4262179 w 4262179"/>
              <a:gd name="connsiteY16" fmla="*/ 2496603 h 26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2179" h="2678820">
                <a:moveTo>
                  <a:pt x="0" y="251066"/>
                </a:moveTo>
                <a:cubicBezTo>
                  <a:pt x="395303" y="449685"/>
                  <a:pt x="455109" y="158410"/>
                  <a:pt x="650747" y="123344"/>
                </a:cubicBezTo>
                <a:cubicBezTo>
                  <a:pt x="846385" y="88278"/>
                  <a:pt x="885017" y="-74641"/>
                  <a:pt x="1173830" y="40670"/>
                </a:cubicBezTo>
                <a:cubicBezTo>
                  <a:pt x="1462643" y="155981"/>
                  <a:pt x="1630237" y="173179"/>
                  <a:pt x="1774476" y="261745"/>
                </a:cubicBezTo>
                <a:cubicBezTo>
                  <a:pt x="1918715" y="350311"/>
                  <a:pt x="2015074" y="477676"/>
                  <a:pt x="2039267" y="572068"/>
                </a:cubicBezTo>
                <a:cubicBezTo>
                  <a:pt x="2061460" y="658936"/>
                  <a:pt x="1964055" y="664430"/>
                  <a:pt x="1920304" y="746091"/>
                </a:cubicBezTo>
                <a:cubicBezTo>
                  <a:pt x="1876553" y="827752"/>
                  <a:pt x="1817053" y="953451"/>
                  <a:pt x="1776762" y="1062036"/>
                </a:cubicBezTo>
                <a:cubicBezTo>
                  <a:pt x="1715802" y="1226247"/>
                  <a:pt x="1706849" y="1405317"/>
                  <a:pt x="1745139" y="1576195"/>
                </a:cubicBezTo>
                <a:cubicBezTo>
                  <a:pt x="1770952" y="1691162"/>
                  <a:pt x="1819244" y="1799366"/>
                  <a:pt x="1868583" y="1906522"/>
                </a:cubicBezTo>
                <a:cubicBezTo>
                  <a:pt x="1908969" y="1994247"/>
                  <a:pt x="1950308" y="2081782"/>
                  <a:pt x="2003552" y="2162173"/>
                </a:cubicBezTo>
                <a:cubicBezTo>
                  <a:pt x="2058893" y="2245707"/>
                  <a:pt x="2129264" y="2318112"/>
                  <a:pt x="2213198" y="2371914"/>
                </a:cubicBezTo>
                <a:cubicBezTo>
                  <a:pt x="2297132" y="2425716"/>
                  <a:pt x="2412413" y="2433836"/>
                  <a:pt x="2507155" y="2484987"/>
                </a:cubicBezTo>
                <a:cubicBezTo>
                  <a:pt x="2601897" y="2536138"/>
                  <a:pt x="2665685" y="2679155"/>
                  <a:pt x="2781649" y="2678820"/>
                </a:cubicBezTo>
                <a:cubicBezTo>
                  <a:pt x="2897613" y="2678485"/>
                  <a:pt x="3084623" y="2502906"/>
                  <a:pt x="3202940" y="2482975"/>
                </a:cubicBezTo>
                <a:cubicBezTo>
                  <a:pt x="3321257" y="2463044"/>
                  <a:pt x="3377605" y="2549358"/>
                  <a:pt x="3491552" y="2559236"/>
                </a:cubicBezTo>
                <a:cubicBezTo>
                  <a:pt x="3605499" y="2569114"/>
                  <a:pt x="3762692" y="2545509"/>
                  <a:pt x="3886622" y="2542240"/>
                </a:cubicBezTo>
                <a:cubicBezTo>
                  <a:pt x="4010552" y="2538971"/>
                  <a:pt x="4116408" y="2610312"/>
                  <a:pt x="4262179" y="2496603"/>
                </a:cubicBezTo>
              </a:path>
            </a:pathLst>
          </a:custGeom>
          <a:noFill/>
          <a:ln w="6350" cap="rnd">
            <a:solidFill>
              <a:schemeClr val="tx1">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8DC25F8D-1A95-C2DC-5EAA-3A131023F9D9}"/>
              </a:ext>
            </a:extLst>
          </p:cNvPr>
          <p:cNvSpPr/>
          <p:nvPr userDrawn="1"/>
        </p:nvSpPr>
        <p:spPr>
          <a:xfrm rot="2875594" flipV="1">
            <a:off x="-1214698" y="5983228"/>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675BD884-9204-13CE-48ED-8FD73C59A27E}"/>
              </a:ext>
            </a:extLst>
          </p:cNvPr>
          <p:cNvSpPr/>
          <p:nvPr userDrawn="1"/>
        </p:nvSpPr>
        <p:spPr>
          <a:xfrm rot="2875594" flipV="1">
            <a:off x="-687026" y="5236862"/>
            <a:ext cx="2490859" cy="150901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9266" h="2001290">
                <a:moveTo>
                  <a:pt x="0" y="1499991"/>
                </a:moveTo>
                <a:cubicBezTo>
                  <a:pt x="215149" y="1628319"/>
                  <a:pt x="536971" y="1376032"/>
                  <a:pt x="679659" y="1260480"/>
                </a:cubicBezTo>
                <a:cubicBezTo>
                  <a:pt x="822347" y="1144928"/>
                  <a:pt x="941085" y="1269927"/>
                  <a:pt x="1084676" y="1302715"/>
                </a:cubicBezTo>
                <a:cubicBezTo>
                  <a:pt x="1228267" y="1335503"/>
                  <a:pt x="1467402" y="1430259"/>
                  <a:pt x="1541203" y="1457207"/>
                </a:cubicBezTo>
                <a:cubicBezTo>
                  <a:pt x="1615004" y="1484155"/>
                  <a:pt x="1470355" y="1430516"/>
                  <a:pt x="1527480" y="1464405"/>
                </a:cubicBezTo>
                <a:cubicBezTo>
                  <a:pt x="1584605" y="1498294"/>
                  <a:pt x="1786064" y="1574967"/>
                  <a:pt x="1883952" y="1660540"/>
                </a:cubicBezTo>
                <a:cubicBezTo>
                  <a:pt x="1981840" y="1746113"/>
                  <a:pt x="2043724" y="1931528"/>
                  <a:pt x="2114809" y="1977842"/>
                </a:cubicBezTo>
                <a:cubicBezTo>
                  <a:pt x="2185894" y="2024156"/>
                  <a:pt x="2266486" y="1997065"/>
                  <a:pt x="2310462" y="1938422"/>
                </a:cubicBezTo>
                <a:cubicBezTo>
                  <a:pt x="2354438" y="1879779"/>
                  <a:pt x="2367227" y="1659926"/>
                  <a:pt x="2354706" y="1531531"/>
                </a:cubicBezTo>
                <a:cubicBezTo>
                  <a:pt x="2342185" y="1403136"/>
                  <a:pt x="2313855" y="1330894"/>
                  <a:pt x="2235334" y="1168049"/>
                </a:cubicBezTo>
                <a:cubicBezTo>
                  <a:pt x="2156813" y="1005204"/>
                  <a:pt x="1991922" y="705286"/>
                  <a:pt x="1883582" y="554463"/>
                </a:cubicBezTo>
                <a:cubicBezTo>
                  <a:pt x="1775242" y="403640"/>
                  <a:pt x="1703895" y="355522"/>
                  <a:pt x="1585297" y="263112"/>
                </a:cubicBezTo>
                <a:cubicBezTo>
                  <a:pt x="1466699" y="170702"/>
                  <a:pt x="1293565" y="60499"/>
                  <a:pt x="1171994" y="0"/>
                </a:cubicBezTo>
              </a:path>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7391BAA1-2DB0-B62B-96A9-33582C69C52C}"/>
              </a:ext>
            </a:extLst>
          </p:cNvPr>
          <p:cNvSpPr/>
          <p:nvPr userDrawn="1"/>
        </p:nvSpPr>
        <p:spPr>
          <a:xfrm rot="2875594" flipV="1">
            <a:off x="-1214698" y="5983228"/>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537F9D6F-3759-6C5A-0ABA-0110FFAC0F91}"/>
              </a:ext>
            </a:extLst>
          </p:cNvPr>
          <p:cNvSpPr/>
          <p:nvPr userDrawn="1"/>
        </p:nvSpPr>
        <p:spPr>
          <a:xfrm rot="2875594" flipV="1">
            <a:off x="-1214698" y="5983228"/>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B7F2CC63-8603-9325-CDD9-31732A4A60BB}"/>
              </a:ext>
            </a:extLst>
          </p:cNvPr>
          <p:cNvSpPr/>
          <p:nvPr userDrawn="1"/>
        </p:nvSpPr>
        <p:spPr>
          <a:xfrm rot="2875594" flipV="1">
            <a:off x="-328974" y="5828754"/>
            <a:ext cx="1197270" cy="487838"/>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48" h="822093">
                <a:moveTo>
                  <a:pt x="0" y="719773"/>
                </a:moveTo>
                <a:cubicBezTo>
                  <a:pt x="158877" y="669957"/>
                  <a:pt x="482874" y="568176"/>
                  <a:pt x="740458" y="693110"/>
                </a:cubicBezTo>
                <a:cubicBezTo>
                  <a:pt x="998042" y="818044"/>
                  <a:pt x="1001745" y="697224"/>
                  <a:pt x="1124849" y="708791"/>
                </a:cubicBezTo>
                <a:cubicBezTo>
                  <a:pt x="1247953" y="720358"/>
                  <a:pt x="1441630" y="918442"/>
                  <a:pt x="1479080" y="762510"/>
                </a:cubicBezTo>
                <a:cubicBezTo>
                  <a:pt x="1516530" y="606578"/>
                  <a:pt x="1421107" y="549119"/>
                  <a:pt x="1306884" y="428504"/>
                </a:cubicBezTo>
                <a:cubicBezTo>
                  <a:pt x="1192661" y="307889"/>
                  <a:pt x="774990" y="139716"/>
                  <a:pt x="585522" y="0"/>
                </a:cubicBezTo>
              </a:path>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A318F40A-9D78-3E0C-61EE-80E1CD4C623E}"/>
              </a:ext>
            </a:extLst>
          </p:cNvPr>
          <p:cNvSpPr/>
          <p:nvPr userDrawn="1"/>
        </p:nvSpPr>
        <p:spPr>
          <a:xfrm rot="2875594" flipV="1">
            <a:off x="51326" y="6215343"/>
            <a:ext cx="929428" cy="538371"/>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878068 w 878068"/>
              <a:gd name="connsiteY0" fmla="*/ 505090 h 505090"/>
              <a:gd name="connsiteX1" fmla="*/ 623275 w 878068"/>
              <a:gd name="connsiteY1" fmla="*/ 282777 h 505090"/>
              <a:gd name="connsiteX2" fmla="*/ 0 w 878068"/>
              <a:gd name="connsiteY2" fmla="*/ 0 h 505090"/>
              <a:gd name="connsiteX0" fmla="*/ 827490 w 827490"/>
              <a:gd name="connsiteY0" fmla="*/ 616321 h 616321"/>
              <a:gd name="connsiteX1" fmla="*/ 623275 w 827490"/>
              <a:gd name="connsiteY1" fmla="*/ 282777 h 616321"/>
              <a:gd name="connsiteX2" fmla="*/ 0 w 827490"/>
              <a:gd name="connsiteY2" fmla="*/ 0 h 616321"/>
              <a:gd name="connsiteX0" fmla="*/ 827490 w 827490"/>
              <a:gd name="connsiteY0" fmla="*/ 616321 h 616321"/>
              <a:gd name="connsiteX1" fmla="*/ 578231 w 827490"/>
              <a:gd name="connsiteY1" fmla="*/ 308799 h 616321"/>
              <a:gd name="connsiteX2" fmla="*/ 0 w 827490"/>
              <a:gd name="connsiteY2" fmla="*/ 0 h 616321"/>
            </a:gdLst>
            <a:ahLst/>
            <a:cxnLst>
              <a:cxn ang="0">
                <a:pos x="connsiteX0" y="connsiteY0"/>
              </a:cxn>
              <a:cxn ang="0">
                <a:pos x="connsiteX1" y="connsiteY1"/>
              </a:cxn>
              <a:cxn ang="0">
                <a:pos x="connsiteX2" y="connsiteY2"/>
              </a:cxn>
            </a:cxnLst>
            <a:rect l="l" t="t" r="r" b="b"/>
            <a:pathLst>
              <a:path w="827490" h="616321">
                <a:moveTo>
                  <a:pt x="827490" y="616321"/>
                </a:moveTo>
                <a:cubicBezTo>
                  <a:pt x="754719" y="529739"/>
                  <a:pt x="724576" y="392981"/>
                  <a:pt x="578231" y="308799"/>
                </a:cubicBezTo>
                <a:cubicBezTo>
                  <a:pt x="431886" y="224617"/>
                  <a:pt x="133922" y="8296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70426015-EA40-A019-86B5-222FF3C73612}"/>
              </a:ext>
            </a:extLst>
          </p:cNvPr>
          <p:cNvSpPr/>
          <p:nvPr userDrawn="1"/>
        </p:nvSpPr>
        <p:spPr>
          <a:xfrm rot="2875594" flipV="1">
            <a:off x="-395297" y="5659563"/>
            <a:ext cx="1962465" cy="406249"/>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60818"/>
              <a:gd name="connsiteY0" fmla="*/ 451295 h 479312"/>
              <a:gd name="connsiteX1" fmla="*/ 335661 w 1760818"/>
              <a:gd name="connsiteY1" fmla="*/ 319373 h 479312"/>
              <a:gd name="connsiteX2" fmla="*/ 629984 w 1760818"/>
              <a:gd name="connsiteY2" fmla="*/ 264319 h 479312"/>
              <a:gd name="connsiteX3" fmla="*/ 878777 w 1760818"/>
              <a:gd name="connsiteY3" fmla="*/ 278702 h 479312"/>
              <a:gd name="connsiteX4" fmla="*/ 1024700 w 1760818"/>
              <a:gd name="connsiteY4" fmla="*/ 302609 h 479312"/>
              <a:gd name="connsiteX5" fmla="*/ 1316641 w 1760818"/>
              <a:gd name="connsiteY5" fmla="*/ 360045 h 479312"/>
              <a:gd name="connsiteX6" fmla="*/ 1527143 w 1760818"/>
              <a:gd name="connsiteY6" fmla="*/ 386334 h 479312"/>
              <a:gd name="connsiteX7" fmla="*/ 1704023 w 1760818"/>
              <a:gd name="connsiteY7" fmla="*/ 0 h 479312"/>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024700 w 1760818"/>
              <a:gd name="connsiteY4" fmla="*/ 302609 h 479311"/>
              <a:gd name="connsiteX5" fmla="*/ 1316641 w 1760818"/>
              <a:gd name="connsiteY5" fmla="*/ 360045 h 479311"/>
              <a:gd name="connsiteX6" fmla="*/ 1527143 w 1760818"/>
              <a:gd name="connsiteY6" fmla="*/ 386334 h 479311"/>
              <a:gd name="connsiteX7" fmla="*/ 1704023 w 1760818"/>
              <a:gd name="connsiteY7" fmla="*/ 0 h 479311"/>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316641 w 1760818"/>
              <a:gd name="connsiteY4" fmla="*/ 360045 h 479311"/>
              <a:gd name="connsiteX5" fmla="*/ 1527143 w 1760818"/>
              <a:gd name="connsiteY5" fmla="*/ 386334 h 479311"/>
              <a:gd name="connsiteX6" fmla="*/ 1704023 w 1760818"/>
              <a:gd name="connsiteY6" fmla="*/ 0 h 479311"/>
              <a:gd name="connsiteX0" fmla="*/ 0 w 1778975"/>
              <a:gd name="connsiteY0" fmla="*/ 451295 h 567158"/>
              <a:gd name="connsiteX1" fmla="*/ 335661 w 1778975"/>
              <a:gd name="connsiteY1" fmla="*/ 319373 h 567158"/>
              <a:gd name="connsiteX2" fmla="*/ 629984 w 1778975"/>
              <a:gd name="connsiteY2" fmla="*/ 264319 h 567158"/>
              <a:gd name="connsiteX3" fmla="*/ 878777 w 1778975"/>
              <a:gd name="connsiteY3" fmla="*/ 278702 h 567158"/>
              <a:gd name="connsiteX4" fmla="*/ 1316641 w 1778975"/>
              <a:gd name="connsiteY4" fmla="*/ 360045 h 567158"/>
              <a:gd name="connsiteX5" fmla="*/ 1631590 w 1778975"/>
              <a:gd name="connsiteY5" fmla="*/ 567105 h 567158"/>
              <a:gd name="connsiteX6" fmla="*/ 1704023 w 1778975"/>
              <a:gd name="connsiteY6" fmla="*/ 0 h 567158"/>
              <a:gd name="connsiteX0" fmla="*/ 0 w 1747224"/>
              <a:gd name="connsiteY0" fmla="*/ 349207 h 465070"/>
              <a:gd name="connsiteX1" fmla="*/ 335661 w 1747224"/>
              <a:gd name="connsiteY1" fmla="*/ 217285 h 465070"/>
              <a:gd name="connsiteX2" fmla="*/ 629984 w 1747224"/>
              <a:gd name="connsiteY2" fmla="*/ 162231 h 465070"/>
              <a:gd name="connsiteX3" fmla="*/ 878777 w 1747224"/>
              <a:gd name="connsiteY3" fmla="*/ 176614 h 465070"/>
              <a:gd name="connsiteX4" fmla="*/ 1316641 w 1747224"/>
              <a:gd name="connsiteY4" fmla="*/ 257957 h 465070"/>
              <a:gd name="connsiteX5" fmla="*/ 1631590 w 1747224"/>
              <a:gd name="connsiteY5" fmla="*/ 465017 h 465070"/>
              <a:gd name="connsiteX6" fmla="*/ 1661322 w 1747224"/>
              <a:gd name="connsiteY6" fmla="*/ 0 h 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7224" h="465070">
                <a:moveTo>
                  <a:pt x="0" y="349207"/>
                </a:moveTo>
                <a:cubicBezTo>
                  <a:pt x="61697" y="453147"/>
                  <a:pt x="257270" y="235764"/>
                  <a:pt x="335661" y="217285"/>
                </a:cubicBezTo>
                <a:cubicBezTo>
                  <a:pt x="433007" y="194330"/>
                  <a:pt x="516020" y="119186"/>
                  <a:pt x="629984" y="162231"/>
                </a:cubicBezTo>
                <a:cubicBezTo>
                  <a:pt x="707927" y="191671"/>
                  <a:pt x="764334" y="160660"/>
                  <a:pt x="878777" y="176614"/>
                </a:cubicBezTo>
                <a:cubicBezTo>
                  <a:pt x="993220" y="192568"/>
                  <a:pt x="1191172" y="209890"/>
                  <a:pt x="1316641" y="257957"/>
                </a:cubicBezTo>
                <a:cubicBezTo>
                  <a:pt x="1442110" y="306024"/>
                  <a:pt x="1560724" y="468446"/>
                  <a:pt x="1631590" y="465017"/>
                </a:cubicBezTo>
                <a:cubicBezTo>
                  <a:pt x="1696455" y="461874"/>
                  <a:pt x="1838868" y="391287"/>
                  <a:pt x="1661322" y="0"/>
                </a:cubicBezTo>
              </a:path>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90847C04-6FBB-72E7-5DE7-9675102F841A}"/>
              </a:ext>
            </a:extLst>
          </p:cNvPr>
          <p:cNvSpPr/>
          <p:nvPr userDrawn="1"/>
        </p:nvSpPr>
        <p:spPr>
          <a:xfrm rot="2875594" flipV="1">
            <a:off x="1879349" y="5529073"/>
            <a:ext cx="2506700" cy="1791907"/>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91907"/>
              <a:gd name="connsiteX1" fmla="*/ 939053 w 2506700"/>
              <a:gd name="connsiteY1" fmla="*/ 214042 h 1791907"/>
              <a:gd name="connsiteX2" fmla="*/ 660243 w 2506700"/>
              <a:gd name="connsiteY2" fmla="*/ 293448 h 1791907"/>
              <a:gd name="connsiteX3" fmla="*/ 436318 w 2506700"/>
              <a:gd name="connsiteY3" fmla="*/ 198732 h 1791907"/>
              <a:gd name="connsiteX4" fmla="*/ 193413 w 2506700"/>
              <a:gd name="connsiteY4" fmla="*/ 459846 h 1791907"/>
              <a:gd name="connsiteX5" fmla="*/ 308 w 2506700"/>
              <a:gd name="connsiteY5" fmla="*/ 858140 h 1791907"/>
              <a:gd name="connsiteX6" fmla="*/ 66423 w 2506700"/>
              <a:gd name="connsiteY6" fmla="*/ 1140531 h 1791907"/>
              <a:gd name="connsiteX7" fmla="*/ 207642 w 2506700"/>
              <a:gd name="connsiteY7" fmla="*/ 1363350 h 1791907"/>
              <a:gd name="connsiteX8" fmla="*/ 258654 w 2506700"/>
              <a:gd name="connsiteY8" fmla="*/ 1422551 h 1791907"/>
              <a:gd name="connsiteX9" fmla="*/ 449960 w 2506700"/>
              <a:gd name="connsiteY9" fmla="*/ 1572107 h 1791907"/>
              <a:gd name="connsiteX10" fmla="*/ 583477 w 2506700"/>
              <a:gd name="connsiteY10" fmla="*/ 1621529 h 1791907"/>
              <a:gd name="connsiteX11" fmla="*/ 898277 w 2506700"/>
              <a:gd name="connsiteY11" fmla="*/ 1791883 h 1791907"/>
              <a:gd name="connsiteX12" fmla="*/ 1200345 w 2506700"/>
              <a:gd name="connsiteY12" fmla="*/ 1666875 h 1791907"/>
              <a:gd name="connsiteX13" fmla="*/ 1775812 w 2506700"/>
              <a:gd name="connsiteY13" fmla="*/ 1683016 h 1791907"/>
              <a:gd name="connsiteX14" fmla="*/ 2058355 w 2506700"/>
              <a:gd name="connsiteY14" fmla="*/ 1669870 h 1791907"/>
              <a:gd name="connsiteX15" fmla="*/ 2388752 w 2506700"/>
              <a:gd name="connsiteY15" fmla="*/ 1715135 h 1791907"/>
              <a:gd name="connsiteX16" fmla="*/ 2506700 w 2506700"/>
              <a:gd name="connsiteY16" fmla="*/ 1683417 h 1791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6700" h="1791907">
                <a:moveTo>
                  <a:pt x="973740" y="0"/>
                </a:moveTo>
                <a:cubicBezTo>
                  <a:pt x="962293" y="22454"/>
                  <a:pt x="991303" y="165134"/>
                  <a:pt x="939053" y="214042"/>
                </a:cubicBezTo>
                <a:cubicBezTo>
                  <a:pt x="886804" y="262950"/>
                  <a:pt x="744032" y="296000"/>
                  <a:pt x="660243" y="293448"/>
                </a:cubicBezTo>
                <a:cubicBezTo>
                  <a:pt x="576454" y="290896"/>
                  <a:pt x="514123" y="170999"/>
                  <a:pt x="436318" y="198732"/>
                </a:cubicBezTo>
                <a:cubicBezTo>
                  <a:pt x="358513" y="226465"/>
                  <a:pt x="266081" y="349945"/>
                  <a:pt x="193413" y="459846"/>
                </a:cubicBezTo>
                <a:cubicBezTo>
                  <a:pt x="120745" y="569747"/>
                  <a:pt x="5549" y="713117"/>
                  <a:pt x="308" y="858140"/>
                </a:cubicBezTo>
                <a:cubicBezTo>
                  <a:pt x="-3224" y="954573"/>
                  <a:pt x="23951" y="1049756"/>
                  <a:pt x="66423" y="1140531"/>
                </a:cubicBezTo>
                <a:cubicBezTo>
                  <a:pt x="102905" y="1218576"/>
                  <a:pt x="150513" y="1293126"/>
                  <a:pt x="207642" y="1363350"/>
                </a:cubicBezTo>
                <a:cubicBezTo>
                  <a:pt x="223931" y="1383401"/>
                  <a:pt x="240848" y="1403251"/>
                  <a:pt x="258654" y="1422551"/>
                </a:cubicBezTo>
                <a:cubicBezTo>
                  <a:pt x="312072" y="1480453"/>
                  <a:pt x="373494" y="1533417"/>
                  <a:pt x="449960" y="1572107"/>
                </a:cubicBezTo>
                <a:cubicBezTo>
                  <a:pt x="491471" y="1593156"/>
                  <a:pt x="508758" y="1584900"/>
                  <a:pt x="583477" y="1621529"/>
                </a:cubicBezTo>
                <a:cubicBezTo>
                  <a:pt x="658197" y="1658158"/>
                  <a:pt x="771287" y="1788888"/>
                  <a:pt x="898277" y="1791883"/>
                </a:cubicBezTo>
                <a:cubicBezTo>
                  <a:pt x="979049" y="1793797"/>
                  <a:pt x="1054089" y="1685019"/>
                  <a:pt x="1200345" y="1666875"/>
                </a:cubicBezTo>
                <a:cubicBezTo>
                  <a:pt x="1346601" y="1648731"/>
                  <a:pt x="1583990" y="1677109"/>
                  <a:pt x="1775812" y="1683016"/>
                </a:cubicBezTo>
                <a:cubicBezTo>
                  <a:pt x="1870707" y="1685929"/>
                  <a:pt x="1956198" y="1664517"/>
                  <a:pt x="2058355" y="1669870"/>
                </a:cubicBezTo>
                <a:cubicBezTo>
                  <a:pt x="2160512" y="1675223"/>
                  <a:pt x="2263939" y="1760843"/>
                  <a:pt x="2388752" y="1715135"/>
                </a:cubicBezTo>
                <a:lnTo>
                  <a:pt x="2506700" y="1683417"/>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A3C9CC6A-DA1F-B3E7-7E53-1F044470BAC6}"/>
              </a:ext>
            </a:extLst>
          </p:cNvPr>
          <p:cNvSpPr/>
          <p:nvPr userDrawn="1"/>
        </p:nvSpPr>
        <p:spPr>
          <a:xfrm rot="2875594" flipV="1">
            <a:off x="2135113" y="5711677"/>
            <a:ext cx="2166893" cy="1342139"/>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82818 w 2166893"/>
              <a:gd name="connsiteY0" fmla="*/ 0 h 1342139"/>
              <a:gd name="connsiteX1" fmla="*/ 1058427 w 2166893"/>
              <a:gd name="connsiteY1" fmla="*/ 200888 h 1342139"/>
              <a:gd name="connsiteX2" fmla="*/ 902551 w 2166893"/>
              <a:gd name="connsiteY2" fmla="*/ 299151 h 1342139"/>
              <a:gd name="connsiteX3" fmla="*/ 746675 w 2166893"/>
              <a:gd name="connsiteY3" fmla="*/ 299151 h 1342139"/>
              <a:gd name="connsiteX4" fmla="*/ 534419 w 2166893"/>
              <a:gd name="connsiteY4" fmla="*/ 263624 h 1342139"/>
              <a:gd name="connsiteX5" fmla="*/ 271026 w 2166893"/>
              <a:gd name="connsiteY5" fmla="*/ 274107 h 1342139"/>
              <a:gd name="connsiteX6" fmla="*/ 131304 w 2166893"/>
              <a:gd name="connsiteY6" fmla="*/ 345162 h 1342139"/>
              <a:gd name="connsiteX7" fmla="*/ 23786 w 2166893"/>
              <a:gd name="connsiteY7" fmla="*/ 481117 h 1342139"/>
              <a:gd name="connsiteX8" fmla="*/ 2282 w 2166893"/>
              <a:gd name="connsiteY8" fmla="*/ 644195 h 1342139"/>
              <a:gd name="connsiteX9" fmla="*/ 88298 w 2166893"/>
              <a:gd name="connsiteY9" fmla="*/ 884652 h 1342139"/>
              <a:gd name="connsiteX10" fmla="*/ 151164 w 2166893"/>
              <a:gd name="connsiteY10" fmla="*/ 974564 h 1342139"/>
              <a:gd name="connsiteX11" fmla="*/ 231762 w 2166893"/>
              <a:gd name="connsiteY11" fmla="*/ 1055053 h 1342139"/>
              <a:gd name="connsiteX12" fmla="*/ 524683 w 2166893"/>
              <a:gd name="connsiteY12" fmla="*/ 1196248 h 1342139"/>
              <a:gd name="connsiteX13" fmla="*/ 668526 w 2166893"/>
              <a:gd name="connsiteY13" fmla="*/ 1340791 h 1342139"/>
              <a:gd name="connsiteX14" fmla="*/ 1017130 w 2166893"/>
              <a:gd name="connsiteY14" fmla="*/ 1229530 h 1342139"/>
              <a:gd name="connsiteX15" fmla="*/ 1282851 w 2166893"/>
              <a:gd name="connsiteY15" fmla="*/ 1153479 h 1342139"/>
              <a:gd name="connsiteX16" fmla="*/ 1535467 w 2166893"/>
              <a:gd name="connsiteY16" fmla="*/ 1205317 h 1342139"/>
              <a:gd name="connsiteX17" fmla="*/ 1846173 w 2166893"/>
              <a:gd name="connsiteY17" fmla="*/ 1158820 h 1342139"/>
              <a:gd name="connsiteX18" fmla="*/ 2166893 w 2166893"/>
              <a:gd name="connsiteY18" fmla="*/ 1202565 h 134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66893" h="1342139">
                <a:moveTo>
                  <a:pt x="1082818" y="0"/>
                </a:moveTo>
                <a:cubicBezTo>
                  <a:pt x="1069993" y="39313"/>
                  <a:pt x="1088472" y="151030"/>
                  <a:pt x="1058427" y="200888"/>
                </a:cubicBezTo>
                <a:cubicBezTo>
                  <a:pt x="1028383" y="250747"/>
                  <a:pt x="968989" y="284757"/>
                  <a:pt x="902551" y="299151"/>
                </a:cubicBezTo>
                <a:cubicBezTo>
                  <a:pt x="851841" y="310134"/>
                  <a:pt x="798563" y="306640"/>
                  <a:pt x="746675" y="299151"/>
                </a:cubicBezTo>
                <a:cubicBezTo>
                  <a:pt x="675531" y="288834"/>
                  <a:pt x="605778" y="273109"/>
                  <a:pt x="534419" y="263624"/>
                </a:cubicBezTo>
                <a:cubicBezTo>
                  <a:pt x="446158" y="251892"/>
                  <a:pt x="354793" y="250478"/>
                  <a:pt x="271026" y="274107"/>
                </a:cubicBezTo>
                <a:cubicBezTo>
                  <a:pt x="218068" y="289001"/>
                  <a:pt x="170996" y="313962"/>
                  <a:pt x="131304" y="345162"/>
                </a:cubicBezTo>
                <a:cubicBezTo>
                  <a:pt x="82520" y="383437"/>
                  <a:pt x="45610" y="430031"/>
                  <a:pt x="23786" y="481117"/>
                </a:cubicBezTo>
                <a:cubicBezTo>
                  <a:pt x="1319" y="533451"/>
                  <a:pt x="-3602" y="589115"/>
                  <a:pt x="2282" y="644195"/>
                </a:cubicBezTo>
                <a:cubicBezTo>
                  <a:pt x="11161" y="727648"/>
                  <a:pt x="43256" y="808522"/>
                  <a:pt x="88298" y="884652"/>
                </a:cubicBezTo>
                <a:cubicBezTo>
                  <a:pt x="106699" y="915728"/>
                  <a:pt x="127453" y="945931"/>
                  <a:pt x="151164" y="974564"/>
                </a:cubicBezTo>
                <a:cubicBezTo>
                  <a:pt x="174874" y="1003196"/>
                  <a:pt x="201539" y="1030258"/>
                  <a:pt x="231762" y="1055053"/>
                </a:cubicBezTo>
                <a:cubicBezTo>
                  <a:pt x="312107" y="1120950"/>
                  <a:pt x="451889" y="1148625"/>
                  <a:pt x="524683" y="1196248"/>
                </a:cubicBezTo>
                <a:cubicBezTo>
                  <a:pt x="597477" y="1243871"/>
                  <a:pt x="633970" y="1337130"/>
                  <a:pt x="668526" y="1340791"/>
                </a:cubicBezTo>
                <a:cubicBezTo>
                  <a:pt x="797762" y="1354436"/>
                  <a:pt x="914743" y="1260749"/>
                  <a:pt x="1017130" y="1229530"/>
                </a:cubicBezTo>
                <a:cubicBezTo>
                  <a:pt x="1119518" y="1198311"/>
                  <a:pt x="1168806" y="1158305"/>
                  <a:pt x="1282851" y="1153479"/>
                </a:cubicBezTo>
                <a:cubicBezTo>
                  <a:pt x="1341692" y="1150983"/>
                  <a:pt x="1441580" y="1204427"/>
                  <a:pt x="1535467" y="1205317"/>
                </a:cubicBezTo>
                <a:cubicBezTo>
                  <a:pt x="1629354" y="1206207"/>
                  <a:pt x="1740935" y="1159279"/>
                  <a:pt x="1846173" y="1158820"/>
                </a:cubicBezTo>
                <a:cubicBezTo>
                  <a:pt x="1951411" y="1158361"/>
                  <a:pt x="2100041" y="1273076"/>
                  <a:pt x="2166893" y="120256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53D29DB7-D20D-F61B-870B-960EA0EFB899}"/>
              </a:ext>
            </a:extLst>
          </p:cNvPr>
          <p:cNvSpPr/>
          <p:nvPr userDrawn="1"/>
        </p:nvSpPr>
        <p:spPr>
          <a:xfrm rot="2875594" flipV="1">
            <a:off x="2270377" y="5996796"/>
            <a:ext cx="1718881" cy="846810"/>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9716"/>
              <a:gd name="connsiteX1" fmla="*/ 1050987 w 1736717"/>
              <a:gd name="connsiteY1" fmla="*/ 114401 h 849716"/>
              <a:gd name="connsiteX2" fmla="*/ 961147 w 1736717"/>
              <a:gd name="connsiteY2" fmla="*/ 334837 h 849716"/>
              <a:gd name="connsiteX3" fmla="*/ 699038 w 1736717"/>
              <a:gd name="connsiteY3" fmla="*/ 410232 h 849716"/>
              <a:gd name="connsiteX4" fmla="*/ 443601 w 1736717"/>
              <a:gd name="connsiteY4" fmla="*/ 334732 h 849716"/>
              <a:gd name="connsiteX5" fmla="*/ 134723 w 1736717"/>
              <a:gd name="connsiteY5" fmla="*/ 286976 h 849716"/>
              <a:gd name="connsiteX6" fmla="*/ 20904 w 1736717"/>
              <a:gd name="connsiteY6" fmla="*/ 469366 h 849716"/>
              <a:gd name="connsiteX7" fmla="*/ 2519 w 1736717"/>
              <a:gd name="connsiteY7" fmla="*/ 585160 h 849716"/>
              <a:gd name="connsiteX8" fmla="*/ 52852 w 1736717"/>
              <a:gd name="connsiteY8" fmla="*/ 709318 h 849716"/>
              <a:gd name="connsiteX9" fmla="*/ 403278 w 1736717"/>
              <a:gd name="connsiteY9" fmla="*/ 839496 h 849716"/>
              <a:gd name="connsiteX10" fmla="*/ 804257 w 1736717"/>
              <a:gd name="connsiteY10" fmla="*/ 828256 h 849716"/>
              <a:gd name="connsiteX11" fmla="*/ 1076201 w 1736717"/>
              <a:gd name="connsiteY11" fmla="*/ 772232 h 849716"/>
              <a:gd name="connsiteX12" fmla="*/ 1548418 w 1736717"/>
              <a:gd name="connsiteY12" fmla="*/ 834109 h 849716"/>
              <a:gd name="connsiteX13" fmla="*/ 1736717 w 1736717"/>
              <a:gd name="connsiteY13" fmla="*/ 747285 h 849716"/>
              <a:gd name="connsiteX0" fmla="*/ 1090918 w 1751308"/>
              <a:gd name="connsiteY0" fmla="*/ 0 h 851321"/>
              <a:gd name="connsiteX1" fmla="*/ 1065578 w 1751308"/>
              <a:gd name="connsiteY1" fmla="*/ 114401 h 851321"/>
              <a:gd name="connsiteX2" fmla="*/ 975738 w 1751308"/>
              <a:gd name="connsiteY2" fmla="*/ 334837 h 851321"/>
              <a:gd name="connsiteX3" fmla="*/ 713629 w 1751308"/>
              <a:gd name="connsiteY3" fmla="*/ 410232 h 851321"/>
              <a:gd name="connsiteX4" fmla="*/ 458192 w 1751308"/>
              <a:gd name="connsiteY4" fmla="*/ 334732 h 851321"/>
              <a:gd name="connsiteX5" fmla="*/ 149314 w 1751308"/>
              <a:gd name="connsiteY5" fmla="*/ 286976 h 851321"/>
              <a:gd name="connsiteX6" fmla="*/ 35495 w 1751308"/>
              <a:gd name="connsiteY6" fmla="*/ 469366 h 851321"/>
              <a:gd name="connsiteX7" fmla="*/ 17110 w 1751308"/>
              <a:gd name="connsiteY7" fmla="*/ 585160 h 851321"/>
              <a:gd name="connsiteX8" fmla="*/ 267764 w 1751308"/>
              <a:gd name="connsiteY8" fmla="*/ 687544 h 851321"/>
              <a:gd name="connsiteX9" fmla="*/ 417869 w 1751308"/>
              <a:gd name="connsiteY9" fmla="*/ 839496 h 851321"/>
              <a:gd name="connsiteX10" fmla="*/ 818848 w 1751308"/>
              <a:gd name="connsiteY10" fmla="*/ 828256 h 851321"/>
              <a:gd name="connsiteX11" fmla="*/ 1090792 w 1751308"/>
              <a:gd name="connsiteY11" fmla="*/ 772232 h 851321"/>
              <a:gd name="connsiteX12" fmla="*/ 1563009 w 1751308"/>
              <a:gd name="connsiteY12" fmla="*/ 834109 h 851321"/>
              <a:gd name="connsiteX13" fmla="*/ 1751308 w 1751308"/>
              <a:gd name="connsiteY13" fmla="*/ 747285 h 851321"/>
              <a:gd name="connsiteX0" fmla="*/ 1087004 w 1747394"/>
              <a:gd name="connsiteY0" fmla="*/ 0 h 846810"/>
              <a:gd name="connsiteX1" fmla="*/ 1061664 w 1747394"/>
              <a:gd name="connsiteY1" fmla="*/ 114401 h 846810"/>
              <a:gd name="connsiteX2" fmla="*/ 971824 w 1747394"/>
              <a:gd name="connsiteY2" fmla="*/ 334837 h 846810"/>
              <a:gd name="connsiteX3" fmla="*/ 709715 w 1747394"/>
              <a:gd name="connsiteY3" fmla="*/ 410232 h 846810"/>
              <a:gd name="connsiteX4" fmla="*/ 454278 w 1747394"/>
              <a:gd name="connsiteY4" fmla="*/ 334732 h 846810"/>
              <a:gd name="connsiteX5" fmla="*/ 145400 w 1747394"/>
              <a:gd name="connsiteY5" fmla="*/ 286976 h 846810"/>
              <a:gd name="connsiteX6" fmla="*/ 31581 w 1747394"/>
              <a:gd name="connsiteY6" fmla="*/ 469366 h 846810"/>
              <a:gd name="connsiteX7" fmla="*/ 13196 w 1747394"/>
              <a:gd name="connsiteY7" fmla="*/ 585160 h 846810"/>
              <a:gd name="connsiteX8" fmla="*/ 210912 w 1747394"/>
              <a:gd name="connsiteY8" fmla="*/ 748868 h 846810"/>
              <a:gd name="connsiteX9" fmla="*/ 413955 w 1747394"/>
              <a:gd name="connsiteY9" fmla="*/ 839496 h 846810"/>
              <a:gd name="connsiteX10" fmla="*/ 814934 w 1747394"/>
              <a:gd name="connsiteY10" fmla="*/ 828256 h 846810"/>
              <a:gd name="connsiteX11" fmla="*/ 1086878 w 1747394"/>
              <a:gd name="connsiteY11" fmla="*/ 772232 h 846810"/>
              <a:gd name="connsiteX12" fmla="*/ 1559095 w 1747394"/>
              <a:gd name="connsiteY12" fmla="*/ 834109 h 846810"/>
              <a:gd name="connsiteX13" fmla="*/ 1747394 w 1747394"/>
              <a:gd name="connsiteY13" fmla="*/ 747285 h 846810"/>
              <a:gd name="connsiteX0" fmla="*/ 1058491 w 1718881"/>
              <a:gd name="connsiteY0" fmla="*/ 0 h 846810"/>
              <a:gd name="connsiteX1" fmla="*/ 1033151 w 1718881"/>
              <a:gd name="connsiteY1" fmla="*/ 114401 h 846810"/>
              <a:gd name="connsiteX2" fmla="*/ 943311 w 1718881"/>
              <a:gd name="connsiteY2" fmla="*/ 334837 h 846810"/>
              <a:gd name="connsiteX3" fmla="*/ 681202 w 1718881"/>
              <a:gd name="connsiteY3" fmla="*/ 410232 h 846810"/>
              <a:gd name="connsiteX4" fmla="*/ 425765 w 1718881"/>
              <a:gd name="connsiteY4" fmla="*/ 334732 h 846810"/>
              <a:gd name="connsiteX5" fmla="*/ 116887 w 1718881"/>
              <a:gd name="connsiteY5" fmla="*/ 286976 h 846810"/>
              <a:gd name="connsiteX6" fmla="*/ 3068 w 1718881"/>
              <a:gd name="connsiteY6" fmla="*/ 469366 h 846810"/>
              <a:gd name="connsiteX7" fmla="*/ 45543 w 1718881"/>
              <a:gd name="connsiteY7" fmla="*/ 577601 h 846810"/>
              <a:gd name="connsiteX8" fmla="*/ 182399 w 1718881"/>
              <a:gd name="connsiteY8" fmla="*/ 748868 h 846810"/>
              <a:gd name="connsiteX9" fmla="*/ 385442 w 1718881"/>
              <a:gd name="connsiteY9" fmla="*/ 839496 h 846810"/>
              <a:gd name="connsiteX10" fmla="*/ 786421 w 1718881"/>
              <a:gd name="connsiteY10" fmla="*/ 828256 h 846810"/>
              <a:gd name="connsiteX11" fmla="*/ 1058365 w 1718881"/>
              <a:gd name="connsiteY11" fmla="*/ 772232 h 846810"/>
              <a:gd name="connsiteX12" fmla="*/ 1530582 w 1718881"/>
              <a:gd name="connsiteY12" fmla="*/ 834109 h 846810"/>
              <a:gd name="connsiteX13" fmla="*/ 1718881 w 1718881"/>
              <a:gd name="connsiteY13" fmla="*/ 747285 h 84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881" h="846810">
                <a:moveTo>
                  <a:pt x="1058491" y="0"/>
                </a:moveTo>
                <a:lnTo>
                  <a:pt x="1033151" y="114401"/>
                </a:lnTo>
                <a:cubicBezTo>
                  <a:pt x="1014435" y="191299"/>
                  <a:pt x="1001969" y="285532"/>
                  <a:pt x="943311" y="334837"/>
                </a:cubicBezTo>
                <a:cubicBezTo>
                  <a:pt x="884653" y="384142"/>
                  <a:pt x="767460" y="410250"/>
                  <a:pt x="681202" y="410232"/>
                </a:cubicBezTo>
                <a:cubicBezTo>
                  <a:pt x="594944" y="410215"/>
                  <a:pt x="519818" y="355275"/>
                  <a:pt x="425765" y="334732"/>
                </a:cubicBezTo>
                <a:cubicBezTo>
                  <a:pt x="331712" y="314189"/>
                  <a:pt x="187336" y="264537"/>
                  <a:pt x="116887" y="286976"/>
                </a:cubicBezTo>
                <a:cubicBezTo>
                  <a:pt x="46438" y="309415"/>
                  <a:pt x="14959" y="420929"/>
                  <a:pt x="3068" y="469366"/>
                </a:cubicBezTo>
                <a:cubicBezTo>
                  <a:pt x="-8823" y="517803"/>
                  <a:pt x="15654" y="531017"/>
                  <a:pt x="45543" y="577601"/>
                </a:cubicBezTo>
                <a:cubicBezTo>
                  <a:pt x="75432" y="624185"/>
                  <a:pt x="125749" y="705219"/>
                  <a:pt x="182399" y="748868"/>
                </a:cubicBezTo>
                <a:cubicBezTo>
                  <a:pt x="239049" y="792517"/>
                  <a:pt x="284772" y="826265"/>
                  <a:pt x="385442" y="839496"/>
                </a:cubicBezTo>
                <a:cubicBezTo>
                  <a:pt x="486112" y="852727"/>
                  <a:pt x="653971" y="847435"/>
                  <a:pt x="786421" y="828256"/>
                </a:cubicBezTo>
                <a:cubicBezTo>
                  <a:pt x="878573" y="814964"/>
                  <a:pt x="934338" y="771257"/>
                  <a:pt x="1058365" y="772232"/>
                </a:cubicBezTo>
                <a:cubicBezTo>
                  <a:pt x="1182392" y="773207"/>
                  <a:pt x="1374132" y="852397"/>
                  <a:pt x="1530582" y="834109"/>
                </a:cubicBezTo>
                <a:cubicBezTo>
                  <a:pt x="1631591" y="837548"/>
                  <a:pt x="1718881" y="747285"/>
                  <a:pt x="1718881" y="74728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2" name="Freeform: Shape 21">
            <a:extLst>
              <a:ext uri="{FF2B5EF4-FFF2-40B4-BE49-F238E27FC236}">
                <a16:creationId xmlns:a16="http://schemas.microsoft.com/office/drawing/2014/main" id="{7A46AC8F-2865-9733-339F-EC9A8DCB7428}"/>
              </a:ext>
            </a:extLst>
          </p:cNvPr>
          <p:cNvSpPr/>
          <p:nvPr userDrawn="1"/>
        </p:nvSpPr>
        <p:spPr>
          <a:xfrm rot="9306195" flipV="1">
            <a:off x="-281508" y="1364106"/>
            <a:ext cx="7085138" cy="2247367"/>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75523" h="2572757">
                <a:moveTo>
                  <a:pt x="0" y="16433"/>
                </a:moveTo>
                <a:cubicBezTo>
                  <a:pt x="139871" y="72325"/>
                  <a:pt x="348037" y="-4303"/>
                  <a:pt x="545140" y="102642"/>
                </a:cubicBezTo>
                <a:cubicBezTo>
                  <a:pt x="742243" y="209587"/>
                  <a:pt x="1060284" y="444622"/>
                  <a:pt x="1182621" y="658103"/>
                </a:cubicBezTo>
                <a:cubicBezTo>
                  <a:pt x="1304958" y="871584"/>
                  <a:pt x="1435323" y="906562"/>
                  <a:pt x="1538613" y="924956"/>
                </a:cubicBezTo>
                <a:cubicBezTo>
                  <a:pt x="1641903" y="943350"/>
                  <a:pt x="1749705" y="856975"/>
                  <a:pt x="1802363" y="768467"/>
                </a:cubicBezTo>
                <a:cubicBezTo>
                  <a:pt x="1855021" y="679959"/>
                  <a:pt x="1866738" y="500316"/>
                  <a:pt x="1854562" y="393906"/>
                </a:cubicBezTo>
                <a:cubicBezTo>
                  <a:pt x="1848710" y="288728"/>
                  <a:pt x="1877297" y="170846"/>
                  <a:pt x="1906438" y="106613"/>
                </a:cubicBezTo>
                <a:cubicBezTo>
                  <a:pt x="1935579" y="42380"/>
                  <a:pt x="1974828" y="22507"/>
                  <a:pt x="2029406" y="8506"/>
                </a:cubicBezTo>
                <a:cubicBezTo>
                  <a:pt x="2089699" y="-6925"/>
                  <a:pt x="2153326" y="-1019"/>
                  <a:pt x="2210476" y="23460"/>
                </a:cubicBezTo>
                <a:cubicBezTo>
                  <a:pt x="2253720" y="41938"/>
                  <a:pt x="2291915" y="70609"/>
                  <a:pt x="2320109" y="108232"/>
                </a:cubicBezTo>
                <a:cubicBezTo>
                  <a:pt x="2368496" y="172621"/>
                  <a:pt x="2381640" y="255489"/>
                  <a:pt x="2373258" y="335975"/>
                </a:cubicBezTo>
                <a:cubicBezTo>
                  <a:pt x="2361257" y="451418"/>
                  <a:pt x="2293762" y="566920"/>
                  <a:pt x="2268579" y="666778"/>
                </a:cubicBezTo>
                <a:cubicBezTo>
                  <a:pt x="2243396" y="766636"/>
                  <a:pt x="2213208" y="858637"/>
                  <a:pt x="2222162" y="935123"/>
                </a:cubicBezTo>
                <a:cubicBezTo>
                  <a:pt x="2232734" y="1025801"/>
                  <a:pt x="2207407" y="1064372"/>
                  <a:pt x="2296025" y="1253270"/>
                </a:cubicBezTo>
                <a:cubicBezTo>
                  <a:pt x="2384643" y="1442168"/>
                  <a:pt x="2637673" y="1898904"/>
                  <a:pt x="2753868" y="2068511"/>
                </a:cubicBezTo>
                <a:cubicBezTo>
                  <a:pt x="2870063" y="2238118"/>
                  <a:pt x="2854778" y="2228692"/>
                  <a:pt x="2993194" y="2270914"/>
                </a:cubicBezTo>
                <a:cubicBezTo>
                  <a:pt x="3131610" y="2313136"/>
                  <a:pt x="3427763" y="2307160"/>
                  <a:pt x="3584362" y="2321843"/>
                </a:cubicBezTo>
                <a:cubicBezTo>
                  <a:pt x="3740961" y="2336526"/>
                  <a:pt x="3778407" y="2320277"/>
                  <a:pt x="3932786" y="2359010"/>
                </a:cubicBezTo>
                <a:cubicBezTo>
                  <a:pt x="4087165" y="2397743"/>
                  <a:pt x="4347642" y="2530673"/>
                  <a:pt x="4510634" y="2554243"/>
                </a:cubicBezTo>
                <a:cubicBezTo>
                  <a:pt x="4673626" y="2577813"/>
                  <a:pt x="4774481" y="2594996"/>
                  <a:pt x="4910742" y="2500430"/>
                </a:cubicBezTo>
                <a:cubicBezTo>
                  <a:pt x="5047003" y="2405864"/>
                  <a:pt x="5211019" y="2096565"/>
                  <a:pt x="5328199" y="1986848"/>
                </a:cubicBezTo>
                <a:cubicBezTo>
                  <a:pt x="5445379" y="1877131"/>
                  <a:pt x="5533654" y="1917307"/>
                  <a:pt x="5613821" y="1842127"/>
                </a:cubicBezTo>
                <a:cubicBezTo>
                  <a:pt x="5693988" y="1766947"/>
                  <a:pt x="5718945" y="1618744"/>
                  <a:pt x="5809201" y="1535767"/>
                </a:cubicBezTo>
                <a:cubicBezTo>
                  <a:pt x="5899458" y="1452790"/>
                  <a:pt x="6077640" y="1409959"/>
                  <a:pt x="6155360" y="1344267"/>
                </a:cubicBezTo>
                <a:cubicBezTo>
                  <a:pt x="6233080" y="1278575"/>
                  <a:pt x="6199690" y="1300506"/>
                  <a:pt x="6275523" y="1141617"/>
                </a:cubicBezTo>
              </a:path>
            </a:pathLst>
          </a:custGeom>
          <a:noFill/>
          <a:ln w="6350" cap="rnd">
            <a:solidFill>
              <a:schemeClr val="tx1">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248C4424-C1BC-838D-241C-5E5840E007CD}"/>
              </a:ext>
            </a:extLst>
          </p:cNvPr>
          <p:cNvSpPr/>
          <p:nvPr userDrawn="1"/>
        </p:nvSpPr>
        <p:spPr>
          <a:xfrm rot="9306195" flipV="1">
            <a:off x="4095475" y="-136645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5CC5FC02-E3BF-2109-D5BE-8CE982CFDBDD}"/>
              </a:ext>
            </a:extLst>
          </p:cNvPr>
          <p:cNvSpPr/>
          <p:nvPr userDrawn="1"/>
        </p:nvSpPr>
        <p:spPr>
          <a:xfrm rot="9306195" flipV="1">
            <a:off x="-288674" y="1228768"/>
            <a:ext cx="6731547" cy="2169696"/>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17272" h="2483841">
                <a:moveTo>
                  <a:pt x="5917272" y="1133007"/>
                </a:moveTo>
                <a:cubicBezTo>
                  <a:pt x="5835297" y="1306307"/>
                  <a:pt x="5792007" y="1355543"/>
                  <a:pt x="5709091" y="1435768"/>
                </a:cubicBezTo>
                <a:cubicBezTo>
                  <a:pt x="5626175" y="1515994"/>
                  <a:pt x="5518923" y="1523941"/>
                  <a:pt x="5419775" y="1614360"/>
                </a:cubicBezTo>
                <a:cubicBezTo>
                  <a:pt x="5320627" y="1704779"/>
                  <a:pt x="5222275" y="1871943"/>
                  <a:pt x="5114202" y="1978282"/>
                </a:cubicBezTo>
                <a:cubicBezTo>
                  <a:pt x="5006129" y="2084621"/>
                  <a:pt x="4858992" y="2180975"/>
                  <a:pt x="4771336" y="2252393"/>
                </a:cubicBezTo>
                <a:cubicBezTo>
                  <a:pt x="4683680" y="2323812"/>
                  <a:pt x="4657226" y="2366026"/>
                  <a:pt x="4588265" y="2406793"/>
                </a:cubicBezTo>
                <a:cubicBezTo>
                  <a:pt x="4502350" y="2457561"/>
                  <a:pt x="4403385" y="2479945"/>
                  <a:pt x="4303563" y="2483374"/>
                </a:cubicBezTo>
                <a:cubicBezTo>
                  <a:pt x="4126398" y="2489470"/>
                  <a:pt x="3953900" y="2434320"/>
                  <a:pt x="3777212" y="2416318"/>
                </a:cubicBezTo>
                <a:cubicBezTo>
                  <a:pt x="3590617" y="2397363"/>
                  <a:pt x="3402688" y="2419556"/>
                  <a:pt x="3214951" y="2416318"/>
                </a:cubicBezTo>
                <a:cubicBezTo>
                  <a:pt x="3133226" y="2414889"/>
                  <a:pt x="3051502" y="2408317"/>
                  <a:pt x="2971492" y="2391267"/>
                </a:cubicBezTo>
                <a:cubicBezTo>
                  <a:pt x="2833760" y="2361930"/>
                  <a:pt x="2702982" y="2301732"/>
                  <a:pt x="2605160" y="2200862"/>
                </a:cubicBezTo>
                <a:cubicBezTo>
                  <a:pt x="2517911" y="2110851"/>
                  <a:pt x="2464190" y="1995408"/>
                  <a:pt x="2409898" y="1881966"/>
                </a:cubicBezTo>
                <a:cubicBezTo>
                  <a:pt x="2355796" y="1768904"/>
                  <a:pt x="2300360" y="1656413"/>
                  <a:pt x="2250354" y="1541542"/>
                </a:cubicBezTo>
                <a:cubicBezTo>
                  <a:pt x="2207682" y="1443625"/>
                  <a:pt x="2169106" y="1343231"/>
                  <a:pt x="2157295" y="1237313"/>
                </a:cubicBezTo>
                <a:cubicBezTo>
                  <a:pt x="2140626" y="1087199"/>
                  <a:pt x="2179202" y="938324"/>
                  <a:pt x="2223779" y="793448"/>
                </a:cubicBezTo>
                <a:cubicBezTo>
                  <a:pt x="2266451" y="654860"/>
                  <a:pt x="2316743" y="513890"/>
                  <a:pt x="2288549" y="372824"/>
                </a:cubicBezTo>
                <a:cubicBezTo>
                  <a:pt x="2272833" y="294148"/>
                  <a:pt x="2234066" y="221377"/>
                  <a:pt x="2173868" y="168323"/>
                </a:cubicBezTo>
                <a:cubicBezTo>
                  <a:pt x="2133768" y="132985"/>
                  <a:pt x="2086048" y="108029"/>
                  <a:pt x="2037661" y="85169"/>
                </a:cubicBezTo>
                <a:cubicBezTo>
                  <a:pt x="1938029" y="38306"/>
                  <a:pt x="1833064" y="-1794"/>
                  <a:pt x="1723622" y="3731"/>
                </a:cubicBezTo>
                <a:cubicBezTo>
                  <a:pt x="1657423" y="7064"/>
                  <a:pt x="1625087" y="-23729"/>
                  <a:pt x="1530835" y="48593"/>
                </a:cubicBezTo>
                <a:cubicBezTo>
                  <a:pt x="1436583" y="120915"/>
                  <a:pt x="1325762" y="411862"/>
                  <a:pt x="1158112" y="437665"/>
                </a:cubicBezTo>
                <a:cubicBezTo>
                  <a:pt x="990462" y="463468"/>
                  <a:pt x="648761" y="361308"/>
                  <a:pt x="503936" y="237742"/>
                </a:cubicBezTo>
                <a:cubicBezTo>
                  <a:pt x="361336" y="115236"/>
                  <a:pt x="179640" y="36630"/>
                  <a:pt x="0" y="97038"/>
                </a:cubicBezTo>
              </a:path>
            </a:pathLst>
          </a:custGeom>
          <a:noFill/>
          <a:ln w="6350" cap="rnd">
            <a:solidFill>
              <a:schemeClr val="tx1">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F97393F2-7006-423F-6D1D-9A6E49715A98}"/>
              </a:ext>
            </a:extLst>
          </p:cNvPr>
          <p:cNvSpPr/>
          <p:nvPr userDrawn="1"/>
        </p:nvSpPr>
        <p:spPr>
          <a:xfrm rot="9306195" flipV="1">
            <a:off x="-255838" y="1125799"/>
            <a:ext cx="6449781" cy="2188451"/>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42377" h="2505314">
                <a:moveTo>
                  <a:pt x="0" y="151629"/>
                </a:moveTo>
                <a:cubicBezTo>
                  <a:pt x="182928" y="120988"/>
                  <a:pt x="487036" y="348436"/>
                  <a:pt x="643106" y="366424"/>
                </a:cubicBezTo>
                <a:cubicBezTo>
                  <a:pt x="799176" y="384412"/>
                  <a:pt x="953472" y="344704"/>
                  <a:pt x="1077182" y="209214"/>
                </a:cubicBezTo>
                <a:cubicBezTo>
                  <a:pt x="1200892" y="73724"/>
                  <a:pt x="1396151" y="-33332"/>
                  <a:pt x="1684632" y="9612"/>
                </a:cubicBezTo>
                <a:cubicBezTo>
                  <a:pt x="1973113" y="52556"/>
                  <a:pt x="2156024" y="156678"/>
                  <a:pt x="2285278" y="230687"/>
                </a:cubicBezTo>
                <a:cubicBezTo>
                  <a:pt x="2414532" y="304696"/>
                  <a:pt x="2435964" y="359275"/>
                  <a:pt x="2460157" y="453667"/>
                </a:cubicBezTo>
                <a:cubicBezTo>
                  <a:pt x="2482350" y="540535"/>
                  <a:pt x="2463491" y="630832"/>
                  <a:pt x="2431106" y="715033"/>
                </a:cubicBezTo>
                <a:cubicBezTo>
                  <a:pt x="2389386" y="823142"/>
                  <a:pt x="2327855" y="922393"/>
                  <a:pt x="2287564" y="1030978"/>
                </a:cubicBezTo>
                <a:cubicBezTo>
                  <a:pt x="2226604" y="1195189"/>
                  <a:pt x="2217651" y="1374259"/>
                  <a:pt x="2255941" y="1545137"/>
                </a:cubicBezTo>
                <a:cubicBezTo>
                  <a:pt x="2281754" y="1660104"/>
                  <a:pt x="2330046" y="1768308"/>
                  <a:pt x="2379385" y="1875464"/>
                </a:cubicBezTo>
                <a:cubicBezTo>
                  <a:pt x="2419771" y="1963189"/>
                  <a:pt x="2461110" y="2050724"/>
                  <a:pt x="2514354" y="2131115"/>
                </a:cubicBezTo>
                <a:cubicBezTo>
                  <a:pt x="2569695" y="2214649"/>
                  <a:pt x="2638179" y="2289421"/>
                  <a:pt x="2724000" y="2340856"/>
                </a:cubicBezTo>
                <a:cubicBezTo>
                  <a:pt x="2835347" y="2407626"/>
                  <a:pt x="2966125" y="2430010"/>
                  <a:pt x="3096237" y="2436677"/>
                </a:cubicBezTo>
                <a:cubicBezTo>
                  <a:pt x="3216537" y="2442869"/>
                  <a:pt x="3337124" y="2434963"/>
                  <a:pt x="3457615" y="2436677"/>
                </a:cubicBezTo>
                <a:cubicBezTo>
                  <a:pt x="3543150" y="2437915"/>
                  <a:pt x="3628494" y="2444678"/>
                  <a:pt x="3713742" y="2451917"/>
                </a:cubicBezTo>
                <a:cubicBezTo>
                  <a:pt x="3819184" y="2460871"/>
                  <a:pt x="3924721" y="2469729"/>
                  <a:pt x="4029401" y="2485160"/>
                </a:cubicBezTo>
                <a:cubicBezTo>
                  <a:pt x="4116936" y="2498018"/>
                  <a:pt x="4205518" y="2516687"/>
                  <a:pt x="4291053" y="2496208"/>
                </a:cubicBezTo>
                <a:cubicBezTo>
                  <a:pt x="4352108" y="2481635"/>
                  <a:pt x="4377493" y="2455871"/>
                  <a:pt x="4458597" y="2413055"/>
                </a:cubicBezTo>
                <a:cubicBezTo>
                  <a:pt x="4539701" y="2370239"/>
                  <a:pt x="4655649" y="2358035"/>
                  <a:pt x="4777675" y="2239314"/>
                </a:cubicBezTo>
                <a:cubicBezTo>
                  <a:pt x="4899701" y="2120593"/>
                  <a:pt x="5077817" y="1825126"/>
                  <a:pt x="5190753" y="1700730"/>
                </a:cubicBezTo>
                <a:cubicBezTo>
                  <a:pt x="5303689" y="1576334"/>
                  <a:pt x="5366425" y="1585999"/>
                  <a:pt x="5455294" y="1492940"/>
                </a:cubicBezTo>
                <a:cubicBezTo>
                  <a:pt x="5560068" y="1383212"/>
                  <a:pt x="5682675" y="1331899"/>
                  <a:pt x="5742377" y="1141087"/>
                </a:cubicBezTo>
              </a:path>
            </a:pathLst>
          </a:custGeom>
          <a:noFill/>
          <a:ln w="6350" cap="rnd">
            <a:solidFill>
              <a:schemeClr val="tx1">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E942D449-06E9-E7A6-9092-9EB5F97829F2}"/>
              </a:ext>
            </a:extLst>
          </p:cNvPr>
          <p:cNvSpPr/>
          <p:nvPr userDrawn="1"/>
        </p:nvSpPr>
        <p:spPr>
          <a:xfrm rot="9306195" flipV="1">
            <a:off x="2071130" y="-326655"/>
            <a:ext cx="2976544" cy="109270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167798 h 1379170"/>
              <a:gd name="connsiteX1" fmla="*/ 830015 w 2753592"/>
              <a:gd name="connsiteY1" fmla="*/ 1063766 h 1379170"/>
              <a:gd name="connsiteX2" fmla="*/ 1200914 w 2753592"/>
              <a:gd name="connsiteY2" fmla="*/ 1039603 h 1379170"/>
              <a:gd name="connsiteX3" fmla="*/ 1657441 w 2753592"/>
              <a:gd name="connsiteY3" fmla="*/ 1194095 h 1379170"/>
              <a:gd name="connsiteX4" fmla="*/ 1643718 w 2753592"/>
              <a:gd name="connsiteY4" fmla="*/ 1201293 h 1379170"/>
              <a:gd name="connsiteX5" fmla="*/ 2084059 w 2753592"/>
              <a:gd name="connsiteY5" fmla="*/ 1352264 h 1379170"/>
              <a:gd name="connsiteX6" fmla="*/ 2485633 w 2753592"/>
              <a:gd name="connsiteY6" fmla="*/ 1341215 h 1379170"/>
              <a:gd name="connsiteX7" fmla="*/ 2749489 w 2753592"/>
              <a:gd name="connsiteY7" fmla="*/ 989355 h 1379170"/>
              <a:gd name="connsiteX8" fmla="*/ 2593551 w 2753592"/>
              <a:gd name="connsiteY8" fmla="*/ 626459 h 1379170"/>
              <a:gd name="connsiteX9" fmla="*/ 1941279 w 2753592"/>
              <a:gd name="connsiteY9" fmla="*/ 143256 h 1379170"/>
              <a:gd name="connsiteX10" fmla="*/ 1701535 w 2753592"/>
              <a:gd name="connsiteY10" fmla="*/ 0 h 1379170"/>
              <a:gd name="connsiteX0" fmla="*/ 0 w 2753592"/>
              <a:gd name="connsiteY0" fmla="*/ 1024542 h 1235914"/>
              <a:gd name="connsiteX1" fmla="*/ 830015 w 2753592"/>
              <a:gd name="connsiteY1" fmla="*/ 920510 h 1235914"/>
              <a:gd name="connsiteX2" fmla="*/ 1200914 w 2753592"/>
              <a:gd name="connsiteY2" fmla="*/ 896347 h 1235914"/>
              <a:gd name="connsiteX3" fmla="*/ 1657441 w 2753592"/>
              <a:gd name="connsiteY3" fmla="*/ 1050839 h 1235914"/>
              <a:gd name="connsiteX4" fmla="*/ 1643718 w 2753592"/>
              <a:gd name="connsiteY4" fmla="*/ 1058037 h 1235914"/>
              <a:gd name="connsiteX5" fmla="*/ 2084059 w 2753592"/>
              <a:gd name="connsiteY5" fmla="*/ 1209008 h 1235914"/>
              <a:gd name="connsiteX6" fmla="*/ 2485633 w 2753592"/>
              <a:gd name="connsiteY6" fmla="*/ 1197959 h 1235914"/>
              <a:gd name="connsiteX7" fmla="*/ 2749489 w 2753592"/>
              <a:gd name="connsiteY7" fmla="*/ 846099 h 1235914"/>
              <a:gd name="connsiteX8" fmla="*/ 2593551 w 2753592"/>
              <a:gd name="connsiteY8" fmla="*/ 483203 h 1235914"/>
              <a:gd name="connsiteX9" fmla="*/ 1941279 w 2753592"/>
              <a:gd name="connsiteY9" fmla="*/ 0 h 1235914"/>
              <a:gd name="connsiteX0" fmla="*/ 0 w 2755002"/>
              <a:gd name="connsiteY0" fmla="*/ 1085254 h 1296626"/>
              <a:gd name="connsiteX1" fmla="*/ 830015 w 2755002"/>
              <a:gd name="connsiteY1" fmla="*/ 981222 h 1296626"/>
              <a:gd name="connsiteX2" fmla="*/ 1200914 w 2755002"/>
              <a:gd name="connsiteY2" fmla="*/ 957059 h 1296626"/>
              <a:gd name="connsiteX3" fmla="*/ 1657441 w 2755002"/>
              <a:gd name="connsiteY3" fmla="*/ 1111551 h 1296626"/>
              <a:gd name="connsiteX4" fmla="*/ 1643718 w 2755002"/>
              <a:gd name="connsiteY4" fmla="*/ 1118749 h 1296626"/>
              <a:gd name="connsiteX5" fmla="*/ 2084059 w 2755002"/>
              <a:gd name="connsiteY5" fmla="*/ 1269720 h 1296626"/>
              <a:gd name="connsiteX6" fmla="*/ 2485633 w 2755002"/>
              <a:gd name="connsiteY6" fmla="*/ 1258671 h 1296626"/>
              <a:gd name="connsiteX7" fmla="*/ 2749489 w 2755002"/>
              <a:gd name="connsiteY7" fmla="*/ 906811 h 1296626"/>
              <a:gd name="connsiteX8" fmla="*/ 2593551 w 2755002"/>
              <a:gd name="connsiteY8" fmla="*/ 543915 h 1296626"/>
              <a:gd name="connsiteX9" fmla="*/ 1823693 w 2755002"/>
              <a:gd name="connsiteY9" fmla="*/ 1 h 1296626"/>
              <a:gd name="connsiteX0" fmla="*/ 0 w 2755002"/>
              <a:gd name="connsiteY0" fmla="*/ 1085253 h 1296499"/>
              <a:gd name="connsiteX1" fmla="*/ 830015 w 2755002"/>
              <a:gd name="connsiteY1" fmla="*/ 981221 h 1296499"/>
              <a:gd name="connsiteX2" fmla="*/ 1200914 w 2755002"/>
              <a:gd name="connsiteY2" fmla="*/ 957058 h 1296499"/>
              <a:gd name="connsiteX3" fmla="*/ 1657441 w 2755002"/>
              <a:gd name="connsiteY3" fmla="*/ 1111550 h 1296499"/>
              <a:gd name="connsiteX4" fmla="*/ 1796530 w 2755002"/>
              <a:gd name="connsiteY4" fmla="*/ 1107684 h 1296499"/>
              <a:gd name="connsiteX5" fmla="*/ 2084059 w 2755002"/>
              <a:gd name="connsiteY5" fmla="*/ 1269719 h 1296499"/>
              <a:gd name="connsiteX6" fmla="*/ 2485633 w 2755002"/>
              <a:gd name="connsiteY6" fmla="*/ 1258670 h 1296499"/>
              <a:gd name="connsiteX7" fmla="*/ 2749489 w 2755002"/>
              <a:gd name="connsiteY7" fmla="*/ 906810 h 1296499"/>
              <a:gd name="connsiteX8" fmla="*/ 2593551 w 2755002"/>
              <a:gd name="connsiteY8" fmla="*/ 543914 h 1296499"/>
              <a:gd name="connsiteX9" fmla="*/ 1823693 w 2755002"/>
              <a:gd name="connsiteY9" fmla="*/ 0 h 1296499"/>
              <a:gd name="connsiteX0" fmla="*/ 0 w 2755002"/>
              <a:gd name="connsiteY0" fmla="*/ 1085253 h 1264111"/>
              <a:gd name="connsiteX1" fmla="*/ 830015 w 2755002"/>
              <a:gd name="connsiteY1" fmla="*/ 981221 h 1264111"/>
              <a:gd name="connsiteX2" fmla="*/ 1200914 w 2755002"/>
              <a:gd name="connsiteY2" fmla="*/ 957058 h 1264111"/>
              <a:gd name="connsiteX3" fmla="*/ 1657441 w 2755002"/>
              <a:gd name="connsiteY3" fmla="*/ 1111550 h 1264111"/>
              <a:gd name="connsiteX4" fmla="*/ 1796530 w 2755002"/>
              <a:gd name="connsiteY4" fmla="*/ 1107684 h 1264111"/>
              <a:gd name="connsiteX5" fmla="*/ 2097797 w 2755002"/>
              <a:gd name="connsiteY5" fmla="*/ 1119956 h 1264111"/>
              <a:gd name="connsiteX6" fmla="*/ 2485633 w 2755002"/>
              <a:gd name="connsiteY6" fmla="*/ 1258670 h 1264111"/>
              <a:gd name="connsiteX7" fmla="*/ 2749489 w 2755002"/>
              <a:gd name="connsiteY7" fmla="*/ 906810 h 1264111"/>
              <a:gd name="connsiteX8" fmla="*/ 2593551 w 2755002"/>
              <a:gd name="connsiteY8" fmla="*/ 543914 h 1264111"/>
              <a:gd name="connsiteX9" fmla="*/ 1823693 w 2755002"/>
              <a:gd name="connsiteY9" fmla="*/ 0 h 1264111"/>
              <a:gd name="connsiteX0" fmla="*/ 0 w 2755002"/>
              <a:gd name="connsiteY0" fmla="*/ 1085253 h 1264519"/>
              <a:gd name="connsiteX1" fmla="*/ 830015 w 2755002"/>
              <a:gd name="connsiteY1" fmla="*/ 981221 h 1264519"/>
              <a:gd name="connsiteX2" fmla="*/ 1200914 w 2755002"/>
              <a:gd name="connsiteY2" fmla="*/ 957058 h 1264519"/>
              <a:gd name="connsiteX3" fmla="*/ 1657441 w 2755002"/>
              <a:gd name="connsiteY3" fmla="*/ 1111550 h 1264519"/>
              <a:gd name="connsiteX4" fmla="*/ 1841573 w 2755002"/>
              <a:gd name="connsiteY4" fmla="*/ 1031255 h 1264519"/>
              <a:gd name="connsiteX5" fmla="*/ 2097797 w 2755002"/>
              <a:gd name="connsiteY5" fmla="*/ 1119956 h 1264519"/>
              <a:gd name="connsiteX6" fmla="*/ 2485633 w 2755002"/>
              <a:gd name="connsiteY6" fmla="*/ 1258670 h 1264519"/>
              <a:gd name="connsiteX7" fmla="*/ 2749489 w 2755002"/>
              <a:gd name="connsiteY7" fmla="*/ 906810 h 1264519"/>
              <a:gd name="connsiteX8" fmla="*/ 2593551 w 2755002"/>
              <a:gd name="connsiteY8" fmla="*/ 543914 h 1264519"/>
              <a:gd name="connsiteX9" fmla="*/ 1823693 w 2755002"/>
              <a:gd name="connsiteY9" fmla="*/ 0 h 1264519"/>
              <a:gd name="connsiteX0" fmla="*/ 0 w 2749783"/>
              <a:gd name="connsiteY0" fmla="*/ 1085253 h 1264519"/>
              <a:gd name="connsiteX1" fmla="*/ 830015 w 2749783"/>
              <a:gd name="connsiteY1" fmla="*/ 981221 h 1264519"/>
              <a:gd name="connsiteX2" fmla="*/ 1200914 w 2749783"/>
              <a:gd name="connsiteY2" fmla="*/ 957058 h 1264519"/>
              <a:gd name="connsiteX3" fmla="*/ 1657441 w 2749783"/>
              <a:gd name="connsiteY3" fmla="*/ 1111550 h 1264519"/>
              <a:gd name="connsiteX4" fmla="*/ 1841573 w 2749783"/>
              <a:gd name="connsiteY4" fmla="*/ 1031255 h 1264519"/>
              <a:gd name="connsiteX5" fmla="*/ 2097797 w 2749783"/>
              <a:gd name="connsiteY5" fmla="*/ 1119956 h 1264519"/>
              <a:gd name="connsiteX6" fmla="*/ 2485633 w 2749783"/>
              <a:gd name="connsiteY6" fmla="*/ 1258670 h 1264519"/>
              <a:gd name="connsiteX7" fmla="*/ 2749489 w 2749783"/>
              <a:gd name="connsiteY7" fmla="*/ 906810 h 1264519"/>
              <a:gd name="connsiteX8" fmla="*/ 2436657 w 2749783"/>
              <a:gd name="connsiteY8" fmla="*/ 393840 h 1264519"/>
              <a:gd name="connsiteX9" fmla="*/ 1823693 w 2749783"/>
              <a:gd name="connsiteY9" fmla="*/ 0 h 1264519"/>
              <a:gd name="connsiteX0" fmla="*/ 0 w 2604591"/>
              <a:gd name="connsiteY0" fmla="*/ 1085253 h 1273954"/>
              <a:gd name="connsiteX1" fmla="*/ 830015 w 2604591"/>
              <a:gd name="connsiteY1" fmla="*/ 981221 h 1273954"/>
              <a:gd name="connsiteX2" fmla="*/ 1200914 w 2604591"/>
              <a:gd name="connsiteY2" fmla="*/ 957058 h 1273954"/>
              <a:gd name="connsiteX3" fmla="*/ 1657441 w 2604591"/>
              <a:gd name="connsiteY3" fmla="*/ 1111550 h 1273954"/>
              <a:gd name="connsiteX4" fmla="*/ 1841573 w 2604591"/>
              <a:gd name="connsiteY4" fmla="*/ 1031255 h 1273954"/>
              <a:gd name="connsiteX5" fmla="*/ 2097797 w 2604591"/>
              <a:gd name="connsiteY5" fmla="*/ 1119956 h 1273954"/>
              <a:gd name="connsiteX6" fmla="*/ 2485633 w 2604591"/>
              <a:gd name="connsiteY6" fmla="*/ 1258670 h 1273954"/>
              <a:gd name="connsiteX7" fmla="*/ 2603587 w 2604591"/>
              <a:gd name="connsiteY7" fmla="*/ 723959 h 1273954"/>
              <a:gd name="connsiteX8" fmla="*/ 2436657 w 2604591"/>
              <a:gd name="connsiteY8" fmla="*/ 393840 h 1273954"/>
              <a:gd name="connsiteX9" fmla="*/ 1823693 w 2604591"/>
              <a:gd name="connsiteY9" fmla="*/ 0 h 1273954"/>
              <a:gd name="connsiteX0" fmla="*/ 0 w 2607348"/>
              <a:gd name="connsiteY0" fmla="*/ 1085253 h 1128811"/>
              <a:gd name="connsiteX1" fmla="*/ 830015 w 2607348"/>
              <a:gd name="connsiteY1" fmla="*/ 981221 h 1128811"/>
              <a:gd name="connsiteX2" fmla="*/ 1200914 w 2607348"/>
              <a:gd name="connsiteY2" fmla="*/ 957058 h 1128811"/>
              <a:gd name="connsiteX3" fmla="*/ 1657441 w 2607348"/>
              <a:gd name="connsiteY3" fmla="*/ 1111550 h 1128811"/>
              <a:gd name="connsiteX4" fmla="*/ 1841573 w 2607348"/>
              <a:gd name="connsiteY4" fmla="*/ 1031255 h 1128811"/>
              <a:gd name="connsiteX5" fmla="*/ 2097797 w 2607348"/>
              <a:gd name="connsiteY5" fmla="*/ 1119956 h 1128811"/>
              <a:gd name="connsiteX6" fmla="*/ 2343546 w 2607348"/>
              <a:gd name="connsiteY6" fmla="*/ 1080835 h 1128811"/>
              <a:gd name="connsiteX7" fmla="*/ 2603587 w 2607348"/>
              <a:gd name="connsiteY7" fmla="*/ 723959 h 1128811"/>
              <a:gd name="connsiteX8" fmla="*/ 2436657 w 2607348"/>
              <a:gd name="connsiteY8" fmla="*/ 393840 h 1128811"/>
              <a:gd name="connsiteX9" fmla="*/ 1823693 w 2607348"/>
              <a:gd name="connsiteY9" fmla="*/ 0 h 1128811"/>
              <a:gd name="connsiteX0" fmla="*/ 0 w 2607348"/>
              <a:gd name="connsiteY0" fmla="*/ 1085253 h 1126384"/>
              <a:gd name="connsiteX1" fmla="*/ 830015 w 2607348"/>
              <a:gd name="connsiteY1" fmla="*/ 981221 h 1126384"/>
              <a:gd name="connsiteX2" fmla="*/ 1200914 w 2607348"/>
              <a:gd name="connsiteY2" fmla="*/ 957058 h 1126384"/>
              <a:gd name="connsiteX3" fmla="*/ 1657441 w 2607348"/>
              <a:gd name="connsiteY3" fmla="*/ 1111550 h 1126384"/>
              <a:gd name="connsiteX4" fmla="*/ 1841573 w 2607348"/>
              <a:gd name="connsiteY4" fmla="*/ 1031255 h 1126384"/>
              <a:gd name="connsiteX5" fmla="*/ 2115852 w 2607348"/>
              <a:gd name="connsiteY5" fmla="*/ 1054260 h 1126384"/>
              <a:gd name="connsiteX6" fmla="*/ 2343546 w 2607348"/>
              <a:gd name="connsiteY6" fmla="*/ 1080835 h 1126384"/>
              <a:gd name="connsiteX7" fmla="*/ 2603587 w 2607348"/>
              <a:gd name="connsiteY7" fmla="*/ 723959 h 1126384"/>
              <a:gd name="connsiteX8" fmla="*/ 2436657 w 2607348"/>
              <a:gd name="connsiteY8" fmla="*/ 393840 h 1126384"/>
              <a:gd name="connsiteX9" fmla="*/ 1823693 w 2607348"/>
              <a:gd name="connsiteY9" fmla="*/ 0 h 1126384"/>
              <a:gd name="connsiteX0" fmla="*/ 0 w 2607348"/>
              <a:gd name="connsiteY0" fmla="*/ 1085253 h 1180558"/>
              <a:gd name="connsiteX1" fmla="*/ 538779 w 2607348"/>
              <a:gd name="connsiteY1" fmla="*/ 1160959 h 1180558"/>
              <a:gd name="connsiteX2" fmla="*/ 1200914 w 2607348"/>
              <a:gd name="connsiteY2" fmla="*/ 957058 h 1180558"/>
              <a:gd name="connsiteX3" fmla="*/ 1657441 w 2607348"/>
              <a:gd name="connsiteY3" fmla="*/ 1111550 h 1180558"/>
              <a:gd name="connsiteX4" fmla="*/ 1841573 w 2607348"/>
              <a:gd name="connsiteY4" fmla="*/ 1031255 h 1180558"/>
              <a:gd name="connsiteX5" fmla="*/ 2115852 w 2607348"/>
              <a:gd name="connsiteY5" fmla="*/ 1054260 h 1180558"/>
              <a:gd name="connsiteX6" fmla="*/ 2343546 w 2607348"/>
              <a:gd name="connsiteY6" fmla="*/ 1080835 h 1180558"/>
              <a:gd name="connsiteX7" fmla="*/ 2603587 w 2607348"/>
              <a:gd name="connsiteY7" fmla="*/ 723959 h 1180558"/>
              <a:gd name="connsiteX8" fmla="*/ 2436657 w 2607348"/>
              <a:gd name="connsiteY8" fmla="*/ 393840 h 1180558"/>
              <a:gd name="connsiteX9" fmla="*/ 1823693 w 2607348"/>
              <a:gd name="connsiteY9" fmla="*/ 0 h 1180558"/>
              <a:gd name="connsiteX0" fmla="*/ 0 w 2607348"/>
              <a:gd name="connsiteY0" fmla="*/ 1085253 h 1180405"/>
              <a:gd name="connsiteX1" fmla="*/ 538779 w 2607348"/>
              <a:gd name="connsiteY1" fmla="*/ 1160959 h 1180405"/>
              <a:gd name="connsiteX2" fmla="*/ 1017644 w 2607348"/>
              <a:gd name="connsiteY2" fmla="*/ 959217 h 1180405"/>
              <a:gd name="connsiteX3" fmla="*/ 1657441 w 2607348"/>
              <a:gd name="connsiteY3" fmla="*/ 1111550 h 1180405"/>
              <a:gd name="connsiteX4" fmla="*/ 1841573 w 2607348"/>
              <a:gd name="connsiteY4" fmla="*/ 1031255 h 1180405"/>
              <a:gd name="connsiteX5" fmla="*/ 2115852 w 2607348"/>
              <a:gd name="connsiteY5" fmla="*/ 1054260 h 1180405"/>
              <a:gd name="connsiteX6" fmla="*/ 2343546 w 2607348"/>
              <a:gd name="connsiteY6" fmla="*/ 1080835 h 1180405"/>
              <a:gd name="connsiteX7" fmla="*/ 2603587 w 2607348"/>
              <a:gd name="connsiteY7" fmla="*/ 723959 h 1180405"/>
              <a:gd name="connsiteX8" fmla="*/ 2436657 w 2607348"/>
              <a:gd name="connsiteY8" fmla="*/ 393840 h 1180405"/>
              <a:gd name="connsiteX9" fmla="*/ 1823693 w 2607348"/>
              <a:gd name="connsiteY9" fmla="*/ 0 h 1180405"/>
              <a:gd name="connsiteX0" fmla="*/ 0 w 2607348"/>
              <a:gd name="connsiteY0" fmla="*/ 1085253 h 1180405"/>
              <a:gd name="connsiteX1" fmla="*/ 538779 w 2607348"/>
              <a:gd name="connsiteY1" fmla="*/ 1160959 h 1180405"/>
              <a:gd name="connsiteX2" fmla="*/ 1017644 w 2607348"/>
              <a:gd name="connsiteY2" fmla="*/ 959217 h 1180405"/>
              <a:gd name="connsiteX3" fmla="*/ 1512836 w 2607348"/>
              <a:gd name="connsiteY3" fmla="*/ 1040952 h 1180405"/>
              <a:gd name="connsiteX4" fmla="*/ 1841573 w 2607348"/>
              <a:gd name="connsiteY4" fmla="*/ 1031255 h 1180405"/>
              <a:gd name="connsiteX5" fmla="*/ 2115852 w 2607348"/>
              <a:gd name="connsiteY5" fmla="*/ 1054260 h 1180405"/>
              <a:gd name="connsiteX6" fmla="*/ 2343546 w 2607348"/>
              <a:gd name="connsiteY6" fmla="*/ 1080835 h 1180405"/>
              <a:gd name="connsiteX7" fmla="*/ 2603587 w 2607348"/>
              <a:gd name="connsiteY7" fmla="*/ 723959 h 1180405"/>
              <a:gd name="connsiteX8" fmla="*/ 2436657 w 2607348"/>
              <a:gd name="connsiteY8" fmla="*/ 393840 h 1180405"/>
              <a:gd name="connsiteX9" fmla="*/ 1823693 w 2607348"/>
              <a:gd name="connsiteY9" fmla="*/ 0 h 1180405"/>
              <a:gd name="connsiteX0" fmla="*/ 0 w 2746217"/>
              <a:gd name="connsiteY0" fmla="*/ 1138777 h 1210812"/>
              <a:gd name="connsiteX1" fmla="*/ 677648 w 2746217"/>
              <a:gd name="connsiteY1" fmla="*/ 1160959 h 1210812"/>
              <a:gd name="connsiteX2" fmla="*/ 1156513 w 2746217"/>
              <a:gd name="connsiteY2" fmla="*/ 959217 h 1210812"/>
              <a:gd name="connsiteX3" fmla="*/ 1651705 w 2746217"/>
              <a:gd name="connsiteY3" fmla="*/ 1040952 h 1210812"/>
              <a:gd name="connsiteX4" fmla="*/ 1980442 w 2746217"/>
              <a:gd name="connsiteY4" fmla="*/ 1031255 h 1210812"/>
              <a:gd name="connsiteX5" fmla="*/ 2254721 w 2746217"/>
              <a:gd name="connsiteY5" fmla="*/ 1054260 h 1210812"/>
              <a:gd name="connsiteX6" fmla="*/ 2482415 w 2746217"/>
              <a:gd name="connsiteY6" fmla="*/ 1080835 h 1210812"/>
              <a:gd name="connsiteX7" fmla="*/ 2742456 w 2746217"/>
              <a:gd name="connsiteY7" fmla="*/ 723959 h 1210812"/>
              <a:gd name="connsiteX8" fmla="*/ 2575526 w 2746217"/>
              <a:gd name="connsiteY8" fmla="*/ 393840 h 1210812"/>
              <a:gd name="connsiteX9" fmla="*/ 1962562 w 2746217"/>
              <a:gd name="connsiteY9" fmla="*/ 0 h 1210812"/>
              <a:gd name="connsiteX0" fmla="*/ 0 w 2746217"/>
              <a:gd name="connsiteY0" fmla="*/ 1138777 h 1250990"/>
              <a:gd name="connsiteX1" fmla="*/ 414135 w 2746217"/>
              <a:gd name="connsiteY1" fmla="*/ 1250777 h 1250990"/>
              <a:gd name="connsiteX2" fmla="*/ 677648 w 2746217"/>
              <a:gd name="connsiteY2" fmla="*/ 1160959 h 1250990"/>
              <a:gd name="connsiteX3" fmla="*/ 1156513 w 2746217"/>
              <a:gd name="connsiteY3" fmla="*/ 959217 h 1250990"/>
              <a:gd name="connsiteX4" fmla="*/ 1651705 w 2746217"/>
              <a:gd name="connsiteY4" fmla="*/ 1040952 h 1250990"/>
              <a:gd name="connsiteX5" fmla="*/ 1980442 w 2746217"/>
              <a:gd name="connsiteY5" fmla="*/ 1031255 h 1250990"/>
              <a:gd name="connsiteX6" fmla="*/ 2254721 w 2746217"/>
              <a:gd name="connsiteY6" fmla="*/ 1054260 h 1250990"/>
              <a:gd name="connsiteX7" fmla="*/ 2482415 w 2746217"/>
              <a:gd name="connsiteY7" fmla="*/ 1080835 h 1250990"/>
              <a:gd name="connsiteX8" fmla="*/ 2742456 w 2746217"/>
              <a:gd name="connsiteY8" fmla="*/ 723959 h 1250990"/>
              <a:gd name="connsiteX9" fmla="*/ 2575526 w 2746217"/>
              <a:gd name="connsiteY9" fmla="*/ 393840 h 1250990"/>
              <a:gd name="connsiteX10" fmla="*/ 1962562 w 2746217"/>
              <a:gd name="connsiteY10" fmla="*/ 0 h 1250990"/>
              <a:gd name="connsiteX0" fmla="*/ 0 w 2746217"/>
              <a:gd name="connsiteY0" fmla="*/ 1138777 h 1250909"/>
              <a:gd name="connsiteX1" fmla="*/ 414135 w 2746217"/>
              <a:gd name="connsiteY1" fmla="*/ 1250777 h 1250909"/>
              <a:gd name="connsiteX2" fmla="*/ 691714 w 2746217"/>
              <a:gd name="connsiteY2" fmla="*/ 1131221 h 1250909"/>
              <a:gd name="connsiteX3" fmla="*/ 1156513 w 2746217"/>
              <a:gd name="connsiteY3" fmla="*/ 959217 h 1250909"/>
              <a:gd name="connsiteX4" fmla="*/ 1651705 w 2746217"/>
              <a:gd name="connsiteY4" fmla="*/ 1040952 h 1250909"/>
              <a:gd name="connsiteX5" fmla="*/ 1980442 w 2746217"/>
              <a:gd name="connsiteY5" fmla="*/ 1031255 h 1250909"/>
              <a:gd name="connsiteX6" fmla="*/ 2254721 w 2746217"/>
              <a:gd name="connsiteY6" fmla="*/ 1054260 h 1250909"/>
              <a:gd name="connsiteX7" fmla="*/ 2482415 w 2746217"/>
              <a:gd name="connsiteY7" fmla="*/ 1080835 h 1250909"/>
              <a:gd name="connsiteX8" fmla="*/ 2742456 w 2746217"/>
              <a:gd name="connsiteY8" fmla="*/ 723959 h 1250909"/>
              <a:gd name="connsiteX9" fmla="*/ 2575526 w 2746217"/>
              <a:gd name="connsiteY9" fmla="*/ 393840 h 1250909"/>
              <a:gd name="connsiteX10" fmla="*/ 1962562 w 2746217"/>
              <a:gd name="connsiteY10" fmla="*/ 0 h 1250909"/>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571711 w 2746217"/>
              <a:gd name="connsiteY4" fmla="*/ 106538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571711 w 2746217"/>
              <a:gd name="connsiteY4" fmla="*/ 106538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0913"/>
              <a:gd name="connsiteX1" fmla="*/ 414135 w 2746217"/>
              <a:gd name="connsiteY1" fmla="*/ 1250777 h 1250913"/>
              <a:gd name="connsiteX2" fmla="*/ 691714 w 2746217"/>
              <a:gd name="connsiteY2" fmla="*/ 1131221 h 1250913"/>
              <a:gd name="connsiteX3" fmla="*/ 1108121 w 2746217"/>
              <a:gd name="connsiteY3" fmla="*/ 943808 h 1250913"/>
              <a:gd name="connsiteX4" fmla="*/ 1571711 w 2746217"/>
              <a:gd name="connsiteY4" fmla="*/ 1065382 h 1250913"/>
              <a:gd name="connsiteX5" fmla="*/ 1980442 w 2746217"/>
              <a:gd name="connsiteY5" fmla="*/ 1031255 h 1250913"/>
              <a:gd name="connsiteX6" fmla="*/ 2254721 w 2746217"/>
              <a:gd name="connsiteY6" fmla="*/ 1054260 h 1250913"/>
              <a:gd name="connsiteX7" fmla="*/ 2482415 w 2746217"/>
              <a:gd name="connsiteY7" fmla="*/ 1080835 h 1250913"/>
              <a:gd name="connsiteX8" fmla="*/ 2742456 w 2746217"/>
              <a:gd name="connsiteY8" fmla="*/ 723959 h 1250913"/>
              <a:gd name="connsiteX9" fmla="*/ 2575526 w 2746217"/>
              <a:gd name="connsiteY9" fmla="*/ 393840 h 1250913"/>
              <a:gd name="connsiteX10" fmla="*/ 1962562 w 2746217"/>
              <a:gd name="connsiteY10" fmla="*/ 0 h 1250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217" h="1250913">
                <a:moveTo>
                  <a:pt x="0" y="1138777"/>
                </a:moveTo>
                <a:cubicBezTo>
                  <a:pt x="20643" y="1197324"/>
                  <a:pt x="301194" y="1247080"/>
                  <a:pt x="414135" y="1250777"/>
                </a:cubicBezTo>
                <a:cubicBezTo>
                  <a:pt x="527076" y="1254474"/>
                  <a:pt x="576050" y="1182383"/>
                  <a:pt x="691714" y="1131221"/>
                </a:cubicBezTo>
                <a:cubicBezTo>
                  <a:pt x="807378" y="1080059"/>
                  <a:pt x="961455" y="954781"/>
                  <a:pt x="1108121" y="943808"/>
                </a:cubicBezTo>
                <a:cubicBezTo>
                  <a:pt x="1254787" y="932835"/>
                  <a:pt x="1426324" y="1050808"/>
                  <a:pt x="1571711" y="1065382"/>
                </a:cubicBezTo>
                <a:cubicBezTo>
                  <a:pt x="1717098" y="1079956"/>
                  <a:pt x="1866607" y="1033109"/>
                  <a:pt x="1980442" y="1031255"/>
                </a:cubicBezTo>
                <a:cubicBezTo>
                  <a:pt x="2094277" y="1029401"/>
                  <a:pt x="2171059" y="1045997"/>
                  <a:pt x="2254721" y="1054260"/>
                </a:cubicBezTo>
                <a:cubicBezTo>
                  <a:pt x="2338383" y="1062523"/>
                  <a:pt x="2401126" y="1135885"/>
                  <a:pt x="2482415" y="1080835"/>
                </a:cubicBezTo>
                <a:cubicBezTo>
                  <a:pt x="2563704" y="1025785"/>
                  <a:pt x="2726938" y="838458"/>
                  <a:pt x="2742456" y="723959"/>
                </a:cubicBezTo>
                <a:cubicBezTo>
                  <a:pt x="2757974" y="609460"/>
                  <a:pt x="2729825" y="544975"/>
                  <a:pt x="2575526" y="393840"/>
                </a:cubicBezTo>
                <a:cubicBezTo>
                  <a:pt x="2421227" y="242705"/>
                  <a:pt x="2194305" y="141351"/>
                  <a:pt x="1962562" y="0"/>
                </a:cubicBezTo>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732DB15F-19C8-D9EB-95AE-BE33E7E99EE2}"/>
              </a:ext>
            </a:extLst>
          </p:cNvPr>
          <p:cNvSpPr/>
          <p:nvPr userDrawn="1"/>
        </p:nvSpPr>
        <p:spPr>
          <a:xfrm rot="9306195" flipV="1">
            <a:off x="4095475" y="-136645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132779DD-6C6B-8110-C52F-E0E4A3BF8D7D}"/>
              </a:ext>
            </a:extLst>
          </p:cNvPr>
          <p:cNvSpPr/>
          <p:nvPr userDrawn="1"/>
        </p:nvSpPr>
        <p:spPr>
          <a:xfrm rot="9306195" flipV="1">
            <a:off x="4095475" y="-136645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80EACE92-29D1-1ED8-0968-18EF079EA1A5}"/>
              </a:ext>
            </a:extLst>
          </p:cNvPr>
          <p:cNvSpPr/>
          <p:nvPr userDrawn="1"/>
        </p:nvSpPr>
        <p:spPr>
          <a:xfrm rot="9306195" flipV="1">
            <a:off x="2795682" y="-85798"/>
            <a:ext cx="1601380" cy="448216"/>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2349 w 1244378"/>
              <a:gd name="connsiteY0" fmla="*/ 1302887 h 1302887"/>
              <a:gd name="connsiteX1" fmla="*/ 580535 w 1244378"/>
              <a:gd name="connsiteY1" fmla="*/ 1165676 h 1302887"/>
              <a:gd name="connsiteX2" fmla="*/ 964926 w 1244378"/>
              <a:gd name="connsiteY2" fmla="*/ 1181357 h 1302887"/>
              <a:gd name="connsiteX3" fmla="*/ 1225844 w 1244378"/>
              <a:gd name="connsiteY3" fmla="*/ 1167654 h 1302887"/>
              <a:gd name="connsiteX4" fmla="*/ 1146961 w 1244378"/>
              <a:gd name="connsiteY4" fmla="*/ 901070 h 1302887"/>
              <a:gd name="connsiteX5" fmla="*/ 540504 w 1244378"/>
              <a:gd name="connsiteY5" fmla="*/ 443966 h 1302887"/>
              <a:gd name="connsiteX6" fmla="*/ 0 w 1244378"/>
              <a:gd name="connsiteY6" fmla="*/ 0 h 1302887"/>
              <a:gd name="connsiteX0" fmla="*/ 0 w 1142029"/>
              <a:gd name="connsiteY0" fmla="*/ 858921 h 858921"/>
              <a:gd name="connsiteX1" fmla="*/ 478186 w 1142029"/>
              <a:gd name="connsiteY1" fmla="*/ 721710 h 858921"/>
              <a:gd name="connsiteX2" fmla="*/ 862577 w 1142029"/>
              <a:gd name="connsiteY2" fmla="*/ 737391 h 858921"/>
              <a:gd name="connsiteX3" fmla="*/ 1123495 w 1142029"/>
              <a:gd name="connsiteY3" fmla="*/ 723688 h 858921"/>
              <a:gd name="connsiteX4" fmla="*/ 1044612 w 1142029"/>
              <a:gd name="connsiteY4" fmla="*/ 457104 h 858921"/>
              <a:gd name="connsiteX5" fmla="*/ 438155 w 1142029"/>
              <a:gd name="connsiteY5" fmla="*/ 0 h 858921"/>
              <a:gd name="connsiteX0" fmla="*/ 0 w 1131281"/>
              <a:gd name="connsiteY0" fmla="*/ 530287 h 530287"/>
              <a:gd name="connsiteX1" fmla="*/ 478186 w 1131281"/>
              <a:gd name="connsiteY1" fmla="*/ 393076 h 530287"/>
              <a:gd name="connsiteX2" fmla="*/ 862577 w 1131281"/>
              <a:gd name="connsiteY2" fmla="*/ 408757 h 530287"/>
              <a:gd name="connsiteX3" fmla="*/ 1123495 w 1131281"/>
              <a:gd name="connsiteY3" fmla="*/ 395054 h 530287"/>
              <a:gd name="connsiteX4" fmla="*/ 1044612 w 1131281"/>
              <a:gd name="connsiteY4" fmla="*/ 128470 h 530287"/>
              <a:gd name="connsiteX5" fmla="*/ 858751 w 1131281"/>
              <a:gd name="connsiteY5" fmla="*/ 0 h 530287"/>
              <a:gd name="connsiteX0" fmla="*/ 0 w 1131281"/>
              <a:gd name="connsiteY0" fmla="*/ 530287 h 530287"/>
              <a:gd name="connsiteX1" fmla="*/ 478186 w 1131281"/>
              <a:gd name="connsiteY1" fmla="*/ 393076 h 530287"/>
              <a:gd name="connsiteX2" fmla="*/ 862577 w 1131281"/>
              <a:gd name="connsiteY2" fmla="*/ 408757 h 530287"/>
              <a:gd name="connsiteX3" fmla="*/ 1123495 w 1131281"/>
              <a:gd name="connsiteY3" fmla="*/ 395054 h 530287"/>
              <a:gd name="connsiteX4" fmla="*/ 1044612 w 1131281"/>
              <a:gd name="connsiteY4" fmla="*/ 128470 h 530287"/>
              <a:gd name="connsiteX5" fmla="*/ 858751 w 1131281"/>
              <a:gd name="connsiteY5" fmla="*/ 0 h 530287"/>
              <a:gd name="connsiteX0" fmla="*/ 0 w 1156612"/>
              <a:gd name="connsiteY0" fmla="*/ 530287 h 530287"/>
              <a:gd name="connsiteX1" fmla="*/ 478186 w 1156612"/>
              <a:gd name="connsiteY1" fmla="*/ 393076 h 530287"/>
              <a:gd name="connsiteX2" fmla="*/ 862577 w 1156612"/>
              <a:gd name="connsiteY2" fmla="*/ 408757 h 530287"/>
              <a:gd name="connsiteX3" fmla="*/ 1123495 w 1156612"/>
              <a:gd name="connsiteY3" fmla="*/ 395054 h 530287"/>
              <a:gd name="connsiteX4" fmla="*/ 1044612 w 1156612"/>
              <a:gd name="connsiteY4" fmla="*/ 128470 h 530287"/>
              <a:gd name="connsiteX5" fmla="*/ 858751 w 1156612"/>
              <a:gd name="connsiteY5" fmla="*/ 0 h 530287"/>
              <a:gd name="connsiteX0" fmla="*/ 0 w 1220370"/>
              <a:gd name="connsiteY0" fmla="*/ 530287 h 530287"/>
              <a:gd name="connsiteX1" fmla="*/ 478186 w 1220370"/>
              <a:gd name="connsiteY1" fmla="*/ 393076 h 530287"/>
              <a:gd name="connsiteX2" fmla="*/ 862577 w 1220370"/>
              <a:gd name="connsiteY2" fmla="*/ 408757 h 530287"/>
              <a:gd name="connsiteX3" fmla="*/ 1210335 w 1220370"/>
              <a:gd name="connsiteY3" fmla="*/ 462889 h 530287"/>
              <a:gd name="connsiteX4" fmla="*/ 1044612 w 1220370"/>
              <a:gd name="connsiteY4" fmla="*/ 128470 h 530287"/>
              <a:gd name="connsiteX5" fmla="*/ 858751 w 1220370"/>
              <a:gd name="connsiteY5" fmla="*/ 0 h 530287"/>
              <a:gd name="connsiteX0" fmla="*/ 0 w 1220370"/>
              <a:gd name="connsiteY0" fmla="*/ 530287 h 530287"/>
              <a:gd name="connsiteX1" fmla="*/ 478186 w 1220370"/>
              <a:gd name="connsiteY1" fmla="*/ 393076 h 530287"/>
              <a:gd name="connsiteX2" fmla="*/ 862577 w 1220370"/>
              <a:gd name="connsiteY2" fmla="*/ 408757 h 530287"/>
              <a:gd name="connsiteX3" fmla="*/ 1210335 w 1220370"/>
              <a:gd name="connsiteY3" fmla="*/ 462889 h 530287"/>
              <a:gd name="connsiteX4" fmla="*/ 1044612 w 1220370"/>
              <a:gd name="connsiteY4" fmla="*/ 128470 h 530287"/>
              <a:gd name="connsiteX5" fmla="*/ 858751 w 1220370"/>
              <a:gd name="connsiteY5" fmla="*/ 0 h 530287"/>
              <a:gd name="connsiteX0" fmla="*/ 0 w 1219921"/>
              <a:gd name="connsiteY0" fmla="*/ 530287 h 530287"/>
              <a:gd name="connsiteX1" fmla="*/ 478186 w 1219921"/>
              <a:gd name="connsiteY1" fmla="*/ 393076 h 530287"/>
              <a:gd name="connsiteX2" fmla="*/ 869380 w 1219921"/>
              <a:gd name="connsiteY2" fmla="*/ 459764 h 530287"/>
              <a:gd name="connsiteX3" fmla="*/ 1210335 w 1219921"/>
              <a:gd name="connsiteY3" fmla="*/ 462889 h 530287"/>
              <a:gd name="connsiteX4" fmla="*/ 1044612 w 1219921"/>
              <a:gd name="connsiteY4" fmla="*/ 128470 h 530287"/>
              <a:gd name="connsiteX5" fmla="*/ 858751 w 1219921"/>
              <a:gd name="connsiteY5" fmla="*/ 0 h 530287"/>
              <a:gd name="connsiteX0" fmla="*/ 0 w 1175119"/>
              <a:gd name="connsiteY0" fmla="*/ 516449 h 516449"/>
              <a:gd name="connsiteX1" fmla="*/ 433384 w 1175119"/>
              <a:gd name="connsiteY1" fmla="*/ 393076 h 516449"/>
              <a:gd name="connsiteX2" fmla="*/ 824578 w 1175119"/>
              <a:gd name="connsiteY2" fmla="*/ 459764 h 516449"/>
              <a:gd name="connsiteX3" fmla="*/ 1165533 w 1175119"/>
              <a:gd name="connsiteY3" fmla="*/ 462889 h 516449"/>
              <a:gd name="connsiteX4" fmla="*/ 999810 w 1175119"/>
              <a:gd name="connsiteY4" fmla="*/ 128470 h 516449"/>
              <a:gd name="connsiteX5" fmla="*/ 813949 w 1175119"/>
              <a:gd name="connsiteY5" fmla="*/ 0 h 516449"/>
              <a:gd name="connsiteX0" fmla="*/ 0 w 1175119"/>
              <a:gd name="connsiteY0" fmla="*/ 516449 h 519931"/>
              <a:gd name="connsiteX1" fmla="*/ 433384 w 1175119"/>
              <a:gd name="connsiteY1" fmla="*/ 393076 h 519931"/>
              <a:gd name="connsiteX2" fmla="*/ 824578 w 1175119"/>
              <a:gd name="connsiteY2" fmla="*/ 459764 h 519931"/>
              <a:gd name="connsiteX3" fmla="*/ 1165533 w 1175119"/>
              <a:gd name="connsiteY3" fmla="*/ 462889 h 519931"/>
              <a:gd name="connsiteX4" fmla="*/ 999810 w 1175119"/>
              <a:gd name="connsiteY4" fmla="*/ 128470 h 519931"/>
              <a:gd name="connsiteX5" fmla="*/ 813949 w 1175119"/>
              <a:gd name="connsiteY5" fmla="*/ 0 h 519931"/>
              <a:gd name="connsiteX0" fmla="*/ 0 w 1175119"/>
              <a:gd name="connsiteY0" fmla="*/ 433382 h 436865"/>
              <a:gd name="connsiteX1" fmla="*/ 433384 w 1175119"/>
              <a:gd name="connsiteY1" fmla="*/ 310009 h 436865"/>
              <a:gd name="connsiteX2" fmla="*/ 824578 w 1175119"/>
              <a:gd name="connsiteY2" fmla="*/ 376697 h 436865"/>
              <a:gd name="connsiteX3" fmla="*/ 1165533 w 1175119"/>
              <a:gd name="connsiteY3" fmla="*/ 379822 h 436865"/>
              <a:gd name="connsiteX4" fmla="*/ 999810 w 1175119"/>
              <a:gd name="connsiteY4" fmla="*/ 45403 h 436865"/>
              <a:gd name="connsiteX5" fmla="*/ 685357 w 1175119"/>
              <a:gd name="connsiteY5" fmla="*/ 22096 h 436865"/>
              <a:gd name="connsiteX0" fmla="*/ 0 w 1175119"/>
              <a:gd name="connsiteY0" fmla="*/ 455934 h 459417"/>
              <a:gd name="connsiteX1" fmla="*/ 433384 w 1175119"/>
              <a:gd name="connsiteY1" fmla="*/ 332561 h 459417"/>
              <a:gd name="connsiteX2" fmla="*/ 824578 w 1175119"/>
              <a:gd name="connsiteY2" fmla="*/ 399249 h 459417"/>
              <a:gd name="connsiteX3" fmla="*/ 1165533 w 1175119"/>
              <a:gd name="connsiteY3" fmla="*/ 402374 h 459417"/>
              <a:gd name="connsiteX4" fmla="*/ 999810 w 1175119"/>
              <a:gd name="connsiteY4" fmla="*/ 67955 h 459417"/>
              <a:gd name="connsiteX5" fmla="*/ 685357 w 1175119"/>
              <a:gd name="connsiteY5" fmla="*/ 44648 h 459417"/>
              <a:gd name="connsiteX0" fmla="*/ 0 w 1175119"/>
              <a:gd name="connsiteY0" fmla="*/ 443130 h 446613"/>
              <a:gd name="connsiteX1" fmla="*/ 433384 w 1175119"/>
              <a:gd name="connsiteY1" fmla="*/ 319757 h 446613"/>
              <a:gd name="connsiteX2" fmla="*/ 824578 w 1175119"/>
              <a:gd name="connsiteY2" fmla="*/ 386445 h 446613"/>
              <a:gd name="connsiteX3" fmla="*/ 1165533 w 1175119"/>
              <a:gd name="connsiteY3" fmla="*/ 389570 h 446613"/>
              <a:gd name="connsiteX4" fmla="*/ 999810 w 1175119"/>
              <a:gd name="connsiteY4" fmla="*/ 55151 h 446613"/>
              <a:gd name="connsiteX5" fmla="*/ 589047 w 1175119"/>
              <a:gd name="connsiteY5" fmla="*/ 70962 h 446613"/>
              <a:gd name="connsiteX0" fmla="*/ 0 w 1175109"/>
              <a:gd name="connsiteY0" fmla="*/ 418661 h 422144"/>
              <a:gd name="connsiteX1" fmla="*/ 433384 w 1175109"/>
              <a:gd name="connsiteY1" fmla="*/ 295288 h 422144"/>
              <a:gd name="connsiteX2" fmla="*/ 824578 w 1175109"/>
              <a:gd name="connsiteY2" fmla="*/ 361976 h 422144"/>
              <a:gd name="connsiteX3" fmla="*/ 1165533 w 1175109"/>
              <a:gd name="connsiteY3" fmla="*/ 365101 h 422144"/>
              <a:gd name="connsiteX4" fmla="*/ 999755 w 1175109"/>
              <a:gd name="connsiteY4" fmla="*/ 66782 h 422144"/>
              <a:gd name="connsiteX5" fmla="*/ 589047 w 1175109"/>
              <a:gd name="connsiteY5" fmla="*/ 46493 h 422144"/>
              <a:gd name="connsiteX0" fmla="*/ 0 w 1313471"/>
              <a:gd name="connsiteY0" fmla="*/ 510755 h 513107"/>
              <a:gd name="connsiteX1" fmla="*/ 571746 w 1313471"/>
              <a:gd name="connsiteY1" fmla="*/ 295288 h 513107"/>
              <a:gd name="connsiteX2" fmla="*/ 962940 w 1313471"/>
              <a:gd name="connsiteY2" fmla="*/ 361976 h 513107"/>
              <a:gd name="connsiteX3" fmla="*/ 1303895 w 1313471"/>
              <a:gd name="connsiteY3" fmla="*/ 365101 h 513107"/>
              <a:gd name="connsiteX4" fmla="*/ 1138117 w 1313471"/>
              <a:gd name="connsiteY4" fmla="*/ 66782 h 513107"/>
              <a:gd name="connsiteX5" fmla="*/ 727409 w 1313471"/>
              <a:gd name="connsiteY5" fmla="*/ 46493 h 513107"/>
              <a:gd name="connsiteX0" fmla="*/ 0 w 1313471"/>
              <a:gd name="connsiteY0" fmla="*/ 510755 h 513113"/>
              <a:gd name="connsiteX1" fmla="*/ 540147 w 1313471"/>
              <a:gd name="connsiteY1" fmla="*/ 295988 h 513113"/>
              <a:gd name="connsiteX2" fmla="*/ 962940 w 1313471"/>
              <a:gd name="connsiteY2" fmla="*/ 361976 h 513113"/>
              <a:gd name="connsiteX3" fmla="*/ 1303895 w 1313471"/>
              <a:gd name="connsiteY3" fmla="*/ 365101 h 513113"/>
              <a:gd name="connsiteX4" fmla="*/ 1138117 w 1313471"/>
              <a:gd name="connsiteY4" fmla="*/ 66782 h 513113"/>
              <a:gd name="connsiteX5" fmla="*/ 727409 w 1313471"/>
              <a:gd name="connsiteY5" fmla="*/ 46493 h 513113"/>
              <a:gd name="connsiteX0" fmla="*/ 0 w 1313471"/>
              <a:gd name="connsiteY0" fmla="*/ 510755 h 513113"/>
              <a:gd name="connsiteX1" fmla="*/ 540147 w 1313471"/>
              <a:gd name="connsiteY1" fmla="*/ 295988 h 513113"/>
              <a:gd name="connsiteX2" fmla="*/ 962940 w 1313471"/>
              <a:gd name="connsiteY2" fmla="*/ 361976 h 513113"/>
              <a:gd name="connsiteX3" fmla="*/ 1303895 w 1313471"/>
              <a:gd name="connsiteY3" fmla="*/ 365101 h 513113"/>
              <a:gd name="connsiteX4" fmla="*/ 1138117 w 1313471"/>
              <a:gd name="connsiteY4" fmla="*/ 66782 h 513113"/>
              <a:gd name="connsiteX5" fmla="*/ 727409 w 1313471"/>
              <a:gd name="connsiteY5" fmla="*/ 46493 h 513113"/>
              <a:gd name="connsiteX0" fmla="*/ 0 w 1348726"/>
              <a:gd name="connsiteY0" fmla="*/ 510755 h 513113"/>
              <a:gd name="connsiteX1" fmla="*/ 540147 w 1348726"/>
              <a:gd name="connsiteY1" fmla="*/ 295988 h 513113"/>
              <a:gd name="connsiteX2" fmla="*/ 962940 w 1348726"/>
              <a:gd name="connsiteY2" fmla="*/ 361976 h 513113"/>
              <a:gd name="connsiteX3" fmla="*/ 1303895 w 1348726"/>
              <a:gd name="connsiteY3" fmla="*/ 365101 h 513113"/>
              <a:gd name="connsiteX4" fmla="*/ 1138117 w 1348726"/>
              <a:gd name="connsiteY4" fmla="*/ 66782 h 513113"/>
              <a:gd name="connsiteX5" fmla="*/ 727409 w 1348726"/>
              <a:gd name="connsiteY5" fmla="*/ 46493 h 51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8726" h="513113">
                <a:moveTo>
                  <a:pt x="0" y="510755"/>
                </a:moveTo>
                <a:cubicBezTo>
                  <a:pt x="59600" y="537993"/>
                  <a:pt x="379657" y="320784"/>
                  <a:pt x="540147" y="295988"/>
                </a:cubicBezTo>
                <a:cubicBezTo>
                  <a:pt x="700637" y="271192"/>
                  <a:pt x="841582" y="274588"/>
                  <a:pt x="962940" y="361976"/>
                </a:cubicBezTo>
                <a:cubicBezTo>
                  <a:pt x="1084298" y="449364"/>
                  <a:pt x="1191229" y="423680"/>
                  <a:pt x="1303895" y="365101"/>
                </a:cubicBezTo>
                <a:cubicBezTo>
                  <a:pt x="1416561" y="306522"/>
                  <a:pt x="1300377" y="186524"/>
                  <a:pt x="1138117" y="66782"/>
                </a:cubicBezTo>
                <a:cubicBezTo>
                  <a:pt x="975857" y="-52960"/>
                  <a:pt x="826281" y="19463"/>
                  <a:pt x="727409" y="46493"/>
                </a:cubicBezTo>
              </a:path>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8940D7B8-825E-F8FA-CF06-9737EE506D72}"/>
              </a:ext>
            </a:extLst>
          </p:cNvPr>
          <p:cNvSpPr/>
          <p:nvPr userDrawn="1"/>
        </p:nvSpPr>
        <p:spPr>
          <a:xfrm rot="9306195" flipV="1">
            <a:off x="2635383" y="85391"/>
            <a:ext cx="491833" cy="29676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676495 w 1676495"/>
              <a:gd name="connsiteY0" fmla="*/ 1223105 h 1223105"/>
              <a:gd name="connsiteX1" fmla="*/ 1421702 w 1676495"/>
              <a:gd name="connsiteY1" fmla="*/ 1000792 h 1223105"/>
              <a:gd name="connsiteX2" fmla="*/ 1024604 w 1676495"/>
              <a:gd name="connsiteY2" fmla="*/ 744760 h 1223105"/>
              <a:gd name="connsiteX3" fmla="*/ 0 w 1676495"/>
              <a:gd name="connsiteY3" fmla="*/ 0 h 1223105"/>
              <a:gd name="connsiteX0" fmla="*/ 651891 w 651891"/>
              <a:gd name="connsiteY0" fmla="*/ 478345 h 478345"/>
              <a:gd name="connsiteX1" fmla="*/ 397098 w 651891"/>
              <a:gd name="connsiteY1" fmla="*/ 256032 h 478345"/>
              <a:gd name="connsiteX2" fmla="*/ 0 w 651891"/>
              <a:gd name="connsiteY2" fmla="*/ 0 h 478345"/>
              <a:gd name="connsiteX0" fmla="*/ 437890 w 437890"/>
              <a:gd name="connsiteY0" fmla="*/ 339736 h 339736"/>
              <a:gd name="connsiteX1" fmla="*/ 183097 w 437890"/>
              <a:gd name="connsiteY1" fmla="*/ 117423 h 339736"/>
              <a:gd name="connsiteX2" fmla="*/ 0 w 437890"/>
              <a:gd name="connsiteY2" fmla="*/ 0 h 339736"/>
            </a:gdLst>
            <a:ahLst/>
            <a:cxnLst>
              <a:cxn ang="0">
                <a:pos x="connsiteX0" y="connsiteY0"/>
              </a:cxn>
              <a:cxn ang="0">
                <a:pos x="connsiteX1" y="connsiteY1"/>
              </a:cxn>
              <a:cxn ang="0">
                <a:pos x="connsiteX2" y="connsiteY2"/>
              </a:cxn>
            </a:cxnLst>
            <a:rect l="l" t="t" r="r" b="b"/>
            <a:pathLst>
              <a:path w="437890" h="339736">
                <a:moveTo>
                  <a:pt x="437890" y="339736"/>
                </a:moveTo>
                <a:cubicBezTo>
                  <a:pt x="365119" y="253154"/>
                  <a:pt x="256079" y="174046"/>
                  <a:pt x="183097" y="117423"/>
                </a:cubicBezTo>
                <a:cubicBezTo>
                  <a:pt x="110115" y="60800"/>
                  <a:pt x="236950" y="166799"/>
                  <a:pt x="0" y="0"/>
                </a:cubicBezTo>
              </a:path>
            </a:pathLst>
          </a:custGeom>
          <a:noFill/>
          <a:ln w="6350" cap="rnd">
            <a:solidFill>
              <a:schemeClr val="tx1">
                <a:alpha val="35000"/>
              </a:schemeClr>
            </a:solidFill>
            <a:prstDash val="dash"/>
            <a:round/>
          </a:ln>
        </p:spPr>
        <p:txBody>
          <a:bodyPr rtlCol="0" anchor="ctr"/>
          <a:lstStyle/>
          <a:p>
            <a:endParaRPr lang="en-US"/>
          </a:p>
        </p:txBody>
      </p:sp>
      <p:sp>
        <p:nvSpPr>
          <p:cNvPr id="31" name="Freeform: Shape 30">
            <a:extLst>
              <a:ext uri="{FF2B5EF4-FFF2-40B4-BE49-F238E27FC236}">
                <a16:creationId xmlns:a16="http://schemas.microsoft.com/office/drawing/2014/main" id="{13AB6A43-0127-208C-41BA-30CBD4063948}"/>
              </a:ext>
            </a:extLst>
          </p:cNvPr>
          <p:cNvSpPr/>
          <p:nvPr userDrawn="1"/>
        </p:nvSpPr>
        <p:spPr>
          <a:xfrm rot="9306195" flipV="1">
            <a:off x="2443738" y="89106"/>
            <a:ext cx="2307273" cy="471965"/>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6912"/>
              <a:gd name="connsiteY0" fmla="*/ 466609 h 466609"/>
              <a:gd name="connsiteX1" fmla="*/ 421755 w 1846912"/>
              <a:gd name="connsiteY1" fmla="*/ 319373 h 466609"/>
              <a:gd name="connsiteX2" fmla="*/ 716078 w 1846912"/>
              <a:gd name="connsiteY2" fmla="*/ 264319 h 466609"/>
              <a:gd name="connsiteX3" fmla="*/ 964871 w 1846912"/>
              <a:gd name="connsiteY3" fmla="*/ 278702 h 466609"/>
              <a:gd name="connsiteX4" fmla="*/ 1110794 w 1846912"/>
              <a:gd name="connsiteY4" fmla="*/ 302609 h 466609"/>
              <a:gd name="connsiteX5" fmla="*/ 1402735 w 1846912"/>
              <a:gd name="connsiteY5" fmla="*/ 360045 h 466609"/>
              <a:gd name="connsiteX6" fmla="*/ 1613237 w 1846912"/>
              <a:gd name="connsiteY6" fmla="*/ 386334 h 466609"/>
              <a:gd name="connsiteX7" fmla="*/ 1790117 w 1846912"/>
              <a:gd name="connsiteY7" fmla="*/ 0 h 466609"/>
              <a:gd name="connsiteX0" fmla="*/ 0 w 1846912"/>
              <a:gd name="connsiteY0" fmla="*/ 466609 h 520513"/>
              <a:gd name="connsiteX1" fmla="*/ 421755 w 1846912"/>
              <a:gd name="connsiteY1" fmla="*/ 319373 h 520513"/>
              <a:gd name="connsiteX2" fmla="*/ 716078 w 1846912"/>
              <a:gd name="connsiteY2" fmla="*/ 264319 h 520513"/>
              <a:gd name="connsiteX3" fmla="*/ 964871 w 1846912"/>
              <a:gd name="connsiteY3" fmla="*/ 278702 h 520513"/>
              <a:gd name="connsiteX4" fmla="*/ 1110794 w 1846912"/>
              <a:gd name="connsiteY4" fmla="*/ 302609 h 520513"/>
              <a:gd name="connsiteX5" fmla="*/ 1402735 w 1846912"/>
              <a:gd name="connsiteY5" fmla="*/ 360045 h 520513"/>
              <a:gd name="connsiteX6" fmla="*/ 1613237 w 1846912"/>
              <a:gd name="connsiteY6" fmla="*/ 386334 h 520513"/>
              <a:gd name="connsiteX7" fmla="*/ 1790117 w 1846912"/>
              <a:gd name="connsiteY7" fmla="*/ 0 h 520513"/>
              <a:gd name="connsiteX0" fmla="*/ 0 w 1846912"/>
              <a:gd name="connsiteY0" fmla="*/ 466609 h 540301"/>
              <a:gd name="connsiteX1" fmla="*/ 381306 w 1846912"/>
              <a:gd name="connsiteY1" fmla="*/ 430065 h 540301"/>
              <a:gd name="connsiteX2" fmla="*/ 716078 w 1846912"/>
              <a:gd name="connsiteY2" fmla="*/ 264319 h 540301"/>
              <a:gd name="connsiteX3" fmla="*/ 964871 w 1846912"/>
              <a:gd name="connsiteY3" fmla="*/ 278702 h 540301"/>
              <a:gd name="connsiteX4" fmla="*/ 1110794 w 1846912"/>
              <a:gd name="connsiteY4" fmla="*/ 302609 h 540301"/>
              <a:gd name="connsiteX5" fmla="*/ 1402735 w 1846912"/>
              <a:gd name="connsiteY5" fmla="*/ 360045 h 540301"/>
              <a:gd name="connsiteX6" fmla="*/ 1613237 w 1846912"/>
              <a:gd name="connsiteY6" fmla="*/ 386334 h 540301"/>
              <a:gd name="connsiteX7" fmla="*/ 1790117 w 1846912"/>
              <a:gd name="connsiteY7" fmla="*/ 0 h 540301"/>
              <a:gd name="connsiteX0" fmla="*/ 0 w 2031883"/>
              <a:gd name="connsiteY0" fmla="*/ 466609 h 540301"/>
              <a:gd name="connsiteX1" fmla="*/ 381306 w 2031883"/>
              <a:gd name="connsiteY1" fmla="*/ 430065 h 540301"/>
              <a:gd name="connsiteX2" fmla="*/ 716078 w 2031883"/>
              <a:gd name="connsiteY2" fmla="*/ 264319 h 540301"/>
              <a:gd name="connsiteX3" fmla="*/ 964871 w 2031883"/>
              <a:gd name="connsiteY3" fmla="*/ 278702 h 540301"/>
              <a:gd name="connsiteX4" fmla="*/ 1110794 w 2031883"/>
              <a:gd name="connsiteY4" fmla="*/ 302609 h 540301"/>
              <a:gd name="connsiteX5" fmla="*/ 1402735 w 2031883"/>
              <a:gd name="connsiteY5" fmla="*/ 360045 h 540301"/>
              <a:gd name="connsiteX6" fmla="*/ 1613237 w 2031883"/>
              <a:gd name="connsiteY6" fmla="*/ 386334 h 540301"/>
              <a:gd name="connsiteX7" fmla="*/ 1790117 w 2031883"/>
              <a:gd name="connsiteY7" fmla="*/ 0 h 540301"/>
              <a:gd name="connsiteX0" fmla="*/ 0 w 2054214"/>
              <a:gd name="connsiteY0" fmla="*/ 466609 h 540301"/>
              <a:gd name="connsiteX1" fmla="*/ 381306 w 2054214"/>
              <a:gd name="connsiteY1" fmla="*/ 430065 h 540301"/>
              <a:gd name="connsiteX2" fmla="*/ 716078 w 2054214"/>
              <a:gd name="connsiteY2" fmla="*/ 264319 h 540301"/>
              <a:gd name="connsiteX3" fmla="*/ 964871 w 2054214"/>
              <a:gd name="connsiteY3" fmla="*/ 278702 h 540301"/>
              <a:gd name="connsiteX4" fmla="*/ 1110794 w 2054214"/>
              <a:gd name="connsiteY4" fmla="*/ 302609 h 540301"/>
              <a:gd name="connsiteX5" fmla="*/ 1402735 w 2054214"/>
              <a:gd name="connsiteY5" fmla="*/ 360045 h 540301"/>
              <a:gd name="connsiteX6" fmla="*/ 1613237 w 2054214"/>
              <a:gd name="connsiteY6" fmla="*/ 386334 h 540301"/>
              <a:gd name="connsiteX7" fmla="*/ 1790117 w 2054214"/>
              <a:gd name="connsiteY7" fmla="*/ 0 h 540301"/>
              <a:gd name="connsiteX0" fmla="*/ 0 w 2054214"/>
              <a:gd name="connsiteY0" fmla="*/ 466609 h 540301"/>
              <a:gd name="connsiteX1" fmla="*/ 381306 w 2054214"/>
              <a:gd name="connsiteY1" fmla="*/ 430065 h 540301"/>
              <a:gd name="connsiteX2" fmla="*/ 716078 w 2054214"/>
              <a:gd name="connsiteY2" fmla="*/ 264319 h 540301"/>
              <a:gd name="connsiteX3" fmla="*/ 964871 w 2054214"/>
              <a:gd name="connsiteY3" fmla="*/ 278702 h 540301"/>
              <a:gd name="connsiteX4" fmla="*/ 1110794 w 2054214"/>
              <a:gd name="connsiteY4" fmla="*/ 302609 h 540301"/>
              <a:gd name="connsiteX5" fmla="*/ 1327845 w 2054214"/>
              <a:gd name="connsiteY5" fmla="*/ 416757 h 540301"/>
              <a:gd name="connsiteX6" fmla="*/ 1613237 w 2054214"/>
              <a:gd name="connsiteY6" fmla="*/ 386334 h 540301"/>
              <a:gd name="connsiteX7" fmla="*/ 1790117 w 2054214"/>
              <a:gd name="connsiteY7" fmla="*/ 0 h 54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214" h="540301">
                <a:moveTo>
                  <a:pt x="0" y="466609"/>
                </a:moveTo>
                <a:cubicBezTo>
                  <a:pt x="255205" y="636648"/>
                  <a:pt x="261960" y="463780"/>
                  <a:pt x="381306" y="430065"/>
                </a:cubicBezTo>
                <a:cubicBezTo>
                  <a:pt x="500652" y="396350"/>
                  <a:pt x="618817" y="289546"/>
                  <a:pt x="716078" y="264319"/>
                </a:cubicBezTo>
                <a:cubicBezTo>
                  <a:pt x="813339" y="239092"/>
                  <a:pt x="882384" y="266891"/>
                  <a:pt x="964871" y="278702"/>
                </a:cubicBezTo>
                <a:cubicBezTo>
                  <a:pt x="1013639" y="285655"/>
                  <a:pt x="1050298" y="279600"/>
                  <a:pt x="1110794" y="302609"/>
                </a:cubicBezTo>
                <a:cubicBezTo>
                  <a:pt x="1171290" y="325618"/>
                  <a:pt x="1230785" y="396183"/>
                  <a:pt x="1327845" y="416757"/>
                </a:cubicBezTo>
                <a:cubicBezTo>
                  <a:pt x="1397473" y="431521"/>
                  <a:pt x="1542371" y="389763"/>
                  <a:pt x="1613237" y="386334"/>
                </a:cubicBezTo>
                <a:cubicBezTo>
                  <a:pt x="1792646" y="451877"/>
                  <a:pt x="2396925" y="301011"/>
                  <a:pt x="1790117" y="0"/>
                </a:cubicBezTo>
              </a:path>
            </a:pathLst>
          </a:custGeom>
          <a:noFill/>
          <a:ln w="6350" cap="rnd">
            <a:solidFill>
              <a:schemeClr val="tx1">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141D9159-1BFA-117A-DED1-32D126D3D43E}"/>
              </a:ext>
            </a:extLst>
          </p:cNvPr>
          <p:cNvSpPr/>
          <p:nvPr userDrawn="1"/>
        </p:nvSpPr>
        <p:spPr>
          <a:xfrm rot="9306195" flipV="1">
            <a:off x="5238" y="211520"/>
            <a:ext cx="2768703" cy="729085"/>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462705"/>
              <a:gd name="connsiteY0" fmla="*/ 277178 h 1271168"/>
              <a:gd name="connsiteX1" fmla="*/ 251555 w 4462705"/>
              <a:gd name="connsiteY1" fmla="*/ 421958 h 1271168"/>
              <a:gd name="connsiteX2" fmla="*/ 709803 w 4462705"/>
              <a:gd name="connsiteY2" fmla="*/ 690848 h 1271168"/>
              <a:gd name="connsiteX3" fmla="*/ 1010031 w 4462705"/>
              <a:gd name="connsiteY3" fmla="*/ 830580 h 1271168"/>
              <a:gd name="connsiteX4" fmla="*/ 1184529 w 4462705"/>
              <a:gd name="connsiteY4" fmla="*/ 917067 h 1271168"/>
              <a:gd name="connsiteX5" fmla="*/ 1495234 w 4462705"/>
              <a:gd name="connsiteY5" fmla="*/ 1114901 h 1271168"/>
              <a:gd name="connsiteX6" fmla="*/ 1641443 w 4462705"/>
              <a:gd name="connsiteY6" fmla="*/ 1204627 h 1271168"/>
              <a:gd name="connsiteX7" fmla="*/ 1875758 w 4462705"/>
              <a:gd name="connsiteY7" fmla="*/ 1271111 h 1271168"/>
              <a:gd name="connsiteX8" fmla="*/ 2168176 w 4462705"/>
              <a:gd name="connsiteY8" fmla="*/ 1128141 h 1271168"/>
              <a:gd name="connsiteX9" fmla="*/ 2326005 w 4462705"/>
              <a:gd name="connsiteY9" fmla="*/ 882110 h 1271168"/>
              <a:gd name="connsiteX10" fmla="*/ 2461069 w 4462705"/>
              <a:gd name="connsiteY10" fmla="*/ 574929 h 1271168"/>
              <a:gd name="connsiteX11" fmla="*/ 2589848 w 4462705"/>
              <a:gd name="connsiteY11" fmla="*/ 411480 h 1271168"/>
              <a:gd name="connsiteX12" fmla="*/ 2858452 w 4462705"/>
              <a:gd name="connsiteY12" fmla="*/ 292322 h 1271168"/>
              <a:gd name="connsiteX13" fmla="*/ 3081338 w 4462705"/>
              <a:gd name="connsiteY13" fmla="*/ 325565 h 1271168"/>
              <a:gd name="connsiteX14" fmla="*/ 3423380 w 4462705"/>
              <a:gd name="connsiteY14" fmla="*/ 383762 h 1271168"/>
              <a:gd name="connsiteX15" fmla="*/ 3805333 w 4462705"/>
              <a:gd name="connsiteY15" fmla="*/ 420434 h 1271168"/>
              <a:gd name="connsiteX16" fmla="*/ 4104418 w 4462705"/>
              <a:gd name="connsiteY16" fmla="*/ 420434 h 1271168"/>
              <a:gd name="connsiteX17" fmla="*/ 4419315 w 4462705"/>
              <a:gd name="connsiteY17" fmla="*/ 349091 h 1271168"/>
              <a:gd name="connsiteX18" fmla="*/ 4462558 w 4462705"/>
              <a:gd name="connsiteY18" fmla="*/ 242316 h 1271168"/>
              <a:gd name="connsiteX19" fmla="*/ 4359879 w 4462705"/>
              <a:gd name="connsiteY19" fmla="*/ 0 h 1271168"/>
              <a:gd name="connsiteX0" fmla="*/ 0 w 4211150"/>
              <a:gd name="connsiteY0" fmla="*/ 421958 h 1271168"/>
              <a:gd name="connsiteX1" fmla="*/ 458248 w 4211150"/>
              <a:gd name="connsiteY1" fmla="*/ 690848 h 1271168"/>
              <a:gd name="connsiteX2" fmla="*/ 758476 w 4211150"/>
              <a:gd name="connsiteY2" fmla="*/ 830580 h 1271168"/>
              <a:gd name="connsiteX3" fmla="*/ 932974 w 4211150"/>
              <a:gd name="connsiteY3" fmla="*/ 917067 h 1271168"/>
              <a:gd name="connsiteX4" fmla="*/ 1243679 w 4211150"/>
              <a:gd name="connsiteY4" fmla="*/ 1114901 h 1271168"/>
              <a:gd name="connsiteX5" fmla="*/ 1389888 w 4211150"/>
              <a:gd name="connsiteY5" fmla="*/ 1204627 h 1271168"/>
              <a:gd name="connsiteX6" fmla="*/ 1624203 w 4211150"/>
              <a:gd name="connsiteY6" fmla="*/ 1271111 h 1271168"/>
              <a:gd name="connsiteX7" fmla="*/ 1916621 w 4211150"/>
              <a:gd name="connsiteY7" fmla="*/ 1128141 h 1271168"/>
              <a:gd name="connsiteX8" fmla="*/ 2074450 w 4211150"/>
              <a:gd name="connsiteY8" fmla="*/ 882110 h 1271168"/>
              <a:gd name="connsiteX9" fmla="*/ 2209514 w 4211150"/>
              <a:gd name="connsiteY9" fmla="*/ 574929 h 1271168"/>
              <a:gd name="connsiteX10" fmla="*/ 2338293 w 4211150"/>
              <a:gd name="connsiteY10" fmla="*/ 411480 h 1271168"/>
              <a:gd name="connsiteX11" fmla="*/ 2606897 w 4211150"/>
              <a:gd name="connsiteY11" fmla="*/ 292322 h 1271168"/>
              <a:gd name="connsiteX12" fmla="*/ 2829783 w 4211150"/>
              <a:gd name="connsiteY12" fmla="*/ 325565 h 1271168"/>
              <a:gd name="connsiteX13" fmla="*/ 3171825 w 4211150"/>
              <a:gd name="connsiteY13" fmla="*/ 383762 h 1271168"/>
              <a:gd name="connsiteX14" fmla="*/ 3553778 w 4211150"/>
              <a:gd name="connsiteY14" fmla="*/ 420434 h 1271168"/>
              <a:gd name="connsiteX15" fmla="*/ 3852863 w 4211150"/>
              <a:gd name="connsiteY15" fmla="*/ 420434 h 1271168"/>
              <a:gd name="connsiteX16" fmla="*/ 4167760 w 4211150"/>
              <a:gd name="connsiteY16" fmla="*/ 349091 h 1271168"/>
              <a:gd name="connsiteX17" fmla="*/ 4211003 w 4211150"/>
              <a:gd name="connsiteY17" fmla="*/ 242316 h 1271168"/>
              <a:gd name="connsiteX18" fmla="*/ 4108324 w 4211150"/>
              <a:gd name="connsiteY18"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80045 w 3752902"/>
              <a:gd name="connsiteY9" fmla="*/ 411480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97032 w 3752902"/>
              <a:gd name="connsiteY7" fmla="*/ 764149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60988 w 3752902"/>
              <a:gd name="connsiteY4" fmla="*/ 1114985 h 1271168"/>
              <a:gd name="connsiteX5" fmla="*/ 1165955 w 3752902"/>
              <a:gd name="connsiteY5" fmla="*/ 1271111 h 1271168"/>
              <a:gd name="connsiteX6" fmla="*/ 1458373 w 3752902"/>
              <a:gd name="connsiteY6" fmla="*/ 1128141 h 1271168"/>
              <a:gd name="connsiteX7" fmla="*/ 1697032 w 3752902"/>
              <a:gd name="connsiteY7" fmla="*/ 764149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5976"/>
              <a:gd name="connsiteX1" fmla="*/ 300228 w 3752902"/>
              <a:gd name="connsiteY1" fmla="*/ 830580 h 1275976"/>
              <a:gd name="connsiteX2" fmla="*/ 474726 w 3752902"/>
              <a:gd name="connsiteY2" fmla="*/ 917067 h 1275976"/>
              <a:gd name="connsiteX3" fmla="*/ 785431 w 3752902"/>
              <a:gd name="connsiteY3" fmla="*/ 1114901 h 1275976"/>
              <a:gd name="connsiteX4" fmla="*/ 960988 w 3752902"/>
              <a:gd name="connsiteY4" fmla="*/ 1114985 h 1275976"/>
              <a:gd name="connsiteX5" fmla="*/ 1165955 w 3752902"/>
              <a:gd name="connsiteY5" fmla="*/ 1271111 h 1275976"/>
              <a:gd name="connsiteX6" fmla="*/ 1391917 w 3752902"/>
              <a:gd name="connsiteY6" fmla="*/ 912947 h 1275976"/>
              <a:gd name="connsiteX7" fmla="*/ 1697032 w 3752902"/>
              <a:gd name="connsiteY7" fmla="*/ 764149 h 1275976"/>
              <a:gd name="connsiteX8" fmla="*/ 1665343 w 3752902"/>
              <a:gd name="connsiteY8" fmla="*/ 549270 h 1275976"/>
              <a:gd name="connsiteX9" fmla="*/ 1800665 w 3752902"/>
              <a:gd name="connsiteY9" fmla="*/ 331427 h 1275976"/>
              <a:gd name="connsiteX10" fmla="*/ 2055628 w 3752902"/>
              <a:gd name="connsiteY10" fmla="*/ 345428 h 1275976"/>
              <a:gd name="connsiteX11" fmla="*/ 2253847 w 3752902"/>
              <a:gd name="connsiteY11" fmla="*/ 362138 h 1275976"/>
              <a:gd name="connsiteX12" fmla="*/ 2483982 w 3752902"/>
              <a:gd name="connsiteY12" fmla="*/ 369309 h 1275976"/>
              <a:gd name="connsiteX13" fmla="*/ 3095530 w 3752902"/>
              <a:gd name="connsiteY13" fmla="*/ 420434 h 1275976"/>
              <a:gd name="connsiteX14" fmla="*/ 3394615 w 3752902"/>
              <a:gd name="connsiteY14" fmla="*/ 420434 h 1275976"/>
              <a:gd name="connsiteX15" fmla="*/ 3709512 w 3752902"/>
              <a:gd name="connsiteY15" fmla="*/ 349091 h 1275976"/>
              <a:gd name="connsiteX16" fmla="*/ 3752755 w 3752902"/>
              <a:gd name="connsiteY16" fmla="*/ 242316 h 1275976"/>
              <a:gd name="connsiteX17" fmla="*/ 3650076 w 3752902"/>
              <a:gd name="connsiteY17" fmla="*/ 0 h 1275976"/>
              <a:gd name="connsiteX0" fmla="*/ 0 w 3752902"/>
              <a:gd name="connsiteY0" fmla="*/ 690848 h 1130930"/>
              <a:gd name="connsiteX1" fmla="*/ 300228 w 3752902"/>
              <a:gd name="connsiteY1" fmla="*/ 830580 h 1130930"/>
              <a:gd name="connsiteX2" fmla="*/ 474726 w 3752902"/>
              <a:gd name="connsiteY2" fmla="*/ 917067 h 1130930"/>
              <a:gd name="connsiteX3" fmla="*/ 785431 w 3752902"/>
              <a:gd name="connsiteY3" fmla="*/ 1114901 h 1130930"/>
              <a:gd name="connsiteX4" fmla="*/ 960988 w 3752902"/>
              <a:gd name="connsiteY4" fmla="*/ 1114985 h 1130930"/>
              <a:gd name="connsiteX5" fmla="*/ 1114112 w 3752902"/>
              <a:gd name="connsiteY5" fmla="*/ 1080859 h 1130930"/>
              <a:gd name="connsiteX6" fmla="*/ 1391917 w 3752902"/>
              <a:gd name="connsiteY6" fmla="*/ 912947 h 1130930"/>
              <a:gd name="connsiteX7" fmla="*/ 1697032 w 3752902"/>
              <a:gd name="connsiteY7" fmla="*/ 764149 h 1130930"/>
              <a:gd name="connsiteX8" fmla="*/ 1665343 w 3752902"/>
              <a:gd name="connsiteY8" fmla="*/ 549270 h 1130930"/>
              <a:gd name="connsiteX9" fmla="*/ 1800665 w 3752902"/>
              <a:gd name="connsiteY9" fmla="*/ 331427 h 1130930"/>
              <a:gd name="connsiteX10" fmla="*/ 2055628 w 3752902"/>
              <a:gd name="connsiteY10" fmla="*/ 345428 h 1130930"/>
              <a:gd name="connsiteX11" fmla="*/ 2253847 w 3752902"/>
              <a:gd name="connsiteY11" fmla="*/ 362138 h 1130930"/>
              <a:gd name="connsiteX12" fmla="*/ 2483982 w 3752902"/>
              <a:gd name="connsiteY12" fmla="*/ 369309 h 1130930"/>
              <a:gd name="connsiteX13" fmla="*/ 3095530 w 3752902"/>
              <a:gd name="connsiteY13" fmla="*/ 420434 h 1130930"/>
              <a:gd name="connsiteX14" fmla="*/ 3394615 w 3752902"/>
              <a:gd name="connsiteY14" fmla="*/ 420434 h 1130930"/>
              <a:gd name="connsiteX15" fmla="*/ 3709512 w 3752902"/>
              <a:gd name="connsiteY15" fmla="*/ 349091 h 1130930"/>
              <a:gd name="connsiteX16" fmla="*/ 3752755 w 3752902"/>
              <a:gd name="connsiteY16" fmla="*/ 242316 h 1130930"/>
              <a:gd name="connsiteX17" fmla="*/ 3650076 w 3752902"/>
              <a:gd name="connsiteY17" fmla="*/ 0 h 1130930"/>
              <a:gd name="connsiteX0" fmla="*/ 0 w 3752902"/>
              <a:gd name="connsiteY0" fmla="*/ 690848 h 1117143"/>
              <a:gd name="connsiteX1" fmla="*/ 300228 w 3752902"/>
              <a:gd name="connsiteY1" fmla="*/ 830580 h 1117143"/>
              <a:gd name="connsiteX2" fmla="*/ 474726 w 3752902"/>
              <a:gd name="connsiteY2" fmla="*/ 917067 h 1117143"/>
              <a:gd name="connsiteX3" fmla="*/ 777967 w 3752902"/>
              <a:gd name="connsiteY3" fmla="*/ 1042419 h 1117143"/>
              <a:gd name="connsiteX4" fmla="*/ 960988 w 3752902"/>
              <a:gd name="connsiteY4" fmla="*/ 1114985 h 1117143"/>
              <a:gd name="connsiteX5" fmla="*/ 1114112 w 3752902"/>
              <a:gd name="connsiteY5" fmla="*/ 1080859 h 1117143"/>
              <a:gd name="connsiteX6" fmla="*/ 1391917 w 3752902"/>
              <a:gd name="connsiteY6" fmla="*/ 912947 h 1117143"/>
              <a:gd name="connsiteX7" fmla="*/ 1697032 w 3752902"/>
              <a:gd name="connsiteY7" fmla="*/ 764149 h 1117143"/>
              <a:gd name="connsiteX8" fmla="*/ 1665343 w 3752902"/>
              <a:gd name="connsiteY8" fmla="*/ 549270 h 1117143"/>
              <a:gd name="connsiteX9" fmla="*/ 1800665 w 3752902"/>
              <a:gd name="connsiteY9" fmla="*/ 331427 h 1117143"/>
              <a:gd name="connsiteX10" fmla="*/ 2055628 w 3752902"/>
              <a:gd name="connsiteY10" fmla="*/ 345428 h 1117143"/>
              <a:gd name="connsiteX11" fmla="*/ 2253847 w 3752902"/>
              <a:gd name="connsiteY11" fmla="*/ 362138 h 1117143"/>
              <a:gd name="connsiteX12" fmla="*/ 2483982 w 3752902"/>
              <a:gd name="connsiteY12" fmla="*/ 369309 h 1117143"/>
              <a:gd name="connsiteX13" fmla="*/ 3095530 w 3752902"/>
              <a:gd name="connsiteY13" fmla="*/ 420434 h 1117143"/>
              <a:gd name="connsiteX14" fmla="*/ 3394615 w 3752902"/>
              <a:gd name="connsiteY14" fmla="*/ 420434 h 1117143"/>
              <a:gd name="connsiteX15" fmla="*/ 3709512 w 3752902"/>
              <a:gd name="connsiteY15" fmla="*/ 349091 h 1117143"/>
              <a:gd name="connsiteX16" fmla="*/ 3752755 w 3752902"/>
              <a:gd name="connsiteY16" fmla="*/ 242316 h 1117143"/>
              <a:gd name="connsiteX17" fmla="*/ 3650076 w 3752902"/>
              <a:gd name="connsiteY17" fmla="*/ 0 h 111714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65343 w 3752902"/>
              <a:gd name="connsiteY8" fmla="*/ 549270 h 1123663"/>
              <a:gd name="connsiteX9" fmla="*/ 1800665 w 3752902"/>
              <a:gd name="connsiteY9" fmla="*/ 331427 h 1123663"/>
              <a:gd name="connsiteX10" fmla="*/ 2055628 w 3752902"/>
              <a:gd name="connsiteY10" fmla="*/ 345428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55628 w 3752902"/>
              <a:gd name="connsiteY10" fmla="*/ 345428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68988 w 3752902"/>
              <a:gd name="connsiteY12" fmla="*/ 327768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65035 w 3752902"/>
              <a:gd name="connsiteY12" fmla="*/ 301275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755"/>
              <a:gd name="connsiteY0" fmla="*/ 448532 h 881347"/>
              <a:gd name="connsiteX1" fmla="*/ 300228 w 3752755"/>
              <a:gd name="connsiteY1" fmla="*/ 588264 h 881347"/>
              <a:gd name="connsiteX2" fmla="*/ 474726 w 3752755"/>
              <a:gd name="connsiteY2" fmla="*/ 674751 h 881347"/>
              <a:gd name="connsiteX3" fmla="*/ 777967 w 3752755"/>
              <a:gd name="connsiteY3" fmla="*/ 800103 h 881347"/>
              <a:gd name="connsiteX4" fmla="*/ 960988 w 3752755"/>
              <a:gd name="connsiteY4" fmla="*/ 872669 h 881347"/>
              <a:gd name="connsiteX5" fmla="*/ 1114112 w 3752755"/>
              <a:gd name="connsiteY5" fmla="*/ 838543 h 881347"/>
              <a:gd name="connsiteX6" fmla="*/ 1454897 w 3752755"/>
              <a:gd name="connsiteY6" fmla="*/ 503218 h 881347"/>
              <a:gd name="connsiteX7" fmla="*/ 1697032 w 3752755"/>
              <a:gd name="connsiteY7" fmla="*/ 521833 h 881347"/>
              <a:gd name="connsiteX8" fmla="*/ 1691997 w 3752755"/>
              <a:gd name="connsiteY8" fmla="*/ 235750 h 881347"/>
              <a:gd name="connsiteX9" fmla="*/ 1800665 w 3752755"/>
              <a:gd name="connsiteY9" fmla="*/ 89111 h 881347"/>
              <a:gd name="connsiteX10" fmla="*/ 2014473 w 3752755"/>
              <a:gd name="connsiteY10" fmla="*/ 144501 h 881347"/>
              <a:gd name="connsiteX11" fmla="*/ 2226774 w 3752755"/>
              <a:gd name="connsiteY11" fmla="*/ 8553 h 881347"/>
              <a:gd name="connsiteX12" fmla="*/ 2465035 w 3752755"/>
              <a:gd name="connsiteY12" fmla="*/ 58959 h 881347"/>
              <a:gd name="connsiteX13" fmla="*/ 3095530 w 3752755"/>
              <a:gd name="connsiteY13" fmla="*/ 178118 h 881347"/>
              <a:gd name="connsiteX14" fmla="*/ 3394615 w 3752755"/>
              <a:gd name="connsiteY14" fmla="*/ 178118 h 881347"/>
              <a:gd name="connsiteX15" fmla="*/ 3709512 w 3752755"/>
              <a:gd name="connsiteY15" fmla="*/ 106775 h 881347"/>
              <a:gd name="connsiteX16" fmla="*/ 3752755 w 3752755"/>
              <a:gd name="connsiteY16" fmla="*/ 0 h 881347"/>
              <a:gd name="connsiteX0" fmla="*/ 0 w 3709512"/>
              <a:gd name="connsiteY0" fmla="*/ 443177 h 875992"/>
              <a:gd name="connsiteX1" fmla="*/ 300228 w 3709512"/>
              <a:gd name="connsiteY1" fmla="*/ 582909 h 875992"/>
              <a:gd name="connsiteX2" fmla="*/ 474726 w 3709512"/>
              <a:gd name="connsiteY2" fmla="*/ 669396 h 875992"/>
              <a:gd name="connsiteX3" fmla="*/ 777967 w 3709512"/>
              <a:gd name="connsiteY3" fmla="*/ 794748 h 875992"/>
              <a:gd name="connsiteX4" fmla="*/ 960988 w 3709512"/>
              <a:gd name="connsiteY4" fmla="*/ 867314 h 875992"/>
              <a:gd name="connsiteX5" fmla="*/ 1114112 w 3709512"/>
              <a:gd name="connsiteY5" fmla="*/ 833188 h 875992"/>
              <a:gd name="connsiteX6" fmla="*/ 1454897 w 3709512"/>
              <a:gd name="connsiteY6" fmla="*/ 497863 h 875992"/>
              <a:gd name="connsiteX7" fmla="*/ 1697032 w 3709512"/>
              <a:gd name="connsiteY7" fmla="*/ 516478 h 875992"/>
              <a:gd name="connsiteX8" fmla="*/ 1691997 w 3709512"/>
              <a:gd name="connsiteY8" fmla="*/ 230395 h 875992"/>
              <a:gd name="connsiteX9" fmla="*/ 1800665 w 3709512"/>
              <a:gd name="connsiteY9" fmla="*/ 83756 h 875992"/>
              <a:gd name="connsiteX10" fmla="*/ 2014473 w 3709512"/>
              <a:gd name="connsiteY10" fmla="*/ 139146 h 875992"/>
              <a:gd name="connsiteX11" fmla="*/ 2226774 w 3709512"/>
              <a:gd name="connsiteY11" fmla="*/ 3198 h 875992"/>
              <a:gd name="connsiteX12" fmla="*/ 2465035 w 3709512"/>
              <a:gd name="connsiteY12" fmla="*/ 53604 h 875992"/>
              <a:gd name="connsiteX13" fmla="*/ 3095530 w 3709512"/>
              <a:gd name="connsiteY13" fmla="*/ 172763 h 875992"/>
              <a:gd name="connsiteX14" fmla="*/ 3394615 w 3709512"/>
              <a:gd name="connsiteY14" fmla="*/ 172763 h 875992"/>
              <a:gd name="connsiteX15" fmla="*/ 3709512 w 3709512"/>
              <a:gd name="connsiteY15" fmla="*/ 101420 h 875992"/>
              <a:gd name="connsiteX0" fmla="*/ 0 w 3394615"/>
              <a:gd name="connsiteY0" fmla="*/ 443177 h 875992"/>
              <a:gd name="connsiteX1" fmla="*/ 300228 w 3394615"/>
              <a:gd name="connsiteY1" fmla="*/ 582909 h 875992"/>
              <a:gd name="connsiteX2" fmla="*/ 474726 w 3394615"/>
              <a:gd name="connsiteY2" fmla="*/ 669396 h 875992"/>
              <a:gd name="connsiteX3" fmla="*/ 777967 w 3394615"/>
              <a:gd name="connsiteY3" fmla="*/ 794748 h 875992"/>
              <a:gd name="connsiteX4" fmla="*/ 960988 w 3394615"/>
              <a:gd name="connsiteY4" fmla="*/ 867314 h 875992"/>
              <a:gd name="connsiteX5" fmla="*/ 1114112 w 3394615"/>
              <a:gd name="connsiteY5" fmla="*/ 833188 h 875992"/>
              <a:gd name="connsiteX6" fmla="*/ 1454897 w 3394615"/>
              <a:gd name="connsiteY6" fmla="*/ 497863 h 875992"/>
              <a:gd name="connsiteX7" fmla="*/ 1697032 w 3394615"/>
              <a:gd name="connsiteY7" fmla="*/ 516478 h 875992"/>
              <a:gd name="connsiteX8" fmla="*/ 1691997 w 3394615"/>
              <a:gd name="connsiteY8" fmla="*/ 230395 h 875992"/>
              <a:gd name="connsiteX9" fmla="*/ 1800665 w 3394615"/>
              <a:gd name="connsiteY9" fmla="*/ 83756 h 875992"/>
              <a:gd name="connsiteX10" fmla="*/ 2014473 w 3394615"/>
              <a:gd name="connsiteY10" fmla="*/ 139146 h 875992"/>
              <a:gd name="connsiteX11" fmla="*/ 2226774 w 3394615"/>
              <a:gd name="connsiteY11" fmla="*/ 3198 h 875992"/>
              <a:gd name="connsiteX12" fmla="*/ 2465035 w 3394615"/>
              <a:gd name="connsiteY12" fmla="*/ 53604 h 875992"/>
              <a:gd name="connsiteX13" fmla="*/ 3095530 w 3394615"/>
              <a:gd name="connsiteY13" fmla="*/ 172763 h 875992"/>
              <a:gd name="connsiteX14" fmla="*/ 3394615 w 3394615"/>
              <a:gd name="connsiteY14" fmla="*/ 172763 h 875992"/>
              <a:gd name="connsiteX0" fmla="*/ 0 w 3095530"/>
              <a:gd name="connsiteY0" fmla="*/ 443177 h 875992"/>
              <a:gd name="connsiteX1" fmla="*/ 300228 w 3095530"/>
              <a:gd name="connsiteY1" fmla="*/ 582909 h 875992"/>
              <a:gd name="connsiteX2" fmla="*/ 474726 w 3095530"/>
              <a:gd name="connsiteY2" fmla="*/ 669396 h 875992"/>
              <a:gd name="connsiteX3" fmla="*/ 777967 w 3095530"/>
              <a:gd name="connsiteY3" fmla="*/ 794748 h 875992"/>
              <a:gd name="connsiteX4" fmla="*/ 960988 w 3095530"/>
              <a:gd name="connsiteY4" fmla="*/ 867314 h 875992"/>
              <a:gd name="connsiteX5" fmla="*/ 1114112 w 3095530"/>
              <a:gd name="connsiteY5" fmla="*/ 833188 h 875992"/>
              <a:gd name="connsiteX6" fmla="*/ 1454897 w 3095530"/>
              <a:gd name="connsiteY6" fmla="*/ 497863 h 875992"/>
              <a:gd name="connsiteX7" fmla="*/ 1697032 w 3095530"/>
              <a:gd name="connsiteY7" fmla="*/ 516478 h 875992"/>
              <a:gd name="connsiteX8" fmla="*/ 1691997 w 3095530"/>
              <a:gd name="connsiteY8" fmla="*/ 230395 h 875992"/>
              <a:gd name="connsiteX9" fmla="*/ 1800665 w 3095530"/>
              <a:gd name="connsiteY9" fmla="*/ 83756 h 875992"/>
              <a:gd name="connsiteX10" fmla="*/ 2014473 w 3095530"/>
              <a:gd name="connsiteY10" fmla="*/ 139146 h 875992"/>
              <a:gd name="connsiteX11" fmla="*/ 2226774 w 3095530"/>
              <a:gd name="connsiteY11" fmla="*/ 3198 h 875992"/>
              <a:gd name="connsiteX12" fmla="*/ 2465035 w 3095530"/>
              <a:gd name="connsiteY12" fmla="*/ 53604 h 875992"/>
              <a:gd name="connsiteX13" fmla="*/ 3095530 w 3095530"/>
              <a:gd name="connsiteY13" fmla="*/ 172763 h 875992"/>
              <a:gd name="connsiteX0" fmla="*/ 0 w 2465035"/>
              <a:gd name="connsiteY0" fmla="*/ 443177 h 875992"/>
              <a:gd name="connsiteX1" fmla="*/ 300228 w 2465035"/>
              <a:gd name="connsiteY1" fmla="*/ 582909 h 875992"/>
              <a:gd name="connsiteX2" fmla="*/ 474726 w 2465035"/>
              <a:gd name="connsiteY2" fmla="*/ 669396 h 875992"/>
              <a:gd name="connsiteX3" fmla="*/ 777967 w 2465035"/>
              <a:gd name="connsiteY3" fmla="*/ 794748 h 875992"/>
              <a:gd name="connsiteX4" fmla="*/ 960988 w 2465035"/>
              <a:gd name="connsiteY4" fmla="*/ 867314 h 875992"/>
              <a:gd name="connsiteX5" fmla="*/ 1114112 w 2465035"/>
              <a:gd name="connsiteY5" fmla="*/ 833188 h 875992"/>
              <a:gd name="connsiteX6" fmla="*/ 1454897 w 2465035"/>
              <a:gd name="connsiteY6" fmla="*/ 497863 h 875992"/>
              <a:gd name="connsiteX7" fmla="*/ 1697032 w 2465035"/>
              <a:gd name="connsiteY7" fmla="*/ 516478 h 875992"/>
              <a:gd name="connsiteX8" fmla="*/ 1691997 w 2465035"/>
              <a:gd name="connsiteY8" fmla="*/ 230395 h 875992"/>
              <a:gd name="connsiteX9" fmla="*/ 1800665 w 2465035"/>
              <a:gd name="connsiteY9" fmla="*/ 83756 h 875992"/>
              <a:gd name="connsiteX10" fmla="*/ 2014473 w 2465035"/>
              <a:gd name="connsiteY10" fmla="*/ 139146 h 875992"/>
              <a:gd name="connsiteX11" fmla="*/ 2226774 w 2465035"/>
              <a:gd name="connsiteY11" fmla="*/ 3198 h 875992"/>
              <a:gd name="connsiteX12" fmla="*/ 2465035 w 2465035"/>
              <a:gd name="connsiteY12" fmla="*/ 53604 h 875992"/>
              <a:gd name="connsiteX0" fmla="*/ 0 w 2465035"/>
              <a:gd name="connsiteY0" fmla="*/ 406796 h 839611"/>
              <a:gd name="connsiteX1" fmla="*/ 300228 w 2465035"/>
              <a:gd name="connsiteY1" fmla="*/ 546528 h 839611"/>
              <a:gd name="connsiteX2" fmla="*/ 474726 w 2465035"/>
              <a:gd name="connsiteY2" fmla="*/ 633015 h 839611"/>
              <a:gd name="connsiteX3" fmla="*/ 777967 w 2465035"/>
              <a:gd name="connsiteY3" fmla="*/ 758367 h 839611"/>
              <a:gd name="connsiteX4" fmla="*/ 960988 w 2465035"/>
              <a:gd name="connsiteY4" fmla="*/ 830933 h 839611"/>
              <a:gd name="connsiteX5" fmla="*/ 1114112 w 2465035"/>
              <a:gd name="connsiteY5" fmla="*/ 796807 h 839611"/>
              <a:gd name="connsiteX6" fmla="*/ 1454897 w 2465035"/>
              <a:gd name="connsiteY6" fmla="*/ 461482 h 839611"/>
              <a:gd name="connsiteX7" fmla="*/ 1697032 w 2465035"/>
              <a:gd name="connsiteY7" fmla="*/ 480097 h 839611"/>
              <a:gd name="connsiteX8" fmla="*/ 1691997 w 2465035"/>
              <a:gd name="connsiteY8" fmla="*/ 194014 h 839611"/>
              <a:gd name="connsiteX9" fmla="*/ 1800665 w 2465035"/>
              <a:gd name="connsiteY9" fmla="*/ 47375 h 839611"/>
              <a:gd name="connsiteX10" fmla="*/ 2014473 w 2465035"/>
              <a:gd name="connsiteY10" fmla="*/ 102765 h 839611"/>
              <a:gd name="connsiteX11" fmla="*/ 2238582 w 2465035"/>
              <a:gd name="connsiteY11" fmla="*/ 15069 h 839611"/>
              <a:gd name="connsiteX12" fmla="*/ 2465035 w 2465035"/>
              <a:gd name="connsiteY12" fmla="*/ 17223 h 839611"/>
              <a:gd name="connsiteX0" fmla="*/ 0 w 2465035"/>
              <a:gd name="connsiteY0" fmla="*/ 406796 h 834648"/>
              <a:gd name="connsiteX1" fmla="*/ 300228 w 2465035"/>
              <a:gd name="connsiteY1" fmla="*/ 546528 h 834648"/>
              <a:gd name="connsiteX2" fmla="*/ 474726 w 2465035"/>
              <a:gd name="connsiteY2" fmla="*/ 633015 h 834648"/>
              <a:gd name="connsiteX3" fmla="*/ 777967 w 2465035"/>
              <a:gd name="connsiteY3" fmla="*/ 758367 h 834648"/>
              <a:gd name="connsiteX4" fmla="*/ 960988 w 2465035"/>
              <a:gd name="connsiteY4" fmla="*/ 830933 h 834648"/>
              <a:gd name="connsiteX5" fmla="*/ 1114112 w 2465035"/>
              <a:gd name="connsiteY5" fmla="*/ 796807 h 834648"/>
              <a:gd name="connsiteX6" fmla="*/ 1435766 w 2465035"/>
              <a:gd name="connsiteY6" fmla="*/ 569069 h 834648"/>
              <a:gd name="connsiteX7" fmla="*/ 1697032 w 2465035"/>
              <a:gd name="connsiteY7" fmla="*/ 480097 h 834648"/>
              <a:gd name="connsiteX8" fmla="*/ 1691997 w 2465035"/>
              <a:gd name="connsiteY8" fmla="*/ 194014 h 834648"/>
              <a:gd name="connsiteX9" fmla="*/ 1800665 w 2465035"/>
              <a:gd name="connsiteY9" fmla="*/ 47375 h 834648"/>
              <a:gd name="connsiteX10" fmla="*/ 2014473 w 2465035"/>
              <a:gd name="connsiteY10" fmla="*/ 102765 h 834648"/>
              <a:gd name="connsiteX11" fmla="*/ 2238582 w 2465035"/>
              <a:gd name="connsiteY11" fmla="*/ 15069 h 834648"/>
              <a:gd name="connsiteX12" fmla="*/ 2465035 w 2465035"/>
              <a:gd name="connsiteY12" fmla="*/ 17223 h 83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5035" h="834648">
                <a:moveTo>
                  <a:pt x="0" y="406796"/>
                </a:moveTo>
                <a:cubicBezTo>
                  <a:pt x="98108" y="457374"/>
                  <a:pt x="199835" y="500618"/>
                  <a:pt x="300228" y="546528"/>
                </a:cubicBezTo>
                <a:cubicBezTo>
                  <a:pt x="359283" y="573579"/>
                  <a:pt x="395103" y="597709"/>
                  <a:pt x="474726" y="633015"/>
                </a:cubicBezTo>
                <a:cubicBezTo>
                  <a:pt x="554349" y="668322"/>
                  <a:pt x="696923" y="725381"/>
                  <a:pt x="777967" y="758367"/>
                </a:cubicBezTo>
                <a:cubicBezTo>
                  <a:pt x="859011" y="791353"/>
                  <a:pt x="904964" y="824526"/>
                  <a:pt x="960988" y="830933"/>
                </a:cubicBezTo>
                <a:cubicBezTo>
                  <a:pt x="1017012" y="837340"/>
                  <a:pt x="1034982" y="840451"/>
                  <a:pt x="1114112" y="796807"/>
                </a:cubicBezTo>
                <a:cubicBezTo>
                  <a:pt x="1193242" y="753163"/>
                  <a:pt x="1338613" y="621854"/>
                  <a:pt x="1435766" y="569069"/>
                </a:cubicBezTo>
                <a:cubicBezTo>
                  <a:pt x="1532919" y="516284"/>
                  <a:pt x="1654327" y="542606"/>
                  <a:pt x="1697032" y="480097"/>
                </a:cubicBezTo>
                <a:cubicBezTo>
                  <a:pt x="1739737" y="417588"/>
                  <a:pt x="1674725" y="266134"/>
                  <a:pt x="1691997" y="194014"/>
                </a:cubicBezTo>
                <a:cubicBezTo>
                  <a:pt x="1709269" y="121894"/>
                  <a:pt x="1746919" y="62583"/>
                  <a:pt x="1800665" y="47375"/>
                </a:cubicBezTo>
                <a:cubicBezTo>
                  <a:pt x="1854411" y="32167"/>
                  <a:pt x="1941487" y="108149"/>
                  <a:pt x="2014473" y="102765"/>
                </a:cubicBezTo>
                <a:cubicBezTo>
                  <a:pt x="2087459" y="97381"/>
                  <a:pt x="2163488" y="29326"/>
                  <a:pt x="2238582" y="15069"/>
                </a:cubicBezTo>
                <a:cubicBezTo>
                  <a:pt x="2313676" y="812"/>
                  <a:pt x="2320242" y="-11038"/>
                  <a:pt x="2465035" y="17223"/>
                </a:cubicBezTo>
              </a:path>
            </a:pathLst>
          </a:custGeom>
          <a:noFill/>
          <a:ln w="6350" cap="rnd">
            <a:solidFill>
              <a:schemeClr val="tx1">
                <a:alpha val="35000"/>
              </a:schemeClr>
            </a:solidFill>
            <a:prstDash val="dash"/>
            <a:round/>
          </a:ln>
        </p:spPr>
        <p:txBody>
          <a:bodyPr rtlCol="0" anchor="ctr"/>
          <a:lstStyle/>
          <a:p>
            <a:endParaRPr lang="en-US"/>
          </a:p>
        </p:txBody>
      </p:sp>
      <p:sp>
        <p:nvSpPr>
          <p:cNvPr id="33" name="Freeform: Shape 32">
            <a:extLst>
              <a:ext uri="{FF2B5EF4-FFF2-40B4-BE49-F238E27FC236}">
                <a16:creationId xmlns:a16="http://schemas.microsoft.com/office/drawing/2014/main" id="{8E1C86CF-3DE5-6FD6-2000-4BE7D1C65C5A}"/>
              </a:ext>
            </a:extLst>
          </p:cNvPr>
          <p:cNvSpPr/>
          <p:nvPr userDrawn="1"/>
        </p:nvSpPr>
        <p:spPr>
          <a:xfrm rot="9306195" flipV="1">
            <a:off x="30148" y="47548"/>
            <a:ext cx="2485040" cy="752590"/>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294061"/>
              <a:gd name="connsiteY0" fmla="*/ 190 h 919287"/>
              <a:gd name="connsiteX1" fmla="*/ 417862 w 4294061"/>
              <a:gd name="connsiteY1" fmla="*/ 274606 h 919287"/>
              <a:gd name="connsiteX2" fmla="*/ 980218 w 4294061"/>
              <a:gd name="connsiteY2" fmla="*/ 608171 h 919287"/>
              <a:gd name="connsiteX3" fmla="*/ 1473137 w 4294061"/>
              <a:gd name="connsiteY3" fmla="*/ 792480 h 919287"/>
              <a:gd name="connsiteX4" fmla="*/ 1827276 w 4294061"/>
              <a:gd name="connsiteY4" fmla="*/ 914591 h 919287"/>
              <a:gd name="connsiteX5" fmla="*/ 2119217 w 4294061"/>
              <a:gd name="connsiteY5" fmla="*/ 847535 h 919287"/>
              <a:gd name="connsiteX6" fmla="*/ 2269998 w 4294061"/>
              <a:gd name="connsiteY6" fmla="*/ 610553 h 919287"/>
              <a:gd name="connsiteX7" fmla="*/ 2413540 w 4294061"/>
              <a:gd name="connsiteY7" fmla="*/ 361569 h 919287"/>
              <a:gd name="connsiteX8" fmla="*/ 2683859 w 4294061"/>
              <a:gd name="connsiteY8" fmla="*/ 67151 h 919287"/>
              <a:gd name="connsiteX9" fmla="*/ 3030760 w 4294061"/>
              <a:gd name="connsiteY9" fmla="*/ 36005 h 919287"/>
              <a:gd name="connsiteX10" fmla="*/ 3356134 w 4294061"/>
              <a:gd name="connsiteY10" fmla="*/ 129350 h 919287"/>
              <a:gd name="connsiteX11" fmla="*/ 3674364 w 4294061"/>
              <a:gd name="connsiteY11" fmla="*/ 244221 h 919287"/>
              <a:gd name="connsiteX12" fmla="*/ 3968687 w 4294061"/>
              <a:gd name="connsiteY12" fmla="*/ 244221 h 919287"/>
              <a:gd name="connsiteX13" fmla="*/ 4157662 w 4294061"/>
              <a:gd name="connsiteY13" fmla="*/ 177165 h 919287"/>
              <a:gd name="connsiteX14" fmla="*/ 4294061 w 4294061"/>
              <a:gd name="connsiteY14" fmla="*/ 0 h 919287"/>
              <a:gd name="connsiteX0" fmla="*/ 0 w 4157662"/>
              <a:gd name="connsiteY0" fmla="*/ 0 h 919097"/>
              <a:gd name="connsiteX1" fmla="*/ 417862 w 4157662"/>
              <a:gd name="connsiteY1" fmla="*/ 274416 h 919097"/>
              <a:gd name="connsiteX2" fmla="*/ 980218 w 4157662"/>
              <a:gd name="connsiteY2" fmla="*/ 607981 h 919097"/>
              <a:gd name="connsiteX3" fmla="*/ 1473137 w 4157662"/>
              <a:gd name="connsiteY3" fmla="*/ 792290 h 919097"/>
              <a:gd name="connsiteX4" fmla="*/ 1827276 w 4157662"/>
              <a:gd name="connsiteY4" fmla="*/ 914401 h 919097"/>
              <a:gd name="connsiteX5" fmla="*/ 2119217 w 4157662"/>
              <a:gd name="connsiteY5" fmla="*/ 847345 h 919097"/>
              <a:gd name="connsiteX6" fmla="*/ 2269998 w 4157662"/>
              <a:gd name="connsiteY6" fmla="*/ 610363 h 919097"/>
              <a:gd name="connsiteX7" fmla="*/ 2413540 w 4157662"/>
              <a:gd name="connsiteY7" fmla="*/ 361379 h 919097"/>
              <a:gd name="connsiteX8" fmla="*/ 2683859 w 4157662"/>
              <a:gd name="connsiteY8" fmla="*/ 66961 h 919097"/>
              <a:gd name="connsiteX9" fmla="*/ 3030760 w 4157662"/>
              <a:gd name="connsiteY9" fmla="*/ 35815 h 919097"/>
              <a:gd name="connsiteX10" fmla="*/ 3356134 w 4157662"/>
              <a:gd name="connsiteY10" fmla="*/ 129160 h 919097"/>
              <a:gd name="connsiteX11" fmla="*/ 3674364 w 4157662"/>
              <a:gd name="connsiteY11" fmla="*/ 244031 h 919097"/>
              <a:gd name="connsiteX12" fmla="*/ 3968687 w 4157662"/>
              <a:gd name="connsiteY12" fmla="*/ 244031 h 919097"/>
              <a:gd name="connsiteX13" fmla="*/ 4157662 w 4157662"/>
              <a:gd name="connsiteY13" fmla="*/ 176975 h 919097"/>
              <a:gd name="connsiteX0" fmla="*/ 0 w 4157662"/>
              <a:gd name="connsiteY0" fmla="*/ 0 h 919097"/>
              <a:gd name="connsiteX1" fmla="*/ 417862 w 4157662"/>
              <a:gd name="connsiteY1" fmla="*/ 274416 h 919097"/>
              <a:gd name="connsiteX2" fmla="*/ 980218 w 4157662"/>
              <a:gd name="connsiteY2" fmla="*/ 607981 h 919097"/>
              <a:gd name="connsiteX3" fmla="*/ 1473137 w 4157662"/>
              <a:gd name="connsiteY3" fmla="*/ 792290 h 919097"/>
              <a:gd name="connsiteX4" fmla="*/ 1827276 w 4157662"/>
              <a:gd name="connsiteY4" fmla="*/ 914401 h 919097"/>
              <a:gd name="connsiteX5" fmla="*/ 2119217 w 4157662"/>
              <a:gd name="connsiteY5" fmla="*/ 847345 h 919097"/>
              <a:gd name="connsiteX6" fmla="*/ 2269998 w 4157662"/>
              <a:gd name="connsiteY6" fmla="*/ 610363 h 919097"/>
              <a:gd name="connsiteX7" fmla="*/ 2413540 w 4157662"/>
              <a:gd name="connsiteY7" fmla="*/ 361379 h 919097"/>
              <a:gd name="connsiteX8" fmla="*/ 2683859 w 4157662"/>
              <a:gd name="connsiteY8" fmla="*/ 66961 h 919097"/>
              <a:gd name="connsiteX9" fmla="*/ 3030760 w 4157662"/>
              <a:gd name="connsiteY9" fmla="*/ 35815 h 919097"/>
              <a:gd name="connsiteX10" fmla="*/ 3356134 w 4157662"/>
              <a:gd name="connsiteY10" fmla="*/ 129160 h 919097"/>
              <a:gd name="connsiteX11" fmla="*/ 3674364 w 4157662"/>
              <a:gd name="connsiteY11" fmla="*/ 244031 h 919097"/>
              <a:gd name="connsiteX12" fmla="*/ 4157662 w 4157662"/>
              <a:gd name="connsiteY12" fmla="*/ 176975 h 919097"/>
              <a:gd name="connsiteX0" fmla="*/ 0 w 3674364"/>
              <a:gd name="connsiteY0" fmla="*/ 0 h 919097"/>
              <a:gd name="connsiteX1" fmla="*/ 417862 w 3674364"/>
              <a:gd name="connsiteY1" fmla="*/ 274416 h 919097"/>
              <a:gd name="connsiteX2" fmla="*/ 980218 w 3674364"/>
              <a:gd name="connsiteY2" fmla="*/ 607981 h 919097"/>
              <a:gd name="connsiteX3" fmla="*/ 1473137 w 3674364"/>
              <a:gd name="connsiteY3" fmla="*/ 792290 h 919097"/>
              <a:gd name="connsiteX4" fmla="*/ 1827276 w 3674364"/>
              <a:gd name="connsiteY4" fmla="*/ 914401 h 919097"/>
              <a:gd name="connsiteX5" fmla="*/ 2119217 w 3674364"/>
              <a:gd name="connsiteY5" fmla="*/ 847345 h 919097"/>
              <a:gd name="connsiteX6" fmla="*/ 2269998 w 3674364"/>
              <a:gd name="connsiteY6" fmla="*/ 610363 h 919097"/>
              <a:gd name="connsiteX7" fmla="*/ 2413540 w 3674364"/>
              <a:gd name="connsiteY7" fmla="*/ 361379 h 919097"/>
              <a:gd name="connsiteX8" fmla="*/ 2683859 w 3674364"/>
              <a:gd name="connsiteY8" fmla="*/ 66961 h 919097"/>
              <a:gd name="connsiteX9" fmla="*/ 3030760 w 3674364"/>
              <a:gd name="connsiteY9" fmla="*/ 35815 h 919097"/>
              <a:gd name="connsiteX10" fmla="*/ 3356134 w 3674364"/>
              <a:gd name="connsiteY10" fmla="*/ 129160 h 919097"/>
              <a:gd name="connsiteX11" fmla="*/ 3674364 w 3674364"/>
              <a:gd name="connsiteY11" fmla="*/ 244031 h 919097"/>
              <a:gd name="connsiteX0" fmla="*/ 0 w 3356134"/>
              <a:gd name="connsiteY0" fmla="*/ 0 h 919097"/>
              <a:gd name="connsiteX1" fmla="*/ 417862 w 3356134"/>
              <a:gd name="connsiteY1" fmla="*/ 274416 h 919097"/>
              <a:gd name="connsiteX2" fmla="*/ 980218 w 3356134"/>
              <a:gd name="connsiteY2" fmla="*/ 607981 h 919097"/>
              <a:gd name="connsiteX3" fmla="*/ 1473137 w 3356134"/>
              <a:gd name="connsiteY3" fmla="*/ 792290 h 919097"/>
              <a:gd name="connsiteX4" fmla="*/ 1827276 w 3356134"/>
              <a:gd name="connsiteY4" fmla="*/ 914401 h 919097"/>
              <a:gd name="connsiteX5" fmla="*/ 2119217 w 3356134"/>
              <a:gd name="connsiteY5" fmla="*/ 847345 h 919097"/>
              <a:gd name="connsiteX6" fmla="*/ 2269998 w 3356134"/>
              <a:gd name="connsiteY6" fmla="*/ 610363 h 919097"/>
              <a:gd name="connsiteX7" fmla="*/ 2413540 w 3356134"/>
              <a:gd name="connsiteY7" fmla="*/ 361379 h 919097"/>
              <a:gd name="connsiteX8" fmla="*/ 2683859 w 3356134"/>
              <a:gd name="connsiteY8" fmla="*/ 66961 h 919097"/>
              <a:gd name="connsiteX9" fmla="*/ 3030760 w 3356134"/>
              <a:gd name="connsiteY9" fmla="*/ 35815 h 919097"/>
              <a:gd name="connsiteX10" fmla="*/ 3356134 w 3356134"/>
              <a:gd name="connsiteY10" fmla="*/ 129160 h 919097"/>
              <a:gd name="connsiteX0" fmla="*/ 0 w 3276433"/>
              <a:gd name="connsiteY0" fmla="*/ 0 h 919097"/>
              <a:gd name="connsiteX1" fmla="*/ 417862 w 3276433"/>
              <a:gd name="connsiteY1" fmla="*/ 274416 h 919097"/>
              <a:gd name="connsiteX2" fmla="*/ 980218 w 3276433"/>
              <a:gd name="connsiteY2" fmla="*/ 607981 h 919097"/>
              <a:gd name="connsiteX3" fmla="*/ 1473137 w 3276433"/>
              <a:gd name="connsiteY3" fmla="*/ 792290 h 919097"/>
              <a:gd name="connsiteX4" fmla="*/ 1827276 w 3276433"/>
              <a:gd name="connsiteY4" fmla="*/ 914401 h 919097"/>
              <a:gd name="connsiteX5" fmla="*/ 2119217 w 3276433"/>
              <a:gd name="connsiteY5" fmla="*/ 847345 h 919097"/>
              <a:gd name="connsiteX6" fmla="*/ 2269998 w 3276433"/>
              <a:gd name="connsiteY6" fmla="*/ 610363 h 919097"/>
              <a:gd name="connsiteX7" fmla="*/ 2413540 w 3276433"/>
              <a:gd name="connsiteY7" fmla="*/ 361379 h 919097"/>
              <a:gd name="connsiteX8" fmla="*/ 2683859 w 3276433"/>
              <a:gd name="connsiteY8" fmla="*/ 66961 h 919097"/>
              <a:gd name="connsiteX9" fmla="*/ 3030760 w 3276433"/>
              <a:gd name="connsiteY9" fmla="*/ 35815 h 919097"/>
              <a:gd name="connsiteX10" fmla="*/ 3276433 w 3276433"/>
              <a:gd name="connsiteY10" fmla="*/ 91648 h 919097"/>
              <a:gd name="connsiteX0" fmla="*/ 0 w 2858571"/>
              <a:gd name="connsiteY0" fmla="*/ 244627 h 889308"/>
              <a:gd name="connsiteX1" fmla="*/ 562356 w 2858571"/>
              <a:gd name="connsiteY1" fmla="*/ 578192 h 889308"/>
              <a:gd name="connsiteX2" fmla="*/ 1055275 w 2858571"/>
              <a:gd name="connsiteY2" fmla="*/ 762501 h 889308"/>
              <a:gd name="connsiteX3" fmla="*/ 1409414 w 2858571"/>
              <a:gd name="connsiteY3" fmla="*/ 884612 h 889308"/>
              <a:gd name="connsiteX4" fmla="*/ 1701355 w 2858571"/>
              <a:gd name="connsiteY4" fmla="*/ 817556 h 889308"/>
              <a:gd name="connsiteX5" fmla="*/ 1852136 w 2858571"/>
              <a:gd name="connsiteY5" fmla="*/ 580574 h 889308"/>
              <a:gd name="connsiteX6" fmla="*/ 1995678 w 2858571"/>
              <a:gd name="connsiteY6" fmla="*/ 331590 h 889308"/>
              <a:gd name="connsiteX7" fmla="*/ 2265997 w 2858571"/>
              <a:gd name="connsiteY7" fmla="*/ 37172 h 889308"/>
              <a:gd name="connsiteX8" fmla="*/ 2612898 w 2858571"/>
              <a:gd name="connsiteY8" fmla="*/ 6026 h 889308"/>
              <a:gd name="connsiteX9" fmla="*/ 2858571 w 2858571"/>
              <a:gd name="connsiteY9" fmla="*/ 61859 h 889308"/>
              <a:gd name="connsiteX0" fmla="*/ 0 w 2296215"/>
              <a:gd name="connsiteY0" fmla="*/ 578192 h 889308"/>
              <a:gd name="connsiteX1" fmla="*/ 492919 w 2296215"/>
              <a:gd name="connsiteY1" fmla="*/ 762501 h 889308"/>
              <a:gd name="connsiteX2" fmla="*/ 847058 w 2296215"/>
              <a:gd name="connsiteY2" fmla="*/ 884612 h 889308"/>
              <a:gd name="connsiteX3" fmla="*/ 1138999 w 2296215"/>
              <a:gd name="connsiteY3" fmla="*/ 817556 h 889308"/>
              <a:gd name="connsiteX4" fmla="*/ 1289780 w 2296215"/>
              <a:gd name="connsiteY4" fmla="*/ 580574 h 889308"/>
              <a:gd name="connsiteX5" fmla="*/ 1433322 w 2296215"/>
              <a:gd name="connsiteY5" fmla="*/ 331590 h 889308"/>
              <a:gd name="connsiteX6" fmla="*/ 1703641 w 2296215"/>
              <a:gd name="connsiteY6" fmla="*/ 37172 h 889308"/>
              <a:gd name="connsiteX7" fmla="*/ 2050542 w 2296215"/>
              <a:gd name="connsiteY7" fmla="*/ 6026 h 889308"/>
              <a:gd name="connsiteX8" fmla="*/ 2296215 w 2296215"/>
              <a:gd name="connsiteY8" fmla="*/ 61859 h 889308"/>
              <a:gd name="connsiteX0" fmla="*/ 0 w 2296215"/>
              <a:gd name="connsiteY0" fmla="*/ 551796 h 862912"/>
              <a:gd name="connsiteX1" fmla="*/ 492919 w 2296215"/>
              <a:gd name="connsiteY1" fmla="*/ 736105 h 862912"/>
              <a:gd name="connsiteX2" fmla="*/ 847058 w 2296215"/>
              <a:gd name="connsiteY2" fmla="*/ 858216 h 862912"/>
              <a:gd name="connsiteX3" fmla="*/ 1138999 w 2296215"/>
              <a:gd name="connsiteY3" fmla="*/ 791160 h 862912"/>
              <a:gd name="connsiteX4" fmla="*/ 1289780 w 2296215"/>
              <a:gd name="connsiteY4" fmla="*/ 554178 h 862912"/>
              <a:gd name="connsiteX5" fmla="*/ 1433322 w 2296215"/>
              <a:gd name="connsiteY5" fmla="*/ 305194 h 862912"/>
              <a:gd name="connsiteX6" fmla="*/ 1703641 w 2296215"/>
              <a:gd name="connsiteY6" fmla="*/ 10776 h 862912"/>
              <a:gd name="connsiteX7" fmla="*/ 2018337 w 2296215"/>
              <a:gd name="connsiteY7" fmla="*/ 61359 h 862912"/>
              <a:gd name="connsiteX8" fmla="*/ 2296215 w 2296215"/>
              <a:gd name="connsiteY8" fmla="*/ 35463 h 862912"/>
              <a:gd name="connsiteX0" fmla="*/ 0 w 2296215"/>
              <a:gd name="connsiteY0" fmla="*/ 551796 h 861555"/>
              <a:gd name="connsiteX1" fmla="*/ 492919 w 2296215"/>
              <a:gd name="connsiteY1" fmla="*/ 736105 h 861555"/>
              <a:gd name="connsiteX2" fmla="*/ 847058 w 2296215"/>
              <a:gd name="connsiteY2" fmla="*/ 858216 h 861555"/>
              <a:gd name="connsiteX3" fmla="*/ 1138999 w 2296215"/>
              <a:gd name="connsiteY3" fmla="*/ 791160 h 861555"/>
              <a:gd name="connsiteX4" fmla="*/ 1389992 w 2296215"/>
              <a:gd name="connsiteY4" fmla="*/ 552077 h 861555"/>
              <a:gd name="connsiteX5" fmla="*/ 1433322 w 2296215"/>
              <a:gd name="connsiteY5" fmla="*/ 305194 h 861555"/>
              <a:gd name="connsiteX6" fmla="*/ 1703641 w 2296215"/>
              <a:gd name="connsiteY6" fmla="*/ 10776 h 861555"/>
              <a:gd name="connsiteX7" fmla="*/ 2018337 w 2296215"/>
              <a:gd name="connsiteY7" fmla="*/ 61359 h 861555"/>
              <a:gd name="connsiteX8" fmla="*/ 2296215 w 2296215"/>
              <a:gd name="connsiteY8" fmla="*/ 35463 h 861555"/>
              <a:gd name="connsiteX0" fmla="*/ 0 w 2212484"/>
              <a:gd name="connsiteY0" fmla="*/ 540297 h 861555"/>
              <a:gd name="connsiteX1" fmla="*/ 409188 w 2212484"/>
              <a:gd name="connsiteY1" fmla="*/ 736105 h 861555"/>
              <a:gd name="connsiteX2" fmla="*/ 763327 w 2212484"/>
              <a:gd name="connsiteY2" fmla="*/ 858216 h 861555"/>
              <a:gd name="connsiteX3" fmla="*/ 1055268 w 2212484"/>
              <a:gd name="connsiteY3" fmla="*/ 791160 h 861555"/>
              <a:gd name="connsiteX4" fmla="*/ 1306261 w 2212484"/>
              <a:gd name="connsiteY4" fmla="*/ 552077 h 861555"/>
              <a:gd name="connsiteX5" fmla="*/ 1349591 w 2212484"/>
              <a:gd name="connsiteY5" fmla="*/ 305194 h 861555"/>
              <a:gd name="connsiteX6" fmla="*/ 1619910 w 2212484"/>
              <a:gd name="connsiteY6" fmla="*/ 10776 h 861555"/>
              <a:gd name="connsiteX7" fmla="*/ 1934606 w 2212484"/>
              <a:gd name="connsiteY7" fmla="*/ 61359 h 861555"/>
              <a:gd name="connsiteX8" fmla="*/ 2212484 w 2212484"/>
              <a:gd name="connsiteY8" fmla="*/ 35463 h 861555"/>
              <a:gd name="connsiteX0" fmla="*/ 0 w 2212484"/>
              <a:gd name="connsiteY0" fmla="*/ 540297 h 861555"/>
              <a:gd name="connsiteX1" fmla="*/ 409188 w 2212484"/>
              <a:gd name="connsiteY1" fmla="*/ 736105 h 861555"/>
              <a:gd name="connsiteX2" fmla="*/ 763327 w 2212484"/>
              <a:gd name="connsiteY2" fmla="*/ 858216 h 861555"/>
              <a:gd name="connsiteX3" fmla="*/ 1055268 w 2212484"/>
              <a:gd name="connsiteY3" fmla="*/ 791160 h 861555"/>
              <a:gd name="connsiteX4" fmla="*/ 1306261 w 2212484"/>
              <a:gd name="connsiteY4" fmla="*/ 552077 h 861555"/>
              <a:gd name="connsiteX5" fmla="*/ 1349591 w 2212484"/>
              <a:gd name="connsiteY5" fmla="*/ 305194 h 861555"/>
              <a:gd name="connsiteX6" fmla="*/ 1619910 w 2212484"/>
              <a:gd name="connsiteY6" fmla="*/ 10776 h 861555"/>
              <a:gd name="connsiteX7" fmla="*/ 1934606 w 2212484"/>
              <a:gd name="connsiteY7" fmla="*/ 61359 h 861555"/>
              <a:gd name="connsiteX8" fmla="*/ 2212484 w 2212484"/>
              <a:gd name="connsiteY8" fmla="*/ 35463 h 86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484" h="861555">
                <a:moveTo>
                  <a:pt x="0" y="540297"/>
                </a:moveTo>
                <a:cubicBezTo>
                  <a:pt x="196707" y="604704"/>
                  <a:pt x="281967" y="683119"/>
                  <a:pt x="409188" y="736105"/>
                </a:cubicBezTo>
                <a:cubicBezTo>
                  <a:pt x="536409" y="789091"/>
                  <a:pt x="639026" y="841737"/>
                  <a:pt x="763327" y="858216"/>
                </a:cubicBezTo>
                <a:cubicBezTo>
                  <a:pt x="866864" y="871932"/>
                  <a:pt x="964779" y="842183"/>
                  <a:pt x="1055268" y="791160"/>
                </a:cubicBezTo>
                <a:cubicBezTo>
                  <a:pt x="1145757" y="740137"/>
                  <a:pt x="1264446" y="637802"/>
                  <a:pt x="1306261" y="552077"/>
                </a:cubicBezTo>
                <a:cubicBezTo>
                  <a:pt x="1348266" y="465875"/>
                  <a:pt x="1297316" y="395411"/>
                  <a:pt x="1349591" y="305194"/>
                </a:cubicBezTo>
                <a:cubicBezTo>
                  <a:pt x="1401866" y="214977"/>
                  <a:pt x="1522408" y="51415"/>
                  <a:pt x="1619910" y="10776"/>
                </a:cubicBezTo>
                <a:cubicBezTo>
                  <a:pt x="1717412" y="-29863"/>
                  <a:pt x="1835844" y="57244"/>
                  <a:pt x="1934606" y="61359"/>
                </a:cubicBezTo>
                <a:cubicBezTo>
                  <a:pt x="2033368" y="65474"/>
                  <a:pt x="2107423" y="-6543"/>
                  <a:pt x="2212484" y="35463"/>
                </a:cubicBezTo>
              </a:path>
            </a:pathLst>
          </a:custGeom>
          <a:noFill/>
          <a:ln w="6350" cap="rnd">
            <a:solidFill>
              <a:schemeClr val="tx1">
                <a:alpha val="35000"/>
              </a:schemeClr>
            </a:solidFill>
            <a:prstDash val="dash"/>
            <a:round/>
          </a:ln>
        </p:spPr>
        <p:txBody>
          <a:bodyPr rtlCol="0" anchor="ctr"/>
          <a:lstStyle/>
          <a:p>
            <a:endParaRPr lang="en-US"/>
          </a:p>
        </p:txBody>
      </p:sp>
      <p:sp>
        <p:nvSpPr>
          <p:cNvPr id="34" name="Freeform: Shape 33">
            <a:extLst>
              <a:ext uri="{FF2B5EF4-FFF2-40B4-BE49-F238E27FC236}">
                <a16:creationId xmlns:a16="http://schemas.microsoft.com/office/drawing/2014/main" id="{1DED461A-B4AC-FAC0-9F2E-71D3E81A2A9E}"/>
              </a:ext>
            </a:extLst>
          </p:cNvPr>
          <p:cNvSpPr/>
          <p:nvPr userDrawn="1"/>
        </p:nvSpPr>
        <p:spPr>
          <a:xfrm rot="10137935" flipV="1">
            <a:off x="17518" y="-18284"/>
            <a:ext cx="2261410" cy="589589"/>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292382"/>
              <a:gd name="connsiteY0" fmla="*/ 0 h 779209"/>
              <a:gd name="connsiteX1" fmla="*/ 272415 w 2292382"/>
              <a:gd name="connsiteY1" fmla="*/ 181070 h 779209"/>
              <a:gd name="connsiteX2" fmla="*/ 651415 w 2292382"/>
              <a:gd name="connsiteY2" fmla="*/ 385000 h 779209"/>
              <a:gd name="connsiteX3" fmla="*/ 915543 w 2292382"/>
              <a:gd name="connsiteY3" fmla="*/ 514255 h 779209"/>
              <a:gd name="connsiteX4" fmla="*/ 1277303 w 2292382"/>
              <a:gd name="connsiteY4" fmla="*/ 606171 h 779209"/>
              <a:gd name="connsiteX5" fmla="*/ 1445840 w 2292382"/>
              <a:gd name="connsiteY5" fmla="*/ 774859 h 779209"/>
              <a:gd name="connsiteX6" fmla="*/ 1817084 w 2292382"/>
              <a:gd name="connsiteY6" fmla="*/ 485489 h 779209"/>
              <a:gd name="connsiteX7" fmla="*/ 1963483 w 2292382"/>
              <a:gd name="connsiteY7" fmla="*/ 313182 h 779209"/>
              <a:gd name="connsiteX8" fmla="*/ 2102739 w 2292382"/>
              <a:gd name="connsiteY8" fmla="*/ 173831 h 779209"/>
              <a:gd name="connsiteX9" fmla="*/ 2292382 w 2292382"/>
              <a:gd name="connsiteY9" fmla="*/ 0 h 779209"/>
              <a:gd name="connsiteX0" fmla="*/ 0 w 2292382"/>
              <a:gd name="connsiteY0" fmla="*/ 0 h 786201"/>
              <a:gd name="connsiteX1" fmla="*/ 272415 w 2292382"/>
              <a:gd name="connsiteY1" fmla="*/ 181070 h 786201"/>
              <a:gd name="connsiteX2" fmla="*/ 651415 w 2292382"/>
              <a:gd name="connsiteY2" fmla="*/ 385000 h 786201"/>
              <a:gd name="connsiteX3" fmla="*/ 915543 w 2292382"/>
              <a:gd name="connsiteY3" fmla="*/ 514255 h 786201"/>
              <a:gd name="connsiteX4" fmla="*/ 1164397 w 2292382"/>
              <a:gd name="connsiteY4" fmla="*/ 707011 h 786201"/>
              <a:gd name="connsiteX5" fmla="*/ 1445840 w 2292382"/>
              <a:gd name="connsiteY5" fmla="*/ 774859 h 786201"/>
              <a:gd name="connsiteX6" fmla="*/ 1817084 w 2292382"/>
              <a:gd name="connsiteY6" fmla="*/ 485489 h 786201"/>
              <a:gd name="connsiteX7" fmla="*/ 1963483 w 2292382"/>
              <a:gd name="connsiteY7" fmla="*/ 313182 h 786201"/>
              <a:gd name="connsiteX8" fmla="*/ 2102739 w 2292382"/>
              <a:gd name="connsiteY8" fmla="*/ 173831 h 786201"/>
              <a:gd name="connsiteX9" fmla="*/ 2292382 w 2292382"/>
              <a:gd name="connsiteY9" fmla="*/ 0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1963483 w 2656183"/>
              <a:gd name="connsiteY7" fmla="*/ 313182 h 786201"/>
              <a:gd name="connsiteX8" fmla="*/ 2102739 w 2656183"/>
              <a:gd name="connsiteY8" fmla="*/ 173831 h 786201"/>
              <a:gd name="connsiteX9" fmla="*/ 2656183 w 2656183"/>
              <a:gd name="connsiteY9" fmla="*/ 116479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1963483 w 2656183"/>
              <a:gd name="connsiteY7" fmla="*/ 313182 h 786201"/>
              <a:gd name="connsiteX8" fmla="*/ 2155845 w 2656183"/>
              <a:gd name="connsiteY8" fmla="*/ 160515 h 786201"/>
              <a:gd name="connsiteX9" fmla="*/ 2656183 w 2656183"/>
              <a:gd name="connsiteY9" fmla="*/ 116479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2155845 w 2656183"/>
              <a:gd name="connsiteY7" fmla="*/ 160515 h 786201"/>
              <a:gd name="connsiteX8" fmla="*/ 2656183 w 2656183"/>
              <a:gd name="connsiteY8" fmla="*/ 116479 h 786201"/>
              <a:gd name="connsiteX0" fmla="*/ 0 w 2656183"/>
              <a:gd name="connsiteY0" fmla="*/ 0 h 789192"/>
              <a:gd name="connsiteX1" fmla="*/ 272415 w 2656183"/>
              <a:gd name="connsiteY1" fmla="*/ 181070 h 789192"/>
              <a:gd name="connsiteX2" fmla="*/ 651415 w 2656183"/>
              <a:gd name="connsiteY2" fmla="*/ 385000 h 789192"/>
              <a:gd name="connsiteX3" fmla="*/ 915543 w 2656183"/>
              <a:gd name="connsiteY3" fmla="*/ 514255 h 789192"/>
              <a:gd name="connsiteX4" fmla="*/ 1164397 w 2656183"/>
              <a:gd name="connsiteY4" fmla="*/ 707011 h 789192"/>
              <a:gd name="connsiteX5" fmla="*/ 1445840 w 2656183"/>
              <a:gd name="connsiteY5" fmla="*/ 774859 h 789192"/>
              <a:gd name="connsiteX6" fmla="*/ 1797508 w 2656183"/>
              <a:gd name="connsiteY6" fmla="*/ 440947 h 789192"/>
              <a:gd name="connsiteX7" fmla="*/ 2155845 w 2656183"/>
              <a:gd name="connsiteY7" fmla="*/ 160515 h 789192"/>
              <a:gd name="connsiteX8" fmla="*/ 2656183 w 2656183"/>
              <a:gd name="connsiteY8" fmla="*/ 116479 h 789192"/>
              <a:gd name="connsiteX0" fmla="*/ 0 w 2383768"/>
              <a:gd name="connsiteY0" fmla="*/ 67671 h 675793"/>
              <a:gd name="connsiteX1" fmla="*/ 379000 w 2383768"/>
              <a:gd name="connsiteY1" fmla="*/ 271601 h 675793"/>
              <a:gd name="connsiteX2" fmla="*/ 643128 w 2383768"/>
              <a:gd name="connsiteY2" fmla="*/ 400856 h 675793"/>
              <a:gd name="connsiteX3" fmla="*/ 891982 w 2383768"/>
              <a:gd name="connsiteY3" fmla="*/ 593612 h 675793"/>
              <a:gd name="connsiteX4" fmla="*/ 1173425 w 2383768"/>
              <a:gd name="connsiteY4" fmla="*/ 661460 h 675793"/>
              <a:gd name="connsiteX5" fmla="*/ 1525093 w 2383768"/>
              <a:gd name="connsiteY5" fmla="*/ 327548 h 675793"/>
              <a:gd name="connsiteX6" fmla="*/ 1883430 w 2383768"/>
              <a:gd name="connsiteY6" fmla="*/ 47116 h 675793"/>
              <a:gd name="connsiteX7" fmla="*/ 2383768 w 2383768"/>
              <a:gd name="connsiteY7" fmla="*/ 3080 h 675793"/>
              <a:gd name="connsiteX0" fmla="*/ 0 w 2004768"/>
              <a:gd name="connsiteY0" fmla="*/ 271601 h 675793"/>
              <a:gd name="connsiteX1" fmla="*/ 264128 w 2004768"/>
              <a:gd name="connsiteY1" fmla="*/ 400856 h 675793"/>
              <a:gd name="connsiteX2" fmla="*/ 512982 w 2004768"/>
              <a:gd name="connsiteY2" fmla="*/ 593612 h 675793"/>
              <a:gd name="connsiteX3" fmla="*/ 794425 w 2004768"/>
              <a:gd name="connsiteY3" fmla="*/ 661460 h 675793"/>
              <a:gd name="connsiteX4" fmla="*/ 1146093 w 2004768"/>
              <a:gd name="connsiteY4" fmla="*/ 327548 h 675793"/>
              <a:gd name="connsiteX5" fmla="*/ 1504430 w 2004768"/>
              <a:gd name="connsiteY5" fmla="*/ 47116 h 675793"/>
              <a:gd name="connsiteX6" fmla="*/ 2004768 w 2004768"/>
              <a:gd name="connsiteY6" fmla="*/ 3080 h 675793"/>
              <a:gd name="connsiteX0" fmla="*/ 0 w 2004768"/>
              <a:gd name="connsiteY0" fmla="*/ 271601 h 674954"/>
              <a:gd name="connsiteX1" fmla="*/ 252858 w 2004768"/>
              <a:gd name="connsiteY1" fmla="*/ 444892 h 674954"/>
              <a:gd name="connsiteX2" fmla="*/ 512982 w 2004768"/>
              <a:gd name="connsiteY2" fmla="*/ 593612 h 674954"/>
              <a:gd name="connsiteX3" fmla="*/ 794425 w 2004768"/>
              <a:gd name="connsiteY3" fmla="*/ 661460 h 674954"/>
              <a:gd name="connsiteX4" fmla="*/ 1146093 w 2004768"/>
              <a:gd name="connsiteY4" fmla="*/ 327548 h 674954"/>
              <a:gd name="connsiteX5" fmla="*/ 1504430 w 2004768"/>
              <a:gd name="connsiteY5" fmla="*/ 47116 h 674954"/>
              <a:gd name="connsiteX6" fmla="*/ 2004768 w 2004768"/>
              <a:gd name="connsiteY6" fmla="*/ 3080 h 674954"/>
              <a:gd name="connsiteX0" fmla="*/ 0 w 2013381"/>
              <a:gd name="connsiteY0" fmla="*/ 265520 h 674954"/>
              <a:gd name="connsiteX1" fmla="*/ 261471 w 2013381"/>
              <a:gd name="connsiteY1" fmla="*/ 444892 h 674954"/>
              <a:gd name="connsiteX2" fmla="*/ 521595 w 2013381"/>
              <a:gd name="connsiteY2" fmla="*/ 593612 h 674954"/>
              <a:gd name="connsiteX3" fmla="*/ 803038 w 2013381"/>
              <a:gd name="connsiteY3" fmla="*/ 661460 h 674954"/>
              <a:gd name="connsiteX4" fmla="*/ 1154706 w 2013381"/>
              <a:gd name="connsiteY4" fmla="*/ 327548 h 674954"/>
              <a:gd name="connsiteX5" fmla="*/ 1513043 w 2013381"/>
              <a:gd name="connsiteY5" fmla="*/ 47116 h 674954"/>
              <a:gd name="connsiteX6" fmla="*/ 2013381 w 2013381"/>
              <a:gd name="connsiteY6" fmla="*/ 3080 h 67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381" h="674954">
                <a:moveTo>
                  <a:pt x="0" y="265520"/>
                </a:moveTo>
                <a:cubicBezTo>
                  <a:pt x="86868" y="311145"/>
                  <a:pt x="174539" y="390210"/>
                  <a:pt x="261471" y="444892"/>
                </a:cubicBezTo>
                <a:cubicBezTo>
                  <a:pt x="348403" y="499574"/>
                  <a:pt x="431334" y="557517"/>
                  <a:pt x="521595" y="593612"/>
                </a:cubicBezTo>
                <a:cubicBezTo>
                  <a:pt x="611856" y="629707"/>
                  <a:pt x="697519" y="705804"/>
                  <a:pt x="803038" y="661460"/>
                </a:cubicBezTo>
                <a:cubicBezTo>
                  <a:pt x="908557" y="617116"/>
                  <a:pt x="1036372" y="429939"/>
                  <a:pt x="1154706" y="327548"/>
                </a:cubicBezTo>
                <a:cubicBezTo>
                  <a:pt x="1273040" y="225157"/>
                  <a:pt x="1373193" y="108618"/>
                  <a:pt x="1513043" y="47116"/>
                </a:cubicBezTo>
                <a:cubicBezTo>
                  <a:pt x="1580576" y="-17368"/>
                  <a:pt x="2013381" y="3080"/>
                  <a:pt x="2013381" y="3080"/>
                </a:cubicBezTo>
              </a:path>
            </a:pathLst>
          </a:custGeom>
          <a:noFill/>
          <a:ln w="6350" cap="rnd">
            <a:solidFill>
              <a:schemeClr val="tx1">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29B1E54C-25E7-F941-5DAF-8B4823EFA8D6}"/>
              </a:ext>
            </a:extLst>
          </p:cNvPr>
          <p:cNvSpPr/>
          <p:nvPr userDrawn="1"/>
        </p:nvSpPr>
        <p:spPr>
          <a:xfrm rot="10323533" flipV="1">
            <a:off x="748397" y="-81699"/>
            <a:ext cx="1128850" cy="433232"/>
          </a:xfrm>
          <a:custGeom>
            <a:avLst/>
            <a:gdLst>
              <a:gd name="connsiteX0" fmla="*/ 1865852 w 1865852"/>
              <a:gd name="connsiteY0" fmla="*/ 0 h 421548"/>
              <a:gd name="connsiteX1" fmla="*/ 1535049 w 1865852"/>
              <a:gd name="connsiteY1" fmla="*/ 258699 h 421548"/>
              <a:gd name="connsiteX2" fmla="*/ 1247966 w 1865852"/>
              <a:gd name="connsiteY2" fmla="*/ 408051 h 421548"/>
              <a:gd name="connsiteX3" fmla="*/ 955072 w 1865852"/>
              <a:gd name="connsiteY3" fmla="*/ 408051 h 421548"/>
              <a:gd name="connsiteX4" fmla="*/ 596170 w 1865852"/>
              <a:gd name="connsiteY4" fmla="*/ 336233 h 421548"/>
              <a:gd name="connsiteX5" fmla="*/ 283178 w 1865852"/>
              <a:gd name="connsiteY5" fmla="*/ 186881 h 421548"/>
              <a:gd name="connsiteX6" fmla="*/ 0 w 1865852"/>
              <a:gd name="connsiteY6" fmla="*/ 0 h 421548"/>
              <a:gd name="connsiteX0" fmla="*/ 2001357 w 2001357"/>
              <a:gd name="connsiteY0" fmla="*/ 0 h 588028"/>
              <a:gd name="connsiteX1" fmla="*/ 1535049 w 2001357"/>
              <a:gd name="connsiteY1" fmla="*/ 425179 h 588028"/>
              <a:gd name="connsiteX2" fmla="*/ 1247966 w 2001357"/>
              <a:gd name="connsiteY2" fmla="*/ 574531 h 588028"/>
              <a:gd name="connsiteX3" fmla="*/ 955072 w 2001357"/>
              <a:gd name="connsiteY3" fmla="*/ 574531 h 588028"/>
              <a:gd name="connsiteX4" fmla="*/ 596170 w 2001357"/>
              <a:gd name="connsiteY4" fmla="*/ 502713 h 588028"/>
              <a:gd name="connsiteX5" fmla="*/ 283178 w 2001357"/>
              <a:gd name="connsiteY5" fmla="*/ 353361 h 588028"/>
              <a:gd name="connsiteX6" fmla="*/ 0 w 2001357"/>
              <a:gd name="connsiteY6" fmla="*/ 166480 h 588028"/>
              <a:gd name="connsiteX0" fmla="*/ 2197540 w 2197540"/>
              <a:gd name="connsiteY0" fmla="*/ 0 h 844964"/>
              <a:gd name="connsiteX1" fmla="*/ 1535049 w 2197540"/>
              <a:gd name="connsiteY1" fmla="*/ 682115 h 844964"/>
              <a:gd name="connsiteX2" fmla="*/ 1247966 w 2197540"/>
              <a:gd name="connsiteY2" fmla="*/ 831467 h 844964"/>
              <a:gd name="connsiteX3" fmla="*/ 955072 w 2197540"/>
              <a:gd name="connsiteY3" fmla="*/ 831467 h 844964"/>
              <a:gd name="connsiteX4" fmla="*/ 596170 w 2197540"/>
              <a:gd name="connsiteY4" fmla="*/ 759649 h 844964"/>
              <a:gd name="connsiteX5" fmla="*/ 283178 w 2197540"/>
              <a:gd name="connsiteY5" fmla="*/ 610297 h 844964"/>
              <a:gd name="connsiteX6" fmla="*/ 0 w 2197540"/>
              <a:gd name="connsiteY6" fmla="*/ 423416 h 844964"/>
              <a:gd name="connsiteX0" fmla="*/ 2197540 w 2197540"/>
              <a:gd name="connsiteY0" fmla="*/ 0 h 833733"/>
              <a:gd name="connsiteX1" fmla="*/ 1535049 w 2197540"/>
              <a:gd name="connsiteY1" fmla="*/ 682115 h 833733"/>
              <a:gd name="connsiteX2" fmla="*/ 955072 w 2197540"/>
              <a:gd name="connsiteY2" fmla="*/ 831467 h 833733"/>
              <a:gd name="connsiteX3" fmla="*/ 596170 w 2197540"/>
              <a:gd name="connsiteY3" fmla="*/ 759649 h 833733"/>
              <a:gd name="connsiteX4" fmla="*/ 283178 w 2197540"/>
              <a:gd name="connsiteY4" fmla="*/ 610297 h 833733"/>
              <a:gd name="connsiteX5" fmla="*/ 0 w 2197540"/>
              <a:gd name="connsiteY5" fmla="*/ 423416 h 833733"/>
              <a:gd name="connsiteX0" fmla="*/ 2197540 w 2197540"/>
              <a:gd name="connsiteY0" fmla="*/ 0 h 1083343"/>
              <a:gd name="connsiteX1" fmla="*/ 1535049 w 2197540"/>
              <a:gd name="connsiteY1" fmla="*/ 682115 h 1083343"/>
              <a:gd name="connsiteX2" fmla="*/ 980835 w 2197540"/>
              <a:gd name="connsiteY2" fmla="*/ 1082873 h 1083343"/>
              <a:gd name="connsiteX3" fmla="*/ 596170 w 2197540"/>
              <a:gd name="connsiteY3" fmla="*/ 759649 h 1083343"/>
              <a:gd name="connsiteX4" fmla="*/ 283178 w 2197540"/>
              <a:gd name="connsiteY4" fmla="*/ 610297 h 1083343"/>
              <a:gd name="connsiteX5" fmla="*/ 0 w 2197540"/>
              <a:gd name="connsiteY5" fmla="*/ 423416 h 1083343"/>
              <a:gd name="connsiteX0" fmla="*/ 2197540 w 2197540"/>
              <a:gd name="connsiteY0" fmla="*/ 0 h 1084619"/>
              <a:gd name="connsiteX1" fmla="*/ 1535049 w 2197540"/>
              <a:gd name="connsiteY1" fmla="*/ 682115 h 1084619"/>
              <a:gd name="connsiteX2" fmla="*/ 980835 w 2197540"/>
              <a:gd name="connsiteY2" fmla="*/ 1082873 h 1084619"/>
              <a:gd name="connsiteX3" fmla="*/ 475128 w 2197540"/>
              <a:gd name="connsiteY3" fmla="*/ 819245 h 1084619"/>
              <a:gd name="connsiteX4" fmla="*/ 283178 w 2197540"/>
              <a:gd name="connsiteY4" fmla="*/ 610297 h 1084619"/>
              <a:gd name="connsiteX5" fmla="*/ 0 w 2197540"/>
              <a:gd name="connsiteY5" fmla="*/ 423416 h 1084619"/>
              <a:gd name="connsiteX0" fmla="*/ 2197540 w 2197540"/>
              <a:gd name="connsiteY0" fmla="*/ 0 h 1084570"/>
              <a:gd name="connsiteX1" fmla="*/ 1535049 w 2197540"/>
              <a:gd name="connsiteY1" fmla="*/ 682115 h 1084570"/>
              <a:gd name="connsiteX2" fmla="*/ 980835 w 2197540"/>
              <a:gd name="connsiteY2" fmla="*/ 1082873 h 1084570"/>
              <a:gd name="connsiteX3" fmla="*/ 475128 w 2197540"/>
              <a:gd name="connsiteY3" fmla="*/ 819245 h 1084570"/>
              <a:gd name="connsiteX4" fmla="*/ 196775 w 2197540"/>
              <a:gd name="connsiteY4" fmla="*/ 650004 h 1084570"/>
              <a:gd name="connsiteX5" fmla="*/ 0 w 2197540"/>
              <a:gd name="connsiteY5" fmla="*/ 423416 h 1084570"/>
              <a:gd name="connsiteX0" fmla="*/ 2197540 w 2197540"/>
              <a:gd name="connsiteY0" fmla="*/ 0 h 1084619"/>
              <a:gd name="connsiteX1" fmla="*/ 1535049 w 2197540"/>
              <a:gd name="connsiteY1" fmla="*/ 682115 h 1084619"/>
              <a:gd name="connsiteX2" fmla="*/ 980835 w 2197540"/>
              <a:gd name="connsiteY2" fmla="*/ 1082873 h 1084619"/>
              <a:gd name="connsiteX3" fmla="*/ 475128 w 2197540"/>
              <a:gd name="connsiteY3" fmla="*/ 819245 h 1084619"/>
              <a:gd name="connsiteX4" fmla="*/ 199952 w 2197540"/>
              <a:gd name="connsiteY4" fmla="*/ 609458 h 1084619"/>
              <a:gd name="connsiteX5" fmla="*/ 0 w 2197540"/>
              <a:gd name="connsiteY5" fmla="*/ 423416 h 1084619"/>
              <a:gd name="connsiteX0" fmla="*/ 1997587 w 1997587"/>
              <a:gd name="connsiteY0" fmla="*/ 0 h 1084619"/>
              <a:gd name="connsiteX1" fmla="*/ 1335096 w 1997587"/>
              <a:gd name="connsiteY1" fmla="*/ 682115 h 1084619"/>
              <a:gd name="connsiteX2" fmla="*/ 780882 w 1997587"/>
              <a:gd name="connsiteY2" fmla="*/ 1082873 h 1084619"/>
              <a:gd name="connsiteX3" fmla="*/ 275175 w 1997587"/>
              <a:gd name="connsiteY3" fmla="*/ 819245 h 1084619"/>
              <a:gd name="connsiteX4" fmla="*/ -1 w 1997587"/>
              <a:gd name="connsiteY4" fmla="*/ 609458 h 1084619"/>
              <a:gd name="connsiteX0" fmla="*/ 2067251 w 2067251"/>
              <a:gd name="connsiteY0" fmla="*/ 0 h 1084960"/>
              <a:gd name="connsiteX1" fmla="*/ 1404760 w 2067251"/>
              <a:gd name="connsiteY1" fmla="*/ 682115 h 1084960"/>
              <a:gd name="connsiteX2" fmla="*/ 850546 w 2067251"/>
              <a:gd name="connsiteY2" fmla="*/ 1082873 h 1084960"/>
              <a:gd name="connsiteX3" fmla="*/ 344839 w 2067251"/>
              <a:gd name="connsiteY3" fmla="*/ 819245 h 1084960"/>
              <a:gd name="connsiteX4" fmla="*/ 0 w 2067251"/>
              <a:gd name="connsiteY4" fmla="*/ 383032 h 1084960"/>
              <a:gd name="connsiteX0" fmla="*/ 2067251 w 2067251"/>
              <a:gd name="connsiteY0" fmla="*/ 0 h 1084960"/>
              <a:gd name="connsiteX1" fmla="*/ 1404760 w 2067251"/>
              <a:gd name="connsiteY1" fmla="*/ 682115 h 1084960"/>
              <a:gd name="connsiteX2" fmla="*/ 850546 w 2067251"/>
              <a:gd name="connsiteY2" fmla="*/ 1082873 h 1084960"/>
              <a:gd name="connsiteX3" fmla="*/ 344839 w 2067251"/>
              <a:gd name="connsiteY3" fmla="*/ 819245 h 1084960"/>
              <a:gd name="connsiteX4" fmla="*/ 0 w 2067251"/>
              <a:gd name="connsiteY4" fmla="*/ 383032 h 1084960"/>
              <a:gd name="connsiteX0" fmla="*/ 2000091 w 2000091"/>
              <a:gd name="connsiteY0" fmla="*/ 0 h 1084983"/>
              <a:gd name="connsiteX1" fmla="*/ 1337600 w 2000091"/>
              <a:gd name="connsiteY1" fmla="*/ 682115 h 1084983"/>
              <a:gd name="connsiteX2" fmla="*/ 783386 w 2000091"/>
              <a:gd name="connsiteY2" fmla="*/ 1082873 h 1084983"/>
              <a:gd name="connsiteX3" fmla="*/ 277679 w 2000091"/>
              <a:gd name="connsiteY3" fmla="*/ 819245 h 1084983"/>
              <a:gd name="connsiteX4" fmla="*/ 1 w 2000091"/>
              <a:gd name="connsiteY4" fmla="*/ 370277 h 1084983"/>
              <a:gd name="connsiteX0" fmla="*/ 2000089 w 2000089"/>
              <a:gd name="connsiteY0" fmla="*/ 0 h 1084265"/>
              <a:gd name="connsiteX1" fmla="*/ 1337598 w 2000089"/>
              <a:gd name="connsiteY1" fmla="*/ 682115 h 1084265"/>
              <a:gd name="connsiteX2" fmla="*/ 783384 w 2000089"/>
              <a:gd name="connsiteY2" fmla="*/ 1082873 h 1084265"/>
              <a:gd name="connsiteX3" fmla="*/ 390407 w 2000089"/>
              <a:gd name="connsiteY3" fmla="*/ 797840 h 1084265"/>
              <a:gd name="connsiteX4" fmla="*/ -1 w 2000089"/>
              <a:gd name="connsiteY4" fmla="*/ 370277 h 1084265"/>
              <a:gd name="connsiteX0" fmla="*/ 1934327 w 1934327"/>
              <a:gd name="connsiteY0" fmla="*/ 0 h 1084267"/>
              <a:gd name="connsiteX1" fmla="*/ 1271836 w 1934327"/>
              <a:gd name="connsiteY1" fmla="*/ 682115 h 1084267"/>
              <a:gd name="connsiteX2" fmla="*/ 717622 w 1934327"/>
              <a:gd name="connsiteY2" fmla="*/ 1082873 h 1084267"/>
              <a:gd name="connsiteX3" fmla="*/ 324645 w 1934327"/>
              <a:gd name="connsiteY3" fmla="*/ 797840 h 1084267"/>
              <a:gd name="connsiteX4" fmla="*/ 0 w 1934327"/>
              <a:gd name="connsiteY4" fmla="*/ 367780 h 1084267"/>
              <a:gd name="connsiteX0" fmla="*/ 1934327 w 1934327"/>
              <a:gd name="connsiteY0" fmla="*/ 0 h 1010550"/>
              <a:gd name="connsiteX1" fmla="*/ 1271836 w 1934327"/>
              <a:gd name="connsiteY1" fmla="*/ 682115 h 1010550"/>
              <a:gd name="connsiteX2" fmla="*/ 776025 w 1934327"/>
              <a:gd name="connsiteY2" fmla="*/ 1008540 h 1010550"/>
              <a:gd name="connsiteX3" fmla="*/ 324645 w 1934327"/>
              <a:gd name="connsiteY3" fmla="*/ 797840 h 1010550"/>
              <a:gd name="connsiteX4" fmla="*/ 0 w 1934327"/>
              <a:gd name="connsiteY4" fmla="*/ 367780 h 1010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4327" h="1010550">
                <a:moveTo>
                  <a:pt x="1934327" y="0"/>
                </a:moveTo>
                <a:cubicBezTo>
                  <a:pt x="1934327" y="0"/>
                  <a:pt x="1464886" y="514025"/>
                  <a:pt x="1271836" y="682115"/>
                </a:cubicBezTo>
                <a:cubicBezTo>
                  <a:pt x="1078786" y="850205"/>
                  <a:pt x="933890" y="989253"/>
                  <a:pt x="776025" y="1008540"/>
                </a:cubicBezTo>
                <a:cubicBezTo>
                  <a:pt x="618160" y="1027827"/>
                  <a:pt x="453983" y="904633"/>
                  <a:pt x="324645" y="797840"/>
                </a:cubicBezTo>
                <a:cubicBezTo>
                  <a:pt x="195308" y="691047"/>
                  <a:pt x="76722" y="514857"/>
                  <a:pt x="0" y="367780"/>
                </a:cubicBezTo>
              </a:path>
            </a:pathLst>
          </a:custGeom>
          <a:noFill/>
          <a:ln w="6350" cap="rnd">
            <a:solidFill>
              <a:schemeClr val="tx1">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8D5CE5CE-9BD4-FA23-85D8-02794CADD3DD}"/>
              </a:ext>
            </a:extLst>
          </p:cNvPr>
          <p:cNvSpPr/>
          <p:nvPr userDrawn="1"/>
        </p:nvSpPr>
        <p:spPr>
          <a:xfrm rot="9306195" flipV="1">
            <a:off x="-342391" y="527922"/>
            <a:ext cx="3700289" cy="3246383"/>
          </a:xfrm>
          <a:custGeom>
            <a:avLst/>
            <a:gdLst>
              <a:gd name="connsiteX0" fmla="*/ 904672 w 3591275"/>
              <a:gd name="connsiteY0" fmla="*/ 1758707 h 3724776"/>
              <a:gd name="connsiteX1" fmla="*/ 926199 w 3591275"/>
              <a:gd name="connsiteY1" fmla="*/ 1605545 h 3724776"/>
              <a:gd name="connsiteX2" fmla="*/ 912864 w 3591275"/>
              <a:gd name="connsiteY2" fmla="*/ 1413997 h 3724776"/>
              <a:gd name="connsiteX3" fmla="*/ 949440 w 3591275"/>
              <a:gd name="connsiteY3" fmla="*/ 1301412 h 3724776"/>
              <a:gd name="connsiteX4" fmla="*/ 1089839 w 3591275"/>
              <a:gd name="connsiteY4" fmla="*/ 1160918 h 3724776"/>
              <a:gd name="connsiteX5" fmla="*/ 1324439 w 3591275"/>
              <a:gd name="connsiteY5" fmla="*/ 973371 h 3724776"/>
              <a:gd name="connsiteX6" fmla="*/ 1609046 w 3591275"/>
              <a:gd name="connsiteY6" fmla="*/ 728102 h 3724776"/>
              <a:gd name="connsiteX7" fmla="*/ 1785926 w 3591275"/>
              <a:gd name="connsiteY7" fmla="*/ 472165 h 3724776"/>
              <a:gd name="connsiteX8" fmla="*/ 1985951 w 3591275"/>
              <a:gd name="connsiteY8" fmla="*/ 190320 h 3724776"/>
              <a:gd name="connsiteX9" fmla="*/ 2153305 w 3591275"/>
              <a:gd name="connsiteY9" fmla="*/ 67162 h 3724776"/>
              <a:gd name="connsiteX10" fmla="*/ 2466773 w 3591275"/>
              <a:gd name="connsiteY10" fmla="*/ 8488 h 3724776"/>
              <a:gd name="connsiteX11" fmla="*/ 2830247 w 3591275"/>
              <a:gd name="connsiteY11" fmla="*/ 8488 h 3724776"/>
              <a:gd name="connsiteX12" fmla="*/ 3140857 w 3591275"/>
              <a:gd name="connsiteY12" fmla="*/ 84498 h 3724776"/>
              <a:gd name="connsiteX13" fmla="*/ 3405271 w 3591275"/>
              <a:gd name="connsiteY13" fmla="*/ 216323 h 3724776"/>
              <a:gd name="connsiteX14" fmla="*/ 3515856 w 3591275"/>
              <a:gd name="connsiteY14" fmla="*/ 348150 h 3724776"/>
              <a:gd name="connsiteX15" fmla="*/ 3590818 w 3591275"/>
              <a:gd name="connsiteY15" fmla="*/ 627137 h 3724776"/>
              <a:gd name="connsiteX16" fmla="*/ 3555290 w 3591275"/>
              <a:gd name="connsiteY16" fmla="*/ 968608 h 3724776"/>
              <a:gd name="connsiteX17" fmla="*/ 3537002 w 3591275"/>
              <a:gd name="connsiteY17" fmla="*/ 1148535 h 3724776"/>
              <a:gd name="connsiteX18" fmla="*/ 3509094 w 3591275"/>
              <a:gd name="connsiteY18" fmla="*/ 1570017 h 3724776"/>
              <a:gd name="connsiteX19" fmla="*/ 3465278 w 3591275"/>
              <a:gd name="connsiteY19" fmla="*/ 1967114 h 3724776"/>
              <a:gd name="connsiteX20" fmla="*/ 3336024 w 3591275"/>
              <a:gd name="connsiteY20" fmla="*/ 2345733 h 3724776"/>
              <a:gd name="connsiteX21" fmla="*/ 3049893 w 3591275"/>
              <a:gd name="connsiteY21" fmla="*/ 2768262 h 3724776"/>
              <a:gd name="connsiteX22" fmla="*/ 2838724 w 3591275"/>
              <a:gd name="connsiteY22" fmla="*/ 2989908 h 3724776"/>
              <a:gd name="connsiteX23" fmla="*/ 2605647 w 3591275"/>
              <a:gd name="connsiteY23" fmla="*/ 3193077 h 3724776"/>
              <a:gd name="connsiteX24" fmla="*/ 2217980 w 3591275"/>
              <a:gd name="connsiteY24" fmla="*/ 3493209 h 3724776"/>
              <a:gd name="connsiteX25" fmla="*/ 1832598 w 3591275"/>
              <a:gd name="connsiteY25" fmla="*/ 3707903 h 3724776"/>
              <a:gd name="connsiteX26" fmla="*/ 1581043 w 3591275"/>
              <a:gd name="connsiteY26" fmla="*/ 3722952 h 3724776"/>
              <a:gd name="connsiteX27" fmla="*/ 1068693 w 3591275"/>
              <a:gd name="connsiteY27" fmla="*/ 3704474 h 3724776"/>
              <a:gd name="connsiteX28" fmla="*/ 852952 w 3591275"/>
              <a:gd name="connsiteY28" fmla="*/ 3704474 h 3724776"/>
              <a:gd name="connsiteX29" fmla="*/ 519482 w 3591275"/>
              <a:gd name="connsiteY29" fmla="*/ 3652562 h 3724776"/>
              <a:gd name="connsiteX30" fmla="*/ 400609 w 3591275"/>
              <a:gd name="connsiteY30" fmla="*/ 3595984 h 3724776"/>
              <a:gd name="connsiteX31" fmla="*/ 184868 w 3591275"/>
              <a:gd name="connsiteY31" fmla="*/ 3357002 h 3724776"/>
              <a:gd name="connsiteX32" fmla="*/ 59138 w 3591275"/>
              <a:gd name="connsiteY32" fmla="*/ 3101922 h 3724776"/>
              <a:gd name="connsiteX33" fmla="*/ 274 w 3591275"/>
              <a:gd name="connsiteY33" fmla="*/ 2778644 h 3724776"/>
              <a:gd name="connsiteX34" fmla="*/ 172200 w 3591275"/>
              <a:gd name="connsiteY34" fmla="*/ 2322682 h 3724776"/>
              <a:gd name="connsiteX35" fmla="*/ 446806 w 3591275"/>
              <a:gd name="connsiteY35" fmla="*/ 2095225 h 3724776"/>
              <a:gd name="connsiteX36" fmla="*/ 633686 w 3591275"/>
              <a:gd name="connsiteY36" fmla="*/ 2031693 h 3724776"/>
              <a:gd name="connsiteX37" fmla="*/ 840188 w 3591275"/>
              <a:gd name="connsiteY37" fmla="*/ 1910440 h 3724776"/>
              <a:gd name="connsiteX38" fmla="*/ 904672 w 3591275"/>
              <a:gd name="connsiteY38" fmla="*/ 1758707 h 3724776"/>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89839 w 3591276"/>
              <a:gd name="connsiteY4" fmla="*/ 1160918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270314 w 3591276"/>
              <a:gd name="connsiteY20" fmla="*/ 236571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38" fmla="*/ 3546689 w 3591276"/>
              <a:gd name="connsiteY38" fmla="*/ 2071793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0" fmla="*/ 3270314 w 3591276"/>
              <a:gd name="connsiteY0" fmla="*/ 2365713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0" fmla="*/ 3304712 w 3555290"/>
              <a:gd name="connsiteY0" fmla="*/ 2321144 h 3724775"/>
              <a:gd name="connsiteX1" fmla="*/ 3049893 w 3555290"/>
              <a:gd name="connsiteY1" fmla="*/ 2768262 h 3724775"/>
              <a:gd name="connsiteX2" fmla="*/ 2803185 w 3555290"/>
              <a:gd name="connsiteY2" fmla="*/ 2917352 h 3724775"/>
              <a:gd name="connsiteX3" fmla="*/ 2605647 w 3555290"/>
              <a:gd name="connsiteY3" fmla="*/ 3193077 h 3724775"/>
              <a:gd name="connsiteX4" fmla="*/ 2217980 w 3555290"/>
              <a:gd name="connsiteY4" fmla="*/ 3493209 h 3724775"/>
              <a:gd name="connsiteX5" fmla="*/ 1832598 w 3555290"/>
              <a:gd name="connsiteY5" fmla="*/ 3707903 h 3724775"/>
              <a:gd name="connsiteX6" fmla="*/ 1581043 w 3555290"/>
              <a:gd name="connsiteY6" fmla="*/ 3722952 h 3724775"/>
              <a:gd name="connsiteX7" fmla="*/ 1068693 w 3555290"/>
              <a:gd name="connsiteY7" fmla="*/ 3704474 h 3724775"/>
              <a:gd name="connsiteX8" fmla="*/ 852952 w 3555290"/>
              <a:gd name="connsiteY8" fmla="*/ 3704474 h 3724775"/>
              <a:gd name="connsiteX9" fmla="*/ 519482 w 3555290"/>
              <a:gd name="connsiteY9" fmla="*/ 3652562 h 3724775"/>
              <a:gd name="connsiteX10" fmla="*/ 400609 w 3555290"/>
              <a:gd name="connsiteY10" fmla="*/ 3595984 h 3724775"/>
              <a:gd name="connsiteX11" fmla="*/ 184868 w 3555290"/>
              <a:gd name="connsiteY11" fmla="*/ 3357002 h 3724775"/>
              <a:gd name="connsiteX12" fmla="*/ 59138 w 3555290"/>
              <a:gd name="connsiteY12" fmla="*/ 3101922 h 3724775"/>
              <a:gd name="connsiteX13" fmla="*/ 274 w 3555290"/>
              <a:gd name="connsiteY13" fmla="*/ 2778644 h 3724775"/>
              <a:gd name="connsiteX14" fmla="*/ 172200 w 3555290"/>
              <a:gd name="connsiteY14" fmla="*/ 2322682 h 3724775"/>
              <a:gd name="connsiteX15" fmla="*/ 446806 w 3555290"/>
              <a:gd name="connsiteY15" fmla="*/ 2095225 h 3724775"/>
              <a:gd name="connsiteX16" fmla="*/ 633686 w 3555290"/>
              <a:gd name="connsiteY16" fmla="*/ 2031693 h 3724775"/>
              <a:gd name="connsiteX17" fmla="*/ 840188 w 3555290"/>
              <a:gd name="connsiteY17" fmla="*/ 1910440 h 3724775"/>
              <a:gd name="connsiteX18" fmla="*/ 904672 w 3555290"/>
              <a:gd name="connsiteY18" fmla="*/ 1758707 h 3724775"/>
              <a:gd name="connsiteX19" fmla="*/ 926199 w 3555290"/>
              <a:gd name="connsiteY19" fmla="*/ 1605545 h 3724775"/>
              <a:gd name="connsiteX20" fmla="*/ 912864 w 3555290"/>
              <a:gd name="connsiteY20" fmla="*/ 1413997 h 3724775"/>
              <a:gd name="connsiteX21" fmla="*/ 949440 w 3555290"/>
              <a:gd name="connsiteY21" fmla="*/ 1301412 h 3724775"/>
              <a:gd name="connsiteX22" fmla="*/ 1010127 w 3555290"/>
              <a:gd name="connsiteY22" fmla="*/ 1095487 h 3724775"/>
              <a:gd name="connsiteX23" fmla="*/ 1324439 w 3555290"/>
              <a:gd name="connsiteY23" fmla="*/ 973371 h 3724775"/>
              <a:gd name="connsiteX24" fmla="*/ 1609046 w 3555290"/>
              <a:gd name="connsiteY24" fmla="*/ 728102 h 3724775"/>
              <a:gd name="connsiteX25" fmla="*/ 1785926 w 3555290"/>
              <a:gd name="connsiteY25" fmla="*/ 472165 h 3724775"/>
              <a:gd name="connsiteX26" fmla="*/ 1918767 w 3555290"/>
              <a:gd name="connsiteY26" fmla="*/ 107794 h 3724775"/>
              <a:gd name="connsiteX27" fmla="*/ 2153305 w 3555290"/>
              <a:gd name="connsiteY27" fmla="*/ 67162 h 3724775"/>
              <a:gd name="connsiteX28" fmla="*/ 2466773 w 3555290"/>
              <a:gd name="connsiteY28" fmla="*/ 8488 h 3724775"/>
              <a:gd name="connsiteX29" fmla="*/ 2830247 w 3555290"/>
              <a:gd name="connsiteY29" fmla="*/ 8488 h 3724775"/>
              <a:gd name="connsiteX30" fmla="*/ 3140857 w 3555290"/>
              <a:gd name="connsiteY30" fmla="*/ 84498 h 3724775"/>
              <a:gd name="connsiteX31" fmla="*/ 3405271 w 3555290"/>
              <a:gd name="connsiteY31" fmla="*/ 216323 h 3724775"/>
              <a:gd name="connsiteX32" fmla="*/ 3515856 w 3555290"/>
              <a:gd name="connsiteY32" fmla="*/ 348150 h 3724775"/>
              <a:gd name="connsiteX33" fmla="*/ 3555290 w 3555290"/>
              <a:gd name="connsiteY33" fmla="*/ 968608 h 3724775"/>
              <a:gd name="connsiteX0" fmla="*/ 3304712 w 3515856"/>
              <a:gd name="connsiteY0" fmla="*/ 2321144 h 3724775"/>
              <a:gd name="connsiteX1" fmla="*/ 3049893 w 3515856"/>
              <a:gd name="connsiteY1" fmla="*/ 2768262 h 3724775"/>
              <a:gd name="connsiteX2" fmla="*/ 2803185 w 3515856"/>
              <a:gd name="connsiteY2" fmla="*/ 2917352 h 3724775"/>
              <a:gd name="connsiteX3" fmla="*/ 2605647 w 3515856"/>
              <a:gd name="connsiteY3" fmla="*/ 3193077 h 3724775"/>
              <a:gd name="connsiteX4" fmla="*/ 2217980 w 3515856"/>
              <a:gd name="connsiteY4" fmla="*/ 3493209 h 3724775"/>
              <a:gd name="connsiteX5" fmla="*/ 1832598 w 3515856"/>
              <a:gd name="connsiteY5" fmla="*/ 3707903 h 3724775"/>
              <a:gd name="connsiteX6" fmla="*/ 1581043 w 3515856"/>
              <a:gd name="connsiteY6" fmla="*/ 3722952 h 3724775"/>
              <a:gd name="connsiteX7" fmla="*/ 1068693 w 3515856"/>
              <a:gd name="connsiteY7" fmla="*/ 3704474 h 3724775"/>
              <a:gd name="connsiteX8" fmla="*/ 852952 w 3515856"/>
              <a:gd name="connsiteY8" fmla="*/ 3704474 h 3724775"/>
              <a:gd name="connsiteX9" fmla="*/ 519482 w 3515856"/>
              <a:gd name="connsiteY9" fmla="*/ 3652562 h 3724775"/>
              <a:gd name="connsiteX10" fmla="*/ 400609 w 3515856"/>
              <a:gd name="connsiteY10" fmla="*/ 3595984 h 3724775"/>
              <a:gd name="connsiteX11" fmla="*/ 184868 w 3515856"/>
              <a:gd name="connsiteY11" fmla="*/ 3357002 h 3724775"/>
              <a:gd name="connsiteX12" fmla="*/ 59138 w 3515856"/>
              <a:gd name="connsiteY12" fmla="*/ 3101922 h 3724775"/>
              <a:gd name="connsiteX13" fmla="*/ 274 w 3515856"/>
              <a:gd name="connsiteY13" fmla="*/ 2778644 h 3724775"/>
              <a:gd name="connsiteX14" fmla="*/ 172200 w 3515856"/>
              <a:gd name="connsiteY14" fmla="*/ 2322682 h 3724775"/>
              <a:gd name="connsiteX15" fmla="*/ 446806 w 3515856"/>
              <a:gd name="connsiteY15" fmla="*/ 2095225 h 3724775"/>
              <a:gd name="connsiteX16" fmla="*/ 633686 w 3515856"/>
              <a:gd name="connsiteY16" fmla="*/ 2031693 h 3724775"/>
              <a:gd name="connsiteX17" fmla="*/ 840188 w 3515856"/>
              <a:gd name="connsiteY17" fmla="*/ 1910440 h 3724775"/>
              <a:gd name="connsiteX18" fmla="*/ 904672 w 3515856"/>
              <a:gd name="connsiteY18" fmla="*/ 1758707 h 3724775"/>
              <a:gd name="connsiteX19" fmla="*/ 926199 w 3515856"/>
              <a:gd name="connsiteY19" fmla="*/ 1605545 h 3724775"/>
              <a:gd name="connsiteX20" fmla="*/ 912864 w 3515856"/>
              <a:gd name="connsiteY20" fmla="*/ 1413997 h 3724775"/>
              <a:gd name="connsiteX21" fmla="*/ 949440 w 3515856"/>
              <a:gd name="connsiteY21" fmla="*/ 1301412 h 3724775"/>
              <a:gd name="connsiteX22" fmla="*/ 1010127 w 3515856"/>
              <a:gd name="connsiteY22" fmla="*/ 1095487 h 3724775"/>
              <a:gd name="connsiteX23" fmla="*/ 1324439 w 3515856"/>
              <a:gd name="connsiteY23" fmla="*/ 973371 h 3724775"/>
              <a:gd name="connsiteX24" fmla="*/ 1609046 w 3515856"/>
              <a:gd name="connsiteY24" fmla="*/ 728102 h 3724775"/>
              <a:gd name="connsiteX25" fmla="*/ 1785926 w 3515856"/>
              <a:gd name="connsiteY25" fmla="*/ 472165 h 3724775"/>
              <a:gd name="connsiteX26" fmla="*/ 1918767 w 3515856"/>
              <a:gd name="connsiteY26" fmla="*/ 107794 h 3724775"/>
              <a:gd name="connsiteX27" fmla="*/ 2153305 w 3515856"/>
              <a:gd name="connsiteY27" fmla="*/ 67162 h 3724775"/>
              <a:gd name="connsiteX28" fmla="*/ 2466773 w 3515856"/>
              <a:gd name="connsiteY28" fmla="*/ 8488 h 3724775"/>
              <a:gd name="connsiteX29" fmla="*/ 2830247 w 3515856"/>
              <a:gd name="connsiteY29" fmla="*/ 8488 h 3724775"/>
              <a:gd name="connsiteX30" fmla="*/ 3140857 w 3515856"/>
              <a:gd name="connsiteY30" fmla="*/ 84498 h 3724775"/>
              <a:gd name="connsiteX31" fmla="*/ 3405271 w 3515856"/>
              <a:gd name="connsiteY31" fmla="*/ 216323 h 3724775"/>
              <a:gd name="connsiteX32" fmla="*/ 3515856 w 3515856"/>
              <a:gd name="connsiteY32" fmla="*/ 348150 h 3724775"/>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405271 w 3515856"/>
              <a:gd name="connsiteY30" fmla="*/ 207968 h 3716420"/>
              <a:gd name="connsiteX31" fmla="*/ 3515856 w 3515856"/>
              <a:gd name="connsiteY31" fmla="*/ 339795 h 3716420"/>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515856 w 3515856"/>
              <a:gd name="connsiteY30" fmla="*/ 339795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29" fmla="*/ 3140857 w 3304712"/>
              <a:gd name="connsiteY29" fmla="*/ 76143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294447 w 3294447"/>
              <a:gd name="connsiteY0" fmla="*/ 2316764 h 3716420"/>
              <a:gd name="connsiteX1" fmla="*/ 3049893 w 3294447"/>
              <a:gd name="connsiteY1" fmla="*/ 2759907 h 3716420"/>
              <a:gd name="connsiteX2" fmla="*/ 2803185 w 3294447"/>
              <a:gd name="connsiteY2" fmla="*/ 2908997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94447" h="3716420">
                <a:moveTo>
                  <a:pt x="3294447" y="2316764"/>
                </a:moveTo>
                <a:cubicBezTo>
                  <a:pt x="3293403" y="2565068"/>
                  <a:pt x="3158285" y="2698388"/>
                  <a:pt x="3049893" y="2759907"/>
                </a:cubicBezTo>
                <a:cubicBezTo>
                  <a:pt x="2942985" y="2820584"/>
                  <a:pt x="2857250" y="2778050"/>
                  <a:pt x="2782860" y="2848058"/>
                </a:cubicBezTo>
                <a:cubicBezTo>
                  <a:pt x="2707803" y="2918734"/>
                  <a:pt x="2699794" y="3078589"/>
                  <a:pt x="2605647" y="3184722"/>
                </a:cubicBezTo>
                <a:cubicBezTo>
                  <a:pt x="2511500" y="3290855"/>
                  <a:pt x="2349044" y="3387223"/>
                  <a:pt x="2217980" y="3484854"/>
                </a:cubicBezTo>
                <a:cubicBezTo>
                  <a:pt x="2098441" y="3573818"/>
                  <a:pt x="1977092" y="3666020"/>
                  <a:pt x="1832598" y="3699548"/>
                </a:cubicBezTo>
                <a:cubicBezTo>
                  <a:pt x="1750397" y="3718598"/>
                  <a:pt x="1665530" y="3717931"/>
                  <a:pt x="1581043" y="3714597"/>
                </a:cubicBezTo>
                <a:cubicBezTo>
                  <a:pt x="1410260" y="3707835"/>
                  <a:pt x="1239667" y="3695357"/>
                  <a:pt x="1068693" y="3696119"/>
                </a:cubicBezTo>
                <a:cubicBezTo>
                  <a:pt x="996779" y="3696405"/>
                  <a:pt x="924865" y="3698310"/>
                  <a:pt x="852952" y="3696119"/>
                </a:cubicBezTo>
                <a:cubicBezTo>
                  <a:pt x="739890" y="3692690"/>
                  <a:pt x="626638" y="3680117"/>
                  <a:pt x="519482" y="3644207"/>
                </a:cubicBezTo>
                <a:cubicBezTo>
                  <a:pt x="477667" y="3630206"/>
                  <a:pt x="437567" y="3611727"/>
                  <a:pt x="400609" y="3587629"/>
                </a:cubicBezTo>
                <a:cubicBezTo>
                  <a:pt x="309836" y="3528574"/>
                  <a:pt x="242876" y="3440468"/>
                  <a:pt x="184868" y="3348647"/>
                </a:cubicBezTo>
                <a:cubicBezTo>
                  <a:pt x="134005" y="3268256"/>
                  <a:pt x="91618" y="3182912"/>
                  <a:pt x="59138" y="3093567"/>
                </a:cubicBezTo>
                <a:cubicBezTo>
                  <a:pt x="21324" y="2989649"/>
                  <a:pt x="-2870" y="2880684"/>
                  <a:pt x="274" y="2770289"/>
                </a:cubicBezTo>
                <a:cubicBezTo>
                  <a:pt x="4941" y="2604268"/>
                  <a:pt x="71045" y="2446534"/>
                  <a:pt x="172200" y="2314327"/>
                </a:cubicBezTo>
                <a:cubicBezTo>
                  <a:pt x="245638" y="2218315"/>
                  <a:pt x="336221" y="2135352"/>
                  <a:pt x="446806" y="2086870"/>
                </a:cubicBezTo>
                <a:cubicBezTo>
                  <a:pt x="507099" y="2060486"/>
                  <a:pt x="571012" y="2043627"/>
                  <a:pt x="633686" y="2023338"/>
                </a:cubicBezTo>
                <a:cubicBezTo>
                  <a:pt x="711696" y="1998192"/>
                  <a:pt x="789991" y="1966093"/>
                  <a:pt x="840188" y="1902085"/>
                </a:cubicBezTo>
                <a:cubicBezTo>
                  <a:pt x="874383" y="1858461"/>
                  <a:pt x="891433" y="1804549"/>
                  <a:pt x="904672" y="1750352"/>
                </a:cubicBezTo>
                <a:cubicBezTo>
                  <a:pt x="916960" y="1700060"/>
                  <a:pt x="927056" y="1648911"/>
                  <a:pt x="926199" y="1597190"/>
                </a:cubicBezTo>
                <a:cubicBezTo>
                  <a:pt x="925151" y="1532896"/>
                  <a:pt x="907625" y="1469650"/>
                  <a:pt x="912864" y="1405642"/>
                </a:cubicBezTo>
                <a:cubicBezTo>
                  <a:pt x="916103" y="1365828"/>
                  <a:pt x="933229" y="1346142"/>
                  <a:pt x="949440" y="1293057"/>
                </a:cubicBezTo>
                <a:cubicBezTo>
                  <a:pt x="965651" y="1239972"/>
                  <a:pt x="957929" y="1128947"/>
                  <a:pt x="1010127" y="1087132"/>
                </a:cubicBezTo>
                <a:cubicBezTo>
                  <a:pt x="1088232" y="1024553"/>
                  <a:pt x="1224619" y="1026247"/>
                  <a:pt x="1324439" y="965016"/>
                </a:cubicBezTo>
                <a:cubicBezTo>
                  <a:pt x="1424259" y="903785"/>
                  <a:pt x="1526179" y="813949"/>
                  <a:pt x="1609046" y="719747"/>
                </a:cubicBezTo>
                <a:cubicBezTo>
                  <a:pt x="1677626" y="641737"/>
                  <a:pt x="1734306" y="567195"/>
                  <a:pt x="1785926" y="463810"/>
                </a:cubicBezTo>
                <a:cubicBezTo>
                  <a:pt x="1837546" y="360425"/>
                  <a:pt x="1839042" y="182974"/>
                  <a:pt x="1918767" y="99439"/>
                </a:cubicBezTo>
                <a:cubicBezTo>
                  <a:pt x="1967058" y="48766"/>
                  <a:pt x="2061971" y="75358"/>
                  <a:pt x="2153305" y="58807"/>
                </a:cubicBezTo>
                <a:cubicBezTo>
                  <a:pt x="2244639" y="42256"/>
                  <a:pt x="2302181" y="-2756"/>
                  <a:pt x="2466773" y="133"/>
                </a:cubicBezTo>
              </a:path>
            </a:pathLst>
          </a:custGeom>
          <a:noFill/>
          <a:ln w="6350" cap="rnd">
            <a:solidFill>
              <a:schemeClr val="tx1">
                <a:alpha val="35000"/>
              </a:schemeClr>
            </a:solidFill>
            <a:prstDash val="dash"/>
            <a:round/>
          </a:ln>
        </p:spPr>
        <p:txBody>
          <a:bodyPr rtlCol="0" anchor="ctr"/>
          <a:lstStyle/>
          <a:p>
            <a:endParaRPr lang="en-US"/>
          </a:p>
        </p:txBody>
      </p:sp>
      <p:sp>
        <p:nvSpPr>
          <p:cNvPr id="37" name="Freeform: Shape 36">
            <a:extLst>
              <a:ext uri="{FF2B5EF4-FFF2-40B4-BE49-F238E27FC236}">
                <a16:creationId xmlns:a16="http://schemas.microsoft.com/office/drawing/2014/main" id="{28949D81-728A-8F8F-30F3-CCFA7153DEE4}"/>
              </a:ext>
            </a:extLst>
          </p:cNvPr>
          <p:cNvSpPr/>
          <p:nvPr userDrawn="1"/>
        </p:nvSpPr>
        <p:spPr>
          <a:xfrm rot="9306195" flipV="1">
            <a:off x="-229363" y="730697"/>
            <a:ext cx="3405568" cy="2924206"/>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3150806 w 3232217"/>
              <a:gd name="connsiteY0" fmla="*/ 1790892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407073 w 3232217"/>
              <a:gd name="connsiteY3" fmla="*/ 2833917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729 h 3402162"/>
              <a:gd name="connsiteX1" fmla="*/ 3032009 w 3232217"/>
              <a:gd name="connsiteY1" fmla="*/ 2109607 h 3402162"/>
              <a:gd name="connsiteX2" fmla="*/ 2847435 w 3232217"/>
              <a:gd name="connsiteY2" fmla="*/ 2470067 h 3402162"/>
              <a:gd name="connsiteX3" fmla="*/ 2407073 w 3232217"/>
              <a:gd name="connsiteY3" fmla="*/ 2833768 h 3402162"/>
              <a:gd name="connsiteX4" fmla="*/ 2099723 w 3232217"/>
              <a:gd name="connsiteY4" fmla="*/ 3096907 h 3402162"/>
              <a:gd name="connsiteX5" fmla="*/ 1760537 w 3232217"/>
              <a:gd name="connsiteY5" fmla="*/ 3241210 h 3402162"/>
              <a:gd name="connsiteX6" fmla="*/ 1610518 w 3232217"/>
              <a:gd name="connsiteY6" fmla="*/ 3309314 h 3402162"/>
              <a:gd name="connsiteX7" fmla="*/ 1367059 w 3232217"/>
              <a:gd name="connsiteY7" fmla="*/ 3373989 h 3402162"/>
              <a:gd name="connsiteX8" fmla="*/ 1210183 w 3232217"/>
              <a:gd name="connsiteY8" fmla="*/ 3385514 h 3402162"/>
              <a:gd name="connsiteX9" fmla="*/ 905573 w 3232217"/>
              <a:gd name="connsiteY9" fmla="*/ 3401707 h 3402162"/>
              <a:gd name="connsiteX10" fmla="*/ 558292 w 3232217"/>
              <a:gd name="connsiteY10" fmla="*/ 3382085 h 3402162"/>
              <a:gd name="connsiteX11" fmla="*/ 467137 w 3232217"/>
              <a:gd name="connsiteY11" fmla="*/ 3363607 h 3402162"/>
              <a:gd name="connsiteX12" fmla="*/ 206343 w 3232217"/>
              <a:gd name="connsiteY12" fmla="*/ 3201968 h 3402162"/>
              <a:gd name="connsiteX13" fmla="*/ 78613 w 3232217"/>
              <a:gd name="connsiteY13" fmla="*/ 3006895 h 3402162"/>
              <a:gd name="connsiteX14" fmla="*/ 2032 w 3232217"/>
              <a:gd name="connsiteY14" fmla="*/ 2731623 h 3402162"/>
              <a:gd name="connsiteX15" fmla="*/ 21177 w 3232217"/>
              <a:gd name="connsiteY15" fmla="*/ 2544933 h 3402162"/>
              <a:gd name="connsiteX16" fmla="*/ 116903 w 3232217"/>
              <a:gd name="connsiteY16" fmla="*/ 2389294 h 3402162"/>
              <a:gd name="connsiteX17" fmla="*/ 241300 w 3232217"/>
              <a:gd name="connsiteY17" fmla="*/ 2307951 h 3402162"/>
              <a:gd name="connsiteX18" fmla="*/ 475805 w 3232217"/>
              <a:gd name="connsiteY18" fmla="*/ 2295950 h 3402162"/>
              <a:gd name="connsiteX19" fmla="*/ 664781 w 3232217"/>
              <a:gd name="connsiteY19" fmla="*/ 2336621 h 3402162"/>
              <a:gd name="connsiteX20" fmla="*/ 803560 w 3232217"/>
              <a:gd name="connsiteY20" fmla="*/ 2336621 h 3402162"/>
              <a:gd name="connsiteX21" fmla="*/ 942340 w 3232217"/>
              <a:gd name="connsiteY21" fmla="*/ 2224131 h 3402162"/>
              <a:gd name="connsiteX22" fmla="*/ 1018921 w 3232217"/>
              <a:gd name="connsiteY22" fmla="*/ 1958383 h 3402162"/>
              <a:gd name="connsiteX23" fmla="*/ 1061974 w 3232217"/>
              <a:gd name="connsiteY23" fmla="*/ 1606530 h 3402162"/>
              <a:gd name="connsiteX24" fmla="*/ 1114647 w 3232217"/>
              <a:gd name="connsiteY24" fmla="*/ 1369548 h 3402162"/>
              <a:gd name="connsiteX25" fmla="*/ 1243806 w 3232217"/>
              <a:gd name="connsiteY25" fmla="*/ 1079893 h 3402162"/>
              <a:gd name="connsiteX26" fmla="*/ 1468691 w 3232217"/>
              <a:gd name="connsiteY26" fmla="*/ 795000 h 3402162"/>
              <a:gd name="connsiteX27" fmla="*/ 1770157 w 3232217"/>
              <a:gd name="connsiteY27" fmla="*/ 452671 h 3402162"/>
              <a:gd name="connsiteX28" fmla="*/ 1941690 w 3232217"/>
              <a:gd name="connsiteY28" fmla="*/ 87173 h 3402162"/>
              <a:gd name="connsiteX29" fmla="*/ 2298890 w 3232217"/>
              <a:gd name="connsiteY29" fmla="*/ 31381 h 3402162"/>
              <a:gd name="connsiteX30" fmla="*/ 2533396 w 3232217"/>
              <a:gd name="connsiteY30" fmla="*/ 234 h 3402162"/>
              <a:gd name="connsiteX31" fmla="*/ 2796572 w 3232217"/>
              <a:gd name="connsiteY31" fmla="*/ 52907 h 3402162"/>
              <a:gd name="connsiteX32" fmla="*/ 3014313 w 3232217"/>
              <a:gd name="connsiteY32" fmla="*/ 177399 h 3402162"/>
              <a:gd name="connsiteX33" fmla="*/ 3131566 w 3232217"/>
              <a:gd name="connsiteY33" fmla="*/ 366470 h 3402162"/>
              <a:gd name="connsiteX34" fmla="*/ 3174619 w 3232217"/>
              <a:gd name="connsiteY34" fmla="*/ 610596 h 3402162"/>
              <a:gd name="connsiteX35" fmla="*/ 3168142 w 3232217"/>
              <a:gd name="connsiteY35" fmla="*/ 993311 h 3402162"/>
              <a:gd name="connsiteX36" fmla="*/ 3185763 w 3232217"/>
              <a:gd name="connsiteY36" fmla="*/ 1496992 h 3402162"/>
              <a:gd name="connsiteX37" fmla="*/ 3232217 w 3232217"/>
              <a:gd name="connsiteY37" fmla="*/ 1895422 h 3402162"/>
              <a:gd name="connsiteX0" fmla="*/ 2866746 w 3232217"/>
              <a:gd name="connsiteY0" fmla="*/ 1434186 h 3402619"/>
              <a:gd name="connsiteX1" fmla="*/ 3032009 w 3232217"/>
              <a:gd name="connsiteY1" fmla="*/ 2110064 h 3402619"/>
              <a:gd name="connsiteX2" fmla="*/ 2847435 w 3232217"/>
              <a:gd name="connsiteY2" fmla="*/ 2470524 h 3402619"/>
              <a:gd name="connsiteX3" fmla="*/ 2407073 w 3232217"/>
              <a:gd name="connsiteY3" fmla="*/ 2834225 h 3402619"/>
              <a:gd name="connsiteX4" fmla="*/ 2099723 w 3232217"/>
              <a:gd name="connsiteY4" fmla="*/ 3097364 h 3402619"/>
              <a:gd name="connsiteX5" fmla="*/ 1760537 w 3232217"/>
              <a:gd name="connsiteY5" fmla="*/ 3241667 h 3402619"/>
              <a:gd name="connsiteX6" fmla="*/ 1610518 w 3232217"/>
              <a:gd name="connsiteY6" fmla="*/ 3309771 h 3402619"/>
              <a:gd name="connsiteX7" fmla="*/ 1367059 w 3232217"/>
              <a:gd name="connsiteY7" fmla="*/ 3374446 h 3402619"/>
              <a:gd name="connsiteX8" fmla="*/ 1210183 w 3232217"/>
              <a:gd name="connsiteY8" fmla="*/ 3385971 h 3402619"/>
              <a:gd name="connsiteX9" fmla="*/ 905573 w 3232217"/>
              <a:gd name="connsiteY9" fmla="*/ 3402164 h 3402619"/>
              <a:gd name="connsiteX10" fmla="*/ 558292 w 3232217"/>
              <a:gd name="connsiteY10" fmla="*/ 3382542 h 3402619"/>
              <a:gd name="connsiteX11" fmla="*/ 467137 w 3232217"/>
              <a:gd name="connsiteY11" fmla="*/ 3364064 h 3402619"/>
              <a:gd name="connsiteX12" fmla="*/ 206343 w 3232217"/>
              <a:gd name="connsiteY12" fmla="*/ 3202425 h 3402619"/>
              <a:gd name="connsiteX13" fmla="*/ 78613 w 3232217"/>
              <a:gd name="connsiteY13" fmla="*/ 3007352 h 3402619"/>
              <a:gd name="connsiteX14" fmla="*/ 2032 w 3232217"/>
              <a:gd name="connsiteY14" fmla="*/ 2732080 h 3402619"/>
              <a:gd name="connsiteX15" fmla="*/ 21177 w 3232217"/>
              <a:gd name="connsiteY15" fmla="*/ 2545390 h 3402619"/>
              <a:gd name="connsiteX16" fmla="*/ 116903 w 3232217"/>
              <a:gd name="connsiteY16" fmla="*/ 2389751 h 3402619"/>
              <a:gd name="connsiteX17" fmla="*/ 241300 w 3232217"/>
              <a:gd name="connsiteY17" fmla="*/ 2308408 h 3402619"/>
              <a:gd name="connsiteX18" fmla="*/ 475805 w 3232217"/>
              <a:gd name="connsiteY18" fmla="*/ 2296407 h 3402619"/>
              <a:gd name="connsiteX19" fmla="*/ 664781 w 3232217"/>
              <a:gd name="connsiteY19" fmla="*/ 2337078 h 3402619"/>
              <a:gd name="connsiteX20" fmla="*/ 803560 w 3232217"/>
              <a:gd name="connsiteY20" fmla="*/ 2337078 h 3402619"/>
              <a:gd name="connsiteX21" fmla="*/ 942340 w 3232217"/>
              <a:gd name="connsiteY21" fmla="*/ 2224588 h 3402619"/>
              <a:gd name="connsiteX22" fmla="*/ 1018921 w 3232217"/>
              <a:gd name="connsiteY22" fmla="*/ 1958840 h 3402619"/>
              <a:gd name="connsiteX23" fmla="*/ 1061974 w 3232217"/>
              <a:gd name="connsiteY23" fmla="*/ 1606987 h 3402619"/>
              <a:gd name="connsiteX24" fmla="*/ 1114647 w 3232217"/>
              <a:gd name="connsiteY24" fmla="*/ 1370005 h 3402619"/>
              <a:gd name="connsiteX25" fmla="*/ 1243806 w 3232217"/>
              <a:gd name="connsiteY25" fmla="*/ 1080350 h 3402619"/>
              <a:gd name="connsiteX26" fmla="*/ 1468691 w 3232217"/>
              <a:gd name="connsiteY26" fmla="*/ 795457 h 3402619"/>
              <a:gd name="connsiteX27" fmla="*/ 1770157 w 3232217"/>
              <a:gd name="connsiteY27" fmla="*/ 453128 h 3402619"/>
              <a:gd name="connsiteX28" fmla="*/ 1941690 w 3232217"/>
              <a:gd name="connsiteY28" fmla="*/ 87630 h 3402619"/>
              <a:gd name="connsiteX29" fmla="*/ 2163346 w 3232217"/>
              <a:gd name="connsiteY29" fmla="*/ 86281 h 3402619"/>
              <a:gd name="connsiteX30" fmla="*/ 2533396 w 3232217"/>
              <a:gd name="connsiteY30" fmla="*/ 691 h 3402619"/>
              <a:gd name="connsiteX31" fmla="*/ 2796572 w 3232217"/>
              <a:gd name="connsiteY31" fmla="*/ 53364 h 3402619"/>
              <a:gd name="connsiteX32" fmla="*/ 3014313 w 3232217"/>
              <a:gd name="connsiteY32" fmla="*/ 177856 h 3402619"/>
              <a:gd name="connsiteX33" fmla="*/ 3131566 w 3232217"/>
              <a:gd name="connsiteY33" fmla="*/ 366927 h 3402619"/>
              <a:gd name="connsiteX34" fmla="*/ 3174619 w 3232217"/>
              <a:gd name="connsiteY34" fmla="*/ 611053 h 3402619"/>
              <a:gd name="connsiteX35" fmla="*/ 3168142 w 3232217"/>
              <a:gd name="connsiteY35" fmla="*/ 993768 h 3402619"/>
              <a:gd name="connsiteX36" fmla="*/ 3185763 w 3232217"/>
              <a:gd name="connsiteY36" fmla="*/ 1497449 h 3402619"/>
              <a:gd name="connsiteX37" fmla="*/ 3232217 w 3232217"/>
              <a:gd name="connsiteY37" fmla="*/ 1895879 h 340261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186704"/>
              <a:gd name="connsiteY0" fmla="*/ 1381056 h 3349489"/>
              <a:gd name="connsiteX1" fmla="*/ 3032009 w 3186704"/>
              <a:gd name="connsiteY1" fmla="*/ 2056934 h 3349489"/>
              <a:gd name="connsiteX2" fmla="*/ 2847435 w 3186704"/>
              <a:gd name="connsiteY2" fmla="*/ 2417394 h 3349489"/>
              <a:gd name="connsiteX3" fmla="*/ 2407073 w 3186704"/>
              <a:gd name="connsiteY3" fmla="*/ 2781095 h 3349489"/>
              <a:gd name="connsiteX4" fmla="*/ 2099723 w 3186704"/>
              <a:gd name="connsiteY4" fmla="*/ 3044234 h 3349489"/>
              <a:gd name="connsiteX5" fmla="*/ 1760537 w 3186704"/>
              <a:gd name="connsiteY5" fmla="*/ 3188537 h 3349489"/>
              <a:gd name="connsiteX6" fmla="*/ 1610518 w 3186704"/>
              <a:gd name="connsiteY6" fmla="*/ 3256641 h 3349489"/>
              <a:gd name="connsiteX7" fmla="*/ 1367059 w 3186704"/>
              <a:gd name="connsiteY7" fmla="*/ 3321316 h 3349489"/>
              <a:gd name="connsiteX8" fmla="*/ 1210183 w 3186704"/>
              <a:gd name="connsiteY8" fmla="*/ 3332841 h 3349489"/>
              <a:gd name="connsiteX9" fmla="*/ 905573 w 3186704"/>
              <a:gd name="connsiteY9" fmla="*/ 3349034 h 3349489"/>
              <a:gd name="connsiteX10" fmla="*/ 558292 w 3186704"/>
              <a:gd name="connsiteY10" fmla="*/ 3329412 h 3349489"/>
              <a:gd name="connsiteX11" fmla="*/ 467137 w 3186704"/>
              <a:gd name="connsiteY11" fmla="*/ 3310934 h 3349489"/>
              <a:gd name="connsiteX12" fmla="*/ 206343 w 3186704"/>
              <a:gd name="connsiteY12" fmla="*/ 3149295 h 3349489"/>
              <a:gd name="connsiteX13" fmla="*/ 78613 w 3186704"/>
              <a:gd name="connsiteY13" fmla="*/ 2954222 h 3349489"/>
              <a:gd name="connsiteX14" fmla="*/ 2032 w 3186704"/>
              <a:gd name="connsiteY14" fmla="*/ 2678950 h 3349489"/>
              <a:gd name="connsiteX15" fmla="*/ 21177 w 3186704"/>
              <a:gd name="connsiteY15" fmla="*/ 2492260 h 3349489"/>
              <a:gd name="connsiteX16" fmla="*/ 116903 w 3186704"/>
              <a:gd name="connsiteY16" fmla="*/ 2336621 h 3349489"/>
              <a:gd name="connsiteX17" fmla="*/ 241300 w 3186704"/>
              <a:gd name="connsiteY17" fmla="*/ 2255278 h 3349489"/>
              <a:gd name="connsiteX18" fmla="*/ 475805 w 3186704"/>
              <a:gd name="connsiteY18" fmla="*/ 2243277 h 3349489"/>
              <a:gd name="connsiteX19" fmla="*/ 664781 w 3186704"/>
              <a:gd name="connsiteY19" fmla="*/ 2283948 h 3349489"/>
              <a:gd name="connsiteX20" fmla="*/ 803560 w 3186704"/>
              <a:gd name="connsiteY20" fmla="*/ 2283948 h 3349489"/>
              <a:gd name="connsiteX21" fmla="*/ 942340 w 3186704"/>
              <a:gd name="connsiteY21" fmla="*/ 2171458 h 3349489"/>
              <a:gd name="connsiteX22" fmla="*/ 1018921 w 3186704"/>
              <a:gd name="connsiteY22" fmla="*/ 1905710 h 3349489"/>
              <a:gd name="connsiteX23" fmla="*/ 1061974 w 3186704"/>
              <a:gd name="connsiteY23" fmla="*/ 1553857 h 3349489"/>
              <a:gd name="connsiteX24" fmla="*/ 1114647 w 3186704"/>
              <a:gd name="connsiteY24" fmla="*/ 1316875 h 3349489"/>
              <a:gd name="connsiteX25" fmla="*/ 1243806 w 3186704"/>
              <a:gd name="connsiteY25" fmla="*/ 1027220 h 3349489"/>
              <a:gd name="connsiteX26" fmla="*/ 1468691 w 3186704"/>
              <a:gd name="connsiteY26" fmla="*/ 742327 h 3349489"/>
              <a:gd name="connsiteX27" fmla="*/ 1770157 w 3186704"/>
              <a:gd name="connsiteY27" fmla="*/ 399998 h 3349489"/>
              <a:gd name="connsiteX28" fmla="*/ 1941690 w 3186704"/>
              <a:gd name="connsiteY28" fmla="*/ 34500 h 3349489"/>
              <a:gd name="connsiteX29" fmla="*/ 2163346 w 3186704"/>
              <a:gd name="connsiteY29" fmla="*/ 33151 h 3349489"/>
              <a:gd name="connsiteX30" fmla="*/ 2433876 w 3186704"/>
              <a:gd name="connsiteY30" fmla="*/ 153610 h 3349489"/>
              <a:gd name="connsiteX31" fmla="*/ 2796572 w 3186704"/>
              <a:gd name="connsiteY31" fmla="*/ 234 h 3349489"/>
              <a:gd name="connsiteX32" fmla="*/ 3014313 w 3186704"/>
              <a:gd name="connsiteY32" fmla="*/ 124726 h 3349489"/>
              <a:gd name="connsiteX33" fmla="*/ 3131566 w 3186704"/>
              <a:gd name="connsiteY33" fmla="*/ 313797 h 3349489"/>
              <a:gd name="connsiteX34" fmla="*/ 3174619 w 3186704"/>
              <a:gd name="connsiteY34" fmla="*/ 557923 h 3349489"/>
              <a:gd name="connsiteX35" fmla="*/ 3168142 w 3186704"/>
              <a:gd name="connsiteY35" fmla="*/ 940638 h 3349489"/>
              <a:gd name="connsiteX36" fmla="*/ 3185763 w 3186704"/>
              <a:gd name="connsiteY36" fmla="*/ 1444319 h 3349489"/>
              <a:gd name="connsiteX0" fmla="*/ 2866746 w 3176118"/>
              <a:gd name="connsiteY0" fmla="*/ 1381056 h 3349489"/>
              <a:gd name="connsiteX1" fmla="*/ 3032009 w 3176118"/>
              <a:gd name="connsiteY1" fmla="*/ 2056934 h 3349489"/>
              <a:gd name="connsiteX2" fmla="*/ 2847435 w 3176118"/>
              <a:gd name="connsiteY2" fmla="*/ 2417394 h 3349489"/>
              <a:gd name="connsiteX3" fmla="*/ 2407073 w 3176118"/>
              <a:gd name="connsiteY3" fmla="*/ 2781095 h 3349489"/>
              <a:gd name="connsiteX4" fmla="*/ 2099723 w 3176118"/>
              <a:gd name="connsiteY4" fmla="*/ 3044234 h 3349489"/>
              <a:gd name="connsiteX5" fmla="*/ 1760537 w 3176118"/>
              <a:gd name="connsiteY5" fmla="*/ 3188537 h 3349489"/>
              <a:gd name="connsiteX6" fmla="*/ 1610518 w 3176118"/>
              <a:gd name="connsiteY6" fmla="*/ 3256641 h 3349489"/>
              <a:gd name="connsiteX7" fmla="*/ 1367059 w 3176118"/>
              <a:gd name="connsiteY7" fmla="*/ 3321316 h 3349489"/>
              <a:gd name="connsiteX8" fmla="*/ 1210183 w 3176118"/>
              <a:gd name="connsiteY8" fmla="*/ 3332841 h 3349489"/>
              <a:gd name="connsiteX9" fmla="*/ 905573 w 3176118"/>
              <a:gd name="connsiteY9" fmla="*/ 3349034 h 3349489"/>
              <a:gd name="connsiteX10" fmla="*/ 558292 w 3176118"/>
              <a:gd name="connsiteY10" fmla="*/ 3329412 h 3349489"/>
              <a:gd name="connsiteX11" fmla="*/ 467137 w 3176118"/>
              <a:gd name="connsiteY11" fmla="*/ 3310934 h 3349489"/>
              <a:gd name="connsiteX12" fmla="*/ 206343 w 3176118"/>
              <a:gd name="connsiteY12" fmla="*/ 3149295 h 3349489"/>
              <a:gd name="connsiteX13" fmla="*/ 78613 w 3176118"/>
              <a:gd name="connsiteY13" fmla="*/ 2954222 h 3349489"/>
              <a:gd name="connsiteX14" fmla="*/ 2032 w 3176118"/>
              <a:gd name="connsiteY14" fmla="*/ 2678950 h 3349489"/>
              <a:gd name="connsiteX15" fmla="*/ 21177 w 3176118"/>
              <a:gd name="connsiteY15" fmla="*/ 2492260 h 3349489"/>
              <a:gd name="connsiteX16" fmla="*/ 116903 w 3176118"/>
              <a:gd name="connsiteY16" fmla="*/ 2336621 h 3349489"/>
              <a:gd name="connsiteX17" fmla="*/ 241300 w 3176118"/>
              <a:gd name="connsiteY17" fmla="*/ 2255278 h 3349489"/>
              <a:gd name="connsiteX18" fmla="*/ 475805 w 3176118"/>
              <a:gd name="connsiteY18" fmla="*/ 2243277 h 3349489"/>
              <a:gd name="connsiteX19" fmla="*/ 664781 w 3176118"/>
              <a:gd name="connsiteY19" fmla="*/ 2283948 h 3349489"/>
              <a:gd name="connsiteX20" fmla="*/ 803560 w 3176118"/>
              <a:gd name="connsiteY20" fmla="*/ 2283948 h 3349489"/>
              <a:gd name="connsiteX21" fmla="*/ 942340 w 3176118"/>
              <a:gd name="connsiteY21" fmla="*/ 2171458 h 3349489"/>
              <a:gd name="connsiteX22" fmla="*/ 1018921 w 3176118"/>
              <a:gd name="connsiteY22" fmla="*/ 1905710 h 3349489"/>
              <a:gd name="connsiteX23" fmla="*/ 1061974 w 3176118"/>
              <a:gd name="connsiteY23" fmla="*/ 1553857 h 3349489"/>
              <a:gd name="connsiteX24" fmla="*/ 1114647 w 3176118"/>
              <a:gd name="connsiteY24" fmla="*/ 1316875 h 3349489"/>
              <a:gd name="connsiteX25" fmla="*/ 1243806 w 3176118"/>
              <a:gd name="connsiteY25" fmla="*/ 1027220 h 3349489"/>
              <a:gd name="connsiteX26" fmla="*/ 1468691 w 3176118"/>
              <a:gd name="connsiteY26" fmla="*/ 742327 h 3349489"/>
              <a:gd name="connsiteX27" fmla="*/ 1770157 w 3176118"/>
              <a:gd name="connsiteY27" fmla="*/ 399998 h 3349489"/>
              <a:gd name="connsiteX28" fmla="*/ 1941690 w 3176118"/>
              <a:gd name="connsiteY28" fmla="*/ 34500 h 3349489"/>
              <a:gd name="connsiteX29" fmla="*/ 2163346 w 3176118"/>
              <a:gd name="connsiteY29" fmla="*/ 33151 h 3349489"/>
              <a:gd name="connsiteX30" fmla="*/ 2433876 w 3176118"/>
              <a:gd name="connsiteY30" fmla="*/ 153610 h 3349489"/>
              <a:gd name="connsiteX31" fmla="*/ 2796572 w 3176118"/>
              <a:gd name="connsiteY31" fmla="*/ 234 h 3349489"/>
              <a:gd name="connsiteX32" fmla="*/ 3014313 w 3176118"/>
              <a:gd name="connsiteY32" fmla="*/ 124726 h 3349489"/>
              <a:gd name="connsiteX33" fmla="*/ 3131566 w 3176118"/>
              <a:gd name="connsiteY33" fmla="*/ 313797 h 3349489"/>
              <a:gd name="connsiteX34" fmla="*/ 3174619 w 3176118"/>
              <a:gd name="connsiteY34" fmla="*/ 557923 h 3349489"/>
              <a:gd name="connsiteX35" fmla="*/ 3168142 w 3176118"/>
              <a:gd name="connsiteY35" fmla="*/ 940638 h 3349489"/>
              <a:gd name="connsiteX0" fmla="*/ 2866746 w 3174619"/>
              <a:gd name="connsiteY0" fmla="*/ 1381056 h 3349489"/>
              <a:gd name="connsiteX1" fmla="*/ 3032009 w 3174619"/>
              <a:gd name="connsiteY1" fmla="*/ 2056934 h 3349489"/>
              <a:gd name="connsiteX2" fmla="*/ 2847435 w 3174619"/>
              <a:gd name="connsiteY2" fmla="*/ 2417394 h 3349489"/>
              <a:gd name="connsiteX3" fmla="*/ 2407073 w 3174619"/>
              <a:gd name="connsiteY3" fmla="*/ 2781095 h 3349489"/>
              <a:gd name="connsiteX4" fmla="*/ 2099723 w 3174619"/>
              <a:gd name="connsiteY4" fmla="*/ 3044234 h 3349489"/>
              <a:gd name="connsiteX5" fmla="*/ 1760537 w 3174619"/>
              <a:gd name="connsiteY5" fmla="*/ 3188537 h 3349489"/>
              <a:gd name="connsiteX6" fmla="*/ 1610518 w 3174619"/>
              <a:gd name="connsiteY6" fmla="*/ 3256641 h 3349489"/>
              <a:gd name="connsiteX7" fmla="*/ 1367059 w 3174619"/>
              <a:gd name="connsiteY7" fmla="*/ 3321316 h 3349489"/>
              <a:gd name="connsiteX8" fmla="*/ 1210183 w 3174619"/>
              <a:gd name="connsiteY8" fmla="*/ 3332841 h 3349489"/>
              <a:gd name="connsiteX9" fmla="*/ 905573 w 3174619"/>
              <a:gd name="connsiteY9" fmla="*/ 3349034 h 3349489"/>
              <a:gd name="connsiteX10" fmla="*/ 558292 w 3174619"/>
              <a:gd name="connsiteY10" fmla="*/ 3329412 h 3349489"/>
              <a:gd name="connsiteX11" fmla="*/ 467137 w 3174619"/>
              <a:gd name="connsiteY11" fmla="*/ 3310934 h 3349489"/>
              <a:gd name="connsiteX12" fmla="*/ 206343 w 3174619"/>
              <a:gd name="connsiteY12" fmla="*/ 3149295 h 3349489"/>
              <a:gd name="connsiteX13" fmla="*/ 78613 w 3174619"/>
              <a:gd name="connsiteY13" fmla="*/ 2954222 h 3349489"/>
              <a:gd name="connsiteX14" fmla="*/ 2032 w 3174619"/>
              <a:gd name="connsiteY14" fmla="*/ 2678950 h 3349489"/>
              <a:gd name="connsiteX15" fmla="*/ 21177 w 3174619"/>
              <a:gd name="connsiteY15" fmla="*/ 2492260 h 3349489"/>
              <a:gd name="connsiteX16" fmla="*/ 116903 w 3174619"/>
              <a:gd name="connsiteY16" fmla="*/ 2336621 h 3349489"/>
              <a:gd name="connsiteX17" fmla="*/ 241300 w 3174619"/>
              <a:gd name="connsiteY17" fmla="*/ 2255278 h 3349489"/>
              <a:gd name="connsiteX18" fmla="*/ 475805 w 3174619"/>
              <a:gd name="connsiteY18" fmla="*/ 2243277 h 3349489"/>
              <a:gd name="connsiteX19" fmla="*/ 664781 w 3174619"/>
              <a:gd name="connsiteY19" fmla="*/ 2283948 h 3349489"/>
              <a:gd name="connsiteX20" fmla="*/ 803560 w 3174619"/>
              <a:gd name="connsiteY20" fmla="*/ 2283948 h 3349489"/>
              <a:gd name="connsiteX21" fmla="*/ 942340 w 3174619"/>
              <a:gd name="connsiteY21" fmla="*/ 2171458 h 3349489"/>
              <a:gd name="connsiteX22" fmla="*/ 1018921 w 3174619"/>
              <a:gd name="connsiteY22" fmla="*/ 1905710 h 3349489"/>
              <a:gd name="connsiteX23" fmla="*/ 1061974 w 3174619"/>
              <a:gd name="connsiteY23" fmla="*/ 1553857 h 3349489"/>
              <a:gd name="connsiteX24" fmla="*/ 1114647 w 3174619"/>
              <a:gd name="connsiteY24" fmla="*/ 1316875 h 3349489"/>
              <a:gd name="connsiteX25" fmla="*/ 1243806 w 3174619"/>
              <a:gd name="connsiteY25" fmla="*/ 1027220 h 3349489"/>
              <a:gd name="connsiteX26" fmla="*/ 1468691 w 3174619"/>
              <a:gd name="connsiteY26" fmla="*/ 742327 h 3349489"/>
              <a:gd name="connsiteX27" fmla="*/ 1770157 w 3174619"/>
              <a:gd name="connsiteY27" fmla="*/ 399998 h 3349489"/>
              <a:gd name="connsiteX28" fmla="*/ 1941690 w 3174619"/>
              <a:gd name="connsiteY28" fmla="*/ 34500 h 3349489"/>
              <a:gd name="connsiteX29" fmla="*/ 2163346 w 3174619"/>
              <a:gd name="connsiteY29" fmla="*/ 33151 h 3349489"/>
              <a:gd name="connsiteX30" fmla="*/ 2433876 w 3174619"/>
              <a:gd name="connsiteY30" fmla="*/ 153610 h 3349489"/>
              <a:gd name="connsiteX31" fmla="*/ 2796572 w 3174619"/>
              <a:gd name="connsiteY31" fmla="*/ 234 h 3349489"/>
              <a:gd name="connsiteX32" fmla="*/ 3014313 w 3174619"/>
              <a:gd name="connsiteY32" fmla="*/ 124726 h 3349489"/>
              <a:gd name="connsiteX33" fmla="*/ 3131566 w 3174619"/>
              <a:gd name="connsiteY33" fmla="*/ 313797 h 3349489"/>
              <a:gd name="connsiteX34" fmla="*/ 3174619 w 3174619"/>
              <a:gd name="connsiteY34" fmla="*/ 557923 h 3349489"/>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31566 w 3174619"/>
              <a:gd name="connsiteY32" fmla="*/ 311904 h 3347596"/>
              <a:gd name="connsiteX33" fmla="*/ 3174619 w 3174619"/>
              <a:gd name="connsiteY33" fmla="*/ 556030 h 3347596"/>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74619 w 3174619"/>
              <a:gd name="connsiteY32" fmla="*/ 556030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 name="connsiteX31" fmla="*/ 3014313 w 3032050"/>
              <a:gd name="connsiteY31" fmla="*/ 122833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32050" h="3347596">
                <a:moveTo>
                  <a:pt x="2866746" y="1379163"/>
                </a:moveTo>
                <a:cubicBezTo>
                  <a:pt x="2848934" y="1474509"/>
                  <a:pt x="3035228" y="1882318"/>
                  <a:pt x="3032009" y="2055041"/>
                </a:cubicBezTo>
                <a:cubicBezTo>
                  <a:pt x="3028791" y="2227764"/>
                  <a:pt x="2951591" y="2294808"/>
                  <a:pt x="2847435" y="2415501"/>
                </a:cubicBezTo>
                <a:cubicBezTo>
                  <a:pt x="2743279" y="2536194"/>
                  <a:pt x="2562799" y="2423117"/>
                  <a:pt x="2407073" y="2779202"/>
                </a:cubicBezTo>
                <a:cubicBezTo>
                  <a:pt x="2365717" y="2873768"/>
                  <a:pt x="2207479" y="2974434"/>
                  <a:pt x="2099723" y="3042341"/>
                </a:cubicBezTo>
                <a:cubicBezTo>
                  <a:pt x="1991967" y="3110248"/>
                  <a:pt x="1872551" y="3135972"/>
                  <a:pt x="1760537" y="3186644"/>
                </a:cubicBezTo>
                <a:cubicBezTo>
                  <a:pt x="1710531" y="3209314"/>
                  <a:pt x="1661382" y="3234079"/>
                  <a:pt x="1610518" y="3254748"/>
                </a:cubicBezTo>
                <a:cubicBezTo>
                  <a:pt x="1532414" y="3286467"/>
                  <a:pt x="1450689" y="3308660"/>
                  <a:pt x="1367059" y="3319423"/>
                </a:cubicBezTo>
                <a:cubicBezTo>
                  <a:pt x="1315053" y="3326091"/>
                  <a:pt x="1262570" y="3328091"/>
                  <a:pt x="1210183" y="3330948"/>
                </a:cubicBezTo>
                <a:cubicBezTo>
                  <a:pt x="1108646" y="3336473"/>
                  <a:pt x="1007205" y="3345045"/>
                  <a:pt x="905573" y="3347141"/>
                </a:cubicBezTo>
                <a:cubicBezTo>
                  <a:pt x="789463" y="3349427"/>
                  <a:pt x="673354" y="3343140"/>
                  <a:pt x="558292" y="3327519"/>
                </a:cubicBezTo>
                <a:cubicBezTo>
                  <a:pt x="527526" y="3323328"/>
                  <a:pt x="497046" y="3317613"/>
                  <a:pt x="467137" y="3309041"/>
                </a:cubicBezTo>
                <a:cubicBezTo>
                  <a:pt x="367220" y="3280561"/>
                  <a:pt x="277876" y="3222840"/>
                  <a:pt x="206343" y="3147402"/>
                </a:cubicBezTo>
                <a:cubicBezTo>
                  <a:pt x="152527" y="3090633"/>
                  <a:pt x="111379" y="3023481"/>
                  <a:pt x="78613" y="2952329"/>
                </a:cubicBezTo>
                <a:cubicBezTo>
                  <a:pt x="38512" y="2865176"/>
                  <a:pt x="9937" y="2772593"/>
                  <a:pt x="2032" y="2677057"/>
                </a:cubicBezTo>
                <a:cubicBezTo>
                  <a:pt x="-3207" y="2614002"/>
                  <a:pt x="1174" y="2550279"/>
                  <a:pt x="21177" y="2490367"/>
                </a:cubicBezTo>
                <a:cubicBezTo>
                  <a:pt x="40608" y="2431884"/>
                  <a:pt x="73469" y="2378544"/>
                  <a:pt x="116903" y="2334728"/>
                </a:cubicBezTo>
                <a:cubicBezTo>
                  <a:pt x="152241" y="2299010"/>
                  <a:pt x="194151" y="2270435"/>
                  <a:pt x="241300" y="2253385"/>
                </a:cubicBezTo>
                <a:cubicBezTo>
                  <a:pt x="315880" y="2226334"/>
                  <a:pt x="397224" y="2227953"/>
                  <a:pt x="475805" y="2241384"/>
                </a:cubicBezTo>
                <a:cubicBezTo>
                  <a:pt x="539337" y="2252242"/>
                  <a:pt x="601440" y="2270244"/>
                  <a:pt x="664781" y="2282055"/>
                </a:cubicBezTo>
                <a:cubicBezTo>
                  <a:pt x="710978" y="2290628"/>
                  <a:pt x="758412" y="2294628"/>
                  <a:pt x="803560" y="2282055"/>
                </a:cubicBezTo>
                <a:cubicBezTo>
                  <a:pt x="862711" y="2265577"/>
                  <a:pt x="909288" y="2221667"/>
                  <a:pt x="942340" y="2169565"/>
                </a:cubicBezTo>
                <a:cubicBezTo>
                  <a:pt x="992155" y="2090889"/>
                  <a:pt x="1006919" y="1996591"/>
                  <a:pt x="1018921" y="1903817"/>
                </a:cubicBezTo>
                <a:cubicBezTo>
                  <a:pt x="1034065" y="1786565"/>
                  <a:pt x="1043972" y="1668741"/>
                  <a:pt x="1061974" y="1551964"/>
                </a:cubicBezTo>
                <a:cubicBezTo>
                  <a:pt x="1074356" y="1471859"/>
                  <a:pt x="1091120" y="1392516"/>
                  <a:pt x="1114647" y="1314982"/>
                </a:cubicBezTo>
                <a:cubicBezTo>
                  <a:pt x="1145413" y="1213350"/>
                  <a:pt x="1187989" y="1115529"/>
                  <a:pt x="1243806" y="1025327"/>
                </a:cubicBezTo>
                <a:cubicBezTo>
                  <a:pt x="1307623" y="922266"/>
                  <a:pt x="1388396" y="831302"/>
                  <a:pt x="1468691" y="740434"/>
                </a:cubicBezTo>
                <a:cubicBezTo>
                  <a:pt x="1569180" y="626324"/>
                  <a:pt x="1691324" y="516076"/>
                  <a:pt x="1770157" y="398105"/>
                </a:cubicBezTo>
                <a:cubicBezTo>
                  <a:pt x="1848990" y="280134"/>
                  <a:pt x="1876159" y="93748"/>
                  <a:pt x="1941690" y="32607"/>
                </a:cubicBezTo>
                <a:cubicBezTo>
                  <a:pt x="2007221" y="-28534"/>
                  <a:pt x="2081315" y="11406"/>
                  <a:pt x="2163346" y="31258"/>
                </a:cubicBezTo>
                <a:cubicBezTo>
                  <a:pt x="2245377" y="51110"/>
                  <a:pt x="2292048" y="136455"/>
                  <a:pt x="2433876" y="151717"/>
                </a:cubicBezTo>
              </a:path>
            </a:pathLst>
          </a:custGeom>
          <a:noFill/>
          <a:ln w="6350" cap="rnd">
            <a:solidFill>
              <a:schemeClr val="tx1">
                <a:alpha val="35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3CFA420B-1014-5A7A-0D87-FDFF9693075D}"/>
              </a:ext>
            </a:extLst>
          </p:cNvPr>
          <p:cNvSpPr/>
          <p:nvPr userDrawn="1"/>
        </p:nvSpPr>
        <p:spPr>
          <a:xfrm rot="9306195" flipV="1">
            <a:off x="-104910" y="990911"/>
            <a:ext cx="2938934" cy="2523009"/>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692487"/>
              <a:gd name="connsiteY0" fmla="*/ 2712895 h 2990829"/>
              <a:gd name="connsiteX1" fmla="*/ 18085 w 2692487"/>
              <a:gd name="connsiteY1" fmla="*/ 2589260 h 2990829"/>
              <a:gd name="connsiteX2" fmla="*/ 161627 w 2692487"/>
              <a:gd name="connsiteY2" fmla="*/ 2489533 h 2990829"/>
              <a:gd name="connsiteX3" fmla="*/ 384893 w 2692487"/>
              <a:gd name="connsiteY3" fmla="*/ 2559352 h 2990829"/>
              <a:gd name="connsiteX4" fmla="*/ 648069 w 2692487"/>
              <a:gd name="connsiteY4" fmla="*/ 2579259 h 2990829"/>
              <a:gd name="connsiteX5" fmla="*/ 831520 w 2692487"/>
              <a:gd name="connsiteY5" fmla="*/ 2445623 h 2990829"/>
              <a:gd name="connsiteX6" fmla="*/ 909244 w 2692487"/>
              <a:gd name="connsiteY6" fmla="*/ 2210260 h 2990829"/>
              <a:gd name="connsiteX7" fmla="*/ 975062 w 2692487"/>
              <a:gd name="connsiteY7" fmla="*/ 1771444 h 2990829"/>
              <a:gd name="connsiteX8" fmla="*/ 989064 w 2692487"/>
              <a:gd name="connsiteY8" fmla="*/ 1486170 h 2990829"/>
              <a:gd name="connsiteX9" fmla="*/ 1058882 w 2692487"/>
              <a:gd name="connsiteY9" fmla="*/ 1115171 h 2990829"/>
              <a:gd name="connsiteX10" fmla="*/ 1238333 w 2692487"/>
              <a:gd name="connsiteY10" fmla="*/ 776081 h 2990829"/>
              <a:gd name="connsiteX11" fmla="*/ 1567327 w 2692487"/>
              <a:gd name="connsiteY11" fmla="*/ 399081 h 2990829"/>
              <a:gd name="connsiteX12" fmla="*/ 1944136 w 2692487"/>
              <a:gd name="connsiteY12" fmla="*/ 85899 h 2990829"/>
              <a:gd name="connsiteX13" fmla="*/ 2167402 w 2692487"/>
              <a:gd name="connsiteY13" fmla="*/ 2079 h 2990829"/>
              <a:gd name="connsiteX14" fmla="*/ 2412671 w 2692487"/>
              <a:gd name="connsiteY14" fmla="*/ 53991 h 2990829"/>
              <a:gd name="connsiteX15" fmla="*/ 2616030 w 2692487"/>
              <a:gd name="connsiteY15" fmla="*/ 291354 h 2990829"/>
              <a:gd name="connsiteX16" fmla="*/ 2637937 w 2692487"/>
              <a:gd name="connsiteY16" fmla="*/ 724265 h 2990829"/>
              <a:gd name="connsiteX17" fmla="*/ 2691753 w 2692487"/>
              <a:gd name="connsiteY17" fmla="*/ 1117266 h 2990829"/>
              <a:gd name="connsiteX18" fmla="*/ 2441452 w 2692487"/>
              <a:gd name="connsiteY18" fmla="*/ 1319130 h 2990829"/>
              <a:gd name="connsiteX19" fmla="*/ 2616030 w 2692487"/>
              <a:gd name="connsiteY19" fmla="*/ 1859359 h 2990829"/>
              <a:gd name="connsiteX20" fmla="*/ 2404670 w 2692487"/>
              <a:gd name="connsiteY20" fmla="*/ 2250361 h 2990829"/>
              <a:gd name="connsiteX21" fmla="*/ 2198263 w 2692487"/>
              <a:gd name="connsiteY21" fmla="*/ 2456862 h 2990829"/>
              <a:gd name="connsiteX22" fmla="*/ 1724680 w 2692487"/>
              <a:gd name="connsiteY22" fmla="*/ 2757091 h 2990829"/>
              <a:gd name="connsiteX23" fmla="*/ 1327868 w 2692487"/>
              <a:gd name="connsiteY23" fmla="*/ 2810907 h 2990829"/>
              <a:gd name="connsiteX24" fmla="*/ 931057 w 2692487"/>
              <a:gd name="connsiteY24" fmla="*/ 2912634 h 2990829"/>
              <a:gd name="connsiteX25" fmla="*/ 695789 w 2692487"/>
              <a:gd name="connsiteY25" fmla="*/ 2972451 h 2990829"/>
              <a:gd name="connsiteX26" fmla="*/ 348889 w 2692487"/>
              <a:gd name="connsiteY26" fmla="*/ 2984452 h 2990829"/>
              <a:gd name="connsiteX27" fmla="*/ 73711 w 2692487"/>
              <a:gd name="connsiteY27" fmla="*/ 2882725 h 2990829"/>
              <a:gd name="connsiteX28" fmla="*/ 2179 w 2692487"/>
              <a:gd name="connsiteY28" fmla="*/ 2712895 h 2990829"/>
              <a:gd name="connsiteX0" fmla="*/ 2179 w 2692487"/>
              <a:gd name="connsiteY0" fmla="*/ 2733325 h 3011259"/>
              <a:gd name="connsiteX1" fmla="*/ 18085 w 2692487"/>
              <a:gd name="connsiteY1" fmla="*/ 2609690 h 3011259"/>
              <a:gd name="connsiteX2" fmla="*/ 161627 w 2692487"/>
              <a:gd name="connsiteY2" fmla="*/ 2509963 h 3011259"/>
              <a:gd name="connsiteX3" fmla="*/ 384893 w 2692487"/>
              <a:gd name="connsiteY3" fmla="*/ 2579782 h 3011259"/>
              <a:gd name="connsiteX4" fmla="*/ 648069 w 2692487"/>
              <a:gd name="connsiteY4" fmla="*/ 2599689 h 3011259"/>
              <a:gd name="connsiteX5" fmla="*/ 831520 w 2692487"/>
              <a:gd name="connsiteY5" fmla="*/ 2466053 h 3011259"/>
              <a:gd name="connsiteX6" fmla="*/ 909244 w 2692487"/>
              <a:gd name="connsiteY6" fmla="*/ 2230690 h 3011259"/>
              <a:gd name="connsiteX7" fmla="*/ 975062 w 2692487"/>
              <a:gd name="connsiteY7" fmla="*/ 1791874 h 3011259"/>
              <a:gd name="connsiteX8" fmla="*/ 989064 w 2692487"/>
              <a:gd name="connsiteY8" fmla="*/ 1506600 h 3011259"/>
              <a:gd name="connsiteX9" fmla="*/ 1058882 w 2692487"/>
              <a:gd name="connsiteY9" fmla="*/ 1135601 h 3011259"/>
              <a:gd name="connsiteX10" fmla="*/ 1238333 w 2692487"/>
              <a:gd name="connsiteY10" fmla="*/ 796511 h 3011259"/>
              <a:gd name="connsiteX11" fmla="*/ 1567327 w 2692487"/>
              <a:gd name="connsiteY11" fmla="*/ 419511 h 3011259"/>
              <a:gd name="connsiteX12" fmla="*/ 1944136 w 2692487"/>
              <a:gd name="connsiteY12" fmla="*/ 106329 h 3011259"/>
              <a:gd name="connsiteX13" fmla="*/ 2167402 w 2692487"/>
              <a:gd name="connsiteY13" fmla="*/ 22509 h 3011259"/>
              <a:gd name="connsiteX14" fmla="*/ 2412671 w 2692487"/>
              <a:gd name="connsiteY14" fmla="*/ 74421 h 3011259"/>
              <a:gd name="connsiteX15" fmla="*/ 2637937 w 2692487"/>
              <a:gd name="connsiteY15" fmla="*/ 744695 h 3011259"/>
              <a:gd name="connsiteX16" fmla="*/ 2691753 w 2692487"/>
              <a:gd name="connsiteY16" fmla="*/ 1137696 h 3011259"/>
              <a:gd name="connsiteX17" fmla="*/ 2441452 w 2692487"/>
              <a:gd name="connsiteY17" fmla="*/ 1339560 h 3011259"/>
              <a:gd name="connsiteX18" fmla="*/ 2616030 w 2692487"/>
              <a:gd name="connsiteY18" fmla="*/ 1879789 h 3011259"/>
              <a:gd name="connsiteX19" fmla="*/ 2404670 w 2692487"/>
              <a:gd name="connsiteY19" fmla="*/ 2270791 h 3011259"/>
              <a:gd name="connsiteX20" fmla="*/ 2198263 w 2692487"/>
              <a:gd name="connsiteY20" fmla="*/ 2477292 h 3011259"/>
              <a:gd name="connsiteX21" fmla="*/ 1724680 w 2692487"/>
              <a:gd name="connsiteY21" fmla="*/ 2777521 h 3011259"/>
              <a:gd name="connsiteX22" fmla="*/ 1327868 w 2692487"/>
              <a:gd name="connsiteY22" fmla="*/ 2831337 h 3011259"/>
              <a:gd name="connsiteX23" fmla="*/ 931057 w 2692487"/>
              <a:gd name="connsiteY23" fmla="*/ 2933064 h 3011259"/>
              <a:gd name="connsiteX24" fmla="*/ 695789 w 2692487"/>
              <a:gd name="connsiteY24" fmla="*/ 2992881 h 3011259"/>
              <a:gd name="connsiteX25" fmla="*/ 348889 w 2692487"/>
              <a:gd name="connsiteY25" fmla="*/ 3004882 h 3011259"/>
              <a:gd name="connsiteX26" fmla="*/ 73711 w 2692487"/>
              <a:gd name="connsiteY26" fmla="*/ 2903155 h 3011259"/>
              <a:gd name="connsiteX27" fmla="*/ 2179 w 2692487"/>
              <a:gd name="connsiteY27" fmla="*/ 2733325 h 3011259"/>
              <a:gd name="connsiteX0" fmla="*/ 2179 w 2692487"/>
              <a:gd name="connsiteY0" fmla="*/ 2734848 h 3012782"/>
              <a:gd name="connsiteX1" fmla="*/ 18085 w 2692487"/>
              <a:gd name="connsiteY1" fmla="*/ 2611213 h 3012782"/>
              <a:gd name="connsiteX2" fmla="*/ 161627 w 2692487"/>
              <a:gd name="connsiteY2" fmla="*/ 2511486 h 3012782"/>
              <a:gd name="connsiteX3" fmla="*/ 384893 w 2692487"/>
              <a:gd name="connsiteY3" fmla="*/ 2581305 h 3012782"/>
              <a:gd name="connsiteX4" fmla="*/ 648069 w 2692487"/>
              <a:gd name="connsiteY4" fmla="*/ 2601212 h 3012782"/>
              <a:gd name="connsiteX5" fmla="*/ 831520 w 2692487"/>
              <a:gd name="connsiteY5" fmla="*/ 2467576 h 3012782"/>
              <a:gd name="connsiteX6" fmla="*/ 909244 w 2692487"/>
              <a:gd name="connsiteY6" fmla="*/ 2232213 h 3012782"/>
              <a:gd name="connsiteX7" fmla="*/ 975062 w 2692487"/>
              <a:gd name="connsiteY7" fmla="*/ 1793397 h 3012782"/>
              <a:gd name="connsiteX8" fmla="*/ 989064 w 2692487"/>
              <a:gd name="connsiteY8" fmla="*/ 1508123 h 3012782"/>
              <a:gd name="connsiteX9" fmla="*/ 1058882 w 2692487"/>
              <a:gd name="connsiteY9" fmla="*/ 1137124 h 3012782"/>
              <a:gd name="connsiteX10" fmla="*/ 1238333 w 2692487"/>
              <a:gd name="connsiteY10" fmla="*/ 798034 h 3012782"/>
              <a:gd name="connsiteX11" fmla="*/ 1567327 w 2692487"/>
              <a:gd name="connsiteY11" fmla="*/ 421034 h 3012782"/>
              <a:gd name="connsiteX12" fmla="*/ 1944136 w 2692487"/>
              <a:gd name="connsiteY12" fmla="*/ 107852 h 3012782"/>
              <a:gd name="connsiteX13" fmla="*/ 2167402 w 2692487"/>
              <a:gd name="connsiteY13" fmla="*/ 24032 h 3012782"/>
              <a:gd name="connsiteX14" fmla="*/ 2412671 w 2692487"/>
              <a:gd name="connsiteY14" fmla="*/ 75944 h 3012782"/>
              <a:gd name="connsiteX15" fmla="*/ 2328563 w 2692487"/>
              <a:gd name="connsiteY15" fmla="*/ 769758 h 3012782"/>
              <a:gd name="connsiteX16" fmla="*/ 2691753 w 2692487"/>
              <a:gd name="connsiteY16" fmla="*/ 1139219 h 3012782"/>
              <a:gd name="connsiteX17" fmla="*/ 2441452 w 2692487"/>
              <a:gd name="connsiteY17" fmla="*/ 1341083 h 3012782"/>
              <a:gd name="connsiteX18" fmla="*/ 2616030 w 2692487"/>
              <a:gd name="connsiteY18" fmla="*/ 1881312 h 3012782"/>
              <a:gd name="connsiteX19" fmla="*/ 2404670 w 2692487"/>
              <a:gd name="connsiteY19" fmla="*/ 2272314 h 3012782"/>
              <a:gd name="connsiteX20" fmla="*/ 2198263 w 2692487"/>
              <a:gd name="connsiteY20" fmla="*/ 2478815 h 3012782"/>
              <a:gd name="connsiteX21" fmla="*/ 1724680 w 2692487"/>
              <a:gd name="connsiteY21" fmla="*/ 2779044 h 3012782"/>
              <a:gd name="connsiteX22" fmla="*/ 1327868 w 2692487"/>
              <a:gd name="connsiteY22" fmla="*/ 2832860 h 3012782"/>
              <a:gd name="connsiteX23" fmla="*/ 931057 w 2692487"/>
              <a:gd name="connsiteY23" fmla="*/ 2934587 h 3012782"/>
              <a:gd name="connsiteX24" fmla="*/ 695789 w 2692487"/>
              <a:gd name="connsiteY24" fmla="*/ 2994404 h 3012782"/>
              <a:gd name="connsiteX25" fmla="*/ 348889 w 2692487"/>
              <a:gd name="connsiteY25" fmla="*/ 3006405 h 3012782"/>
              <a:gd name="connsiteX26" fmla="*/ 73711 w 2692487"/>
              <a:gd name="connsiteY26" fmla="*/ 2904678 h 3012782"/>
              <a:gd name="connsiteX27" fmla="*/ 2179 w 2692487"/>
              <a:gd name="connsiteY27" fmla="*/ 2734848 h 3012782"/>
              <a:gd name="connsiteX0" fmla="*/ 2179 w 2616235"/>
              <a:gd name="connsiteY0" fmla="*/ 2734848 h 3012782"/>
              <a:gd name="connsiteX1" fmla="*/ 18085 w 2616235"/>
              <a:gd name="connsiteY1" fmla="*/ 2611213 h 3012782"/>
              <a:gd name="connsiteX2" fmla="*/ 161627 w 2616235"/>
              <a:gd name="connsiteY2" fmla="*/ 2511486 h 3012782"/>
              <a:gd name="connsiteX3" fmla="*/ 384893 w 2616235"/>
              <a:gd name="connsiteY3" fmla="*/ 2581305 h 3012782"/>
              <a:gd name="connsiteX4" fmla="*/ 648069 w 2616235"/>
              <a:gd name="connsiteY4" fmla="*/ 2601212 h 3012782"/>
              <a:gd name="connsiteX5" fmla="*/ 831520 w 2616235"/>
              <a:gd name="connsiteY5" fmla="*/ 2467576 h 3012782"/>
              <a:gd name="connsiteX6" fmla="*/ 909244 w 2616235"/>
              <a:gd name="connsiteY6" fmla="*/ 2232213 h 3012782"/>
              <a:gd name="connsiteX7" fmla="*/ 975062 w 2616235"/>
              <a:gd name="connsiteY7" fmla="*/ 1793397 h 3012782"/>
              <a:gd name="connsiteX8" fmla="*/ 989064 w 2616235"/>
              <a:gd name="connsiteY8" fmla="*/ 1508123 h 3012782"/>
              <a:gd name="connsiteX9" fmla="*/ 1058882 w 2616235"/>
              <a:gd name="connsiteY9" fmla="*/ 1137124 h 3012782"/>
              <a:gd name="connsiteX10" fmla="*/ 1238333 w 2616235"/>
              <a:gd name="connsiteY10" fmla="*/ 798034 h 3012782"/>
              <a:gd name="connsiteX11" fmla="*/ 1567327 w 2616235"/>
              <a:gd name="connsiteY11" fmla="*/ 421034 h 3012782"/>
              <a:gd name="connsiteX12" fmla="*/ 1944136 w 2616235"/>
              <a:gd name="connsiteY12" fmla="*/ 107852 h 3012782"/>
              <a:gd name="connsiteX13" fmla="*/ 2167402 w 2616235"/>
              <a:gd name="connsiteY13" fmla="*/ 24032 h 3012782"/>
              <a:gd name="connsiteX14" fmla="*/ 2412671 w 2616235"/>
              <a:gd name="connsiteY14" fmla="*/ 75944 h 3012782"/>
              <a:gd name="connsiteX15" fmla="*/ 2328563 w 2616235"/>
              <a:gd name="connsiteY15" fmla="*/ 769758 h 3012782"/>
              <a:gd name="connsiteX16" fmla="*/ 2441452 w 2616235"/>
              <a:gd name="connsiteY16" fmla="*/ 1341083 h 3012782"/>
              <a:gd name="connsiteX17" fmla="*/ 2616030 w 2616235"/>
              <a:gd name="connsiteY17" fmla="*/ 1881312 h 3012782"/>
              <a:gd name="connsiteX18" fmla="*/ 2404670 w 2616235"/>
              <a:gd name="connsiteY18" fmla="*/ 2272314 h 3012782"/>
              <a:gd name="connsiteX19" fmla="*/ 2198263 w 2616235"/>
              <a:gd name="connsiteY19" fmla="*/ 2478815 h 3012782"/>
              <a:gd name="connsiteX20" fmla="*/ 1724680 w 2616235"/>
              <a:gd name="connsiteY20" fmla="*/ 2779044 h 3012782"/>
              <a:gd name="connsiteX21" fmla="*/ 1327868 w 2616235"/>
              <a:gd name="connsiteY21" fmla="*/ 2832860 h 3012782"/>
              <a:gd name="connsiteX22" fmla="*/ 931057 w 2616235"/>
              <a:gd name="connsiteY22" fmla="*/ 2934587 h 3012782"/>
              <a:gd name="connsiteX23" fmla="*/ 695789 w 2616235"/>
              <a:gd name="connsiteY23" fmla="*/ 2994404 h 3012782"/>
              <a:gd name="connsiteX24" fmla="*/ 348889 w 2616235"/>
              <a:gd name="connsiteY24" fmla="*/ 3006405 h 3012782"/>
              <a:gd name="connsiteX25" fmla="*/ 73711 w 2616235"/>
              <a:gd name="connsiteY25" fmla="*/ 2904678 h 3012782"/>
              <a:gd name="connsiteX26" fmla="*/ 2179 w 2616235"/>
              <a:gd name="connsiteY26" fmla="*/ 2734848 h 3012782"/>
              <a:gd name="connsiteX0" fmla="*/ 2179 w 2616235"/>
              <a:gd name="connsiteY0" fmla="*/ 2738588 h 3016522"/>
              <a:gd name="connsiteX1" fmla="*/ 18085 w 2616235"/>
              <a:gd name="connsiteY1" fmla="*/ 2614953 h 3016522"/>
              <a:gd name="connsiteX2" fmla="*/ 161627 w 2616235"/>
              <a:gd name="connsiteY2" fmla="*/ 2515226 h 3016522"/>
              <a:gd name="connsiteX3" fmla="*/ 384893 w 2616235"/>
              <a:gd name="connsiteY3" fmla="*/ 2585045 h 3016522"/>
              <a:gd name="connsiteX4" fmla="*/ 648069 w 2616235"/>
              <a:gd name="connsiteY4" fmla="*/ 2604952 h 3016522"/>
              <a:gd name="connsiteX5" fmla="*/ 831520 w 2616235"/>
              <a:gd name="connsiteY5" fmla="*/ 2471316 h 3016522"/>
              <a:gd name="connsiteX6" fmla="*/ 909244 w 2616235"/>
              <a:gd name="connsiteY6" fmla="*/ 2235953 h 3016522"/>
              <a:gd name="connsiteX7" fmla="*/ 975062 w 2616235"/>
              <a:gd name="connsiteY7" fmla="*/ 1797137 h 3016522"/>
              <a:gd name="connsiteX8" fmla="*/ 989064 w 2616235"/>
              <a:gd name="connsiteY8" fmla="*/ 1511863 h 3016522"/>
              <a:gd name="connsiteX9" fmla="*/ 1058882 w 2616235"/>
              <a:gd name="connsiteY9" fmla="*/ 1140864 h 3016522"/>
              <a:gd name="connsiteX10" fmla="*/ 1238333 w 2616235"/>
              <a:gd name="connsiteY10" fmla="*/ 801774 h 3016522"/>
              <a:gd name="connsiteX11" fmla="*/ 1567327 w 2616235"/>
              <a:gd name="connsiteY11" fmla="*/ 424774 h 3016522"/>
              <a:gd name="connsiteX12" fmla="*/ 1814797 w 2616235"/>
              <a:gd name="connsiteY12" fmla="*/ 193586 h 3016522"/>
              <a:gd name="connsiteX13" fmla="*/ 2167402 w 2616235"/>
              <a:gd name="connsiteY13" fmla="*/ 27772 h 3016522"/>
              <a:gd name="connsiteX14" fmla="*/ 2412671 w 2616235"/>
              <a:gd name="connsiteY14" fmla="*/ 79684 h 3016522"/>
              <a:gd name="connsiteX15" fmla="*/ 2328563 w 2616235"/>
              <a:gd name="connsiteY15" fmla="*/ 773498 h 3016522"/>
              <a:gd name="connsiteX16" fmla="*/ 2441452 w 2616235"/>
              <a:gd name="connsiteY16" fmla="*/ 1344823 h 3016522"/>
              <a:gd name="connsiteX17" fmla="*/ 2616030 w 2616235"/>
              <a:gd name="connsiteY17" fmla="*/ 1885052 h 3016522"/>
              <a:gd name="connsiteX18" fmla="*/ 2404670 w 2616235"/>
              <a:gd name="connsiteY18" fmla="*/ 2276054 h 3016522"/>
              <a:gd name="connsiteX19" fmla="*/ 2198263 w 2616235"/>
              <a:gd name="connsiteY19" fmla="*/ 2482555 h 3016522"/>
              <a:gd name="connsiteX20" fmla="*/ 1724680 w 2616235"/>
              <a:gd name="connsiteY20" fmla="*/ 2782784 h 3016522"/>
              <a:gd name="connsiteX21" fmla="*/ 1327868 w 2616235"/>
              <a:gd name="connsiteY21" fmla="*/ 2836600 h 3016522"/>
              <a:gd name="connsiteX22" fmla="*/ 931057 w 2616235"/>
              <a:gd name="connsiteY22" fmla="*/ 2938327 h 3016522"/>
              <a:gd name="connsiteX23" fmla="*/ 695789 w 2616235"/>
              <a:gd name="connsiteY23" fmla="*/ 2998144 h 3016522"/>
              <a:gd name="connsiteX24" fmla="*/ 348889 w 2616235"/>
              <a:gd name="connsiteY24" fmla="*/ 3010145 h 3016522"/>
              <a:gd name="connsiteX25" fmla="*/ 73711 w 2616235"/>
              <a:gd name="connsiteY25" fmla="*/ 2908418 h 3016522"/>
              <a:gd name="connsiteX26" fmla="*/ 2179 w 2616235"/>
              <a:gd name="connsiteY26" fmla="*/ 2738588 h 3016522"/>
              <a:gd name="connsiteX0" fmla="*/ 2179 w 2616235"/>
              <a:gd name="connsiteY0" fmla="*/ 2699042 h 2976976"/>
              <a:gd name="connsiteX1" fmla="*/ 18085 w 2616235"/>
              <a:gd name="connsiteY1" fmla="*/ 2575407 h 2976976"/>
              <a:gd name="connsiteX2" fmla="*/ 161627 w 2616235"/>
              <a:gd name="connsiteY2" fmla="*/ 2475680 h 2976976"/>
              <a:gd name="connsiteX3" fmla="*/ 384893 w 2616235"/>
              <a:gd name="connsiteY3" fmla="*/ 2545499 h 2976976"/>
              <a:gd name="connsiteX4" fmla="*/ 648069 w 2616235"/>
              <a:gd name="connsiteY4" fmla="*/ 2565406 h 2976976"/>
              <a:gd name="connsiteX5" fmla="*/ 831520 w 2616235"/>
              <a:gd name="connsiteY5" fmla="*/ 2431770 h 2976976"/>
              <a:gd name="connsiteX6" fmla="*/ 909244 w 2616235"/>
              <a:gd name="connsiteY6" fmla="*/ 2196407 h 2976976"/>
              <a:gd name="connsiteX7" fmla="*/ 975062 w 2616235"/>
              <a:gd name="connsiteY7" fmla="*/ 1757591 h 2976976"/>
              <a:gd name="connsiteX8" fmla="*/ 989064 w 2616235"/>
              <a:gd name="connsiteY8" fmla="*/ 1472317 h 2976976"/>
              <a:gd name="connsiteX9" fmla="*/ 1058882 w 2616235"/>
              <a:gd name="connsiteY9" fmla="*/ 1101318 h 2976976"/>
              <a:gd name="connsiteX10" fmla="*/ 1238333 w 2616235"/>
              <a:gd name="connsiteY10" fmla="*/ 762228 h 2976976"/>
              <a:gd name="connsiteX11" fmla="*/ 1567327 w 2616235"/>
              <a:gd name="connsiteY11" fmla="*/ 385228 h 2976976"/>
              <a:gd name="connsiteX12" fmla="*/ 1814797 w 2616235"/>
              <a:gd name="connsiteY12" fmla="*/ 154040 h 2976976"/>
              <a:gd name="connsiteX13" fmla="*/ 1970812 w 2616235"/>
              <a:gd name="connsiteY13" fmla="*/ 91119 h 2976976"/>
              <a:gd name="connsiteX14" fmla="*/ 2412671 w 2616235"/>
              <a:gd name="connsiteY14" fmla="*/ 40138 h 2976976"/>
              <a:gd name="connsiteX15" fmla="*/ 2328563 w 2616235"/>
              <a:gd name="connsiteY15" fmla="*/ 733952 h 2976976"/>
              <a:gd name="connsiteX16" fmla="*/ 2441452 w 2616235"/>
              <a:gd name="connsiteY16" fmla="*/ 1305277 h 2976976"/>
              <a:gd name="connsiteX17" fmla="*/ 2616030 w 2616235"/>
              <a:gd name="connsiteY17" fmla="*/ 1845506 h 2976976"/>
              <a:gd name="connsiteX18" fmla="*/ 2404670 w 2616235"/>
              <a:gd name="connsiteY18" fmla="*/ 2236508 h 2976976"/>
              <a:gd name="connsiteX19" fmla="*/ 2198263 w 2616235"/>
              <a:gd name="connsiteY19" fmla="*/ 2443009 h 2976976"/>
              <a:gd name="connsiteX20" fmla="*/ 1724680 w 2616235"/>
              <a:gd name="connsiteY20" fmla="*/ 2743238 h 2976976"/>
              <a:gd name="connsiteX21" fmla="*/ 1327868 w 2616235"/>
              <a:gd name="connsiteY21" fmla="*/ 2797054 h 2976976"/>
              <a:gd name="connsiteX22" fmla="*/ 931057 w 2616235"/>
              <a:gd name="connsiteY22" fmla="*/ 2898781 h 2976976"/>
              <a:gd name="connsiteX23" fmla="*/ 695789 w 2616235"/>
              <a:gd name="connsiteY23" fmla="*/ 2958598 h 2976976"/>
              <a:gd name="connsiteX24" fmla="*/ 348889 w 2616235"/>
              <a:gd name="connsiteY24" fmla="*/ 2970599 h 2976976"/>
              <a:gd name="connsiteX25" fmla="*/ 73711 w 2616235"/>
              <a:gd name="connsiteY25" fmla="*/ 2868872 h 2976976"/>
              <a:gd name="connsiteX26" fmla="*/ 2179 w 2616235"/>
              <a:gd name="connsiteY26" fmla="*/ 2699042 h 2976976"/>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28563 w 2616235"/>
              <a:gd name="connsiteY15" fmla="*/ 645286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062"/>
              <a:gd name="connsiteY0" fmla="*/ 2610376 h 2888310"/>
              <a:gd name="connsiteX1" fmla="*/ 18085 w 2616062"/>
              <a:gd name="connsiteY1" fmla="*/ 2486741 h 2888310"/>
              <a:gd name="connsiteX2" fmla="*/ 161627 w 2616062"/>
              <a:gd name="connsiteY2" fmla="*/ 2387014 h 2888310"/>
              <a:gd name="connsiteX3" fmla="*/ 384893 w 2616062"/>
              <a:gd name="connsiteY3" fmla="*/ 2456833 h 2888310"/>
              <a:gd name="connsiteX4" fmla="*/ 648069 w 2616062"/>
              <a:gd name="connsiteY4" fmla="*/ 2476740 h 2888310"/>
              <a:gd name="connsiteX5" fmla="*/ 831520 w 2616062"/>
              <a:gd name="connsiteY5" fmla="*/ 2343104 h 2888310"/>
              <a:gd name="connsiteX6" fmla="*/ 909244 w 2616062"/>
              <a:gd name="connsiteY6" fmla="*/ 2107741 h 2888310"/>
              <a:gd name="connsiteX7" fmla="*/ 975062 w 2616062"/>
              <a:gd name="connsiteY7" fmla="*/ 1668925 h 2888310"/>
              <a:gd name="connsiteX8" fmla="*/ 989064 w 2616062"/>
              <a:gd name="connsiteY8" fmla="*/ 1383651 h 2888310"/>
              <a:gd name="connsiteX9" fmla="*/ 1058882 w 2616062"/>
              <a:gd name="connsiteY9" fmla="*/ 1012652 h 2888310"/>
              <a:gd name="connsiteX10" fmla="*/ 1238333 w 2616062"/>
              <a:gd name="connsiteY10" fmla="*/ 673562 h 2888310"/>
              <a:gd name="connsiteX11" fmla="*/ 1567327 w 2616062"/>
              <a:gd name="connsiteY11" fmla="*/ 296562 h 2888310"/>
              <a:gd name="connsiteX12" fmla="*/ 1814797 w 2616062"/>
              <a:gd name="connsiteY12" fmla="*/ 65374 h 2888310"/>
              <a:gd name="connsiteX13" fmla="*/ 1970812 w 2616062"/>
              <a:gd name="connsiteY13" fmla="*/ 2453 h 2888310"/>
              <a:gd name="connsiteX14" fmla="*/ 2130916 w 2616062"/>
              <a:gd name="connsiteY14" fmla="*/ 129233 h 2888310"/>
              <a:gd name="connsiteX15" fmla="*/ 2309498 w 2616062"/>
              <a:gd name="connsiteY15" fmla="*/ 649451 h 2888310"/>
              <a:gd name="connsiteX16" fmla="*/ 2420076 w 2616062"/>
              <a:gd name="connsiteY16" fmla="*/ 1255814 h 2888310"/>
              <a:gd name="connsiteX17" fmla="*/ 2616030 w 2616062"/>
              <a:gd name="connsiteY17" fmla="*/ 1756840 h 2888310"/>
              <a:gd name="connsiteX18" fmla="*/ 2404670 w 2616062"/>
              <a:gd name="connsiteY18" fmla="*/ 2147842 h 2888310"/>
              <a:gd name="connsiteX19" fmla="*/ 2198263 w 2616062"/>
              <a:gd name="connsiteY19" fmla="*/ 2354343 h 2888310"/>
              <a:gd name="connsiteX20" fmla="*/ 1724680 w 2616062"/>
              <a:gd name="connsiteY20" fmla="*/ 2654572 h 2888310"/>
              <a:gd name="connsiteX21" fmla="*/ 1327868 w 2616062"/>
              <a:gd name="connsiteY21" fmla="*/ 2708388 h 2888310"/>
              <a:gd name="connsiteX22" fmla="*/ 931057 w 2616062"/>
              <a:gd name="connsiteY22" fmla="*/ 2810115 h 2888310"/>
              <a:gd name="connsiteX23" fmla="*/ 695789 w 2616062"/>
              <a:gd name="connsiteY23" fmla="*/ 2869932 h 2888310"/>
              <a:gd name="connsiteX24" fmla="*/ 348889 w 2616062"/>
              <a:gd name="connsiteY24" fmla="*/ 2881933 h 2888310"/>
              <a:gd name="connsiteX25" fmla="*/ 73711 w 2616062"/>
              <a:gd name="connsiteY25" fmla="*/ 2780206 h 2888310"/>
              <a:gd name="connsiteX26" fmla="*/ 2179 w 2616062"/>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98263 w 2616074"/>
              <a:gd name="connsiteY19" fmla="*/ 2354343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72559 w 2616595"/>
              <a:gd name="connsiteY19" fmla="*/ 2283130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65537 w 2616595"/>
              <a:gd name="connsiteY19" fmla="*/ 2191152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6595" h="2888310">
                <a:moveTo>
                  <a:pt x="2179" y="2610376"/>
                </a:moveTo>
                <a:cubicBezTo>
                  <a:pt x="-2774" y="2568085"/>
                  <a:pt x="-12" y="2525032"/>
                  <a:pt x="18085" y="2486741"/>
                </a:cubicBezTo>
                <a:cubicBezTo>
                  <a:pt x="44755" y="2430448"/>
                  <a:pt x="99810" y="2392634"/>
                  <a:pt x="161627" y="2387014"/>
                </a:cubicBezTo>
                <a:cubicBezTo>
                  <a:pt x="240304" y="2379870"/>
                  <a:pt x="310312" y="2427972"/>
                  <a:pt x="384893" y="2456833"/>
                </a:cubicBezTo>
                <a:cubicBezTo>
                  <a:pt x="468904" y="2489313"/>
                  <a:pt x="561392" y="2500933"/>
                  <a:pt x="648069" y="2476740"/>
                </a:cubicBezTo>
                <a:cubicBezTo>
                  <a:pt x="723602" y="2455690"/>
                  <a:pt x="788563" y="2408827"/>
                  <a:pt x="831520" y="2343104"/>
                </a:cubicBezTo>
                <a:cubicBezTo>
                  <a:pt x="877050" y="2273286"/>
                  <a:pt x="893052" y="2189847"/>
                  <a:pt x="909244" y="2107741"/>
                </a:cubicBezTo>
                <a:cubicBezTo>
                  <a:pt x="938010" y="1962390"/>
                  <a:pt x="963156" y="1816467"/>
                  <a:pt x="975062" y="1668925"/>
                </a:cubicBezTo>
                <a:cubicBezTo>
                  <a:pt x="982682" y="1574056"/>
                  <a:pt x="981539" y="1478615"/>
                  <a:pt x="989064" y="1383651"/>
                </a:cubicBezTo>
                <a:cubicBezTo>
                  <a:pt x="998970" y="1257635"/>
                  <a:pt x="1017163" y="1131905"/>
                  <a:pt x="1058882" y="1012652"/>
                </a:cubicBezTo>
                <a:cubicBezTo>
                  <a:pt x="1101269" y="891303"/>
                  <a:pt x="1163848" y="778432"/>
                  <a:pt x="1238333" y="673562"/>
                </a:cubicBezTo>
                <a:cubicBezTo>
                  <a:pt x="1335107" y="537259"/>
                  <a:pt x="1471250" y="397927"/>
                  <a:pt x="1567327" y="296562"/>
                </a:cubicBezTo>
                <a:cubicBezTo>
                  <a:pt x="1663404" y="195197"/>
                  <a:pt x="1747550" y="114392"/>
                  <a:pt x="1814797" y="65374"/>
                </a:cubicBezTo>
                <a:cubicBezTo>
                  <a:pt x="1882045" y="16356"/>
                  <a:pt x="1918126" y="-8190"/>
                  <a:pt x="1970812" y="2453"/>
                </a:cubicBezTo>
                <a:cubicBezTo>
                  <a:pt x="2023498" y="13096"/>
                  <a:pt x="2074468" y="21400"/>
                  <a:pt x="2130916" y="129233"/>
                </a:cubicBezTo>
                <a:cubicBezTo>
                  <a:pt x="2187364" y="237066"/>
                  <a:pt x="2305295" y="413328"/>
                  <a:pt x="2309498" y="649451"/>
                </a:cubicBezTo>
                <a:cubicBezTo>
                  <a:pt x="2314295" y="860307"/>
                  <a:pt x="2372165" y="1070555"/>
                  <a:pt x="2420076" y="1255814"/>
                </a:cubicBezTo>
                <a:cubicBezTo>
                  <a:pt x="2510129" y="1423137"/>
                  <a:pt x="2625665" y="1619979"/>
                  <a:pt x="2616030" y="1756840"/>
                </a:cubicBezTo>
                <a:cubicBezTo>
                  <a:pt x="2606395" y="1893701"/>
                  <a:pt x="2437345" y="2004593"/>
                  <a:pt x="2362263" y="2076978"/>
                </a:cubicBezTo>
                <a:cubicBezTo>
                  <a:pt x="2287181" y="2149363"/>
                  <a:pt x="2271801" y="2094886"/>
                  <a:pt x="2165537" y="2191152"/>
                </a:cubicBezTo>
                <a:cubicBezTo>
                  <a:pt x="2059273" y="2287418"/>
                  <a:pt x="1864291" y="2568366"/>
                  <a:pt x="1724680" y="2654572"/>
                </a:cubicBezTo>
                <a:cubicBezTo>
                  <a:pt x="1585069" y="2740778"/>
                  <a:pt x="1460456" y="2689338"/>
                  <a:pt x="1327868" y="2708388"/>
                </a:cubicBezTo>
                <a:cubicBezTo>
                  <a:pt x="1192518" y="2727914"/>
                  <a:pt x="1062311" y="2771158"/>
                  <a:pt x="931057" y="2810115"/>
                </a:cubicBezTo>
                <a:cubicBezTo>
                  <a:pt x="853428" y="2833165"/>
                  <a:pt x="775513" y="2855740"/>
                  <a:pt x="695789" y="2869932"/>
                </a:cubicBezTo>
                <a:cubicBezTo>
                  <a:pt x="581203" y="2890410"/>
                  <a:pt x="464808" y="2892792"/>
                  <a:pt x="348889" y="2881933"/>
                </a:cubicBezTo>
                <a:cubicBezTo>
                  <a:pt x="247352" y="2872408"/>
                  <a:pt x="142006" y="2854025"/>
                  <a:pt x="73711" y="2780206"/>
                </a:cubicBezTo>
                <a:cubicBezTo>
                  <a:pt x="31420" y="2733915"/>
                  <a:pt x="9513" y="2672955"/>
                  <a:pt x="2179" y="2610376"/>
                </a:cubicBezTo>
                <a:close/>
              </a:path>
            </a:pathLst>
          </a:custGeom>
          <a:noFill/>
          <a:ln w="6350" cap="rnd">
            <a:solidFill>
              <a:schemeClr val="tx1">
                <a:alpha val="35000"/>
              </a:schemeClr>
            </a:solidFill>
            <a:prstDash val="dash"/>
            <a:round/>
          </a:ln>
        </p:spPr>
        <p:txBody>
          <a:bodyPr rtlCol="0" anchor="ctr"/>
          <a:lstStyle/>
          <a:p>
            <a:endParaRPr lang="en-US"/>
          </a:p>
        </p:txBody>
      </p:sp>
      <p:sp>
        <p:nvSpPr>
          <p:cNvPr id="39" name="Freeform: Shape 38">
            <a:extLst>
              <a:ext uri="{FF2B5EF4-FFF2-40B4-BE49-F238E27FC236}">
                <a16:creationId xmlns:a16="http://schemas.microsoft.com/office/drawing/2014/main" id="{A2313686-58C5-2487-8CC9-BEEDC4571E66}"/>
              </a:ext>
            </a:extLst>
          </p:cNvPr>
          <p:cNvSpPr/>
          <p:nvPr userDrawn="1"/>
        </p:nvSpPr>
        <p:spPr>
          <a:xfrm rot="9306195" flipV="1">
            <a:off x="202285" y="1469874"/>
            <a:ext cx="1349765" cy="1848555"/>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58174"/>
              <a:gd name="connsiteY0" fmla="*/ 1664146 h 2255159"/>
              <a:gd name="connsiteX1" fmla="*/ 97839 w 1358174"/>
              <a:gd name="connsiteY1" fmla="*/ 1271049 h 2255159"/>
              <a:gd name="connsiteX2" fmla="*/ 97839 w 1358174"/>
              <a:gd name="connsiteY2" fmla="*/ 991109 h 2255159"/>
              <a:gd name="connsiteX3" fmla="*/ 195756 w 1358174"/>
              <a:gd name="connsiteY3" fmla="*/ 588964 h 2255159"/>
              <a:gd name="connsiteX4" fmla="*/ 373778 w 1358174"/>
              <a:gd name="connsiteY4" fmla="*/ 336170 h 2255159"/>
              <a:gd name="connsiteX5" fmla="*/ 706867 w 1358174"/>
              <a:gd name="connsiteY5" fmla="*/ 86234 h 2255159"/>
              <a:gd name="connsiteX6" fmla="*/ 953755 w 1358174"/>
              <a:gd name="connsiteY6" fmla="*/ 33 h 2255159"/>
              <a:gd name="connsiteX7" fmla="*/ 1105965 w 1358174"/>
              <a:gd name="connsiteY7" fmla="*/ 60326 h 2255159"/>
              <a:gd name="connsiteX8" fmla="*/ 1146160 w 1358174"/>
              <a:gd name="connsiteY8" fmla="*/ 221204 h 2255159"/>
              <a:gd name="connsiteX9" fmla="*/ 1177783 w 1358174"/>
              <a:gd name="connsiteY9" fmla="*/ 448089 h 2255159"/>
              <a:gd name="connsiteX10" fmla="*/ 1281129 w 1358174"/>
              <a:gd name="connsiteY10" fmla="*/ 789941 h 2255159"/>
              <a:gd name="connsiteX11" fmla="*/ 1306942 w 1358174"/>
              <a:gd name="connsiteY11" fmla="*/ 942151 h 2255159"/>
              <a:gd name="connsiteX12" fmla="*/ 1321325 w 1358174"/>
              <a:gd name="connsiteY12" fmla="*/ 1272478 h 2255159"/>
              <a:gd name="connsiteX13" fmla="*/ 1334028 w 1358174"/>
              <a:gd name="connsiteY13" fmla="*/ 1672758 h 2255159"/>
              <a:gd name="connsiteX14" fmla="*/ 1085962 w 1358174"/>
              <a:gd name="connsiteY14" fmla="*/ 1844073 h 2255159"/>
              <a:gd name="connsiteX15" fmla="*/ 849075 w 1358174"/>
              <a:gd name="connsiteY15" fmla="*/ 2081055 h 2255159"/>
              <a:gd name="connsiteX16" fmla="*/ 445691 w 1358174"/>
              <a:gd name="connsiteY16" fmla="*/ 2254887 h 2255159"/>
              <a:gd name="connsiteX17" fmla="*/ 126985 w 1358174"/>
              <a:gd name="connsiteY17" fmla="*/ 2134205 h 2255159"/>
              <a:gd name="connsiteX18" fmla="*/ 683 w 1358174"/>
              <a:gd name="connsiteY18" fmla="*/ 1829690 h 2255159"/>
              <a:gd name="connsiteX19" fmla="*/ 14495 w 1358174"/>
              <a:gd name="connsiteY19" fmla="*/ 1664146 h 225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8174" h="2255159">
                <a:moveTo>
                  <a:pt x="14495" y="1664146"/>
                </a:move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398607" y="1553696"/>
                  <a:pt x="1334028" y="1672758"/>
                </a:cubicBezTo>
                <a:cubicBezTo>
                  <a:pt x="1298214" y="1738767"/>
                  <a:pt x="1166787" y="1776024"/>
                  <a:pt x="1085962" y="1844073"/>
                </a:cubicBezTo>
                <a:cubicBezTo>
                  <a:pt x="1005137" y="1912122"/>
                  <a:pt x="936610" y="2011237"/>
                  <a:pt x="849075" y="2081055"/>
                </a:cubicBezTo>
                <a:cubicBezTo>
                  <a:pt x="731441" y="2174972"/>
                  <a:pt x="595424" y="2249743"/>
                  <a:pt x="445691" y="2254887"/>
                </a:cubicBezTo>
                <a:cubicBezTo>
                  <a:pt x="326915" y="2258887"/>
                  <a:pt x="210138" y="2218882"/>
                  <a:pt x="126985" y="2134205"/>
                </a:cubicBezTo>
                <a:cubicBezTo>
                  <a:pt x="47642" y="2053432"/>
                  <a:pt x="5922" y="1943228"/>
                  <a:pt x="683" y="1829690"/>
                </a:cubicBezTo>
                <a:cubicBezTo>
                  <a:pt x="-2079" y="1774255"/>
                  <a:pt x="3732" y="1718819"/>
                  <a:pt x="14495" y="1664146"/>
                </a:cubicBezTo>
                <a:close/>
              </a:path>
            </a:pathLst>
          </a:custGeom>
          <a:noFill/>
          <a:ln w="6350" cap="rnd">
            <a:solidFill>
              <a:schemeClr val="tx1">
                <a:alpha val="35000"/>
              </a:schemeClr>
            </a:solidFill>
            <a:prstDash val="dash"/>
            <a:round/>
          </a:ln>
        </p:spPr>
        <p:txBody>
          <a:bodyPr rtlCol="0" anchor="ctr"/>
          <a:lstStyle/>
          <a:p>
            <a:endParaRPr lang="en-US"/>
          </a:p>
        </p:txBody>
      </p:sp>
      <p:sp>
        <p:nvSpPr>
          <p:cNvPr id="40" name="Freeform: Shape 39">
            <a:extLst>
              <a:ext uri="{FF2B5EF4-FFF2-40B4-BE49-F238E27FC236}">
                <a16:creationId xmlns:a16="http://schemas.microsoft.com/office/drawing/2014/main" id="{71A1A647-3F63-CF20-1087-D9B8264E6444}"/>
              </a:ext>
            </a:extLst>
          </p:cNvPr>
          <p:cNvSpPr/>
          <p:nvPr userDrawn="1"/>
        </p:nvSpPr>
        <p:spPr>
          <a:xfrm rot="10824620" flipV="1">
            <a:off x="486741" y="2129918"/>
            <a:ext cx="513331" cy="442593"/>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41" name="Freeform: Shape 40">
            <a:extLst>
              <a:ext uri="{FF2B5EF4-FFF2-40B4-BE49-F238E27FC236}">
                <a16:creationId xmlns:a16="http://schemas.microsoft.com/office/drawing/2014/main" id="{6262EE3F-433C-B358-3627-1412DBE4170D}"/>
              </a:ext>
            </a:extLst>
          </p:cNvPr>
          <p:cNvSpPr/>
          <p:nvPr userDrawn="1"/>
        </p:nvSpPr>
        <p:spPr>
          <a:xfrm rot="16000659" flipV="1">
            <a:off x="179922" y="1947632"/>
            <a:ext cx="1246319" cy="926431"/>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20577"/>
              <a:gd name="connsiteY0" fmla="*/ 512152 h 635142"/>
              <a:gd name="connsiteX1" fmla="*/ 236740 w 420577"/>
              <a:gd name="connsiteY1" fmla="*/ 631376 h 635142"/>
              <a:gd name="connsiteX2" fmla="*/ 404518 w 420577"/>
              <a:gd name="connsiteY2" fmla="*/ 591120 h 635142"/>
              <a:gd name="connsiteX3" fmla="*/ 414544 w 420577"/>
              <a:gd name="connsiteY3" fmla="*/ 450271 h 635142"/>
              <a:gd name="connsiteX4" fmla="*/ 399074 w 420577"/>
              <a:gd name="connsiteY4" fmla="*/ 265944 h 635142"/>
              <a:gd name="connsiteX5" fmla="*/ 300911 w 420577"/>
              <a:gd name="connsiteY5" fmla="*/ 85027 h 635142"/>
              <a:gd name="connsiteX6" fmla="*/ 162385 w 420577"/>
              <a:gd name="connsiteY6" fmla="*/ 6115 h 635142"/>
              <a:gd name="connsiteX7" fmla="*/ 3817 w 420577"/>
              <a:gd name="connsiteY7" fmla="*/ 102462 h 635142"/>
              <a:gd name="connsiteX8" fmla="*/ 85286 w 420577"/>
              <a:gd name="connsiteY8" fmla="*/ 512152 h 635142"/>
              <a:gd name="connsiteX0" fmla="*/ 85286 w 420772"/>
              <a:gd name="connsiteY0" fmla="*/ 512152 h 605295"/>
              <a:gd name="connsiteX1" fmla="*/ 233975 w 420772"/>
              <a:gd name="connsiteY1" fmla="*/ 591489 h 605295"/>
              <a:gd name="connsiteX2" fmla="*/ 404518 w 420772"/>
              <a:gd name="connsiteY2" fmla="*/ 591120 h 605295"/>
              <a:gd name="connsiteX3" fmla="*/ 414544 w 420772"/>
              <a:gd name="connsiteY3" fmla="*/ 450271 h 605295"/>
              <a:gd name="connsiteX4" fmla="*/ 399074 w 420772"/>
              <a:gd name="connsiteY4" fmla="*/ 265944 h 605295"/>
              <a:gd name="connsiteX5" fmla="*/ 300911 w 420772"/>
              <a:gd name="connsiteY5" fmla="*/ 85027 h 605295"/>
              <a:gd name="connsiteX6" fmla="*/ 162385 w 420772"/>
              <a:gd name="connsiteY6" fmla="*/ 6115 h 605295"/>
              <a:gd name="connsiteX7" fmla="*/ 3817 w 420772"/>
              <a:gd name="connsiteY7" fmla="*/ 102462 h 605295"/>
              <a:gd name="connsiteX8" fmla="*/ 85286 w 420772"/>
              <a:gd name="connsiteY8" fmla="*/ 512152 h 605295"/>
              <a:gd name="connsiteX0" fmla="*/ 85286 w 425926"/>
              <a:gd name="connsiteY0" fmla="*/ 512152 h 615214"/>
              <a:gd name="connsiteX1" fmla="*/ 233975 w 425926"/>
              <a:gd name="connsiteY1" fmla="*/ 591489 h 615214"/>
              <a:gd name="connsiteX2" fmla="*/ 404518 w 425926"/>
              <a:gd name="connsiteY2" fmla="*/ 591120 h 615214"/>
              <a:gd name="connsiteX3" fmla="*/ 414544 w 425926"/>
              <a:gd name="connsiteY3" fmla="*/ 450271 h 615214"/>
              <a:gd name="connsiteX4" fmla="*/ 399074 w 425926"/>
              <a:gd name="connsiteY4" fmla="*/ 265944 h 615214"/>
              <a:gd name="connsiteX5" fmla="*/ 300911 w 425926"/>
              <a:gd name="connsiteY5" fmla="*/ 85027 h 615214"/>
              <a:gd name="connsiteX6" fmla="*/ 162385 w 425926"/>
              <a:gd name="connsiteY6" fmla="*/ 6115 h 615214"/>
              <a:gd name="connsiteX7" fmla="*/ 3817 w 425926"/>
              <a:gd name="connsiteY7" fmla="*/ 102462 h 615214"/>
              <a:gd name="connsiteX8" fmla="*/ 85286 w 425926"/>
              <a:gd name="connsiteY8" fmla="*/ 512152 h 615214"/>
              <a:gd name="connsiteX0" fmla="*/ 85286 w 438323"/>
              <a:gd name="connsiteY0" fmla="*/ 512152 h 604619"/>
              <a:gd name="connsiteX1" fmla="*/ 233975 w 438323"/>
              <a:gd name="connsiteY1" fmla="*/ 591489 h 604619"/>
              <a:gd name="connsiteX2" fmla="*/ 404518 w 438323"/>
              <a:gd name="connsiteY2" fmla="*/ 591120 h 604619"/>
              <a:gd name="connsiteX3" fmla="*/ 438257 w 438323"/>
              <a:gd name="connsiteY3" fmla="*/ 460077 h 604619"/>
              <a:gd name="connsiteX4" fmla="*/ 399074 w 438323"/>
              <a:gd name="connsiteY4" fmla="*/ 265944 h 604619"/>
              <a:gd name="connsiteX5" fmla="*/ 300911 w 438323"/>
              <a:gd name="connsiteY5" fmla="*/ 85027 h 604619"/>
              <a:gd name="connsiteX6" fmla="*/ 162385 w 438323"/>
              <a:gd name="connsiteY6" fmla="*/ 6115 h 604619"/>
              <a:gd name="connsiteX7" fmla="*/ 3817 w 438323"/>
              <a:gd name="connsiteY7" fmla="*/ 102462 h 604619"/>
              <a:gd name="connsiteX8" fmla="*/ 85286 w 438323"/>
              <a:gd name="connsiteY8" fmla="*/ 512152 h 604619"/>
              <a:gd name="connsiteX0" fmla="*/ 85286 w 438738"/>
              <a:gd name="connsiteY0" fmla="*/ 512152 h 595918"/>
              <a:gd name="connsiteX1" fmla="*/ 233975 w 438738"/>
              <a:gd name="connsiteY1" fmla="*/ 591489 h 595918"/>
              <a:gd name="connsiteX2" fmla="*/ 404518 w 438738"/>
              <a:gd name="connsiteY2" fmla="*/ 591120 h 595918"/>
              <a:gd name="connsiteX3" fmla="*/ 438257 w 438738"/>
              <a:gd name="connsiteY3" fmla="*/ 460077 h 595918"/>
              <a:gd name="connsiteX4" fmla="*/ 399074 w 438738"/>
              <a:gd name="connsiteY4" fmla="*/ 265944 h 595918"/>
              <a:gd name="connsiteX5" fmla="*/ 300911 w 438738"/>
              <a:gd name="connsiteY5" fmla="*/ 85027 h 595918"/>
              <a:gd name="connsiteX6" fmla="*/ 162385 w 438738"/>
              <a:gd name="connsiteY6" fmla="*/ 6115 h 595918"/>
              <a:gd name="connsiteX7" fmla="*/ 3817 w 438738"/>
              <a:gd name="connsiteY7" fmla="*/ 102462 h 595918"/>
              <a:gd name="connsiteX8" fmla="*/ 85286 w 438738"/>
              <a:gd name="connsiteY8" fmla="*/ 512152 h 595918"/>
              <a:gd name="connsiteX0" fmla="*/ 109307 w 462759"/>
              <a:gd name="connsiteY0" fmla="*/ 507115 h 590881"/>
              <a:gd name="connsiteX1" fmla="*/ 257996 w 462759"/>
              <a:gd name="connsiteY1" fmla="*/ 586452 h 590881"/>
              <a:gd name="connsiteX2" fmla="*/ 428539 w 462759"/>
              <a:gd name="connsiteY2" fmla="*/ 586083 h 590881"/>
              <a:gd name="connsiteX3" fmla="*/ 462278 w 462759"/>
              <a:gd name="connsiteY3" fmla="*/ 455040 h 590881"/>
              <a:gd name="connsiteX4" fmla="*/ 423095 w 462759"/>
              <a:gd name="connsiteY4" fmla="*/ 260907 h 590881"/>
              <a:gd name="connsiteX5" fmla="*/ 324932 w 462759"/>
              <a:gd name="connsiteY5" fmla="*/ 79990 h 590881"/>
              <a:gd name="connsiteX6" fmla="*/ 186406 w 462759"/>
              <a:gd name="connsiteY6" fmla="*/ 1078 h 590881"/>
              <a:gd name="connsiteX7" fmla="*/ 2950 w 462759"/>
              <a:gd name="connsiteY7" fmla="*/ 115729 h 590881"/>
              <a:gd name="connsiteX8" fmla="*/ 109307 w 462759"/>
              <a:gd name="connsiteY8" fmla="*/ 507115 h 5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759" h="590881">
                <a:moveTo>
                  <a:pt x="109307" y="507115"/>
                </a:moveTo>
                <a:cubicBezTo>
                  <a:pt x="148127" y="595267"/>
                  <a:pt x="204791" y="573291"/>
                  <a:pt x="257996" y="586452"/>
                </a:cubicBezTo>
                <a:cubicBezTo>
                  <a:pt x="311201" y="599613"/>
                  <a:pt x="384994" y="578506"/>
                  <a:pt x="428539" y="586083"/>
                </a:cubicBezTo>
                <a:cubicBezTo>
                  <a:pt x="472084" y="593660"/>
                  <a:pt x="461230" y="503808"/>
                  <a:pt x="462278" y="455040"/>
                </a:cubicBezTo>
                <a:cubicBezTo>
                  <a:pt x="463897" y="381507"/>
                  <a:pt x="435572" y="333201"/>
                  <a:pt x="423095" y="260907"/>
                </a:cubicBezTo>
                <a:cubicBezTo>
                  <a:pt x="412331" y="198804"/>
                  <a:pt x="364380" y="123295"/>
                  <a:pt x="324932" y="79990"/>
                </a:cubicBezTo>
                <a:cubicBezTo>
                  <a:pt x="285484" y="36685"/>
                  <a:pt x="235922" y="-1828"/>
                  <a:pt x="186406" y="1078"/>
                </a:cubicBezTo>
                <a:cubicBezTo>
                  <a:pt x="136890" y="3984"/>
                  <a:pt x="26286" y="-27622"/>
                  <a:pt x="2950" y="115729"/>
                </a:cubicBezTo>
                <a:cubicBezTo>
                  <a:pt x="-17640" y="204835"/>
                  <a:pt x="75065" y="446933"/>
                  <a:pt x="109307" y="507115"/>
                </a:cubicBezTo>
                <a:close/>
              </a:path>
            </a:pathLst>
          </a:custGeom>
          <a:noFill/>
          <a:ln w="6350" cap="rnd">
            <a:solidFill>
              <a:schemeClr val="tx1">
                <a:alpha val="35000"/>
              </a:schemeClr>
            </a:solidFill>
            <a:prstDash val="dash"/>
            <a:round/>
          </a:ln>
        </p:spPr>
        <p:txBody>
          <a:bodyPr rtlCol="0" anchor="ctr"/>
          <a:lstStyle/>
          <a:p>
            <a:endParaRPr lang="en-US"/>
          </a:p>
        </p:txBody>
      </p:sp>
      <p:sp>
        <p:nvSpPr>
          <p:cNvPr id="42" name="Freeform: Shape 41">
            <a:extLst>
              <a:ext uri="{FF2B5EF4-FFF2-40B4-BE49-F238E27FC236}">
                <a16:creationId xmlns:a16="http://schemas.microsoft.com/office/drawing/2014/main" id="{E982964F-7F42-8E32-BA0C-D9C5581BA2CD}"/>
              </a:ext>
            </a:extLst>
          </p:cNvPr>
          <p:cNvSpPr/>
          <p:nvPr userDrawn="1"/>
        </p:nvSpPr>
        <p:spPr>
          <a:xfrm rot="16200000" flipH="1" flipV="1">
            <a:off x="980453" y="1656563"/>
            <a:ext cx="6856669" cy="3563584"/>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974515"/>
              <a:gd name="connsiteY0" fmla="*/ 0 h 3965038"/>
              <a:gd name="connsiteX1" fmla="*/ 228214 w 5974515"/>
              <a:gd name="connsiteY1" fmla="*/ 103801 h 3965038"/>
              <a:gd name="connsiteX2" fmla="*/ 631245 w 5974515"/>
              <a:gd name="connsiteY2" fmla="*/ 768084 h 3965038"/>
              <a:gd name="connsiteX3" fmla="*/ 937550 w 5974515"/>
              <a:gd name="connsiteY3" fmla="*/ 919341 h 3965038"/>
              <a:gd name="connsiteX4" fmla="*/ 1269342 w 5974515"/>
              <a:gd name="connsiteY4" fmla="*/ 946928 h 3965038"/>
              <a:gd name="connsiteX5" fmla="*/ 1488640 w 5974515"/>
              <a:gd name="connsiteY5" fmla="*/ 1052905 h 3965038"/>
              <a:gd name="connsiteX6" fmla="*/ 1506147 w 5974515"/>
              <a:gd name="connsiteY6" fmla="*/ 1857744 h 3965038"/>
              <a:gd name="connsiteX7" fmla="*/ 2118023 w 5974515"/>
              <a:gd name="connsiteY7" fmla="*/ 2030785 h 3965038"/>
              <a:gd name="connsiteX8" fmla="*/ 2590884 w 5974515"/>
              <a:gd name="connsiteY8" fmla="*/ 2226768 h 3965038"/>
              <a:gd name="connsiteX9" fmla="*/ 3028020 w 5974515"/>
              <a:gd name="connsiteY9" fmla="*/ 2406135 h 3965038"/>
              <a:gd name="connsiteX10" fmla="*/ 3406257 w 5974515"/>
              <a:gd name="connsiteY10" fmla="*/ 3226792 h 3965038"/>
              <a:gd name="connsiteX11" fmla="*/ 3755541 w 5974515"/>
              <a:gd name="connsiteY11" fmla="*/ 3948634 h 3965038"/>
              <a:gd name="connsiteX12" fmla="*/ 4165586 w 5974515"/>
              <a:gd name="connsiteY12" fmla="*/ 2687475 h 3965038"/>
              <a:gd name="connsiteX13" fmla="*/ 4692354 w 5974515"/>
              <a:gd name="connsiteY13" fmla="*/ 1949122 h 3965038"/>
              <a:gd name="connsiteX14" fmla="*/ 5212578 w 5974515"/>
              <a:gd name="connsiteY14" fmla="*/ 1584116 h 3965038"/>
              <a:gd name="connsiteX15" fmla="*/ 5579821 w 5974515"/>
              <a:gd name="connsiteY15" fmla="*/ 1145722 h 3965038"/>
              <a:gd name="connsiteX16" fmla="*/ 5812970 w 5974515"/>
              <a:gd name="connsiteY16" fmla="*/ 660390 h 3965038"/>
              <a:gd name="connsiteX17" fmla="*/ 5974515 w 5974515"/>
              <a:gd name="connsiteY17" fmla="*/ 353208 h 3965038"/>
              <a:gd name="connsiteX0" fmla="*/ 0 w 6029894"/>
              <a:gd name="connsiteY0" fmla="*/ 0 h 4092532"/>
              <a:gd name="connsiteX1" fmla="*/ 283593 w 6029894"/>
              <a:gd name="connsiteY1" fmla="*/ 231295 h 4092532"/>
              <a:gd name="connsiteX2" fmla="*/ 686624 w 6029894"/>
              <a:gd name="connsiteY2" fmla="*/ 895578 h 4092532"/>
              <a:gd name="connsiteX3" fmla="*/ 992929 w 6029894"/>
              <a:gd name="connsiteY3" fmla="*/ 1046835 h 4092532"/>
              <a:gd name="connsiteX4" fmla="*/ 1324721 w 6029894"/>
              <a:gd name="connsiteY4" fmla="*/ 1074422 h 4092532"/>
              <a:gd name="connsiteX5" fmla="*/ 1544019 w 6029894"/>
              <a:gd name="connsiteY5" fmla="*/ 1180399 h 4092532"/>
              <a:gd name="connsiteX6" fmla="*/ 1561526 w 6029894"/>
              <a:gd name="connsiteY6" fmla="*/ 1985238 h 4092532"/>
              <a:gd name="connsiteX7" fmla="*/ 2173402 w 6029894"/>
              <a:gd name="connsiteY7" fmla="*/ 2158279 h 4092532"/>
              <a:gd name="connsiteX8" fmla="*/ 2646263 w 6029894"/>
              <a:gd name="connsiteY8" fmla="*/ 2354262 h 4092532"/>
              <a:gd name="connsiteX9" fmla="*/ 3083399 w 6029894"/>
              <a:gd name="connsiteY9" fmla="*/ 2533629 h 4092532"/>
              <a:gd name="connsiteX10" fmla="*/ 3461636 w 6029894"/>
              <a:gd name="connsiteY10" fmla="*/ 3354286 h 4092532"/>
              <a:gd name="connsiteX11" fmla="*/ 3810920 w 6029894"/>
              <a:gd name="connsiteY11" fmla="*/ 4076128 h 4092532"/>
              <a:gd name="connsiteX12" fmla="*/ 4220965 w 6029894"/>
              <a:gd name="connsiteY12" fmla="*/ 2814969 h 4092532"/>
              <a:gd name="connsiteX13" fmla="*/ 4747733 w 6029894"/>
              <a:gd name="connsiteY13" fmla="*/ 2076616 h 4092532"/>
              <a:gd name="connsiteX14" fmla="*/ 5267957 w 6029894"/>
              <a:gd name="connsiteY14" fmla="*/ 1711610 h 4092532"/>
              <a:gd name="connsiteX15" fmla="*/ 5635200 w 6029894"/>
              <a:gd name="connsiteY15" fmla="*/ 1273216 h 4092532"/>
              <a:gd name="connsiteX16" fmla="*/ 5868349 w 6029894"/>
              <a:gd name="connsiteY16" fmla="*/ 787884 h 4092532"/>
              <a:gd name="connsiteX17" fmla="*/ 6029894 w 6029894"/>
              <a:gd name="connsiteY17" fmla="*/ 480702 h 4092532"/>
              <a:gd name="connsiteX0" fmla="*/ 0 w 6029894"/>
              <a:gd name="connsiteY0" fmla="*/ 0 h 4092532"/>
              <a:gd name="connsiteX1" fmla="*/ 283593 w 6029894"/>
              <a:gd name="connsiteY1" fmla="*/ 231295 h 4092532"/>
              <a:gd name="connsiteX2" fmla="*/ 413387 w 6029894"/>
              <a:gd name="connsiteY2" fmla="*/ 535492 h 4092532"/>
              <a:gd name="connsiteX3" fmla="*/ 686624 w 6029894"/>
              <a:gd name="connsiteY3" fmla="*/ 895578 h 4092532"/>
              <a:gd name="connsiteX4" fmla="*/ 992929 w 6029894"/>
              <a:gd name="connsiteY4" fmla="*/ 1046835 h 4092532"/>
              <a:gd name="connsiteX5" fmla="*/ 1324721 w 6029894"/>
              <a:gd name="connsiteY5" fmla="*/ 1074422 h 4092532"/>
              <a:gd name="connsiteX6" fmla="*/ 1544019 w 6029894"/>
              <a:gd name="connsiteY6" fmla="*/ 1180399 h 4092532"/>
              <a:gd name="connsiteX7" fmla="*/ 1561526 w 6029894"/>
              <a:gd name="connsiteY7" fmla="*/ 1985238 h 4092532"/>
              <a:gd name="connsiteX8" fmla="*/ 2173402 w 6029894"/>
              <a:gd name="connsiteY8" fmla="*/ 2158279 h 4092532"/>
              <a:gd name="connsiteX9" fmla="*/ 2646263 w 6029894"/>
              <a:gd name="connsiteY9" fmla="*/ 2354262 h 4092532"/>
              <a:gd name="connsiteX10" fmla="*/ 3083399 w 6029894"/>
              <a:gd name="connsiteY10" fmla="*/ 2533629 h 4092532"/>
              <a:gd name="connsiteX11" fmla="*/ 3461636 w 6029894"/>
              <a:gd name="connsiteY11" fmla="*/ 3354286 h 4092532"/>
              <a:gd name="connsiteX12" fmla="*/ 3810920 w 6029894"/>
              <a:gd name="connsiteY12" fmla="*/ 4076128 h 4092532"/>
              <a:gd name="connsiteX13" fmla="*/ 4220965 w 6029894"/>
              <a:gd name="connsiteY13" fmla="*/ 2814969 h 4092532"/>
              <a:gd name="connsiteX14" fmla="*/ 4747733 w 6029894"/>
              <a:gd name="connsiteY14" fmla="*/ 2076616 h 4092532"/>
              <a:gd name="connsiteX15" fmla="*/ 5267957 w 6029894"/>
              <a:gd name="connsiteY15" fmla="*/ 1711610 h 4092532"/>
              <a:gd name="connsiteX16" fmla="*/ 5635200 w 6029894"/>
              <a:gd name="connsiteY16" fmla="*/ 1273216 h 4092532"/>
              <a:gd name="connsiteX17" fmla="*/ 5868349 w 6029894"/>
              <a:gd name="connsiteY17" fmla="*/ 787884 h 4092532"/>
              <a:gd name="connsiteX18" fmla="*/ 6029894 w 6029894"/>
              <a:gd name="connsiteY18" fmla="*/ 480702 h 4092532"/>
              <a:gd name="connsiteX0" fmla="*/ 0 w 6073161"/>
              <a:gd name="connsiteY0" fmla="*/ 0 h 4092532"/>
              <a:gd name="connsiteX1" fmla="*/ 283593 w 6073161"/>
              <a:gd name="connsiteY1" fmla="*/ 231295 h 4092532"/>
              <a:gd name="connsiteX2" fmla="*/ 413387 w 6073161"/>
              <a:gd name="connsiteY2" fmla="*/ 535492 h 4092532"/>
              <a:gd name="connsiteX3" fmla="*/ 686624 w 6073161"/>
              <a:gd name="connsiteY3" fmla="*/ 895578 h 4092532"/>
              <a:gd name="connsiteX4" fmla="*/ 992929 w 6073161"/>
              <a:gd name="connsiteY4" fmla="*/ 1046835 h 4092532"/>
              <a:gd name="connsiteX5" fmla="*/ 1324721 w 6073161"/>
              <a:gd name="connsiteY5" fmla="*/ 1074422 h 4092532"/>
              <a:gd name="connsiteX6" fmla="*/ 1544019 w 6073161"/>
              <a:gd name="connsiteY6" fmla="*/ 1180399 h 4092532"/>
              <a:gd name="connsiteX7" fmla="*/ 1561526 w 6073161"/>
              <a:gd name="connsiteY7" fmla="*/ 1985238 h 4092532"/>
              <a:gd name="connsiteX8" fmla="*/ 2173402 w 6073161"/>
              <a:gd name="connsiteY8" fmla="*/ 2158279 h 4092532"/>
              <a:gd name="connsiteX9" fmla="*/ 2646263 w 6073161"/>
              <a:gd name="connsiteY9" fmla="*/ 2354262 h 4092532"/>
              <a:gd name="connsiteX10" fmla="*/ 3083399 w 6073161"/>
              <a:gd name="connsiteY10" fmla="*/ 2533629 h 4092532"/>
              <a:gd name="connsiteX11" fmla="*/ 3461636 w 6073161"/>
              <a:gd name="connsiteY11" fmla="*/ 3354286 h 4092532"/>
              <a:gd name="connsiteX12" fmla="*/ 3810920 w 6073161"/>
              <a:gd name="connsiteY12" fmla="*/ 4076128 h 4092532"/>
              <a:gd name="connsiteX13" fmla="*/ 4220965 w 6073161"/>
              <a:gd name="connsiteY13" fmla="*/ 2814969 h 4092532"/>
              <a:gd name="connsiteX14" fmla="*/ 4747733 w 6073161"/>
              <a:gd name="connsiteY14" fmla="*/ 2076616 h 4092532"/>
              <a:gd name="connsiteX15" fmla="*/ 5267957 w 6073161"/>
              <a:gd name="connsiteY15" fmla="*/ 1711610 h 4092532"/>
              <a:gd name="connsiteX16" fmla="*/ 5635200 w 6073161"/>
              <a:gd name="connsiteY16" fmla="*/ 1273216 h 4092532"/>
              <a:gd name="connsiteX17" fmla="*/ 5868349 w 6073161"/>
              <a:gd name="connsiteY17" fmla="*/ 787884 h 4092532"/>
              <a:gd name="connsiteX18" fmla="*/ 6073161 w 6073161"/>
              <a:gd name="connsiteY18" fmla="*/ 214529 h 4092532"/>
              <a:gd name="connsiteX0" fmla="*/ 0 w 6073161"/>
              <a:gd name="connsiteY0" fmla="*/ 0 h 4092532"/>
              <a:gd name="connsiteX1" fmla="*/ 283593 w 6073161"/>
              <a:gd name="connsiteY1" fmla="*/ 231295 h 4092532"/>
              <a:gd name="connsiteX2" fmla="*/ 413387 w 6073161"/>
              <a:gd name="connsiteY2" fmla="*/ 535492 h 4092532"/>
              <a:gd name="connsiteX3" fmla="*/ 686624 w 6073161"/>
              <a:gd name="connsiteY3" fmla="*/ 895578 h 4092532"/>
              <a:gd name="connsiteX4" fmla="*/ 992929 w 6073161"/>
              <a:gd name="connsiteY4" fmla="*/ 1046835 h 4092532"/>
              <a:gd name="connsiteX5" fmla="*/ 1324721 w 6073161"/>
              <a:gd name="connsiteY5" fmla="*/ 1074422 h 4092532"/>
              <a:gd name="connsiteX6" fmla="*/ 1544019 w 6073161"/>
              <a:gd name="connsiteY6" fmla="*/ 1180399 h 4092532"/>
              <a:gd name="connsiteX7" fmla="*/ 1561526 w 6073161"/>
              <a:gd name="connsiteY7" fmla="*/ 1985238 h 4092532"/>
              <a:gd name="connsiteX8" fmla="*/ 2173402 w 6073161"/>
              <a:gd name="connsiteY8" fmla="*/ 2158279 h 4092532"/>
              <a:gd name="connsiteX9" fmla="*/ 2646263 w 6073161"/>
              <a:gd name="connsiteY9" fmla="*/ 2354262 h 4092532"/>
              <a:gd name="connsiteX10" fmla="*/ 3083399 w 6073161"/>
              <a:gd name="connsiteY10" fmla="*/ 2533629 h 4092532"/>
              <a:gd name="connsiteX11" fmla="*/ 3461636 w 6073161"/>
              <a:gd name="connsiteY11" fmla="*/ 3354286 h 4092532"/>
              <a:gd name="connsiteX12" fmla="*/ 3810920 w 6073161"/>
              <a:gd name="connsiteY12" fmla="*/ 4076128 h 4092532"/>
              <a:gd name="connsiteX13" fmla="*/ 4220965 w 6073161"/>
              <a:gd name="connsiteY13" fmla="*/ 2814969 h 4092532"/>
              <a:gd name="connsiteX14" fmla="*/ 4747733 w 6073161"/>
              <a:gd name="connsiteY14" fmla="*/ 2076616 h 4092532"/>
              <a:gd name="connsiteX15" fmla="*/ 5267957 w 6073161"/>
              <a:gd name="connsiteY15" fmla="*/ 1711610 h 4092532"/>
              <a:gd name="connsiteX16" fmla="*/ 5635200 w 6073161"/>
              <a:gd name="connsiteY16" fmla="*/ 1273216 h 4092532"/>
              <a:gd name="connsiteX17" fmla="*/ 5645104 w 6073161"/>
              <a:gd name="connsiteY17" fmla="*/ 640259 h 4092532"/>
              <a:gd name="connsiteX18" fmla="*/ 6073161 w 6073161"/>
              <a:gd name="connsiteY18" fmla="*/ 214529 h 4092532"/>
              <a:gd name="connsiteX0" fmla="*/ 0 w 6073161"/>
              <a:gd name="connsiteY0" fmla="*/ 0 h 4092532"/>
              <a:gd name="connsiteX1" fmla="*/ 283593 w 6073161"/>
              <a:gd name="connsiteY1" fmla="*/ 231295 h 4092532"/>
              <a:gd name="connsiteX2" fmla="*/ 413387 w 6073161"/>
              <a:gd name="connsiteY2" fmla="*/ 535492 h 4092532"/>
              <a:gd name="connsiteX3" fmla="*/ 686624 w 6073161"/>
              <a:gd name="connsiteY3" fmla="*/ 895578 h 4092532"/>
              <a:gd name="connsiteX4" fmla="*/ 992929 w 6073161"/>
              <a:gd name="connsiteY4" fmla="*/ 1046835 h 4092532"/>
              <a:gd name="connsiteX5" fmla="*/ 1324721 w 6073161"/>
              <a:gd name="connsiteY5" fmla="*/ 1074422 h 4092532"/>
              <a:gd name="connsiteX6" fmla="*/ 1544019 w 6073161"/>
              <a:gd name="connsiteY6" fmla="*/ 1180399 h 4092532"/>
              <a:gd name="connsiteX7" fmla="*/ 1561526 w 6073161"/>
              <a:gd name="connsiteY7" fmla="*/ 1985238 h 4092532"/>
              <a:gd name="connsiteX8" fmla="*/ 2173402 w 6073161"/>
              <a:gd name="connsiteY8" fmla="*/ 2158279 h 4092532"/>
              <a:gd name="connsiteX9" fmla="*/ 2646263 w 6073161"/>
              <a:gd name="connsiteY9" fmla="*/ 2354262 h 4092532"/>
              <a:gd name="connsiteX10" fmla="*/ 3083399 w 6073161"/>
              <a:gd name="connsiteY10" fmla="*/ 2533629 h 4092532"/>
              <a:gd name="connsiteX11" fmla="*/ 3461636 w 6073161"/>
              <a:gd name="connsiteY11" fmla="*/ 3354286 h 4092532"/>
              <a:gd name="connsiteX12" fmla="*/ 3810920 w 6073161"/>
              <a:gd name="connsiteY12" fmla="*/ 4076128 h 4092532"/>
              <a:gd name="connsiteX13" fmla="*/ 4220965 w 6073161"/>
              <a:gd name="connsiteY13" fmla="*/ 2814969 h 4092532"/>
              <a:gd name="connsiteX14" fmla="*/ 4747733 w 6073161"/>
              <a:gd name="connsiteY14" fmla="*/ 2076616 h 4092532"/>
              <a:gd name="connsiteX15" fmla="*/ 5267957 w 6073161"/>
              <a:gd name="connsiteY15" fmla="*/ 1711610 h 4092532"/>
              <a:gd name="connsiteX16" fmla="*/ 5456949 w 6073161"/>
              <a:gd name="connsiteY16" fmla="*/ 1262032 h 4092532"/>
              <a:gd name="connsiteX17" fmla="*/ 5645104 w 6073161"/>
              <a:gd name="connsiteY17" fmla="*/ 640259 h 4092532"/>
              <a:gd name="connsiteX18" fmla="*/ 6073161 w 6073161"/>
              <a:gd name="connsiteY18" fmla="*/ 214529 h 4092532"/>
              <a:gd name="connsiteX0" fmla="*/ 0 w 6073161"/>
              <a:gd name="connsiteY0" fmla="*/ 0 h 4092532"/>
              <a:gd name="connsiteX1" fmla="*/ 283593 w 6073161"/>
              <a:gd name="connsiteY1" fmla="*/ 231295 h 4092532"/>
              <a:gd name="connsiteX2" fmla="*/ 413387 w 6073161"/>
              <a:gd name="connsiteY2" fmla="*/ 535492 h 4092532"/>
              <a:gd name="connsiteX3" fmla="*/ 686624 w 6073161"/>
              <a:gd name="connsiteY3" fmla="*/ 895578 h 4092532"/>
              <a:gd name="connsiteX4" fmla="*/ 992929 w 6073161"/>
              <a:gd name="connsiteY4" fmla="*/ 1046835 h 4092532"/>
              <a:gd name="connsiteX5" fmla="*/ 1324721 w 6073161"/>
              <a:gd name="connsiteY5" fmla="*/ 1074422 h 4092532"/>
              <a:gd name="connsiteX6" fmla="*/ 1544019 w 6073161"/>
              <a:gd name="connsiteY6" fmla="*/ 1180399 h 4092532"/>
              <a:gd name="connsiteX7" fmla="*/ 1561526 w 6073161"/>
              <a:gd name="connsiteY7" fmla="*/ 1985238 h 4092532"/>
              <a:gd name="connsiteX8" fmla="*/ 2173402 w 6073161"/>
              <a:gd name="connsiteY8" fmla="*/ 2158279 h 4092532"/>
              <a:gd name="connsiteX9" fmla="*/ 2646263 w 6073161"/>
              <a:gd name="connsiteY9" fmla="*/ 2354262 h 4092532"/>
              <a:gd name="connsiteX10" fmla="*/ 3083399 w 6073161"/>
              <a:gd name="connsiteY10" fmla="*/ 2533629 h 4092532"/>
              <a:gd name="connsiteX11" fmla="*/ 3461636 w 6073161"/>
              <a:gd name="connsiteY11" fmla="*/ 3354286 h 4092532"/>
              <a:gd name="connsiteX12" fmla="*/ 3810920 w 6073161"/>
              <a:gd name="connsiteY12" fmla="*/ 4076128 h 4092532"/>
              <a:gd name="connsiteX13" fmla="*/ 4220965 w 6073161"/>
              <a:gd name="connsiteY13" fmla="*/ 2814969 h 4092532"/>
              <a:gd name="connsiteX14" fmla="*/ 4647360 w 6073161"/>
              <a:gd name="connsiteY14" fmla="*/ 1951359 h 4092532"/>
              <a:gd name="connsiteX15" fmla="*/ 5267957 w 6073161"/>
              <a:gd name="connsiteY15" fmla="*/ 1711610 h 4092532"/>
              <a:gd name="connsiteX16" fmla="*/ 5456949 w 6073161"/>
              <a:gd name="connsiteY16" fmla="*/ 1262032 h 4092532"/>
              <a:gd name="connsiteX17" fmla="*/ 5645104 w 6073161"/>
              <a:gd name="connsiteY17" fmla="*/ 640259 h 4092532"/>
              <a:gd name="connsiteX18" fmla="*/ 6073161 w 6073161"/>
              <a:gd name="connsiteY18" fmla="*/ 214529 h 4092532"/>
              <a:gd name="connsiteX0" fmla="*/ 0 w 6073161"/>
              <a:gd name="connsiteY0" fmla="*/ 0 h 4076349"/>
              <a:gd name="connsiteX1" fmla="*/ 283593 w 6073161"/>
              <a:gd name="connsiteY1" fmla="*/ 231295 h 4076349"/>
              <a:gd name="connsiteX2" fmla="*/ 413387 w 6073161"/>
              <a:gd name="connsiteY2" fmla="*/ 535492 h 4076349"/>
              <a:gd name="connsiteX3" fmla="*/ 686624 w 6073161"/>
              <a:gd name="connsiteY3" fmla="*/ 895578 h 4076349"/>
              <a:gd name="connsiteX4" fmla="*/ 992929 w 6073161"/>
              <a:gd name="connsiteY4" fmla="*/ 1046835 h 4076349"/>
              <a:gd name="connsiteX5" fmla="*/ 1324721 w 6073161"/>
              <a:gd name="connsiteY5" fmla="*/ 1074422 h 4076349"/>
              <a:gd name="connsiteX6" fmla="*/ 1544019 w 6073161"/>
              <a:gd name="connsiteY6" fmla="*/ 1180399 h 4076349"/>
              <a:gd name="connsiteX7" fmla="*/ 1561526 w 6073161"/>
              <a:gd name="connsiteY7" fmla="*/ 1985238 h 4076349"/>
              <a:gd name="connsiteX8" fmla="*/ 2173402 w 6073161"/>
              <a:gd name="connsiteY8" fmla="*/ 2158279 h 4076349"/>
              <a:gd name="connsiteX9" fmla="*/ 2646263 w 6073161"/>
              <a:gd name="connsiteY9" fmla="*/ 2354262 h 4076349"/>
              <a:gd name="connsiteX10" fmla="*/ 3083399 w 6073161"/>
              <a:gd name="connsiteY10" fmla="*/ 2533629 h 4076349"/>
              <a:gd name="connsiteX11" fmla="*/ 3461636 w 6073161"/>
              <a:gd name="connsiteY11" fmla="*/ 3354286 h 4076349"/>
              <a:gd name="connsiteX12" fmla="*/ 3810920 w 6073161"/>
              <a:gd name="connsiteY12" fmla="*/ 4076128 h 4076349"/>
              <a:gd name="connsiteX13" fmla="*/ 3938581 w 6073161"/>
              <a:gd name="connsiteY13" fmla="*/ 3306810 h 4076349"/>
              <a:gd name="connsiteX14" fmla="*/ 4220965 w 6073161"/>
              <a:gd name="connsiteY14" fmla="*/ 2814969 h 4076349"/>
              <a:gd name="connsiteX15" fmla="*/ 4647360 w 6073161"/>
              <a:gd name="connsiteY15" fmla="*/ 1951359 h 4076349"/>
              <a:gd name="connsiteX16" fmla="*/ 5267957 w 6073161"/>
              <a:gd name="connsiteY16" fmla="*/ 1711610 h 4076349"/>
              <a:gd name="connsiteX17" fmla="*/ 5456949 w 6073161"/>
              <a:gd name="connsiteY17" fmla="*/ 1262032 h 4076349"/>
              <a:gd name="connsiteX18" fmla="*/ 5645104 w 6073161"/>
              <a:gd name="connsiteY18" fmla="*/ 640259 h 4076349"/>
              <a:gd name="connsiteX19" fmla="*/ 6073161 w 6073161"/>
              <a:gd name="connsiteY19" fmla="*/ 214529 h 4076349"/>
              <a:gd name="connsiteX0" fmla="*/ 0 w 6073161"/>
              <a:gd name="connsiteY0" fmla="*/ 0 h 4083691"/>
              <a:gd name="connsiteX1" fmla="*/ 283593 w 6073161"/>
              <a:gd name="connsiteY1" fmla="*/ 231295 h 4083691"/>
              <a:gd name="connsiteX2" fmla="*/ 413387 w 6073161"/>
              <a:gd name="connsiteY2" fmla="*/ 535492 h 4083691"/>
              <a:gd name="connsiteX3" fmla="*/ 686624 w 6073161"/>
              <a:gd name="connsiteY3" fmla="*/ 895578 h 4083691"/>
              <a:gd name="connsiteX4" fmla="*/ 992929 w 6073161"/>
              <a:gd name="connsiteY4" fmla="*/ 1046835 h 4083691"/>
              <a:gd name="connsiteX5" fmla="*/ 1324721 w 6073161"/>
              <a:gd name="connsiteY5" fmla="*/ 1074422 h 4083691"/>
              <a:gd name="connsiteX6" fmla="*/ 1544019 w 6073161"/>
              <a:gd name="connsiteY6" fmla="*/ 1180399 h 4083691"/>
              <a:gd name="connsiteX7" fmla="*/ 1561526 w 6073161"/>
              <a:gd name="connsiteY7" fmla="*/ 1985238 h 4083691"/>
              <a:gd name="connsiteX8" fmla="*/ 2173402 w 6073161"/>
              <a:gd name="connsiteY8" fmla="*/ 2158279 h 4083691"/>
              <a:gd name="connsiteX9" fmla="*/ 2646263 w 6073161"/>
              <a:gd name="connsiteY9" fmla="*/ 2354262 h 4083691"/>
              <a:gd name="connsiteX10" fmla="*/ 3083399 w 6073161"/>
              <a:gd name="connsiteY10" fmla="*/ 2533629 h 4083691"/>
              <a:gd name="connsiteX11" fmla="*/ 3461636 w 6073161"/>
              <a:gd name="connsiteY11" fmla="*/ 3354286 h 4083691"/>
              <a:gd name="connsiteX12" fmla="*/ 3810920 w 6073161"/>
              <a:gd name="connsiteY12" fmla="*/ 4076128 h 4083691"/>
              <a:gd name="connsiteX13" fmla="*/ 3999151 w 6073161"/>
              <a:gd name="connsiteY13" fmla="*/ 3707186 h 4083691"/>
              <a:gd name="connsiteX14" fmla="*/ 3938581 w 6073161"/>
              <a:gd name="connsiteY14" fmla="*/ 3306810 h 4083691"/>
              <a:gd name="connsiteX15" fmla="*/ 4220965 w 6073161"/>
              <a:gd name="connsiteY15" fmla="*/ 2814969 h 4083691"/>
              <a:gd name="connsiteX16" fmla="*/ 4647360 w 6073161"/>
              <a:gd name="connsiteY16" fmla="*/ 1951359 h 4083691"/>
              <a:gd name="connsiteX17" fmla="*/ 5267957 w 6073161"/>
              <a:gd name="connsiteY17" fmla="*/ 1711610 h 4083691"/>
              <a:gd name="connsiteX18" fmla="*/ 5456949 w 6073161"/>
              <a:gd name="connsiteY18" fmla="*/ 1262032 h 4083691"/>
              <a:gd name="connsiteX19" fmla="*/ 5645104 w 6073161"/>
              <a:gd name="connsiteY19" fmla="*/ 640259 h 4083691"/>
              <a:gd name="connsiteX20" fmla="*/ 6073161 w 6073161"/>
              <a:gd name="connsiteY20" fmla="*/ 214529 h 4083691"/>
              <a:gd name="connsiteX0" fmla="*/ 0 w 6073161"/>
              <a:gd name="connsiteY0" fmla="*/ 0 h 4083691"/>
              <a:gd name="connsiteX1" fmla="*/ 283593 w 6073161"/>
              <a:gd name="connsiteY1" fmla="*/ 231295 h 4083691"/>
              <a:gd name="connsiteX2" fmla="*/ 413387 w 6073161"/>
              <a:gd name="connsiteY2" fmla="*/ 535492 h 4083691"/>
              <a:gd name="connsiteX3" fmla="*/ 686624 w 6073161"/>
              <a:gd name="connsiteY3" fmla="*/ 895578 h 4083691"/>
              <a:gd name="connsiteX4" fmla="*/ 992929 w 6073161"/>
              <a:gd name="connsiteY4" fmla="*/ 1046835 h 4083691"/>
              <a:gd name="connsiteX5" fmla="*/ 1324721 w 6073161"/>
              <a:gd name="connsiteY5" fmla="*/ 1074422 h 4083691"/>
              <a:gd name="connsiteX6" fmla="*/ 1544019 w 6073161"/>
              <a:gd name="connsiteY6" fmla="*/ 1180399 h 4083691"/>
              <a:gd name="connsiteX7" fmla="*/ 1561526 w 6073161"/>
              <a:gd name="connsiteY7" fmla="*/ 1985238 h 4083691"/>
              <a:gd name="connsiteX8" fmla="*/ 2173402 w 6073161"/>
              <a:gd name="connsiteY8" fmla="*/ 2158279 h 4083691"/>
              <a:gd name="connsiteX9" fmla="*/ 2646263 w 6073161"/>
              <a:gd name="connsiteY9" fmla="*/ 2354262 h 4083691"/>
              <a:gd name="connsiteX10" fmla="*/ 3083399 w 6073161"/>
              <a:gd name="connsiteY10" fmla="*/ 2533629 h 4083691"/>
              <a:gd name="connsiteX11" fmla="*/ 3461636 w 6073161"/>
              <a:gd name="connsiteY11" fmla="*/ 3354286 h 4083691"/>
              <a:gd name="connsiteX12" fmla="*/ 3810920 w 6073161"/>
              <a:gd name="connsiteY12" fmla="*/ 4076128 h 4083691"/>
              <a:gd name="connsiteX13" fmla="*/ 3999151 w 6073161"/>
              <a:gd name="connsiteY13" fmla="*/ 3707186 h 4083691"/>
              <a:gd name="connsiteX14" fmla="*/ 3938581 w 6073161"/>
              <a:gd name="connsiteY14" fmla="*/ 3306810 h 4083691"/>
              <a:gd name="connsiteX15" fmla="*/ 4457712 w 6073161"/>
              <a:gd name="connsiteY15" fmla="*/ 2855229 h 4083691"/>
              <a:gd name="connsiteX16" fmla="*/ 4647360 w 6073161"/>
              <a:gd name="connsiteY16" fmla="*/ 1951359 h 4083691"/>
              <a:gd name="connsiteX17" fmla="*/ 5267957 w 6073161"/>
              <a:gd name="connsiteY17" fmla="*/ 1711610 h 4083691"/>
              <a:gd name="connsiteX18" fmla="*/ 5456949 w 6073161"/>
              <a:gd name="connsiteY18" fmla="*/ 1262032 h 4083691"/>
              <a:gd name="connsiteX19" fmla="*/ 5645104 w 6073161"/>
              <a:gd name="connsiteY19" fmla="*/ 640259 h 4083691"/>
              <a:gd name="connsiteX20" fmla="*/ 6073161 w 6073161"/>
              <a:gd name="connsiteY20" fmla="*/ 214529 h 4083691"/>
              <a:gd name="connsiteX0" fmla="*/ 0 w 6073161"/>
              <a:gd name="connsiteY0" fmla="*/ 0 h 4079547"/>
              <a:gd name="connsiteX1" fmla="*/ 283593 w 6073161"/>
              <a:gd name="connsiteY1" fmla="*/ 231295 h 4079547"/>
              <a:gd name="connsiteX2" fmla="*/ 413387 w 6073161"/>
              <a:gd name="connsiteY2" fmla="*/ 535492 h 4079547"/>
              <a:gd name="connsiteX3" fmla="*/ 686624 w 6073161"/>
              <a:gd name="connsiteY3" fmla="*/ 895578 h 4079547"/>
              <a:gd name="connsiteX4" fmla="*/ 992929 w 6073161"/>
              <a:gd name="connsiteY4" fmla="*/ 1046835 h 4079547"/>
              <a:gd name="connsiteX5" fmla="*/ 1324721 w 6073161"/>
              <a:gd name="connsiteY5" fmla="*/ 1074422 h 4079547"/>
              <a:gd name="connsiteX6" fmla="*/ 1544019 w 6073161"/>
              <a:gd name="connsiteY6" fmla="*/ 1180399 h 4079547"/>
              <a:gd name="connsiteX7" fmla="*/ 1561526 w 6073161"/>
              <a:gd name="connsiteY7" fmla="*/ 1985238 h 4079547"/>
              <a:gd name="connsiteX8" fmla="*/ 2173402 w 6073161"/>
              <a:gd name="connsiteY8" fmla="*/ 2158279 h 4079547"/>
              <a:gd name="connsiteX9" fmla="*/ 2646263 w 6073161"/>
              <a:gd name="connsiteY9" fmla="*/ 2354262 h 4079547"/>
              <a:gd name="connsiteX10" fmla="*/ 3083399 w 6073161"/>
              <a:gd name="connsiteY10" fmla="*/ 2533629 h 4079547"/>
              <a:gd name="connsiteX11" fmla="*/ 3293426 w 6073161"/>
              <a:gd name="connsiteY11" fmla="*/ 3483126 h 4079547"/>
              <a:gd name="connsiteX12" fmla="*/ 3810920 w 6073161"/>
              <a:gd name="connsiteY12" fmla="*/ 4076128 h 4079547"/>
              <a:gd name="connsiteX13" fmla="*/ 3999151 w 6073161"/>
              <a:gd name="connsiteY13" fmla="*/ 3707186 h 4079547"/>
              <a:gd name="connsiteX14" fmla="*/ 3938581 w 6073161"/>
              <a:gd name="connsiteY14" fmla="*/ 3306810 h 4079547"/>
              <a:gd name="connsiteX15" fmla="*/ 4457712 w 6073161"/>
              <a:gd name="connsiteY15" fmla="*/ 2855229 h 4079547"/>
              <a:gd name="connsiteX16" fmla="*/ 4647360 w 6073161"/>
              <a:gd name="connsiteY16" fmla="*/ 1951359 h 4079547"/>
              <a:gd name="connsiteX17" fmla="*/ 5267957 w 6073161"/>
              <a:gd name="connsiteY17" fmla="*/ 1711610 h 4079547"/>
              <a:gd name="connsiteX18" fmla="*/ 5456949 w 6073161"/>
              <a:gd name="connsiteY18" fmla="*/ 1262032 h 4079547"/>
              <a:gd name="connsiteX19" fmla="*/ 5645104 w 6073161"/>
              <a:gd name="connsiteY19" fmla="*/ 640259 h 4079547"/>
              <a:gd name="connsiteX20" fmla="*/ 6073161 w 6073161"/>
              <a:gd name="connsiteY20" fmla="*/ 214529 h 4079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73161" h="4079547">
                <a:moveTo>
                  <a:pt x="0" y="0"/>
                </a:moveTo>
                <a:cubicBezTo>
                  <a:pt x="20441" y="40040"/>
                  <a:pt x="178386" y="103281"/>
                  <a:pt x="283593" y="231295"/>
                </a:cubicBezTo>
                <a:cubicBezTo>
                  <a:pt x="360279" y="316443"/>
                  <a:pt x="346215" y="424778"/>
                  <a:pt x="413387" y="535492"/>
                </a:cubicBezTo>
                <a:cubicBezTo>
                  <a:pt x="480559" y="646206"/>
                  <a:pt x="590034" y="810354"/>
                  <a:pt x="686624" y="895578"/>
                </a:cubicBezTo>
                <a:cubicBezTo>
                  <a:pt x="783214" y="980802"/>
                  <a:pt x="886580" y="1017028"/>
                  <a:pt x="992929" y="1046835"/>
                </a:cubicBezTo>
                <a:cubicBezTo>
                  <a:pt x="1099279" y="1076642"/>
                  <a:pt x="1232873" y="1052161"/>
                  <a:pt x="1324721" y="1074422"/>
                </a:cubicBezTo>
                <a:cubicBezTo>
                  <a:pt x="1416569" y="1096683"/>
                  <a:pt x="1504552" y="1028596"/>
                  <a:pt x="1544019" y="1180399"/>
                </a:cubicBezTo>
                <a:cubicBezTo>
                  <a:pt x="1583486" y="1332202"/>
                  <a:pt x="1456629" y="1822258"/>
                  <a:pt x="1561526" y="1985238"/>
                </a:cubicBezTo>
                <a:cubicBezTo>
                  <a:pt x="1666423" y="2148218"/>
                  <a:pt x="1992613" y="2096775"/>
                  <a:pt x="2173402" y="2158279"/>
                </a:cubicBezTo>
                <a:cubicBezTo>
                  <a:pt x="2354192" y="2219783"/>
                  <a:pt x="2494597" y="2291704"/>
                  <a:pt x="2646263" y="2354262"/>
                </a:cubicBezTo>
                <a:cubicBezTo>
                  <a:pt x="2797929" y="2416820"/>
                  <a:pt x="2975539" y="2345485"/>
                  <a:pt x="3083399" y="2533629"/>
                </a:cubicBezTo>
                <a:cubicBezTo>
                  <a:pt x="3191259" y="2721773"/>
                  <a:pt x="3217466" y="3209221"/>
                  <a:pt x="3293426" y="3483126"/>
                </a:cubicBezTo>
                <a:cubicBezTo>
                  <a:pt x="3439523" y="4009936"/>
                  <a:pt x="3693299" y="4038785"/>
                  <a:pt x="3810920" y="4076128"/>
                </a:cubicBezTo>
                <a:cubicBezTo>
                  <a:pt x="3928541" y="4113471"/>
                  <a:pt x="3977874" y="3835406"/>
                  <a:pt x="3999151" y="3707186"/>
                </a:cubicBezTo>
                <a:cubicBezTo>
                  <a:pt x="4020428" y="3578966"/>
                  <a:pt x="3884018" y="3440228"/>
                  <a:pt x="3938581" y="3306810"/>
                </a:cubicBezTo>
                <a:cubicBezTo>
                  <a:pt x="3993144" y="3173392"/>
                  <a:pt x="4339582" y="3081137"/>
                  <a:pt x="4457712" y="2855229"/>
                </a:cubicBezTo>
                <a:cubicBezTo>
                  <a:pt x="4575842" y="2629321"/>
                  <a:pt x="4512319" y="2141962"/>
                  <a:pt x="4647360" y="1951359"/>
                </a:cubicBezTo>
                <a:cubicBezTo>
                  <a:pt x="4782401" y="1760756"/>
                  <a:pt x="5133026" y="1826498"/>
                  <a:pt x="5267957" y="1711610"/>
                </a:cubicBezTo>
                <a:cubicBezTo>
                  <a:pt x="5402888" y="1596722"/>
                  <a:pt x="5394091" y="1440590"/>
                  <a:pt x="5456949" y="1262032"/>
                </a:cubicBezTo>
                <a:cubicBezTo>
                  <a:pt x="5519807" y="1083474"/>
                  <a:pt x="5579322" y="772345"/>
                  <a:pt x="5645104" y="640259"/>
                </a:cubicBezTo>
                <a:cubicBezTo>
                  <a:pt x="5710886" y="508173"/>
                  <a:pt x="6027440" y="321019"/>
                  <a:pt x="6073161" y="214529"/>
                </a:cubicBezTo>
              </a:path>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D0AED423-42F6-E34E-43B6-3820134DC1C7}"/>
              </a:ext>
            </a:extLst>
          </p:cNvPr>
          <p:cNvSpPr/>
          <p:nvPr userDrawn="1"/>
        </p:nvSpPr>
        <p:spPr>
          <a:xfrm rot="843214" flipH="1">
            <a:off x="6084551" y="333195"/>
            <a:ext cx="3437429" cy="6356519"/>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364154 w 2769685"/>
              <a:gd name="connsiteY3" fmla="*/ 3069406 h 4397864"/>
              <a:gd name="connsiteX4" fmla="*/ 23540 w 2769685"/>
              <a:gd name="connsiteY4" fmla="*/ 2507421 h 4397864"/>
              <a:gd name="connsiteX5" fmla="*/ 65645 w 2769685"/>
              <a:gd name="connsiteY5" fmla="*/ 1879043 h 4397864"/>
              <a:gd name="connsiteX6" fmla="*/ 356818 w 2769685"/>
              <a:gd name="connsiteY6" fmla="*/ 1529166 h 4397864"/>
              <a:gd name="connsiteX7" fmla="*/ 640249 w 2769685"/>
              <a:gd name="connsiteY7" fmla="*/ 1515411 h 4397864"/>
              <a:gd name="connsiteX8" fmla="*/ 972234 w 2769685"/>
              <a:gd name="connsiteY8" fmla="*/ 1644157 h 4397864"/>
              <a:gd name="connsiteX9" fmla="*/ 1486394 w 2769685"/>
              <a:gd name="connsiteY9" fmla="*/ 1675780 h 4397864"/>
              <a:gd name="connsiteX10" fmla="*/ 1816721 w 2769685"/>
              <a:gd name="connsiteY10" fmla="*/ 1552336 h 4397864"/>
              <a:gd name="connsiteX11" fmla="*/ 2269270 w 2769685"/>
              <a:gd name="connsiteY11" fmla="*/ 1583765 h 4397864"/>
              <a:gd name="connsiteX12" fmla="*/ 2483153 w 2769685"/>
              <a:gd name="connsiteY12" fmla="*/ 1428143 h 4397864"/>
              <a:gd name="connsiteX13" fmla="*/ 2715565 w 2769685"/>
              <a:gd name="connsiteY13" fmla="*/ 1038150 h 4397864"/>
              <a:gd name="connsiteX14" fmla="*/ 2769324 w 2769685"/>
              <a:gd name="connsiteY14" fmla="*/ 568410 h 4397864"/>
              <a:gd name="connsiteX15" fmla="*/ 2763030 w 2769685"/>
              <a:gd name="connsiteY15"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466287 w 2769685"/>
              <a:gd name="connsiteY3" fmla="*/ 3537480 h 4397864"/>
              <a:gd name="connsiteX4" fmla="*/ 364154 w 2769685"/>
              <a:gd name="connsiteY4" fmla="*/ 3069406 h 4397864"/>
              <a:gd name="connsiteX5" fmla="*/ 23540 w 2769685"/>
              <a:gd name="connsiteY5" fmla="*/ 2507421 h 4397864"/>
              <a:gd name="connsiteX6" fmla="*/ 65645 w 2769685"/>
              <a:gd name="connsiteY6" fmla="*/ 1879043 h 4397864"/>
              <a:gd name="connsiteX7" fmla="*/ 356818 w 2769685"/>
              <a:gd name="connsiteY7" fmla="*/ 1529166 h 4397864"/>
              <a:gd name="connsiteX8" fmla="*/ 640249 w 2769685"/>
              <a:gd name="connsiteY8" fmla="*/ 1515411 h 4397864"/>
              <a:gd name="connsiteX9" fmla="*/ 972234 w 2769685"/>
              <a:gd name="connsiteY9" fmla="*/ 1644157 h 4397864"/>
              <a:gd name="connsiteX10" fmla="*/ 1486394 w 2769685"/>
              <a:gd name="connsiteY10" fmla="*/ 1675780 h 4397864"/>
              <a:gd name="connsiteX11" fmla="*/ 1816721 w 2769685"/>
              <a:gd name="connsiteY11" fmla="*/ 1552336 h 4397864"/>
              <a:gd name="connsiteX12" fmla="*/ 2269270 w 2769685"/>
              <a:gd name="connsiteY12" fmla="*/ 1583765 h 4397864"/>
              <a:gd name="connsiteX13" fmla="*/ 2483153 w 2769685"/>
              <a:gd name="connsiteY13" fmla="*/ 1428143 h 4397864"/>
              <a:gd name="connsiteX14" fmla="*/ 2715565 w 2769685"/>
              <a:gd name="connsiteY14" fmla="*/ 1038150 h 4397864"/>
              <a:gd name="connsiteX15" fmla="*/ 2769324 w 2769685"/>
              <a:gd name="connsiteY15" fmla="*/ 568410 h 4397864"/>
              <a:gd name="connsiteX16" fmla="*/ 2763030 w 2769685"/>
              <a:gd name="connsiteY16" fmla="*/ 0 h 4397864"/>
              <a:gd name="connsiteX0" fmla="*/ 614601 w 2769685"/>
              <a:gd name="connsiteY0" fmla="*/ 4076200 h 4076200"/>
              <a:gd name="connsiteX1" fmla="*/ 472695 w 2769685"/>
              <a:gd name="connsiteY1" fmla="*/ 3808409 h 4076200"/>
              <a:gd name="connsiteX2" fmla="*/ 466287 w 2769685"/>
              <a:gd name="connsiteY2" fmla="*/ 3537480 h 4076200"/>
              <a:gd name="connsiteX3" fmla="*/ 364154 w 2769685"/>
              <a:gd name="connsiteY3" fmla="*/ 3069406 h 4076200"/>
              <a:gd name="connsiteX4" fmla="*/ 23540 w 2769685"/>
              <a:gd name="connsiteY4" fmla="*/ 2507421 h 4076200"/>
              <a:gd name="connsiteX5" fmla="*/ 65645 w 2769685"/>
              <a:gd name="connsiteY5" fmla="*/ 1879043 h 4076200"/>
              <a:gd name="connsiteX6" fmla="*/ 356818 w 2769685"/>
              <a:gd name="connsiteY6" fmla="*/ 1529166 h 4076200"/>
              <a:gd name="connsiteX7" fmla="*/ 640249 w 2769685"/>
              <a:gd name="connsiteY7" fmla="*/ 1515411 h 4076200"/>
              <a:gd name="connsiteX8" fmla="*/ 972234 w 2769685"/>
              <a:gd name="connsiteY8" fmla="*/ 1644157 h 4076200"/>
              <a:gd name="connsiteX9" fmla="*/ 1486394 w 2769685"/>
              <a:gd name="connsiteY9" fmla="*/ 1675780 h 4076200"/>
              <a:gd name="connsiteX10" fmla="*/ 1816721 w 2769685"/>
              <a:gd name="connsiteY10" fmla="*/ 1552336 h 4076200"/>
              <a:gd name="connsiteX11" fmla="*/ 2269270 w 2769685"/>
              <a:gd name="connsiteY11" fmla="*/ 1583765 h 4076200"/>
              <a:gd name="connsiteX12" fmla="*/ 2483153 w 2769685"/>
              <a:gd name="connsiteY12" fmla="*/ 1428143 h 4076200"/>
              <a:gd name="connsiteX13" fmla="*/ 2715565 w 2769685"/>
              <a:gd name="connsiteY13" fmla="*/ 1038150 h 4076200"/>
              <a:gd name="connsiteX14" fmla="*/ 2769324 w 2769685"/>
              <a:gd name="connsiteY14" fmla="*/ 568410 h 4076200"/>
              <a:gd name="connsiteX15" fmla="*/ 2763030 w 2769685"/>
              <a:gd name="connsiteY15" fmla="*/ 0 h 4076200"/>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592334 w 2755201"/>
              <a:gd name="connsiteY0" fmla="*/ 4040952 h 4040952"/>
              <a:gd name="connsiteX1" fmla="*/ 458211 w 2755201"/>
              <a:gd name="connsiteY1" fmla="*/ 3808409 h 4040952"/>
              <a:gd name="connsiteX2" fmla="*/ 451803 w 2755201"/>
              <a:gd name="connsiteY2" fmla="*/ 3537480 h 4040952"/>
              <a:gd name="connsiteX3" fmla="*/ 349670 w 2755201"/>
              <a:gd name="connsiteY3" fmla="*/ 3069406 h 4040952"/>
              <a:gd name="connsiteX4" fmla="*/ 154127 w 2755201"/>
              <a:gd name="connsiteY4" fmla="*/ 2912077 h 4040952"/>
              <a:gd name="connsiteX5" fmla="*/ 9056 w 2755201"/>
              <a:gd name="connsiteY5" fmla="*/ 2507421 h 4040952"/>
              <a:gd name="connsiteX6" fmla="*/ 51161 w 2755201"/>
              <a:gd name="connsiteY6" fmla="*/ 1879043 h 4040952"/>
              <a:gd name="connsiteX7" fmla="*/ 342334 w 2755201"/>
              <a:gd name="connsiteY7" fmla="*/ 1529166 h 4040952"/>
              <a:gd name="connsiteX8" fmla="*/ 625765 w 2755201"/>
              <a:gd name="connsiteY8" fmla="*/ 1515411 h 4040952"/>
              <a:gd name="connsiteX9" fmla="*/ 957750 w 2755201"/>
              <a:gd name="connsiteY9" fmla="*/ 1644157 h 4040952"/>
              <a:gd name="connsiteX10" fmla="*/ 1471910 w 2755201"/>
              <a:gd name="connsiteY10" fmla="*/ 1675780 h 4040952"/>
              <a:gd name="connsiteX11" fmla="*/ 1802237 w 2755201"/>
              <a:gd name="connsiteY11" fmla="*/ 1552336 h 4040952"/>
              <a:gd name="connsiteX12" fmla="*/ 2254786 w 2755201"/>
              <a:gd name="connsiteY12" fmla="*/ 1583765 h 4040952"/>
              <a:gd name="connsiteX13" fmla="*/ 2468669 w 2755201"/>
              <a:gd name="connsiteY13" fmla="*/ 1428143 h 4040952"/>
              <a:gd name="connsiteX14" fmla="*/ 2701081 w 2755201"/>
              <a:gd name="connsiteY14" fmla="*/ 1038150 h 4040952"/>
              <a:gd name="connsiteX15" fmla="*/ 2754840 w 2755201"/>
              <a:gd name="connsiteY15" fmla="*/ 568410 h 4040952"/>
              <a:gd name="connsiteX16" fmla="*/ 2748546 w 2755201"/>
              <a:gd name="connsiteY16"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335720 w 2748587"/>
              <a:gd name="connsiteY8" fmla="*/ 1529166 h 4040952"/>
              <a:gd name="connsiteX9" fmla="*/ 619151 w 2748587"/>
              <a:gd name="connsiteY9" fmla="*/ 1515411 h 4040952"/>
              <a:gd name="connsiteX10" fmla="*/ 951136 w 2748587"/>
              <a:gd name="connsiteY10" fmla="*/ 1644157 h 4040952"/>
              <a:gd name="connsiteX11" fmla="*/ 1465296 w 2748587"/>
              <a:gd name="connsiteY11" fmla="*/ 1675780 h 4040952"/>
              <a:gd name="connsiteX12" fmla="*/ 1795623 w 2748587"/>
              <a:gd name="connsiteY12" fmla="*/ 1552336 h 4040952"/>
              <a:gd name="connsiteX13" fmla="*/ 2248172 w 2748587"/>
              <a:gd name="connsiteY13" fmla="*/ 1583765 h 4040952"/>
              <a:gd name="connsiteX14" fmla="*/ 2462055 w 2748587"/>
              <a:gd name="connsiteY14" fmla="*/ 1428143 h 4040952"/>
              <a:gd name="connsiteX15" fmla="*/ 2694467 w 2748587"/>
              <a:gd name="connsiteY15" fmla="*/ 1038150 h 4040952"/>
              <a:gd name="connsiteX16" fmla="*/ 2748226 w 2748587"/>
              <a:gd name="connsiteY16" fmla="*/ 568410 h 4040952"/>
              <a:gd name="connsiteX17" fmla="*/ 2741932 w 2748587"/>
              <a:gd name="connsiteY17"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35720 w 2748587"/>
              <a:gd name="connsiteY9" fmla="*/ 1529166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451597 w 2748587"/>
              <a:gd name="connsiteY1" fmla="*/ 3808409 h 4040952"/>
              <a:gd name="connsiteX2" fmla="*/ 313057 w 2748587"/>
              <a:gd name="connsiteY2" fmla="*/ 3499793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529719 w 2748587"/>
              <a:gd name="connsiteY1" fmla="*/ 3668948 h 4040952"/>
              <a:gd name="connsiteX2" fmla="*/ 313057 w 2748587"/>
              <a:gd name="connsiteY2" fmla="*/ 3499793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529719 w 2748587"/>
              <a:gd name="connsiteY1" fmla="*/ 3668948 h 4040952"/>
              <a:gd name="connsiteX2" fmla="*/ 294443 w 2748587"/>
              <a:gd name="connsiteY2" fmla="*/ 3379589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19151 w 2762407"/>
              <a:gd name="connsiteY10" fmla="*/ 1515411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741932 w 2762407"/>
              <a:gd name="connsiteY19"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19151 w 2762407"/>
              <a:gd name="connsiteY10" fmla="*/ 1515411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99142 w 2762407"/>
              <a:gd name="connsiteY10" fmla="*/ 1467230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99142 w 2762407"/>
              <a:gd name="connsiteY10" fmla="*/ 1467230 h 4040952"/>
              <a:gd name="connsiteX11" fmla="*/ 936643 w 2762407"/>
              <a:gd name="connsiteY11" fmla="*/ 1700186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2407" h="4040952">
                <a:moveTo>
                  <a:pt x="585720" y="4040952"/>
                </a:moveTo>
                <a:cubicBezTo>
                  <a:pt x="553568" y="3929482"/>
                  <a:pt x="578265" y="3779175"/>
                  <a:pt x="529719" y="3668948"/>
                </a:cubicBezTo>
                <a:cubicBezTo>
                  <a:pt x="481173" y="3558721"/>
                  <a:pt x="325554" y="3479513"/>
                  <a:pt x="294443" y="3379589"/>
                </a:cubicBezTo>
                <a:cubicBezTo>
                  <a:pt x="263333" y="3279665"/>
                  <a:pt x="367544" y="3147325"/>
                  <a:pt x="343056" y="3069406"/>
                </a:cubicBezTo>
                <a:cubicBezTo>
                  <a:pt x="318568" y="2991487"/>
                  <a:pt x="204282" y="3005741"/>
                  <a:pt x="147513" y="2912077"/>
                </a:cubicBezTo>
                <a:cubicBezTo>
                  <a:pt x="90744" y="2818413"/>
                  <a:pt x="17758" y="2620997"/>
                  <a:pt x="2442" y="2507421"/>
                </a:cubicBezTo>
                <a:cubicBezTo>
                  <a:pt x="-12874" y="2393845"/>
                  <a:pt x="48599" y="2335353"/>
                  <a:pt x="55616" y="2230623"/>
                </a:cubicBezTo>
                <a:cubicBezTo>
                  <a:pt x="62633" y="2125893"/>
                  <a:pt x="23433" y="1988392"/>
                  <a:pt x="44547" y="1879043"/>
                </a:cubicBezTo>
                <a:cubicBezTo>
                  <a:pt x="65661" y="1769694"/>
                  <a:pt x="133770" y="1632839"/>
                  <a:pt x="182299" y="1574526"/>
                </a:cubicBezTo>
                <a:cubicBezTo>
                  <a:pt x="230828" y="1516213"/>
                  <a:pt x="289235" y="1416617"/>
                  <a:pt x="375375" y="1398734"/>
                </a:cubicBezTo>
                <a:cubicBezTo>
                  <a:pt x="461515" y="1380851"/>
                  <a:pt x="605597" y="1416988"/>
                  <a:pt x="699142" y="1467230"/>
                </a:cubicBezTo>
                <a:cubicBezTo>
                  <a:pt x="792687" y="1517472"/>
                  <a:pt x="808951" y="1665428"/>
                  <a:pt x="936643" y="1700186"/>
                </a:cubicBezTo>
                <a:cubicBezTo>
                  <a:pt x="1064335" y="1734944"/>
                  <a:pt x="1322133" y="1700422"/>
                  <a:pt x="1465296" y="1675780"/>
                </a:cubicBezTo>
                <a:cubicBezTo>
                  <a:pt x="1608459" y="1651138"/>
                  <a:pt x="1665144" y="1567672"/>
                  <a:pt x="1795623" y="1552336"/>
                </a:cubicBezTo>
                <a:cubicBezTo>
                  <a:pt x="1926102" y="1537000"/>
                  <a:pt x="2137100" y="1604464"/>
                  <a:pt x="2248172" y="1583765"/>
                </a:cubicBezTo>
                <a:cubicBezTo>
                  <a:pt x="2359244" y="1563066"/>
                  <a:pt x="2377667" y="1482080"/>
                  <a:pt x="2462055" y="1428143"/>
                </a:cubicBezTo>
                <a:cubicBezTo>
                  <a:pt x="2546443" y="1374206"/>
                  <a:pt x="2715765" y="1325140"/>
                  <a:pt x="2754500" y="1260141"/>
                </a:cubicBezTo>
                <a:cubicBezTo>
                  <a:pt x="2793235" y="1195142"/>
                  <a:pt x="2676095" y="1143191"/>
                  <a:pt x="2694467" y="1038150"/>
                </a:cubicBezTo>
                <a:cubicBezTo>
                  <a:pt x="2700658" y="917850"/>
                  <a:pt x="2746511" y="688901"/>
                  <a:pt x="2748226" y="568410"/>
                </a:cubicBezTo>
                <a:cubicBezTo>
                  <a:pt x="2757284" y="425962"/>
                  <a:pt x="2629122" y="342638"/>
                  <a:pt x="2628073" y="247903"/>
                </a:cubicBezTo>
                <a:cubicBezTo>
                  <a:pt x="2627024" y="153168"/>
                  <a:pt x="2743080" y="30577"/>
                  <a:pt x="2741932"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4" name="Freeform: Shape 43">
            <a:extLst>
              <a:ext uri="{FF2B5EF4-FFF2-40B4-BE49-F238E27FC236}">
                <a16:creationId xmlns:a16="http://schemas.microsoft.com/office/drawing/2014/main" id="{40449ACB-73D2-F528-51C8-219D9F01CB4D}"/>
              </a:ext>
            </a:extLst>
          </p:cNvPr>
          <p:cNvSpPr/>
          <p:nvPr userDrawn="1"/>
        </p:nvSpPr>
        <p:spPr>
          <a:xfrm rot="843214" flipH="1">
            <a:off x="8876034" y="2292374"/>
            <a:ext cx="3728115" cy="5067689"/>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351268 w 3061280"/>
              <a:gd name="connsiteY12" fmla="*/ 1400002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35753 w 3061280"/>
              <a:gd name="connsiteY12" fmla="*/ 1634304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642874 w 3061280"/>
              <a:gd name="connsiteY10" fmla="*/ 887470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71796"/>
              <a:gd name="connsiteY0" fmla="*/ 3593540 h 3593540"/>
              <a:gd name="connsiteX1" fmla="*/ 2874146 w 3071796"/>
              <a:gd name="connsiteY1" fmla="*/ 2393071 h 3593540"/>
              <a:gd name="connsiteX2" fmla="*/ 2614033 w 3071796"/>
              <a:gd name="connsiteY2" fmla="*/ 1937199 h 3593540"/>
              <a:gd name="connsiteX3" fmla="*/ 2569742 w 3071796"/>
              <a:gd name="connsiteY3" fmla="*/ 1609063 h 3593540"/>
              <a:gd name="connsiteX4" fmla="*/ 2650133 w 3071796"/>
              <a:gd name="connsiteY4" fmla="*/ 1183962 h 3593540"/>
              <a:gd name="connsiteX5" fmla="*/ 2801104 w 3071796"/>
              <a:gd name="connsiteY5" fmla="*/ 743621 h 3593540"/>
              <a:gd name="connsiteX6" fmla="*/ 2790055 w 3071796"/>
              <a:gd name="connsiteY6" fmla="*/ 342047 h 3593540"/>
              <a:gd name="connsiteX7" fmla="*/ 2647370 w 3071796"/>
              <a:gd name="connsiteY7" fmla="*/ 55440 h 3593540"/>
              <a:gd name="connsiteX8" fmla="*/ 2432677 w 3071796"/>
              <a:gd name="connsiteY8" fmla="*/ 2862 h 3593540"/>
              <a:gd name="connsiteX9" fmla="*/ 2075299 w 3071796"/>
              <a:gd name="connsiteY9" fmla="*/ 234129 h 3593540"/>
              <a:gd name="connsiteX10" fmla="*/ 1642874 w 3071796"/>
              <a:gd name="connsiteY10" fmla="*/ 887470 h 3593540"/>
              <a:gd name="connsiteX11" fmla="*/ 1351268 w 3071796"/>
              <a:gd name="connsiteY11" fmla="*/ 1400002 h 3593540"/>
              <a:gd name="connsiteX12" fmla="*/ 1128361 w 3071796"/>
              <a:gd name="connsiteY12" fmla="*/ 1747412 h 3593540"/>
              <a:gd name="connsiteX13" fmla="*/ 952584 w 3071796"/>
              <a:gd name="connsiteY13" fmla="*/ 1994223 h 3593540"/>
              <a:gd name="connsiteX14" fmla="*/ 573419 w 3071796"/>
              <a:gd name="connsiteY14" fmla="*/ 2487553 h 3593540"/>
              <a:gd name="connsiteX15" fmla="*/ 190200 w 3071796"/>
              <a:gd name="connsiteY15" fmla="*/ 2699630 h 3593540"/>
              <a:gd name="connsiteX16" fmla="*/ 0 w 3071796"/>
              <a:gd name="connsiteY16" fmla="*/ 3039833 h 3593540"/>
              <a:gd name="connsiteX0" fmla="*/ 3026272 w 3092540"/>
              <a:gd name="connsiteY0" fmla="*/ 3279489 h 3279489"/>
              <a:gd name="connsiteX1" fmla="*/ 2874146 w 3092540"/>
              <a:gd name="connsiteY1" fmla="*/ 2393071 h 3279489"/>
              <a:gd name="connsiteX2" fmla="*/ 2614033 w 3092540"/>
              <a:gd name="connsiteY2" fmla="*/ 1937199 h 3279489"/>
              <a:gd name="connsiteX3" fmla="*/ 2569742 w 3092540"/>
              <a:gd name="connsiteY3" fmla="*/ 1609063 h 3279489"/>
              <a:gd name="connsiteX4" fmla="*/ 2650133 w 3092540"/>
              <a:gd name="connsiteY4" fmla="*/ 1183962 h 3279489"/>
              <a:gd name="connsiteX5" fmla="*/ 2801104 w 3092540"/>
              <a:gd name="connsiteY5" fmla="*/ 743621 h 3279489"/>
              <a:gd name="connsiteX6" fmla="*/ 2790055 w 3092540"/>
              <a:gd name="connsiteY6" fmla="*/ 342047 h 3279489"/>
              <a:gd name="connsiteX7" fmla="*/ 2647370 w 3092540"/>
              <a:gd name="connsiteY7" fmla="*/ 55440 h 3279489"/>
              <a:gd name="connsiteX8" fmla="*/ 2432677 w 3092540"/>
              <a:gd name="connsiteY8" fmla="*/ 2862 h 3279489"/>
              <a:gd name="connsiteX9" fmla="*/ 2075299 w 3092540"/>
              <a:gd name="connsiteY9" fmla="*/ 234129 h 3279489"/>
              <a:gd name="connsiteX10" fmla="*/ 1642874 w 3092540"/>
              <a:gd name="connsiteY10" fmla="*/ 887470 h 3279489"/>
              <a:gd name="connsiteX11" fmla="*/ 1351268 w 3092540"/>
              <a:gd name="connsiteY11" fmla="*/ 1400002 h 3279489"/>
              <a:gd name="connsiteX12" fmla="*/ 1128361 w 3092540"/>
              <a:gd name="connsiteY12" fmla="*/ 1747412 h 3279489"/>
              <a:gd name="connsiteX13" fmla="*/ 952584 w 3092540"/>
              <a:gd name="connsiteY13" fmla="*/ 1994223 h 3279489"/>
              <a:gd name="connsiteX14" fmla="*/ 573419 w 3092540"/>
              <a:gd name="connsiteY14" fmla="*/ 2487553 h 3279489"/>
              <a:gd name="connsiteX15" fmla="*/ 190200 w 3092540"/>
              <a:gd name="connsiteY15" fmla="*/ 2699630 h 3279489"/>
              <a:gd name="connsiteX16" fmla="*/ 0 w 3092540"/>
              <a:gd name="connsiteY16" fmla="*/ 3039833 h 3279489"/>
              <a:gd name="connsiteX0" fmla="*/ 3026272 w 3026272"/>
              <a:gd name="connsiteY0" fmla="*/ 3279489 h 3279489"/>
              <a:gd name="connsiteX1" fmla="*/ 2874146 w 3026272"/>
              <a:gd name="connsiteY1" fmla="*/ 2393071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48302 w 3026272"/>
              <a:gd name="connsiteY2" fmla="*/ 1951667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2836072 w 2836072"/>
              <a:gd name="connsiteY0" fmla="*/ 3279489 h 3279489"/>
              <a:gd name="connsiteX1" fmla="*/ 2674233 w 2836072"/>
              <a:gd name="connsiteY1" fmla="*/ 2400749 h 3279489"/>
              <a:gd name="connsiteX2" fmla="*/ 2458102 w 2836072"/>
              <a:gd name="connsiteY2" fmla="*/ 1951667 h 3279489"/>
              <a:gd name="connsiteX3" fmla="*/ 2379542 w 2836072"/>
              <a:gd name="connsiteY3" fmla="*/ 1609063 h 3279489"/>
              <a:gd name="connsiteX4" fmla="*/ 2459933 w 2836072"/>
              <a:gd name="connsiteY4" fmla="*/ 1183962 h 3279489"/>
              <a:gd name="connsiteX5" fmla="*/ 2610904 w 2836072"/>
              <a:gd name="connsiteY5" fmla="*/ 743621 h 3279489"/>
              <a:gd name="connsiteX6" fmla="*/ 2599855 w 2836072"/>
              <a:gd name="connsiteY6" fmla="*/ 342047 h 3279489"/>
              <a:gd name="connsiteX7" fmla="*/ 2457170 w 2836072"/>
              <a:gd name="connsiteY7" fmla="*/ 55440 h 3279489"/>
              <a:gd name="connsiteX8" fmla="*/ 2242477 w 2836072"/>
              <a:gd name="connsiteY8" fmla="*/ 2862 h 3279489"/>
              <a:gd name="connsiteX9" fmla="*/ 1885099 w 2836072"/>
              <a:gd name="connsiteY9" fmla="*/ 234129 h 3279489"/>
              <a:gd name="connsiteX10" fmla="*/ 1452674 w 2836072"/>
              <a:gd name="connsiteY10" fmla="*/ 887470 h 3279489"/>
              <a:gd name="connsiteX11" fmla="*/ 1161068 w 2836072"/>
              <a:gd name="connsiteY11" fmla="*/ 1400002 h 3279489"/>
              <a:gd name="connsiteX12" fmla="*/ 938161 w 2836072"/>
              <a:gd name="connsiteY12" fmla="*/ 1747412 h 3279489"/>
              <a:gd name="connsiteX13" fmla="*/ 762384 w 2836072"/>
              <a:gd name="connsiteY13" fmla="*/ 1994223 h 3279489"/>
              <a:gd name="connsiteX14" fmla="*/ 383219 w 2836072"/>
              <a:gd name="connsiteY14" fmla="*/ 2487553 h 3279489"/>
              <a:gd name="connsiteX15" fmla="*/ 0 w 2836072"/>
              <a:gd name="connsiteY15" fmla="*/ 2699630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52998 w 2905851"/>
              <a:gd name="connsiteY14" fmla="*/ 2487553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54476 w 2954476"/>
              <a:gd name="connsiteY0" fmla="*/ 3279489 h 3279489"/>
              <a:gd name="connsiteX1" fmla="*/ 2792637 w 2954476"/>
              <a:gd name="connsiteY1" fmla="*/ 2400749 h 3279489"/>
              <a:gd name="connsiteX2" fmla="*/ 2576506 w 2954476"/>
              <a:gd name="connsiteY2" fmla="*/ 1951667 h 3279489"/>
              <a:gd name="connsiteX3" fmla="*/ 2497946 w 2954476"/>
              <a:gd name="connsiteY3" fmla="*/ 1609063 h 3279489"/>
              <a:gd name="connsiteX4" fmla="*/ 2578337 w 2954476"/>
              <a:gd name="connsiteY4" fmla="*/ 1183962 h 3279489"/>
              <a:gd name="connsiteX5" fmla="*/ 2729308 w 2954476"/>
              <a:gd name="connsiteY5" fmla="*/ 743621 h 3279489"/>
              <a:gd name="connsiteX6" fmla="*/ 2718259 w 2954476"/>
              <a:gd name="connsiteY6" fmla="*/ 342047 h 3279489"/>
              <a:gd name="connsiteX7" fmla="*/ 2575574 w 2954476"/>
              <a:gd name="connsiteY7" fmla="*/ 55440 h 3279489"/>
              <a:gd name="connsiteX8" fmla="*/ 2360881 w 2954476"/>
              <a:gd name="connsiteY8" fmla="*/ 2862 h 3279489"/>
              <a:gd name="connsiteX9" fmla="*/ 2003503 w 2954476"/>
              <a:gd name="connsiteY9" fmla="*/ 234129 h 3279489"/>
              <a:gd name="connsiteX10" fmla="*/ 1571078 w 2954476"/>
              <a:gd name="connsiteY10" fmla="*/ 887470 h 3279489"/>
              <a:gd name="connsiteX11" fmla="*/ 1279472 w 2954476"/>
              <a:gd name="connsiteY11" fmla="*/ 1400002 h 3279489"/>
              <a:gd name="connsiteX12" fmla="*/ 1056565 w 2954476"/>
              <a:gd name="connsiteY12" fmla="*/ 1747412 h 3279489"/>
              <a:gd name="connsiteX13" fmla="*/ 834756 w 2954476"/>
              <a:gd name="connsiteY13" fmla="*/ 1970127 h 3279489"/>
              <a:gd name="connsiteX14" fmla="*/ 474962 w 2954476"/>
              <a:gd name="connsiteY14" fmla="*/ 2297510 h 3279489"/>
              <a:gd name="connsiteX15" fmla="*/ 0 w 2954476"/>
              <a:gd name="connsiteY15" fmla="*/ 2595036 h 3279489"/>
              <a:gd name="connsiteX0" fmla="*/ 2954476 w 2954476"/>
              <a:gd name="connsiteY0" fmla="*/ 3279489 h 3279489"/>
              <a:gd name="connsiteX1" fmla="*/ 2839449 w 2954476"/>
              <a:gd name="connsiteY1" fmla="*/ 2786188 h 3279489"/>
              <a:gd name="connsiteX2" fmla="*/ 2792637 w 2954476"/>
              <a:gd name="connsiteY2" fmla="*/ 2400749 h 3279489"/>
              <a:gd name="connsiteX3" fmla="*/ 2576506 w 2954476"/>
              <a:gd name="connsiteY3" fmla="*/ 1951667 h 3279489"/>
              <a:gd name="connsiteX4" fmla="*/ 2497946 w 2954476"/>
              <a:gd name="connsiteY4" fmla="*/ 1609063 h 3279489"/>
              <a:gd name="connsiteX5" fmla="*/ 2578337 w 2954476"/>
              <a:gd name="connsiteY5" fmla="*/ 1183962 h 3279489"/>
              <a:gd name="connsiteX6" fmla="*/ 2729308 w 2954476"/>
              <a:gd name="connsiteY6" fmla="*/ 743621 h 3279489"/>
              <a:gd name="connsiteX7" fmla="*/ 2718259 w 2954476"/>
              <a:gd name="connsiteY7" fmla="*/ 342047 h 3279489"/>
              <a:gd name="connsiteX8" fmla="*/ 2575574 w 2954476"/>
              <a:gd name="connsiteY8" fmla="*/ 55440 h 3279489"/>
              <a:gd name="connsiteX9" fmla="*/ 2360881 w 2954476"/>
              <a:gd name="connsiteY9" fmla="*/ 2862 h 3279489"/>
              <a:gd name="connsiteX10" fmla="*/ 2003503 w 2954476"/>
              <a:gd name="connsiteY10" fmla="*/ 234129 h 3279489"/>
              <a:gd name="connsiteX11" fmla="*/ 1571078 w 2954476"/>
              <a:gd name="connsiteY11" fmla="*/ 887470 h 3279489"/>
              <a:gd name="connsiteX12" fmla="*/ 1279472 w 2954476"/>
              <a:gd name="connsiteY12" fmla="*/ 1400002 h 3279489"/>
              <a:gd name="connsiteX13" fmla="*/ 1056565 w 2954476"/>
              <a:gd name="connsiteY13" fmla="*/ 1747412 h 3279489"/>
              <a:gd name="connsiteX14" fmla="*/ 834756 w 2954476"/>
              <a:gd name="connsiteY14" fmla="*/ 1970127 h 3279489"/>
              <a:gd name="connsiteX15" fmla="*/ 474962 w 2954476"/>
              <a:gd name="connsiteY15" fmla="*/ 2297510 h 3279489"/>
              <a:gd name="connsiteX16" fmla="*/ 0 w 2954476"/>
              <a:gd name="connsiteY16" fmla="*/ 2595036 h 3279489"/>
              <a:gd name="connsiteX0" fmla="*/ 2996010 w 2996010"/>
              <a:gd name="connsiteY0" fmla="*/ 3214729 h 3214729"/>
              <a:gd name="connsiteX1" fmla="*/ 2839449 w 2996010"/>
              <a:gd name="connsiteY1" fmla="*/ 2786188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6947 w 2996010"/>
              <a:gd name="connsiteY6" fmla="*/ 75746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1631 w 2996010"/>
              <a:gd name="connsiteY7" fmla="*/ 717996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6051 h 3216051"/>
              <a:gd name="connsiteX1" fmla="*/ 2795284 w 2996010"/>
              <a:gd name="connsiteY1" fmla="*/ 2758277 h 3216051"/>
              <a:gd name="connsiteX2" fmla="*/ 2792637 w 2996010"/>
              <a:gd name="connsiteY2" fmla="*/ 2402071 h 3216051"/>
              <a:gd name="connsiteX3" fmla="*/ 2576506 w 2996010"/>
              <a:gd name="connsiteY3" fmla="*/ 1952989 h 3216051"/>
              <a:gd name="connsiteX4" fmla="*/ 2497946 w 2996010"/>
              <a:gd name="connsiteY4" fmla="*/ 1610385 h 3216051"/>
              <a:gd name="connsiteX5" fmla="*/ 2581714 w 2996010"/>
              <a:gd name="connsiteY5" fmla="*/ 1317835 h 3216051"/>
              <a:gd name="connsiteX6" fmla="*/ 2651631 w 2996010"/>
              <a:gd name="connsiteY6" fmla="*/ 987183 h 3216051"/>
              <a:gd name="connsiteX7" fmla="*/ 2651631 w 2996010"/>
              <a:gd name="connsiteY7" fmla="*/ 719318 h 3216051"/>
              <a:gd name="connsiteX8" fmla="*/ 2877057 w 2996010"/>
              <a:gd name="connsiteY8" fmla="*/ 353046 h 3216051"/>
              <a:gd name="connsiteX9" fmla="*/ 2575574 w 2996010"/>
              <a:gd name="connsiteY9" fmla="*/ 56762 h 3216051"/>
              <a:gd name="connsiteX10" fmla="*/ 2360881 w 2996010"/>
              <a:gd name="connsiteY10" fmla="*/ 4184 h 3216051"/>
              <a:gd name="connsiteX11" fmla="*/ 2003503 w 2996010"/>
              <a:gd name="connsiteY11" fmla="*/ 235451 h 3216051"/>
              <a:gd name="connsiteX12" fmla="*/ 1571078 w 2996010"/>
              <a:gd name="connsiteY12" fmla="*/ 888792 h 3216051"/>
              <a:gd name="connsiteX13" fmla="*/ 1279472 w 2996010"/>
              <a:gd name="connsiteY13" fmla="*/ 1401324 h 3216051"/>
              <a:gd name="connsiteX14" fmla="*/ 1056565 w 2996010"/>
              <a:gd name="connsiteY14" fmla="*/ 1748734 h 3216051"/>
              <a:gd name="connsiteX15" fmla="*/ 834756 w 2996010"/>
              <a:gd name="connsiteY15" fmla="*/ 1971449 h 3216051"/>
              <a:gd name="connsiteX16" fmla="*/ 474962 w 2996010"/>
              <a:gd name="connsiteY16" fmla="*/ 2298832 h 3216051"/>
              <a:gd name="connsiteX17" fmla="*/ 0 w 2996010"/>
              <a:gd name="connsiteY17" fmla="*/ 2596358 h 3216051"/>
              <a:gd name="connsiteX0" fmla="*/ 2996010 w 2996010"/>
              <a:gd name="connsiteY0" fmla="*/ 3216248 h 3216248"/>
              <a:gd name="connsiteX1" fmla="*/ 2795284 w 2996010"/>
              <a:gd name="connsiteY1" fmla="*/ 2758474 h 3216248"/>
              <a:gd name="connsiteX2" fmla="*/ 2792637 w 2996010"/>
              <a:gd name="connsiteY2" fmla="*/ 2402268 h 3216248"/>
              <a:gd name="connsiteX3" fmla="*/ 2576506 w 2996010"/>
              <a:gd name="connsiteY3" fmla="*/ 1953186 h 3216248"/>
              <a:gd name="connsiteX4" fmla="*/ 2497946 w 2996010"/>
              <a:gd name="connsiteY4" fmla="*/ 1610582 h 3216248"/>
              <a:gd name="connsiteX5" fmla="*/ 2581714 w 2996010"/>
              <a:gd name="connsiteY5" fmla="*/ 1318032 h 3216248"/>
              <a:gd name="connsiteX6" fmla="*/ 2651631 w 2996010"/>
              <a:gd name="connsiteY6" fmla="*/ 987380 h 3216248"/>
              <a:gd name="connsiteX7" fmla="*/ 2651631 w 2996010"/>
              <a:gd name="connsiteY7" fmla="*/ 719515 h 3216248"/>
              <a:gd name="connsiteX8" fmla="*/ 2961977 w 2996010"/>
              <a:gd name="connsiteY8" fmla="*/ 361096 h 3216248"/>
              <a:gd name="connsiteX9" fmla="*/ 2575574 w 2996010"/>
              <a:gd name="connsiteY9" fmla="*/ 56959 h 3216248"/>
              <a:gd name="connsiteX10" fmla="*/ 2360881 w 2996010"/>
              <a:gd name="connsiteY10" fmla="*/ 4381 h 3216248"/>
              <a:gd name="connsiteX11" fmla="*/ 2003503 w 2996010"/>
              <a:gd name="connsiteY11" fmla="*/ 235648 h 3216248"/>
              <a:gd name="connsiteX12" fmla="*/ 1571078 w 2996010"/>
              <a:gd name="connsiteY12" fmla="*/ 888989 h 3216248"/>
              <a:gd name="connsiteX13" fmla="*/ 1279472 w 2996010"/>
              <a:gd name="connsiteY13" fmla="*/ 1401521 h 3216248"/>
              <a:gd name="connsiteX14" fmla="*/ 1056565 w 2996010"/>
              <a:gd name="connsiteY14" fmla="*/ 1748931 h 3216248"/>
              <a:gd name="connsiteX15" fmla="*/ 834756 w 2996010"/>
              <a:gd name="connsiteY15" fmla="*/ 1971646 h 3216248"/>
              <a:gd name="connsiteX16" fmla="*/ 474962 w 2996010"/>
              <a:gd name="connsiteY16" fmla="*/ 2299029 h 3216248"/>
              <a:gd name="connsiteX17" fmla="*/ 0 w 2996010"/>
              <a:gd name="connsiteY17" fmla="*/ 2596555 h 3216248"/>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571078 w 2996010"/>
              <a:gd name="connsiteY12" fmla="*/ 897446 h 3224705"/>
              <a:gd name="connsiteX13" fmla="*/ 1279472 w 2996010"/>
              <a:gd name="connsiteY13" fmla="*/ 1409978 h 3224705"/>
              <a:gd name="connsiteX14" fmla="*/ 1056565 w 2996010"/>
              <a:gd name="connsiteY14" fmla="*/ 1757388 h 3224705"/>
              <a:gd name="connsiteX15" fmla="*/ 834756 w 2996010"/>
              <a:gd name="connsiteY15" fmla="*/ 1980103 h 3224705"/>
              <a:gd name="connsiteX16" fmla="*/ 474962 w 2996010"/>
              <a:gd name="connsiteY16" fmla="*/ 2307486 h 3224705"/>
              <a:gd name="connsiteX17" fmla="*/ 0 w 2996010"/>
              <a:gd name="connsiteY17"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35916 w 2996010"/>
              <a:gd name="connsiteY12" fmla="*/ 585312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279472 w 2996010"/>
              <a:gd name="connsiteY14" fmla="*/ 1406892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39556 w 2996010"/>
              <a:gd name="connsiteY3" fmla="*/ 1988372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6010" h="3221619">
                <a:moveTo>
                  <a:pt x="2996010" y="3221619"/>
                </a:moveTo>
                <a:cubicBezTo>
                  <a:pt x="2980024" y="2942635"/>
                  <a:pt x="2769334" y="2883177"/>
                  <a:pt x="2742361" y="2736720"/>
                </a:cubicBezTo>
                <a:cubicBezTo>
                  <a:pt x="2715388" y="2590263"/>
                  <a:pt x="2826438" y="2532364"/>
                  <a:pt x="2792637" y="2407639"/>
                </a:cubicBezTo>
                <a:cubicBezTo>
                  <a:pt x="2758836" y="2282914"/>
                  <a:pt x="2547538" y="2132662"/>
                  <a:pt x="2539556" y="1988372"/>
                </a:cubicBezTo>
                <a:cubicBezTo>
                  <a:pt x="2531574" y="1844082"/>
                  <a:pt x="2497565" y="1726728"/>
                  <a:pt x="2497946" y="1615953"/>
                </a:cubicBezTo>
                <a:cubicBezTo>
                  <a:pt x="2498422" y="1470982"/>
                  <a:pt x="2556100" y="1427270"/>
                  <a:pt x="2581714" y="1323403"/>
                </a:cubicBezTo>
                <a:cubicBezTo>
                  <a:pt x="2607328" y="1219536"/>
                  <a:pt x="2639092" y="1085926"/>
                  <a:pt x="2651631" y="992751"/>
                </a:cubicBezTo>
                <a:cubicBezTo>
                  <a:pt x="2612002" y="890526"/>
                  <a:pt x="2636656" y="829074"/>
                  <a:pt x="2651631" y="724886"/>
                </a:cubicBezTo>
                <a:cubicBezTo>
                  <a:pt x="2677158" y="592107"/>
                  <a:pt x="2974653" y="476893"/>
                  <a:pt x="2961977" y="366467"/>
                </a:cubicBezTo>
                <a:cubicBezTo>
                  <a:pt x="2949301" y="256041"/>
                  <a:pt x="2675757" y="121782"/>
                  <a:pt x="2575574" y="62330"/>
                </a:cubicBezTo>
                <a:cubicBezTo>
                  <a:pt x="2475391" y="2878"/>
                  <a:pt x="2459270" y="-12598"/>
                  <a:pt x="2360881" y="9752"/>
                </a:cubicBezTo>
                <a:cubicBezTo>
                  <a:pt x="2262492" y="32102"/>
                  <a:pt x="2089401" y="101017"/>
                  <a:pt x="1985240" y="196429"/>
                </a:cubicBezTo>
                <a:cubicBezTo>
                  <a:pt x="1881079" y="291841"/>
                  <a:pt x="1743143" y="415680"/>
                  <a:pt x="1735916" y="582226"/>
                </a:cubicBezTo>
                <a:cubicBezTo>
                  <a:pt x="1732145" y="676472"/>
                  <a:pt x="1628435" y="741046"/>
                  <a:pt x="1539098" y="872663"/>
                </a:cubicBezTo>
                <a:cubicBezTo>
                  <a:pt x="1449761" y="1004280"/>
                  <a:pt x="1280317" y="1224988"/>
                  <a:pt x="1199895" y="1371928"/>
                </a:cubicBezTo>
                <a:cubicBezTo>
                  <a:pt x="1119473" y="1518868"/>
                  <a:pt x="1117421" y="1653454"/>
                  <a:pt x="1056565" y="1754302"/>
                </a:cubicBezTo>
                <a:cubicBezTo>
                  <a:pt x="995709" y="1855150"/>
                  <a:pt x="950088" y="1905623"/>
                  <a:pt x="834756" y="1977017"/>
                </a:cubicBezTo>
                <a:cubicBezTo>
                  <a:pt x="719424" y="2048411"/>
                  <a:pt x="450892" y="2145805"/>
                  <a:pt x="364571" y="2182669"/>
                </a:cubicBezTo>
                <a:cubicBezTo>
                  <a:pt x="166835" y="2287356"/>
                  <a:pt x="117938" y="2522883"/>
                  <a:pt x="0" y="2601926"/>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5" name="Freeform: Shape 44">
            <a:extLst>
              <a:ext uri="{FF2B5EF4-FFF2-40B4-BE49-F238E27FC236}">
                <a16:creationId xmlns:a16="http://schemas.microsoft.com/office/drawing/2014/main" id="{6D6D5220-C1C8-042B-FE38-1916D2BD0679}"/>
              </a:ext>
            </a:extLst>
          </p:cNvPr>
          <p:cNvSpPr/>
          <p:nvPr userDrawn="1"/>
        </p:nvSpPr>
        <p:spPr>
          <a:xfrm rot="843214" flipH="1">
            <a:off x="12640772" y="1125473"/>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6" name="Freeform: Shape 45">
            <a:extLst>
              <a:ext uri="{FF2B5EF4-FFF2-40B4-BE49-F238E27FC236}">
                <a16:creationId xmlns:a16="http://schemas.microsoft.com/office/drawing/2014/main" id="{0654256D-F830-C731-1CD1-34E8804C60F8}"/>
              </a:ext>
            </a:extLst>
          </p:cNvPr>
          <p:cNvSpPr/>
          <p:nvPr userDrawn="1"/>
        </p:nvSpPr>
        <p:spPr>
          <a:xfrm rot="843214" flipH="1">
            <a:off x="12640772" y="1125473"/>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7" name="Freeform: Shape 46">
            <a:extLst>
              <a:ext uri="{FF2B5EF4-FFF2-40B4-BE49-F238E27FC236}">
                <a16:creationId xmlns:a16="http://schemas.microsoft.com/office/drawing/2014/main" id="{D71E4343-683A-2C73-BAA2-1429892AC6A7}"/>
              </a:ext>
            </a:extLst>
          </p:cNvPr>
          <p:cNvSpPr/>
          <p:nvPr userDrawn="1"/>
        </p:nvSpPr>
        <p:spPr>
          <a:xfrm rot="843214" flipH="1">
            <a:off x="9367502" y="3818468"/>
            <a:ext cx="2262880" cy="3346555"/>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85993 w 1809313"/>
              <a:gd name="connsiteY0" fmla="*/ 2426786 h 2426786"/>
              <a:gd name="connsiteX1" fmla="*/ 1529475 w 1809313"/>
              <a:gd name="connsiteY1" fmla="*/ 1570991 h 2426786"/>
              <a:gd name="connsiteX2" fmla="*/ 1519129 w 1809313"/>
              <a:gd name="connsiteY2" fmla="*/ 1183771 h 2426786"/>
              <a:gd name="connsiteX3" fmla="*/ 1442643 w 1809313"/>
              <a:gd name="connsiteY3" fmla="*/ 695233 h 2426786"/>
              <a:gd name="connsiteX4" fmla="*/ 1484172 w 1809313"/>
              <a:gd name="connsiteY4" fmla="*/ 397863 h 2426786"/>
              <a:gd name="connsiteX5" fmla="*/ 1484172 w 1809313"/>
              <a:gd name="connsiteY5" fmla="*/ 236700 h 2426786"/>
              <a:gd name="connsiteX6" fmla="*/ 1475886 w 1809313"/>
              <a:gd name="connsiteY6" fmla="*/ 67250 h 2426786"/>
              <a:gd name="connsiteX7" fmla="*/ 1440929 w 1809313"/>
              <a:gd name="connsiteY7" fmla="*/ 10767 h 2426786"/>
              <a:gd name="connsiteX8" fmla="*/ 1319580 w 1809313"/>
              <a:gd name="connsiteY8" fmla="*/ 34008 h 2426786"/>
              <a:gd name="connsiteX9" fmla="*/ 1130033 w 1809313"/>
              <a:gd name="connsiteY9" fmla="*/ 254988 h 2426786"/>
              <a:gd name="connsiteX10" fmla="*/ 887336 w 1809313"/>
              <a:gd name="connsiteY10" fmla="*/ 587315 h 2426786"/>
              <a:gd name="connsiteX11" fmla="*/ 672928 w 1809313"/>
              <a:gd name="connsiteY11" fmla="*/ 861444 h 2426786"/>
              <a:gd name="connsiteX12" fmla="*/ 453091 w 1809313"/>
              <a:gd name="connsiteY12" fmla="*/ 1145480 h 2426786"/>
              <a:gd name="connsiteX13" fmla="*/ 88988 w 1809313"/>
              <a:gd name="connsiteY13" fmla="*/ 2213710 h 2426786"/>
              <a:gd name="connsiteX0" fmla="*/ 1798702 w 1822022"/>
              <a:gd name="connsiteY0" fmla="*/ 2426786 h 2426786"/>
              <a:gd name="connsiteX1" fmla="*/ 1542184 w 1822022"/>
              <a:gd name="connsiteY1" fmla="*/ 1570991 h 2426786"/>
              <a:gd name="connsiteX2" fmla="*/ 1531838 w 1822022"/>
              <a:gd name="connsiteY2" fmla="*/ 1183771 h 2426786"/>
              <a:gd name="connsiteX3" fmla="*/ 1455352 w 1822022"/>
              <a:gd name="connsiteY3" fmla="*/ 695233 h 2426786"/>
              <a:gd name="connsiteX4" fmla="*/ 1496881 w 1822022"/>
              <a:gd name="connsiteY4" fmla="*/ 397863 h 2426786"/>
              <a:gd name="connsiteX5" fmla="*/ 1496881 w 1822022"/>
              <a:gd name="connsiteY5" fmla="*/ 236700 h 2426786"/>
              <a:gd name="connsiteX6" fmla="*/ 1488595 w 1822022"/>
              <a:gd name="connsiteY6" fmla="*/ 67250 h 2426786"/>
              <a:gd name="connsiteX7" fmla="*/ 1453638 w 1822022"/>
              <a:gd name="connsiteY7" fmla="*/ 10767 h 2426786"/>
              <a:gd name="connsiteX8" fmla="*/ 1332289 w 1822022"/>
              <a:gd name="connsiteY8" fmla="*/ 34008 h 2426786"/>
              <a:gd name="connsiteX9" fmla="*/ 1142742 w 1822022"/>
              <a:gd name="connsiteY9" fmla="*/ 254988 h 2426786"/>
              <a:gd name="connsiteX10" fmla="*/ 900045 w 1822022"/>
              <a:gd name="connsiteY10" fmla="*/ 587315 h 2426786"/>
              <a:gd name="connsiteX11" fmla="*/ 685637 w 1822022"/>
              <a:gd name="connsiteY11" fmla="*/ 861444 h 2426786"/>
              <a:gd name="connsiteX12" fmla="*/ 376068 w 1822022"/>
              <a:gd name="connsiteY12" fmla="*/ 1258978 h 2426786"/>
              <a:gd name="connsiteX13" fmla="*/ 101697 w 1822022"/>
              <a:gd name="connsiteY13" fmla="*/ 2213710 h 2426786"/>
              <a:gd name="connsiteX0" fmla="*/ 1804875 w 1828195"/>
              <a:gd name="connsiteY0" fmla="*/ 2426786 h 2426786"/>
              <a:gd name="connsiteX1" fmla="*/ 1548357 w 1828195"/>
              <a:gd name="connsiteY1" fmla="*/ 1570991 h 2426786"/>
              <a:gd name="connsiteX2" fmla="*/ 1538011 w 1828195"/>
              <a:gd name="connsiteY2" fmla="*/ 1183771 h 2426786"/>
              <a:gd name="connsiteX3" fmla="*/ 1461525 w 1828195"/>
              <a:gd name="connsiteY3" fmla="*/ 695233 h 2426786"/>
              <a:gd name="connsiteX4" fmla="*/ 1503054 w 1828195"/>
              <a:gd name="connsiteY4" fmla="*/ 397863 h 2426786"/>
              <a:gd name="connsiteX5" fmla="*/ 1503054 w 1828195"/>
              <a:gd name="connsiteY5" fmla="*/ 236700 h 2426786"/>
              <a:gd name="connsiteX6" fmla="*/ 1494768 w 1828195"/>
              <a:gd name="connsiteY6" fmla="*/ 67250 h 2426786"/>
              <a:gd name="connsiteX7" fmla="*/ 1459811 w 1828195"/>
              <a:gd name="connsiteY7" fmla="*/ 10767 h 2426786"/>
              <a:gd name="connsiteX8" fmla="*/ 1338462 w 1828195"/>
              <a:gd name="connsiteY8" fmla="*/ 34008 h 2426786"/>
              <a:gd name="connsiteX9" fmla="*/ 1148915 w 1828195"/>
              <a:gd name="connsiteY9" fmla="*/ 254988 h 2426786"/>
              <a:gd name="connsiteX10" fmla="*/ 906218 w 1828195"/>
              <a:gd name="connsiteY10" fmla="*/ 587315 h 2426786"/>
              <a:gd name="connsiteX11" fmla="*/ 691810 w 1828195"/>
              <a:gd name="connsiteY11" fmla="*/ 861444 h 2426786"/>
              <a:gd name="connsiteX12" fmla="*/ 382241 w 1828195"/>
              <a:gd name="connsiteY12" fmla="*/ 1258978 h 2426786"/>
              <a:gd name="connsiteX13" fmla="*/ 107870 w 1828195"/>
              <a:gd name="connsiteY13" fmla="*/ 2213710 h 2426786"/>
              <a:gd name="connsiteX0" fmla="*/ 1805510 w 1828830"/>
              <a:gd name="connsiteY0" fmla="*/ 2426786 h 2426786"/>
              <a:gd name="connsiteX1" fmla="*/ 1548992 w 1828830"/>
              <a:gd name="connsiteY1" fmla="*/ 1570991 h 2426786"/>
              <a:gd name="connsiteX2" fmla="*/ 1538646 w 1828830"/>
              <a:gd name="connsiteY2" fmla="*/ 1183771 h 2426786"/>
              <a:gd name="connsiteX3" fmla="*/ 1462160 w 1828830"/>
              <a:gd name="connsiteY3" fmla="*/ 695233 h 2426786"/>
              <a:gd name="connsiteX4" fmla="*/ 1503689 w 1828830"/>
              <a:gd name="connsiteY4" fmla="*/ 397863 h 2426786"/>
              <a:gd name="connsiteX5" fmla="*/ 1503689 w 1828830"/>
              <a:gd name="connsiteY5" fmla="*/ 236700 h 2426786"/>
              <a:gd name="connsiteX6" fmla="*/ 1495403 w 1828830"/>
              <a:gd name="connsiteY6" fmla="*/ 67250 h 2426786"/>
              <a:gd name="connsiteX7" fmla="*/ 1460446 w 1828830"/>
              <a:gd name="connsiteY7" fmla="*/ 10767 h 2426786"/>
              <a:gd name="connsiteX8" fmla="*/ 1339097 w 1828830"/>
              <a:gd name="connsiteY8" fmla="*/ 34008 h 2426786"/>
              <a:gd name="connsiteX9" fmla="*/ 1149550 w 1828830"/>
              <a:gd name="connsiteY9" fmla="*/ 254988 h 2426786"/>
              <a:gd name="connsiteX10" fmla="*/ 906853 w 1828830"/>
              <a:gd name="connsiteY10" fmla="*/ 587315 h 2426786"/>
              <a:gd name="connsiteX11" fmla="*/ 692445 w 1828830"/>
              <a:gd name="connsiteY11" fmla="*/ 861444 h 2426786"/>
              <a:gd name="connsiteX12" fmla="*/ 382876 w 1828830"/>
              <a:gd name="connsiteY12" fmla="*/ 1258978 h 2426786"/>
              <a:gd name="connsiteX13" fmla="*/ 108505 w 1828830"/>
              <a:gd name="connsiteY13" fmla="*/ 2213710 h 2426786"/>
              <a:gd name="connsiteX0" fmla="*/ 1750435 w 1773755"/>
              <a:gd name="connsiteY0" fmla="*/ 2426786 h 2426786"/>
              <a:gd name="connsiteX1" fmla="*/ 1493917 w 1773755"/>
              <a:gd name="connsiteY1" fmla="*/ 1570991 h 2426786"/>
              <a:gd name="connsiteX2" fmla="*/ 1483571 w 1773755"/>
              <a:gd name="connsiteY2" fmla="*/ 1183771 h 2426786"/>
              <a:gd name="connsiteX3" fmla="*/ 1407085 w 1773755"/>
              <a:gd name="connsiteY3" fmla="*/ 695233 h 2426786"/>
              <a:gd name="connsiteX4" fmla="*/ 1448614 w 1773755"/>
              <a:gd name="connsiteY4" fmla="*/ 397863 h 2426786"/>
              <a:gd name="connsiteX5" fmla="*/ 1448614 w 1773755"/>
              <a:gd name="connsiteY5" fmla="*/ 236700 h 2426786"/>
              <a:gd name="connsiteX6" fmla="*/ 1440328 w 1773755"/>
              <a:gd name="connsiteY6" fmla="*/ 67250 h 2426786"/>
              <a:gd name="connsiteX7" fmla="*/ 1405371 w 1773755"/>
              <a:gd name="connsiteY7" fmla="*/ 10767 h 2426786"/>
              <a:gd name="connsiteX8" fmla="*/ 1284022 w 1773755"/>
              <a:gd name="connsiteY8" fmla="*/ 34008 h 2426786"/>
              <a:gd name="connsiteX9" fmla="*/ 1094475 w 1773755"/>
              <a:gd name="connsiteY9" fmla="*/ 254988 h 2426786"/>
              <a:gd name="connsiteX10" fmla="*/ 851778 w 1773755"/>
              <a:gd name="connsiteY10" fmla="*/ 587315 h 2426786"/>
              <a:gd name="connsiteX11" fmla="*/ 637370 w 1773755"/>
              <a:gd name="connsiteY11" fmla="*/ 861444 h 2426786"/>
              <a:gd name="connsiteX12" fmla="*/ 327801 w 1773755"/>
              <a:gd name="connsiteY12" fmla="*/ 1258978 h 2426786"/>
              <a:gd name="connsiteX13" fmla="*/ 122155 w 1773755"/>
              <a:gd name="connsiteY13" fmla="*/ 2226096 h 2426786"/>
              <a:gd name="connsiteX0" fmla="*/ 1739912 w 1763232"/>
              <a:gd name="connsiteY0" fmla="*/ 2426786 h 2426786"/>
              <a:gd name="connsiteX1" fmla="*/ 1483394 w 1763232"/>
              <a:gd name="connsiteY1" fmla="*/ 1570991 h 2426786"/>
              <a:gd name="connsiteX2" fmla="*/ 1473048 w 1763232"/>
              <a:gd name="connsiteY2" fmla="*/ 1183771 h 2426786"/>
              <a:gd name="connsiteX3" fmla="*/ 1396562 w 1763232"/>
              <a:gd name="connsiteY3" fmla="*/ 695233 h 2426786"/>
              <a:gd name="connsiteX4" fmla="*/ 1438091 w 1763232"/>
              <a:gd name="connsiteY4" fmla="*/ 397863 h 2426786"/>
              <a:gd name="connsiteX5" fmla="*/ 1438091 w 1763232"/>
              <a:gd name="connsiteY5" fmla="*/ 236700 h 2426786"/>
              <a:gd name="connsiteX6" fmla="*/ 1429805 w 1763232"/>
              <a:gd name="connsiteY6" fmla="*/ 67250 h 2426786"/>
              <a:gd name="connsiteX7" fmla="*/ 1394848 w 1763232"/>
              <a:gd name="connsiteY7" fmla="*/ 10767 h 2426786"/>
              <a:gd name="connsiteX8" fmla="*/ 1273499 w 1763232"/>
              <a:gd name="connsiteY8" fmla="*/ 34008 h 2426786"/>
              <a:gd name="connsiteX9" fmla="*/ 1083952 w 1763232"/>
              <a:gd name="connsiteY9" fmla="*/ 254988 h 2426786"/>
              <a:gd name="connsiteX10" fmla="*/ 841255 w 1763232"/>
              <a:gd name="connsiteY10" fmla="*/ 587315 h 2426786"/>
              <a:gd name="connsiteX11" fmla="*/ 626847 w 1763232"/>
              <a:gd name="connsiteY11" fmla="*/ 861444 h 2426786"/>
              <a:gd name="connsiteX12" fmla="*/ 368910 w 1763232"/>
              <a:gd name="connsiteY12" fmla="*/ 1271647 h 2426786"/>
              <a:gd name="connsiteX13" fmla="*/ 111632 w 1763232"/>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33485 w 1769870"/>
              <a:gd name="connsiteY11" fmla="*/ 861444 h 2426786"/>
              <a:gd name="connsiteX12" fmla="*/ 375548 w 1769870"/>
              <a:gd name="connsiteY12" fmla="*/ 1271647 h 2426786"/>
              <a:gd name="connsiteX13" fmla="*/ 118270 w 1769870"/>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78929 w 1769870"/>
              <a:gd name="connsiteY11" fmla="*/ 893673 h 2426786"/>
              <a:gd name="connsiteX12" fmla="*/ 375548 w 1769870"/>
              <a:gd name="connsiteY12" fmla="*/ 1271647 h 2426786"/>
              <a:gd name="connsiteX13" fmla="*/ 118270 w 1769870"/>
              <a:gd name="connsiteY13" fmla="*/ 2226096 h 2426786"/>
              <a:gd name="connsiteX0" fmla="*/ 1708694 w 1729238"/>
              <a:gd name="connsiteY0" fmla="*/ 2521995 h 2521995"/>
              <a:gd name="connsiteX1" fmla="*/ 1490032 w 1729238"/>
              <a:gd name="connsiteY1" fmla="*/ 1570991 h 2521995"/>
              <a:gd name="connsiteX2" fmla="*/ 1479686 w 1729238"/>
              <a:gd name="connsiteY2" fmla="*/ 1183771 h 2521995"/>
              <a:gd name="connsiteX3" fmla="*/ 1403200 w 1729238"/>
              <a:gd name="connsiteY3" fmla="*/ 695233 h 2521995"/>
              <a:gd name="connsiteX4" fmla="*/ 1444729 w 1729238"/>
              <a:gd name="connsiteY4" fmla="*/ 397863 h 2521995"/>
              <a:gd name="connsiteX5" fmla="*/ 1444729 w 1729238"/>
              <a:gd name="connsiteY5" fmla="*/ 236700 h 2521995"/>
              <a:gd name="connsiteX6" fmla="*/ 1436443 w 1729238"/>
              <a:gd name="connsiteY6" fmla="*/ 67250 h 2521995"/>
              <a:gd name="connsiteX7" fmla="*/ 1401486 w 1729238"/>
              <a:gd name="connsiteY7" fmla="*/ 10767 h 2521995"/>
              <a:gd name="connsiteX8" fmla="*/ 1280137 w 1729238"/>
              <a:gd name="connsiteY8" fmla="*/ 34008 h 2521995"/>
              <a:gd name="connsiteX9" fmla="*/ 1090590 w 1729238"/>
              <a:gd name="connsiteY9" fmla="*/ 254988 h 2521995"/>
              <a:gd name="connsiteX10" fmla="*/ 847893 w 1729238"/>
              <a:gd name="connsiteY10" fmla="*/ 587315 h 2521995"/>
              <a:gd name="connsiteX11" fmla="*/ 678929 w 1729238"/>
              <a:gd name="connsiteY11" fmla="*/ 893673 h 2521995"/>
              <a:gd name="connsiteX12" fmla="*/ 375548 w 1729238"/>
              <a:gd name="connsiteY12" fmla="*/ 1271647 h 2521995"/>
              <a:gd name="connsiteX13" fmla="*/ 118270 w 1729238"/>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47893 w 1746987"/>
              <a:gd name="connsiteY10" fmla="*/ 587315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700677 w 1746987"/>
              <a:gd name="connsiteY11" fmla="*/ 905856 h 2521995"/>
              <a:gd name="connsiteX12" fmla="*/ 375548 w 1746987"/>
              <a:gd name="connsiteY12" fmla="*/ 1271647 h 2521995"/>
              <a:gd name="connsiteX13" fmla="*/ 118270 w 1746987"/>
              <a:gd name="connsiteY13" fmla="*/ 2226096 h 2521995"/>
              <a:gd name="connsiteX0" fmla="*/ 1829964 w 1868257"/>
              <a:gd name="connsiteY0" fmla="*/ 2521995 h 2521995"/>
              <a:gd name="connsiteX1" fmla="*/ 1611302 w 1868257"/>
              <a:gd name="connsiteY1" fmla="*/ 1570991 h 2521995"/>
              <a:gd name="connsiteX2" fmla="*/ 1600956 w 1868257"/>
              <a:gd name="connsiteY2" fmla="*/ 1183771 h 2521995"/>
              <a:gd name="connsiteX3" fmla="*/ 1524470 w 1868257"/>
              <a:gd name="connsiteY3" fmla="*/ 695233 h 2521995"/>
              <a:gd name="connsiteX4" fmla="*/ 1565999 w 1868257"/>
              <a:gd name="connsiteY4" fmla="*/ 397863 h 2521995"/>
              <a:gd name="connsiteX5" fmla="*/ 1565999 w 1868257"/>
              <a:gd name="connsiteY5" fmla="*/ 236700 h 2521995"/>
              <a:gd name="connsiteX6" fmla="*/ 1557713 w 1868257"/>
              <a:gd name="connsiteY6" fmla="*/ 67250 h 2521995"/>
              <a:gd name="connsiteX7" fmla="*/ 1522756 w 1868257"/>
              <a:gd name="connsiteY7" fmla="*/ 10767 h 2521995"/>
              <a:gd name="connsiteX8" fmla="*/ 1401407 w 1868257"/>
              <a:gd name="connsiteY8" fmla="*/ 34008 h 2521995"/>
              <a:gd name="connsiteX9" fmla="*/ 1211860 w 1868257"/>
              <a:gd name="connsiteY9" fmla="*/ 254988 h 2521995"/>
              <a:gd name="connsiteX10" fmla="*/ 1003960 w 1868257"/>
              <a:gd name="connsiteY10" fmla="*/ 607707 h 2521995"/>
              <a:gd name="connsiteX11" fmla="*/ 821947 w 1868257"/>
              <a:gd name="connsiteY11" fmla="*/ 905856 h 2521995"/>
              <a:gd name="connsiteX12" fmla="*/ 496818 w 1868257"/>
              <a:gd name="connsiteY12" fmla="*/ 1271647 h 2521995"/>
              <a:gd name="connsiteX13" fmla="*/ 93890 w 1868257"/>
              <a:gd name="connsiteY13" fmla="*/ 2210733 h 2521995"/>
              <a:gd name="connsiteX0" fmla="*/ 1807586 w 1845879"/>
              <a:gd name="connsiteY0" fmla="*/ 2521995 h 2521995"/>
              <a:gd name="connsiteX1" fmla="*/ 1588924 w 1845879"/>
              <a:gd name="connsiteY1" fmla="*/ 1570991 h 2521995"/>
              <a:gd name="connsiteX2" fmla="*/ 1578578 w 1845879"/>
              <a:gd name="connsiteY2" fmla="*/ 1183771 h 2521995"/>
              <a:gd name="connsiteX3" fmla="*/ 1502092 w 1845879"/>
              <a:gd name="connsiteY3" fmla="*/ 695233 h 2521995"/>
              <a:gd name="connsiteX4" fmla="*/ 1543621 w 1845879"/>
              <a:gd name="connsiteY4" fmla="*/ 397863 h 2521995"/>
              <a:gd name="connsiteX5" fmla="*/ 1543621 w 1845879"/>
              <a:gd name="connsiteY5" fmla="*/ 236700 h 2521995"/>
              <a:gd name="connsiteX6" fmla="*/ 1535335 w 1845879"/>
              <a:gd name="connsiteY6" fmla="*/ 67250 h 2521995"/>
              <a:gd name="connsiteX7" fmla="*/ 1500378 w 1845879"/>
              <a:gd name="connsiteY7" fmla="*/ 10767 h 2521995"/>
              <a:gd name="connsiteX8" fmla="*/ 1379029 w 1845879"/>
              <a:gd name="connsiteY8" fmla="*/ 34008 h 2521995"/>
              <a:gd name="connsiteX9" fmla="*/ 1189482 w 1845879"/>
              <a:gd name="connsiteY9" fmla="*/ 254988 h 2521995"/>
              <a:gd name="connsiteX10" fmla="*/ 981582 w 1845879"/>
              <a:gd name="connsiteY10" fmla="*/ 607707 h 2521995"/>
              <a:gd name="connsiteX11" fmla="*/ 799569 w 1845879"/>
              <a:gd name="connsiteY11" fmla="*/ 905856 h 2521995"/>
              <a:gd name="connsiteX12" fmla="*/ 474440 w 1845879"/>
              <a:gd name="connsiteY12" fmla="*/ 1271647 h 2521995"/>
              <a:gd name="connsiteX13" fmla="*/ 71512 w 1845879"/>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97318 w 1843628"/>
              <a:gd name="connsiteY11" fmla="*/ 905856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58658 w 1843628"/>
              <a:gd name="connsiteY10" fmla="*/ 502520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2494 h 2522494"/>
              <a:gd name="connsiteX1" fmla="*/ 1586673 w 1843628"/>
              <a:gd name="connsiteY1" fmla="*/ 1571490 h 2522494"/>
              <a:gd name="connsiteX2" fmla="*/ 1576327 w 1843628"/>
              <a:gd name="connsiteY2" fmla="*/ 1184270 h 2522494"/>
              <a:gd name="connsiteX3" fmla="*/ 1499841 w 1843628"/>
              <a:gd name="connsiteY3" fmla="*/ 695732 h 2522494"/>
              <a:gd name="connsiteX4" fmla="*/ 1541370 w 1843628"/>
              <a:gd name="connsiteY4" fmla="*/ 398362 h 2522494"/>
              <a:gd name="connsiteX5" fmla="*/ 1541370 w 1843628"/>
              <a:gd name="connsiteY5" fmla="*/ 237199 h 2522494"/>
              <a:gd name="connsiteX6" fmla="*/ 1533084 w 1843628"/>
              <a:gd name="connsiteY6" fmla="*/ 67749 h 2522494"/>
              <a:gd name="connsiteX7" fmla="*/ 1498127 w 1843628"/>
              <a:gd name="connsiteY7" fmla="*/ 11266 h 2522494"/>
              <a:gd name="connsiteX8" fmla="*/ 1376778 w 1843628"/>
              <a:gd name="connsiteY8" fmla="*/ 34507 h 2522494"/>
              <a:gd name="connsiteX9" fmla="*/ 1182582 w 1843628"/>
              <a:gd name="connsiteY9" fmla="*/ 180432 h 2522494"/>
              <a:gd name="connsiteX10" fmla="*/ 958658 w 1843628"/>
              <a:gd name="connsiteY10" fmla="*/ 503019 h 2522494"/>
              <a:gd name="connsiteX11" fmla="*/ 739867 w 1843628"/>
              <a:gd name="connsiteY11" fmla="*/ 881500 h 2522494"/>
              <a:gd name="connsiteX12" fmla="*/ 491536 w 1843628"/>
              <a:gd name="connsiteY12" fmla="*/ 1354605 h 2522494"/>
              <a:gd name="connsiteX13" fmla="*/ 69261 w 1843628"/>
              <a:gd name="connsiteY13" fmla="*/ 2211232 h 2522494"/>
              <a:gd name="connsiteX0" fmla="*/ 1814299 w 1852592"/>
              <a:gd name="connsiteY0" fmla="*/ 2522494 h 2522494"/>
              <a:gd name="connsiteX1" fmla="*/ 1595637 w 1852592"/>
              <a:gd name="connsiteY1" fmla="*/ 1571490 h 2522494"/>
              <a:gd name="connsiteX2" fmla="*/ 1585291 w 1852592"/>
              <a:gd name="connsiteY2" fmla="*/ 1184270 h 2522494"/>
              <a:gd name="connsiteX3" fmla="*/ 1508805 w 1852592"/>
              <a:gd name="connsiteY3" fmla="*/ 695732 h 2522494"/>
              <a:gd name="connsiteX4" fmla="*/ 1550334 w 1852592"/>
              <a:gd name="connsiteY4" fmla="*/ 398362 h 2522494"/>
              <a:gd name="connsiteX5" fmla="*/ 1550334 w 1852592"/>
              <a:gd name="connsiteY5" fmla="*/ 237199 h 2522494"/>
              <a:gd name="connsiteX6" fmla="*/ 1542048 w 1852592"/>
              <a:gd name="connsiteY6" fmla="*/ 67749 h 2522494"/>
              <a:gd name="connsiteX7" fmla="*/ 1507091 w 1852592"/>
              <a:gd name="connsiteY7" fmla="*/ 11266 h 2522494"/>
              <a:gd name="connsiteX8" fmla="*/ 1385742 w 1852592"/>
              <a:gd name="connsiteY8" fmla="*/ 34507 h 2522494"/>
              <a:gd name="connsiteX9" fmla="*/ 1191546 w 1852592"/>
              <a:gd name="connsiteY9" fmla="*/ 180432 h 2522494"/>
              <a:gd name="connsiteX10" fmla="*/ 967622 w 1852592"/>
              <a:gd name="connsiteY10" fmla="*/ 503019 h 2522494"/>
              <a:gd name="connsiteX11" fmla="*/ 748831 w 1852592"/>
              <a:gd name="connsiteY11" fmla="*/ 881500 h 2522494"/>
              <a:gd name="connsiteX12" fmla="*/ 429673 w 1852592"/>
              <a:gd name="connsiteY12" fmla="*/ 1363043 h 2522494"/>
              <a:gd name="connsiteX13" fmla="*/ 78225 w 1852592"/>
              <a:gd name="connsiteY13" fmla="*/ 2211232 h 2522494"/>
              <a:gd name="connsiteX0" fmla="*/ 1783270 w 1824005"/>
              <a:gd name="connsiteY0" fmla="*/ 2101879 h 2211232"/>
              <a:gd name="connsiteX1" fmla="*/ 1595637 w 1824005"/>
              <a:gd name="connsiteY1" fmla="*/ 1571490 h 2211232"/>
              <a:gd name="connsiteX2" fmla="*/ 1585291 w 1824005"/>
              <a:gd name="connsiteY2" fmla="*/ 1184270 h 2211232"/>
              <a:gd name="connsiteX3" fmla="*/ 1508805 w 1824005"/>
              <a:gd name="connsiteY3" fmla="*/ 695732 h 2211232"/>
              <a:gd name="connsiteX4" fmla="*/ 1550334 w 1824005"/>
              <a:gd name="connsiteY4" fmla="*/ 398362 h 2211232"/>
              <a:gd name="connsiteX5" fmla="*/ 1550334 w 1824005"/>
              <a:gd name="connsiteY5" fmla="*/ 237199 h 2211232"/>
              <a:gd name="connsiteX6" fmla="*/ 1542048 w 1824005"/>
              <a:gd name="connsiteY6" fmla="*/ 67749 h 2211232"/>
              <a:gd name="connsiteX7" fmla="*/ 1507091 w 1824005"/>
              <a:gd name="connsiteY7" fmla="*/ 11266 h 2211232"/>
              <a:gd name="connsiteX8" fmla="*/ 1385742 w 1824005"/>
              <a:gd name="connsiteY8" fmla="*/ 34507 h 2211232"/>
              <a:gd name="connsiteX9" fmla="*/ 1191546 w 1824005"/>
              <a:gd name="connsiteY9" fmla="*/ 180432 h 2211232"/>
              <a:gd name="connsiteX10" fmla="*/ 967622 w 1824005"/>
              <a:gd name="connsiteY10" fmla="*/ 503019 h 2211232"/>
              <a:gd name="connsiteX11" fmla="*/ 748831 w 1824005"/>
              <a:gd name="connsiteY11" fmla="*/ 881500 h 2211232"/>
              <a:gd name="connsiteX12" fmla="*/ 429673 w 1824005"/>
              <a:gd name="connsiteY12" fmla="*/ 1363043 h 2211232"/>
              <a:gd name="connsiteX13" fmla="*/ 78225 w 1824005"/>
              <a:gd name="connsiteY13" fmla="*/ 2211232 h 2211232"/>
              <a:gd name="connsiteX0" fmla="*/ 1783270 w 1783270"/>
              <a:gd name="connsiteY0" fmla="*/ 2101879 h 2211232"/>
              <a:gd name="connsiteX1" fmla="*/ 1595637 w 1783270"/>
              <a:gd name="connsiteY1" fmla="*/ 1571490 h 2211232"/>
              <a:gd name="connsiteX2" fmla="*/ 1585291 w 1783270"/>
              <a:gd name="connsiteY2" fmla="*/ 1184270 h 2211232"/>
              <a:gd name="connsiteX3" fmla="*/ 1508805 w 1783270"/>
              <a:gd name="connsiteY3" fmla="*/ 695732 h 2211232"/>
              <a:gd name="connsiteX4" fmla="*/ 1550334 w 1783270"/>
              <a:gd name="connsiteY4" fmla="*/ 398362 h 2211232"/>
              <a:gd name="connsiteX5" fmla="*/ 1550334 w 1783270"/>
              <a:gd name="connsiteY5" fmla="*/ 237199 h 2211232"/>
              <a:gd name="connsiteX6" fmla="*/ 1542048 w 1783270"/>
              <a:gd name="connsiteY6" fmla="*/ 67749 h 2211232"/>
              <a:gd name="connsiteX7" fmla="*/ 1507091 w 1783270"/>
              <a:gd name="connsiteY7" fmla="*/ 11266 h 2211232"/>
              <a:gd name="connsiteX8" fmla="*/ 1385742 w 1783270"/>
              <a:gd name="connsiteY8" fmla="*/ 34507 h 2211232"/>
              <a:gd name="connsiteX9" fmla="*/ 1191546 w 1783270"/>
              <a:gd name="connsiteY9" fmla="*/ 180432 h 2211232"/>
              <a:gd name="connsiteX10" fmla="*/ 967622 w 1783270"/>
              <a:gd name="connsiteY10" fmla="*/ 503019 h 2211232"/>
              <a:gd name="connsiteX11" fmla="*/ 748831 w 1783270"/>
              <a:gd name="connsiteY11" fmla="*/ 881500 h 2211232"/>
              <a:gd name="connsiteX12" fmla="*/ 429673 w 1783270"/>
              <a:gd name="connsiteY12" fmla="*/ 1363043 h 2211232"/>
              <a:gd name="connsiteX13" fmla="*/ 78225 w 1783270"/>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18786 w 1918786"/>
              <a:gd name="connsiteY0" fmla="*/ 2127465 h 2211232"/>
              <a:gd name="connsiteX1" fmla="*/ 1558426 w 1918786"/>
              <a:gd name="connsiteY1" fmla="*/ 1783842 h 2211232"/>
              <a:gd name="connsiteX2" fmla="*/ 1585291 w 1918786"/>
              <a:gd name="connsiteY2" fmla="*/ 1184270 h 2211232"/>
              <a:gd name="connsiteX3" fmla="*/ 1508805 w 1918786"/>
              <a:gd name="connsiteY3" fmla="*/ 695732 h 2211232"/>
              <a:gd name="connsiteX4" fmla="*/ 1550334 w 1918786"/>
              <a:gd name="connsiteY4" fmla="*/ 398362 h 2211232"/>
              <a:gd name="connsiteX5" fmla="*/ 1550334 w 1918786"/>
              <a:gd name="connsiteY5" fmla="*/ 237199 h 2211232"/>
              <a:gd name="connsiteX6" fmla="*/ 1542048 w 1918786"/>
              <a:gd name="connsiteY6" fmla="*/ 67749 h 2211232"/>
              <a:gd name="connsiteX7" fmla="*/ 1507091 w 1918786"/>
              <a:gd name="connsiteY7" fmla="*/ 11266 h 2211232"/>
              <a:gd name="connsiteX8" fmla="*/ 1385742 w 1918786"/>
              <a:gd name="connsiteY8" fmla="*/ 34507 h 2211232"/>
              <a:gd name="connsiteX9" fmla="*/ 1191546 w 1918786"/>
              <a:gd name="connsiteY9" fmla="*/ 180432 h 2211232"/>
              <a:gd name="connsiteX10" fmla="*/ 967622 w 1918786"/>
              <a:gd name="connsiteY10" fmla="*/ 503019 h 2211232"/>
              <a:gd name="connsiteX11" fmla="*/ 748831 w 1918786"/>
              <a:gd name="connsiteY11" fmla="*/ 881500 h 2211232"/>
              <a:gd name="connsiteX12" fmla="*/ 429673 w 1918786"/>
              <a:gd name="connsiteY12" fmla="*/ 1363043 h 2211232"/>
              <a:gd name="connsiteX13" fmla="*/ 78225 w 1918786"/>
              <a:gd name="connsiteY13" fmla="*/ 2211232 h 2211232"/>
              <a:gd name="connsiteX0" fmla="*/ 1898387 w 1898387"/>
              <a:gd name="connsiteY0" fmla="*/ 2127465 h 2127465"/>
              <a:gd name="connsiteX1" fmla="*/ 1538027 w 1898387"/>
              <a:gd name="connsiteY1" fmla="*/ 1783842 h 2127465"/>
              <a:gd name="connsiteX2" fmla="*/ 1564892 w 1898387"/>
              <a:gd name="connsiteY2" fmla="*/ 1184270 h 2127465"/>
              <a:gd name="connsiteX3" fmla="*/ 1488406 w 1898387"/>
              <a:gd name="connsiteY3" fmla="*/ 695732 h 2127465"/>
              <a:gd name="connsiteX4" fmla="*/ 1529935 w 1898387"/>
              <a:gd name="connsiteY4" fmla="*/ 398362 h 2127465"/>
              <a:gd name="connsiteX5" fmla="*/ 1529935 w 1898387"/>
              <a:gd name="connsiteY5" fmla="*/ 237199 h 2127465"/>
              <a:gd name="connsiteX6" fmla="*/ 1521649 w 1898387"/>
              <a:gd name="connsiteY6" fmla="*/ 67749 h 2127465"/>
              <a:gd name="connsiteX7" fmla="*/ 1486692 w 1898387"/>
              <a:gd name="connsiteY7" fmla="*/ 11266 h 2127465"/>
              <a:gd name="connsiteX8" fmla="*/ 1365343 w 1898387"/>
              <a:gd name="connsiteY8" fmla="*/ 34507 h 2127465"/>
              <a:gd name="connsiteX9" fmla="*/ 1171147 w 1898387"/>
              <a:gd name="connsiteY9" fmla="*/ 180432 h 2127465"/>
              <a:gd name="connsiteX10" fmla="*/ 947223 w 1898387"/>
              <a:gd name="connsiteY10" fmla="*/ 503019 h 2127465"/>
              <a:gd name="connsiteX11" fmla="*/ 728432 w 1898387"/>
              <a:gd name="connsiteY11" fmla="*/ 881500 h 2127465"/>
              <a:gd name="connsiteX12" fmla="*/ 409274 w 1898387"/>
              <a:gd name="connsiteY12" fmla="*/ 1363043 h 2127465"/>
              <a:gd name="connsiteX13" fmla="*/ 81760 w 1898387"/>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330185 w 1819298"/>
              <a:gd name="connsiteY12" fmla="*/ 1363043 h 2127465"/>
              <a:gd name="connsiteX13" fmla="*/ 2671 w 1819298"/>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617054 w 1819298"/>
              <a:gd name="connsiteY12" fmla="*/ 1055990 h 2127465"/>
              <a:gd name="connsiteX13" fmla="*/ 330185 w 1819298"/>
              <a:gd name="connsiteY13" fmla="*/ 1363043 h 2127465"/>
              <a:gd name="connsiteX14" fmla="*/ 2671 w 1819298"/>
              <a:gd name="connsiteY14" fmla="*/ 1766544 h 2127465"/>
              <a:gd name="connsiteX0" fmla="*/ 1818189 w 1818189"/>
              <a:gd name="connsiteY0" fmla="*/ 2127465 h 2127465"/>
              <a:gd name="connsiteX1" fmla="*/ 1457829 w 1818189"/>
              <a:gd name="connsiteY1" fmla="*/ 1783842 h 2127465"/>
              <a:gd name="connsiteX2" fmla="*/ 1484694 w 1818189"/>
              <a:gd name="connsiteY2" fmla="*/ 1184270 h 2127465"/>
              <a:gd name="connsiteX3" fmla="*/ 1408208 w 1818189"/>
              <a:gd name="connsiteY3" fmla="*/ 695732 h 2127465"/>
              <a:gd name="connsiteX4" fmla="*/ 1449737 w 1818189"/>
              <a:gd name="connsiteY4" fmla="*/ 398362 h 2127465"/>
              <a:gd name="connsiteX5" fmla="*/ 1449737 w 1818189"/>
              <a:gd name="connsiteY5" fmla="*/ 237199 h 2127465"/>
              <a:gd name="connsiteX6" fmla="*/ 1441451 w 1818189"/>
              <a:gd name="connsiteY6" fmla="*/ 67749 h 2127465"/>
              <a:gd name="connsiteX7" fmla="*/ 1406494 w 1818189"/>
              <a:gd name="connsiteY7" fmla="*/ 11266 h 2127465"/>
              <a:gd name="connsiteX8" fmla="*/ 1285145 w 1818189"/>
              <a:gd name="connsiteY8" fmla="*/ 34507 h 2127465"/>
              <a:gd name="connsiteX9" fmla="*/ 1090949 w 1818189"/>
              <a:gd name="connsiteY9" fmla="*/ 180432 h 2127465"/>
              <a:gd name="connsiteX10" fmla="*/ 867025 w 1818189"/>
              <a:gd name="connsiteY10" fmla="*/ 503019 h 2127465"/>
              <a:gd name="connsiteX11" fmla="*/ 648234 w 1818189"/>
              <a:gd name="connsiteY11" fmla="*/ 881500 h 2127465"/>
              <a:gd name="connsiteX12" fmla="*/ 615945 w 1818189"/>
              <a:gd name="connsiteY12" fmla="*/ 1055990 h 2127465"/>
              <a:gd name="connsiteX13" fmla="*/ 418970 w 1818189"/>
              <a:gd name="connsiteY13" fmla="*/ 1309140 h 2127465"/>
              <a:gd name="connsiteX14" fmla="*/ 1562 w 181818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511 w 1818511"/>
              <a:gd name="connsiteY0" fmla="*/ 2127465 h 2127465"/>
              <a:gd name="connsiteX1" fmla="*/ 1458151 w 1818511"/>
              <a:gd name="connsiteY1" fmla="*/ 1783842 h 2127465"/>
              <a:gd name="connsiteX2" fmla="*/ 1485016 w 1818511"/>
              <a:gd name="connsiteY2" fmla="*/ 1184270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526978 w 1818511"/>
              <a:gd name="connsiteY5" fmla="*/ 254991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511" h="2127465">
                <a:moveTo>
                  <a:pt x="1818511" y="2127465"/>
                </a:moveTo>
                <a:cubicBezTo>
                  <a:pt x="1762852" y="2012571"/>
                  <a:pt x="1504405" y="1937273"/>
                  <a:pt x="1458151" y="1783842"/>
                </a:cubicBezTo>
                <a:cubicBezTo>
                  <a:pt x="1411897" y="1630411"/>
                  <a:pt x="1549259" y="1388229"/>
                  <a:pt x="1540989" y="1206877"/>
                </a:cubicBezTo>
                <a:cubicBezTo>
                  <a:pt x="1532719" y="1025525"/>
                  <a:pt x="1395672" y="861277"/>
                  <a:pt x="1408530" y="695732"/>
                </a:cubicBezTo>
                <a:cubicBezTo>
                  <a:pt x="1416246" y="595815"/>
                  <a:pt x="1430318" y="471819"/>
                  <a:pt x="1450059" y="398362"/>
                </a:cubicBezTo>
                <a:cubicBezTo>
                  <a:pt x="1469800" y="324905"/>
                  <a:pt x="1526597" y="308712"/>
                  <a:pt x="1526978" y="254991"/>
                </a:cubicBezTo>
                <a:cubicBezTo>
                  <a:pt x="1527359" y="198031"/>
                  <a:pt x="1461800" y="108370"/>
                  <a:pt x="1441773" y="67749"/>
                </a:cubicBezTo>
                <a:cubicBezTo>
                  <a:pt x="1421746" y="27128"/>
                  <a:pt x="1425866" y="24029"/>
                  <a:pt x="1406816" y="11266"/>
                </a:cubicBezTo>
                <a:cubicBezTo>
                  <a:pt x="1370049" y="-13499"/>
                  <a:pt x="1338058" y="6313"/>
                  <a:pt x="1285467" y="34507"/>
                </a:cubicBezTo>
                <a:cubicBezTo>
                  <a:pt x="1232876" y="62701"/>
                  <a:pt x="1160958" y="102347"/>
                  <a:pt x="1091271" y="180432"/>
                </a:cubicBezTo>
                <a:cubicBezTo>
                  <a:pt x="1021584" y="258517"/>
                  <a:pt x="941133" y="386174"/>
                  <a:pt x="867347" y="503019"/>
                </a:cubicBezTo>
                <a:cubicBezTo>
                  <a:pt x="793561" y="619864"/>
                  <a:pt x="690403" y="789338"/>
                  <a:pt x="648556" y="881500"/>
                </a:cubicBezTo>
                <a:cubicBezTo>
                  <a:pt x="606709" y="973662"/>
                  <a:pt x="669460" y="975733"/>
                  <a:pt x="616267" y="1055990"/>
                </a:cubicBezTo>
                <a:cubicBezTo>
                  <a:pt x="563074" y="1136247"/>
                  <a:pt x="511535" y="1188704"/>
                  <a:pt x="429980" y="1244675"/>
                </a:cubicBezTo>
                <a:cubicBezTo>
                  <a:pt x="133734" y="1388167"/>
                  <a:pt x="-18957" y="1677887"/>
                  <a:pt x="1884" y="176654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8" name="Freeform: Shape 47">
            <a:extLst>
              <a:ext uri="{FF2B5EF4-FFF2-40B4-BE49-F238E27FC236}">
                <a16:creationId xmlns:a16="http://schemas.microsoft.com/office/drawing/2014/main" id="{DAC8F36C-F275-3023-109D-FB9A7799CDFC}"/>
              </a:ext>
            </a:extLst>
          </p:cNvPr>
          <p:cNvSpPr/>
          <p:nvPr userDrawn="1"/>
        </p:nvSpPr>
        <p:spPr>
          <a:xfrm rot="843214" flipH="1">
            <a:off x="9166255" y="3145343"/>
            <a:ext cx="2754229" cy="4105266"/>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062627 w 2062627"/>
              <a:gd name="connsiteY0" fmla="*/ 3133037 h 3133037"/>
              <a:gd name="connsiteX1" fmla="*/ 1980575 w 2062627"/>
              <a:gd name="connsiteY1" fmla="*/ 2137763 h 3133037"/>
              <a:gd name="connsiteX2" fmla="*/ 1870466 w 2062627"/>
              <a:gd name="connsiteY2" fmla="*/ 1853061 h 3133037"/>
              <a:gd name="connsiteX3" fmla="*/ 1813030 w 2062627"/>
              <a:gd name="connsiteY3" fmla="*/ 1618555 h 3133037"/>
              <a:gd name="connsiteX4" fmla="*/ 1757976 w 2062627"/>
              <a:gd name="connsiteY4" fmla="*/ 1324232 h 3133037"/>
              <a:gd name="connsiteX5" fmla="*/ 1772359 w 2062627"/>
              <a:gd name="connsiteY5" fmla="*/ 1075439 h 3133037"/>
              <a:gd name="connsiteX6" fmla="*/ 1796266 w 2062627"/>
              <a:gd name="connsiteY6" fmla="*/ 929516 h 3133037"/>
              <a:gd name="connsiteX7" fmla="*/ 1853702 w 2062627"/>
              <a:gd name="connsiteY7" fmla="*/ 637575 h 3133037"/>
              <a:gd name="connsiteX8" fmla="*/ 1879991 w 2062627"/>
              <a:gd name="connsiteY8" fmla="*/ 427073 h 3133037"/>
              <a:gd name="connsiteX9" fmla="*/ 1678315 w 2062627"/>
              <a:gd name="connsiteY9" fmla="*/ 3101 h 3133037"/>
              <a:gd name="connsiteX10" fmla="*/ 1407043 w 2062627"/>
              <a:gd name="connsiteY10" fmla="*/ 250943 h 3133037"/>
              <a:gd name="connsiteX11" fmla="*/ 1016743 w 2062627"/>
              <a:gd name="connsiteY11" fmla="*/ 874929 h 3133037"/>
              <a:gd name="connsiteX12" fmla="*/ 425510 w 2062627"/>
              <a:gd name="connsiteY12" fmla="*/ 1765417 h 3133037"/>
              <a:gd name="connsiteX13" fmla="*/ 20829 w 2062627"/>
              <a:gd name="connsiteY13" fmla="*/ 2288401 h 3133037"/>
              <a:gd name="connsiteX14" fmla="*/ 71044 w 2062627"/>
              <a:gd name="connsiteY14" fmla="*/ 2733373 h 3133037"/>
              <a:gd name="connsiteX0" fmla="*/ 2062627 w 2133207"/>
              <a:gd name="connsiteY0" fmla="*/ 3133037 h 3133037"/>
              <a:gd name="connsiteX1" fmla="*/ 1980575 w 2133207"/>
              <a:gd name="connsiteY1" fmla="*/ 2137763 h 3133037"/>
              <a:gd name="connsiteX2" fmla="*/ 1870466 w 2133207"/>
              <a:gd name="connsiteY2" fmla="*/ 1853061 h 3133037"/>
              <a:gd name="connsiteX3" fmla="*/ 1813030 w 2133207"/>
              <a:gd name="connsiteY3" fmla="*/ 1618555 h 3133037"/>
              <a:gd name="connsiteX4" fmla="*/ 1757976 w 2133207"/>
              <a:gd name="connsiteY4" fmla="*/ 1324232 h 3133037"/>
              <a:gd name="connsiteX5" fmla="*/ 1772359 w 2133207"/>
              <a:gd name="connsiteY5" fmla="*/ 1075439 h 3133037"/>
              <a:gd name="connsiteX6" fmla="*/ 1796266 w 2133207"/>
              <a:gd name="connsiteY6" fmla="*/ 929516 h 3133037"/>
              <a:gd name="connsiteX7" fmla="*/ 1853702 w 2133207"/>
              <a:gd name="connsiteY7" fmla="*/ 637575 h 3133037"/>
              <a:gd name="connsiteX8" fmla="*/ 1879991 w 2133207"/>
              <a:gd name="connsiteY8" fmla="*/ 427073 h 3133037"/>
              <a:gd name="connsiteX9" fmla="*/ 1678315 w 2133207"/>
              <a:gd name="connsiteY9" fmla="*/ 3101 h 3133037"/>
              <a:gd name="connsiteX10" fmla="*/ 1407043 w 2133207"/>
              <a:gd name="connsiteY10" fmla="*/ 250943 h 3133037"/>
              <a:gd name="connsiteX11" fmla="*/ 1016743 w 2133207"/>
              <a:gd name="connsiteY11" fmla="*/ 874929 h 3133037"/>
              <a:gd name="connsiteX12" fmla="*/ 425510 w 2133207"/>
              <a:gd name="connsiteY12" fmla="*/ 1765417 h 3133037"/>
              <a:gd name="connsiteX13" fmla="*/ 20829 w 2133207"/>
              <a:gd name="connsiteY13" fmla="*/ 2288401 h 3133037"/>
              <a:gd name="connsiteX14" fmla="*/ 71044 w 2133207"/>
              <a:gd name="connsiteY14" fmla="*/ 2733373 h 3133037"/>
              <a:gd name="connsiteX0" fmla="*/ 2062627 w 2154740"/>
              <a:gd name="connsiteY0" fmla="*/ 3133037 h 3133037"/>
              <a:gd name="connsiteX1" fmla="*/ 2069184 w 2154740"/>
              <a:gd name="connsiteY1" fmla="*/ 2453641 h 3133037"/>
              <a:gd name="connsiteX2" fmla="*/ 1870466 w 2154740"/>
              <a:gd name="connsiteY2" fmla="*/ 1853061 h 3133037"/>
              <a:gd name="connsiteX3" fmla="*/ 1813030 w 2154740"/>
              <a:gd name="connsiteY3" fmla="*/ 1618555 h 3133037"/>
              <a:gd name="connsiteX4" fmla="*/ 1757976 w 2154740"/>
              <a:gd name="connsiteY4" fmla="*/ 1324232 h 3133037"/>
              <a:gd name="connsiteX5" fmla="*/ 1772359 w 2154740"/>
              <a:gd name="connsiteY5" fmla="*/ 1075439 h 3133037"/>
              <a:gd name="connsiteX6" fmla="*/ 1796266 w 2154740"/>
              <a:gd name="connsiteY6" fmla="*/ 929516 h 3133037"/>
              <a:gd name="connsiteX7" fmla="*/ 1853702 w 2154740"/>
              <a:gd name="connsiteY7" fmla="*/ 637575 h 3133037"/>
              <a:gd name="connsiteX8" fmla="*/ 1879991 w 2154740"/>
              <a:gd name="connsiteY8" fmla="*/ 427073 h 3133037"/>
              <a:gd name="connsiteX9" fmla="*/ 1678315 w 2154740"/>
              <a:gd name="connsiteY9" fmla="*/ 3101 h 3133037"/>
              <a:gd name="connsiteX10" fmla="*/ 1407043 w 2154740"/>
              <a:gd name="connsiteY10" fmla="*/ 250943 h 3133037"/>
              <a:gd name="connsiteX11" fmla="*/ 1016743 w 2154740"/>
              <a:gd name="connsiteY11" fmla="*/ 874929 h 3133037"/>
              <a:gd name="connsiteX12" fmla="*/ 425510 w 2154740"/>
              <a:gd name="connsiteY12" fmla="*/ 1765417 h 3133037"/>
              <a:gd name="connsiteX13" fmla="*/ 20829 w 2154740"/>
              <a:gd name="connsiteY13" fmla="*/ 2288401 h 3133037"/>
              <a:gd name="connsiteX14" fmla="*/ 71044 w 2154740"/>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16743 w 2155585"/>
              <a:gd name="connsiteY11" fmla="*/ 874929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54307 w 2155585"/>
              <a:gd name="connsiteY10" fmla="*/ 277419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076503 h 3076503"/>
              <a:gd name="connsiteX1" fmla="*/ 2069184 w 2155585"/>
              <a:gd name="connsiteY1" fmla="*/ 2397107 h 3076503"/>
              <a:gd name="connsiteX2" fmla="*/ 1851164 w 2155585"/>
              <a:gd name="connsiteY2" fmla="*/ 1872178 h 3076503"/>
              <a:gd name="connsiteX3" fmla="*/ 1813030 w 2155585"/>
              <a:gd name="connsiteY3" fmla="*/ 1562021 h 3076503"/>
              <a:gd name="connsiteX4" fmla="*/ 1757976 w 2155585"/>
              <a:gd name="connsiteY4" fmla="*/ 1267698 h 3076503"/>
              <a:gd name="connsiteX5" fmla="*/ 1772359 w 2155585"/>
              <a:gd name="connsiteY5" fmla="*/ 1018905 h 3076503"/>
              <a:gd name="connsiteX6" fmla="*/ 1796266 w 2155585"/>
              <a:gd name="connsiteY6" fmla="*/ 872982 h 3076503"/>
              <a:gd name="connsiteX7" fmla="*/ 1853702 w 2155585"/>
              <a:gd name="connsiteY7" fmla="*/ 581041 h 3076503"/>
              <a:gd name="connsiteX8" fmla="*/ 1879991 w 2155585"/>
              <a:gd name="connsiteY8" fmla="*/ 370539 h 3076503"/>
              <a:gd name="connsiteX9" fmla="*/ 1688112 w 2155585"/>
              <a:gd name="connsiteY9" fmla="*/ 3527 h 3076503"/>
              <a:gd name="connsiteX10" fmla="*/ 1454307 w 2155585"/>
              <a:gd name="connsiteY10" fmla="*/ 220885 h 3076503"/>
              <a:gd name="connsiteX11" fmla="*/ 1094559 w 2155585"/>
              <a:gd name="connsiteY11" fmla="*/ 831359 h 3076503"/>
              <a:gd name="connsiteX12" fmla="*/ 425510 w 2155585"/>
              <a:gd name="connsiteY12" fmla="*/ 1708883 h 3076503"/>
              <a:gd name="connsiteX13" fmla="*/ 20829 w 2155585"/>
              <a:gd name="connsiteY13" fmla="*/ 2231867 h 3076503"/>
              <a:gd name="connsiteX14" fmla="*/ 71044 w 2155585"/>
              <a:gd name="connsiteY14" fmla="*/ 2676839 h 3076503"/>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25510 w 2155585"/>
              <a:gd name="connsiteY12" fmla="*/ 1708447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23155 w 2116113"/>
              <a:gd name="connsiteY0" fmla="*/ 3076067 h 3076067"/>
              <a:gd name="connsiteX1" fmla="*/ 2029712 w 2116113"/>
              <a:gd name="connsiteY1" fmla="*/ 2396671 h 3076067"/>
              <a:gd name="connsiteX2" fmla="*/ 1811692 w 2116113"/>
              <a:gd name="connsiteY2" fmla="*/ 1871742 h 3076067"/>
              <a:gd name="connsiteX3" fmla="*/ 1773558 w 2116113"/>
              <a:gd name="connsiteY3" fmla="*/ 1561585 h 3076067"/>
              <a:gd name="connsiteX4" fmla="*/ 1718504 w 2116113"/>
              <a:gd name="connsiteY4" fmla="*/ 1267262 h 3076067"/>
              <a:gd name="connsiteX5" fmla="*/ 1732887 w 2116113"/>
              <a:gd name="connsiteY5" fmla="*/ 1018469 h 3076067"/>
              <a:gd name="connsiteX6" fmla="*/ 1756794 w 2116113"/>
              <a:gd name="connsiteY6" fmla="*/ 872546 h 3076067"/>
              <a:gd name="connsiteX7" fmla="*/ 1814230 w 2116113"/>
              <a:gd name="connsiteY7" fmla="*/ 580605 h 3076067"/>
              <a:gd name="connsiteX8" fmla="*/ 1840519 w 2116113"/>
              <a:gd name="connsiteY8" fmla="*/ 370103 h 3076067"/>
              <a:gd name="connsiteX9" fmla="*/ 1648640 w 2116113"/>
              <a:gd name="connsiteY9" fmla="*/ 3091 h 3076067"/>
              <a:gd name="connsiteX10" fmla="*/ 1414835 w 2116113"/>
              <a:gd name="connsiteY10" fmla="*/ 220449 h 3076067"/>
              <a:gd name="connsiteX11" fmla="*/ 1055087 w 2116113"/>
              <a:gd name="connsiteY11" fmla="*/ 830923 h 3076067"/>
              <a:gd name="connsiteX12" fmla="*/ 423489 w 2116113"/>
              <a:gd name="connsiteY12" fmla="*/ 1721976 h 3076067"/>
              <a:gd name="connsiteX13" fmla="*/ 27535 w 2116113"/>
              <a:gd name="connsiteY13" fmla="*/ 2246689 h 3076067"/>
              <a:gd name="connsiteX14" fmla="*/ 31572 w 2116113"/>
              <a:gd name="connsiteY14" fmla="*/ 2676403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45861 w 2106887"/>
              <a:gd name="connsiteY11" fmla="*/ 830923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04374 w 2106887"/>
              <a:gd name="connsiteY11" fmla="*/ 804705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124267 w 2194372"/>
              <a:gd name="connsiteY0" fmla="*/ 3082458 h 3082458"/>
              <a:gd name="connsiteX1" fmla="*/ 2020486 w 2194372"/>
              <a:gd name="connsiteY1" fmla="*/ 2396671 h 3082458"/>
              <a:gd name="connsiteX2" fmla="*/ 1802466 w 2194372"/>
              <a:gd name="connsiteY2" fmla="*/ 1871742 h 3082458"/>
              <a:gd name="connsiteX3" fmla="*/ 1764332 w 2194372"/>
              <a:gd name="connsiteY3" fmla="*/ 1561585 h 3082458"/>
              <a:gd name="connsiteX4" fmla="*/ 1709278 w 2194372"/>
              <a:gd name="connsiteY4" fmla="*/ 1267262 h 3082458"/>
              <a:gd name="connsiteX5" fmla="*/ 1723661 w 2194372"/>
              <a:gd name="connsiteY5" fmla="*/ 1018469 h 3082458"/>
              <a:gd name="connsiteX6" fmla="*/ 1747568 w 2194372"/>
              <a:gd name="connsiteY6" fmla="*/ 872546 h 3082458"/>
              <a:gd name="connsiteX7" fmla="*/ 1805004 w 2194372"/>
              <a:gd name="connsiteY7" fmla="*/ 580605 h 3082458"/>
              <a:gd name="connsiteX8" fmla="*/ 1831293 w 2194372"/>
              <a:gd name="connsiteY8" fmla="*/ 370103 h 3082458"/>
              <a:gd name="connsiteX9" fmla="*/ 1639414 w 2194372"/>
              <a:gd name="connsiteY9" fmla="*/ 3091 h 3082458"/>
              <a:gd name="connsiteX10" fmla="*/ 1405609 w 2194372"/>
              <a:gd name="connsiteY10" fmla="*/ 220449 h 3082458"/>
              <a:gd name="connsiteX11" fmla="*/ 1004374 w 2194372"/>
              <a:gd name="connsiteY11" fmla="*/ 804705 h 3082458"/>
              <a:gd name="connsiteX12" fmla="*/ 414263 w 2194372"/>
              <a:gd name="connsiteY12" fmla="*/ 1721976 h 3082458"/>
              <a:gd name="connsiteX13" fmla="*/ 18309 w 2194372"/>
              <a:gd name="connsiteY13" fmla="*/ 2246689 h 3082458"/>
              <a:gd name="connsiteX14" fmla="*/ 94702 w 2194372"/>
              <a:gd name="connsiteY14" fmla="*/ 2696844 h 3082458"/>
              <a:gd name="connsiteX0" fmla="*/ 2124267 w 2168230"/>
              <a:gd name="connsiteY0" fmla="*/ 3082458 h 3082458"/>
              <a:gd name="connsiteX1" fmla="*/ 2020486 w 2168230"/>
              <a:gd name="connsiteY1" fmla="*/ 2396671 h 3082458"/>
              <a:gd name="connsiteX2" fmla="*/ 1802466 w 2168230"/>
              <a:gd name="connsiteY2" fmla="*/ 1871742 h 3082458"/>
              <a:gd name="connsiteX3" fmla="*/ 1764332 w 2168230"/>
              <a:gd name="connsiteY3" fmla="*/ 1561585 h 3082458"/>
              <a:gd name="connsiteX4" fmla="*/ 1709278 w 2168230"/>
              <a:gd name="connsiteY4" fmla="*/ 1267262 h 3082458"/>
              <a:gd name="connsiteX5" fmla="*/ 1723661 w 2168230"/>
              <a:gd name="connsiteY5" fmla="*/ 1018469 h 3082458"/>
              <a:gd name="connsiteX6" fmla="*/ 1747568 w 2168230"/>
              <a:gd name="connsiteY6" fmla="*/ 872546 h 3082458"/>
              <a:gd name="connsiteX7" fmla="*/ 1805004 w 2168230"/>
              <a:gd name="connsiteY7" fmla="*/ 580605 h 3082458"/>
              <a:gd name="connsiteX8" fmla="*/ 1831293 w 2168230"/>
              <a:gd name="connsiteY8" fmla="*/ 370103 h 3082458"/>
              <a:gd name="connsiteX9" fmla="*/ 1639414 w 2168230"/>
              <a:gd name="connsiteY9" fmla="*/ 3091 h 3082458"/>
              <a:gd name="connsiteX10" fmla="*/ 1405609 w 2168230"/>
              <a:gd name="connsiteY10" fmla="*/ 220449 h 3082458"/>
              <a:gd name="connsiteX11" fmla="*/ 1004374 w 2168230"/>
              <a:gd name="connsiteY11" fmla="*/ 804705 h 3082458"/>
              <a:gd name="connsiteX12" fmla="*/ 414263 w 2168230"/>
              <a:gd name="connsiteY12" fmla="*/ 1721976 h 3082458"/>
              <a:gd name="connsiteX13" fmla="*/ 18309 w 2168230"/>
              <a:gd name="connsiteY13" fmla="*/ 2246689 h 3082458"/>
              <a:gd name="connsiteX14" fmla="*/ 94702 w 2168230"/>
              <a:gd name="connsiteY14" fmla="*/ 2696844 h 3082458"/>
              <a:gd name="connsiteX0" fmla="*/ 2161045 w 2200512"/>
              <a:gd name="connsiteY0" fmla="*/ 3089740 h 3089740"/>
              <a:gd name="connsiteX1" fmla="*/ 2020486 w 2200512"/>
              <a:gd name="connsiteY1" fmla="*/ 2396671 h 3089740"/>
              <a:gd name="connsiteX2" fmla="*/ 1802466 w 2200512"/>
              <a:gd name="connsiteY2" fmla="*/ 1871742 h 3089740"/>
              <a:gd name="connsiteX3" fmla="*/ 1764332 w 2200512"/>
              <a:gd name="connsiteY3" fmla="*/ 1561585 h 3089740"/>
              <a:gd name="connsiteX4" fmla="*/ 1709278 w 2200512"/>
              <a:gd name="connsiteY4" fmla="*/ 1267262 h 3089740"/>
              <a:gd name="connsiteX5" fmla="*/ 1723661 w 2200512"/>
              <a:gd name="connsiteY5" fmla="*/ 1018469 h 3089740"/>
              <a:gd name="connsiteX6" fmla="*/ 1747568 w 2200512"/>
              <a:gd name="connsiteY6" fmla="*/ 872546 h 3089740"/>
              <a:gd name="connsiteX7" fmla="*/ 1805004 w 2200512"/>
              <a:gd name="connsiteY7" fmla="*/ 580605 h 3089740"/>
              <a:gd name="connsiteX8" fmla="*/ 1831293 w 2200512"/>
              <a:gd name="connsiteY8" fmla="*/ 370103 h 3089740"/>
              <a:gd name="connsiteX9" fmla="*/ 1639414 w 2200512"/>
              <a:gd name="connsiteY9" fmla="*/ 3091 h 3089740"/>
              <a:gd name="connsiteX10" fmla="*/ 1405609 w 2200512"/>
              <a:gd name="connsiteY10" fmla="*/ 220449 h 3089740"/>
              <a:gd name="connsiteX11" fmla="*/ 1004374 w 2200512"/>
              <a:gd name="connsiteY11" fmla="*/ 804705 h 3089740"/>
              <a:gd name="connsiteX12" fmla="*/ 414263 w 2200512"/>
              <a:gd name="connsiteY12" fmla="*/ 1721976 h 3089740"/>
              <a:gd name="connsiteX13" fmla="*/ 18309 w 2200512"/>
              <a:gd name="connsiteY13" fmla="*/ 2246689 h 3089740"/>
              <a:gd name="connsiteX14" fmla="*/ 94702 w 2200512"/>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296181 w 2345183"/>
              <a:gd name="connsiteY0" fmla="*/ 3089740 h 3089740"/>
              <a:gd name="connsiteX1" fmla="*/ 2215416 w 2345183"/>
              <a:gd name="connsiteY1" fmla="*/ 2331220 h 3089740"/>
              <a:gd name="connsiteX2" fmla="*/ 1937602 w 2345183"/>
              <a:gd name="connsiteY2" fmla="*/ 1871742 h 3089740"/>
              <a:gd name="connsiteX3" fmla="*/ 1899468 w 2345183"/>
              <a:gd name="connsiteY3" fmla="*/ 1561585 h 3089740"/>
              <a:gd name="connsiteX4" fmla="*/ 1901284 w 2345183"/>
              <a:gd name="connsiteY4" fmla="*/ 1295299 h 3089740"/>
              <a:gd name="connsiteX5" fmla="*/ 1882704 w 2345183"/>
              <a:gd name="connsiteY5" fmla="*/ 872546 h 3089740"/>
              <a:gd name="connsiteX6" fmla="*/ 1940140 w 2345183"/>
              <a:gd name="connsiteY6" fmla="*/ 580605 h 3089740"/>
              <a:gd name="connsiteX7" fmla="*/ 1966429 w 2345183"/>
              <a:gd name="connsiteY7" fmla="*/ 370103 h 3089740"/>
              <a:gd name="connsiteX8" fmla="*/ 1774550 w 2345183"/>
              <a:gd name="connsiteY8" fmla="*/ 3091 h 3089740"/>
              <a:gd name="connsiteX9" fmla="*/ 1540745 w 2345183"/>
              <a:gd name="connsiteY9" fmla="*/ 220449 h 3089740"/>
              <a:gd name="connsiteX10" fmla="*/ 1139510 w 2345183"/>
              <a:gd name="connsiteY10" fmla="*/ 804705 h 3089740"/>
              <a:gd name="connsiteX11" fmla="*/ 549399 w 2345183"/>
              <a:gd name="connsiteY11" fmla="*/ 1721976 h 3089740"/>
              <a:gd name="connsiteX12" fmla="*/ 153445 w 2345183"/>
              <a:gd name="connsiteY12" fmla="*/ 2246689 h 3089740"/>
              <a:gd name="connsiteX13" fmla="*/ 0 w 2345183"/>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41614 w 2390616"/>
              <a:gd name="connsiteY0" fmla="*/ 3089740 h 3089740"/>
              <a:gd name="connsiteX1" fmla="*/ 2260849 w 2390616"/>
              <a:gd name="connsiteY1" fmla="*/ 2331220 h 3089740"/>
              <a:gd name="connsiteX2" fmla="*/ 1983035 w 2390616"/>
              <a:gd name="connsiteY2" fmla="*/ 1871742 h 3089740"/>
              <a:gd name="connsiteX3" fmla="*/ 1944901 w 2390616"/>
              <a:gd name="connsiteY3" fmla="*/ 1561585 h 3089740"/>
              <a:gd name="connsiteX4" fmla="*/ 1946717 w 2390616"/>
              <a:gd name="connsiteY4" fmla="*/ 1295299 h 3089740"/>
              <a:gd name="connsiteX5" fmla="*/ 1928137 w 2390616"/>
              <a:gd name="connsiteY5" fmla="*/ 872546 h 3089740"/>
              <a:gd name="connsiteX6" fmla="*/ 1985573 w 2390616"/>
              <a:gd name="connsiteY6" fmla="*/ 580605 h 3089740"/>
              <a:gd name="connsiteX7" fmla="*/ 2011862 w 2390616"/>
              <a:gd name="connsiteY7" fmla="*/ 370103 h 3089740"/>
              <a:gd name="connsiteX8" fmla="*/ 1819983 w 2390616"/>
              <a:gd name="connsiteY8" fmla="*/ 3091 h 3089740"/>
              <a:gd name="connsiteX9" fmla="*/ 1586178 w 2390616"/>
              <a:gd name="connsiteY9" fmla="*/ 220449 h 3089740"/>
              <a:gd name="connsiteX10" fmla="*/ 1184943 w 2390616"/>
              <a:gd name="connsiteY10" fmla="*/ 804705 h 3089740"/>
              <a:gd name="connsiteX11" fmla="*/ 594832 w 2390616"/>
              <a:gd name="connsiteY11" fmla="*/ 1721976 h 3089740"/>
              <a:gd name="connsiteX12" fmla="*/ 198878 w 2390616"/>
              <a:gd name="connsiteY12" fmla="*/ 2246689 h 3089740"/>
              <a:gd name="connsiteX13" fmla="*/ 45433 w 2390616"/>
              <a:gd name="connsiteY13" fmla="*/ 2678290 h 3089740"/>
              <a:gd name="connsiteX0" fmla="*/ 2335459 w 2385509"/>
              <a:gd name="connsiteY0" fmla="*/ 2680291 h 2680291"/>
              <a:gd name="connsiteX1" fmla="*/ 2260849 w 2385509"/>
              <a:gd name="connsiteY1" fmla="*/ 2331220 h 2680291"/>
              <a:gd name="connsiteX2" fmla="*/ 1983035 w 2385509"/>
              <a:gd name="connsiteY2" fmla="*/ 1871742 h 2680291"/>
              <a:gd name="connsiteX3" fmla="*/ 1944901 w 2385509"/>
              <a:gd name="connsiteY3" fmla="*/ 1561585 h 2680291"/>
              <a:gd name="connsiteX4" fmla="*/ 1946717 w 2385509"/>
              <a:gd name="connsiteY4" fmla="*/ 1295299 h 2680291"/>
              <a:gd name="connsiteX5" fmla="*/ 1928137 w 2385509"/>
              <a:gd name="connsiteY5" fmla="*/ 872546 h 2680291"/>
              <a:gd name="connsiteX6" fmla="*/ 1985573 w 2385509"/>
              <a:gd name="connsiteY6" fmla="*/ 580605 h 2680291"/>
              <a:gd name="connsiteX7" fmla="*/ 2011862 w 2385509"/>
              <a:gd name="connsiteY7" fmla="*/ 370103 h 2680291"/>
              <a:gd name="connsiteX8" fmla="*/ 1819983 w 2385509"/>
              <a:gd name="connsiteY8" fmla="*/ 3091 h 2680291"/>
              <a:gd name="connsiteX9" fmla="*/ 1586178 w 2385509"/>
              <a:gd name="connsiteY9" fmla="*/ 220449 h 2680291"/>
              <a:gd name="connsiteX10" fmla="*/ 1184943 w 2385509"/>
              <a:gd name="connsiteY10" fmla="*/ 804705 h 2680291"/>
              <a:gd name="connsiteX11" fmla="*/ 594832 w 2385509"/>
              <a:gd name="connsiteY11" fmla="*/ 1721976 h 2680291"/>
              <a:gd name="connsiteX12" fmla="*/ 198878 w 2385509"/>
              <a:gd name="connsiteY12" fmla="*/ 2246689 h 2680291"/>
              <a:gd name="connsiteX13" fmla="*/ 45433 w 2385509"/>
              <a:gd name="connsiteY13" fmla="*/ 2678290 h 2680291"/>
              <a:gd name="connsiteX0" fmla="*/ 2335459 w 2345096"/>
              <a:gd name="connsiteY0" fmla="*/ 2680291 h 2680291"/>
              <a:gd name="connsiteX1" fmla="*/ 2260849 w 2345096"/>
              <a:gd name="connsiteY1" fmla="*/ 2331220 h 2680291"/>
              <a:gd name="connsiteX2" fmla="*/ 1983035 w 2345096"/>
              <a:gd name="connsiteY2" fmla="*/ 1871742 h 2680291"/>
              <a:gd name="connsiteX3" fmla="*/ 1944901 w 2345096"/>
              <a:gd name="connsiteY3" fmla="*/ 1561585 h 2680291"/>
              <a:gd name="connsiteX4" fmla="*/ 1946717 w 2345096"/>
              <a:gd name="connsiteY4" fmla="*/ 1295299 h 2680291"/>
              <a:gd name="connsiteX5" fmla="*/ 1928137 w 2345096"/>
              <a:gd name="connsiteY5" fmla="*/ 872546 h 2680291"/>
              <a:gd name="connsiteX6" fmla="*/ 1985573 w 2345096"/>
              <a:gd name="connsiteY6" fmla="*/ 580605 h 2680291"/>
              <a:gd name="connsiteX7" fmla="*/ 2011862 w 2345096"/>
              <a:gd name="connsiteY7" fmla="*/ 370103 h 2680291"/>
              <a:gd name="connsiteX8" fmla="*/ 1819983 w 2345096"/>
              <a:gd name="connsiteY8" fmla="*/ 3091 h 2680291"/>
              <a:gd name="connsiteX9" fmla="*/ 1586178 w 2345096"/>
              <a:gd name="connsiteY9" fmla="*/ 220449 h 2680291"/>
              <a:gd name="connsiteX10" fmla="*/ 1184943 w 2345096"/>
              <a:gd name="connsiteY10" fmla="*/ 804705 h 2680291"/>
              <a:gd name="connsiteX11" fmla="*/ 594832 w 2345096"/>
              <a:gd name="connsiteY11" fmla="*/ 1721976 h 2680291"/>
              <a:gd name="connsiteX12" fmla="*/ 198878 w 2345096"/>
              <a:gd name="connsiteY12" fmla="*/ 2246689 h 2680291"/>
              <a:gd name="connsiteX13" fmla="*/ 45433 w 2345096"/>
              <a:gd name="connsiteY13" fmla="*/ 2678290 h 2680291"/>
              <a:gd name="connsiteX0" fmla="*/ 2335459 w 2335459"/>
              <a:gd name="connsiteY0" fmla="*/ 2680291 h 2680291"/>
              <a:gd name="connsiteX1" fmla="*/ 2260849 w 2335459"/>
              <a:gd name="connsiteY1" fmla="*/ 2331220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10839 w 2310839"/>
              <a:gd name="connsiteY0" fmla="*/ 2680291 h 2680291"/>
              <a:gd name="connsiteX1" fmla="*/ 2023122 w 2310839"/>
              <a:gd name="connsiteY1" fmla="*/ 2281531 h 2680291"/>
              <a:gd name="connsiteX2" fmla="*/ 1958415 w 2310839"/>
              <a:gd name="connsiteY2" fmla="*/ 1871742 h 2680291"/>
              <a:gd name="connsiteX3" fmla="*/ 1920281 w 2310839"/>
              <a:gd name="connsiteY3" fmla="*/ 1561585 h 2680291"/>
              <a:gd name="connsiteX4" fmla="*/ 1922097 w 2310839"/>
              <a:gd name="connsiteY4" fmla="*/ 1295299 h 2680291"/>
              <a:gd name="connsiteX5" fmla="*/ 1903517 w 2310839"/>
              <a:gd name="connsiteY5" fmla="*/ 872546 h 2680291"/>
              <a:gd name="connsiteX6" fmla="*/ 1960953 w 2310839"/>
              <a:gd name="connsiteY6" fmla="*/ 580605 h 2680291"/>
              <a:gd name="connsiteX7" fmla="*/ 1987242 w 2310839"/>
              <a:gd name="connsiteY7" fmla="*/ 370103 h 2680291"/>
              <a:gd name="connsiteX8" fmla="*/ 1795363 w 2310839"/>
              <a:gd name="connsiteY8" fmla="*/ 3091 h 2680291"/>
              <a:gd name="connsiteX9" fmla="*/ 1561558 w 2310839"/>
              <a:gd name="connsiteY9" fmla="*/ 220449 h 2680291"/>
              <a:gd name="connsiteX10" fmla="*/ 1160323 w 2310839"/>
              <a:gd name="connsiteY10" fmla="*/ 804705 h 2680291"/>
              <a:gd name="connsiteX11" fmla="*/ 570212 w 2310839"/>
              <a:gd name="connsiteY11" fmla="*/ 1721976 h 2680291"/>
              <a:gd name="connsiteX12" fmla="*/ 337346 w 2310839"/>
              <a:gd name="connsiteY12" fmla="*/ 2015570 h 2680291"/>
              <a:gd name="connsiteX13" fmla="*/ 20813 w 2310839"/>
              <a:gd name="connsiteY13" fmla="*/ 2678290 h 2680291"/>
              <a:gd name="connsiteX0" fmla="*/ 2191594 w 2191594"/>
              <a:gd name="connsiteY0" fmla="*/ 2680291 h 2680291"/>
              <a:gd name="connsiteX1" fmla="*/ 1903877 w 2191594"/>
              <a:gd name="connsiteY1" fmla="*/ 2281531 h 2680291"/>
              <a:gd name="connsiteX2" fmla="*/ 1839170 w 2191594"/>
              <a:gd name="connsiteY2" fmla="*/ 1871742 h 2680291"/>
              <a:gd name="connsiteX3" fmla="*/ 1801036 w 2191594"/>
              <a:gd name="connsiteY3" fmla="*/ 1561585 h 2680291"/>
              <a:gd name="connsiteX4" fmla="*/ 1802852 w 2191594"/>
              <a:gd name="connsiteY4" fmla="*/ 1295299 h 2680291"/>
              <a:gd name="connsiteX5" fmla="*/ 1784272 w 2191594"/>
              <a:gd name="connsiteY5" fmla="*/ 872546 h 2680291"/>
              <a:gd name="connsiteX6" fmla="*/ 1841708 w 2191594"/>
              <a:gd name="connsiteY6" fmla="*/ 580605 h 2680291"/>
              <a:gd name="connsiteX7" fmla="*/ 1867997 w 2191594"/>
              <a:gd name="connsiteY7" fmla="*/ 370103 h 2680291"/>
              <a:gd name="connsiteX8" fmla="*/ 1676118 w 2191594"/>
              <a:gd name="connsiteY8" fmla="*/ 3091 h 2680291"/>
              <a:gd name="connsiteX9" fmla="*/ 1442313 w 2191594"/>
              <a:gd name="connsiteY9" fmla="*/ 220449 h 2680291"/>
              <a:gd name="connsiteX10" fmla="*/ 1041078 w 2191594"/>
              <a:gd name="connsiteY10" fmla="*/ 804705 h 2680291"/>
              <a:gd name="connsiteX11" fmla="*/ 450967 w 2191594"/>
              <a:gd name="connsiteY11" fmla="*/ 1721976 h 2680291"/>
              <a:gd name="connsiteX12" fmla="*/ 218101 w 2191594"/>
              <a:gd name="connsiteY12" fmla="*/ 2015570 h 2680291"/>
              <a:gd name="connsiteX13" fmla="*/ 39115 w 2191594"/>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221687 w 2152479"/>
              <a:gd name="connsiteY12" fmla="*/ 2010293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83519 w 2152479"/>
              <a:gd name="connsiteY11" fmla="*/ 1704957 h 2680291"/>
              <a:gd name="connsiteX12" fmla="*/ 221687 w 2152479"/>
              <a:gd name="connsiteY12" fmla="*/ 2010293 h 2680291"/>
              <a:gd name="connsiteX13" fmla="*/ 0 w 2152479"/>
              <a:gd name="connsiteY13" fmla="*/ 2243616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608799 w 2213367"/>
              <a:gd name="connsiteY11" fmla="*/ 1619116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434 h 2680434"/>
              <a:gd name="connsiteX1" fmla="*/ 1925650 w 2213367"/>
              <a:gd name="connsiteY1" fmla="*/ 2281674 h 2680434"/>
              <a:gd name="connsiteX2" fmla="*/ 1860943 w 2213367"/>
              <a:gd name="connsiteY2" fmla="*/ 1871885 h 2680434"/>
              <a:gd name="connsiteX3" fmla="*/ 1822809 w 2213367"/>
              <a:gd name="connsiteY3" fmla="*/ 1561728 h 2680434"/>
              <a:gd name="connsiteX4" fmla="*/ 1824625 w 2213367"/>
              <a:gd name="connsiteY4" fmla="*/ 1295442 h 2680434"/>
              <a:gd name="connsiteX5" fmla="*/ 1806045 w 2213367"/>
              <a:gd name="connsiteY5" fmla="*/ 872689 h 2680434"/>
              <a:gd name="connsiteX6" fmla="*/ 1863481 w 2213367"/>
              <a:gd name="connsiteY6" fmla="*/ 580748 h 2680434"/>
              <a:gd name="connsiteX7" fmla="*/ 1889770 w 2213367"/>
              <a:gd name="connsiteY7" fmla="*/ 370246 h 2680434"/>
              <a:gd name="connsiteX8" fmla="*/ 1697891 w 2213367"/>
              <a:gd name="connsiteY8" fmla="*/ 3234 h 2680434"/>
              <a:gd name="connsiteX9" fmla="*/ 1464086 w 2213367"/>
              <a:gd name="connsiteY9" fmla="*/ 220592 h 2680434"/>
              <a:gd name="connsiteX10" fmla="*/ 1353143 w 2213367"/>
              <a:gd name="connsiteY10" fmla="*/ 428970 h 2680434"/>
              <a:gd name="connsiteX11" fmla="*/ 1062851 w 2213367"/>
              <a:gd name="connsiteY11" fmla="*/ 804848 h 2680434"/>
              <a:gd name="connsiteX12" fmla="*/ 748064 w 2213367"/>
              <a:gd name="connsiteY12" fmla="*/ 1313000 h 2680434"/>
              <a:gd name="connsiteX13" fmla="*/ 608799 w 2213367"/>
              <a:gd name="connsiteY13" fmla="*/ 1619259 h 2680434"/>
              <a:gd name="connsiteX14" fmla="*/ 259004 w 2213367"/>
              <a:gd name="connsiteY14" fmla="*/ 1905896 h 2680434"/>
              <a:gd name="connsiteX15" fmla="*/ 0 w 2213367"/>
              <a:gd name="connsiteY15" fmla="*/ 2231702 h 26804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63481 w 2213367"/>
              <a:gd name="connsiteY6" fmla="*/ 535848 h 2635534"/>
              <a:gd name="connsiteX7" fmla="*/ 1889770 w 2213367"/>
              <a:gd name="connsiteY7" fmla="*/ 325346 h 2635534"/>
              <a:gd name="connsiteX8" fmla="*/ 1686449 w 2213367"/>
              <a:gd name="connsiteY8" fmla="*/ 4724 h 2635534"/>
              <a:gd name="connsiteX9" fmla="*/ 1464086 w 2213367"/>
              <a:gd name="connsiteY9" fmla="*/ 175692 h 2635534"/>
              <a:gd name="connsiteX10" fmla="*/ 1353143 w 2213367"/>
              <a:gd name="connsiteY10" fmla="*/ 384070 h 2635534"/>
              <a:gd name="connsiteX11" fmla="*/ 1062851 w 2213367"/>
              <a:gd name="connsiteY11" fmla="*/ 759948 h 2635534"/>
              <a:gd name="connsiteX12" fmla="*/ 748064 w 2213367"/>
              <a:gd name="connsiteY12" fmla="*/ 1268100 h 2635534"/>
              <a:gd name="connsiteX13" fmla="*/ 608799 w 2213367"/>
              <a:gd name="connsiteY13" fmla="*/ 1574359 h 2635534"/>
              <a:gd name="connsiteX14" fmla="*/ 259004 w 2213367"/>
              <a:gd name="connsiteY14" fmla="*/ 1860996 h 2635534"/>
              <a:gd name="connsiteX15" fmla="*/ 0 w 2213367"/>
              <a:gd name="connsiteY15"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772115 w 2213367"/>
              <a:gd name="connsiteY5" fmla="*/ 924784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860943 w 2213367"/>
              <a:gd name="connsiteY3" fmla="*/ 1826985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09790 h 2609790"/>
              <a:gd name="connsiteX1" fmla="*/ 1925650 w 2213367"/>
              <a:gd name="connsiteY1" fmla="*/ 2211030 h 2609790"/>
              <a:gd name="connsiteX2" fmla="*/ 1829676 w 2213367"/>
              <a:gd name="connsiteY2" fmla="*/ 2018640 h 2609790"/>
              <a:gd name="connsiteX3" fmla="*/ 1958817 w 2213367"/>
              <a:gd name="connsiteY3" fmla="*/ 1793733 h 2609790"/>
              <a:gd name="connsiteX4" fmla="*/ 1822809 w 2213367"/>
              <a:gd name="connsiteY4" fmla="*/ 1491084 h 2609790"/>
              <a:gd name="connsiteX5" fmla="*/ 1824625 w 2213367"/>
              <a:gd name="connsiteY5" fmla="*/ 1224798 h 2609790"/>
              <a:gd name="connsiteX6" fmla="*/ 1772115 w 2213367"/>
              <a:gd name="connsiteY6" fmla="*/ 899040 h 2609790"/>
              <a:gd name="connsiteX7" fmla="*/ 1852275 w 2213367"/>
              <a:gd name="connsiteY7" fmla="*/ 678676 h 2609790"/>
              <a:gd name="connsiteX8" fmla="*/ 1863481 w 2213367"/>
              <a:gd name="connsiteY8" fmla="*/ 510104 h 2609790"/>
              <a:gd name="connsiteX9" fmla="*/ 1889770 w 2213367"/>
              <a:gd name="connsiteY9" fmla="*/ 299602 h 2609790"/>
              <a:gd name="connsiteX10" fmla="*/ 1630840 w 2213367"/>
              <a:gd name="connsiteY10" fmla="*/ 6381 h 2609790"/>
              <a:gd name="connsiteX11" fmla="*/ 1464086 w 2213367"/>
              <a:gd name="connsiteY11" fmla="*/ 149948 h 2609790"/>
              <a:gd name="connsiteX12" fmla="*/ 1353143 w 2213367"/>
              <a:gd name="connsiteY12" fmla="*/ 358326 h 2609790"/>
              <a:gd name="connsiteX13" fmla="*/ 1062851 w 2213367"/>
              <a:gd name="connsiteY13" fmla="*/ 734204 h 2609790"/>
              <a:gd name="connsiteX14" fmla="*/ 748064 w 2213367"/>
              <a:gd name="connsiteY14" fmla="*/ 1242356 h 2609790"/>
              <a:gd name="connsiteX15" fmla="*/ 608799 w 2213367"/>
              <a:gd name="connsiteY15" fmla="*/ 1548615 h 2609790"/>
              <a:gd name="connsiteX16" fmla="*/ 259004 w 2213367"/>
              <a:gd name="connsiteY16" fmla="*/ 1835252 h 2609790"/>
              <a:gd name="connsiteX17" fmla="*/ 0 w 2213367"/>
              <a:gd name="connsiteY17" fmla="*/ 2161058 h 260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13367" h="2609790">
                <a:moveTo>
                  <a:pt x="2213367" y="2609790"/>
                </a:moveTo>
                <a:cubicBezTo>
                  <a:pt x="1983175" y="2357613"/>
                  <a:pt x="1989598" y="2309555"/>
                  <a:pt x="1925650" y="2211030"/>
                </a:cubicBezTo>
                <a:cubicBezTo>
                  <a:pt x="1861702" y="2112505"/>
                  <a:pt x="1840461" y="2086938"/>
                  <a:pt x="1829676" y="2018640"/>
                </a:cubicBezTo>
                <a:cubicBezTo>
                  <a:pt x="1818891" y="1950342"/>
                  <a:pt x="1959962" y="1881659"/>
                  <a:pt x="1958817" y="1793733"/>
                </a:cubicBezTo>
                <a:cubicBezTo>
                  <a:pt x="1957673" y="1705807"/>
                  <a:pt x="1841193" y="1569475"/>
                  <a:pt x="1822809" y="1491084"/>
                </a:cubicBezTo>
                <a:cubicBezTo>
                  <a:pt x="1815825" y="1383480"/>
                  <a:pt x="1830816" y="1324621"/>
                  <a:pt x="1824625" y="1224798"/>
                </a:cubicBezTo>
                <a:cubicBezTo>
                  <a:pt x="1821831" y="1109958"/>
                  <a:pt x="1767507" y="990060"/>
                  <a:pt x="1772115" y="899040"/>
                </a:cubicBezTo>
                <a:cubicBezTo>
                  <a:pt x="1776723" y="808020"/>
                  <a:pt x="1842702" y="727333"/>
                  <a:pt x="1852275" y="678676"/>
                </a:cubicBezTo>
                <a:cubicBezTo>
                  <a:pt x="1861848" y="630019"/>
                  <a:pt x="1857232" y="573283"/>
                  <a:pt x="1863481" y="510104"/>
                </a:cubicBezTo>
                <a:cubicBezTo>
                  <a:pt x="1869730" y="446925"/>
                  <a:pt x="1893199" y="370468"/>
                  <a:pt x="1889770" y="299602"/>
                </a:cubicBezTo>
                <a:cubicBezTo>
                  <a:pt x="1880698" y="234151"/>
                  <a:pt x="1874564" y="72670"/>
                  <a:pt x="1630840" y="6381"/>
                </a:cubicBezTo>
                <a:cubicBezTo>
                  <a:pt x="1557993" y="-18242"/>
                  <a:pt x="1509308" y="28155"/>
                  <a:pt x="1464086" y="149948"/>
                </a:cubicBezTo>
                <a:cubicBezTo>
                  <a:pt x="1437911" y="243957"/>
                  <a:pt x="1461524" y="262767"/>
                  <a:pt x="1353143" y="358326"/>
                </a:cubicBezTo>
                <a:cubicBezTo>
                  <a:pt x="1133552" y="483079"/>
                  <a:pt x="1157287" y="585810"/>
                  <a:pt x="1062851" y="734204"/>
                </a:cubicBezTo>
                <a:cubicBezTo>
                  <a:pt x="951701" y="916826"/>
                  <a:pt x="823739" y="1106621"/>
                  <a:pt x="748064" y="1242356"/>
                </a:cubicBezTo>
                <a:cubicBezTo>
                  <a:pt x="681528" y="1379901"/>
                  <a:pt x="698496" y="1450353"/>
                  <a:pt x="608799" y="1548615"/>
                </a:cubicBezTo>
                <a:cubicBezTo>
                  <a:pt x="438654" y="1776866"/>
                  <a:pt x="390056" y="1683381"/>
                  <a:pt x="259004" y="1835252"/>
                </a:cubicBezTo>
                <a:cubicBezTo>
                  <a:pt x="145813" y="1949687"/>
                  <a:pt x="45605" y="2086580"/>
                  <a:pt x="0" y="216105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9" name="Freeform: Shape 48">
            <a:extLst>
              <a:ext uri="{FF2B5EF4-FFF2-40B4-BE49-F238E27FC236}">
                <a16:creationId xmlns:a16="http://schemas.microsoft.com/office/drawing/2014/main" id="{508203BE-F5E9-CB35-C96E-E48BB931B4F4}"/>
              </a:ext>
            </a:extLst>
          </p:cNvPr>
          <p:cNvSpPr/>
          <p:nvPr userDrawn="1"/>
        </p:nvSpPr>
        <p:spPr>
          <a:xfrm rot="1795873" flipH="1">
            <a:off x="9681917" y="5992035"/>
            <a:ext cx="1419095" cy="1283711"/>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084827 w 1208420"/>
              <a:gd name="connsiteY0" fmla="*/ 1158270 h 1158270"/>
              <a:gd name="connsiteX1" fmla="*/ 1069565 w 1208420"/>
              <a:gd name="connsiteY1" fmla="*/ 374076 h 1158270"/>
              <a:gd name="connsiteX2" fmla="*/ 798264 w 1208420"/>
              <a:gd name="connsiteY2" fmla="*/ 97552 h 1158270"/>
              <a:gd name="connsiteX3" fmla="*/ 557693 w 1208420"/>
              <a:gd name="connsiteY3" fmla="*/ 2613 h 1158270"/>
              <a:gd name="connsiteX4" fmla="*/ 61674 w 1208420"/>
              <a:gd name="connsiteY4" fmla="*/ 184307 h 1158270"/>
              <a:gd name="connsiteX5" fmla="*/ 74143 w 1208420"/>
              <a:gd name="connsiteY5" fmla="*/ 696284 h 1158270"/>
              <a:gd name="connsiteX0" fmla="*/ 1084827 w 1194306"/>
              <a:gd name="connsiteY0" fmla="*/ 1158940 h 1158940"/>
              <a:gd name="connsiteX1" fmla="*/ 1013596 w 1194306"/>
              <a:gd name="connsiteY1" fmla="*/ 458171 h 1158940"/>
              <a:gd name="connsiteX2" fmla="*/ 798264 w 1194306"/>
              <a:gd name="connsiteY2" fmla="*/ 98222 h 1158940"/>
              <a:gd name="connsiteX3" fmla="*/ 557693 w 1194306"/>
              <a:gd name="connsiteY3" fmla="*/ 3283 h 1158940"/>
              <a:gd name="connsiteX4" fmla="*/ 61674 w 1194306"/>
              <a:gd name="connsiteY4" fmla="*/ 184977 h 1158940"/>
              <a:gd name="connsiteX5" fmla="*/ 74143 w 1194306"/>
              <a:gd name="connsiteY5" fmla="*/ 696954 h 1158940"/>
              <a:gd name="connsiteX0" fmla="*/ 1048578 w 1158057"/>
              <a:gd name="connsiteY0" fmla="*/ 1155729 h 1155729"/>
              <a:gd name="connsiteX1" fmla="*/ 977347 w 1158057"/>
              <a:gd name="connsiteY1" fmla="*/ 454960 h 1155729"/>
              <a:gd name="connsiteX2" fmla="*/ 762015 w 1158057"/>
              <a:gd name="connsiteY2" fmla="*/ 95011 h 1155729"/>
              <a:gd name="connsiteX3" fmla="*/ 521444 w 1158057"/>
              <a:gd name="connsiteY3" fmla="*/ 72 h 1155729"/>
              <a:gd name="connsiteX4" fmla="*/ 191706 w 1158057"/>
              <a:gd name="connsiteY4" fmla="*/ 103783 h 1155729"/>
              <a:gd name="connsiteX5" fmla="*/ 37894 w 1158057"/>
              <a:gd name="connsiteY5" fmla="*/ 693743 h 1155729"/>
              <a:gd name="connsiteX0" fmla="*/ 1030061 w 1139540"/>
              <a:gd name="connsiteY0" fmla="*/ 1155729 h 1155729"/>
              <a:gd name="connsiteX1" fmla="*/ 958830 w 1139540"/>
              <a:gd name="connsiteY1" fmla="*/ 454960 h 1155729"/>
              <a:gd name="connsiteX2" fmla="*/ 743498 w 1139540"/>
              <a:gd name="connsiteY2" fmla="*/ 95011 h 1155729"/>
              <a:gd name="connsiteX3" fmla="*/ 502927 w 1139540"/>
              <a:gd name="connsiteY3" fmla="*/ 72 h 1155729"/>
              <a:gd name="connsiteX4" fmla="*/ 173189 w 1139540"/>
              <a:gd name="connsiteY4" fmla="*/ 103783 h 1155729"/>
              <a:gd name="connsiteX5" fmla="*/ 40481 w 1139540"/>
              <a:gd name="connsiteY5" fmla="*/ 271551 h 1155729"/>
              <a:gd name="connsiteX0" fmla="*/ 989580 w 1099059"/>
              <a:gd name="connsiteY0" fmla="*/ 1155729 h 1155729"/>
              <a:gd name="connsiteX1" fmla="*/ 918349 w 1099059"/>
              <a:gd name="connsiteY1" fmla="*/ 454960 h 1155729"/>
              <a:gd name="connsiteX2" fmla="*/ 703017 w 1099059"/>
              <a:gd name="connsiteY2" fmla="*/ 95011 h 1155729"/>
              <a:gd name="connsiteX3" fmla="*/ 462446 w 1099059"/>
              <a:gd name="connsiteY3" fmla="*/ 72 h 1155729"/>
              <a:gd name="connsiteX4" fmla="*/ 132708 w 1099059"/>
              <a:gd name="connsiteY4" fmla="*/ 103783 h 1155729"/>
              <a:gd name="connsiteX5" fmla="*/ 0 w 1099059"/>
              <a:gd name="connsiteY5" fmla="*/ 271551 h 1155729"/>
              <a:gd name="connsiteX0" fmla="*/ 1070950 w 1166746"/>
              <a:gd name="connsiteY0" fmla="*/ 762383 h 762383"/>
              <a:gd name="connsiteX1" fmla="*/ 918349 w 1166746"/>
              <a:gd name="connsiteY1" fmla="*/ 454960 h 762383"/>
              <a:gd name="connsiteX2" fmla="*/ 703017 w 1166746"/>
              <a:gd name="connsiteY2" fmla="*/ 95011 h 762383"/>
              <a:gd name="connsiteX3" fmla="*/ 462446 w 1166746"/>
              <a:gd name="connsiteY3" fmla="*/ 72 h 762383"/>
              <a:gd name="connsiteX4" fmla="*/ 132708 w 1166746"/>
              <a:gd name="connsiteY4" fmla="*/ 103783 h 762383"/>
              <a:gd name="connsiteX5" fmla="*/ 0 w 1166746"/>
              <a:gd name="connsiteY5" fmla="*/ 271551 h 762383"/>
              <a:gd name="connsiteX0" fmla="*/ 1070950 w 1107197"/>
              <a:gd name="connsiteY0" fmla="*/ 762383 h 762383"/>
              <a:gd name="connsiteX1" fmla="*/ 918349 w 1107197"/>
              <a:gd name="connsiteY1" fmla="*/ 454960 h 762383"/>
              <a:gd name="connsiteX2" fmla="*/ 703017 w 1107197"/>
              <a:gd name="connsiteY2" fmla="*/ 95011 h 762383"/>
              <a:gd name="connsiteX3" fmla="*/ 462446 w 1107197"/>
              <a:gd name="connsiteY3" fmla="*/ 72 h 762383"/>
              <a:gd name="connsiteX4" fmla="*/ 132708 w 1107197"/>
              <a:gd name="connsiteY4" fmla="*/ 103783 h 762383"/>
              <a:gd name="connsiteX5" fmla="*/ 0 w 1107197"/>
              <a:gd name="connsiteY5" fmla="*/ 271551 h 762383"/>
              <a:gd name="connsiteX0" fmla="*/ 1070950 w 1107197"/>
              <a:gd name="connsiteY0" fmla="*/ 815701 h 815701"/>
              <a:gd name="connsiteX1" fmla="*/ 918349 w 1107197"/>
              <a:gd name="connsiteY1" fmla="*/ 508278 h 815701"/>
              <a:gd name="connsiteX2" fmla="*/ 703017 w 1107197"/>
              <a:gd name="connsiteY2" fmla="*/ 148329 h 815701"/>
              <a:gd name="connsiteX3" fmla="*/ 388230 w 1107197"/>
              <a:gd name="connsiteY3" fmla="*/ 24 h 815701"/>
              <a:gd name="connsiteX4" fmla="*/ 132708 w 1107197"/>
              <a:gd name="connsiteY4" fmla="*/ 157101 h 815701"/>
              <a:gd name="connsiteX5" fmla="*/ 0 w 1107197"/>
              <a:gd name="connsiteY5" fmla="*/ 324869 h 815701"/>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103314 w 1140420"/>
              <a:gd name="connsiteY0" fmla="*/ 815699 h 815699"/>
              <a:gd name="connsiteX1" fmla="*/ 950713 w 1140420"/>
              <a:gd name="connsiteY1" fmla="*/ 508276 h 815699"/>
              <a:gd name="connsiteX2" fmla="*/ 688826 w 1140420"/>
              <a:gd name="connsiteY2" fmla="*/ 156468 h 815699"/>
              <a:gd name="connsiteX3" fmla="*/ 420594 w 1140420"/>
              <a:gd name="connsiteY3" fmla="*/ 22 h 815699"/>
              <a:gd name="connsiteX4" fmla="*/ 215166 w 1140420"/>
              <a:gd name="connsiteY4" fmla="*/ 165941 h 815699"/>
              <a:gd name="connsiteX5" fmla="*/ 0 w 1140420"/>
              <a:gd name="connsiteY5" fmla="*/ 298946 h 815699"/>
              <a:gd name="connsiteX0" fmla="*/ 1103314 w 1140420"/>
              <a:gd name="connsiteY0" fmla="*/ 816077 h 816077"/>
              <a:gd name="connsiteX1" fmla="*/ 950713 w 1140420"/>
              <a:gd name="connsiteY1" fmla="*/ 508654 h 816077"/>
              <a:gd name="connsiteX2" fmla="*/ 688826 w 1140420"/>
              <a:gd name="connsiteY2" fmla="*/ 156846 h 816077"/>
              <a:gd name="connsiteX3" fmla="*/ 420594 w 1140420"/>
              <a:gd name="connsiteY3" fmla="*/ 400 h 816077"/>
              <a:gd name="connsiteX4" fmla="*/ 182560 w 1140420"/>
              <a:gd name="connsiteY4" fmla="*/ 198981 h 816077"/>
              <a:gd name="connsiteX5" fmla="*/ 0 w 1140420"/>
              <a:gd name="connsiteY5" fmla="*/ 299324 h 81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0420" h="816077">
                <a:moveTo>
                  <a:pt x="1103314" y="816077"/>
                </a:moveTo>
                <a:cubicBezTo>
                  <a:pt x="1223326" y="572847"/>
                  <a:pt x="1019794" y="618526"/>
                  <a:pt x="950713" y="508654"/>
                </a:cubicBezTo>
                <a:cubicBezTo>
                  <a:pt x="881632" y="398782"/>
                  <a:pt x="735246" y="233637"/>
                  <a:pt x="688826" y="156846"/>
                </a:cubicBezTo>
                <a:cubicBezTo>
                  <a:pt x="642406" y="80055"/>
                  <a:pt x="504972" y="-6622"/>
                  <a:pt x="420594" y="400"/>
                </a:cubicBezTo>
                <a:cubicBezTo>
                  <a:pt x="336216" y="7422"/>
                  <a:pt x="308111" y="110161"/>
                  <a:pt x="182560" y="198981"/>
                </a:cubicBezTo>
                <a:cubicBezTo>
                  <a:pt x="31622" y="253335"/>
                  <a:pt x="45949" y="254321"/>
                  <a:pt x="0" y="29932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0" name="Freeform: Shape 49">
            <a:extLst>
              <a:ext uri="{FF2B5EF4-FFF2-40B4-BE49-F238E27FC236}">
                <a16:creationId xmlns:a16="http://schemas.microsoft.com/office/drawing/2014/main" id="{7C7D8A1F-7625-F018-1092-03409429981A}"/>
              </a:ext>
            </a:extLst>
          </p:cNvPr>
          <p:cNvSpPr/>
          <p:nvPr userDrawn="1"/>
        </p:nvSpPr>
        <p:spPr>
          <a:xfrm rot="843214" flipH="1">
            <a:off x="10507478" y="894545"/>
            <a:ext cx="2363769" cy="5301777"/>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959548"/>
              <a:gd name="connsiteY0" fmla="*/ 3502806 h 3502806"/>
              <a:gd name="connsiteX1" fmla="*/ 803537 w 1959548"/>
              <a:gd name="connsiteY1" fmla="*/ 2846697 h 3502806"/>
              <a:gd name="connsiteX2" fmla="*/ 965558 w 1959548"/>
              <a:gd name="connsiteY2" fmla="*/ 2622765 h 3502806"/>
              <a:gd name="connsiteX3" fmla="*/ 1110338 w 1959548"/>
              <a:gd name="connsiteY3" fmla="*/ 2371209 h 3502806"/>
              <a:gd name="connsiteX4" fmla="*/ 1379228 w 1959548"/>
              <a:gd name="connsiteY4" fmla="*/ 1912962 h 3502806"/>
              <a:gd name="connsiteX5" fmla="*/ 1518960 w 1959548"/>
              <a:gd name="connsiteY5" fmla="*/ 1612734 h 3502806"/>
              <a:gd name="connsiteX6" fmla="*/ 1605447 w 1959548"/>
              <a:gd name="connsiteY6" fmla="*/ 1438236 h 3502806"/>
              <a:gd name="connsiteX7" fmla="*/ 1803281 w 1959548"/>
              <a:gd name="connsiteY7" fmla="*/ 1127530 h 3502806"/>
              <a:gd name="connsiteX8" fmla="*/ 1893007 w 1959548"/>
              <a:gd name="connsiteY8" fmla="*/ 981321 h 3502806"/>
              <a:gd name="connsiteX9" fmla="*/ 1959491 w 1959548"/>
              <a:gd name="connsiteY9" fmla="*/ 747006 h 3502806"/>
              <a:gd name="connsiteX10" fmla="*/ 1816521 w 1959548"/>
              <a:gd name="connsiteY10" fmla="*/ 454589 h 3502806"/>
              <a:gd name="connsiteX11" fmla="*/ 1568864 w 1959548"/>
              <a:gd name="connsiteY11" fmla="*/ 235399 h 3502806"/>
              <a:gd name="connsiteX12" fmla="*/ 1110353 w 1959548"/>
              <a:gd name="connsiteY12" fmla="*/ 0 h 3502806"/>
              <a:gd name="connsiteX0" fmla="*/ 0 w 1967568"/>
              <a:gd name="connsiteY0" fmla="*/ 3510204 h 3510204"/>
              <a:gd name="connsiteX1" fmla="*/ 811557 w 1967568"/>
              <a:gd name="connsiteY1" fmla="*/ 2846697 h 3510204"/>
              <a:gd name="connsiteX2" fmla="*/ 973578 w 1967568"/>
              <a:gd name="connsiteY2" fmla="*/ 2622765 h 3510204"/>
              <a:gd name="connsiteX3" fmla="*/ 1118358 w 1967568"/>
              <a:gd name="connsiteY3" fmla="*/ 2371209 h 3510204"/>
              <a:gd name="connsiteX4" fmla="*/ 1387248 w 1967568"/>
              <a:gd name="connsiteY4" fmla="*/ 1912962 h 3510204"/>
              <a:gd name="connsiteX5" fmla="*/ 1526980 w 1967568"/>
              <a:gd name="connsiteY5" fmla="*/ 1612734 h 3510204"/>
              <a:gd name="connsiteX6" fmla="*/ 1613467 w 1967568"/>
              <a:gd name="connsiteY6" fmla="*/ 1438236 h 3510204"/>
              <a:gd name="connsiteX7" fmla="*/ 1811301 w 1967568"/>
              <a:gd name="connsiteY7" fmla="*/ 1127530 h 3510204"/>
              <a:gd name="connsiteX8" fmla="*/ 1901027 w 1967568"/>
              <a:gd name="connsiteY8" fmla="*/ 981321 h 3510204"/>
              <a:gd name="connsiteX9" fmla="*/ 1967511 w 1967568"/>
              <a:gd name="connsiteY9" fmla="*/ 747006 h 3510204"/>
              <a:gd name="connsiteX10" fmla="*/ 1824541 w 1967568"/>
              <a:gd name="connsiteY10" fmla="*/ 454589 h 3510204"/>
              <a:gd name="connsiteX11" fmla="*/ 1576884 w 1967568"/>
              <a:gd name="connsiteY11" fmla="*/ 235399 h 3510204"/>
              <a:gd name="connsiteX12" fmla="*/ 1118373 w 1967568"/>
              <a:gd name="connsiteY12" fmla="*/ 0 h 3510204"/>
              <a:gd name="connsiteX0" fmla="*/ 0 w 1967568"/>
              <a:gd name="connsiteY0" fmla="*/ 3510204 h 3510204"/>
              <a:gd name="connsiteX1" fmla="*/ 574278 w 1967568"/>
              <a:gd name="connsiteY1" fmla="*/ 3067046 h 3510204"/>
              <a:gd name="connsiteX2" fmla="*/ 973578 w 1967568"/>
              <a:gd name="connsiteY2" fmla="*/ 2622765 h 3510204"/>
              <a:gd name="connsiteX3" fmla="*/ 1118358 w 1967568"/>
              <a:gd name="connsiteY3" fmla="*/ 2371209 h 3510204"/>
              <a:gd name="connsiteX4" fmla="*/ 1387248 w 1967568"/>
              <a:gd name="connsiteY4" fmla="*/ 1912962 h 3510204"/>
              <a:gd name="connsiteX5" fmla="*/ 1526980 w 1967568"/>
              <a:gd name="connsiteY5" fmla="*/ 1612734 h 3510204"/>
              <a:gd name="connsiteX6" fmla="*/ 1613467 w 1967568"/>
              <a:gd name="connsiteY6" fmla="*/ 1438236 h 3510204"/>
              <a:gd name="connsiteX7" fmla="*/ 1811301 w 1967568"/>
              <a:gd name="connsiteY7" fmla="*/ 1127530 h 3510204"/>
              <a:gd name="connsiteX8" fmla="*/ 1901027 w 1967568"/>
              <a:gd name="connsiteY8" fmla="*/ 981321 h 3510204"/>
              <a:gd name="connsiteX9" fmla="*/ 1967511 w 1967568"/>
              <a:gd name="connsiteY9" fmla="*/ 747006 h 3510204"/>
              <a:gd name="connsiteX10" fmla="*/ 1824541 w 1967568"/>
              <a:gd name="connsiteY10" fmla="*/ 454589 h 3510204"/>
              <a:gd name="connsiteX11" fmla="*/ 1576884 w 1967568"/>
              <a:gd name="connsiteY11" fmla="*/ 235399 h 3510204"/>
              <a:gd name="connsiteX12" fmla="*/ 1118373 w 1967568"/>
              <a:gd name="connsiteY12"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387248 w 1967568"/>
              <a:gd name="connsiteY3" fmla="*/ 1912962 h 3510204"/>
              <a:gd name="connsiteX4" fmla="*/ 1526980 w 1967568"/>
              <a:gd name="connsiteY4" fmla="*/ 1612734 h 3510204"/>
              <a:gd name="connsiteX5" fmla="*/ 1613467 w 1967568"/>
              <a:gd name="connsiteY5" fmla="*/ 1438236 h 3510204"/>
              <a:gd name="connsiteX6" fmla="*/ 1811301 w 1967568"/>
              <a:gd name="connsiteY6" fmla="*/ 1127530 h 3510204"/>
              <a:gd name="connsiteX7" fmla="*/ 1901027 w 1967568"/>
              <a:gd name="connsiteY7" fmla="*/ 981321 h 3510204"/>
              <a:gd name="connsiteX8" fmla="*/ 1967511 w 1967568"/>
              <a:gd name="connsiteY8" fmla="*/ 747006 h 3510204"/>
              <a:gd name="connsiteX9" fmla="*/ 1824541 w 1967568"/>
              <a:gd name="connsiteY9" fmla="*/ 454589 h 3510204"/>
              <a:gd name="connsiteX10" fmla="*/ 1576884 w 1967568"/>
              <a:gd name="connsiteY10" fmla="*/ 235399 h 3510204"/>
              <a:gd name="connsiteX11" fmla="*/ 1118373 w 1967568"/>
              <a:gd name="connsiteY11"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526980 w 1967568"/>
              <a:gd name="connsiteY3" fmla="*/ 1612734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967568"/>
              <a:gd name="connsiteY0" fmla="*/ 3510204 h 3510204"/>
              <a:gd name="connsiteX1" fmla="*/ 574278 w 1967568"/>
              <a:gd name="connsiteY1" fmla="*/ 3067046 h 3510204"/>
              <a:gd name="connsiteX2" fmla="*/ 1149097 w 1967568"/>
              <a:gd name="connsiteY2" fmla="*/ 2363817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967568"/>
              <a:gd name="connsiteY0" fmla="*/ 3510204 h 3510204"/>
              <a:gd name="connsiteX1" fmla="*/ 574278 w 1967568"/>
              <a:gd name="connsiteY1" fmla="*/ 3067046 h 3510204"/>
              <a:gd name="connsiteX2" fmla="*/ 1149097 w 1967568"/>
              <a:gd name="connsiteY2" fmla="*/ 2363817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332776 w 1967568"/>
              <a:gd name="connsiteY9" fmla="*/ 244679 h 3510204"/>
              <a:gd name="connsiteX10" fmla="*/ 1118373 w 1967568"/>
              <a:gd name="connsiteY10" fmla="*/ 0 h 3510204"/>
              <a:gd name="connsiteX0" fmla="*/ 0 w 1967568"/>
              <a:gd name="connsiteY0" fmla="*/ 3510204 h 3510204"/>
              <a:gd name="connsiteX1" fmla="*/ 574278 w 1967568"/>
              <a:gd name="connsiteY1" fmla="*/ 3067046 h 3510204"/>
              <a:gd name="connsiteX2" fmla="*/ 1149097 w 1967568"/>
              <a:gd name="connsiteY2" fmla="*/ 2363817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332776 w 1967568"/>
              <a:gd name="connsiteY9" fmla="*/ 244679 h 3510204"/>
              <a:gd name="connsiteX10" fmla="*/ 1118373 w 1967568"/>
              <a:gd name="connsiteY10" fmla="*/ 0 h 3510204"/>
              <a:gd name="connsiteX0" fmla="*/ 0 w 1902913"/>
              <a:gd name="connsiteY0" fmla="*/ 3510204 h 3510204"/>
              <a:gd name="connsiteX1" fmla="*/ 574278 w 1902913"/>
              <a:gd name="connsiteY1" fmla="*/ 3067046 h 3510204"/>
              <a:gd name="connsiteX2" fmla="*/ 1149097 w 1902913"/>
              <a:gd name="connsiteY2" fmla="*/ 2363817 h 3510204"/>
              <a:gd name="connsiteX3" fmla="*/ 1462091 w 1902913"/>
              <a:gd name="connsiteY3" fmla="*/ 1817796 h 3510204"/>
              <a:gd name="connsiteX4" fmla="*/ 1613467 w 1902913"/>
              <a:gd name="connsiteY4" fmla="*/ 1438236 h 3510204"/>
              <a:gd name="connsiteX5" fmla="*/ 1811301 w 1902913"/>
              <a:gd name="connsiteY5" fmla="*/ 1127530 h 3510204"/>
              <a:gd name="connsiteX6" fmla="*/ 1901027 w 1902913"/>
              <a:gd name="connsiteY6" fmla="*/ 981321 h 3510204"/>
              <a:gd name="connsiteX7" fmla="*/ 1873835 w 1902913"/>
              <a:gd name="connsiteY7" fmla="*/ 731017 h 3510204"/>
              <a:gd name="connsiteX8" fmla="*/ 1824541 w 1902913"/>
              <a:gd name="connsiteY8" fmla="*/ 454589 h 3510204"/>
              <a:gd name="connsiteX9" fmla="*/ 1332776 w 1902913"/>
              <a:gd name="connsiteY9" fmla="*/ 244679 h 3510204"/>
              <a:gd name="connsiteX10" fmla="*/ 1118373 w 1902913"/>
              <a:gd name="connsiteY10" fmla="*/ 0 h 3510204"/>
              <a:gd name="connsiteX0" fmla="*/ 0 w 1950289"/>
              <a:gd name="connsiteY0" fmla="*/ 3510204 h 3510204"/>
              <a:gd name="connsiteX1" fmla="*/ 574278 w 1950289"/>
              <a:gd name="connsiteY1" fmla="*/ 3067046 h 3510204"/>
              <a:gd name="connsiteX2" fmla="*/ 1149097 w 1950289"/>
              <a:gd name="connsiteY2" fmla="*/ 2363817 h 3510204"/>
              <a:gd name="connsiteX3" fmla="*/ 1462091 w 1950289"/>
              <a:gd name="connsiteY3" fmla="*/ 1817796 h 3510204"/>
              <a:gd name="connsiteX4" fmla="*/ 1613467 w 1950289"/>
              <a:gd name="connsiteY4" fmla="*/ 1438236 h 3510204"/>
              <a:gd name="connsiteX5" fmla="*/ 1811301 w 1950289"/>
              <a:gd name="connsiteY5" fmla="*/ 1127530 h 3510204"/>
              <a:gd name="connsiteX6" fmla="*/ 1949399 w 1950289"/>
              <a:gd name="connsiteY6" fmla="*/ 961450 h 3510204"/>
              <a:gd name="connsiteX7" fmla="*/ 1873835 w 1950289"/>
              <a:gd name="connsiteY7" fmla="*/ 731017 h 3510204"/>
              <a:gd name="connsiteX8" fmla="*/ 1824541 w 1950289"/>
              <a:gd name="connsiteY8" fmla="*/ 454589 h 3510204"/>
              <a:gd name="connsiteX9" fmla="*/ 1332776 w 1950289"/>
              <a:gd name="connsiteY9" fmla="*/ 244679 h 3510204"/>
              <a:gd name="connsiteX10" fmla="*/ 1118373 w 1950289"/>
              <a:gd name="connsiteY10" fmla="*/ 0 h 3510204"/>
              <a:gd name="connsiteX0" fmla="*/ 0 w 1950289"/>
              <a:gd name="connsiteY0" fmla="*/ 3510204 h 3510204"/>
              <a:gd name="connsiteX1" fmla="*/ 574278 w 1950289"/>
              <a:gd name="connsiteY1" fmla="*/ 3067046 h 3510204"/>
              <a:gd name="connsiteX2" fmla="*/ 692556 w 1950289"/>
              <a:gd name="connsiteY2" fmla="*/ 2877012 h 3510204"/>
              <a:gd name="connsiteX3" fmla="*/ 1149097 w 1950289"/>
              <a:gd name="connsiteY3" fmla="*/ 2363817 h 3510204"/>
              <a:gd name="connsiteX4" fmla="*/ 1462091 w 1950289"/>
              <a:gd name="connsiteY4" fmla="*/ 1817796 h 3510204"/>
              <a:gd name="connsiteX5" fmla="*/ 1613467 w 1950289"/>
              <a:gd name="connsiteY5" fmla="*/ 1438236 h 3510204"/>
              <a:gd name="connsiteX6" fmla="*/ 1811301 w 1950289"/>
              <a:gd name="connsiteY6" fmla="*/ 1127530 h 3510204"/>
              <a:gd name="connsiteX7" fmla="*/ 1949399 w 1950289"/>
              <a:gd name="connsiteY7" fmla="*/ 961450 h 3510204"/>
              <a:gd name="connsiteX8" fmla="*/ 1873835 w 1950289"/>
              <a:gd name="connsiteY8" fmla="*/ 731017 h 3510204"/>
              <a:gd name="connsiteX9" fmla="*/ 1824541 w 1950289"/>
              <a:gd name="connsiteY9" fmla="*/ 454589 h 3510204"/>
              <a:gd name="connsiteX10" fmla="*/ 1332776 w 1950289"/>
              <a:gd name="connsiteY10" fmla="*/ 244679 h 3510204"/>
              <a:gd name="connsiteX11" fmla="*/ 1118373 w 1950289"/>
              <a:gd name="connsiteY11" fmla="*/ 0 h 3510204"/>
              <a:gd name="connsiteX0" fmla="*/ 0 w 1950289"/>
              <a:gd name="connsiteY0" fmla="*/ 3510204 h 3510204"/>
              <a:gd name="connsiteX1" fmla="*/ 574278 w 1950289"/>
              <a:gd name="connsiteY1" fmla="*/ 3067046 h 3510204"/>
              <a:gd name="connsiteX2" fmla="*/ 692556 w 1950289"/>
              <a:gd name="connsiteY2" fmla="*/ 2877012 h 3510204"/>
              <a:gd name="connsiteX3" fmla="*/ 1149097 w 1950289"/>
              <a:gd name="connsiteY3" fmla="*/ 2363817 h 3510204"/>
              <a:gd name="connsiteX4" fmla="*/ 1462091 w 1950289"/>
              <a:gd name="connsiteY4" fmla="*/ 1817796 h 3510204"/>
              <a:gd name="connsiteX5" fmla="*/ 1613467 w 1950289"/>
              <a:gd name="connsiteY5" fmla="*/ 1438236 h 3510204"/>
              <a:gd name="connsiteX6" fmla="*/ 1811301 w 1950289"/>
              <a:gd name="connsiteY6" fmla="*/ 1127530 h 3510204"/>
              <a:gd name="connsiteX7" fmla="*/ 1949399 w 1950289"/>
              <a:gd name="connsiteY7" fmla="*/ 961450 h 3510204"/>
              <a:gd name="connsiteX8" fmla="*/ 1873835 w 1950289"/>
              <a:gd name="connsiteY8" fmla="*/ 731017 h 3510204"/>
              <a:gd name="connsiteX9" fmla="*/ 1824541 w 1950289"/>
              <a:gd name="connsiteY9" fmla="*/ 454589 h 3510204"/>
              <a:gd name="connsiteX10" fmla="*/ 1332776 w 1950289"/>
              <a:gd name="connsiteY10" fmla="*/ 244679 h 3510204"/>
              <a:gd name="connsiteX11" fmla="*/ 1118373 w 1950289"/>
              <a:gd name="connsiteY11" fmla="*/ 0 h 3510204"/>
              <a:gd name="connsiteX0" fmla="*/ 0 w 1950289"/>
              <a:gd name="connsiteY0" fmla="*/ 3510204 h 3510204"/>
              <a:gd name="connsiteX1" fmla="*/ 419700 w 1950289"/>
              <a:gd name="connsiteY1" fmla="*/ 2977537 h 3510204"/>
              <a:gd name="connsiteX2" fmla="*/ 692556 w 1950289"/>
              <a:gd name="connsiteY2" fmla="*/ 2877012 h 3510204"/>
              <a:gd name="connsiteX3" fmla="*/ 1149097 w 1950289"/>
              <a:gd name="connsiteY3" fmla="*/ 2363817 h 3510204"/>
              <a:gd name="connsiteX4" fmla="*/ 1462091 w 1950289"/>
              <a:gd name="connsiteY4" fmla="*/ 1817796 h 3510204"/>
              <a:gd name="connsiteX5" fmla="*/ 1613467 w 1950289"/>
              <a:gd name="connsiteY5" fmla="*/ 1438236 h 3510204"/>
              <a:gd name="connsiteX6" fmla="*/ 1811301 w 1950289"/>
              <a:gd name="connsiteY6" fmla="*/ 1127530 h 3510204"/>
              <a:gd name="connsiteX7" fmla="*/ 1949399 w 1950289"/>
              <a:gd name="connsiteY7" fmla="*/ 961450 h 3510204"/>
              <a:gd name="connsiteX8" fmla="*/ 1873835 w 1950289"/>
              <a:gd name="connsiteY8" fmla="*/ 731017 h 3510204"/>
              <a:gd name="connsiteX9" fmla="*/ 1824541 w 1950289"/>
              <a:gd name="connsiteY9" fmla="*/ 454589 h 3510204"/>
              <a:gd name="connsiteX10" fmla="*/ 1332776 w 1950289"/>
              <a:gd name="connsiteY10" fmla="*/ 244679 h 3510204"/>
              <a:gd name="connsiteX11" fmla="*/ 1118373 w 1950289"/>
              <a:gd name="connsiteY11" fmla="*/ 0 h 3510204"/>
              <a:gd name="connsiteX0" fmla="*/ 0 w 1950289"/>
              <a:gd name="connsiteY0" fmla="*/ 3510204 h 3510204"/>
              <a:gd name="connsiteX1" fmla="*/ 419700 w 1950289"/>
              <a:gd name="connsiteY1" fmla="*/ 2977537 h 3510204"/>
              <a:gd name="connsiteX2" fmla="*/ 692556 w 1950289"/>
              <a:gd name="connsiteY2" fmla="*/ 2877012 h 3510204"/>
              <a:gd name="connsiteX3" fmla="*/ 1149097 w 1950289"/>
              <a:gd name="connsiteY3" fmla="*/ 2363817 h 3510204"/>
              <a:gd name="connsiteX4" fmla="*/ 1462091 w 1950289"/>
              <a:gd name="connsiteY4" fmla="*/ 1817796 h 3510204"/>
              <a:gd name="connsiteX5" fmla="*/ 1613467 w 1950289"/>
              <a:gd name="connsiteY5" fmla="*/ 1438236 h 3510204"/>
              <a:gd name="connsiteX6" fmla="*/ 1811301 w 1950289"/>
              <a:gd name="connsiteY6" fmla="*/ 1127530 h 3510204"/>
              <a:gd name="connsiteX7" fmla="*/ 1949399 w 1950289"/>
              <a:gd name="connsiteY7" fmla="*/ 961450 h 3510204"/>
              <a:gd name="connsiteX8" fmla="*/ 1873835 w 1950289"/>
              <a:gd name="connsiteY8" fmla="*/ 731017 h 3510204"/>
              <a:gd name="connsiteX9" fmla="*/ 1824541 w 1950289"/>
              <a:gd name="connsiteY9" fmla="*/ 454589 h 3510204"/>
              <a:gd name="connsiteX10" fmla="*/ 1332776 w 1950289"/>
              <a:gd name="connsiteY10" fmla="*/ 244679 h 3510204"/>
              <a:gd name="connsiteX11" fmla="*/ 1118373 w 1950289"/>
              <a:gd name="connsiteY11" fmla="*/ 0 h 3510204"/>
              <a:gd name="connsiteX0" fmla="*/ 0 w 1950289"/>
              <a:gd name="connsiteY0" fmla="*/ 3510204 h 3510204"/>
              <a:gd name="connsiteX1" fmla="*/ 67449 w 1950289"/>
              <a:gd name="connsiteY1" fmla="*/ 3348624 h 3510204"/>
              <a:gd name="connsiteX2" fmla="*/ 419700 w 1950289"/>
              <a:gd name="connsiteY2" fmla="*/ 2977537 h 3510204"/>
              <a:gd name="connsiteX3" fmla="*/ 692556 w 1950289"/>
              <a:gd name="connsiteY3" fmla="*/ 2877012 h 3510204"/>
              <a:gd name="connsiteX4" fmla="*/ 1149097 w 1950289"/>
              <a:gd name="connsiteY4" fmla="*/ 2363817 h 3510204"/>
              <a:gd name="connsiteX5" fmla="*/ 1462091 w 1950289"/>
              <a:gd name="connsiteY5" fmla="*/ 1817796 h 3510204"/>
              <a:gd name="connsiteX6" fmla="*/ 1613467 w 1950289"/>
              <a:gd name="connsiteY6" fmla="*/ 1438236 h 3510204"/>
              <a:gd name="connsiteX7" fmla="*/ 1811301 w 1950289"/>
              <a:gd name="connsiteY7" fmla="*/ 1127530 h 3510204"/>
              <a:gd name="connsiteX8" fmla="*/ 1949399 w 1950289"/>
              <a:gd name="connsiteY8" fmla="*/ 961450 h 3510204"/>
              <a:gd name="connsiteX9" fmla="*/ 1873835 w 1950289"/>
              <a:gd name="connsiteY9" fmla="*/ 731017 h 3510204"/>
              <a:gd name="connsiteX10" fmla="*/ 1824541 w 1950289"/>
              <a:gd name="connsiteY10" fmla="*/ 454589 h 3510204"/>
              <a:gd name="connsiteX11" fmla="*/ 1332776 w 1950289"/>
              <a:gd name="connsiteY11" fmla="*/ 244679 h 3510204"/>
              <a:gd name="connsiteX12" fmla="*/ 1118373 w 1950289"/>
              <a:gd name="connsiteY12" fmla="*/ 0 h 3510204"/>
              <a:gd name="connsiteX0" fmla="*/ 0 w 1950289"/>
              <a:gd name="connsiteY0" fmla="*/ 3510204 h 3510204"/>
              <a:gd name="connsiteX1" fmla="*/ 67449 w 1950289"/>
              <a:gd name="connsiteY1" fmla="*/ 3348624 h 3510204"/>
              <a:gd name="connsiteX2" fmla="*/ 419700 w 1950289"/>
              <a:gd name="connsiteY2" fmla="*/ 2977537 h 3510204"/>
              <a:gd name="connsiteX3" fmla="*/ 692556 w 1950289"/>
              <a:gd name="connsiteY3" fmla="*/ 2877012 h 3510204"/>
              <a:gd name="connsiteX4" fmla="*/ 1149097 w 1950289"/>
              <a:gd name="connsiteY4" fmla="*/ 2363817 h 3510204"/>
              <a:gd name="connsiteX5" fmla="*/ 1462091 w 1950289"/>
              <a:gd name="connsiteY5" fmla="*/ 1817796 h 3510204"/>
              <a:gd name="connsiteX6" fmla="*/ 1613467 w 1950289"/>
              <a:gd name="connsiteY6" fmla="*/ 1438236 h 3510204"/>
              <a:gd name="connsiteX7" fmla="*/ 1811301 w 1950289"/>
              <a:gd name="connsiteY7" fmla="*/ 1127530 h 3510204"/>
              <a:gd name="connsiteX8" fmla="*/ 1949399 w 1950289"/>
              <a:gd name="connsiteY8" fmla="*/ 961450 h 3510204"/>
              <a:gd name="connsiteX9" fmla="*/ 1873835 w 1950289"/>
              <a:gd name="connsiteY9" fmla="*/ 731017 h 3510204"/>
              <a:gd name="connsiteX10" fmla="*/ 1824541 w 1950289"/>
              <a:gd name="connsiteY10" fmla="*/ 454589 h 3510204"/>
              <a:gd name="connsiteX11" fmla="*/ 1332776 w 1950289"/>
              <a:gd name="connsiteY11" fmla="*/ 244679 h 3510204"/>
              <a:gd name="connsiteX12" fmla="*/ 1118373 w 1950289"/>
              <a:gd name="connsiteY12" fmla="*/ 0 h 3510204"/>
              <a:gd name="connsiteX0" fmla="*/ 0 w 1950289"/>
              <a:gd name="connsiteY0" fmla="*/ 3510204 h 3510204"/>
              <a:gd name="connsiteX1" fmla="*/ 139077 w 1950289"/>
              <a:gd name="connsiteY1" fmla="*/ 3260374 h 3510204"/>
              <a:gd name="connsiteX2" fmla="*/ 419700 w 1950289"/>
              <a:gd name="connsiteY2" fmla="*/ 2977537 h 3510204"/>
              <a:gd name="connsiteX3" fmla="*/ 692556 w 1950289"/>
              <a:gd name="connsiteY3" fmla="*/ 2877012 h 3510204"/>
              <a:gd name="connsiteX4" fmla="*/ 1149097 w 1950289"/>
              <a:gd name="connsiteY4" fmla="*/ 2363817 h 3510204"/>
              <a:gd name="connsiteX5" fmla="*/ 1462091 w 1950289"/>
              <a:gd name="connsiteY5" fmla="*/ 1817796 h 3510204"/>
              <a:gd name="connsiteX6" fmla="*/ 1613467 w 1950289"/>
              <a:gd name="connsiteY6" fmla="*/ 1438236 h 3510204"/>
              <a:gd name="connsiteX7" fmla="*/ 1811301 w 1950289"/>
              <a:gd name="connsiteY7" fmla="*/ 1127530 h 3510204"/>
              <a:gd name="connsiteX8" fmla="*/ 1949399 w 1950289"/>
              <a:gd name="connsiteY8" fmla="*/ 961450 h 3510204"/>
              <a:gd name="connsiteX9" fmla="*/ 1873835 w 1950289"/>
              <a:gd name="connsiteY9" fmla="*/ 731017 h 3510204"/>
              <a:gd name="connsiteX10" fmla="*/ 1824541 w 1950289"/>
              <a:gd name="connsiteY10" fmla="*/ 454589 h 3510204"/>
              <a:gd name="connsiteX11" fmla="*/ 1332776 w 1950289"/>
              <a:gd name="connsiteY11" fmla="*/ 244679 h 3510204"/>
              <a:gd name="connsiteX12" fmla="*/ 1118373 w 1950289"/>
              <a:gd name="connsiteY12" fmla="*/ 0 h 3510204"/>
              <a:gd name="connsiteX0" fmla="*/ 0 w 1899586"/>
              <a:gd name="connsiteY0" fmla="*/ 3370435 h 3370435"/>
              <a:gd name="connsiteX1" fmla="*/ 88374 w 1899586"/>
              <a:gd name="connsiteY1" fmla="*/ 3260374 h 3370435"/>
              <a:gd name="connsiteX2" fmla="*/ 368997 w 1899586"/>
              <a:gd name="connsiteY2" fmla="*/ 2977537 h 3370435"/>
              <a:gd name="connsiteX3" fmla="*/ 641853 w 1899586"/>
              <a:gd name="connsiteY3" fmla="*/ 2877012 h 3370435"/>
              <a:gd name="connsiteX4" fmla="*/ 1098394 w 1899586"/>
              <a:gd name="connsiteY4" fmla="*/ 2363817 h 3370435"/>
              <a:gd name="connsiteX5" fmla="*/ 1411388 w 1899586"/>
              <a:gd name="connsiteY5" fmla="*/ 1817796 h 3370435"/>
              <a:gd name="connsiteX6" fmla="*/ 1562764 w 1899586"/>
              <a:gd name="connsiteY6" fmla="*/ 1438236 h 3370435"/>
              <a:gd name="connsiteX7" fmla="*/ 1760598 w 1899586"/>
              <a:gd name="connsiteY7" fmla="*/ 1127530 h 3370435"/>
              <a:gd name="connsiteX8" fmla="*/ 1898696 w 1899586"/>
              <a:gd name="connsiteY8" fmla="*/ 961450 h 3370435"/>
              <a:gd name="connsiteX9" fmla="*/ 1823132 w 1899586"/>
              <a:gd name="connsiteY9" fmla="*/ 731017 h 3370435"/>
              <a:gd name="connsiteX10" fmla="*/ 1773838 w 1899586"/>
              <a:gd name="connsiteY10" fmla="*/ 454589 h 3370435"/>
              <a:gd name="connsiteX11" fmla="*/ 1282073 w 1899586"/>
              <a:gd name="connsiteY11" fmla="*/ 244679 h 3370435"/>
              <a:gd name="connsiteX12" fmla="*/ 1067670 w 1899586"/>
              <a:gd name="connsiteY12" fmla="*/ 0 h 3370435"/>
              <a:gd name="connsiteX0" fmla="*/ 0 w 1899586"/>
              <a:gd name="connsiteY0" fmla="*/ 3370435 h 3370435"/>
              <a:gd name="connsiteX1" fmla="*/ 88374 w 1899586"/>
              <a:gd name="connsiteY1" fmla="*/ 3260374 h 3370435"/>
              <a:gd name="connsiteX2" fmla="*/ 368997 w 1899586"/>
              <a:gd name="connsiteY2" fmla="*/ 2977537 h 3370435"/>
              <a:gd name="connsiteX3" fmla="*/ 641853 w 1899586"/>
              <a:gd name="connsiteY3" fmla="*/ 2877012 h 3370435"/>
              <a:gd name="connsiteX4" fmla="*/ 1065270 w 1899586"/>
              <a:gd name="connsiteY4" fmla="*/ 2345734 h 3370435"/>
              <a:gd name="connsiteX5" fmla="*/ 1411388 w 1899586"/>
              <a:gd name="connsiteY5" fmla="*/ 1817796 h 3370435"/>
              <a:gd name="connsiteX6" fmla="*/ 1562764 w 1899586"/>
              <a:gd name="connsiteY6" fmla="*/ 1438236 h 3370435"/>
              <a:gd name="connsiteX7" fmla="*/ 1760598 w 1899586"/>
              <a:gd name="connsiteY7" fmla="*/ 1127530 h 3370435"/>
              <a:gd name="connsiteX8" fmla="*/ 1898696 w 1899586"/>
              <a:gd name="connsiteY8" fmla="*/ 961450 h 3370435"/>
              <a:gd name="connsiteX9" fmla="*/ 1823132 w 1899586"/>
              <a:gd name="connsiteY9" fmla="*/ 731017 h 3370435"/>
              <a:gd name="connsiteX10" fmla="*/ 1773838 w 1899586"/>
              <a:gd name="connsiteY10" fmla="*/ 454589 h 3370435"/>
              <a:gd name="connsiteX11" fmla="*/ 1282073 w 1899586"/>
              <a:gd name="connsiteY11" fmla="*/ 244679 h 3370435"/>
              <a:gd name="connsiteX12" fmla="*/ 1067670 w 1899586"/>
              <a:gd name="connsiteY12" fmla="*/ 0 h 3370435"/>
              <a:gd name="connsiteX0" fmla="*/ 0 w 1899586"/>
              <a:gd name="connsiteY0" fmla="*/ 3370435 h 3370435"/>
              <a:gd name="connsiteX1" fmla="*/ 88374 w 1899586"/>
              <a:gd name="connsiteY1" fmla="*/ 3260374 h 3370435"/>
              <a:gd name="connsiteX2" fmla="*/ 368997 w 1899586"/>
              <a:gd name="connsiteY2" fmla="*/ 2977537 h 3370435"/>
              <a:gd name="connsiteX3" fmla="*/ 738998 w 1899586"/>
              <a:gd name="connsiteY3" fmla="*/ 2784852 h 3370435"/>
              <a:gd name="connsiteX4" fmla="*/ 1065270 w 1899586"/>
              <a:gd name="connsiteY4" fmla="*/ 2345734 h 3370435"/>
              <a:gd name="connsiteX5" fmla="*/ 1411388 w 1899586"/>
              <a:gd name="connsiteY5" fmla="*/ 1817796 h 3370435"/>
              <a:gd name="connsiteX6" fmla="*/ 1562764 w 1899586"/>
              <a:gd name="connsiteY6" fmla="*/ 1438236 h 3370435"/>
              <a:gd name="connsiteX7" fmla="*/ 1760598 w 1899586"/>
              <a:gd name="connsiteY7" fmla="*/ 1127530 h 3370435"/>
              <a:gd name="connsiteX8" fmla="*/ 1898696 w 1899586"/>
              <a:gd name="connsiteY8" fmla="*/ 961450 h 3370435"/>
              <a:gd name="connsiteX9" fmla="*/ 1823132 w 1899586"/>
              <a:gd name="connsiteY9" fmla="*/ 731017 h 3370435"/>
              <a:gd name="connsiteX10" fmla="*/ 1773838 w 1899586"/>
              <a:gd name="connsiteY10" fmla="*/ 454589 h 3370435"/>
              <a:gd name="connsiteX11" fmla="*/ 1282073 w 1899586"/>
              <a:gd name="connsiteY11" fmla="*/ 244679 h 3370435"/>
              <a:gd name="connsiteX12" fmla="*/ 1067670 w 1899586"/>
              <a:gd name="connsiteY12" fmla="*/ 0 h 3370435"/>
              <a:gd name="connsiteX0" fmla="*/ 0 w 1899586"/>
              <a:gd name="connsiteY0" fmla="*/ 3370435 h 3370435"/>
              <a:gd name="connsiteX1" fmla="*/ 88374 w 1899586"/>
              <a:gd name="connsiteY1" fmla="*/ 3260374 h 3370435"/>
              <a:gd name="connsiteX2" fmla="*/ 368997 w 1899586"/>
              <a:gd name="connsiteY2" fmla="*/ 2977537 h 3370435"/>
              <a:gd name="connsiteX3" fmla="*/ 738998 w 1899586"/>
              <a:gd name="connsiteY3" fmla="*/ 2784852 h 3370435"/>
              <a:gd name="connsiteX4" fmla="*/ 1065270 w 1899586"/>
              <a:gd name="connsiteY4" fmla="*/ 2345734 h 3370435"/>
              <a:gd name="connsiteX5" fmla="*/ 1183289 w 1899586"/>
              <a:gd name="connsiteY5" fmla="*/ 2112261 h 3370435"/>
              <a:gd name="connsiteX6" fmla="*/ 1411388 w 1899586"/>
              <a:gd name="connsiteY6" fmla="*/ 1817796 h 3370435"/>
              <a:gd name="connsiteX7" fmla="*/ 1562764 w 1899586"/>
              <a:gd name="connsiteY7" fmla="*/ 1438236 h 3370435"/>
              <a:gd name="connsiteX8" fmla="*/ 1760598 w 1899586"/>
              <a:gd name="connsiteY8" fmla="*/ 1127530 h 3370435"/>
              <a:gd name="connsiteX9" fmla="*/ 1898696 w 1899586"/>
              <a:gd name="connsiteY9" fmla="*/ 961450 h 3370435"/>
              <a:gd name="connsiteX10" fmla="*/ 1823132 w 1899586"/>
              <a:gd name="connsiteY10" fmla="*/ 731017 h 3370435"/>
              <a:gd name="connsiteX11" fmla="*/ 1773838 w 1899586"/>
              <a:gd name="connsiteY11" fmla="*/ 454589 h 3370435"/>
              <a:gd name="connsiteX12" fmla="*/ 1282073 w 1899586"/>
              <a:gd name="connsiteY12" fmla="*/ 244679 h 3370435"/>
              <a:gd name="connsiteX13" fmla="*/ 1067670 w 1899586"/>
              <a:gd name="connsiteY13" fmla="*/ 0 h 3370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9586" h="3370435">
                <a:moveTo>
                  <a:pt x="0" y="3370435"/>
                </a:moveTo>
                <a:cubicBezTo>
                  <a:pt x="823" y="3367904"/>
                  <a:pt x="18424" y="3349152"/>
                  <a:pt x="88374" y="3260374"/>
                </a:cubicBezTo>
                <a:cubicBezTo>
                  <a:pt x="349907" y="3093015"/>
                  <a:pt x="260560" y="3056791"/>
                  <a:pt x="368997" y="2977537"/>
                </a:cubicBezTo>
                <a:cubicBezTo>
                  <a:pt x="477434" y="2898283"/>
                  <a:pt x="647811" y="2780052"/>
                  <a:pt x="738998" y="2784852"/>
                </a:cubicBezTo>
                <a:cubicBezTo>
                  <a:pt x="949395" y="2755640"/>
                  <a:pt x="991222" y="2457832"/>
                  <a:pt x="1065270" y="2345734"/>
                </a:cubicBezTo>
                <a:cubicBezTo>
                  <a:pt x="1139318" y="2233636"/>
                  <a:pt x="1125603" y="2200251"/>
                  <a:pt x="1183289" y="2112261"/>
                </a:cubicBezTo>
                <a:cubicBezTo>
                  <a:pt x="1240975" y="2024271"/>
                  <a:pt x="1348142" y="1930133"/>
                  <a:pt x="1411388" y="1817796"/>
                </a:cubicBezTo>
                <a:cubicBezTo>
                  <a:pt x="1474634" y="1705459"/>
                  <a:pt x="1504562" y="1553280"/>
                  <a:pt x="1562764" y="1438236"/>
                </a:cubicBezTo>
                <a:cubicBezTo>
                  <a:pt x="1620966" y="1323192"/>
                  <a:pt x="1704609" y="1206994"/>
                  <a:pt x="1760598" y="1127530"/>
                </a:cubicBezTo>
                <a:cubicBezTo>
                  <a:pt x="1816587" y="1048066"/>
                  <a:pt x="1888274" y="1027535"/>
                  <a:pt x="1898696" y="961450"/>
                </a:cubicBezTo>
                <a:cubicBezTo>
                  <a:pt x="1909118" y="895365"/>
                  <a:pt x="1824656" y="813409"/>
                  <a:pt x="1823132" y="731017"/>
                </a:cubicBezTo>
                <a:cubicBezTo>
                  <a:pt x="1821132" y="618718"/>
                  <a:pt x="1864014" y="535645"/>
                  <a:pt x="1773838" y="454589"/>
                </a:cubicBezTo>
                <a:cubicBezTo>
                  <a:pt x="1683662" y="373533"/>
                  <a:pt x="1406442" y="325028"/>
                  <a:pt x="1282073" y="244679"/>
                </a:cubicBezTo>
                <a:cubicBezTo>
                  <a:pt x="1181112" y="183849"/>
                  <a:pt x="1189573" y="72785"/>
                  <a:pt x="106767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1" name="Freeform: Shape 50">
            <a:extLst>
              <a:ext uri="{FF2B5EF4-FFF2-40B4-BE49-F238E27FC236}">
                <a16:creationId xmlns:a16="http://schemas.microsoft.com/office/drawing/2014/main" id="{89945AFE-A0D6-A240-9DFB-BA188A596B68}"/>
              </a:ext>
            </a:extLst>
          </p:cNvPr>
          <p:cNvSpPr/>
          <p:nvPr userDrawn="1"/>
        </p:nvSpPr>
        <p:spPr>
          <a:xfrm rot="843214" flipH="1">
            <a:off x="10921309" y="1180802"/>
            <a:ext cx="1880831" cy="4785729"/>
          </a:xfrm>
          <a:custGeom>
            <a:avLst/>
            <a:gdLst>
              <a:gd name="connsiteX0" fmla="*/ 0 w 919096"/>
              <a:gd name="connsiteY0" fmla="*/ 2636139 h 2636139"/>
              <a:gd name="connsiteX1" fmla="*/ 274415 w 919096"/>
              <a:gd name="connsiteY1" fmla="*/ 2218277 h 2636139"/>
              <a:gd name="connsiteX2" fmla="*/ 607981 w 919096"/>
              <a:gd name="connsiteY2" fmla="*/ 1655921 h 2636139"/>
              <a:gd name="connsiteX3" fmla="*/ 792290 w 919096"/>
              <a:gd name="connsiteY3" fmla="*/ 1163003 h 2636139"/>
              <a:gd name="connsiteX4" fmla="*/ 914400 w 919096"/>
              <a:gd name="connsiteY4" fmla="*/ 808863 h 2636139"/>
              <a:gd name="connsiteX5" fmla="*/ 847344 w 919096"/>
              <a:gd name="connsiteY5" fmla="*/ 516922 h 2636139"/>
              <a:gd name="connsiteX6" fmla="*/ 610362 w 919096"/>
              <a:gd name="connsiteY6" fmla="*/ 366141 h 2636139"/>
              <a:gd name="connsiteX7" fmla="*/ 361379 w 919096"/>
              <a:gd name="connsiteY7" fmla="*/ 222599 h 2636139"/>
              <a:gd name="connsiteX8" fmla="*/ 67056 w 919096"/>
              <a:gd name="connsiteY8" fmla="*/ 0 h 2636139"/>
              <a:gd name="connsiteX0" fmla="*/ 0 w 2380870"/>
              <a:gd name="connsiteY0" fmla="*/ 3016861 h 3016861"/>
              <a:gd name="connsiteX1" fmla="*/ 1736189 w 2380870"/>
              <a:gd name="connsiteY1" fmla="*/ 2218277 h 3016861"/>
              <a:gd name="connsiteX2" fmla="*/ 2069755 w 2380870"/>
              <a:gd name="connsiteY2" fmla="*/ 1655921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0870"/>
              <a:gd name="connsiteY0" fmla="*/ 3016861 h 3016861"/>
              <a:gd name="connsiteX1" fmla="*/ 1193018 w 2380870"/>
              <a:gd name="connsiteY1" fmla="*/ 2389619 h 3016861"/>
              <a:gd name="connsiteX2" fmla="*/ 2069755 w 2380870"/>
              <a:gd name="connsiteY2" fmla="*/ 1655921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0870"/>
              <a:gd name="connsiteY0" fmla="*/ 3016861 h 3016861"/>
              <a:gd name="connsiteX1" fmla="*/ 1193018 w 2380870"/>
              <a:gd name="connsiteY1" fmla="*/ 2389619 h 3016861"/>
              <a:gd name="connsiteX2" fmla="*/ 1922236 w 2380870"/>
              <a:gd name="connsiteY2" fmla="*/ 1502614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2234"/>
              <a:gd name="connsiteY0" fmla="*/ 3016861 h 3016861"/>
              <a:gd name="connsiteX1" fmla="*/ 1193018 w 2382234"/>
              <a:gd name="connsiteY1" fmla="*/ 2389619 h 3016861"/>
              <a:gd name="connsiteX2" fmla="*/ 1922236 w 2382234"/>
              <a:gd name="connsiteY2" fmla="*/ 1502614 h 3016861"/>
              <a:gd name="connsiteX3" fmla="*/ 2206758 w 2382234"/>
              <a:gd name="connsiteY3" fmla="*/ 1041458 h 3016861"/>
              <a:gd name="connsiteX4" fmla="*/ 2376174 w 2382234"/>
              <a:gd name="connsiteY4" fmla="*/ 808863 h 3016861"/>
              <a:gd name="connsiteX5" fmla="*/ 2309118 w 2382234"/>
              <a:gd name="connsiteY5" fmla="*/ 516922 h 3016861"/>
              <a:gd name="connsiteX6" fmla="*/ 2072136 w 2382234"/>
              <a:gd name="connsiteY6" fmla="*/ 366141 h 3016861"/>
              <a:gd name="connsiteX7" fmla="*/ 1823153 w 2382234"/>
              <a:gd name="connsiteY7" fmla="*/ 222599 h 3016861"/>
              <a:gd name="connsiteX8" fmla="*/ 1528830 w 2382234"/>
              <a:gd name="connsiteY8" fmla="*/ 0 h 3016861"/>
              <a:gd name="connsiteX0" fmla="*/ 0 w 2382234"/>
              <a:gd name="connsiteY0" fmla="*/ 3016861 h 3016861"/>
              <a:gd name="connsiteX1" fmla="*/ 1193018 w 2382234"/>
              <a:gd name="connsiteY1" fmla="*/ 2389619 h 3016861"/>
              <a:gd name="connsiteX2" fmla="*/ 2028761 w 2382234"/>
              <a:gd name="connsiteY2" fmla="*/ 1531506 h 3016861"/>
              <a:gd name="connsiteX3" fmla="*/ 2206758 w 2382234"/>
              <a:gd name="connsiteY3" fmla="*/ 1041458 h 3016861"/>
              <a:gd name="connsiteX4" fmla="*/ 2376174 w 2382234"/>
              <a:gd name="connsiteY4" fmla="*/ 808863 h 3016861"/>
              <a:gd name="connsiteX5" fmla="*/ 2309118 w 2382234"/>
              <a:gd name="connsiteY5" fmla="*/ 516922 h 3016861"/>
              <a:gd name="connsiteX6" fmla="*/ 2072136 w 2382234"/>
              <a:gd name="connsiteY6" fmla="*/ 366141 h 3016861"/>
              <a:gd name="connsiteX7" fmla="*/ 1823153 w 2382234"/>
              <a:gd name="connsiteY7" fmla="*/ 222599 h 3016861"/>
              <a:gd name="connsiteX8" fmla="*/ 1528830 w 2382234"/>
              <a:gd name="connsiteY8" fmla="*/ 0 h 3016861"/>
              <a:gd name="connsiteX0" fmla="*/ 0 w 2382234"/>
              <a:gd name="connsiteY0" fmla="*/ 3016861 h 3016861"/>
              <a:gd name="connsiteX1" fmla="*/ 364469 w 2382234"/>
              <a:gd name="connsiteY1" fmla="*/ 2654755 h 3016861"/>
              <a:gd name="connsiteX2" fmla="*/ 1193018 w 2382234"/>
              <a:gd name="connsiteY2" fmla="*/ 2389619 h 3016861"/>
              <a:gd name="connsiteX3" fmla="*/ 2028761 w 2382234"/>
              <a:gd name="connsiteY3" fmla="*/ 1531506 h 3016861"/>
              <a:gd name="connsiteX4" fmla="*/ 2206758 w 2382234"/>
              <a:gd name="connsiteY4" fmla="*/ 1041458 h 3016861"/>
              <a:gd name="connsiteX5" fmla="*/ 2376174 w 2382234"/>
              <a:gd name="connsiteY5" fmla="*/ 808863 h 3016861"/>
              <a:gd name="connsiteX6" fmla="*/ 2309118 w 2382234"/>
              <a:gd name="connsiteY6" fmla="*/ 516922 h 3016861"/>
              <a:gd name="connsiteX7" fmla="*/ 2072136 w 2382234"/>
              <a:gd name="connsiteY7" fmla="*/ 366141 h 3016861"/>
              <a:gd name="connsiteX8" fmla="*/ 1823153 w 2382234"/>
              <a:gd name="connsiteY8" fmla="*/ 222599 h 3016861"/>
              <a:gd name="connsiteX9" fmla="*/ 1528830 w 2382234"/>
              <a:gd name="connsiteY9" fmla="*/ 0 h 3016861"/>
              <a:gd name="connsiteX0" fmla="*/ 0 w 2382234"/>
              <a:gd name="connsiteY0" fmla="*/ 3016861 h 3016861"/>
              <a:gd name="connsiteX1" fmla="*/ 364469 w 2382234"/>
              <a:gd name="connsiteY1" fmla="*/ 2654755 h 3016861"/>
              <a:gd name="connsiteX2" fmla="*/ 1193018 w 2382234"/>
              <a:gd name="connsiteY2" fmla="*/ 2389619 h 3016861"/>
              <a:gd name="connsiteX3" fmla="*/ 1436206 w 2382234"/>
              <a:gd name="connsiteY3" fmla="*/ 2045515 h 3016861"/>
              <a:gd name="connsiteX4" fmla="*/ 2028761 w 2382234"/>
              <a:gd name="connsiteY4" fmla="*/ 1531506 h 3016861"/>
              <a:gd name="connsiteX5" fmla="*/ 2206758 w 2382234"/>
              <a:gd name="connsiteY5" fmla="*/ 1041458 h 3016861"/>
              <a:gd name="connsiteX6" fmla="*/ 2376174 w 2382234"/>
              <a:gd name="connsiteY6" fmla="*/ 808863 h 3016861"/>
              <a:gd name="connsiteX7" fmla="*/ 2309118 w 2382234"/>
              <a:gd name="connsiteY7" fmla="*/ 516922 h 3016861"/>
              <a:gd name="connsiteX8" fmla="*/ 2072136 w 2382234"/>
              <a:gd name="connsiteY8" fmla="*/ 366141 h 3016861"/>
              <a:gd name="connsiteX9" fmla="*/ 1823153 w 2382234"/>
              <a:gd name="connsiteY9" fmla="*/ 222599 h 3016861"/>
              <a:gd name="connsiteX10" fmla="*/ 1528830 w 2382234"/>
              <a:gd name="connsiteY10" fmla="*/ 0 h 301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2234" h="3016861">
                <a:moveTo>
                  <a:pt x="0" y="3016861"/>
                </a:moveTo>
                <a:cubicBezTo>
                  <a:pt x="81139" y="2977673"/>
                  <a:pt x="165633" y="2759295"/>
                  <a:pt x="364469" y="2654755"/>
                </a:cubicBezTo>
                <a:cubicBezTo>
                  <a:pt x="563305" y="2550215"/>
                  <a:pt x="1014395" y="2491159"/>
                  <a:pt x="1193018" y="2389619"/>
                </a:cubicBezTo>
                <a:cubicBezTo>
                  <a:pt x="1371641" y="2288079"/>
                  <a:pt x="1296915" y="2188534"/>
                  <a:pt x="1436206" y="2045515"/>
                </a:cubicBezTo>
                <a:cubicBezTo>
                  <a:pt x="1575497" y="1902496"/>
                  <a:pt x="1900336" y="1698849"/>
                  <a:pt x="2028761" y="1531506"/>
                </a:cubicBezTo>
                <a:cubicBezTo>
                  <a:pt x="2157186" y="1364163"/>
                  <a:pt x="2148856" y="1161898"/>
                  <a:pt x="2206758" y="1041458"/>
                </a:cubicBezTo>
                <a:cubicBezTo>
                  <a:pt x="2264660" y="921018"/>
                  <a:pt x="2359114" y="896286"/>
                  <a:pt x="2376174" y="808863"/>
                </a:cubicBezTo>
                <a:cubicBezTo>
                  <a:pt x="2393234" y="721440"/>
                  <a:pt x="2375317" y="596932"/>
                  <a:pt x="2309118" y="516922"/>
                </a:cubicBezTo>
                <a:cubicBezTo>
                  <a:pt x="2248730" y="444056"/>
                  <a:pt x="2157861" y="407956"/>
                  <a:pt x="2072136" y="366141"/>
                </a:cubicBezTo>
                <a:cubicBezTo>
                  <a:pt x="1985935" y="324136"/>
                  <a:pt x="1904496" y="273272"/>
                  <a:pt x="1823153" y="222599"/>
                </a:cubicBezTo>
                <a:cubicBezTo>
                  <a:pt x="1707233" y="150400"/>
                  <a:pt x="1588742" y="121348"/>
                  <a:pt x="152883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2" name="Freeform: Shape 51">
            <a:extLst>
              <a:ext uri="{FF2B5EF4-FFF2-40B4-BE49-F238E27FC236}">
                <a16:creationId xmlns:a16="http://schemas.microsoft.com/office/drawing/2014/main" id="{A2221AAE-0E85-F0E7-F26D-40710D0B0C81}"/>
              </a:ext>
            </a:extLst>
          </p:cNvPr>
          <p:cNvSpPr/>
          <p:nvPr userDrawn="1"/>
        </p:nvSpPr>
        <p:spPr>
          <a:xfrm rot="843214" flipH="1">
            <a:off x="11348528" y="1510554"/>
            <a:ext cx="1299403" cy="347589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007049"/>
              <a:gd name="connsiteY0" fmla="*/ 2209689 h 2209689"/>
              <a:gd name="connsiteX1" fmla="*/ 348360 w 1007049"/>
              <a:gd name="connsiteY1" fmla="*/ 2052502 h 2209689"/>
              <a:gd name="connsiteX2" fmla="*/ 692175 w 1007049"/>
              <a:gd name="connsiteY2" fmla="*/ 1728415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45135 w 1007049"/>
              <a:gd name="connsiteY1" fmla="*/ 1930819 h 2209689"/>
              <a:gd name="connsiteX2" fmla="*/ 692175 w 1007049"/>
              <a:gd name="connsiteY2" fmla="*/ 1728415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45135 w 1007049"/>
              <a:gd name="connsiteY1" fmla="*/ 1930819 h 2209689"/>
              <a:gd name="connsiteX2" fmla="*/ 718755 w 1007049"/>
              <a:gd name="connsiteY2" fmla="*/ 1639533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277975 w 1007049"/>
              <a:gd name="connsiteY1" fmla="*/ 2121014 h 2209689"/>
              <a:gd name="connsiteX2" fmla="*/ 345135 w 1007049"/>
              <a:gd name="connsiteY2" fmla="*/ 1930819 h 2209689"/>
              <a:gd name="connsiteX3" fmla="*/ 718755 w 1007049"/>
              <a:gd name="connsiteY3" fmla="*/ 1639533 h 2209689"/>
              <a:gd name="connsiteX4" fmla="*/ 898965 w 1007049"/>
              <a:gd name="connsiteY4" fmla="*/ 1296921 h 2209689"/>
              <a:gd name="connsiteX5" fmla="*/ 981631 w 1007049"/>
              <a:gd name="connsiteY5" fmla="*/ 933329 h 2209689"/>
              <a:gd name="connsiteX6" fmla="*/ 1007034 w 1007049"/>
              <a:gd name="connsiteY6" fmla="*/ 682227 h 2209689"/>
              <a:gd name="connsiteX7" fmla="*/ 983483 w 1007049"/>
              <a:gd name="connsiteY7" fmla="*/ 472239 h 2209689"/>
              <a:gd name="connsiteX8" fmla="*/ 888662 w 1007049"/>
              <a:gd name="connsiteY8" fmla="*/ 282868 h 2209689"/>
              <a:gd name="connsiteX9" fmla="*/ 711209 w 1007049"/>
              <a:gd name="connsiteY9" fmla="*/ 0 h 2209689"/>
              <a:gd name="connsiteX0" fmla="*/ 0 w 1007049"/>
              <a:gd name="connsiteY0" fmla="*/ 2209689 h 2209689"/>
              <a:gd name="connsiteX1" fmla="*/ 277975 w 1007049"/>
              <a:gd name="connsiteY1" fmla="*/ 2121014 h 2209689"/>
              <a:gd name="connsiteX2" fmla="*/ 345135 w 1007049"/>
              <a:gd name="connsiteY2" fmla="*/ 1930819 h 2209689"/>
              <a:gd name="connsiteX3" fmla="*/ 718755 w 1007049"/>
              <a:gd name="connsiteY3" fmla="*/ 1639533 h 2209689"/>
              <a:gd name="connsiteX4" fmla="*/ 956084 w 1007049"/>
              <a:gd name="connsiteY4" fmla="*/ 1305670 h 2209689"/>
              <a:gd name="connsiteX5" fmla="*/ 981631 w 1007049"/>
              <a:gd name="connsiteY5" fmla="*/ 933329 h 2209689"/>
              <a:gd name="connsiteX6" fmla="*/ 1007034 w 1007049"/>
              <a:gd name="connsiteY6" fmla="*/ 682227 h 2209689"/>
              <a:gd name="connsiteX7" fmla="*/ 983483 w 1007049"/>
              <a:gd name="connsiteY7" fmla="*/ 472239 h 2209689"/>
              <a:gd name="connsiteX8" fmla="*/ 888662 w 1007049"/>
              <a:gd name="connsiteY8" fmla="*/ 282868 h 2209689"/>
              <a:gd name="connsiteX9" fmla="*/ 711209 w 1007049"/>
              <a:gd name="connsiteY9" fmla="*/ 0 h 2209689"/>
              <a:gd name="connsiteX0" fmla="*/ 0 w 1044992"/>
              <a:gd name="connsiteY0" fmla="*/ 2209689 h 2209689"/>
              <a:gd name="connsiteX1" fmla="*/ 277975 w 1044992"/>
              <a:gd name="connsiteY1" fmla="*/ 2121014 h 2209689"/>
              <a:gd name="connsiteX2" fmla="*/ 345135 w 1044992"/>
              <a:gd name="connsiteY2" fmla="*/ 1930819 h 2209689"/>
              <a:gd name="connsiteX3" fmla="*/ 718755 w 1044992"/>
              <a:gd name="connsiteY3" fmla="*/ 1639533 h 2209689"/>
              <a:gd name="connsiteX4" fmla="*/ 956084 w 1044992"/>
              <a:gd name="connsiteY4" fmla="*/ 1305670 h 2209689"/>
              <a:gd name="connsiteX5" fmla="*/ 981631 w 1044992"/>
              <a:gd name="connsiteY5" fmla="*/ 933329 h 2209689"/>
              <a:gd name="connsiteX6" fmla="*/ 1007034 w 1044992"/>
              <a:gd name="connsiteY6" fmla="*/ 682227 h 2209689"/>
              <a:gd name="connsiteX7" fmla="*/ 1039862 w 1044992"/>
              <a:gd name="connsiteY7" fmla="*/ 421944 h 2209689"/>
              <a:gd name="connsiteX8" fmla="*/ 888662 w 1044992"/>
              <a:gd name="connsiteY8" fmla="*/ 282868 h 2209689"/>
              <a:gd name="connsiteX9" fmla="*/ 711209 w 1044992"/>
              <a:gd name="connsiteY9" fmla="*/ 0 h 2209689"/>
              <a:gd name="connsiteX0" fmla="*/ 0 w 1044234"/>
              <a:gd name="connsiteY0" fmla="*/ 2209689 h 2209689"/>
              <a:gd name="connsiteX1" fmla="*/ 277975 w 1044234"/>
              <a:gd name="connsiteY1" fmla="*/ 2121014 h 2209689"/>
              <a:gd name="connsiteX2" fmla="*/ 345135 w 1044234"/>
              <a:gd name="connsiteY2" fmla="*/ 1930819 h 2209689"/>
              <a:gd name="connsiteX3" fmla="*/ 718755 w 1044234"/>
              <a:gd name="connsiteY3" fmla="*/ 1639533 h 2209689"/>
              <a:gd name="connsiteX4" fmla="*/ 956084 w 1044234"/>
              <a:gd name="connsiteY4" fmla="*/ 1305670 h 2209689"/>
              <a:gd name="connsiteX5" fmla="*/ 981631 w 1044234"/>
              <a:gd name="connsiteY5" fmla="*/ 933329 h 2209689"/>
              <a:gd name="connsiteX6" fmla="*/ 1007034 w 1044234"/>
              <a:gd name="connsiteY6" fmla="*/ 682227 h 2209689"/>
              <a:gd name="connsiteX7" fmla="*/ 1039862 w 1044234"/>
              <a:gd name="connsiteY7" fmla="*/ 421944 h 2209689"/>
              <a:gd name="connsiteX8" fmla="*/ 901234 w 1044234"/>
              <a:gd name="connsiteY8" fmla="*/ 268712 h 2209689"/>
              <a:gd name="connsiteX9" fmla="*/ 711209 w 1044234"/>
              <a:gd name="connsiteY9" fmla="*/ 0 h 2209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4234" h="2209689">
                <a:moveTo>
                  <a:pt x="0" y="2209689"/>
                </a:moveTo>
                <a:cubicBezTo>
                  <a:pt x="55090" y="2164155"/>
                  <a:pt x="222885" y="2166548"/>
                  <a:pt x="277975" y="2121014"/>
                </a:cubicBezTo>
                <a:cubicBezTo>
                  <a:pt x="337930" y="2073591"/>
                  <a:pt x="285180" y="1978242"/>
                  <a:pt x="345135" y="1930819"/>
                </a:cubicBezTo>
                <a:cubicBezTo>
                  <a:pt x="464927" y="1835793"/>
                  <a:pt x="616930" y="1743725"/>
                  <a:pt x="718755" y="1639533"/>
                </a:cubicBezTo>
                <a:cubicBezTo>
                  <a:pt x="820580" y="1535341"/>
                  <a:pt x="912271" y="1423371"/>
                  <a:pt x="956084" y="1305670"/>
                </a:cubicBezTo>
                <a:cubicBezTo>
                  <a:pt x="999897" y="1187969"/>
                  <a:pt x="973139" y="1037236"/>
                  <a:pt x="981631" y="933329"/>
                </a:cubicBezTo>
                <a:cubicBezTo>
                  <a:pt x="990123" y="829422"/>
                  <a:pt x="997329" y="767458"/>
                  <a:pt x="1007034" y="682227"/>
                </a:cubicBezTo>
                <a:cubicBezTo>
                  <a:pt x="1016739" y="596996"/>
                  <a:pt x="1057495" y="490863"/>
                  <a:pt x="1039862" y="421944"/>
                </a:cubicBezTo>
                <a:cubicBezTo>
                  <a:pt x="1022229" y="353025"/>
                  <a:pt x="946613" y="347418"/>
                  <a:pt x="901234" y="268712"/>
                </a:cubicBezTo>
                <a:cubicBezTo>
                  <a:pt x="855855" y="190006"/>
                  <a:pt x="756739" y="47434"/>
                  <a:pt x="711209"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3" name="Freeform: Shape 52">
            <a:extLst>
              <a:ext uri="{FF2B5EF4-FFF2-40B4-BE49-F238E27FC236}">
                <a16:creationId xmlns:a16="http://schemas.microsoft.com/office/drawing/2014/main" id="{87FF0794-189B-EDD9-E3CF-63BDB9E25F55}"/>
              </a:ext>
            </a:extLst>
          </p:cNvPr>
          <p:cNvSpPr/>
          <p:nvPr userDrawn="1"/>
        </p:nvSpPr>
        <p:spPr>
          <a:xfrm rot="843214" flipH="1">
            <a:off x="11571580" y="2177087"/>
            <a:ext cx="938306" cy="2530407"/>
          </a:xfrm>
          <a:custGeom>
            <a:avLst/>
            <a:gdLst>
              <a:gd name="connsiteX0" fmla="*/ 0 w 421548"/>
              <a:gd name="connsiteY0" fmla="*/ 0 h 1865756"/>
              <a:gd name="connsiteX1" fmla="*/ 258699 w 421548"/>
              <a:gd name="connsiteY1" fmla="*/ 330803 h 1865756"/>
              <a:gd name="connsiteX2" fmla="*/ 408051 w 421548"/>
              <a:gd name="connsiteY2" fmla="*/ 617887 h 1865756"/>
              <a:gd name="connsiteX3" fmla="*/ 408051 w 421548"/>
              <a:gd name="connsiteY3" fmla="*/ 910781 h 1865756"/>
              <a:gd name="connsiteX4" fmla="*/ 336233 w 421548"/>
              <a:gd name="connsiteY4" fmla="*/ 1269683 h 1865756"/>
              <a:gd name="connsiteX5" fmla="*/ 186881 w 421548"/>
              <a:gd name="connsiteY5" fmla="*/ 1582674 h 1865756"/>
              <a:gd name="connsiteX6" fmla="*/ 0 w 421548"/>
              <a:gd name="connsiteY6" fmla="*/ 1865757 h 1865756"/>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987368 w 1408916"/>
              <a:gd name="connsiteY0" fmla="*/ 0 h 2311260"/>
              <a:gd name="connsiteX1" fmla="*/ 1246067 w 1408916"/>
              <a:gd name="connsiteY1" fmla="*/ 330803 h 2311260"/>
              <a:gd name="connsiteX2" fmla="*/ 1395419 w 1408916"/>
              <a:gd name="connsiteY2" fmla="*/ 617887 h 2311260"/>
              <a:gd name="connsiteX3" fmla="*/ 1395419 w 1408916"/>
              <a:gd name="connsiteY3" fmla="*/ 910781 h 2311260"/>
              <a:gd name="connsiteX4" fmla="*/ 1323601 w 1408916"/>
              <a:gd name="connsiteY4" fmla="*/ 1269683 h 2311260"/>
              <a:gd name="connsiteX5" fmla="*/ 1174249 w 1408916"/>
              <a:gd name="connsiteY5" fmla="*/ 1582674 h 2311260"/>
              <a:gd name="connsiteX6" fmla="*/ 0 w 1408916"/>
              <a:gd name="connsiteY6" fmla="*/ 2311260 h 2311260"/>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0 w 1311769"/>
              <a:gd name="connsiteY6" fmla="*/ 2066541 h 2066541"/>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481072 w 1311769"/>
              <a:gd name="connsiteY6" fmla="*/ 1940442 h 2066541"/>
              <a:gd name="connsiteX7" fmla="*/ 0 w 1311769"/>
              <a:gd name="connsiteY7" fmla="*/ 2066541 h 2066541"/>
              <a:gd name="connsiteX0" fmla="*/ 880809 w 1311769"/>
              <a:gd name="connsiteY0" fmla="*/ 0 h 1954205"/>
              <a:gd name="connsiteX1" fmla="*/ 1148920 w 1311769"/>
              <a:gd name="connsiteY1" fmla="*/ 218467 h 1954205"/>
              <a:gd name="connsiteX2" fmla="*/ 1298272 w 1311769"/>
              <a:gd name="connsiteY2" fmla="*/ 505551 h 1954205"/>
              <a:gd name="connsiteX3" fmla="*/ 1298272 w 1311769"/>
              <a:gd name="connsiteY3" fmla="*/ 798445 h 1954205"/>
              <a:gd name="connsiteX4" fmla="*/ 1226454 w 1311769"/>
              <a:gd name="connsiteY4" fmla="*/ 1157347 h 1954205"/>
              <a:gd name="connsiteX5" fmla="*/ 1077102 w 1311769"/>
              <a:gd name="connsiteY5" fmla="*/ 1470338 h 1954205"/>
              <a:gd name="connsiteX6" fmla="*/ 481072 w 1311769"/>
              <a:gd name="connsiteY6" fmla="*/ 1828106 h 1954205"/>
              <a:gd name="connsiteX7" fmla="*/ 0 w 1311769"/>
              <a:gd name="connsiteY7" fmla="*/ 1954205 h 1954205"/>
              <a:gd name="connsiteX0" fmla="*/ 880809 w 1306820"/>
              <a:gd name="connsiteY0" fmla="*/ 0 h 1954205"/>
              <a:gd name="connsiteX1" fmla="*/ 1238603 w 1306820"/>
              <a:gd name="connsiteY1" fmla="*/ 123571 h 1954205"/>
              <a:gd name="connsiteX2" fmla="*/ 1298272 w 1306820"/>
              <a:gd name="connsiteY2" fmla="*/ 505551 h 1954205"/>
              <a:gd name="connsiteX3" fmla="*/ 1298272 w 1306820"/>
              <a:gd name="connsiteY3" fmla="*/ 798445 h 1954205"/>
              <a:gd name="connsiteX4" fmla="*/ 1226454 w 1306820"/>
              <a:gd name="connsiteY4" fmla="*/ 1157347 h 1954205"/>
              <a:gd name="connsiteX5" fmla="*/ 1077102 w 1306820"/>
              <a:gd name="connsiteY5" fmla="*/ 1470338 h 1954205"/>
              <a:gd name="connsiteX6" fmla="*/ 481072 w 1306820"/>
              <a:gd name="connsiteY6" fmla="*/ 1828106 h 1954205"/>
              <a:gd name="connsiteX7" fmla="*/ 0 w 1306820"/>
              <a:gd name="connsiteY7" fmla="*/ 1954205 h 1954205"/>
              <a:gd name="connsiteX0" fmla="*/ 880809 w 1305296"/>
              <a:gd name="connsiteY0" fmla="*/ 0 h 1954205"/>
              <a:gd name="connsiteX1" fmla="*/ 1238603 w 1305296"/>
              <a:gd name="connsiteY1" fmla="*/ 123571 h 1954205"/>
              <a:gd name="connsiteX2" fmla="*/ 1298272 w 1305296"/>
              <a:gd name="connsiteY2" fmla="*/ 505551 h 1954205"/>
              <a:gd name="connsiteX3" fmla="*/ 1298272 w 1305296"/>
              <a:gd name="connsiteY3" fmla="*/ 798445 h 1954205"/>
              <a:gd name="connsiteX4" fmla="*/ 1245658 w 1305296"/>
              <a:gd name="connsiteY4" fmla="*/ 1161850 h 1954205"/>
              <a:gd name="connsiteX5" fmla="*/ 1077102 w 1305296"/>
              <a:gd name="connsiteY5" fmla="*/ 1470338 h 1954205"/>
              <a:gd name="connsiteX6" fmla="*/ 481072 w 1305296"/>
              <a:gd name="connsiteY6" fmla="*/ 1828106 h 1954205"/>
              <a:gd name="connsiteX7" fmla="*/ 0 w 1305296"/>
              <a:gd name="connsiteY7" fmla="*/ 1954205 h 1954205"/>
              <a:gd name="connsiteX0" fmla="*/ 936386 w 1360873"/>
              <a:gd name="connsiteY0" fmla="*/ 0 h 2123562"/>
              <a:gd name="connsiteX1" fmla="*/ 1294180 w 1360873"/>
              <a:gd name="connsiteY1" fmla="*/ 123571 h 2123562"/>
              <a:gd name="connsiteX2" fmla="*/ 1353849 w 1360873"/>
              <a:gd name="connsiteY2" fmla="*/ 505551 h 2123562"/>
              <a:gd name="connsiteX3" fmla="*/ 1353849 w 1360873"/>
              <a:gd name="connsiteY3" fmla="*/ 798445 h 2123562"/>
              <a:gd name="connsiteX4" fmla="*/ 1301235 w 1360873"/>
              <a:gd name="connsiteY4" fmla="*/ 1161850 h 2123562"/>
              <a:gd name="connsiteX5" fmla="*/ 1132679 w 1360873"/>
              <a:gd name="connsiteY5" fmla="*/ 1470338 h 2123562"/>
              <a:gd name="connsiteX6" fmla="*/ 536649 w 1360873"/>
              <a:gd name="connsiteY6" fmla="*/ 1828106 h 2123562"/>
              <a:gd name="connsiteX7" fmla="*/ 1 w 1360873"/>
              <a:gd name="connsiteY7" fmla="*/ 2123562 h 2123562"/>
              <a:gd name="connsiteX0" fmla="*/ 936384 w 1360871"/>
              <a:gd name="connsiteY0" fmla="*/ 0 h 2123562"/>
              <a:gd name="connsiteX1" fmla="*/ 1294178 w 1360871"/>
              <a:gd name="connsiteY1" fmla="*/ 123571 h 2123562"/>
              <a:gd name="connsiteX2" fmla="*/ 1353847 w 1360871"/>
              <a:gd name="connsiteY2" fmla="*/ 505551 h 2123562"/>
              <a:gd name="connsiteX3" fmla="*/ 1353847 w 1360871"/>
              <a:gd name="connsiteY3" fmla="*/ 798445 h 2123562"/>
              <a:gd name="connsiteX4" fmla="*/ 1301233 w 1360871"/>
              <a:gd name="connsiteY4" fmla="*/ 1161850 h 2123562"/>
              <a:gd name="connsiteX5" fmla="*/ 1132677 w 1360871"/>
              <a:gd name="connsiteY5" fmla="*/ 1470338 h 2123562"/>
              <a:gd name="connsiteX6" fmla="*/ 536647 w 1360871"/>
              <a:gd name="connsiteY6" fmla="*/ 1828106 h 2123562"/>
              <a:gd name="connsiteX7" fmla="*/ -1 w 1360871"/>
              <a:gd name="connsiteY7" fmla="*/ 2123562 h 2123562"/>
              <a:gd name="connsiteX0" fmla="*/ 984080 w 1408567"/>
              <a:gd name="connsiteY0" fmla="*/ 0 h 2184509"/>
              <a:gd name="connsiteX1" fmla="*/ 1341874 w 1408567"/>
              <a:gd name="connsiteY1" fmla="*/ 123571 h 2184509"/>
              <a:gd name="connsiteX2" fmla="*/ 1401543 w 1408567"/>
              <a:gd name="connsiteY2" fmla="*/ 505551 h 2184509"/>
              <a:gd name="connsiteX3" fmla="*/ 1401543 w 1408567"/>
              <a:gd name="connsiteY3" fmla="*/ 798445 h 2184509"/>
              <a:gd name="connsiteX4" fmla="*/ 1348929 w 1408567"/>
              <a:gd name="connsiteY4" fmla="*/ 1161850 h 2184509"/>
              <a:gd name="connsiteX5" fmla="*/ 1180373 w 1408567"/>
              <a:gd name="connsiteY5" fmla="*/ 1470338 h 2184509"/>
              <a:gd name="connsiteX6" fmla="*/ 584343 w 1408567"/>
              <a:gd name="connsiteY6" fmla="*/ 1828106 h 2184509"/>
              <a:gd name="connsiteX7" fmla="*/ 0 w 1408567"/>
              <a:gd name="connsiteY7" fmla="*/ 2184509 h 218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8567" h="2184509">
                <a:moveTo>
                  <a:pt x="984080" y="0"/>
                </a:moveTo>
                <a:cubicBezTo>
                  <a:pt x="984080" y="0"/>
                  <a:pt x="1272297" y="39313"/>
                  <a:pt x="1341874" y="123571"/>
                </a:cubicBezTo>
                <a:cubicBezTo>
                  <a:pt x="1411451" y="207829"/>
                  <a:pt x="1391598" y="393072"/>
                  <a:pt x="1401543" y="505551"/>
                </a:cubicBezTo>
                <a:cubicBezTo>
                  <a:pt x="1411488" y="618030"/>
                  <a:pt x="1410312" y="689062"/>
                  <a:pt x="1401543" y="798445"/>
                </a:cubicBezTo>
                <a:cubicBezTo>
                  <a:pt x="1392774" y="907828"/>
                  <a:pt x="1388838" y="1046216"/>
                  <a:pt x="1348929" y="1161850"/>
                </a:cubicBezTo>
                <a:cubicBezTo>
                  <a:pt x="1311114" y="1271292"/>
                  <a:pt x="1239904" y="1370802"/>
                  <a:pt x="1180373" y="1470338"/>
                </a:cubicBezTo>
                <a:cubicBezTo>
                  <a:pt x="1091023" y="1566757"/>
                  <a:pt x="763860" y="1747462"/>
                  <a:pt x="584343" y="1828106"/>
                </a:cubicBezTo>
                <a:cubicBezTo>
                  <a:pt x="404826" y="1908751"/>
                  <a:pt x="164251" y="1944805"/>
                  <a:pt x="0" y="2184509"/>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4" name="Freeform: Shape 53">
            <a:extLst>
              <a:ext uri="{FF2B5EF4-FFF2-40B4-BE49-F238E27FC236}">
                <a16:creationId xmlns:a16="http://schemas.microsoft.com/office/drawing/2014/main" id="{939F10F9-CC64-01DE-FF31-D1DA604057FF}"/>
              </a:ext>
            </a:extLst>
          </p:cNvPr>
          <p:cNvSpPr/>
          <p:nvPr userDrawn="1"/>
        </p:nvSpPr>
        <p:spPr>
          <a:xfrm rot="843214" flipH="1">
            <a:off x="11755735" y="2454959"/>
            <a:ext cx="660059" cy="1716927"/>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762" h="1335352">
                <a:moveTo>
                  <a:pt x="0" y="1335352"/>
                </a:moveTo>
                <a:cubicBezTo>
                  <a:pt x="0" y="1335352"/>
                  <a:pt x="231007" y="1195920"/>
                  <a:pt x="363531" y="1111630"/>
                </a:cubicBezTo>
                <a:cubicBezTo>
                  <a:pt x="468322" y="1044979"/>
                  <a:pt x="500471" y="920013"/>
                  <a:pt x="536800" y="818542"/>
                </a:cubicBezTo>
                <a:cubicBezTo>
                  <a:pt x="573129" y="717071"/>
                  <a:pt x="590268" y="597003"/>
                  <a:pt x="581505" y="502801"/>
                </a:cubicBezTo>
                <a:cubicBezTo>
                  <a:pt x="573599" y="417171"/>
                  <a:pt x="584230" y="422032"/>
                  <a:pt x="575109" y="341723"/>
                </a:cubicBezTo>
                <a:cubicBezTo>
                  <a:pt x="575270" y="209906"/>
                  <a:pt x="399735" y="0"/>
                  <a:pt x="399735"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5" name="Freeform: Shape 54">
            <a:extLst>
              <a:ext uri="{FF2B5EF4-FFF2-40B4-BE49-F238E27FC236}">
                <a16:creationId xmlns:a16="http://schemas.microsoft.com/office/drawing/2014/main" id="{3634B12D-641F-4A57-F996-A6F17D3F9C67}"/>
              </a:ext>
            </a:extLst>
          </p:cNvPr>
          <p:cNvSpPr/>
          <p:nvPr userDrawn="1"/>
        </p:nvSpPr>
        <p:spPr>
          <a:xfrm rot="843214" flipH="1">
            <a:off x="11915404" y="2901123"/>
            <a:ext cx="401472" cy="934090"/>
          </a:xfrm>
          <a:custGeom>
            <a:avLst/>
            <a:gdLst>
              <a:gd name="connsiteX0" fmla="*/ 0 w 167300"/>
              <a:gd name="connsiteY0" fmla="*/ 0 h 890873"/>
              <a:gd name="connsiteX1" fmla="*/ 143732 w 167300"/>
              <a:gd name="connsiteY1" fmla="*/ 233077 h 890873"/>
              <a:gd name="connsiteX2" fmla="*/ 160973 w 167300"/>
              <a:gd name="connsiteY2" fmla="*/ 482822 h 890873"/>
              <a:gd name="connsiteX3" fmla="*/ 0 w 167300"/>
              <a:gd name="connsiteY3" fmla="*/ 890873 h 890873"/>
              <a:gd name="connsiteX0" fmla="*/ 386354 w 553656"/>
              <a:gd name="connsiteY0" fmla="*/ 0 h 851751"/>
              <a:gd name="connsiteX1" fmla="*/ 530086 w 553656"/>
              <a:gd name="connsiteY1" fmla="*/ 233077 h 851751"/>
              <a:gd name="connsiteX2" fmla="*/ 547327 w 553656"/>
              <a:gd name="connsiteY2" fmla="*/ 482822 h 851751"/>
              <a:gd name="connsiteX3" fmla="*/ 0 w 553656"/>
              <a:gd name="connsiteY3" fmla="*/ 851751 h 851751"/>
            </a:gdLst>
            <a:ahLst/>
            <a:cxnLst>
              <a:cxn ang="0">
                <a:pos x="connsiteX0" y="connsiteY0"/>
              </a:cxn>
              <a:cxn ang="0">
                <a:pos x="connsiteX1" y="connsiteY1"/>
              </a:cxn>
              <a:cxn ang="0">
                <a:pos x="connsiteX2" y="connsiteY2"/>
              </a:cxn>
              <a:cxn ang="0">
                <a:pos x="connsiteX3" y="connsiteY3"/>
              </a:cxn>
            </a:cxnLst>
            <a:rect l="l" t="t" r="r" b="b"/>
            <a:pathLst>
              <a:path w="553656" h="851751">
                <a:moveTo>
                  <a:pt x="386354" y="0"/>
                </a:moveTo>
                <a:cubicBezTo>
                  <a:pt x="386354" y="0"/>
                  <a:pt x="496939" y="127254"/>
                  <a:pt x="530086" y="233077"/>
                </a:cubicBezTo>
                <a:cubicBezTo>
                  <a:pt x="555328" y="313563"/>
                  <a:pt x="558947" y="399098"/>
                  <a:pt x="547327" y="482822"/>
                </a:cubicBezTo>
                <a:cubicBezTo>
                  <a:pt x="523324" y="655892"/>
                  <a:pt x="0" y="851751"/>
                  <a:pt x="0" y="85175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6" name="Freeform: Shape 55">
            <a:extLst>
              <a:ext uri="{FF2B5EF4-FFF2-40B4-BE49-F238E27FC236}">
                <a16:creationId xmlns:a16="http://schemas.microsoft.com/office/drawing/2014/main" id="{4C5F7719-FE22-99F2-D5E8-F83CEC0E42B1}"/>
              </a:ext>
            </a:extLst>
          </p:cNvPr>
          <p:cNvSpPr/>
          <p:nvPr userDrawn="1"/>
        </p:nvSpPr>
        <p:spPr>
          <a:xfrm rot="843214" flipH="1">
            <a:off x="6799330" y="49514"/>
            <a:ext cx="5099727" cy="3087777"/>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63581"/>
              <a:gd name="connsiteX1" fmla="*/ 3769595 w 3791407"/>
              <a:gd name="connsiteY1" fmla="*/ 888762 h 1963581"/>
              <a:gd name="connsiteX2" fmla="*/ 3769595 w 3791407"/>
              <a:gd name="connsiteY2" fmla="*/ 1104503 h 1963581"/>
              <a:gd name="connsiteX3" fmla="*/ 3717683 w 3791407"/>
              <a:gd name="connsiteY3" fmla="*/ 1437973 h 1963581"/>
              <a:gd name="connsiteX4" fmla="*/ 3661105 w 3791407"/>
              <a:gd name="connsiteY4" fmla="*/ 1556845 h 1963581"/>
              <a:gd name="connsiteX5" fmla="*/ 3422123 w 3791407"/>
              <a:gd name="connsiteY5" fmla="*/ 1772586 h 1963581"/>
              <a:gd name="connsiteX6" fmla="*/ 3167043 w 3791407"/>
              <a:gd name="connsiteY6" fmla="*/ 1898316 h 1963581"/>
              <a:gd name="connsiteX7" fmla="*/ 2843765 w 3791407"/>
              <a:gd name="connsiteY7" fmla="*/ 1957181 h 1963581"/>
              <a:gd name="connsiteX8" fmla="*/ 2286208 w 3791407"/>
              <a:gd name="connsiteY8" fmla="*/ 1759538 h 1963581"/>
              <a:gd name="connsiteX9" fmla="*/ 2160346 w 3791407"/>
              <a:gd name="connsiteY9" fmla="*/ 1510649 h 1963581"/>
              <a:gd name="connsiteX10" fmla="*/ 2096814 w 3791407"/>
              <a:gd name="connsiteY10" fmla="*/ 1323768 h 1963581"/>
              <a:gd name="connsiteX11" fmla="*/ 1975561 w 3791407"/>
              <a:gd name="connsiteY11" fmla="*/ 1117266 h 1963581"/>
              <a:gd name="connsiteX12" fmla="*/ 1823828 w 3791407"/>
              <a:gd name="connsiteY12" fmla="*/ 1052687 h 1963581"/>
              <a:gd name="connsiteX13" fmla="*/ 1670666 w 3791407"/>
              <a:gd name="connsiteY13" fmla="*/ 1031160 h 1963581"/>
              <a:gd name="connsiteX14" fmla="*/ 1479118 w 3791407"/>
              <a:gd name="connsiteY14" fmla="*/ 1044495 h 1963581"/>
              <a:gd name="connsiteX15" fmla="*/ 1366532 w 3791407"/>
              <a:gd name="connsiteY15" fmla="*/ 1007919 h 1963581"/>
              <a:gd name="connsiteX16" fmla="*/ 1226038 w 3791407"/>
              <a:gd name="connsiteY16" fmla="*/ 867521 h 1963581"/>
              <a:gd name="connsiteX17" fmla="*/ 1038491 w 3791407"/>
              <a:gd name="connsiteY17" fmla="*/ 632920 h 1963581"/>
              <a:gd name="connsiteX18" fmla="*/ 0 w 3791407"/>
              <a:gd name="connsiteY18" fmla="*/ 0 h 1963581"/>
              <a:gd name="connsiteX0" fmla="*/ 3791407 w 3791407"/>
              <a:gd name="connsiteY0" fmla="*/ 292020 h 1962954"/>
              <a:gd name="connsiteX1" fmla="*/ 3769595 w 3791407"/>
              <a:gd name="connsiteY1" fmla="*/ 888762 h 1962954"/>
              <a:gd name="connsiteX2" fmla="*/ 3769595 w 3791407"/>
              <a:gd name="connsiteY2" fmla="*/ 1104503 h 1962954"/>
              <a:gd name="connsiteX3" fmla="*/ 3717683 w 3791407"/>
              <a:gd name="connsiteY3" fmla="*/ 1437973 h 1962954"/>
              <a:gd name="connsiteX4" fmla="*/ 3661105 w 3791407"/>
              <a:gd name="connsiteY4" fmla="*/ 1556845 h 1962954"/>
              <a:gd name="connsiteX5" fmla="*/ 3482917 w 3791407"/>
              <a:gd name="connsiteY5" fmla="*/ 1776225 h 1962954"/>
              <a:gd name="connsiteX6" fmla="*/ 3167043 w 3791407"/>
              <a:gd name="connsiteY6" fmla="*/ 1898316 h 1962954"/>
              <a:gd name="connsiteX7" fmla="*/ 2843765 w 3791407"/>
              <a:gd name="connsiteY7" fmla="*/ 1957181 h 1962954"/>
              <a:gd name="connsiteX8" fmla="*/ 2286208 w 3791407"/>
              <a:gd name="connsiteY8" fmla="*/ 1759538 h 1962954"/>
              <a:gd name="connsiteX9" fmla="*/ 2160346 w 3791407"/>
              <a:gd name="connsiteY9" fmla="*/ 1510649 h 1962954"/>
              <a:gd name="connsiteX10" fmla="*/ 2096814 w 3791407"/>
              <a:gd name="connsiteY10" fmla="*/ 1323768 h 1962954"/>
              <a:gd name="connsiteX11" fmla="*/ 1975561 w 3791407"/>
              <a:gd name="connsiteY11" fmla="*/ 1117266 h 1962954"/>
              <a:gd name="connsiteX12" fmla="*/ 1823828 w 3791407"/>
              <a:gd name="connsiteY12" fmla="*/ 1052687 h 1962954"/>
              <a:gd name="connsiteX13" fmla="*/ 1670666 w 3791407"/>
              <a:gd name="connsiteY13" fmla="*/ 1031160 h 1962954"/>
              <a:gd name="connsiteX14" fmla="*/ 1479118 w 3791407"/>
              <a:gd name="connsiteY14" fmla="*/ 1044495 h 1962954"/>
              <a:gd name="connsiteX15" fmla="*/ 1366532 w 3791407"/>
              <a:gd name="connsiteY15" fmla="*/ 1007919 h 1962954"/>
              <a:gd name="connsiteX16" fmla="*/ 1226038 w 3791407"/>
              <a:gd name="connsiteY16" fmla="*/ 867521 h 1962954"/>
              <a:gd name="connsiteX17" fmla="*/ 1038491 w 3791407"/>
              <a:gd name="connsiteY17" fmla="*/ 632920 h 1962954"/>
              <a:gd name="connsiteX18" fmla="*/ 0 w 3791407"/>
              <a:gd name="connsiteY18" fmla="*/ 0 h 1962954"/>
              <a:gd name="connsiteX0" fmla="*/ 3791407 w 3836989"/>
              <a:gd name="connsiteY0" fmla="*/ 292020 h 1962954"/>
              <a:gd name="connsiteX1" fmla="*/ 3769595 w 3836989"/>
              <a:gd name="connsiteY1" fmla="*/ 888762 h 1962954"/>
              <a:gd name="connsiteX2" fmla="*/ 3769595 w 3836989"/>
              <a:gd name="connsiteY2" fmla="*/ 1104503 h 1962954"/>
              <a:gd name="connsiteX3" fmla="*/ 3717683 w 3836989"/>
              <a:gd name="connsiteY3" fmla="*/ 1437973 h 1962954"/>
              <a:gd name="connsiteX4" fmla="*/ 3830168 w 3836989"/>
              <a:gd name="connsiteY4" fmla="*/ 1559520 h 1962954"/>
              <a:gd name="connsiteX5" fmla="*/ 3482917 w 3836989"/>
              <a:gd name="connsiteY5" fmla="*/ 1776225 h 1962954"/>
              <a:gd name="connsiteX6" fmla="*/ 3167043 w 3836989"/>
              <a:gd name="connsiteY6" fmla="*/ 1898316 h 1962954"/>
              <a:gd name="connsiteX7" fmla="*/ 2843765 w 3836989"/>
              <a:gd name="connsiteY7" fmla="*/ 1957181 h 1962954"/>
              <a:gd name="connsiteX8" fmla="*/ 2286208 w 3836989"/>
              <a:gd name="connsiteY8" fmla="*/ 1759538 h 1962954"/>
              <a:gd name="connsiteX9" fmla="*/ 2160346 w 3836989"/>
              <a:gd name="connsiteY9" fmla="*/ 1510649 h 1962954"/>
              <a:gd name="connsiteX10" fmla="*/ 2096814 w 3836989"/>
              <a:gd name="connsiteY10" fmla="*/ 1323768 h 1962954"/>
              <a:gd name="connsiteX11" fmla="*/ 1975561 w 3836989"/>
              <a:gd name="connsiteY11" fmla="*/ 1117266 h 1962954"/>
              <a:gd name="connsiteX12" fmla="*/ 1823828 w 3836989"/>
              <a:gd name="connsiteY12" fmla="*/ 1052687 h 1962954"/>
              <a:gd name="connsiteX13" fmla="*/ 1670666 w 3836989"/>
              <a:gd name="connsiteY13" fmla="*/ 1031160 h 1962954"/>
              <a:gd name="connsiteX14" fmla="*/ 1479118 w 3836989"/>
              <a:gd name="connsiteY14" fmla="*/ 1044495 h 1962954"/>
              <a:gd name="connsiteX15" fmla="*/ 1366532 w 3836989"/>
              <a:gd name="connsiteY15" fmla="*/ 1007919 h 1962954"/>
              <a:gd name="connsiteX16" fmla="*/ 1226038 w 3836989"/>
              <a:gd name="connsiteY16" fmla="*/ 867521 h 1962954"/>
              <a:gd name="connsiteX17" fmla="*/ 1038491 w 3836989"/>
              <a:gd name="connsiteY17" fmla="*/ 632920 h 1962954"/>
              <a:gd name="connsiteX18" fmla="*/ 0 w 3836989"/>
              <a:gd name="connsiteY18" fmla="*/ 0 h 1962954"/>
              <a:gd name="connsiteX0" fmla="*/ 3791407 w 3934609"/>
              <a:gd name="connsiteY0" fmla="*/ 292020 h 1962954"/>
              <a:gd name="connsiteX1" fmla="*/ 3769595 w 3934609"/>
              <a:gd name="connsiteY1" fmla="*/ 888762 h 1962954"/>
              <a:gd name="connsiteX2" fmla="*/ 3769595 w 3934609"/>
              <a:gd name="connsiteY2" fmla="*/ 1104503 h 1962954"/>
              <a:gd name="connsiteX3" fmla="*/ 3933005 w 3934609"/>
              <a:gd name="connsiteY3" fmla="*/ 1339204 h 1962954"/>
              <a:gd name="connsiteX4" fmla="*/ 3830168 w 3934609"/>
              <a:gd name="connsiteY4" fmla="*/ 1559520 h 1962954"/>
              <a:gd name="connsiteX5" fmla="*/ 3482917 w 3934609"/>
              <a:gd name="connsiteY5" fmla="*/ 1776225 h 1962954"/>
              <a:gd name="connsiteX6" fmla="*/ 3167043 w 3934609"/>
              <a:gd name="connsiteY6" fmla="*/ 1898316 h 1962954"/>
              <a:gd name="connsiteX7" fmla="*/ 2843765 w 3934609"/>
              <a:gd name="connsiteY7" fmla="*/ 1957181 h 1962954"/>
              <a:gd name="connsiteX8" fmla="*/ 2286208 w 3934609"/>
              <a:gd name="connsiteY8" fmla="*/ 1759538 h 1962954"/>
              <a:gd name="connsiteX9" fmla="*/ 2160346 w 3934609"/>
              <a:gd name="connsiteY9" fmla="*/ 1510649 h 1962954"/>
              <a:gd name="connsiteX10" fmla="*/ 2096814 w 3934609"/>
              <a:gd name="connsiteY10" fmla="*/ 1323768 h 1962954"/>
              <a:gd name="connsiteX11" fmla="*/ 1975561 w 3934609"/>
              <a:gd name="connsiteY11" fmla="*/ 1117266 h 1962954"/>
              <a:gd name="connsiteX12" fmla="*/ 1823828 w 3934609"/>
              <a:gd name="connsiteY12" fmla="*/ 1052687 h 1962954"/>
              <a:gd name="connsiteX13" fmla="*/ 1670666 w 3934609"/>
              <a:gd name="connsiteY13" fmla="*/ 1031160 h 1962954"/>
              <a:gd name="connsiteX14" fmla="*/ 1479118 w 3934609"/>
              <a:gd name="connsiteY14" fmla="*/ 1044495 h 1962954"/>
              <a:gd name="connsiteX15" fmla="*/ 1366532 w 3934609"/>
              <a:gd name="connsiteY15" fmla="*/ 1007919 h 1962954"/>
              <a:gd name="connsiteX16" fmla="*/ 1226038 w 3934609"/>
              <a:gd name="connsiteY16" fmla="*/ 867521 h 1962954"/>
              <a:gd name="connsiteX17" fmla="*/ 1038491 w 3934609"/>
              <a:gd name="connsiteY17" fmla="*/ 632920 h 1962954"/>
              <a:gd name="connsiteX18" fmla="*/ 0 w 3934609"/>
              <a:gd name="connsiteY18" fmla="*/ 0 h 1962954"/>
              <a:gd name="connsiteX0" fmla="*/ 3791407 w 3964547"/>
              <a:gd name="connsiteY0" fmla="*/ 292020 h 1962954"/>
              <a:gd name="connsiteX1" fmla="*/ 3769595 w 3964547"/>
              <a:gd name="connsiteY1" fmla="*/ 888762 h 1962954"/>
              <a:gd name="connsiteX2" fmla="*/ 3964529 w 3964547"/>
              <a:gd name="connsiteY2" fmla="*/ 963893 h 1962954"/>
              <a:gd name="connsiteX3" fmla="*/ 3933005 w 3964547"/>
              <a:gd name="connsiteY3" fmla="*/ 1339204 h 1962954"/>
              <a:gd name="connsiteX4" fmla="*/ 3830168 w 3964547"/>
              <a:gd name="connsiteY4" fmla="*/ 1559520 h 1962954"/>
              <a:gd name="connsiteX5" fmla="*/ 3482917 w 3964547"/>
              <a:gd name="connsiteY5" fmla="*/ 1776225 h 1962954"/>
              <a:gd name="connsiteX6" fmla="*/ 3167043 w 3964547"/>
              <a:gd name="connsiteY6" fmla="*/ 1898316 h 1962954"/>
              <a:gd name="connsiteX7" fmla="*/ 2843765 w 3964547"/>
              <a:gd name="connsiteY7" fmla="*/ 1957181 h 1962954"/>
              <a:gd name="connsiteX8" fmla="*/ 2286208 w 3964547"/>
              <a:gd name="connsiteY8" fmla="*/ 1759538 h 1962954"/>
              <a:gd name="connsiteX9" fmla="*/ 2160346 w 3964547"/>
              <a:gd name="connsiteY9" fmla="*/ 1510649 h 1962954"/>
              <a:gd name="connsiteX10" fmla="*/ 2096814 w 3964547"/>
              <a:gd name="connsiteY10" fmla="*/ 1323768 h 1962954"/>
              <a:gd name="connsiteX11" fmla="*/ 1975561 w 3964547"/>
              <a:gd name="connsiteY11" fmla="*/ 1117266 h 1962954"/>
              <a:gd name="connsiteX12" fmla="*/ 1823828 w 3964547"/>
              <a:gd name="connsiteY12" fmla="*/ 1052687 h 1962954"/>
              <a:gd name="connsiteX13" fmla="*/ 1670666 w 3964547"/>
              <a:gd name="connsiteY13" fmla="*/ 1031160 h 1962954"/>
              <a:gd name="connsiteX14" fmla="*/ 1479118 w 3964547"/>
              <a:gd name="connsiteY14" fmla="*/ 1044495 h 1962954"/>
              <a:gd name="connsiteX15" fmla="*/ 1366532 w 3964547"/>
              <a:gd name="connsiteY15" fmla="*/ 1007919 h 1962954"/>
              <a:gd name="connsiteX16" fmla="*/ 1226038 w 3964547"/>
              <a:gd name="connsiteY16" fmla="*/ 867521 h 1962954"/>
              <a:gd name="connsiteX17" fmla="*/ 1038491 w 3964547"/>
              <a:gd name="connsiteY17" fmla="*/ 632920 h 1962954"/>
              <a:gd name="connsiteX18" fmla="*/ 0 w 3964547"/>
              <a:gd name="connsiteY18" fmla="*/ 0 h 1962954"/>
              <a:gd name="connsiteX0" fmla="*/ 3791407 w 3969147"/>
              <a:gd name="connsiteY0" fmla="*/ 292020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245681 w 3969147"/>
              <a:gd name="connsiteY18" fmla="*/ 302305 h 1962954"/>
              <a:gd name="connsiteX19" fmla="*/ 0 w 3969147"/>
              <a:gd name="connsiteY19" fmla="*/ 0 h 1962954"/>
              <a:gd name="connsiteX0" fmla="*/ 3857612 w 3975011"/>
              <a:gd name="connsiteY0" fmla="*/ 306529 h 1962954"/>
              <a:gd name="connsiteX1" fmla="*/ 3969127 w 3975011"/>
              <a:gd name="connsiteY1" fmla="*/ 705659 h 1962954"/>
              <a:gd name="connsiteX2" fmla="*/ 3964529 w 3975011"/>
              <a:gd name="connsiteY2" fmla="*/ 963893 h 1962954"/>
              <a:gd name="connsiteX3" fmla="*/ 3933005 w 3975011"/>
              <a:gd name="connsiteY3" fmla="*/ 1339204 h 1962954"/>
              <a:gd name="connsiteX4" fmla="*/ 3945158 w 3975011"/>
              <a:gd name="connsiteY4" fmla="*/ 1605338 h 1962954"/>
              <a:gd name="connsiteX5" fmla="*/ 3482917 w 3975011"/>
              <a:gd name="connsiteY5" fmla="*/ 1776225 h 1962954"/>
              <a:gd name="connsiteX6" fmla="*/ 3167043 w 3975011"/>
              <a:gd name="connsiteY6" fmla="*/ 1898316 h 1962954"/>
              <a:gd name="connsiteX7" fmla="*/ 2843765 w 3975011"/>
              <a:gd name="connsiteY7" fmla="*/ 1957181 h 1962954"/>
              <a:gd name="connsiteX8" fmla="*/ 2286208 w 3975011"/>
              <a:gd name="connsiteY8" fmla="*/ 1759538 h 1962954"/>
              <a:gd name="connsiteX9" fmla="*/ 2160346 w 3975011"/>
              <a:gd name="connsiteY9" fmla="*/ 1510649 h 1962954"/>
              <a:gd name="connsiteX10" fmla="*/ 2096814 w 3975011"/>
              <a:gd name="connsiteY10" fmla="*/ 1323768 h 1962954"/>
              <a:gd name="connsiteX11" fmla="*/ 1975561 w 3975011"/>
              <a:gd name="connsiteY11" fmla="*/ 1117266 h 1962954"/>
              <a:gd name="connsiteX12" fmla="*/ 1823828 w 3975011"/>
              <a:gd name="connsiteY12" fmla="*/ 1052687 h 1962954"/>
              <a:gd name="connsiteX13" fmla="*/ 1670666 w 3975011"/>
              <a:gd name="connsiteY13" fmla="*/ 1031160 h 1962954"/>
              <a:gd name="connsiteX14" fmla="*/ 1479118 w 3975011"/>
              <a:gd name="connsiteY14" fmla="*/ 1044495 h 1962954"/>
              <a:gd name="connsiteX15" fmla="*/ 1366532 w 3975011"/>
              <a:gd name="connsiteY15" fmla="*/ 1007919 h 1962954"/>
              <a:gd name="connsiteX16" fmla="*/ 1226038 w 3975011"/>
              <a:gd name="connsiteY16" fmla="*/ 867521 h 1962954"/>
              <a:gd name="connsiteX17" fmla="*/ 1038491 w 3975011"/>
              <a:gd name="connsiteY17" fmla="*/ 632920 h 1962954"/>
              <a:gd name="connsiteX18" fmla="*/ 245681 w 3975011"/>
              <a:gd name="connsiteY18" fmla="*/ 302305 h 1962954"/>
              <a:gd name="connsiteX19" fmla="*/ 0 w 3975011"/>
              <a:gd name="connsiteY19" fmla="*/ 0 h 1962954"/>
              <a:gd name="connsiteX0" fmla="*/ 3857612 w 4057480"/>
              <a:gd name="connsiteY0" fmla="*/ 306529 h 1962954"/>
              <a:gd name="connsiteX1" fmla="*/ 3969127 w 4057480"/>
              <a:gd name="connsiteY1" fmla="*/ 705659 h 1962954"/>
              <a:gd name="connsiteX2" fmla="*/ 4057441 w 4057480"/>
              <a:gd name="connsiteY2" fmla="*/ 987412 h 1962954"/>
              <a:gd name="connsiteX3" fmla="*/ 3933005 w 4057480"/>
              <a:gd name="connsiteY3" fmla="*/ 1339204 h 1962954"/>
              <a:gd name="connsiteX4" fmla="*/ 3945158 w 4057480"/>
              <a:gd name="connsiteY4" fmla="*/ 1605338 h 1962954"/>
              <a:gd name="connsiteX5" fmla="*/ 3482917 w 4057480"/>
              <a:gd name="connsiteY5" fmla="*/ 1776225 h 1962954"/>
              <a:gd name="connsiteX6" fmla="*/ 3167043 w 4057480"/>
              <a:gd name="connsiteY6" fmla="*/ 1898316 h 1962954"/>
              <a:gd name="connsiteX7" fmla="*/ 2843765 w 4057480"/>
              <a:gd name="connsiteY7" fmla="*/ 1957181 h 1962954"/>
              <a:gd name="connsiteX8" fmla="*/ 2286208 w 4057480"/>
              <a:gd name="connsiteY8" fmla="*/ 1759538 h 1962954"/>
              <a:gd name="connsiteX9" fmla="*/ 2160346 w 4057480"/>
              <a:gd name="connsiteY9" fmla="*/ 1510649 h 1962954"/>
              <a:gd name="connsiteX10" fmla="*/ 2096814 w 4057480"/>
              <a:gd name="connsiteY10" fmla="*/ 1323768 h 1962954"/>
              <a:gd name="connsiteX11" fmla="*/ 1975561 w 4057480"/>
              <a:gd name="connsiteY11" fmla="*/ 1117266 h 1962954"/>
              <a:gd name="connsiteX12" fmla="*/ 1823828 w 4057480"/>
              <a:gd name="connsiteY12" fmla="*/ 1052687 h 1962954"/>
              <a:gd name="connsiteX13" fmla="*/ 1670666 w 4057480"/>
              <a:gd name="connsiteY13" fmla="*/ 1031160 h 1962954"/>
              <a:gd name="connsiteX14" fmla="*/ 1479118 w 4057480"/>
              <a:gd name="connsiteY14" fmla="*/ 1044495 h 1962954"/>
              <a:gd name="connsiteX15" fmla="*/ 1366532 w 4057480"/>
              <a:gd name="connsiteY15" fmla="*/ 1007919 h 1962954"/>
              <a:gd name="connsiteX16" fmla="*/ 1226038 w 4057480"/>
              <a:gd name="connsiteY16" fmla="*/ 867521 h 1962954"/>
              <a:gd name="connsiteX17" fmla="*/ 1038491 w 4057480"/>
              <a:gd name="connsiteY17" fmla="*/ 632920 h 1962954"/>
              <a:gd name="connsiteX18" fmla="*/ 245681 w 4057480"/>
              <a:gd name="connsiteY18" fmla="*/ 302305 h 1962954"/>
              <a:gd name="connsiteX19" fmla="*/ 0 w 4057480"/>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933005 w 4063549"/>
              <a:gd name="connsiteY3" fmla="*/ 1339204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893075 w 4063549"/>
              <a:gd name="connsiteY3" fmla="*/ 1194293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893075 w 4063549"/>
              <a:gd name="connsiteY3" fmla="*/ 1194293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4092555 w 4092555"/>
              <a:gd name="connsiteY0" fmla="*/ 367137 h 1962954"/>
              <a:gd name="connsiteX1" fmla="*/ 3969127 w 4092555"/>
              <a:gd name="connsiteY1" fmla="*/ 705659 h 1962954"/>
              <a:gd name="connsiteX2" fmla="*/ 4063513 w 4092555"/>
              <a:gd name="connsiteY2" fmla="*/ 1044952 h 1962954"/>
              <a:gd name="connsiteX3" fmla="*/ 3893075 w 4092555"/>
              <a:gd name="connsiteY3" fmla="*/ 1194293 h 1962954"/>
              <a:gd name="connsiteX4" fmla="*/ 3945158 w 4092555"/>
              <a:gd name="connsiteY4" fmla="*/ 1605338 h 1962954"/>
              <a:gd name="connsiteX5" fmla="*/ 3482917 w 4092555"/>
              <a:gd name="connsiteY5" fmla="*/ 1776225 h 1962954"/>
              <a:gd name="connsiteX6" fmla="*/ 3167043 w 4092555"/>
              <a:gd name="connsiteY6" fmla="*/ 1898316 h 1962954"/>
              <a:gd name="connsiteX7" fmla="*/ 2843765 w 4092555"/>
              <a:gd name="connsiteY7" fmla="*/ 1957181 h 1962954"/>
              <a:gd name="connsiteX8" fmla="*/ 2286208 w 4092555"/>
              <a:gd name="connsiteY8" fmla="*/ 1759538 h 1962954"/>
              <a:gd name="connsiteX9" fmla="*/ 2160346 w 4092555"/>
              <a:gd name="connsiteY9" fmla="*/ 1510649 h 1962954"/>
              <a:gd name="connsiteX10" fmla="*/ 2096814 w 4092555"/>
              <a:gd name="connsiteY10" fmla="*/ 1323768 h 1962954"/>
              <a:gd name="connsiteX11" fmla="*/ 1975561 w 4092555"/>
              <a:gd name="connsiteY11" fmla="*/ 1117266 h 1962954"/>
              <a:gd name="connsiteX12" fmla="*/ 1823828 w 4092555"/>
              <a:gd name="connsiteY12" fmla="*/ 1052687 h 1962954"/>
              <a:gd name="connsiteX13" fmla="*/ 1670666 w 4092555"/>
              <a:gd name="connsiteY13" fmla="*/ 1031160 h 1962954"/>
              <a:gd name="connsiteX14" fmla="*/ 1479118 w 4092555"/>
              <a:gd name="connsiteY14" fmla="*/ 1044495 h 1962954"/>
              <a:gd name="connsiteX15" fmla="*/ 1366532 w 4092555"/>
              <a:gd name="connsiteY15" fmla="*/ 1007919 h 1962954"/>
              <a:gd name="connsiteX16" fmla="*/ 1226038 w 4092555"/>
              <a:gd name="connsiteY16" fmla="*/ 867521 h 1962954"/>
              <a:gd name="connsiteX17" fmla="*/ 1038491 w 4092555"/>
              <a:gd name="connsiteY17" fmla="*/ 632920 h 1962954"/>
              <a:gd name="connsiteX18" fmla="*/ 245681 w 4092555"/>
              <a:gd name="connsiteY18" fmla="*/ 302305 h 1962954"/>
              <a:gd name="connsiteX19" fmla="*/ 0 w 4092555"/>
              <a:gd name="connsiteY19" fmla="*/ 0 h 1962954"/>
              <a:gd name="connsiteX0" fmla="*/ 4092555 w 4092555"/>
              <a:gd name="connsiteY0" fmla="*/ 367137 h 1962954"/>
              <a:gd name="connsiteX1" fmla="*/ 3859097 w 4092555"/>
              <a:gd name="connsiteY1" fmla="*/ 633935 h 1962954"/>
              <a:gd name="connsiteX2" fmla="*/ 4063513 w 4092555"/>
              <a:gd name="connsiteY2" fmla="*/ 1044952 h 1962954"/>
              <a:gd name="connsiteX3" fmla="*/ 3893075 w 4092555"/>
              <a:gd name="connsiteY3" fmla="*/ 1194293 h 1962954"/>
              <a:gd name="connsiteX4" fmla="*/ 3945158 w 4092555"/>
              <a:gd name="connsiteY4" fmla="*/ 1605338 h 1962954"/>
              <a:gd name="connsiteX5" fmla="*/ 3482917 w 4092555"/>
              <a:gd name="connsiteY5" fmla="*/ 1776225 h 1962954"/>
              <a:gd name="connsiteX6" fmla="*/ 3167043 w 4092555"/>
              <a:gd name="connsiteY6" fmla="*/ 1898316 h 1962954"/>
              <a:gd name="connsiteX7" fmla="*/ 2843765 w 4092555"/>
              <a:gd name="connsiteY7" fmla="*/ 1957181 h 1962954"/>
              <a:gd name="connsiteX8" fmla="*/ 2286208 w 4092555"/>
              <a:gd name="connsiteY8" fmla="*/ 1759538 h 1962954"/>
              <a:gd name="connsiteX9" fmla="*/ 2160346 w 4092555"/>
              <a:gd name="connsiteY9" fmla="*/ 1510649 h 1962954"/>
              <a:gd name="connsiteX10" fmla="*/ 2096814 w 4092555"/>
              <a:gd name="connsiteY10" fmla="*/ 1323768 h 1962954"/>
              <a:gd name="connsiteX11" fmla="*/ 1975561 w 4092555"/>
              <a:gd name="connsiteY11" fmla="*/ 1117266 h 1962954"/>
              <a:gd name="connsiteX12" fmla="*/ 1823828 w 4092555"/>
              <a:gd name="connsiteY12" fmla="*/ 1052687 h 1962954"/>
              <a:gd name="connsiteX13" fmla="*/ 1670666 w 4092555"/>
              <a:gd name="connsiteY13" fmla="*/ 1031160 h 1962954"/>
              <a:gd name="connsiteX14" fmla="*/ 1479118 w 4092555"/>
              <a:gd name="connsiteY14" fmla="*/ 1044495 h 1962954"/>
              <a:gd name="connsiteX15" fmla="*/ 1366532 w 4092555"/>
              <a:gd name="connsiteY15" fmla="*/ 1007919 h 1962954"/>
              <a:gd name="connsiteX16" fmla="*/ 1226038 w 4092555"/>
              <a:gd name="connsiteY16" fmla="*/ 867521 h 1962954"/>
              <a:gd name="connsiteX17" fmla="*/ 1038491 w 4092555"/>
              <a:gd name="connsiteY17" fmla="*/ 632920 h 1962954"/>
              <a:gd name="connsiteX18" fmla="*/ 245681 w 4092555"/>
              <a:gd name="connsiteY18" fmla="*/ 302305 h 1962954"/>
              <a:gd name="connsiteX19" fmla="*/ 0 w 4092555"/>
              <a:gd name="connsiteY19" fmla="*/ 0 h 1962954"/>
              <a:gd name="connsiteX0" fmla="*/ 4098273 w 4098273"/>
              <a:gd name="connsiteY0" fmla="*/ 349064 h 1962954"/>
              <a:gd name="connsiteX1" fmla="*/ 3859097 w 4098273"/>
              <a:gd name="connsiteY1" fmla="*/ 633935 h 1962954"/>
              <a:gd name="connsiteX2" fmla="*/ 4063513 w 4098273"/>
              <a:gd name="connsiteY2" fmla="*/ 1044952 h 1962954"/>
              <a:gd name="connsiteX3" fmla="*/ 3893075 w 4098273"/>
              <a:gd name="connsiteY3" fmla="*/ 1194293 h 1962954"/>
              <a:gd name="connsiteX4" fmla="*/ 3945158 w 4098273"/>
              <a:gd name="connsiteY4" fmla="*/ 1605338 h 1962954"/>
              <a:gd name="connsiteX5" fmla="*/ 3482917 w 4098273"/>
              <a:gd name="connsiteY5" fmla="*/ 1776225 h 1962954"/>
              <a:gd name="connsiteX6" fmla="*/ 3167043 w 4098273"/>
              <a:gd name="connsiteY6" fmla="*/ 1898316 h 1962954"/>
              <a:gd name="connsiteX7" fmla="*/ 2843765 w 4098273"/>
              <a:gd name="connsiteY7" fmla="*/ 1957181 h 1962954"/>
              <a:gd name="connsiteX8" fmla="*/ 2286208 w 4098273"/>
              <a:gd name="connsiteY8" fmla="*/ 1759538 h 1962954"/>
              <a:gd name="connsiteX9" fmla="*/ 2160346 w 4098273"/>
              <a:gd name="connsiteY9" fmla="*/ 1510649 h 1962954"/>
              <a:gd name="connsiteX10" fmla="*/ 2096814 w 4098273"/>
              <a:gd name="connsiteY10" fmla="*/ 1323768 h 1962954"/>
              <a:gd name="connsiteX11" fmla="*/ 1975561 w 4098273"/>
              <a:gd name="connsiteY11" fmla="*/ 1117266 h 1962954"/>
              <a:gd name="connsiteX12" fmla="*/ 1823828 w 4098273"/>
              <a:gd name="connsiteY12" fmla="*/ 1052687 h 1962954"/>
              <a:gd name="connsiteX13" fmla="*/ 1670666 w 4098273"/>
              <a:gd name="connsiteY13" fmla="*/ 1031160 h 1962954"/>
              <a:gd name="connsiteX14" fmla="*/ 1479118 w 4098273"/>
              <a:gd name="connsiteY14" fmla="*/ 1044495 h 1962954"/>
              <a:gd name="connsiteX15" fmla="*/ 1366532 w 4098273"/>
              <a:gd name="connsiteY15" fmla="*/ 1007919 h 1962954"/>
              <a:gd name="connsiteX16" fmla="*/ 1226038 w 4098273"/>
              <a:gd name="connsiteY16" fmla="*/ 867521 h 1962954"/>
              <a:gd name="connsiteX17" fmla="*/ 1038491 w 4098273"/>
              <a:gd name="connsiteY17" fmla="*/ 632920 h 1962954"/>
              <a:gd name="connsiteX18" fmla="*/ 245681 w 4098273"/>
              <a:gd name="connsiteY18" fmla="*/ 302305 h 1962954"/>
              <a:gd name="connsiteX19" fmla="*/ 0 w 4098273"/>
              <a:gd name="connsiteY19" fmla="*/ 0 h 1962954"/>
              <a:gd name="connsiteX0" fmla="*/ 4098273 w 4098273"/>
              <a:gd name="connsiteY0" fmla="*/ 349064 h 1962954"/>
              <a:gd name="connsiteX1" fmla="*/ 3859097 w 4098273"/>
              <a:gd name="connsiteY1" fmla="*/ 633935 h 1962954"/>
              <a:gd name="connsiteX2" fmla="*/ 4063513 w 4098273"/>
              <a:gd name="connsiteY2" fmla="*/ 1044952 h 1962954"/>
              <a:gd name="connsiteX3" fmla="*/ 3893075 w 4098273"/>
              <a:gd name="connsiteY3" fmla="*/ 1194293 h 1962954"/>
              <a:gd name="connsiteX4" fmla="*/ 3945158 w 4098273"/>
              <a:gd name="connsiteY4" fmla="*/ 1605338 h 1962954"/>
              <a:gd name="connsiteX5" fmla="*/ 3482917 w 4098273"/>
              <a:gd name="connsiteY5" fmla="*/ 1776225 h 1962954"/>
              <a:gd name="connsiteX6" fmla="*/ 3167043 w 4098273"/>
              <a:gd name="connsiteY6" fmla="*/ 1898316 h 1962954"/>
              <a:gd name="connsiteX7" fmla="*/ 2843765 w 4098273"/>
              <a:gd name="connsiteY7" fmla="*/ 1957181 h 1962954"/>
              <a:gd name="connsiteX8" fmla="*/ 2286208 w 4098273"/>
              <a:gd name="connsiteY8" fmla="*/ 1759538 h 1962954"/>
              <a:gd name="connsiteX9" fmla="*/ 2160346 w 4098273"/>
              <a:gd name="connsiteY9" fmla="*/ 1510649 h 1962954"/>
              <a:gd name="connsiteX10" fmla="*/ 2096814 w 4098273"/>
              <a:gd name="connsiteY10" fmla="*/ 1323768 h 1962954"/>
              <a:gd name="connsiteX11" fmla="*/ 1975561 w 4098273"/>
              <a:gd name="connsiteY11" fmla="*/ 1117266 h 1962954"/>
              <a:gd name="connsiteX12" fmla="*/ 1823828 w 4098273"/>
              <a:gd name="connsiteY12" fmla="*/ 1052687 h 1962954"/>
              <a:gd name="connsiteX13" fmla="*/ 1670666 w 4098273"/>
              <a:gd name="connsiteY13" fmla="*/ 1031160 h 1962954"/>
              <a:gd name="connsiteX14" fmla="*/ 1479118 w 4098273"/>
              <a:gd name="connsiteY14" fmla="*/ 1044495 h 1962954"/>
              <a:gd name="connsiteX15" fmla="*/ 1366532 w 4098273"/>
              <a:gd name="connsiteY15" fmla="*/ 1007919 h 1962954"/>
              <a:gd name="connsiteX16" fmla="*/ 1226038 w 4098273"/>
              <a:gd name="connsiteY16" fmla="*/ 867521 h 1962954"/>
              <a:gd name="connsiteX17" fmla="*/ 1038491 w 4098273"/>
              <a:gd name="connsiteY17" fmla="*/ 632920 h 1962954"/>
              <a:gd name="connsiteX18" fmla="*/ 245681 w 4098273"/>
              <a:gd name="connsiteY18" fmla="*/ 302305 h 1962954"/>
              <a:gd name="connsiteX19" fmla="*/ 0 w 4098273"/>
              <a:gd name="connsiteY19" fmla="*/ 0 h 19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98273" h="1962954">
                <a:moveTo>
                  <a:pt x="4098273" y="349064"/>
                </a:moveTo>
                <a:cubicBezTo>
                  <a:pt x="4045913" y="452459"/>
                  <a:pt x="3858335" y="463056"/>
                  <a:pt x="3859097" y="633935"/>
                </a:cubicBezTo>
                <a:cubicBezTo>
                  <a:pt x="3859382" y="705848"/>
                  <a:pt x="4065703" y="973038"/>
                  <a:pt x="4063513" y="1044952"/>
                </a:cubicBezTo>
                <a:cubicBezTo>
                  <a:pt x="4060084" y="1158014"/>
                  <a:pt x="3912801" y="1100895"/>
                  <a:pt x="3893075" y="1194293"/>
                </a:cubicBezTo>
                <a:cubicBezTo>
                  <a:pt x="3873349" y="1287691"/>
                  <a:pt x="4013518" y="1508349"/>
                  <a:pt x="3945158" y="1605338"/>
                </a:cubicBezTo>
                <a:cubicBezTo>
                  <a:pt x="3876798" y="1702327"/>
                  <a:pt x="3612603" y="1727395"/>
                  <a:pt x="3482917" y="1776225"/>
                </a:cubicBezTo>
                <a:cubicBezTo>
                  <a:pt x="3353231" y="1825055"/>
                  <a:pt x="3273568" y="1868157"/>
                  <a:pt x="3167043" y="1898316"/>
                </a:cubicBezTo>
                <a:cubicBezTo>
                  <a:pt x="3060518" y="1928475"/>
                  <a:pt x="2990571" y="1980311"/>
                  <a:pt x="2843765" y="1957181"/>
                </a:cubicBezTo>
                <a:cubicBezTo>
                  <a:pt x="2696959" y="1934051"/>
                  <a:pt x="2418415" y="1860693"/>
                  <a:pt x="2286208" y="1759538"/>
                </a:cubicBezTo>
                <a:cubicBezTo>
                  <a:pt x="2190196" y="1686100"/>
                  <a:pt x="2191912" y="1583277"/>
                  <a:pt x="2160346" y="1510649"/>
                </a:cubicBezTo>
                <a:cubicBezTo>
                  <a:pt x="2128780" y="1438021"/>
                  <a:pt x="2117102" y="1386443"/>
                  <a:pt x="2096814" y="1323768"/>
                </a:cubicBezTo>
                <a:cubicBezTo>
                  <a:pt x="2071668" y="1245759"/>
                  <a:pt x="2039569" y="1167463"/>
                  <a:pt x="1975561" y="1117266"/>
                </a:cubicBezTo>
                <a:cubicBezTo>
                  <a:pt x="1931936" y="1082976"/>
                  <a:pt x="1878025" y="1065927"/>
                  <a:pt x="1823828" y="1052687"/>
                </a:cubicBezTo>
                <a:cubicBezTo>
                  <a:pt x="1773536" y="1040400"/>
                  <a:pt x="1722386" y="1030303"/>
                  <a:pt x="1670666" y="1031160"/>
                </a:cubicBezTo>
                <a:cubicBezTo>
                  <a:pt x="1606372" y="1032208"/>
                  <a:pt x="1543126" y="1049734"/>
                  <a:pt x="1479118" y="1044495"/>
                </a:cubicBezTo>
                <a:cubicBezTo>
                  <a:pt x="1439303" y="1041257"/>
                  <a:pt x="1400822" y="1028493"/>
                  <a:pt x="1366532" y="1007919"/>
                </a:cubicBezTo>
                <a:cubicBezTo>
                  <a:pt x="1309382" y="973629"/>
                  <a:pt x="1267853" y="919718"/>
                  <a:pt x="1226038" y="867521"/>
                </a:cubicBezTo>
                <a:cubicBezTo>
                  <a:pt x="1163459" y="789416"/>
                  <a:pt x="1099832" y="711978"/>
                  <a:pt x="1038491" y="632920"/>
                </a:cubicBezTo>
                <a:cubicBezTo>
                  <a:pt x="890405" y="512512"/>
                  <a:pt x="418763" y="407792"/>
                  <a:pt x="245681" y="302305"/>
                </a:cubicBezTo>
                <a:cubicBezTo>
                  <a:pt x="72599" y="196818"/>
                  <a:pt x="56253" y="24179"/>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7" name="Freeform: Shape 56">
            <a:extLst>
              <a:ext uri="{FF2B5EF4-FFF2-40B4-BE49-F238E27FC236}">
                <a16:creationId xmlns:a16="http://schemas.microsoft.com/office/drawing/2014/main" id="{4578A4F4-BFFC-2929-967C-AAA58723028A}"/>
              </a:ext>
            </a:extLst>
          </p:cNvPr>
          <p:cNvSpPr/>
          <p:nvPr userDrawn="1"/>
        </p:nvSpPr>
        <p:spPr>
          <a:xfrm rot="531377" flipH="1">
            <a:off x="7259400" y="-34356"/>
            <a:ext cx="4708117" cy="2976266"/>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58378 w 3094346"/>
              <a:gd name="connsiteY17" fmla="*/ 697325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2894152 w 3094346"/>
              <a:gd name="connsiteY4" fmla="*/ 1529941 h 1736284"/>
              <a:gd name="connsiteX5" fmla="*/ 2698985 w 3094346"/>
              <a:gd name="connsiteY5" fmla="*/ 1657671 h 1736284"/>
              <a:gd name="connsiteX6" fmla="*/ 2423712 w 3094346"/>
              <a:gd name="connsiteY6" fmla="*/ 1734253 h 1736284"/>
              <a:gd name="connsiteX7" fmla="*/ 2237022 w 3094346"/>
              <a:gd name="connsiteY7" fmla="*/ 1715107 h 1736284"/>
              <a:gd name="connsiteX8" fmla="*/ 2081384 w 3094346"/>
              <a:gd name="connsiteY8" fmla="*/ 1619381 h 1736284"/>
              <a:gd name="connsiteX9" fmla="*/ 2000040 w 3094346"/>
              <a:gd name="connsiteY9" fmla="*/ 1494985 h 1736284"/>
              <a:gd name="connsiteX10" fmla="*/ 1988038 w 3094346"/>
              <a:gd name="connsiteY10" fmla="*/ 1260479 h 1736284"/>
              <a:gd name="connsiteX11" fmla="*/ 2028710 w 3094346"/>
              <a:gd name="connsiteY11" fmla="*/ 1071503 h 1736284"/>
              <a:gd name="connsiteX12" fmla="*/ 2028710 w 3094346"/>
              <a:gd name="connsiteY12" fmla="*/ 932724 h 1736284"/>
              <a:gd name="connsiteX13" fmla="*/ 1801691 w 3094346"/>
              <a:gd name="connsiteY13" fmla="*/ 859018 h 1736284"/>
              <a:gd name="connsiteX14" fmla="*/ 1583035 w 3094346"/>
              <a:gd name="connsiteY14" fmla="*/ 806738 h 1736284"/>
              <a:gd name="connsiteX15" fmla="*/ 1345454 w 3094346"/>
              <a:gd name="connsiteY15" fmla="*/ 815011 h 1736284"/>
              <a:gd name="connsiteX16" fmla="*/ 1058378 w 3094346"/>
              <a:gd name="connsiteY16" fmla="*/ 697325 h 1736284"/>
              <a:gd name="connsiteX17" fmla="*/ 771982 w 3094346"/>
              <a:gd name="connsiteY17" fmla="*/ 492478 h 1736284"/>
              <a:gd name="connsiteX18" fmla="*/ 0 w 3094346"/>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894152 w 3122957"/>
              <a:gd name="connsiteY4" fmla="*/ 1529941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931037 w 3122957"/>
              <a:gd name="connsiteY4" fmla="*/ 1539526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134"/>
              <a:gd name="connsiteX1" fmla="*/ 3077698 w 3122957"/>
              <a:gd name="connsiteY1" fmla="*/ 526102 h 1736134"/>
              <a:gd name="connsiteX2" fmla="*/ 3093891 w 3122957"/>
              <a:gd name="connsiteY2" fmla="*/ 830711 h 1736134"/>
              <a:gd name="connsiteX3" fmla="*/ 3119253 w 3122957"/>
              <a:gd name="connsiteY3" fmla="*/ 1220755 h 1736134"/>
              <a:gd name="connsiteX4" fmla="*/ 2931037 w 3122957"/>
              <a:gd name="connsiteY4" fmla="*/ 1539526 h 1736134"/>
              <a:gd name="connsiteX5" fmla="*/ 2715004 w 3122957"/>
              <a:gd name="connsiteY5" fmla="*/ 1685811 h 1736134"/>
              <a:gd name="connsiteX6" fmla="*/ 2423712 w 3122957"/>
              <a:gd name="connsiteY6" fmla="*/ 1734253 h 1736134"/>
              <a:gd name="connsiteX7" fmla="*/ 2237022 w 3122957"/>
              <a:gd name="connsiteY7" fmla="*/ 1715107 h 1736134"/>
              <a:gd name="connsiteX8" fmla="*/ 2081384 w 3122957"/>
              <a:gd name="connsiteY8" fmla="*/ 1619381 h 1736134"/>
              <a:gd name="connsiteX9" fmla="*/ 2000040 w 3122957"/>
              <a:gd name="connsiteY9" fmla="*/ 1494985 h 1736134"/>
              <a:gd name="connsiteX10" fmla="*/ 1988038 w 3122957"/>
              <a:gd name="connsiteY10" fmla="*/ 1260479 h 1736134"/>
              <a:gd name="connsiteX11" fmla="*/ 2028710 w 3122957"/>
              <a:gd name="connsiteY11" fmla="*/ 1071503 h 1736134"/>
              <a:gd name="connsiteX12" fmla="*/ 2028710 w 3122957"/>
              <a:gd name="connsiteY12" fmla="*/ 932724 h 1736134"/>
              <a:gd name="connsiteX13" fmla="*/ 1801691 w 3122957"/>
              <a:gd name="connsiteY13" fmla="*/ 859018 h 1736134"/>
              <a:gd name="connsiteX14" fmla="*/ 1583035 w 3122957"/>
              <a:gd name="connsiteY14" fmla="*/ 806738 h 1736134"/>
              <a:gd name="connsiteX15" fmla="*/ 1345454 w 3122957"/>
              <a:gd name="connsiteY15" fmla="*/ 815011 h 1736134"/>
              <a:gd name="connsiteX16" fmla="*/ 1058378 w 3122957"/>
              <a:gd name="connsiteY16" fmla="*/ 697325 h 1736134"/>
              <a:gd name="connsiteX17" fmla="*/ 771982 w 3122957"/>
              <a:gd name="connsiteY17" fmla="*/ 492478 h 1736134"/>
              <a:gd name="connsiteX18" fmla="*/ 0 w 3122957"/>
              <a:gd name="connsiteY18" fmla="*/ 0 h 1736134"/>
              <a:gd name="connsiteX0" fmla="*/ 3055410 w 3122957"/>
              <a:gd name="connsiteY0" fmla="*/ 285595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58334 w 3122957"/>
              <a:gd name="connsiteY3" fmla="*/ 1534064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88419"/>
              <a:gd name="connsiteY0" fmla="*/ 249631 h 1736134"/>
              <a:gd name="connsiteX1" fmla="*/ 3093891 w 3188419"/>
              <a:gd name="connsiteY1" fmla="*/ 830711 h 1736134"/>
              <a:gd name="connsiteX2" fmla="*/ 3186853 w 3188419"/>
              <a:gd name="connsiteY2" fmla="*/ 1243946 h 1736134"/>
              <a:gd name="connsiteX3" fmla="*/ 2958334 w 3188419"/>
              <a:gd name="connsiteY3" fmla="*/ 1534064 h 1736134"/>
              <a:gd name="connsiteX4" fmla="*/ 2715004 w 3188419"/>
              <a:gd name="connsiteY4" fmla="*/ 1685811 h 1736134"/>
              <a:gd name="connsiteX5" fmla="*/ 2423712 w 3188419"/>
              <a:gd name="connsiteY5" fmla="*/ 1734253 h 1736134"/>
              <a:gd name="connsiteX6" fmla="*/ 2237022 w 3188419"/>
              <a:gd name="connsiteY6" fmla="*/ 1715107 h 1736134"/>
              <a:gd name="connsiteX7" fmla="*/ 2081384 w 3188419"/>
              <a:gd name="connsiteY7" fmla="*/ 1619381 h 1736134"/>
              <a:gd name="connsiteX8" fmla="*/ 2000040 w 3188419"/>
              <a:gd name="connsiteY8" fmla="*/ 1494985 h 1736134"/>
              <a:gd name="connsiteX9" fmla="*/ 1988038 w 3188419"/>
              <a:gd name="connsiteY9" fmla="*/ 1260479 h 1736134"/>
              <a:gd name="connsiteX10" fmla="*/ 2028710 w 3188419"/>
              <a:gd name="connsiteY10" fmla="*/ 1071503 h 1736134"/>
              <a:gd name="connsiteX11" fmla="*/ 2028710 w 3188419"/>
              <a:gd name="connsiteY11" fmla="*/ 932724 h 1736134"/>
              <a:gd name="connsiteX12" fmla="*/ 1801691 w 3188419"/>
              <a:gd name="connsiteY12" fmla="*/ 859018 h 1736134"/>
              <a:gd name="connsiteX13" fmla="*/ 1583035 w 3188419"/>
              <a:gd name="connsiteY13" fmla="*/ 806738 h 1736134"/>
              <a:gd name="connsiteX14" fmla="*/ 1345454 w 3188419"/>
              <a:gd name="connsiteY14" fmla="*/ 815011 h 1736134"/>
              <a:gd name="connsiteX15" fmla="*/ 1058378 w 3188419"/>
              <a:gd name="connsiteY15" fmla="*/ 697325 h 1736134"/>
              <a:gd name="connsiteX16" fmla="*/ 771982 w 3188419"/>
              <a:gd name="connsiteY16" fmla="*/ 492478 h 1736134"/>
              <a:gd name="connsiteX17" fmla="*/ 0 w 3188419"/>
              <a:gd name="connsiteY17" fmla="*/ 0 h 1736134"/>
              <a:gd name="connsiteX0" fmla="*/ 3026755 w 3188419"/>
              <a:gd name="connsiteY0" fmla="*/ 249631 h 1737300"/>
              <a:gd name="connsiteX1" fmla="*/ 3093891 w 3188419"/>
              <a:gd name="connsiteY1" fmla="*/ 830711 h 1737300"/>
              <a:gd name="connsiteX2" fmla="*/ 3186853 w 3188419"/>
              <a:gd name="connsiteY2" fmla="*/ 1243946 h 1737300"/>
              <a:gd name="connsiteX3" fmla="*/ 2958334 w 3188419"/>
              <a:gd name="connsiteY3" fmla="*/ 1534064 h 1737300"/>
              <a:gd name="connsiteX4" fmla="*/ 2696569 w 3188419"/>
              <a:gd name="connsiteY4" fmla="*/ 1715179 h 1737300"/>
              <a:gd name="connsiteX5" fmla="*/ 2423712 w 3188419"/>
              <a:gd name="connsiteY5" fmla="*/ 1734253 h 1737300"/>
              <a:gd name="connsiteX6" fmla="*/ 2237022 w 3188419"/>
              <a:gd name="connsiteY6" fmla="*/ 1715107 h 1737300"/>
              <a:gd name="connsiteX7" fmla="*/ 2081384 w 3188419"/>
              <a:gd name="connsiteY7" fmla="*/ 1619381 h 1737300"/>
              <a:gd name="connsiteX8" fmla="*/ 2000040 w 3188419"/>
              <a:gd name="connsiteY8" fmla="*/ 1494985 h 1737300"/>
              <a:gd name="connsiteX9" fmla="*/ 1988038 w 3188419"/>
              <a:gd name="connsiteY9" fmla="*/ 1260479 h 1737300"/>
              <a:gd name="connsiteX10" fmla="*/ 2028710 w 3188419"/>
              <a:gd name="connsiteY10" fmla="*/ 1071503 h 1737300"/>
              <a:gd name="connsiteX11" fmla="*/ 2028710 w 3188419"/>
              <a:gd name="connsiteY11" fmla="*/ 932724 h 1737300"/>
              <a:gd name="connsiteX12" fmla="*/ 1801691 w 3188419"/>
              <a:gd name="connsiteY12" fmla="*/ 859018 h 1737300"/>
              <a:gd name="connsiteX13" fmla="*/ 1583035 w 3188419"/>
              <a:gd name="connsiteY13" fmla="*/ 806738 h 1737300"/>
              <a:gd name="connsiteX14" fmla="*/ 1345454 w 3188419"/>
              <a:gd name="connsiteY14" fmla="*/ 815011 h 1737300"/>
              <a:gd name="connsiteX15" fmla="*/ 1058378 w 3188419"/>
              <a:gd name="connsiteY15" fmla="*/ 697325 h 1737300"/>
              <a:gd name="connsiteX16" fmla="*/ 771982 w 3188419"/>
              <a:gd name="connsiteY16" fmla="*/ 492478 h 1737300"/>
              <a:gd name="connsiteX17" fmla="*/ 0 w 3188419"/>
              <a:gd name="connsiteY17" fmla="*/ 0 h 1737300"/>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0 w 3188419"/>
              <a:gd name="connsiteY17" fmla="*/ 0 h 1754699"/>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144587 w 3188419"/>
              <a:gd name="connsiteY17" fmla="*/ 262116 h 1754699"/>
              <a:gd name="connsiteX18" fmla="*/ 0 w 3188419"/>
              <a:gd name="connsiteY18" fmla="*/ 0 h 1754699"/>
              <a:gd name="connsiteX0" fmla="*/ 3026755 w 3188419"/>
              <a:gd name="connsiteY0" fmla="*/ 249631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3029782 w 3188419"/>
              <a:gd name="connsiteY4" fmla="*/ 1523937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3029782 w 3188419"/>
              <a:gd name="connsiteY4" fmla="*/ 1523937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88419" h="1754699">
                <a:moveTo>
                  <a:pt x="3095452" y="209985"/>
                </a:moveTo>
                <a:cubicBezTo>
                  <a:pt x="2993340" y="335849"/>
                  <a:pt x="3137948" y="601972"/>
                  <a:pt x="3149137" y="698819"/>
                </a:cubicBezTo>
                <a:cubicBezTo>
                  <a:pt x="3160326" y="795666"/>
                  <a:pt x="3076274" y="738320"/>
                  <a:pt x="3093891" y="830711"/>
                </a:cubicBezTo>
                <a:cubicBezTo>
                  <a:pt x="3096177" y="946821"/>
                  <a:pt x="3202474" y="1128884"/>
                  <a:pt x="3186853" y="1243946"/>
                </a:cubicBezTo>
                <a:cubicBezTo>
                  <a:pt x="3153563" y="1360484"/>
                  <a:pt x="3145304" y="1488456"/>
                  <a:pt x="3029782" y="1523937"/>
                </a:cubicBezTo>
                <a:cubicBezTo>
                  <a:pt x="2914260" y="1559418"/>
                  <a:pt x="2792821" y="1676719"/>
                  <a:pt x="2696569" y="1715179"/>
                </a:cubicBezTo>
                <a:cubicBezTo>
                  <a:pt x="2600317" y="1753639"/>
                  <a:pt x="2528858" y="1754711"/>
                  <a:pt x="2452267" y="1754699"/>
                </a:cubicBezTo>
                <a:cubicBezTo>
                  <a:pt x="2375676" y="1754687"/>
                  <a:pt x="2298836" y="1737660"/>
                  <a:pt x="2237022" y="1715107"/>
                </a:cubicBezTo>
                <a:cubicBezTo>
                  <a:pt x="2175208" y="1692554"/>
                  <a:pt x="2125198" y="1662815"/>
                  <a:pt x="2081384" y="1619381"/>
                </a:cubicBezTo>
                <a:cubicBezTo>
                  <a:pt x="2045665" y="1584043"/>
                  <a:pt x="2017090" y="1542133"/>
                  <a:pt x="2000040" y="1494985"/>
                </a:cubicBezTo>
                <a:cubicBezTo>
                  <a:pt x="1972989" y="1420404"/>
                  <a:pt x="1974608" y="1339060"/>
                  <a:pt x="1988038" y="1260479"/>
                </a:cubicBezTo>
                <a:cubicBezTo>
                  <a:pt x="1998897" y="1196947"/>
                  <a:pt x="2016899" y="1134844"/>
                  <a:pt x="2028710" y="1071503"/>
                </a:cubicBezTo>
                <a:cubicBezTo>
                  <a:pt x="2037283" y="1025307"/>
                  <a:pt x="2066547" y="968138"/>
                  <a:pt x="2028710" y="932724"/>
                </a:cubicBezTo>
                <a:cubicBezTo>
                  <a:pt x="1990874" y="897310"/>
                  <a:pt x="1875970" y="880016"/>
                  <a:pt x="1801691" y="859018"/>
                </a:cubicBezTo>
                <a:cubicBezTo>
                  <a:pt x="1727412" y="838020"/>
                  <a:pt x="1659075" y="814073"/>
                  <a:pt x="1583035" y="806738"/>
                </a:cubicBezTo>
                <a:cubicBezTo>
                  <a:pt x="1506996" y="799404"/>
                  <a:pt x="1432897" y="833247"/>
                  <a:pt x="1345454" y="815011"/>
                </a:cubicBezTo>
                <a:cubicBezTo>
                  <a:pt x="1258011" y="796775"/>
                  <a:pt x="1153957" y="751081"/>
                  <a:pt x="1058378" y="697325"/>
                </a:cubicBezTo>
                <a:cubicBezTo>
                  <a:pt x="962799" y="643570"/>
                  <a:pt x="903046" y="583894"/>
                  <a:pt x="771982" y="492478"/>
                </a:cubicBezTo>
                <a:cubicBezTo>
                  <a:pt x="640918" y="401062"/>
                  <a:pt x="273251" y="344196"/>
                  <a:pt x="144587" y="262116"/>
                </a:cubicBezTo>
                <a:cubicBezTo>
                  <a:pt x="15923" y="180036"/>
                  <a:pt x="45333" y="24804"/>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8" name="Freeform: Shape 57">
            <a:extLst>
              <a:ext uri="{FF2B5EF4-FFF2-40B4-BE49-F238E27FC236}">
                <a16:creationId xmlns:a16="http://schemas.microsoft.com/office/drawing/2014/main" id="{A7503856-F82E-67FE-B935-0B1464809037}"/>
              </a:ext>
            </a:extLst>
          </p:cNvPr>
          <p:cNvSpPr/>
          <p:nvPr userDrawn="1"/>
        </p:nvSpPr>
        <p:spPr>
          <a:xfrm rot="843214" flipH="1">
            <a:off x="7846337" y="-394115"/>
            <a:ext cx="3552393" cy="285604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2219862 w 2541403"/>
              <a:gd name="connsiteY0" fmla="*/ 424581 h 1718229"/>
              <a:gd name="connsiteX1" fmla="*/ 2511965 w 2541403"/>
              <a:gd name="connsiteY1" fmla="*/ 1022155 h 1718229"/>
              <a:gd name="connsiteX2" fmla="*/ 2523967 w 2541403"/>
              <a:gd name="connsiteY2" fmla="*/ 1369055 h 1718229"/>
              <a:gd name="connsiteX3" fmla="*/ 2422240 w 2541403"/>
              <a:gd name="connsiteY3" fmla="*/ 1644232 h 1718229"/>
              <a:gd name="connsiteX4" fmla="*/ 2252695 w 2541403"/>
              <a:gd name="connsiteY4" fmla="*/ 1716051 h 1718229"/>
              <a:gd name="connsiteX5" fmla="*/ 2129060 w 2541403"/>
              <a:gd name="connsiteY5" fmla="*/ 1700144 h 1718229"/>
              <a:gd name="connsiteX6" fmla="*/ 2029334 w 2541403"/>
              <a:gd name="connsiteY6" fmla="*/ 1556602 h 1718229"/>
              <a:gd name="connsiteX7" fmla="*/ 1996798 w 2541403"/>
              <a:gd name="connsiteY7" fmla="*/ 1358726 h 1718229"/>
              <a:gd name="connsiteX8" fmla="*/ 2024655 w 2541403"/>
              <a:gd name="connsiteY8" fmla="*/ 1097126 h 1718229"/>
              <a:gd name="connsiteX9" fmla="*/ 1968514 w 2541403"/>
              <a:gd name="connsiteY9" fmla="*/ 931247 h 1718229"/>
              <a:gd name="connsiteX10" fmla="*/ 1812324 w 2541403"/>
              <a:gd name="connsiteY10" fmla="*/ 812405 h 1718229"/>
              <a:gd name="connsiteX11" fmla="*/ 1497383 w 2541403"/>
              <a:gd name="connsiteY11" fmla="*/ 746617 h 1718229"/>
              <a:gd name="connsiteX12" fmla="*/ 1171348 w 2541403"/>
              <a:gd name="connsiteY12" fmla="*/ 790249 h 1718229"/>
              <a:gd name="connsiteX13" fmla="*/ 43180 w 2541403"/>
              <a:gd name="connsiteY13" fmla="*/ 0 h 1718229"/>
              <a:gd name="connsiteX0" fmla="*/ 2177427 w 2498968"/>
              <a:gd name="connsiteY0" fmla="*/ 424581 h 1718229"/>
              <a:gd name="connsiteX1" fmla="*/ 2469530 w 2498968"/>
              <a:gd name="connsiteY1" fmla="*/ 1022155 h 1718229"/>
              <a:gd name="connsiteX2" fmla="*/ 2481532 w 2498968"/>
              <a:gd name="connsiteY2" fmla="*/ 1369055 h 1718229"/>
              <a:gd name="connsiteX3" fmla="*/ 2379805 w 2498968"/>
              <a:gd name="connsiteY3" fmla="*/ 1644232 h 1718229"/>
              <a:gd name="connsiteX4" fmla="*/ 2210260 w 2498968"/>
              <a:gd name="connsiteY4" fmla="*/ 1716051 h 1718229"/>
              <a:gd name="connsiteX5" fmla="*/ 2086625 w 2498968"/>
              <a:gd name="connsiteY5" fmla="*/ 1700144 h 1718229"/>
              <a:gd name="connsiteX6" fmla="*/ 1986899 w 2498968"/>
              <a:gd name="connsiteY6" fmla="*/ 1556602 h 1718229"/>
              <a:gd name="connsiteX7" fmla="*/ 1954363 w 2498968"/>
              <a:gd name="connsiteY7" fmla="*/ 1358726 h 1718229"/>
              <a:gd name="connsiteX8" fmla="*/ 1982220 w 2498968"/>
              <a:gd name="connsiteY8" fmla="*/ 1097126 h 1718229"/>
              <a:gd name="connsiteX9" fmla="*/ 1926079 w 2498968"/>
              <a:gd name="connsiteY9" fmla="*/ 931247 h 1718229"/>
              <a:gd name="connsiteX10" fmla="*/ 1769889 w 2498968"/>
              <a:gd name="connsiteY10" fmla="*/ 812405 h 1718229"/>
              <a:gd name="connsiteX11" fmla="*/ 1454948 w 2498968"/>
              <a:gd name="connsiteY11" fmla="*/ 746617 h 1718229"/>
              <a:gd name="connsiteX12" fmla="*/ 1128913 w 2498968"/>
              <a:gd name="connsiteY12" fmla="*/ 790249 h 1718229"/>
              <a:gd name="connsiteX13" fmla="*/ 745 w 2498968"/>
              <a:gd name="connsiteY13" fmla="*/ 0 h 1718229"/>
              <a:gd name="connsiteX0" fmla="*/ 2177738 w 2499279"/>
              <a:gd name="connsiteY0" fmla="*/ 424581 h 1718229"/>
              <a:gd name="connsiteX1" fmla="*/ 2469841 w 2499279"/>
              <a:gd name="connsiteY1" fmla="*/ 1022155 h 1718229"/>
              <a:gd name="connsiteX2" fmla="*/ 2481843 w 2499279"/>
              <a:gd name="connsiteY2" fmla="*/ 1369055 h 1718229"/>
              <a:gd name="connsiteX3" fmla="*/ 2380116 w 2499279"/>
              <a:gd name="connsiteY3" fmla="*/ 1644232 h 1718229"/>
              <a:gd name="connsiteX4" fmla="*/ 2210571 w 2499279"/>
              <a:gd name="connsiteY4" fmla="*/ 1716051 h 1718229"/>
              <a:gd name="connsiteX5" fmla="*/ 2086936 w 2499279"/>
              <a:gd name="connsiteY5" fmla="*/ 1700144 h 1718229"/>
              <a:gd name="connsiteX6" fmla="*/ 1987210 w 2499279"/>
              <a:gd name="connsiteY6" fmla="*/ 1556602 h 1718229"/>
              <a:gd name="connsiteX7" fmla="*/ 1954674 w 2499279"/>
              <a:gd name="connsiteY7" fmla="*/ 1358726 h 1718229"/>
              <a:gd name="connsiteX8" fmla="*/ 1982531 w 2499279"/>
              <a:gd name="connsiteY8" fmla="*/ 1097126 h 1718229"/>
              <a:gd name="connsiteX9" fmla="*/ 1926390 w 2499279"/>
              <a:gd name="connsiteY9" fmla="*/ 931247 h 1718229"/>
              <a:gd name="connsiteX10" fmla="*/ 1770200 w 2499279"/>
              <a:gd name="connsiteY10" fmla="*/ 812405 h 1718229"/>
              <a:gd name="connsiteX11" fmla="*/ 1455259 w 2499279"/>
              <a:gd name="connsiteY11" fmla="*/ 746617 h 1718229"/>
              <a:gd name="connsiteX12" fmla="*/ 816897 w 2499279"/>
              <a:gd name="connsiteY12" fmla="*/ 699760 h 1718229"/>
              <a:gd name="connsiteX13" fmla="*/ 1056 w 2499279"/>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9369"/>
              <a:gd name="connsiteX1" fmla="*/ 2470135 w 2499573"/>
              <a:gd name="connsiteY1" fmla="*/ 1022155 h 1719369"/>
              <a:gd name="connsiteX2" fmla="*/ 2482137 w 2499573"/>
              <a:gd name="connsiteY2" fmla="*/ 1369055 h 1719369"/>
              <a:gd name="connsiteX3" fmla="*/ 2380410 w 2499573"/>
              <a:gd name="connsiteY3" fmla="*/ 1644232 h 1719369"/>
              <a:gd name="connsiteX4" fmla="*/ 2210865 w 2499573"/>
              <a:gd name="connsiteY4" fmla="*/ 1716051 h 1719369"/>
              <a:gd name="connsiteX5" fmla="*/ 2087230 w 2499573"/>
              <a:gd name="connsiteY5" fmla="*/ 1700144 h 1719369"/>
              <a:gd name="connsiteX6" fmla="*/ 1880965 w 2499573"/>
              <a:gd name="connsiteY6" fmla="*/ 1693041 h 1719369"/>
              <a:gd name="connsiteX7" fmla="*/ 1954968 w 2499573"/>
              <a:gd name="connsiteY7" fmla="*/ 1358726 h 1719369"/>
              <a:gd name="connsiteX8" fmla="*/ 1982825 w 2499573"/>
              <a:gd name="connsiteY8" fmla="*/ 1097126 h 1719369"/>
              <a:gd name="connsiteX9" fmla="*/ 1926684 w 2499573"/>
              <a:gd name="connsiteY9" fmla="*/ 931247 h 1719369"/>
              <a:gd name="connsiteX10" fmla="*/ 1770494 w 2499573"/>
              <a:gd name="connsiteY10" fmla="*/ 812405 h 1719369"/>
              <a:gd name="connsiteX11" fmla="*/ 1455553 w 2499573"/>
              <a:gd name="connsiteY11" fmla="*/ 746617 h 1719369"/>
              <a:gd name="connsiteX12" fmla="*/ 817191 w 2499573"/>
              <a:gd name="connsiteY12" fmla="*/ 699760 h 1719369"/>
              <a:gd name="connsiteX13" fmla="*/ 1350 w 2499573"/>
              <a:gd name="connsiteY13" fmla="*/ 0 h 1719369"/>
              <a:gd name="connsiteX0" fmla="*/ 2178032 w 2499573"/>
              <a:gd name="connsiteY0" fmla="*/ 424581 h 1719619"/>
              <a:gd name="connsiteX1" fmla="*/ 2470135 w 2499573"/>
              <a:gd name="connsiteY1" fmla="*/ 1022155 h 1719619"/>
              <a:gd name="connsiteX2" fmla="*/ 2482137 w 2499573"/>
              <a:gd name="connsiteY2" fmla="*/ 1369055 h 1719619"/>
              <a:gd name="connsiteX3" fmla="*/ 2380410 w 2499573"/>
              <a:gd name="connsiteY3" fmla="*/ 1644232 h 1719619"/>
              <a:gd name="connsiteX4" fmla="*/ 2210865 w 2499573"/>
              <a:gd name="connsiteY4" fmla="*/ 1716051 h 1719619"/>
              <a:gd name="connsiteX5" fmla="*/ 2087230 w 2499573"/>
              <a:gd name="connsiteY5" fmla="*/ 1700144 h 1719619"/>
              <a:gd name="connsiteX6" fmla="*/ 1880965 w 2499573"/>
              <a:gd name="connsiteY6" fmla="*/ 1693041 h 1719619"/>
              <a:gd name="connsiteX7" fmla="*/ 1937931 w 2499573"/>
              <a:gd name="connsiteY7" fmla="*/ 1355352 h 1719619"/>
              <a:gd name="connsiteX8" fmla="*/ 1982825 w 2499573"/>
              <a:gd name="connsiteY8" fmla="*/ 1097126 h 1719619"/>
              <a:gd name="connsiteX9" fmla="*/ 1926684 w 2499573"/>
              <a:gd name="connsiteY9" fmla="*/ 931247 h 1719619"/>
              <a:gd name="connsiteX10" fmla="*/ 1770494 w 2499573"/>
              <a:gd name="connsiteY10" fmla="*/ 812405 h 1719619"/>
              <a:gd name="connsiteX11" fmla="*/ 1455553 w 2499573"/>
              <a:gd name="connsiteY11" fmla="*/ 746617 h 1719619"/>
              <a:gd name="connsiteX12" fmla="*/ 817191 w 2499573"/>
              <a:gd name="connsiteY12" fmla="*/ 699760 h 1719619"/>
              <a:gd name="connsiteX13" fmla="*/ 1350 w 2499573"/>
              <a:gd name="connsiteY13" fmla="*/ 0 h 1719619"/>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82825 w 2499573"/>
              <a:gd name="connsiteY7" fmla="*/ 1097126 h 1730188"/>
              <a:gd name="connsiteX8" fmla="*/ 1926684 w 2499573"/>
              <a:gd name="connsiteY8" fmla="*/ 931247 h 1730188"/>
              <a:gd name="connsiteX9" fmla="*/ 1770494 w 2499573"/>
              <a:gd name="connsiteY9" fmla="*/ 812405 h 1730188"/>
              <a:gd name="connsiteX10" fmla="*/ 1455553 w 2499573"/>
              <a:gd name="connsiteY10" fmla="*/ 746617 h 1730188"/>
              <a:gd name="connsiteX11" fmla="*/ 817191 w 2499573"/>
              <a:gd name="connsiteY11" fmla="*/ 699760 h 1730188"/>
              <a:gd name="connsiteX12" fmla="*/ 1350 w 2499573"/>
              <a:gd name="connsiteY12" fmla="*/ 0 h 1730188"/>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26684 w 2499573"/>
              <a:gd name="connsiteY7" fmla="*/ 931247 h 1730188"/>
              <a:gd name="connsiteX8" fmla="*/ 1770494 w 2499573"/>
              <a:gd name="connsiteY8" fmla="*/ 812405 h 1730188"/>
              <a:gd name="connsiteX9" fmla="*/ 1455553 w 2499573"/>
              <a:gd name="connsiteY9" fmla="*/ 746617 h 1730188"/>
              <a:gd name="connsiteX10" fmla="*/ 817191 w 2499573"/>
              <a:gd name="connsiteY10" fmla="*/ 699760 h 1730188"/>
              <a:gd name="connsiteX11" fmla="*/ 1350 w 2499573"/>
              <a:gd name="connsiteY11" fmla="*/ 0 h 1730188"/>
              <a:gd name="connsiteX0" fmla="*/ 2371106 w 2487998"/>
              <a:gd name="connsiteY0" fmla="*/ 481909 h 1730188"/>
              <a:gd name="connsiteX1" fmla="*/ 2470135 w 2487998"/>
              <a:gd name="connsiteY1" fmla="*/ 1022155 h 1730188"/>
              <a:gd name="connsiteX2" fmla="*/ 2482137 w 2487998"/>
              <a:gd name="connsiteY2" fmla="*/ 1369055 h 1730188"/>
              <a:gd name="connsiteX3" fmla="*/ 2380410 w 2487998"/>
              <a:gd name="connsiteY3" fmla="*/ 1644232 h 1730188"/>
              <a:gd name="connsiteX4" fmla="*/ 2210865 w 2487998"/>
              <a:gd name="connsiteY4" fmla="*/ 1716051 h 1730188"/>
              <a:gd name="connsiteX5" fmla="*/ 1880965 w 2487998"/>
              <a:gd name="connsiteY5" fmla="*/ 1693041 h 1730188"/>
              <a:gd name="connsiteX6" fmla="*/ 1937931 w 2487998"/>
              <a:gd name="connsiteY6" fmla="*/ 1355352 h 1730188"/>
              <a:gd name="connsiteX7" fmla="*/ 1926684 w 2487998"/>
              <a:gd name="connsiteY7" fmla="*/ 931247 h 1730188"/>
              <a:gd name="connsiteX8" fmla="*/ 1770494 w 2487998"/>
              <a:gd name="connsiteY8" fmla="*/ 812405 h 1730188"/>
              <a:gd name="connsiteX9" fmla="*/ 1455553 w 2487998"/>
              <a:gd name="connsiteY9" fmla="*/ 746617 h 1730188"/>
              <a:gd name="connsiteX10" fmla="*/ 817191 w 2487998"/>
              <a:gd name="connsiteY10" fmla="*/ 699760 h 1730188"/>
              <a:gd name="connsiteX11" fmla="*/ 1350 w 2487998"/>
              <a:gd name="connsiteY11" fmla="*/ 0 h 1730188"/>
              <a:gd name="connsiteX0" fmla="*/ 2371106 w 2487998"/>
              <a:gd name="connsiteY0" fmla="*/ 481909 h 1750254"/>
              <a:gd name="connsiteX1" fmla="*/ 2470135 w 2487998"/>
              <a:gd name="connsiteY1" fmla="*/ 1022155 h 1750254"/>
              <a:gd name="connsiteX2" fmla="*/ 2482137 w 2487998"/>
              <a:gd name="connsiteY2" fmla="*/ 1369055 h 1750254"/>
              <a:gd name="connsiteX3" fmla="*/ 2380410 w 2487998"/>
              <a:gd name="connsiteY3" fmla="*/ 1644232 h 1750254"/>
              <a:gd name="connsiteX4" fmla="*/ 2210865 w 2487998"/>
              <a:gd name="connsiteY4" fmla="*/ 1716051 h 1750254"/>
              <a:gd name="connsiteX5" fmla="*/ 1763107 w 2487998"/>
              <a:gd name="connsiteY5" fmla="*/ 1722214 h 1750254"/>
              <a:gd name="connsiteX6" fmla="*/ 1937931 w 2487998"/>
              <a:gd name="connsiteY6" fmla="*/ 1355352 h 1750254"/>
              <a:gd name="connsiteX7" fmla="*/ 1926684 w 2487998"/>
              <a:gd name="connsiteY7" fmla="*/ 931247 h 1750254"/>
              <a:gd name="connsiteX8" fmla="*/ 1770494 w 2487998"/>
              <a:gd name="connsiteY8" fmla="*/ 812405 h 1750254"/>
              <a:gd name="connsiteX9" fmla="*/ 1455553 w 2487998"/>
              <a:gd name="connsiteY9" fmla="*/ 746617 h 1750254"/>
              <a:gd name="connsiteX10" fmla="*/ 817191 w 2487998"/>
              <a:gd name="connsiteY10" fmla="*/ 699760 h 1750254"/>
              <a:gd name="connsiteX11" fmla="*/ 1350 w 2487998"/>
              <a:gd name="connsiteY11" fmla="*/ 0 h 1750254"/>
              <a:gd name="connsiteX0" fmla="*/ 2371106 w 2487998"/>
              <a:gd name="connsiteY0" fmla="*/ 481909 h 1753040"/>
              <a:gd name="connsiteX1" fmla="*/ 2470135 w 2487998"/>
              <a:gd name="connsiteY1" fmla="*/ 1022155 h 1753040"/>
              <a:gd name="connsiteX2" fmla="*/ 2482137 w 2487998"/>
              <a:gd name="connsiteY2" fmla="*/ 1369055 h 1753040"/>
              <a:gd name="connsiteX3" fmla="*/ 2380410 w 2487998"/>
              <a:gd name="connsiteY3" fmla="*/ 1644232 h 1753040"/>
              <a:gd name="connsiteX4" fmla="*/ 2210865 w 2487998"/>
              <a:gd name="connsiteY4" fmla="*/ 1716051 h 1753040"/>
              <a:gd name="connsiteX5" fmla="*/ 1763107 w 2487998"/>
              <a:gd name="connsiteY5" fmla="*/ 1722214 h 1753040"/>
              <a:gd name="connsiteX6" fmla="*/ 1832168 w 2487998"/>
              <a:gd name="connsiteY6" fmla="*/ 1317701 h 1753040"/>
              <a:gd name="connsiteX7" fmla="*/ 1926684 w 2487998"/>
              <a:gd name="connsiteY7" fmla="*/ 931247 h 1753040"/>
              <a:gd name="connsiteX8" fmla="*/ 1770494 w 2487998"/>
              <a:gd name="connsiteY8" fmla="*/ 812405 h 1753040"/>
              <a:gd name="connsiteX9" fmla="*/ 1455553 w 2487998"/>
              <a:gd name="connsiteY9" fmla="*/ 746617 h 1753040"/>
              <a:gd name="connsiteX10" fmla="*/ 817191 w 2487998"/>
              <a:gd name="connsiteY10" fmla="*/ 699760 h 1753040"/>
              <a:gd name="connsiteX11" fmla="*/ 1350 w 2487998"/>
              <a:gd name="connsiteY11" fmla="*/ 0 h 1753040"/>
              <a:gd name="connsiteX0" fmla="*/ 2371106 w 2487998"/>
              <a:gd name="connsiteY0" fmla="*/ 481909 h 1741269"/>
              <a:gd name="connsiteX1" fmla="*/ 2470135 w 2487998"/>
              <a:gd name="connsiteY1" fmla="*/ 1022155 h 1741269"/>
              <a:gd name="connsiteX2" fmla="*/ 2482137 w 2487998"/>
              <a:gd name="connsiteY2" fmla="*/ 1369055 h 1741269"/>
              <a:gd name="connsiteX3" fmla="*/ 2380410 w 2487998"/>
              <a:gd name="connsiteY3" fmla="*/ 1644232 h 1741269"/>
              <a:gd name="connsiteX4" fmla="*/ 1763107 w 2487998"/>
              <a:gd name="connsiteY4" fmla="*/ 1722214 h 1741269"/>
              <a:gd name="connsiteX5" fmla="*/ 1832168 w 2487998"/>
              <a:gd name="connsiteY5" fmla="*/ 1317701 h 1741269"/>
              <a:gd name="connsiteX6" fmla="*/ 1926684 w 2487998"/>
              <a:gd name="connsiteY6" fmla="*/ 931247 h 1741269"/>
              <a:gd name="connsiteX7" fmla="*/ 1770494 w 2487998"/>
              <a:gd name="connsiteY7" fmla="*/ 812405 h 1741269"/>
              <a:gd name="connsiteX8" fmla="*/ 1455553 w 2487998"/>
              <a:gd name="connsiteY8" fmla="*/ 746617 h 1741269"/>
              <a:gd name="connsiteX9" fmla="*/ 817191 w 2487998"/>
              <a:gd name="connsiteY9" fmla="*/ 699760 h 1741269"/>
              <a:gd name="connsiteX10" fmla="*/ 1350 w 2487998"/>
              <a:gd name="connsiteY10" fmla="*/ 0 h 1741269"/>
              <a:gd name="connsiteX0" fmla="*/ 2371106 w 2487998"/>
              <a:gd name="connsiteY0" fmla="*/ 481909 h 1776014"/>
              <a:gd name="connsiteX1" fmla="*/ 2470135 w 2487998"/>
              <a:gd name="connsiteY1" fmla="*/ 1022155 h 1776014"/>
              <a:gd name="connsiteX2" fmla="*/ 2482137 w 2487998"/>
              <a:gd name="connsiteY2" fmla="*/ 1369055 h 1776014"/>
              <a:gd name="connsiteX3" fmla="*/ 2380410 w 2487998"/>
              <a:gd name="connsiteY3" fmla="*/ 1644232 h 1776014"/>
              <a:gd name="connsiteX4" fmla="*/ 1790069 w 2487998"/>
              <a:gd name="connsiteY4" fmla="*/ 1760970 h 1776014"/>
              <a:gd name="connsiteX5" fmla="*/ 1832168 w 2487998"/>
              <a:gd name="connsiteY5" fmla="*/ 1317701 h 1776014"/>
              <a:gd name="connsiteX6" fmla="*/ 1926684 w 2487998"/>
              <a:gd name="connsiteY6" fmla="*/ 931247 h 1776014"/>
              <a:gd name="connsiteX7" fmla="*/ 1770494 w 2487998"/>
              <a:gd name="connsiteY7" fmla="*/ 812405 h 1776014"/>
              <a:gd name="connsiteX8" fmla="*/ 1455553 w 2487998"/>
              <a:gd name="connsiteY8" fmla="*/ 746617 h 1776014"/>
              <a:gd name="connsiteX9" fmla="*/ 817191 w 2487998"/>
              <a:gd name="connsiteY9" fmla="*/ 699760 h 1776014"/>
              <a:gd name="connsiteX10" fmla="*/ 1350 w 2487998"/>
              <a:gd name="connsiteY10" fmla="*/ 0 h 1776014"/>
              <a:gd name="connsiteX0" fmla="*/ 2371106 w 2495218"/>
              <a:gd name="connsiteY0" fmla="*/ 481909 h 1792429"/>
              <a:gd name="connsiteX1" fmla="*/ 2470135 w 2495218"/>
              <a:gd name="connsiteY1" fmla="*/ 1022155 h 1792429"/>
              <a:gd name="connsiteX2" fmla="*/ 2482137 w 2495218"/>
              <a:gd name="connsiteY2" fmla="*/ 1369055 h 1792429"/>
              <a:gd name="connsiteX3" fmla="*/ 2307263 w 2495218"/>
              <a:gd name="connsiteY3" fmla="*/ 1713289 h 1792429"/>
              <a:gd name="connsiteX4" fmla="*/ 1790069 w 2495218"/>
              <a:gd name="connsiteY4" fmla="*/ 1760970 h 1792429"/>
              <a:gd name="connsiteX5" fmla="*/ 1832168 w 2495218"/>
              <a:gd name="connsiteY5" fmla="*/ 1317701 h 1792429"/>
              <a:gd name="connsiteX6" fmla="*/ 1926684 w 2495218"/>
              <a:gd name="connsiteY6" fmla="*/ 931247 h 1792429"/>
              <a:gd name="connsiteX7" fmla="*/ 1770494 w 2495218"/>
              <a:gd name="connsiteY7" fmla="*/ 812405 h 1792429"/>
              <a:gd name="connsiteX8" fmla="*/ 1455553 w 2495218"/>
              <a:gd name="connsiteY8" fmla="*/ 746617 h 1792429"/>
              <a:gd name="connsiteX9" fmla="*/ 817191 w 2495218"/>
              <a:gd name="connsiteY9" fmla="*/ 699760 h 1792429"/>
              <a:gd name="connsiteX10" fmla="*/ 1350 w 2495218"/>
              <a:gd name="connsiteY10" fmla="*/ 0 h 1792429"/>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26684 w 2495218"/>
              <a:gd name="connsiteY6" fmla="*/ 931247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754656 w 2878768"/>
              <a:gd name="connsiteY0" fmla="*/ 555802 h 1889789"/>
              <a:gd name="connsiteX1" fmla="*/ 2853685 w 2878768"/>
              <a:gd name="connsiteY1" fmla="*/ 1096048 h 1889789"/>
              <a:gd name="connsiteX2" fmla="*/ 2865687 w 2878768"/>
              <a:gd name="connsiteY2" fmla="*/ 1442948 h 1889789"/>
              <a:gd name="connsiteX3" fmla="*/ 2690813 w 2878768"/>
              <a:gd name="connsiteY3" fmla="*/ 1787182 h 1889789"/>
              <a:gd name="connsiteX4" fmla="*/ 2173619 w 2878768"/>
              <a:gd name="connsiteY4" fmla="*/ 1834863 h 1889789"/>
              <a:gd name="connsiteX5" fmla="*/ 2215718 w 2878768"/>
              <a:gd name="connsiteY5" fmla="*/ 1391594 h 1889789"/>
              <a:gd name="connsiteX6" fmla="*/ 2288197 w 2878768"/>
              <a:gd name="connsiteY6" fmla="*/ 1084319 h 1889789"/>
              <a:gd name="connsiteX7" fmla="*/ 2154044 w 2878768"/>
              <a:gd name="connsiteY7" fmla="*/ 886298 h 1889789"/>
              <a:gd name="connsiteX8" fmla="*/ 1839103 w 2878768"/>
              <a:gd name="connsiteY8" fmla="*/ 820510 h 1889789"/>
              <a:gd name="connsiteX9" fmla="*/ 1200741 w 2878768"/>
              <a:gd name="connsiteY9" fmla="*/ 773653 h 1889789"/>
              <a:gd name="connsiteX10" fmla="*/ 814 w 2878768"/>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0 w 2877954"/>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882178 w 2893349"/>
              <a:gd name="connsiteY10" fmla="*/ 712866 h 1889789"/>
              <a:gd name="connsiteX11" fmla="*/ 77232 w 2893349"/>
              <a:gd name="connsiteY11" fmla="*/ 213530 h 1889789"/>
              <a:gd name="connsiteX12" fmla="*/ 15395 w 2893349"/>
              <a:gd name="connsiteY12"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882178 w 2893349"/>
              <a:gd name="connsiteY10" fmla="*/ 712866 h 1889789"/>
              <a:gd name="connsiteX11" fmla="*/ 561192 w 2893349"/>
              <a:gd name="connsiteY11" fmla="*/ 377225 h 1889789"/>
              <a:gd name="connsiteX12" fmla="*/ 77232 w 2893349"/>
              <a:gd name="connsiteY12" fmla="*/ 213530 h 1889789"/>
              <a:gd name="connsiteX13" fmla="*/ 15395 w 2893349"/>
              <a:gd name="connsiteY13"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992608 w 2893349"/>
              <a:gd name="connsiteY10" fmla="*/ 732172 h 1889789"/>
              <a:gd name="connsiteX11" fmla="*/ 561192 w 2893349"/>
              <a:gd name="connsiteY11" fmla="*/ 377225 h 1889789"/>
              <a:gd name="connsiteX12" fmla="*/ 77232 w 2893349"/>
              <a:gd name="connsiteY12" fmla="*/ 213530 h 1889789"/>
              <a:gd name="connsiteX13" fmla="*/ 15395 w 2893349"/>
              <a:gd name="connsiteY13" fmla="*/ 0 h 1889789"/>
              <a:gd name="connsiteX0" fmla="*/ 2729640 w 2853752"/>
              <a:gd name="connsiteY0" fmla="*/ 485560 h 1819547"/>
              <a:gd name="connsiteX1" fmla="*/ 2828669 w 2853752"/>
              <a:gd name="connsiteY1" fmla="*/ 1025806 h 1819547"/>
              <a:gd name="connsiteX2" fmla="*/ 2840671 w 2853752"/>
              <a:gd name="connsiteY2" fmla="*/ 1372706 h 1819547"/>
              <a:gd name="connsiteX3" fmla="*/ 2665797 w 2853752"/>
              <a:gd name="connsiteY3" fmla="*/ 1716940 h 1819547"/>
              <a:gd name="connsiteX4" fmla="*/ 2148603 w 2853752"/>
              <a:gd name="connsiteY4" fmla="*/ 1764621 h 1819547"/>
              <a:gd name="connsiteX5" fmla="*/ 2190702 w 2853752"/>
              <a:gd name="connsiteY5" fmla="*/ 1321352 h 1819547"/>
              <a:gd name="connsiteX6" fmla="*/ 2263181 w 2853752"/>
              <a:gd name="connsiteY6" fmla="*/ 1014077 h 1819547"/>
              <a:gd name="connsiteX7" fmla="*/ 2129028 w 2853752"/>
              <a:gd name="connsiteY7" fmla="*/ 816056 h 1819547"/>
              <a:gd name="connsiteX8" fmla="*/ 1814087 w 2853752"/>
              <a:gd name="connsiteY8" fmla="*/ 750268 h 1819547"/>
              <a:gd name="connsiteX9" fmla="*/ 1236835 w 2853752"/>
              <a:gd name="connsiteY9" fmla="*/ 739308 h 1819547"/>
              <a:gd name="connsiteX10" fmla="*/ 953011 w 2853752"/>
              <a:gd name="connsiteY10" fmla="*/ 661930 h 1819547"/>
              <a:gd name="connsiteX11" fmla="*/ 521595 w 2853752"/>
              <a:gd name="connsiteY11" fmla="*/ 306983 h 1819547"/>
              <a:gd name="connsiteX12" fmla="*/ 37635 w 2853752"/>
              <a:gd name="connsiteY12" fmla="*/ 143288 h 1819547"/>
              <a:gd name="connsiteX13" fmla="*/ 188270 w 2853752"/>
              <a:gd name="connsiteY13" fmla="*/ 0 h 1819547"/>
              <a:gd name="connsiteX0" fmla="*/ 2729640 w 2853752"/>
              <a:gd name="connsiteY0" fmla="*/ 485560 h 1815638"/>
              <a:gd name="connsiteX1" fmla="*/ 2828669 w 2853752"/>
              <a:gd name="connsiteY1" fmla="*/ 1025806 h 1815638"/>
              <a:gd name="connsiteX2" fmla="*/ 2840671 w 2853752"/>
              <a:gd name="connsiteY2" fmla="*/ 1372706 h 1815638"/>
              <a:gd name="connsiteX3" fmla="*/ 2665797 w 2853752"/>
              <a:gd name="connsiteY3" fmla="*/ 1716940 h 1815638"/>
              <a:gd name="connsiteX4" fmla="*/ 2517283 w 2853752"/>
              <a:gd name="connsiteY4" fmla="*/ 1800769 h 1815638"/>
              <a:gd name="connsiteX5" fmla="*/ 2148603 w 2853752"/>
              <a:gd name="connsiteY5" fmla="*/ 1764621 h 1815638"/>
              <a:gd name="connsiteX6" fmla="*/ 2190702 w 2853752"/>
              <a:gd name="connsiteY6" fmla="*/ 1321352 h 1815638"/>
              <a:gd name="connsiteX7" fmla="*/ 2263181 w 2853752"/>
              <a:gd name="connsiteY7" fmla="*/ 1014077 h 1815638"/>
              <a:gd name="connsiteX8" fmla="*/ 2129028 w 2853752"/>
              <a:gd name="connsiteY8" fmla="*/ 816056 h 1815638"/>
              <a:gd name="connsiteX9" fmla="*/ 1814087 w 2853752"/>
              <a:gd name="connsiteY9" fmla="*/ 750268 h 1815638"/>
              <a:gd name="connsiteX10" fmla="*/ 1236835 w 2853752"/>
              <a:gd name="connsiteY10" fmla="*/ 739308 h 1815638"/>
              <a:gd name="connsiteX11" fmla="*/ 953011 w 2853752"/>
              <a:gd name="connsiteY11" fmla="*/ 661930 h 1815638"/>
              <a:gd name="connsiteX12" fmla="*/ 521595 w 2853752"/>
              <a:gd name="connsiteY12" fmla="*/ 306983 h 1815638"/>
              <a:gd name="connsiteX13" fmla="*/ 37635 w 2853752"/>
              <a:gd name="connsiteY13" fmla="*/ 143288 h 1815638"/>
              <a:gd name="connsiteX14" fmla="*/ 188270 w 2853752"/>
              <a:gd name="connsiteY14" fmla="*/ 0 h 1815638"/>
              <a:gd name="connsiteX0" fmla="*/ 2729640 w 2854796"/>
              <a:gd name="connsiteY0" fmla="*/ 485560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129028 w 2854796"/>
              <a:gd name="connsiteY9" fmla="*/ 816056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 name="connsiteX0" fmla="*/ 2800085 w 2854796"/>
              <a:gd name="connsiteY0" fmla="*/ 503350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129028 w 2854796"/>
              <a:gd name="connsiteY9" fmla="*/ 816056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4796" h="1815638">
                <a:moveTo>
                  <a:pt x="2800085" y="503350"/>
                </a:moveTo>
                <a:cubicBezTo>
                  <a:pt x="2800563" y="530763"/>
                  <a:pt x="2687818" y="567218"/>
                  <a:pt x="2704323" y="657259"/>
                </a:cubicBezTo>
                <a:cubicBezTo>
                  <a:pt x="2720828" y="747300"/>
                  <a:pt x="2805944" y="906565"/>
                  <a:pt x="2828669" y="1025806"/>
                </a:cubicBezTo>
                <a:cubicBezTo>
                  <a:pt x="2851394" y="1145047"/>
                  <a:pt x="2867816" y="1257517"/>
                  <a:pt x="2840671" y="1372706"/>
                </a:cubicBezTo>
                <a:cubicBezTo>
                  <a:pt x="2813526" y="1487895"/>
                  <a:pt x="2719695" y="1645596"/>
                  <a:pt x="2665797" y="1716940"/>
                </a:cubicBezTo>
                <a:cubicBezTo>
                  <a:pt x="2611899" y="1788284"/>
                  <a:pt x="2603482" y="1792822"/>
                  <a:pt x="2517283" y="1800769"/>
                </a:cubicBezTo>
                <a:cubicBezTo>
                  <a:pt x="2431084" y="1808716"/>
                  <a:pt x="2203033" y="1844524"/>
                  <a:pt x="2148603" y="1764621"/>
                </a:cubicBezTo>
                <a:cubicBezTo>
                  <a:pt x="2094173" y="1684718"/>
                  <a:pt x="2146051" y="1441383"/>
                  <a:pt x="2190702" y="1321352"/>
                </a:cubicBezTo>
                <a:cubicBezTo>
                  <a:pt x="2235353" y="1201321"/>
                  <a:pt x="2273460" y="1098293"/>
                  <a:pt x="2263181" y="1014077"/>
                </a:cubicBezTo>
                <a:cubicBezTo>
                  <a:pt x="2252902" y="929861"/>
                  <a:pt x="2203877" y="860024"/>
                  <a:pt x="2129028" y="816056"/>
                </a:cubicBezTo>
                <a:cubicBezTo>
                  <a:pt x="2054179" y="772088"/>
                  <a:pt x="1962786" y="763059"/>
                  <a:pt x="1814087" y="750268"/>
                </a:cubicBezTo>
                <a:cubicBezTo>
                  <a:pt x="1665388" y="737477"/>
                  <a:pt x="1375108" y="756352"/>
                  <a:pt x="1236835" y="739308"/>
                </a:cubicBezTo>
                <a:cubicBezTo>
                  <a:pt x="1100486" y="737789"/>
                  <a:pt x="1152999" y="790872"/>
                  <a:pt x="953011" y="661930"/>
                </a:cubicBezTo>
                <a:cubicBezTo>
                  <a:pt x="803526" y="597751"/>
                  <a:pt x="655753" y="390206"/>
                  <a:pt x="521595" y="306983"/>
                </a:cubicBezTo>
                <a:cubicBezTo>
                  <a:pt x="387437" y="223760"/>
                  <a:pt x="98323" y="214034"/>
                  <a:pt x="37635" y="143288"/>
                </a:cubicBezTo>
                <a:cubicBezTo>
                  <a:pt x="-106829" y="24477"/>
                  <a:pt x="212918" y="40562"/>
                  <a:pt x="18827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9" name="Oval 55">
            <a:extLst>
              <a:ext uri="{FF2B5EF4-FFF2-40B4-BE49-F238E27FC236}">
                <a16:creationId xmlns:a16="http://schemas.microsoft.com/office/drawing/2014/main" id="{429D90CF-EF92-D3C4-FB3B-1BE4F9FF1DC3}"/>
              </a:ext>
            </a:extLst>
          </p:cNvPr>
          <p:cNvSpPr/>
          <p:nvPr userDrawn="1"/>
        </p:nvSpPr>
        <p:spPr>
          <a:xfrm rot="21257267" flipV="1">
            <a:off x="9685237" y="4253779"/>
            <a:ext cx="1010485" cy="2056076"/>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07701 w 492507"/>
              <a:gd name="connsiteY0" fmla="*/ 419117 h 924031"/>
              <a:gd name="connsiteX1" fmla="*/ 6650 w 492507"/>
              <a:gd name="connsiteY1" fmla="*/ 23306 h 924031"/>
              <a:gd name="connsiteX2" fmla="*/ 298570 w 492507"/>
              <a:gd name="connsiteY2" fmla="*/ 67146 h 924031"/>
              <a:gd name="connsiteX3" fmla="*/ 479082 w 492507"/>
              <a:gd name="connsiteY3" fmla="*/ 149155 h 924031"/>
              <a:gd name="connsiteX4" fmla="*/ 454998 w 492507"/>
              <a:gd name="connsiteY4" fmla="*/ 562045 h 924031"/>
              <a:gd name="connsiteX5" fmla="*/ 291682 w 492507"/>
              <a:gd name="connsiteY5" fmla="*/ 898519 h 924031"/>
              <a:gd name="connsiteX6" fmla="*/ 107701 w 492507"/>
              <a:gd name="connsiteY6" fmla="*/ 419117 h 924031"/>
              <a:gd name="connsiteX0" fmla="*/ 107701 w 478794"/>
              <a:gd name="connsiteY0" fmla="*/ 418930 h 923844"/>
              <a:gd name="connsiteX1" fmla="*/ 6650 w 478794"/>
              <a:gd name="connsiteY1" fmla="*/ 23119 h 923844"/>
              <a:gd name="connsiteX2" fmla="*/ 298570 w 478794"/>
              <a:gd name="connsiteY2" fmla="*/ 66959 h 923844"/>
              <a:gd name="connsiteX3" fmla="*/ 459123 w 478794"/>
              <a:gd name="connsiteY3" fmla="*/ 141469 h 923844"/>
              <a:gd name="connsiteX4" fmla="*/ 454998 w 478794"/>
              <a:gd name="connsiteY4" fmla="*/ 561858 h 923844"/>
              <a:gd name="connsiteX5" fmla="*/ 291682 w 478794"/>
              <a:gd name="connsiteY5" fmla="*/ 898332 h 923844"/>
              <a:gd name="connsiteX6" fmla="*/ 107701 w 478794"/>
              <a:gd name="connsiteY6" fmla="*/ 418930 h 923844"/>
              <a:gd name="connsiteX0" fmla="*/ 197384 w 568477"/>
              <a:gd name="connsiteY0" fmla="*/ 539146 h 1044060"/>
              <a:gd name="connsiteX1" fmla="*/ 3899 w 568477"/>
              <a:gd name="connsiteY1" fmla="*/ 12808 h 1044060"/>
              <a:gd name="connsiteX2" fmla="*/ 388253 w 568477"/>
              <a:gd name="connsiteY2" fmla="*/ 187175 h 1044060"/>
              <a:gd name="connsiteX3" fmla="*/ 548806 w 568477"/>
              <a:gd name="connsiteY3" fmla="*/ 261685 h 1044060"/>
              <a:gd name="connsiteX4" fmla="*/ 544681 w 568477"/>
              <a:gd name="connsiteY4" fmla="*/ 682074 h 1044060"/>
              <a:gd name="connsiteX5" fmla="*/ 381365 w 568477"/>
              <a:gd name="connsiteY5" fmla="*/ 1018548 h 1044060"/>
              <a:gd name="connsiteX6" fmla="*/ 197384 w 568477"/>
              <a:gd name="connsiteY6" fmla="*/ 539146 h 1044060"/>
              <a:gd name="connsiteX0" fmla="*/ 197384 w 568753"/>
              <a:gd name="connsiteY0" fmla="*/ 538270 h 1043184"/>
              <a:gd name="connsiteX1" fmla="*/ 3899 w 568753"/>
              <a:gd name="connsiteY1" fmla="*/ 11932 h 1043184"/>
              <a:gd name="connsiteX2" fmla="*/ 388253 w 568753"/>
              <a:gd name="connsiteY2" fmla="*/ 186299 h 1043184"/>
              <a:gd name="connsiteX3" fmla="*/ 549278 w 568753"/>
              <a:gd name="connsiteY3" fmla="*/ 147152 h 1043184"/>
              <a:gd name="connsiteX4" fmla="*/ 544681 w 568753"/>
              <a:gd name="connsiteY4" fmla="*/ 681198 h 1043184"/>
              <a:gd name="connsiteX5" fmla="*/ 381365 w 568753"/>
              <a:gd name="connsiteY5" fmla="*/ 1017672 h 1043184"/>
              <a:gd name="connsiteX6" fmla="*/ 197384 w 568753"/>
              <a:gd name="connsiteY6" fmla="*/ 538270 h 1043184"/>
              <a:gd name="connsiteX0" fmla="*/ 197138 w 567332"/>
              <a:gd name="connsiteY0" fmla="*/ 541766 h 1046680"/>
              <a:gd name="connsiteX1" fmla="*/ 3653 w 567332"/>
              <a:gd name="connsiteY1" fmla="*/ 15428 h 1046680"/>
              <a:gd name="connsiteX2" fmla="*/ 375887 w 567332"/>
              <a:gd name="connsiteY2" fmla="*/ 141285 h 1046680"/>
              <a:gd name="connsiteX3" fmla="*/ 549032 w 567332"/>
              <a:gd name="connsiteY3" fmla="*/ 150648 h 1046680"/>
              <a:gd name="connsiteX4" fmla="*/ 544435 w 567332"/>
              <a:gd name="connsiteY4" fmla="*/ 684694 h 1046680"/>
              <a:gd name="connsiteX5" fmla="*/ 381119 w 567332"/>
              <a:gd name="connsiteY5" fmla="*/ 1021168 h 1046680"/>
              <a:gd name="connsiteX6" fmla="*/ 197138 w 567332"/>
              <a:gd name="connsiteY6" fmla="*/ 541766 h 1046680"/>
              <a:gd name="connsiteX0" fmla="*/ 197138 w 560233"/>
              <a:gd name="connsiteY0" fmla="*/ 541766 h 1046680"/>
              <a:gd name="connsiteX1" fmla="*/ 3653 w 560233"/>
              <a:gd name="connsiteY1" fmla="*/ 15428 h 1046680"/>
              <a:gd name="connsiteX2" fmla="*/ 375887 w 560233"/>
              <a:gd name="connsiteY2" fmla="*/ 141285 h 1046680"/>
              <a:gd name="connsiteX3" fmla="*/ 549032 w 560233"/>
              <a:gd name="connsiteY3" fmla="*/ 150648 h 1046680"/>
              <a:gd name="connsiteX4" fmla="*/ 544435 w 560233"/>
              <a:gd name="connsiteY4" fmla="*/ 684694 h 1046680"/>
              <a:gd name="connsiteX5" fmla="*/ 381119 w 560233"/>
              <a:gd name="connsiteY5" fmla="*/ 1021168 h 1046680"/>
              <a:gd name="connsiteX6" fmla="*/ 197138 w 560233"/>
              <a:gd name="connsiteY6" fmla="*/ 541766 h 1046680"/>
              <a:gd name="connsiteX0" fmla="*/ 269377 w 632472"/>
              <a:gd name="connsiteY0" fmla="*/ 724348 h 1229262"/>
              <a:gd name="connsiteX1" fmla="*/ 2740 w 632472"/>
              <a:gd name="connsiteY1" fmla="*/ 8928 h 1229262"/>
              <a:gd name="connsiteX2" fmla="*/ 448126 w 632472"/>
              <a:gd name="connsiteY2" fmla="*/ 323867 h 1229262"/>
              <a:gd name="connsiteX3" fmla="*/ 621271 w 632472"/>
              <a:gd name="connsiteY3" fmla="*/ 333230 h 1229262"/>
              <a:gd name="connsiteX4" fmla="*/ 616674 w 632472"/>
              <a:gd name="connsiteY4" fmla="*/ 867276 h 1229262"/>
              <a:gd name="connsiteX5" fmla="*/ 453358 w 632472"/>
              <a:gd name="connsiteY5" fmla="*/ 1203750 h 1229262"/>
              <a:gd name="connsiteX6" fmla="*/ 269377 w 632472"/>
              <a:gd name="connsiteY6" fmla="*/ 724348 h 1229262"/>
              <a:gd name="connsiteX0" fmla="*/ 268168 w 634871"/>
              <a:gd name="connsiteY0" fmla="*/ 741746 h 1246660"/>
              <a:gd name="connsiteX1" fmla="*/ 1531 w 634871"/>
              <a:gd name="connsiteY1" fmla="*/ 26326 h 1246660"/>
              <a:gd name="connsiteX2" fmla="*/ 397814 w 634871"/>
              <a:gd name="connsiteY2" fmla="*/ 173100 h 1246660"/>
              <a:gd name="connsiteX3" fmla="*/ 620062 w 634871"/>
              <a:gd name="connsiteY3" fmla="*/ 350628 h 1246660"/>
              <a:gd name="connsiteX4" fmla="*/ 615465 w 634871"/>
              <a:gd name="connsiteY4" fmla="*/ 884674 h 1246660"/>
              <a:gd name="connsiteX5" fmla="*/ 452149 w 634871"/>
              <a:gd name="connsiteY5" fmla="*/ 1221148 h 1246660"/>
              <a:gd name="connsiteX6" fmla="*/ 268168 w 634871"/>
              <a:gd name="connsiteY6" fmla="*/ 741746 h 1246660"/>
              <a:gd name="connsiteX0" fmla="*/ 268168 w 647475"/>
              <a:gd name="connsiteY0" fmla="*/ 740072 h 1244986"/>
              <a:gd name="connsiteX1" fmla="*/ 1531 w 647475"/>
              <a:gd name="connsiteY1" fmla="*/ 24652 h 1244986"/>
              <a:gd name="connsiteX2" fmla="*/ 397814 w 647475"/>
              <a:gd name="connsiteY2" fmla="*/ 171426 h 1244986"/>
              <a:gd name="connsiteX3" fmla="*/ 635423 w 647475"/>
              <a:gd name="connsiteY3" fmla="*/ 234317 h 1244986"/>
              <a:gd name="connsiteX4" fmla="*/ 615465 w 647475"/>
              <a:gd name="connsiteY4" fmla="*/ 883000 h 1244986"/>
              <a:gd name="connsiteX5" fmla="*/ 452149 w 647475"/>
              <a:gd name="connsiteY5" fmla="*/ 1219474 h 1244986"/>
              <a:gd name="connsiteX6" fmla="*/ 268168 w 647475"/>
              <a:gd name="connsiteY6" fmla="*/ 740072 h 1244986"/>
              <a:gd name="connsiteX0" fmla="*/ 268168 w 636890"/>
              <a:gd name="connsiteY0" fmla="*/ 740072 h 1244986"/>
              <a:gd name="connsiteX1" fmla="*/ 1531 w 636890"/>
              <a:gd name="connsiteY1" fmla="*/ 24652 h 1244986"/>
              <a:gd name="connsiteX2" fmla="*/ 397814 w 636890"/>
              <a:gd name="connsiteY2" fmla="*/ 171426 h 1244986"/>
              <a:gd name="connsiteX3" fmla="*/ 635423 w 636890"/>
              <a:gd name="connsiteY3" fmla="*/ 234317 h 1244986"/>
              <a:gd name="connsiteX4" fmla="*/ 503371 w 636890"/>
              <a:gd name="connsiteY4" fmla="*/ 494496 h 1244986"/>
              <a:gd name="connsiteX5" fmla="*/ 615465 w 636890"/>
              <a:gd name="connsiteY5" fmla="*/ 883000 h 1244986"/>
              <a:gd name="connsiteX6" fmla="*/ 452149 w 636890"/>
              <a:gd name="connsiteY6" fmla="*/ 1219474 h 1244986"/>
              <a:gd name="connsiteX7" fmla="*/ 268168 w 636890"/>
              <a:gd name="connsiteY7" fmla="*/ 740072 h 1244986"/>
              <a:gd name="connsiteX0" fmla="*/ 293770 w 662492"/>
              <a:gd name="connsiteY0" fmla="*/ 719855 h 1224769"/>
              <a:gd name="connsiteX1" fmla="*/ 63478 w 662492"/>
              <a:gd name="connsiteY1" fmla="*/ 338793 h 1224769"/>
              <a:gd name="connsiteX2" fmla="*/ 27133 w 662492"/>
              <a:gd name="connsiteY2" fmla="*/ 4435 h 1224769"/>
              <a:gd name="connsiteX3" fmla="*/ 423416 w 662492"/>
              <a:gd name="connsiteY3" fmla="*/ 151209 h 1224769"/>
              <a:gd name="connsiteX4" fmla="*/ 661025 w 662492"/>
              <a:gd name="connsiteY4" fmla="*/ 214100 h 1224769"/>
              <a:gd name="connsiteX5" fmla="*/ 528973 w 662492"/>
              <a:gd name="connsiteY5" fmla="*/ 474279 h 1224769"/>
              <a:gd name="connsiteX6" fmla="*/ 641067 w 662492"/>
              <a:gd name="connsiteY6" fmla="*/ 862783 h 1224769"/>
              <a:gd name="connsiteX7" fmla="*/ 477751 w 662492"/>
              <a:gd name="connsiteY7" fmla="*/ 1199257 h 1224769"/>
              <a:gd name="connsiteX8" fmla="*/ 293770 w 662492"/>
              <a:gd name="connsiteY8" fmla="*/ 719855 h 12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2492" h="1224769">
                <a:moveTo>
                  <a:pt x="293770" y="719855"/>
                </a:moveTo>
                <a:cubicBezTo>
                  <a:pt x="224724" y="576444"/>
                  <a:pt x="107918" y="458030"/>
                  <a:pt x="63478" y="338793"/>
                </a:cubicBezTo>
                <a:cubicBezTo>
                  <a:pt x="19039" y="219556"/>
                  <a:pt x="-32857" y="35699"/>
                  <a:pt x="27133" y="4435"/>
                </a:cubicBezTo>
                <a:cubicBezTo>
                  <a:pt x="87123" y="-26829"/>
                  <a:pt x="317767" y="116265"/>
                  <a:pt x="423416" y="151209"/>
                </a:cubicBezTo>
                <a:cubicBezTo>
                  <a:pt x="529065" y="186153"/>
                  <a:pt x="643432" y="160255"/>
                  <a:pt x="661025" y="214100"/>
                </a:cubicBezTo>
                <a:cubicBezTo>
                  <a:pt x="678618" y="267945"/>
                  <a:pt x="532299" y="366165"/>
                  <a:pt x="528973" y="474279"/>
                </a:cubicBezTo>
                <a:cubicBezTo>
                  <a:pt x="525647" y="582393"/>
                  <a:pt x="673248" y="738440"/>
                  <a:pt x="641067" y="862783"/>
                </a:cubicBezTo>
                <a:cubicBezTo>
                  <a:pt x="614778" y="961909"/>
                  <a:pt x="602794" y="1322956"/>
                  <a:pt x="477751" y="1199257"/>
                </a:cubicBezTo>
                <a:cubicBezTo>
                  <a:pt x="352708" y="1075558"/>
                  <a:pt x="362816" y="863266"/>
                  <a:pt x="293770" y="719855"/>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60199F1D-7740-2E9B-FDC1-333EC91BE3BD}"/>
              </a:ext>
            </a:extLst>
          </p:cNvPr>
          <p:cNvSpPr/>
          <p:nvPr userDrawn="1"/>
        </p:nvSpPr>
        <p:spPr>
          <a:xfrm rot="843214" flipH="1">
            <a:off x="9082150" y="2603674"/>
            <a:ext cx="3221218" cy="4712394"/>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153427 w 2153427"/>
              <a:gd name="connsiteY0" fmla="*/ 3427341 h 3427341"/>
              <a:gd name="connsiteX1" fmla="*/ 1980575 w 2153427"/>
              <a:gd name="connsiteY1" fmla="*/ 2137763 h 3427341"/>
              <a:gd name="connsiteX2" fmla="*/ 1870466 w 2153427"/>
              <a:gd name="connsiteY2" fmla="*/ 1853061 h 3427341"/>
              <a:gd name="connsiteX3" fmla="*/ 1813030 w 2153427"/>
              <a:gd name="connsiteY3" fmla="*/ 1618555 h 3427341"/>
              <a:gd name="connsiteX4" fmla="*/ 1757976 w 2153427"/>
              <a:gd name="connsiteY4" fmla="*/ 1324232 h 3427341"/>
              <a:gd name="connsiteX5" fmla="*/ 1772359 w 2153427"/>
              <a:gd name="connsiteY5" fmla="*/ 1075439 h 3427341"/>
              <a:gd name="connsiteX6" fmla="*/ 1796266 w 2153427"/>
              <a:gd name="connsiteY6" fmla="*/ 929516 h 3427341"/>
              <a:gd name="connsiteX7" fmla="*/ 1853702 w 2153427"/>
              <a:gd name="connsiteY7" fmla="*/ 637575 h 3427341"/>
              <a:gd name="connsiteX8" fmla="*/ 1879991 w 2153427"/>
              <a:gd name="connsiteY8" fmla="*/ 427073 h 3427341"/>
              <a:gd name="connsiteX9" fmla="*/ 1678315 w 2153427"/>
              <a:gd name="connsiteY9" fmla="*/ 3101 h 3427341"/>
              <a:gd name="connsiteX10" fmla="*/ 1407043 w 2153427"/>
              <a:gd name="connsiteY10" fmla="*/ 250943 h 3427341"/>
              <a:gd name="connsiteX11" fmla="*/ 1016743 w 2153427"/>
              <a:gd name="connsiteY11" fmla="*/ 874929 h 3427341"/>
              <a:gd name="connsiteX12" fmla="*/ 425510 w 2153427"/>
              <a:gd name="connsiteY12" fmla="*/ 1765417 h 3427341"/>
              <a:gd name="connsiteX13" fmla="*/ 20829 w 2153427"/>
              <a:gd name="connsiteY13" fmla="*/ 2288401 h 3427341"/>
              <a:gd name="connsiteX14" fmla="*/ 71044 w 2153427"/>
              <a:gd name="connsiteY14" fmla="*/ 2733373 h 3427341"/>
              <a:gd name="connsiteX0" fmla="*/ 2153427 w 2209298"/>
              <a:gd name="connsiteY0" fmla="*/ 3427341 h 3427341"/>
              <a:gd name="connsiteX1" fmla="*/ 1980575 w 2209298"/>
              <a:gd name="connsiteY1" fmla="*/ 2137763 h 3427341"/>
              <a:gd name="connsiteX2" fmla="*/ 1870466 w 2209298"/>
              <a:gd name="connsiteY2" fmla="*/ 1853061 h 3427341"/>
              <a:gd name="connsiteX3" fmla="*/ 1813030 w 2209298"/>
              <a:gd name="connsiteY3" fmla="*/ 1618555 h 3427341"/>
              <a:gd name="connsiteX4" fmla="*/ 1757976 w 2209298"/>
              <a:gd name="connsiteY4" fmla="*/ 1324232 h 3427341"/>
              <a:gd name="connsiteX5" fmla="*/ 1772359 w 2209298"/>
              <a:gd name="connsiteY5" fmla="*/ 1075439 h 3427341"/>
              <a:gd name="connsiteX6" fmla="*/ 1796266 w 2209298"/>
              <a:gd name="connsiteY6" fmla="*/ 929516 h 3427341"/>
              <a:gd name="connsiteX7" fmla="*/ 1853702 w 2209298"/>
              <a:gd name="connsiteY7" fmla="*/ 637575 h 3427341"/>
              <a:gd name="connsiteX8" fmla="*/ 1879991 w 2209298"/>
              <a:gd name="connsiteY8" fmla="*/ 427073 h 3427341"/>
              <a:gd name="connsiteX9" fmla="*/ 1678315 w 2209298"/>
              <a:gd name="connsiteY9" fmla="*/ 3101 h 3427341"/>
              <a:gd name="connsiteX10" fmla="*/ 1407043 w 2209298"/>
              <a:gd name="connsiteY10" fmla="*/ 250943 h 3427341"/>
              <a:gd name="connsiteX11" fmla="*/ 1016743 w 2209298"/>
              <a:gd name="connsiteY11" fmla="*/ 874929 h 3427341"/>
              <a:gd name="connsiteX12" fmla="*/ 425510 w 2209298"/>
              <a:gd name="connsiteY12" fmla="*/ 1765417 h 3427341"/>
              <a:gd name="connsiteX13" fmla="*/ 20829 w 2209298"/>
              <a:gd name="connsiteY13" fmla="*/ 2288401 h 3427341"/>
              <a:gd name="connsiteX14" fmla="*/ 71044 w 2209298"/>
              <a:gd name="connsiteY14" fmla="*/ 2733373 h 3427341"/>
              <a:gd name="connsiteX0" fmla="*/ 2153427 w 2220722"/>
              <a:gd name="connsiteY0" fmla="*/ 3427341 h 3427341"/>
              <a:gd name="connsiteX1" fmla="*/ 2215024 w 2220722"/>
              <a:gd name="connsiteY1" fmla="*/ 3024593 h 3427341"/>
              <a:gd name="connsiteX2" fmla="*/ 1980575 w 2220722"/>
              <a:gd name="connsiteY2" fmla="*/ 2137763 h 3427341"/>
              <a:gd name="connsiteX3" fmla="*/ 1870466 w 2220722"/>
              <a:gd name="connsiteY3" fmla="*/ 1853061 h 3427341"/>
              <a:gd name="connsiteX4" fmla="*/ 1813030 w 2220722"/>
              <a:gd name="connsiteY4" fmla="*/ 1618555 h 3427341"/>
              <a:gd name="connsiteX5" fmla="*/ 1757976 w 2220722"/>
              <a:gd name="connsiteY5" fmla="*/ 1324232 h 3427341"/>
              <a:gd name="connsiteX6" fmla="*/ 1772359 w 2220722"/>
              <a:gd name="connsiteY6" fmla="*/ 1075439 h 3427341"/>
              <a:gd name="connsiteX7" fmla="*/ 1796266 w 2220722"/>
              <a:gd name="connsiteY7" fmla="*/ 929516 h 3427341"/>
              <a:gd name="connsiteX8" fmla="*/ 1853702 w 2220722"/>
              <a:gd name="connsiteY8" fmla="*/ 637575 h 3427341"/>
              <a:gd name="connsiteX9" fmla="*/ 1879991 w 2220722"/>
              <a:gd name="connsiteY9" fmla="*/ 427073 h 3427341"/>
              <a:gd name="connsiteX10" fmla="*/ 1678315 w 2220722"/>
              <a:gd name="connsiteY10" fmla="*/ 3101 h 3427341"/>
              <a:gd name="connsiteX11" fmla="*/ 1407043 w 2220722"/>
              <a:gd name="connsiteY11" fmla="*/ 250943 h 3427341"/>
              <a:gd name="connsiteX12" fmla="*/ 1016743 w 2220722"/>
              <a:gd name="connsiteY12" fmla="*/ 874929 h 3427341"/>
              <a:gd name="connsiteX13" fmla="*/ 425510 w 2220722"/>
              <a:gd name="connsiteY13" fmla="*/ 1765417 h 3427341"/>
              <a:gd name="connsiteX14" fmla="*/ 20829 w 2220722"/>
              <a:gd name="connsiteY14" fmla="*/ 2288401 h 3427341"/>
              <a:gd name="connsiteX15" fmla="*/ 71044 w 2220722"/>
              <a:gd name="connsiteY15" fmla="*/ 2733373 h 3427341"/>
              <a:gd name="connsiteX0" fmla="*/ 2139975 w 2220099"/>
              <a:gd name="connsiteY0" fmla="*/ 3416119 h 3416119"/>
              <a:gd name="connsiteX1" fmla="*/ 2215024 w 2220099"/>
              <a:gd name="connsiteY1" fmla="*/ 3024593 h 3416119"/>
              <a:gd name="connsiteX2" fmla="*/ 1980575 w 2220099"/>
              <a:gd name="connsiteY2" fmla="*/ 2137763 h 3416119"/>
              <a:gd name="connsiteX3" fmla="*/ 1870466 w 2220099"/>
              <a:gd name="connsiteY3" fmla="*/ 1853061 h 3416119"/>
              <a:gd name="connsiteX4" fmla="*/ 1813030 w 2220099"/>
              <a:gd name="connsiteY4" fmla="*/ 1618555 h 3416119"/>
              <a:gd name="connsiteX5" fmla="*/ 1757976 w 2220099"/>
              <a:gd name="connsiteY5" fmla="*/ 1324232 h 3416119"/>
              <a:gd name="connsiteX6" fmla="*/ 1772359 w 2220099"/>
              <a:gd name="connsiteY6" fmla="*/ 1075439 h 3416119"/>
              <a:gd name="connsiteX7" fmla="*/ 1796266 w 2220099"/>
              <a:gd name="connsiteY7" fmla="*/ 929516 h 3416119"/>
              <a:gd name="connsiteX8" fmla="*/ 1853702 w 2220099"/>
              <a:gd name="connsiteY8" fmla="*/ 637575 h 3416119"/>
              <a:gd name="connsiteX9" fmla="*/ 1879991 w 2220099"/>
              <a:gd name="connsiteY9" fmla="*/ 427073 h 3416119"/>
              <a:gd name="connsiteX10" fmla="*/ 1678315 w 2220099"/>
              <a:gd name="connsiteY10" fmla="*/ 3101 h 3416119"/>
              <a:gd name="connsiteX11" fmla="*/ 1407043 w 2220099"/>
              <a:gd name="connsiteY11" fmla="*/ 250943 h 3416119"/>
              <a:gd name="connsiteX12" fmla="*/ 1016743 w 2220099"/>
              <a:gd name="connsiteY12" fmla="*/ 874929 h 3416119"/>
              <a:gd name="connsiteX13" fmla="*/ 425510 w 2220099"/>
              <a:gd name="connsiteY13" fmla="*/ 1765417 h 3416119"/>
              <a:gd name="connsiteX14" fmla="*/ 20829 w 2220099"/>
              <a:gd name="connsiteY14" fmla="*/ 2288401 h 3416119"/>
              <a:gd name="connsiteX15" fmla="*/ 71044 w 2220099"/>
              <a:gd name="connsiteY15" fmla="*/ 2733373 h 3416119"/>
              <a:gd name="connsiteX0" fmla="*/ 2139975 w 2223230"/>
              <a:gd name="connsiteY0" fmla="*/ 3416119 h 3416119"/>
              <a:gd name="connsiteX1" fmla="*/ 2215024 w 2223230"/>
              <a:gd name="connsiteY1" fmla="*/ 3024593 h 3416119"/>
              <a:gd name="connsiteX2" fmla="*/ 1980575 w 2223230"/>
              <a:gd name="connsiteY2" fmla="*/ 2137763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03646 w 2223230"/>
              <a:gd name="connsiteY12" fmla="*/ 885546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38546 w 2223230"/>
              <a:gd name="connsiteY12" fmla="*/ 91201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290474 w 2373729"/>
              <a:gd name="connsiteY0" fmla="*/ 3416119 h 3416119"/>
              <a:gd name="connsiteX1" fmla="*/ 2365523 w 2373729"/>
              <a:gd name="connsiteY1" fmla="*/ 3024593 h 3416119"/>
              <a:gd name="connsiteX2" fmla="*/ 2113957 w 2373729"/>
              <a:gd name="connsiteY2" fmla="*/ 2206512 h 3416119"/>
              <a:gd name="connsiteX3" fmla="*/ 1999133 w 2373729"/>
              <a:gd name="connsiteY3" fmla="*/ 1887863 h 3416119"/>
              <a:gd name="connsiteX4" fmla="*/ 1963529 w 2373729"/>
              <a:gd name="connsiteY4" fmla="*/ 1618555 h 3416119"/>
              <a:gd name="connsiteX5" fmla="*/ 1908475 w 2373729"/>
              <a:gd name="connsiteY5" fmla="*/ 1324232 h 3416119"/>
              <a:gd name="connsiteX6" fmla="*/ 1922858 w 2373729"/>
              <a:gd name="connsiteY6" fmla="*/ 1075439 h 3416119"/>
              <a:gd name="connsiteX7" fmla="*/ 1946765 w 2373729"/>
              <a:gd name="connsiteY7" fmla="*/ 929516 h 3416119"/>
              <a:gd name="connsiteX8" fmla="*/ 2004201 w 2373729"/>
              <a:gd name="connsiteY8" fmla="*/ 637575 h 3416119"/>
              <a:gd name="connsiteX9" fmla="*/ 2030490 w 2373729"/>
              <a:gd name="connsiteY9" fmla="*/ 427073 h 3416119"/>
              <a:gd name="connsiteX10" fmla="*/ 1828814 w 2373729"/>
              <a:gd name="connsiteY10" fmla="*/ 3101 h 3416119"/>
              <a:gd name="connsiteX11" fmla="*/ 1480817 w 2373729"/>
              <a:gd name="connsiteY11" fmla="*/ 239418 h 3416119"/>
              <a:gd name="connsiteX12" fmla="*/ 1089045 w 2373729"/>
              <a:gd name="connsiteY12" fmla="*/ 912019 h 3416119"/>
              <a:gd name="connsiteX13" fmla="*/ 576009 w 2373729"/>
              <a:gd name="connsiteY13" fmla="*/ 1765417 h 3416119"/>
              <a:gd name="connsiteX14" fmla="*/ 171328 w 2373729"/>
              <a:gd name="connsiteY14" fmla="*/ 2288401 h 3416119"/>
              <a:gd name="connsiteX15" fmla="*/ 0 w 2373729"/>
              <a:gd name="connsiteY15" fmla="*/ 2954823 h 3416119"/>
              <a:gd name="connsiteX0" fmla="*/ 2299655 w 2382910"/>
              <a:gd name="connsiteY0" fmla="*/ 3416119 h 3416119"/>
              <a:gd name="connsiteX1" fmla="*/ 2374704 w 2382910"/>
              <a:gd name="connsiteY1" fmla="*/ 3024593 h 3416119"/>
              <a:gd name="connsiteX2" fmla="*/ 2123138 w 2382910"/>
              <a:gd name="connsiteY2" fmla="*/ 2206512 h 3416119"/>
              <a:gd name="connsiteX3" fmla="*/ 2008314 w 2382910"/>
              <a:gd name="connsiteY3" fmla="*/ 1887863 h 3416119"/>
              <a:gd name="connsiteX4" fmla="*/ 1972710 w 2382910"/>
              <a:gd name="connsiteY4" fmla="*/ 1618555 h 3416119"/>
              <a:gd name="connsiteX5" fmla="*/ 1917656 w 2382910"/>
              <a:gd name="connsiteY5" fmla="*/ 1324232 h 3416119"/>
              <a:gd name="connsiteX6" fmla="*/ 1932039 w 2382910"/>
              <a:gd name="connsiteY6" fmla="*/ 1075439 h 3416119"/>
              <a:gd name="connsiteX7" fmla="*/ 1955946 w 2382910"/>
              <a:gd name="connsiteY7" fmla="*/ 929516 h 3416119"/>
              <a:gd name="connsiteX8" fmla="*/ 2013382 w 2382910"/>
              <a:gd name="connsiteY8" fmla="*/ 637575 h 3416119"/>
              <a:gd name="connsiteX9" fmla="*/ 2039671 w 2382910"/>
              <a:gd name="connsiteY9" fmla="*/ 427073 h 3416119"/>
              <a:gd name="connsiteX10" fmla="*/ 1837995 w 2382910"/>
              <a:gd name="connsiteY10" fmla="*/ 3101 h 3416119"/>
              <a:gd name="connsiteX11" fmla="*/ 1489998 w 2382910"/>
              <a:gd name="connsiteY11" fmla="*/ 239418 h 3416119"/>
              <a:gd name="connsiteX12" fmla="*/ 1098226 w 2382910"/>
              <a:gd name="connsiteY12" fmla="*/ 912019 h 3416119"/>
              <a:gd name="connsiteX13" fmla="*/ 585190 w 2382910"/>
              <a:gd name="connsiteY13" fmla="*/ 1765417 h 3416119"/>
              <a:gd name="connsiteX14" fmla="*/ 180509 w 2382910"/>
              <a:gd name="connsiteY14" fmla="*/ 2288401 h 3416119"/>
              <a:gd name="connsiteX15" fmla="*/ 9181 w 2382910"/>
              <a:gd name="connsiteY15" fmla="*/ 2954823 h 3416119"/>
              <a:gd name="connsiteX0" fmla="*/ 2312883 w 2396138"/>
              <a:gd name="connsiteY0" fmla="*/ 3416119 h 3416119"/>
              <a:gd name="connsiteX1" fmla="*/ 2387932 w 2396138"/>
              <a:gd name="connsiteY1" fmla="*/ 3024593 h 3416119"/>
              <a:gd name="connsiteX2" fmla="*/ 2136366 w 2396138"/>
              <a:gd name="connsiteY2" fmla="*/ 2206512 h 3416119"/>
              <a:gd name="connsiteX3" fmla="*/ 2021542 w 2396138"/>
              <a:gd name="connsiteY3" fmla="*/ 1887863 h 3416119"/>
              <a:gd name="connsiteX4" fmla="*/ 1985938 w 2396138"/>
              <a:gd name="connsiteY4" fmla="*/ 1618555 h 3416119"/>
              <a:gd name="connsiteX5" fmla="*/ 1930884 w 2396138"/>
              <a:gd name="connsiteY5" fmla="*/ 1324232 h 3416119"/>
              <a:gd name="connsiteX6" fmla="*/ 1945267 w 2396138"/>
              <a:gd name="connsiteY6" fmla="*/ 1075439 h 3416119"/>
              <a:gd name="connsiteX7" fmla="*/ 1969174 w 2396138"/>
              <a:gd name="connsiteY7" fmla="*/ 929516 h 3416119"/>
              <a:gd name="connsiteX8" fmla="*/ 2026610 w 2396138"/>
              <a:gd name="connsiteY8" fmla="*/ 637575 h 3416119"/>
              <a:gd name="connsiteX9" fmla="*/ 2052899 w 2396138"/>
              <a:gd name="connsiteY9" fmla="*/ 427073 h 3416119"/>
              <a:gd name="connsiteX10" fmla="*/ 1851223 w 2396138"/>
              <a:gd name="connsiteY10" fmla="*/ 3101 h 3416119"/>
              <a:gd name="connsiteX11" fmla="*/ 1503226 w 2396138"/>
              <a:gd name="connsiteY11" fmla="*/ 239418 h 3416119"/>
              <a:gd name="connsiteX12" fmla="*/ 1111454 w 2396138"/>
              <a:gd name="connsiteY12" fmla="*/ 912019 h 3416119"/>
              <a:gd name="connsiteX13" fmla="*/ 598418 w 2396138"/>
              <a:gd name="connsiteY13" fmla="*/ 1765417 h 3416119"/>
              <a:gd name="connsiteX14" fmla="*/ 79123 w 2396138"/>
              <a:gd name="connsiteY14" fmla="*/ 2460110 h 3416119"/>
              <a:gd name="connsiteX15" fmla="*/ 22409 w 2396138"/>
              <a:gd name="connsiteY15" fmla="*/ 2954823 h 3416119"/>
              <a:gd name="connsiteX0" fmla="*/ 2273791 w 2357046"/>
              <a:gd name="connsiteY0" fmla="*/ 3416119 h 3416119"/>
              <a:gd name="connsiteX1" fmla="*/ 2348840 w 2357046"/>
              <a:gd name="connsiteY1" fmla="*/ 3024593 h 3416119"/>
              <a:gd name="connsiteX2" fmla="*/ 2097274 w 2357046"/>
              <a:gd name="connsiteY2" fmla="*/ 2206512 h 3416119"/>
              <a:gd name="connsiteX3" fmla="*/ 1982450 w 2357046"/>
              <a:gd name="connsiteY3" fmla="*/ 1887863 h 3416119"/>
              <a:gd name="connsiteX4" fmla="*/ 1946846 w 2357046"/>
              <a:gd name="connsiteY4" fmla="*/ 1618555 h 3416119"/>
              <a:gd name="connsiteX5" fmla="*/ 1891792 w 2357046"/>
              <a:gd name="connsiteY5" fmla="*/ 1324232 h 3416119"/>
              <a:gd name="connsiteX6" fmla="*/ 1906175 w 2357046"/>
              <a:gd name="connsiteY6" fmla="*/ 1075439 h 3416119"/>
              <a:gd name="connsiteX7" fmla="*/ 1930082 w 2357046"/>
              <a:gd name="connsiteY7" fmla="*/ 929516 h 3416119"/>
              <a:gd name="connsiteX8" fmla="*/ 1987518 w 2357046"/>
              <a:gd name="connsiteY8" fmla="*/ 637575 h 3416119"/>
              <a:gd name="connsiteX9" fmla="*/ 2013807 w 2357046"/>
              <a:gd name="connsiteY9" fmla="*/ 427073 h 3416119"/>
              <a:gd name="connsiteX10" fmla="*/ 1812131 w 2357046"/>
              <a:gd name="connsiteY10" fmla="*/ 3101 h 3416119"/>
              <a:gd name="connsiteX11" fmla="*/ 1464134 w 2357046"/>
              <a:gd name="connsiteY11" fmla="*/ 239418 h 3416119"/>
              <a:gd name="connsiteX12" fmla="*/ 1072362 w 2357046"/>
              <a:gd name="connsiteY12" fmla="*/ 912019 h 3416119"/>
              <a:gd name="connsiteX13" fmla="*/ 559326 w 2357046"/>
              <a:gd name="connsiteY13" fmla="*/ 1765417 h 3416119"/>
              <a:gd name="connsiteX14" fmla="*/ 40031 w 2357046"/>
              <a:gd name="connsiteY14" fmla="*/ 2460110 h 3416119"/>
              <a:gd name="connsiteX15" fmla="*/ 54220 w 235704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608945 w 2692200"/>
              <a:gd name="connsiteY0" fmla="*/ 3416119 h 3416119"/>
              <a:gd name="connsiteX1" fmla="*/ 2683994 w 2692200"/>
              <a:gd name="connsiteY1" fmla="*/ 3024593 h 3416119"/>
              <a:gd name="connsiteX2" fmla="*/ 2432428 w 2692200"/>
              <a:gd name="connsiteY2" fmla="*/ 2206512 h 3416119"/>
              <a:gd name="connsiteX3" fmla="*/ 2317604 w 2692200"/>
              <a:gd name="connsiteY3" fmla="*/ 1887863 h 3416119"/>
              <a:gd name="connsiteX4" fmla="*/ 2282000 w 2692200"/>
              <a:gd name="connsiteY4" fmla="*/ 1618555 h 3416119"/>
              <a:gd name="connsiteX5" fmla="*/ 2226946 w 2692200"/>
              <a:gd name="connsiteY5" fmla="*/ 1324232 h 3416119"/>
              <a:gd name="connsiteX6" fmla="*/ 2241329 w 2692200"/>
              <a:gd name="connsiteY6" fmla="*/ 1075439 h 3416119"/>
              <a:gd name="connsiteX7" fmla="*/ 2265236 w 2692200"/>
              <a:gd name="connsiteY7" fmla="*/ 929516 h 3416119"/>
              <a:gd name="connsiteX8" fmla="*/ 2322672 w 2692200"/>
              <a:gd name="connsiteY8" fmla="*/ 637575 h 3416119"/>
              <a:gd name="connsiteX9" fmla="*/ 2348961 w 2692200"/>
              <a:gd name="connsiteY9" fmla="*/ 427073 h 3416119"/>
              <a:gd name="connsiteX10" fmla="*/ 2147285 w 2692200"/>
              <a:gd name="connsiteY10" fmla="*/ 3101 h 3416119"/>
              <a:gd name="connsiteX11" fmla="*/ 1799288 w 2692200"/>
              <a:gd name="connsiteY11" fmla="*/ 239418 h 3416119"/>
              <a:gd name="connsiteX12" fmla="*/ 1407516 w 2692200"/>
              <a:gd name="connsiteY12" fmla="*/ 912019 h 3416119"/>
              <a:gd name="connsiteX13" fmla="*/ 894480 w 2692200"/>
              <a:gd name="connsiteY13" fmla="*/ 1765417 h 3416119"/>
              <a:gd name="connsiteX14" fmla="*/ 375185 w 2692200"/>
              <a:gd name="connsiteY14" fmla="*/ 2460110 h 3416119"/>
              <a:gd name="connsiteX15" fmla="*/ 9885 w 2692200"/>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32920 w 2716175"/>
              <a:gd name="connsiteY0" fmla="*/ 3416119 h 3416119"/>
              <a:gd name="connsiteX1" fmla="*/ 2707969 w 2716175"/>
              <a:gd name="connsiteY1" fmla="*/ 3024593 h 3416119"/>
              <a:gd name="connsiteX2" fmla="*/ 2456403 w 2716175"/>
              <a:gd name="connsiteY2" fmla="*/ 2206512 h 3416119"/>
              <a:gd name="connsiteX3" fmla="*/ 2341579 w 2716175"/>
              <a:gd name="connsiteY3" fmla="*/ 1887863 h 3416119"/>
              <a:gd name="connsiteX4" fmla="*/ 2305975 w 2716175"/>
              <a:gd name="connsiteY4" fmla="*/ 1618555 h 3416119"/>
              <a:gd name="connsiteX5" fmla="*/ 2250921 w 2716175"/>
              <a:gd name="connsiteY5" fmla="*/ 1324232 h 3416119"/>
              <a:gd name="connsiteX6" fmla="*/ 2265304 w 2716175"/>
              <a:gd name="connsiteY6" fmla="*/ 1075439 h 3416119"/>
              <a:gd name="connsiteX7" fmla="*/ 2289211 w 2716175"/>
              <a:gd name="connsiteY7" fmla="*/ 929516 h 3416119"/>
              <a:gd name="connsiteX8" fmla="*/ 2346647 w 2716175"/>
              <a:gd name="connsiteY8" fmla="*/ 637575 h 3416119"/>
              <a:gd name="connsiteX9" fmla="*/ 2372936 w 2716175"/>
              <a:gd name="connsiteY9" fmla="*/ 427073 h 3416119"/>
              <a:gd name="connsiteX10" fmla="*/ 2171260 w 2716175"/>
              <a:gd name="connsiteY10" fmla="*/ 3101 h 3416119"/>
              <a:gd name="connsiteX11" fmla="*/ 1823263 w 2716175"/>
              <a:gd name="connsiteY11" fmla="*/ 239418 h 3416119"/>
              <a:gd name="connsiteX12" fmla="*/ 1431491 w 2716175"/>
              <a:gd name="connsiteY12" fmla="*/ 912019 h 3416119"/>
              <a:gd name="connsiteX13" fmla="*/ 918455 w 2716175"/>
              <a:gd name="connsiteY13" fmla="*/ 1765417 h 3416119"/>
              <a:gd name="connsiteX14" fmla="*/ 137196 w 2716175"/>
              <a:gd name="connsiteY14" fmla="*/ 2587957 h 3416119"/>
              <a:gd name="connsiteX15" fmla="*/ 33860 w 2716175"/>
              <a:gd name="connsiteY15" fmla="*/ 2917802 h 3416119"/>
              <a:gd name="connsiteX0" fmla="*/ 2632920 w 2641131"/>
              <a:gd name="connsiteY0" fmla="*/ 3416119 h 3416119"/>
              <a:gd name="connsiteX1" fmla="*/ 2448936 w 2641131"/>
              <a:gd name="connsiteY1" fmla="*/ 2676179 h 3416119"/>
              <a:gd name="connsiteX2" fmla="*/ 2456403 w 2641131"/>
              <a:gd name="connsiteY2" fmla="*/ 2206512 h 3416119"/>
              <a:gd name="connsiteX3" fmla="*/ 2341579 w 2641131"/>
              <a:gd name="connsiteY3" fmla="*/ 1887863 h 3416119"/>
              <a:gd name="connsiteX4" fmla="*/ 2305975 w 2641131"/>
              <a:gd name="connsiteY4" fmla="*/ 1618555 h 3416119"/>
              <a:gd name="connsiteX5" fmla="*/ 2250921 w 2641131"/>
              <a:gd name="connsiteY5" fmla="*/ 1324232 h 3416119"/>
              <a:gd name="connsiteX6" fmla="*/ 2265304 w 2641131"/>
              <a:gd name="connsiteY6" fmla="*/ 1075439 h 3416119"/>
              <a:gd name="connsiteX7" fmla="*/ 2289211 w 2641131"/>
              <a:gd name="connsiteY7" fmla="*/ 929516 h 3416119"/>
              <a:gd name="connsiteX8" fmla="*/ 2346647 w 2641131"/>
              <a:gd name="connsiteY8" fmla="*/ 637575 h 3416119"/>
              <a:gd name="connsiteX9" fmla="*/ 2372936 w 2641131"/>
              <a:gd name="connsiteY9" fmla="*/ 427073 h 3416119"/>
              <a:gd name="connsiteX10" fmla="*/ 2171260 w 2641131"/>
              <a:gd name="connsiteY10" fmla="*/ 3101 h 3416119"/>
              <a:gd name="connsiteX11" fmla="*/ 1823263 w 2641131"/>
              <a:gd name="connsiteY11" fmla="*/ 239418 h 3416119"/>
              <a:gd name="connsiteX12" fmla="*/ 1431491 w 2641131"/>
              <a:gd name="connsiteY12" fmla="*/ 912019 h 3416119"/>
              <a:gd name="connsiteX13" fmla="*/ 918455 w 2641131"/>
              <a:gd name="connsiteY13" fmla="*/ 1765417 h 3416119"/>
              <a:gd name="connsiteX14" fmla="*/ 137196 w 2641131"/>
              <a:gd name="connsiteY14" fmla="*/ 2587957 h 3416119"/>
              <a:gd name="connsiteX15" fmla="*/ 33860 w 2641131"/>
              <a:gd name="connsiteY15" fmla="*/ 2917802 h 3416119"/>
              <a:gd name="connsiteX0" fmla="*/ 2674295 w 2681498"/>
              <a:gd name="connsiteY0" fmla="*/ 2996108 h 2996108"/>
              <a:gd name="connsiteX1" fmla="*/ 2448936 w 2681498"/>
              <a:gd name="connsiteY1" fmla="*/ 2676179 h 2996108"/>
              <a:gd name="connsiteX2" fmla="*/ 2456403 w 2681498"/>
              <a:gd name="connsiteY2" fmla="*/ 2206512 h 2996108"/>
              <a:gd name="connsiteX3" fmla="*/ 2341579 w 2681498"/>
              <a:gd name="connsiteY3" fmla="*/ 1887863 h 2996108"/>
              <a:gd name="connsiteX4" fmla="*/ 2305975 w 2681498"/>
              <a:gd name="connsiteY4" fmla="*/ 1618555 h 2996108"/>
              <a:gd name="connsiteX5" fmla="*/ 2250921 w 2681498"/>
              <a:gd name="connsiteY5" fmla="*/ 1324232 h 2996108"/>
              <a:gd name="connsiteX6" fmla="*/ 2265304 w 2681498"/>
              <a:gd name="connsiteY6" fmla="*/ 1075439 h 2996108"/>
              <a:gd name="connsiteX7" fmla="*/ 2289211 w 2681498"/>
              <a:gd name="connsiteY7" fmla="*/ 929516 h 2996108"/>
              <a:gd name="connsiteX8" fmla="*/ 2346647 w 2681498"/>
              <a:gd name="connsiteY8" fmla="*/ 637575 h 2996108"/>
              <a:gd name="connsiteX9" fmla="*/ 2372936 w 2681498"/>
              <a:gd name="connsiteY9" fmla="*/ 427073 h 2996108"/>
              <a:gd name="connsiteX10" fmla="*/ 2171260 w 2681498"/>
              <a:gd name="connsiteY10" fmla="*/ 3101 h 2996108"/>
              <a:gd name="connsiteX11" fmla="*/ 1823263 w 2681498"/>
              <a:gd name="connsiteY11" fmla="*/ 239418 h 2996108"/>
              <a:gd name="connsiteX12" fmla="*/ 1431491 w 2681498"/>
              <a:gd name="connsiteY12" fmla="*/ 912019 h 2996108"/>
              <a:gd name="connsiteX13" fmla="*/ 918455 w 2681498"/>
              <a:gd name="connsiteY13" fmla="*/ 1765417 h 2996108"/>
              <a:gd name="connsiteX14" fmla="*/ 137196 w 2681498"/>
              <a:gd name="connsiteY14" fmla="*/ 2587957 h 2996108"/>
              <a:gd name="connsiteX15" fmla="*/ 33860 w 2681498"/>
              <a:gd name="connsiteY15" fmla="*/ 2917802 h 2996108"/>
              <a:gd name="connsiteX0" fmla="*/ 2674295 w 2674295"/>
              <a:gd name="connsiteY0" fmla="*/ 2996108 h 2996108"/>
              <a:gd name="connsiteX1" fmla="*/ 2448936 w 2674295"/>
              <a:gd name="connsiteY1" fmla="*/ 2676179 h 2996108"/>
              <a:gd name="connsiteX2" fmla="*/ 2456403 w 2674295"/>
              <a:gd name="connsiteY2" fmla="*/ 2206512 h 2996108"/>
              <a:gd name="connsiteX3" fmla="*/ 2341579 w 2674295"/>
              <a:gd name="connsiteY3" fmla="*/ 1887863 h 2996108"/>
              <a:gd name="connsiteX4" fmla="*/ 2305975 w 2674295"/>
              <a:gd name="connsiteY4" fmla="*/ 1618555 h 2996108"/>
              <a:gd name="connsiteX5" fmla="*/ 2250921 w 2674295"/>
              <a:gd name="connsiteY5" fmla="*/ 1324232 h 2996108"/>
              <a:gd name="connsiteX6" fmla="*/ 2265304 w 2674295"/>
              <a:gd name="connsiteY6" fmla="*/ 1075439 h 2996108"/>
              <a:gd name="connsiteX7" fmla="*/ 2289211 w 2674295"/>
              <a:gd name="connsiteY7" fmla="*/ 929516 h 2996108"/>
              <a:gd name="connsiteX8" fmla="*/ 2346647 w 2674295"/>
              <a:gd name="connsiteY8" fmla="*/ 637575 h 2996108"/>
              <a:gd name="connsiteX9" fmla="*/ 2372936 w 2674295"/>
              <a:gd name="connsiteY9" fmla="*/ 427073 h 2996108"/>
              <a:gd name="connsiteX10" fmla="*/ 2171260 w 2674295"/>
              <a:gd name="connsiteY10" fmla="*/ 3101 h 2996108"/>
              <a:gd name="connsiteX11" fmla="*/ 1823263 w 2674295"/>
              <a:gd name="connsiteY11" fmla="*/ 239418 h 2996108"/>
              <a:gd name="connsiteX12" fmla="*/ 1431491 w 2674295"/>
              <a:gd name="connsiteY12" fmla="*/ 912019 h 2996108"/>
              <a:gd name="connsiteX13" fmla="*/ 918455 w 2674295"/>
              <a:gd name="connsiteY13" fmla="*/ 1765417 h 2996108"/>
              <a:gd name="connsiteX14" fmla="*/ 137196 w 2674295"/>
              <a:gd name="connsiteY14" fmla="*/ 2587957 h 2996108"/>
              <a:gd name="connsiteX15" fmla="*/ 33860 w 2674295"/>
              <a:gd name="connsiteY15" fmla="*/ 2917802 h 2996108"/>
              <a:gd name="connsiteX0" fmla="*/ 2650685 w 2650685"/>
              <a:gd name="connsiteY0" fmla="*/ 2996108 h 2996108"/>
              <a:gd name="connsiteX1" fmla="*/ 2425326 w 2650685"/>
              <a:gd name="connsiteY1" fmla="*/ 2676179 h 2996108"/>
              <a:gd name="connsiteX2" fmla="*/ 2432793 w 2650685"/>
              <a:gd name="connsiteY2" fmla="*/ 2206512 h 2996108"/>
              <a:gd name="connsiteX3" fmla="*/ 2317969 w 2650685"/>
              <a:gd name="connsiteY3" fmla="*/ 1887863 h 2996108"/>
              <a:gd name="connsiteX4" fmla="*/ 2282365 w 2650685"/>
              <a:gd name="connsiteY4" fmla="*/ 1618555 h 2996108"/>
              <a:gd name="connsiteX5" fmla="*/ 2227311 w 2650685"/>
              <a:gd name="connsiteY5" fmla="*/ 1324232 h 2996108"/>
              <a:gd name="connsiteX6" fmla="*/ 2241694 w 2650685"/>
              <a:gd name="connsiteY6" fmla="*/ 1075439 h 2996108"/>
              <a:gd name="connsiteX7" fmla="*/ 2265601 w 2650685"/>
              <a:gd name="connsiteY7" fmla="*/ 929516 h 2996108"/>
              <a:gd name="connsiteX8" fmla="*/ 2323037 w 2650685"/>
              <a:gd name="connsiteY8" fmla="*/ 637575 h 2996108"/>
              <a:gd name="connsiteX9" fmla="*/ 2349326 w 2650685"/>
              <a:gd name="connsiteY9" fmla="*/ 427073 h 2996108"/>
              <a:gd name="connsiteX10" fmla="*/ 2147650 w 2650685"/>
              <a:gd name="connsiteY10" fmla="*/ 3101 h 2996108"/>
              <a:gd name="connsiteX11" fmla="*/ 1799653 w 2650685"/>
              <a:gd name="connsiteY11" fmla="*/ 239418 h 2996108"/>
              <a:gd name="connsiteX12" fmla="*/ 1407881 w 2650685"/>
              <a:gd name="connsiteY12" fmla="*/ 912019 h 2996108"/>
              <a:gd name="connsiteX13" fmla="*/ 894845 w 2650685"/>
              <a:gd name="connsiteY13" fmla="*/ 1765417 h 2996108"/>
              <a:gd name="connsiteX14" fmla="*/ 409608 w 2650685"/>
              <a:gd name="connsiteY14" fmla="*/ 2335721 h 2996108"/>
              <a:gd name="connsiteX15" fmla="*/ 10250 w 2650685"/>
              <a:gd name="connsiteY15" fmla="*/ 2917802 h 2996108"/>
              <a:gd name="connsiteX0" fmla="*/ 2411114 w 2411114"/>
              <a:gd name="connsiteY0" fmla="*/ 2996108 h 2996108"/>
              <a:gd name="connsiteX1" fmla="*/ 2185755 w 2411114"/>
              <a:gd name="connsiteY1" fmla="*/ 2676179 h 2996108"/>
              <a:gd name="connsiteX2" fmla="*/ 2193222 w 2411114"/>
              <a:gd name="connsiteY2" fmla="*/ 2206512 h 2996108"/>
              <a:gd name="connsiteX3" fmla="*/ 2078398 w 2411114"/>
              <a:gd name="connsiteY3" fmla="*/ 1887863 h 2996108"/>
              <a:gd name="connsiteX4" fmla="*/ 2042794 w 2411114"/>
              <a:gd name="connsiteY4" fmla="*/ 1618555 h 2996108"/>
              <a:gd name="connsiteX5" fmla="*/ 1987740 w 2411114"/>
              <a:gd name="connsiteY5" fmla="*/ 1324232 h 2996108"/>
              <a:gd name="connsiteX6" fmla="*/ 2002123 w 2411114"/>
              <a:gd name="connsiteY6" fmla="*/ 1075439 h 2996108"/>
              <a:gd name="connsiteX7" fmla="*/ 2026030 w 2411114"/>
              <a:gd name="connsiteY7" fmla="*/ 929516 h 2996108"/>
              <a:gd name="connsiteX8" fmla="*/ 2083466 w 2411114"/>
              <a:gd name="connsiteY8" fmla="*/ 637575 h 2996108"/>
              <a:gd name="connsiteX9" fmla="*/ 2109755 w 2411114"/>
              <a:gd name="connsiteY9" fmla="*/ 427073 h 2996108"/>
              <a:gd name="connsiteX10" fmla="*/ 1908079 w 2411114"/>
              <a:gd name="connsiteY10" fmla="*/ 3101 h 2996108"/>
              <a:gd name="connsiteX11" fmla="*/ 1560082 w 2411114"/>
              <a:gd name="connsiteY11" fmla="*/ 239418 h 2996108"/>
              <a:gd name="connsiteX12" fmla="*/ 1168310 w 2411114"/>
              <a:gd name="connsiteY12" fmla="*/ 912019 h 2996108"/>
              <a:gd name="connsiteX13" fmla="*/ 655274 w 2411114"/>
              <a:gd name="connsiteY13" fmla="*/ 1765417 h 2996108"/>
              <a:gd name="connsiteX14" fmla="*/ 170037 w 2411114"/>
              <a:gd name="connsiteY14" fmla="*/ 2335721 h 2996108"/>
              <a:gd name="connsiteX15" fmla="*/ 26284 w 2411114"/>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43753 w 2384830"/>
              <a:gd name="connsiteY14" fmla="*/ 2335721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563284 w 2384830"/>
              <a:gd name="connsiteY13" fmla="*/ 172868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849165 w 2588655"/>
              <a:gd name="connsiteY15" fmla="*/ 1733344 h 2995752"/>
              <a:gd name="connsiteX16" fmla="*/ 376203 w 2588655"/>
              <a:gd name="connsiteY16" fmla="*/ 2239913 h 2995752"/>
              <a:gd name="connsiteX17" fmla="*/ 0 w 2588655"/>
              <a:gd name="connsiteY17" fmla="*/ 2474528 h 2995752"/>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1027530 w 2588655"/>
              <a:gd name="connsiteY15" fmla="*/ 1290733 h 2995752"/>
              <a:gd name="connsiteX16" fmla="*/ 849165 w 2588655"/>
              <a:gd name="connsiteY16" fmla="*/ 1733344 h 2995752"/>
              <a:gd name="connsiteX17" fmla="*/ 376203 w 2588655"/>
              <a:gd name="connsiteY17" fmla="*/ 2239913 h 2995752"/>
              <a:gd name="connsiteX18" fmla="*/ 0 w 2588655"/>
              <a:gd name="connsiteY18" fmla="*/ 2474528 h 2995752"/>
              <a:gd name="connsiteX0" fmla="*/ 2588655 w 2588655"/>
              <a:gd name="connsiteY0" fmla="*/ 2995752 h 2995752"/>
              <a:gd name="connsiteX1" fmla="*/ 2363296 w 2588655"/>
              <a:gd name="connsiteY1" fmla="*/ 2675823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 name="connsiteX0" fmla="*/ 2588655 w 2588655"/>
              <a:gd name="connsiteY0" fmla="*/ 2995752 h 2995752"/>
              <a:gd name="connsiteX1" fmla="*/ 2436032 w 2588655"/>
              <a:gd name="connsiteY1" fmla="*/ 2676141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88655" h="2995752">
                <a:moveTo>
                  <a:pt x="2588655" y="2995752"/>
                </a:moveTo>
                <a:cubicBezTo>
                  <a:pt x="2520643" y="2910117"/>
                  <a:pt x="2478465" y="2764394"/>
                  <a:pt x="2436032" y="2676141"/>
                </a:cubicBezTo>
                <a:cubicBezTo>
                  <a:pt x="2393599" y="2587888"/>
                  <a:pt x="2332811" y="2544508"/>
                  <a:pt x="2334055" y="2466230"/>
                </a:cubicBezTo>
                <a:cubicBezTo>
                  <a:pt x="2335299" y="2387952"/>
                  <a:pt x="2383782" y="2302610"/>
                  <a:pt x="2370763" y="2206156"/>
                </a:cubicBezTo>
                <a:cubicBezTo>
                  <a:pt x="2357744" y="2109702"/>
                  <a:pt x="2281010" y="1985500"/>
                  <a:pt x="2255939" y="1887507"/>
                </a:cubicBezTo>
                <a:cubicBezTo>
                  <a:pt x="2230868" y="1789514"/>
                  <a:pt x="2238719" y="1696590"/>
                  <a:pt x="2220335" y="1618199"/>
                </a:cubicBezTo>
                <a:cubicBezTo>
                  <a:pt x="2197380" y="1520853"/>
                  <a:pt x="2171472" y="1423699"/>
                  <a:pt x="2165281" y="1323876"/>
                </a:cubicBezTo>
                <a:cubicBezTo>
                  <a:pt x="2160042" y="1240723"/>
                  <a:pt x="2146883" y="1223841"/>
                  <a:pt x="2158694" y="1141354"/>
                </a:cubicBezTo>
                <a:cubicBezTo>
                  <a:pt x="2165647" y="1092587"/>
                  <a:pt x="2275242" y="1034592"/>
                  <a:pt x="2292294" y="950570"/>
                </a:cubicBezTo>
                <a:cubicBezTo>
                  <a:pt x="2309346" y="866548"/>
                  <a:pt x="2261840" y="724528"/>
                  <a:pt x="2261007" y="637219"/>
                </a:cubicBezTo>
                <a:cubicBezTo>
                  <a:pt x="2260174" y="549910"/>
                  <a:pt x="2294018" y="500360"/>
                  <a:pt x="2287296" y="426717"/>
                </a:cubicBezTo>
                <a:cubicBezTo>
                  <a:pt x="2280574" y="353074"/>
                  <a:pt x="2339591" y="272674"/>
                  <a:pt x="2305978" y="202012"/>
                </a:cubicBezTo>
                <a:cubicBezTo>
                  <a:pt x="2272365" y="131350"/>
                  <a:pt x="2166129" y="-4538"/>
                  <a:pt x="2085620" y="2745"/>
                </a:cubicBezTo>
                <a:cubicBezTo>
                  <a:pt x="2012773" y="-21878"/>
                  <a:pt x="1824351" y="124208"/>
                  <a:pt x="1737623" y="239062"/>
                </a:cubicBezTo>
                <a:cubicBezTo>
                  <a:pt x="1645495" y="334522"/>
                  <a:pt x="1624417" y="477574"/>
                  <a:pt x="1559122" y="589674"/>
                </a:cubicBezTo>
                <a:cubicBezTo>
                  <a:pt x="1378829" y="676441"/>
                  <a:pt x="1459798" y="718690"/>
                  <a:pt x="1345851" y="911663"/>
                </a:cubicBezTo>
                <a:cubicBezTo>
                  <a:pt x="1268104" y="1034283"/>
                  <a:pt x="1110311" y="1153786"/>
                  <a:pt x="1027530" y="1290733"/>
                </a:cubicBezTo>
                <a:cubicBezTo>
                  <a:pt x="944749" y="1427680"/>
                  <a:pt x="968571" y="1580924"/>
                  <a:pt x="849165" y="1733344"/>
                </a:cubicBezTo>
                <a:cubicBezTo>
                  <a:pt x="679020" y="1961595"/>
                  <a:pt x="677247" y="1845025"/>
                  <a:pt x="376203" y="2239913"/>
                </a:cubicBezTo>
                <a:cubicBezTo>
                  <a:pt x="283780" y="2346519"/>
                  <a:pt x="62277" y="2382739"/>
                  <a:pt x="0" y="247452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1" name="Freeform: Shape 60">
            <a:extLst>
              <a:ext uri="{FF2B5EF4-FFF2-40B4-BE49-F238E27FC236}">
                <a16:creationId xmlns:a16="http://schemas.microsoft.com/office/drawing/2014/main" id="{9A963A4B-61EC-B044-D2F9-0746B3EE9F7C}"/>
              </a:ext>
            </a:extLst>
          </p:cNvPr>
          <p:cNvSpPr/>
          <p:nvPr userDrawn="1"/>
        </p:nvSpPr>
        <p:spPr>
          <a:xfrm rot="529037" flipH="1">
            <a:off x="8056244" y="-211850"/>
            <a:ext cx="2759405" cy="164511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02437" h="1697912">
                <a:moveTo>
                  <a:pt x="2013656" y="310678"/>
                </a:moveTo>
                <a:cubicBezTo>
                  <a:pt x="2112601" y="527644"/>
                  <a:pt x="2435737" y="832008"/>
                  <a:pt x="2549862" y="1008560"/>
                </a:cubicBezTo>
                <a:cubicBezTo>
                  <a:pt x="2663987" y="1185112"/>
                  <a:pt x="2683194" y="1263975"/>
                  <a:pt x="2698406" y="1369988"/>
                </a:cubicBezTo>
                <a:cubicBezTo>
                  <a:pt x="2713618" y="1476001"/>
                  <a:pt x="2683882" y="1595171"/>
                  <a:pt x="2641134" y="1644638"/>
                </a:cubicBezTo>
                <a:cubicBezTo>
                  <a:pt x="2598386" y="1694105"/>
                  <a:pt x="2485238" y="1723828"/>
                  <a:pt x="2441918" y="1666788"/>
                </a:cubicBezTo>
                <a:cubicBezTo>
                  <a:pt x="2398598" y="1609748"/>
                  <a:pt x="2433120" y="1414744"/>
                  <a:pt x="2381213" y="1302400"/>
                </a:cubicBezTo>
                <a:cubicBezTo>
                  <a:pt x="2329306" y="1190056"/>
                  <a:pt x="2230944" y="1067678"/>
                  <a:pt x="2130473" y="992721"/>
                </a:cubicBezTo>
                <a:cubicBezTo>
                  <a:pt x="2030002" y="917764"/>
                  <a:pt x="1953912" y="874386"/>
                  <a:pt x="1778390" y="852659"/>
                </a:cubicBezTo>
                <a:cubicBezTo>
                  <a:pt x="1602869" y="830933"/>
                  <a:pt x="1172308" y="869886"/>
                  <a:pt x="1077344" y="862362"/>
                </a:cubicBezTo>
                <a:cubicBezTo>
                  <a:pt x="818718" y="845997"/>
                  <a:pt x="7712" y="424529"/>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2" name="Freeform: Shape 61">
            <a:extLst>
              <a:ext uri="{FF2B5EF4-FFF2-40B4-BE49-F238E27FC236}">
                <a16:creationId xmlns:a16="http://schemas.microsoft.com/office/drawing/2014/main" id="{D09B2BA9-B31C-20E5-91D2-D35F1E201880}"/>
              </a:ext>
            </a:extLst>
          </p:cNvPr>
          <p:cNvSpPr/>
          <p:nvPr userDrawn="1"/>
        </p:nvSpPr>
        <p:spPr>
          <a:xfrm flipH="1">
            <a:off x="7473178" y="-18991"/>
            <a:ext cx="4541386" cy="254298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1101132 w 1609683"/>
              <a:gd name="connsiteY8" fmla="*/ 897523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980106 w 1609683"/>
              <a:gd name="connsiteY7" fmla="*/ 1238739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7833"/>
              <a:gd name="connsiteX1" fmla="*/ 1588442 w 1609683"/>
              <a:gd name="connsiteY1" fmla="*/ 822552 h 1517833"/>
              <a:gd name="connsiteX2" fmla="*/ 1600444 w 1609683"/>
              <a:gd name="connsiteY2" fmla="*/ 1169452 h 1517833"/>
              <a:gd name="connsiteX3" fmla="*/ 1498717 w 1609683"/>
              <a:gd name="connsiteY3" fmla="*/ 1444629 h 1517833"/>
              <a:gd name="connsiteX4" fmla="*/ 1329172 w 1609683"/>
              <a:gd name="connsiteY4" fmla="*/ 1516448 h 1517833"/>
              <a:gd name="connsiteX5" fmla="*/ 1205537 w 1609683"/>
              <a:gd name="connsiteY5" fmla="*/ 1500541 h 1517833"/>
              <a:gd name="connsiteX6" fmla="*/ 1023734 w 1609683"/>
              <a:gd name="connsiteY6" fmla="*/ 1445461 h 1517833"/>
              <a:gd name="connsiteX7" fmla="*/ 980106 w 1609683"/>
              <a:gd name="connsiteY7" fmla="*/ 1238739 h 1517833"/>
              <a:gd name="connsiteX8" fmla="*/ 941413 w 1609683"/>
              <a:gd name="connsiteY8" fmla="*/ 952812 h 1517833"/>
              <a:gd name="connsiteX9" fmla="*/ 1044991 w 1609683"/>
              <a:gd name="connsiteY9" fmla="*/ 731644 h 1517833"/>
              <a:gd name="connsiteX10" fmla="*/ 888801 w 1609683"/>
              <a:gd name="connsiteY10" fmla="*/ 612802 h 1517833"/>
              <a:gd name="connsiteX11" fmla="*/ 573860 w 1609683"/>
              <a:gd name="connsiteY11" fmla="*/ 547014 h 1517833"/>
              <a:gd name="connsiteX12" fmla="*/ 247825 w 1609683"/>
              <a:gd name="connsiteY12" fmla="*/ 590646 h 1517833"/>
              <a:gd name="connsiteX13" fmla="*/ 127655 w 1609683"/>
              <a:gd name="connsiteY13" fmla="*/ 0 h 1517833"/>
              <a:gd name="connsiteX0" fmla="*/ 1844897 w 2031797"/>
              <a:gd name="connsiteY0" fmla="*/ 70170 h 1447064"/>
              <a:gd name="connsiteX1" fmla="*/ 2010556 w 2031797"/>
              <a:gd name="connsiteY1" fmla="*/ 751783 h 1447064"/>
              <a:gd name="connsiteX2" fmla="*/ 2022558 w 2031797"/>
              <a:gd name="connsiteY2" fmla="*/ 1098683 h 1447064"/>
              <a:gd name="connsiteX3" fmla="*/ 1920831 w 2031797"/>
              <a:gd name="connsiteY3" fmla="*/ 1373860 h 1447064"/>
              <a:gd name="connsiteX4" fmla="*/ 1751286 w 2031797"/>
              <a:gd name="connsiteY4" fmla="*/ 1445679 h 1447064"/>
              <a:gd name="connsiteX5" fmla="*/ 1627651 w 2031797"/>
              <a:gd name="connsiteY5" fmla="*/ 1429772 h 1447064"/>
              <a:gd name="connsiteX6" fmla="*/ 1445848 w 2031797"/>
              <a:gd name="connsiteY6" fmla="*/ 1374692 h 1447064"/>
              <a:gd name="connsiteX7" fmla="*/ 1402220 w 2031797"/>
              <a:gd name="connsiteY7" fmla="*/ 1167970 h 1447064"/>
              <a:gd name="connsiteX8" fmla="*/ 1363527 w 2031797"/>
              <a:gd name="connsiteY8" fmla="*/ 882043 h 1447064"/>
              <a:gd name="connsiteX9" fmla="*/ 1467105 w 2031797"/>
              <a:gd name="connsiteY9" fmla="*/ 660875 h 1447064"/>
              <a:gd name="connsiteX10" fmla="*/ 1310915 w 2031797"/>
              <a:gd name="connsiteY10" fmla="*/ 542033 h 1447064"/>
              <a:gd name="connsiteX11" fmla="*/ 995974 w 2031797"/>
              <a:gd name="connsiteY11" fmla="*/ 476245 h 1447064"/>
              <a:gd name="connsiteX12" fmla="*/ 669939 w 2031797"/>
              <a:gd name="connsiteY12" fmla="*/ 519877 h 1447064"/>
              <a:gd name="connsiteX13" fmla="*/ 66178 w 2031797"/>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4808 w 2030631"/>
              <a:gd name="connsiteY11" fmla="*/ 476245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304003 w 2030631"/>
              <a:gd name="connsiteY9" fmla="*/ 705106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93923"/>
              <a:gd name="connsiteX1" fmla="*/ 2009390 w 2030631"/>
              <a:gd name="connsiteY1" fmla="*/ 751783 h 1493923"/>
              <a:gd name="connsiteX2" fmla="*/ 2021392 w 2030631"/>
              <a:gd name="connsiteY2" fmla="*/ 1098683 h 1493923"/>
              <a:gd name="connsiteX3" fmla="*/ 1919665 w 2030631"/>
              <a:gd name="connsiteY3" fmla="*/ 1373860 h 1493923"/>
              <a:gd name="connsiteX4" fmla="*/ 1750120 w 2030631"/>
              <a:gd name="connsiteY4" fmla="*/ 1445679 h 1493923"/>
              <a:gd name="connsiteX5" fmla="*/ 1566590 w 2030631"/>
              <a:gd name="connsiteY5" fmla="*/ 1491696 h 1493923"/>
              <a:gd name="connsiteX6" fmla="*/ 1444682 w 2030631"/>
              <a:gd name="connsiteY6" fmla="*/ 1374692 h 1493923"/>
              <a:gd name="connsiteX7" fmla="*/ 1401054 w 2030631"/>
              <a:gd name="connsiteY7" fmla="*/ 1167970 h 1493923"/>
              <a:gd name="connsiteX8" fmla="*/ 1362361 w 2030631"/>
              <a:gd name="connsiteY8" fmla="*/ 882043 h 1493923"/>
              <a:gd name="connsiteX9" fmla="*/ 1304003 w 2030631"/>
              <a:gd name="connsiteY9" fmla="*/ 705106 h 1493923"/>
              <a:gd name="connsiteX10" fmla="*/ 1203270 w 2030631"/>
              <a:gd name="connsiteY10" fmla="*/ 619437 h 1493923"/>
              <a:gd name="connsiteX11" fmla="*/ 997027 w 2030631"/>
              <a:gd name="connsiteY11" fmla="*/ 577977 h 1493923"/>
              <a:gd name="connsiteX12" fmla="*/ 686519 w 2030631"/>
              <a:gd name="connsiteY12" fmla="*/ 676898 h 1493923"/>
              <a:gd name="connsiteX13" fmla="*/ 65012 w 2030631"/>
              <a:gd name="connsiteY13" fmla="*/ 0 h 1493923"/>
              <a:gd name="connsiteX0" fmla="*/ 1843731 w 2030631"/>
              <a:gd name="connsiteY0" fmla="*/ 70170 h 1491716"/>
              <a:gd name="connsiteX1" fmla="*/ 2009390 w 2030631"/>
              <a:gd name="connsiteY1" fmla="*/ 751783 h 1491716"/>
              <a:gd name="connsiteX2" fmla="*/ 2021392 w 2030631"/>
              <a:gd name="connsiteY2" fmla="*/ 1098683 h 1491716"/>
              <a:gd name="connsiteX3" fmla="*/ 1919665 w 2030631"/>
              <a:gd name="connsiteY3" fmla="*/ 1373860 h 1491716"/>
              <a:gd name="connsiteX4" fmla="*/ 1750120 w 2030631"/>
              <a:gd name="connsiteY4" fmla="*/ 1445679 h 1491716"/>
              <a:gd name="connsiteX5" fmla="*/ 1566590 w 2030631"/>
              <a:gd name="connsiteY5" fmla="*/ 1491696 h 1491716"/>
              <a:gd name="connsiteX6" fmla="*/ 1406971 w 2030631"/>
              <a:gd name="connsiteY6" fmla="*/ 1443250 h 1491716"/>
              <a:gd name="connsiteX7" fmla="*/ 1401054 w 2030631"/>
              <a:gd name="connsiteY7" fmla="*/ 1167970 h 1491716"/>
              <a:gd name="connsiteX8" fmla="*/ 1362361 w 2030631"/>
              <a:gd name="connsiteY8" fmla="*/ 882043 h 1491716"/>
              <a:gd name="connsiteX9" fmla="*/ 1304003 w 2030631"/>
              <a:gd name="connsiteY9" fmla="*/ 705106 h 1491716"/>
              <a:gd name="connsiteX10" fmla="*/ 1203270 w 2030631"/>
              <a:gd name="connsiteY10" fmla="*/ 619437 h 1491716"/>
              <a:gd name="connsiteX11" fmla="*/ 997027 w 2030631"/>
              <a:gd name="connsiteY11" fmla="*/ 577977 h 1491716"/>
              <a:gd name="connsiteX12" fmla="*/ 686519 w 2030631"/>
              <a:gd name="connsiteY12" fmla="*/ 676898 h 1491716"/>
              <a:gd name="connsiteX13" fmla="*/ 65012 w 2030631"/>
              <a:gd name="connsiteY13" fmla="*/ 0 h 1491716"/>
              <a:gd name="connsiteX0" fmla="*/ 1843731 w 2030631"/>
              <a:gd name="connsiteY0" fmla="*/ 70170 h 1467439"/>
              <a:gd name="connsiteX1" fmla="*/ 2009390 w 2030631"/>
              <a:gd name="connsiteY1" fmla="*/ 751783 h 1467439"/>
              <a:gd name="connsiteX2" fmla="*/ 2021392 w 2030631"/>
              <a:gd name="connsiteY2" fmla="*/ 1098683 h 1467439"/>
              <a:gd name="connsiteX3" fmla="*/ 1919665 w 2030631"/>
              <a:gd name="connsiteY3" fmla="*/ 1373860 h 1467439"/>
              <a:gd name="connsiteX4" fmla="*/ 1750120 w 2030631"/>
              <a:gd name="connsiteY4" fmla="*/ 1445679 h 1467439"/>
              <a:gd name="connsiteX5" fmla="*/ 1406971 w 2030631"/>
              <a:gd name="connsiteY5" fmla="*/ 1443250 h 1467439"/>
              <a:gd name="connsiteX6" fmla="*/ 1401054 w 2030631"/>
              <a:gd name="connsiteY6" fmla="*/ 1167970 h 1467439"/>
              <a:gd name="connsiteX7" fmla="*/ 1362361 w 2030631"/>
              <a:gd name="connsiteY7" fmla="*/ 882043 h 1467439"/>
              <a:gd name="connsiteX8" fmla="*/ 1304003 w 2030631"/>
              <a:gd name="connsiteY8" fmla="*/ 705106 h 1467439"/>
              <a:gd name="connsiteX9" fmla="*/ 1203270 w 2030631"/>
              <a:gd name="connsiteY9" fmla="*/ 619437 h 1467439"/>
              <a:gd name="connsiteX10" fmla="*/ 997027 w 2030631"/>
              <a:gd name="connsiteY10" fmla="*/ 577977 h 1467439"/>
              <a:gd name="connsiteX11" fmla="*/ 686519 w 2030631"/>
              <a:gd name="connsiteY11" fmla="*/ 676898 h 1467439"/>
              <a:gd name="connsiteX12" fmla="*/ 65012 w 2030631"/>
              <a:gd name="connsiteY12" fmla="*/ 0 h 1467439"/>
              <a:gd name="connsiteX0" fmla="*/ 1843731 w 2030631"/>
              <a:gd name="connsiteY0" fmla="*/ 70170 h 1501222"/>
              <a:gd name="connsiteX1" fmla="*/ 2009390 w 2030631"/>
              <a:gd name="connsiteY1" fmla="*/ 751783 h 1501222"/>
              <a:gd name="connsiteX2" fmla="*/ 2021392 w 2030631"/>
              <a:gd name="connsiteY2" fmla="*/ 1098683 h 1501222"/>
              <a:gd name="connsiteX3" fmla="*/ 1919665 w 2030631"/>
              <a:gd name="connsiteY3" fmla="*/ 1373860 h 1501222"/>
              <a:gd name="connsiteX4" fmla="*/ 1750120 w 2030631"/>
              <a:gd name="connsiteY4" fmla="*/ 1445679 h 1501222"/>
              <a:gd name="connsiteX5" fmla="*/ 1398098 w 2030631"/>
              <a:gd name="connsiteY5" fmla="*/ 1485269 h 1501222"/>
              <a:gd name="connsiteX6" fmla="*/ 1401054 w 2030631"/>
              <a:gd name="connsiteY6" fmla="*/ 1167970 h 1501222"/>
              <a:gd name="connsiteX7" fmla="*/ 1362361 w 2030631"/>
              <a:gd name="connsiteY7" fmla="*/ 882043 h 1501222"/>
              <a:gd name="connsiteX8" fmla="*/ 1304003 w 2030631"/>
              <a:gd name="connsiteY8" fmla="*/ 705106 h 1501222"/>
              <a:gd name="connsiteX9" fmla="*/ 1203270 w 2030631"/>
              <a:gd name="connsiteY9" fmla="*/ 619437 h 1501222"/>
              <a:gd name="connsiteX10" fmla="*/ 997027 w 2030631"/>
              <a:gd name="connsiteY10" fmla="*/ 577977 h 1501222"/>
              <a:gd name="connsiteX11" fmla="*/ 686519 w 2030631"/>
              <a:gd name="connsiteY11" fmla="*/ 676898 h 1501222"/>
              <a:gd name="connsiteX12" fmla="*/ 65012 w 2030631"/>
              <a:gd name="connsiteY12" fmla="*/ 0 h 1501222"/>
              <a:gd name="connsiteX0" fmla="*/ 1843731 w 2030631"/>
              <a:gd name="connsiteY0" fmla="*/ 70170 h 1550630"/>
              <a:gd name="connsiteX1" fmla="*/ 2009390 w 2030631"/>
              <a:gd name="connsiteY1" fmla="*/ 751783 h 1550630"/>
              <a:gd name="connsiteX2" fmla="*/ 2021392 w 2030631"/>
              <a:gd name="connsiteY2" fmla="*/ 1098683 h 1550630"/>
              <a:gd name="connsiteX3" fmla="*/ 1919665 w 2030631"/>
              <a:gd name="connsiteY3" fmla="*/ 1373860 h 1550630"/>
              <a:gd name="connsiteX4" fmla="*/ 1739028 w 2030631"/>
              <a:gd name="connsiteY4" fmla="*/ 1542988 h 1550630"/>
              <a:gd name="connsiteX5" fmla="*/ 1398098 w 2030631"/>
              <a:gd name="connsiteY5" fmla="*/ 1485269 h 1550630"/>
              <a:gd name="connsiteX6" fmla="*/ 1401054 w 2030631"/>
              <a:gd name="connsiteY6" fmla="*/ 1167970 h 1550630"/>
              <a:gd name="connsiteX7" fmla="*/ 1362361 w 2030631"/>
              <a:gd name="connsiteY7" fmla="*/ 882043 h 1550630"/>
              <a:gd name="connsiteX8" fmla="*/ 1304003 w 2030631"/>
              <a:gd name="connsiteY8" fmla="*/ 705106 h 1550630"/>
              <a:gd name="connsiteX9" fmla="*/ 1203270 w 2030631"/>
              <a:gd name="connsiteY9" fmla="*/ 619437 h 1550630"/>
              <a:gd name="connsiteX10" fmla="*/ 997027 w 2030631"/>
              <a:gd name="connsiteY10" fmla="*/ 577977 h 1550630"/>
              <a:gd name="connsiteX11" fmla="*/ 686519 w 2030631"/>
              <a:gd name="connsiteY11" fmla="*/ 676898 h 1550630"/>
              <a:gd name="connsiteX12" fmla="*/ 65012 w 2030631"/>
              <a:gd name="connsiteY12" fmla="*/ 0 h 1550630"/>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56135"/>
              <a:gd name="connsiteY0" fmla="*/ 70170 h 1550154"/>
              <a:gd name="connsiteX1" fmla="*/ 2009390 w 2056135"/>
              <a:gd name="connsiteY1" fmla="*/ 751783 h 1550154"/>
              <a:gd name="connsiteX2" fmla="*/ 2056002 w 2056135"/>
              <a:gd name="connsiteY2" fmla="*/ 1066914 h 1550154"/>
              <a:gd name="connsiteX3" fmla="*/ 2021392 w 2056135"/>
              <a:gd name="connsiteY3" fmla="*/ 1098683 h 1550154"/>
              <a:gd name="connsiteX4" fmla="*/ 1961812 w 2056135"/>
              <a:gd name="connsiteY4" fmla="*/ 1380494 h 1550154"/>
              <a:gd name="connsiteX5" fmla="*/ 1739028 w 2056135"/>
              <a:gd name="connsiteY5" fmla="*/ 1542988 h 1550154"/>
              <a:gd name="connsiteX6" fmla="*/ 1398098 w 2056135"/>
              <a:gd name="connsiteY6" fmla="*/ 1485269 h 1550154"/>
              <a:gd name="connsiteX7" fmla="*/ 1401054 w 2056135"/>
              <a:gd name="connsiteY7" fmla="*/ 1167970 h 1550154"/>
              <a:gd name="connsiteX8" fmla="*/ 1362361 w 2056135"/>
              <a:gd name="connsiteY8" fmla="*/ 882043 h 1550154"/>
              <a:gd name="connsiteX9" fmla="*/ 1304003 w 2056135"/>
              <a:gd name="connsiteY9" fmla="*/ 705106 h 1550154"/>
              <a:gd name="connsiteX10" fmla="*/ 1203270 w 2056135"/>
              <a:gd name="connsiteY10" fmla="*/ 619437 h 1550154"/>
              <a:gd name="connsiteX11" fmla="*/ 997027 w 2056135"/>
              <a:gd name="connsiteY11" fmla="*/ 577977 h 1550154"/>
              <a:gd name="connsiteX12" fmla="*/ 686519 w 2056135"/>
              <a:gd name="connsiteY12" fmla="*/ 676898 h 1550154"/>
              <a:gd name="connsiteX13" fmla="*/ 65012 w 2056135"/>
              <a:gd name="connsiteY13" fmla="*/ 0 h 1550154"/>
              <a:gd name="connsiteX0" fmla="*/ 1843731 w 2047326"/>
              <a:gd name="connsiteY0" fmla="*/ 70170 h 1550154"/>
              <a:gd name="connsiteX1" fmla="*/ 2009390 w 2047326"/>
              <a:gd name="connsiteY1" fmla="*/ 751783 h 1550154"/>
              <a:gd name="connsiteX2" fmla="*/ 2047129 w 2047326"/>
              <a:gd name="connsiteY2" fmla="*/ 989510 h 1550154"/>
              <a:gd name="connsiteX3" fmla="*/ 2021392 w 2047326"/>
              <a:gd name="connsiteY3" fmla="*/ 1098683 h 1550154"/>
              <a:gd name="connsiteX4" fmla="*/ 1961812 w 2047326"/>
              <a:gd name="connsiteY4" fmla="*/ 1380494 h 1550154"/>
              <a:gd name="connsiteX5" fmla="*/ 1739028 w 2047326"/>
              <a:gd name="connsiteY5" fmla="*/ 1542988 h 1550154"/>
              <a:gd name="connsiteX6" fmla="*/ 1398098 w 2047326"/>
              <a:gd name="connsiteY6" fmla="*/ 1485269 h 1550154"/>
              <a:gd name="connsiteX7" fmla="*/ 1401054 w 2047326"/>
              <a:gd name="connsiteY7" fmla="*/ 1167970 h 1550154"/>
              <a:gd name="connsiteX8" fmla="*/ 1362361 w 2047326"/>
              <a:gd name="connsiteY8" fmla="*/ 882043 h 1550154"/>
              <a:gd name="connsiteX9" fmla="*/ 1304003 w 2047326"/>
              <a:gd name="connsiteY9" fmla="*/ 705106 h 1550154"/>
              <a:gd name="connsiteX10" fmla="*/ 1203270 w 2047326"/>
              <a:gd name="connsiteY10" fmla="*/ 619437 h 1550154"/>
              <a:gd name="connsiteX11" fmla="*/ 997027 w 2047326"/>
              <a:gd name="connsiteY11" fmla="*/ 577977 h 1550154"/>
              <a:gd name="connsiteX12" fmla="*/ 686519 w 2047326"/>
              <a:gd name="connsiteY12" fmla="*/ 676898 h 1550154"/>
              <a:gd name="connsiteX13" fmla="*/ 65012 w 2047326"/>
              <a:gd name="connsiteY13" fmla="*/ 0 h 1550154"/>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75771"/>
              <a:gd name="connsiteY0" fmla="*/ 70170 h 1550154"/>
              <a:gd name="connsiteX1" fmla="*/ 2009390 w 2075771"/>
              <a:gd name="connsiteY1" fmla="*/ 751783 h 1550154"/>
              <a:gd name="connsiteX2" fmla="*/ 2074631 w 2075771"/>
              <a:gd name="connsiteY2" fmla="*/ 1096471 h 1550154"/>
              <a:gd name="connsiteX3" fmla="*/ 1961812 w 2075771"/>
              <a:gd name="connsiteY3" fmla="*/ 1380494 h 1550154"/>
              <a:gd name="connsiteX4" fmla="*/ 1739028 w 2075771"/>
              <a:gd name="connsiteY4" fmla="*/ 1542988 h 1550154"/>
              <a:gd name="connsiteX5" fmla="*/ 1398098 w 2075771"/>
              <a:gd name="connsiteY5" fmla="*/ 1485269 h 1550154"/>
              <a:gd name="connsiteX6" fmla="*/ 1401054 w 2075771"/>
              <a:gd name="connsiteY6" fmla="*/ 1167970 h 1550154"/>
              <a:gd name="connsiteX7" fmla="*/ 1362361 w 2075771"/>
              <a:gd name="connsiteY7" fmla="*/ 882043 h 1550154"/>
              <a:gd name="connsiteX8" fmla="*/ 1304003 w 2075771"/>
              <a:gd name="connsiteY8" fmla="*/ 705106 h 1550154"/>
              <a:gd name="connsiteX9" fmla="*/ 1203270 w 2075771"/>
              <a:gd name="connsiteY9" fmla="*/ 619437 h 1550154"/>
              <a:gd name="connsiteX10" fmla="*/ 997027 w 2075771"/>
              <a:gd name="connsiteY10" fmla="*/ 577977 h 1550154"/>
              <a:gd name="connsiteX11" fmla="*/ 686519 w 2075771"/>
              <a:gd name="connsiteY11" fmla="*/ 676898 h 1550154"/>
              <a:gd name="connsiteX12" fmla="*/ 65012 w 2075771"/>
              <a:gd name="connsiteY12" fmla="*/ 0 h 1550154"/>
              <a:gd name="connsiteX0" fmla="*/ 1843731 w 2075771"/>
              <a:gd name="connsiteY0" fmla="*/ 70170 h 1550760"/>
              <a:gd name="connsiteX1" fmla="*/ 2009390 w 2075771"/>
              <a:gd name="connsiteY1" fmla="*/ 751783 h 1550760"/>
              <a:gd name="connsiteX2" fmla="*/ 2074631 w 2075771"/>
              <a:gd name="connsiteY2" fmla="*/ 1096471 h 1550760"/>
              <a:gd name="connsiteX3" fmla="*/ 1961812 w 2075771"/>
              <a:gd name="connsiteY3" fmla="*/ 1380494 h 1550760"/>
              <a:gd name="connsiteX4" fmla="*/ 1739028 w 2075771"/>
              <a:gd name="connsiteY4" fmla="*/ 1542988 h 1550760"/>
              <a:gd name="connsiteX5" fmla="*/ 1398098 w 2075771"/>
              <a:gd name="connsiteY5" fmla="*/ 1485269 h 1550760"/>
              <a:gd name="connsiteX6" fmla="*/ 1343378 w 2075771"/>
              <a:gd name="connsiteY6" fmla="*/ 1145855 h 1550760"/>
              <a:gd name="connsiteX7" fmla="*/ 1362361 w 2075771"/>
              <a:gd name="connsiteY7" fmla="*/ 882043 h 1550760"/>
              <a:gd name="connsiteX8" fmla="*/ 1304003 w 2075771"/>
              <a:gd name="connsiteY8" fmla="*/ 705106 h 1550760"/>
              <a:gd name="connsiteX9" fmla="*/ 1203270 w 2075771"/>
              <a:gd name="connsiteY9" fmla="*/ 619437 h 1550760"/>
              <a:gd name="connsiteX10" fmla="*/ 997027 w 2075771"/>
              <a:gd name="connsiteY10" fmla="*/ 577977 h 1550760"/>
              <a:gd name="connsiteX11" fmla="*/ 686519 w 2075771"/>
              <a:gd name="connsiteY11" fmla="*/ 676898 h 1550760"/>
              <a:gd name="connsiteX12" fmla="*/ 65012 w 2075771"/>
              <a:gd name="connsiteY12" fmla="*/ 0 h 1550760"/>
              <a:gd name="connsiteX0" fmla="*/ 1843731 w 2075771"/>
              <a:gd name="connsiteY0" fmla="*/ 70170 h 1556398"/>
              <a:gd name="connsiteX1" fmla="*/ 2009390 w 2075771"/>
              <a:gd name="connsiteY1" fmla="*/ 751783 h 1556398"/>
              <a:gd name="connsiteX2" fmla="*/ 2074631 w 2075771"/>
              <a:gd name="connsiteY2" fmla="*/ 1096471 h 1556398"/>
              <a:gd name="connsiteX3" fmla="*/ 1961812 w 2075771"/>
              <a:gd name="connsiteY3" fmla="*/ 1380494 h 1556398"/>
              <a:gd name="connsiteX4" fmla="*/ 1679134 w 2075771"/>
              <a:gd name="connsiteY4" fmla="*/ 1549623 h 1556398"/>
              <a:gd name="connsiteX5" fmla="*/ 1398098 w 2075771"/>
              <a:gd name="connsiteY5" fmla="*/ 1485269 h 1556398"/>
              <a:gd name="connsiteX6" fmla="*/ 1343378 w 2075771"/>
              <a:gd name="connsiteY6" fmla="*/ 1145855 h 1556398"/>
              <a:gd name="connsiteX7" fmla="*/ 1362361 w 2075771"/>
              <a:gd name="connsiteY7" fmla="*/ 882043 h 1556398"/>
              <a:gd name="connsiteX8" fmla="*/ 1304003 w 2075771"/>
              <a:gd name="connsiteY8" fmla="*/ 705106 h 1556398"/>
              <a:gd name="connsiteX9" fmla="*/ 1203270 w 2075771"/>
              <a:gd name="connsiteY9" fmla="*/ 619437 h 1556398"/>
              <a:gd name="connsiteX10" fmla="*/ 997027 w 2075771"/>
              <a:gd name="connsiteY10" fmla="*/ 577977 h 1556398"/>
              <a:gd name="connsiteX11" fmla="*/ 686519 w 2075771"/>
              <a:gd name="connsiteY11" fmla="*/ 676898 h 1556398"/>
              <a:gd name="connsiteX12" fmla="*/ 65012 w 2075771"/>
              <a:gd name="connsiteY12" fmla="*/ 0 h 1556398"/>
              <a:gd name="connsiteX0" fmla="*/ 2181669 w 2413709"/>
              <a:gd name="connsiteY0" fmla="*/ 21516 h 1507744"/>
              <a:gd name="connsiteX1" fmla="*/ 2347328 w 2413709"/>
              <a:gd name="connsiteY1" fmla="*/ 703129 h 1507744"/>
              <a:gd name="connsiteX2" fmla="*/ 2412569 w 2413709"/>
              <a:gd name="connsiteY2" fmla="*/ 1047817 h 1507744"/>
              <a:gd name="connsiteX3" fmla="*/ 2299750 w 2413709"/>
              <a:gd name="connsiteY3" fmla="*/ 1331840 h 1507744"/>
              <a:gd name="connsiteX4" fmla="*/ 2017072 w 2413709"/>
              <a:gd name="connsiteY4" fmla="*/ 1500969 h 1507744"/>
              <a:gd name="connsiteX5" fmla="*/ 1736036 w 2413709"/>
              <a:gd name="connsiteY5" fmla="*/ 1436615 h 1507744"/>
              <a:gd name="connsiteX6" fmla="*/ 1681316 w 2413709"/>
              <a:gd name="connsiteY6" fmla="*/ 1097201 h 1507744"/>
              <a:gd name="connsiteX7" fmla="*/ 1700299 w 2413709"/>
              <a:gd name="connsiteY7" fmla="*/ 833389 h 1507744"/>
              <a:gd name="connsiteX8" fmla="*/ 1641941 w 2413709"/>
              <a:gd name="connsiteY8" fmla="*/ 656452 h 1507744"/>
              <a:gd name="connsiteX9" fmla="*/ 1541208 w 2413709"/>
              <a:gd name="connsiteY9" fmla="*/ 570783 h 1507744"/>
              <a:gd name="connsiteX10" fmla="*/ 1334965 w 2413709"/>
              <a:gd name="connsiteY10" fmla="*/ 529323 h 1507744"/>
              <a:gd name="connsiteX11" fmla="*/ 1024457 w 2413709"/>
              <a:gd name="connsiteY11" fmla="*/ 628244 h 1507744"/>
              <a:gd name="connsiteX12" fmla="*/ 48020 w 2413709"/>
              <a:gd name="connsiteY12" fmla="*/ 0 h 1507744"/>
              <a:gd name="connsiteX0" fmla="*/ 2133649 w 2365689"/>
              <a:gd name="connsiteY0" fmla="*/ 21516 h 1507744"/>
              <a:gd name="connsiteX1" fmla="*/ 2299308 w 2365689"/>
              <a:gd name="connsiteY1" fmla="*/ 703129 h 1507744"/>
              <a:gd name="connsiteX2" fmla="*/ 2364549 w 2365689"/>
              <a:gd name="connsiteY2" fmla="*/ 1047817 h 1507744"/>
              <a:gd name="connsiteX3" fmla="*/ 2251730 w 2365689"/>
              <a:gd name="connsiteY3" fmla="*/ 1331840 h 1507744"/>
              <a:gd name="connsiteX4" fmla="*/ 1969052 w 2365689"/>
              <a:gd name="connsiteY4" fmla="*/ 1500969 h 1507744"/>
              <a:gd name="connsiteX5" fmla="*/ 1688016 w 2365689"/>
              <a:gd name="connsiteY5" fmla="*/ 1436615 h 1507744"/>
              <a:gd name="connsiteX6" fmla="*/ 1633296 w 2365689"/>
              <a:gd name="connsiteY6" fmla="*/ 1097201 h 1507744"/>
              <a:gd name="connsiteX7" fmla="*/ 1652279 w 2365689"/>
              <a:gd name="connsiteY7" fmla="*/ 833389 h 1507744"/>
              <a:gd name="connsiteX8" fmla="*/ 1593921 w 2365689"/>
              <a:gd name="connsiteY8" fmla="*/ 656452 h 1507744"/>
              <a:gd name="connsiteX9" fmla="*/ 1493188 w 2365689"/>
              <a:gd name="connsiteY9" fmla="*/ 570783 h 1507744"/>
              <a:gd name="connsiteX10" fmla="*/ 1286945 w 2365689"/>
              <a:gd name="connsiteY10" fmla="*/ 529323 h 1507744"/>
              <a:gd name="connsiteX11" fmla="*/ 976437 w 2365689"/>
              <a:gd name="connsiteY11" fmla="*/ 628244 h 1507744"/>
              <a:gd name="connsiteX12" fmla="*/ 0 w 2365689"/>
              <a:gd name="connsiteY12" fmla="*/ 0 h 1507744"/>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756825 w 2669597"/>
              <a:gd name="connsiteY11" fmla="*/ 515454 h 1505532"/>
              <a:gd name="connsiteX12" fmla="*/ 0 w 2669597"/>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704114"/>
              <a:gd name="connsiteY0" fmla="*/ 19304 h 1505532"/>
              <a:gd name="connsiteX1" fmla="*/ 2576596 w 2704114"/>
              <a:gd name="connsiteY1" fmla="*/ 479761 h 1505532"/>
              <a:gd name="connsiteX2" fmla="*/ 2704012 w 2704114"/>
              <a:gd name="connsiteY2" fmla="*/ 1059158 h 1505532"/>
              <a:gd name="connsiteX3" fmla="*/ 2555638 w 2704114"/>
              <a:gd name="connsiteY3" fmla="*/ 1329628 h 1505532"/>
              <a:gd name="connsiteX4" fmla="*/ 2272960 w 2704114"/>
              <a:gd name="connsiteY4" fmla="*/ 1498757 h 1505532"/>
              <a:gd name="connsiteX5" fmla="*/ 1991924 w 2704114"/>
              <a:gd name="connsiteY5" fmla="*/ 1434403 h 1505532"/>
              <a:gd name="connsiteX6" fmla="*/ 1937204 w 2704114"/>
              <a:gd name="connsiteY6" fmla="*/ 1094989 h 1505532"/>
              <a:gd name="connsiteX7" fmla="*/ 1956187 w 2704114"/>
              <a:gd name="connsiteY7" fmla="*/ 831177 h 1505532"/>
              <a:gd name="connsiteX8" fmla="*/ 1897829 w 2704114"/>
              <a:gd name="connsiteY8" fmla="*/ 654240 h 1505532"/>
              <a:gd name="connsiteX9" fmla="*/ 1637378 w 2704114"/>
              <a:gd name="connsiteY9" fmla="*/ 586263 h 1505532"/>
              <a:gd name="connsiteX10" fmla="*/ 1282509 w 2704114"/>
              <a:gd name="connsiteY10" fmla="*/ 626631 h 1505532"/>
              <a:gd name="connsiteX11" fmla="*/ 756825 w 2704114"/>
              <a:gd name="connsiteY11" fmla="*/ 515454 h 1505532"/>
              <a:gd name="connsiteX12" fmla="*/ 0 w 2704114"/>
              <a:gd name="connsiteY12" fmla="*/ 0 h 1505532"/>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897829 w 2704013"/>
              <a:gd name="connsiteY8" fmla="*/ 654240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929201 w 2704013"/>
              <a:gd name="connsiteY8" fmla="*/ 539561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756825 w 2704013"/>
              <a:gd name="connsiteY11" fmla="*/ 533494 h 1522111"/>
              <a:gd name="connsiteX12" fmla="*/ 0 w 2704013"/>
              <a:gd name="connsiteY12"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50081"/>
              <a:gd name="connsiteX1" fmla="*/ 2576596 w 2704013"/>
              <a:gd name="connsiteY1" fmla="*/ 497801 h 1550081"/>
              <a:gd name="connsiteX2" fmla="*/ 2704012 w 2704013"/>
              <a:gd name="connsiteY2" fmla="*/ 1077198 h 1550081"/>
              <a:gd name="connsiteX3" fmla="*/ 2574460 w 2704013"/>
              <a:gd name="connsiteY3" fmla="*/ 1368519 h 1550081"/>
              <a:gd name="connsiteX4" fmla="*/ 2272960 w 2704013"/>
              <a:gd name="connsiteY4" fmla="*/ 1516797 h 1550081"/>
              <a:gd name="connsiteX5" fmla="*/ 1967798 w 2704013"/>
              <a:gd name="connsiteY5" fmla="*/ 1512574 h 1550081"/>
              <a:gd name="connsiteX6" fmla="*/ 1937204 w 2704013"/>
              <a:gd name="connsiteY6" fmla="*/ 1113029 h 1550081"/>
              <a:gd name="connsiteX7" fmla="*/ 1956187 w 2704013"/>
              <a:gd name="connsiteY7" fmla="*/ 849217 h 1550081"/>
              <a:gd name="connsiteX8" fmla="*/ 1929201 w 2704013"/>
              <a:gd name="connsiteY8" fmla="*/ 557601 h 1550081"/>
              <a:gd name="connsiteX9" fmla="*/ 1637378 w 2704013"/>
              <a:gd name="connsiteY9" fmla="*/ 604303 h 1550081"/>
              <a:gd name="connsiteX10" fmla="*/ 1282509 w 2704013"/>
              <a:gd name="connsiteY10" fmla="*/ 644671 h 1550081"/>
              <a:gd name="connsiteX11" fmla="*/ 1094317 w 2704013"/>
              <a:gd name="connsiteY11" fmla="*/ 683290 h 1550081"/>
              <a:gd name="connsiteX12" fmla="*/ 756825 w 2704013"/>
              <a:gd name="connsiteY12" fmla="*/ 533494 h 1550081"/>
              <a:gd name="connsiteX13" fmla="*/ 0 w 2704013"/>
              <a:gd name="connsiteY13" fmla="*/ 0 h 1550081"/>
              <a:gd name="connsiteX0" fmla="*/ 2459673 w 2726129"/>
              <a:gd name="connsiteY0" fmla="*/ 31331 h 1544068"/>
              <a:gd name="connsiteX1" fmla="*/ 2598712 w 2726129"/>
              <a:gd name="connsiteY1" fmla="*/ 491788 h 1544068"/>
              <a:gd name="connsiteX2" fmla="*/ 2726128 w 2726129"/>
              <a:gd name="connsiteY2" fmla="*/ 1071185 h 1544068"/>
              <a:gd name="connsiteX3" fmla="*/ 2596576 w 2726129"/>
              <a:gd name="connsiteY3" fmla="*/ 1362506 h 1544068"/>
              <a:gd name="connsiteX4" fmla="*/ 2295076 w 2726129"/>
              <a:gd name="connsiteY4" fmla="*/ 1510784 h 1544068"/>
              <a:gd name="connsiteX5" fmla="*/ 1989914 w 2726129"/>
              <a:gd name="connsiteY5" fmla="*/ 1506561 h 1544068"/>
              <a:gd name="connsiteX6" fmla="*/ 1959320 w 2726129"/>
              <a:gd name="connsiteY6" fmla="*/ 1107016 h 1544068"/>
              <a:gd name="connsiteX7" fmla="*/ 1978303 w 2726129"/>
              <a:gd name="connsiteY7" fmla="*/ 843204 h 1544068"/>
              <a:gd name="connsiteX8" fmla="*/ 1951317 w 2726129"/>
              <a:gd name="connsiteY8" fmla="*/ 551588 h 1544068"/>
              <a:gd name="connsiteX9" fmla="*/ 1659494 w 2726129"/>
              <a:gd name="connsiteY9" fmla="*/ 598290 h 1544068"/>
              <a:gd name="connsiteX10" fmla="*/ 1304625 w 2726129"/>
              <a:gd name="connsiteY10" fmla="*/ 638658 h 1544068"/>
              <a:gd name="connsiteX11" fmla="*/ 1116433 w 2726129"/>
              <a:gd name="connsiteY11" fmla="*/ 677277 h 1544068"/>
              <a:gd name="connsiteX12" fmla="*/ 778941 w 2726129"/>
              <a:gd name="connsiteY12" fmla="*/ 527481 h 1544068"/>
              <a:gd name="connsiteX13" fmla="*/ 0 w 2726129"/>
              <a:gd name="connsiteY13" fmla="*/ 0 h 1544068"/>
              <a:gd name="connsiteX0" fmla="*/ 2499443 w 2765899"/>
              <a:gd name="connsiteY0" fmla="*/ 31331 h 1544068"/>
              <a:gd name="connsiteX1" fmla="*/ 2638482 w 2765899"/>
              <a:gd name="connsiteY1" fmla="*/ 491788 h 1544068"/>
              <a:gd name="connsiteX2" fmla="*/ 2765898 w 2765899"/>
              <a:gd name="connsiteY2" fmla="*/ 1071185 h 1544068"/>
              <a:gd name="connsiteX3" fmla="*/ 2636346 w 2765899"/>
              <a:gd name="connsiteY3" fmla="*/ 1362506 h 1544068"/>
              <a:gd name="connsiteX4" fmla="*/ 2334846 w 2765899"/>
              <a:gd name="connsiteY4" fmla="*/ 1510784 h 1544068"/>
              <a:gd name="connsiteX5" fmla="*/ 2029684 w 2765899"/>
              <a:gd name="connsiteY5" fmla="*/ 1506561 h 1544068"/>
              <a:gd name="connsiteX6" fmla="*/ 1999090 w 2765899"/>
              <a:gd name="connsiteY6" fmla="*/ 1107016 h 1544068"/>
              <a:gd name="connsiteX7" fmla="*/ 2018073 w 2765899"/>
              <a:gd name="connsiteY7" fmla="*/ 843204 h 1544068"/>
              <a:gd name="connsiteX8" fmla="*/ 1991087 w 2765899"/>
              <a:gd name="connsiteY8" fmla="*/ 551588 h 1544068"/>
              <a:gd name="connsiteX9" fmla="*/ 1699264 w 2765899"/>
              <a:gd name="connsiteY9" fmla="*/ 598290 h 1544068"/>
              <a:gd name="connsiteX10" fmla="*/ 1344395 w 2765899"/>
              <a:gd name="connsiteY10" fmla="*/ 638658 h 1544068"/>
              <a:gd name="connsiteX11" fmla="*/ 1156203 w 2765899"/>
              <a:gd name="connsiteY11" fmla="*/ 677277 h 1544068"/>
              <a:gd name="connsiteX12" fmla="*/ 818711 w 2765899"/>
              <a:gd name="connsiteY12" fmla="*/ 527481 h 1544068"/>
              <a:gd name="connsiteX13" fmla="*/ 56150 w 2765899"/>
              <a:gd name="connsiteY13" fmla="*/ 282019 h 1544068"/>
              <a:gd name="connsiteX14" fmla="*/ 39770 w 2765899"/>
              <a:gd name="connsiteY14" fmla="*/ 0 h 1544068"/>
              <a:gd name="connsiteX0" fmla="*/ 2499443 w 2765899"/>
              <a:gd name="connsiteY0" fmla="*/ 31331 h 1544068"/>
              <a:gd name="connsiteX1" fmla="*/ 2638482 w 2765899"/>
              <a:gd name="connsiteY1" fmla="*/ 491788 h 1544068"/>
              <a:gd name="connsiteX2" fmla="*/ 2765898 w 2765899"/>
              <a:gd name="connsiteY2" fmla="*/ 1071185 h 1544068"/>
              <a:gd name="connsiteX3" fmla="*/ 2636346 w 2765899"/>
              <a:gd name="connsiteY3" fmla="*/ 1362506 h 1544068"/>
              <a:gd name="connsiteX4" fmla="*/ 2334846 w 2765899"/>
              <a:gd name="connsiteY4" fmla="*/ 1510784 h 1544068"/>
              <a:gd name="connsiteX5" fmla="*/ 2029684 w 2765899"/>
              <a:gd name="connsiteY5" fmla="*/ 1506561 h 1544068"/>
              <a:gd name="connsiteX6" fmla="*/ 1999090 w 2765899"/>
              <a:gd name="connsiteY6" fmla="*/ 1107016 h 1544068"/>
              <a:gd name="connsiteX7" fmla="*/ 2018073 w 2765899"/>
              <a:gd name="connsiteY7" fmla="*/ 843204 h 1544068"/>
              <a:gd name="connsiteX8" fmla="*/ 1991087 w 2765899"/>
              <a:gd name="connsiteY8" fmla="*/ 551588 h 1544068"/>
              <a:gd name="connsiteX9" fmla="*/ 1699264 w 2765899"/>
              <a:gd name="connsiteY9" fmla="*/ 598290 h 1544068"/>
              <a:gd name="connsiteX10" fmla="*/ 1344395 w 2765899"/>
              <a:gd name="connsiteY10" fmla="*/ 638658 h 1544068"/>
              <a:gd name="connsiteX11" fmla="*/ 1156203 w 2765899"/>
              <a:gd name="connsiteY11" fmla="*/ 677277 h 1544068"/>
              <a:gd name="connsiteX12" fmla="*/ 804431 w 2765899"/>
              <a:gd name="connsiteY12" fmla="*/ 429014 h 1544068"/>
              <a:gd name="connsiteX13" fmla="*/ 56150 w 2765899"/>
              <a:gd name="connsiteY13" fmla="*/ 282019 h 1544068"/>
              <a:gd name="connsiteX14" fmla="*/ 39770 w 2765899"/>
              <a:gd name="connsiteY14" fmla="*/ 0 h 154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5899" h="1544068">
                <a:moveTo>
                  <a:pt x="2499443" y="31331"/>
                </a:moveTo>
                <a:cubicBezTo>
                  <a:pt x="2529819" y="215668"/>
                  <a:pt x="2594073" y="318479"/>
                  <a:pt x="2638482" y="491788"/>
                </a:cubicBezTo>
                <a:cubicBezTo>
                  <a:pt x="2682891" y="665097"/>
                  <a:pt x="2766254" y="926065"/>
                  <a:pt x="2765898" y="1071185"/>
                </a:cubicBezTo>
                <a:cubicBezTo>
                  <a:pt x="2765542" y="1216305"/>
                  <a:pt x="2708188" y="1289240"/>
                  <a:pt x="2636346" y="1362506"/>
                </a:cubicBezTo>
                <a:cubicBezTo>
                  <a:pt x="2564504" y="1435772"/>
                  <a:pt x="2435956" y="1486775"/>
                  <a:pt x="2334846" y="1510784"/>
                </a:cubicBezTo>
                <a:cubicBezTo>
                  <a:pt x="2233736" y="1534793"/>
                  <a:pt x="2085643" y="1573856"/>
                  <a:pt x="2029684" y="1506561"/>
                </a:cubicBezTo>
                <a:cubicBezTo>
                  <a:pt x="1973725" y="1439266"/>
                  <a:pt x="2001025" y="1217575"/>
                  <a:pt x="1999090" y="1107016"/>
                </a:cubicBezTo>
                <a:cubicBezTo>
                  <a:pt x="1997155" y="996457"/>
                  <a:pt x="2019407" y="935775"/>
                  <a:pt x="2018073" y="843204"/>
                </a:cubicBezTo>
                <a:cubicBezTo>
                  <a:pt x="2016739" y="750633"/>
                  <a:pt x="2044222" y="592407"/>
                  <a:pt x="1991087" y="551588"/>
                </a:cubicBezTo>
                <a:cubicBezTo>
                  <a:pt x="1937952" y="510769"/>
                  <a:pt x="1807046" y="583778"/>
                  <a:pt x="1699264" y="598290"/>
                </a:cubicBezTo>
                <a:cubicBezTo>
                  <a:pt x="1591482" y="612802"/>
                  <a:pt x="1434905" y="625494"/>
                  <a:pt x="1344395" y="638658"/>
                </a:cubicBezTo>
                <a:cubicBezTo>
                  <a:pt x="1253885" y="651823"/>
                  <a:pt x="1246197" y="712218"/>
                  <a:pt x="1156203" y="677277"/>
                </a:cubicBezTo>
                <a:cubicBezTo>
                  <a:pt x="1066209" y="642336"/>
                  <a:pt x="964370" y="513476"/>
                  <a:pt x="804431" y="429014"/>
                </a:cubicBezTo>
                <a:cubicBezTo>
                  <a:pt x="644492" y="344552"/>
                  <a:pt x="185973" y="369932"/>
                  <a:pt x="56150" y="282019"/>
                </a:cubicBezTo>
                <a:cubicBezTo>
                  <a:pt x="-73673" y="194106"/>
                  <a:pt x="65903" y="28417"/>
                  <a:pt x="3977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3" name="Freeform: Shape 62">
            <a:extLst>
              <a:ext uri="{FF2B5EF4-FFF2-40B4-BE49-F238E27FC236}">
                <a16:creationId xmlns:a16="http://schemas.microsoft.com/office/drawing/2014/main" id="{9E4D53EA-F2A0-903A-888F-6204DD66078F}"/>
              </a:ext>
            </a:extLst>
          </p:cNvPr>
          <p:cNvSpPr/>
          <p:nvPr userDrawn="1"/>
        </p:nvSpPr>
        <p:spPr>
          <a:xfrm rot="529037" flipH="1">
            <a:off x="9102769" y="-135313"/>
            <a:ext cx="1491125" cy="618353"/>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3405"/>
              <a:gd name="connsiteY0" fmla="*/ 310678 h 1645142"/>
              <a:gd name="connsiteX1" fmla="*/ 2549862 w 2703405"/>
              <a:gd name="connsiteY1" fmla="*/ 1008560 h 1645142"/>
              <a:gd name="connsiteX2" fmla="*/ 2698406 w 2703405"/>
              <a:gd name="connsiteY2" fmla="*/ 1369988 h 1645142"/>
              <a:gd name="connsiteX3" fmla="*/ 2641134 w 2703405"/>
              <a:gd name="connsiteY3" fmla="*/ 1644638 h 1645142"/>
              <a:gd name="connsiteX4" fmla="*/ 2381213 w 2703405"/>
              <a:gd name="connsiteY4" fmla="*/ 1302400 h 1645142"/>
              <a:gd name="connsiteX5" fmla="*/ 2130473 w 2703405"/>
              <a:gd name="connsiteY5" fmla="*/ 992721 h 1645142"/>
              <a:gd name="connsiteX6" fmla="*/ 1778390 w 2703405"/>
              <a:gd name="connsiteY6" fmla="*/ 852659 h 1645142"/>
              <a:gd name="connsiteX7" fmla="*/ 1077344 w 2703405"/>
              <a:gd name="connsiteY7" fmla="*/ 862362 h 1645142"/>
              <a:gd name="connsiteX8" fmla="*/ 0 w 2703405"/>
              <a:gd name="connsiteY8" fmla="*/ 0 h 1645142"/>
              <a:gd name="connsiteX0" fmla="*/ 2013656 w 2705097"/>
              <a:gd name="connsiteY0" fmla="*/ 310678 h 1389046"/>
              <a:gd name="connsiteX1" fmla="*/ 2549862 w 2705097"/>
              <a:gd name="connsiteY1" fmla="*/ 1008560 h 1389046"/>
              <a:gd name="connsiteX2" fmla="*/ 2698406 w 2705097"/>
              <a:gd name="connsiteY2" fmla="*/ 1369988 h 1389046"/>
              <a:gd name="connsiteX3" fmla="*/ 2381213 w 2705097"/>
              <a:gd name="connsiteY3" fmla="*/ 1302400 h 1389046"/>
              <a:gd name="connsiteX4" fmla="*/ 2130473 w 2705097"/>
              <a:gd name="connsiteY4" fmla="*/ 992721 h 1389046"/>
              <a:gd name="connsiteX5" fmla="*/ 1778390 w 2705097"/>
              <a:gd name="connsiteY5" fmla="*/ 852659 h 1389046"/>
              <a:gd name="connsiteX6" fmla="*/ 1077344 w 2705097"/>
              <a:gd name="connsiteY6" fmla="*/ 862362 h 1389046"/>
              <a:gd name="connsiteX7" fmla="*/ 0 w 2705097"/>
              <a:gd name="connsiteY7" fmla="*/ 0 h 1389046"/>
              <a:gd name="connsiteX0" fmla="*/ 2013656 w 2563559"/>
              <a:gd name="connsiteY0" fmla="*/ 310678 h 1302439"/>
              <a:gd name="connsiteX1" fmla="*/ 2549862 w 2563559"/>
              <a:gd name="connsiteY1" fmla="*/ 1008560 h 1302439"/>
              <a:gd name="connsiteX2" fmla="*/ 2381213 w 2563559"/>
              <a:gd name="connsiteY2" fmla="*/ 1302400 h 1302439"/>
              <a:gd name="connsiteX3" fmla="*/ 2130473 w 2563559"/>
              <a:gd name="connsiteY3" fmla="*/ 992721 h 1302439"/>
              <a:gd name="connsiteX4" fmla="*/ 1778390 w 2563559"/>
              <a:gd name="connsiteY4" fmla="*/ 852659 h 1302439"/>
              <a:gd name="connsiteX5" fmla="*/ 1077344 w 2563559"/>
              <a:gd name="connsiteY5" fmla="*/ 862362 h 1302439"/>
              <a:gd name="connsiteX6" fmla="*/ 0 w 2563559"/>
              <a:gd name="connsiteY6" fmla="*/ 0 h 1302439"/>
              <a:gd name="connsiteX0" fmla="*/ 1619456 w 2169359"/>
              <a:gd name="connsiteY0" fmla="*/ 0 h 991761"/>
              <a:gd name="connsiteX1" fmla="*/ 2155662 w 2169359"/>
              <a:gd name="connsiteY1" fmla="*/ 697882 h 991761"/>
              <a:gd name="connsiteX2" fmla="*/ 1987013 w 2169359"/>
              <a:gd name="connsiteY2" fmla="*/ 991722 h 991761"/>
              <a:gd name="connsiteX3" fmla="*/ 1736273 w 2169359"/>
              <a:gd name="connsiteY3" fmla="*/ 682043 h 991761"/>
              <a:gd name="connsiteX4" fmla="*/ 1384190 w 2169359"/>
              <a:gd name="connsiteY4" fmla="*/ 541981 h 991761"/>
              <a:gd name="connsiteX5" fmla="*/ 683144 w 2169359"/>
              <a:gd name="connsiteY5" fmla="*/ 551684 h 991761"/>
              <a:gd name="connsiteX6" fmla="*/ 0 w 2169359"/>
              <a:gd name="connsiteY6" fmla="*/ 27660 h 991761"/>
              <a:gd name="connsiteX0" fmla="*/ 1619456 w 2156537"/>
              <a:gd name="connsiteY0" fmla="*/ 0 h 750088"/>
              <a:gd name="connsiteX1" fmla="*/ 2155662 w 2156537"/>
              <a:gd name="connsiteY1" fmla="*/ 697882 h 750088"/>
              <a:gd name="connsiteX2" fmla="*/ 1736273 w 2156537"/>
              <a:gd name="connsiteY2" fmla="*/ 682043 h 750088"/>
              <a:gd name="connsiteX3" fmla="*/ 1384190 w 2156537"/>
              <a:gd name="connsiteY3" fmla="*/ 541981 h 750088"/>
              <a:gd name="connsiteX4" fmla="*/ 683144 w 2156537"/>
              <a:gd name="connsiteY4" fmla="*/ 551684 h 750088"/>
              <a:gd name="connsiteX5" fmla="*/ 0 w 2156537"/>
              <a:gd name="connsiteY5" fmla="*/ 27660 h 750088"/>
              <a:gd name="connsiteX0" fmla="*/ 1619456 w 2157949"/>
              <a:gd name="connsiteY0" fmla="*/ 0 h 719391"/>
              <a:gd name="connsiteX1" fmla="*/ 2155662 w 2157949"/>
              <a:gd name="connsiteY1" fmla="*/ 697882 h 719391"/>
              <a:gd name="connsiteX2" fmla="*/ 1384190 w 2157949"/>
              <a:gd name="connsiteY2" fmla="*/ 541981 h 719391"/>
              <a:gd name="connsiteX3" fmla="*/ 683144 w 2157949"/>
              <a:gd name="connsiteY3" fmla="*/ 551684 h 719391"/>
              <a:gd name="connsiteX4" fmla="*/ 0 w 2157949"/>
              <a:gd name="connsiteY4" fmla="*/ 27660 h 719391"/>
              <a:gd name="connsiteX0" fmla="*/ 1619456 w 2164771"/>
              <a:gd name="connsiteY0" fmla="*/ 0 h 746783"/>
              <a:gd name="connsiteX1" fmla="*/ 2155662 w 2164771"/>
              <a:gd name="connsiteY1" fmla="*/ 697882 h 746783"/>
              <a:gd name="connsiteX2" fmla="*/ 1115817 w 2164771"/>
              <a:gd name="connsiteY2" fmla="*/ 673103 h 746783"/>
              <a:gd name="connsiteX3" fmla="*/ 683144 w 2164771"/>
              <a:gd name="connsiteY3" fmla="*/ 551684 h 746783"/>
              <a:gd name="connsiteX4" fmla="*/ 0 w 2164771"/>
              <a:gd name="connsiteY4" fmla="*/ 27660 h 746783"/>
              <a:gd name="connsiteX0" fmla="*/ 1619456 w 1728692"/>
              <a:gd name="connsiteY0" fmla="*/ 0 h 725991"/>
              <a:gd name="connsiteX1" fmla="*/ 1686788 w 1728692"/>
              <a:gd name="connsiteY1" fmla="*/ 670689 h 725991"/>
              <a:gd name="connsiteX2" fmla="*/ 1115817 w 1728692"/>
              <a:gd name="connsiteY2" fmla="*/ 673103 h 725991"/>
              <a:gd name="connsiteX3" fmla="*/ 683144 w 1728692"/>
              <a:gd name="connsiteY3" fmla="*/ 551684 h 725991"/>
              <a:gd name="connsiteX4" fmla="*/ 0 w 1728692"/>
              <a:gd name="connsiteY4" fmla="*/ 27660 h 725991"/>
              <a:gd name="connsiteX0" fmla="*/ 1161109 w 1686884"/>
              <a:gd name="connsiteY0" fmla="*/ 216962 h 680455"/>
              <a:gd name="connsiteX1" fmla="*/ 1686788 w 1686884"/>
              <a:gd name="connsiteY1" fmla="*/ 643029 h 680455"/>
              <a:gd name="connsiteX2" fmla="*/ 1115817 w 1686884"/>
              <a:gd name="connsiteY2" fmla="*/ 645443 h 680455"/>
              <a:gd name="connsiteX3" fmla="*/ 683144 w 1686884"/>
              <a:gd name="connsiteY3" fmla="*/ 524024 h 680455"/>
              <a:gd name="connsiteX4" fmla="*/ 0 w 1686884"/>
              <a:gd name="connsiteY4" fmla="*/ 0 h 680455"/>
              <a:gd name="connsiteX0" fmla="*/ 1161109 w 1687315"/>
              <a:gd name="connsiteY0" fmla="*/ 216962 h 711492"/>
              <a:gd name="connsiteX1" fmla="*/ 1686788 w 1687315"/>
              <a:gd name="connsiteY1" fmla="*/ 643029 h 711492"/>
              <a:gd name="connsiteX2" fmla="*/ 1115817 w 1687315"/>
              <a:gd name="connsiteY2" fmla="*/ 645443 h 711492"/>
              <a:gd name="connsiteX3" fmla="*/ 683144 w 1687315"/>
              <a:gd name="connsiteY3" fmla="*/ 524024 h 711492"/>
              <a:gd name="connsiteX4" fmla="*/ 0 w 1687315"/>
              <a:gd name="connsiteY4" fmla="*/ 0 h 711492"/>
              <a:gd name="connsiteX0" fmla="*/ 1161109 w 1579659"/>
              <a:gd name="connsiteY0" fmla="*/ 216962 h 651443"/>
              <a:gd name="connsiteX1" fmla="*/ 1578969 w 1579659"/>
              <a:gd name="connsiteY1" fmla="*/ 541713 h 651443"/>
              <a:gd name="connsiteX2" fmla="*/ 1115817 w 1579659"/>
              <a:gd name="connsiteY2" fmla="*/ 645443 h 651443"/>
              <a:gd name="connsiteX3" fmla="*/ 683144 w 1579659"/>
              <a:gd name="connsiteY3" fmla="*/ 524024 h 651443"/>
              <a:gd name="connsiteX4" fmla="*/ 0 w 1579659"/>
              <a:gd name="connsiteY4" fmla="*/ 0 h 651443"/>
              <a:gd name="connsiteX0" fmla="*/ 1288009 w 1581521"/>
              <a:gd name="connsiteY0" fmla="*/ 237707 h 645599"/>
              <a:gd name="connsiteX1" fmla="*/ 1578969 w 1581521"/>
              <a:gd name="connsiteY1" fmla="*/ 541713 h 645599"/>
              <a:gd name="connsiteX2" fmla="*/ 1115817 w 1581521"/>
              <a:gd name="connsiteY2" fmla="*/ 645443 h 645599"/>
              <a:gd name="connsiteX3" fmla="*/ 683144 w 1581521"/>
              <a:gd name="connsiteY3" fmla="*/ 524024 h 645599"/>
              <a:gd name="connsiteX4" fmla="*/ 0 w 1581521"/>
              <a:gd name="connsiteY4" fmla="*/ 0 h 645599"/>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91008"/>
              <a:gd name="connsiteY0" fmla="*/ 237707 h 667218"/>
              <a:gd name="connsiteX1" fmla="*/ 1578969 w 1591008"/>
              <a:gd name="connsiteY1" fmla="*/ 541713 h 667218"/>
              <a:gd name="connsiteX2" fmla="*/ 861173 w 1591008"/>
              <a:gd name="connsiteY2" fmla="*/ 634250 h 667218"/>
              <a:gd name="connsiteX3" fmla="*/ 0 w 1591008"/>
              <a:gd name="connsiteY3" fmla="*/ 0 h 667218"/>
              <a:gd name="connsiteX0" fmla="*/ 1288009 w 1449847"/>
              <a:gd name="connsiteY0" fmla="*/ 237707 h 673710"/>
              <a:gd name="connsiteX1" fmla="*/ 1427338 w 1449847"/>
              <a:gd name="connsiteY1" fmla="*/ 566380 h 673710"/>
              <a:gd name="connsiteX2" fmla="*/ 861173 w 1449847"/>
              <a:gd name="connsiteY2" fmla="*/ 634250 h 673710"/>
              <a:gd name="connsiteX3" fmla="*/ 0 w 1449847"/>
              <a:gd name="connsiteY3" fmla="*/ 0 h 673710"/>
              <a:gd name="connsiteX0" fmla="*/ 1288009 w 1456065"/>
              <a:gd name="connsiteY0" fmla="*/ 237707 h 661677"/>
              <a:gd name="connsiteX1" fmla="*/ 1427338 w 1456065"/>
              <a:gd name="connsiteY1" fmla="*/ 566380 h 661677"/>
              <a:gd name="connsiteX2" fmla="*/ 769524 w 1456065"/>
              <a:gd name="connsiteY2" fmla="*/ 619268 h 661677"/>
              <a:gd name="connsiteX3" fmla="*/ 0 w 1456065"/>
              <a:gd name="connsiteY3" fmla="*/ 0 h 661677"/>
            </a:gdLst>
            <a:ahLst/>
            <a:cxnLst>
              <a:cxn ang="0">
                <a:pos x="connsiteX0" y="connsiteY0"/>
              </a:cxn>
              <a:cxn ang="0">
                <a:pos x="connsiteX1" y="connsiteY1"/>
              </a:cxn>
              <a:cxn ang="0">
                <a:pos x="connsiteX2" y="connsiteY2"/>
              </a:cxn>
              <a:cxn ang="0">
                <a:pos x="connsiteX3" y="connsiteY3"/>
              </a:cxn>
            </a:cxnLst>
            <a:rect l="l" t="t" r="r" b="b"/>
            <a:pathLst>
              <a:path w="1456065" h="661677">
                <a:moveTo>
                  <a:pt x="1288009" y="237707"/>
                </a:moveTo>
                <a:cubicBezTo>
                  <a:pt x="1386954" y="454673"/>
                  <a:pt x="1513752" y="502787"/>
                  <a:pt x="1427338" y="566380"/>
                </a:cubicBezTo>
                <a:cubicBezTo>
                  <a:pt x="1340924" y="629973"/>
                  <a:pt x="1007414" y="713665"/>
                  <a:pt x="769524" y="619268"/>
                </a:cubicBezTo>
                <a:cubicBezTo>
                  <a:pt x="531634" y="524871"/>
                  <a:pt x="141499" y="458166"/>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4" name="Freeform: Shape 63">
            <a:extLst>
              <a:ext uri="{FF2B5EF4-FFF2-40B4-BE49-F238E27FC236}">
                <a16:creationId xmlns:a16="http://schemas.microsoft.com/office/drawing/2014/main" id="{F9382142-DAA9-4CA9-E1E9-50A75C44ACB1}"/>
              </a:ext>
            </a:extLst>
          </p:cNvPr>
          <p:cNvSpPr/>
          <p:nvPr userDrawn="1"/>
        </p:nvSpPr>
        <p:spPr>
          <a:xfrm rot="529037" flipH="1">
            <a:off x="9448217" y="-84665"/>
            <a:ext cx="800230" cy="38207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3405"/>
              <a:gd name="connsiteY0" fmla="*/ 310678 h 1645142"/>
              <a:gd name="connsiteX1" fmla="*/ 2549862 w 2703405"/>
              <a:gd name="connsiteY1" fmla="*/ 1008560 h 1645142"/>
              <a:gd name="connsiteX2" fmla="*/ 2698406 w 2703405"/>
              <a:gd name="connsiteY2" fmla="*/ 1369988 h 1645142"/>
              <a:gd name="connsiteX3" fmla="*/ 2641134 w 2703405"/>
              <a:gd name="connsiteY3" fmla="*/ 1644638 h 1645142"/>
              <a:gd name="connsiteX4" fmla="*/ 2381213 w 2703405"/>
              <a:gd name="connsiteY4" fmla="*/ 1302400 h 1645142"/>
              <a:gd name="connsiteX5" fmla="*/ 2130473 w 2703405"/>
              <a:gd name="connsiteY5" fmla="*/ 992721 h 1645142"/>
              <a:gd name="connsiteX6" fmla="*/ 1778390 w 2703405"/>
              <a:gd name="connsiteY6" fmla="*/ 852659 h 1645142"/>
              <a:gd name="connsiteX7" fmla="*/ 1077344 w 2703405"/>
              <a:gd name="connsiteY7" fmla="*/ 862362 h 1645142"/>
              <a:gd name="connsiteX8" fmla="*/ 0 w 2703405"/>
              <a:gd name="connsiteY8" fmla="*/ 0 h 1645142"/>
              <a:gd name="connsiteX0" fmla="*/ 2013656 w 2705097"/>
              <a:gd name="connsiteY0" fmla="*/ 310678 h 1389046"/>
              <a:gd name="connsiteX1" fmla="*/ 2549862 w 2705097"/>
              <a:gd name="connsiteY1" fmla="*/ 1008560 h 1389046"/>
              <a:gd name="connsiteX2" fmla="*/ 2698406 w 2705097"/>
              <a:gd name="connsiteY2" fmla="*/ 1369988 h 1389046"/>
              <a:gd name="connsiteX3" fmla="*/ 2381213 w 2705097"/>
              <a:gd name="connsiteY3" fmla="*/ 1302400 h 1389046"/>
              <a:gd name="connsiteX4" fmla="*/ 2130473 w 2705097"/>
              <a:gd name="connsiteY4" fmla="*/ 992721 h 1389046"/>
              <a:gd name="connsiteX5" fmla="*/ 1778390 w 2705097"/>
              <a:gd name="connsiteY5" fmla="*/ 852659 h 1389046"/>
              <a:gd name="connsiteX6" fmla="*/ 1077344 w 2705097"/>
              <a:gd name="connsiteY6" fmla="*/ 862362 h 1389046"/>
              <a:gd name="connsiteX7" fmla="*/ 0 w 2705097"/>
              <a:gd name="connsiteY7" fmla="*/ 0 h 1389046"/>
              <a:gd name="connsiteX0" fmla="*/ 2013656 w 2563559"/>
              <a:gd name="connsiteY0" fmla="*/ 310678 h 1302439"/>
              <a:gd name="connsiteX1" fmla="*/ 2549862 w 2563559"/>
              <a:gd name="connsiteY1" fmla="*/ 1008560 h 1302439"/>
              <a:gd name="connsiteX2" fmla="*/ 2381213 w 2563559"/>
              <a:gd name="connsiteY2" fmla="*/ 1302400 h 1302439"/>
              <a:gd name="connsiteX3" fmla="*/ 2130473 w 2563559"/>
              <a:gd name="connsiteY3" fmla="*/ 992721 h 1302439"/>
              <a:gd name="connsiteX4" fmla="*/ 1778390 w 2563559"/>
              <a:gd name="connsiteY4" fmla="*/ 852659 h 1302439"/>
              <a:gd name="connsiteX5" fmla="*/ 1077344 w 2563559"/>
              <a:gd name="connsiteY5" fmla="*/ 862362 h 1302439"/>
              <a:gd name="connsiteX6" fmla="*/ 0 w 2563559"/>
              <a:gd name="connsiteY6" fmla="*/ 0 h 1302439"/>
              <a:gd name="connsiteX0" fmla="*/ 1619456 w 2169359"/>
              <a:gd name="connsiteY0" fmla="*/ 0 h 991761"/>
              <a:gd name="connsiteX1" fmla="*/ 2155662 w 2169359"/>
              <a:gd name="connsiteY1" fmla="*/ 697882 h 991761"/>
              <a:gd name="connsiteX2" fmla="*/ 1987013 w 2169359"/>
              <a:gd name="connsiteY2" fmla="*/ 991722 h 991761"/>
              <a:gd name="connsiteX3" fmla="*/ 1736273 w 2169359"/>
              <a:gd name="connsiteY3" fmla="*/ 682043 h 991761"/>
              <a:gd name="connsiteX4" fmla="*/ 1384190 w 2169359"/>
              <a:gd name="connsiteY4" fmla="*/ 541981 h 991761"/>
              <a:gd name="connsiteX5" fmla="*/ 683144 w 2169359"/>
              <a:gd name="connsiteY5" fmla="*/ 551684 h 991761"/>
              <a:gd name="connsiteX6" fmla="*/ 0 w 2169359"/>
              <a:gd name="connsiteY6" fmla="*/ 27660 h 991761"/>
              <a:gd name="connsiteX0" fmla="*/ 1619456 w 2156537"/>
              <a:gd name="connsiteY0" fmla="*/ 0 h 750088"/>
              <a:gd name="connsiteX1" fmla="*/ 2155662 w 2156537"/>
              <a:gd name="connsiteY1" fmla="*/ 697882 h 750088"/>
              <a:gd name="connsiteX2" fmla="*/ 1736273 w 2156537"/>
              <a:gd name="connsiteY2" fmla="*/ 682043 h 750088"/>
              <a:gd name="connsiteX3" fmla="*/ 1384190 w 2156537"/>
              <a:gd name="connsiteY3" fmla="*/ 541981 h 750088"/>
              <a:gd name="connsiteX4" fmla="*/ 683144 w 2156537"/>
              <a:gd name="connsiteY4" fmla="*/ 551684 h 750088"/>
              <a:gd name="connsiteX5" fmla="*/ 0 w 2156537"/>
              <a:gd name="connsiteY5" fmla="*/ 27660 h 750088"/>
              <a:gd name="connsiteX0" fmla="*/ 1619456 w 2157949"/>
              <a:gd name="connsiteY0" fmla="*/ 0 h 719391"/>
              <a:gd name="connsiteX1" fmla="*/ 2155662 w 2157949"/>
              <a:gd name="connsiteY1" fmla="*/ 697882 h 719391"/>
              <a:gd name="connsiteX2" fmla="*/ 1384190 w 2157949"/>
              <a:gd name="connsiteY2" fmla="*/ 541981 h 719391"/>
              <a:gd name="connsiteX3" fmla="*/ 683144 w 2157949"/>
              <a:gd name="connsiteY3" fmla="*/ 551684 h 719391"/>
              <a:gd name="connsiteX4" fmla="*/ 0 w 2157949"/>
              <a:gd name="connsiteY4" fmla="*/ 27660 h 719391"/>
              <a:gd name="connsiteX0" fmla="*/ 1619456 w 2164771"/>
              <a:gd name="connsiteY0" fmla="*/ 0 h 746783"/>
              <a:gd name="connsiteX1" fmla="*/ 2155662 w 2164771"/>
              <a:gd name="connsiteY1" fmla="*/ 697882 h 746783"/>
              <a:gd name="connsiteX2" fmla="*/ 1115817 w 2164771"/>
              <a:gd name="connsiteY2" fmla="*/ 673103 h 746783"/>
              <a:gd name="connsiteX3" fmla="*/ 683144 w 2164771"/>
              <a:gd name="connsiteY3" fmla="*/ 551684 h 746783"/>
              <a:gd name="connsiteX4" fmla="*/ 0 w 2164771"/>
              <a:gd name="connsiteY4" fmla="*/ 27660 h 746783"/>
              <a:gd name="connsiteX0" fmla="*/ 1619456 w 1728692"/>
              <a:gd name="connsiteY0" fmla="*/ 0 h 725991"/>
              <a:gd name="connsiteX1" fmla="*/ 1686788 w 1728692"/>
              <a:gd name="connsiteY1" fmla="*/ 670689 h 725991"/>
              <a:gd name="connsiteX2" fmla="*/ 1115817 w 1728692"/>
              <a:gd name="connsiteY2" fmla="*/ 673103 h 725991"/>
              <a:gd name="connsiteX3" fmla="*/ 683144 w 1728692"/>
              <a:gd name="connsiteY3" fmla="*/ 551684 h 725991"/>
              <a:gd name="connsiteX4" fmla="*/ 0 w 1728692"/>
              <a:gd name="connsiteY4" fmla="*/ 27660 h 725991"/>
              <a:gd name="connsiteX0" fmla="*/ 1161109 w 1686884"/>
              <a:gd name="connsiteY0" fmla="*/ 216962 h 680455"/>
              <a:gd name="connsiteX1" fmla="*/ 1686788 w 1686884"/>
              <a:gd name="connsiteY1" fmla="*/ 643029 h 680455"/>
              <a:gd name="connsiteX2" fmla="*/ 1115817 w 1686884"/>
              <a:gd name="connsiteY2" fmla="*/ 645443 h 680455"/>
              <a:gd name="connsiteX3" fmla="*/ 683144 w 1686884"/>
              <a:gd name="connsiteY3" fmla="*/ 524024 h 680455"/>
              <a:gd name="connsiteX4" fmla="*/ 0 w 1686884"/>
              <a:gd name="connsiteY4" fmla="*/ 0 h 680455"/>
              <a:gd name="connsiteX0" fmla="*/ 1161109 w 1687315"/>
              <a:gd name="connsiteY0" fmla="*/ 216962 h 711492"/>
              <a:gd name="connsiteX1" fmla="*/ 1686788 w 1687315"/>
              <a:gd name="connsiteY1" fmla="*/ 643029 h 711492"/>
              <a:gd name="connsiteX2" fmla="*/ 1115817 w 1687315"/>
              <a:gd name="connsiteY2" fmla="*/ 645443 h 711492"/>
              <a:gd name="connsiteX3" fmla="*/ 683144 w 1687315"/>
              <a:gd name="connsiteY3" fmla="*/ 524024 h 711492"/>
              <a:gd name="connsiteX4" fmla="*/ 0 w 1687315"/>
              <a:gd name="connsiteY4" fmla="*/ 0 h 711492"/>
              <a:gd name="connsiteX0" fmla="*/ 1161109 w 1579659"/>
              <a:gd name="connsiteY0" fmla="*/ 216962 h 651443"/>
              <a:gd name="connsiteX1" fmla="*/ 1578969 w 1579659"/>
              <a:gd name="connsiteY1" fmla="*/ 541713 h 651443"/>
              <a:gd name="connsiteX2" fmla="*/ 1115817 w 1579659"/>
              <a:gd name="connsiteY2" fmla="*/ 645443 h 651443"/>
              <a:gd name="connsiteX3" fmla="*/ 683144 w 1579659"/>
              <a:gd name="connsiteY3" fmla="*/ 524024 h 651443"/>
              <a:gd name="connsiteX4" fmla="*/ 0 w 1579659"/>
              <a:gd name="connsiteY4" fmla="*/ 0 h 651443"/>
              <a:gd name="connsiteX0" fmla="*/ 1288009 w 1581521"/>
              <a:gd name="connsiteY0" fmla="*/ 237707 h 645599"/>
              <a:gd name="connsiteX1" fmla="*/ 1578969 w 1581521"/>
              <a:gd name="connsiteY1" fmla="*/ 541713 h 645599"/>
              <a:gd name="connsiteX2" fmla="*/ 1115817 w 1581521"/>
              <a:gd name="connsiteY2" fmla="*/ 645443 h 645599"/>
              <a:gd name="connsiteX3" fmla="*/ 683144 w 1581521"/>
              <a:gd name="connsiteY3" fmla="*/ 524024 h 645599"/>
              <a:gd name="connsiteX4" fmla="*/ 0 w 1581521"/>
              <a:gd name="connsiteY4" fmla="*/ 0 h 645599"/>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91008"/>
              <a:gd name="connsiteY0" fmla="*/ 237707 h 667218"/>
              <a:gd name="connsiteX1" fmla="*/ 1578969 w 1591008"/>
              <a:gd name="connsiteY1" fmla="*/ 541713 h 667218"/>
              <a:gd name="connsiteX2" fmla="*/ 861173 w 1591008"/>
              <a:gd name="connsiteY2" fmla="*/ 634250 h 667218"/>
              <a:gd name="connsiteX3" fmla="*/ 0 w 1591008"/>
              <a:gd name="connsiteY3" fmla="*/ 0 h 667218"/>
              <a:gd name="connsiteX0" fmla="*/ 1288009 w 1449847"/>
              <a:gd name="connsiteY0" fmla="*/ 237707 h 673710"/>
              <a:gd name="connsiteX1" fmla="*/ 1427338 w 1449847"/>
              <a:gd name="connsiteY1" fmla="*/ 566380 h 673710"/>
              <a:gd name="connsiteX2" fmla="*/ 861173 w 1449847"/>
              <a:gd name="connsiteY2" fmla="*/ 634250 h 673710"/>
              <a:gd name="connsiteX3" fmla="*/ 0 w 1449847"/>
              <a:gd name="connsiteY3" fmla="*/ 0 h 673710"/>
              <a:gd name="connsiteX0" fmla="*/ 1288009 w 1456065"/>
              <a:gd name="connsiteY0" fmla="*/ 237707 h 661677"/>
              <a:gd name="connsiteX1" fmla="*/ 1427338 w 1456065"/>
              <a:gd name="connsiteY1" fmla="*/ 566380 h 661677"/>
              <a:gd name="connsiteX2" fmla="*/ 769524 w 1456065"/>
              <a:gd name="connsiteY2" fmla="*/ 619268 h 661677"/>
              <a:gd name="connsiteX3" fmla="*/ 0 w 1456065"/>
              <a:gd name="connsiteY3" fmla="*/ 0 h 661677"/>
              <a:gd name="connsiteX0" fmla="*/ 1288009 w 1352840"/>
              <a:gd name="connsiteY0" fmla="*/ 237707 h 662235"/>
              <a:gd name="connsiteX1" fmla="*/ 1277528 w 1352840"/>
              <a:gd name="connsiteY1" fmla="*/ 568109 h 662235"/>
              <a:gd name="connsiteX2" fmla="*/ 769524 w 1352840"/>
              <a:gd name="connsiteY2" fmla="*/ 619268 h 662235"/>
              <a:gd name="connsiteX3" fmla="*/ 0 w 1352840"/>
              <a:gd name="connsiteY3" fmla="*/ 0 h 662235"/>
            </a:gdLst>
            <a:ahLst/>
            <a:cxnLst>
              <a:cxn ang="0">
                <a:pos x="connsiteX0" y="connsiteY0"/>
              </a:cxn>
              <a:cxn ang="0">
                <a:pos x="connsiteX1" y="connsiteY1"/>
              </a:cxn>
              <a:cxn ang="0">
                <a:pos x="connsiteX2" y="connsiteY2"/>
              </a:cxn>
              <a:cxn ang="0">
                <a:pos x="connsiteX3" y="connsiteY3"/>
              </a:cxn>
            </a:cxnLst>
            <a:rect l="l" t="t" r="r" b="b"/>
            <a:pathLst>
              <a:path w="1352840" h="662235">
                <a:moveTo>
                  <a:pt x="1288009" y="237707"/>
                </a:moveTo>
                <a:cubicBezTo>
                  <a:pt x="1386954" y="454673"/>
                  <a:pt x="1363942" y="504516"/>
                  <a:pt x="1277528" y="568109"/>
                </a:cubicBezTo>
                <a:cubicBezTo>
                  <a:pt x="1191114" y="631702"/>
                  <a:pt x="982445" y="713953"/>
                  <a:pt x="769524" y="619268"/>
                </a:cubicBezTo>
                <a:cubicBezTo>
                  <a:pt x="556603" y="524583"/>
                  <a:pt x="141499" y="458166"/>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5" name="Freeform: Shape 64">
            <a:extLst>
              <a:ext uri="{FF2B5EF4-FFF2-40B4-BE49-F238E27FC236}">
                <a16:creationId xmlns:a16="http://schemas.microsoft.com/office/drawing/2014/main" id="{D7E9B07C-C361-8433-8485-09E1D006612C}"/>
              </a:ext>
            </a:extLst>
          </p:cNvPr>
          <p:cNvSpPr/>
          <p:nvPr userDrawn="1"/>
        </p:nvSpPr>
        <p:spPr>
          <a:xfrm rot="1795873" flipH="1">
            <a:off x="9981302" y="6139040"/>
            <a:ext cx="883842" cy="957864"/>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084827 w 1208420"/>
              <a:gd name="connsiteY0" fmla="*/ 1158270 h 1158270"/>
              <a:gd name="connsiteX1" fmla="*/ 1069565 w 1208420"/>
              <a:gd name="connsiteY1" fmla="*/ 374076 h 1158270"/>
              <a:gd name="connsiteX2" fmla="*/ 798264 w 1208420"/>
              <a:gd name="connsiteY2" fmla="*/ 97552 h 1158270"/>
              <a:gd name="connsiteX3" fmla="*/ 557693 w 1208420"/>
              <a:gd name="connsiteY3" fmla="*/ 2613 h 1158270"/>
              <a:gd name="connsiteX4" fmla="*/ 61674 w 1208420"/>
              <a:gd name="connsiteY4" fmla="*/ 184307 h 1158270"/>
              <a:gd name="connsiteX5" fmla="*/ 74143 w 1208420"/>
              <a:gd name="connsiteY5" fmla="*/ 696284 h 1158270"/>
              <a:gd name="connsiteX0" fmla="*/ 1084827 w 1194306"/>
              <a:gd name="connsiteY0" fmla="*/ 1158940 h 1158940"/>
              <a:gd name="connsiteX1" fmla="*/ 1013596 w 1194306"/>
              <a:gd name="connsiteY1" fmla="*/ 458171 h 1158940"/>
              <a:gd name="connsiteX2" fmla="*/ 798264 w 1194306"/>
              <a:gd name="connsiteY2" fmla="*/ 98222 h 1158940"/>
              <a:gd name="connsiteX3" fmla="*/ 557693 w 1194306"/>
              <a:gd name="connsiteY3" fmla="*/ 3283 h 1158940"/>
              <a:gd name="connsiteX4" fmla="*/ 61674 w 1194306"/>
              <a:gd name="connsiteY4" fmla="*/ 184977 h 1158940"/>
              <a:gd name="connsiteX5" fmla="*/ 74143 w 1194306"/>
              <a:gd name="connsiteY5" fmla="*/ 696954 h 1158940"/>
              <a:gd name="connsiteX0" fmla="*/ 1084827 w 1194306"/>
              <a:gd name="connsiteY0" fmla="*/ 1393667 h 1393667"/>
              <a:gd name="connsiteX1" fmla="*/ 1013596 w 1194306"/>
              <a:gd name="connsiteY1" fmla="*/ 692898 h 1393667"/>
              <a:gd name="connsiteX2" fmla="*/ 798264 w 1194306"/>
              <a:gd name="connsiteY2" fmla="*/ 332949 h 1393667"/>
              <a:gd name="connsiteX3" fmla="*/ 499449 w 1194306"/>
              <a:gd name="connsiteY3" fmla="*/ 647 h 1393667"/>
              <a:gd name="connsiteX4" fmla="*/ 61674 w 1194306"/>
              <a:gd name="connsiteY4" fmla="*/ 419704 h 1393667"/>
              <a:gd name="connsiteX5" fmla="*/ 74143 w 1194306"/>
              <a:gd name="connsiteY5" fmla="*/ 931681 h 1393667"/>
              <a:gd name="connsiteX0" fmla="*/ 1057542 w 1167021"/>
              <a:gd name="connsiteY0" fmla="*/ 1394048 h 1394048"/>
              <a:gd name="connsiteX1" fmla="*/ 986311 w 1167021"/>
              <a:gd name="connsiteY1" fmla="*/ 693279 h 1394048"/>
              <a:gd name="connsiteX2" fmla="*/ 770979 w 1167021"/>
              <a:gd name="connsiteY2" fmla="*/ 333330 h 1394048"/>
              <a:gd name="connsiteX3" fmla="*/ 472164 w 1167021"/>
              <a:gd name="connsiteY3" fmla="*/ 1028 h 1394048"/>
              <a:gd name="connsiteX4" fmla="*/ 137186 w 1167021"/>
              <a:gd name="connsiteY4" fmla="*/ 246201 h 1394048"/>
              <a:gd name="connsiteX5" fmla="*/ 46858 w 1167021"/>
              <a:gd name="connsiteY5" fmla="*/ 932062 h 1394048"/>
              <a:gd name="connsiteX0" fmla="*/ 1120760 w 1230239"/>
              <a:gd name="connsiteY0" fmla="*/ 1394048 h 1394048"/>
              <a:gd name="connsiteX1" fmla="*/ 1049529 w 1230239"/>
              <a:gd name="connsiteY1" fmla="*/ 693279 h 1394048"/>
              <a:gd name="connsiteX2" fmla="*/ 834197 w 1230239"/>
              <a:gd name="connsiteY2" fmla="*/ 333330 h 1394048"/>
              <a:gd name="connsiteX3" fmla="*/ 535382 w 1230239"/>
              <a:gd name="connsiteY3" fmla="*/ 1028 h 1394048"/>
              <a:gd name="connsiteX4" fmla="*/ 200404 w 1230239"/>
              <a:gd name="connsiteY4" fmla="*/ 246201 h 1394048"/>
              <a:gd name="connsiteX5" fmla="*/ 36800 w 1230239"/>
              <a:gd name="connsiteY5" fmla="*/ 357903 h 1394048"/>
              <a:gd name="connsiteX0" fmla="*/ 1083960 w 1193439"/>
              <a:gd name="connsiteY0" fmla="*/ 1394048 h 1394048"/>
              <a:gd name="connsiteX1" fmla="*/ 1012729 w 1193439"/>
              <a:gd name="connsiteY1" fmla="*/ 693279 h 1394048"/>
              <a:gd name="connsiteX2" fmla="*/ 797397 w 1193439"/>
              <a:gd name="connsiteY2" fmla="*/ 333330 h 1394048"/>
              <a:gd name="connsiteX3" fmla="*/ 498582 w 1193439"/>
              <a:gd name="connsiteY3" fmla="*/ 1028 h 1394048"/>
              <a:gd name="connsiteX4" fmla="*/ 163604 w 1193439"/>
              <a:gd name="connsiteY4" fmla="*/ 246201 h 1394048"/>
              <a:gd name="connsiteX5" fmla="*/ 0 w 1193439"/>
              <a:gd name="connsiteY5" fmla="*/ 357903 h 1394048"/>
              <a:gd name="connsiteX0" fmla="*/ 1083960 w 1193439"/>
              <a:gd name="connsiteY0" fmla="*/ 1395917 h 1395917"/>
              <a:gd name="connsiteX1" fmla="*/ 1012729 w 1193439"/>
              <a:gd name="connsiteY1" fmla="*/ 695148 h 1395917"/>
              <a:gd name="connsiteX2" fmla="*/ 797397 w 1193439"/>
              <a:gd name="connsiteY2" fmla="*/ 335199 h 1395917"/>
              <a:gd name="connsiteX3" fmla="*/ 498582 w 1193439"/>
              <a:gd name="connsiteY3" fmla="*/ 2897 h 1395917"/>
              <a:gd name="connsiteX4" fmla="*/ 185345 w 1193439"/>
              <a:gd name="connsiteY4" fmla="*/ 203990 h 1395917"/>
              <a:gd name="connsiteX5" fmla="*/ 0 w 1193439"/>
              <a:gd name="connsiteY5" fmla="*/ 359772 h 1395917"/>
              <a:gd name="connsiteX0" fmla="*/ 1083960 w 1193439"/>
              <a:gd name="connsiteY0" fmla="*/ 1512283 h 1512283"/>
              <a:gd name="connsiteX1" fmla="*/ 1012729 w 1193439"/>
              <a:gd name="connsiteY1" fmla="*/ 811514 h 1512283"/>
              <a:gd name="connsiteX2" fmla="*/ 797397 w 1193439"/>
              <a:gd name="connsiteY2" fmla="*/ 451565 h 1512283"/>
              <a:gd name="connsiteX3" fmla="*/ 499722 w 1193439"/>
              <a:gd name="connsiteY3" fmla="*/ 1496 h 1512283"/>
              <a:gd name="connsiteX4" fmla="*/ 185345 w 1193439"/>
              <a:gd name="connsiteY4" fmla="*/ 320356 h 1512283"/>
              <a:gd name="connsiteX5" fmla="*/ 0 w 1193439"/>
              <a:gd name="connsiteY5" fmla="*/ 476138 h 1512283"/>
              <a:gd name="connsiteX0" fmla="*/ 1120928 w 1223738"/>
              <a:gd name="connsiteY0" fmla="*/ 948231 h 948231"/>
              <a:gd name="connsiteX1" fmla="*/ 1012729 w 1223738"/>
              <a:gd name="connsiteY1" fmla="*/ 811514 h 948231"/>
              <a:gd name="connsiteX2" fmla="*/ 797397 w 1223738"/>
              <a:gd name="connsiteY2" fmla="*/ 451565 h 948231"/>
              <a:gd name="connsiteX3" fmla="*/ 499722 w 1223738"/>
              <a:gd name="connsiteY3" fmla="*/ 1496 h 948231"/>
              <a:gd name="connsiteX4" fmla="*/ 185345 w 1223738"/>
              <a:gd name="connsiteY4" fmla="*/ 320356 h 948231"/>
              <a:gd name="connsiteX5" fmla="*/ 0 w 1223738"/>
              <a:gd name="connsiteY5" fmla="*/ 476138 h 948231"/>
              <a:gd name="connsiteX0" fmla="*/ 1120928 w 1185130"/>
              <a:gd name="connsiteY0" fmla="*/ 948231 h 948231"/>
              <a:gd name="connsiteX1" fmla="*/ 1012729 w 1185130"/>
              <a:gd name="connsiteY1" fmla="*/ 811514 h 948231"/>
              <a:gd name="connsiteX2" fmla="*/ 797397 w 1185130"/>
              <a:gd name="connsiteY2" fmla="*/ 451565 h 948231"/>
              <a:gd name="connsiteX3" fmla="*/ 499722 w 1185130"/>
              <a:gd name="connsiteY3" fmla="*/ 1496 h 948231"/>
              <a:gd name="connsiteX4" fmla="*/ 185345 w 1185130"/>
              <a:gd name="connsiteY4" fmla="*/ 320356 h 948231"/>
              <a:gd name="connsiteX5" fmla="*/ 0 w 1185130"/>
              <a:gd name="connsiteY5" fmla="*/ 476138 h 948231"/>
              <a:gd name="connsiteX0" fmla="*/ 1120928 w 1170108"/>
              <a:gd name="connsiteY0" fmla="*/ 948231 h 948231"/>
              <a:gd name="connsiteX1" fmla="*/ 902550 w 1170108"/>
              <a:gd name="connsiteY1" fmla="*/ 638545 h 948231"/>
              <a:gd name="connsiteX2" fmla="*/ 797397 w 1170108"/>
              <a:gd name="connsiteY2" fmla="*/ 451565 h 948231"/>
              <a:gd name="connsiteX3" fmla="*/ 499722 w 1170108"/>
              <a:gd name="connsiteY3" fmla="*/ 1496 h 948231"/>
              <a:gd name="connsiteX4" fmla="*/ 185345 w 1170108"/>
              <a:gd name="connsiteY4" fmla="*/ 320356 h 948231"/>
              <a:gd name="connsiteX5" fmla="*/ 0 w 1170108"/>
              <a:gd name="connsiteY5" fmla="*/ 476138 h 948231"/>
              <a:gd name="connsiteX0" fmla="*/ 1120928 w 1171518"/>
              <a:gd name="connsiteY0" fmla="*/ 947278 h 947278"/>
              <a:gd name="connsiteX1" fmla="*/ 902550 w 1171518"/>
              <a:gd name="connsiteY1" fmla="*/ 637592 h 947278"/>
              <a:gd name="connsiteX2" fmla="*/ 712382 w 1171518"/>
              <a:gd name="connsiteY2" fmla="*/ 395716 h 947278"/>
              <a:gd name="connsiteX3" fmla="*/ 499722 w 1171518"/>
              <a:gd name="connsiteY3" fmla="*/ 543 h 947278"/>
              <a:gd name="connsiteX4" fmla="*/ 185345 w 1171518"/>
              <a:gd name="connsiteY4" fmla="*/ 319403 h 947278"/>
              <a:gd name="connsiteX5" fmla="*/ 0 w 1171518"/>
              <a:gd name="connsiteY5" fmla="*/ 475185 h 947278"/>
              <a:gd name="connsiteX0" fmla="*/ 1120928 w 1173598"/>
              <a:gd name="connsiteY0" fmla="*/ 947847 h 947847"/>
              <a:gd name="connsiteX1" fmla="*/ 902550 w 1173598"/>
              <a:gd name="connsiteY1" fmla="*/ 638161 h 947847"/>
              <a:gd name="connsiteX2" fmla="*/ 594016 w 1173598"/>
              <a:gd name="connsiteY2" fmla="*/ 431732 h 947847"/>
              <a:gd name="connsiteX3" fmla="*/ 499722 w 1173598"/>
              <a:gd name="connsiteY3" fmla="*/ 1112 h 947847"/>
              <a:gd name="connsiteX4" fmla="*/ 185345 w 1173598"/>
              <a:gd name="connsiteY4" fmla="*/ 319972 h 947847"/>
              <a:gd name="connsiteX5" fmla="*/ 0 w 1173598"/>
              <a:gd name="connsiteY5" fmla="*/ 475754 h 947847"/>
              <a:gd name="connsiteX0" fmla="*/ 1120928 w 1173598"/>
              <a:gd name="connsiteY0" fmla="*/ 953655 h 953655"/>
              <a:gd name="connsiteX1" fmla="*/ 902550 w 1173598"/>
              <a:gd name="connsiteY1" fmla="*/ 643969 h 953655"/>
              <a:gd name="connsiteX2" fmla="*/ 594016 w 1173598"/>
              <a:gd name="connsiteY2" fmla="*/ 437540 h 953655"/>
              <a:gd name="connsiteX3" fmla="*/ 499722 w 1173598"/>
              <a:gd name="connsiteY3" fmla="*/ 6920 h 953655"/>
              <a:gd name="connsiteX4" fmla="*/ 185345 w 1173598"/>
              <a:gd name="connsiteY4" fmla="*/ 325780 h 953655"/>
              <a:gd name="connsiteX5" fmla="*/ 0 w 1173598"/>
              <a:gd name="connsiteY5" fmla="*/ 481562 h 953655"/>
              <a:gd name="connsiteX0" fmla="*/ 1120928 w 1163938"/>
              <a:gd name="connsiteY0" fmla="*/ 953655 h 953655"/>
              <a:gd name="connsiteX1" fmla="*/ 803912 w 1163938"/>
              <a:gd name="connsiteY1" fmla="*/ 661237 h 953655"/>
              <a:gd name="connsiteX2" fmla="*/ 594016 w 1163938"/>
              <a:gd name="connsiteY2" fmla="*/ 437540 h 953655"/>
              <a:gd name="connsiteX3" fmla="*/ 499722 w 1163938"/>
              <a:gd name="connsiteY3" fmla="*/ 6920 h 953655"/>
              <a:gd name="connsiteX4" fmla="*/ 185345 w 1163938"/>
              <a:gd name="connsiteY4" fmla="*/ 325780 h 953655"/>
              <a:gd name="connsiteX5" fmla="*/ 0 w 1163938"/>
              <a:gd name="connsiteY5" fmla="*/ 481562 h 953655"/>
              <a:gd name="connsiteX0" fmla="*/ 1120928 w 1185465"/>
              <a:gd name="connsiteY0" fmla="*/ 953655 h 953655"/>
              <a:gd name="connsiteX1" fmla="*/ 984411 w 1185465"/>
              <a:gd name="connsiteY1" fmla="*/ 695261 h 953655"/>
              <a:gd name="connsiteX2" fmla="*/ 594016 w 1185465"/>
              <a:gd name="connsiteY2" fmla="*/ 437540 h 953655"/>
              <a:gd name="connsiteX3" fmla="*/ 499722 w 1185465"/>
              <a:gd name="connsiteY3" fmla="*/ 6920 h 953655"/>
              <a:gd name="connsiteX4" fmla="*/ 185345 w 1185465"/>
              <a:gd name="connsiteY4" fmla="*/ 325780 h 953655"/>
              <a:gd name="connsiteX5" fmla="*/ 0 w 1185465"/>
              <a:gd name="connsiteY5" fmla="*/ 481562 h 953655"/>
              <a:gd name="connsiteX0" fmla="*/ 1120928 w 1185465"/>
              <a:gd name="connsiteY0" fmla="*/ 972334 h 972334"/>
              <a:gd name="connsiteX1" fmla="*/ 984411 w 1185465"/>
              <a:gd name="connsiteY1" fmla="*/ 713940 h 972334"/>
              <a:gd name="connsiteX2" fmla="*/ 594016 w 1185465"/>
              <a:gd name="connsiteY2" fmla="*/ 456219 h 972334"/>
              <a:gd name="connsiteX3" fmla="*/ 499722 w 1185465"/>
              <a:gd name="connsiteY3" fmla="*/ 25599 h 972334"/>
              <a:gd name="connsiteX4" fmla="*/ 185345 w 1185465"/>
              <a:gd name="connsiteY4" fmla="*/ 344459 h 972334"/>
              <a:gd name="connsiteX5" fmla="*/ 0 w 1185465"/>
              <a:gd name="connsiteY5" fmla="*/ 500241 h 97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465" h="972334">
                <a:moveTo>
                  <a:pt x="1120928" y="972334"/>
                </a:moveTo>
                <a:cubicBezTo>
                  <a:pt x="1294663" y="790824"/>
                  <a:pt x="1072230" y="799959"/>
                  <a:pt x="984411" y="713940"/>
                </a:cubicBezTo>
                <a:cubicBezTo>
                  <a:pt x="896592" y="627921"/>
                  <a:pt x="674798" y="570943"/>
                  <a:pt x="594016" y="456219"/>
                </a:cubicBezTo>
                <a:cubicBezTo>
                  <a:pt x="513235" y="341496"/>
                  <a:pt x="707807" y="143151"/>
                  <a:pt x="499722" y="25599"/>
                </a:cubicBezTo>
                <a:cubicBezTo>
                  <a:pt x="291637" y="-91953"/>
                  <a:pt x="262974" y="226825"/>
                  <a:pt x="185345" y="344459"/>
                </a:cubicBezTo>
                <a:cubicBezTo>
                  <a:pt x="135720" y="419802"/>
                  <a:pt x="28115" y="447314"/>
                  <a:pt x="0" y="50024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6" name="Freeform: Shape 65">
            <a:extLst>
              <a:ext uri="{FF2B5EF4-FFF2-40B4-BE49-F238E27FC236}">
                <a16:creationId xmlns:a16="http://schemas.microsoft.com/office/drawing/2014/main" id="{3C54F7BC-3CDD-A59C-4A09-95BB22A397EC}"/>
              </a:ext>
            </a:extLst>
          </p:cNvPr>
          <p:cNvSpPr/>
          <p:nvPr userDrawn="1"/>
        </p:nvSpPr>
        <p:spPr>
          <a:xfrm rot="843214" flipH="1">
            <a:off x="5477652" y="372882"/>
            <a:ext cx="3743512" cy="6324850"/>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972234 w 2769685"/>
              <a:gd name="connsiteY6" fmla="*/ 1644157 h 4397864"/>
              <a:gd name="connsiteX7" fmla="*/ 1486394 w 2769685"/>
              <a:gd name="connsiteY7" fmla="*/ 1675780 h 4397864"/>
              <a:gd name="connsiteX8" fmla="*/ 1816721 w 2769685"/>
              <a:gd name="connsiteY8" fmla="*/ 1552336 h 4397864"/>
              <a:gd name="connsiteX9" fmla="*/ 2269270 w 2769685"/>
              <a:gd name="connsiteY9" fmla="*/ 1583765 h 4397864"/>
              <a:gd name="connsiteX10" fmla="*/ 2483153 w 2769685"/>
              <a:gd name="connsiteY10" fmla="*/ 1428143 h 4397864"/>
              <a:gd name="connsiteX11" fmla="*/ 2715565 w 2769685"/>
              <a:gd name="connsiteY11" fmla="*/ 1038150 h 4397864"/>
              <a:gd name="connsiteX12" fmla="*/ 2769324 w 2769685"/>
              <a:gd name="connsiteY12" fmla="*/ 568410 h 4397864"/>
              <a:gd name="connsiteX13" fmla="*/ 2763030 w 2769685"/>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969307 w 2766758"/>
              <a:gd name="connsiteY6" fmla="*/ 1644157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707569 w 2766758"/>
              <a:gd name="connsiteY10" fmla="*/ 144627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980142"/>
              <a:gd name="connsiteY0" fmla="*/ 4397864 h 4397864"/>
              <a:gd name="connsiteX1" fmla="*/ 469768 w 2980142"/>
              <a:gd name="connsiteY1" fmla="*/ 3808409 h 4397864"/>
              <a:gd name="connsiteX2" fmla="*/ 361227 w 2980142"/>
              <a:gd name="connsiteY2" fmla="*/ 3069406 h 4397864"/>
              <a:gd name="connsiteX3" fmla="*/ 20613 w 2980142"/>
              <a:gd name="connsiteY3" fmla="*/ 2507421 h 4397864"/>
              <a:gd name="connsiteX4" fmla="*/ 62718 w 2980142"/>
              <a:gd name="connsiteY4" fmla="*/ 1879043 h 4397864"/>
              <a:gd name="connsiteX5" fmla="*/ 267026 w 2980142"/>
              <a:gd name="connsiteY5" fmla="*/ 1627202 h 4397864"/>
              <a:gd name="connsiteX6" fmla="*/ 1036615 w 2980142"/>
              <a:gd name="connsiteY6" fmla="*/ 1899485 h 4397864"/>
              <a:gd name="connsiteX7" fmla="*/ 1483467 w 2980142"/>
              <a:gd name="connsiteY7" fmla="*/ 1675780 h 4397864"/>
              <a:gd name="connsiteX8" fmla="*/ 2054778 w 2980142"/>
              <a:gd name="connsiteY8" fmla="*/ 1749865 h 4397864"/>
              <a:gd name="connsiteX9" fmla="*/ 2374845 w 2980142"/>
              <a:gd name="connsiteY9" fmla="*/ 1670551 h 4397864"/>
              <a:gd name="connsiteX10" fmla="*/ 2707569 w 2980142"/>
              <a:gd name="connsiteY10" fmla="*/ 1446273 h 4397864"/>
              <a:gd name="connsiteX11" fmla="*/ 2980015 w 2980142"/>
              <a:gd name="connsiteY11" fmla="*/ 929763 h 4397864"/>
              <a:gd name="connsiteX12" fmla="*/ 2766397 w 2980142"/>
              <a:gd name="connsiteY12" fmla="*/ 568410 h 4397864"/>
              <a:gd name="connsiteX13" fmla="*/ 2760103 w 2980142"/>
              <a:gd name="connsiteY13" fmla="*/ 0 h 4397864"/>
              <a:gd name="connsiteX0" fmla="*/ 413180 w 2980125"/>
              <a:gd name="connsiteY0" fmla="*/ 4397864 h 4397864"/>
              <a:gd name="connsiteX1" fmla="*/ 469751 w 2980125"/>
              <a:gd name="connsiteY1" fmla="*/ 3808409 h 4397864"/>
              <a:gd name="connsiteX2" fmla="*/ 361210 w 2980125"/>
              <a:gd name="connsiteY2" fmla="*/ 3069406 h 4397864"/>
              <a:gd name="connsiteX3" fmla="*/ 20596 w 2980125"/>
              <a:gd name="connsiteY3" fmla="*/ 2507421 h 4397864"/>
              <a:gd name="connsiteX4" fmla="*/ 62701 w 2980125"/>
              <a:gd name="connsiteY4" fmla="*/ 1879043 h 4397864"/>
              <a:gd name="connsiteX5" fmla="*/ 266453 w 2980125"/>
              <a:gd name="connsiteY5" fmla="*/ 1590599 h 4397864"/>
              <a:gd name="connsiteX6" fmla="*/ 1036598 w 2980125"/>
              <a:gd name="connsiteY6" fmla="*/ 1899485 h 4397864"/>
              <a:gd name="connsiteX7" fmla="*/ 1483450 w 2980125"/>
              <a:gd name="connsiteY7" fmla="*/ 1675780 h 4397864"/>
              <a:gd name="connsiteX8" fmla="*/ 2054761 w 2980125"/>
              <a:gd name="connsiteY8" fmla="*/ 1749865 h 4397864"/>
              <a:gd name="connsiteX9" fmla="*/ 2374828 w 2980125"/>
              <a:gd name="connsiteY9" fmla="*/ 1670551 h 4397864"/>
              <a:gd name="connsiteX10" fmla="*/ 2707552 w 2980125"/>
              <a:gd name="connsiteY10" fmla="*/ 1446273 h 4397864"/>
              <a:gd name="connsiteX11" fmla="*/ 2979998 w 2980125"/>
              <a:gd name="connsiteY11" fmla="*/ 929763 h 4397864"/>
              <a:gd name="connsiteX12" fmla="*/ 2766380 w 2980125"/>
              <a:gd name="connsiteY12" fmla="*/ 568410 h 4397864"/>
              <a:gd name="connsiteX13" fmla="*/ 2760086 w 2980125"/>
              <a:gd name="connsiteY13" fmla="*/ 0 h 4397864"/>
              <a:gd name="connsiteX0" fmla="*/ 439203 w 3006148"/>
              <a:gd name="connsiteY0" fmla="*/ 4397864 h 4397864"/>
              <a:gd name="connsiteX1" fmla="*/ 495774 w 3006148"/>
              <a:gd name="connsiteY1" fmla="*/ 3808409 h 4397864"/>
              <a:gd name="connsiteX2" fmla="*/ 387233 w 3006148"/>
              <a:gd name="connsiteY2" fmla="*/ 3069406 h 4397864"/>
              <a:gd name="connsiteX3" fmla="*/ 46619 w 3006148"/>
              <a:gd name="connsiteY3" fmla="*/ 2507421 h 4397864"/>
              <a:gd name="connsiteX4" fmla="*/ 29325 w 3006148"/>
              <a:gd name="connsiteY4" fmla="*/ 1859598 h 4397864"/>
              <a:gd name="connsiteX5" fmla="*/ 292476 w 3006148"/>
              <a:gd name="connsiteY5" fmla="*/ 1590599 h 4397864"/>
              <a:gd name="connsiteX6" fmla="*/ 1062621 w 3006148"/>
              <a:gd name="connsiteY6" fmla="*/ 1899485 h 4397864"/>
              <a:gd name="connsiteX7" fmla="*/ 1509473 w 3006148"/>
              <a:gd name="connsiteY7" fmla="*/ 1675780 h 4397864"/>
              <a:gd name="connsiteX8" fmla="*/ 2080784 w 3006148"/>
              <a:gd name="connsiteY8" fmla="*/ 1749865 h 4397864"/>
              <a:gd name="connsiteX9" fmla="*/ 2400851 w 3006148"/>
              <a:gd name="connsiteY9" fmla="*/ 1670551 h 4397864"/>
              <a:gd name="connsiteX10" fmla="*/ 2733575 w 3006148"/>
              <a:gd name="connsiteY10" fmla="*/ 1446273 h 4397864"/>
              <a:gd name="connsiteX11" fmla="*/ 3006021 w 3006148"/>
              <a:gd name="connsiteY11" fmla="*/ 929763 h 4397864"/>
              <a:gd name="connsiteX12" fmla="*/ 2792403 w 3006148"/>
              <a:gd name="connsiteY12" fmla="*/ 568410 h 4397864"/>
              <a:gd name="connsiteX13" fmla="*/ 2786109 w 3006148"/>
              <a:gd name="connsiteY13" fmla="*/ 0 h 4397864"/>
              <a:gd name="connsiteX0" fmla="*/ 495774 w 3006148"/>
              <a:gd name="connsiteY0" fmla="*/ 3808409 h 3808409"/>
              <a:gd name="connsiteX1" fmla="*/ 387233 w 3006148"/>
              <a:gd name="connsiteY1" fmla="*/ 3069406 h 3808409"/>
              <a:gd name="connsiteX2" fmla="*/ 46619 w 3006148"/>
              <a:gd name="connsiteY2" fmla="*/ 2507421 h 3808409"/>
              <a:gd name="connsiteX3" fmla="*/ 29325 w 3006148"/>
              <a:gd name="connsiteY3" fmla="*/ 1859598 h 3808409"/>
              <a:gd name="connsiteX4" fmla="*/ 292476 w 3006148"/>
              <a:gd name="connsiteY4" fmla="*/ 1590599 h 3808409"/>
              <a:gd name="connsiteX5" fmla="*/ 1062621 w 3006148"/>
              <a:gd name="connsiteY5" fmla="*/ 1899485 h 3808409"/>
              <a:gd name="connsiteX6" fmla="*/ 1509473 w 3006148"/>
              <a:gd name="connsiteY6" fmla="*/ 1675780 h 3808409"/>
              <a:gd name="connsiteX7" fmla="*/ 2080784 w 3006148"/>
              <a:gd name="connsiteY7" fmla="*/ 1749865 h 3808409"/>
              <a:gd name="connsiteX8" fmla="*/ 2400851 w 3006148"/>
              <a:gd name="connsiteY8" fmla="*/ 1670551 h 3808409"/>
              <a:gd name="connsiteX9" fmla="*/ 2733575 w 3006148"/>
              <a:gd name="connsiteY9" fmla="*/ 1446273 h 3808409"/>
              <a:gd name="connsiteX10" fmla="*/ 3006021 w 3006148"/>
              <a:gd name="connsiteY10" fmla="*/ 929763 h 3808409"/>
              <a:gd name="connsiteX11" fmla="*/ 2792403 w 3006148"/>
              <a:gd name="connsiteY11" fmla="*/ 568410 h 3808409"/>
              <a:gd name="connsiteX12" fmla="*/ 2786109 w 3006148"/>
              <a:gd name="connsiteY12" fmla="*/ 0 h 3808409"/>
              <a:gd name="connsiteX0" fmla="*/ 665334 w 3006148"/>
              <a:gd name="connsiteY0" fmla="*/ 4055176 h 4055176"/>
              <a:gd name="connsiteX1" fmla="*/ 387233 w 3006148"/>
              <a:gd name="connsiteY1" fmla="*/ 3069406 h 4055176"/>
              <a:gd name="connsiteX2" fmla="*/ 46619 w 3006148"/>
              <a:gd name="connsiteY2" fmla="*/ 2507421 h 4055176"/>
              <a:gd name="connsiteX3" fmla="*/ 29325 w 3006148"/>
              <a:gd name="connsiteY3" fmla="*/ 1859598 h 4055176"/>
              <a:gd name="connsiteX4" fmla="*/ 292476 w 3006148"/>
              <a:gd name="connsiteY4" fmla="*/ 1590599 h 4055176"/>
              <a:gd name="connsiteX5" fmla="*/ 1062621 w 3006148"/>
              <a:gd name="connsiteY5" fmla="*/ 1899485 h 4055176"/>
              <a:gd name="connsiteX6" fmla="*/ 1509473 w 3006148"/>
              <a:gd name="connsiteY6" fmla="*/ 1675780 h 4055176"/>
              <a:gd name="connsiteX7" fmla="*/ 2080784 w 3006148"/>
              <a:gd name="connsiteY7" fmla="*/ 1749865 h 4055176"/>
              <a:gd name="connsiteX8" fmla="*/ 2400851 w 3006148"/>
              <a:gd name="connsiteY8" fmla="*/ 1670551 h 4055176"/>
              <a:gd name="connsiteX9" fmla="*/ 2733575 w 3006148"/>
              <a:gd name="connsiteY9" fmla="*/ 1446273 h 4055176"/>
              <a:gd name="connsiteX10" fmla="*/ 3006021 w 3006148"/>
              <a:gd name="connsiteY10" fmla="*/ 929763 h 4055176"/>
              <a:gd name="connsiteX11" fmla="*/ 2792403 w 3006148"/>
              <a:gd name="connsiteY11" fmla="*/ 568410 h 4055176"/>
              <a:gd name="connsiteX12" fmla="*/ 2786109 w 3006148"/>
              <a:gd name="connsiteY12" fmla="*/ 0 h 4055176"/>
              <a:gd name="connsiteX0" fmla="*/ 667569 w 3008383"/>
              <a:gd name="connsiteY0" fmla="*/ 4055176 h 4055176"/>
              <a:gd name="connsiteX1" fmla="*/ 427744 w 3008383"/>
              <a:gd name="connsiteY1" fmla="*/ 3055859 h 4055176"/>
              <a:gd name="connsiteX2" fmla="*/ 48854 w 3008383"/>
              <a:gd name="connsiteY2" fmla="*/ 2507421 h 4055176"/>
              <a:gd name="connsiteX3" fmla="*/ 31560 w 3008383"/>
              <a:gd name="connsiteY3" fmla="*/ 1859598 h 4055176"/>
              <a:gd name="connsiteX4" fmla="*/ 294711 w 3008383"/>
              <a:gd name="connsiteY4" fmla="*/ 1590599 h 4055176"/>
              <a:gd name="connsiteX5" fmla="*/ 1064856 w 3008383"/>
              <a:gd name="connsiteY5" fmla="*/ 1899485 h 4055176"/>
              <a:gd name="connsiteX6" fmla="*/ 1511708 w 3008383"/>
              <a:gd name="connsiteY6" fmla="*/ 1675780 h 4055176"/>
              <a:gd name="connsiteX7" fmla="*/ 2083019 w 3008383"/>
              <a:gd name="connsiteY7" fmla="*/ 1749865 h 4055176"/>
              <a:gd name="connsiteX8" fmla="*/ 2403086 w 3008383"/>
              <a:gd name="connsiteY8" fmla="*/ 1670551 h 4055176"/>
              <a:gd name="connsiteX9" fmla="*/ 2735810 w 3008383"/>
              <a:gd name="connsiteY9" fmla="*/ 1446273 h 4055176"/>
              <a:gd name="connsiteX10" fmla="*/ 3008256 w 3008383"/>
              <a:gd name="connsiteY10" fmla="*/ 929763 h 4055176"/>
              <a:gd name="connsiteX11" fmla="*/ 2794638 w 3008383"/>
              <a:gd name="connsiteY11" fmla="*/ 568410 h 4055176"/>
              <a:gd name="connsiteX12" fmla="*/ 2788344 w 3008383"/>
              <a:gd name="connsiteY12" fmla="*/ 0 h 4055176"/>
              <a:gd name="connsiteX0" fmla="*/ 667569 w 3008383"/>
              <a:gd name="connsiteY0" fmla="*/ 4055176 h 4055176"/>
              <a:gd name="connsiteX1" fmla="*/ 508316 w 3008383"/>
              <a:gd name="connsiteY1" fmla="*/ 3700693 h 4055176"/>
              <a:gd name="connsiteX2" fmla="*/ 427744 w 3008383"/>
              <a:gd name="connsiteY2" fmla="*/ 3055859 h 4055176"/>
              <a:gd name="connsiteX3" fmla="*/ 48854 w 3008383"/>
              <a:gd name="connsiteY3" fmla="*/ 2507421 h 4055176"/>
              <a:gd name="connsiteX4" fmla="*/ 31560 w 3008383"/>
              <a:gd name="connsiteY4" fmla="*/ 1859598 h 4055176"/>
              <a:gd name="connsiteX5" fmla="*/ 294711 w 3008383"/>
              <a:gd name="connsiteY5" fmla="*/ 1590599 h 4055176"/>
              <a:gd name="connsiteX6" fmla="*/ 1064856 w 3008383"/>
              <a:gd name="connsiteY6" fmla="*/ 1899485 h 4055176"/>
              <a:gd name="connsiteX7" fmla="*/ 1511708 w 3008383"/>
              <a:gd name="connsiteY7" fmla="*/ 1675780 h 4055176"/>
              <a:gd name="connsiteX8" fmla="*/ 2083019 w 3008383"/>
              <a:gd name="connsiteY8" fmla="*/ 1749865 h 4055176"/>
              <a:gd name="connsiteX9" fmla="*/ 2403086 w 3008383"/>
              <a:gd name="connsiteY9" fmla="*/ 1670551 h 4055176"/>
              <a:gd name="connsiteX10" fmla="*/ 2735810 w 3008383"/>
              <a:gd name="connsiteY10" fmla="*/ 1446273 h 4055176"/>
              <a:gd name="connsiteX11" fmla="*/ 3008256 w 3008383"/>
              <a:gd name="connsiteY11" fmla="*/ 929763 h 4055176"/>
              <a:gd name="connsiteX12" fmla="*/ 2794638 w 3008383"/>
              <a:gd name="connsiteY12" fmla="*/ 568410 h 4055176"/>
              <a:gd name="connsiteX13" fmla="*/ 2788344 w 3008383"/>
              <a:gd name="connsiteY13" fmla="*/ 0 h 4055176"/>
              <a:gd name="connsiteX0" fmla="*/ 702113 w 3008383"/>
              <a:gd name="connsiteY0" fmla="*/ 4020819 h 4020819"/>
              <a:gd name="connsiteX1" fmla="*/ 508316 w 3008383"/>
              <a:gd name="connsiteY1" fmla="*/ 3700693 h 4020819"/>
              <a:gd name="connsiteX2" fmla="*/ 427744 w 3008383"/>
              <a:gd name="connsiteY2" fmla="*/ 3055859 h 4020819"/>
              <a:gd name="connsiteX3" fmla="*/ 48854 w 3008383"/>
              <a:gd name="connsiteY3" fmla="*/ 2507421 h 4020819"/>
              <a:gd name="connsiteX4" fmla="*/ 31560 w 3008383"/>
              <a:gd name="connsiteY4" fmla="*/ 1859598 h 4020819"/>
              <a:gd name="connsiteX5" fmla="*/ 294711 w 3008383"/>
              <a:gd name="connsiteY5" fmla="*/ 1590599 h 4020819"/>
              <a:gd name="connsiteX6" fmla="*/ 1064856 w 3008383"/>
              <a:gd name="connsiteY6" fmla="*/ 1899485 h 4020819"/>
              <a:gd name="connsiteX7" fmla="*/ 1511708 w 3008383"/>
              <a:gd name="connsiteY7" fmla="*/ 1675780 h 4020819"/>
              <a:gd name="connsiteX8" fmla="*/ 2083019 w 3008383"/>
              <a:gd name="connsiteY8" fmla="*/ 1749865 h 4020819"/>
              <a:gd name="connsiteX9" fmla="*/ 2403086 w 3008383"/>
              <a:gd name="connsiteY9" fmla="*/ 1670551 h 4020819"/>
              <a:gd name="connsiteX10" fmla="*/ 2735810 w 3008383"/>
              <a:gd name="connsiteY10" fmla="*/ 1446273 h 4020819"/>
              <a:gd name="connsiteX11" fmla="*/ 3008256 w 3008383"/>
              <a:gd name="connsiteY11" fmla="*/ 929763 h 4020819"/>
              <a:gd name="connsiteX12" fmla="*/ 2794638 w 3008383"/>
              <a:gd name="connsiteY12" fmla="*/ 568410 h 4020819"/>
              <a:gd name="connsiteX13" fmla="*/ 2788344 w 3008383"/>
              <a:gd name="connsiteY13" fmla="*/ 0 h 402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08383" h="4020819">
                <a:moveTo>
                  <a:pt x="702113" y="4020819"/>
                </a:moveTo>
                <a:cubicBezTo>
                  <a:pt x="691230" y="3953812"/>
                  <a:pt x="548287" y="3867246"/>
                  <a:pt x="508316" y="3700693"/>
                </a:cubicBezTo>
                <a:cubicBezTo>
                  <a:pt x="468345" y="3534140"/>
                  <a:pt x="504321" y="3254738"/>
                  <a:pt x="427744" y="3055859"/>
                </a:cubicBezTo>
                <a:cubicBezTo>
                  <a:pt x="351167" y="2856980"/>
                  <a:pt x="114885" y="2706798"/>
                  <a:pt x="48854" y="2507421"/>
                </a:cubicBezTo>
                <a:cubicBezTo>
                  <a:pt x="-17177" y="2308044"/>
                  <a:pt x="-9416" y="2012402"/>
                  <a:pt x="31560" y="1859598"/>
                </a:cubicBezTo>
                <a:cubicBezTo>
                  <a:pt x="72536" y="1706794"/>
                  <a:pt x="122495" y="1583951"/>
                  <a:pt x="294711" y="1590599"/>
                </a:cubicBezTo>
                <a:cubicBezTo>
                  <a:pt x="466927" y="1597247"/>
                  <a:pt x="862023" y="1885288"/>
                  <a:pt x="1064856" y="1899485"/>
                </a:cubicBezTo>
                <a:cubicBezTo>
                  <a:pt x="1267689" y="1913682"/>
                  <a:pt x="1342014" y="1700717"/>
                  <a:pt x="1511708" y="1675780"/>
                </a:cubicBezTo>
                <a:cubicBezTo>
                  <a:pt x="1681402" y="1650843"/>
                  <a:pt x="1934456" y="1750736"/>
                  <a:pt x="2083019" y="1749865"/>
                </a:cubicBezTo>
                <a:cubicBezTo>
                  <a:pt x="2231582" y="1748994"/>
                  <a:pt x="2294288" y="1721150"/>
                  <a:pt x="2403086" y="1670551"/>
                </a:cubicBezTo>
                <a:cubicBezTo>
                  <a:pt x="2511884" y="1619952"/>
                  <a:pt x="2634948" y="1569738"/>
                  <a:pt x="2735810" y="1446273"/>
                </a:cubicBezTo>
                <a:cubicBezTo>
                  <a:pt x="2836672" y="1322808"/>
                  <a:pt x="3001589" y="1059875"/>
                  <a:pt x="3008256" y="929763"/>
                </a:cubicBezTo>
                <a:cubicBezTo>
                  <a:pt x="3014447" y="809463"/>
                  <a:pt x="2792923" y="688901"/>
                  <a:pt x="2794638" y="568410"/>
                </a:cubicBezTo>
                <a:cubicBezTo>
                  <a:pt x="2795876" y="482875"/>
                  <a:pt x="2793967" y="206802"/>
                  <a:pt x="2788344"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7" name="Freeform: Shape 66">
            <a:extLst>
              <a:ext uri="{FF2B5EF4-FFF2-40B4-BE49-F238E27FC236}">
                <a16:creationId xmlns:a16="http://schemas.microsoft.com/office/drawing/2014/main" id="{93FA9F13-BFB8-7171-5609-B1B568705B6C}"/>
              </a:ext>
            </a:extLst>
          </p:cNvPr>
          <p:cNvSpPr/>
          <p:nvPr userDrawn="1"/>
        </p:nvSpPr>
        <p:spPr>
          <a:xfrm rot="16200000" flipH="1" flipV="1">
            <a:off x="2029821" y="1984670"/>
            <a:ext cx="6862432" cy="290022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38587 w 6565997"/>
              <a:gd name="connsiteY1" fmla="*/ 873141 h 3271214"/>
              <a:gd name="connsiteX2" fmla="*/ 626171 w 6565997"/>
              <a:gd name="connsiteY2" fmla="*/ 1253643 h 3271214"/>
              <a:gd name="connsiteX3" fmla="*/ 1033943 w 6565997"/>
              <a:gd name="connsiteY3" fmla="*/ 1404901 h 3271214"/>
              <a:gd name="connsiteX4" fmla="*/ 1732160 w 6565997"/>
              <a:gd name="connsiteY4" fmla="*/ 1459345 h 3271214"/>
              <a:gd name="connsiteX5" fmla="*/ 1947524 w 6565997"/>
              <a:gd name="connsiteY5" fmla="*/ 2118121 h 3271214"/>
              <a:gd name="connsiteX6" fmla="*/ 2265149 w 6565997"/>
              <a:gd name="connsiteY6" fmla="*/ 2425054 h 3271214"/>
              <a:gd name="connsiteX7" fmla="*/ 2738010 w 6565997"/>
              <a:gd name="connsiteY7" fmla="*/ 2621037 h 3271214"/>
              <a:gd name="connsiteX8" fmla="*/ 3266465 w 6565997"/>
              <a:gd name="connsiteY8" fmla="*/ 2788233 h 3271214"/>
              <a:gd name="connsiteX9" fmla="*/ 3791831 w 6565997"/>
              <a:gd name="connsiteY9" fmla="*/ 3255900 h 3271214"/>
              <a:gd name="connsiteX10" fmla="*/ 4312712 w 6565997"/>
              <a:gd name="connsiteY10" fmla="*/ 3081744 h 3271214"/>
              <a:gd name="connsiteX11" fmla="*/ 4839480 w 6565997"/>
              <a:gd name="connsiteY11" fmla="*/ 2343391 h 3271214"/>
              <a:gd name="connsiteX12" fmla="*/ 5359704 w 6565997"/>
              <a:gd name="connsiteY12" fmla="*/ 1978385 h 3271214"/>
              <a:gd name="connsiteX13" fmla="*/ 5726947 w 6565997"/>
              <a:gd name="connsiteY13" fmla="*/ 1539991 h 3271214"/>
              <a:gd name="connsiteX14" fmla="*/ 5960096 w 6565997"/>
              <a:gd name="connsiteY14" fmla="*/ 1054659 h 3271214"/>
              <a:gd name="connsiteX15" fmla="*/ 6121641 w 6565997"/>
              <a:gd name="connsiteY15" fmla="*/ 747477 h 3271214"/>
              <a:gd name="connsiteX16" fmla="*/ 6239274 w 6565997"/>
              <a:gd name="connsiteY16" fmla="*/ 440296 h 3271214"/>
              <a:gd name="connsiteX17" fmla="*/ 6565997 w 6565997"/>
              <a:gd name="connsiteY17" fmla="*/ 0 h 3271214"/>
              <a:gd name="connsiteX0" fmla="*/ 0 w 6554800"/>
              <a:gd name="connsiteY0" fmla="*/ 578106 h 3271214"/>
              <a:gd name="connsiteX1" fmla="*/ 627390 w 6554800"/>
              <a:gd name="connsiteY1" fmla="*/ 873141 h 3271214"/>
              <a:gd name="connsiteX2" fmla="*/ 614974 w 6554800"/>
              <a:gd name="connsiteY2" fmla="*/ 1253643 h 3271214"/>
              <a:gd name="connsiteX3" fmla="*/ 1022746 w 6554800"/>
              <a:gd name="connsiteY3" fmla="*/ 1404901 h 3271214"/>
              <a:gd name="connsiteX4" fmla="*/ 1720963 w 6554800"/>
              <a:gd name="connsiteY4" fmla="*/ 1459345 h 3271214"/>
              <a:gd name="connsiteX5" fmla="*/ 1936327 w 6554800"/>
              <a:gd name="connsiteY5" fmla="*/ 2118121 h 3271214"/>
              <a:gd name="connsiteX6" fmla="*/ 2253952 w 6554800"/>
              <a:gd name="connsiteY6" fmla="*/ 2425054 h 3271214"/>
              <a:gd name="connsiteX7" fmla="*/ 2726813 w 6554800"/>
              <a:gd name="connsiteY7" fmla="*/ 2621037 h 3271214"/>
              <a:gd name="connsiteX8" fmla="*/ 3255268 w 6554800"/>
              <a:gd name="connsiteY8" fmla="*/ 2788233 h 3271214"/>
              <a:gd name="connsiteX9" fmla="*/ 3780634 w 6554800"/>
              <a:gd name="connsiteY9" fmla="*/ 3255900 h 3271214"/>
              <a:gd name="connsiteX10" fmla="*/ 4301515 w 6554800"/>
              <a:gd name="connsiteY10" fmla="*/ 3081744 h 3271214"/>
              <a:gd name="connsiteX11" fmla="*/ 4828283 w 6554800"/>
              <a:gd name="connsiteY11" fmla="*/ 2343391 h 3271214"/>
              <a:gd name="connsiteX12" fmla="*/ 5348507 w 6554800"/>
              <a:gd name="connsiteY12" fmla="*/ 1978385 h 3271214"/>
              <a:gd name="connsiteX13" fmla="*/ 5715750 w 6554800"/>
              <a:gd name="connsiteY13" fmla="*/ 1539991 h 3271214"/>
              <a:gd name="connsiteX14" fmla="*/ 5948899 w 6554800"/>
              <a:gd name="connsiteY14" fmla="*/ 1054659 h 3271214"/>
              <a:gd name="connsiteX15" fmla="*/ 6110444 w 6554800"/>
              <a:gd name="connsiteY15" fmla="*/ 747477 h 3271214"/>
              <a:gd name="connsiteX16" fmla="*/ 6228077 w 6554800"/>
              <a:gd name="connsiteY16" fmla="*/ 440296 h 3271214"/>
              <a:gd name="connsiteX17" fmla="*/ 6554800 w 6554800"/>
              <a:gd name="connsiteY17" fmla="*/ 0 h 3271214"/>
              <a:gd name="connsiteX0" fmla="*/ 0 w 6554800"/>
              <a:gd name="connsiteY0" fmla="*/ 578106 h 3271214"/>
              <a:gd name="connsiteX1" fmla="*/ 627390 w 6554800"/>
              <a:gd name="connsiteY1" fmla="*/ 873141 h 3271214"/>
              <a:gd name="connsiteX2" fmla="*/ 614974 w 6554800"/>
              <a:gd name="connsiteY2" fmla="*/ 1253643 h 3271214"/>
              <a:gd name="connsiteX3" fmla="*/ 1022746 w 6554800"/>
              <a:gd name="connsiteY3" fmla="*/ 1404901 h 3271214"/>
              <a:gd name="connsiteX4" fmla="*/ 1720963 w 6554800"/>
              <a:gd name="connsiteY4" fmla="*/ 1459345 h 3271214"/>
              <a:gd name="connsiteX5" fmla="*/ 1936327 w 6554800"/>
              <a:gd name="connsiteY5" fmla="*/ 2118121 h 3271214"/>
              <a:gd name="connsiteX6" fmla="*/ 2253952 w 6554800"/>
              <a:gd name="connsiteY6" fmla="*/ 2425054 h 3271214"/>
              <a:gd name="connsiteX7" fmla="*/ 2726813 w 6554800"/>
              <a:gd name="connsiteY7" fmla="*/ 2621037 h 3271214"/>
              <a:gd name="connsiteX8" fmla="*/ 3255268 w 6554800"/>
              <a:gd name="connsiteY8" fmla="*/ 2788233 h 3271214"/>
              <a:gd name="connsiteX9" fmla="*/ 3780634 w 6554800"/>
              <a:gd name="connsiteY9" fmla="*/ 3255900 h 3271214"/>
              <a:gd name="connsiteX10" fmla="*/ 4301515 w 6554800"/>
              <a:gd name="connsiteY10" fmla="*/ 3081744 h 3271214"/>
              <a:gd name="connsiteX11" fmla="*/ 4828283 w 6554800"/>
              <a:gd name="connsiteY11" fmla="*/ 2343391 h 3271214"/>
              <a:gd name="connsiteX12" fmla="*/ 5658041 w 6554800"/>
              <a:gd name="connsiteY12" fmla="*/ 2290061 h 3271214"/>
              <a:gd name="connsiteX13" fmla="*/ 5715750 w 6554800"/>
              <a:gd name="connsiteY13" fmla="*/ 1539991 h 3271214"/>
              <a:gd name="connsiteX14" fmla="*/ 5948899 w 6554800"/>
              <a:gd name="connsiteY14" fmla="*/ 1054659 h 3271214"/>
              <a:gd name="connsiteX15" fmla="*/ 6110444 w 6554800"/>
              <a:gd name="connsiteY15" fmla="*/ 747477 h 3271214"/>
              <a:gd name="connsiteX16" fmla="*/ 6228077 w 6554800"/>
              <a:gd name="connsiteY16" fmla="*/ 440296 h 3271214"/>
              <a:gd name="connsiteX17" fmla="*/ 6554800 w 6554800"/>
              <a:gd name="connsiteY17" fmla="*/ 0 h 32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54800" h="3271214">
                <a:moveTo>
                  <a:pt x="0" y="578106"/>
                </a:moveTo>
                <a:cubicBezTo>
                  <a:pt x="58842" y="643807"/>
                  <a:pt x="523028" y="766428"/>
                  <a:pt x="627390" y="873141"/>
                </a:cubicBezTo>
                <a:cubicBezTo>
                  <a:pt x="731752" y="979854"/>
                  <a:pt x="549081" y="1165016"/>
                  <a:pt x="614974" y="1253643"/>
                </a:cubicBezTo>
                <a:cubicBezTo>
                  <a:pt x="680867" y="1342270"/>
                  <a:pt x="838415" y="1370617"/>
                  <a:pt x="1022746" y="1404901"/>
                </a:cubicBezTo>
                <a:cubicBezTo>
                  <a:pt x="1207077" y="1439185"/>
                  <a:pt x="1568700" y="1340475"/>
                  <a:pt x="1720963" y="1459345"/>
                </a:cubicBezTo>
                <a:cubicBezTo>
                  <a:pt x="1873226" y="1578215"/>
                  <a:pt x="1847495" y="1957169"/>
                  <a:pt x="1936327" y="2118121"/>
                </a:cubicBezTo>
                <a:cubicBezTo>
                  <a:pt x="2025159" y="2279073"/>
                  <a:pt x="2122204" y="2341235"/>
                  <a:pt x="2253952" y="2425054"/>
                </a:cubicBezTo>
                <a:cubicBezTo>
                  <a:pt x="2385700" y="2508873"/>
                  <a:pt x="2559927" y="2560507"/>
                  <a:pt x="2726813" y="2621037"/>
                </a:cubicBezTo>
                <a:cubicBezTo>
                  <a:pt x="2893699" y="2681567"/>
                  <a:pt x="3079631" y="2682423"/>
                  <a:pt x="3255268" y="2788233"/>
                </a:cubicBezTo>
                <a:cubicBezTo>
                  <a:pt x="3430905" y="2894043"/>
                  <a:pt x="3606260" y="3206982"/>
                  <a:pt x="3780634" y="3255900"/>
                </a:cubicBezTo>
                <a:cubicBezTo>
                  <a:pt x="3955008" y="3304818"/>
                  <a:pt x="4126907" y="3233829"/>
                  <a:pt x="4301515" y="3081744"/>
                </a:cubicBezTo>
                <a:cubicBezTo>
                  <a:pt x="4476123" y="2929659"/>
                  <a:pt x="4602195" y="2475338"/>
                  <a:pt x="4828283" y="2343391"/>
                </a:cubicBezTo>
                <a:cubicBezTo>
                  <a:pt x="5054371" y="2211444"/>
                  <a:pt x="5510130" y="2423961"/>
                  <a:pt x="5658041" y="2290061"/>
                </a:cubicBezTo>
                <a:cubicBezTo>
                  <a:pt x="5805952" y="2156161"/>
                  <a:pt x="5667274" y="1745891"/>
                  <a:pt x="5715750" y="1539991"/>
                </a:cubicBezTo>
                <a:cubicBezTo>
                  <a:pt x="5764226" y="1334091"/>
                  <a:pt x="5883117" y="1186745"/>
                  <a:pt x="5948899" y="1054659"/>
                </a:cubicBezTo>
                <a:cubicBezTo>
                  <a:pt x="6014681" y="922573"/>
                  <a:pt x="6064723" y="853967"/>
                  <a:pt x="6110444" y="747477"/>
                </a:cubicBezTo>
                <a:cubicBezTo>
                  <a:pt x="6153687" y="646703"/>
                  <a:pt x="6154018" y="564875"/>
                  <a:pt x="6228077" y="440296"/>
                </a:cubicBezTo>
                <a:cubicBezTo>
                  <a:pt x="6302136" y="315717"/>
                  <a:pt x="6477647" y="106680"/>
                  <a:pt x="6554800" y="0"/>
                </a:cubicBezTo>
              </a:path>
            </a:pathLst>
          </a:custGeom>
          <a:noFill/>
          <a:ln w="6350" cap="rnd">
            <a:solidFill>
              <a:schemeClr val="tx1">
                <a:alpha val="35000"/>
              </a:schemeClr>
            </a:solidFill>
            <a:prstDash val="dash"/>
            <a:round/>
          </a:ln>
        </p:spPr>
        <p:txBody>
          <a:bodyPr rtlCol="0" anchor="ctr"/>
          <a:lstStyle/>
          <a:p>
            <a:endParaRPr lang="en-US"/>
          </a:p>
        </p:txBody>
      </p:sp>
      <p:sp>
        <p:nvSpPr>
          <p:cNvPr id="68" name="Freeform: Shape 67">
            <a:extLst>
              <a:ext uri="{FF2B5EF4-FFF2-40B4-BE49-F238E27FC236}">
                <a16:creationId xmlns:a16="http://schemas.microsoft.com/office/drawing/2014/main" id="{291A2643-2092-0DFF-E6AC-D4EDFA5986B8}"/>
              </a:ext>
            </a:extLst>
          </p:cNvPr>
          <p:cNvSpPr/>
          <p:nvPr userDrawn="1"/>
        </p:nvSpPr>
        <p:spPr>
          <a:xfrm rot="9034682" flipV="1">
            <a:off x="4610191" y="1828155"/>
            <a:ext cx="4264226" cy="4683075"/>
          </a:xfrm>
          <a:custGeom>
            <a:avLst/>
            <a:gdLst>
              <a:gd name="connsiteX0" fmla="*/ 904672 w 3591275"/>
              <a:gd name="connsiteY0" fmla="*/ 1758707 h 3724776"/>
              <a:gd name="connsiteX1" fmla="*/ 926199 w 3591275"/>
              <a:gd name="connsiteY1" fmla="*/ 1605545 h 3724776"/>
              <a:gd name="connsiteX2" fmla="*/ 912864 w 3591275"/>
              <a:gd name="connsiteY2" fmla="*/ 1413997 h 3724776"/>
              <a:gd name="connsiteX3" fmla="*/ 949440 w 3591275"/>
              <a:gd name="connsiteY3" fmla="*/ 1301412 h 3724776"/>
              <a:gd name="connsiteX4" fmla="*/ 1089839 w 3591275"/>
              <a:gd name="connsiteY4" fmla="*/ 1160918 h 3724776"/>
              <a:gd name="connsiteX5" fmla="*/ 1324439 w 3591275"/>
              <a:gd name="connsiteY5" fmla="*/ 973371 h 3724776"/>
              <a:gd name="connsiteX6" fmla="*/ 1609046 w 3591275"/>
              <a:gd name="connsiteY6" fmla="*/ 728102 h 3724776"/>
              <a:gd name="connsiteX7" fmla="*/ 1785926 w 3591275"/>
              <a:gd name="connsiteY7" fmla="*/ 472165 h 3724776"/>
              <a:gd name="connsiteX8" fmla="*/ 1985951 w 3591275"/>
              <a:gd name="connsiteY8" fmla="*/ 190320 h 3724776"/>
              <a:gd name="connsiteX9" fmla="*/ 2153305 w 3591275"/>
              <a:gd name="connsiteY9" fmla="*/ 67162 h 3724776"/>
              <a:gd name="connsiteX10" fmla="*/ 2466773 w 3591275"/>
              <a:gd name="connsiteY10" fmla="*/ 8488 h 3724776"/>
              <a:gd name="connsiteX11" fmla="*/ 2830247 w 3591275"/>
              <a:gd name="connsiteY11" fmla="*/ 8488 h 3724776"/>
              <a:gd name="connsiteX12" fmla="*/ 3140857 w 3591275"/>
              <a:gd name="connsiteY12" fmla="*/ 84498 h 3724776"/>
              <a:gd name="connsiteX13" fmla="*/ 3405271 w 3591275"/>
              <a:gd name="connsiteY13" fmla="*/ 216323 h 3724776"/>
              <a:gd name="connsiteX14" fmla="*/ 3515856 w 3591275"/>
              <a:gd name="connsiteY14" fmla="*/ 348150 h 3724776"/>
              <a:gd name="connsiteX15" fmla="*/ 3590818 w 3591275"/>
              <a:gd name="connsiteY15" fmla="*/ 627137 h 3724776"/>
              <a:gd name="connsiteX16" fmla="*/ 3555290 w 3591275"/>
              <a:gd name="connsiteY16" fmla="*/ 968608 h 3724776"/>
              <a:gd name="connsiteX17" fmla="*/ 3537002 w 3591275"/>
              <a:gd name="connsiteY17" fmla="*/ 1148535 h 3724776"/>
              <a:gd name="connsiteX18" fmla="*/ 3509094 w 3591275"/>
              <a:gd name="connsiteY18" fmla="*/ 1570017 h 3724776"/>
              <a:gd name="connsiteX19" fmla="*/ 3465278 w 3591275"/>
              <a:gd name="connsiteY19" fmla="*/ 1967114 h 3724776"/>
              <a:gd name="connsiteX20" fmla="*/ 3336024 w 3591275"/>
              <a:gd name="connsiteY20" fmla="*/ 2345733 h 3724776"/>
              <a:gd name="connsiteX21" fmla="*/ 3049893 w 3591275"/>
              <a:gd name="connsiteY21" fmla="*/ 2768262 h 3724776"/>
              <a:gd name="connsiteX22" fmla="*/ 2838724 w 3591275"/>
              <a:gd name="connsiteY22" fmla="*/ 2989908 h 3724776"/>
              <a:gd name="connsiteX23" fmla="*/ 2605647 w 3591275"/>
              <a:gd name="connsiteY23" fmla="*/ 3193077 h 3724776"/>
              <a:gd name="connsiteX24" fmla="*/ 2217980 w 3591275"/>
              <a:gd name="connsiteY24" fmla="*/ 3493209 h 3724776"/>
              <a:gd name="connsiteX25" fmla="*/ 1832598 w 3591275"/>
              <a:gd name="connsiteY25" fmla="*/ 3707903 h 3724776"/>
              <a:gd name="connsiteX26" fmla="*/ 1581043 w 3591275"/>
              <a:gd name="connsiteY26" fmla="*/ 3722952 h 3724776"/>
              <a:gd name="connsiteX27" fmla="*/ 1068693 w 3591275"/>
              <a:gd name="connsiteY27" fmla="*/ 3704474 h 3724776"/>
              <a:gd name="connsiteX28" fmla="*/ 852952 w 3591275"/>
              <a:gd name="connsiteY28" fmla="*/ 3704474 h 3724776"/>
              <a:gd name="connsiteX29" fmla="*/ 519482 w 3591275"/>
              <a:gd name="connsiteY29" fmla="*/ 3652562 h 3724776"/>
              <a:gd name="connsiteX30" fmla="*/ 400609 w 3591275"/>
              <a:gd name="connsiteY30" fmla="*/ 3595984 h 3724776"/>
              <a:gd name="connsiteX31" fmla="*/ 184868 w 3591275"/>
              <a:gd name="connsiteY31" fmla="*/ 3357002 h 3724776"/>
              <a:gd name="connsiteX32" fmla="*/ 59138 w 3591275"/>
              <a:gd name="connsiteY32" fmla="*/ 3101922 h 3724776"/>
              <a:gd name="connsiteX33" fmla="*/ 274 w 3591275"/>
              <a:gd name="connsiteY33" fmla="*/ 2778644 h 3724776"/>
              <a:gd name="connsiteX34" fmla="*/ 172200 w 3591275"/>
              <a:gd name="connsiteY34" fmla="*/ 2322682 h 3724776"/>
              <a:gd name="connsiteX35" fmla="*/ 446806 w 3591275"/>
              <a:gd name="connsiteY35" fmla="*/ 2095225 h 3724776"/>
              <a:gd name="connsiteX36" fmla="*/ 633686 w 3591275"/>
              <a:gd name="connsiteY36" fmla="*/ 2031693 h 3724776"/>
              <a:gd name="connsiteX37" fmla="*/ 840188 w 3591275"/>
              <a:gd name="connsiteY37" fmla="*/ 1910440 h 3724776"/>
              <a:gd name="connsiteX38" fmla="*/ 904672 w 3591275"/>
              <a:gd name="connsiteY38" fmla="*/ 1758707 h 3724776"/>
              <a:gd name="connsiteX0" fmla="*/ 904672 w 3591276"/>
              <a:gd name="connsiteY0" fmla="*/ 1758707 h 4190776"/>
              <a:gd name="connsiteX1" fmla="*/ 926199 w 3591276"/>
              <a:gd name="connsiteY1" fmla="*/ 1605545 h 4190776"/>
              <a:gd name="connsiteX2" fmla="*/ 912864 w 3591276"/>
              <a:gd name="connsiteY2" fmla="*/ 1413997 h 4190776"/>
              <a:gd name="connsiteX3" fmla="*/ 949440 w 3591276"/>
              <a:gd name="connsiteY3" fmla="*/ 1301412 h 4190776"/>
              <a:gd name="connsiteX4" fmla="*/ 1089839 w 3591276"/>
              <a:gd name="connsiteY4" fmla="*/ 1160918 h 4190776"/>
              <a:gd name="connsiteX5" fmla="*/ 1324439 w 3591276"/>
              <a:gd name="connsiteY5" fmla="*/ 973371 h 4190776"/>
              <a:gd name="connsiteX6" fmla="*/ 1609046 w 3591276"/>
              <a:gd name="connsiteY6" fmla="*/ 728102 h 4190776"/>
              <a:gd name="connsiteX7" fmla="*/ 1785926 w 3591276"/>
              <a:gd name="connsiteY7" fmla="*/ 472165 h 4190776"/>
              <a:gd name="connsiteX8" fmla="*/ 1985951 w 3591276"/>
              <a:gd name="connsiteY8" fmla="*/ 190320 h 4190776"/>
              <a:gd name="connsiteX9" fmla="*/ 2153305 w 3591276"/>
              <a:gd name="connsiteY9" fmla="*/ 67162 h 4190776"/>
              <a:gd name="connsiteX10" fmla="*/ 2466773 w 3591276"/>
              <a:gd name="connsiteY10" fmla="*/ 8488 h 4190776"/>
              <a:gd name="connsiteX11" fmla="*/ 2830247 w 3591276"/>
              <a:gd name="connsiteY11" fmla="*/ 8488 h 4190776"/>
              <a:gd name="connsiteX12" fmla="*/ 3140857 w 3591276"/>
              <a:gd name="connsiteY12" fmla="*/ 84498 h 4190776"/>
              <a:gd name="connsiteX13" fmla="*/ 3405271 w 3591276"/>
              <a:gd name="connsiteY13" fmla="*/ 216323 h 4190776"/>
              <a:gd name="connsiteX14" fmla="*/ 3515856 w 3591276"/>
              <a:gd name="connsiteY14" fmla="*/ 348150 h 4190776"/>
              <a:gd name="connsiteX15" fmla="*/ 3590818 w 3591276"/>
              <a:gd name="connsiteY15" fmla="*/ 627137 h 4190776"/>
              <a:gd name="connsiteX16" fmla="*/ 3555290 w 3591276"/>
              <a:gd name="connsiteY16" fmla="*/ 968608 h 4190776"/>
              <a:gd name="connsiteX17" fmla="*/ 3537002 w 3591276"/>
              <a:gd name="connsiteY17" fmla="*/ 1148535 h 4190776"/>
              <a:gd name="connsiteX18" fmla="*/ 3509094 w 3591276"/>
              <a:gd name="connsiteY18" fmla="*/ 1570017 h 4190776"/>
              <a:gd name="connsiteX19" fmla="*/ 3465278 w 3591276"/>
              <a:gd name="connsiteY19" fmla="*/ 1967114 h 4190776"/>
              <a:gd name="connsiteX20" fmla="*/ 3336024 w 3591276"/>
              <a:gd name="connsiteY20" fmla="*/ 2345733 h 4190776"/>
              <a:gd name="connsiteX21" fmla="*/ 3049893 w 3591276"/>
              <a:gd name="connsiteY21" fmla="*/ 2768262 h 4190776"/>
              <a:gd name="connsiteX22" fmla="*/ 2838724 w 3591276"/>
              <a:gd name="connsiteY22" fmla="*/ 2989908 h 4190776"/>
              <a:gd name="connsiteX23" fmla="*/ 2605647 w 3591276"/>
              <a:gd name="connsiteY23" fmla="*/ 3193077 h 4190776"/>
              <a:gd name="connsiteX24" fmla="*/ 2217980 w 3591276"/>
              <a:gd name="connsiteY24" fmla="*/ 3493209 h 4190776"/>
              <a:gd name="connsiteX25" fmla="*/ 2204808 w 3591276"/>
              <a:gd name="connsiteY25" fmla="*/ 4190125 h 4190776"/>
              <a:gd name="connsiteX26" fmla="*/ 1581043 w 3591276"/>
              <a:gd name="connsiteY26" fmla="*/ 3722952 h 4190776"/>
              <a:gd name="connsiteX27" fmla="*/ 1068693 w 3591276"/>
              <a:gd name="connsiteY27" fmla="*/ 3704474 h 4190776"/>
              <a:gd name="connsiteX28" fmla="*/ 852952 w 3591276"/>
              <a:gd name="connsiteY28" fmla="*/ 3704474 h 4190776"/>
              <a:gd name="connsiteX29" fmla="*/ 519482 w 3591276"/>
              <a:gd name="connsiteY29" fmla="*/ 3652562 h 4190776"/>
              <a:gd name="connsiteX30" fmla="*/ 400609 w 3591276"/>
              <a:gd name="connsiteY30" fmla="*/ 3595984 h 4190776"/>
              <a:gd name="connsiteX31" fmla="*/ 184868 w 3591276"/>
              <a:gd name="connsiteY31" fmla="*/ 3357002 h 4190776"/>
              <a:gd name="connsiteX32" fmla="*/ 59138 w 3591276"/>
              <a:gd name="connsiteY32" fmla="*/ 3101922 h 4190776"/>
              <a:gd name="connsiteX33" fmla="*/ 274 w 3591276"/>
              <a:gd name="connsiteY33" fmla="*/ 2778644 h 4190776"/>
              <a:gd name="connsiteX34" fmla="*/ 172200 w 3591276"/>
              <a:gd name="connsiteY34" fmla="*/ 2322682 h 4190776"/>
              <a:gd name="connsiteX35" fmla="*/ 446806 w 3591276"/>
              <a:gd name="connsiteY35" fmla="*/ 2095225 h 4190776"/>
              <a:gd name="connsiteX36" fmla="*/ 633686 w 3591276"/>
              <a:gd name="connsiteY36" fmla="*/ 2031693 h 4190776"/>
              <a:gd name="connsiteX37" fmla="*/ 840188 w 3591276"/>
              <a:gd name="connsiteY37" fmla="*/ 1910440 h 4190776"/>
              <a:gd name="connsiteX38" fmla="*/ 904672 w 3591276"/>
              <a:gd name="connsiteY38" fmla="*/ 1758707 h 4190776"/>
              <a:gd name="connsiteX0" fmla="*/ 904672 w 3591276"/>
              <a:gd name="connsiteY0" fmla="*/ 1758707 h 4190139"/>
              <a:gd name="connsiteX1" fmla="*/ 926199 w 3591276"/>
              <a:gd name="connsiteY1" fmla="*/ 1605545 h 4190139"/>
              <a:gd name="connsiteX2" fmla="*/ 912864 w 3591276"/>
              <a:gd name="connsiteY2" fmla="*/ 1413997 h 4190139"/>
              <a:gd name="connsiteX3" fmla="*/ 949440 w 3591276"/>
              <a:gd name="connsiteY3" fmla="*/ 1301412 h 4190139"/>
              <a:gd name="connsiteX4" fmla="*/ 1089839 w 3591276"/>
              <a:gd name="connsiteY4" fmla="*/ 1160918 h 4190139"/>
              <a:gd name="connsiteX5" fmla="*/ 1324439 w 3591276"/>
              <a:gd name="connsiteY5" fmla="*/ 973371 h 4190139"/>
              <a:gd name="connsiteX6" fmla="*/ 1609046 w 3591276"/>
              <a:gd name="connsiteY6" fmla="*/ 728102 h 4190139"/>
              <a:gd name="connsiteX7" fmla="*/ 1785926 w 3591276"/>
              <a:gd name="connsiteY7" fmla="*/ 472165 h 4190139"/>
              <a:gd name="connsiteX8" fmla="*/ 1985951 w 3591276"/>
              <a:gd name="connsiteY8" fmla="*/ 190320 h 4190139"/>
              <a:gd name="connsiteX9" fmla="*/ 2153305 w 3591276"/>
              <a:gd name="connsiteY9" fmla="*/ 67162 h 4190139"/>
              <a:gd name="connsiteX10" fmla="*/ 2466773 w 3591276"/>
              <a:gd name="connsiteY10" fmla="*/ 8488 h 4190139"/>
              <a:gd name="connsiteX11" fmla="*/ 2830247 w 3591276"/>
              <a:gd name="connsiteY11" fmla="*/ 8488 h 4190139"/>
              <a:gd name="connsiteX12" fmla="*/ 3140857 w 3591276"/>
              <a:gd name="connsiteY12" fmla="*/ 84498 h 4190139"/>
              <a:gd name="connsiteX13" fmla="*/ 3405271 w 3591276"/>
              <a:gd name="connsiteY13" fmla="*/ 216323 h 4190139"/>
              <a:gd name="connsiteX14" fmla="*/ 3515856 w 3591276"/>
              <a:gd name="connsiteY14" fmla="*/ 348150 h 4190139"/>
              <a:gd name="connsiteX15" fmla="*/ 3590818 w 3591276"/>
              <a:gd name="connsiteY15" fmla="*/ 627137 h 4190139"/>
              <a:gd name="connsiteX16" fmla="*/ 3555290 w 3591276"/>
              <a:gd name="connsiteY16" fmla="*/ 968608 h 4190139"/>
              <a:gd name="connsiteX17" fmla="*/ 3537002 w 3591276"/>
              <a:gd name="connsiteY17" fmla="*/ 1148535 h 4190139"/>
              <a:gd name="connsiteX18" fmla="*/ 3509094 w 3591276"/>
              <a:gd name="connsiteY18" fmla="*/ 1570017 h 4190139"/>
              <a:gd name="connsiteX19" fmla="*/ 3465278 w 3591276"/>
              <a:gd name="connsiteY19" fmla="*/ 1967114 h 4190139"/>
              <a:gd name="connsiteX20" fmla="*/ 3336024 w 3591276"/>
              <a:gd name="connsiteY20" fmla="*/ 2345733 h 4190139"/>
              <a:gd name="connsiteX21" fmla="*/ 3049893 w 3591276"/>
              <a:gd name="connsiteY21" fmla="*/ 2768262 h 4190139"/>
              <a:gd name="connsiteX22" fmla="*/ 2838724 w 3591276"/>
              <a:gd name="connsiteY22" fmla="*/ 2989908 h 4190139"/>
              <a:gd name="connsiteX23" fmla="*/ 2605647 w 3591276"/>
              <a:gd name="connsiteY23" fmla="*/ 3193077 h 4190139"/>
              <a:gd name="connsiteX24" fmla="*/ 2588456 w 3591276"/>
              <a:gd name="connsiteY24" fmla="*/ 3736995 h 4190139"/>
              <a:gd name="connsiteX25" fmla="*/ 2204808 w 3591276"/>
              <a:gd name="connsiteY25" fmla="*/ 4190125 h 4190139"/>
              <a:gd name="connsiteX26" fmla="*/ 1581043 w 3591276"/>
              <a:gd name="connsiteY26" fmla="*/ 3722952 h 4190139"/>
              <a:gd name="connsiteX27" fmla="*/ 1068693 w 3591276"/>
              <a:gd name="connsiteY27" fmla="*/ 3704474 h 4190139"/>
              <a:gd name="connsiteX28" fmla="*/ 852952 w 3591276"/>
              <a:gd name="connsiteY28" fmla="*/ 3704474 h 4190139"/>
              <a:gd name="connsiteX29" fmla="*/ 519482 w 3591276"/>
              <a:gd name="connsiteY29" fmla="*/ 3652562 h 4190139"/>
              <a:gd name="connsiteX30" fmla="*/ 400609 w 3591276"/>
              <a:gd name="connsiteY30" fmla="*/ 3595984 h 4190139"/>
              <a:gd name="connsiteX31" fmla="*/ 184868 w 3591276"/>
              <a:gd name="connsiteY31" fmla="*/ 3357002 h 4190139"/>
              <a:gd name="connsiteX32" fmla="*/ 59138 w 3591276"/>
              <a:gd name="connsiteY32" fmla="*/ 3101922 h 4190139"/>
              <a:gd name="connsiteX33" fmla="*/ 274 w 3591276"/>
              <a:gd name="connsiteY33" fmla="*/ 2778644 h 4190139"/>
              <a:gd name="connsiteX34" fmla="*/ 172200 w 3591276"/>
              <a:gd name="connsiteY34" fmla="*/ 2322682 h 4190139"/>
              <a:gd name="connsiteX35" fmla="*/ 446806 w 3591276"/>
              <a:gd name="connsiteY35" fmla="*/ 2095225 h 4190139"/>
              <a:gd name="connsiteX36" fmla="*/ 633686 w 3591276"/>
              <a:gd name="connsiteY36" fmla="*/ 2031693 h 4190139"/>
              <a:gd name="connsiteX37" fmla="*/ 840188 w 3591276"/>
              <a:gd name="connsiteY37" fmla="*/ 1910440 h 4190139"/>
              <a:gd name="connsiteX38" fmla="*/ 904672 w 3591276"/>
              <a:gd name="connsiteY38" fmla="*/ 1758707 h 4190139"/>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838724 w 3591276"/>
              <a:gd name="connsiteY22" fmla="*/ 2989908 h 4193498"/>
              <a:gd name="connsiteX23" fmla="*/ 2605647 w 3591276"/>
              <a:gd name="connsiteY23" fmla="*/ 3193077 h 4193498"/>
              <a:gd name="connsiteX24" fmla="*/ 2588456 w 3591276"/>
              <a:gd name="connsiteY24" fmla="*/ 3736995 h 4193498"/>
              <a:gd name="connsiteX25" fmla="*/ 2204808 w 3591276"/>
              <a:gd name="connsiteY25" fmla="*/ 4190125 h 4193498"/>
              <a:gd name="connsiteX26" fmla="*/ 1595406 w 3591276"/>
              <a:gd name="connsiteY26" fmla="*/ 3931563 h 4193498"/>
              <a:gd name="connsiteX27" fmla="*/ 1068693 w 3591276"/>
              <a:gd name="connsiteY27" fmla="*/ 3704474 h 4193498"/>
              <a:gd name="connsiteX28" fmla="*/ 852952 w 3591276"/>
              <a:gd name="connsiteY28" fmla="*/ 3704474 h 4193498"/>
              <a:gd name="connsiteX29" fmla="*/ 519482 w 3591276"/>
              <a:gd name="connsiteY29" fmla="*/ 3652562 h 4193498"/>
              <a:gd name="connsiteX30" fmla="*/ 400609 w 3591276"/>
              <a:gd name="connsiteY30" fmla="*/ 3595984 h 4193498"/>
              <a:gd name="connsiteX31" fmla="*/ 184868 w 3591276"/>
              <a:gd name="connsiteY31" fmla="*/ 3357002 h 4193498"/>
              <a:gd name="connsiteX32" fmla="*/ 59138 w 3591276"/>
              <a:gd name="connsiteY32" fmla="*/ 3101922 h 4193498"/>
              <a:gd name="connsiteX33" fmla="*/ 274 w 3591276"/>
              <a:gd name="connsiteY33" fmla="*/ 2778644 h 4193498"/>
              <a:gd name="connsiteX34" fmla="*/ 172200 w 3591276"/>
              <a:gd name="connsiteY34" fmla="*/ 2322682 h 4193498"/>
              <a:gd name="connsiteX35" fmla="*/ 446806 w 3591276"/>
              <a:gd name="connsiteY35" fmla="*/ 2095225 h 4193498"/>
              <a:gd name="connsiteX36" fmla="*/ 633686 w 3591276"/>
              <a:gd name="connsiteY36" fmla="*/ 2031693 h 4193498"/>
              <a:gd name="connsiteX37" fmla="*/ 840188 w 3591276"/>
              <a:gd name="connsiteY37" fmla="*/ 1910440 h 4193498"/>
              <a:gd name="connsiteX38" fmla="*/ 904672 w 3591276"/>
              <a:gd name="connsiteY38"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838724 w 3591276"/>
              <a:gd name="connsiteY22" fmla="*/ 2989908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273337 w 3591276"/>
              <a:gd name="connsiteY21" fmla="*/ 2808726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427425 w 3591276"/>
              <a:gd name="connsiteY20" fmla="*/ 2407562 h 4193498"/>
              <a:gd name="connsiteX21" fmla="*/ 3273337 w 3591276"/>
              <a:gd name="connsiteY21" fmla="*/ 2808726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1061425 w 3748029"/>
              <a:gd name="connsiteY0" fmla="*/ 1758707 h 4193498"/>
              <a:gd name="connsiteX1" fmla="*/ 1082952 w 3748029"/>
              <a:gd name="connsiteY1" fmla="*/ 1605545 h 4193498"/>
              <a:gd name="connsiteX2" fmla="*/ 1069617 w 3748029"/>
              <a:gd name="connsiteY2" fmla="*/ 1413997 h 4193498"/>
              <a:gd name="connsiteX3" fmla="*/ 1106193 w 3748029"/>
              <a:gd name="connsiteY3" fmla="*/ 1301412 h 4193498"/>
              <a:gd name="connsiteX4" fmla="*/ 1246592 w 3748029"/>
              <a:gd name="connsiteY4" fmla="*/ 1160918 h 4193498"/>
              <a:gd name="connsiteX5" fmla="*/ 1481192 w 3748029"/>
              <a:gd name="connsiteY5" fmla="*/ 973371 h 4193498"/>
              <a:gd name="connsiteX6" fmla="*/ 1765799 w 3748029"/>
              <a:gd name="connsiteY6" fmla="*/ 728102 h 4193498"/>
              <a:gd name="connsiteX7" fmla="*/ 1942679 w 3748029"/>
              <a:gd name="connsiteY7" fmla="*/ 472165 h 4193498"/>
              <a:gd name="connsiteX8" fmla="*/ 2142704 w 3748029"/>
              <a:gd name="connsiteY8" fmla="*/ 190320 h 4193498"/>
              <a:gd name="connsiteX9" fmla="*/ 2310058 w 3748029"/>
              <a:gd name="connsiteY9" fmla="*/ 67162 h 4193498"/>
              <a:gd name="connsiteX10" fmla="*/ 2623526 w 3748029"/>
              <a:gd name="connsiteY10" fmla="*/ 8488 h 4193498"/>
              <a:gd name="connsiteX11" fmla="*/ 2987000 w 3748029"/>
              <a:gd name="connsiteY11" fmla="*/ 8488 h 4193498"/>
              <a:gd name="connsiteX12" fmla="*/ 3297610 w 3748029"/>
              <a:gd name="connsiteY12" fmla="*/ 84498 h 4193498"/>
              <a:gd name="connsiteX13" fmla="*/ 3562024 w 3748029"/>
              <a:gd name="connsiteY13" fmla="*/ 216323 h 4193498"/>
              <a:gd name="connsiteX14" fmla="*/ 3672609 w 3748029"/>
              <a:gd name="connsiteY14" fmla="*/ 348150 h 4193498"/>
              <a:gd name="connsiteX15" fmla="*/ 3747571 w 3748029"/>
              <a:gd name="connsiteY15" fmla="*/ 627137 h 4193498"/>
              <a:gd name="connsiteX16" fmla="*/ 3712043 w 3748029"/>
              <a:gd name="connsiteY16" fmla="*/ 968608 h 4193498"/>
              <a:gd name="connsiteX17" fmla="*/ 3693755 w 3748029"/>
              <a:gd name="connsiteY17" fmla="*/ 1148535 h 4193498"/>
              <a:gd name="connsiteX18" fmla="*/ 3665847 w 3748029"/>
              <a:gd name="connsiteY18" fmla="*/ 1570017 h 4193498"/>
              <a:gd name="connsiteX19" fmla="*/ 3622031 w 3748029"/>
              <a:gd name="connsiteY19" fmla="*/ 1967114 h 4193498"/>
              <a:gd name="connsiteX20" fmla="*/ 3584178 w 3748029"/>
              <a:gd name="connsiteY20" fmla="*/ 2407562 h 4193498"/>
              <a:gd name="connsiteX21" fmla="*/ 3430090 w 3748029"/>
              <a:gd name="connsiteY21" fmla="*/ 2808726 h 4193498"/>
              <a:gd name="connsiteX22" fmla="*/ 3110682 w 3748029"/>
              <a:gd name="connsiteY22" fmla="*/ 3245239 h 4193498"/>
              <a:gd name="connsiteX23" fmla="*/ 2745209 w 3748029"/>
              <a:gd name="connsiteY23" fmla="*/ 3736995 h 4193498"/>
              <a:gd name="connsiteX24" fmla="*/ 2361561 w 3748029"/>
              <a:gd name="connsiteY24" fmla="*/ 4190125 h 4193498"/>
              <a:gd name="connsiteX25" fmla="*/ 1752159 w 3748029"/>
              <a:gd name="connsiteY25" fmla="*/ 3931563 h 4193498"/>
              <a:gd name="connsiteX26" fmla="*/ 1225446 w 3748029"/>
              <a:gd name="connsiteY26" fmla="*/ 3704474 h 4193498"/>
              <a:gd name="connsiteX27" fmla="*/ 1009705 w 3748029"/>
              <a:gd name="connsiteY27" fmla="*/ 3704474 h 4193498"/>
              <a:gd name="connsiteX28" fmla="*/ 676235 w 3748029"/>
              <a:gd name="connsiteY28" fmla="*/ 3652562 h 4193498"/>
              <a:gd name="connsiteX29" fmla="*/ 557362 w 3748029"/>
              <a:gd name="connsiteY29" fmla="*/ 3595984 h 4193498"/>
              <a:gd name="connsiteX30" fmla="*/ 341621 w 3748029"/>
              <a:gd name="connsiteY30" fmla="*/ 3357002 h 4193498"/>
              <a:gd name="connsiteX31" fmla="*/ 215891 w 3748029"/>
              <a:gd name="connsiteY31" fmla="*/ 3101922 h 4193498"/>
              <a:gd name="connsiteX32" fmla="*/ 45 w 3748029"/>
              <a:gd name="connsiteY32" fmla="*/ 2706516 h 4193498"/>
              <a:gd name="connsiteX33" fmla="*/ 328953 w 3748029"/>
              <a:gd name="connsiteY33" fmla="*/ 2322682 h 4193498"/>
              <a:gd name="connsiteX34" fmla="*/ 603559 w 3748029"/>
              <a:gd name="connsiteY34" fmla="*/ 2095225 h 4193498"/>
              <a:gd name="connsiteX35" fmla="*/ 790439 w 3748029"/>
              <a:gd name="connsiteY35" fmla="*/ 2031693 h 4193498"/>
              <a:gd name="connsiteX36" fmla="*/ 996941 w 3748029"/>
              <a:gd name="connsiteY36" fmla="*/ 1910440 h 4193498"/>
              <a:gd name="connsiteX37" fmla="*/ 1061425 w 3748029"/>
              <a:gd name="connsiteY37" fmla="*/ 1758707 h 4193498"/>
              <a:gd name="connsiteX0" fmla="*/ 1061425 w 3748029"/>
              <a:gd name="connsiteY0" fmla="*/ 1758707 h 4193498"/>
              <a:gd name="connsiteX1" fmla="*/ 1082952 w 3748029"/>
              <a:gd name="connsiteY1" fmla="*/ 1605545 h 4193498"/>
              <a:gd name="connsiteX2" fmla="*/ 1069617 w 3748029"/>
              <a:gd name="connsiteY2" fmla="*/ 1413997 h 4193498"/>
              <a:gd name="connsiteX3" fmla="*/ 1106193 w 3748029"/>
              <a:gd name="connsiteY3" fmla="*/ 1301412 h 4193498"/>
              <a:gd name="connsiteX4" fmla="*/ 1246592 w 3748029"/>
              <a:gd name="connsiteY4" fmla="*/ 1160918 h 4193498"/>
              <a:gd name="connsiteX5" fmla="*/ 1481192 w 3748029"/>
              <a:gd name="connsiteY5" fmla="*/ 973371 h 4193498"/>
              <a:gd name="connsiteX6" fmla="*/ 1765799 w 3748029"/>
              <a:gd name="connsiteY6" fmla="*/ 728102 h 4193498"/>
              <a:gd name="connsiteX7" fmla="*/ 1942679 w 3748029"/>
              <a:gd name="connsiteY7" fmla="*/ 472165 h 4193498"/>
              <a:gd name="connsiteX8" fmla="*/ 2142704 w 3748029"/>
              <a:gd name="connsiteY8" fmla="*/ 190320 h 4193498"/>
              <a:gd name="connsiteX9" fmla="*/ 2310058 w 3748029"/>
              <a:gd name="connsiteY9" fmla="*/ 67162 h 4193498"/>
              <a:gd name="connsiteX10" fmla="*/ 2623526 w 3748029"/>
              <a:gd name="connsiteY10" fmla="*/ 8488 h 4193498"/>
              <a:gd name="connsiteX11" fmla="*/ 2987000 w 3748029"/>
              <a:gd name="connsiteY11" fmla="*/ 8488 h 4193498"/>
              <a:gd name="connsiteX12" fmla="*/ 3297610 w 3748029"/>
              <a:gd name="connsiteY12" fmla="*/ 84498 h 4193498"/>
              <a:gd name="connsiteX13" fmla="*/ 3562024 w 3748029"/>
              <a:gd name="connsiteY13" fmla="*/ 216323 h 4193498"/>
              <a:gd name="connsiteX14" fmla="*/ 3672609 w 3748029"/>
              <a:gd name="connsiteY14" fmla="*/ 348150 h 4193498"/>
              <a:gd name="connsiteX15" fmla="*/ 3747571 w 3748029"/>
              <a:gd name="connsiteY15" fmla="*/ 627137 h 4193498"/>
              <a:gd name="connsiteX16" fmla="*/ 3712043 w 3748029"/>
              <a:gd name="connsiteY16" fmla="*/ 968608 h 4193498"/>
              <a:gd name="connsiteX17" fmla="*/ 3693755 w 3748029"/>
              <a:gd name="connsiteY17" fmla="*/ 1148535 h 4193498"/>
              <a:gd name="connsiteX18" fmla="*/ 3665847 w 3748029"/>
              <a:gd name="connsiteY18" fmla="*/ 1570017 h 4193498"/>
              <a:gd name="connsiteX19" fmla="*/ 3622031 w 3748029"/>
              <a:gd name="connsiteY19" fmla="*/ 1967114 h 4193498"/>
              <a:gd name="connsiteX20" fmla="*/ 3584178 w 3748029"/>
              <a:gd name="connsiteY20" fmla="*/ 2407562 h 4193498"/>
              <a:gd name="connsiteX21" fmla="*/ 3430090 w 3748029"/>
              <a:gd name="connsiteY21" fmla="*/ 2808726 h 4193498"/>
              <a:gd name="connsiteX22" fmla="*/ 3110682 w 3748029"/>
              <a:gd name="connsiteY22" fmla="*/ 3245239 h 4193498"/>
              <a:gd name="connsiteX23" fmla="*/ 2745209 w 3748029"/>
              <a:gd name="connsiteY23" fmla="*/ 3736995 h 4193498"/>
              <a:gd name="connsiteX24" fmla="*/ 2361561 w 3748029"/>
              <a:gd name="connsiteY24" fmla="*/ 4190125 h 4193498"/>
              <a:gd name="connsiteX25" fmla="*/ 1752159 w 3748029"/>
              <a:gd name="connsiteY25" fmla="*/ 3931563 h 4193498"/>
              <a:gd name="connsiteX26" fmla="*/ 1225446 w 3748029"/>
              <a:gd name="connsiteY26" fmla="*/ 3704474 h 4193498"/>
              <a:gd name="connsiteX27" fmla="*/ 1009705 w 3748029"/>
              <a:gd name="connsiteY27" fmla="*/ 3704474 h 4193498"/>
              <a:gd name="connsiteX28" fmla="*/ 676235 w 3748029"/>
              <a:gd name="connsiteY28" fmla="*/ 3652562 h 4193498"/>
              <a:gd name="connsiteX29" fmla="*/ 557362 w 3748029"/>
              <a:gd name="connsiteY29" fmla="*/ 3595984 h 4193498"/>
              <a:gd name="connsiteX30" fmla="*/ 341621 w 3748029"/>
              <a:gd name="connsiteY30" fmla="*/ 3357002 h 4193498"/>
              <a:gd name="connsiteX31" fmla="*/ 215891 w 3748029"/>
              <a:gd name="connsiteY31" fmla="*/ 3101922 h 4193498"/>
              <a:gd name="connsiteX32" fmla="*/ 45 w 3748029"/>
              <a:gd name="connsiteY32" fmla="*/ 2706516 h 4193498"/>
              <a:gd name="connsiteX33" fmla="*/ 219606 w 3748029"/>
              <a:gd name="connsiteY33" fmla="*/ 2315193 h 4193498"/>
              <a:gd name="connsiteX34" fmla="*/ 603559 w 3748029"/>
              <a:gd name="connsiteY34" fmla="*/ 2095225 h 4193498"/>
              <a:gd name="connsiteX35" fmla="*/ 790439 w 3748029"/>
              <a:gd name="connsiteY35" fmla="*/ 2031693 h 4193498"/>
              <a:gd name="connsiteX36" fmla="*/ 996941 w 3748029"/>
              <a:gd name="connsiteY36" fmla="*/ 1910440 h 4193498"/>
              <a:gd name="connsiteX37" fmla="*/ 1061425 w 3748029"/>
              <a:gd name="connsiteY37" fmla="*/ 1758707 h 4193498"/>
              <a:gd name="connsiteX0" fmla="*/ 1061425 w 3748029"/>
              <a:gd name="connsiteY0" fmla="*/ 1767450 h 4202241"/>
              <a:gd name="connsiteX1" fmla="*/ 1082952 w 3748029"/>
              <a:gd name="connsiteY1" fmla="*/ 1614288 h 4202241"/>
              <a:gd name="connsiteX2" fmla="*/ 1069617 w 3748029"/>
              <a:gd name="connsiteY2" fmla="*/ 1422740 h 4202241"/>
              <a:gd name="connsiteX3" fmla="*/ 1106193 w 3748029"/>
              <a:gd name="connsiteY3" fmla="*/ 1310155 h 4202241"/>
              <a:gd name="connsiteX4" fmla="*/ 1246592 w 3748029"/>
              <a:gd name="connsiteY4" fmla="*/ 1169661 h 4202241"/>
              <a:gd name="connsiteX5" fmla="*/ 1481192 w 3748029"/>
              <a:gd name="connsiteY5" fmla="*/ 982114 h 4202241"/>
              <a:gd name="connsiteX6" fmla="*/ 1765799 w 3748029"/>
              <a:gd name="connsiteY6" fmla="*/ 736845 h 4202241"/>
              <a:gd name="connsiteX7" fmla="*/ 1942679 w 3748029"/>
              <a:gd name="connsiteY7" fmla="*/ 480908 h 4202241"/>
              <a:gd name="connsiteX8" fmla="*/ 2142704 w 3748029"/>
              <a:gd name="connsiteY8" fmla="*/ 199063 h 4202241"/>
              <a:gd name="connsiteX9" fmla="*/ 2623526 w 3748029"/>
              <a:gd name="connsiteY9" fmla="*/ 17231 h 4202241"/>
              <a:gd name="connsiteX10" fmla="*/ 2987000 w 3748029"/>
              <a:gd name="connsiteY10" fmla="*/ 17231 h 4202241"/>
              <a:gd name="connsiteX11" fmla="*/ 3297610 w 3748029"/>
              <a:gd name="connsiteY11" fmla="*/ 93241 h 4202241"/>
              <a:gd name="connsiteX12" fmla="*/ 3562024 w 3748029"/>
              <a:gd name="connsiteY12" fmla="*/ 225066 h 4202241"/>
              <a:gd name="connsiteX13" fmla="*/ 3672609 w 3748029"/>
              <a:gd name="connsiteY13" fmla="*/ 356893 h 4202241"/>
              <a:gd name="connsiteX14" fmla="*/ 3747571 w 3748029"/>
              <a:gd name="connsiteY14" fmla="*/ 635880 h 4202241"/>
              <a:gd name="connsiteX15" fmla="*/ 3712043 w 3748029"/>
              <a:gd name="connsiteY15" fmla="*/ 977351 h 4202241"/>
              <a:gd name="connsiteX16" fmla="*/ 3693755 w 3748029"/>
              <a:gd name="connsiteY16" fmla="*/ 1157278 h 4202241"/>
              <a:gd name="connsiteX17" fmla="*/ 3665847 w 3748029"/>
              <a:gd name="connsiteY17" fmla="*/ 1578760 h 4202241"/>
              <a:gd name="connsiteX18" fmla="*/ 3622031 w 3748029"/>
              <a:gd name="connsiteY18" fmla="*/ 1975857 h 4202241"/>
              <a:gd name="connsiteX19" fmla="*/ 3584178 w 3748029"/>
              <a:gd name="connsiteY19" fmla="*/ 2416305 h 4202241"/>
              <a:gd name="connsiteX20" fmla="*/ 3430090 w 3748029"/>
              <a:gd name="connsiteY20" fmla="*/ 2817469 h 4202241"/>
              <a:gd name="connsiteX21" fmla="*/ 3110682 w 3748029"/>
              <a:gd name="connsiteY21" fmla="*/ 3253982 h 4202241"/>
              <a:gd name="connsiteX22" fmla="*/ 2745209 w 3748029"/>
              <a:gd name="connsiteY22" fmla="*/ 3745738 h 4202241"/>
              <a:gd name="connsiteX23" fmla="*/ 2361561 w 3748029"/>
              <a:gd name="connsiteY23" fmla="*/ 4198868 h 4202241"/>
              <a:gd name="connsiteX24" fmla="*/ 1752159 w 3748029"/>
              <a:gd name="connsiteY24" fmla="*/ 3940306 h 4202241"/>
              <a:gd name="connsiteX25" fmla="*/ 1225446 w 3748029"/>
              <a:gd name="connsiteY25" fmla="*/ 3713217 h 4202241"/>
              <a:gd name="connsiteX26" fmla="*/ 1009705 w 3748029"/>
              <a:gd name="connsiteY26" fmla="*/ 3713217 h 4202241"/>
              <a:gd name="connsiteX27" fmla="*/ 676235 w 3748029"/>
              <a:gd name="connsiteY27" fmla="*/ 3661305 h 4202241"/>
              <a:gd name="connsiteX28" fmla="*/ 557362 w 3748029"/>
              <a:gd name="connsiteY28" fmla="*/ 3604727 h 4202241"/>
              <a:gd name="connsiteX29" fmla="*/ 341621 w 3748029"/>
              <a:gd name="connsiteY29" fmla="*/ 3365745 h 4202241"/>
              <a:gd name="connsiteX30" fmla="*/ 215891 w 3748029"/>
              <a:gd name="connsiteY30" fmla="*/ 3110665 h 4202241"/>
              <a:gd name="connsiteX31" fmla="*/ 45 w 3748029"/>
              <a:gd name="connsiteY31" fmla="*/ 2715259 h 4202241"/>
              <a:gd name="connsiteX32" fmla="*/ 219606 w 3748029"/>
              <a:gd name="connsiteY32" fmla="*/ 2323936 h 4202241"/>
              <a:gd name="connsiteX33" fmla="*/ 603559 w 3748029"/>
              <a:gd name="connsiteY33" fmla="*/ 2103968 h 4202241"/>
              <a:gd name="connsiteX34" fmla="*/ 790439 w 3748029"/>
              <a:gd name="connsiteY34" fmla="*/ 2040436 h 4202241"/>
              <a:gd name="connsiteX35" fmla="*/ 996941 w 3748029"/>
              <a:gd name="connsiteY35" fmla="*/ 1919183 h 4202241"/>
              <a:gd name="connsiteX36" fmla="*/ 1061425 w 3748029"/>
              <a:gd name="connsiteY36" fmla="*/ 1767450 h 4202241"/>
              <a:gd name="connsiteX0" fmla="*/ 1061425 w 3748029"/>
              <a:gd name="connsiteY0" fmla="*/ 1798670 h 4233461"/>
              <a:gd name="connsiteX1" fmla="*/ 1082952 w 3748029"/>
              <a:gd name="connsiteY1" fmla="*/ 1645508 h 4233461"/>
              <a:gd name="connsiteX2" fmla="*/ 1069617 w 3748029"/>
              <a:gd name="connsiteY2" fmla="*/ 1453960 h 4233461"/>
              <a:gd name="connsiteX3" fmla="*/ 1106193 w 3748029"/>
              <a:gd name="connsiteY3" fmla="*/ 1341375 h 4233461"/>
              <a:gd name="connsiteX4" fmla="*/ 1246592 w 3748029"/>
              <a:gd name="connsiteY4" fmla="*/ 1200881 h 4233461"/>
              <a:gd name="connsiteX5" fmla="*/ 1481192 w 3748029"/>
              <a:gd name="connsiteY5" fmla="*/ 1013334 h 4233461"/>
              <a:gd name="connsiteX6" fmla="*/ 1765799 w 3748029"/>
              <a:gd name="connsiteY6" fmla="*/ 768065 h 4233461"/>
              <a:gd name="connsiteX7" fmla="*/ 1942679 w 3748029"/>
              <a:gd name="connsiteY7" fmla="*/ 512128 h 4233461"/>
              <a:gd name="connsiteX8" fmla="*/ 2161288 w 3748029"/>
              <a:gd name="connsiteY8" fmla="*/ 30839 h 4233461"/>
              <a:gd name="connsiteX9" fmla="*/ 2623526 w 3748029"/>
              <a:gd name="connsiteY9" fmla="*/ 48451 h 4233461"/>
              <a:gd name="connsiteX10" fmla="*/ 2987000 w 3748029"/>
              <a:gd name="connsiteY10" fmla="*/ 48451 h 4233461"/>
              <a:gd name="connsiteX11" fmla="*/ 3297610 w 3748029"/>
              <a:gd name="connsiteY11" fmla="*/ 124461 h 4233461"/>
              <a:gd name="connsiteX12" fmla="*/ 3562024 w 3748029"/>
              <a:gd name="connsiteY12" fmla="*/ 256286 h 4233461"/>
              <a:gd name="connsiteX13" fmla="*/ 3672609 w 3748029"/>
              <a:gd name="connsiteY13" fmla="*/ 388113 h 4233461"/>
              <a:gd name="connsiteX14" fmla="*/ 3747571 w 3748029"/>
              <a:gd name="connsiteY14" fmla="*/ 667100 h 4233461"/>
              <a:gd name="connsiteX15" fmla="*/ 3712043 w 3748029"/>
              <a:gd name="connsiteY15" fmla="*/ 1008571 h 4233461"/>
              <a:gd name="connsiteX16" fmla="*/ 3693755 w 3748029"/>
              <a:gd name="connsiteY16" fmla="*/ 1188498 h 4233461"/>
              <a:gd name="connsiteX17" fmla="*/ 3665847 w 3748029"/>
              <a:gd name="connsiteY17" fmla="*/ 1609980 h 4233461"/>
              <a:gd name="connsiteX18" fmla="*/ 3622031 w 3748029"/>
              <a:gd name="connsiteY18" fmla="*/ 2007077 h 4233461"/>
              <a:gd name="connsiteX19" fmla="*/ 3584178 w 3748029"/>
              <a:gd name="connsiteY19" fmla="*/ 2447525 h 4233461"/>
              <a:gd name="connsiteX20" fmla="*/ 3430090 w 3748029"/>
              <a:gd name="connsiteY20" fmla="*/ 2848689 h 4233461"/>
              <a:gd name="connsiteX21" fmla="*/ 3110682 w 3748029"/>
              <a:gd name="connsiteY21" fmla="*/ 3285202 h 4233461"/>
              <a:gd name="connsiteX22" fmla="*/ 2745209 w 3748029"/>
              <a:gd name="connsiteY22" fmla="*/ 3776958 h 4233461"/>
              <a:gd name="connsiteX23" fmla="*/ 2361561 w 3748029"/>
              <a:gd name="connsiteY23" fmla="*/ 4230088 h 4233461"/>
              <a:gd name="connsiteX24" fmla="*/ 1752159 w 3748029"/>
              <a:gd name="connsiteY24" fmla="*/ 3971526 h 4233461"/>
              <a:gd name="connsiteX25" fmla="*/ 1225446 w 3748029"/>
              <a:gd name="connsiteY25" fmla="*/ 3744437 h 4233461"/>
              <a:gd name="connsiteX26" fmla="*/ 1009705 w 3748029"/>
              <a:gd name="connsiteY26" fmla="*/ 3744437 h 4233461"/>
              <a:gd name="connsiteX27" fmla="*/ 676235 w 3748029"/>
              <a:gd name="connsiteY27" fmla="*/ 3692525 h 4233461"/>
              <a:gd name="connsiteX28" fmla="*/ 557362 w 3748029"/>
              <a:gd name="connsiteY28" fmla="*/ 3635947 h 4233461"/>
              <a:gd name="connsiteX29" fmla="*/ 341621 w 3748029"/>
              <a:gd name="connsiteY29" fmla="*/ 3396965 h 4233461"/>
              <a:gd name="connsiteX30" fmla="*/ 215891 w 3748029"/>
              <a:gd name="connsiteY30" fmla="*/ 3141885 h 4233461"/>
              <a:gd name="connsiteX31" fmla="*/ 45 w 3748029"/>
              <a:gd name="connsiteY31" fmla="*/ 2746479 h 4233461"/>
              <a:gd name="connsiteX32" fmla="*/ 219606 w 3748029"/>
              <a:gd name="connsiteY32" fmla="*/ 2355156 h 4233461"/>
              <a:gd name="connsiteX33" fmla="*/ 603559 w 3748029"/>
              <a:gd name="connsiteY33" fmla="*/ 2135188 h 4233461"/>
              <a:gd name="connsiteX34" fmla="*/ 790439 w 3748029"/>
              <a:gd name="connsiteY34" fmla="*/ 2071656 h 4233461"/>
              <a:gd name="connsiteX35" fmla="*/ 996941 w 3748029"/>
              <a:gd name="connsiteY35" fmla="*/ 1950403 h 4233461"/>
              <a:gd name="connsiteX36" fmla="*/ 1061425 w 3748029"/>
              <a:gd name="connsiteY36" fmla="*/ 1798670 h 4233461"/>
              <a:gd name="connsiteX0" fmla="*/ 1061425 w 3748029"/>
              <a:gd name="connsiteY0" fmla="*/ 1901527 h 4336318"/>
              <a:gd name="connsiteX1" fmla="*/ 1082952 w 3748029"/>
              <a:gd name="connsiteY1" fmla="*/ 1748365 h 4336318"/>
              <a:gd name="connsiteX2" fmla="*/ 1069617 w 3748029"/>
              <a:gd name="connsiteY2" fmla="*/ 1556817 h 4336318"/>
              <a:gd name="connsiteX3" fmla="*/ 1106193 w 3748029"/>
              <a:gd name="connsiteY3" fmla="*/ 1444232 h 4336318"/>
              <a:gd name="connsiteX4" fmla="*/ 1246592 w 3748029"/>
              <a:gd name="connsiteY4" fmla="*/ 1303738 h 4336318"/>
              <a:gd name="connsiteX5" fmla="*/ 1481192 w 3748029"/>
              <a:gd name="connsiteY5" fmla="*/ 1116191 h 4336318"/>
              <a:gd name="connsiteX6" fmla="*/ 1765799 w 3748029"/>
              <a:gd name="connsiteY6" fmla="*/ 870922 h 4336318"/>
              <a:gd name="connsiteX7" fmla="*/ 1942679 w 3748029"/>
              <a:gd name="connsiteY7" fmla="*/ 614985 h 4336318"/>
              <a:gd name="connsiteX8" fmla="*/ 2161288 w 3748029"/>
              <a:gd name="connsiteY8" fmla="*/ 133696 h 4336318"/>
              <a:gd name="connsiteX9" fmla="*/ 2592590 w 3748029"/>
              <a:gd name="connsiteY9" fmla="*/ 172 h 4336318"/>
              <a:gd name="connsiteX10" fmla="*/ 2987000 w 3748029"/>
              <a:gd name="connsiteY10" fmla="*/ 151308 h 4336318"/>
              <a:gd name="connsiteX11" fmla="*/ 3297610 w 3748029"/>
              <a:gd name="connsiteY11" fmla="*/ 227318 h 4336318"/>
              <a:gd name="connsiteX12" fmla="*/ 3562024 w 3748029"/>
              <a:gd name="connsiteY12" fmla="*/ 359143 h 4336318"/>
              <a:gd name="connsiteX13" fmla="*/ 3672609 w 3748029"/>
              <a:gd name="connsiteY13" fmla="*/ 490970 h 4336318"/>
              <a:gd name="connsiteX14" fmla="*/ 3747571 w 3748029"/>
              <a:gd name="connsiteY14" fmla="*/ 769957 h 4336318"/>
              <a:gd name="connsiteX15" fmla="*/ 3712043 w 3748029"/>
              <a:gd name="connsiteY15" fmla="*/ 1111428 h 4336318"/>
              <a:gd name="connsiteX16" fmla="*/ 3693755 w 3748029"/>
              <a:gd name="connsiteY16" fmla="*/ 1291355 h 4336318"/>
              <a:gd name="connsiteX17" fmla="*/ 3665847 w 3748029"/>
              <a:gd name="connsiteY17" fmla="*/ 1712837 h 4336318"/>
              <a:gd name="connsiteX18" fmla="*/ 3622031 w 3748029"/>
              <a:gd name="connsiteY18" fmla="*/ 2109934 h 4336318"/>
              <a:gd name="connsiteX19" fmla="*/ 3584178 w 3748029"/>
              <a:gd name="connsiteY19" fmla="*/ 2550382 h 4336318"/>
              <a:gd name="connsiteX20" fmla="*/ 3430090 w 3748029"/>
              <a:gd name="connsiteY20" fmla="*/ 2951546 h 4336318"/>
              <a:gd name="connsiteX21" fmla="*/ 3110682 w 3748029"/>
              <a:gd name="connsiteY21" fmla="*/ 3388059 h 4336318"/>
              <a:gd name="connsiteX22" fmla="*/ 2745209 w 3748029"/>
              <a:gd name="connsiteY22" fmla="*/ 3879815 h 4336318"/>
              <a:gd name="connsiteX23" fmla="*/ 2361561 w 3748029"/>
              <a:gd name="connsiteY23" fmla="*/ 4332945 h 4336318"/>
              <a:gd name="connsiteX24" fmla="*/ 1752159 w 3748029"/>
              <a:gd name="connsiteY24" fmla="*/ 4074383 h 4336318"/>
              <a:gd name="connsiteX25" fmla="*/ 1225446 w 3748029"/>
              <a:gd name="connsiteY25" fmla="*/ 3847294 h 4336318"/>
              <a:gd name="connsiteX26" fmla="*/ 1009705 w 3748029"/>
              <a:gd name="connsiteY26" fmla="*/ 3847294 h 4336318"/>
              <a:gd name="connsiteX27" fmla="*/ 676235 w 3748029"/>
              <a:gd name="connsiteY27" fmla="*/ 3795382 h 4336318"/>
              <a:gd name="connsiteX28" fmla="*/ 557362 w 3748029"/>
              <a:gd name="connsiteY28" fmla="*/ 3738804 h 4336318"/>
              <a:gd name="connsiteX29" fmla="*/ 341621 w 3748029"/>
              <a:gd name="connsiteY29" fmla="*/ 3499822 h 4336318"/>
              <a:gd name="connsiteX30" fmla="*/ 215891 w 3748029"/>
              <a:gd name="connsiteY30" fmla="*/ 3244742 h 4336318"/>
              <a:gd name="connsiteX31" fmla="*/ 45 w 3748029"/>
              <a:gd name="connsiteY31" fmla="*/ 2849336 h 4336318"/>
              <a:gd name="connsiteX32" fmla="*/ 219606 w 3748029"/>
              <a:gd name="connsiteY32" fmla="*/ 2458013 h 4336318"/>
              <a:gd name="connsiteX33" fmla="*/ 603559 w 3748029"/>
              <a:gd name="connsiteY33" fmla="*/ 2238045 h 4336318"/>
              <a:gd name="connsiteX34" fmla="*/ 790439 w 3748029"/>
              <a:gd name="connsiteY34" fmla="*/ 2174513 h 4336318"/>
              <a:gd name="connsiteX35" fmla="*/ 996941 w 3748029"/>
              <a:gd name="connsiteY35" fmla="*/ 2053260 h 4336318"/>
              <a:gd name="connsiteX36" fmla="*/ 1061425 w 3748029"/>
              <a:gd name="connsiteY36" fmla="*/ 1901527 h 4336318"/>
              <a:gd name="connsiteX0" fmla="*/ 1061450 w 3748054"/>
              <a:gd name="connsiteY0" fmla="*/ 1901528 h 4336319"/>
              <a:gd name="connsiteX1" fmla="*/ 1082977 w 3748054"/>
              <a:gd name="connsiteY1" fmla="*/ 1748366 h 4336319"/>
              <a:gd name="connsiteX2" fmla="*/ 1069642 w 3748054"/>
              <a:gd name="connsiteY2" fmla="*/ 1556818 h 4336319"/>
              <a:gd name="connsiteX3" fmla="*/ 1106218 w 3748054"/>
              <a:gd name="connsiteY3" fmla="*/ 1444233 h 4336319"/>
              <a:gd name="connsiteX4" fmla="*/ 1246617 w 3748054"/>
              <a:gd name="connsiteY4" fmla="*/ 1303739 h 4336319"/>
              <a:gd name="connsiteX5" fmla="*/ 1481217 w 3748054"/>
              <a:gd name="connsiteY5" fmla="*/ 1116192 h 4336319"/>
              <a:gd name="connsiteX6" fmla="*/ 1765824 w 3748054"/>
              <a:gd name="connsiteY6" fmla="*/ 870923 h 4336319"/>
              <a:gd name="connsiteX7" fmla="*/ 1942704 w 3748054"/>
              <a:gd name="connsiteY7" fmla="*/ 614986 h 4336319"/>
              <a:gd name="connsiteX8" fmla="*/ 2161313 w 3748054"/>
              <a:gd name="connsiteY8" fmla="*/ 133697 h 4336319"/>
              <a:gd name="connsiteX9" fmla="*/ 2592615 w 3748054"/>
              <a:gd name="connsiteY9" fmla="*/ 173 h 4336319"/>
              <a:gd name="connsiteX10" fmla="*/ 2987025 w 3748054"/>
              <a:gd name="connsiteY10" fmla="*/ 151309 h 4336319"/>
              <a:gd name="connsiteX11" fmla="*/ 3297635 w 3748054"/>
              <a:gd name="connsiteY11" fmla="*/ 227319 h 4336319"/>
              <a:gd name="connsiteX12" fmla="*/ 3562049 w 3748054"/>
              <a:gd name="connsiteY12" fmla="*/ 359144 h 4336319"/>
              <a:gd name="connsiteX13" fmla="*/ 3672634 w 3748054"/>
              <a:gd name="connsiteY13" fmla="*/ 490971 h 4336319"/>
              <a:gd name="connsiteX14" fmla="*/ 3747596 w 3748054"/>
              <a:gd name="connsiteY14" fmla="*/ 769958 h 4336319"/>
              <a:gd name="connsiteX15" fmla="*/ 3712068 w 3748054"/>
              <a:gd name="connsiteY15" fmla="*/ 1111429 h 4336319"/>
              <a:gd name="connsiteX16" fmla="*/ 3693780 w 3748054"/>
              <a:gd name="connsiteY16" fmla="*/ 1291356 h 4336319"/>
              <a:gd name="connsiteX17" fmla="*/ 3665872 w 3748054"/>
              <a:gd name="connsiteY17" fmla="*/ 1712838 h 4336319"/>
              <a:gd name="connsiteX18" fmla="*/ 3622056 w 3748054"/>
              <a:gd name="connsiteY18" fmla="*/ 2109935 h 4336319"/>
              <a:gd name="connsiteX19" fmla="*/ 3584203 w 3748054"/>
              <a:gd name="connsiteY19" fmla="*/ 2550383 h 4336319"/>
              <a:gd name="connsiteX20" fmla="*/ 3430115 w 3748054"/>
              <a:gd name="connsiteY20" fmla="*/ 2951547 h 4336319"/>
              <a:gd name="connsiteX21" fmla="*/ 3110707 w 3748054"/>
              <a:gd name="connsiteY21" fmla="*/ 3388060 h 4336319"/>
              <a:gd name="connsiteX22" fmla="*/ 2745234 w 3748054"/>
              <a:gd name="connsiteY22" fmla="*/ 3879816 h 4336319"/>
              <a:gd name="connsiteX23" fmla="*/ 2361586 w 3748054"/>
              <a:gd name="connsiteY23" fmla="*/ 4332946 h 4336319"/>
              <a:gd name="connsiteX24" fmla="*/ 1752184 w 3748054"/>
              <a:gd name="connsiteY24" fmla="*/ 4074384 h 4336319"/>
              <a:gd name="connsiteX25" fmla="*/ 1225471 w 3748054"/>
              <a:gd name="connsiteY25" fmla="*/ 3847295 h 4336319"/>
              <a:gd name="connsiteX26" fmla="*/ 1009730 w 3748054"/>
              <a:gd name="connsiteY26" fmla="*/ 3847295 h 4336319"/>
              <a:gd name="connsiteX27" fmla="*/ 676260 w 3748054"/>
              <a:gd name="connsiteY27" fmla="*/ 3795383 h 4336319"/>
              <a:gd name="connsiteX28" fmla="*/ 557387 w 3748054"/>
              <a:gd name="connsiteY28" fmla="*/ 3738805 h 4336319"/>
              <a:gd name="connsiteX29" fmla="*/ 341646 w 3748054"/>
              <a:gd name="connsiteY29" fmla="*/ 3499823 h 4336319"/>
              <a:gd name="connsiteX30" fmla="*/ 156146 w 3748054"/>
              <a:gd name="connsiteY30" fmla="*/ 3255025 h 4336319"/>
              <a:gd name="connsiteX31" fmla="*/ 70 w 3748054"/>
              <a:gd name="connsiteY31" fmla="*/ 2849337 h 4336319"/>
              <a:gd name="connsiteX32" fmla="*/ 219631 w 3748054"/>
              <a:gd name="connsiteY32" fmla="*/ 2458014 h 4336319"/>
              <a:gd name="connsiteX33" fmla="*/ 603584 w 3748054"/>
              <a:gd name="connsiteY33" fmla="*/ 2238046 h 4336319"/>
              <a:gd name="connsiteX34" fmla="*/ 790464 w 3748054"/>
              <a:gd name="connsiteY34" fmla="*/ 2174514 h 4336319"/>
              <a:gd name="connsiteX35" fmla="*/ 996966 w 3748054"/>
              <a:gd name="connsiteY35" fmla="*/ 2053261 h 4336319"/>
              <a:gd name="connsiteX36" fmla="*/ 1061450 w 3748054"/>
              <a:gd name="connsiteY36" fmla="*/ 1901528 h 4336319"/>
              <a:gd name="connsiteX0" fmla="*/ 1061450 w 3748054"/>
              <a:gd name="connsiteY0" fmla="*/ 1901528 h 4336319"/>
              <a:gd name="connsiteX1" fmla="*/ 1082977 w 3748054"/>
              <a:gd name="connsiteY1" fmla="*/ 1748366 h 4336319"/>
              <a:gd name="connsiteX2" fmla="*/ 1069642 w 3748054"/>
              <a:gd name="connsiteY2" fmla="*/ 1556818 h 4336319"/>
              <a:gd name="connsiteX3" fmla="*/ 1106218 w 3748054"/>
              <a:gd name="connsiteY3" fmla="*/ 1444233 h 4336319"/>
              <a:gd name="connsiteX4" fmla="*/ 1246617 w 3748054"/>
              <a:gd name="connsiteY4" fmla="*/ 1303739 h 4336319"/>
              <a:gd name="connsiteX5" fmla="*/ 1481217 w 3748054"/>
              <a:gd name="connsiteY5" fmla="*/ 1116192 h 4336319"/>
              <a:gd name="connsiteX6" fmla="*/ 1765824 w 3748054"/>
              <a:gd name="connsiteY6" fmla="*/ 870923 h 4336319"/>
              <a:gd name="connsiteX7" fmla="*/ 1942704 w 3748054"/>
              <a:gd name="connsiteY7" fmla="*/ 614986 h 4336319"/>
              <a:gd name="connsiteX8" fmla="*/ 2161313 w 3748054"/>
              <a:gd name="connsiteY8" fmla="*/ 133697 h 4336319"/>
              <a:gd name="connsiteX9" fmla="*/ 2592615 w 3748054"/>
              <a:gd name="connsiteY9" fmla="*/ 173 h 4336319"/>
              <a:gd name="connsiteX10" fmla="*/ 2987025 w 3748054"/>
              <a:gd name="connsiteY10" fmla="*/ 151309 h 4336319"/>
              <a:gd name="connsiteX11" fmla="*/ 3297635 w 3748054"/>
              <a:gd name="connsiteY11" fmla="*/ 227319 h 4336319"/>
              <a:gd name="connsiteX12" fmla="*/ 3562049 w 3748054"/>
              <a:gd name="connsiteY12" fmla="*/ 359144 h 4336319"/>
              <a:gd name="connsiteX13" fmla="*/ 3672634 w 3748054"/>
              <a:gd name="connsiteY13" fmla="*/ 490971 h 4336319"/>
              <a:gd name="connsiteX14" fmla="*/ 3747596 w 3748054"/>
              <a:gd name="connsiteY14" fmla="*/ 769958 h 4336319"/>
              <a:gd name="connsiteX15" fmla="*/ 3712068 w 3748054"/>
              <a:gd name="connsiteY15" fmla="*/ 1111429 h 4336319"/>
              <a:gd name="connsiteX16" fmla="*/ 3693780 w 3748054"/>
              <a:gd name="connsiteY16" fmla="*/ 1291356 h 4336319"/>
              <a:gd name="connsiteX17" fmla="*/ 3665872 w 3748054"/>
              <a:gd name="connsiteY17" fmla="*/ 1712838 h 4336319"/>
              <a:gd name="connsiteX18" fmla="*/ 3622056 w 3748054"/>
              <a:gd name="connsiteY18" fmla="*/ 2109935 h 4336319"/>
              <a:gd name="connsiteX19" fmla="*/ 3584203 w 3748054"/>
              <a:gd name="connsiteY19" fmla="*/ 2550383 h 4336319"/>
              <a:gd name="connsiteX20" fmla="*/ 3430115 w 3748054"/>
              <a:gd name="connsiteY20" fmla="*/ 2951547 h 4336319"/>
              <a:gd name="connsiteX21" fmla="*/ 3110707 w 3748054"/>
              <a:gd name="connsiteY21" fmla="*/ 3388060 h 4336319"/>
              <a:gd name="connsiteX22" fmla="*/ 2745234 w 3748054"/>
              <a:gd name="connsiteY22" fmla="*/ 3879816 h 4336319"/>
              <a:gd name="connsiteX23" fmla="*/ 2361586 w 3748054"/>
              <a:gd name="connsiteY23" fmla="*/ 4332946 h 4336319"/>
              <a:gd name="connsiteX24" fmla="*/ 1752184 w 3748054"/>
              <a:gd name="connsiteY24" fmla="*/ 4074384 h 4336319"/>
              <a:gd name="connsiteX25" fmla="*/ 1225471 w 3748054"/>
              <a:gd name="connsiteY25" fmla="*/ 3847295 h 4336319"/>
              <a:gd name="connsiteX26" fmla="*/ 1009730 w 3748054"/>
              <a:gd name="connsiteY26" fmla="*/ 3847295 h 4336319"/>
              <a:gd name="connsiteX27" fmla="*/ 557387 w 3748054"/>
              <a:gd name="connsiteY27" fmla="*/ 3738805 h 4336319"/>
              <a:gd name="connsiteX28" fmla="*/ 341646 w 3748054"/>
              <a:gd name="connsiteY28" fmla="*/ 3499823 h 4336319"/>
              <a:gd name="connsiteX29" fmla="*/ 156146 w 3748054"/>
              <a:gd name="connsiteY29" fmla="*/ 3255025 h 4336319"/>
              <a:gd name="connsiteX30" fmla="*/ 70 w 3748054"/>
              <a:gd name="connsiteY30" fmla="*/ 2849337 h 4336319"/>
              <a:gd name="connsiteX31" fmla="*/ 219631 w 3748054"/>
              <a:gd name="connsiteY31" fmla="*/ 2458014 h 4336319"/>
              <a:gd name="connsiteX32" fmla="*/ 603584 w 3748054"/>
              <a:gd name="connsiteY32" fmla="*/ 2238046 h 4336319"/>
              <a:gd name="connsiteX33" fmla="*/ 790464 w 3748054"/>
              <a:gd name="connsiteY33" fmla="*/ 2174514 h 4336319"/>
              <a:gd name="connsiteX34" fmla="*/ 996966 w 3748054"/>
              <a:gd name="connsiteY34" fmla="*/ 2053261 h 4336319"/>
              <a:gd name="connsiteX35" fmla="*/ 1061450 w 3748054"/>
              <a:gd name="connsiteY35" fmla="*/ 1901528 h 4336319"/>
              <a:gd name="connsiteX0" fmla="*/ 1061450 w 3748054"/>
              <a:gd name="connsiteY0" fmla="*/ 1901528 h 4685822"/>
              <a:gd name="connsiteX1" fmla="*/ 1082977 w 3748054"/>
              <a:gd name="connsiteY1" fmla="*/ 1748366 h 4685822"/>
              <a:gd name="connsiteX2" fmla="*/ 1069642 w 3748054"/>
              <a:gd name="connsiteY2" fmla="*/ 1556818 h 4685822"/>
              <a:gd name="connsiteX3" fmla="*/ 1106218 w 3748054"/>
              <a:gd name="connsiteY3" fmla="*/ 1444233 h 4685822"/>
              <a:gd name="connsiteX4" fmla="*/ 1246617 w 3748054"/>
              <a:gd name="connsiteY4" fmla="*/ 1303739 h 4685822"/>
              <a:gd name="connsiteX5" fmla="*/ 1481217 w 3748054"/>
              <a:gd name="connsiteY5" fmla="*/ 1116192 h 4685822"/>
              <a:gd name="connsiteX6" fmla="*/ 1765824 w 3748054"/>
              <a:gd name="connsiteY6" fmla="*/ 870923 h 4685822"/>
              <a:gd name="connsiteX7" fmla="*/ 1942704 w 3748054"/>
              <a:gd name="connsiteY7" fmla="*/ 614986 h 4685822"/>
              <a:gd name="connsiteX8" fmla="*/ 2161313 w 3748054"/>
              <a:gd name="connsiteY8" fmla="*/ 133697 h 4685822"/>
              <a:gd name="connsiteX9" fmla="*/ 2592615 w 3748054"/>
              <a:gd name="connsiteY9" fmla="*/ 173 h 4685822"/>
              <a:gd name="connsiteX10" fmla="*/ 2987025 w 3748054"/>
              <a:gd name="connsiteY10" fmla="*/ 151309 h 4685822"/>
              <a:gd name="connsiteX11" fmla="*/ 3297635 w 3748054"/>
              <a:gd name="connsiteY11" fmla="*/ 227319 h 4685822"/>
              <a:gd name="connsiteX12" fmla="*/ 3562049 w 3748054"/>
              <a:gd name="connsiteY12" fmla="*/ 359144 h 4685822"/>
              <a:gd name="connsiteX13" fmla="*/ 3672634 w 3748054"/>
              <a:gd name="connsiteY13" fmla="*/ 490971 h 4685822"/>
              <a:gd name="connsiteX14" fmla="*/ 3747596 w 3748054"/>
              <a:gd name="connsiteY14" fmla="*/ 769958 h 4685822"/>
              <a:gd name="connsiteX15" fmla="*/ 3712068 w 3748054"/>
              <a:gd name="connsiteY15" fmla="*/ 1111429 h 4685822"/>
              <a:gd name="connsiteX16" fmla="*/ 3693780 w 3748054"/>
              <a:gd name="connsiteY16" fmla="*/ 1291356 h 4685822"/>
              <a:gd name="connsiteX17" fmla="*/ 3665872 w 3748054"/>
              <a:gd name="connsiteY17" fmla="*/ 1712838 h 4685822"/>
              <a:gd name="connsiteX18" fmla="*/ 3622056 w 3748054"/>
              <a:gd name="connsiteY18" fmla="*/ 2109935 h 4685822"/>
              <a:gd name="connsiteX19" fmla="*/ 3584203 w 3748054"/>
              <a:gd name="connsiteY19" fmla="*/ 2550383 h 4685822"/>
              <a:gd name="connsiteX20" fmla="*/ 3430115 w 3748054"/>
              <a:gd name="connsiteY20" fmla="*/ 2951547 h 4685822"/>
              <a:gd name="connsiteX21" fmla="*/ 3110707 w 3748054"/>
              <a:gd name="connsiteY21" fmla="*/ 3388060 h 4685822"/>
              <a:gd name="connsiteX22" fmla="*/ 2745234 w 3748054"/>
              <a:gd name="connsiteY22" fmla="*/ 3879816 h 4685822"/>
              <a:gd name="connsiteX23" fmla="*/ 2477412 w 3748054"/>
              <a:gd name="connsiteY23" fmla="*/ 4684323 h 4685822"/>
              <a:gd name="connsiteX24" fmla="*/ 1752184 w 3748054"/>
              <a:gd name="connsiteY24" fmla="*/ 4074384 h 4685822"/>
              <a:gd name="connsiteX25" fmla="*/ 1225471 w 3748054"/>
              <a:gd name="connsiteY25" fmla="*/ 3847295 h 4685822"/>
              <a:gd name="connsiteX26" fmla="*/ 1009730 w 3748054"/>
              <a:gd name="connsiteY26" fmla="*/ 3847295 h 4685822"/>
              <a:gd name="connsiteX27" fmla="*/ 557387 w 3748054"/>
              <a:gd name="connsiteY27" fmla="*/ 3738805 h 4685822"/>
              <a:gd name="connsiteX28" fmla="*/ 341646 w 3748054"/>
              <a:gd name="connsiteY28" fmla="*/ 3499823 h 4685822"/>
              <a:gd name="connsiteX29" fmla="*/ 156146 w 3748054"/>
              <a:gd name="connsiteY29" fmla="*/ 3255025 h 4685822"/>
              <a:gd name="connsiteX30" fmla="*/ 70 w 3748054"/>
              <a:gd name="connsiteY30" fmla="*/ 2849337 h 4685822"/>
              <a:gd name="connsiteX31" fmla="*/ 219631 w 3748054"/>
              <a:gd name="connsiteY31" fmla="*/ 2458014 h 4685822"/>
              <a:gd name="connsiteX32" fmla="*/ 603584 w 3748054"/>
              <a:gd name="connsiteY32" fmla="*/ 2238046 h 4685822"/>
              <a:gd name="connsiteX33" fmla="*/ 790464 w 3748054"/>
              <a:gd name="connsiteY33" fmla="*/ 2174514 h 4685822"/>
              <a:gd name="connsiteX34" fmla="*/ 996966 w 3748054"/>
              <a:gd name="connsiteY34" fmla="*/ 2053261 h 4685822"/>
              <a:gd name="connsiteX35" fmla="*/ 1061450 w 3748054"/>
              <a:gd name="connsiteY35" fmla="*/ 1901528 h 4685822"/>
              <a:gd name="connsiteX0" fmla="*/ 1061450 w 3748054"/>
              <a:gd name="connsiteY0" fmla="*/ 1901528 h 4685177"/>
              <a:gd name="connsiteX1" fmla="*/ 1082977 w 3748054"/>
              <a:gd name="connsiteY1" fmla="*/ 1748366 h 4685177"/>
              <a:gd name="connsiteX2" fmla="*/ 1069642 w 3748054"/>
              <a:gd name="connsiteY2" fmla="*/ 1556818 h 4685177"/>
              <a:gd name="connsiteX3" fmla="*/ 1106218 w 3748054"/>
              <a:gd name="connsiteY3" fmla="*/ 1444233 h 4685177"/>
              <a:gd name="connsiteX4" fmla="*/ 1246617 w 3748054"/>
              <a:gd name="connsiteY4" fmla="*/ 1303739 h 4685177"/>
              <a:gd name="connsiteX5" fmla="*/ 1481217 w 3748054"/>
              <a:gd name="connsiteY5" fmla="*/ 1116192 h 4685177"/>
              <a:gd name="connsiteX6" fmla="*/ 1765824 w 3748054"/>
              <a:gd name="connsiteY6" fmla="*/ 870923 h 4685177"/>
              <a:gd name="connsiteX7" fmla="*/ 1942704 w 3748054"/>
              <a:gd name="connsiteY7" fmla="*/ 614986 h 4685177"/>
              <a:gd name="connsiteX8" fmla="*/ 2161313 w 3748054"/>
              <a:gd name="connsiteY8" fmla="*/ 133697 h 4685177"/>
              <a:gd name="connsiteX9" fmla="*/ 2592615 w 3748054"/>
              <a:gd name="connsiteY9" fmla="*/ 173 h 4685177"/>
              <a:gd name="connsiteX10" fmla="*/ 2987025 w 3748054"/>
              <a:gd name="connsiteY10" fmla="*/ 151309 h 4685177"/>
              <a:gd name="connsiteX11" fmla="*/ 3297635 w 3748054"/>
              <a:gd name="connsiteY11" fmla="*/ 227319 h 4685177"/>
              <a:gd name="connsiteX12" fmla="*/ 3562049 w 3748054"/>
              <a:gd name="connsiteY12" fmla="*/ 359144 h 4685177"/>
              <a:gd name="connsiteX13" fmla="*/ 3672634 w 3748054"/>
              <a:gd name="connsiteY13" fmla="*/ 490971 h 4685177"/>
              <a:gd name="connsiteX14" fmla="*/ 3747596 w 3748054"/>
              <a:gd name="connsiteY14" fmla="*/ 769958 h 4685177"/>
              <a:gd name="connsiteX15" fmla="*/ 3712068 w 3748054"/>
              <a:gd name="connsiteY15" fmla="*/ 1111429 h 4685177"/>
              <a:gd name="connsiteX16" fmla="*/ 3693780 w 3748054"/>
              <a:gd name="connsiteY16" fmla="*/ 1291356 h 4685177"/>
              <a:gd name="connsiteX17" fmla="*/ 3665872 w 3748054"/>
              <a:gd name="connsiteY17" fmla="*/ 1712838 h 4685177"/>
              <a:gd name="connsiteX18" fmla="*/ 3622056 w 3748054"/>
              <a:gd name="connsiteY18" fmla="*/ 2109935 h 4685177"/>
              <a:gd name="connsiteX19" fmla="*/ 3584203 w 3748054"/>
              <a:gd name="connsiteY19" fmla="*/ 2550383 h 4685177"/>
              <a:gd name="connsiteX20" fmla="*/ 3430115 w 3748054"/>
              <a:gd name="connsiteY20" fmla="*/ 2951547 h 4685177"/>
              <a:gd name="connsiteX21" fmla="*/ 3110707 w 3748054"/>
              <a:gd name="connsiteY21" fmla="*/ 3388060 h 4685177"/>
              <a:gd name="connsiteX22" fmla="*/ 2916166 w 3748054"/>
              <a:gd name="connsiteY22" fmla="*/ 3929491 h 4685177"/>
              <a:gd name="connsiteX23" fmla="*/ 2477412 w 3748054"/>
              <a:gd name="connsiteY23" fmla="*/ 4684323 h 4685177"/>
              <a:gd name="connsiteX24" fmla="*/ 1752184 w 3748054"/>
              <a:gd name="connsiteY24" fmla="*/ 4074384 h 4685177"/>
              <a:gd name="connsiteX25" fmla="*/ 1225471 w 3748054"/>
              <a:gd name="connsiteY25" fmla="*/ 3847295 h 4685177"/>
              <a:gd name="connsiteX26" fmla="*/ 1009730 w 3748054"/>
              <a:gd name="connsiteY26" fmla="*/ 3847295 h 4685177"/>
              <a:gd name="connsiteX27" fmla="*/ 557387 w 3748054"/>
              <a:gd name="connsiteY27" fmla="*/ 3738805 h 4685177"/>
              <a:gd name="connsiteX28" fmla="*/ 341646 w 3748054"/>
              <a:gd name="connsiteY28" fmla="*/ 3499823 h 4685177"/>
              <a:gd name="connsiteX29" fmla="*/ 156146 w 3748054"/>
              <a:gd name="connsiteY29" fmla="*/ 3255025 h 4685177"/>
              <a:gd name="connsiteX30" fmla="*/ 70 w 3748054"/>
              <a:gd name="connsiteY30" fmla="*/ 2849337 h 4685177"/>
              <a:gd name="connsiteX31" fmla="*/ 219631 w 3748054"/>
              <a:gd name="connsiteY31" fmla="*/ 2458014 h 4685177"/>
              <a:gd name="connsiteX32" fmla="*/ 603584 w 3748054"/>
              <a:gd name="connsiteY32" fmla="*/ 2238046 h 4685177"/>
              <a:gd name="connsiteX33" fmla="*/ 790464 w 3748054"/>
              <a:gd name="connsiteY33" fmla="*/ 2174514 h 4685177"/>
              <a:gd name="connsiteX34" fmla="*/ 996966 w 3748054"/>
              <a:gd name="connsiteY34" fmla="*/ 2053261 h 4685177"/>
              <a:gd name="connsiteX35" fmla="*/ 1061450 w 3748054"/>
              <a:gd name="connsiteY35" fmla="*/ 1901528 h 4685177"/>
              <a:gd name="connsiteX0" fmla="*/ 1061450 w 3748054"/>
              <a:gd name="connsiteY0" fmla="*/ 1901528 h 4689596"/>
              <a:gd name="connsiteX1" fmla="*/ 1082977 w 3748054"/>
              <a:gd name="connsiteY1" fmla="*/ 1748366 h 4689596"/>
              <a:gd name="connsiteX2" fmla="*/ 1069642 w 3748054"/>
              <a:gd name="connsiteY2" fmla="*/ 1556818 h 4689596"/>
              <a:gd name="connsiteX3" fmla="*/ 1106218 w 3748054"/>
              <a:gd name="connsiteY3" fmla="*/ 1444233 h 4689596"/>
              <a:gd name="connsiteX4" fmla="*/ 1246617 w 3748054"/>
              <a:gd name="connsiteY4" fmla="*/ 1303739 h 4689596"/>
              <a:gd name="connsiteX5" fmla="*/ 1481217 w 3748054"/>
              <a:gd name="connsiteY5" fmla="*/ 1116192 h 4689596"/>
              <a:gd name="connsiteX6" fmla="*/ 1765824 w 3748054"/>
              <a:gd name="connsiteY6" fmla="*/ 870923 h 4689596"/>
              <a:gd name="connsiteX7" fmla="*/ 1942704 w 3748054"/>
              <a:gd name="connsiteY7" fmla="*/ 614986 h 4689596"/>
              <a:gd name="connsiteX8" fmla="*/ 2161313 w 3748054"/>
              <a:gd name="connsiteY8" fmla="*/ 133697 h 4689596"/>
              <a:gd name="connsiteX9" fmla="*/ 2592615 w 3748054"/>
              <a:gd name="connsiteY9" fmla="*/ 173 h 4689596"/>
              <a:gd name="connsiteX10" fmla="*/ 2987025 w 3748054"/>
              <a:gd name="connsiteY10" fmla="*/ 151309 h 4689596"/>
              <a:gd name="connsiteX11" fmla="*/ 3297635 w 3748054"/>
              <a:gd name="connsiteY11" fmla="*/ 227319 h 4689596"/>
              <a:gd name="connsiteX12" fmla="*/ 3562049 w 3748054"/>
              <a:gd name="connsiteY12" fmla="*/ 359144 h 4689596"/>
              <a:gd name="connsiteX13" fmla="*/ 3672634 w 3748054"/>
              <a:gd name="connsiteY13" fmla="*/ 490971 h 4689596"/>
              <a:gd name="connsiteX14" fmla="*/ 3747596 w 3748054"/>
              <a:gd name="connsiteY14" fmla="*/ 769958 h 4689596"/>
              <a:gd name="connsiteX15" fmla="*/ 3712068 w 3748054"/>
              <a:gd name="connsiteY15" fmla="*/ 1111429 h 4689596"/>
              <a:gd name="connsiteX16" fmla="*/ 3693780 w 3748054"/>
              <a:gd name="connsiteY16" fmla="*/ 1291356 h 4689596"/>
              <a:gd name="connsiteX17" fmla="*/ 3665872 w 3748054"/>
              <a:gd name="connsiteY17" fmla="*/ 1712838 h 4689596"/>
              <a:gd name="connsiteX18" fmla="*/ 3622056 w 3748054"/>
              <a:gd name="connsiteY18" fmla="*/ 2109935 h 4689596"/>
              <a:gd name="connsiteX19" fmla="*/ 3584203 w 3748054"/>
              <a:gd name="connsiteY19" fmla="*/ 2550383 h 4689596"/>
              <a:gd name="connsiteX20" fmla="*/ 3430115 w 3748054"/>
              <a:gd name="connsiteY20" fmla="*/ 2951547 h 4689596"/>
              <a:gd name="connsiteX21" fmla="*/ 3110707 w 3748054"/>
              <a:gd name="connsiteY21" fmla="*/ 3388060 h 4689596"/>
              <a:gd name="connsiteX22" fmla="*/ 2916166 w 3748054"/>
              <a:gd name="connsiteY22" fmla="*/ 3929491 h 4689596"/>
              <a:gd name="connsiteX23" fmla="*/ 2477412 w 3748054"/>
              <a:gd name="connsiteY23" fmla="*/ 4684323 h 4689596"/>
              <a:gd name="connsiteX24" fmla="*/ 1782360 w 3748054"/>
              <a:gd name="connsiteY24" fmla="*/ 4244272 h 4689596"/>
              <a:gd name="connsiteX25" fmla="*/ 1225471 w 3748054"/>
              <a:gd name="connsiteY25" fmla="*/ 3847295 h 4689596"/>
              <a:gd name="connsiteX26" fmla="*/ 1009730 w 3748054"/>
              <a:gd name="connsiteY26" fmla="*/ 3847295 h 4689596"/>
              <a:gd name="connsiteX27" fmla="*/ 557387 w 3748054"/>
              <a:gd name="connsiteY27" fmla="*/ 3738805 h 4689596"/>
              <a:gd name="connsiteX28" fmla="*/ 341646 w 3748054"/>
              <a:gd name="connsiteY28" fmla="*/ 3499823 h 4689596"/>
              <a:gd name="connsiteX29" fmla="*/ 156146 w 3748054"/>
              <a:gd name="connsiteY29" fmla="*/ 3255025 h 4689596"/>
              <a:gd name="connsiteX30" fmla="*/ 70 w 3748054"/>
              <a:gd name="connsiteY30" fmla="*/ 2849337 h 4689596"/>
              <a:gd name="connsiteX31" fmla="*/ 219631 w 3748054"/>
              <a:gd name="connsiteY31" fmla="*/ 2458014 h 4689596"/>
              <a:gd name="connsiteX32" fmla="*/ 603584 w 3748054"/>
              <a:gd name="connsiteY32" fmla="*/ 2238046 h 4689596"/>
              <a:gd name="connsiteX33" fmla="*/ 790464 w 3748054"/>
              <a:gd name="connsiteY33" fmla="*/ 2174514 h 4689596"/>
              <a:gd name="connsiteX34" fmla="*/ 996966 w 3748054"/>
              <a:gd name="connsiteY34" fmla="*/ 2053261 h 4689596"/>
              <a:gd name="connsiteX35" fmla="*/ 1061450 w 3748054"/>
              <a:gd name="connsiteY35" fmla="*/ 1901528 h 4689596"/>
              <a:gd name="connsiteX0" fmla="*/ 1061450 w 3748054"/>
              <a:gd name="connsiteY0" fmla="*/ 1901528 h 4689435"/>
              <a:gd name="connsiteX1" fmla="*/ 1082977 w 3748054"/>
              <a:gd name="connsiteY1" fmla="*/ 1748366 h 4689435"/>
              <a:gd name="connsiteX2" fmla="*/ 1069642 w 3748054"/>
              <a:gd name="connsiteY2" fmla="*/ 1556818 h 4689435"/>
              <a:gd name="connsiteX3" fmla="*/ 1106218 w 3748054"/>
              <a:gd name="connsiteY3" fmla="*/ 1444233 h 4689435"/>
              <a:gd name="connsiteX4" fmla="*/ 1246617 w 3748054"/>
              <a:gd name="connsiteY4" fmla="*/ 1303739 h 4689435"/>
              <a:gd name="connsiteX5" fmla="*/ 1481217 w 3748054"/>
              <a:gd name="connsiteY5" fmla="*/ 1116192 h 4689435"/>
              <a:gd name="connsiteX6" fmla="*/ 1765824 w 3748054"/>
              <a:gd name="connsiteY6" fmla="*/ 870923 h 4689435"/>
              <a:gd name="connsiteX7" fmla="*/ 1942704 w 3748054"/>
              <a:gd name="connsiteY7" fmla="*/ 614986 h 4689435"/>
              <a:gd name="connsiteX8" fmla="*/ 2161313 w 3748054"/>
              <a:gd name="connsiteY8" fmla="*/ 133697 h 4689435"/>
              <a:gd name="connsiteX9" fmla="*/ 2592615 w 3748054"/>
              <a:gd name="connsiteY9" fmla="*/ 173 h 4689435"/>
              <a:gd name="connsiteX10" fmla="*/ 2987025 w 3748054"/>
              <a:gd name="connsiteY10" fmla="*/ 151309 h 4689435"/>
              <a:gd name="connsiteX11" fmla="*/ 3297635 w 3748054"/>
              <a:gd name="connsiteY11" fmla="*/ 227319 h 4689435"/>
              <a:gd name="connsiteX12" fmla="*/ 3562049 w 3748054"/>
              <a:gd name="connsiteY12" fmla="*/ 359144 h 4689435"/>
              <a:gd name="connsiteX13" fmla="*/ 3672634 w 3748054"/>
              <a:gd name="connsiteY13" fmla="*/ 490971 h 4689435"/>
              <a:gd name="connsiteX14" fmla="*/ 3747596 w 3748054"/>
              <a:gd name="connsiteY14" fmla="*/ 769958 h 4689435"/>
              <a:gd name="connsiteX15" fmla="*/ 3712068 w 3748054"/>
              <a:gd name="connsiteY15" fmla="*/ 1111429 h 4689435"/>
              <a:gd name="connsiteX16" fmla="*/ 3693780 w 3748054"/>
              <a:gd name="connsiteY16" fmla="*/ 1291356 h 4689435"/>
              <a:gd name="connsiteX17" fmla="*/ 3665872 w 3748054"/>
              <a:gd name="connsiteY17" fmla="*/ 1712838 h 4689435"/>
              <a:gd name="connsiteX18" fmla="*/ 3622056 w 3748054"/>
              <a:gd name="connsiteY18" fmla="*/ 2109935 h 4689435"/>
              <a:gd name="connsiteX19" fmla="*/ 3584203 w 3748054"/>
              <a:gd name="connsiteY19" fmla="*/ 2550383 h 4689435"/>
              <a:gd name="connsiteX20" fmla="*/ 3430115 w 3748054"/>
              <a:gd name="connsiteY20" fmla="*/ 2951547 h 4689435"/>
              <a:gd name="connsiteX21" fmla="*/ 3110707 w 3748054"/>
              <a:gd name="connsiteY21" fmla="*/ 3388060 h 4689435"/>
              <a:gd name="connsiteX22" fmla="*/ 2916166 w 3748054"/>
              <a:gd name="connsiteY22" fmla="*/ 3929491 h 4689435"/>
              <a:gd name="connsiteX23" fmla="*/ 2477412 w 3748054"/>
              <a:gd name="connsiteY23" fmla="*/ 4684323 h 4689435"/>
              <a:gd name="connsiteX24" fmla="*/ 1782360 w 3748054"/>
              <a:gd name="connsiteY24" fmla="*/ 4244272 h 4689435"/>
              <a:gd name="connsiteX25" fmla="*/ 1384429 w 3748054"/>
              <a:gd name="connsiteY25" fmla="*/ 3923396 h 4689435"/>
              <a:gd name="connsiteX26" fmla="*/ 1009730 w 3748054"/>
              <a:gd name="connsiteY26" fmla="*/ 3847295 h 4689435"/>
              <a:gd name="connsiteX27" fmla="*/ 557387 w 3748054"/>
              <a:gd name="connsiteY27" fmla="*/ 3738805 h 4689435"/>
              <a:gd name="connsiteX28" fmla="*/ 341646 w 3748054"/>
              <a:gd name="connsiteY28" fmla="*/ 3499823 h 4689435"/>
              <a:gd name="connsiteX29" fmla="*/ 156146 w 3748054"/>
              <a:gd name="connsiteY29" fmla="*/ 3255025 h 4689435"/>
              <a:gd name="connsiteX30" fmla="*/ 70 w 3748054"/>
              <a:gd name="connsiteY30" fmla="*/ 2849337 h 4689435"/>
              <a:gd name="connsiteX31" fmla="*/ 219631 w 3748054"/>
              <a:gd name="connsiteY31" fmla="*/ 2458014 h 4689435"/>
              <a:gd name="connsiteX32" fmla="*/ 603584 w 3748054"/>
              <a:gd name="connsiteY32" fmla="*/ 2238046 h 4689435"/>
              <a:gd name="connsiteX33" fmla="*/ 790464 w 3748054"/>
              <a:gd name="connsiteY33" fmla="*/ 2174514 h 4689435"/>
              <a:gd name="connsiteX34" fmla="*/ 996966 w 3748054"/>
              <a:gd name="connsiteY34" fmla="*/ 2053261 h 4689435"/>
              <a:gd name="connsiteX35" fmla="*/ 1061450 w 3748054"/>
              <a:gd name="connsiteY35" fmla="*/ 1901528 h 4689435"/>
              <a:gd name="connsiteX0" fmla="*/ 1173063 w 3859667"/>
              <a:gd name="connsiteY0" fmla="*/ 1901528 h 4689435"/>
              <a:gd name="connsiteX1" fmla="*/ 1194590 w 3859667"/>
              <a:gd name="connsiteY1" fmla="*/ 1748366 h 4689435"/>
              <a:gd name="connsiteX2" fmla="*/ 1181255 w 3859667"/>
              <a:gd name="connsiteY2" fmla="*/ 1556818 h 4689435"/>
              <a:gd name="connsiteX3" fmla="*/ 1217831 w 3859667"/>
              <a:gd name="connsiteY3" fmla="*/ 1444233 h 4689435"/>
              <a:gd name="connsiteX4" fmla="*/ 1358230 w 3859667"/>
              <a:gd name="connsiteY4" fmla="*/ 1303739 h 4689435"/>
              <a:gd name="connsiteX5" fmla="*/ 1592830 w 3859667"/>
              <a:gd name="connsiteY5" fmla="*/ 1116192 h 4689435"/>
              <a:gd name="connsiteX6" fmla="*/ 1877437 w 3859667"/>
              <a:gd name="connsiteY6" fmla="*/ 870923 h 4689435"/>
              <a:gd name="connsiteX7" fmla="*/ 2054317 w 3859667"/>
              <a:gd name="connsiteY7" fmla="*/ 614986 h 4689435"/>
              <a:gd name="connsiteX8" fmla="*/ 2272926 w 3859667"/>
              <a:gd name="connsiteY8" fmla="*/ 133697 h 4689435"/>
              <a:gd name="connsiteX9" fmla="*/ 2704228 w 3859667"/>
              <a:gd name="connsiteY9" fmla="*/ 173 h 4689435"/>
              <a:gd name="connsiteX10" fmla="*/ 3098638 w 3859667"/>
              <a:gd name="connsiteY10" fmla="*/ 151309 h 4689435"/>
              <a:gd name="connsiteX11" fmla="*/ 3409248 w 3859667"/>
              <a:gd name="connsiteY11" fmla="*/ 227319 h 4689435"/>
              <a:gd name="connsiteX12" fmla="*/ 3673662 w 3859667"/>
              <a:gd name="connsiteY12" fmla="*/ 359144 h 4689435"/>
              <a:gd name="connsiteX13" fmla="*/ 3784247 w 3859667"/>
              <a:gd name="connsiteY13" fmla="*/ 490971 h 4689435"/>
              <a:gd name="connsiteX14" fmla="*/ 3859209 w 3859667"/>
              <a:gd name="connsiteY14" fmla="*/ 769958 h 4689435"/>
              <a:gd name="connsiteX15" fmla="*/ 3823681 w 3859667"/>
              <a:gd name="connsiteY15" fmla="*/ 1111429 h 4689435"/>
              <a:gd name="connsiteX16" fmla="*/ 3805393 w 3859667"/>
              <a:gd name="connsiteY16" fmla="*/ 1291356 h 4689435"/>
              <a:gd name="connsiteX17" fmla="*/ 3777485 w 3859667"/>
              <a:gd name="connsiteY17" fmla="*/ 1712838 h 4689435"/>
              <a:gd name="connsiteX18" fmla="*/ 3733669 w 3859667"/>
              <a:gd name="connsiteY18" fmla="*/ 2109935 h 4689435"/>
              <a:gd name="connsiteX19" fmla="*/ 3695816 w 3859667"/>
              <a:gd name="connsiteY19" fmla="*/ 2550383 h 4689435"/>
              <a:gd name="connsiteX20" fmla="*/ 3541728 w 3859667"/>
              <a:gd name="connsiteY20" fmla="*/ 2951547 h 4689435"/>
              <a:gd name="connsiteX21" fmla="*/ 3222320 w 3859667"/>
              <a:gd name="connsiteY21" fmla="*/ 3388060 h 4689435"/>
              <a:gd name="connsiteX22" fmla="*/ 3027779 w 3859667"/>
              <a:gd name="connsiteY22" fmla="*/ 3929491 h 4689435"/>
              <a:gd name="connsiteX23" fmla="*/ 2589025 w 3859667"/>
              <a:gd name="connsiteY23" fmla="*/ 4684323 h 4689435"/>
              <a:gd name="connsiteX24" fmla="*/ 1893973 w 3859667"/>
              <a:gd name="connsiteY24" fmla="*/ 4244272 h 4689435"/>
              <a:gd name="connsiteX25" fmla="*/ 1496042 w 3859667"/>
              <a:gd name="connsiteY25" fmla="*/ 3923396 h 4689435"/>
              <a:gd name="connsiteX26" fmla="*/ 1121343 w 3859667"/>
              <a:gd name="connsiteY26" fmla="*/ 3847295 h 4689435"/>
              <a:gd name="connsiteX27" fmla="*/ 669000 w 3859667"/>
              <a:gd name="connsiteY27" fmla="*/ 3738805 h 4689435"/>
              <a:gd name="connsiteX28" fmla="*/ 453259 w 3859667"/>
              <a:gd name="connsiteY28" fmla="*/ 3499823 h 4689435"/>
              <a:gd name="connsiteX29" fmla="*/ 267759 w 3859667"/>
              <a:gd name="connsiteY29" fmla="*/ 3255025 h 4689435"/>
              <a:gd name="connsiteX30" fmla="*/ 37 w 3859667"/>
              <a:gd name="connsiteY30" fmla="*/ 2870497 h 4689435"/>
              <a:gd name="connsiteX31" fmla="*/ 331244 w 3859667"/>
              <a:gd name="connsiteY31" fmla="*/ 2458014 h 4689435"/>
              <a:gd name="connsiteX32" fmla="*/ 715197 w 3859667"/>
              <a:gd name="connsiteY32" fmla="*/ 2238046 h 4689435"/>
              <a:gd name="connsiteX33" fmla="*/ 902077 w 3859667"/>
              <a:gd name="connsiteY33" fmla="*/ 2174514 h 4689435"/>
              <a:gd name="connsiteX34" fmla="*/ 1108579 w 3859667"/>
              <a:gd name="connsiteY34" fmla="*/ 2053261 h 4689435"/>
              <a:gd name="connsiteX35" fmla="*/ 1173063 w 3859667"/>
              <a:gd name="connsiteY35" fmla="*/ 1901528 h 4689435"/>
              <a:gd name="connsiteX0" fmla="*/ 1173063 w 3859667"/>
              <a:gd name="connsiteY0" fmla="*/ 1901528 h 4689435"/>
              <a:gd name="connsiteX1" fmla="*/ 1194590 w 3859667"/>
              <a:gd name="connsiteY1" fmla="*/ 1748366 h 4689435"/>
              <a:gd name="connsiteX2" fmla="*/ 1181255 w 3859667"/>
              <a:gd name="connsiteY2" fmla="*/ 1556818 h 4689435"/>
              <a:gd name="connsiteX3" fmla="*/ 1217831 w 3859667"/>
              <a:gd name="connsiteY3" fmla="*/ 1444233 h 4689435"/>
              <a:gd name="connsiteX4" fmla="*/ 1358230 w 3859667"/>
              <a:gd name="connsiteY4" fmla="*/ 1303739 h 4689435"/>
              <a:gd name="connsiteX5" fmla="*/ 1592830 w 3859667"/>
              <a:gd name="connsiteY5" fmla="*/ 1116192 h 4689435"/>
              <a:gd name="connsiteX6" fmla="*/ 1877437 w 3859667"/>
              <a:gd name="connsiteY6" fmla="*/ 870923 h 4689435"/>
              <a:gd name="connsiteX7" fmla="*/ 2054317 w 3859667"/>
              <a:gd name="connsiteY7" fmla="*/ 614986 h 4689435"/>
              <a:gd name="connsiteX8" fmla="*/ 2272926 w 3859667"/>
              <a:gd name="connsiteY8" fmla="*/ 133697 h 4689435"/>
              <a:gd name="connsiteX9" fmla="*/ 2704228 w 3859667"/>
              <a:gd name="connsiteY9" fmla="*/ 173 h 4689435"/>
              <a:gd name="connsiteX10" fmla="*/ 3098638 w 3859667"/>
              <a:gd name="connsiteY10" fmla="*/ 151309 h 4689435"/>
              <a:gd name="connsiteX11" fmla="*/ 3409248 w 3859667"/>
              <a:gd name="connsiteY11" fmla="*/ 227319 h 4689435"/>
              <a:gd name="connsiteX12" fmla="*/ 3673662 w 3859667"/>
              <a:gd name="connsiteY12" fmla="*/ 359144 h 4689435"/>
              <a:gd name="connsiteX13" fmla="*/ 3784247 w 3859667"/>
              <a:gd name="connsiteY13" fmla="*/ 490971 h 4689435"/>
              <a:gd name="connsiteX14" fmla="*/ 3859209 w 3859667"/>
              <a:gd name="connsiteY14" fmla="*/ 769958 h 4689435"/>
              <a:gd name="connsiteX15" fmla="*/ 3823681 w 3859667"/>
              <a:gd name="connsiteY15" fmla="*/ 1111429 h 4689435"/>
              <a:gd name="connsiteX16" fmla="*/ 3805393 w 3859667"/>
              <a:gd name="connsiteY16" fmla="*/ 1291356 h 4689435"/>
              <a:gd name="connsiteX17" fmla="*/ 3777485 w 3859667"/>
              <a:gd name="connsiteY17" fmla="*/ 1712838 h 4689435"/>
              <a:gd name="connsiteX18" fmla="*/ 3733669 w 3859667"/>
              <a:gd name="connsiteY18" fmla="*/ 2109935 h 4689435"/>
              <a:gd name="connsiteX19" fmla="*/ 3695816 w 3859667"/>
              <a:gd name="connsiteY19" fmla="*/ 2550383 h 4689435"/>
              <a:gd name="connsiteX20" fmla="*/ 3541728 w 3859667"/>
              <a:gd name="connsiteY20" fmla="*/ 2951547 h 4689435"/>
              <a:gd name="connsiteX21" fmla="*/ 3222320 w 3859667"/>
              <a:gd name="connsiteY21" fmla="*/ 3388060 h 4689435"/>
              <a:gd name="connsiteX22" fmla="*/ 3027779 w 3859667"/>
              <a:gd name="connsiteY22" fmla="*/ 3929491 h 4689435"/>
              <a:gd name="connsiteX23" fmla="*/ 2589025 w 3859667"/>
              <a:gd name="connsiteY23" fmla="*/ 4684323 h 4689435"/>
              <a:gd name="connsiteX24" fmla="*/ 1893973 w 3859667"/>
              <a:gd name="connsiteY24" fmla="*/ 4244272 h 4689435"/>
              <a:gd name="connsiteX25" fmla="*/ 1496042 w 3859667"/>
              <a:gd name="connsiteY25" fmla="*/ 3923396 h 4689435"/>
              <a:gd name="connsiteX26" fmla="*/ 1121343 w 3859667"/>
              <a:gd name="connsiteY26" fmla="*/ 3847295 h 4689435"/>
              <a:gd name="connsiteX27" fmla="*/ 620594 w 3859667"/>
              <a:gd name="connsiteY27" fmla="*/ 3776901 h 4689435"/>
              <a:gd name="connsiteX28" fmla="*/ 453259 w 3859667"/>
              <a:gd name="connsiteY28" fmla="*/ 3499823 h 4689435"/>
              <a:gd name="connsiteX29" fmla="*/ 267759 w 3859667"/>
              <a:gd name="connsiteY29" fmla="*/ 3255025 h 4689435"/>
              <a:gd name="connsiteX30" fmla="*/ 37 w 3859667"/>
              <a:gd name="connsiteY30" fmla="*/ 2870497 h 4689435"/>
              <a:gd name="connsiteX31" fmla="*/ 331244 w 3859667"/>
              <a:gd name="connsiteY31" fmla="*/ 2458014 h 4689435"/>
              <a:gd name="connsiteX32" fmla="*/ 715197 w 3859667"/>
              <a:gd name="connsiteY32" fmla="*/ 2238046 h 4689435"/>
              <a:gd name="connsiteX33" fmla="*/ 902077 w 3859667"/>
              <a:gd name="connsiteY33" fmla="*/ 2174514 h 4689435"/>
              <a:gd name="connsiteX34" fmla="*/ 1108579 w 3859667"/>
              <a:gd name="connsiteY34" fmla="*/ 2053261 h 4689435"/>
              <a:gd name="connsiteX35" fmla="*/ 1173063 w 3859667"/>
              <a:gd name="connsiteY35" fmla="*/ 1901528 h 4689435"/>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673662 w 3859667"/>
              <a:gd name="connsiteY12" fmla="*/ 359144 h 4816979"/>
              <a:gd name="connsiteX13" fmla="*/ 3784247 w 3859667"/>
              <a:gd name="connsiteY13" fmla="*/ 490971 h 4816979"/>
              <a:gd name="connsiteX14" fmla="*/ 3859209 w 3859667"/>
              <a:gd name="connsiteY14" fmla="*/ 769958 h 4816979"/>
              <a:gd name="connsiteX15" fmla="*/ 3823681 w 3859667"/>
              <a:gd name="connsiteY15" fmla="*/ 1111429 h 4816979"/>
              <a:gd name="connsiteX16" fmla="*/ 3805393 w 3859667"/>
              <a:gd name="connsiteY16" fmla="*/ 1291356 h 4816979"/>
              <a:gd name="connsiteX17" fmla="*/ 3777485 w 3859667"/>
              <a:gd name="connsiteY17" fmla="*/ 1712838 h 4816979"/>
              <a:gd name="connsiteX18" fmla="*/ 3733669 w 3859667"/>
              <a:gd name="connsiteY18" fmla="*/ 2109935 h 4816979"/>
              <a:gd name="connsiteX19" fmla="*/ 3695816 w 3859667"/>
              <a:gd name="connsiteY19" fmla="*/ 2550383 h 4816979"/>
              <a:gd name="connsiteX20" fmla="*/ 3541728 w 3859667"/>
              <a:gd name="connsiteY20" fmla="*/ 2951547 h 4816979"/>
              <a:gd name="connsiteX21" fmla="*/ 3222320 w 3859667"/>
              <a:gd name="connsiteY21" fmla="*/ 3388060 h 4816979"/>
              <a:gd name="connsiteX22" fmla="*/ 3027779 w 3859667"/>
              <a:gd name="connsiteY22" fmla="*/ 3929491 h 4816979"/>
              <a:gd name="connsiteX23" fmla="*/ 2638459 w 3859667"/>
              <a:gd name="connsiteY23" fmla="*/ 4812937 h 4816979"/>
              <a:gd name="connsiteX24" fmla="*/ 1893973 w 3859667"/>
              <a:gd name="connsiteY24" fmla="*/ 4244272 h 4816979"/>
              <a:gd name="connsiteX25" fmla="*/ 1496042 w 3859667"/>
              <a:gd name="connsiteY25" fmla="*/ 3923396 h 4816979"/>
              <a:gd name="connsiteX26" fmla="*/ 1121343 w 3859667"/>
              <a:gd name="connsiteY26" fmla="*/ 3847295 h 4816979"/>
              <a:gd name="connsiteX27" fmla="*/ 620594 w 3859667"/>
              <a:gd name="connsiteY27" fmla="*/ 3776901 h 4816979"/>
              <a:gd name="connsiteX28" fmla="*/ 453259 w 3859667"/>
              <a:gd name="connsiteY28" fmla="*/ 3499823 h 4816979"/>
              <a:gd name="connsiteX29" fmla="*/ 267759 w 3859667"/>
              <a:gd name="connsiteY29" fmla="*/ 3255025 h 4816979"/>
              <a:gd name="connsiteX30" fmla="*/ 37 w 3859667"/>
              <a:gd name="connsiteY30" fmla="*/ 2870497 h 4816979"/>
              <a:gd name="connsiteX31" fmla="*/ 331244 w 3859667"/>
              <a:gd name="connsiteY31" fmla="*/ 2458014 h 4816979"/>
              <a:gd name="connsiteX32" fmla="*/ 715197 w 3859667"/>
              <a:gd name="connsiteY32" fmla="*/ 2238046 h 4816979"/>
              <a:gd name="connsiteX33" fmla="*/ 902077 w 3859667"/>
              <a:gd name="connsiteY33" fmla="*/ 2174514 h 4816979"/>
              <a:gd name="connsiteX34" fmla="*/ 1108579 w 3859667"/>
              <a:gd name="connsiteY34" fmla="*/ 2053261 h 4816979"/>
              <a:gd name="connsiteX35" fmla="*/ 1173063 w 3859667"/>
              <a:gd name="connsiteY35" fmla="*/ 1901528 h 4816979"/>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673662 w 3859667"/>
              <a:gd name="connsiteY12" fmla="*/ 359144 h 4816979"/>
              <a:gd name="connsiteX13" fmla="*/ 3859209 w 3859667"/>
              <a:gd name="connsiteY13" fmla="*/ 769958 h 4816979"/>
              <a:gd name="connsiteX14" fmla="*/ 3823681 w 3859667"/>
              <a:gd name="connsiteY14" fmla="*/ 1111429 h 4816979"/>
              <a:gd name="connsiteX15" fmla="*/ 3805393 w 3859667"/>
              <a:gd name="connsiteY15" fmla="*/ 1291356 h 4816979"/>
              <a:gd name="connsiteX16" fmla="*/ 3777485 w 3859667"/>
              <a:gd name="connsiteY16" fmla="*/ 1712838 h 4816979"/>
              <a:gd name="connsiteX17" fmla="*/ 3733669 w 3859667"/>
              <a:gd name="connsiteY17" fmla="*/ 2109935 h 4816979"/>
              <a:gd name="connsiteX18" fmla="*/ 3695816 w 3859667"/>
              <a:gd name="connsiteY18" fmla="*/ 2550383 h 4816979"/>
              <a:gd name="connsiteX19" fmla="*/ 3541728 w 3859667"/>
              <a:gd name="connsiteY19" fmla="*/ 2951547 h 4816979"/>
              <a:gd name="connsiteX20" fmla="*/ 3222320 w 3859667"/>
              <a:gd name="connsiteY20" fmla="*/ 3388060 h 4816979"/>
              <a:gd name="connsiteX21" fmla="*/ 3027779 w 3859667"/>
              <a:gd name="connsiteY21" fmla="*/ 3929491 h 4816979"/>
              <a:gd name="connsiteX22" fmla="*/ 2638459 w 3859667"/>
              <a:gd name="connsiteY22" fmla="*/ 4812937 h 4816979"/>
              <a:gd name="connsiteX23" fmla="*/ 1893973 w 3859667"/>
              <a:gd name="connsiteY23" fmla="*/ 4244272 h 4816979"/>
              <a:gd name="connsiteX24" fmla="*/ 1496042 w 3859667"/>
              <a:gd name="connsiteY24" fmla="*/ 3923396 h 4816979"/>
              <a:gd name="connsiteX25" fmla="*/ 1121343 w 3859667"/>
              <a:gd name="connsiteY25" fmla="*/ 3847295 h 4816979"/>
              <a:gd name="connsiteX26" fmla="*/ 620594 w 3859667"/>
              <a:gd name="connsiteY26" fmla="*/ 3776901 h 4816979"/>
              <a:gd name="connsiteX27" fmla="*/ 453259 w 3859667"/>
              <a:gd name="connsiteY27" fmla="*/ 3499823 h 4816979"/>
              <a:gd name="connsiteX28" fmla="*/ 267759 w 3859667"/>
              <a:gd name="connsiteY28" fmla="*/ 3255025 h 4816979"/>
              <a:gd name="connsiteX29" fmla="*/ 37 w 3859667"/>
              <a:gd name="connsiteY29" fmla="*/ 2870497 h 4816979"/>
              <a:gd name="connsiteX30" fmla="*/ 331244 w 3859667"/>
              <a:gd name="connsiteY30" fmla="*/ 2458014 h 4816979"/>
              <a:gd name="connsiteX31" fmla="*/ 715197 w 3859667"/>
              <a:gd name="connsiteY31" fmla="*/ 2238046 h 4816979"/>
              <a:gd name="connsiteX32" fmla="*/ 902077 w 3859667"/>
              <a:gd name="connsiteY32" fmla="*/ 2174514 h 4816979"/>
              <a:gd name="connsiteX33" fmla="*/ 1108579 w 3859667"/>
              <a:gd name="connsiteY33" fmla="*/ 2053261 h 4816979"/>
              <a:gd name="connsiteX34" fmla="*/ 1173063 w 3859667"/>
              <a:gd name="connsiteY34" fmla="*/ 1901528 h 4816979"/>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808470 w 3859667"/>
              <a:gd name="connsiteY12" fmla="*/ 327169 h 4816979"/>
              <a:gd name="connsiteX13" fmla="*/ 3859209 w 3859667"/>
              <a:gd name="connsiteY13" fmla="*/ 769958 h 4816979"/>
              <a:gd name="connsiteX14" fmla="*/ 3823681 w 3859667"/>
              <a:gd name="connsiteY14" fmla="*/ 1111429 h 4816979"/>
              <a:gd name="connsiteX15" fmla="*/ 3805393 w 3859667"/>
              <a:gd name="connsiteY15" fmla="*/ 1291356 h 4816979"/>
              <a:gd name="connsiteX16" fmla="*/ 3777485 w 3859667"/>
              <a:gd name="connsiteY16" fmla="*/ 1712838 h 4816979"/>
              <a:gd name="connsiteX17" fmla="*/ 3733669 w 3859667"/>
              <a:gd name="connsiteY17" fmla="*/ 2109935 h 4816979"/>
              <a:gd name="connsiteX18" fmla="*/ 3695816 w 3859667"/>
              <a:gd name="connsiteY18" fmla="*/ 2550383 h 4816979"/>
              <a:gd name="connsiteX19" fmla="*/ 3541728 w 3859667"/>
              <a:gd name="connsiteY19" fmla="*/ 2951547 h 4816979"/>
              <a:gd name="connsiteX20" fmla="*/ 3222320 w 3859667"/>
              <a:gd name="connsiteY20" fmla="*/ 3388060 h 4816979"/>
              <a:gd name="connsiteX21" fmla="*/ 3027779 w 3859667"/>
              <a:gd name="connsiteY21" fmla="*/ 3929491 h 4816979"/>
              <a:gd name="connsiteX22" fmla="*/ 2638459 w 3859667"/>
              <a:gd name="connsiteY22" fmla="*/ 4812937 h 4816979"/>
              <a:gd name="connsiteX23" fmla="*/ 1893973 w 3859667"/>
              <a:gd name="connsiteY23" fmla="*/ 4244272 h 4816979"/>
              <a:gd name="connsiteX24" fmla="*/ 1496042 w 3859667"/>
              <a:gd name="connsiteY24" fmla="*/ 3923396 h 4816979"/>
              <a:gd name="connsiteX25" fmla="*/ 1121343 w 3859667"/>
              <a:gd name="connsiteY25" fmla="*/ 3847295 h 4816979"/>
              <a:gd name="connsiteX26" fmla="*/ 620594 w 3859667"/>
              <a:gd name="connsiteY26" fmla="*/ 3776901 h 4816979"/>
              <a:gd name="connsiteX27" fmla="*/ 453259 w 3859667"/>
              <a:gd name="connsiteY27" fmla="*/ 3499823 h 4816979"/>
              <a:gd name="connsiteX28" fmla="*/ 267759 w 3859667"/>
              <a:gd name="connsiteY28" fmla="*/ 3255025 h 4816979"/>
              <a:gd name="connsiteX29" fmla="*/ 37 w 3859667"/>
              <a:gd name="connsiteY29" fmla="*/ 2870497 h 4816979"/>
              <a:gd name="connsiteX30" fmla="*/ 331244 w 3859667"/>
              <a:gd name="connsiteY30" fmla="*/ 2458014 h 4816979"/>
              <a:gd name="connsiteX31" fmla="*/ 715197 w 3859667"/>
              <a:gd name="connsiteY31" fmla="*/ 2238046 h 4816979"/>
              <a:gd name="connsiteX32" fmla="*/ 902077 w 3859667"/>
              <a:gd name="connsiteY32" fmla="*/ 2174514 h 4816979"/>
              <a:gd name="connsiteX33" fmla="*/ 1108579 w 3859667"/>
              <a:gd name="connsiteY33" fmla="*/ 2053261 h 4816979"/>
              <a:gd name="connsiteX34" fmla="*/ 1173063 w 3859667"/>
              <a:gd name="connsiteY34" fmla="*/ 1901528 h 4816979"/>
              <a:gd name="connsiteX0" fmla="*/ 1173063 w 3929594"/>
              <a:gd name="connsiteY0" fmla="*/ 1901528 h 4816979"/>
              <a:gd name="connsiteX1" fmla="*/ 1194590 w 3929594"/>
              <a:gd name="connsiteY1" fmla="*/ 1748366 h 4816979"/>
              <a:gd name="connsiteX2" fmla="*/ 1181255 w 3929594"/>
              <a:gd name="connsiteY2" fmla="*/ 1556818 h 4816979"/>
              <a:gd name="connsiteX3" fmla="*/ 1217831 w 3929594"/>
              <a:gd name="connsiteY3" fmla="*/ 1444233 h 4816979"/>
              <a:gd name="connsiteX4" fmla="*/ 1358230 w 3929594"/>
              <a:gd name="connsiteY4" fmla="*/ 1303739 h 4816979"/>
              <a:gd name="connsiteX5" fmla="*/ 1592830 w 3929594"/>
              <a:gd name="connsiteY5" fmla="*/ 1116192 h 4816979"/>
              <a:gd name="connsiteX6" fmla="*/ 1877437 w 3929594"/>
              <a:gd name="connsiteY6" fmla="*/ 870923 h 4816979"/>
              <a:gd name="connsiteX7" fmla="*/ 2054317 w 3929594"/>
              <a:gd name="connsiteY7" fmla="*/ 614986 h 4816979"/>
              <a:gd name="connsiteX8" fmla="*/ 2272926 w 3929594"/>
              <a:gd name="connsiteY8" fmla="*/ 133697 h 4816979"/>
              <a:gd name="connsiteX9" fmla="*/ 2704228 w 3929594"/>
              <a:gd name="connsiteY9" fmla="*/ 173 h 4816979"/>
              <a:gd name="connsiteX10" fmla="*/ 3098638 w 3929594"/>
              <a:gd name="connsiteY10" fmla="*/ 151309 h 4816979"/>
              <a:gd name="connsiteX11" fmla="*/ 3409248 w 3929594"/>
              <a:gd name="connsiteY11" fmla="*/ 227319 h 4816979"/>
              <a:gd name="connsiteX12" fmla="*/ 3808470 w 3929594"/>
              <a:gd name="connsiteY12" fmla="*/ 327169 h 4816979"/>
              <a:gd name="connsiteX13" fmla="*/ 3929465 w 3929594"/>
              <a:gd name="connsiteY13" fmla="*/ 733962 h 4816979"/>
              <a:gd name="connsiteX14" fmla="*/ 3823681 w 3929594"/>
              <a:gd name="connsiteY14" fmla="*/ 1111429 h 4816979"/>
              <a:gd name="connsiteX15" fmla="*/ 3805393 w 3929594"/>
              <a:gd name="connsiteY15" fmla="*/ 1291356 h 4816979"/>
              <a:gd name="connsiteX16" fmla="*/ 3777485 w 3929594"/>
              <a:gd name="connsiteY16" fmla="*/ 1712838 h 4816979"/>
              <a:gd name="connsiteX17" fmla="*/ 3733669 w 3929594"/>
              <a:gd name="connsiteY17" fmla="*/ 2109935 h 4816979"/>
              <a:gd name="connsiteX18" fmla="*/ 3695816 w 3929594"/>
              <a:gd name="connsiteY18" fmla="*/ 2550383 h 4816979"/>
              <a:gd name="connsiteX19" fmla="*/ 3541728 w 3929594"/>
              <a:gd name="connsiteY19" fmla="*/ 2951547 h 4816979"/>
              <a:gd name="connsiteX20" fmla="*/ 3222320 w 3929594"/>
              <a:gd name="connsiteY20" fmla="*/ 3388060 h 4816979"/>
              <a:gd name="connsiteX21" fmla="*/ 3027779 w 3929594"/>
              <a:gd name="connsiteY21" fmla="*/ 3929491 h 4816979"/>
              <a:gd name="connsiteX22" fmla="*/ 2638459 w 3929594"/>
              <a:gd name="connsiteY22" fmla="*/ 4812937 h 4816979"/>
              <a:gd name="connsiteX23" fmla="*/ 1893973 w 3929594"/>
              <a:gd name="connsiteY23" fmla="*/ 4244272 h 4816979"/>
              <a:gd name="connsiteX24" fmla="*/ 1496042 w 3929594"/>
              <a:gd name="connsiteY24" fmla="*/ 3923396 h 4816979"/>
              <a:gd name="connsiteX25" fmla="*/ 1121343 w 3929594"/>
              <a:gd name="connsiteY25" fmla="*/ 3847295 h 4816979"/>
              <a:gd name="connsiteX26" fmla="*/ 620594 w 3929594"/>
              <a:gd name="connsiteY26" fmla="*/ 3776901 h 4816979"/>
              <a:gd name="connsiteX27" fmla="*/ 453259 w 3929594"/>
              <a:gd name="connsiteY27" fmla="*/ 3499823 h 4816979"/>
              <a:gd name="connsiteX28" fmla="*/ 267759 w 3929594"/>
              <a:gd name="connsiteY28" fmla="*/ 3255025 h 4816979"/>
              <a:gd name="connsiteX29" fmla="*/ 37 w 3929594"/>
              <a:gd name="connsiteY29" fmla="*/ 2870497 h 4816979"/>
              <a:gd name="connsiteX30" fmla="*/ 331244 w 3929594"/>
              <a:gd name="connsiteY30" fmla="*/ 2458014 h 4816979"/>
              <a:gd name="connsiteX31" fmla="*/ 715197 w 3929594"/>
              <a:gd name="connsiteY31" fmla="*/ 2238046 h 4816979"/>
              <a:gd name="connsiteX32" fmla="*/ 902077 w 3929594"/>
              <a:gd name="connsiteY32" fmla="*/ 2174514 h 4816979"/>
              <a:gd name="connsiteX33" fmla="*/ 1108579 w 3929594"/>
              <a:gd name="connsiteY33" fmla="*/ 2053261 h 4816979"/>
              <a:gd name="connsiteX34" fmla="*/ 1173063 w 3929594"/>
              <a:gd name="connsiteY34" fmla="*/ 1901528 h 4816979"/>
              <a:gd name="connsiteX0" fmla="*/ 1173063 w 3929594"/>
              <a:gd name="connsiteY0" fmla="*/ 1901528 h 4816979"/>
              <a:gd name="connsiteX1" fmla="*/ 1181255 w 3929594"/>
              <a:gd name="connsiteY1" fmla="*/ 1556818 h 4816979"/>
              <a:gd name="connsiteX2" fmla="*/ 1217831 w 3929594"/>
              <a:gd name="connsiteY2" fmla="*/ 1444233 h 4816979"/>
              <a:gd name="connsiteX3" fmla="*/ 1358230 w 3929594"/>
              <a:gd name="connsiteY3" fmla="*/ 1303739 h 4816979"/>
              <a:gd name="connsiteX4" fmla="*/ 1592830 w 3929594"/>
              <a:gd name="connsiteY4" fmla="*/ 1116192 h 4816979"/>
              <a:gd name="connsiteX5" fmla="*/ 1877437 w 3929594"/>
              <a:gd name="connsiteY5" fmla="*/ 870923 h 4816979"/>
              <a:gd name="connsiteX6" fmla="*/ 2054317 w 3929594"/>
              <a:gd name="connsiteY6" fmla="*/ 614986 h 4816979"/>
              <a:gd name="connsiteX7" fmla="*/ 2272926 w 3929594"/>
              <a:gd name="connsiteY7" fmla="*/ 133697 h 4816979"/>
              <a:gd name="connsiteX8" fmla="*/ 2704228 w 3929594"/>
              <a:gd name="connsiteY8" fmla="*/ 173 h 4816979"/>
              <a:gd name="connsiteX9" fmla="*/ 3098638 w 3929594"/>
              <a:gd name="connsiteY9" fmla="*/ 151309 h 4816979"/>
              <a:gd name="connsiteX10" fmla="*/ 3409248 w 3929594"/>
              <a:gd name="connsiteY10" fmla="*/ 227319 h 4816979"/>
              <a:gd name="connsiteX11" fmla="*/ 3808470 w 3929594"/>
              <a:gd name="connsiteY11" fmla="*/ 327169 h 4816979"/>
              <a:gd name="connsiteX12" fmla="*/ 3929465 w 3929594"/>
              <a:gd name="connsiteY12" fmla="*/ 733962 h 4816979"/>
              <a:gd name="connsiteX13" fmla="*/ 3823681 w 3929594"/>
              <a:gd name="connsiteY13" fmla="*/ 1111429 h 4816979"/>
              <a:gd name="connsiteX14" fmla="*/ 3805393 w 3929594"/>
              <a:gd name="connsiteY14" fmla="*/ 1291356 h 4816979"/>
              <a:gd name="connsiteX15" fmla="*/ 3777485 w 3929594"/>
              <a:gd name="connsiteY15" fmla="*/ 1712838 h 4816979"/>
              <a:gd name="connsiteX16" fmla="*/ 3733669 w 3929594"/>
              <a:gd name="connsiteY16" fmla="*/ 2109935 h 4816979"/>
              <a:gd name="connsiteX17" fmla="*/ 3695816 w 3929594"/>
              <a:gd name="connsiteY17" fmla="*/ 2550383 h 4816979"/>
              <a:gd name="connsiteX18" fmla="*/ 3541728 w 3929594"/>
              <a:gd name="connsiteY18" fmla="*/ 2951547 h 4816979"/>
              <a:gd name="connsiteX19" fmla="*/ 3222320 w 3929594"/>
              <a:gd name="connsiteY19" fmla="*/ 3388060 h 4816979"/>
              <a:gd name="connsiteX20" fmla="*/ 3027779 w 3929594"/>
              <a:gd name="connsiteY20" fmla="*/ 3929491 h 4816979"/>
              <a:gd name="connsiteX21" fmla="*/ 2638459 w 3929594"/>
              <a:gd name="connsiteY21" fmla="*/ 4812937 h 4816979"/>
              <a:gd name="connsiteX22" fmla="*/ 1893973 w 3929594"/>
              <a:gd name="connsiteY22" fmla="*/ 4244272 h 4816979"/>
              <a:gd name="connsiteX23" fmla="*/ 1496042 w 3929594"/>
              <a:gd name="connsiteY23" fmla="*/ 3923396 h 4816979"/>
              <a:gd name="connsiteX24" fmla="*/ 1121343 w 3929594"/>
              <a:gd name="connsiteY24" fmla="*/ 3847295 h 4816979"/>
              <a:gd name="connsiteX25" fmla="*/ 620594 w 3929594"/>
              <a:gd name="connsiteY25" fmla="*/ 3776901 h 4816979"/>
              <a:gd name="connsiteX26" fmla="*/ 453259 w 3929594"/>
              <a:gd name="connsiteY26" fmla="*/ 3499823 h 4816979"/>
              <a:gd name="connsiteX27" fmla="*/ 267759 w 3929594"/>
              <a:gd name="connsiteY27" fmla="*/ 3255025 h 4816979"/>
              <a:gd name="connsiteX28" fmla="*/ 37 w 3929594"/>
              <a:gd name="connsiteY28" fmla="*/ 2870497 h 4816979"/>
              <a:gd name="connsiteX29" fmla="*/ 331244 w 3929594"/>
              <a:gd name="connsiteY29" fmla="*/ 2458014 h 4816979"/>
              <a:gd name="connsiteX30" fmla="*/ 715197 w 3929594"/>
              <a:gd name="connsiteY30" fmla="*/ 2238046 h 4816979"/>
              <a:gd name="connsiteX31" fmla="*/ 902077 w 3929594"/>
              <a:gd name="connsiteY31" fmla="*/ 2174514 h 4816979"/>
              <a:gd name="connsiteX32" fmla="*/ 1108579 w 3929594"/>
              <a:gd name="connsiteY32" fmla="*/ 2053261 h 4816979"/>
              <a:gd name="connsiteX33" fmla="*/ 1173063 w 3929594"/>
              <a:gd name="connsiteY33" fmla="*/ 1901528 h 4816979"/>
              <a:gd name="connsiteX0" fmla="*/ 1173063 w 3929594"/>
              <a:gd name="connsiteY0" fmla="*/ 2633280 h 5548731"/>
              <a:gd name="connsiteX1" fmla="*/ 1181255 w 3929594"/>
              <a:gd name="connsiteY1" fmla="*/ 2288570 h 5548731"/>
              <a:gd name="connsiteX2" fmla="*/ 1217831 w 3929594"/>
              <a:gd name="connsiteY2" fmla="*/ 2175985 h 5548731"/>
              <a:gd name="connsiteX3" fmla="*/ 1358230 w 3929594"/>
              <a:gd name="connsiteY3" fmla="*/ 2035491 h 5548731"/>
              <a:gd name="connsiteX4" fmla="*/ 1592830 w 3929594"/>
              <a:gd name="connsiteY4" fmla="*/ 1847944 h 5548731"/>
              <a:gd name="connsiteX5" fmla="*/ 1877437 w 3929594"/>
              <a:gd name="connsiteY5" fmla="*/ 1602675 h 5548731"/>
              <a:gd name="connsiteX6" fmla="*/ 2054317 w 3929594"/>
              <a:gd name="connsiteY6" fmla="*/ 1346738 h 5548731"/>
              <a:gd name="connsiteX7" fmla="*/ 2272926 w 3929594"/>
              <a:gd name="connsiteY7" fmla="*/ 865449 h 5548731"/>
              <a:gd name="connsiteX8" fmla="*/ 2582531 w 3929594"/>
              <a:gd name="connsiteY8" fmla="*/ 11 h 5548731"/>
              <a:gd name="connsiteX9" fmla="*/ 3098638 w 3929594"/>
              <a:gd name="connsiteY9" fmla="*/ 883061 h 5548731"/>
              <a:gd name="connsiteX10" fmla="*/ 3409248 w 3929594"/>
              <a:gd name="connsiteY10" fmla="*/ 959071 h 5548731"/>
              <a:gd name="connsiteX11" fmla="*/ 3808470 w 3929594"/>
              <a:gd name="connsiteY11" fmla="*/ 1058921 h 5548731"/>
              <a:gd name="connsiteX12" fmla="*/ 3929465 w 3929594"/>
              <a:gd name="connsiteY12" fmla="*/ 1465714 h 5548731"/>
              <a:gd name="connsiteX13" fmla="*/ 3823681 w 3929594"/>
              <a:gd name="connsiteY13" fmla="*/ 1843181 h 5548731"/>
              <a:gd name="connsiteX14" fmla="*/ 3805393 w 3929594"/>
              <a:gd name="connsiteY14" fmla="*/ 2023108 h 5548731"/>
              <a:gd name="connsiteX15" fmla="*/ 3777485 w 3929594"/>
              <a:gd name="connsiteY15" fmla="*/ 2444590 h 5548731"/>
              <a:gd name="connsiteX16" fmla="*/ 3733669 w 3929594"/>
              <a:gd name="connsiteY16" fmla="*/ 2841687 h 5548731"/>
              <a:gd name="connsiteX17" fmla="*/ 3695816 w 3929594"/>
              <a:gd name="connsiteY17" fmla="*/ 3282135 h 5548731"/>
              <a:gd name="connsiteX18" fmla="*/ 3541728 w 3929594"/>
              <a:gd name="connsiteY18" fmla="*/ 3683299 h 5548731"/>
              <a:gd name="connsiteX19" fmla="*/ 3222320 w 3929594"/>
              <a:gd name="connsiteY19" fmla="*/ 4119812 h 5548731"/>
              <a:gd name="connsiteX20" fmla="*/ 3027779 w 3929594"/>
              <a:gd name="connsiteY20" fmla="*/ 4661243 h 5548731"/>
              <a:gd name="connsiteX21" fmla="*/ 2638459 w 3929594"/>
              <a:gd name="connsiteY21" fmla="*/ 5544689 h 5548731"/>
              <a:gd name="connsiteX22" fmla="*/ 1893973 w 3929594"/>
              <a:gd name="connsiteY22" fmla="*/ 4976024 h 5548731"/>
              <a:gd name="connsiteX23" fmla="*/ 1496042 w 3929594"/>
              <a:gd name="connsiteY23" fmla="*/ 4655148 h 5548731"/>
              <a:gd name="connsiteX24" fmla="*/ 1121343 w 3929594"/>
              <a:gd name="connsiteY24" fmla="*/ 4579047 h 5548731"/>
              <a:gd name="connsiteX25" fmla="*/ 620594 w 3929594"/>
              <a:gd name="connsiteY25" fmla="*/ 4508653 h 5548731"/>
              <a:gd name="connsiteX26" fmla="*/ 453259 w 3929594"/>
              <a:gd name="connsiteY26" fmla="*/ 4231575 h 5548731"/>
              <a:gd name="connsiteX27" fmla="*/ 267759 w 3929594"/>
              <a:gd name="connsiteY27" fmla="*/ 3986777 h 5548731"/>
              <a:gd name="connsiteX28" fmla="*/ 37 w 3929594"/>
              <a:gd name="connsiteY28" fmla="*/ 3602249 h 5548731"/>
              <a:gd name="connsiteX29" fmla="*/ 331244 w 3929594"/>
              <a:gd name="connsiteY29" fmla="*/ 3189766 h 5548731"/>
              <a:gd name="connsiteX30" fmla="*/ 715197 w 3929594"/>
              <a:gd name="connsiteY30" fmla="*/ 2969798 h 5548731"/>
              <a:gd name="connsiteX31" fmla="*/ 902077 w 3929594"/>
              <a:gd name="connsiteY31" fmla="*/ 2906266 h 5548731"/>
              <a:gd name="connsiteX32" fmla="*/ 1108579 w 3929594"/>
              <a:gd name="connsiteY32" fmla="*/ 2785013 h 5548731"/>
              <a:gd name="connsiteX33" fmla="*/ 1173063 w 3929594"/>
              <a:gd name="connsiteY33" fmla="*/ 2633280 h 5548731"/>
              <a:gd name="connsiteX0" fmla="*/ 1173063 w 3929594"/>
              <a:gd name="connsiteY0" fmla="*/ 2634984 h 5550435"/>
              <a:gd name="connsiteX1" fmla="*/ 1181255 w 3929594"/>
              <a:gd name="connsiteY1" fmla="*/ 2290274 h 5550435"/>
              <a:gd name="connsiteX2" fmla="*/ 1217831 w 3929594"/>
              <a:gd name="connsiteY2" fmla="*/ 2177689 h 5550435"/>
              <a:gd name="connsiteX3" fmla="*/ 1358230 w 3929594"/>
              <a:gd name="connsiteY3" fmla="*/ 2037195 h 5550435"/>
              <a:gd name="connsiteX4" fmla="*/ 1592830 w 3929594"/>
              <a:gd name="connsiteY4" fmla="*/ 1849648 h 5550435"/>
              <a:gd name="connsiteX5" fmla="*/ 1877437 w 3929594"/>
              <a:gd name="connsiteY5" fmla="*/ 1604379 h 5550435"/>
              <a:gd name="connsiteX6" fmla="*/ 2054317 w 3929594"/>
              <a:gd name="connsiteY6" fmla="*/ 1348442 h 5550435"/>
              <a:gd name="connsiteX7" fmla="*/ 2272926 w 3929594"/>
              <a:gd name="connsiteY7" fmla="*/ 867153 h 5550435"/>
              <a:gd name="connsiteX8" fmla="*/ 2582531 w 3929594"/>
              <a:gd name="connsiteY8" fmla="*/ 1715 h 5550435"/>
              <a:gd name="connsiteX9" fmla="*/ 3106255 w 3929594"/>
              <a:gd name="connsiteY9" fmla="*/ 653697 h 5550435"/>
              <a:gd name="connsiteX10" fmla="*/ 3409248 w 3929594"/>
              <a:gd name="connsiteY10" fmla="*/ 960775 h 5550435"/>
              <a:gd name="connsiteX11" fmla="*/ 3808470 w 3929594"/>
              <a:gd name="connsiteY11" fmla="*/ 1060625 h 5550435"/>
              <a:gd name="connsiteX12" fmla="*/ 3929465 w 3929594"/>
              <a:gd name="connsiteY12" fmla="*/ 1467418 h 5550435"/>
              <a:gd name="connsiteX13" fmla="*/ 3823681 w 3929594"/>
              <a:gd name="connsiteY13" fmla="*/ 1844885 h 5550435"/>
              <a:gd name="connsiteX14" fmla="*/ 3805393 w 3929594"/>
              <a:gd name="connsiteY14" fmla="*/ 2024812 h 5550435"/>
              <a:gd name="connsiteX15" fmla="*/ 3777485 w 3929594"/>
              <a:gd name="connsiteY15" fmla="*/ 2446294 h 5550435"/>
              <a:gd name="connsiteX16" fmla="*/ 3733669 w 3929594"/>
              <a:gd name="connsiteY16" fmla="*/ 2843391 h 5550435"/>
              <a:gd name="connsiteX17" fmla="*/ 3695816 w 3929594"/>
              <a:gd name="connsiteY17" fmla="*/ 3283839 h 5550435"/>
              <a:gd name="connsiteX18" fmla="*/ 3541728 w 3929594"/>
              <a:gd name="connsiteY18" fmla="*/ 3685003 h 5550435"/>
              <a:gd name="connsiteX19" fmla="*/ 3222320 w 3929594"/>
              <a:gd name="connsiteY19" fmla="*/ 4121516 h 5550435"/>
              <a:gd name="connsiteX20" fmla="*/ 3027779 w 3929594"/>
              <a:gd name="connsiteY20" fmla="*/ 4662947 h 5550435"/>
              <a:gd name="connsiteX21" fmla="*/ 2638459 w 3929594"/>
              <a:gd name="connsiteY21" fmla="*/ 5546393 h 5550435"/>
              <a:gd name="connsiteX22" fmla="*/ 1893973 w 3929594"/>
              <a:gd name="connsiteY22" fmla="*/ 4977728 h 5550435"/>
              <a:gd name="connsiteX23" fmla="*/ 1496042 w 3929594"/>
              <a:gd name="connsiteY23" fmla="*/ 4656852 h 5550435"/>
              <a:gd name="connsiteX24" fmla="*/ 1121343 w 3929594"/>
              <a:gd name="connsiteY24" fmla="*/ 4580751 h 5550435"/>
              <a:gd name="connsiteX25" fmla="*/ 620594 w 3929594"/>
              <a:gd name="connsiteY25" fmla="*/ 4510357 h 5550435"/>
              <a:gd name="connsiteX26" fmla="*/ 453259 w 3929594"/>
              <a:gd name="connsiteY26" fmla="*/ 4233279 h 5550435"/>
              <a:gd name="connsiteX27" fmla="*/ 267759 w 3929594"/>
              <a:gd name="connsiteY27" fmla="*/ 3988481 h 5550435"/>
              <a:gd name="connsiteX28" fmla="*/ 37 w 3929594"/>
              <a:gd name="connsiteY28" fmla="*/ 3603953 h 5550435"/>
              <a:gd name="connsiteX29" fmla="*/ 331244 w 3929594"/>
              <a:gd name="connsiteY29" fmla="*/ 3191470 h 5550435"/>
              <a:gd name="connsiteX30" fmla="*/ 715197 w 3929594"/>
              <a:gd name="connsiteY30" fmla="*/ 2971502 h 5550435"/>
              <a:gd name="connsiteX31" fmla="*/ 902077 w 3929594"/>
              <a:gd name="connsiteY31" fmla="*/ 2907970 h 5550435"/>
              <a:gd name="connsiteX32" fmla="*/ 1108579 w 3929594"/>
              <a:gd name="connsiteY32" fmla="*/ 2786717 h 5550435"/>
              <a:gd name="connsiteX33" fmla="*/ 1173063 w 3929594"/>
              <a:gd name="connsiteY33" fmla="*/ 2634984 h 5550435"/>
              <a:gd name="connsiteX0" fmla="*/ 1173063 w 3929594"/>
              <a:gd name="connsiteY0" fmla="*/ 2634984 h 5550435"/>
              <a:gd name="connsiteX1" fmla="*/ 1181255 w 3929594"/>
              <a:gd name="connsiteY1" fmla="*/ 2290274 h 5550435"/>
              <a:gd name="connsiteX2" fmla="*/ 1217831 w 3929594"/>
              <a:gd name="connsiteY2" fmla="*/ 2177689 h 5550435"/>
              <a:gd name="connsiteX3" fmla="*/ 1358230 w 3929594"/>
              <a:gd name="connsiteY3" fmla="*/ 2037195 h 5550435"/>
              <a:gd name="connsiteX4" fmla="*/ 1592830 w 3929594"/>
              <a:gd name="connsiteY4" fmla="*/ 1849648 h 5550435"/>
              <a:gd name="connsiteX5" fmla="*/ 1877437 w 3929594"/>
              <a:gd name="connsiteY5" fmla="*/ 1604379 h 5550435"/>
              <a:gd name="connsiteX6" fmla="*/ 2021185 w 3929594"/>
              <a:gd name="connsiteY6" fmla="*/ 1242608 h 5550435"/>
              <a:gd name="connsiteX7" fmla="*/ 2272926 w 3929594"/>
              <a:gd name="connsiteY7" fmla="*/ 867153 h 5550435"/>
              <a:gd name="connsiteX8" fmla="*/ 2582531 w 3929594"/>
              <a:gd name="connsiteY8" fmla="*/ 1715 h 5550435"/>
              <a:gd name="connsiteX9" fmla="*/ 3106255 w 3929594"/>
              <a:gd name="connsiteY9" fmla="*/ 653697 h 5550435"/>
              <a:gd name="connsiteX10" fmla="*/ 3409248 w 3929594"/>
              <a:gd name="connsiteY10" fmla="*/ 960775 h 5550435"/>
              <a:gd name="connsiteX11" fmla="*/ 3808470 w 3929594"/>
              <a:gd name="connsiteY11" fmla="*/ 1060625 h 5550435"/>
              <a:gd name="connsiteX12" fmla="*/ 3929465 w 3929594"/>
              <a:gd name="connsiteY12" fmla="*/ 1467418 h 5550435"/>
              <a:gd name="connsiteX13" fmla="*/ 3823681 w 3929594"/>
              <a:gd name="connsiteY13" fmla="*/ 1844885 h 5550435"/>
              <a:gd name="connsiteX14" fmla="*/ 3805393 w 3929594"/>
              <a:gd name="connsiteY14" fmla="*/ 2024812 h 5550435"/>
              <a:gd name="connsiteX15" fmla="*/ 3777485 w 3929594"/>
              <a:gd name="connsiteY15" fmla="*/ 2446294 h 5550435"/>
              <a:gd name="connsiteX16" fmla="*/ 3733669 w 3929594"/>
              <a:gd name="connsiteY16" fmla="*/ 2843391 h 5550435"/>
              <a:gd name="connsiteX17" fmla="*/ 3695816 w 3929594"/>
              <a:gd name="connsiteY17" fmla="*/ 3283839 h 5550435"/>
              <a:gd name="connsiteX18" fmla="*/ 3541728 w 3929594"/>
              <a:gd name="connsiteY18" fmla="*/ 3685003 h 5550435"/>
              <a:gd name="connsiteX19" fmla="*/ 3222320 w 3929594"/>
              <a:gd name="connsiteY19" fmla="*/ 4121516 h 5550435"/>
              <a:gd name="connsiteX20" fmla="*/ 3027779 w 3929594"/>
              <a:gd name="connsiteY20" fmla="*/ 4662947 h 5550435"/>
              <a:gd name="connsiteX21" fmla="*/ 2638459 w 3929594"/>
              <a:gd name="connsiteY21" fmla="*/ 5546393 h 5550435"/>
              <a:gd name="connsiteX22" fmla="*/ 1893973 w 3929594"/>
              <a:gd name="connsiteY22" fmla="*/ 4977728 h 5550435"/>
              <a:gd name="connsiteX23" fmla="*/ 1496042 w 3929594"/>
              <a:gd name="connsiteY23" fmla="*/ 4656852 h 5550435"/>
              <a:gd name="connsiteX24" fmla="*/ 1121343 w 3929594"/>
              <a:gd name="connsiteY24" fmla="*/ 4580751 h 5550435"/>
              <a:gd name="connsiteX25" fmla="*/ 620594 w 3929594"/>
              <a:gd name="connsiteY25" fmla="*/ 4510357 h 5550435"/>
              <a:gd name="connsiteX26" fmla="*/ 453259 w 3929594"/>
              <a:gd name="connsiteY26" fmla="*/ 4233279 h 5550435"/>
              <a:gd name="connsiteX27" fmla="*/ 267759 w 3929594"/>
              <a:gd name="connsiteY27" fmla="*/ 3988481 h 5550435"/>
              <a:gd name="connsiteX28" fmla="*/ 37 w 3929594"/>
              <a:gd name="connsiteY28" fmla="*/ 3603953 h 5550435"/>
              <a:gd name="connsiteX29" fmla="*/ 331244 w 3929594"/>
              <a:gd name="connsiteY29" fmla="*/ 3191470 h 5550435"/>
              <a:gd name="connsiteX30" fmla="*/ 715197 w 3929594"/>
              <a:gd name="connsiteY30" fmla="*/ 2971502 h 5550435"/>
              <a:gd name="connsiteX31" fmla="*/ 902077 w 3929594"/>
              <a:gd name="connsiteY31" fmla="*/ 2907970 h 5550435"/>
              <a:gd name="connsiteX32" fmla="*/ 1108579 w 3929594"/>
              <a:gd name="connsiteY32" fmla="*/ 2786717 h 5550435"/>
              <a:gd name="connsiteX33" fmla="*/ 1173063 w 3929594"/>
              <a:gd name="connsiteY33" fmla="*/ 2634984 h 5550435"/>
              <a:gd name="connsiteX0" fmla="*/ 1173063 w 3929594"/>
              <a:gd name="connsiteY0" fmla="*/ 2633579 h 5549030"/>
              <a:gd name="connsiteX1" fmla="*/ 1181255 w 3929594"/>
              <a:gd name="connsiteY1" fmla="*/ 2288869 h 5549030"/>
              <a:gd name="connsiteX2" fmla="*/ 1217831 w 3929594"/>
              <a:gd name="connsiteY2" fmla="*/ 2176284 h 5549030"/>
              <a:gd name="connsiteX3" fmla="*/ 1358230 w 3929594"/>
              <a:gd name="connsiteY3" fmla="*/ 2035790 h 5549030"/>
              <a:gd name="connsiteX4" fmla="*/ 1592830 w 3929594"/>
              <a:gd name="connsiteY4" fmla="*/ 1848243 h 5549030"/>
              <a:gd name="connsiteX5" fmla="*/ 1877437 w 3929594"/>
              <a:gd name="connsiteY5" fmla="*/ 1602974 h 5549030"/>
              <a:gd name="connsiteX6" fmla="*/ 2021185 w 3929594"/>
              <a:gd name="connsiteY6" fmla="*/ 1241203 h 5549030"/>
              <a:gd name="connsiteX7" fmla="*/ 2196381 w 3929594"/>
              <a:gd name="connsiteY7" fmla="*/ 576101 h 5549030"/>
              <a:gd name="connsiteX8" fmla="*/ 2582531 w 3929594"/>
              <a:gd name="connsiteY8" fmla="*/ 310 h 5549030"/>
              <a:gd name="connsiteX9" fmla="*/ 3106255 w 3929594"/>
              <a:gd name="connsiteY9" fmla="*/ 652292 h 5549030"/>
              <a:gd name="connsiteX10" fmla="*/ 3409248 w 3929594"/>
              <a:gd name="connsiteY10" fmla="*/ 959370 h 5549030"/>
              <a:gd name="connsiteX11" fmla="*/ 3808470 w 3929594"/>
              <a:gd name="connsiteY11" fmla="*/ 1059220 h 5549030"/>
              <a:gd name="connsiteX12" fmla="*/ 3929465 w 3929594"/>
              <a:gd name="connsiteY12" fmla="*/ 1466013 h 5549030"/>
              <a:gd name="connsiteX13" fmla="*/ 3823681 w 3929594"/>
              <a:gd name="connsiteY13" fmla="*/ 1843480 h 5549030"/>
              <a:gd name="connsiteX14" fmla="*/ 3805393 w 3929594"/>
              <a:gd name="connsiteY14" fmla="*/ 2023407 h 5549030"/>
              <a:gd name="connsiteX15" fmla="*/ 3777485 w 3929594"/>
              <a:gd name="connsiteY15" fmla="*/ 2444889 h 5549030"/>
              <a:gd name="connsiteX16" fmla="*/ 3733669 w 3929594"/>
              <a:gd name="connsiteY16" fmla="*/ 2841986 h 5549030"/>
              <a:gd name="connsiteX17" fmla="*/ 3695816 w 3929594"/>
              <a:gd name="connsiteY17" fmla="*/ 3282434 h 5549030"/>
              <a:gd name="connsiteX18" fmla="*/ 3541728 w 3929594"/>
              <a:gd name="connsiteY18" fmla="*/ 3683598 h 5549030"/>
              <a:gd name="connsiteX19" fmla="*/ 3222320 w 3929594"/>
              <a:gd name="connsiteY19" fmla="*/ 4120111 h 5549030"/>
              <a:gd name="connsiteX20" fmla="*/ 3027779 w 3929594"/>
              <a:gd name="connsiteY20" fmla="*/ 4661542 h 5549030"/>
              <a:gd name="connsiteX21" fmla="*/ 2638459 w 3929594"/>
              <a:gd name="connsiteY21" fmla="*/ 5544988 h 5549030"/>
              <a:gd name="connsiteX22" fmla="*/ 1893973 w 3929594"/>
              <a:gd name="connsiteY22" fmla="*/ 4976323 h 5549030"/>
              <a:gd name="connsiteX23" fmla="*/ 1496042 w 3929594"/>
              <a:gd name="connsiteY23" fmla="*/ 4655447 h 5549030"/>
              <a:gd name="connsiteX24" fmla="*/ 1121343 w 3929594"/>
              <a:gd name="connsiteY24" fmla="*/ 4579346 h 5549030"/>
              <a:gd name="connsiteX25" fmla="*/ 620594 w 3929594"/>
              <a:gd name="connsiteY25" fmla="*/ 4508952 h 5549030"/>
              <a:gd name="connsiteX26" fmla="*/ 453259 w 3929594"/>
              <a:gd name="connsiteY26" fmla="*/ 4231874 h 5549030"/>
              <a:gd name="connsiteX27" fmla="*/ 267759 w 3929594"/>
              <a:gd name="connsiteY27" fmla="*/ 3987076 h 5549030"/>
              <a:gd name="connsiteX28" fmla="*/ 37 w 3929594"/>
              <a:gd name="connsiteY28" fmla="*/ 3602548 h 5549030"/>
              <a:gd name="connsiteX29" fmla="*/ 331244 w 3929594"/>
              <a:gd name="connsiteY29" fmla="*/ 3190065 h 5549030"/>
              <a:gd name="connsiteX30" fmla="*/ 715197 w 3929594"/>
              <a:gd name="connsiteY30" fmla="*/ 2970097 h 5549030"/>
              <a:gd name="connsiteX31" fmla="*/ 902077 w 3929594"/>
              <a:gd name="connsiteY31" fmla="*/ 2906565 h 5549030"/>
              <a:gd name="connsiteX32" fmla="*/ 1108579 w 3929594"/>
              <a:gd name="connsiteY32" fmla="*/ 2785312 h 5549030"/>
              <a:gd name="connsiteX33" fmla="*/ 1173063 w 3929594"/>
              <a:gd name="connsiteY33" fmla="*/ 2633579 h 5549030"/>
              <a:gd name="connsiteX0" fmla="*/ 1173063 w 3929594"/>
              <a:gd name="connsiteY0" fmla="*/ 2633579 h 5549030"/>
              <a:gd name="connsiteX1" fmla="*/ 1181255 w 3929594"/>
              <a:gd name="connsiteY1" fmla="*/ 2288869 h 5549030"/>
              <a:gd name="connsiteX2" fmla="*/ 1217831 w 3929594"/>
              <a:gd name="connsiteY2" fmla="*/ 2176284 h 5549030"/>
              <a:gd name="connsiteX3" fmla="*/ 1358230 w 3929594"/>
              <a:gd name="connsiteY3" fmla="*/ 2035790 h 5549030"/>
              <a:gd name="connsiteX4" fmla="*/ 1592830 w 3929594"/>
              <a:gd name="connsiteY4" fmla="*/ 1848243 h 5549030"/>
              <a:gd name="connsiteX5" fmla="*/ 1877437 w 3929594"/>
              <a:gd name="connsiteY5" fmla="*/ 1602974 h 5549030"/>
              <a:gd name="connsiteX6" fmla="*/ 2021185 w 3929594"/>
              <a:gd name="connsiteY6" fmla="*/ 1241203 h 5549030"/>
              <a:gd name="connsiteX7" fmla="*/ 2196381 w 3929594"/>
              <a:gd name="connsiteY7" fmla="*/ 576101 h 5549030"/>
              <a:gd name="connsiteX8" fmla="*/ 2582531 w 3929594"/>
              <a:gd name="connsiteY8" fmla="*/ 310 h 5549030"/>
              <a:gd name="connsiteX9" fmla="*/ 3106255 w 3929594"/>
              <a:gd name="connsiteY9" fmla="*/ 652292 h 5549030"/>
              <a:gd name="connsiteX10" fmla="*/ 3409248 w 3929594"/>
              <a:gd name="connsiteY10" fmla="*/ 959370 h 5549030"/>
              <a:gd name="connsiteX11" fmla="*/ 3808470 w 3929594"/>
              <a:gd name="connsiteY11" fmla="*/ 1059220 h 5549030"/>
              <a:gd name="connsiteX12" fmla="*/ 3929465 w 3929594"/>
              <a:gd name="connsiteY12" fmla="*/ 1466013 h 5549030"/>
              <a:gd name="connsiteX13" fmla="*/ 3823681 w 3929594"/>
              <a:gd name="connsiteY13" fmla="*/ 1843480 h 5549030"/>
              <a:gd name="connsiteX14" fmla="*/ 3805393 w 3929594"/>
              <a:gd name="connsiteY14" fmla="*/ 2023407 h 5549030"/>
              <a:gd name="connsiteX15" fmla="*/ 3777485 w 3929594"/>
              <a:gd name="connsiteY15" fmla="*/ 2444889 h 5549030"/>
              <a:gd name="connsiteX16" fmla="*/ 3733669 w 3929594"/>
              <a:gd name="connsiteY16" fmla="*/ 2841986 h 5549030"/>
              <a:gd name="connsiteX17" fmla="*/ 3799778 w 3929594"/>
              <a:gd name="connsiteY17" fmla="*/ 3343737 h 5549030"/>
              <a:gd name="connsiteX18" fmla="*/ 3541728 w 3929594"/>
              <a:gd name="connsiteY18" fmla="*/ 3683598 h 5549030"/>
              <a:gd name="connsiteX19" fmla="*/ 3222320 w 3929594"/>
              <a:gd name="connsiteY19" fmla="*/ 4120111 h 5549030"/>
              <a:gd name="connsiteX20" fmla="*/ 3027779 w 3929594"/>
              <a:gd name="connsiteY20" fmla="*/ 4661542 h 5549030"/>
              <a:gd name="connsiteX21" fmla="*/ 2638459 w 3929594"/>
              <a:gd name="connsiteY21" fmla="*/ 5544988 h 5549030"/>
              <a:gd name="connsiteX22" fmla="*/ 1893973 w 3929594"/>
              <a:gd name="connsiteY22" fmla="*/ 4976323 h 5549030"/>
              <a:gd name="connsiteX23" fmla="*/ 1496042 w 3929594"/>
              <a:gd name="connsiteY23" fmla="*/ 4655447 h 5549030"/>
              <a:gd name="connsiteX24" fmla="*/ 1121343 w 3929594"/>
              <a:gd name="connsiteY24" fmla="*/ 4579346 h 5549030"/>
              <a:gd name="connsiteX25" fmla="*/ 620594 w 3929594"/>
              <a:gd name="connsiteY25" fmla="*/ 4508952 h 5549030"/>
              <a:gd name="connsiteX26" fmla="*/ 453259 w 3929594"/>
              <a:gd name="connsiteY26" fmla="*/ 4231874 h 5549030"/>
              <a:gd name="connsiteX27" fmla="*/ 267759 w 3929594"/>
              <a:gd name="connsiteY27" fmla="*/ 3987076 h 5549030"/>
              <a:gd name="connsiteX28" fmla="*/ 37 w 3929594"/>
              <a:gd name="connsiteY28" fmla="*/ 3602548 h 5549030"/>
              <a:gd name="connsiteX29" fmla="*/ 331244 w 3929594"/>
              <a:gd name="connsiteY29" fmla="*/ 3190065 h 5549030"/>
              <a:gd name="connsiteX30" fmla="*/ 715197 w 3929594"/>
              <a:gd name="connsiteY30" fmla="*/ 2970097 h 5549030"/>
              <a:gd name="connsiteX31" fmla="*/ 902077 w 3929594"/>
              <a:gd name="connsiteY31" fmla="*/ 2906565 h 5549030"/>
              <a:gd name="connsiteX32" fmla="*/ 1108579 w 3929594"/>
              <a:gd name="connsiteY32" fmla="*/ 2785312 h 5549030"/>
              <a:gd name="connsiteX33" fmla="*/ 1173063 w 3929594"/>
              <a:gd name="connsiteY33" fmla="*/ 2633579 h 554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29594" h="5549030">
                <a:moveTo>
                  <a:pt x="1173063" y="2633579"/>
                </a:moveTo>
                <a:cubicBezTo>
                  <a:pt x="1185176" y="2550839"/>
                  <a:pt x="1173794" y="2365085"/>
                  <a:pt x="1181255" y="2288869"/>
                </a:cubicBezTo>
                <a:cubicBezTo>
                  <a:pt x="1184494" y="2249055"/>
                  <a:pt x="1197257" y="2210574"/>
                  <a:pt x="1217831" y="2176284"/>
                </a:cubicBezTo>
                <a:cubicBezTo>
                  <a:pt x="1252121" y="2119134"/>
                  <a:pt x="1306032" y="2077605"/>
                  <a:pt x="1358230" y="2035790"/>
                </a:cubicBezTo>
                <a:cubicBezTo>
                  <a:pt x="1436335" y="1973211"/>
                  <a:pt x="1513773" y="1909584"/>
                  <a:pt x="1592830" y="1848243"/>
                </a:cubicBezTo>
                <a:cubicBezTo>
                  <a:pt x="1692081" y="1771185"/>
                  <a:pt x="1806045" y="1704147"/>
                  <a:pt x="1877437" y="1602974"/>
                </a:cubicBezTo>
                <a:cubicBezTo>
                  <a:pt x="1948829" y="1501801"/>
                  <a:pt x="1968028" y="1412349"/>
                  <a:pt x="2021185" y="1241203"/>
                </a:cubicBezTo>
                <a:cubicBezTo>
                  <a:pt x="2074342" y="1070058"/>
                  <a:pt x="2102823" y="782916"/>
                  <a:pt x="2196381" y="576101"/>
                </a:cubicBezTo>
                <a:cubicBezTo>
                  <a:pt x="2289939" y="369286"/>
                  <a:pt x="2430885" y="-12388"/>
                  <a:pt x="2582531" y="310"/>
                </a:cubicBezTo>
                <a:cubicBezTo>
                  <a:pt x="2734177" y="13008"/>
                  <a:pt x="2968469" y="492449"/>
                  <a:pt x="3106255" y="652292"/>
                </a:cubicBezTo>
                <a:cubicBezTo>
                  <a:pt x="3244041" y="812135"/>
                  <a:pt x="3292212" y="891549"/>
                  <a:pt x="3409248" y="959370"/>
                </a:cubicBezTo>
                <a:cubicBezTo>
                  <a:pt x="3526284" y="1027191"/>
                  <a:pt x="3721767" y="974780"/>
                  <a:pt x="3808470" y="1059220"/>
                </a:cubicBezTo>
                <a:cubicBezTo>
                  <a:pt x="3895173" y="1143661"/>
                  <a:pt x="3904462" y="1340632"/>
                  <a:pt x="3929465" y="1466013"/>
                </a:cubicBezTo>
                <a:cubicBezTo>
                  <a:pt x="3933561" y="1580598"/>
                  <a:pt x="3839016" y="1729656"/>
                  <a:pt x="3823681" y="1843480"/>
                </a:cubicBezTo>
                <a:cubicBezTo>
                  <a:pt x="3815585" y="1903202"/>
                  <a:pt x="3810251" y="1963305"/>
                  <a:pt x="3805393" y="2023407"/>
                </a:cubicBezTo>
                <a:cubicBezTo>
                  <a:pt x="3794153" y="2163711"/>
                  <a:pt x="3786247" y="2304299"/>
                  <a:pt x="3777485" y="2444889"/>
                </a:cubicBezTo>
                <a:cubicBezTo>
                  <a:pt x="3769103" y="2578048"/>
                  <a:pt x="3729953" y="2692178"/>
                  <a:pt x="3733669" y="2841986"/>
                </a:cubicBezTo>
                <a:cubicBezTo>
                  <a:pt x="3737385" y="2991794"/>
                  <a:pt x="3831768" y="3203468"/>
                  <a:pt x="3799778" y="3343737"/>
                </a:cubicBezTo>
                <a:cubicBezTo>
                  <a:pt x="3767788" y="3484006"/>
                  <a:pt x="3637971" y="3554202"/>
                  <a:pt x="3541728" y="3683598"/>
                </a:cubicBezTo>
                <a:cubicBezTo>
                  <a:pt x="3445485" y="3812994"/>
                  <a:pt x="3307978" y="3957120"/>
                  <a:pt x="3222320" y="4120111"/>
                </a:cubicBezTo>
                <a:cubicBezTo>
                  <a:pt x="3136662" y="4283102"/>
                  <a:pt x="3125089" y="4424063"/>
                  <a:pt x="3027779" y="4661542"/>
                </a:cubicBezTo>
                <a:cubicBezTo>
                  <a:pt x="2930469" y="4899021"/>
                  <a:pt x="2827427" y="5492524"/>
                  <a:pt x="2638459" y="5544988"/>
                </a:cubicBezTo>
                <a:cubicBezTo>
                  <a:pt x="2449491" y="5597452"/>
                  <a:pt x="2084376" y="5124580"/>
                  <a:pt x="1893973" y="4976323"/>
                </a:cubicBezTo>
                <a:cubicBezTo>
                  <a:pt x="1703570" y="4828066"/>
                  <a:pt x="1624814" y="4721610"/>
                  <a:pt x="1496042" y="4655447"/>
                </a:cubicBezTo>
                <a:cubicBezTo>
                  <a:pt x="1367270" y="4589284"/>
                  <a:pt x="1267251" y="4603762"/>
                  <a:pt x="1121343" y="4579346"/>
                </a:cubicBezTo>
                <a:cubicBezTo>
                  <a:pt x="975435" y="4554930"/>
                  <a:pt x="731941" y="4566864"/>
                  <a:pt x="620594" y="4508952"/>
                </a:cubicBezTo>
                <a:cubicBezTo>
                  <a:pt x="509247" y="4451040"/>
                  <a:pt x="512065" y="4318853"/>
                  <a:pt x="453259" y="4231874"/>
                </a:cubicBezTo>
                <a:cubicBezTo>
                  <a:pt x="394453" y="4144895"/>
                  <a:pt x="343296" y="4091964"/>
                  <a:pt x="267759" y="3987076"/>
                </a:cubicBezTo>
                <a:cubicBezTo>
                  <a:pt x="192222" y="3882188"/>
                  <a:pt x="-3107" y="3712943"/>
                  <a:pt x="37" y="3602548"/>
                </a:cubicBezTo>
                <a:cubicBezTo>
                  <a:pt x="4704" y="3436527"/>
                  <a:pt x="212051" y="3295474"/>
                  <a:pt x="331244" y="3190065"/>
                </a:cubicBezTo>
                <a:cubicBezTo>
                  <a:pt x="450437" y="3084657"/>
                  <a:pt x="620058" y="3017347"/>
                  <a:pt x="715197" y="2970097"/>
                </a:cubicBezTo>
                <a:cubicBezTo>
                  <a:pt x="810336" y="2922847"/>
                  <a:pt x="839403" y="2926854"/>
                  <a:pt x="902077" y="2906565"/>
                </a:cubicBezTo>
                <a:cubicBezTo>
                  <a:pt x="980087" y="2881419"/>
                  <a:pt x="1058382" y="2849320"/>
                  <a:pt x="1108579" y="2785312"/>
                </a:cubicBezTo>
                <a:cubicBezTo>
                  <a:pt x="1142774" y="2741688"/>
                  <a:pt x="1159824" y="2687776"/>
                  <a:pt x="1173063" y="2633579"/>
                </a:cubicBezTo>
                <a:close/>
              </a:path>
            </a:pathLst>
          </a:custGeom>
          <a:noFill/>
          <a:ln w="6350" cap="rnd">
            <a:solidFill>
              <a:schemeClr val="tx1">
                <a:alpha val="35000"/>
              </a:schemeClr>
            </a:solidFill>
            <a:prstDash val="dash"/>
            <a:round/>
          </a:ln>
        </p:spPr>
        <p:txBody>
          <a:bodyPr rtlCol="0" anchor="ctr"/>
          <a:lstStyle/>
          <a:p>
            <a:endParaRPr lang="en-US"/>
          </a:p>
        </p:txBody>
      </p:sp>
      <p:sp>
        <p:nvSpPr>
          <p:cNvPr id="69" name="Freeform: Shape 68">
            <a:extLst>
              <a:ext uri="{FF2B5EF4-FFF2-40B4-BE49-F238E27FC236}">
                <a16:creationId xmlns:a16="http://schemas.microsoft.com/office/drawing/2014/main" id="{AFABE1B3-F2CB-1F8F-60F8-5679BD140E59}"/>
              </a:ext>
            </a:extLst>
          </p:cNvPr>
          <p:cNvSpPr/>
          <p:nvPr userDrawn="1"/>
        </p:nvSpPr>
        <p:spPr>
          <a:xfrm rot="9034682" flipV="1">
            <a:off x="4893518" y="2251922"/>
            <a:ext cx="3710739" cy="3986631"/>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419542"/>
              <a:gd name="connsiteY0" fmla="*/ 3552503 h 4724016"/>
              <a:gd name="connsiteX1" fmla="*/ 360 w 3419542"/>
              <a:gd name="connsiteY1" fmla="*/ 3133599 h 4724016"/>
              <a:gd name="connsiteX2" fmla="*/ 89033 w 3419542"/>
              <a:gd name="connsiteY2" fmla="*/ 2962273 h 4724016"/>
              <a:gd name="connsiteX3" fmla="*/ 246461 w 3419542"/>
              <a:gd name="connsiteY3" fmla="*/ 2830664 h 4724016"/>
              <a:gd name="connsiteX4" fmla="*/ 370088 w 3419542"/>
              <a:gd name="connsiteY4" fmla="*/ 2752870 h 4724016"/>
              <a:gd name="connsiteX5" fmla="*/ 531227 w 3419542"/>
              <a:gd name="connsiteY5" fmla="*/ 2626619 h 4724016"/>
              <a:gd name="connsiteX6" fmla="*/ 778234 w 3419542"/>
              <a:gd name="connsiteY6" fmla="*/ 2689967 h 4724016"/>
              <a:gd name="connsiteX7" fmla="*/ 1101339 w 3419542"/>
              <a:gd name="connsiteY7" fmla="*/ 2769739 h 4724016"/>
              <a:gd name="connsiteX8" fmla="*/ 1046381 w 3419542"/>
              <a:gd name="connsiteY8" fmla="*/ 2363153 h 4724016"/>
              <a:gd name="connsiteX9" fmla="*/ 1220973 w 3419542"/>
              <a:gd name="connsiteY9" fmla="*/ 2152138 h 4724016"/>
              <a:gd name="connsiteX10" fmla="*/ 1273646 w 3419542"/>
              <a:gd name="connsiteY10" fmla="*/ 1915156 h 4724016"/>
              <a:gd name="connsiteX11" fmla="*/ 1402805 w 3419542"/>
              <a:gd name="connsiteY11" fmla="*/ 1625501 h 4724016"/>
              <a:gd name="connsiteX12" fmla="*/ 1627690 w 3419542"/>
              <a:gd name="connsiteY12" fmla="*/ 1340608 h 4724016"/>
              <a:gd name="connsiteX13" fmla="*/ 1929156 w 3419542"/>
              <a:gd name="connsiteY13" fmla="*/ 998279 h 4724016"/>
              <a:gd name="connsiteX14" fmla="*/ 2241386 w 3419542"/>
              <a:gd name="connsiteY14" fmla="*/ 685859 h 4724016"/>
              <a:gd name="connsiteX15" fmla="*/ 2409593 w 3419542"/>
              <a:gd name="connsiteY15" fmla="*/ 307 h 4724016"/>
              <a:gd name="connsiteX16" fmla="*/ 2955571 w 3419542"/>
              <a:gd name="connsiteY16" fmla="*/ 598515 h 4724016"/>
              <a:gd name="connsiteX17" fmla="*/ 3153822 w 3419542"/>
              <a:gd name="connsiteY17" fmla="*/ 641455 h 4724016"/>
              <a:gd name="connsiteX18" fmla="*/ 3340377 w 3419542"/>
              <a:gd name="connsiteY18" fmla="*/ 840073 h 4724016"/>
              <a:gd name="connsiteX19" fmla="*/ 3419302 w 3419542"/>
              <a:gd name="connsiteY19" fmla="*/ 1097060 h 4724016"/>
              <a:gd name="connsiteX20" fmla="*/ 3327141 w 3419542"/>
              <a:gd name="connsiteY20" fmla="*/ 1538919 h 4724016"/>
              <a:gd name="connsiteX21" fmla="*/ 3344762 w 3419542"/>
              <a:gd name="connsiteY21" fmla="*/ 2042600 h 4724016"/>
              <a:gd name="connsiteX22" fmla="*/ 3309805 w 3419542"/>
              <a:gd name="connsiteY22" fmla="*/ 2336351 h 4724016"/>
              <a:gd name="connsiteX23" fmla="*/ 3235129 w 3419542"/>
              <a:gd name="connsiteY23" fmla="*/ 2616863 h 4724016"/>
              <a:gd name="connsiteX24" fmla="*/ 3061981 w 3419542"/>
              <a:gd name="connsiteY24" fmla="*/ 3068090 h 4724016"/>
              <a:gd name="connsiteX25" fmla="*/ 2536736 w 3419542"/>
              <a:gd name="connsiteY25" fmla="*/ 3527628 h 4724016"/>
              <a:gd name="connsiteX26" fmla="*/ 2473367 w 3419542"/>
              <a:gd name="connsiteY26" fmla="*/ 4033550 h 4724016"/>
              <a:gd name="connsiteX27" fmla="*/ 2330221 w 3419542"/>
              <a:gd name="connsiteY27" fmla="*/ 4707516 h 4724016"/>
              <a:gd name="connsiteX28" fmla="*/ 1889158 w 3419542"/>
              <a:gd name="connsiteY28" fmla="*/ 4489008 h 4724016"/>
              <a:gd name="connsiteX29" fmla="*/ 1545577 w 3419542"/>
              <a:gd name="connsiteY29" fmla="*/ 4174826 h 4724016"/>
              <a:gd name="connsiteX30" fmla="*/ 1369182 w 3419542"/>
              <a:gd name="connsiteY30" fmla="*/ 3931122 h 4724016"/>
              <a:gd name="connsiteX31" fmla="*/ 1064572 w 3419542"/>
              <a:gd name="connsiteY31" fmla="*/ 3947315 h 4724016"/>
              <a:gd name="connsiteX32" fmla="*/ 717291 w 3419542"/>
              <a:gd name="connsiteY32" fmla="*/ 3927693 h 4724016"/>
              <a:gd name="connsiteX33" fmla="*/ 626136 w 3419542"/>
              <a:gd name="connsiteY33" fmla="*/ 3909215 h 4724016"/>
              <a:gd name="connsiteX34" fmla="*/ 365342 w 3419542"/>
              <a:gd name="connsiteY34" fmla="*/ 3747576 h 4724016"/>
              <a:gd name="connsiteX35" fmla="*/ 237612 w 3419542"/>
              <a:gd name="connsiteY35" fmla="*/ 3552503 h 4724016"/>
              <a:gd name="connsiteX0" fmla="*/ 237612 w 3419542"/>
              <a:gd name="connsiteY0" fmla="*/ 3559538 h 4731051"/>
              <a:gd name="connsiteX1" fmla="*/ 360 w 3419542"/>
              <a:gd name="connsiteY1" fmla="*/ 3140634 h 4731051"/>
              <a:gd name="connsiteX2" fmla="*/ 89033 w 3419542"/>
              <a:gd name="connsiteY2" fmla="*/ 2969308 h 4731051"/>
              <a:gd name="connsiteX3" fmla="*/ 246461 w 3419542"/>
              <a:gd name="connsiteY3" fmla="*/ 2837699 h 4731051"/>
              <a:gd name="connsiteX4" fmla="*/ 370088 w 3419542"/>
              <a:gd name="connsiteY4" fmla="*/ 2759905 h 4731051"/>
              <a:gd name="connsiteX5" fmla="*/ 531227 w 3419542"/>
              <a:gd name="connsiteY5" fmla="*/ 2633654 h 4731051"/>
              <a:gd name="connsiteX6" fmla="*/ 778234 w 3419542"/>
              <a:gd name="connsiteY6" fmla="*/ 2697002 h 4731051"/>
              <a:gd name="connsiteX7" fmla="*/ 1101339 w 3419542"/>
              <a:gd name="connsiteY7" fmla="*/ 2776774 h 4731051"/>
              <a:gd name="connsiteX8" fmla="*/ 1046381 w 3419542"/>
              <a:gd name="connsiteY8" fmla="*/ 2370188 h 4731051"/>
              <a:gd name="connsiteX9" fmla="*/ 1220973 w 3419542"/>
              <a:gd name="connsiteY9" fmla="*/ 2159173 h 4731051"/>
              <a:gd name="connsiteX10" fmla="*/ 1273646 w 3419542"/>
              <a:gd name="connsiteY10" fmla="*/ 1922191 h 4731051"/>
              <a:gd name="connsiteX11" fmla="*/ 1402805 w 3419542"/>
              <a:gd name="connsiteY11" fmla="*/ 1632536 h 4731051"/>
              <a:gd name="connsiteX12" fmla="*/ 1627690 w 3419542"/>
              <a:gd name="connsiteY12" fmla="*/ 1347643 h 4731051"/>
              <a:gd name="connsiteX13" fmla="*/ 1929156 w 3419542"/>
              <a:gd name="connsiteY13" fmla="*/ 1005314 h 4731051"/>
              <a:gd name="connsiteX14" fmla="*/ 2241386 w 3419542"/>
              <a:gd name="connsiteY14" fmla="*/ 692894 h 4731051"/>
              <a:gd name="connsiteX15" fmla="*/ 2142736 w 3419542"/>
              <a:gd name="connsiteY15" fmla="*/ 298913 h 4731051"/>
              <a:gd name="connsiteX16" fmla="*/ 2409593 w 3419542"/>
              <a:gd name="connsiteY16" fmla="*/ 7342 h 4731051"/>
              <a:gd name="connsiteX17" fmla="*/ 2955571 w 3419542"/>
              <a:gd name="connsiteY17" fmla="*/ 605550 h 4731051"/>
              <a:gd name="connsiteX18" fmla="*/ 3153822 w 3419542"/>
              <a:gd name="connsiteY18" fmla="*/ 648490 h 4731051"/>
              <a:gd name="connsiteX19" fmla="*/ 3340377 w 3419542"/>
              <a:gd name="connsiteY19" fmla="*/ 847108 h 4731051"/>
              <a:gd name="connsiteX20" fmla="*/ 3419302 w 3419542"/>
              <a:gd name="connsiteY20" fmla="*/ 1104095 h 4731051"/>
              <a:gd name="connsiteX21" fmla="*/ 3327141 w 3419542"/>
              <a:gd name="connsiteY21" fmla="*/ 1545954 h 4731051"/>
              <a:gd name="connsiteX22" fmla="*/ 3344762 w 3419542"/>
              <a:gd name="connsiteY22" fmla="*/ 2049635 h 4731051"/>
              <a:gd name="connsiteX23" fmla="*/ 3309805 w 3419542"/>
              <a:gd name="connsiteY23" fmla="*/ 2343386 h 4731051"/>
              <a:gd name="connsiteX24" fmla="*/ 3235129 w 3419542"/>
              <a:gd name="connsiteY24" fmla="*/ 2623898 h 4731051"/>
              <a:gd name="connsiteX25" fmla="*/ 3061981 w 3419542"/>
              <a:gd name="connsiteY25" fmla="*/ 3075125 h 4731051"/>
              <a:gd name="connsiteX26" fmla="*/ 2536736 w 3419542"/>
              <a:gd name="connsiteY26" fmla="*/ 3534663 h 4731051"/>
              <a:gd name="connsiteX27" fmla="*/ 2473367 w 3419542"/>
              <a:gd name="connsiteY27" fmla="*/ 4040585 h 4731051"/>
              <a:gd name="connsiteX28" fmla="*/ 2330221 w 3419542"/>
              <a:gd name="connsiteY28" fmla="*/ 4714551 h 4731051"/>
              <a:gd name="connsiteX29" fmla="*/ 1889158 w 3419542"/>
              <a:gd name="connsiteY29" fmla="*/ 4496043 h 4731051"/>
              <a:gd name="connsiteX30" fmla="*/ 1545577 w 3419542"/>
              <a:gd name="connsiteY30" fmla="*/ 4181861 h 4731051"/>
              <a:gd name="connsiteX31" fmla="*/ 1369182 w 3419542"/>
              <a:gd name="connsiteY31" fmla="*/ 3938157 h 4731051"/>
              <a:gd name="connsiteX32" fmla="*/ 1064572 w 3419542"/>
              <a:gd name="connsiteY32" fmla="*/ 3954350 h 4731051"/>
              <a:gd name="connsiteX33" fmla="*/ 717291 w 3419542"/>
              <a:gd name="connsiteY33" fmla="*/ 3934728 h 4731051"/>
              <a:gd name="connsiteX34" fmla="*/ 626136 w 3419542"/>
              <a:gd name="connsiteY34" fmla="*/ 3916250 h 4731051"/>
              <a:gd name="connsiteX35" fmla="*/ 365342 w 3419542"/>
              <a:gd name="connsiteY35" fmla="*/ 3754611 h 4731051"/>
              <a:gd name="connsiteX36" fmla="*/ 237612 w 3419542"/>
              <a:gd name="connsiteY36" fmla="*/ 3559538 h 4731051"/>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220973 w 3419542"/>
              <a:gd name="connsiteY9" fmla="*/ 2151928 h 4723806"/>
              <a:gd name="connsiteX10" fmla="*/ 1273646 w 3419542"/>
              <a:gd name="connsiteY10" fmla="*/ 1914946 h 4723806"/>
              <a:gd name="connsiteX11" fmla="*/ 1402805 w 3419542"/>
              <a:gd name="connsiteY11" fmla="*/ 1625291 h 4723806"/>
              <a:gd name="connsiteX12" fmla="*/ 1627690 w 3419542"/>
              <a:gd name="connsiteY12" fmla="*/ 1340398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220973 w 3419542"/>
              <a:gd name="connsiteY9" fmla="*/ 2151928 h 4723806"/>
              <a:gd name="connsiteX10" fmla="*/ 1129051 w 3419542"/>
              <a:gd name="connsiteY10" fmla="*/ 1821596 h 4723806"/>
              <a:gd name="connsiteX11" fmla="*/ 1402805 w 3419542"/>
              <a:gd name="connsiteY11" fmla="*/ 1625291 h 4723806"/>
              <a:gd name="connsiteX12" fmla="*/ 1627690 w 3419542"/>
              <a:gd name="connsiteY12" fmla="*/ 1340398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402805 w 3419542"/>
              <a:gd name="connsiteY11" fmla="*/ 1625291 h 4723806"/>
              <a:gd name="connsiteX12" fmla="*/ 1627690 w 3419542"/>
              <a:gd name="connsiteY12" fmla="*/ 1340398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73237 w 3419542"/>
              <a:gd name="connsiteY11" fmla="*/ 1557882 h 4723806"/>
              <a:gd name="connsiteX12" fmla="*/ 1627690 w 3419542"/>
              <a:gd name="connsiteY12" fmla="*/ 1340398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73237 w 3419542"/>
              <a:gd name="connsiteY11" fmla="*/ 1557882 h 4723806"/>
              <a:gd name="connsiteX12" fmla="*/ 1613013 w 3419542"/>
              <a:gd name="connsiteY12" fmla="*/ 1282695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64139 w 3419542"/>
              <a:gd name="connsiteY11" fmla="*/ 1537139 h 4723806"/>
              <a:gd name="connsiteX12" fmla="*/ 1613013 w 3419542"/>
              <a:gd name="connsiteY12" fmla="*/ 1282695 h 4723806"/>
              <a:gd name="connsiteX13" fmla="*/ 1929156 w 3419542"/>
              <a:gd name="connsiteY13" fmla="*/ 998069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64139 w 3419542"/>
              <a:gd name="connsiteY11" fmla="*/ 1537139 h 4723806"/>
              <a:gd name="connsiteX12" fmla="*/ 1613013 w 3419542"/>
              <a:gd name="connsiteY12" fmla="*/ 1282695 h 4723806"/>
              <a:gd name="connsiteX13" fmla="*/ 1947103 w 3419542"/>
              <a:gd name="connsiteY13" fmla="*/ 899620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40377 w 3419542"/>
              <a:gd name="connsiteY20" fmla="*/ 83986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64139 w 3419542"/>
              <a:gd name="connsiteY11" fmla="*/ 1537139 h 4723806"/>
              <a:gd name="connsiteX12" fmla="*/ 1613013 w 3419542"/>
              <a:gd name="connsiteY12" fmla="*/ 1282695 h 4723806"/>
              <a:gd name="connsiteX13" fmla="*/ 1947103 w 3419542"/>
              <a:gd name="connsiteY13" fmla="*/ 899620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955571 w 3419542"/>
              <a:gd name="connsiteY18" fmla="*/ 598305 h 4723806"/>
              <a:gd name="connsiteX19" fmla="*/ 3153822 w 3419542"/>
              <a:gd name="connsiteY19" fmla="*/ 641245 h 4723806"/>
              <a:gd name="connsiteX20" fmla="*/ 3354809 w 3419542"/>
              <a:gd name="connsiteY20" fmla="*/ 75763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64139 w 3419542"/>
              <a:gd name="connsiteY11" fmla="*/ 1537139 h 4723806"/>
              <a:gd name="connsiteX12" fmla="*/ 1613013 w 3419542"/>
              <a:gd name="connsiteY12" fmla="*/ 1282695 h 4723806"/>
              <a:gd name="connsiteX13" fmla="*/ 1947103 w 3419542"/>
              <a:gd name="connsiteY13" fmla="*/ 899620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832171 w 3419542"/>
              <a:gd name="connsiteY18" fmla="*/ 516924 h 4723806"/>
              <a:gd name="connsiteX19" fmla="*/ 3153822 w 3419542"/>
              <a:gd name="connsiteY19" fmla="*/ 641245 h 4723806"/>
              <a:gd name="connsiteX20" fmla="*/ 3354809 w 3419542"/>
              <a:gd name="connsiteY20" fmla="*/ 75763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35129 w 3419542"/>
              <a:gd name="connsiteY25" fmla="*/ 2616653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 name="connsiteX0" fmla="*/ 237612 w 3419542"/>
              <a:gd name="connsiteY0" fmla="*/ 3552293 h 4723806"/>
              <a:gd name="connsiteX1" fmla="*/ 360 w 3419542"/>
              <a:gd name="connsiteY1" fmla="*/ 3133389 h 4723806"/>
              <a:gd name="connsiteX2" fmla="*/ 89033 w 3419542"/>
              <a:gd name="connsiteY2" fmla="*/ 2962063 h 4723806"/>
              <a:gd name="connsiteX3" fmla="*/ 246461 w 3419542"/>
              <a:gd name="connsiteY3" fmla="*/ 2830454 h 4723806"/>
              <a:gd name="connsiteX4" fmla="*/ 370088 w 3419542"/>
              <a:gd name="connsiteY4" fmla="*/ 2752660 h 4723806"/>
              <a:gd name="connsiteX5" fmla="*/ 531227 w 3419542"/>
              <a:gd name="connsiteY5" fmla="*/ 2626409 h 4723806"/>
              <a:gd name="connsiteX6" fmla="*/ 778234 w 3419542"/>
              <a:gd name="connsiteY6" fmla="*/ 2689757 h 4723806"/>
              <a:gd name="connsiteX7" fmla="*/ 1101339 w 3419542"/>
              <a:gd name="connsiteY7" fmla="*/ 2769529 h 4723806"/>
              <a:gd name="connsiteX8" fmla="*/ 1046381 w 3419542"/>
              <a:gd name="connsiteY8" fmla="*/ 2362943 h 4723806"/>
              <a:gd name="connsiteX9" fmla="*/ 1126365 w 3419542"/>
              <a:gd name="connsiteY9" fmla="*/ 2118014 h 4723806"/>
              <a:gd name="connsiteX10" fmla="*/ 1129051 w 3419542"/>
              <a:gd name="connsiteY10" fmla="*/ 1821596 h 4723806"/>
              <a:gd name="connsiteX11" fmla="*/ 1364139 w 3419542"/>
              <a:gd name="connsiteY11" fmla="*/ 1537139 h 4723806"/>
              <a:gd name="connsiteX12" fmla="*/ 1613013 w 3419542"/>
              <a:gd name="connsiteY12" fmla="*/ 1282695 h 4723806"/>
              <a:gd name="connsiteX13" fmla="*/ 1947103 w 3419542"/>
              <a:gd name="connsiteY13" fmla="*/ 899620 h 4723806"/>
              <a:gd name="connsiteX14" fmla="*/ 2241386 w 3419542"/>
              <a:gd name="connsiteY14" fmla="*/ 685649 h 4723806"/>
              <a:gd name="connsiteX15" fmla="*/ 2142736 w 3419542"/>
              <a:gd name="connsiteY15" fmla="*/ 291668 h 4723806"/>
              <a:gd name="connsiteX16" fmla="*/ 2409593 w 3419542"/>
              <a:gd name="connsiteY16" fmla="*/ 97 h 4723806"/>
              <a:gd name="connsiteX17" fmla="*/ 2606017 w 3419542"/>
              <a:gd name="connsiteY17" fmla="*/ 263274 h 4723806"/>
              <a:gd name="connsiteX18" fmla="*/ 2832171 w 3419542"/>
              <a:gd name="connsiteY18" fmla="*/ 516924 h 4723806"/>
              <a:gd name="connsiteX19" fmla="*/ 3153822 w 3419542"/>
              <a:gd name="connsiteY19" fmla="*/ 641245 h 4723806"/>
              <a:gd name="connsiteX20" fmla="*/ 3354809 w 3419542"/>
              <a:gd name="connsiteY20" fmla="*/ 757633 h 4723806"/>
              <a:gd name="connsiteX21" fmla="*/ 3419302 w 3419542"/>
              <a:gd name="connsiteY21" fmla="*/ 1096850 h 4723806"/>
              <a:gd name="connsiteX22" fmla="*/ 3327141 w 3419542"/>
              <a:gd name="connsiteY22" fmla="*/ 1538709 h 4723806"/>
              <a:gd name="connsiteX23" fmla="*/ 3344762 w 3419542"/>
              <a:gd name="connsiteY23" fmla="*/ 2042390 h 4723806"/>
              <a:gd name="connsiteX24" fmla="*/ 3309805 w 3419542"/>
              <a:gd name="connsiteY24" fmla="*/ 2336141 h 4723806"/>
              <a:gd name="connsiteX25" fmla="*/ 3289352 w 3419542"/>
              <a:gd name="connsiteY25" fmla="*/ 2758452 h 4723806"/>
              <a:gd name="connsiteX26" fmla="*/ 3061981 w 3419542"/>
              <a:gd name="connsiteY26" fmla="*/ 3067880 h 4723806"/>
              <a:gd name="connsiteX27" fmla="*/ 2536736 w 3419542"/>
              <a:gd name="connsiteY27" fmla="*/ 3527418 h 4723806"/>
              <a:gd name="connsiteX28" fmla="*/ 2473367 w 3419542"/>
              <a:gd name="connsiteY28" fmla="*/ 4033340 h 4723806"/>
              <a:gd name="connsiteX29" fmla="*/ 2330221 w 3419542"/>
              <a:gd name="connsiteY29" fmla="*/ 4707306 h 4723806"/>
              <a:gd name="connsiteX30" fmla="*/ 1889158 w 3419542"/>
              <a:gd name="connsiteY30" fmla="*/ 4488798 h 4723806"/>
              <a:gd name="connsiteX31" fmla="*/ 1545577 w 3419542"/>
              <a:gd name="connsiteY31" fmla="*/ 4174616 h 4723806"/>
              <a:gd name="connsiteX32" fmla="*/ 1369182 w 3419542"/>
              <a:gd name="connsiteY32" fmla="*/ 3930912 h 4723806"/>
              <a:gd name="connsiteX33" fmla="*/ 1064572 w 3419542"/>
              <a:gd name="connsiteY33" fmla="*/ 3947105 h 4723806"/>
              <a:gd name="connsiteX34" fmla="*/ 717291 w 3419542"/>
              <a:gd name="connsiteY34" fmla="*/ 3927483 h 4723806"/>
              <a:gd name="connsiteX35" fmla="*/ 626136 w 3419542"/>
              <a:gd name="connsiteY35" fmla="*/ 3909005 h 4723806"/>
              <a:gd name="connsiteX36" fmla="*/ 365342 w 3419542"/>
              <a:gd name="connsiteY36" fmla="*/ 3747366 h 4723806"/>
              <a:gd name="connsiteX37" fmla="*/ 237612 w 3419542"/>
              <a:gd name="connsiteY37" fmla="*/ 3552293 h 472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19542" h="4723806">
                <a:moveTo>
                  <a:pt x="237612" y="3552293"/>
                </a:moveTo>
                <a:cubicBezTo>
                  <a:pt x="197511" y="3465140"/>
                  <a:pt x="8265" y="3228925"/>
                  <a:pt x="360" y="3133389"/>
                </a:cubicBezTo>
                <a:cubicBezTo>
                  <a:pt x="-4879" y="3070334"/>
                  <a:pt x="48016" y="3012552"/>
                  <a:pt x="89033" y="2962063"/>
                </a:cubicBezTo>
                <a:cubicBezTo>
                  <a:pt x="130050" y="2911574"/>
                  <a:pt x="199619" y="2865354"/>
                  <a:pt x="246461" y="2830454"/>
                </a:cubicBezTo>
                <a:cubicBezTo>
                  <a:pt x="293303" y="2795554"/>
                  <a:pt x="322627" y="2786668"/>
                  <a:pt x="370088" y="2752660"/>
                </a:cubicBezTo>
                <a:cubicBezTo>
                  <a:pt x="417549" y="2718653"/>
                  <a:pt x="463203" y="2636893"/>
                  <a:pt x="531227" y="2626409"/>
                </a:cubicBezTo>
                <a:cubicBezTo>
                  <a:pt x="599251" y="2615925"/>
                  <a:pt x="683215" y="2665904"/>
                  <a:pt x="778234" y="2689757"/>
                </a:cubicBezTo>
                <a:cubicBezTo>
                  <a:pt x="873253" y="2713610"/>
                  <a:pt x="1056648" y="2823998"/>
                  <a:pt x="1101339" y="2769529"/>
                </a:cubicBezTo>
                <a:cubicBezTo>
                  <a:pt x="1146030" y="2715060"/>
                  <a:pt x="1042210" y="2471529"/>
                  <a:pt x="1046381" y="2362943"/>
                </a:cubicBezTo>
                <a:cubicBezTo>
                  <a:pt x="1050552" y="2254357"/>
                  <a:pt x="1108363" y="2234791"/>
                  <a:pt x="1126365" y="2118014"/>
                </a:cubicBezTo>
                <a:cubicBezTo>
                  <a:pt x="1138747" y="2037909"/>
                  <a:pt x="1089422" y="1918408"/>
                  <a:pt x="1129051" y="1821596"/>
                </a:cubicBezTo>
                <a:cubicBezTo>
                  <a:pt x="1168680" y="1724784"/>
                  <a:pt x="1283479" y="1626956"/>
                  <a:pt x="1364139" y="1537139"/>
                </a:cubicBezTo>
                <a:cubicBezTo>
                  <a:pt x="1444799" y="1447322"/>
                  <a:pt x="1532718" y="1373563"/>
                  <a:pt x="1613013" y="1282695"/>
                </a:cubicBezTo>
                <a:lnTo>
                  <a:pt x="1947103" y="899620"/>
                </a:lnTo>
                <a:cubicBezTo>
                  <a:pt x="2043973" y="787797"/>
                  <a:pt x="2208781" y="786974"/>
                  <a:pt x="2241386" y="685649"/>
                </a:cubicBezTo>
                <a:cubicBezTo>
                  <a:pt x="2273991" y="584324"/>
                  <a:pt x="2114702" y="405927"/>
                  <a:pt x="2142736" y="291668"/>
                </a:cubicBezTo>
                <a:cubicBezTo>
                  <a:pt x="2170770" y="177409"/>
                  <a:pt x="2332380" y="4829"/>
                  <a:pt x="2409593" y="97"/>
                </a:cubicBezTo>
                <a:cubicBezTo>
                  <a:pt x="2486807" y="-4635"/>
                  <a:pt x="2515021" y="163573"/>
                  <a:pt x="2606017" y="263274"/>
                </a:cubicBezTo>
                <a:cubicBezTo>
                  <a:pt x="2697013" y="362975"/>
                  <a:pt x="2740870" y="453929"/>
                  <a:pt x="2832171" y="516924"/>
                </a:cubicBezTo>
                <a:cubicBezTo>
                  <a:pt x="2923472" y="579919"/>
                  <a:pt x="3066716" y="601127"/>
                  <a:pt x="3153822" y="641245"/>
                </a:cubicBezTo>
                <a:cubicBezTo>
                  <a:pt x="3240928" y="681363"/>
                  <a:pt x="3310562" y="681699"/>
                  <a:pt x="3354809" y="757633"/>
                </a:cubicBezTo>
                <a:cubicBezTo>
                  <a:pt x="3399056" y="833567"/>
                  <a:pt x="3415587" y="1013792"/>
                  <a:pt x="3419302" y="1096850"/>
                </a:cubicBezTo>
                <a:cubicBezTo>
                  <a:pt x="3425017" y="1224390"/>
                  <a:pt x="3326855" y="1410978"/>
                  <a:pt x="3327141" y="1538709"/>
                </a:cubicBezTo>
                <a:cubicBezTo>
                  <a:pt x="3327617" y="1706825"/>
                  <a:pt x="3350572" y="1874369"/>
                  <a:pt x="3344762" y="2042390"/>
                </a:cubicBezTo>
                <a:cubicBezTo>
                  <a:pt x="3341333" y="2141069"/>
                  <a:pt x="3319040" y="2216797"/>
                  <a:pt x="3309805" y="2336141"/>
                </a:cubicBezTo>
                <a:cubicBezTo>
                  <a:pt x="3300570" y="2455485"/>
                  <a:pt x="3330656" y="2636496"/>
                  <a:pt x="3289352" y="2758452"/>
                </a:cubicBezTo>
                <a:cubicBezTo>
                  <a:pt x="3248048" y="2880409"/>
                  <a:pt x="3187417" y="2939719"/>
                  <a:pt x="3061981" y="3067880"/>
                </a:cubicBezTo>
                <a:cubicBezTo>
                  <a:pt x="2936545" y="3196041"/>
                  <a:pt x="2634838" y="3366508"/>
                  <a:pt x="2536736" y="3527418"/>
                </a:cubicBezTo>
                <a:cubicBezTo>
                  <a:pt x="2438634" y="3688328"/>
                  <a:pt x="2507786" y="3836692"/>
                  <a:pt x="2473367" y="4033340"/>
                </a:cubicBezTo>
                <a:cubicBezTo>
                  <a:pt x="2438948" y="4229988"/>
                  <a:pt x="2427589" y="4631396"/>
                  <a:pt x="2330221" y="4707306"/>
                </a:cubicBezTo>
                <a:cubicBezTo>
                  <a:pt x="2232853" y="4783216"/>
                  <a:pt x="2019932" y="4577580"/>
                  <a:pt x="1889158" y="4488798"/>
                </a:cubicBezTo>
                <a:cubicBezTo>
                  <a:pt x="1758384" y="4400016"/>
                  <a:pt x="1632239" y="4267597"/>
                  <a:pt x="1545577" y="4174616"/>
                </a:cubicBezTo>
                <a:cubicBezTo>
                  <a:pt x="1458915" y="4081635"/>
                  <a:pt x="1449349" y="3968830"/>
                  <a:pt x="1369182" y="3930912"/>
                </a:cubicBezTo>
                <a:cubicBezTo>
                  <a:pt x="1289015" y="3892994"/>
                  <a:pt x="1166204" y="3945009"/>
                  <a:pt x="1064572" y="3947105"/>
                </a:cubicBezTo>
                <a:cubicBezTo>
                  <a:pt x="948462" y="3949391"/>
                  <a:pt x="832353" y="3943104"/>
                  <a:pt x="717291" y="3927483"/>
                </a:cubicBezTo>
                <a:cubicBezTo>
                  <a:pt x="686525" y="3923292"/>
                  <a:pt x="656045" y="3917577"/>
                  <a:pt x="626136" y="3909005"/>
                </a:cubicBezTo>
                <a:cubicBezTo>
                  <a:pt x="526219" y="3880525"/>
                  <a:pt x="436875" y="3822804"/>
                  <a:pt x="365342" y="3747366"/>
                </a:cubicBezTo>
                <a:cubicBezTo>
                  <a:pt x="311526" y="3690597"/>
                  <a:pt x="270378" y="3623445"/>
                  <a:pt x="237612" y="3552293"/>
                </a:cubicBezTo>
                <a:close/>
              </a:path>
            </a:pathLst>
          </a:custGeom>
          <a:noFill/>
          <a:ln w="6350" cap="rnd">
            <a:solidFill>
              <a:schemeClr val="tx1">
                <a:alpha val="35000"/>
              </a:schemeClr>
            </a:solidFill>
            <a:prstDash val="dash"/>
            <a:round/>
          </a:ln>
        </p:spPr>
        <p:txBody>
          <a:bodyPr rtlCol="0" anchor="ctr"/>
          <a:lstStyle/>
          <a:p>
            <a:endParaRPr lang="en-US"/>
          </a:p>
        </p:txBody>
      </p:sp>
      <p:sp>
        <p:nvSpPr>
          <p:cNvPr id="70" name="Freeform: Shape 69">
            <a:extLst>
              <a:ext uri="{FF2B5EF4-FFF2-40B4-BE49-F238E27FC236}">
                <a16:creationId xmlns:a16="http://schemas.microsoft.com/office/drawing/2014/main" id="{2144E8A4-3842-E57B-3CE1-2B8FC4C6E552}"/>
              </a:ext>
            </a:extLst>
          </p:cNvPr>
          <p:cNvSpPr/>
          <p:nvPr userDrawn="1"/>
        </p:nvSpPr>
        <p:spPr>
          <a:xfrm rot="9034682" flipV="1">
            <a:off x="5113476" y="2890673"/>
            <a:ext cx="2985744" cy="2652592"/>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710118"/>
              <a:gd name="connsiteY0" fmla="*/ 2712895 h 3077173"/>
              <a:gd name="connsiteX1" fmla="*/ 18085 w 2710118"/>
              <a:gd name="connsiteY1" fmla="*/ 2589260 h 3077173"/>
              <a:gd name="connsiteX2" fmla="*/ 161627 w 2710118"/>
              <a:gd name="connsiteY2" fmla="*/ 2489533 h 3077173"/>
              <a:gd name="connsiteX3" fmla="*/ 384893 w 2710118"/>
              <a:gd name="connsiteY3" fmla="*/ 2559352 h 3077173"/>
              <a:gd name="connsiteX4" fmla="*/ 648069 w 2710118"/>
              <a:gd name="connsiteY4" fmla="*/ 2579259 h 3077173"/>
              <a:gd name="connsiteX5" fmla="*/ 831520 w 2710118"/>
              <a:gd name="connsiteY5" fmla="*/ 2445623 h 3077173"/>
              <a:gd name="connsiteX6" fmla="*/ 909244 w 2710118"/>
              <a:gd name="connsiteY6" fmla="*/ 2210260 h 3077173"/>
              <a:gd name="connsiteX7" fmla="*/ 975062 w 2710118"/>
              <a:gd name="connsiteY7" fmla="*/ 1771444 h 3077173"/>
              <a:gd name="connsiteX8" fmla="*/ 989064 w 2710118"/>
              <a:gd name="connsiteY8" fmla="*/ 1486170 h 3077173"/>
              <a:gd name="connsiteX9" fmla="*/ 1058882 w 2710118"/>
              <a:gd name="connsiteY9" fmla="*/ 1115171 h 3077173"/>
              <a:gd name="connsiteX10" fmla="*/ 1238333 w 2710118"/>
              <a:gd name="connsiteY10" fmla="*/ 776081 h 3077173"/>
              <a:gd name="connsiteX11" fmla="*/ 1567327 w 2710118"/>
              <a:gd name="connsiteY11" fmla="*/ 399081 h 3077173"/>
              <a:gd name="connsiteX12" fmla="*/ 1944136 w 2710118"/>
              <a:gd name="connsiteY12" fmla="*/ 85899 h 3077173"/>
              <a:gd name="connsiteX13" fmla="*/ 2167402 w 2710118"/>
              <a:gd name="connsiteY13" fmla="*/ 2079 h 3077173"/>
              <a:gd name="connsiteX14" fmla="*/ 2412671 w 2710118"/>
              <a:gd name="connsiteY14" fmla="*/ 53991 h 3077173"/>
              <a:gd name="connsiteX15" fmla="*/ 2616030 w 2710118"/>
              <a:gd name="connsiteY15" fmla="*/ 291354 h 3077173"/>
              <a:gd name="connsiteX16" fmla="*/ 2637937 w 2710118"/>
              <a:gd name="connsiteY16" fmla="*/ 724265 h 3077173"/>
              <a:gd name="connsiteX17" fmla="*/ 2691753 w 2710118"/>
              <a:gd name="connsiteY17" fmla="*/ 1117266 h 3077173"/>
              <a:gd name="connsiteX18" fmla="*/ 2705755 w 2710118"/>
              <a:gd name="connsiteY18" fmla="*/ 1476359 h 3077173"/>
              <a:gd name="connsiteX19" fmla="*/ 2616030 w 2710118"/>
              <a:gd name="connsiteY19" fmla="*/ 1859359 h 3077173"/>
              <a:gd name="connsiteX20" fmla="*/ 2404670 w 2710118"/>
              <a:gd name="connsiteY20" fmla="*/ 2250361 h 3077173"/>
              <a:gd name="connsiteX21" fmla="*/ 2198263 w 2710118"/>
              <a:gd name="connsiteY21" fmla="*/ 2456862 h 3077173"/>
              <a:gd name="connsiteX22" fmla="*/ 1482095 w 2710118"/>
              <a:gd name="connsiteY22" fmla="*/ 3073546 h 3077173"/>
              <a:gd name="connsiteX23" fmla="*/ 1327868 w 2710118"/>
              <a:gd name="connsiteY23" fmla="*/ 2810907 h 3077173"/>
              <a:gd name="connsiteX24" fmla="*/ 931057 w 2710118"/>
              <a:gd name="connsiteY24" fmla="*/ 2912634 h 3077173"/>
              <a:gd name="connsiteX25" fmla="*/ 695789 w 2710118"/>
              <a:gd name="connsiteY25" fmla="*/ 2972451 h 3077173"/>
              <a:gd name="connsiteX26" fmla="*/ 348889 w 2710118"/>
              <a:gd name="connsiteY26" fmla="*/ 2984452 h 3077173"/>
              <a:gd name="connsiteX27" fmla="*/ 73711 w 2710118"/>
              <a:gd name="connsiteY27" fmla="*/ 2882725 h 3077173"/>
              <a:gd name="connsiteX28" fmla="*/ 2179 w 2710118"/>
              <a:gd name="connsiteY28" fmla="*/ 2712895 h 3077173"/>
              <a:gd name="connsiteX0" fmla="*/ 2179 w 2710118"/>
              <a:gd name="connsiteY0" fmla="*/ 2712895 h 3084772"/>
              <a:gd name="connsiteX1" fmla="*/ 18085 w 2710118"/>
              <a:gd name="connsiteY1" fmla="*/ 2589260 h 3084772"/>
              <a:gd name="connsiteX2" fmla="*/ 161627 w 2710118"/>
              <a:gd name="connsiteY2" fmla="*/ 2489533 h 3084772"/>
              <a:gd name="connsiteX3" fmla="*/ 384893 w 2710118"/>
              <a:gd name="connsiteY3" fmla="*/ 2559352 h 3084772"/>
              <a:gd name="connsiteX4" fmla="*/ 648069 w 2710118"/>
              <a:gd name="connsiteY4" fmla="*/ 2579259 h 3084772"/>
              <a:gd name="connsiteX5" fmla="*/ 831520 w 2710118"/>
              <a:gd name="connsiteY5" fmla="*/ 2445623 h 3084772"/>
              <a:gd name="connsiteX6" fmla="*/ 909244 w 2710118"/>
              <a:gd name="connsiteY6" fmla="*/ 2210260 h 3084772"/>
              <a:gd name="connsiteX7" fmla="*/ 975062 w 2710118"/>
              <a:gd name="connsiteY7" fmla="*/ 1771444 h 3084772"/>
              <a:gd name="connsiteX8" fmla="*/ 989064 w 2710118"/>
              <a:gd name="connsiteY8" fmla="*/ 1486170 h 3084772"/>
              <a:gd name="connsiteX9" fmla="*/ 1058882 w 2710118"/>
              <a:gd name="connsiteY9" fmla="*/ 1115171 h 3084772"/>
              <a:gd name="connsiteX10" fmla="*/ 1238333 w 2710118"/>
              <a:gd name="connsiteY10" fmla="*/ 776081 h 3084772"/>
              <a:gd name="connsiteX11" fmla="*/ 1567327 w 2710118"/>
              <a:gd name="connsiteY11" fmla="*/ 399081 h 3084772"/>
              <a:gd name="connsiteX12" fmla="*/ 1944136 w 2710118"/>
              <a:gd name="connsiteY12" fmla="*/ 85899 h 3084772"/>
              <a:gd name="connsiteX13" fmla="*/ 2167402 w 2710118"/>
              <a:gd name="connsiteY13" fmla="*/ 2079 h 3084772"/>
              <a:gd name="connsiteX14" fmla="*/ 2412671 w 2710118"/>
              <a:gd name="connsiteY14" fmla="*/ 53991 h 3084772"/>
              <a:gd name="connsiteX15" fmla="*/ 2616030 w 2710118"/>
              <a:gd name="connsiteY15" fmla="*/ 291354 h 3084772"/>
              <a:gd name="connsiteX16" fmla="*/ 2637937 w 2710118"/>
              <a:gd name="connsiteY16" fmla="*/ 724265 h 3084772"/>
              <a:gd name="connsiteX17" fmla="*/ 2691753 w 2710118"/>
              <a:gd name="connsiteY17" fmla="*/ 1117266 h 3084772"/>
              <a:gd name="connsiteX18" fmla="*/ 2705755 w 2710118"/>
              <a:gd name="connsiteY18" fmla="*/ 1476359 h 3084772"/>
              <a:gd name="connsiteX19" fmla="*/ 2616030 w 2710118"/>
              <a:gd name="connsiteY19" fmla="*/ 1859359 h 3084772"/>
              <a:gd name="connsiteX20" fmla="*/ 2404670 w 2710118"/>
              <a:gd name="connsiteY20" fmla="*/ 2250361 h 3084772"/>
              <a:gd name="connsiteX21" fmla="*/ 2198263 w 2710118"/>
              <a:gd name="connsiteY21" fmla="*/ 2456862 h 3084772"/>
              <a:gd name="connsiteX22" fmla="*/ 1482095 w 2710118"/>
              <a:gd name="connsiteY22" fmla="*/ 3073546 h 3084772"/>
              <a:gd name="connsiteX23" fmla="*/ 1244492 w 2710118"/>
              <a:gd name="connsiteY23" fmla="*/ 2859409 h 3084772"/>
              <a:gd name="connsiteX24" fmla="*/ 931057 w 2710118"/>
              <a:gd name="connsiteY24" fmla="*/ 2912634 h 3084772"/>
              <a:gd name="connsiteX25" fmla="*/ 695789 w 2710118"/>
              <a:gd name="connsiteY25" fmla="*/ 2972451 h 3084772"/>
              <a:gd name="connsiteX26" fmla="*/ 348889 w 2710118"/>
              <a:gd name="connsiteY26" fmla="*/ 2984452 h 3084772"/>
              <a:gd name="connsiteX27" fmla="*/ 73711 w 2710118"/>
              <a:gd name="connsiteY27" fmla="*/ 2882725 h 3084772"/>
              <a:gd name="connsiteX28" fmla="*/ 2179 w 2710118"/>
              <a:gd name="connsiteY28" fmla="*/ 2712895 h 3084772"/>
              <a:gd name="connsiteX0" fmla="*/ 1885 w 2709824"/>
              <a:gd name="connsiteY0" fmla="*/ 2712895 h 3084772"/>
              <a:gd name="connsiteX1" fmla="*/ 17791 w 2709824"/>
              <a:gd name="connsiteY1" fmla="*/ 2589260 h 3084772"/>
              <a:gd name="connsiteX2" fmla="*/ 99190 w 2709824"/>
              <a:gd name="connsiteY2" fmla="*/ 2337246 h 3084772"/>
              <a:gd name="connsiteX3" fmla="*/ 384599 w 2709824"/>
              <a:gd name="connsiteY3" fmla="*/ 2559352 h 3084772"/>
              <a:gd name="connsiteX4" fmla="*/ 647775 w 2709824"/>
              <a:gd name="connsiteY4" fmla="*/ 2579259 h 3084772"/>
              <a:gd name="connsiteX5" fmla="*/ 831226 w 2709824"/>
              <a:gd name="connsiteY5" fmla="*/ 2445623 h 3084772"/>
              <a:gd name="connsiteX6" fmla="*/ 908950 w 2709824"/>
              <a:gd name="connsiteY6" fmla="*/ 2210260 h 3084772"/>
              <a:gd name="connsiteX7" fmla="*/ 974768 w 2709824"/>
              <a:gd name="connsiteY7" fmla="*/ 1771444 h 3084772"/>
              <a:gd name="connsiteX8" fmla="*/ 988770 w 2709824"/>
              <a:gd name="connsiteY8" fmla="*/ 1486170 h 3084772"/>
              <a:gd name="connsiteX9" fmla="*/ 1058588 w 2709824"/>
              <a:gd name="connsiteY9" fmla="*/ 1115171 h 3084772"/>
              <a:gd name="connsiteX10" fmla="*/ 1238039 w 2709824"/>
              <a:gd name="connsiteY10" fmla="*/ 776081 h 3084772"/>
              <a:gd name="connsiteX11" fmla="*/ 1567033 w 2709824"/>
              <a:gd name="connsiteY11" fmla="*/ 399081 h 3084772"/>
              <a:gd name="connsiteX12" fmla="*/ 1943842 w 2709824"/>
              <a:gd name="connsiteY12" fmla="*/ 85899 h 3084772"/>
              <a:gd name="connsiteX13" fmla="*/ 2167108 w 2709824"/>
              <a:gd name="connsiteY13" fmla="*/ 2079 h 3084772"/>
              <a:gd name="connsiteX14" fmla="*/ 2412377 w 2709824"/>
              <a:gd name="connsiteY14" fmla="*/ 53991 h 3084772"/>
              <a:gd name="connsiteX15" fmla="*/ 2615736 w 2709824"/>
              <a:gd name="connsiteY15" fmla="*/ 291354 h 3084772"/>
              <a:gd name="connsiteX16" fmla="*/ 2637643 w 2709824"/>
              <a:gd name="connsiteY16" fmla="*/ 724265 h 3084772"/>
              <a:gd name="connsiteX17" fmla="*/ 2691459 w 2709824"/>
              <a:gd name="connsiteY17" fmla="*/ 1117266 h 3084772"/>
              <a:gd name="connsiteX18" fmla="*/ 2705461 w 2709824"/>
              <a:gd name="connsiteY18" fmla="*/ 1476359 h 3084772"/>
              <a:gd name="connsiteX19" fmla="*/ 2615736 w 2709824"/>
              <a:gd name="connsiteY19" fmla="*/ 1859359 h 3084772"/>
              <a:gd name="connsiteX20" fmla="*/ 2404376 w 2709824"/>
              <a:gd name="connsiteY20" fmla="*/ 2250361 h 3084772"/>
              <a:gd name="connsiteX21" fmla="*/ 2197969 w 2709824"/>
              <a:gd name="connsiteY21" fmla="*/ 2456862 h 3084772"/>
              <a:gd name="connsiteX22" fmla="*/ 1481801 w 2709824"/>
              <a:gd name="connsiteY22" fmla="*/ 3073546 h 3084772"/>
              <a:gd name="connsiteX23" fmla="*/ 1244198 w 2709824"/>
              <a:gd name="connsiteY23" fmla="*/ 2859409 h 3084772"/>
              <a:gd name="connsiteX24" fmla="*/ 930763 w 2709824"/>
              <a:gd name="connsiteY24" fmla="*/ 2912634 h 3084772"/>
              <a:gd name="connsiteX25" fmla="*/ 695495 w 2709824"/>
              <a:gd name="connsiteY25" fmla="*/ 2972451 h 3084772"/>
              <a:gd name="connsiteX26" fmla="*/ 348595 w 2709824"/>
              <a:gd name="connsiteY26" fmla="*/ 2984452 h 3084772"/>
              <a:gd name="connsiteX27" fmla="*/ 73417 w 2709824"/>
              <a:gd name="connsiteY27" fmla="*/ 2882725 h 3084772"/>
              <a:gd name="connsiteX28" fmla="*/ 1885 w 2709824"/>
              <a:gd name="connsiteY28" fmla="*/ 2712895 h 3084772"/>
              <a:gd name="connsiteX0" fmla="*/ 1885 w 2709824"/>
              <a:gd name="connsiteY0" fmla="*/ 2664363 h 3036240"/>
              <a:gd name="connsiteX1" fmla="*/ 17791 w 2709824"/>
              <a:gd name="connsiteY1" fmla="*/ 2540728 h 3036240"/>
              <a:gd name="connsiteX2" fmla="*/ 99190 w 2709824"/>
              <a:gd name="connsiteY2" fmla="*/ 2288714 h 3036240"/>
              <a:gd name="connsiteX3" fmla="*/ 384599 w 2709824"/>
              <a:gd name="connsiteY3" fmla="*/ 2510820 h 3036240"/>
              <a:gd name="connsiteX4" fmla="*/ 647775 w 2709824"/>
              <a:gd name="connsiteY4" fmla="*/ 2530727 h 3036240"/>
              <a:gd name="connsiteX5" fmla="*/ 831226 w 2709824"/>
              <a:gd name="connsiteY5" fmla="*/ 2397091 h 3036240"/>
              <a:gd name="connsiteX6" fmla="*/ 908950 w 2709824"/>
              <a:gd name="connsiteY6" fmla="*/ 2161728 h 3036240"/>
              <a:gd name="connsiteX7" fmla="*/ 974768 w 2709824"/>
              <a:gd name="connsiteY7" fmla="*/ 1722912 h 3036240"/>
              <a:gd name="connsiteX8" fmla="*/ 988770 w 2709824"/>
              <a:gd name="connsiteY8" fmla="*/ 1437638 h 3036240"/>
              <a:gd name="connsiteX9" fmla="*/ 1058588 w 2709824"/>
              <a:gd name="connsiteY9" fmla="*/ 1066639 h 3036240"/>
              <a:gd name="connsiteX10" fmla="*/ 1238039 w 2709824"/>
              <a:gd name="connsiteY10" fmla="*/ 727549 h 3036240"/>
              <a:gd name="connsiteX11" fmla="*/ 1567033 w 2709824"/>
              <a:gd name="connsiteY11" fmla="*/ 350549 h 3036240"/>
              <a:gd name="connsiteX12" fmla="*/ 1943842 w 2709824"/>
              <a:gd name="connsiteY12" fmla="*/ 37367 h 3036240"/>
              <a:gd name="connsiteX13" fmla="*/ 2169089 w 2709824"/>
              <a:gd name="connsiteY13" fmla="*/ 74709 h 3036240"/>
              <a:gd name="connsiteX14" fmla="*/ 2412377 w 2709824"/>
              <a:gd name="connsiteY14" fmla="*/ 5459 h 3036240"/>
              <a:gd name="connsiteX15" fmla="*/ 2615736 w 2709824"/>
              <a:gd name="connsiteY15" fmla="*/ 242822 h 3036240"/>
              <a:gd name="connsiteX16" fmla="*/ 2637643 w 2709824"/>
              <a:gd name="connsiteY16" fmla="*/ 675733 h 3036240"/>
              <a:gd name="connsiteX17" fmla="*/ 2691459 w 2709824"/>
              <a:gd name="connsiteY17" fmla="*/ 1068734 h 3036240"/>
              <a:gd name="connsiteX18" fmla="*/ 2705461 w 2709824"/>
              <a:gd name="connsiteY18" fmla="*/ 1427827 h 3036240"/>
              <a:gd name="connsiteX19" fmla="*/ 2615736 w 2709824"/>
              <a:gd name="connsiteY19" fmla="*/ 1810827 h 3036240"/>
              <a:gd name="connsiteX20" fmla="*/ 2404376 w 2709824"/>
              <a:gd name="connsiteY20" fmla="*/ 2201829 h 3036240"/>
              <a:gd name="connsiteX21" fmla="*/ 2197969 w 2709824"/>
              <a:gd name="connsiteY21" fmla="*/ 2408330 h 3036240"/>
              <a:gd name="connsiteX22" fmla="*/ 1481801 w 2709824"/>
              <a:gd name="connsiteY22" fmla="*/ 3025014 h 3036240"/>
              <a:gd name="connsiteX23" fmla="*/ 1244198 w 2709824"/>
              <a:gd name="connsiteY23" fmla="*/ 2810877 h 3036240"/>
              <a:gd name="connsiteX24" fmla="*/ 930763 w 2709824"/>
              <a:gd name="connsiteY24" fmla="*/ 2864102 h 3036240"/>
              <a:gd name="connsiteX25" fmla="*/ 695495 w 2709824"/>
              <a:gd name="connsiteY25" fmla="*/ 2923919 h 3036240"/>
              <a:gd name="connsiteX26" fmla="*/ 348595 w 2709824"/>
              <a:gd name="connsiteY26" fmla="*/ 2935920 h 3036240"/>
              <a:gd name="connsiteX27" fmla="*/ 73417 w 2709824"/>
              <a:gd name="connsiteY27" fmla="*/ 2834193 h 3036240"/>
              <a:gd name="connsiteX28" fmla="*/ 1885 w 2709824"/>
              <a:gd name="connsiteY28" fmla="*/ 2664363 h 3036240"/>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974768 w 2709824"/>
              <a:gd name="connsiteY7" fmla="*/ 1723861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870087 w 2709824"/>
              <a:gd name="connsiteY7" fmla="*/ 1760900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57352 w 2751440"/>
              <a:gd name="connsiteY19" fmla="*/ 181177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582362 w 2751440"/>
              <a:gd name="connsiteY16" fmla="*/ 657243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0058 h 3031935"/>
              <a:gd name="connsiteX1" fmla="*/ 3140 w 2751440"/>
              <a:gd name="connsiteY1" fmla="*/ 2418745 h 3031935"/>
              <a:gd name="connsiteX2" fmla="*/ 140806 w 2751440"/>
              <a:gd name="connsiteY2" fmla="*/ 2284409 h 3031935"/>
              <a:gd name="connsiteX3" fmla="*/ 426215 w 2751440"/>
              <a:gd name="connsiteY3" fmla="*/ 2506515 h 3031935"/>
              <a:gd name="connsiteX4" fmla="*/ 689391 w 2751440"/>
              <a:gd name="connsiteY4" fmla="*/ 2526422 h 3031935"/>
              <a:gd name="connsiteX5" fmla="*/ 872842 w 2751440"/>
              <a:gd name="connsiteY5" fmla="*/ 2392786 h 3031935"/>
              <a:gd name="connsiteX6" fmla="*/ 950566 w 2751440"/>
              <a:gd name="connsiteY6" fmla="*/ 2157423 h 3031935"/>
              <a:gd name="connsiteX7" fmla="*/ 911703 w 2751440"/>
              <a:gd name="connsiteY7" fmla="*/ 1755646 h 3031935"/>
              <a:gd name="connsiteX8" fmla="*/ 1030386 w 2751440"/>
              <a:gd name="connsiteY8" fmla="*/ 1433333 h 3031935"/>
              <a:gd name="connsiteX9" fmla="*/ 1100204 w 2751440"/>
              <a:gd name="connsiteY9" fmla="*/ 1062334 h 3031935"/>
              <a:gd name="connsiteX10" fmla="*/ 1279655 w 2751440"/>
              <a:gd name="connsiteY10" fmla="*/ 723244 h 3031935"/>
              <a:gd name="connsiteX11" fmla="*/ 1608649 w 2751440"/>
              <a:gd name="connsiteY11" fmla="*/ 346244 h 3031935"/>
              <a:gd name="connsiteX12" fmla="*/ 1934920 w 2751440"/>
              <a:gd name="connsiteY12" fmla="*/ 156426 h 3031935"/>
              <a:gd name="connsiteX13" fmla="*/ 2453993 w 2751440"/>
              <a:gd name="connsiteY13" fmla="*/ 1154 h 3031935"/>
              <a:gd name="connsiteX14" fmla="*/ 2657352 w 2751440"/>
              <a:gd name="connsiteY14" fmla="*/ 238517 h 3031935"/>
              <a:gd name="connsiteX15" fmla="*/ 2582362 w 2751440"/>
              <a:gd name="connsiteY15" fmla="*/ 651989 h 3031935"/>
              <a:gd name="connsiteX16" fmla="*/ 2733075 w 2751440"/>
              <a:gd name="connsiteY16" fmla="*/ 1064429 h 3031935"/>
              <a:gd name="connsiteX17" fmla="*/ 2747077 w 2751440"/>
              <a:gd name="connsiteY17" fmla="*/ 1423522 h 3031935"/>
              <a:gd name="connsiteX18" fmla="*/ 2601262 w 2751440"/>
              <a:gd name="connsiteY18" fmla="*/ 1763472 h 3031935"/>
              <a:gd name="connsiteX19" fmla="*/ 2501774 w 2751440"/>
              <a:gd name="connsiteY19" fmla="*/ 2139132 h 3031935"/>
              <a:gd name="connsiteX20" fmla="*/ 2239585 w 2751440"/>
              <a:gd name="connsiteY20" fmla="*/ 2404025 h 3031935"/>
              <a:gd name="connsiteX21" fmla="*/ 1523417 w 2751440"/>
              <a:gd name="connsiteY21" fmla="*/ 3020709 h 3031935"/>
              <a:gd name="connsiteX22" fmla="*/ 1285814 w 2751440"/>
              <a:gd name="connsiteY22" fmla="*/ 2806572 h 3031935"/>
              <a:gd name="connsiteX23" fmla="*/ 972379 w 2751440"/>
              <a:gd name="connsiteY23" fmla="*/ 2859797 h 3031935"/>
              <a:gd name="connsiteX24" fmla="*/ 737111 w 2751440"/>
              <a:gd name="connsiteY24" fmla="*/ 2919614 h 3031935"/>
              <a:gd name="connsiteX25" fmla="*/ 390211 w 2751440"/>
              <a:gd name="connsiteY25" fmla="*/ 2931615 h 3031935"/>
              <a:gd name="connsiteX26" fmla="*/ 115033 w 2751440"/>
              <a:gd name="connsiteY26" fmla="*/ 2829888 h 3031935"/>
              <a:gd name="connsiteX27" fmla="*/ 43501 w 2751440"/>
              <a:gd name="connsiteY27" fmla="*/ 2660058 h 3031935"/>
              <a:gd name="connsiteX0" fmla="*/ 43501 w 2751440"/>
              <a:gd name="connsiteY0" fmla="*/ 2665155 h 3037032"/>
              <a:gd name="connsiteX1" fmla="*/ 3140 w 2751440"/>
              <a:gd name="connsiteY1" fmla="*/ 2423842 h 3037032"/>
              <a:gd name="connsiteX2" fmla="*/ 140806 w 2751440"/>
              <a:gd name="connsiteY2" fmla="*/ 2289506 h 3037032"/>
              <a:gd name="connsiteX3" fmla="*/ 426215 w 2751440"/>
              <a:gd name="connsiteY3" fmla="*/ 2511612 h 3037032"/>
              <a:gd name="connsiteX4" fmla="*/ 689391 w 2751440"/>
              <a:gd name="connsiteY4" fmla="*/ 2531519 h 3037032"/>
              <a:gd name="connsiteX5" fmla="*/ 872842 w 2751440"/>
              <a:gd name="connsiteY5" fmla="*/ 2397883 h 3037032"/>
              <a:gd name="connsiteX6" fmla="*/ 950566 w 2751440"/>
              <a:gd name="connsiteY6" fmla="*/ 2162520 h 3037032"/>
              <a:gd name="connsiteX7" fmla="*/ 911703 w 2751440"/>
              <a:gd name="connsiteY7" fmla="*/ 1760743 h 3037032"/>
              <a:gd name="connsiteX8" fmla="*/ 1030386 w 2751440"/>
              <a:gd name="connsiteY8" fmla="*/ 1438430 h 3037032"/>
              <a:gd name="connsiteX9" fmla="*/ 1100204 w 2751440"/>
              <a:gd name="connsiteY9" fmla="*/ 1067431 h 3037032"/>
              <a:gd name="connsiteX10" fmla="*/ 1279655 w 2751440"/>
              <a:gd name="connsiteY10" fmla="*/ 728341 h 3037032"/>
              <a:gd name="connsiteX11" fmla="*/ 1608649 w 2751440"/>
              <a:gd name="connsiteY11" fmla="*/ 351341 h 3037032"/>
              <a:gd name="connsiteX12" fmla="*/ 1934920 w 2751440"/>
              <a:gd name="connsiteY12" fmla="*/ 161523 h 3037032"/>
              <a:gd name="connsiteX13" fmla="*/ 2453993 w 2751440"/>
              <a:gd name="connsiteY13" fmla="*/ 6251 h 3037032"/>
              <a:gd name="connsiteX14" fmla="*/ 2657352 w 2751440"/>
              <a:gd name="connsiteY14" fmla="*/ 243614 h 3037032"/>
              <a:gd name="connsiteX15" fmla="*/ 2582362 w 2751440"/>
              <a:gd name="connsiteY15" fmla="*/ 657086 h 3037032"/>
              <a:gd name="connsiteX16" fmla="*/ 2733075 w 2751440"/>
              <a:gd name="connsiteY16" fmla="*/ 1069526 h 3037032"/>
              <a:gd name="connsiteX17" fmla="*/ 2747077 w 2751440"/>
              <a:gd name="connsiteY17" fmla="*/ 1428619 h 3037032"/>
              <a:gd name="connsiteX18" fmla="*/ 2601262 w 2751440"/>
              <a:gd name="connsiteY18" fmla="*/ 1768569 h 3037032"/>
              <a:gd name="connsiteX19" fmla="*/ 2501774 w 2751440"/>
              <a:gd name="connsiteY19" fmla="*/ 2144229 h 3037032"/>
              <a:gd name="connsiteX20" fmla="*/ 2239585 w 2751440"/>
              <a:gd name="connsiteY20" fmla="*/ 2409122 h 3037032"/>
              <a:gd name="connsiteX21" fmla="*/ 1523417 w 2751440"/>
              <a:gd name="connsiteY21" fmla="*/ 3025806 h 3037032"/>
              <a:gd name="connsiteX22" fmla="*/ 1285814 w 2751440"/>
              <a:gd name="connsiteY22" fmla="*/ 2811669 h 3037032"/>
              <a:gd name="connsiteX23" fmla="*/ 972379 w 2751440"/>
              <a:gd name="connsiteY23" fmla="*/ 2864894 h 3037032"/>
              <a:gd name="connsiteX24" fmla="*/ 737111 w 2751440"/>
              <a:gd name="connsiteY24" fmla="*/ 2924711 h 3037032"/>
              <a:gd name="connsiteX25" fmla="*/ 390211 w 2751440"/>
              <a:gd name="connsiteY25" fmla="*/ 2936712 h 3037032"/>
              <a:gd name="connsiteX26" fmla="*/ 115033 w 2751440"/>
              <a:gd name="connsiteY26" fmla="*/ 2834985 h 3037032"/>
              <a:gd name="connsiteX27" fmla="*/ 43501 w 2751440"/>
              <a:gd name="connsiteY27" fmla="*/ 2665155 h 3037032"/>
              <a:gd name="connsiteX0" fmla="*/ 43501 w 2751440"/>
              <a:gd name="connsiteY0" fmla="*/ 2627314 h 2999191"/>
              <a:gd name="connsiteX1" fmla="*/ 3140 w 2751440"/>
              <a:gd name="connsiteY1" fmla="*/ 2386001 h 2999191"/>
              <a:gd name="connsiteX2" fmla="*/ 140806 w 2751440"/>
              <a:gd name="connsiteY2" fmla="*/ 2251665 h 2999191"/>
              <a:gd name="connsiteX3" fmla="*/ 426215 w 2751440"/>
              <a:gd name="connsiteY3" fmla="*/ 2473771 h 2999191"/>
              <a:gd name="connsiteX4" fmla="*/ 689391 w 2751440"/>
              <a:gd name="connsiteY4" fmla="*/ 2493678 h 2999191"/>
              <a:gd name="connsiteX5" fmla="*/ 872842 w 2751440"/>
              <a:gd name="connsiteY5" fmla="*/ 2360042 h 2999191"/>
              <a:gd name="connsiteX6" fmla="*/ 950566 w 2751440"/>
              <a:gd name="connsiteY6" fmla="*/ 2124679 h 2999191"/>
              <a:gd name="connsiteX7" fmla="*/ 911703 w 2751440"/>
              <a:gd name="connsiteY7" fmla="*/ 1722902 h 2999191"/>
              <a:gd name="connsiteX8" fmla="*/ 1030386 w 2751440"/>
              <a:gd name="connsiteY8" fmla="*/ 1400589 h 2999191"/>
              <a:gd name="connsiteX9" fmla="*/ 1100204 w 2751440"/>
              <a:gd name="connsiteY9" fmla="*/ 1029590 h 2999191"/>
              <a:gd name="connsiteX10" fmla="*/ 1279655 w 2751440"/>
              <a:gd name="connsiteY10" fmla="*/ 690500 h 2999191"/>
              <a:gd name="connsiteX11" fmla="*/ 1608649 w 2751440"/>
              <a:gd name="connsiteY11" fmla="*/ 313500 h 2999191"/>
              <a:gd name="connsiteX12" fmla="*/ 1934920 w 2751440"/>
              <a:gd name="connsiteY12" fmla="*/ 123682 h 2999191"/>
              <a:gd name="connsiteX13" fmla="*/ 2354830 w 2751440"/>
              <a:gd name="connsiteY13" fmla="*/ 7427 h 2999191"/>
              <a:gd name="connsiteX14" fmla="*/ 2657352 w 2751440"/>
              <a:gd name="connsiteY14" fmla="*/ 205773 h 2999191"/>
              <a:gd name="connsiteX15" fmla="*/ 2582362 w 2751440"/>
              <a:gd name="connsiteY15" fmla="*/ 619245 h 2999191"/>
              <a:gd name="connsiteX16" fmla="*/ 2733075 w 2751440"/>
              <a:gd name="connsiteY16" fmla="*/ 1031685 h 2999191"/>
              <a:gd name="connsiteX17" fmla="*/ 2747077 w 2751440"/>
              <a:gd name="connsiteY17" fmla="*/ 1390778 h 2999191"/>
              <a:gd name="connsiteX18" fmla="*/ 2601262 w 2751440"/>
              <a:gd name="connsiteY18" fmla="*/ 1730728 h 2999191"/>
              <a:gd name="connsiteX19" fmla="*/ 2501774 w 2751440"/>
              <a:gd name="connsiteY19" fmla="*/ 2106388 h 2999191"/>
              <a:gd name="connsiteX20" fmla="*/ 2239585 w 2751440"/>
              <a:gd name="connsiteY20" fmla="*/ 2371281 h 2999191"/>
              <a:gd name="connsiteX21" fmla="*/ 1523417 w 2751440"/>
              <a:gd name="connsiteY21" fmla="*/ 2987965 h 2999191"/>
              <a:gd name="connsiteX22" fmla="*/ 1285814 w 2751440"/>
              <a:gd name="connsiteY22" fmla="*/ 2773828 h 2999191"/>
              <a:gd name="connsiteX23" fmla="*/ 972379 w 2751440"/>
              <a:gd name="connsiteY23" fmla="*/ 2827053 h 2999191"/>
              <a:gd name="connsiteX24" fmla="*/ 737111 w 2751440"/>
              <a:gd name="connsiteY24" fmla="*/ 2886870 h 2999191"/>
              <a:gd name="connsiteX25" fmla="*/ 390211 w 2751440"/>
              <a:gd name="connsiteY25" fmla="*/ 2898871 h 2999191"/>
              <a:gd name="connsiteX26" fmla="*/ 115033 w 2751440"/>
              <a:gd name="connsiteY26" fmla="*/ 2797144 h 2999191"/>
              <a:gd name="connsiteX27" fmla="*/ 43501 w 2751440"/>
              <a:gd name="connsiteY27" fmla="*/ 2627314 h 2999191"/>
              <a:gd name="connsiteX0" fmla="*/ 43501 w 2751440"/>
              <a:gd name="connsiteY0" fmla="*/ 2771207 h 3143084"/>
              <a:gd name="connsiteX1" fmla="*/ 3140 w 2751440"/>
              <a:gd name="connsiteY1" fmla="*/ 2529894 h 3143084"/>
              <a:gd name="connsiteX2" fmla="*/ 140806 w 2751440"/>
              <a:gd name="connsiteY2" fmla="*/ 2395558 h 3143084"/>
              <a:gd name="connsiteX3" fmla="*/ 426215 w 2751440"/>
              <a:gd name="connsiteY3" fmla="*/ 2617664 h 3143084"/>
              <a:gd name="connsiteX4" fmla="*/ 689391 w 2751440"/>
              <a:gd name="connsiteY4" fmla="*/ 2637571 h 3143084"/>
              <a:gd name="connsiteX5" fmla="*/ 872842 w 2751440"/>
              <a:gd name="connsiteY5" fmla="*/ 2503935 h 3143084"/>
              <a:gd name="connsiteX6" fmla="*/ 950566 w 2751440"/>
              <a:gd name="connsiteY6" fmla="*/ 2268572 h 3143084"/>
              <a:gd name="connsiteX7" fmla="*/ 911703 w 2751440"/>
              <a:gd name="connsiteY7" fmla="*/ 1866795 h 3143084"/>
              <a:gd name="connsiteX8" fmla="*/ 1030386 w 2751440"/>
              <a:gd name="connsiteY8" fmla="*/ 1544482 h 3143084"/>
              <a:gd name="connsiteX9" fmla="*/ 1100204 w 2751440"/>
              <a:gd name="connsiteY9" fmla="*/ 1173483 h 3143084"/>
              <a:gd name="connsiteX10" fmla="*/ 1279655 w 2751440"/>
              <a:gd name="connsiteY10" fmla="*/ 834393 h 3143084"/>
              <a:gd name="connsiteX11" fmla="*/ 1608649 w 2751440"/>
              <a:gd name="connsiteY11" fmla="*/ 457393 h 3143084"/>
              <a:gd name="connsiteX12" fmla="*/ 1934920 w 2751440"/>
              <a:gd name="connsiteY12" fmla="*/ 267575 h 3143084"/>
              <a:gd name="connsiteX13" fmla="*/ 2066300 w 2751440"/>
              <a:gd name="connsiteY13" fmla="*/ 2249 h 3143084"/>
              <a:gd name="connsiteX14" fmla="*/ 2354830 w 2751440"/>
              <a:gd name="connsiteY14" fmla="*/ 151320 h 3143084"/>
              <a:gd name="connsiteX15" fmla="*/ 2657352 w 2751440"/>
              <a:gd name="connsiteY15" fmla="*/ 349666 h 3143084"/>
              <a:gd name="connsiteX16" fmla="*/ 2582362 w 2751440"/>
              <a:gd name="connsiteY16" fmla="*/ 763138 h 3143084"/>
              <a:gd name="connsiteX17" fmla="*/ 2733075 w 2751440"/>
              <a:gd name="connsiteY17" fmla="*/ 1175578 h 3143084"/>
              <a:gd name="connsiteX18" fmla="*/ 2747077 w 2751440"/>
              <a:gd name="connsiteY18" fmla="*/ 1534671 h 3143084"/>
              <a:gd name="connsiteX19" fmla="*/ 2601262 w 2751440"/>
              <a:gd name="connsiteY19" fmla="*/ 1874621 h 3143084"/>
              <a:gd name="connsiteX20" fmla="*/ 2501774 w 2751440"/>
              <a:gd name="connsiteY20" fmla="*/ 2250281 h 3143084"/>
              <a:gd name="connsiteX21" fmla="*/ 2239585 w 2751440"/>
              <a:gd name="connsiteY21" fmla="*/ 2515174 h 3143084"/>
              <a:gd name="connsiteX22" fmla="*/ 1523417 w 2751440"/>
              <a:gd name="connsiteY22" fmla="*/ 3131858 h 3143084"/>
              <a:gd name="connsiteX23" fmla="*/ 1285814 w 2751440"/>
              <a:gd name="connsiteY23" fmla="*/ 2917721 h 3143084"/>
              <a:gd name="connsiteX24" fmla="*/ 972379 w 2751440"/>
              <a:gd name="connsiteY24" fmla="*/ 2970946 h 3143084"/>
              <a:gd name="connsiteX25" fmla="*/ 737111 w 2751440"/>
              <a:gd name="connsiteY25" fmla="*/ 3030763 h 3143084"/>
              <a:gd name="connsiteX26" fmla="*/ 390211 w 2751440"/>
              <a:gd name="connsiteY26" fmla="*/ 3042764 h 3143084"/>
              <a:gd name="connsiteX27" fmla="*/ 115033 w 2751440"/>
              <a:gd name="connsiteY27" fmla="*/ 2941037 h 3143084"/>
              <a:gd name="connsiteX28" fmla="*/ 43501 w 2751440"/>
              <a:gd name="connsiteY28" fmla="*/ 2771207 h 3143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51440" h="3143084">
                <a:moveTo>
                  <a:pt x="43501" y="2771207"/>
                </a:moveTo>
                <a:cubicBezTo>
                  <a:pt x="38548" y="2728916"/>
                  <a:pt x="-13077" y="2592502"/>
                  <a:pt x="3140" y="2529894"/>
                </a:cubicBezTo>
                <a:cubicBezTo>
                  <a:pt x="19357" y="2467286"/>
                  <a:pt x="70294" y="2380930"/>
                  <a:pt x="140806" y="2395558"/>
                </a:cubicBezTo>
                <a:cubicBezTo>
                  <a:pt x="211318" y="2410186"/>
                  <a:pt x="334784" y="2577329"/>
                  <a:pt x="426215" y="2617664"/>
                </a:cubicBezTo>
                <a:cubicBezTo>
                  <a:pt x="517646" y="2657999"/>
                  <a:pt x="602714" y="2661764"/>
                  <a:pt x="689391" y="2637571"/>
                </a:cubicBezTo>
                <a:cubicBezTo>
                  <a:pt x="764924" y="2616521"/>
                  <a:pt x="829885" y="2569658"/>
                  <a:pt x="872842" y="2503935"/>
                </a:cubicBezTo>
                <a:cubicBezTo>
                  <a:pt x="918372" y="2434117"/>
                  <a:pt x="944089" y="2374762"/>
                  <a:pt x="950566" y="2268572"/>
                </a:cubicBezTo>
                <a:cubicBezTo>
                  <a:pt x="957043" y="2162382"/>
                  <a:pt x="899797" y="2014337"/>
                  <a:pt x="911703" y="1866795"/>
                </a:cubicBezTo>
                <a:cubicBezTo>
                  <a:pt x="919323" y="1771926"/>
                  <a:pt x="1022861" y="1639446"/>
                  <a:pt x="1030386" y="1544482"/>
                </a:cubicBezTo>
                <a:cubicBezTo>
                  <a:pt x="1040292" y="1418466"/>
                  <a:pt x="1058485" y="1292736"/>
                  <a:pt x="1100204" y="1173483"/>
                </a:cubicBezTo>
                <a:cubicBezTo>
                  <a:pt x="1142591" y="1052134"/>
                  <a:pt x="1205170" y="939263"/>
                  <a:pt x="1279655" y="834393"/>
                </a:cubicBezTo>
                <a:cubicBezTo>
                  <a:pt x="1376429" y="698090"/>
                  <a:pt x="1499438" y="551863"/>
                  <a:pt x="1608649" y="457393"/>
                </a:cubicBezTo>
                <a:cubicBezTo>
                  <a:pt x="1717860" y="362923"/>
                  <a:pt x="1858645" y="343432"/>
                  <a:pt x="1934920" y="267575"/>
                </a:cubicBezTo>
                <a:cubicBezTo>
                  <a:pt x="2011195" y="191718"/>
                  <a:pt x="1996315" y="21625"/>
                  <a:pt x="2066300" y="2249"/>
                </a:cubicBezTo>
                <a:cubicBezTo>
                  <a:pt x="2136285" y="-17127"/>
                  <a:pt x="2256321" y="93417"/>
                  <a:pt x="2354830" y="151320"/>
                </a:cubicBezTo>
                <a:cubicBezTo>
                  <a:pt x="2453339" y="209223"/>
                  <a:pt x="2619430" y="247696"/>
                  <a:pt x="2657352" y="349666"/>
                </a:cubicBezTo>
                <a:cubicBezTo>
                  <a:pt x="2695274" y="451636"/>
                  <a:pt x="2578076" y="616643"/>
                  <a:pt x="2582362" y="763138"/>
                </a:cubicBezTo>
                <a:cubicBezTo>
                  <a:pt x="2586267" y="895345"/>
                  <a:pt x="2715263" y="1044324"/>
                  <a:pt x="2733075" y="1175578"/>
                </a:cubicBezTo>
                <a:cubicBezTo>
                  <a:pt x="2749268" y="1294546"/>
                  <a:pt x="2756887" y="1414942"/>
                  <a:pt x="2747077" y="1534671"/>
                </a:cubicBezTo>
                <a:cubicBezTo>
                  <a:pt x="2736218" y="1666021"/>
                  <a:pt x="2642146" y="1755353"/>
                  <a:pt x="2601262" y="1874621"/>
                </a:cubicBezTo>
                <a:cubicBezTo>
                  <a:pt x="2560378" y="1993889"/>
                  <a:pt x="2562053" y="2143522"/>
                  <a:pt x="2501774" y="2250281"/>
                </a:cubicBezTo>
                <a:cubicBezTo>
                  <a:pt x="2441495" y="2357040"/>
                  <a:pt x="2402644" y="2368245"/>
                  <a:pt x="2239585" y="2515174"/>
                </a:cubicBezTo>
                <a:cubicBezTo>
                  <a:pt x="2076526" y="2662103"/>
                  <a:pt x="1682379" y="3064767"/>
                  <a:pt x="1523417" y="3131858"/>
                </a:cubicBezTo>
                <a:cubicBezTo>
                  <a:pt x="1364455" y="3198949"/>
                  <a:pt x="1377654" y="2944540"/>
                  <a:pt x="1285814" y="2917721"/>
                </a:cubicBezTo>
                <a:cubicBezTo>
                  <a:pt x="1193974" y="2890902"/>
                  <a:pt x="1063830" y="2952106"/>
                  <a:pt x="972379" y="2970946"/>
                </a:cubicBezTo>
                <a:cubicBezTo>
                  <a:pt x="880929" y="2989786"/>
                  <a:pt x="816835" y="3016571"/>
                  <a:pt x="737111" y="3030763"/>
                </a:cubicBezTo>
                <a:cubicBezTo>
                  <a:pt x="622525" y="3051241"/>
                  <a:pt x="506130" y="3053623"/>
                  <a:pt x="390211" y="3042764"/>
                </a:cubicBezTo>
                <a:cubicBezTo>
                  <a:pt x="288674" y="3033239"/>
                  <a:pt x="183328" y="3014856"/>
                  <a:pt x="115033" y="2941037"/>
                </a:cubicBezTo>
                <a:cubicBezTo>
                  <a:pt x="72742" y="2894746"/>
                  <a:pt x="50835" y="2833786"/>
                  <a:pt x="43501" y="2771207"/>
                </a:cubicBezTo>
                <a:close/>
              </a:path>
            </a:pathLst>
          </a:custGeom>
          <a:noFill/>
          <a:ln w="6350" cap="rnd">
            <a:solidFill>
              <a:schemeClr val="tx1">
                <a:alpha val="35000"/>
              </a:schemeClr>
            </a:solidFill>
            <a:prstDash val="dash"/>
            <a:round/>
          </a:ln>
        </p:spPr>
        <p:txBody>
          <a:bodyPr rtlCol="0" anchor="ctr"/>
          <a:lstStyle/>
          <a:p>
            <a:endParaRPr lang="en-US"/>
          </a:p>
        </p:txBody>
      </p:sp>
      <p:sp>
        <p:nvSpPr>
          <p:cNvPr id="71" name="Freeform: Shape 70">
            <a:extLst>
              <a:ext uri="{FF2B5EF4-FFF2-40B4-BE49-F238E27FC236}">
                <a16:creationId xmlns:a16="http://schemas.microsoft.com/office/drawing/2014/main" id="{8543B76E-E443-08BD-EA73-63974F249D56}"/>
              </a:ext>
            </a:extLst>
          </p:cNvPr>
          <p:cNvSpPr/>
          <p:nvPr userDrawn="1"/>
        </p:nvSpPr>
        <p:spPr>
          <a:xfrm rot="9034682" flipV="1">
            <a:off x="5345935" y="3441306"/>
            <a:ext cx="1603947" cy="209171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72" name="Freeform: Shape 71">
            <a:extLst>
              <a:ext uri="{FF2B5EF4-FFF2-40B4-BE49-F238E27FC236}">
                <a16:creationId xmlns:a16="http://schemas.microsoft.com/office/drawing/2014/main" id="{6E0EE26D-252F-E515-BC25-CA011222A4CF}"/>
              </a:ext>
            </a:extLst>
          </p:cNvPr>
          <p:cNvSpPr/>
          <p:nvPr userDrawn="1"/>
        </p:nvSpPr>
        <p:spPr>
          <a:xfrm rot="15729146" flipV="1">
            <a:off x="5631841" y="3967476"/>
            <a:ext cx="939277" cy="83768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6350" cap="rnd">
            <a:solidFill>
              <a:schemeClr val="tx1">
                <a:alpha val="35000"/>
              </a:schemeClr>
            </a:solidFill>
            <a:prstDash val="dash"/>
            <a:round/>
          </a:ln>
        </p:spPr>
        <p:txBody>
          <a:bodyPr rtlCol="0" anchor="ctr"/>
          <a:lstStyle/>
          <a:p>
            <a:endParaRPr lang="en-US"/>
          </a:p>
        </p:txBody>
      </p:sp>
      <p:sp>
        <p:nvSpPr>
          <p:cNvPr id="3" name="Date Placeholder 2">
            <a:extLst>
              <a:ext uri="{FF2B5EF4-FFF2-40B4-BE49-F238E27FC236}">
                <a16:creationId xmlns:a16="http://schemas.microsoft.com/office/drawing/2014/main" id="{DD669614-1D2C-3A4F-4987-77DB1A11AD64}"/>
              </a:ext>
            </a:extLst>
          </p:cNvPr>
          <p:cNvSpPr>
            <a:spLocks noGrp="1"/>
          </p:cNvSpPr>
          <p:nvPr userDrawn="1">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userDrawn="1">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73" name="Freeform: Shape 72">
            <a:extLst>
              <a:ext uri="{FF2B5EF4-FFF2-40B4-BE49-F238E27FC236}">
                <a16:creationId xmlns:a16="http://schemas.microsoft.com/office/drawing/2014/main" id="{26859969-F38E-E79C-23FC-87BB08CB9D66}"/>
              </a:ext>
            </a:extLst>
          </p:cNvPr>
          <p:cNvSpPr/>
          <p:nvPr userDrawn="1"/>
        </p:nvSpPr>
        <p:spPr>
          <a:xfrm rot="11612951" flipV="1">
            <a:off x="3070129" y="3792140"/>
            <a:ext cx="1110809" cy="994837"/>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3872 w 448658"/>
              <a:gd name="connsiteY0" fmla="*/ 890439 h 906652"/>
              <a:gd name="connsiteX1" fmla="*/ 270542 w 448658"/>
              <a:gd name="connsiteY1" fmla="*/ 631376 h 906652"/>
              <a:gd name="connsiteX2" fmla="*/ 378175 w 448658"/>
              <a:gd name="connsiteY2" fmla="*/ 593467 h 906652"/>
              <a:gd name="connsiteX3" fmla="*/ 448346 w 448658"/>
              <a:gd name="connsiteY3" fmla="*/ 450271 h 906652"/>
              <a:gd name="connsiteX4" fmla="*/ 432876 w 448658"/>
              <a:gd name="connsiteY4" fmla="*/ 265944 h 906652"/>
              <a:gd name="connsiteX5" fmla="*/ 334713 w 448658"/>
              <a:gd name="connsiteY5" fmla="*/ 85027 h 906652"/>
              <a:gd name="connsiteX6" fmla="*/ 196187 w 448658"/>
              <a:gd name="connsiteY6" fmla="*/ 6115 h 906652"/>
              <a:gd name="connsiteX7" fmla="*/ 37619 w 448658"/>
              <a:gd name="connsiteY7" fmla="*/ 102462 h 906652"/>
              <a:gd name="connsiteX8" fmla="*/ 13872 w 448658"/>
              <a:gd name="connsiteY8" fmla="*/ 890439 h 906652"/>
              <a:gd name="connsiteX0" fmla="*/ 13872 w 448658"/>
              <a:gd name="connsiteY0" fmla="*/ 1139459 h 1155672"/>
              <a:gd name="connsiteX1" fmla="*/ 270542 w 448658"/>
              <a:gd name="connsiteY1" fmla="*/ 880396 h 1155672"/>
              <a:gd name="connsiteX2" fmla="*/ 378175 w 448658"/>
              <a:gd name="connsiteY2" fmla="*/ 842487 h 1155672"/>
              <a:gd name="connsiteX3" fmla="*/ 448346 w 448658"/>
              <a:gd name="connsiteY3" fmla="*/ 699291 h 1155672"/>
              <a:gd name="connsiteX4" fmla="*/ 432876 w 448658"/>
              <a:gd name="connsiteY4" fmla="*/ 514964 h 1155672"/>
              <a:gd name="connsiteX5" fmla="*/ 334713 w 448658"/>
              <a:gd name="connsiteY5" fmla="*/ 334047 h 1155672"/>
              <a:gd name="connsiteX6" fmla="*/ 260684 w 448658"/>
              <a:gd name="connsiteY6" fmla="*/ 25 h 1155672"/>
              <a:gd name="connsiteX7" fmla="*/ 37619 w 448658"/>
              <a:gd name="connsiteY7" fmla="*/ 351482 h 1155672"/>
              <a:gd name="connsiteX8" fmla="*/ 13872 w 448658"/>
              <a:gd name="connsiteY8" fmla="*/ 1139459 h 1155672"/>
              <a:gd name="connsiteX0" fmla="*/ 56837 w 491623"/>
              <a:gd name="connsiteY0" fmla="*/ 1139459 h 1155672"/>
              <a:gd name="connsiteX1" fmla="*/ 313507 w 491623"/>
              <a:gd name="connsiteY1" fmla="*/ 880396 h 1155672"/>
              <a:gd name="connsiteX2" fmla="*/ 421140 w 491623"/>
              <a:gd name="connsiteY2" fmla="*/ 842487 h 1155672"/>
              <a:gd name="connsiteX3" fmla="*/ 491311 w 491623"/>
              <a:gd name="connsiteY3" fmla="*/ 699291 h 1155672"/>
              <a:gd name="connsiteX4" fmla="*/ 475841 w 491623"/>
              <a:gd name="connsiteY4" fmla="*/ 514964 h 1155672"/>
              <a:gd name="connsiteX5" fmla="*/ 377678 w 491623"/>
              <a:gd name="connsiteY5" fmla="*/ 334047 h 1155672"/>
              <a:gd name="connsiteX6" fmla="*/ 303649 w 491623"/>
              <a:gd name="connsiteY6" fmla="*/ 25 h 1155672"/>
              <a:gd name="connsiteX7" fmla="*/ 80584 w 491623"/>
              <a:gd name="connsiteY7" fmla="*/ 351482 h 1155672"/>
              <a:gd name="connsiteX8" fmla="*/ 596 w 491623"/>
              <a:gd name="connsiteY8" fmla="*/ 864476 h 1155672"/>
              <a:gd name="connsiteX9" fmla="*/ 56837 w 491623"/>
              <a:gd name="connsiteY9" fmla="*/ 1139459 h 1155672"/>
              <a:gd name="connsiteX0" fmla="*/ 56837 w 491623"/>
              <a:gd name="connsiteY0" fmla="*/ 1139459 h 1155672"/>
              <a:gd name="connsiteX1" fmla="*/ 313507 w 491623"/>
              <a:gd name="connsiteY1" fmla="*/ 880396 h 1155672"/>
              <a:gd name="connsiteX2" fmla="*/ 421140 w 491623"/>
              <a:gd name="connsiteY2" fmla="*/ 842487 h 1155672"/>
              <a:gd name="connsiteX3" fmla="*/ 491311 w 491623"/>
              <a:gd name="connsiteY3" fmla="*/ 699291 h 1155672"/>
              <a:gd name="connsiteX4" fmla="*/ 475841 w 491623"/>
              <a:gd name="connsiteY4" fmla="*/ 514964 h 1155672"/>
              <a:gd name="connsiteX5" fmla="*/ 377678 w 491623"/>
              <a:gd name="connsiteY5" fmla="*/ 334047 h 1155672"/>
              <a:gd name="connsiteX6" fmla="*/ 303649 w 491623"/>
              <a:gd name="connsiteY6" fmla="*/ 25 h 1155672"/>
              <a:gd name="connsiteX7" fmla="*/ 137833 w 491623"/>
              <a:gd name="connsiteY7" fmla="*/ 400318 h 1155672"/>
              <a:gd name="connsiteX8" fmla="*/ 596 w 491623"/>
              <a:gd name="connsiteY8" fmla="*/ 864476 h 1155672"/>
              <a:gd name="connsiteX9" fmla="*/ 56837 w 491623"/>
              <a:gd name="connsiteY9" fmla="*/ 1139459 h 1155672"/>
              <a:gd name="connsiteX0" fmla="*/ 56837 w 514360"/>
              <a:gd name="connsiteY0" fmla="*/ 1139463 h 1155676"/>
              <a:gd name="connsiteX1" fmla="*/ 313507 w 514360"/>
              <a:gd name="connsiteY1" fmla="*/ 880400 h 1155676"/>
              <a:gd name="connsiteX2" fmla="*/ 421140 w 514360"/>
              <a:gd name="connsiteY2" fmla="*/ 842491 h 1155676"/>
              <a:gd name="connsiteX3" fmla="*/ 491311 w 514360"/>
              <a:gd name="connsiteY3" fmla="*/ 699295 h 1155676"/>
              <a:gd name="connsiteX4" fmla="*/ 475841 w 514360"/>
              <a:gd name="connsiteY4" fmla="*/ 514968 h 1155676"/>
              <a:gd name="connsiteX5" fmla="*/ 507485 w 514360"/>
              <a:gd name="connsiteY5" fmla="*/ 295405 h 1155676"/>
              <a:gd name="connsiteX6" fmla="*/ 303649 w 514360"/>
              <a:gd name="connsiteY6" fmla="*/ 29 h 1155676"/>
              <a:gd name="connsiteX7" fmla="*/ 137833 w 514360"/>
              <a:gd name="connsiteY7" fmla="*/ 400322 h 1155676"/>
              <a:gd name="connsiteX8" fmla="*/ 596 w 514360"/>
              <a:gd name="connsiteY8" fmla="*/ 864480 h 1155676"/>
              <a:gd name="connsiteX9" fmla="*/ 56837 w 514360"/>
              <a:gd name="connsiteY9" fmla="*/ 1139463 h 1155676"/>
              <a:gd name="connsiteX0" fmla="*/ 56837 w 604344"/>
              <a:gd name="connsiteY0" fmla="*/ 1139463 h 1155676"/>
              <a:gd name="connsiteX1" fmla="*/ 313507 w 604344"/>
              <a:gd name="connsiteY1" fmla="*/ 880400 h 1155676"/>
              <a:gd name="connsiteX2" fmla="*/ 421140 w 604344"/>
              <a:gd name="connsiteY2" fmla="*/ 842491 h 1155676"/>
              <a:gd name="connsiteX3" fmla="*/ 491311 w 604344"/>
              <a:gd name="connsiteY3" fmla="*/ 699295 h 1155676"/>
              <a:gd name="connsiteX4" fmla="*/ 603456 w 604344"/>
              <a:gd name="connsiteY4" fmla="*/ 506233 h 1155676"/>
              <a:gd name="connsiteX5" fmla="*/ 507485 w 604344"/>
              <a:gd name="connsiteY5" fmla="*/ 295405 h 1155676"/>
              <a:gd name="connsiteX6" fmla="*/ 303649 w 604344"/>
              <a:gd name="connsiteY6" fmla="*/ 29 h 1155676"/>
              <a:gd name="connsiteX7" fmla="*/ 137833 w 604344"/>
              <a:gd name="connsiteY7" fmla="*/ 400322 h 1155676"/>
              <a:gd name="connsiteX8" fmla="*/ 596 w 604344"/>
              <a:gd name="connsiteY8" fmla="*/ 864480 h 1155676"/>
              <a:gd name="connsiteX9" fmla="*/ 56837 w 604344"/>
              <a:gd name="connsiteY9" fmla="*/ 1139463 h 1155676"/>
              <a:gd name="connsiteX0" fmla="*/ 56837 w 604344"/>
              <a:gd name="connsiteY0" fmla="*/ 1139463 h 1157269"/>
              <a:gd name="connsiteX1" fmla="*/ 313507 w 604344"/>
              <a:gd name="connsiteY1" fmla="*/ 880400 h 1157269"/>
              <a:gd name="connsiteX2" fmla="*/ 365085 w 604344"/>
              <a:gd name="connsiteY2" fmla="*/ 636873 h 1157269"/>
              <a:gd name="connsiteX3" fmla="*/ 491311 w 604344"/>
              <a:gd name="connsiteY3" fmla="*/ 699295 h 1157269"/>
              <a:gd name="connsiteX4" fmla="*/ 603456 w 604344"/>
              <a:gd name="connsiteY4" fmla="*/ 506233 h 1157269"/>
              <a:gd name="connsiteX5" fmla="*/ 507485 w 604344"/>
              <a:gd name="connsiteY5" fmla="*/ 295405 h 1157269"/>
              <a:gd name="connsiteX6" fmla="*/ 303649 w 604344"/>
              <a:gd name="connsiteY6" fmla="*/ 29 h 1157269"/>
              <a:gd name="connsiteX7" fmla="*/ 137833 w 604344"/>
              <a:gd name="connsiteY7" fmla="*/ 400322 h 1157269"/>
              <a:gd name="connsiteX8" fmla="*/ 596 w 604344"/>
              <a:gd name="connsiteY8" fmla="*/ 864480 h 1157269"/>
              <a:gd name="connsiteX9" fmla="*/ 56837 w 604344"/>
              <a:gd name="connsiteY9" fmla="*/ 1139463 h 1157269"/>
              <a:gd name="connsiteX0" fmla="*/ 56837 w 604344"/>
              <a:gd name="connsiteY0" fmla="*/ 1139463 h 1157270"/>
              <a:gd name="connsiteX1" fmla="*/ 313507 w 604344"/>
              <a:gd name="connsiteY1" fmla="*/ 880400 h 1157270"/>
              <a:gd name="connsiteX2" fmla="*/ 365085 w 604344"/>
              <a:gd name="connsiteY2" fmla="*/ 636873 h 1157270"/>
              <a:gd name="connsiteX3" fmla="*/ 491311 w 604344"/>
              <a:gd name="connsiteY3" fmla="*/ 699295 h 1157270"/>
              <a:gd name="connsiteX4" fmla="*/ 603456 w 604344"/>
              <a:gd name="connsiteY4" fmla="*/ 506233 h 1157270"/>
              <a:gd name="connsiteX5" fmla="*/ 507485 w 604344"/>
              <a:gd name="connsiteY5" fmla="*/ 295405 h 1157270"/>
              <a:gd name="connsiteX6" fmla="*/ 303649 w 604344"/>
              <a:gd name="connsiteY6" fmla="*/ 29 h 1157270"/>
              <a:gd name="connsiteX7" fmla="*/ 177377 w 604344"/>
              <a:gd name="connsiteY7" fmla="*/ 583815 h 1157270"/>
              <a:gd name="connsiteX8" fmla="*/ 596 w 604344"/>
              <a:gd name="connsiteY8" fmla="*/ 864480 h 1157270"/>
              <a:gd name="connsiteX9" fmla="*/ 56837 w 604344"/>
              <a:gd name="connsiteY9" fmla="*/ 1139463 h 1157270"/>
              <a:gd name="connsiteX0" fmla="*/ 56837 w 607741"/>
              <a:gd name="connsiteY0" fmla="*/ 1139463 h 1157270"/>
              <a:gd name="connsiteX1" fmla="*/ 313507 w 607741"/>
              <a:gd name="connsiteY1" fmla="*/ 880400 h 1157270"/>
              <a:gd name="connsiteX2" fmla="*/ 365085 w 607741"/>
              <a:gd name="connsiteY2" fmla="*/ 636873 h 1157270"/>
              <a:gd name="connsiteX3" fmla="*/ 491311 w 607741"/>
              <a:gd name="connsiteY3" fmla="*/ 699295 h 1157270"/>
              <a:gd name="connsiteX4" fmla="*/ 603456 w 607741"/>
              <a:gd name="connsiteY4" fmla="*/ 506233 h 1157270"/>
              <a:gd name="connsiteX5" fmla="*/ 507485 w 607741"/>
              <a:gd name="connsiteY5" fmla="*/ 295405 h 1157270"/>
              <a:gd name="connsiteX6" fmla="*/ 303649 w 607741"/>
              <a:gd name="connsiteY6" fmla="*/ 29 h 1157270"/>
              <a:gd name="connsiteX7" fmla="*/ 177377 w 607741"/>
              <a:gd name="connsiteY7" fmla="*/ 583815 h 1157270"/>
              <a:gd name="connsiteX8" fmla="*/ 596 w 607741"/>
              <a:gd name="connsiteY8" fmla="*/ 864480 h 1157270"/>
              <a:gd name="connsiteX9" fmla="*/ 56837 w 607741"/>
              <a:gd name="connsiteY9" fmla="*/ 1139463 h 1157270"/>
              <a:gd name="connsiteX0" fmla="*/ 56837 w 607741"/>
              <a:gd name="connsiteY0" fmla="*/ 1139463 h 1157270"/>
              <a:gd name="connsiteX1" fmla="*/ 313507 w 607741"/>
              <a:gd name="connsiteY1" fmla="*/ 880400 h 1157270"/>
              <a:gd name="connsiteX2" fmla="*/ 365085 w 607741"/>
              <a:gd name="connsiteY2" fmla="*/ 636873 h 1157270"/>
              <a:gd name="connsiteX3" fmla="*/ 491311 w 607741"/>
              <a:gd name="connsiteY3" fmla="*/ 699295 h 1157270"/>
              <a:gd name="connsiteX4" fmla="*/ 603456 w 607741"/>
              <a:gd name="connsiteY4" fmla="*/ 506233 h 1157270"/>
              <a:gd name="connsiteX5" fmla="*/ 507485 w 607741"/>
              <a:gd name="connsiteY5" fmla="*/ 295405 h 1157270"/>
              <a:gd name="connsiteX6" fmla="*/ 303649 w 607741"/>
              <a:gd name="connsiteY6" fmla="*/ 29 h 1157270"/>
              <a:gd name="connsiteX7" fmla="*/ 177377 w 607741"/>
              <a:gd name="connsiteY7" fmla="*/ 583815 h 1157270"/>
              <a:gd name="connsiteX8" fmla="*/ 596 w 607741"/>
              <a:gd name="connsiteY8" fmla="*/ 864480 h 1157270"/>
              <a:gd name="connsiteX9" fmla="*/ 56837 w 607741"/>
              <a:gd name="connsiteY9" fmla="*/ 1139463 h 1157270"/>
              <a:gd name="connsiteX0" fmla="*/ 56837 w 607741"/>
              <a:gd name="connsiteY0" fmla="*/ 1139463 h 1156756"/>
              <a:gd name="connsiteX1" fmla="*/ 313507 w 607741"/>
              <a:gd name="connsiteY1" fmla="*/ 880400 h 1156756"/>
              <a:gd name="connsiteX2" fmla="*/ 491311 w 607741"/>
              <a:gd name="connsiteY2" fmla="*/ 699295 h 1156756"/>
              <a:gd name="connsiteX3" fmla="*/ 603456 w 607741"/>
              <a:gd name="connsiteY3" fmla="*/ 506233 h 1156756"/>
              <a:gd name="connsiteX4" fmla="*/ 507485 w 607741"/>
              <a:gd name="connsiteY4" fmla="*/ 295405 h 1156756"/>
              <a:gd name="connsiteX5" fmla="*/ 303649 w 607741"/>
              <a:gd name="connsiteY5" fmla="*/ 29 h 1156756"/>
              <a:gd name="connsiteX6" fmla="*/ 177377 w 607741"/>
              <a:gd name="connsiteY6" fmla="*/ 583815 h 1156756"/>
              <a:gd name="connsiteX7" fmla="*/ 596 w 607741"/>
              <a:gd name="connsiteY7" fmla="*/ 864480 h 1156756"/>
              <a:gd name="connsiteX8" fmla="*/ 56837 w 607741"/>
              <a:gd name="connsiteY8" fmla="*/ 1139463 h 1156756"/>
              <a:gd name="connsiteX0" fmla="*/ 56837 w 607741"/>
              <a:gd name="connsiteY0" fmla="*/ 1139463 h 1167969"/>
              <a:gd name="connsiteX1" fmla="*/ 313507 w 607741"/>
              <a:gd name="connsiteY1" fmla="*/ 880400 h 1167969"/>
              <a:gd name="connsiteX2" fmla="*/ 491311 w 607741"/>
              <a:gd name="connsiteY2" fmla="*/ 699295 h 1167969"/>
              <a:gd name="connsiteX3" fmla="*/ 603456 w 607741"/>
              <a:gd name="connsiteY3" fmla="*/ 506233 h 1167969"/>
              <a:gd name="connsiteX4" fmla="*/ 507485 w 607741"/>
              <a:gd name="connsiteY4" fmla="*/ 295405 h 1167969"/>
              <a:gd name="connsiteX5" fmla="*/ 303649 w 607741"/>
              <a:gd name="connsiteY5" fmla="*/ 29 h 1167969"/>
              <a:gd name="connsiteX6" fmla="*/ 177377 w 607741"/>
              <a:gd name="connsiteY6" fmla="*/ 583815 h 1167969"/>
              <a:gd name="connsiteX7" fmla="*/ 596 w 607741"/>
              <a:gd name="connsiteY7" fmla="*/ 864480 h 1167969"/>
              <a:gd name="connsiteX8" fmla="*/ 56837 w 607741"/>
              <a:gd name="connsiteY8" fmla="*/ 1139463 h 116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7741" h="1167969">
                <a:moveTo>
                  <a:pt x="56837" y="1139463"/>
                </a:moveTo>
                <a:cubicBezTo>
                  <a:pt x="95657" y="1227615"/>
                  <a:pt x="227502" y="1102983"/>
                  <a:pt x="313507" y="880400"/>
                </a:cubicBezTo>
                <a:cubicBezTo>
                  <a:pt x="399512" y="657817"/>
                  <a:pt x="442986" y="761656"/>
                  <a:pt x="491311" y="699295"/>
                </a:cubicBezTo>
                <a:cubicBezTo>
                  <a:pt x="607459" y="705369"/>
                  <a:pt x="615933" y="578527"/>
                  <a:pt x="603456" y="506233"/>
                </a:cubicBezTo>
                <a:cubicBezTo>
                  <a:pt x="592692" y="444130"/>
                  <a:pt x="557453" y="379772"/>
                  <a:pt x="507485" y="295405"/>
                </a:cubicBezTo>
                <a:cubicBezTo>
                  <a:pt x="457517" y="211038"/>
                  <a:pt x="353165" y="-2877"/>
                  <a:pt x="303649" y="29"/>
                </a:cubicBezTo>
                <a:cubicBezTo>
                  <a:pt x="254133" y="2935"/>
                  <a:pt x="220513" y="445542"/>
                  <a:pt x="177377" y="583815"/>
                </a:cubicBezTo>
                <a:cubicBezTo>
                  <a:pt x="134241" y="722088"/>
                  <a:pt x="4554" y="733151"/>
                  <a:pt x="596" y="864480"/>
                </a:cubicBezTo>
                <a:cubicBezTo>
                  <a:pt x="-3362" y="995810"/>
                  <a:pt x="12058" y="1131007"/>
                  <a:pt x="56837" y="1139463"/>
                </a:cubicBezTo>
                <a:close/>
              </a:path>
            </a:pathLst>
          </a:custGeom>
          <a:noFill/>
          <a:ln w="6350" cap="rnd">
            <a:solidFill>
              <a:schemeClr val="tx1">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10AEAA03-0A50-BC60-FCD6-3297CB201AF5}"/>
              </a:ext>
            </a:extLst>
          </p:cNvPr>
          <p:cNvSpPr>
            <a:spLocks noGrp="1"/>
          </p:cNvSpPr>
          <p:nvPr userDrawn="1">
            <p:ph type="title"/>
          </p:nvPr>
        </p:nvSpPr>
        <p:spPr>
          <a:xfrm>
            <a:off x="294065" y="304799"/>
            <a:ext cx="11593405" cy="6190593"/>
          </a:xfrm>
        </p:spPr>
        <p:txBody>
          <a:bodyPr anchor="b">
            <a:normAutofit/>
          </a:bodyPr>
          <a:lstStyle>
            <a:lvl1pPr>
              <a:defRPr sz="11500">
                <a:solidFill>
                  <a:schemeClr val="accent1"/>
                </a:solidFill>
              </a:defRPr>
            </a:lvl1pPr>
          </a:lstStyle>
          <a:p>
            <a:r>
              <a:rPr lang="en-US"/>
              <a:t>Click to edit Master title style</a:t>
            </a:r>
          </a:p>
        </p:txBody>
      </p:sp>
      <p:grpSp>
        <p:nvGrpSpPr>
          <p:cNvPr id="6" name="Group 5">
            <a:extLst>
              <a:ext uri="{FF2B5EF4-FFF2-40B4-BE49-F238E27FC236}">
                <a16:creationId xmlns:a16="http://schemas.microsoft.com/office/drawing/2014/main" id="{249F61BB-D580-E5E5-DF93-17C922E73A1E}"/>
              </a:ext>
            </a:extLst>
          </p:cNvPr>
          <p:cNvGrpSpPr/>
          <p:nvPr userDrawn="1"/>
        </p:nvGrpSpPr>
        <p:grpSpPr>
          <a:xfrm>
            <a:off x="10717175" y="6292721"/>
            <a:ext cx="1159651" cy="339792"/>
            <a:chOff x="10717175" y="6292721"/>
            <a:chExt cx="1159651" cy="339792"/>
          </a:xfrm>
        </p:grpSpPr>
        <p:sp>
          <p:nvSpPr>
            <p:cNvPr id="94" name="Freeform 24">
              <a:extLst>
                <a:ext uri="{FF2B5EF4-FFF2-40B4-BE49-F238E27FC236}">
                  <a16:creationId xmlns:a16="http://schemas.microsoft.com/office/drawing/2014/main" id="{E7562986-22E4-C243-30EB-76C242F14717}"/>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95" name="Freeform 25">
              <a:extLst>
                <a:ext uri="{FF2B5EF4-FFF2-40B4-BE49-F238E27FC236}">
                  <a16:creationId xmlns:a16="http://schemas.microsoft.com/office/drawing/2014/main" id="{CBA1B40D-EFF5-4262-2582-C80EC8AB658A}"/>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96" name="Freeform 26">
              <a:extLst>
                <a:ext uri="{FF2B5EF4-FFF2-40B4-BE49-F238E27FC236}">
                  <a16:creationId xmlns:a16="http://schemas.microsoft.com/office/drawing/2014/main" id="{42AE4CC6-3C02-E443-B357-F7097B8E3EB6}"/>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97" name="Freeform 27">
              <a:extLst>
                <a:ext uri="{FF2B5EF4-FFF2-40B4-BE49-F238E27FC236}">
                  <a16:creationId xmlns:a16="http://schemas.microsoft.com/office/drawing/2014/main" id="{1AE968E8-BB4A-82D8-4366-8E401A079783}"/>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98" name="Freeform 28">
              <a:extLst>
                <a:ext uri="{FF2B5EF4-FFF2-40B4-BE49-F238E27FC236}">
                  <a16:creationId xmlns:a16="http://schemas.microsoft.com/office/drawing/2014/main" id="{8D72F6AF-11F3-F844-DBC8-7525B7FE9AD8}"/>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99" name="Freeform 29">
              <a:extLst>
                <a:ext uri="{FF2B5EF4-FFF2-40B4-BE49-F238E27FC236}">
                  <a16:creationId xmlns:a16="http://schemas.microsoft.com/office/drawing/2014/main" id="{BB25ACF2-8703-4149-20E6-220A20162620}"/>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00" name="Freeform 30">
              <a:extLst>
                <a:ext uri="{FF2B5EF4-FFF2-40B4-BE49-F238E27FC236}">
                  <a16:creationId xmlns:a16="http://schemas.microsoft.com/office/drawing/2014/main" id="{8E661800-F4BE-A133-58A0-2E219BADF955}"/>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01" name="Freeform 31">
              <a:extLst>
                <a:ext uri="{FF2B5EF4-FFF2-40B4-BE49-F238E27FC236}">
                  <a16:creationId xmlns:a16="http://schemas.microsoft.com/office/drawing/2014/main" id="{BF3AA594-D4CF-641F-E398-CD85CC696038}"/>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02" name="Freeform 32">
              <a:extLst>
                <a:ext uri="{FF2B5EF4-FFF2-40B4-BE49-F238E27FC236}">
                  <a16:creationId xmlns:a16="http://schemas.microsoft.com/office/drawing/2014/main" id="{A70CE886-B25C-AB8B-0281-84165DA9650B}"/>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03" name="Group 102">
              <a:extLst>
                <a:ext uri="{FF2B5EF4-FFF2-40B4-BE49-F238E27FC236}">
                  <a16:creationId xmlns:a16="http://schemas.microsoft.com/office/drawing/2014/main" id="{37C397FB-C470-9C80-84C1-B17CEA052233}"/>
                </a:ext>
              </a:extLst>
            </p:cNvPr>
            <p:cNvGrpSpPr/>
            <p:nvPr userDrawn="1"/>
          </p:nvGrpSpPr>
          <p:grpSpPr>
            <a:xfrm>
              <a:off x="10717905" y="6554391"/>
              <a:ext cx="1158921" cy="78122"/>
              <a:chOff x="10717904" y="6548918"/>
              <a:chExt cx="1248337" cy="84149"/>
            </a:xfrm>
          </p:grpSpPr>
          <p:grpSp>
            <p:nvGrpSpPr>
              <p:cNvPr id="104" name="Group 103">
                <a:extLst>
                  <a:ext uri="{FF2B5EF4-FFF2-40B4-BE49-F238E27FC236}">
                    <a16:creationId xmlns:a16="http://schemas.microsoft.com/office/drawing/2014/main" id="{841A37F3-FF6A-EF91-29FC-AD9D67216E8A}"/>
                  </a:ext>
                </a:extLst>
              </p:cNvPr>
              <p:cNvGrpSpPr/>
              <p:nvPr userDrawn="1"/>
            </p:nvGrpSpPr>
            <p:grpSpPr>
              <a:xfrm>
                <a:off x="11365302" y="6551088"/>
                <a:ext cx="491266" cy="81979"/>
                <a:chOff x="10719494" y="6551088"/>
                <a:chExt cx="491266" cy="81979"/>
              </a:xfrm>
            </p:grpSpPr>
            <p:sp>
              <p:nvSpPr>
                <p:cNvPr id="111" name="Freeform 33">
                  <a:extLst>
                    <a:ext uri="{FF2B5EF4-FFF2-40B4-BE49-F238E27FC236}">
                      <a16:creationId xmlns:a16="http://schemas.microsoft.com/office/drawing/2014/main" id="{34C9425E-79D5-E3E6-5BF6-87B4FCB3FB5F}"/>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112" name="Freeform 34">
                  <a:extLst>
                    <a:ext uri="{FF2B5EF4-FFF2-40B4-BE49-F238E27FC236}">
                      <a16:creationId xmlns:a16="http://schemas.microsoft.com/office/drawing/2014/main" id="{52D0C784-FDAE-3D5C-F021-0FC699698EB0}"/>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113" name="Freeform 35">
                  <a:extLst>
                    <a:ext uri="{FF2B5EF4-FFF2-40B4-BE49-F238E27FC236}">
                      <a16:creationId xmlns:a16="http://schemas.microsoft.com/office/drawing/2014/main" id="{89034864-229F-2F56-3666-0D9773FD4EB5}"/>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114" name="Freeform 36">
                  <a:extLst>
                    <a:ext uri="{FF2B5EF4-FFF2-40B4-BE49-F238E27FC236}">
                      <a16:creationId xmlns:a16="http://schemas.microsoft.com/office/drawing/2014/main" id="{F0DB02E8-F8C9-9787-FEB8-FB9C84D81ADD}"/>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115" name="Freeform 37">
                  <a:extLst>
                    <a:ext uri="{FF2B5EF4-FFF2-40B4-BE49-F238E27FC236}">
                      <a16:creationId xmlns:a16="http://schemas.microsoft.com/office/drawing/2014/main" id="{1BEFCC5D-F6D7-BB38-36B5-361918B27247}"/>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105" name="Freeform 38">
                <a:extLst>
                  <a:ext uri="{FF2B5EF4-FFF2-40B4-BE49-F238E27FC236}">
                    <a16:creationId xmlns:a16="http://schemas.microsoft.com/office/drawing/2014/main" id="{E0167C3C-3900-EE5C-DAF4-1C59CF1AC90B}"/>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106" name="Freeform 39">
                <a:extLst>
                  <a:ext uri="{FF2B5EF4-FFF2-40B4-BE49-F238E27FC236}">
                    <a16:creationId xmlns:a16="http://schemas.microsoft.com/office/drawing/2014/main" id="{9FF3781B-E281-F9CD-039D-7A92371BC4CE}"/>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107" name="Freeform 40">
                <a:extLst>
                  <a:ext uri="{FF2B5EF4-FFF2-40B4-BE49-F238E27FC236}">
                    <a16:creationId xmlns:a16="http://schemas.microsoft.com/office/drawing/2014/main" id="{AE437C5E-17FC-B880-FDD1-453EFEA113F7}"/>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108" name="Freeform 41">
                <a:extLst>
                  <a:ext uri="{FF2B5EF4-FFF2-40B4-BE49-F238E27FC236}">
                    <a16:creationId xmlns:a16="http://schemas.microsoft.com/office/drawing/2014/main" id="{842CF83A-9B25-4D1A-5BF8-78098A76D2FF}"/>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109" name="Freeform 42">
                <a:extLst>
                  <a:ext uri="{FF2B5EF4-FFF2-40B4-BE49-F238E27FC236}">
                    <a16:creationId xmlns:a16="http://schemas.microsoft.com/office/drawing/2014/main" id="{A56CCF79-C87B-9F27-99AC-5CACFDF4D5A5}"/>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110" name="Freeform 42">
                <a:extLst>
                  <a:ext uri="{FF2B5EF4-FFF2-40B4-BE49-F238E27FC236}">
                    <a16:creationId xmlns:a16="http://schemas.microsoft.com/office/drawing/2014/main" id="{E8CF16F2-C0EE-DFB4-35EB-B59015FDC970}"/>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82741080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 Image_1">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A3AC8C98-4803-6B37-9311-A545870CADDD}"/>
              </a:ext>
            </a:extLst>
          </p:cNvPr>
          <p:cNvSpPr/>
          <p:nvPr userDrawn="1"/>
        </p:nvSpPr>
        <p:spPr>
          <a:xfrm rot="6370203" flipV="1">
            <a:off x="-2014800" y="3575060"/>
            <a:ext cx="9409" cy="881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1D874A7B-7C15-C650-589F-66395C886F37}"/>
              </a:ext>
            </a:extLst>
          </p:cNvPr>
          <p:cNvSpPr/>
          <p:nvPr userDrawn="1"/>
        </p:nvSpPr>
        <p:spPr>
          <a:xfrm rot="6370203" flipV="1">
            <a:off x="-2014800" y="3575060"/>
            <a:ext cx="9409" cy="881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1D8E7554-EB92-3E67-7702-C75C77D3107A}"/>
              </a:ext>
            </a:extLst>
          </p:cNvPr>
          <p:cNvSpPr/>
          <p:nvPr userDrawn="1"/>
        </p:nvSpPr>
        <p:spPr>
          <a:xfrm rot="6370203" flipV="1">
            <a:off x="-2014800" y="3575060"/>
            <a:ext cx="9409" cy="881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A6B2CA28-FC2B-DD79-04BE-21BE013C9FD9}"/>
              </a:ext>
            </a:extLst>
          </p:cNvPr>
          <p:cNvSpPr/>
          <p:nvPr userDrawn="1"/>
        </p:nvSpPr>
        <p:spPr>
          <a:xfrm rot="5963827" flipV="1">
            <a:off x="-1576296" y="3384944"/>
            <a:ext cx="10329" cy="8026"/>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E8672C7D-EA67-BCA3-660D-42271CB9EC55}"/>
              </a:ext>
            </a:extLst>
          </p:cNvPr>
          <p:cNvSpPr/>
          <p:nvPr userDrawn="1"/>
        </p:nvSpPr>
        <p:spPr>
          <a:xfrm rot="5963827" flipV="1">
            <a:off x="-1576296" y="3384944"/>
            <a:ext cx="10329" cy="8026"/>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4347CE2B-708E-AC61-8039-53B4A9A4EC01}"/>
              </a:ext>
            </a:extLst>
          </p:cNvPr>
          <p:cNvSpPr/>
          <p:nvPr userDrawn="1"/>
        </p:nvSpPr>
        <p:spPr>
          <a:xfrm rot="5963827" flipV="1">
            <a:off x="-1576296" y="3384944"/>
            <a:ext cx="10329" cy="8026"/>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21E1954B-754A-DC75-E1FE-26504B83AE90}"/>
              </a:ext>
            </a:extLst>
          </p:cNvPr>
          <p:cNvSpPr/>
          <p:nvPr userDrawn="1"/>
        </p:nvSpPr>
        <p:spPr>
          <a:xfrm rot="5504842" flipV="1">
            <a:off x="-297598" y="3927838"/>
            <a:ext cx="3127551" cy="2630494"/>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362558"/>
              <a:gd name="connsiteY0" fmla="*/ 90496 h 2549244"/>
              <a:gd name="connsiteX1" fmla="*/ 770307 w 4362558"/>
              <a:gd name="connsiteY1" fmla="*/ 732895 h 2549244"/>
              <a:gd name="connsiteX2" fmla="*/ 1011088 w 4362558"/>
              <a:gd name="connsiteY2" fmla="*/ 1154722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770307 w 4362558"/>
              <a:gd name="connsiteY1" fmla="*/ 732895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836198 w 4362558"/>
              <a:gd name="connsiteY1" fmla="*/ 535182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211255"/>
              <a:gd name="connsiteY0" fmla="*/ -1 h 2605538"/>
              <a:gd name="connsiteX1" fmla="*/ 684895 w 4211255"/>
              <a:gd name="connsiteY1" fmla="*/ 591476 h 2605538"/>
              <a:gd name="connsiteX2" fmla="*/ 870284 w 4211255"/>
              <a:gd name="connsiteY2" fmla="*/ 1101282 h 2605538"/>
              <a:gd name="connsiteX3" fmla="*/ 1135503 w 4211255"/>
              <a:gd name="connsiteY3" fmla="*/ 1148728 h 2605538"/>
              <a:gd name="connsiteX4" fmla="*/ 1245327 w 4211255"/>
              <a:gd name="connsiteY4" fmla="*/ 945406 h 2605538"/>
              <a:gd name="connsiteX5" fmla="*/ 1233454 w 4211255"/>
              <a:gd name="connsiteY5" fmla="*/ 553797 h 2605538"/>
              <a:gd name="connsiteX6" fmla="*/ 1210213 w 4211255"/>
              <a:gd name="connsiteY6" fmla="*/ 419113 h 2605538"/>
              <a:gd name="connsiteX7" fmla="*/ 1210213 w 4211255"/>
              <a:gd name="connsiteY7" fmla="*/ 314338 h 2605538"/>
              <a:gd name="connsiteX8" fmla="*/ 1331987 w 4211255"/>
              <a:gd name="connsiteY8" fmla="*/ 57430 h 2605538"/>
              <a:gd name="connsiteX9" fmla="*/ 1514251 w 4211255"/>
              <a:gd name="connsiteY9" fmla="*/ 231185 h 2605538"/>
              <a:gd name="connsiteX10" fmla="*/ 1623884 w 4211255"/>
              <a:gd name="connsiteY10" fmla="*/ 315957 h 2605538"/>
              <a:gd name="connsiteX11" fmla="*/ 1677033 w 4211255"/>
              <a:gd name="connsiteY11" fmla="*/ 543700 h 2605538"/>
              <a:gd name="connsiteX12" fmla="*/ 1572354 w 4211255"/>
              <a:gd name="connsiteY12" fmla="*/ 874503 h 2605538"/>
              <a:gd name="connsiteX13" fmla="*/ 1540826 w 4211255"/>
              <a:gd name="connsiteY13" fmla="*/ 1100627 h 2605538"/>
              <a:gd name="connsiteX14" fmla="*/ 1640552 w 4211255"/>
              <a:gd name="connsiteY14" fmla="*/ 1353325 h 2605538"/>
              <a:gd name="connsiteX15" fmla="*/ 1821623 w 4211255"/>
              <a:gd name="connsiteY15" fmla="*/ 1689081 h 2605538"/>
              <a:gd name="connsiteX16" fmla="*/ 1932970 w 4211255"/>
              <a:gd name="connsiteY16" fmla="*/ 1920158 h 2605538"/>
              <a:gd name="connsiteX17" fmla="*/ 2103372 w 4211255"/>
              <a:gd name="connsiteY17" fmla="*/ 2218290 h 2605538"/>
              <a:gd name="connsiteX18" fmla="*/ 2263678 w 4211255"/>
              <a:gd name="connsiteY18" fmla="*/ 2409838 h 2605538"/>
              <a:gd name="connsiteX19" fmla="*/ 2421602 w 4211255"/>
              <a:gd name="connsiteY19" fmla="*/ 2500802 h 2605538"/>
              <a:gd name="connsiteX20" fmla="*/ 2660871 w 4211255"/>
              <a:gd name="connsiteY20" fmla="*/ 2529568 h 2605538"/>
              <a:gd name="connsiteX21" fmla="*/ 2888137 w 4211255"/>
              <a:gd name="connsiteY21" fmla="*/ 2529568 h 2605538"/>
              <a:gd name="connsiteX22" fmla="*/ 3186555 w 4211255"/>
              <a:gd name="connsiteY22" fmla="*/ 2505184 h 2605538"/>
              <a:gd name="connsiteX23" fmla="*/ 3314476 w 4211255"/>
              <a:gd name="connsiteY23" fmla="*/ 2505184 h 2605538"/>
              <a:gd name="connsiteX24" fmla="*/ 3570222 w 4211255"/>
              <a:gd name="connsiteY24" fmla="*/ 2555190 h 2605538"/>
              <a:gd name="connsiteX25" fmla="*/ 3904169 w 4211255"/>
              <a:gd name="connsiteY25" fmla="*/ 2605482 h 2605538"/>
              <a:gd name="connsiteX26" fmla="*/ 4211255 w 4211255"/>
              <a:gd name="connsiteY26" fmla="*/ 2543664 h 2605538"/>
              <a:gd name="connsiteX0" fmla="*/ 0 w 4211255"/>
              <a:gd name="connsiteY0" fmla="*/ 0 h 2605539"/>
              <a:gd name="connsiteX1" fmla="*/ 684895 w 4211255"/>
              <a:gd name="connsiteY1" fmla="*/ 591477 h 2605539"/>
              <a:gd name="connsiteX2" fmla="*/ 870284 w 4211255"/>
              <a:gd name="connsiteY2" fmla="*/ 1101283 h 2605539"/>
              <a:gd name="connsiteX3" fmla="*/ 1135503 w 4211255"/>
              <a:gd name="connsiteY3" fmla="*/ 1148729 h 2605539"/>
              <a:gd name="connsiteX4" fmla="*/ 1245327 w 4211255"/>
              <a:gd name="connsiteY4" fmla="*/ 945407 h 2605539"/>
              <a:gd name="connsiteX5" fmla="*/ 1233454 w 4211255"/>
              <a:gd name="connsiteY5" fmla="*/ 553798 h 2605539"/>
              <a:gd name="connsiteX6" fmla="*/ 1210213 w 4211255"/>
              <a:gd name="connsiteY6" fmla="*/ 419114 h 2605539"/>
              <a:gd name="connsiteX7" fmla="*/ 1210213 w 4211255"/>
              <a:gd name="connsiteY7" fmla="*/ 314339 h 2605539"/>
              <a:gd name="connsiteX8" fmla="*/ 1331987 w 4211255"/>
              <a:gd name="connsiteY8" fmla="*/ 57431 h 2605539"/>
              <a:gd name="connsiteX9" fmla="*/ 1514251 w 4211255"/>
              <a:gd name="connsiteY9" fmla="*/ 231186 h 2605539"/>
              <a:gd name="connsiteX10" fmla="*/ 1623884 w 4211255"/>
              <a:gd name="connsiteY10" fmla="*/ 315958 h 2605539"/>
              <a:gd name="connsiteX11" fmla="*/ 1677033 w 4211255"/>
              <a:gd name="connsiteY11" fmla="*/ 543701 h 2605539"/>
              <a:gd name="connsiteX12" fmla="*/ 1572354 w 4211255"/>
              <a:gd name="connsiteY12" fmla="*/ 874504 h 2605539"/>
              <a:gd name="connsiteX13" fmla="*/ 1540826 w 4211255"/>
              <a:gd name="connsiteY13" fmla="*/ 1100628 h 2605539"/>
              <a:gd name="connsiteX14" fmla="*/ 1640552 w 4211255"/>
              <a:gd name="connsiteY14" fmla="*/ 1353326 h 2605539"/>
              <a:gd name="connsiteX15" fmla="*/ 1821623 w 4211255"/>
              <a:gd name="connsiteY15" fmla="*/ 1689082 h 2605539"/>
              <a:gd name="connsiteX16" fmla="*/ 1932970 w 4211255"/>
              <a:gd name="connsiteY16" fmla="*/ 1920159 h 2605539"/>
              <a:gd name="connsiteX17" fmla="*/ 2103372 w 4211255"/>
              <a:gd name="connsiteY17" fmla="*/ 2218291 h 2605539"/>
              <a:gd name="connsiteX18" fmla="*/ 2263678 w 4211255"/>
              <a:gd name="connsiteY18" fmla="*/ 2409839 h 2605539"/>
              <a:gd name="connsiteX19" fmla="*/ 2421602 w 4211255"/>
              <a:gd name="connsiteY19" fmla="*/ 2500803 h 2605539"/>
              <a:gd name="connsiteX20" fmla="*/ 2660871 w 4211255"/>
              <a:gd name="connsiteY20" fmla="*/ 2529569 h 2605539"/>
              <a:gd name="connsiteX21" fmla="*/ 2888137 w 4211255"/>
              <a:gd name="connsiteY21" fmla="*/ 2529569 h 2605539"/>
              <a:gd name="connsiteX22" fmla="*/ 3186555 w 4211255"/>
              <a:gd name="connsiteY22" fmla="*/ 2505185 h 2605539"/>
              <a:gd name="connsiteX23" fmla="*/ 3314476 w 4211255"/>
              <a:gd name="connsiteY23" fmla="*/ 2505185 h 2605539"/>
              <a:gd name="connsiteX24" fmla="*/ 3570222 w 4211255"/>
              <a:gd name="connsiteY24" fmla="*/ 2555191 h 2605539"/>
              <a:gd name="connsiteX25" fmla="*/ 3904169 w 4211255"/>
              <a:gd name="connsiteY25" fmla="*/ 2605483 h 2605539"/>
              <a:gd name="connsiteX26" fmla="*/ 4211255 w 4211255"/>
              <a:gd name="connsiteY26" fmla="*/ 2543665 h 2605539"/>
              <a:gd name="connsiteX0" fmla="*/ 0 w 4053512"/>
              <a:gd name="connsiteY0" fmla="*/ -1 h 3153501"/>
              <a:gd name="connsiteX1" fmla="*/ 527152 w 4053512"/>
              <a:gd name="connsiteY1" fmla="*/ 1139439 h 3153501"/>
              <a:gd name="connsiteX2" fmla="*/ 712541 w 4053512"/>
              <a:gd name="connsiteY2" fmla="*/ 1649245 h 3153501"/>
              <a:gd name="connsiteX3" fmla="*/ 977760 w 4053512"/>
              <a:gd name="connsiteY3" fmla="*/ 1696691 h 3153501"/>
              <a:gd name="connsiteX4" fmla="*/ 1087584 w 4053512"/>
              <a:gd name="connsiteY4" fmla="*/ 1493369 h 3153501"/>
              <a:gd name="connsiteX5" fmla="*/ 1075711 w 4053512"/>
              <a:gd name="connsiteY5" fmla="*/ 1101760 h 3153501"/>
              <a:gd name="connsiteX6" fmla="*/ 1052470 w 4053512"/>
              <a:gd name="connsiteY6" fmla="*/ 967076 h 3153501"/>
              <a:gd name="connsiteX7" fmla="*/ 1052470 w 4053512"/>
              <a:gd name="connsiteY7" fmla="*/ 862301 h 3153501"/>
              <a:gd name="connsiteX8" fmla="*/ 1174244 w 4053512"/>
              <a:gd name="connsiteY8" fmla="*/ 605393 h 3153501"/>
              <a:gd name="connsiteX9" fmla="*/ 1356508 w 4053512"/>
              <a:gd name="connsiteY9" fmla="*/ 779148 h 3153501"/>
              <a:gd name="connsiteX10" fmla="*/ 1466141 w 4053512"/>
              <a:gd name="connsiteY10" fmla="*/ 863920 h 3153501"/>
              <a:gd name="connsiteX11" fmla="*/ 1519290 w 4053512"/>
              <a:gd name="connsiteY11" fmla="*/ 1091663 h 3153501"/>
              <a:gd name="connsiteX12" fmla="*/ 1414611 w 4053512"/>
              <a:gd name="connsiteY12" fmla="*/ 1422466 h 3153501"/>
              <a:gd name="connsiteX13" fmla="*/ 1383083 w 4053512"/>
              <a:gd name="connsiteY13" fmla="*/ 1648590 h 3153501"/>
              <a:gd name="connsiteX14" fmla="*/ 1482809 w 4053512"/>
              <a:gd name="connsiteY14" fmla="*/ 1901288 h 3153501"/>
              <a:gd name="connsiteX15" fmla="*/ 1663880 w 4053512"/>
              <a:gd name="connsiteY15" fmla="*/ 2237044 h 3153501"/>
              <a:gd name="connsiteX16" fmla="*/ 1775227 w 4053512"/>
              <a:gd name="connsiteY16" fmla="*/ 2468121 h 3153501"/>
              <a:gd name="connsiteX17" fmla="*/ 1945629 w 4053512"/>
              <a:gd name="connsiteY17" fmla="*/ 2766253 h 3153501"/>
              <a:gd name="connsiteX18" fmla="*/ 2105935 w 4053512"/>
              <a:gd name="connsiteY18" fmla="*/ 2957801 h 3153501"/>
              <a:gd name="connsiteX19" fmla="*/ 2263859 w 4053512"/>
              <a:gd name="connsiteY19" fmla="*/ 3048765 h 3153501"/>
              <a:gd name="connsiteX20" fmla="*/ 2503128 w 4053512"/>
              <a:gd name="connsiteY20" fmla="*/ 3077531 h 3153501"/>
              <a:gd name="connsiteX21" fmla="*/ 2730394 w 4053512"/>
              <a:gd name="connsiteY21" fmla="*/ 3077531 h 3153501"/>
              <a:gd name="connsiteX22" fmla="*/ 3028812 w 4053512"/>
              <a:gd name="connsiteY22" fmla="*/ 3053147 h 3153501"/>
              <a:gd name="connsiteX23" fmla="*/ 3156733 w 4053512"/>
              <a:gd name="connsiteY23" fmla="*/ 3053147 h 3153501"/>
              <a:gd name="connsiteX24" fmla="*/ 3412479 w 4053512"/>
              <a:gd name="connsiteY24" fmla="*/ 3103153 h 3153501"/>
              <a:gd name="connsiteX25" fmla="*/ 3746426 w 4053512"/>
              <a:gd name="connsiteY25" fmla="*/ 3153445 h 3153501"/>
              <a:gd name="connsiteX26" fmla="*/ 4053512 w 4053512"/>
              <a:gd name="connsiteY26" fmla="*/ 3091627 h 3153501"/>
              <a:gd name="connsiteX0" fmla="*/ 0 w 4053512"/>
              <a:gd name="connsiteY0" fmla="*/ 0 h 3153502"/>
              <a:gd name="connsiteX1" fmla="*/ 527152 w 4053512"/>
              <a:gd name="connsiteY1" fmla="*/ 1139440 h 3153502"/>
              <a:gd name="connsiteX2" fmla="*/ 712541 w 4053512"/>
              <a:gd name="connsiteY2" fmla="*/ 1649246 h 3153502"/>
              <a:gd name="connsiteX3" fmla="*/ 977760 w 4053512"/>
              <a:gd name="connsiteY3" fmla="*/ 1696692 h 3153502"/>
              <a:gd name="connsiteX4" fmla="*/ 1087584 w 4053512"/>
              <a:gd name="connsiteY4" fmla="*/ 1493370 h 3153502"/>
              <a:gd name="connsiteX5" fmla="*/ 1075711 w 4053512"/>
              <a:gd name="connsiteY5" fmla="*/ 1101761 h 3153502"/>
              <a:gd name="connsiteX6" fmla="*/ 1052470 w 4053512"/>
              <a:gd name="connsiteY6" fmla="*/ 967077 h 3153502"/>
              <a:gd name="connsiteX7" fmla="*/ 1052470 w 4053512"/>
              <a:gd name="connsiteY7" fmla="*/ 862302 h 3153502"/>
              <a:gd name="connsiteX8" fmla="*/ 1174244 w 4053512"/>
              <a:gd name="connsiteY8" fmla="*/ 605394 h 3153502"/>
              <a:gd name="connsiteX9" fmla="*/ 1356508 w 4053512"/>
              <a:gd name="connsiteY9" fmla="*/ 779149 h 3153502"/>
              <a:gd name="connsiteX10" fmla="*/ 1466141 w 4053512"/>
              <a:gd name="connsiteY10" fmla="*/ 863921 h 3153502"/>
              <a:gd name="connsiteX11" fmla="*/ 1519290 w 4053512"/>
              <a:gd name="connsiteY11" fmla="*/ 1091664 h 3153502"/>
              <a:gd name="connsiteX12" fmla="*/ 1414611 w 4053512"/>
              <a:gd name="connsiteY12" fmla="*/ 1422467 h 3153502"/>
              <a:gd name="connsiteX13" fmla="*/ 1383083 w 4053512"/>
              <a:gd name="connsiteY13" fmla="*/ 1648591 h 3153502"/>
              <a:gd name="connsiteX14" fmla="*/ 1482809 w 4053512"/>
              <a:gd name="connsiteY14" fmla="*/ 1901289 h 3153502"/>
              <a:gd name="connsiteX15" fmla="*/ 1663880 w 4053512"/>
              <a:gd name="connsiteY15" fmla="*/ 2237045 h 3153502"/>
              <a:gd name="connsiteX16" fmla="*/ 1775227 w 4053512"/>
              <a:gd name="connsiteY16" fmla="*/ 2468122 h 3153502"/>
              <a:gd name="connsiteX17" fmla="*/ 1945629 w 4053512"/>
              <a:gd name="connsiteY17" fmla="*/ 2766254 h 3153502"/>
              <a:gd name="connsiteX18" fmla="*/ 2105935 w 4053512"/>
              <a:gd name="connsiteY18" fmla="*/ 2957802 h 3153502"/>
              <a:gd name="connsiteX19" fmla="*/ 2263859 w 4053512"/>
              <a:gd name="connsiteY19" fmla="*/ 3048766 h 3153502"/>
              <a:gd name="connsiteX20" fmla="*/ 2503128 w 4053512"/>
              <a:gd name="connsiteY20" fmla="*/ 3077532 h 3153502"/>
              <a:gd name="connsiteX21" fmla="*/ 2730394 w 4053512"/>
              <a:gd name="connsiteY21" fmla="*/ 3077532 h 3153502"/>
              <a:gd name="connsiteX22" fmla="*/ 3028812 w 4053512"/>
              <a:gd name="connsiteY22" fmla="*/ 3053148 h 3153502"/>
              <a:gd name="connsiteX23" fmla="*/ 3156733 w 4053512"/>
              <a:gd name="connsiteY23" fmla="*/ 3053148 h 3153502"/>
              <a:gd name="connsiteX24" fmla="*/ 3412479 w 4053512"/>
              <a:gd name="connsiteY24" fmla="*/ 3103154 h 3153502"/>
              <a:gd name="connsiteX25" fmla="*/ 3746426 w 4053512"/>
              <a:gd name="connsiteY25" fmla="*/ 3153446 h 3153502"/>
              <a:gd name="connsiteX26" fmla="*/ 4053512 w 4053512"/>
              <a:gd name="connsiteY26" fmla="*/ 3091628 h 3153502"/>
              <a:gd name="connsiteX0" fmla="*/ 0 w 4053512"/>
              <a:gd name="connsiteY0" fmla="*/ 0 h 3153502"/>
              <a:gd name="connsiteX1" fmla="*/ 403104 w 4053512"/>
              <a:gd name="connsiteY1" fmla="*/ 1036902 h 3153502"/>
              <a:gd name="connsiteX2" fmla="*/ 712541 w 4053512"/>
              <a:gd name="connsiteY2" fmla="*/ 1649246 h 3153502"/>
              <a:gd name="connsiteX3" fmla="*/ 977760 w 4053512"/>
              <a:gd name="connsiteY3" fmla="*/ 1696692 h 3153502"/>
              <a:gd name="connsiteX4" fmla="*/ 1087584 w 4053512"/>
              <a:gd name="connsiteY4" fmla="*/ 1493370 h 3153502"/>
              <a:gd name="connsiteX5" fmla="*/ 1075711 w 4053512"/>
              <a:gd name="connsiteY5" fmla="*/ 1101761 h 3153502"/>
              <a:gd name="connsiteX6" fmla="*/ 1052470 w 4053512"/>
              <a:gd name="connsiteY6" fmla="*/ 967077 h 3153502"/>
              <a:gd name="connsiteX7" fmla="*/ 1052470 w 4053512"/>
              <a:gd name="connsiteY7" fmla="*/ 862302 h 3153502"/>
              <a:gd name="connsiteX8" fmla="*/ 1174244 w 4053512"/>
              <a:gd name="connsiteY8" fmla="*/ 605394 h 3153502"/>
              <a:gd name="connsiteX9" fmla="*/ 1356508 w 4053512"/>
              <a:gd name="connsiteY9" fmla="*/ 779149 h 3153502"/>
              <a:gd name="connsiteX10" fmla="*/ 1466141 w 4053512"/>
              <a:gd name="connsiteY10" fmla="*/ 863921 h 3153502"/>
              <a:gd name="connsiteX11" fmla="*/ 1519290 w 4053512"/>
              <a:gd name="connsiteY11" fmla="*/ 1091664 h 3153502"/>
              <a:gd name="connsiteX12" fmla="*/ 1414611 w 4053512"/>
              <a:gd name="connsiteY12" fmla="*/ 1422467 h 3153502"/>
              <a:gd name="connsiteX13" fmla="*/ 1383083 w 4053512"/>
              <a:gd name="connsiteY13" fmla="*/ 1648591 h 3153502"/>
              <a:gd name="connsiteX14" fmla="*/ 1482809 w 4053512"/>
              <a:gd name="connsiteY14" fmla="*/ 1901289 h 3153502"/>
              <a:gd name="connsiteX15" fmla="*/ 1663880 w 4053512"/>
              <a:gd name="connsiteY15" fmla="*/ 2237045 h 3153502"/>
              <a:gd name="connsiteX16" fmla="*/ 1775227 w 4053512"/>
              <a:gd name="connsiteY16" fmla="*/ 2468122 h 3153502"/>
              <a:gd name="connsiteX17" fmla="*/ 1945629 w 4053512"/>
              <a:gd name="connsiteY17" fmla="*/ 2766254 h 3153502"/>
              <a:gd name="connsiteX18" fmla="*/ 2105935 w 4053512"/>
              <a:gd name="connsiteY18" fmla="*/ 2957802 h 3153502"/>
              <a:gd name="connsiteX19" fmla="*/ 2263859 w 4053512"/>
              <a:gd name="connsiteY19" fmla="*/ 3048766 h 3153502"/>
              <a:gd name="connsiteX20" fmla="*/ 2503128 w 4053512"/>
              <a:gd name="connsiteY20" fmla="*/ 3077532 h 3153502"/>
              <a:gd name="connsiteX21" fmla="*/ 2730394 w 4053512"/>
              <a:gd name="connsiteY21" fmla="*/ 3077532 h 3153502"/>
              <a:gd name="connsiteX22" fmla="*/ 3028812 w 4053512"/>
              <a:gd name="connsiteY22" fmla="*/ 3053148 h 3153502"/>
              <a:gd name="connsiteX23" fmla="*/ 3156733 w 4053512"/>
              <a:gd name="connsiteY23" fmla="*/ 3053148 h 3153502"/>
              <a:gd name="connsiteX24" fmla="*/ 3412479 w 4053512"/>
              <a:gd name="connsiteY24" fmla="*/ 3103154 h 3153502"/>
              <a:gd name="connsiteX25" fmla="*/ 3746426 w 4053512"/>
              <a:gd name="connsiteY25" fmla="*/ 3153446 h 3153502"/>
              <a:gd name="connsiteX26" fmla="*/ 4053512 w 4053512"/>
              <a:gd name="connsiteY26" fmla="*/ 3091628 h 3153502"/>
              <a:gd name="connsiteX0" fmla="*/ 0 w 4053512"/>
              <a:gd name="connsiteY0" fmla="*/ 0 h 3104693"/>
              <a:gd name="connsiteX1" fmla="*/ 403104 w 4053512"/>
              <a:gd name="connsiteY1" fmla="*/ 1036902 h 3104693"/>
              <a:gd name="connsiteX2" fmla="*/ 712541 w 4053512"/>
              <a:gd name="connsiteY2" fmla="*/ 1649246 h 3104693"/>
              <a:gd name="connsiteX3" fmla="*/ 977760 w 4053512"/>
              <a:gd name="connsiteY3" fmla="*/ 1696692 h 3104693"/>
              <a:gd name="connsiteX4" fmla="*/ 1087584 w 4053512"/>
              <a:gd name="connsiteY4" fmla="*/ 1493370 h 3104693"/>
              <a:gd name="connsiteX5" fmla="*/ 1075711 w 4053512"/>
              <a:gd name="connsiteY5" fmla="*/ 1101761 h 3104693"/>
              <a:gd name="connsiteX6" fmla="*/ 1052470 w 4053512"/>
              <a:gd name="connsiteY6" fmla="*/ 967077 h 3104693"/>
              <a:gd name="connsiteX7" fmla="*/ 1052470 w 4053512"/>
              <a:gd name="connsiteY7" fmla="*/ 862302 h 3104693"/>
              <a:gd name="connsiteX8" fmla="*/ 1174244 w 4053512"/>
              <a:gd name="connsiteY8" fmla="*/ 605394 h 3104693"/>
              <a:gd name="connsiteX9" fmla="*/ 1356508 w 4053512"/>
              <a:gd name="connsiteY9" fmla="*/ 779149 h 3104693"/>
              <a:gd name="connsiteX10" fmla="*/ 1466141 w 4053512"/>
              <a:gd name="connsiteY10" fmla="*/ 863921 h 3104693"/>
              <a:gd name="connsiteX11" fmla="*/ 1519290 w 4053512"/>
              <a:gd name="connsiteY11" fmla="*/ 1091664 h 3104693"/>
              <a:gd name="connsiteX12" fmla="*/ 1414611 w 4053512"/>
              <a:gd name="connsiteY12" fmla="*/ 1422467 h 3104693"/>
              <a:gd name="connsiteX13" fmla="*/ 1383083 w 4053512"/>
              <a:gd name="connsiteY13" fmla="*/ 1648591 h 3104693"/>
              <a:gd name="connsiteX14" fmla="*/ 1482809 w 4053512"/>
              <a:gd name="connsiteY14" fmla="*/ 1901289 h 3104693"/>
              <a:gd name="connsiteX15" fmla="*/ 1663880 w 4053512"/>
              <a:gd name="connsiteY15" fmla="*/ 2237045 h 3104693"/>
              <a:gd name="connsiteX16" fmla="*/ 1775227 w 4053512"/>
              <a:gd name="connsiteY16" fmla="*/ 2468122 h 3104693"/>
              <a:gd name="connsiteX17" fmla="*/ 1945629 w 4053512"/>
              <a:gd name="connsiteY17" fmla="*/ 2766254 h 3104693"/>
              <a:gd name="connsiteX18" fmla="*/ 2105935 w 4053512"/>
              <a:gd name="connsiteY18" fmla="*/ 2957802 h 3104693"/>
              <a:gd name="connsiteX19" fmla="*/ 2263859 w 4053512"/>
              <a:gd name="connsiteY19" fmla="*/ 3048766 h 3104693"/>
              <a:gd name="connsiteX20" fmla="*/ 2503128 w 4053512"/>
              <a:gd name="connsiteY20" fmla="*/ 3077532 h 3104693"/>
              <a:gd name="connsiteX21" fmla="*/ 2730394 w 4053512"/>
              <a:gd name="connsiteY21" fmla="*/ 3077532 h 3104693"/>
              <a:gd name="connsiteX22" fmla="*/ 3028812 w 4053512"/>
              <a:gd name="connsiteY22" fmla="*/ 3053148 h 3104693"/>
              <a:gd name="connsiteX23" fmla="*/ 3156733 w 4053512"/>
              <a:gd name="connsiteY23" fmla="*/ 3053148 h 3104693"/>
              <a:gd name="connsiteX24" fmla="*/ 3412479 w 4053512"/>
              <a:gd name="connsiteY24" fmla="*/ 3103154 h 3104693"/>
              <a:gd name="connsiteX25" fmla="*/ 4053512 w 4053512"/>
              <a:gd name="connsiteY25" fmla="*/ 3091628 h 3104693"/>
              <a:gd name="connsiteX0" fmla="*/ 0 w 4053512"/>
              <a:gd name="connsiteY0" fmla="*/ 0 h 3091628"/>
              <a:gd name="connsiteX1" fmla="*/ 403104 w 4053512"/>
              <a:gd name="connsiteY1" fmla="*/ 1036902 h 3091628"/>
              <a:gd name="connsiteX2" fmla="*/ 712541 w 4053512"/>
              <a:gd name="connsiteY2" fmla="*/ 1649246 h 3091628"/>
              <a:gd name="connsiteX3" fmla="*/ 977760 w 4053512"/>
              <a:gd name="connsiteY3" fmla="*/ 1696692 h 3091628"/>
              <a:gd name="connsiteX4" fmla="*/ 1087584 w 4053512"/>
              <a:gd name="connsiteY4" fmla="*/ 1493370 h 3091628"/>
              <a:gd name="connsiteX5" fmla="*/ 1075711 w 4053512"/>
              <a:gd name="connsiteY5" fmla="*/ 1101761 h 3091628"/>
              <a:gd name="connsiteX6" fmla="*/ 1052470 w 4053512"/>
              <a:gd name="connsiteY6" fmla="*/ 967077 h 3091628"/>
              <a:gd name="connsiteX7" fmla="*/ 1052470 w 4053512"/>
              <a:gd name="connsiteY7" fmla="*/ 862302 h 3091628"/>
              <a:gd name="connsiteX8" fmla="*/ 1174244 w 4053512"/>
              <a:gd name="connsiteY8" fmla="*/ 605394 h 3091628"/>
              <a:gd name="connsiteX9" fmla="*/ 1356508 w 4053512"/>
              <a:gd name="connsiteY9" fmla="*/ 779149 h 3091628"/>
              <a:gd name="connsiteX10" fmla="*/ 1466141 w 4053512"/>
              <a:gd name="connsiteY10" fmla="*/ 863921 h 3091628"/>
              <a:gd name="connsiteX11" fmla="*/ 1519290 w 4053512"/>
              <a:gd name="connsiteY11" fmla="*/ 1091664 h 3091628"/>
              <a:gd name="connsiteX12" fmla="*/ 1414611 w 4053512"/>
              <a:gd name="connsiteY12" fmla="*/ 1422467 h 3091628"/>
              <a:gd name="connsiteX13" fmla="*/ 1383083 w 4053512"/>
              <a:gd name="connsiteY13" fmla="*/ 1648591 h 3091628"/>
              <a:gd name="connsiteX14" fmla="*/ 1482809 w 4053512"/>
              <a:gd name="connsiteY14" fmla="*/ 1901289 h 3091628"/>
              <a:gd name="connsiteX15" fmla="*/ 1663880 w 4053512"/>
              <a:gd name="connsiteY15" fmla="*/ 2237045 h 3091628"/>
              <a:gd name="connsiteX16" fmla="*/ 1775227 w 4053512"/>
              <a:gd name="connsiteY16" fmla="*/ 2468122 h 3091628"/>
              <a:gd name="connsiteX17" fmla="*/ 1945629 w 4053512"/>
              <a:gd name="connsiteY17" fmla="*/ 2766254 h 3091628"/>
              <a:gd name="connsiteX18" fmla="*/ 2105935 w 4053512"/>
              <a:gd name="connsiteY18" fmla="*/ 2957802 h 3091628"/>
              <a:gd name="connsiteX19" fmla="*/ 2263859 w 4053512"/>
              <a:gd name="connsiteY19" fmla="*/ 3048766 h 3091628"/>
              <a:gd name="connsiteX20" fmla="*/ 2503128 w 4053512"/>
              <a:gd name="connsiteY20" fmla="*/ 3077532 h 3091628"/>
              <a:gd name="connsiteX21" fmla="*/ 2730394 w 4053512"/>
              <a:gd name="connsiteY21" fmla="*/ 3077532 h 3091628"/>
              <a:gd name="connsiteX22" fmla="*/ 3028812 w 4053512"/>
              <a:gd name="connsiteY22" fmla="*/ 3053148 h 3091628"/>
              <a:gd name="connsiteX23" fmla="*/ 3156733 w 4053512"/>
              <a:gd name="connsiteY23" fmla="*/ 3053148 h 3091628"/>
              <a:gd name="connsiteX24" fmla="*/ 4053512 w 4053512"/>
              <a:gd name="connsiteY24" fmla="*/ 3091628 h 3091628"/>
              <a:gd name="connsiteX0" fmla="*/ 0 w 4053512"/>
              <a:gd name="connsiteY0" fmla="*/ 0 h 3091628"/>
              <a:gd name="connsiteX1" fmla="*/ 403104 w 4053512"/>
              <a:gd name="connsiteY1" fmla="*/ 1036902 h 3091628"/>
              <a:gd name="connsiteX2" fmla="*/ 712541 w 4053512"/>
              <a:gd name="connsiteY2" fmla="*/ 1649246 h 3091628"/>
              <a:gd name="connsiteX3" fmla="*/ 977760 w 4053512"/>
              <a:gd name="connsiteY3" fmla="*/ 1696692 h 3091628"/>
              <a:gd name="connsiteX4" fmla="*/ 1087584 w 4053512"/>
              <a:gd name="connsiteY4" fmla="*/ 1493370 h 3091628"/>
              <a:gd name="connsiteX5" fmla="*/ 1075711 w 4053512"/>
              <a:gd name="connsiteY5" fmla="*/ 1101761 h 3091628"/>
              <a:gd name="connsiteX6" fmla="*/ 1052470 w 4053512"/>
              <a:gd name="connsiteY6" fmla="*/ 967077 h 3091628"/>
              <a:gd name="connsiteX7" fmla="*/ 1052470 w 4053512"/>
              <a:gd name="connsiteY7" fmla="*/ 862302 h 3091628"/>
              <a:gd name="connsiteX8" fmla="*/ 1174244 w 4053512"/>
              <a:gd name="connsiteY8" fmla="*/ 605394 h 3091628"/>
              <a:gd name="connsiteX9" fmla="*/ 1356508 w 4053512"/>
              <a:gd name="connsiteY9" fmla="*/ 779149 h 3091628"/>
              <a:gd name="connsiteX10" fmla="*/ 1466141 w 4053512"/>
              <a:gd name="connsiteY10" fmla="*/ 863921 h 3091628"/>
              <a:gd name="connsiteX11" fmla="*/ 1519290 w 4053512"/>
              <a:gd name="connsiteY11" fmla="*/ 1091664 h 3091628"/>
              <a:gd name="connsiteX12" fmla="*/ 1414611 w 4053512"/>
              <a:gd name="connsiteY12" fmla="*/ 1422467 h 3091628"/>
              <a:gd name="connsiteX13" fmla="*/ 1383083 w 4053512"/>
              <a:gd name="connsiteY13" fmla="*/ 1648591 h 3091628"/>
              <a:gd name="connsiteX14" fmla="*/ 1482809 w 4053512"/>
              <a:gd name="connsiteY14" fmla="*/ 1901289 h 3091628"/>
              <a:gd name="connsiteX15" fmla="*/ 1663880 w 4053512"/>
              <a:gd name="connsiteY15" fmla="*/ 2237045 h 3091628"/>
              <a:gd name="connsiteX16" fmla="*/ 1775227 w 4053512"/>
              <a:gd name="connsiteY16" fmla="*/ 2468122 h 3091628"/>
              <a:gd name="connsiteX17" fmla="*/ 1945629 w 4053512"/>
              <a:gd name="connsiteY17" fmla="*/ 2766254 h 3091628"/>
              <a:gd name="connsiteX18" fmla="*/ 2105935 w 4053512"/>
              <a:gd name="connsiteY18" fmla="*/ 2957802 h 3091628"/>
              <a:gd name="connsiteX19" fmla="*/ 2263859 w 4053512"/>
              <a:gd name="connsiteY19" fmla="*/ 3048766 h 3091628"/>
              <a:gd name="connsiteX20" fmla="*/ 2503128 w 4053512"/>
              <a:gd name="connsiteY20" fmla="*/ 3077532 h 3091628"/>
              <a:gd name="connsiteX21" fmla="*/ 2730394 w 4053512"/>
              <a:gd name="connsiteY21" fmla="*/ 3077532 h 3091628"/>
              <a:gd name="connsiteX22" fmla="*/ 3028812 w 4053512"/>
              <a:gd name="connsiteY22" fmla="*/ 3053148 h 3091628"/>
              <a:gd name="connsiteX23" fmla="*/ 4053512 w 4053512"/>
              <a:gd name="connsiteY23" fmla="*/ 3091628 h 3091628"/>
              <a:gd name="connsiteX0" fmla="*/ 0 w 4053512"/>
              <a:gd name="connsiteY0" fmla="*/ 0 h 3091628"/>
              <a:gd name="connsiteX1" fmla="*/ 403104 w 4053512"/>
              <a:gd name="connsiteY1" fmla="*/ 1036902 h 3091628"/>
              <a:gd name="connsiteX2" fmla="*/ 712541 w 4053512"/>
              <a:gd name="connsiteY2" fmla="*/ 1649246 h 3091628"/>
              <a:gd name="connsiteX3" fmla="*/ 977760 w 4053512"/>
              <a:gd name="connsiteY3" fmla="*/ 1696692 h 3091628"/>
              <a:gd name="connsiteX4" fmla="*/ 1087584 w 4053512"/>
              <a:gd name="connsiteY4" fmla="*/ 1493370 h 3091628"/>
              <a:gd name="connsiteX5" fmla="*/ 1075711 w 4053512"/>
              <a:gd name="connsiteY5" fmla="*/ 1101761 h 3091628"/>
              <a:gd name="connsiteX6" fmla="*/ 1052470 w 4053512"/>
              <a:gd name="connsiteY6" fmla="*/ 967077 h 3091628"/>
              <a:gd name="connsiteX7" fmla="*/ 1052470 w 4053512"/>
              <a:gd name="connsiteY7" fmla="*/ 862302 h 3091628"/>
              <a:gd name="connsiteX8" fmla="*/ 1174244 w 4053512"/>
              <a:gd name="connsiteY8" fmla="*/ 605394 h 3091628"/>
              <a:gd name="connsiteX9" fmla="*/ 1356508 w 4053512"/>
              <a:gd name="connsiteY9" fmla="*/ 779149 h 3091628"/>
              <a:gd name="connsiteX10" fmla="*/ 1466141 w 4053512"/>
              <a:gd name="connsiteY10" fmla="*/ 863921 h 3091628"/>
              <a:gd name="connsiteX11" fmla="*/ 1519290 w 4053512"/>
              <a:gd name="connsiteY11" fmla="*/ 1091664 h 3091628"/>
              <a:gd name="connsiteX12" fmla="*/ 1414611 w 4053512"/>
              <a:gd name="connsiteY12" fmla="*/ 1422467 h 3091628"/>
              <a:gd name="connsiteX13" fmla="*/ 1383083 w 4053512"/>
              <a:gd name="connsiteY13" fmla="*/ 1648591 h 3091628"/>
              <a:gd name="connsiteX14" fmla="*/ 1482809 w 4053512"/>
              <a:gd name="connsiteY14" fmla="*/ 1901289 h 3091628"/>
              <a:gd name="connsiteX15" fmla="*/ 1663880 w 4053512"/>
              <a:gd name="connsiteY15" fmla="*/ 2237045 h 3091628"/>
              <a:gd name="connsiteX16" fmla="*/ 1775227 w 4053512"/>
              <a:gd name="connsiteY16" fmla="*/ 2468122 h 3091628"/>
              <a:gd name="connsiteX17" fmla="*/ 1945629 w 4053512"/>
              <a:gd name="connsiteY17" fmla="*/ 2766254 h 3091628"/>
              <a:gd name="connsiteX18" fmla="*/ 2105935 w 4053512"/>
              <a:gd name="connsiteY18" fmla="*/ 2957802 h 3091628"/>
              <a:gd name="connsiteX19" fmla="*/ 2263859 w 4053512"/>
              <a:gd name="connsiteY19" fmla="*/ 3048766 h 3091628"/>
              <a:gd name="connsiteX20" fmla="*/ 2503128 w 4053512"/>
              <a:gd name="connsiteY20" fmla="*/ 3077532 h 3091628"/>
              <a:gd name="connsiteX21" fmla="*/ 2730394 w 4053512"/>
              <a:gd name="connsiteY21" fmla="*/ 3077532 h 3091628"/>
              <a:gd name="connsiteX22" fmla="*/ 2977307 w 4053512"/>
              <a:gd name="connsiteY22" fmla="*/ 3074867 h 3091628"/>
              <a:gd name="connsiteX23" fmla="*/ 4053512 w 4053512"/>
              <a:gd name="connsiteY23" fmla="*/ 3091628 h 3091628"/>
              <a:gd name="connsiteX0" fmla="*/ 0 w 2977307"/>
              <a:gd name="connsiteY0" fmla="*/ 0 h 3078402"/>
              <a:gd name="connsiteX1" fmla="*/ 403104 w 2977307"/>
              <a:gd name="connsiteY1" fmla="*/ 1036902 h 3078402"/>
              <a:gd name="connsiteX2" fmla="*/ 712541 w 2977307"/>
              <a:gd name="connsiteY2" fmla="*/ 1649246 h 3078402"/>
              <a:gd name="connsiteX3" fmla="*/ 977760 w 2977307"/>
              <a:gd name="connsiteY3" fmla="*/ 1696692 h 3078402"/>
              <a:gd name="connsiteX4" fmla="*/ 1087584 w 2977307"/>
              <a:gd name="connsiteY4" fmla="*/ 1493370 h 3078402"/>
              <a:gd name="connsiteX5" fmla="*/ 1075711 w 2977307"/>
              <a:gd name="connsiteY5" fmla="*/ 1101761 h 3078402"/>
              <a:gd name="connsiteX6" fmla="*/ 1052470 w 2977307"/>
              <a:gd name="connsiteY6" fmla="*/ 967077 h 3078402"/>
              <a:gd name="connsiteX7" fmla="*/ 1052470 w 2977307"/>
              <a:gd name="connsiteY7" fmla="*/ 862302 h 3078402"/>
              <a:gd name="connsiteX8" fmla="*/ 1174244 w 2977307"/>
              <a:gd name="connsiteY8" fmla="*/ 605394 h 3078402"/>
              <a:gd name="connsiteX9" fmla="*/ 1356508 w 2977307"/>
              <a:gd name="connsiteY9" fmla="*/ 779149 h 3078402"/>
              <a:gd name="connsiteX10" fmla="*/ 1466141 w 2977307"/>
              <a:gd name="connsiteY10" fmla="*/ 863921 h 3078402"/>
              <a:gd name="connsiteX11" fmla="*/ 1519290 w 2977307"/>
              <a:gd name="connsiteY11" fmla="*/ 1091664 h 3078402"/>
              <a:gd name="connsiteX12" fmla="*/ 1414611 w 2977307"/>
              <a:gd name="connsiteY12" fmla="*/ 1422467 h 3078402"/>
              <a:gd name="connsiteX13" fmla="*/ 1383083 w 2977307"/>
              <a:gd name="connsiteY13" fmla="*/ 1648591 h 3078402"/>
              <a:gd name="connsiteX14" fmla="*/ 1482809 w 2977307"/>
              <a:gd name="connsiteY14" fmla="*/ 1901289 h 3078402"/>
              <a:gd name="connsiteX15" fmla="*/ 1663880 w 2977307"/>
              <a:gd name="connsiteY15" fmla="*/ 2237045 h 3078402"/>
              <a:gd name="connsiteX16" fmla="*/ 1775227 w 2977307"/>
              <a:gd name="connsiteY16" fmla="*/ 2468122 h 3078402"/>
              <a:gd name="connsiteX17" fmla="*/ 1945629 w 2977307"/>
              <a:gd name="connsiteY17" fmla="*/ 2766254 h 3078402"/>
              <a:gd name="connsiteX18" fmla="*/ 2105935 w 2977307"/>
              <a:gd name="connsiteY18" fmla="*/ 2957802 h 3078402"/>
              <a:gd name="connsiteX19" fmla="*/ 2263859 w 2977307"/>
              <a:gd name="connsiteY19" fmla="*/ 3048766 h 3078402"/>
              <a:gd name="connsiteX20" fmla="*/ 2503128 w 2977307"/>
              <a:gd name="connsiteY20" fmla="*/ 3077532 h 3078402"/>
              <a:gd name="connsiteX21" fmla="*/ 2730394 w 2977307"/>
              <a:gd name="connsiteY21" fmla="*/ 3077532 h 3078402"/>
              <a:gd name="connsiteX22" fmla="*/ 2977307 w 2977307"/>
              <a:gd name="connsiteY22" fmla="*/ 3074867 h 3078402"/>
              <a:gd name="connsiteX0" fmla="*/ 0 w 2977307"/>
              <a:gd name="connsiteY0" fmla="*/ 0 h 3078402"/>
              <a:gd name="connsiteX1" fmla="*/ 322181 w 2977307"/>
              <a:gd name="connsiteY1" fmla="*/ 1033709 h 3078402"/>
              <a:gd name="connsiteX2" fmla="*/ 712541 w 2977307"/>
              <a:gd name="connsiteY2" fmla="*/ 1649246 h 3078402"/>
              <a:gd name="connsiteX3" fmla="*/ 977760 w 2977307"/>
              <a:gd name="connsiteY3" fmla="*/ 1696692 h 3078402"/>
              <a:gd name="connsiteX4" fmla="*/ 1087584 w 2977307"/>
              <a:gd name="connsiteY4" fmla="*/ 1493370 h 3078402"/>
              <a:gd name="connsiteX5" fmla="*/ 1075711 w 2977307"/>
              <a:gd name="connsiteY5" fmla="*/ 1101761 h 3078402"/>
              <a:gd name="connsiteX6" fmla="*/ 1052470 w 2977307"/>
              <a:gd name="connsiteY6" fmla="*/ 967077 h 3078402"/>
              <a:gd name="connsiteX7" fmla="*/ 1052470 w 2977307"/>
              <a:gd name="connsiteY7" fmla="*/ 862302 h 3078402"/>
              <a:gd name="connsiteX8" fmla="*/ 1174244 w 2977307"/>
              <a:gd name="connsiteY8" fmla="*/ 605394 h 3078402"/>
              <a:gd name="connsiteX9" fmla="*/ 1356508 w 2977307"/>
              <a:gd name="connsiteY9" fmla="*/ 779149 h 3078402"/>
              <a:gd name="connsiteX10" fmla="*/ 1466141 w 2977307"/>
              <a:gd name="connsiteY10" fmla="*/ 863921 h 3078402"/>
              <a:gd name="connsiteX11" fmla="*/ 1519290 w 2977307"/>
              <a:gd name="connsiteY11" fmla="*/ 1091664 h 3078402"/>
              <a:gd name="connsiteX12" fmla="*/ 1414611 w 2977307"/>
              <a:gd name="connsiteY12" fmla="*/ 1422467 h 3078402"/>
              <a:gd name="connsiteX13" fmla="*/ 1383083 w 2977307"/>
              <a:gd name="connsiteY13" fmla="*/ 1648591 h 3078402"/>
              <a:gd name="connsiteX14" fmla="*/ 1482809 w 2977307"/>
              <a:gd name="connsiteY14" fmla="*/ 1901289 h 3078402"/>
              <a:gd name="connsiteX15" fmla="*/ 1663880 w 2977307"/>
              <a:gd name="connsiteY15" fmla="*/ 2237045 h 3078402"/>
              <a:gd name="connsiteX16" fmla="*/ 1775227 w 2977307"/>
              <a:gd name="connsiteY16" fmla="*/ 2468122 h 3078402"/>
              <a:gd name="connsiteX17" fmla="*/ 1945629 w 2977307"/>
              <a:gd name="connsiteY17" fmla="*/ 2766254 h 3078402"/>
              <a:gd name="connsiteX18" fmla="*/ 2105935 w 2977307"/>
              <a:gd name="connsiteY18" fmla="*/ 2957802 h 3078402"/>
              <a:gd name="connsiteX19" fmla="*/ 2263859 w 2977307"/>
              <a:gd name="connsiteY19" fmla="*/ 3048766 h 3078402"/>
              <a:gd name="connsiteX20" fmla="*/ 2503128 w 2977307"/>
              <a:gd name="connsiteY20" fmla="*/ 3077532 h 3078402"/>
              <a:gd name="connsiteX21" fmla="*/ 2730394 w 2977307"/>
              <a:gd name="connsiteY21" fmla="*/ 3077532 h 3078402"/>
              <a:gd name="connsiteX22" fmla="*/ 2977307 w 2977307"/>
              <a:gd name="connsiteY22" fmla="*/ 3074867 h 3078402"/>
              <a:gd name="connsiteX0" fmla="*/ 0 w 2975308"/>
              <a:gd name="connsiteY0" fmla="*/ 0 h 3159619"/>
              <a:gd name="connsiteX1" fmla="*/ 322181 w 2975308"/>
              <a:gd name="connsiteY1" fmla="*/ 1033709 h 3159619"/>
              <a:gd name="connsiteX2" fmla="*/ 712541 w 2975308"/>
              <a:gd name="connsiteY2" fmla="*/ 1649246 h 3159619"/>
              <a:gd name="connsiteX3" fmla="*/ 977760 w 2975308"/>
              <a:gd name="connsiteY3" fmla="*/ 1696692 h 3159619"/>
              <a:gd name="connsiteX4" fmla="*/ 1087584 w 2975308"/>
              <a:gd name="connsiteY4" fmla="*/ 1493370 h 3159619"/>
              <a:gd name="connsiteX5" fmla="*/ 1075711 w 2975308"/>
              <a:gd name="connsiteY5" fmla="*/ 1101761 h 3159619"/>
              <a:gd name="connsiteX6" fmla="*/ 1052470 w 2975308"/>
              <a:gd name="connsiteY6" fmla="*/ 967077 h 3159619"/>
              <a:gd name="connsiteX7" fmla="*/ 1052470 w 2975308"/>
              <a:gd name="connsiteY7" fmla="*/ 862302 h 3159619"/>
              <a:gd name="connsiteX8" fmla="*/ 1174244 w 2975308"/>
              <a:gd name="connsiteY8" fmla="*/ 605394 h 3159619"/>
              <a:gd name="connsiteX9" fmla="*/ 1356508 w 2975308"/>
              <a:gd name="connsiteY9" fmla="*/ 779149 h 3159619"/>
              <a:gd name="connsiteX10" fmla="*/ 1466141 w 2975308"/>
              <a:gd name="connsiteY10" fmla="*/ 863921 h 3159619"/>
              <a:gd name="connsiteX11" fmla="*/ 1519290 w 2975308"/>
              <a:gd name="connsiteY11" fmla="*/ 1091664 h 3159619"/>
              <a:gd name="connsiteX12" fmla="*/ 1414611 w 2975308"/>
              <a:gd name="connsiteY12" fmla="*/ 1422467 h 3159619"/>
              <a:gd name="connsiteX13" fmla="*/ 1383083 w 2975308"/>
              <a:gd name="connsiteY13" fmla="*/ 1648591 h 3159619"/>
              <a:gd name="connsiteX14" fmla="*/ 1482809 w 2975308"/>
              <a:gd name="connsiteY14" fmla="*/ 1901289 h 3159619"/>
              <a:gd name="connsiteX15" fmla="*/ 1663880 w 2975308"/>
              <a:gd name="connsiteY15" fmla="*/ 2237045 h 3159619"/>
              <a:gd name="connsiteX16" fmla="*/ 1775227 w 2975308"/>
              <a:gd name="connsiteY16" fmla="*/ 2468122 h 3159619"/>
              <a:gd name="connsiteX17" fmla="*/ 1945629 w 2975308"/>
              <a:gd name="connsiteY17" fmla="*/ 2766254 h 3159619"/>
              <a:gd name="connsiteX18" fmla="*/ 2105935 w 2975308"/>
              <a:gd name="connsiteY18" fmla="*/ 2957802 h 3159619"/>
              <a:gd name="connsiteX19" fmla="*/ 2263859 w 2975308"/>
              <a:gd name="connsiteY19" fmla="*/ 3048766 h 3159619"/>
              <a:gd name="connsiteX20" fmla="*/ 2503128 w 2975308"/>
              <a:gd name="connsiteY20" fmla="*/ 3077532 h 3159619"/>
              <a:gd name="connsiteX21" fmla="*/ 2730394 w 2975308"/>
              <a:gd name="connsiteY21" fmla="*/ 3077532 h 3159619"/>
              <a:gd name="connsiteX22" fmla="*/ 2975308 w 2975308"/>
              <a:gd name="connsiteY22" fmla="*/ 3159619 h 3159619"/>
              <a:gd name="connsiteX0" fmla="*/ 0 w 2900944"/>
              <a:gd name="connsiteY0" fmla="*/ 0 h 3156684"/>
              <a:gd name="connsiteX1" fmla="*/ 247817 w 2900944"/>
              <a:gd name="connsiteY1" fmla="*/ 1030774 h 3156684"/>
              <a:gd name="connsiteX2" fmla="*/ 638177 w 2900944"/>
              <a:gd name="connsiteY2" fmla="*/ 1646311 h 3156684"/>
              <a:gd name="connsiteX3" fmla="*/ 903396 w 2900944"/>
              <a:gd name="connsiteY3" fmla="*/ 1693757 h 3156684"/>
              <a:gd name="connsiteX4" fmla="*/ 1013220 w 2900944"/>
              <a:gd name="connsiteY4" fmla="*/ 1490435 h 3156684"/>
              <a:gd name="connsiteX5" fmla="*/ 1001347 w 2900944"/>
              <a:gd name="connsiteY5" fmla="*/ 1098826 h 3156684"/>
              <a:gd name="connsiteX6" fmla="*/ 978106 w 2900944"/>
              <a:gd name="connsiteY6" fmla="*/ 964142 h 3156684"/>
              <a:gd name="connsiteX7" fmla="*/ 978106 w 2900944"/>
              <a:gd name="connsiteY7" fmla="*/ 859367 h 3156684"/>
              <a:gd name="connsiteX8" fmla="*/ 1099880 w 2900944"/>
              <a:gd name="connsiteY8" fmla="*/ 602459 h 3156684"/>
              <a:gd name="connsiteX9" fmla="*/ 1282144 w 2900944"/>
              <a:gd name="connsiteY9" fmla="*/ 776214 h 3156684"/>
              <a:gd name="connsiteX10" fmla="*/ 1391777 w 2900944"/>
              <a:gd name="connsiteY10" fmla="*/ 860986 h 3156684"/>
              <a:gd name="connsiteX11" fmla="*/ 1444926 w 2900944"/>
              <a:gd name="connsiteY11" fmla="*/ 1088729 h 3156684"/>
              <a:gd name="connsiteX12" fmla="*/ 1340247 w 2900944"/>
              <a:gd name="connsiteY12" fmla="*/ 1419532 h 3156684"/>
              <a:gd name="connsiteX13" fmla="*/ 1308719 w 2900944"/>
              <a:gd name="connsiteY13" fmla="*/ 1645656 h 3156684"/>
              <a:gd name="connsiteX14" fmla="*/ 1408445 w 2900944"/>
              <a:gd name="connsiteY14" fmla="*/ 1898354 h 3156684"/>
              <a:gd name="connsiteX15" fmla="*/ 1589516 w 2900944"/>
              <a:gd name="connsiteY15" fmla="*/ 2234110 h 3156684"/>
              <a:gd name="connsiteX16" fmla="*/ 1700863 w 2900944"/>
              <a:gd name="connsiteY16" fmla="*/ 2465187 h 3156684"/>
              <a:gd name="connsiteX17" fmla="*/ 1871265 w 2900944"/>
              <a:gd name="connsiteY17" fmla="*/ 2763319 h 3156684"/>
              <a:gd name="connsiteX18" fmla="*/ 2031571 w 2900944"/>
              <a:gd name="connsiteY18" fmla="*/ 2954867 h 3156684"/>
              <a:gd name="connsiteX19" fmla="*/ 2189495 w 2900944"/>
              <a:gd name="connsiteY19" fmla="*/ 3045831 h 3156684"/>
              <a:gd name="connsiteX20" fmla="*/ 2428764 w 2900944"/>
              <a:gd name="connsiteY20" fmla="*/ 3074597 h 3156684"/>
              <a:gd name="connsiteX21" fmla="*/ 2656030 w 2900944"/>
              <a:gd name="connsiteY21" fmla="*/ 3074597 h 3156684"/>
              <a:gd name="connsiteX22" fmla="*/ 2900944 w 2900944"/>
              <a:gd name="connsiteY22" fmla="*/ 3156684 h 3156684"/>
              <a:gd name="connsiteX0" fmla="*/ 0 w 2900944"/>
              <a:gd name="connsiteY0" fmla="*/ 0 h 3156684"/>
              <a:gd name="connsiteX1" fmla="*/ 308883 w 2900944"/>
              <a:gd name="connsiteY1" fmla="*/ 1045224 h 3156684"/>
              <a:gd name="connsiteX2" fmla="*/ 638177 w 2900944"/>
              <a:gd name="connsiteY2" fmla="*/ 1646311 h 3156684"/>
              <a:gd name="connsiteX3" fmla="*/ 903396 w 2900944"/>
              <a:gd name="connsiteY3" fmla="*/ 1693757 h 3156684"/>
              <a:gd name="connsiteX4" fmla="*/ 1013220 w 2900944"/>
              <a:gd name="connsiteY4" fmla="*/ 1490435 h 3156684"/>
              <a:gd name="connsiteX5" fmla="*/ 1001347 w 2900944"/>
              <a:gd name="connsiteY5" fmla="*/ 1098826 h 3156684"/>
              <a:gd name="connsiteX6" fmla="*/ 978106 w 2900944"/>
              <a:gd name="connsiteY6" fmla="*/ 964142 h 3156684"/>
              <a:gd name="connsiteX7" fmla="*/ 978106 w 2900944"/>
              <a:gd name="connsiteY7" fmla="*/ 859367 h 3156684"/>
              <a:gd name="connsiteX8" fmla="*/ 1099880 w 2900944"/>
              <a:gd name="connsiteY8" fmla="*/ 602459 h 3156684"/>
              <a:gd name="connsiteX9" fmla="*/ 1282144 w 2900944"/>
              <a:gd name="connsiteY9" fmla="*/ 776214 h 3156684"/>
              <a:gd name="connsiteX10" fmla="*/ 1391777 w 2900944"/>
              <a:gd name="connsiteY10" fmla="*/ 860986 h 3156684"/>
              <a:gd name="connsiteX11" fmla="*/ 1444926 w 2900944"/>
              <a:gd name="connsiteY11" fmla="*/ 1088729 h 3156684"/>
              <a:gd name="connsiteX12" fmla="*/ 1340247 w 2900944"/>
              <a:gd name="connsiteY12" fmla="*/ 1419532 h 3156684"/>
              <a:gd name="connsiteX13" fmla="*/ 1308719 w 2900944"/>
              <a:gd name="connsiteY13" fmla="*/ 1645656 h 3156684"/>
              <a:gd name="connsiteX14" fmla="*/ 1408445 w 2900944"/>
              <a:gd name="connsiteY14" fmla="*/ 1898354 h 3156684"/>
              <a:gd name="connsiteX15" fmla="*/ 1589516 w 2900944"/>
              <a:gd name="connsiteY15" fmla="*/ 2234110 h 3156684"/>
              <a:gd name="connsiteX16" fmla="*/ 1700863 w 2900944"/>
              <a:gd name="connsiteY16" fmla="*/ 2465187 h 3156684"/>
              <a:gd name="connsiteX17" fmla="*/ 1871265 w 2900944"/>
              <a:gd name="connsiteY17" fmla="*/ 2763319 h 3156684"/>
              <a:gd name="connsiteX18" fmla="*/ 2031571 w 2900944"/>
              <a:gd name="connsiteY18" fmla="*/ 2954867 h 3156684"/>
              <a:gd name="connsiteX19" fmla="*/ 2189495 w 2900944"/>
              <a:gd name="connsiteY19" fmla="*/ 3045831 h 3156684"/>
              <a:gd name="connsiteX20" fmla="*/ 2428764 w 2900944"/>
              <a:gd name="connsiteY20" fmla="*/ 3074597 h 3156684"/>
              <a:gd name="connsiteX21" fmla="*/ 2656030 w 2900944"/>
              <a:gd name="connsiteY21" fmla="*/ 3074597 h 3156684"/>
              <a:gd name="connsiteX22" fmla="*/ 2900944 w 2900944"/>
              <a:gd name="connsiteY22" fmla="*/ 3156684 h 3156684"/>
              <a:gd name="connsiteX0" fmla="*/ 0 w 2900944"/>
              <a:gd name="connsiteY0" fmla="*/ 0 h 3156684"/>
              <a:gd name="connsiteX1" fmla="*/ 308883 w 2900944"/>
              <a:gd name="connsiteY1" fmla="*/ 1045224 h 3156684"/>
              <a:gd name="connsiteX2" fmla="*/ 638713 w 2900944"/>
              <a:gd name="connsiteY2" fmla="*/ 1465768 h 3156684"/>
              <a:gd name="connsiteX3" fmla="*/ 903396 w 2900944"/>
              <a:gd name="connsiteY3" fmla="*/ 1693757 h 3156684"/>
              <a:gd name="connsiteX4" fmla="*/ 1013220 w 2900944"/>
              <a:gd name="connsiteY4" fmla="*/ 1490435 h 3156684"/>
              <a:gd name="connsiteX5" fmla="*/ 1001347 w 2900944"/>
              <a:gd name="connsiteY5" fmla="*/ 1098826 h 3156684"/>
              <a:gd name="connsiteX6" fmla="*/ 978106 w 2900944"/>
              <a:gd name="connsiteY6" fmla="*/ 964142 h 3156684"/>
              <a:gd name="connsiteX7" fmla="*/ 978106 w 2900944"/>
              <a:gd name="connsiteY7" fmla="*/ 859367 h 3156684"/>
              <a:gd name="connsiteX8" fmla="*/ 1099880 w 2900944"/>
              <a:gd name="connsiteY8" fmla="*/ 602459 h 3156684"/>
              <a:gd name="connsiteX9" fmla="*/ 1282144 w 2900944"/>
              <a:gd name="connsiteY9" fmla="*/ 776214 h 3156684"/>
              <a:gd name="connsiteX10" fmla="*/ 1391777 w 2900944"/>
              <a:gd name="connsiteY10" fmla="*/ 860986 h 3156684"/>
              <a:gd name="connsiteX11" fmla="*/ 1444926 w 2900944"/>
              <a:gd name="connsiteY11" fmla="*/ 1088729 h 3156684"/>
              <a:gd name="connsiteX12" fmla="*/ 1340247 w 2900944"/>
              <a:gd name="connsiteY12" fmla="*/ 1419532 h 3156684"/>
              <a:gd name="connsiteX13" fmla="*/ 1308719 w 2900944"/>
              <a:gd name="connsiteY13" fmla="*/ 1645656 h 3156684"/>
              <a:gd name="connsiteX14" fmla="*/ 1408445 w 2900944"/>
              <a:gd name="connsiteY14" fmla="*/ 1898354 h 3156684"/>
              <a:gd name="connsiteX15" fmla="*/ 1589516 w 2900944"/>
              <a:gd name="connsiteY15" fmla="*/ 2234110 h 3156684"/>
              <a:gd name="connsiteX16" fmla="*/ 1700863 w 2900944"/>
              <a:gd name="connsiteY16" fmla="*/ 2465187 h 3156684"/>
              <a:gd name="connsiteX17" fmla="*/ 1871265 w 2900944"/>
              <a:gd name="connsiteY17" fmla="*/ 2763319 h 3156684"/>
              <a:gd name="connsiteX18" fmla="*/ 2031571 w 2900944"/>
              <a:gd name="connsiteY18" fmla="*/ 2954867 h 3156684"/>
              <a:gd name="connsiteX19" fmla="*/ 2189495 w 2900944"/>
              <a:gd name="connsiteY19" fmla="*/ 3045831 h 3156684"/>
              <a:gd name="connsiteX20" fmla="*/ 2428764 w 2900944"/>
              <a:gd name="connsiteY20" fmla="*/ 3074597 h 3156684"/>
              <a:gd name="connsiteX21" fmla="*/ 2656030 w 2900944"/>
              <a:gd name="connsiteY21" fmla="*/ 3074597 h 3156684"/>
              <a:gd name="connsiteX22" fmla="*/ 2900944 w 2900944"/>
              <a:gd name="connsiteY22" fmla="*/ 3156684 h 3156684"/>
              <a:gd name="connsiteX0" fmla="*/ 0 w 2900944"/>
              <a:gd name="connsiteY0" fmla="*/ 0 h 3156684"/>
              <a:gd name="connsiteX1" fmla="*/ 308883 w 2900944"/>
              <a:gd name="connsiteY1" fmla="*/ 1045224 h 3156684"/>
              <a:gd name="connsiteX2" fmla="*/ 638713 w 2900944"/>
              <a:gd name="connsiteY2" fmla="*/ 1465768 h 3156684"/>
              <a:gd name="connsiteX3" fmla="*/ 844597 w 2900944"/>
              <a:gd name="connsiteY3" fmla="*/ 1583097 h 3156684"/>
              <a:gd name="connsiteX4" fmla="*/ 1013220 w 2900944"/>
              <a:gd name="connsiteY4" fmla="*/ 1490435 h 3156684"/>
              <a:gd name="connsiteX5" fmla="*/ 1001347 w 2900944"/>
              <a:gd name="connsiteY5" fmla="*/ 1098826 h 3156684"/>
              <a:gd name="connsiteX6" fmla="*/ 978106 w 2900944"/>
              <a:gd name="connsiteY6" fmla="*/ 964142 h 3156684"/>
              <a:gd name="connsiteX7" fmla="*/ 978106 w 2900944"/>
              <a:gd name="connsiteY7" fmla="*/ 859367 h 3156684"/>
              <a:gd name="connsiteX8" fmla="*/ 1099880 w 2900944"/>
              <a:gd name="connsiteY8" fmla="*/ 602459 h 3156684"/>
              <a:gd name="connsiteX9" fmla="*/ 1282144 w 2900944"/>
              <a:gd name="connsiteY9" fmla="*/ 776214 h 3156684"/>
              <a:gd name="connsiteX10" fmla="*/ 1391777 w 2900944"/>
              <a:gd name="connsiteY10" fmla="*/ 860986 h 3156684"/>
              <a:gd name="connsiteX11" fmla="*/ 1444926 w 2900944"/>
              <a:gd name="connsiteY11" fmla="*/ 1088729 h 3156684"/>
              <a:gd name="connsiteX12" fmla="*/ 1340247 w 2900944"/>
              <a:gd name="connsiteY12" fmla="*/ 1419532 h 3156684"/>
              <a:gd name="connsiteX13" fmla="*/ 1308719 w 2900944"/>
              <a:gd name="connsiteY13" fmla="*/ 1645656 h 3156684"/>
              <a:gd name="connsiteX14" fmla="*/ 1408445 w 2900944"/>
              <a:gd name="connsiteY14" fmla="*/ 1898354 h 3156684"/>
              <a:gd name="connsiteX15" fmla="*/ 1589516 w 2900944"/>
              <a:gd name="connsiteY15" fmla="*/ 2234110 h 3156684"/>
              <a:gd name="connsiteX16" fmla="*/ 1700863 w 2900944"/>
              <a:gd name="connsiteY16" fmla="*/ 2465187 h 3156684"/>
              <a:gd name="connsiteX17" fmla="*/ 1871265 w 2900944"/>
              <a:gd name="connsiteY17" fmla="*/ 2763319 h 3156684"/>
              <a:gd name="connsiteX18" fmla="*/ 2031571 w 2900944"/>
              <a:gd name="connsiteY18" fmla="*/ 2954867 h 3156684"/>
              <a:gd name="connsiteX19" fmla="*/ 2189495 w 2900944"/>
              <a:gd name="connsiteY19" fmla="*/ 3045831 h 3156684"/>
              <a:gd name="connsiteX20" fmla="*/ 2428764 w 2900944"/>
              <a:gd name="connsiteY20" fmla="*/ 3074597 h 3156684"/>
              <a:gd name="connsiteX21" fmla="*/ 2656030 w 2900944"/>
              <a:gd name="connsiteY21" fmla="*/ 3074597 h 3156684"/>
              <a:gd name="connsiteX22" fmla="*/ 2900944 w 2900944"/>
              <a:gd name="connsiteY22" fmla="*/ 3156684 h 3156684"/>
              <a:gd name="connsiteX0" fmla="*/ 0 w 2900944"/>
              <a:gd name="connsiteY0" fmla="*/ 0 h 3156684"/>
              <a:gd name="connsiteX1" fmla="*/ 308883 w 2900944"/>
              <a:gd name="connsiteY1" fmla="*/ 1045224 h 3156684"/>
              <a:gd name="connsiteX2" fmla="*/ 638713 w 2900944"/>
              <a:gd name="connsiteY2" fmla="*/ 1465768 h 3156684"/>
              <a:gd name="connsiteX3" fmla="*/ 844597 w 2900944"/>
              <a:gd name="connsiteY3" fmla="*/ 1583097 h 3156684"/>
              <a:gd name="connsiteX4" fmla="*/ 988213 w 2900944"/>
              <a:gd name="connsiteY4" fmla="*/ 1446112 h 3156684"/>
              <a:gd name="connsiteX5" fmla="*/ 1001347 w 2900944"/>
              <a:gd name="connsiteY5" fmla="*/ 1098826 h 3156684"/>
              <a:gd name="connsiteX6" fmla="*/ 978106 w 2900944"/>
              <a:gd name="connsiteY6" fmla="*/ 964142 h 3156684"/>
              <a:gd name="connsiteX7" fmla="*/ 978106 w 2900944"/>
              <a:gd name="connsiteY7" fmla="*/ 859367 h 3156684"/>
              <a:gd name="connsiteX8" fmla="*/ 1099880 w 2900944"/>
              <a:gd name="connsiteY8" fmla="*/ 602459 h 3156684"/>
              <a:gd name="connsiteX9" fmla="*/ 1282144 w 2900944"/>
              <a:gd name="connsiteY9" fmla="*/ 776214 h 3156684"/>
              <a:gd name="connsiteX10" fmla="*/ 1391777 w 2900944"/>
              <a:gd name="connsiteY10" fmla="*/ 860986 h 3156684"/>
              <a:gd name="connsiteX11" fmla="*/ 1444926 w 2900944"/>
              <a:gd name="connsiteY11" fmla="*/ 1088729 h 3156684"/>
              <a:gd name="connsiteX12" fmla="*/ 1340247 w 2900944"/>
              <a:gd name="connsiteY12" fmla="*/ 1419532 h 3156684"/>
              <a:gd name="connsiteX13" fmla="*/ 1308719 w 2900944"/>
              <a:gd name="connsiteY13" fmla="*/ 1645656 h 3156684"/>
              <a:gd name="connsiteX14" fmla="*/ 1408445 w 2900944"/>
              <a:gd name="connsiteY14" fmla="*/ 1898354 h 3156684"/>
              <a:gd name="connsiteX15" fmla="*/ 1589516 w 2900944"/>
              <a:gd name="connsiteY15" fmla="*/ 2234110 h 3156684"/>
              <a:gd name="connsiteX16" fmla="*/ 1700863 w 2900944"/>
              <a:gd name="connsiteY16" fmla="*/ 2465187 h 3156684"/>
              <a:gd name="connsiteX17" fmla="*/ 1871265 w 2900944"/>
              <a:gd name="connsiteY17" fmla="*/ 2763319 h 3156684"/>
              <a:gd name="connsiteX18" fmla="*/ 2031571 w 2900944"/>
              <a:gd name="connsiteY18" fmla="*/ 2954867 h 3156684"/>
              <a:gd name="connsiteX19" fmla="*/ 2189495 w 2900944"/>
              <a:gd name="connsiteY19" fmla="*/ 3045831 h 3156684"/>
              <a:gd name="connsiteX20" fmla="*/ 2428764 w 2900944"/>
              <a:gd name="connsiteY20" fmla="*/ 3074597 h 3156684"/>
              <a:gd name="connsiteX21" fmla="*/ 2656030 w 2900944"/>
              <a:gd name="connsiteY21" fmla="*/ 3074597 h 3156684"/>
              <a:gd name="connsiteX22" fmla="*/ 2900944 w 2900944"/>
              <a:gd name="connsiteY22" fmla="*/ 3156684 h 3156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00944" h="3156684">
                <a:moveTo>
                  <a:pt x="0" y="0"/>
                </a:moveTo>
                <a:cubicBezTo>
                  <a:pt x="186106" y="447423"/>
                  <a:pt x="202431" y="800929"/>
                  <a:pt x="308883" y="1045224"/>
                </a:cubicBezTo>
                <a:cubicBezTo>
                  <a:pt x="415335" y="1289519"/>
                  <a:pt x="549427" y="1376123"/>
                  <a:pt x="638713" y="1465768"/>
                </a:cubicBezTo>
                <a:cubicBezTo>
                  <a:pt x="727999" y="1555414"/>
                  <a:pt x="786347" y="1586373"/>
                  <a:pt x="844597" y="1583097"/>
                </a:cubicBezTo>
                <a:cubicBezTo>
                  <a:pt x="902847" y="1579821"/>
                  <a:pt x="962088" y="1526824"/>
                  <a:pt x="988213" y="1446112"/>
                </a:cubicBezTo>
                <a:cubicBezTo>
                  <a:pt x="1014338" y="1365400"/>
                  <a:pt x="1013523" y="1205236"/>
                  <a:pt x="1001347" y="1098826"/>
                </a:cubicBezTo>
                <a:cubicBezTo>
                  <a:pt x="994108" y="1053868"/>
                  <a:pt x="985536" y="1009100"/>
                  <a:pt x="978106" y="964142"/>
                </a:cubicBezTo>
                <a:cubicBezTo>
                  <a:pt x="972296" y="929090"/>
                  <a:pt x="957810" y="919647"/>
                  <a:pt x="978106" y="859367"/>
                </a:cubicBezTo>
                <a:cubicBezTo>
                  <a:pt x="998402" y="799087"/>
                  <a:pt x="1045302" y="616460"/>
                  <a:pt x="1099880" y="602459"/>
                </a:cubicBezTo>
                <a:cubicBezTo>
                  <a:pt x="1160173" y="587028"/>
                  <a:pt x="1233495" y="733126"/>
                  <a:pt x="1282144" y="776214"/>
                </a:cubicBezTo>
                <a:cubicBezTo>
                  <a:pt x="1330793" y="819302"/>
                  <a:pt x="1363583" y="823363"/>
                  <a:pt x="1391777" y="860986"/>
                </a:cubicBezTo>
                <a:cubicBezTo>
                  <a:pt x="1440164" y="925375"/>
                  <a:pt x="1453308" y="1008243"/>
                  <a:pt x="1444926" y="1088729"/>
                </a:cubicBezTo>
                <a:cubicBezTo>
                  <a:pt x="1432925" y="1204172"/>
                  <a:pt x="1377013" y="1309042"/>
                  <a:pt x="1340247" y="1419532"/>
                </a:cubicBezTo>
                <a:cubicBezTo>
                  <a:pt x="1315863" y="1492684"/>
                  <a:pt x="1299765" y="1569170"/>
                  <a:pt x="1308719" y="1645656"/>
                </a:cubicBezTo>
                <a:cubicBezTo>
                  <a:pt x="1319291" y="1736334"/>
                  <a:pt x="1363964" y="1818154"/>
                  <a:pt x="1408445" y="1898354"/>
                </a:cubicBezTo>
                <a:cubicBezTo>
                  <a:pt x="1470072" y="2009606"/>
                  <a:pt x="1532937" y="2120287"/>
                  <a:pt x="1589516" y="2234110"/>
                </a:cubicBezTo>
                <a:cubicBezTo>
                  <a:pt x="1627616" y="2310691"/>
                  <a:pt x="1662858" y="2388606"/>
                  <a:pt x="1700863" y="2465187"/>
                </a:cubicBezTo>
                <a:cubicBezTo>
                  <a:pt x="1751822" y="2567771"/>
                  <a:pt x="1807829" y="2667879"/>
                  <a:pt x="1871265" y="2763319"/>
                </a:cubicBezTo>
                <a:cubicBezTo>
                  <a:pt x="1917557" y="2833042"/>
                  <a:pt x="1967944" y="2900575"/>
                  <a:pt x="2031571" y="2954867"/>
                </a:cubicBezTo>
                <a:cubicBezTo>
                  <a:pt x="2078244" y="2994682"/>
                  <a:pt x="2131203" y="3026686"/>
                  <a:pt x="2189495" y="3045831"/>
                </a:cubicBezTo>
                <a:cubicBezTo>
                  <a:pt x="2266172" y="3071072"/>
                  <a:pt x="2347896" y="3072691"/>
                  <a:pt x="2428764" y="3074597"/>
                </a:cubicBezTo>
                <a:cubicBezTo>
                  <a:pt x="2504583" y="3076311"/>
                  <a:pt x="2577333" y="3060916"/>
                  <a:pt x="2656030" y="3074597"/>
                </a:cubicBezTo>
                <a:cubicBezTo>
                  <a:pt x="2734727" y="3088278"/>
                  <a:pt x="2680424" y="3154335"/>
                  <a:pt x="2900944" y="3156684"/>
                </a:cubicBezTo>
              </a:path>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3D3136F4-81DE-9945-A1E8-58BB6272045C}"/>
              </a:ext>
            </a:extLst>
          </p:cNvPr>
          <p:cNvSpPr/>
          <p:nvPr userDrawn="1"/>
        </p:nvSpPr>
        <p:spPr>
          <a:xfrm rot="5504842" flipV="1">
            <a:off x="-351945" y="4083375"/>
            <a:ext cx="3040382" cy="2435189"/>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509905 w 4509905"/>
              <a:gd name="connsiteY0" fmla="*/ 2518395 h 2569167"/>
              <a:gd name="connsiteX1" fmla="*/ 4050648 w 4509905"/>
              <a:gd name="connsiteY1" fmla="*/ 2522727 h 2569167"/>
              <a:gd name="connsiteX2" fmla="*/ 3772003 w 4509905"/>
              <a:gd name="connsiteY2" fmla="*/ 2537946 h 2569167"/>
              <a:gd name="connsiteX3" fmla="*/ 3245652 w 4509905"/>
              <a:gd name="connsiteY3" fmla="*/ 2470890 h 2569167"/>
              <a:gd name="connsiteX4" fmla="*/ 2683391 w 4509905"/>
              <a:gd name="connsiteY4" fmla="*/ 2470890 h 2569167"/>
              <a:gd name="connsiteX5" fmla="*/ 2439932 w 4509905"/>
              <a:gd name="connsiteY5" fmla="*/ 2445839 h 2569167"/>
              <a:gd name="connsiteX6" fmla="*/ 2073600 w 4509905"/>
              <a:gd name="connsiteY6" fmla="*/ 2255434 h 2569167"/>
              <a:gd name="connsiteX7" fmla="*/ 1878338 w 4509905"/>
              <a:gd name="connsiteY7" fmla="*/ 1936538 h 2569167"/>
              <a:gd name="connsiteX8" fmla="*/ 1718794 w 4509905"/>
              <a:gd name="connsiteY8" fmla="*/ 1596114 h 2569167"/>
              <a:gd name="connsiteX9" fmla="*/ 1625735 w 4509905"/>
              <a:gd name="connsiteY9" fmla="*/ 1291885 h 2569167"/>
              <a:gd name="connsiteX10" fmla="*/ 1692219 w 4509905"/>
              <a:gd name="connsiteY10" fmla="*/ 848020 h 2569167"/>
              <a:gd name="connsiteX11" fmla="*/ 1756989 w 4509905"/>
              <a:gd name="connsiteY11" fmla="*/ 427396 h 2569167"/>
              <a:gd name="connsiteX12" fmla="*/ 1642308 w 4509905"/>
              <a:gd name="connsiteY12" fmla="*/ 222895 h 2569167"/>
              <a:gd name="connsiteX13" fmla="*/ 1506101 w 4509905"/>
              <a:gd name="connsiteY13" fmla="*/ 139741 h 2569167"/>
              <a:gd name="connsiteX14" fmla="*/ 1190104 w 4509905"/>
              <a:gd name="connsiteY14" fmla="*/ 204 h 2569167"/>
              <a:gd name="connsiteX15" fmla="*/ 999275 w 4509905"/>
              <a:gd name="connsiteY15" fmla="*/ 103165 h 2569167"/>
              <a:gd name="connsiteX16" fmla="*/ 626552 w 4509905"/>
              <a:gd name="connsiteY16" fmla="*/ 492237 h 2569167"/>
              <a:gd name="connsiteX17" fmla="*/ 0 w 4509905"/>
              <a:gd name="connsiteY17" fmla="*/ 132496 h 2569167"/>
              <a:gd name="connsiteX0" fmla="*/ 4050648 w 4050648"/>
              <a:gd name="connsiteY0" fmla="*/ 2522727 h 2540045"/>
              <a:gd name="connsiteX1" fmla="*/ 3772003 w 4050648"/>
              <a:gd name="connsiteY1" fmla="*/ 2537946 h 2540045"/>
              <a:gd name="connsiteX2" fmla="*/ 3245652 w 4050648"/>
              <a:gd name="connsiteY2" fmla="*/ 2470890 h 2540045"/>
              <a:gd name="connsiteX3" fmla="*/ 2683391 w 4050648"/>
              <a:gd name="connsiteY3" fmla="*/ 2470890 h 2540045"/>
              <a:gd name="connsiteX4" fmla="*/ 2439932 w 4050648"/>
              <a:gd name="connsiteY4" fmla="*/ 2445839 h 2540045"/>
              <a:gd name="connsiteX5" fmla="*/ 2073600 w 4050648"/>
              <a:gd name="connsiteY5" fmla="*/ 2255434 h 2540045"/>
              <a:gd name="connsiteX6" fmla="*/ 1878338 w 4050648"/>
              <a:gd name="connsiteY6" fmla="*/ 1936538 h 2540045"/>
              <a:gd name="connsiteX7" fmla="*/ 1718794 w 4050648"/>
              <a:gd name="connsiteY7" fmla="*/ 1596114 h 2540045"/>
              <a:gd name="connsiteX8" fmla="*/ 1625735 w 4050648"/>
              <a:gd name="connsiteY8" fmla="*/ 1291885 h 2540045"/>
              <a:gd name="connsiteX9" fmla="*/ 1692219 w 4050648"/>
              <a:gd name="connsiteY9" fmla="*/ 848020 h 2540045"/>
              <a:gd name="connsiteX10" fmla="*/ 1756989 w 4050648"/>
              <a:gd name="connsiteY10" fmla="*/ 427396 h 2540045"/>
              <a:gd name="connsiteX11" fmla="*/ 1642308 w 4050648"/>
              <a:gd name="connsiteY11" fmla="*/ 222895 h 2540045"/>
              <a:gd name="connsiteX12" fmla="*/ 1506101 w 4050648"/>
              <a:gd name="connsiteY12" fmla="*/ 139741 h 2540045"/>
              <a:gd name="connsiteX13" fmla="*/ 1190104 w 4050648"/>
              <a:gd name="connsiteY13" fmla="*/ 204 h 2540045"/>
              <a:gd name="connsiteX14" fmla="*/ 999275 w 4050648"/>
              <a:gd name="connsiteY14" fmla="*/ 103165 h 2540045"/>
              <a:gd name="connsiteX15" fmla="*/ 626552 w 4050648"/>
              <a:gd name="connsiteY15" fmla="*/ 492237 h 2540045"/>
              <a:gd name="connsiteX16" fmla="*/ 0 w 4050648"/>
              <a:gd name="connsiteY16" fmla="*/ 132496 h 2540045"/>
              <a:gd name="connsiteX0" fmla="*/ 3772003 w 3772003"/>
              <a:gd name="connsiteY0" fmla="*/ 2537946 h 2537946"/>
              <a:gd name="connsiteX1" fmla="*/ 3245652 w 3772003"/>
              <a:gd name="connsiteY1" fmla="*/ 2470890 h 2537946"/>
              <a:gd name="connsiteX2" fmla="*/ 2683391 w 3772003"/>
              <a:gd name="connsiteY2" fmla="*/ 2470890 h 2537946"/>
              <a:gd name="connsiteX3" fmla="*/ 2439932 w 3772003"/>
              <a:gd name="connsiteY3" fmla="*/ 2445839 h 2537946"/>
              <a:gd name="connsiteX4" fmla="*/ 2073600 w 3772003"/>
              <a:gd name="connsiteY4" fmla="*/ 2255434 h 2537946"/>
              <a:gd name="connsiteX5" fmla="*/ 1878338 w 3772003"/>
              <a:gd name="connsiteY5" fmla="*/ 1936538 h 2537946"/>
              <a:gd name="connsiteX6" fmla="*/ 1718794 w 3772003"/>
              <a:gd name="connsiteY6" fmla="*/ 1596114 h 2537946"/>
              <a:gd name="connsiteX7" fmla="*/ 1625735 w 3772003"/>
              <a:gd name="connsiteY7" fmla="*/ 1291885 h 2537946"/>
              <a:gd name="connsiteX8" fmla="*/ 1692219 w 3772003"/>
              <a:gd name="connsiteY8" fmla="*/ 848020 h 2537946"/>
              <a:gd name="connsiteX9" fmla="*/ 1756989 w 3772003"/>
              <a:gd name="connsiteY9" fmla="*/ 427396 h 2537946"/>
              <a:gd name="connsiteX10" fmla="*/ 1642308 w 3772003"/>
              <a:gd name="connsiteY10" fmla="*/ 222895 h 2537946"/>
              <a:gd name="connsiteX11" fmla="*/ 1506101 w 3772003"/>
              <a:gd name="connsiteY11" fmla="*/ 139741 h 2537946"/>
              <a:gd name="connsiteX12" fmla="*/ 1190104 w 3772003"/>
              <a:gd name="connsiteY12" fmla="*/ 204 h 2537946"/>
              <a:gd name="connsiteX13" fmla="*/ 999275 w 3772003"/>
              <a:gd name="connsiteY13" fmla="*/ 103165 h 2537946"/>
              <a:gd name="connsiteX14" fmla="*/ 626552 w 3772003"/>
              <a:gd name="connsiteY14" fmla="*/ 492237 h 2537946"/>
              <a:gd name="connsiteX15" fmla="*/ 0 w 3772003"/>
              <a:gd name="connsiteY15" fmla="*/ 132496 h 2537946"/>
              <a:gd name="connsiteX0" fmla="*/ 3947635 w 3947635"/>
              <a:gd name="connsiteY0" fmla="*/ 2571169 h 2571169"/>
              <a:gd name="connsiteX1" fmla="*/ 3245652 w 3947635"/>
              <a:gd name="connsiteY1" fmla="*/ 2470890 h 2571169"/>
              <a:gd name="connsiteX2" fmla="*/ 2683391 w 3947635"/>
              <a:gd name="connsiteY2" fmla="*/ 2470890 h 2571169"/>
              <a:gd name="connsiteX3" fmla="*/ 2439932 w 3947635"/>
              <a:gd name="connsiteY3" fmla="*/ 2445839 h 2571169"/>
              <a:gd name="connsiteX4" fmla="*/ 2073600 w 3947635"/>
              <a:gd name="connsiteY4" fmla="*/ 2255434 h 2571169"/>
              <a:gd name="connsiteX5" fmla="*/ 1878338 w 3947635"/>
              <a:gd name="connsiteY5" fmla="*/ 1936538 h 2571169"/>
              <a:gd name="connsiteX6" fmla="*/ 1718794 w 3947635"/>
              <a:gd name="connsiteY6" fmla="*/ 1596114 h 2571169"/>
              <a:gd name="connsiteX7" fmla="*/ 1625735 w 3947635"/>
              <a:gd name="connsiteY7" fmla="*/ 1291885 h 2571169"/>
              <a:gd name="connsiteX8" fmla="*/ 1692219 w 3947635"/>
              <a:gd name="connsiteY8" fmla="*/ 848020 h 2571169"/>
              <a:gd name="connsiteX9" fmla="*/ 1756989 w 3947635"/>
              <a:gd name="connsiteY9" fmla="*/ 427396 h 2571169"/>
              <a:gd name="connsiteX10" fmla="*/ 1642308 w 3947635"/>
              <a:gd name="connsiteY10" fmla="*/ 222895 h 2571169"/>
              <a:gd name="connsiteX11" fmla="*/ 1506101 w 3947635"/>
              <a:gd name="connsiteY11" fmla="*/ 139741 h 2571169"/>
              <a:gd name="connsiteX12" fmla="*/ 1190104 w 3947635"/>
              <a:gd name="connsiteY12" fmla="*/ 204 h 2571169"/>
              <a:gd name="connsiteX13" fmla="*/ 999275 w 3947635"/>
              <a:gd name="connsiteY13" fmla="*/ 103165 h 2571169"/>
              <a:gd name="connsiteX14" fmla="*/ 626552 w 3947635"/>
              <a:gd name="connsiteY14" fmla="*/ 492237 h 2571169"/>
              <a:gd name="connsiteX15" fmla="*/ 0 w 3947635"/>
              <a:gd name="connsiteY15" fmla="*/ 132496 h 2571169"/>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73600 w 3947635"/>
              <a:gd name="connsiteY4" fmla="*/ 2255434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88214 w 3947635"/>
              <a:gd name="connsiteY4" fmla="*/ 2333568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 name="connsiteX0" fmla="*/ 3779085 w 3779085"/>
              <a:gd name="connsiteY0" fmla="*/ 2893792 h 2925473"/>
              <a:gd name="connsiteX1" fmla="*/ 3077102 w 3779085"/>
              <a:gd name="connsiteY1" fmla="*/ 2793513 h 2925473"/>
              <a:gd name="connsiteX2" fmla="*/ 2514841 w 3779085"/>
              <a:gd name="connsiteY2" fmla="*/ 2793513 h 2925473"/>
              <a:gd name="connsiteX3" fmla="*/ 2271382 w 3779085"/>
              <a:gd name="connsiteY3" fmla="*/ 2768462 h 2925473"/>
              <a:gd name="connsiteX4" fmla="*/ 1919664 w 3779085"/>
              <a:gd name="connsiteY4" fmla="*/ 2656191 h 2925473"/>
              <a:gd name="connsiteX5" fmla="*/ 1709788 w 3779085"/>
              <a:gd name="connsiteY5" fmla="*/ 2259161 h 2925473"/>
              <a:gd name="connsiteX6" fmla="*/ 1550244 w 3779085"/>
              <a:gd name="connsiteY6" fmla="*/ 1918737 h 2925473"/>
              <a:gd name="connsiteX7" fmla="*/ 1457185 w 3779085"/>
              <a:gd name="connsiteY7" fmla="*/ 1614508 h 2925473"/>
              <a:gd name="connsiteX8" fmla="*/ 1523669 w 3779085"/>
              <a:gd name="connsiteY8" fmla="*/ 1170643 h 2925473"/>
              <a:gd name="connsiteX9" fmla="*/ 1588439 w 3779085"/>
              <a:gd name="connsiteY9" fmla="*/ 750019 h 2925473"/>
              <a:gd name="connsiteX10" fmla="*/ 1473758 w 3779085"/>
              <a:gd name="connsiteY10" fmla="*/ 545518 h 2925473"/>
              <a:gd name="connsiteX11" fmla="*/ 1337551 w 3779085"/>
              <a:gd name="connsiteY11" fmla="*/ 462364 h 2925473"/>
              <a:gd name="connsiteX12" fmla="*/ 1021554 w 3779085"/>
              <a:gd name="connsiteY12" fmla="*/ 322827 h 2925473"/>
              <a:gd name="connsiteX13" fmla="*/ 830725 w 3779085"/>
              <a:gd name="connsiteY13" fmla="*/ 425788 h 2925473"/>
              <a:gd name="connsiteX14" fmla="*/ 458002 w 3779085"/>
              <a:gd name="connsiteY14" fmla="*/ 814860 h 2925473"/>
              <a:gd name="connsiteX15" fmla="*/ 0 w 3779085"/>
              <a:gd name="connsiteY15" fmla="*/ -1 h 2925473"/>
              <a:gd name="connsiteX0" fmla="*/ 3779085 w 3779085"/>
              <a:gd name="connsiteY0" fmla="*/ 2893793 h 2925474"/>
              <a:gd name="connsiteX1" fmla="*/ 3077102 w 3779085"/>
              <a:gd name="connsiteY1" fmla="*/ 2793514 h 2925474"/>
              <a:gd name="connsiteX2" fmla="*/ 2514841 w 3779085"/>
              <a:gd name="connsiteY2" fmla="*/ 2793514 h 2925474"/>
              <a:gd name="connsiteX3" fmla="*/ 2271382 w 3779085"/>
              <a:gd name="connsiteY3" fmla="*/ 2768463 h 2925474"/>
              <a:gd name="connsiteX4" fmla="*/ 1919664 w 3779085"/>
              <a:gd name="connsiteY4" fmla="*/ 2656192 h 2925474"/>
              <a:gd name="connsiteX5" fmla="*/ 1709788 w 3779085"/>
              <a:gd name="connsiteY5" fmla="*/ 2259162 h 2925474"/>
              <a:gd name="connsiteX6" fmla="*/ 1550244 w 3779085"/>
              <a:gd name="connsiteY6" fmla="*/ 1918738 h 2925474"/>
              <a:gd name="connsiteX7" fmla="*/ 1457185 w 3779085"/>
              <a:gd name="connsiteY7" fmla="*/ 1614509 h 2925474"/>
              <a:gd name="connsiteX8" fmla="*/ 1523669 w 3779085"/>
              <a:gd name="connsiteY8" fmla="*/ 1170644 h 2925474"/>
              <a:gd name="connsiteX9" fmla="*/ 1588439 w 3779085"/>
              <a:gd name="connsiteY9" fmla="*/ 750020 h 2925474"/>
              <a:gd name="connsiteX10" fmla="*/ 1473758 w 3779085"/>
              <a:gd name="connsiteY10" fmla="*/ 545519 h 2925474"/>
              <a:gd name="connsiteX11" fmla="*/ 1337551 w 3779085"/>
              <a:gd name="connsiteY11" fmla="*/ 462365 h 2925474"/>
              <a:gd name="connsiteX12" fmla="*/ 1021554 w 3779085"/>
              <a:gd name="connsiteY12" fmla="*/ 322828 h 2925474"/>
              <a:gd name="connsiteX13" fmla="*/ 830725 w 3779085"/>
              <a:gd name="connsiteY13" fmla="*/ 425789 h 2925474"/>
              <a:gd name="connsiteX14" fmla="*/ 458002 w 3779085"/>
              <a:gd name="connsiteY14" fmla="*/ 814861 h 2925474"/>
              <a:gd name="connsiteX15" fmla="*/ 0 w 3779085"/>
              <a:gd name="connsiteY15" fmla="*/ 0 h 2925474"/>
              <a:gd name="connsiteX0" fmla="*/ 3077102 w 3077102"/>
              <a:gd name="connsiteY0" fmla="*/ 2793514 h 2793876"/>
              <a:gd name="connsiteX1" fmla="*/ 2514841 w 3077102"/>
              <a:gd name="connsiteY1" fmla="*/ 2793514 h 2793876"/>
              <a:gd name="connsiteX2" fmla="*/ 2271382 w 3077102"/>
              <a:gd name="connsiteY2" fmla="*/ 2768463 h 2793876"/>
              <a:gd name="connsiteX3" fmla="*/ 1919664 w 3077102"/>
              <a:gd name="connsiteY3" fmla="*/ 2656192 h 2793876"/>
              <a:gd name="connsiteX4" fmla="*/ 1709788 w 3077102"/>
              <a:gd name="connsiteY4" fmla="*/ 2259162 h 2793876"/>
              <a:gd name="connsiteX5" fmla="*/ 1550244 w 3077102"/>
              <a:gd name="connsiteY5" fmla="*/ 1918738 h 2793876"/>
              <a:gd name="connsiteX6" fmla="*/ 1457185 w 3077102"/>
              <a:gd name="connsiteY6" fmla="*/ 1614509 h 2793876"/>
              <a:gd name="connsiteX7" fmla="*/ 1523669 w 3077102"/>
              <a:gd name="connsiteY7" fmla="*/ 1170644 h 2793876"/>
              <a:gd name="connsiteX8" fmla="*/ 1588439 w 3077102"/>
              <a:gd name="connsiteY8" fmla="*/ 750020 h 2793876"/>
              <a:gd name="connsiteX9" fmla="*/ 1473758 w 3077102"/>
              <a:gd name="connsiteY9" fmla="*/ 545519 h 2793876"/>
              <a:gd name="connsiteX10" fmla="*/ 1337551 w 3077102"/>
              <a:gd name="connsiteY10" fmla="*/ 462365 h 2793876"/>
              <a:gd name="connsiteX11" fmla="*/ 1021554 w 3077102"/>
              <a:gd name="connsiteY11" fmla="*/ 322828 h 2793876"/>
              <a:gd name="connsiteX12" fmla="*/ 830725 w 3077102"/>
              <a:gd name="connsiteY12" fmla="*/ 425789 h 2793876"/>
              <a:gd name="connsiteX13" fmla="*/ 458002 w 3077102"/>
              <a:gd name="connsiteY13" fmla="*/ 814861 h 2793876"/>
              <a:gd name="connsiteX14" fmla="*/ 0 w 3077102"/>
              <a:gd name="connsiteY14" fmla="*/ 0 h 2793876"/>
              <a:gd name="connsiteX0" fmla="*/ 2798777 w 2798777"/>
              <a:gd name="connsiteY0" fmla="*/ 2922312 h 2922312"/>
              <a:gd name="connsiteX1" fmla="*/ 2514841 w 2798777"/>
              <a:gd name="connsiteY1" fmla="*/ 2793514 h 2922312"/>
              <a:gd name="connsiteX2" fmla="*/ 2271382 w 2798777"/>
              <a:gd name="connsiteY2" fmla="*/ 2768463 h 2922312"/>
              <a:gd name="connsiteX3" fmla="*/ 1919664 w 2798777"/>
              <a:gd name="connsiteY3" fmla="*/ 2656192 h 2922312"/>
              <a:gd name="connsiteX4" fmla="*/ 1709788 w 2798777"/>
              <a:gd name="connsiteY4" fmla="*/ 2259162 h 2922312"/>
              <a:gd name="connsiteX5" fmla="*/ 1550244 w 2798777"/>
              <a:gd name="connsiteY5" fmla="*/ 1918738 h 2922312"/>
              <a:gd name="connsiteX6" fmla="*/ 1457185 w 2798777"/>
              <a:gd name="connsiteY6" fmla="*/ 1614509 h 2922312"/>
              <a:gd name="connsiteX7" fmla="*/ 1523669 w 2798777"/>
              <a:gd name="connsiteY7" fmla="*/ 1170644 h 2922312"/>
              <a:gd name="connsiteX8" fmla="*/ 1588439 w 2798777"/>
              <a:gd name="connsiteY8" fmla="*/ 750020 h 2922312"/>
              <a:gd name="connsiteX9" fmla="*/ 1473758 w 2798777"/>
              <a:gd name="connsiteY9" fmla="*/ 545519 h 2922312"/>
              <a:gd name="connsiteX10" fmla="*/ 1337551 w 2798777"/>
              <a:gd name="connsiteY10" fmla="*/ 462365 h 2922312"/>
              <a:gd name="connsiteX11" fmla="*/ 1021554 w 2798777"/>
              <a:gd name="connsiteY11" fmla="*/ 322828 h 2922312"/>
              <a:gd name="connsiteX12" fmla="*/ 830725 w 2798777"/>
              <a:gd name="connsiteY12" fmla="*/ 425789 h 2922312"/>
              <a:gd name="connsiteX13" fmla="*/ 458002 w 2798777"/>
              <a:gd name="connsiteY13" fmla="*/ 814861 h 2922312"/>
              <a:gd name="connsiteX14" fmla="*/ 0 w 2798777"/>
              <a:gd name="connsiteY14" fmla="*/ 0 h 2922312"/>
              <a:gd name="connsiteX0" fmla="*/ 2798777 w 2798777"/>
              <a:gd name="connsiteY0" fmla="*/ 2922312 h 2922312"/>
              <a:gd name="connsiteX1" fmla="*/ 2399300 w 2798777"/>
              <a:gd name="connsiteY1" fmla="*/ 2886563 h 2922312"/>
              <a:gd name="connsiteX2" fmla="*/ 2271382 w 2798777"/>
              <a:gd name="connsiteY2" fmla="*/ 2768463 h 2922312"/>
              <a:gd name="connsiteX3" fmla="*/ 1919664 w 2798777"/>
              <a:gd name="connsiteY3" fmla="*/ 2656192 h 2922312"/>
              <a:gd name="connsiteX4" fmla="*/ 1709788 w 2798777"/>
              <a:gd name="connsiteY4" fmla="*/ 2259162 h 2922312"/>
              <a:gd name="connsiteX5" fmla="*/ 1550244 w 2798777"/>
              <a:gd name="connsiteY5" fmla="*/ 1918738 h 2922312"/>
              <a:gd name="connsiteX6" fmla="*/ 1457185 w 2798777"/>
              <a:gd name="connsiteY6" fmla="*/ 1614509 h 2922312"/>
              <a:gd name="connsiteX7" fmla="*/ 1523669 w 2798777"/>
              <a:gd name="connsiteY7" fmla="*/ 1170644 h 2922312"/>
              <a:gd name="connsiteX8" fmla="*/ 1588439 w 2798777"/>
              <a:gd name="connsiteY8" fmla="*/ 750020 h 2922312"/>
              <a:gd name="connsiteX9" fmla="*/ 1473758 w 2798777"/>
              <a:gd name="connsiteY9" fmla="*/ 545519 h 2922312"/>
              <a:gd name="connsiteX10" fmla="*/ 1337551 w 2798777"/>
              <a:gd name="connsiteY10" fmla="*/ 462365 h 2922312"/>
              <a:gd name="connsiteX11" fmla="*/ 1021554 w 2798777"/>
              <a:gd name="connsiteY11" fmla="*/ 322828 h 2922312"/>
              <a:gd name="connsiteX12" fmla="*/ 830725 w 2798777"/>
              <a:gd name="connsiteY12" fmla="*/ 425789 h 2922312"/>
              <a:gd name="connsiteX13" fmla="*/ 458002 w 2798777"/>
              <a:gd name="connsiteY13" fmla="*/ 814861 h 2922312"/>
              <a:gd name="connsiteX14" fmla="*/ 0 w 2798777"/>
              <a:gd name="connsiteY14" fmla="*/ 0 h 2922312"/>
              <a:gd name="connsiteX0" fmla="*/ 2798777 w 2798777"/>
              <a:gd name="connsiteY0" fmla="*/ 2922312 h 2922312"/>
              <a:gd name="connsiteX1" fmla="*/ 2399300 w 2798777"/>
              <a:gd name="connsiteY1" fmla="*/ 2886563 h 2922312"/>
              <a:gd name="connsiteX2" fmla="*/ 2173920 w 2798777"/>
              <a:gd name="connsiteY2" fmla="*/ 2867506 h 2922312"/>
              <a:gd name="connsiteX3" fmla="*/ 1919664 w 2798777"/>
              <a:gd name="connsiteY3" fmla="*/ 2656192 h 2922312"/>
              <a:gd name="connsiteX4" fmla="*/ 1709788 w 2798777"/>
              <a:gd name="connsiteY4" fmla="*/ 2259162 h 2922312"/>
              <a:gd name="connsiteX5" fmla="*/ 1550244 w 2798777"/>
              <a:gd name="connsiteY5" fmla="*/ 1918738 h 2922312"/>
              <a:gd name="connsiteX6" fmla="*/ 1457185 w 2798777"/>
              <a:gd name="connsiteY6" fmla="*/ 1614509 h 2922312"/>
              <a:gd name="connsiteX7" fmla="*/ 1523669 w 2798777"/>
              <a:gd name="connsiteY7" fmla="*/ 1170644 h 2922312"/>
              <a:gd name="connsiteX8" fmla="*/ 1588439 w 2798777"/>
              <a:gd name="connsiteY8" fmla="*/ 750020 h 2922312"/>
              <a:gd name="connsiteX9" fmla="*/ 1473758 w 2798777"/>
              <a:gd name="connsiteY9" fmla="*/ 545519 h 2922312"/>
              <a:gd name="connsiteX10" fmla="*/ 1337551 w 2798777"/>
              <a:gd name="connsiteY10" fmla="*/ 462365 h 2922312"/>
              <a:gd name="connsiteX11" fmla="*/ 1021554 w 2798777"/>
              <a:gd name="connsiteY11" fmla="*/ 322828 h 2922312"/>
              <a:gd name="connsiteX12" fmla="*/ 830725 w 2798777"/>
              <a:gd name="connsiteY12" fmla="*/ 425789 h 2922312"/>
              <a:gd name="connsiteX13" fmla="*/ 458002 w 2798777"/>
              <a:gd name="connsiteY13" fmla="*/ 814861 h 2922312"/>
              <a:gd name="connsiteX14" fmla="*/ 0 w 2798777"/>
              <a:gd name="connsiteY14" fmla="*/ 0 h 2922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8777" h="2922312">
                <a:moveTo>
                  <a:pt x="2798777" y="2922312"/>
                </a:moveTo>
                <a:cubicBezTo>
                  <a:pt x="2588070" y="2905599"/>
                  <a:pt x="2503443" y="2895697"/>
                  <a:pt x="2399300" y="2886563"/>
                </a:cubicBezTo>
                <a:cubicBezTo>
                  <a:pt x="2295157" y="2877429"/>
                  <a:pt x="2253859" y="2905901"/>
                  <a:pt x="2173920" y="2867506"/>
                </a:cubicBezTo>
                <a:cubicBezTo>
                  <a:pt x="2093981" y="2829111"/>
                  <a:pt x="1997019" y="2757583"/>
                  <a:pt x="1919664" y="2656192"/>
                </a:cubicBezTo>
                <a:cubicBezTo>
                  <a:pt x="1842309" y="2554801"/>
                  <a:pt x="1771358" y="2382071"/>
                  <a:pt x="1709788" y="2259162"/>
                </a:cubicBezTo>
                <a:cubicBezTo>
                  <a:pt x="1648218" y="2136253"/>
                  <a:pt x="1600250" y="2033609"/>
                  <a:pt x="1550244" y="1918738"/>
                </a:cubicBezTo>
                <a:cubicBezTo>
                  <a:pt x="1507572" y="1820821"/>
                  <a:pt x="1468996" y="1720427"/>
                  <a:pt x="1457185" y="1614509"/>
                </a:cubicBezTo>
                <a:cubicBezTo>
                  <a:pt x="1440516" y="1464395"/>
                  <a:pt x="1479092" y="1315520"/>
                  <a:pt x="1523669" y="1170644"/>
                </a:cubicBezTo>
                <a:cubicBezTo>
                  <a:pt x="1566341" y="1032056"/>
                  <a:pt x="1616633" y="891086"/>
                  <a:pt x="1588439" y="750020"/>
                </a:cubicBezTo>
                <a:cubicBezTo>
                  <a:pt x="1572723" y="671344"/>
                  <a:pt x="1533956" y="598573"/>
                  <a:pt x="1473758" y="545519"/>
                </a:cubicBezTo>
                <a:cubicBezTo>
                  <a:pt x="1433658" y="510181"/>
                  <a:pt x="1412918" y="499480"/>
                  <a:pt x="1337551" y="462365"/>
                </a:cubicBezTo>
                <a:cubicBezTo>
                  <a:pt x="1262184" y="425250"/>
                  <a:pt x="1130996" y="317303"/>
                  <a:pt x="1021554" y="322828"/>
                </a:cubicBezTo>
                <a:cubicBezTo>
                  <a:pt x="955355" y="326161"/>
                  <a:pt x="924650" y="343784"/>
                  <a:pt x="830725" y="425789"/>
                </a:cubicBezTo>
                <a:cubicBezTo>
                  <a:pt x="736800" y="507794"/>
                  <a:pt x="684328" y="914501"/>
                  <a:pt x="458002" y="814861"/>
                </a:cubicBezTo>
                <a:cubicBezTo>
                  <a:pt x="120847" y="606933"/>
                  <a:pt x="112757" y="34259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D2A5F582-549A-13D5-8886-EA33501C624C}"/>
              </a:ext>
            </a:extLst>
          </p:cNvPr>
          <p:cNvSpPr/>
          <p:nvPr userDrawn="1"/>
        </p:nvSpPr>
        <p:spPr>
          <a:xfrm rot="5504842" flipV="1">
            <a:off x="-394164" y="4260842"/>
            <a:ext cx="2927590" cy="2216995"/>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3886622"/>
              <a:gd name="connsiteY0" fmla="*/ 251066 h 2542606"/>
              <a:gd name="connsiteX1" fmla="*/ 650747 w 3886622"/>
              <a:gd name="connsiteY1" fmla="*/ 123344 h 2542606"/>
              <a:gd name="connsiteX2" fmla="*/ 1173830 w 3886622"/>
              <a:gd name="connsiteY2" fmla="*/ 40670 h 2542606"/>
              <a:gd name="connsiteX3" fmla="*/ 1774476 w 3886622"/>
              <a:gd name="connsiteY3" fmla="*/ 261745 h 2542606"/>
              <a:gd name="connsiteX4" fmla="*/ 2039267 w 3886622"/>
              <a:gd name="connsiteY4" fmla="*/ 572068 h 2542606"/>
              <a:gd name="connsiteX5" fmla="*/ 1920304 w 3886622"/>
              <a:gd name="connsiteY5" fmla="*/ 746091 h 2542606"/>
              <a:gd name="connsiteX6" fmla="*/ 1776762 w 3886622"/>
              <a:gd name="connsiteY6" fmla="*/ 1062036 h 2542606"/>
              <a:gd name="connsiteX7" fmla="*/ 1745139 w 3886622"/>
              <a:gd name="connsiteY7" fmla="*/ 1576195 h 2542606"/>
              <a:gd name="connsiteX8" fmla="*/ 1868583 w 3886622"/>
              <a:gd name="connsiteY8" fmla="*/ 1906522 h 2542606"/>
              <a:gd name="connsiteX9" fmla="*/ 2003552 w 3886622"/>
              <a:gd name="connsiteY9" fmla="*/ 2162173 h 2542606"/>
              <a:gd name="connsiteX10" fmla="*/ 2213198 w 3886622"/>
              <a:gd name="connsiteY10" fmla="*/ 2371914 h 2542606"/>
              <a:gd name="connsiteX11" fmla="*/ 2585435 w 3886622"/>
              <a:gd name="connsiteY11" fmla="*/ 2467735 h 2542606"/>
              <a:gd name="connsiteX12" fmla="*/ 2946813 w 3886622"/>
              <a:gd name="connsiteY12" fmla="*/ 2467735 h 2542606"/>
              <a:gd name="connsiteX13" fmla="*/ 3202940 w 3886622"/>
              <a:gd name="connsiteY13" fmla="*/ 2482975 h 2542606"/>
              <a:gd name="connsiteX14" fmla="*/ 3518599 w 3886622"/>
              <a:gd name="connsiteY14" fmla="*/ 2516218 h 2542606"/>
              <a:gd name="connsiteX15" fmla="*/ 3886622 w 3886622"/>
              <a:gd name="connsiteY15" fmla="*/ 2542240 h 2542606"/>
              <a:gd name="connsiteX0" fmla="*/ 0 w 3753495"/>
              <a:gd name="connsiteY0" fmla="*/ 251066 h 2600288"/>
              <a:gd name="connsiteX1" fmla="*/ 650747 w 3753495"/>
              <a:gd name="connsiteY1" fmla="*/ 123344 h 2600288"/>
              <a:gd name="connsiteX2" fmla="*/ 1173830 w 3753495"/>
              <a:gd name="connsiteY2" fmla="*/ 40670 h 2600288"/>
              <a:gd name="connsiteX3" fmla="*/ 1774476 w 3753495"/>
              <a:gd name="connsiteY3" fmla="*/ 261745 h 2600288"/>
              <a:gd name="connsiteX4" fmla="*/ 2039267 w 3753495"/>
              <a:gd name="connsiteY4" fmla="*/ 572068 h 2600288"/>
              <a:gd name="connsiteX5" fmla="*/ 1920304 w 3753495"/>
              <a:gd name="connsiteY5" fmla="*/ 746091 h 2600288"/>
              <a:gd name="connsiteX6" fmla="*/ 1776762 w 3753495"/>
              <a:gd name="connsiteY6" fmla="*/ 1062036 h 2600288"/>
              <a:gd name="connsiteX7" fmla="*/ 1745139 w 3753495"/>
              <a:gd name="connsiteY7" fmla="*/ 1576195 h 2600288"/>
              <a:gd name="connsiteX8" fmla="*/ 1868583 w 3753495"/>
              <a:gd name="connsiteY8" fmla="*/ 1906522 h 2600288"/>
              <a:gd name="connsiteX9" fmla="*/ 2003552 w 3753495"/>
              <a:gd name="connsiteY9" fmla="*/ 2162173 h 2600288"/>
              <a:gd name="connsiteX10" fmla="*/ 2213198 w 3753495"/>
              <a:gd name="connsiteY10" fmla="*/ 2371914 h 2600288"/>
              <a:gd name="connsiteX11" fmla="*/ 2585435 w 3753495"/>
              <a:gd name="connsiteY11" fmla="*/ 2467735 h 2600288"/>
              <a:gd name="connsiteX12" fmla="*/ 2946813 w 3753495"/>
              <a:gd name="connsiteY12" fmla="*/ 2467735 h 2600288"/>
              <a:gd name="connsiteX13" fmla="*/ 3202940 w 3753495"/>
              <a:gd name="connsiteY13" fmla="*/ 2482975 h 2600288"/>
              <a:gd name="connsiteX14" fmla="*/ 3518599 w 3753495"/>
              <a:gd name="connsiteY14" fmla="*/ 2516218 h 2600288"/>
              <a:gd name="connsiteX15" fmla="*/ 3753495 w 3753495"/>
              <a:gd name="connsiteY15" fmla="*/ 2600174 h 2600288"/>
              <a:gd name="connsiteX0" fmla="*/ 0 w 3567769"/>
              <a:gd name="connsiteY0" fmla="*/ 0 h 2745695"/>
              <a:gd name="connsiteX1" fmla="*/ 465021 w 3567769"/>
              <a:gd name="connsiteY1" fmla="*/ 268751 h 2745695"/>
              <a:gd name="connsiteX2" fmla="*/ 988104 w 3567769"/>
              <a:gd name="connsiteY2" fmla="*/ 186077 h 2745695"/>
              <a:gd name="connsiteX3" fmla="*/ 1588750 w 3567769"/>
              <a:gd name="connsiteY3" fmla="*/ 407152 h 2745695"/>
              <a:gd name="connsiteX4" fmla="*/ 1853541 w 3567769"/>
              <a:gd name="connsiteY4" fmla="*/ 717475 h 2745695"/>
              <a:gd name="connsiteX5" fmla="*/ 1734578 w 3567769"/>
              <a:gd name="connsiteY5" fmla="*/ 891498 h 2745695"/>
              <a:gd name="connsiteX6" fmla="*/ 1591036 w 3567769"/>
              <a:gd name="connsiteY6" fmla="*/ 1207443 h 2745695"/>
              <a:gd name="connsiteX7" fmla="*/ 1559413 w 3567769"/>
              <a:gd name="connsiteY7" fmla="*/ 1721602 h 2745695"/>
              <a:gd name="connsiteX8" fmla="*/ 1682857 w 3567769"/>
              <a:gd name="connsiteY8" fmla="*/ 2051929 h 2745695"/>
              <a:gd name="connsiteX9" fmla="*/ 1817826 w 3567769"/>
              <a:gd name="connsiteY9" fmla="*/ 2307580 h 2745695"/>
              <a:gd name="connsiteX10" fmla="*/ 2027472 w 3567769"/>
              <a:gd name="connsiteY10" fmla="*/ 2517321 h 2745695"/>
              <a:gd name="connsiteX11" fmla="*/ 2399709 w 3567769"/>
              <a:gd name="connsiteY11" fmla="*/ 2613142 h 2745695"/>
              <a:gd name="connsiteX12" fmla="*/ 2761087 w 3567769"/>
              <a:gd name="connsiteY12" fmla="*/ 2613142 h 2745695"/>
              <a:gd name="connsiteX13" fmla="*/ 3017214 w 3567769"/>
              <a:gd name="connsiteY13" fmla="*/ 2628382 h 2745695"/>
              <a:gd name="connsiteX14" fmla="*/ 3332873 w 3567769"/>
              <a:gd name="connsiteY14" fmla="*/ 2661625 h 2745695"/>
              <a:gd name="connsiteX15" fmla="*/ 3567769 w 3567769"/>
              <a:gd name="connsiteY15" fmla="*/ 2745581 h 2745695"/>
              <a:gd name="connsiteX0" fmla="*/ 0 w 3567769"/>
              <a:gd name="connsiteY0" fmla="*/ 0 h 2745695"/>
              <a:gd name="connsiteX1" fmla="*/ 465021 w 3567769"/>
              <a:gd name="connsiteY1" fmla="*/ 268751 h 2745695"/>
              <a:gd name="connsiteX2" fmla="*/ 988104 w 3567769"/>
              <a:gd name="connsiteY2" fmla="*/ 186077 h 2745695"/>
              <a:gd name="connsiteX3" fmla="*/ 1588750 w 3567769"/>
              <a:gd name="connsiteY3" fmla="*/ 407152 h 2745695"/>
              <a:gd name="connsiteX4" fmla="*/ 1853541 w 3567769"/>
              <a:gd name="connsiteY4" fmla="*/ 717475 h 2745695"/>
              <a:gd name="connsiteX5" fmla="*/ 1734578 w 3567769"/>
              <a:gd name="connsiteY5" fmla="*/ 891498 h 2745695"/>
              <a:gd name="connsiteX6" fmla="*/ 1591036 w 3567769"/>
              <a:gd name="connsiteY6" fmla="*/ 1207443 h 2745695"/>
              <a:gd name="connsiteX7" fmla="*/ 1559413 w 3567769"/>
              <a:gd name="connsiteY7" fmla="*/ 1721602 h 2745695"/>
              <a:gd name="connsiteX8" fmla="*/ 1682857 w 3567769"/>
              <a:gd name="connsiteY8" fmla="*/ 2051929 h 2745695"/>
              <a:gd name="connsiteX9" fmla="*/ 1817826 w 3567769"/>
              <a:gd name="connsiteY9" fmla="*/ 2307580 h 2745695"/>
              <a:gd name="connsiteX10" fmla="*/ 2027472 w 3567769"/>
              <a:gd name="connsiteY10" fmla="*/ 2517321 h 2745695"/>
              <a:gd name="connsiteX11" fmla="*/ 2399709 w 3567769"/>
              <a:gd name="connsiteY11" fmla="*/ 2613142 h 2745695"/>
              <a:gd name="connsiteX12" fmla="*/ 2761087 w 3567769"/>
              <a:gd name="connsiteY12" fmla="*/ 2613142 h 2745695"/>
              <a:gd name="connsiteX13" fmla="*/ 3017214 w 3567769"/>
              <a:gd name="connsiteY13" fmla="*/ 2628382 h 2745695"/>
              <a:gd name="connsiteX14" fmla="*/ 3332873 w 3567769"/>
              <a:gd name="connsiteY14" fmla="*/ 2661625 h 2745695"/>
              <a:gd name="connsiteX15" fmla="*/ 3567769 w 3567769"/>
              <a:gd name="connsiteY15" fmla="*/ 2745581 h 2745695"/>
              <a:gd name="connsiteX0" fmla="*/ 0 w 3567769"/>
              <a:gd name="connsiteY0" fmla="*/ 0 h 2745695"/>
              <a:gd name="connsiteX1" fmla="*/ 68206 w 3567769"/>
              <a:gd name="connsiteY1" fmla="*/ 346120 h 2745695"/>
              <a:gd name="connsiteX2" fmla="*/ 465021 w 3567769"/>
              <a:gd name="connsiteY2" fmla="*/ 268751 h 2745695"/>
              <a:gd name="connsiteX3" fmla="*/ 988104 w 3567769"/>
              <a:gd name="connsiteY3" fmla="*/ 186077 h 2745695"/>
              <a:gd name="connsiteX4" fmla="*/ 1588750 w 3567769"/>
              <a:gd name="connsiteY4" fmla="*/ 407152 h 2745695"/>
              <a:gd name="connsiteX5" fmla="*/ 1853541 w 3567769"/>
              <a:gd name="connsiteY5" fmla="*/ 717475 h 2745695"/>
              <a:gd name="connsiteX6" fmla="*/ 1734578 w 3567769"/>
              <a:gd name="connsiteY6" fmla="*/ 891498 h 2745695"/>
              <a:gd name="connsiteX7" fmla="*/ 1591036 w 3567769"/>
              <a:gd name="connsiteY7" fmla="*/ 1207443 h 2745695"/>
              <a:gd name="connsiteX8" fmla="*/ 1559413 w 3567769"/>
              <a:gd name="connsiteY8" fmla="*/ 1721602 h 2745695"/>
              <a:gd name="connsiteX9" fmla="*/ 1682857 w 3567769"/>
              <a:gd name="connsiteY9" fmla="*/ 2051929 h 2745695"/>
              <a:gd name="connsiteX10" fmla="*/ 1817826 w 3567769"/>
              <a:gd name="connsiteY10" fmla="*/ 2307580 h 2745695"/>
              <a:gd name="connsiteX11" fmla="*/ 2027472 w 3567769"/>
              <a:gd name="connsiteY11" fmla="*/ 2517321 h 2745695"/>
              <a:gd name="connsiteX12" fmla="*/ 2399709 w 3567769"/>
              <a:gd name="connsiteY12" fmla="*/ 2613142 h 2745695"/>
              <a:gd name="connsiteX13" fmla="*/ 2761087 w 3567769"/>
              <a:gd name="connsiteY13" fmla="*/ 2613142 h 2745695"/>
              <a:gd name="connsiteX14" fmla="*/ 3017214 w 3567769"/>
              <a:gd name="connsiteY14" fmla="*/ 2628382 h 2745695"/>
              <a:gd name="connsiteX15" fmla="*/ 3332873 w 3567769"/>
              <a:gd name="connsiteY15" fmla="*/ 2661625 h 2745695"/>
              <a:gd name="connsiteX16" fmla="*/ 3567769 w 3567769"/>
              <a:gd name="connsiteY16" fmla="*/ 2745581 h 2745695"/>
              <a:gd name="connsiteX0" fmla="*/ 0 w 3567769"/>
              <a:gd name="connsiteY0" fmla="*/ 0 h 2745695"/>
              <a:gd name="connsiteX1" fmla="*/ 68206 w 3567769"/>
              <a:gd name="connsiteY1" fmla="*/ 346120 h 2745695"/>
              <a:gd name="connsiteX2" fmla="*/ 465021 w 3567769"/>
              <a:gd name="connsiteY2" fmla="*/ 268751 h 2745695"/>
              <a:gd name="connsiteX3" fmla="*/ 988104 w 3567769"/>
              <a:gd name="connsiteY3" fmla="*/ 186077 h 2745695"/>
              <a:gd name="connsiteX4" fmla="*/ 1588750 w 3567769"/>
              <a:gd name="connsiteY4" fmla="*/ 407152 h 2745695"/>
              <a:gd name="connsiteX5" fmla="*/ 1853541 w 3567769"/>
              <a:gd name="connsiteY5" fmla="*/ 717475 h 2745695"/>
              <a:gd name="connsiteX6" fmla="*/ 1734578 w 3567769"/>
              <a:gd name="connsiteY6" fmla="*/ 891498 h 2745695"/>
              <a:gd name="connsiteX7" fmla="*/ 1591036 w 3567769"/>
              <a:gd name="connsiteY7" fmla="*/ 1207443 h 2745695"/>
              <a:gd name="connsiteX8" fmla="*/ 1559413 w 3567769"/>
              <a:gd name="connsiteY8" fmla="*/ 1721602 h 2745695"/>
              <a:gd name="connsiteX9" fmla="*/ 1682857 w 3567769"/>
              <a:gd name="connsiteY9" fmla="*/ 2051929 h 2745695"/>
              <a:gd name="connsiteX10" fmla="*/ 1817826 w 3567769"/>
              <a:gd name="connsiteY10" fmla="*/ 2307580 h 2745695"/>
              <a:gd name="connsiteX11" fmla="*/ 2027472 w 3567769"/>
              <a:gd name="connsiteY11" fmla="*/ 2517321 h 2745695"/>
              <a:gd name="connsiteX12" fmla="*/ 2399709 w 3567769"/>
              <a:gd name="connsiteY12" fmla="*/ 2613142 h 2745695"/>
              <a:gd name="connsiteX13" fmla="*/ 2761087 w 3567769"/>
              <a:gd name="connsiteY13" fmla="*/ 2613142 h 2745695"/>
              <a:gd name="connsiteX14" fmla="*/ 3017214 w 3567769"/>
              <a:gd name="connsiteY14" fmla="*/ 2628382 h 2745695"/>
              <a:gd name="connsiteX15" fmla="*/ 3332873 w 3567769"/>
              <a:gd name="connsiteY15" fmla="*/ 2661625 h 2745695"/>
              <a:gd name="connsiteX16" fmla="*/ 3567769 w 3567769"/>
              <a:gd name="connsiteY16" fmla="*/ 2745581 h 2745695"/>
              <a:gd name="connsiteX0" fmla="*/ 0 w 3567769"/>
              <a:gd name="connsiteY0" fmla="*/ 0 h 2745695"/>
              <a:gd name="connsiteX1" fmla="*/ 68206 w 3567769"/>
              <a:gd name="connsiteY1" fmla="*/ 346120 h 2745695"/>
              <a:gd name="connsiteX2" fmla="*/ 465021 w 3567769"/>
              <a:gd name="connsiteY2" fmla="*/ 268751 h 2745695"/>
              <a:gd name="connsiteX3" fmla="*/ 988104 w 3567769"/>
              <a:gd name="connsiteY3" fmla="*/ 186077 h 2745695"/>
              <a:gd name="connsiteX4" fmla="*/ 1588750 w 3567769"/>
              <a:gd name="connsiteY4" fmla="*/ 407152 h 2745695"/>
              <a:gd name="connsiteX5" fmla="*/ 1853541 w 3567769"/>
              <a:gd name="connsiteY5" fmla="*/ 717475 h 2745695"/>
              <a:gd name="connsiteX6" fmla="*/ 1734578 w 3567769"/>
              <a:gd name="connsiteY6" fmla="*/ 891498 h 2745695"/>
              <a:gd name="connsiteX7" fmla="*/ 1591036 w 3567769"/>
              <a:gd name="connsiteY7" fmla="*/ 1207443 h 2745695"/>
              <a:gd name="connsiteX8" fmla="*/ 1559413 w 3567769"/>
              <a:gd name="connsiteY8" fmla="*/ 1721602 h 2745695"/>
              <a:gd name="connsiteX9" fmla="*/ 1682857 w 3567769"/>
              <a:gd name="connsiteY9" fmla="*/ 2051929 h 2745695"/>
              <a:gd name="connsiteX10" fmla="*/ 1817826 w 3567769"/>
              <a:gd name="connsiteY10" fmla="*/ 2307580 h 2745695"/>
              <a:gd name="connsiteX11" fmla="*/ 2027472 w 3567769"/>
              <a:gd name="connsiteY11" fmla="*/ 2517321 h 2745695"/>
              <a:gd name="connsiteX12" fmla="*/ 2399709 w 3567769"/>
              <a:gd name="connsiteY12" fmla="*/ 2613142 h 2745695"/>
              <a:gd name="connsiteX13" fmla="*/ 2761087 w 3567769"/>
              <a:gd name="connsiteY13" fmla="*/ 2613142 h 2745695"/>
              <a:gd name="connsiteX14" fmla="*/ 3017214 w 3567769"/>
              <a:gd name="connsiteY14" fmla="*/ 2628382 h 2745695"/>
              <a:gd name="connsiteX15" fmla="*/ 3332873 w 3567769"/>
              <a:gd name="connsiteY15" fmla="*/ 2661625 h 2745695"/>
              <a:gd name="connsiteX16" fmla="*/ 3567769 w 3567769"/>
              <a:gd name="connsiteY16" fmla="*/ 2745581 h 2745695"/>
              <a:gd name="connsiteX0" fmla="*/ 0 w 3567769"/>
              <a:gd name="connsiteY0" fmla="*/ 0 h 2745695"/>
              <a:gd name="connsiteX1" fmla="*/ 68206 w 3567769"/>
              <a:gd name="connsiteY1" fmla="*/ 346120 h 2745695"/>
              <a:gd name="connsiteX2" fmla="*/ 501456 w 3567769"/>
              <a:gd name="connsiteY2" fmla="*/ 288655 h 2745695"/>
              <a:gd name="connsiteX3" fmla="*/ 988104 w 3567769"/>
              <a:gd name="connsiteY3" fmla="*/ 186077 h 2745695"/>
              <a:gd name="connsiteX4" fmla="*/ 1588750 w 3567769"/>
              <a:gd name="connsiteY4" fmla="*/ 407152 h 2745695"/>
              <a:gd name="connsiteX5" fmla="*/ 1853541 w 3567769"/>
              <a:gd name="connsiteY5" fmla="*/ 717475 h 2745695"/>
              <a:gd name="connsiteX6" fmla="*/ 1734578 w 3567769"/>
              <a:gd name="connsiteY6" fmla="*/ 891498 h 2745695"/>
              <a:gd name="connsiteX7" fmla="*/ 1591036 w 3567769"/>
              <a:gd name="connsiteY7" fmla="*/ 1207443 h 2745695"/>
              <a:gd name="connsiteX8" fmla="*/ 1559413 w 3567769"/>
              <a:gd name="connsiteY8" fmla="*/ 1721602 h 2745695"/>
              <a:gd name="connsiteX9" fmla="*/ 1682857 w 3567769"/>
              <a:gd name="connsiteY9" fmla="*/ 2051929 h 2745695"/>
              <a:gd name="connsiteX10" fmla="*/ 1817826 w 3567769"/>
              <a:gd name="connsiteY10" fmla="*/ 2307580 h 2745695"/>
              <a:gd name="connsiteX11" fmla="*/ 2027472 w 3567769"/>
              <a:gd name="connsiteY11" fmla="*/ 2517321 h 2745695"/>
              <a:gd name="connsiteX12" fmla="*/ 2399709 w 3567769"/>
              <a:gd name="connsiteY12" fmla="*/ 2613142 h 2745695"/>
              <a:gd name="connsiteX13" fmla="*/ 2761087 w 3567769"/>
              <a:gd name="connsiteY13" fmla="*/ 2613142 h 2745695"/>
              <a:gd name="connsiteX14" fmla="*/ 3017214 w 3567769"/>
              <a:gd name="connsiteY14" fmla="*/ 2628382 h 2745695"/>
              <a:gd name="connsiteX15" fmla="*/ 3332873 w 3567769"/>
              <a:gd name="connsiteY15" fmla="*/ 2661625 h 2745695"/>
              <a:gd name="connsiteX16" fmla="*/ 3567769 w 3567769"/>
              <a:gd name="connsiteY16" fmla="*/ 2745581 h 2745695"/>
              <a:gd name="connsiteX0" fmla="*/ 0 w 3567769"/>
              <a:gd name="connsiteY0" fmla="*/ 0 h 2745695"/>
              <a:gd name="connsiteX1" fmla="*/ 68206 w 3567769"/>
              <a:gd name="connsiteY1" fmla="*/ 346120 h 2745695"/>
              <a:gd name="connsiteX2" fmla="*/ 501456 w 3567769"/>
              <a:gd name="connsiteY2" fmla="*/ 288655 h 2745695"/>
              <a:gd name="connsiteX3" fmla="*/ 988104 w 3567769"/>
              <a:gd name="connsiteY3" fmla="*/ 186077 h 2745695"/>
              <a:gd name="connsiteX4" fmla="*/ 1588750 w 3567769"/>
              <a:gd name="connsiteY4" fmla="*/ 407152 h 2745695"/>
              <a:gd name="connsiteX5" fmla="*/ 1853541 w 3567769"/>
              <a:gd name="connsiteY5" fmla="*/ 717475 h 2745695"/>
              <a:gd name="connsiteX6" fmla="*/ 1734578 w 3567769"/>
              <a:gd name="connsiteY6" fmla="*/ 891498 h 2745695"/>
              <a:gd name="connsiteX7" fmla="*/ 1591036 w 3567769"/>
              <a:gd name="connsiteY7" fmla="*/ 1207443 h 2745695"/>
              <a:gd name="connsiteX8" fmla="*/ 1559413 w 3567769"/>
              <a:gd name="connsiteY8" fmla="*/ 1721602 h 2745695"/>
              <a:gd name="connsiteX9" fmla="*/ 1682857 w 3567769"/>
              <a:gd name="connsiteY9" fmla="*/ 2051929 h 2745695"/>
              <a:gd name="connsiteX10" fmla="*/ 1817826 w 3567769"/>
              <a:gd name="connsiteY10" fmla="*/ 2307580 h 2745695"/>
              <a:gd name="connsiteX11" fmla="*/ 2027472 w 3567769"/>
              <a:gd name="connsiteY11" fmla="*/ 2517321 h 2745695"/>
              <a:gd name="connsiteX12" fmla="*/ 2399709 w 3567769"/>
              <a:gd name="connsiteY12" fmla="*/ 2613142 h 2745695"/>
              <a:gd name="connsiteX13" fmla="*/ 2761087 w 3567769"/>
              <a:gd name="connsiteY13" fmla="*/ 2613142 h 2745695"/>
              <a:gd name="connsiteX14" fmla="*/ 3017214 w 3567769"/>
              <a:gd name="connsiteY14" fmla="*/ 2628382 h 2745695"/>
              <a:gd name="connsiteX15" fmla="*/ 3332873 w 3567769"/>
              <a:gd name="connsiteY15" fmla="*/ 2661625 h 2745695"/>
              <a:gd name="connsiteX16" fmla="*/ 3567769 w 3567769"/>
              <a:gd name="connsiteY16" fmla="*/ 2745581 h 2745695"/>
              <a:gd name="connsiteX0" fmla="*/ 0 w 3670489"/>
              <a:gd name="connsiteY0" fmla="*/ 0 h 2823620"/>
              <a:gd name="connsiteX1" fmla="*/ 170926 w 3670489"/>
              <a:gd name="connsiteY1" fmla="*/ 424045 h 2823620"/>
              <a:gd name="connsiteX2" fmla="*/ 604176 w 3670489"/>
              <a:gd name="connsiteY2" fmla="*/ 366580 h 2823620"/>
              <a:gd name="connsiteX3" fmla="*/ 1090824 w 3670489"/>
              <a:gd name="connsiteY3" fmla="*/ 264002 h 2823620"/>
              <a:gd name="connsiteX4" fmla="*/ 1691470 w 3670489"/>
              <a:gd name="connsiteY4" fmla="*/ 485077 h 2823620"/>
              <a:gd name="connsiteX5" fmla="*/ 1956261 w 3670489"/>
              <a:gd name="connsiteY5" fmla="*/ 795400 h 2823620"/>
              <a:gd name="connsiteX6" fmla="*/ 1837298 w 3670489"/>
              <a:gd name="connsiteY6" fmla="*/ 969423 h 2823620"/>
              <a:gd name="connsiteX7" fmla="*/ 1693756 w 3670489"/>
              <a:gd name="connsiteY7" fmla="*/ 1285368 h 2823620"/>
              <a:gd name="connsiteX8" fmla="*/ 1662133 w 3670489"/>
              <a:gd name="connsiteY8" fmla="*/ 1799527 h 2823620"/>
              <a:gd name="connsiteX9" fmla="*/ 1785577 w 3670489"/>
              <a:gd name="connsiteY9" fmla="*/ 2129854 h 2823620"/>
              <a:gd name="connsiteX10" fmla="*/ 1920546 w 3670489"/>
              <a:gd name="connsiteY10" fmla="*/ 2385505 h 2823620"/>
              <a:gd name="connsiteX11" fmla="*/ 2130192 w 3670489"/>
              <a:gd name="connsiteY11" fmla="*/ 2595246 h 2823620"/>
              <a:gd name="connsiteX12" fmla="*/ 2502429 w 3670489"/>
              <a:gd name="connsiteY12" fmla="*/ 2691067 h 2823620"/>
              <a:gd name="connsiteX13" fmla="*/ 2863807 w 3670489"/>
              <a:gd name="connsiteY13" fmla="*/ 2691067 h 2823620"/>
              <a:gd name="connsiteX14" fmla="*/ 3119934 w 3670489"/>
              <a:gd name="connsiteY14" fmla="*/ 2706307 h 2823620"/>
              <a:gd name="connsiteX15" fmla="*/ 3435593 w 3670489"/>
              <a:gd name="connsiteY15" fmla="*/ 2739550 h 2823620"/>
              <a:gd name="connsiteX16" fmla="*/ 3670489 w 3670489"/>
              <a:gd name="connsiteY16" fmla="*/ 2823506 h 2823620"/>
              <a:gd name="connsiteX0" fmla="*/ 0 w 3435593"/>
              <a:gd name="connsiteY0" fmla="*/ 0 h 2739550"/>
              <a:gd name="connsiteX1" fmla="*/ 170926 w 3435593"/>
              <a:gd name="connsiteY1" fmla="*/ 424045 h 2739550"/>
              <a:gd name="connsiteX2" fmla="*/ 604176 w 3435593"/>
              <a:gd name="connsiteY2" fmla="*/ 366580 h 2739550"/>
              <a:gd name="connsiteX3" fmla="*/ 1090824 w 3435593"/>
              <a:gd name="connsiteY3" fmla="*/ 264002 h 2739550"/>
              <a:gd name="connsiteX4" fmla="*/ 1691470 w 3435593"/>
              <a:gd name="connsiteY4" fmla="*/ 485077 h 2739550"/>
              <a:gd name="connsiteX5" fmla="*/ 1956261 w 3435593"/>
              <a:gd name="connsiteY5" fmla="*/ 795400 h 2739550"/>
              <a:gd name="connsiteX6" fmla="*/ 1837298 w 3435593"/>
              <a:gd name="connsiteY6" fmla="*/ 969423 h 2739550"/>
              <a:gd name="connsiteX7" fmla="*/ 1693756 w 3435593"/>
              <a:gd name="connsiteY7" fmla="*/ 1285368 h 2739550"/>
              <a:gd name="connsiteX8" fmla="*/ 1662133 w 3435593"/>
              <a:gd name="connsiteY8" fmla="*/ 1799527 h 2739550"/>
              <a:gd name="connsiteX9" fmla="*/ 1785577 w 3435593"/>
              <a:gd name="connsiteY9" fmla="*/ 2129854 h 2739550"/>
              <a:gd name="connsiteX10" fmla="*/ 1920546 w 3435593"/>
              <a:gd name="connsiteY10" fmla="*/ 2385505 h 2739550"/>
              <a:gd name="connsiteX11" fmla="*/ 2130192 w 3435593"/>
              <a:gd name="connsiteY11" fmla="*/ 2595246 h 2739550"/>
              <a:gd name="connsiteX12" fmla="*/ 2502429 w 3435593"/>
              <a:gd name="connsiteY12" fmla="*/ 2691067 h 2739550"/>
              <a:gd name="connsiteX13" fmla="*/ 2863807 w 3435593"/>
              <a:gd name="connsiteY13" fmla="*/ 2691067 h 2739550"/>
              <a:gd name="connsiteX14" fmla="*/ 3119934 w 3435593"/>
              <a:gd name="connsiteY14" fmla="*/ 2706307 h 2739550"/>
              <a:gd name="connsiteX15" fmla="*/ 3435593 w 3435593"/>
              <a:gd name="connsiteY15" fmla="*/ 2739550 h 2739550"/>
              <a:gd name="connsiteX0" fmla="*/ 0 w 3119934"/>
              <a:gd name="connsiteY0" fmla="*/ 0 h 2706307"/>
              <a:gd name="connsiteX1" fmla="*/ 170926 w 3119934"/>
              <a:gd name="connsiteY1" fmla="*/ 424045 h 2706307"/>
              <a:gd name="connsiteX2" fmla="*/ 604176 w 3119934"/>
              <a:gd name="connsiteY2" fmla="*/ 366580 h 2706307"/>
              <a:gd name="connsiteX3" fmla="*/ 1090824 w 3119934"/>
              <a:gd name="connsiteY3" fmla="*/ 264002 h 2706307"/>
              <a:gd name="connsiteX4" fmla="*/ 1691470 w 3119934"/>
              <a:gd name="connsiteY4" fmla="*/ 485077 h 2706307"/>
              <a:gd name="connsiteX5" fmla="*/ 1956261 w 3119934"/>
              <a:gd name="connsiteY5" fmla="*/ 795400 h 2706307"/>
              <a:gd name="connsiteX6" fmla="*/ 1837298 w 3119934"/>
              <a:gd name="connsiteY6" fmla="*/ 969423 h 2706307"/>
              <a:gd name="connsiteX7" fmla="*/ 1693756 w 3119934"/>
              <a:gd name="connsiteY7" fmla="*/ 1285368 h 2706307"/>
              <a:gd name="connsiteX8" fmla="*/ 1662133 w 3119934"/>
              <a:gd name="connsiteY8" fmla="*/ 1799527 h 2706307"/>
              <a:gd name="connsiteX9" fmla="*/ 1785577 w 3119934"/>
              <a:gd name="connsiteY9" fmla="*/ 2129854 h 2706307"/>
              <a:gd name="connsiteX10" fmla="*/ 1920546 w 3119934"/>
              <a:gd name="connsiteY10" fmla="*/ 2385505 h 2706307"/>
              <a:gd name="connsiteX11" fmla="*/ 2130192 w 3119934"/>
              <a:gd name="connsiteY11" fmla="*/ 2595246 h 2706307"/>
              <a:gd name="connsiteX12" fmla="*/ 2502429 w 3119934"/>
              <a:gd name="connsiteY12" fmla="*/ 2691067 h 2706307"/>
              <a:gd name="connsiteX13" fmla="*/ 2863807 w 3119934"/>
              <a:gd name="connsiteY13" fmla="*/ 2691067 h 2706307"/>
              <a:gd name="connsiteX14" fmla="*/ 3119934 w 3119934"/>
              <a:gd name="connsiteY14" fmla="*/ 2706307 h 2706307"/>
              <a:gd name="connsiteX0" fmla="*/ 0 w 2863807"/>
              <a:gd name="connsiteY0" fmla="*/ 0 h 2693475"/>
              <a:gd name="connsiteX1" fmla="*/ 170926 w 2863807"/>
              <a:gd name="connsiteY1" fmla="*/ 424045 h 2693475"/>
              <a:gd name="connsiteX2" fmla="*/ 604176 w 2863807"/>
              <a:gd name="connsiteY2" fmla="*/ 366580 h 2693475"/>
              <a:gd name="connsiteX3" fmla="*/ 1090824 w 2863807"/>
              <a:gd name="connsiteY3" fmla="*/ 264002 h 2693475"/>
              <a:gd name="connsiteX4" fmla="*/ 1691470 w 2863807"/>
              <a:gd name="connsiteY4" fmla="*/ 485077 h 2693475"/>
              <a:gd name="connsiteX5" fmla="*/ 1956261 w 2863807"/>
              <a:gd name="connsiteY5" fmla="*/ 795400 h 2693475"/>
              <a:gd name="connsiteX6" fmla="*/ 1837298 w 2863807"/>
              <a:gd name="connsiteY6" fmla="*/ 969423 h 2693475"/>
              <a:gd name="connsiteX7" fmla="*/ 1693756 w 2863807"/>
              <a:gd name="connsiteY7" fmla="*/ 1285368 h 2693475"/>
              <a:gd name="connsiteX8" fmla="*/ 1662133 w 2863807"/>
              <a:gd name="connsiteY8" fmla="*/ 1799527 h 2693475"/>
              <a:gd name="connsiteX9" fmla="*/ 1785577 w 2863807"/>
              <a:gd name="connsiteY9" fmla="*/ 2129854 h 2693475"/>
              <a:gd name="connsiteX10" fmla="*/ 1920546 w 2863807"/>
              <a:gd name="connsiteY10" fmla="*/ 2385505 h 2693475"/>
              <a:gd name="connsiteX11" fmla="*/ 2130192 w 2863807"/>
              <a:gd name="connsiteY11" fmla="*/ 2595246 h 2693475"/>
              <a:gd name="connsiteX12" fmla="*/ 2502429 w 2863807"/>
              <a:gd name="connsiteY12" fmla="*/ 2691067 h 2693475"/>
              <a:gd name="connsiteX13" fmla="*/ 2863807 w 2863807"/>
              <a:gd name="connsiteY13" fmla="*/ 2691067 h 2693475"/>
              <a:gd name="connsiteX0" fmla="*/ 0 w 2745122"/>
              <a:gd name="connsiteY0" fmla="*/ 0 h 2695389"/>
              <a:gd name="connsiteX1" fmla="*/ 170926 w 2745122"/>
              <a:gd name="connsiteY1" fmla="*/ 424045 h 2695389"/>
              <a:gd name="connsiteX2" fmla="*/ 604176 w 2745122"/>
              <a:gd name="connsiteY2" fmla="*/ 366580 h 2695389"/>
              <a:gd name="connsiteX3" fmla="*/ 1090824 w 2745122"/>
              <a:gd name="connsiteY3" fmla="*/ 264002 h 2695389"/>
              <a:gd name="connsiteX4" fmla="*/ 1691470 w 2745122"/>
              <a:gd name="connsiteY4" fmla="*/ 485077 h 2695389"/>
              <a:gd name="connsiteX5" fmla="*/ 1956261 w 2745122"/>
              <a:gd name="connsiteY5" fmla="*/ 795400 h 2695389"/>
              <a:gd name="connsiteX6" fmla="*/ 1837298 w 2745122"/>
              <a:gd name="connsiteY6" fmla="*/ 969423 h 2695389"/>
              <a:gd name="connsiteX7" fmla="*/ 1693756 w 2745122"/>
              <a:gd name="connsiteY7" fmla="*/ 1285368 h 2695389"/>
              <a:gd name="connsiteX8" fmla="*/ 1662133 w 2745122"/>
              <a:gd name="connsiteY8" fmla="*/ 1799527 h 2695389"/>
              <a:gd name="connsiteX9" fmla="*/ 1785577 w 2745122"/>
              <a:gd name="connsiteY9" fmla="*/ 2129854 h 2695389"/>
              <a:gd name="connsiteX10" fmla="*/ 1920546 w 2745122"/>
              <a:gd name="connsiteY10" fmla="*/ 2385505 h 2695389"/>
              <a:gd name="connsiteX11" fmla="*/ 2130192 w 2745122"/>
              <a:gd name="connsiteY11" fmla="*/ 2595246 h 2695389"/>
              <a:gd name="connsiteX12" fmla="*/ 2502429 w 2745122"/>
              <a:gd name="connsiteY12" fmla="*/ 2691067 h 2695389"/>
              <a:gd name="connsiteX13" fmla="*/ 2745122 w 2745122"/>
              <a:gd name="connsiteY13" fmla="*/ 2681131 h 2695389"/>
              <a:gd name="connsiteX0" fmla="*/ 0 w 2729547"/>
              <a:gd name="connsiteY0" fmla="*/ 0 h 2660470"/>
              <a:gd name="connsiteX1" fmla="*/ 155351 w 2729547"/>
              <a:gd name="connsiteY1" fmla="*/ 389126 h 2660470"/>
              <a:gd name="connsiteX2" fmla="*/ 588601 w 2729547"/>
              <a:gd name="connsiteY2" fmla="*/ 331661 h 2660470"/>
              <a:gd name="connsiteX3" fmla="*/ 1075249 w 2729547"/>
              <a:gd name="connsiteY3" fmla="*/ 229083 h 2660470"/>
              <a:gd name="connsiteX4" fmla="*/ 1675895 w 2729547"/>
              <a:gd name="connsiteY4" fmla="*/ 450158 h 2660470"/>
              <a:gd name="connsiteX5" fmla="*/ 1940686 w 2729547"/>
              <a:gd name="connsiteY5" fmla="*/ 760481 h 2660470"/>
              <a:gd name="connsiteX6" fmla="*/ 1821723 w 2729547"/>
              <a:gd name="connsiteY6" fmla="*/ 934504 h 2660470"/>
              <a:gd name="connsiteX7" fmla="*/ 1678181 w 2729547"/>
              <a:gd name="connsiteY7" fmla="*/ 1250449 h 2660470"/>
              <a:gd name="connsiteX8" fmla="*/ 1646558 w 2729547"/>
              <a:gd name="connsiteY8" fmla="*/ 1764608 h 2660470"/>
              <a:gd name="connsiteX9" fmla="*/ 1770002 w 2729547"/>
              <a:gd name="connsiteY9" fmla="*/ 2094935 h 2660470"/>
              <a:gd name="connsiteX10" fmla="*/ 1904971 w 2729547"/>
              <a:gd name="connsiteY10" fmla="*/ 2350586 h 2660470"/>
              <a:gd name="connsiteX11" fmla="*/ 2114617 w 2729547"/>
              <a:gd name="connsiteY11" fmla="*/ 2560327 h 2660470"/>
              <a:gd name="connsiteX12" fmla="*/ 2486854 w 2729547"/>
              <a:gd name="connsiteY12" fmla="*/ 2656148 h 2660470"/>
              <a:gd name="connsiteX13" fmla="*/ 2729547 w 2729547"/>
              <a:gd name="connsiteY13" fmla="*/ 2646212 h 266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9547" h="2660470">
                <a:moveTo>
                  <a:pt x="0" y="0"/>
                </a:moveTo>
                <a:cubicBezTo>
                  <a:pt x="17716" y="20550"/>
                  <a:pt x="77848" y="344334"/>
                  <a:pt x="155351" y="389126"/>
                </a:cubicBezTo>
                <a:cubicBezTo>
                  <a:pt x="362127" y="602613"/>
                  <a:pt x="453882" y="525324"/>
                  <a:pt x="588601" y="331661"/>
                </a:cubicBezTo>
                <a:cubicBezTo>
                  <a:pt x="723320" y="137998"/>
                  <a:pt x="894033" y="209334"/>
                  <a:pt x="1075249" y="229083"/>
                </a:cubicBezTo>
                <a:cubicBezTo>
                  <a:pt x="1256465" y="248832"/>
                  <a:pt x="1531656" y="361592"/>
                  <a:pt x="1675895" y="450158"/>
                </a:cubicBezTo>
                <a:cubicBezTo>
                  <a:pt x="1820134" y="538724"/>
                  <a:pt x="1916493" y="666089"/>
                  <a:pt x="1940686" y="760481"/>
                </a:cubicBezTo>
                <a:cubicBezTo>
                  <a:pt x="1962879" y="847349"/>
                  <a:pt x="1865474" y="852843"/>
                  <a:pt x="1821723" y="934504"/>
                </a:cubicBezTo>
                <a:cubicBezTo>
                  <a:pt x="1777972" y="1016165"/>
                  <a:pt x="1718472" y="1141864"/>
                  <a:pt x="1678181" y="1250449"/>
                </a:cubicBezTo>
                <a:cubicBezTo>
                  <a:pt x="1617221" y="1414660"/>
                  <a:pt x="1608268" y="1593730"/>
                  <a:pt x="1646558" y="1764608"/>
                </a:cubicBezTo>
                <a:cubicBezTo>
                  <a:pt x="1672371" y="1879575"/>
                  <a:pt x="1720663" y="1987779"/>
                  <a:pt x="1770002" y="2094935"/>
                </a:cubicBezTo>
                <a:cubicBezTo>
                  <a:pt x="1810388" y="2182660"/>
                  <a:pt x="1851727" y="2270195"/>
                  <a:pt x="1904971" y="2350586"/>
                </a:cubicBezTo>
                <a:cubicBezTo>
                  <a:pt x="1960312" y="2434120"/>
                  <a:pt x="2028796" y="2508892"/>
                  <a:pt x="2114617" y="2560327"/>
                </a:cubicBezTo>
                <a:cubicBezTo>
                  <a:pt x="2225964" y="2627097"/>
                  <a:pt x="2384366" y="2641834"/>
                  <a:pt x="2486854" y="2656148"/>
                </a:cubicBezTo>
                <a:cubicBezTo>
                  <a:pt x="2589342" y="2670462"/>
                  <a:pt x="2609056" y="2644498"/>
                  <a:pt x="2729547" y="2646212"/>
                </a:cubicBezTo>
              </a:path>
            </a:pathLst>
          </a:custGeom>
          <a:noFill/>
          <a:ln w="9525" cap="rnd">
            <a:solidFill>
              <a:schemeClr val="tx1">
                <a:alpha val="35000"/>
              </a:schemeClr>
            </a:solidFill>
            <a:prstDash val="solid"/>
            <a:round/>
          </a:ln>
        </p:spPr>
        <p:txBody>
          <a:bodyPr rtlCol="0" anchor="ctr"/>
          <a:lstStyle/>
          <a:p>
            <a:endParaRPr lang="en-US"/>
          </a:p>
        </p:txBody>
      </p:sp>
      <p:sp>
        <p:nvSpPr>
          <p:cNvPr id="18" name="Freeform: Shape 17">
            <a:extLst>
              <a:ext uri="{FF2B5EF4-FFF2-40B4-BE49-F238E27FC236}">
                <a16:creationId xmlns:a16="http://schemas.microsoft.com/office/drawing/2014/main" id="{2F42DEF5-1C3A-E3C2-7A8E-C12F34C01221}"/>
              </a:ext>
            </a:extLst>
          </p:cNvPr>
          <p:cNvSpPr/>
          <p:nvPr userDrawn="1"/>
        </p:nvSpPr>
        <p:spPr>
          <a:xfrm rot="5504842" flipV="1">
            <a:off x="-893866" y="4977007"/>
            <a:ext cx="2321658" cy="59998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 name="connsiteX0" fmla="*/ 0 w 2359266"/>
              <a:gd name="connsiteY0" fmla="*/ 1458246 h 1959543"/>
              <a:gd name="connsiteX1" fmla="*/ 679659 w 2359266"/>
              <a:gd name="connsiteY1" fmla="*/ 1218735 h 1959543"/>
              <a:gd name="connsiteX2" fmla="*/ 1084676 w 2359266"/>
              <a:gd name="connsiteY2" fmla="*/ 1260970 h 1959543"/>
              <a:gd name="connsiteX3" fmla="*/ 1541203 w 2359266"/>
              <a:gd name="connsiteY3" fmla="*/ 1415462 h 1959543"/>
              <a:gd name="connsiteX4" fmla="*/ 1527480 w 2359266"/>
              <a:gd name="connsiteY4" fmla="*/ 1422660 h 1959543"/>
              <a:gd name="connsiteX5" fmla="*/ 1883952 w 2359266"/>
              <a:gd name="connsiteY5" fmla="*/ 1618795 h 1959543"/>
              <a:gd name="connsiteX6" fmla="*/ 2114809 w 2359266"/>
              <a:gd name="connsiteY6" fmla="*/ 1936097 h 1959543"/>
              <a:gd name="connsiteX7" fmla="*/ 2310462 w 2359266"/>
              <a:gd name="connsiteY7" fmla="*/ 1896677 h 1959543"/>
              <a:gd name="connsiteX8" fmla="*/ 2354706 w 2359266"/>
              <a:gd name="connsiteY8" fmla="*/ 1489786 h 1959543"/>
              <a:gd name="connsiteX9" fmla="*/ 2235334 w 2359266"/>
              <a:gd name="connsiteY9" fmla="*/ 1126304 h 1959543"/>
              <a:gd name="connsiteX10" fmla="*/ 1883582 w 2359266"/>
              <a:gd name="connsiteY10" fmla="*/ 512718 h 1959543"/>
              <a:gd name="connsiteX11" fmla="*/ 1585297 w 2359266"/>
              <a:gd name="connsiteY11" fmla="*/ 221367 h 1959543"/>
              <a:gd name="connsiteX12" fmla="*/ 1405994 w 2359266"/>
              <a:gd name="connsiteY12" fmla="*/ 1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1883582 w 2359266"/>
              <a:gd name="connsiteY10" fmla="*/ 512717 h 1959543"/>
              <a:gd name="connsiteX11" fmla="*/ 1712026 w 2359266"/>
              <a:gd name="connsiteY11" fmla="*/ 206654 h 1959543"/>
              <a:gd name="connsiteX12" fmla="*/ 1405994 w 2359266"/>
              <a:gd name="connsiteY12" fmla="*/ 0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2025284 w 2359266"/>
              <a:gd name="connsiteY10" fmla="*/ 575195 h 1959543"/>
              <a:gd name="connsiteX11" fmla="*/ 1712026 w 2359266"/>
              <a:gd name="connsiteY11" fmla="*/ 206654 h 1959543"/>
              <a:gd name="connsiteX12" fmla="*/ 1405994 w 2359266"/>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 name="connsiteX0" fmla="*/ 0 w 2306584"/>
              <a:gd name="connsiteY0" fmla="*/ 1321780 h 1959543"/>
              <a:gd name="connsiteX1" fmla="*/ 626977 w 2306584"/>
              <a:gd name="connsiteY1" fmla="*/ 1218734 h 1959543"/>
              <a:gd name="connsiteX2" fmla="*/ 1031994 w 2306584"/>
              <a:gd name="connsiteY2" fmla="*/ 1260969 h 1959543"/>
              <a:gd name="connsiteX3" fmla="*/ 1488521 w 2306584"/>
              <a:gd name="connsiteY3" fmla="*/ 1415461 h 1959543"/>
              <a:gd name="connsiteX4" fmla="*/ 1474798 w 2306584"/>
              <a:gd name="connsiteY4" fmla="*/ 1422659 h 1959543"/>
              <a:gd name="connsiteX5" fmla="*/ 1831270 w 2306584"/>
              <a:gd name="connsiteY5" fmla="*/ 1618794 h 1959543"/>
              <a:gd name="connsiteX6" fmla="*/ 2062127 w 2306584"/>
              <a:gd name="connsiteY6" fmla="*/ 1936096 h 1959543"/>
              <a:gd name="connsiteX7" fmla="*/ 2257780 w 2306584"/>
              <a:gd name="connsiteY7" fmla="*/ 1896676 h 1959543"/>
              <a:gd name="connsiteX8" fmla="*/ 2302024 w 2306584"/>
              <a:gd name="connsiteY8" fmla="*/ 1489785 h 1959543"/>
              <a:gd name="connsiteX9" fmla="*/ 2182652 w 2306584"/>
              <a:gd name="connsiteY9" fmla="*/ 1126303 h 1959543"/>
              <a:gd name="connsiteX10" fmla="*/ 1972602 w 2306584"/>
              <a:gd name="connsiteY10" fmla="*/ 575195 h 1959543"/>
              <a:gd name="connsiteX11" fmla="*/ 1659344 w 2306584"/>
              <a:gd name="connsiteY11" fmla="*/ 206654 h 1959543"/>
              <a:gd name="connsiteX12" fmla="*/ 1353312 w 2306584"/>
              <a:gd name="connsiteY12" fmla="*/ 0 h 1959543"/>
              <a:gd name="connsiteX0" fmla="*/ 0 w 2306584"/>
              <a:gd name="connsiteY0" fmla="*/ 1321780 h 1959543"/>
              <a:gd name="connsiteX1" fmla="*/ 626977 w 2306584"/>
              <a:gd name="connsiteY1" fmla="*/ 1218734 h 1959543"/>
              <a:gd name="connsiteX2" fmla="*/ 1031994 w 2306584"/>
              <a:gd name="connsiteY2" fmla="*/ 1260969 h 1959543"/>
              <a:gd name="connsiteX3" fmla="*/ 1488521 w 2306584"/>
              <a:gd name="connsiteY3" fmla="*/ 1415461 h 1959543"/>
              <a:gd name="connsiteX4" fmla="*/ 1474798 w 2306584"/>
              <a:gd name="connsiteY4" fmla="*/ 1422659 h 1959543"/>
              <a:gd name="connsiteX5" fmla="*/ 1831270 w 2306584"/>
              <a:gd name="connsiteY5" fmla="*/ 1618794 h 1959543"/>
              <a:gd name="connsiteX6" fmla="*/ 2062127 w 2306584"/>
              <a:gd name="connsiteY6" fmla="*/ 1936096 h 1959543"/>
              <a:gd name="connsiteX7" fmla="*/ 2257780 w 2306584"/>
              <a:gd name="connsiteY7" fmla="*/ 1896676 h 1959543"/>
              <a:gd name="connsiteX8" fmla="*/ 2302024 w 2306584"/>
              <a:gd name="connsiteY8" fmla="*/ 1489785 h 1959543"/>
              <a:gd name="connsiteX9" fmla="*/ 2182652 w 2306584"/>
              <a:gd name="connsiteY9" fmla="*/ 1126303 h 1959543"/>
              <a:gd name="connsiteX10" fmla="*/ 1972602 w 2306584"/>
              <a:gd name="connsiteY10" fmla="*/ 575195 h 1959543"/>
              <a:gd name="connsiteX11" fmla="*/ 1659344 w 2306584"/>
              <a:gd name="connsiteY11" fmla="*/ 206654 h 1959543"/>
              <a:gd name="connsiteX12" fmla="*/ 1353312 w 2306584"/>
              <a:gd name="connsiteY12" fmla="*/ 0 h 1959543"/>
              <a:gd name="connsiteX0" fmla="*/ 0 w 2306555"/>
              <a:gd name="connsiteY0" fmla="*/ 1120002 h 1959543"/>
              <a:gd name="connsiteX1" fmla="*/ 626948 w 2306555"/>
              <a:gd name="connsiteY1" fmla="*/ 1218734 h 1959543"/>
              <a:gd name="connsiteX2" fmla="*/ 1031965 w 2306555"/>
              <a:gd name="connsiteY2" fmla="*/ 1260969 h 1959543"/>
              <a:gd name="connsiteX3" fmla="*/ 1488492 w 2306555"/>
              <a:gd name="connsiteY3" fmla="*/ 1415461 h 1959543"/>
              <a:gd name="connsiteX4" fmla="*/ 1474769 w 2306555"/>
              <a:gd name="connsiteY4" fmla="*/ 1422659 h 1959543"/>
              <a:gd name="connsiteX5" fmla="*/ 1831241 w 2306555"/>
              <a:gd name="connsiteY5" fmla="*/ 1618794 h 1959543"/>
              <a:gd name="connsiteX6" fmla="*/ 2062098 w 2306555"/>
              <a:gd name="connsiteY6" fmla="*/ 1936096 h 1959543"/>
              <a:gd name="connsiteX7" fmla="*/ 2257751 w 2306555"/>
              <a:gd name="connsiteY7" fmla="*/ 1896676 h 1959543"/>
              <a:gd name="connsiteX8" fmla="*/ 2301995 w 2306555"/>
              <a:gd name="connsiteY8" fmla="*/ 1489785 h 1959543"/>
              <a:gd name="connsiteX9" fmla="*/ 2182623 w 2306555"/>
              <a:gd name="connsiteY9" fmla="*/ 1126303 h 1959543"/>
              <a:gd name="connsiteX10" fmla="*/ 1972573 w 2306555"/>
              <a:gd name="connsiteY10" fmla="*/ 575195 h 1959543"/>
              <a:gd name="connsiteX11" fmla="*/ 1659315 w 2306555"/>
              <a:gd name="connsiteY11" fmla="*/ 206654 h 1959543"/>
              <a:gd name="connsiteX12" fmla="*/ 1353283 w 2306555"/>
              <a:gd name="connsiteY12" fmla="*/ 0 h 1959543"/>
              <a:gd name="connsiteX0" fmla="*/ 0 w 2306555"/>
              <a:gd name="connsiteY0" fmla="*/ 1120002 h 1959543"/>
              <a:gd name="connsiteX1" fmla="*/ 626948 w 2306555"/>
              <a:gd name="connsiteY1" fmla="*/ 1218734 h 1959543"/>
              <a:gd name="connsiteX2" fmla="*/ 1031965 w 2306555"/>
              <a:gd name="connsiteY2" fmla="*/ 1260969 h 1959543"/>
              <a:gd name="connsiteX3" fmla="*/ 1488492 w 2306555"/>
              <a:gd name="connsiteY3" fmla="*/ 1415461 h 1959543"/>
              <a:gd name="connsiteX4" fmla="*/ 1474769 w 2306555"/>
              <a:gd name="connsiteY4" fmla="*/ 1422659 h 1959543"/>
              <a:gd name="connsiteX5" fmla="*/ 1831241 w 2306555"/>
              <a:gd name="connsiteY5" fmla="*/ 1618794 h 1959543"/>
              <a:gd name="connsiteX6" fmla="*/ 2062098 w 2306555"/>
              <a:gd name="connsiteY6" fmla="*/ 1936096 h 1959543"/>
              <a:gd name="connsiteX7" fmla="*/ 2257751 w 2306555"/>
              <a:gd name="connsiteY7" fmla="*/ 1896676 h 1959543"/>
              <a:gd name="connsiteX8" fmla="*/ 2301995 w 2306555"/>
              <a:gd name="connsiteY8" fmla="*/ 1489785 h 1959543"/>
              <a:gd name="connsiteX9" fmla="*/ 2182623 w 2306555"/>
              <a:gd name="connsiteY9" fmla="*/ 1126303 h 1959543"/>
              <a:gd name="connsiteX10" fmla="*/ 1972573 w 2306555"/>
              <a:gd name="connsiteY10" fmla="*/ 575195 h 1959543"/>
              <a:gd name="connsiteX11" fmla="*/ 1659315 w 2306555"/>
              <a:gd name="connsiteY11" fmla="*/ 206654 h 1959543"/>
              <a:gd name="connsiteX12" fmla="*/ 1353283 w 2306555"/>
              <a:gd name="connsiteY12" fmla="*/ 0 h 1959543"/>
              <a:gd name="connsiteX0" fmla="*/ 0 w 2306555"/>
              <a:gd name="connsiteY0" fmla="*/ 1120002 h 1954118"/>
              <a:gd name="connsiteX1" fmla="*/ 626948 w 2306555"/>
              <a:gd name="connsiteY1" fmla="*/ 1218734 h 1954118"/>
              <a:gd name="connsiteX2" fmla="*/ 1031965 w 2306555"/>
              <a:gd name="connsiteY2" fmla="*/ 1260969 h 1954118"/>
              <a:gd name="connsiteX3" fmla="*/ 1488492 w 2306555"/>
              <a:gd name="connsiteY3" fmla="*/ 1415461 h 1954118"/>
              <a:gd name="connsiteX4" fmla="*/ 1474769 w 2306555"/>
              <a:gd name="connsiteY4" fmla="*/ 1422659 h 1954118"/>
              <a:gd name="connsiteX5" fmla="*/ 1831824 w 2306555"/>
              <a:gd name="connsiteY5" fmla="*/ 1692194 h 1954118"/>
              <a:gd name="connsiteX6" fmla="*/ 2062098 w 2306555"/>
              <a:gd name="connsiteY6" fmla="*/ 1936096 h 1954118"/>
              <a:gd name="connsiteX7" fmla="*/ 2257751 w 2306555"/>
              <a:gd name="connsiteY7" fmla="*/ 1896676 h 1954118"/>
              <a:gd name="connsiteX8" fmla="*/ 2301995 w 2306555"/>
              <a:gd name="connsiteY8" fmla="*/ 1489785 h 1954118"/>
              <a:gd name="connsiteX9" fmla="*/ 2182623 w 2306555"/>
              <a:gd name="connsiteY9" fmla="*/ 1126303 h 1954118"/>
              <a:gd name="connsiteX10" fmla="*/ 1972573 w 2306555"/>
              <a:gd name="connsiteY10" fmla="*/ 575195 h 1954118"/>
              <a:gd name="connsiteX11" fmla="*/ 1659315 w 2306555"/>
              <a:gd name="connsiteY11" fmla="*/ 206654 h 1954118"/>
              <a:gd name="connsiteX12" fmla="*/ 1353283 w 2306555"/>
              <a:gd name="connsiteY12" fmla="*/ 0 h 1954118"/>
              <a:gd name="connsiteX0" fmla="*/ 0 w 2306555"/>
              <a:gd name="connsiteY0" fmla="*/ 913348 h 1747466"/>
              <a:gd name="connsiteX1" fmla="*/ 626948 w 2306555"/>
              <a:gd name="connsiteY1" fmla="*/ 1012080 h 1747466"/>
              <a:gd name="connsiteX2" fmla="*/ 1031965 w 2306555"/>
              <a:gd name="connsiteY2" fmla="*/ 1054315 h 1747466"/>
              <a:gd name="connsiteX3" fmla="*/ 1488492 w 2306555"/>
              <a:gd name="connsiteY3" fmla="*/ 1208807 h 1747466"/>
              <a:gd name="connsiteX4" fmla="*/ 1474769 w 2306555"/>
              <a:gd name="connsiteY4" fmla="*/ 1216005 h 1747466"/>
              <a:gd name="connsiteX5" fmla="*/ 1831824 w 2306555"/>
              <a:gd name="connsiteY5" fmla="*/ 1485540 h 1747466"/>
              <a:gd name="connsiteX6" fmla="*/ 2062098 w 2306555"/>
              <a:gd name="connsiteY6" fmla="*/ 1729442 h 1747466"/>
              <a:gd name="connsiteX7" fmla="*/ 2257751 w 2306555"/>
              <a:gd name="connsiteY7" fmla="*/ 1690022 h 1747466"/>
              <a:gd name="connsiteX8" fmla="*/ 2301995 w 2306555"/>
              <a:gd name="connsiteY8" fmla="*/ 1283131 h 1747466"/>
              <a:gd name="connsiteX9" fmla="*/ 2182623 w 2306555"/>
              <a:gd name="connsiteY9" fmla="*/ 919649 h 1747466"/>
              <a:gd name="connsiteX10" fmla="*/ 1972573 w 2306555"/>
              <a:gd name="connsiteY10" fmla="*/ 368541 h 1747466"/>
              <a:gd name="connsiteX11" fmla="*/ 1659315 w 2306555"/>
              <a:gd name="connsiteY11" fmla="*/ 0 h 1747466"/>
              <a:gd name="connsiteX0" fmla="*/ 0 w 2306555"/>
              <a:gd name="connsiteY0" fmla="*/ 544808 h 1378924"/>
              <a:gd name="connsiteX1" fmla="*/ 626948 w 2306555"/>
              <a:gd name="connsiteY1" fmla="*/ 643540 h 1378924"/>
              <a:gd name="connsiteX2" fmla="*/ 1031965 w 2306555"/>
              <a:gd name="connsiteY2" fmla="*/ 685775 h 1378924"/>
              <a:gd name="connsiteX3" fmla="*/ 1488492 w 2306555"/>
              <a:gd name="connsiteY3" fmla="*/ 840267 h 1378924"/>
              <a:gd name="connsiteX4" fmla="*/ 1474769 w 2306555"/>
              <a:gd name="connsiteY4" fmla="*/ 847465 h 1378924"/>
              <a:gd name="connsiteX5" fmla="*/ 1831824 w 2306555"/>
              <a:gd name="connsiteY5" fmla="*/ 1117000 h 1378924"/>
              <a:gd name="connsiteX6" fmla="*/ 2062098 w 2306555"/>
              <a:gd name="connsiteY6" fmla="*/ 1360902 h 1378924"/>
              <a:gd name="connsiteX7" fmla="*/ 2257751 w 2306555"/>
              <a:gd name="connsiteY7" fmla="*/ 1321482 h 1378924"/>
              <a:gd name="connsiteX8" fmla="*/ 2301995 w 2306555"/>
              <a:gd name="connsiteY8" fmla="*/ 914591 h 1378924"/>
              <a:gd name="connsiteX9" fmla="*/ 2182623 w 2306555"/>
              <a:gd name="connsiteY9" fmla="*/ 551109 h 1378924"/>
              <a:gd name="connsiteX10" fmla="*/ 1972573 w 2306555"/>
              <a:gd name="connsiteY10" fmla="*/ 1 h 1378924"/>
              <a:gd name="connsiteX0" fmla="*/ 0 w 2306555"/>
              <a:gd name="connsiteY0" fmla="*/ 0 h 834118"/>
              <a:gd name="connsiteX1" fmla="*/ 626948 w 2306555"/>
              <a:gd name="connsiteY1" fmla="*/ 98732 h 834118"/>
              <a:gd name="connsiteX2" fmla="*/ 1031965 w 2306555"/>
              <a:gd name="connsiteY2" fmla="*/ 140967 h 834118"/>
              <a:gd name="connsiteX3" fmla="*/ 1488492 w 2306555"/>
              <a:gd name="connsiteY3" fmla="*/ 295459 h 834118"/>
              <a:gd name="connsiteX4" fmla="*/ 1474769 w 2306555"/>
              <a:gd name="connsiteY4" fmla="*/ 302657 h 834118"/>
              <a:gd name="connsiteX5" fmla="*/ 1831824 w 2306555"/>
              <a:gd name="connsiteY5" fmla="*/ 572192 h 834118"/>
              <a:gd name="connsiteX6" fmla="*/ 2062098 w 2306555"/>
              <a:gd name="connsiteY6" fmla="*/ 816094 h 834118"/>
              <a:gd name="connsiteX7" fmla="*/ 2257751 w 2306555"/>
              <a:gd name="connsiteY7" fmla="*/ 776674 h 834118"/>
              <a:gd name="connsiteX8" fmla="*/ 2301995 w 2306555"/>
              <a:gd name="connsiteY8" fmla="*/ 369783 h 834118"/>
              <a:gd name="connsiteX9" fmla="*/ 2182623 w 2306555"/>
              <a:gd name="connsiteY9" fmla="*/ 6301 h 834118"/>
              <a:gd name="connsiteX0" fmla="*/ 0 w 2302818"/>
              <a:gd name="connsiteY0" fmla="*/ 0 h 834117"/>
              <a:gd name="connsiteX1" fmla="*/ 626948 w 2302818"/>
              <a:gd name="connsiteY1" fmla="*/ 98732 h 834117"/>
              <a:gd name="connsiteX2" fmla="*/ 1031965 w 2302818"/>
              <a:gd name="connsiteY2" fmla="*/ 140967 h 834117"/>
              <a:gd name="connsiteX3" fmla="*/ 1488492 w 2302818"/>
              <a:gd name="connsiteY3" fmla="*/ 295459 h 834117"/>
              <a:gd name="connsiteX4" fmla="*/ 1474769 w 2302818"/>
              <a:gd name="connsiteY4" fmla="*/ 302657 h 834117"/>
              <a:gd name="connsiteX5" fmla="*/ 1831824 w 2302818"/>
              <a:gd name="connsiteY5" fmla="*/ 572192 h 834117"/>
              <a:gd name="connsiteX6" fmla="*/ 2062098 w 2302818"/>
              <a:gd name="connsiteY6" fmla="*/ 816094 h 834117"/>
              <a:gd name="connsiteX7" fmla="*/ 2257751 w 2302818"/>
              <a:gd name="connsiteY7" fmla="*/ 776674 h 834117"/>
              <a:gd name="connsiteX8" fmla="*/ 2301995 w 2302818"/>
              <a:gd name="connsiteY8" fmla="*/ 369783 h 834117"/>
              <a:gd name="connsiteX9" fmla="*/ 2239667 w 2302818"/>
              <a:gd name="connsiteY9" fmla="*/ 91286 h 834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2818" h="834117">
                <a:moveTo>
                  <a:pt x="0" y="0"/>
                </a:moveTo>
                <a:cubicBezTo>
                  <a:pt x="170484" y="524625"/>
                  <a:pt x="486447" y="131614"/>
                  <a:pt x="626948" y="98732"/>
                </a:cubicBezTo>
                <a:cubicBezTo>
                  <a:pt x="767449" y="65850"/>
                  <a:pt x="888374" y="108179"/>
                  <a:pt x="1031965" y="140967"/>
                </a:cubicBezTo>
                <a:cubicBezTo>
                  <a:pt x="1175556" y="173755"/>
                  <a:pt x="1414691" y="268511"/>
                  <a:pt x="1488492" y="295459"/>
                </a:cubicBezTo>
                <a:cubicBezTo>
                  <a:pt x="1562293" y="322407"/>
                  <a:pt x="1417547" y="256535"/>
                  <a:pt x="1474769" y="302657"/>
                </a:cubicBezTo>
                <a:cubicBezTo>
                  <a:pt x="1531991" y="348779"/>
                  <a:pt x="1733936" y="486619"/>
                  <a:pt x="1831824" y="572192"/>
                </a:cubicBezTo>
                <a:cubicBezTo>
                  <a:pt x="1929712" y="657765"/>
                  <a:pt x="1991110" y="782014"/>
                  <a:pt x="2062098" y="816094"/>
                </a:cubicBezTo>
                <a:cubicBezTo>
                  <a:pt x="2133086" y="850174"/>
                  <a:pt x="2213775" y="835317"/>
                  <a:pt x="2257751" y="776674"/>
                </a:cubicBezTo>
                <a:cubicBezTo>
                  <a:pt x="2301727" y="718031"/>
                  <a:pt x="2305009" y="484014"/>
                  <a:pt x="2301995" y="369783"/>
                </a:cubicBezTo>
                <a:cubicBezTo>
                  <a:pt x="2298981" y="255552"/>
                  <a:pt x="2294571" y="243718"/>
                  <a:pt x="2239667" y="91286"/>
                </a:cubicBezTo>
              </a:path>
            </a:pathLst>
          </a:custGeom>
          <a:noFill/>
          <a:ln w="6350" cap="rnd">
            <a:solidFill>
              <a:schemeClr val="tx1">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7D15B4A8-F585-1715-02AB-5B359FD99012}"/>
              </a:ext>
            </a:extLst>
          </p:cNvPr>
          <p:cNvSpPr/>
          <p:nvPr userDrawn="1"/>
        </p:nvSpPr>
        <p:spPr>
          <a:xfrm rot="5504842" flipV="1">
            <a:off x="739931" y="5621240"/>
            <a:ext cx="1025231" cy="1463935"/>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388752"/>
              <a:gd name="connsiteY0" fmla="*/ 0 h 1728516"/>
              <a:gd name="connsiteX1" fmla="*/ 939053 w 2388752"/>
              <a:gd name="connsiteY1" fmla="*/ 214042 h 1728516"/>
              <a:gd name="connsiteX2" fmla="*/ 660243 w 2388752"/>
              <a:gd name="connsiteY2" fmla="*/ 293448 h 1728516"/>
              <a:gd name="connsiteX3" fmla="*/ 436318 w 2388752"/>
              <a:gd name="connsiteY3" fmla="*/ 198732 h 1728516"/>
              <a:gd name="connsiteX4" fmla="*/ 193413 w 2388752"/>
              <a:gd name="connsiteY4" fmla="*/ 459846 h 1728516"/>
              <a:gd name="connsiteX5" fmla="*/ 308 w 2388752"/>
              <a:gd name="connsiteY5" fmla="*/ 858140 h 1728516"/>
              <a:gd name="connsiteX6" fmla="*/ 66423 w 2388752"/>
              <a:gd name="connsiteY6" fmla="*/ 1140531 h 1728516"/>
              <a:gd name="connsiteX7" fmla="*/ 207642 w 2388752"/>
              <a:gd name="connsiteY7" fmla="*/ 1363350 h 1728516"/>
              <a:gd name="connsiteX8" fmla="*/ 258654 w 2388752"/>
              <a:gd name="connsiteY8" fmla="*/ 1422551 h 1728516"/>
              <a:gd name="connsiteX9" fmla="*/ 449960 w 2388752"/>
              <a:gd name="connsiteY9" fmla="*/ 1572107 h 1728516"/>
              <a:gd name="connsiteX10" fmla="*/ 583477 w 2388752"/>
              <a:gd name="connsiteY10" fmla="*/ 1621529 h 1728516"/>
              <a:gd name="connsiteX11" fmla="*/ 958027 w 2388752"/>
              <a:gd name="connsiteY11" fmla="*/ 1666875 h 1728516"/>
              <a:gd name="connsiteX12" fmla="*/ 1200345 w 2388752"/>
              <a:gd name="connsiteY12" fmla="*/ 1666875 h 1728516"/>
              <a:gd name="connsiteX13" fmla="*/ 1775812 w 2388752"/>
              <a:gd name="connsiteY13" fmla="*/ 1683016 h 1728516"/>
              <a:gd name="connsiteX14" fmla="*/ 2058355 w 2388752"/>
              <a:gd name="connsiteY14" fmla="*/ 1669870 h 1728516"/>
              <a:gd name="connsiteX15" fmla="*/ 2388752 w 2388752"/>
              <a:gd name="connsiteY15" fmla="*/ 1715135 h 1728516"/>
              <a:gd name="connsiteX0" fmla="*/ 973740 w 2058355"/>
              <a:gd name="connsiteY0" fmla="*/ 0 h 1683289"/>
              <a:gd name="connsiteX1" fmla="*/ 939053 w 2058355"/>
              <a:gd name="connsiteY1" fmla="*/ 214042 h 1683289"/>
              <a:gd name="connsiteX2" fmla="*/ 660243 w 2058355"/>
              <a:gd name="connsiteY2" fmla="*/ 293448 h 1683289"/>
              <a:gd name="connsiteX3" fmla="*/ 436318 w 2058355"/>
              <a:gd name="connsiteY3" fmla="*/ 198732 h 1683289"/>
              <a:gd name="connsiteX4" fmla="*/ 193413 w 2058355"/>
              <a:gd name="connsiteY4" fmla="*/ 459846 h 1683289"/>
              <a:gd name="connsiteX5" fmla="*/ 308 w 2058355"/>
              <a:gd name="connsiteY5" fmla="*/ 858140 h 1683289"/>
              <a:gd name="connsiteX6" fmla="*/ 66423 w 2058355"/>
              <a:gd name="connsiteY6" fmla="*/ 1140531 h 1683289"/>
              <a:gd name="connsiteX7" fmla="*/ 207642 w 2058355"/>
              <a:gd name="connsiteY7" fmla="*/ 1363350 h 1683289"/>
              <a:gd name="connsiteX8" fmla="*/ 258654 w 2058355"/>
              <a:gd name="connsiteY8" fmla="*/ 1422551 h 1683289"/>
              <a:gd name="connsiteX9" fmla="*/ 449960 w 2058355"/>
              <a:gd name="connsiteY9" fmla="*/ 1572107 h 1683289"/>
              <a:gd name="connsiteX10" fmla="*/ 583477 w 2058355"/>
              <a:gd name="connsiteY10" fmla="*/ 1621529 h 1683289"/>
              <a:gd name="connsiteX11" fmla="*/ 958027 w 2058355"/>
              <a:gd name="connsiteY11" fmla="*/ 1666875 h 1683289"/>
              <a:gd name="connsiteX12" fmla="*/ 1200345 w 2058355"/>
              <a:gd name="connsiteY12" fmla="*/ 1666875 h 1683289"/>
              <a:gd name="connsiteX13" fmla="*/ 1775812 w 2058355"/>
              <a:gd name="connsiteY13" fmla="*/ 1683016 h 1683289"/>
              <a:gd name="connsiteX14" fmla="*/ 2058355 w 2058355"/>
              <a:gd name="connsiteY14" fmla="*/ 1669870 h 1683289"/>
              <a:gd name="connsiteX0" fmla="*/ 973740 w 1992046"/>
              <a:gd name="connsiteY0" fmla="*/ 0 h 1728025"/>
              <a:gd name="connsiteX1" fmla="*/ 939053 w 1992046"/>
              <a:gd name="connsiteY1" fmla="*/ 214042 h 1728025"/>
              <a:gd name="connsiteX2" fmla="*/ 660243 w 1992046"/>
              <a:gd name="connsiteY2" fmla="*/ 293448 h 1728025"/>
              <a:gd name="connsiteX3" fmla="*/ 436318 w 1992046"/>
              <a:gd name="connsiteY3" fmla="*/ 198732 h 1728025"/>
              <a:gd name="connsiteX4" fmla="*/ 193413 w 1992046"/>
              <a:gd name="connsiteY4" fmla="*/ 459846 h 1728025"/>
              <a:gd name="connsiteX5" fmla="*/ 308 w 1992046"/>
              <a:gd name="connsiteY5" fmla="*/ 858140 h 1728025"/>
              <a:gd name="connsiteX6" fmla="*/ 66423 w 1992046"/>
              <a:gd name="connsiteY6" fmla="*/ 1140531 h 1728025"/>
              <a:gd name="connsiteX7" fmla="*/ 207642 w 1992046"/>
              <a:gd name="connsiteY7" fmla="*/ 1363350 h 1728025"/>
              <a:gd name="connsiteX8" fmla="*/ 258654 w 1992046"/>
              <a:gd name="connsiteY8" fmla="*/ 1422551 h 1728025"/>
              <a:gd name="connsiteX9" fmla="*/ 449960 w 1992046"/>
              <a:gd name="connsiteY9" fmla="*/ 1572107 h 1728025"/>
              <a:gd name="connsiteX10" fmla="*/ 583477 w 1992046"/>
              <a:gd name="connsiteY10" fmla="*/ 1621529 h 1728025"/>
              <a:gd name="connsiteX11" fmla="*/ 958027 w 1992046"/>
              <a:gd name="connsiteY11" fmla="*/ 1666875 h 1728025"/>
              <a:gd name="connsiteX12" fmla="*/ 1200345 w 1992046"/>
              <a:gd name="connsiteY12" fmla="*/ 1666875 h 1728025"/>
              <a:gd name="connsiteX13" fmla="*/ 1775812 w 1992046"/>
              <a:gd name="connsiteY13" fmla="*/ 1683016 h 1728025"/>
              <a:gd name="connsiteX14" fmla="*/ 1992046 w 1992046"/>
              <a:gd name="connsiteY14" fmla="*/ 1728025 h 1728025"/>
              <a:gd name="connsiteX0" fmla="*/ 1041326 w 1992046"/>
              <a:gd name="connsiteY0" fmla="*/ 1 h 1691318"/>
              <a:gd name="connsiteX1" fmla="*/ 939053 w 1992046"/>
              <a:gd name="connsiteY1" fmla="*/ 177335 h 1691318"/>
              <a:gd name="connsiteX2" fmla="*/ 660243 w 1992046"/>
              <a:gd name="connsiteY2" fmla="*/ 256741 h 1691318"/>
              <a:gd name="connsiteX3" fmla="*/ 436318 w 1992046"/>
              <a:gd name="connsiteY3" fmla="*/ 162025 h 1691318"/>
              <a:gd name="connsiteX4" fmla="*/ 193413 w 1992046"/>
              <a:gd name="connsiteY4" fmla="*/ 423139 h 1691318"/>
              <a:gd name="connsiteX5" fmla="*/ 308 w 1992046"/>
              <a:gd name="connsiteY5" fmla="*/ 821433 h 1691318"/>
              <a:gd name="connsiteX6" fmla="*/ 66423 w 1992046"/>
              <a:gd name="connsiteY6" fmla="*/ 1103824 h 1691318"/>
              <a:gd name="connsiteX7" fmla="*/ 207642 w 1992046"/>
              <a:gd name="connsiteY7" fmla="*/ 1326643 h 1691318"/>
              <a:gd name="connsiteX8" fmla="*/ 258654 w 1992046"/>
              <a:gd name="connsiteY8" fmla="*/ 1385844 h 1691318"/>
              <a:gd name="connsiteX9" fmla="*/ 449960 w 1992046"/>
              <a:gd name="connsiteY9" fmla="*/ 1535400 h 1691318"/>
              <a:gd name="connsiteX10" fmla="*/ 583477 w 1992046"/>
              <a:gd name="connsiteY10" fmla="*/ 1584822 h 1691318"/>
              <a:gd name="connsiteX11" fmla="*/ 958027 w 1992046"/>
              <a:gd name="connsiteY11" fmla="*/ 1630168 h 1691318"/>
              <a:gd name="connsiteX12" fmla="*/ 1200345 w 1992046"/>
              <a:gd name="connsiteY12" fmla="*/ 1630168 h 1691318"/>
              <a:gd name="connsiteX13" fmla="*/ 1775812 w 1992046"/>
              <a:gd name="connsiteY13" fmla="*/ 1646309 h 1691318"/>
              <a:gd name="connsiteX14" fmla="*/ 1992046 w 1992046"/>
              <a:gd name="connsiteY14" fmla="*/ 1691318 h 1691318"/>
              <a:gd name="connsiteX0" fmla="*/ 1041326 w 1992046"/>
              <a:gd name="connsiteY0" fmla="*/ 0 h 1691317"/>
              <a:gd name="connsiteX1" fmla="*/ 1005420 w 1992046"/>
              <a:gd name="connsiteY1" fmla="*/ 251982 h 1691317"/>
              <a:gd name="connsiteX2" fmla="*/ 660243 w 1992046"/>
              <a:gd name="connsiteY2" fmla="*/ 256740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378591 w 1992046"/>
              <a:gd name="connsiteY3" fmla="*/ 246478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05420 w 1992046"/>
              <a:gd name="connsiteY0" fmla="*/ 7519 h 1446854"/>
              <a:gd name="connsiteX1" fmla="*/ 674971 w 1992046"/>
              <a:gd name="connsiteY1" fmla="*/ 78595 h 1446854"/>
              <a:gd name="connsiteX2" fmla="*/ 378591 w 1992046"/>
              <a:gd name="connsiteY2" fmla="*/ 2015 h 1446854"/>
              <a:gd name="connsiteX3" fmla="*/ 193413 w 1992046"/>
              <a:gd name="connsiteY3" fmla="*/ 178675 h 1446854"/>
              <a:gd name="connsiteX4" fmla="*/ 308 w 1992046"/>
              <a:gd name="connsiteY4" fmla="*/ 576969 h 1446854"/>
              <a:gd name="connsiteX5" fmla="*/ 66423 w 1992046"/>
              <a:gd name="connsiteY5" fmla="*/ 859360 h 1446854"/>
              <a:gd name="connsiteX6" fmla="*/ 207642 w 1992046"/>
              <a:gd name="connsiteY6" fmla="*/ 1082179 h 1446854"/>
              <a:gd name="connsiteX7" fmla="*/ 258654 w 1992046"/>
              <a:gd name="connsiteY7" fmla="*/ 1141380 h 1446854"/>
              <a:gd name="connsiteX8" fmla="*/ 449960 w 1992046"/>
              <a:gd name="connsiteY8" fmla="*/ 1290936 h 1446854"/>
              <a:gd name="connsiteX9" fmla="*/ 583477 w 1992046"/>
              <a:gd name="connsiteY9" fmla="*/ 1340358 h 1446854"/>
              <a:gd name="connsiteX10" fmla="*/ 958027 w 1992046"/>
              <a:gd name="connsiteY10" fmla="*/ 1385704 h 1446854"/>
              <a:gd name="connsiteX11" fmla="*/ 1200345 w 1992046"/>
              <a:gd name="connsiteY11" fmla="*/ 1385704 h 1446854"/>
              <a:gd name="connsiteX12" fmla="*/ 1775812 w 1992046"/>
              <a:gd name="connsiteY12" fmla="*/ 1401845 h 1446854"/>
              <a:gd name="connsiteX13" fmla="*/ 1992046 w 1992046"/>
              <a:gd name="connsiteY13" fmla="*/ 1446854 h 1446854"/>
              <a:gd name="connsiteX0" fmla="*/ 1073632 w 1992046"/>
              <a:gd name="connsiteY0" fmla="*/ 0 h 1561734"/>
              <a:gd name="connsiteX1" fmla="*/ 674971 w 1992046"/>
              <a:gd name="connsiteY1" fmla="*/ 193475 h 1561734"/>
              <a:gd name="connsiteX2" fmla="*/ 378591 w 1992046"/>
              <a:gd name="connsiteY2" fmla="*/ 116895 h 1561734"/>
              <a:gd name="connsiteX3" fmla="*/ 193413 w 1992046"/>
              <a:gd name="connsiteY3" fmla="*/ 293555 h 1561734"/>
              <a:gd name="connsiteX4" fmla="*/ 308 w 1992046"/>
              <a:gd name="connsiteY4" fmla="*/ 691849 h 1561734"/>
              <a:gd name="connsiteX5" fmla="*/ 66423 w 1992046"/>
              <a:gd name="connsiteY5" fmla="*/ 974240 h 1561734"/>
              <a:gd name="connsiteX6" fmla="*/ 207642 w 1992046"/>
              <a:gd name="connsiteY6" fmla="*/ 1197059 h 1561734"/>
              <a:gd name="connsiteX7" fmla="*/ 258654 w 1992046"/>
              <a:gd name="connsiteY7" fmla="*/ 1256260 h 1561734"/>
              <a:gd name="connsiteX8" fmla="*/ 449960 w 1992046"/>
              <a:gd name="connsiteY8" fmla="*/ 1405816 h 1561734"/>
              <a:gd name="connsiteX9" fmla="*/ 583477 w 1992046"/>
              <a:gd name="connsiteY9" fmla="*/ 1455238 h 1561734"/>
              <a:gd name="connsiteX10" fmla="*/ 958027 w 1992046"/>
              <a:gd name="connsiteY10" fmla="*/ 1500584 h 1561734"/>
              <a:gd name="connsiteX11" fmla="*/ 1200345 w 1992046"/>
              <a:gd name="connsiteY11" fmla="*/ 1500584 h 1561734"/>
              <a:gd name="connsiteX12" fmla="*/ 1775812 w 1992046"/>
              <a:gd name="connsiteY12" fmla="*/ 1516725 h 1561734"/>
              <a:gd name="connsiteX13" fmla="*/ 1992046 w 1992046"/>
              <a:gd name="connsiteY13" fmla="*/ 1561734 h 1561734"/>
              <a:gd name="connsiteX0" fmla="*/ 1073632 w 1992046"/>
              <a:gd name="connsiteY0" fmla="*/ 0 h 1561734"/>
              <a:gd name="connsiteX1" fmla="*/ 674971 w 1992046"/>
              <a:gd name="connsiteY1" fmla="*/ 193475 h 1561734"/>
              <a:gd name="connsiteX2" fmla="*/ 378591 w 1992046"/>
              <a:gd name="connsiteY2" fmla="*/ 116895 h 1561734"/>
              <a:gd name="connsiteX3" fmla="*/ 193413 w 1992046"/>
              <a:gd name="connsiteY3" fmla="*/ 293555 h 1561734"/>
              <a:gd name="connsiteX4" fmla="*/ 308 w 1992046"/>
              <a:gd name="connsiteY4" fmla="*/ 691849 h 1561734"/>
              <a:gd name="connsiteX5" fmla="*/ 66423 w 1992046"/>
              <a:gd name="connsiteY5" fmla="*/ 974240 h 1561734"/>
              <a:gd name="connsiteX6" fmla="*/ 207642 w 1992046"/>
              <a:gd name="connsiteY6" fmla="*/ 1197059 h 1561734"/>
              <a:gd name="connsiteX7" fmla="*/ 258654 w 1992046"/>
              <a:gd name="connsiteY7" fmla="*/ 1256260 h 1561734"/>
              <a:gd name="connsiteX8" fmla="*/ 449960 w 1992046"/>
              <a:gd name="connsiteY8" fmla="*/ 1405816 h 1561734"/>
              <a:gd name="connsiteX9" fmla="*/ 583477 w 1992046"/>
              <a:gd name="connsiteY9" fmla="*/ 1455238 h 1561734"/>
              <a:gd name="connsiteX10" fmla="*/ 958027 w 1992046"/>
              <a:gd name="connsiteY10" fmla="*/ 1500584 h 1561734"/>
              <a:gd name="connsiteX11" fmla="*/ 1200345 w 1992046"/>
              <a:gd name="connsiteY11" fmla="*/ 1500584 h 1561734"/>
              <a:gd name="connsiteX12" fmla="*/ 1775812 w 1992046"/>
              <a:gd name="connsiteY12" fmla="*/ 1516725 h 1561734"/>
              <a:gd name="connsiteX13" fmla="*/ 1992046 w 1992046"/>
              <a:gd name="connsiteY13" fmla="*/ 1561734 h 1561734"/>
              <a:gd name="connsiteX0" fmla="*/ 1073632 w 1992046"/>
              <a:gd name="connsiteY0" fmla="*/ 0 h 1561734"/>
              <a:gd name="connsiteX1" fmla="*/ 794611 w 1992046"/>
              <a:gd name="connsiteY1" fmla="*/ 197129 h 1561734"/>
              <a:gd name="connsiteX2" fmla="*/ 378591 w 1992046"/>
              <a:gd name="connsiteY2" fmla="*/ 116895 h 1561734"/>
              <a:gd name="connsiteX3" fmla="*/ 193413 w 1992046"/>
              <a:gd name="connsiteY3" fmla="*/ 293555 h 1561734"/>
              <a:gd name="connsiteX4" fmla="*/ 308 w 1992046"/>
              <a:gd name="connsiteY4" fmla="*/ 691849 h 1561734"/>
              <a:gd name="connsiteX5" fmla="*/ 66423 w 1992046"/>
              <a:gd name="connsiteY5" fmla="*/ 974240 h 1561734"/>
              <a:gd name="connsiteX6" fmla="*/ 207642 w 1992046"/>
              <a:gd name="connsiteY6" fmla="*/ 1197059 h 1561734"/>
              <a:gd name="connsiteX7" fmla="*/ 258654 w 1992046"/>
              <a:gd name="connsiteY7" fmla="*/ 1256260 h 1561734"/>
              <a:gd name="connsiteX8" fmla="*/ 449960 w 1992046"/>
              <a:gd name="connsiteY8" fmla="*/ 1405816 h 1561734"/>
              <a:gd name="connsiteX9" fmla="*/ 583477 w 1992046"/>
              <a:gd name="connsiteY9" fmla="*/ 1455238 h 1561734"/>
              <a:gd name="connsiteX10" fmla="*/ 958027 w 1992046"/>
              <a:gd name="connsiteY10" fmla="*/ 1500584 h 1561734"/>
              <a:gd name="connsiteX11" fmla="*/ 1200345 w 1992046"/>
              <a:gd name="connsiteY11" fmla="*/ 1500584 h 1561734"/>
              <a:gd name="connsiteX12" fmla="*/ 1775812 w 1992046"/>
              <a:gd name="connsiteY12" fmla="*/ 1516725 h 1561734"/>
              <a:gd name="connsiteX13" fmla="*/ 1992046 w 1992046"/>
              <a:gd name="connsiteY13" fmla="*/ 1561734 h 1561734"/>
              <a:gd name="connsiteX0" fmla="*/ 1073632 w 1992046"/>
              <a:gd name="connsiteY0" fmla="*/ 0 h 1561734"/>
              <a:gd name="connsiteX1" fmla="*/ 794611 w 1992046"/>
              <a:gd name="connsiteY1" fmla="*/ 197129 h 1561734"/>
              <a:gd name="connsiteX2" fmla="*/ 430667 w 1992046"/>
              <a:gd name="connsiteY2" fmla="*/ 146148 h 1561734"/>
              <a:gd name="connsiteX3" fmla="*/ 193413 w 1992046"/>
              <a:gd name="connsiteY3" fmla="*/ 293555 h 1561734"/>
              <a:gd name="connsiteX4" fmla="*/ 308 w 1992046"/>
              <a:gd name="connsiteY4" fmla="*/ 691849 h 1561734"/>
              <a:gd name="connsiteX5" fmla="*/ 66423 w 1992046"/>
              <a:gd name="connsiteY5" fmla="*/ 974240 h 1561734"/>
              <a:gd name="connsiteX6" fmla="*/ 207642 w 1992046"/>
              <a:gd name="connsiteY6" fmla="*/ 1197059 h 1561734"/>
              <a:gd name="connsiteX7" fmla="*/ 258654 w 1992046"/>
              <a:gd name="connsiteY7" fmla="*/ 1256260 h 1561734"/>
              <a:gd name="connsiteX8" fmla="*/ 449960 w 1992046"/>
              <a:gd name="connsiteY8" fmla="*/ 1405816 h 1561734"/>
              <a:gd name="connsiteX9" fmla="*/ 583477 w 1992046"/>
              <a:gd name="connsiteY9" fmla="*/ 1455238 h 1561734"/>
              <a:gd name="connsiteX10" fmla="*/ 958027 w 1992046"/>
              <a:gd name="connsiteY10" fmla="*/ 1500584 h 1561734"/>
              <a:gd name="connsiteX11" fmla="*/ 1200345 w 1992046"/>
              <a:gd name="connsiteY11" fmla="*/ 1500584 h 1561734"/>
              <a:gd name="connsiteX12" fmla="*/ 1775812 w 1992046"/>
              <a:gd name="connsiteY12" fmla="*/ 1516725 h 1561734"/>
              <a:gd name="connsiteX13" fmla="*/ 1992046 w 1992046"/>
              <a:gd name="connsiteY13" fmla="*/ 1561734 h 1561734"/>
              <a:gd name="connsiteX0" fmla="*/ 1073632 w 1775812"/>
              <a:gd name="connsiteY0" fmla="*/ 0 h 1516725"/>
              <a:gd name="connsiteX1" fmla="*/ 794611 w 1775812"/>
              <a:gd name="connsiteY1" fmla="*/ 197129 h 1516725"/>
              <a:gd name="connsiteX2" fmla="*/ 430667 w 1775812"/>
              <a:gd name="connsiteY2" fmla="*/ 146148 h 1516725"/>
              <a:gd name="connsiteX3" fmla="*/ 193413 w 1775812"/>
              <a:gd name="connsiteY3" fmla="*/ 293555 h 1516725"/>
              <a:gd name="connsiteX4" fmla="*/ 308 w 1775812"/>
              <a:gd name="connsiteY4" fmla="*/ 691849 h 1516725"/>
              <a:gd name="connsiteX5" fmla="*/ 66423 w 1775812"/>
              <a:gd name="connsiteY5" fmla="*/ 974240 h 1516725"/>
              <a:gd name="connsiteX6" fmla="*/ 207642 w 1775812"/>
              <a:gd name="connsiteY6" fmla="*/ 1197059 h 1516725"/>
              <a:gd name="connsiteX7" fmla="*/ 258654 w 1775812"/>
              <a:gd name="connsiteY7" fmla="*/ 1256260 h 1516725"/>
              <a:gd name="connsiteX8" fmla="*/ 449960 w 1775812"/>
              <a:gd name="connsiteY8" fmla="*/ 1405816 h 1516725"/>
              <a:gd name="connsiteX9" fmla="*/ 583477 w 1775812"/>
              <a:gd name="connsiteY9" fmla="*/ 1455238 h 1516725"/>
              <a:gd name="connsiteX10" fmla="*/ 958027 w 1775812"/>
              <a:gd name="connsiteY10" fmla="*/ 1500584 h 1516725"/>
              <a:gd name="connsiteX11" fmla="*/ 1200345 w 1775812"/>
              <a:gd name="connsiteY11" fmla="*/ 1500584 h 1516725"/>
              <a:gd name="connsiteX12" fmla="*/ 1775812 w 1775812"/>
              <a:gd name="connsiteY12" fmla="*/ 1516725 h 1516725"/>
              <a:gd name="connsiteX0" fmla="*/ 1073632 w 1200346"/>
              <a:gd name="connsiteY0" fmla="*/ 0 h 1501492"/>
              <a:gd name="connsiteX1" fmla="*/ 794611 w 1200346"/>
              <a:gd name="connsiteY1" fmla="*/ 197129 h 1501492"/>
              <a:gd name="connsiteX2" fmla="*/ 430667 w 1200346"/>
              <a:gd name="connsiteY2" fmla="*/ 146148 h 1501492"/>
              <a:gd name="connsiteX3" fmla="*/ 193413 w 1200346"/>
              <a:gd name="connsiteY3" fmla="*/ 293555 h 1501492"/>
              <a:gd name="connsiteX4" fmla="*/ 308 w 1200346"/>
              <a:gd name="connsiteY4" fmla="*/ 691849 h 1501492"/>
              <a:gd name="connsiteX5" fmla="*/ 66423 w 1200346"/>
              <a:gd name="connsiteY5" fmla="*/ 974240 h 1501492"/>
              <a:gd name="connsiteX6" fmla="*/ 207642 w 1200346"/>
              <a:gd name="connsiteY6" fmla="*/ 1197059 h 1501492"/>
              <a:gd name="connsiteX7" fmla="*/ 258654 w 1200346"/>
              <a:gd name="connsiteY7" fmla="*/ 1256260 h 1501492"/>
              <a:gd name="connsiteX8" fmla="*/ 449960 w 1200346"/>
              <a:gd name="connsiteY8" fmla="*/ 1405816 h 1501492"/>
              <a:gd name="connsiteX9" fmla="*/ 583477 w 1200346"/>
              <a:gd name="connsiteY9" fmla="*/ 1455238 h 1501492"/>
              <a:gd name="connsiteX10" fmla="*/ 958027 w 1200346"/>
              <a:gd name="connsiteY10" fmla="*/ 1500584 h 1501492"/>
              <a:gd name="connsiteX11" fmla="*/ 1200345 w 1200346"/>
              <a:gd name="connsiteY11" fmla="*/ 1500584 h 1501492"/>
              <a:gd name="connsiteX0" fmla="*/ 1073632 w 1073632"/>
              <a:gd name="connsiteY0" fmla="*/ 0 h 1500584"/>
              <a:gd name="connsiteX1" fmla="*/ 794611 w 1073632"/>
              <a:gd name="connsiteY1" fmla="*/ 197129 h 1500584"/>
              <a:gd name="connsiteX2" fmla="*/ 430667 w 1073632"/>
              <a:gd name="connsiteY2" fmla="*/ 146148 h 1500584"/>
              <a:gd name="connsiteX3" fmla="*/ 193413 w 1073632"/>
              <a:gd name="connsiteY3" fmla="*/ 293555 h 1500584"/>
              <a:gd name="connsiteX4" fmla="*/ 308 w 1073632"/>
              <a:gd name="connsiteY4" fmla="*/ 691849 h 1500584"/>
              <a:gd name="connsiteX5" fmla="*/ 66423 w 1073632"/>
              <a:gd name="connsiteY5" fmla="*/ 974240 h 1500584"/>
              <a:gd name="connsiteX6" fmla="*/ 207642 w 1073632"/>
              <a:gd name="connsiteY6" fmla="*/ 1197059 h 1500584"/>
              <a:gd name="connsiteX7" fmla="*/ 258654 w 1073632"/>
              <a:gd name="connsiteY7" fmla="*/ 1256260 h 1500584"/>
              <a:gd name="connsiteX8" fmla="*/ 449960 w 1073632"/>
              <a:gd name="connsiteY8" fmla="*/ 1405816 h 1500584"/>
              <a:gd name="connsiteX9" fmla="*/ 583477 w 1073632"/>
              <a:gd name="connsiteY9" fmla="*/ 1455238 h 1500584"/>
              <a:gd name="connsiteX10" fmla="*/ 958027 w 1073632"/>
              <a:gd name="connsiteY10" fmla="*/ 1500584 h 1500584"/>
              <a:gd name="connsiteX0" fmla="*/ 1073632 w 1073632"/>
              <a:gd name="connsiteY0" fmla="*/ 0 h 1534584"/>
              <a:gd name="connsiteX1" fmla="*/ 794611 w 1073632"/>
              <a:gd name="connsiteY1" fmla="*/ 197129 h 1534584"/>
              <a:gd name="connsiteX2" fmla="*/ 430667 w 1073632"/>
              <a:gd name="connsiteY2" fmla="*/ 146148 h 1534584"/>
              <a:gd name="connsiteX3" fmla="*/ 193413 w 1073632"/>
              <a:gd name="connsiteY3" fmla="*/ 293555 h 1534584"/>
              <a:gd name="connsiteX4" fmla="*/ 308 w 1073632"/>
              <a:gd name="connsiteY4" fmla="*/ 691849 h 1534584"/>
              <a:gd name="connsiteX5" fmla="*/ 66423 w 1073632"/>
              <a:gd name="connsiteY5" fmla="*/ 974240 h 1534584"/>
              <a:gd name="connsiteX6" fmla="*/ 207642 w 1073632"/>
              <a:gd name="connsiteY6" fmla="*/ 1197059 h 1534584"/>
              <a:gd name="connsiteX7" fmla="*/ 258654 w 1073632"/>
              <a:gd name="connsiteY7" fmla="*/ 1256260 h 1534584"/>
              <a:gd name="connsiteX8" fmla="*/ 449960 w 1073632"/>
              <a:gd name="connsiteY8" fmla="*/ 1405816 h 1534584"/>
              <a:gd name="connsiteX9" fmla="*/ 583477 w 1073632"/>
              <a:gd name="connsiteY9" fmla="*/ 1455238 h 1534584"/>
              <a:gd name="connsiteX10" fmla="*/ 1014564 w 1073632"/>
              <a:gd name="connsiteY10" fmla="*/ 1534584 h 153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632" h="1534584">
                <a:moveTo>
                  <a:pt x="1073632" y="0"/>
                </a:moveTo>
                <a:cubicBezTo>
                  <a:pt x="1029926" y="88951"/>
                  <a:pt x="901772" y="172771"/>
                  <a:pt x="794611" y="197129"/>
                </a:cubicBezTo>
                <a:cubicBezTo>
                  <a:pt x="687450" y="221487"/>
                  <a:pt x="530867" y="130077"/>
                  <a:pt x="430667" y="146148"/>
                </a:cubicBezTo>
                <a:cubicBezTo>
                  <a:pt x="330467" y="162219"/>
                  <a:pt x="265139" y="202605"/>
                  <a:pt x="193413" y="293555"/>
                </a:cubicBezTo>
                <a:cubicBezTo>
                  <a:pt x="121687" y="384505"/>
                  <a:pt x="5549" y="546826"/>
                  <a:pt x="308" y="691849"/>
                </a:cubicBezTo>
                <a:cubicBezTo>
                  <a:pt x="-3224" y="788282"/>
                  <a:pt x="23951" y="883465"/>
                  <a:pt x="66423" y="974240"/>
                </a:cubicBezTo>
                <a:cubicBezTo>
                  <a:pt x="102905" y="1052285"/>
                  <a:pt x="150513" y="1126835"/>
                  <a:pt x="207642" y="1197059"/>
                </a:cubicBezTo>
                <a:cubicBezTo>
                  <a:pt x="223931" y="1217110"/>
                  <a:pt x="240848" y="1236960"/>
                  <a:pt x="258654" y="1256260"/>
                </a:cubicBezTo>
                <a:cubicBezTo>
                  <a:pt x="312072" y="1314162"/>
                  <a:pt x="373494" y="1367126"/>
                  <a:pt x="449960" y="1405816"/>
                </a:cubicBezTo>
                <a:cubicBezTo>
                  <a:pt x="491471" y="1426865"/>
                  <a:pt x="489376" y="1433777"/>
                  <a:pt x="583477" y="1455238"/>
                </a:cubicBezTo>
                <a:cubicBezTo>
                  <a:pt x="677578" y="1476699"/>
                  <a:pt x="887574" y="1531589"/>
                  <a:pt x="1014564" y="1534584"/>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5" name="Freeform: Shape 24">
            <a:extLst>
              <a:ext uri="{FF2B5EF4-FFF2-40B4-BE49-F238E27FC236}">
                <a16:creationId xmlns:a16="http://schemas.microsoft.com/office/drawing/2014/main" id="{662B9810-F427-5EFE-F354-81EB6E933634}"/>
              </a:ext>
            </a:extLst>
          </p:cNvPr>
          <p:cNvSpPr/>
          <p:nvPr userDrawn="1"/>
        </p:nvSpPr>
        <p:spPr>
          <a:xfrm rot="5504842" flipV="1">
            <a:off x="824146" y="5964474"/>
            <a:ext cx="843792" cy="957495"/>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58427 w 2166893"/>
              <a:gd name="connsiteY0" fmla="*/ 0 h 1032028"/>
              <a:gd name="connsiteX1" fmla="*/ 902551 w 2166893"/>
              <a:gd name="connsiteY1" fmla="*/ 98263 h 1032028"/>
              <a:gd name="connsiteX2" fmla="*/ 746675 w 2166893"/>
              <a:gd name="connsiteY2" fmla="*/ 98263 h 1032028"/>
              <a:gd name="connsiteX3" fmla="*/ 534419 w 2166893"/>
              <a:gd name="connsiteY3" fmla="*/ 62736 h 1032028"/>
              <a:gd name="connsiteX4" fmla="*/ 271026 w 2166893"/>
              <a:gd name="connsiteY4" fmla="*/ 73219 h 1032028"/>
              <a:gd name="connsiteX5" fmla="*/ 131304 w 2166893"/>
              <a:gd name="connsiteY5" fmla="*/ 144274 h 1032028"/>
              <a:gd name="connsiteX6" fmla="*/ 23786 w 2166893"/>
              <a:gd name="connsiteY6" fmla="*/ 280229 h 1032028"/>
              <a:gd name="connsiteX7" fmla="*/ 2282 w 2166893"/>
              <a:gd name="connsiteY7" fmla="*/ 443307 h 1032028"/>
              <a:gd name="connsiteX8" fmla="*/ 88298 w 2166893"/>
              <a:gd name="connsiteY8" fmla="*/ 683764 h 1032028"/>
              <a:gd name="connsiteX9" fmla="*/ 151164 w 2166893"/>
              <a:gd name="connsiteY9" fmla="*/ 773676 h 1032028"/>
              <a:gd name="connsiteX10" fmla="*/ 231762 w 2166893"/>
              <a:gd name="connsiteY10" fmla="*/ 854165 h 1032028"/>
              <a:gd name="connsiteX11" fmla="*/ 524683 w 2166893"/>
              <a:gd name="connsiteY11" fmla="*/ 995360 h 1032028"/>
              <a:gd name="connsiteX12" fmla="*/ 627068 w 2166893"/>
              <a:gd name="connsiteY12" fmla="*/ 1011501 h 1032028"/>
              <a:gd name="connsiteX13" fmla="*/ 1017130 w 2166893"/>
              <a:gd name="connsiteY13" fmla="*/ 1028642 h 1032028"/>
              <a:gd name="connsiteX14" fmla="*/ 1282851 w 2166893"/>
              <a:gd name="connsiteY14" fmla="*/ 952591 h 1032028"/>
              <a:gd name="connsiteX15" fmla="*/ 1535467 w 2166893"/>
              <a:gd name="connsiteY15" fmla="*/ 1004429 h 1032028"/>
              <a:gd name="connsiteX16" fmla="*/ 1846173 w 2166893"/>
              <a:gd name="connsiteY16" fmla="*/ 957932 h 1032028"/>
              <a:gd name="connsiteX17" fmla="*/ 2166893 w 2166893"/>
              <a:gd name="connsiteY17" fmla="*/ 1001677 h 1032028"/>
              <a:gd name="connsiteX0" fmla="*/ 1058427 w 1846173"/>
              <a:gd name="connsiteY0" fmla="*/ 0 h 1032028"/>
              <a:gd name="connsiteX1" fmla="*/ 902551 w 1846173"/>
              <a:gd name="connsiteY1" fmla="*/ 98263 h 1032028"/>
              <a:gd name="connsiteX2" fmla="*/ 746675 w 1846173"/>
              <a:gd name="connsiteY2" fmla="*/ 98263 h 1032028"/>
              <a:gd name="connsiteX3" fmla="*/ 534419 w 1846173"/>
              <a:gd name="connsiteY3" fmla="*/ 62736 h 1032028"/>
              <a:gd name="connsiteX4" fmla="*/ 271026 w 1846173"/>
              <a:gd name="connsiteY4" fmla="*/ 73219 h 1032028"/>
              <a:gd name="connsiteX5" fmla="*/ 131304 w 1846173"/>
              <a:gd name="connsiteY5" fmla="*/ 144274 h 1032028"/>
              <a:gd name="connsiteX6" fmla="*/ 23786 w 1846173"/>
              <a:gd name="connsiteY6" fmla="*/ 280229 h 1032028"/>
              <a:gd name="connsiteX7" fmla="*/ 2282 w 1846173"/>
              <a:gd name="connsiteY7" fmla="*/ 443307 h 1032028"/>
              <a:gd name="connsiteX8" fmla="*/ 88298 w 1846173"/>
              <a:gd name="connsiteY8" fmla="*/ 683764 h 1032028"/>
              <a:gd name="connsiteX9" fmla="*/ 151164 w 1846173"/>
              <a:gd name="connsiteY9" fmla="*/ 773676 h 1032028"/>
              <a:gd name="connsiteX10" fmla="*/ 231762 w 1846173"/>
              <a:gd name="connsiteY10" fmla="*/ 854165 h 1032028"/>
              <a:gd name="connsiteX11" fmla="*/ 524683 w 1846173"/>
              <a:gd name="connsiteY11" fmla="*/ 995360 h 1032028"/>
              <a:gd name="connsiteX12" fmla="*/ 627068 w 1846173"/>
              <a:gd name="connsiteY12" fmla="*/ 1011501 h 1032028"/>
              <a:gd name="connsiteX13" fmla="*/ 1017130 w 1846173"/>
              <a:gd name="connsiteY13" fmla="*/ 1028642 h 1032028"/>
              <a:gd name="connsiteX14" fmla="*/ 1282851 w 1846173"/>
              <a:gd name="connsiteY14" fmla="*/ 952591 h 1032028"/>
              <a:gd name="connsiteX15" fmla="*/ 1535467 w 1846173"/>
              <a:gd name="connsiteY15" fmla="*/ 1004429 h 1032028"/>
              <a:gd name="connsiteX16" fmla="*/ 1846173 w 1846173"/>
              <a:gd name="connsiteY16" fmla="*/ 957932 h 1032028"/>
              <a:gd name="connsiteX0" fmla="*/ 1058427 w 1535467"/>
              <a:gd name="connsiteY0" fmla="*/ 0 h 1032028"/>
              <a:gd name="connsiteX1" fmla="*/ 902551 w 1535467"/>
              <a:gd name="connsiteY1" fmla="*/ 98263 h 1032028"/>
              <a:gd name="connsiteX2" fmla="*/ 746675 w 1535467"/>
              <a:gd name="connsiteY2" fmla="*/ 98263 h 1032028"/>
              <a:gd name="connsiteX3" fmla="*/ 534419 w 1535467"/>
              <a:gd name="connsiteY3" fmla="*/ 62736 h 1032028"/>
              <a:gd name="connsiteX4" fmla="*/ 271026 w 1535467"/>
              <a:gd name="connsiteY4" fmla="*/ 73219 h 1032028"/>
              <a:gd name="connsiteX5" fmla="*/ 131304 w 1535467"/>
              <a:gd name="connsiteY5" fmla="*/ 144274 h 1032028"/>
              <a:gd name="connsiteX6" fmla="*/ 23786 w 1535467"/>
              <a:gd name="connsiteY6" fmla="*/ 280229 h 1032028"/>
              <a:gd name="connsiteX7" fmla="*/ 2282 w 1535467"/>
              <a:gd name="connsiteY7" fmla="*/ 443307 h 1032028"/>
              <a:gd name="connsiteX8" fmla="*/ 88298 w 1535467"/>
              <a:gd name="connsiteY8" fmla="*/ 683764 h 1032028"/>
              <a:gd name="connsiteX9" fmla="*/ 151164 w 1535467"/>
              <a:gd name="connsiteY9" fmla="*/ 773676 h 1032028"/>
              <a:gd name="connsiteX10" fmla="*/ 231762 w 1535467"/>
              <a:gd name="connsiteY10" fmla="*/ 854165 h 1032028"/>
              <a:gd name="connsiteX11" fmla="*/ 524683 w 1535467"/>
              <a:gd name="connsiteY11" fmla="*/ 995360 h 1032028"/>
              <a:gd name="connsiteX12" fmla="*/ 627068 w 1535467"/>
              <a:gd name="connsiteY12" fmla="*/ 1011501 h 1032028"/>
              <a:gd name="connsiteX13" fmla="*/ 1017130 w 1535467"/>
              <a:gd name="connsiteY13" fmla="*/ 1028642 h 1032028"/>
              <a:gd name="connsiteX14" fmla="*/ 1282851 w 1535467"/>
              <a:gd name="connsiteY14" fmla="*/ 952591 h 1032028"/>
              <a:gd name="connsiteX15" fmla="*/ 1535467 w 1535467"/>
              <a:gd name="connsiteY15" fmla="*/ 1004429 h 1032028"/>
              <a:gd name="connsiteX0" fmla="*/ 1058427 w 1669674"/>
              <a:gd name="connsiteY0" fmla="*/ 0 h 1032028"/>
              <a:gd name="connsiteX1" fmla="*/ 902551 w 1669674"/>
              <a:gd name="connsiteY1" fmla="*/ 98263 h 1032028"/>
              <a:gd name="connsiteX2" fmla="*/ 746675 w 1669674"/>
              <a:gd name="connsiteY2" fmla="*/ 98263 h 1032028"/>
              <a:gd name="connsiteX3" fmla="*/ 534419 w 1669674"/>
              <a:gd name="connsiteY3" fmla="*/ 62736 h 1032028"/>
              <a:gd name="connsiteX4" fmla="*/ 271026 w 1669674"/>
              <a:gd name="connsiteY4" fmla="*/ 73219 h 1032028"/>
              <a:gd name="connsiteX5" fmla="*/ 131304 w 1669674"/>
              <a:gd name="connsiteY5" fmla="*/ 144274 h 1032028"/>
              <a:gd name="connsiteX6" fmla="*/ 23786 w 1669674"/>
              <a:gd name="connsiteY6" fmla="*/ 280229 h 1032028"/>
              <a:gd name="connsiteX7" fmla="*/ 2282 w 1669674"/>
              <a:gd name="connsiteY7" fmla="*/ 443307 h 1032028"/>
              <a:gd name="connsiteX8" fmla="*/ 88298 w 1669674"/>
              <a:gd name="connsiteY8" fmla="*/ 683764 h 1032028"/>
              <a:gd name="connsiteX9" fmla="*/ 151164 w 1669674"/>
              <a:gd name="connsiteY9" fmla="*/ 773676 h 1032028"/>
              <a:gd name="connsiteX10" fmla="*/ 231762 w 1669674"/>
              <a:gd name="connsiteY10" fmla="*/ 854165 h 1032028"/>
              <a:gd name="connsiteX11" fmla="*/ 524683 w 1669674"/>
              <a:gd name="connsiteY11" fmla="*/ 995360 h 1032028"/>
              <a:gd name="connsiteX12" fmla="*/ 627068 w 1669674"/>
              <a:gd name="connsiteY12" fmla="*/ 1011501 h 1032028"/>
              <a:gd name="connsiteX13" fmla="*/ 1017130 w 1669674"/>
              <a:gd name="connsiteY13" fmla="*/ 1028642 h 1032028"/>
              <a:gd name="connsiteX14" fmla="*/ 1282851 w 1669674"/>
              <a:gd name="connsiteY14" fmla="*/ 952591 h 1032028"/>
              <a:gd name="connsiteX15" fmla="*/ 1669674 w 1669674"/>
              <a:gd name="connsiteY15" fmla="*/ 998358 h 1032028"/>
              <a:gd name="connsiteX0" fmla="*/ 1058427 w 1669674"/>
              <a:gd name="connsiteY0" fmla="*/ 33984 h 1066012"/>
              <a:gd name="connsiteX1" fmla="*/ 902551 w 1669674"/>
              <a:gd name="connsiteY1" fmla="*/ 132247 h 1066012"/>
              <a:gd name="connsiteX2" fmla="*/ 746675 w 1669674"/>
              <a:gd name="connsiteY2" fmla="*/ 132247 h 1066012"/>
              <a:gd name="connsiteX3" fmla="*/ 534419 w 1669674"/>
              <a:gd name="connsiteY3" fmla="*/ 96720 h 1066012"/>
              <a:gd name="connsiteX4" fmla="*/ 265476 w 1669674"/>
              <a:gd name="connsiteY4" fmla="*/ 3740 h 1066012"/>
              <a:gd name="connsiteX5" fmla="*/ 131304 w 1669674"/>
              <a:gd name="connsiteY5" fmla="*/ 178258 h 1066012"/>
              <a:gd name="connsiteX6" fmla="*/ 23786 w 1669674"/>
              <a:gd name="connsiteY6" fmla="*/ 314213 h 1066012"/>
              <a:gd name="connsiteX7" fmla="*/ 2282 w 1669674"/>
              <a:gd name="connsiteY7" fmla="*/ 477291 h 1066012"/>
              <a:gd name="connsiteX8" fmla="*/ 88298 w 1669674"/>
              <a:gd name="connsiteY8" fmla="*/ 717748 h 1066012"/>
              <a:gd name="connsiteX9" fmla="*/ 151164 w 1669674"/>
              <a:gd name="connsiteY9" fmla="*/ 807660 h 1066012"/>
              <a:gd name="connsiteX10" fmla="*/ 231762 w 1669674"/>
              <a:gd name="connsiteY10" fmla="*/ 888149 h 1066012"/>
              <a:gd name="connsiteX11" fmla="*/ 524683 w 1669674"/>
              <a:gd name="connsiteY11" fmla="*/ 1029344 h 1066012"/>
              <a:gd name="connsiteX12" fmla="*/ 627068 w 1669674"/>
              <a:gd name="connsiteY12" fmla="*/ 1045485 h 1066012"/>
              <a:gd name="connsiteX13" fmla="*/ 1017130 w 1669674"/>
              <a:gd name="connsiteY13" fmla="*/ 1062626 h 1066012"/>
              <a:gd name="connsiteX14" fmla="*/ 1282851 w 1669674"/>
              <a:gd name="connsiteY14" fmla="*/ 986575 h 1066012"/>
              <a:gd name="connsiteX15" fmla="*/ 1669674 w 1669674"/>
              <a:gd name="connsiteY15" fmla="*/ 1032342 h 1066012"/>
              <a:gd name="connsiteX0" fmla="*/ 1058427 w 1669674"/>
              <a:gd name="connsiteY0" fmla="*/ 32796 h 1064824"/>
              <a:gd name="connsiteX1" fmla="*/ 902551 w 1669674"/>
              <a:gd name="connsiteY1" fmla="*/ 131059 h 1064824"/>
              <a:gd name="connsiteX2" fmla="*/ 746675 w 1669674"/>
              <a:gd name="connsiteY2" fmla="*/ 131059 h 1064824"/>
              <a:gd name="connsiteX3" fmla="*/ 546549 w 1669674"/>
              <a:gd name="connsiteY3" fmla="*/ 77007 h 1064824"/>
              <a:gd name="connsiteX4" fmla="*/ 265476 w 1669674"/>
              <a:gd name="connsiteY4" fmla="*/ 2552 h 1064824"/>
              <a:gd name="connsiteX5" fmla="*/ 131304 w 1669674"/>
              <a:gd name="connsiteY5" fmla="*/ 177070 h 1064824"/>
              <a:gd name="connsiteX6" fmla="*/ 23786 w 1669674"/>
              <a:gd name="connsiteY6" fmla="*/ 313025 h 1064824"/>
              <a:gd name="connsiteX7" fmla="*/ 2282 w 1669674"/>
              <a:gd name="connsiteY7" fmla="*/ 476103 h 1064824"/>
              <a:gd name="connsiteX8" fmla="*/ 88298 w 1669674"/>
              <a:gd name="connsiteY8" fmla="*/ 716560 h 1064824"/>
              <a:gd name="connsiteX9" fmla="*/ 151164 w 1669674"/>
              <a:gd name="connsiteY9" fmla="*/ 806472 h 1064824"/>
              <a:gd name="connsiteX10" fmla="*/ 231762 w 1669674"/>
              <a:gd name="connsiteY10" fmla="*/ 886961 h 1064824"/>
              <a:gd name="connsiteX11" fmla="*/ 524683 w 1669674"/>
              <a:gd name="connsiteY11" fmla="*/ 1028156 h 1064824"/>
              <a:gd name="connsiteX12" fmla="*/ 627068 w 1669674"/>
              <a:gd name="connsiteY12" fmla="*/ 1044297 h 1064824"/>
              <a:gd name="connsiteX13" fmla="*/ 1017130 w 1669674"/>
              <a:gd name="connsiteY13" fmla="*/ 1061438 h 1064824"/>
              <a:gd name="connsiteX14" fmla="*/ 1282851 w 1669674"/>
              <a:gd name="connsiteY14" fmla="*/ 985387 h 1064824"/>
              <a:gd name="connsiteX15" fmla="*/ 1669674 w 1669674"/>
              <a:gd name="connsiteY15" fmla="*/ 1031154 h 1064824"/>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131304 w 1669674"/>
              <a:gd name="connsiteY4" fmla="*/ 234293 h 1122047"/>
              <a:gd name="connsiteX5" fmla="*/ 23786 w 1669674"/>
              <a:gd name="connsiteY5" fmla="*/ 370248 h 1122047"/>
              <a:gd name="connsiteX6" fmla="*/ 2282 w 1669674"/>
              <a:gd name="connsiteY6" fmla="*/ 533326 h 1122047"/>
              <a:gd name="connsiteX7" fmla="*/ 88298 w 1669674"/>
              <a:gd name="connsiteY7" fmla="*/ 773783 h 1122047"/>
              <a:gd name="connsiteX8" fmla="*/ 151164 w 1669674"/>
              <a:gd name="connsiteY8" fmla="*/ 863695 h 1122047"/>
              <a:gd name="connsiteX9" fmla="*/ 231762 w 1669674"/>
              <a:gd name="connsiteY9" fmla="*/ 944184 h 1122047"/>
              <a:gd name="connsiteX10" fmla="*/ 524683 w 1669674"/>
              <a:gd name="connsiteY10" fmla="*/ 1085379 h 1122047"/>
              <a:gd name="connsiteX11" fmla="*/ 627068 w 1669674"/>
              <a:gd name="connsiteY11" fmla="*/ 1101520 h 1122047"/>
              <a:gd name="connsiteX12" fmla="*/ 1017130 w 1669674"/>
              <a:gd name="connsiteY12" fmla="*/ 1118661 h 1122047"/>
              <a:gd name="connsiteX13" fmla="*/ 1282851 w 1669674"/>
              <a:gd name="connsiteY13" fmla="*/ 1042610 h 1122047"/>
              <a:gd name="connsiteX14" fmla="*/ 1669674 w 1669674"/>
              <a:gd name="connsiteY14"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396118 w 1669674"/>
              <a:gd name="connsiteY3" fmla="*/ 86142 h 1122047"/>
              <a:gd name="connsiteX4" fmla="*/ 131304 w 1669674"/>
              <a:gd name="connsiteY4" fmla="*/ 234293 h 1122047"/>
              <a:gd name="connsiteX5" fmla="*/ 23786 w 1669674"/>
              <a:gd name="connsiteY5" fmla="*/ 370248 h 1122047"/>
              <a:gd name="connsiteX6" fmla="*/ 2282 w 1669674"/>
              <a:gd name="connsiteY6" fmla="*/ 533326 h 1122047"/>
              <a:gd name="connsiteX7" fmla="*/ 88298 w 1669674"/>
              <a:gd name="connsiteY7" fmla="*/ 773783 h 1122047"/>
              <a:gd name="connsiteX8" fmla="*/ 151164 w 1669674"/>
              <a:gd name="connsiteY8" fmla="*/ 863695 h 1122047"/>
              <a:gd name="connsiteX9" fmla="*/ 231762 w 1669674"/>
              <a:gd name="connsiteY9" fmla="*/ 944184 h 1122047"/>
              <a:gd name="connsiteX10" fmla="*/ 524683 w 1669674"/>
              <a:gd name="connsiteY10" fmla="*/ 1085379 h 1122047"/>
              <a:gd name="connsiteX11" fmla="*/ 627068 w 1669674"/>
              <a:gd name="connsiteY11" fmla="*/ 1101520 h 1122047"/>
              <a:gd name="connsiteX12" fmla="*/ 1017130 w 1669674"/>
              <a:gd name="connsiteY12" fmla="*/ 1118661 h 1122047"/>
              <a:gd name="connsiteX13" fmla="*/ 1282851 w 1669674"/>
              <a:gd name="connsiteY13" fmla="*/ 1042610 h 1122047"/>
              <a:gd name="connsiteX14" fmla="*/ 1669674 w 1669674"/>
              <a:gd name="connsiteY14" fmla="*/ 1088377 h 1122047"/>
              <a:gd name="connsiteX0" fmla="*/ 1060433 w 1282851"/>
              <a:gd name="connsiteY0" fmla="*/ 0 h 1122047"/>
              <a:gd name="connsiteX1" fmla="*/ 902551 w 1282851"/>
              <a:gd name="connsiteY1" fmla="*/ 188282 h 1122047"/>
              <a:gd name="connsiteX2" fmla="*/ 746675 w 1282851"/>
              <a:gd name="connsiteY2" fmla="*/ 188282 h 1122047"/>
              <a:gd name="connsiteX3" fmla="*/ 396118 w 1282851"/>
              <a:gd name="connsiteY3" fmla="*/ 86142 h 1122047"/>
              <a:gd name="connsiteX4" fmla="*/ 131304 w 1282851"/>
              <a:gd name="connsiteY4" fmla="*/ 234293 h 1122047"/>
              <a:gd name="connsiteX5" fmla="*/ 23786 w 1282851"/>
              <a:gd name="connsiteY5" fmla="*/ 370248 h 1122047"/>
              <a:gd name="connsiteX6" fmla="*/ 2282 w 1282851"/>
              <a:gd name="connsiteY6" fmla="*/ 533326 h 1122047"/>
              <a:gd name="connsiteX7" fmla="*/ 88298 w 1282851"/>
              <a:gd name="connsiteY7" fmla="*/ 773783 h 1122047"/>
              <a:gd name="connsiteX8" fmla="*/ 151164 w 1282851"/>
              <a:gd name="connsiteY8" fmla="*/ 863695 h 1122047"/>
              <a:gd name="connsiteX9" fmla="*/ 231762 w 1282851"/>
              <a:gd name="connsiteY9" fmla="*/ 944184 h 1122047"/>
              <a:gd name="connsiteX10" fmla="*/ 524683 w 1282851"/>
              <a:gd name="connsiteY10" fmla="*/ 1085379 h 1122047"/>
              <a:gd name="connsiteX11" fmla="*/ 627068 w 1282851"/>
              <a:gd name="connsiteY11" fmla="*/ 1101520 h 1122047"/>
              <a:gd name="connsiteX12" fmla="*/ 1017130 w 1282851"/>
              <a:gd name="connsiteY12" fmla="*/ 1118661 h 1122047"/>
              <a:gd name="connsiteX13" fmla="*/ 1282851 w 1282851"/>
              <a:gd name="connsiteY13" fmla="*/ 1042610 h 1122047"/>
              <a:gd name="connsiteX0" fmla="*/ 1060433 w 1060433"/>
              <a:gd name="connsiteY0" fmla="*/ 0 h 1122047"/>
              <a:gd name="connsiteX1" fmla="*/ 902551 w 1060433"/>
              <a:gd name="connsiteY1" fmla="*/ 188282 h 1122047"/>
              <a:gd name="connsiteX2" fmla="*/ 746675 w 1060433"/>
              <a:gd name="connsiteY2" fmla="*/ 188282 h 1122047"/>
              <a:gd name="connsiteX3" fmla="*/ 396118 w 1060433"/>
              <a:gd name="connsiteY3" fmla="*/ 86142 h 1122047"/>
              <a:gd name="connsiteX4" fmla="*/ 131304 w 1060433"/>
              <a:gd name="connsiteY4" fmla="*/ 234293 h 1122047"/>
              <a:gd name="connsiteX5" fmla="*/ 23786 w 1060433"/>
              <a:gd name="connsiteY5" fmla="*/ 370248 h 1122047"/>
              <a:gd name="connsiteX6" fmla="*/ 2282 w 1060433"/>
              <a:gd name="connsiteY6" fmla="*/ 533326 h 1122047"/>
              <a:gd name="connsiteX7" fmla="*/ 88298 w 1060433"/>
              <a:gd name="connsiteY7" fmla="*/ 773783 h 1122047"/>
              <a:gd name="connsiteX8" fmla="*/ 151164 w 1060433"/>
              <a:gd name="connsiteY8" fmla="*/ 863695 h 1122047"/>
              <a:gd name="connsiteX9" fmla="*/ 231762 w 1060433"/>
              <a:gd name="connsiteY9" fmla="*/ 944184 h 1122047"/>
              <a:gd name="connsiteX10" fmla="*/ 524683 w 1060433"/>
              <a:gd name="connsiteY10" fmla="*/ 1085379 h 1122047"/>
              <a:gd name="connsiteX11" fmla="*/ 627068 w 1060433"/>
              <a:gd name="connsiteY11" fmla="*/ 1101520 h 1122047"/>
              <a:gd name="connsiteX12" fmla="*/ 1017130 w 1060433"/>
              <a:gd name="connsiteY12" fmla="*/ 1118661 h 112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0433" h="1122047">
                <a:moveTo>
                  <a:pt x="1060433" y="0"/>
                </a:moveTo>
                <a:cubicBezTo>
                  <a:pt x="1040805" y="98478"/>
                  <a:pt x="954844" y="156902"/>
                  <a:pt x="902551" y="188282"/>
                </a:cubicBezTo>
                <a:cubicBezTo>
                  <a:pt x="850258" y="219662"/>
                  <a:pt x="831081" y="205305"/>
                  <a:pt x="746675" y="188282"/>
                </a:cubicBezTo>
                <a:cubicBezTo>
                  <a:pt x="662270" y="171259"/>
                  <a:pt x="498680" y="78474"/>
                  <a:pt x="396118" y="86142"/>
                </a:cubicBezTo>
                <a:cubicBezTo>
                  <a:pt x="293556" y="93810"/>
                  <a:pt x="193359" y="186942"/>
                  <a:pt x="131304" y="234293"/>
                </a:cubicBezTo>
                <a:cubicBezTo>
                  <a:pt x="69249" y="281644"/>
                  <a:pt x="45610" y="319162"/>
                  <a:pt x="23786" y="370248"/>
                </a:cubicBezTo>
                <a:cubicBezTo>
                  <a:pt x="1319" y="422582"/>
                  <a:pt x="-3602" y="478246"/>
                  <a:pt x="2282" y="533326"/>
                </a:cubicBezTo>
                <a:cubicBezTo>
                  <a:pt x="11161" y="616779"/>
                  <a:pt x="43256" y="697653"/>
                  <a:pt x="88298" y="773783"/>
                </a:cubicBezTo>
                <a:cubicBezTo>
                  <a:pt x="106699" y="804859"/>
                  <a:pt x="127453" y="835062"/>
                  <a:pt x="151164" y="863695"/>
                </a:cubicBezTo>
                <a:cubicBezTo>
                  <a:pt x="174874" y="892327"/>
                  <a:pt x="201539" y="919389"/>
                  <a:pt x="231762" y="944184"/>
                </a:cubicBezTo>
                <a:cubicBezTo>
                  <a:pt x="312107" y="1010081"/>
                  <a:pt x="412458" y="1060501"/>
                  <a:pt x="524683" y="1085379"/>
                </a:cubicBezTo>
                <a:cubicBezTo>
                  <a:pt x="558277" y="1092867"/>
                  <a:pt x="592512" y="1097859"/>
                  <a:pt x="627068" y="1101520"/>
                </a:cubicBezTo>
                <a:cubicBezTo>
                  <a:pt x="756304" y="1115165"/>
                  <a:pt x="907833" y="1128479"/>
                  <a:pt x="1017130" y="1118661"/>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6" name="Freeform: Shape 25">
            <a:extLst>
              <a:ext uri="{FF2B5EF4-FFF2-40B4-BE49-F238E27FC236}">
                <a16:creationId xmlns:a16="http://schemas.microsoft.com/office/drawing/2014/main" id="{F148F835-B659-35F6-1543-D2D34F53ECDB}"/>
              </a:ext>
            </a:extLst>
          </p:cNvPr>
          <p:cNvSpPr/>
          <p:nvPr userDrawn="1"/>
        </p:nvSpPr>
        <p:spPr>
          <a:xfrm rot="5137102" flipV="1">
            <a:off x="1052175" y="6356400"/>
            <a:ext cx="490586" cy="542268"/>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87285 w 1736717"/>
              <a:gd name="connsiteY0" fmla="*/ 1 h 900382"/>
              <a:gd name="connsiteX1" fmla="*/ 1050987 w 1736717"/>
              <a:gd name="connsiteY1" fmla="*/ 169315 h 900382"/>
              <a:gd name="connsiteX2" fmla="*/ 961147 w 1736717"/>
              <a:gd name="connsiteY2" fmla="*/ 389751 h 900382"/>
              <a:gd name="connsiteX3" fmla="*/ 699038 w 1736717"/>
              <a:gd name="connsiteY3" fmla="*/ 465146 h 900382"/>
              <a:gd name="connsiteX4" fmla="*/ 443601 w 1736717"/>
              <a:gd name="connsiteY4" fmla="*/ 389646 h 900382"/>
              <a:gd name="connsiteX5" fmla="*/ 134723 w 1736717"/>
              <a:gd name="connsiteY5" fmla="*/ 341890 h 900382"/>
              <a:gd name="connsiteX6" fmla="*/ 20904 w 1736717"/>
              <a:gd name="connsiteY6" fmla="*/ 524280 h 900382"/>
              <a:gd name="connsiteX7" fmla="*/ 2519 w 1736717"/>
              <a:gd name="connsiteY7" fmla="*/ 640074 h 900382"/>
              <a:gd name="connsiteX8" fmla="*/ 52852 w 1736717"/>
              <a:gd name="connsiteY8" fmla="*/ 764232 h 900382"/>
              <a:gd name="connsiteX9" fmla="*/ 85202 w 1736717"/>
              <a:gd name="connsiteY9" fmla="*/ 799134 h 900382"/>
              <a:gd name="connsiteX10" fmla="*/ 403278 w 1736717"/>
              <a:gd name="connsiteY10" fmla="*/ 894410 h 900382"/>
              <a:gd name="connsiteX11" fmla="*/ 804257 w 1736717"/>
              <a:gd name="connsiteY11" fmla="*/ 883170 h 900382"/>
              <a:gd name="connsiteX12" fmla="*/ 1076201 w 1736717"/>
              <a:gd name="connsiteY12" fmla="*/ 827146 h 900382"/>
              <a:gd name="connsiteX13" fmla="*/ 1548418 w 1736717"/>
              <a:gd name="connsiteY13" fmla="*/ 889023 h 900382"/>
              <a:gd name="connsiteX14" fmla="*/ 1736717 w 1736717"/>
              <a:gd name="connsiteY14" fmla="*/ 802199 h 900382"/>
              <a:gd name="connsiteX0" fmla="*/ 1224796 w 1874228"/>
              <a:gd name="connsiteY0" fmla="*/ 0 h 900381"/>
              <a:gd name="connsiteX1" fmla="*/ 1188498 w 1874228"/>
              <a:gd name="connsiteY1" fmla="*/ 169314 h 900381"/>
              <a:gd name="connsiteX2" fmla="*/ 1098658 w 1874228"/>
              <a:gd name="connsiteY2" fmla="*/ 389750 h 900381"/>
              <a:gd name="connsiteX3" fmla="*/ 836549 w 1874228"/>
              <a:gd name="connsiteY3" fmla="*/ 465145 h 900381"/>
              <a:gd name="connsiteX4" fmla="*/ 581112 w 1874228"/>
              <a:gd name="connsiteY4" fmla="*/ 389645 h 900381"/>
              <a:gd name="connsiteX5" fmla="*/ 272234 w 1874228"/>
              <a:gd name="connsiteY5" fmla="*/ 341889 h 900381"/>
              <a:gd name="connsiteX6" fmla="*/ 2308 w 1874228"/>
              <a:gd name="connsiteY6" fmla="*/ 410971 h 900381"/>
              <a:gd name="connsiteX7" fmla="*/ 140030 w 1874228"/>
              <a:gd name="connsiteY7" fmla="*/ 640073 h 900381"/>
              <a:gd name="connsiteX8" fmla="*/ 190363 w 1874228"/>
              <a:gd name="connsiteY8" fmla="*/ 764231 h 900381"/>
              <a:gd name="connsiteX9" fmla="*/ 222713 w 1874228"/>
              <a:gd name="connsiteY9" fmla="*/ 799133 h 900381"/>
              <a:gd name="connsiteX10" fmla="*/ 540789 w 1874228"/>
              <a:gd name="connsiteY10" fmla="*/ 894409 h 900381"/>
              <a:gd name="connsiteX11" fmla="*/ 941768 w 1874228"/>
              <a:gd name="connsiteY11" fmla="*/ 883169 h 900381"/>
              <a:gd name="connsiteX12" fmla="*/ 1213712 w 1874228"/>
              <a:gd name="connsiteY12" fmla="*/ 827145 h 900381"/>
              <a:gd name="connsiteX13" fmla="*/ 1685929 w 1874228"/>
              <a:gd name="connsiteY13" fmla="*/ 889022 h 900381"/>
              <a:gd name="connsiteX14" fmla="*/ 1874228 w 1874228"/>
              <a:gd name="connsiteY14" fmla="*/ 802198 h 900381"/>
              <a:gd name="connsiteX0" fmla="*/ 1222489 w 1871921"/>
              <a:gd name="connsiteY0" fmla="*/ 0 h 900381"/>
              <a:gd name="connsiteX1" fmla="*/ 1186191 w 1871921"/>
              <a:gd name="connsiteY1" fmla="*/ 169314 h 900381"/>
              <a:gd name="connsiteX2" fmla="*/ 1096351 w 1871921"/>
              <a:gd name="connsiteY2" fmla="*/ 389750 h 900381"/>
              <a:gd name="connsiteX3" fmla="*/ 834242 w 1871921"/>
              <a:gd name="connsiteY3" fmla="*/ 465145 h 900381"/>
              <a:gd name="connsiteX4" fmla="*/ 578805 w 1871921"/>
              <a:gd name="connsiteY4" fmla="*/ 389645 h 900381"/>
              <a:gd name="connsiteX5" fmla="*/ 136401 w 1871921"/>
              <a:gd name="connsiteY5" fmla="*/ 237443 h 900381"/>
              <a:gd name="connsiteX6" fmla="*/ 1 w 1871921"/>
              <a:gd name="connsiteY6" fmla="*/ 410971 h 900381"/>
              <a:gd name="connsiteX7" fmla="*/ 137723 w 1871921"/>
              <a:gd name="connsiteY7" fmla="*/ 640073 h 900381"/>
              <a:gd name="connsiteX8" fmla="*/ 188056 w 1871921"/>
              <a:gd name="connsiteY8" fmla="*/ 764231 h 900381"/>
              <a:gd name="connsiteX9" fmla="*/ 220406 w 1871921"/>
              <a:gd name="connsiteY9" fmla="*/ 799133 h 900381"/>
              <a:gd name="connsiteX10" fmla="*/ 538482 w 1871921"/>
              <a:gd name="connsiteY10" fmla="*/ 894409 h 900381"/>
              <a:gd name="connsiteX11" fmla="*/ 939461 w 1871921"/>
              <a:gd name="connsiteY11" fmla="*/ 883169 h 900381"/>
              <a:gd name="connsiteX12" fmla="*/ 1211405 w 1871921"/>
              <a:gd name="connsiteY12" fmla="*/ 827145 h 900381"/>
              <a:gd name="connsiteX13" fmla="*/ 1683622 w 1871921"/>
              <a:gd name="connsiteY13" fmla="*/ 889022 h 900381"/>
              <a:gd name="connsiteX14" fmla="*/ 1871921 w 1871921"/>
              <a:gd name="connsiteY14" fmla="*/ 802198 h 900381"/>
              <a:gd name="connsiteX0" fmla="*/ 1222489 w 1871921"/>
              <a:gd name="connsiteY0" fmla="*/ 0 h 904629"/>
              <a:gd name="connsiteX1" fmla="*/ 1186191 w 1871921"/>
              <a:gd name="connsiteY1" fmla="*/ 169314 h 904629"/>
              <a:gd name="connsiteX2" fmla="*/ 1096351 w 1871921"/>
              <a:gd name="connsiteY2" fmla="*/ 389750 h 904629"/>
              <a:gd name="connsiteX3" fmla="*/ 834242 w 1871921"/>
              <a:gd name="connsiteY3" fmla="*/ 465145 h 904629"/>
              <a:gd name="connsiteX4" fmla="*/ 578805 w 1871921"/>
              <a:gd name="connsiteY4" fmla="*/ 389645 h 904629"/>
              <a:gd name="connsiteX5" fmla="*/ 136401 w 1871921"/>
              <a:gd name="connsiteY5" fmla="*/ 237443 h 904629"/>
              <a:gd name="connsiteX6" fmla="*/ 1 w 1871921"/>
              <a:gd name="connsiteY6" fmla="*/ 410971 h 904629"/>
              <a:gd name="connsiteX7" fmla="*/ 137723 w 1871921"/>
              <a:gd name="connsiteY7" fmla="*/ 640073 h 904629"/>
              <a:gd name="connsiteX8" fmla="*/ 188056 w 1871921"/>
              <a:gd name="connsiteY8" fmla="*/ 764231 h 904629"/>
              <a:gd name="connsiteX9" fmla="*/ 538482 w 1871921"/>
              <a:gd name="connsiteY9" fmla="*/ 894409 h 904629"/>
              <a:gd name="connsiteX10" fmla="*/ 939461 w 1871921"/>
              <a:gd name="connsiteY10" fmla="*/ 883169 h 904629"/>
              <a:gd name="connsiteX11" fmla="*/ 1211405 w 1871921"/>
              <a:gd name="connsiteY11" fmla="*/ 827145 h 904629"/>
              <a:gd name="connsiteX12" fmla="*/ 1683622 w 1871921"/>
              <a:gd name="connsiteY12" fmla="*/ 889022 h 904629"/>
              <a:gd name="connsiteX13" fmla="*/ 1871921 w 1871921"/>
              <a:gd name="connsiteY13" fmla="*/ 802198 h 904629"/>
              <a:gd name="connsiteX0" fmla="*/ 1222489 w 1871921"/>
              <a:gd name="connsiteY0" fmla="*/ 0 h 913280"/>
              <a:gd name="connsiteX1" fmla="*/ 1186191 w 1871921"/>
              <a:gd name="connsiteY1" fmla="*/ 169314 h 913280"/>
              <a:gd name="connsiteX2" fmla="*/ 1096351 w 1871921"/>
              <a:gd name="connsiteY2" fmla="*/ 389750 h 913280"/>
              <a:gd name="connsiteX3" fmla="*/ 834242 w 1871921"/>
              <a:gd name="connsiteY3" fmla="*/ 465145 h 913280"/>
              <a:gd name="connsiteX4" fmla="*/ 578805 w 1871921"/>
              <a:gd name="connsiteY4" fmla="*/ 389645 h 913280"/>
              <a:gd name="connsiteX5" fmla="*/ 136401 w 1871921"/>
              <a:gd name="connsiteY5" fmla="*/ 237443 h 913280"/>
              <a:gd name="connsiteX6" fmla="*/ 1 w 1871921"/>
              <a:gd name="connsiteY6" fmla="*/ 410971 h 913280"/>
              <a:gd name="connsiteX7" fmla="*/ 137723 w 1871921"/>
              <a:gd name="connsiteY7" fmla="*/ 640073 h 913280"/>
              <a:gd name="connsiteX8" fmla="*/ 216110 w 1871921"/>
              <a:gd name="connsiteY8" fmla="*/ 893899 h 913280"/>
              <a:gd name="connsiteX9" fmla="*/ 538482 w 1871921"/>
              <a:gd name="connsiteY9" fmla="*/ 894409 h 913280"/>
              <a:gd name="connsiteX10" fmla="*/ 939461 w 1871921"/>
              <a:gd name="connsiteY10" fmla="*/ 883169 h 913280"/>
              <a:gd name="connsiteX11" fmla="*/ 1211405 w 1871921"/>
              <a:gd name="connsiteY11" fmla="*/ 827145 h 913280"/>
              <a:gd name="connsiteX12" fmla="*/ 1683622 w 1871921"/>
              <a:gd name="connsiteY12" fmla="*/ 889022 h 913280"/>
              <a:gd name="connsiteX13" fmla="*/ 1871921 w 1871921"/>
              <a:gd name="connsiteY13" fmla="*/ 802198 h 913280"/>
              <a:gd name="connsiteX0" fmla="*/ 1222489 w 1871921"/>
              <a:gd name="connsiteY0" fmla="*/ 0 h 943360"/>
              <a:gd name="connsiteX1" fmla="*/ 1186191 w 1871921"/>
              <a:gd name="connsiteY1" fmla="*/ 169314 h 943360"/>
              <a:gd name="connsiteX2" fmla="*/ 1096351 w 1871921"/>
              <a:gd name="connsiteY2" fmla="*/ 389750 h 943360"/>
              <a:gd name="connsiteX3" fmla="*/ 834242 w 1871921"/>
              <a:gd name="connsiteY3" fmla="*/ 465145 h 943360"/>
              <a:gd name="connsiteX4" fmla="*/ 578805 w 1871921"/>
              <a:gd name="connsiteY4" fmla="*/ 389645 h 943360"/>
              <a:gd name="connsiteX5" fmla="*/ 136401 w 1871921"/>
              <a:gd name="connsiteY5" fmla="*/ 237443 h 943360"/>
              <a:gd name="connsiteX6" fmla="*/ 1 w 1871921"/>
              <a:gd name="connsiteY6" fmla="*/ 410971 h 943360"/>
              <a:gd name="connsiteX7" fmla="*/ 137723 w 1871921"/>
              <a:gd name="connsiteY7" fmla="*/ 640073 h 943360"/>
              <a:gd name="connsiteX8" fmla="*/ 216110 w 1871921"/>
              <a:gd name="connsiteY8" fmla="*/ 893899 h 943360"/>
              <a:gd name="connsiteX9" fmla="*/ 579416 w 1871921"/>
              <a:gd name="connsiteY9" fmla="*/ 942857 h 943360"/>
              <a:gd name="connsiteX10" fmla="*/ 939461 w 1871921"/>
              <a:gd name="connsiteY10" fmla="*/ 883169 h 943360"/>
              <a:gd name="connsiteX11" fmla="*/ 1211405 w 1871921"/>
              <a:gd name="connsiteY11" fmla="*/ 827145 h 943360"/>
              <a:gd name="connsiteX12" fmla="*/ 1683622 w 1871921"/>
              <a:gd name="connsiteY12" fmla="*/ 889022 h 943360"/>
              <a:gd name="connsiteX13" fmla="*/ 1871921 w 1871921"/>
              <a:gd name="connsiteY13" fmla="*/ 802198 h 943360"/>
              <a:gd name="connsiteX0" fmla="*/ 1222489 w 1683622"/>
              <a:gd name="connsiteY0" fmla="*/ 0 h 943360"/>
              <a:gd name="connsiteX1" fmla="*/ 1186191 w 1683622"/>
              <a:gd name="connsiteY1" fmla="*/ 169314 h 943360"/>
              <a:gd name="connsiteX2" fmla="*/ 1096351 w 1683622"/>
              <a:gd name="connsiteY2" fmla="*/ 389750 h 943360"/>
              <a:gd name="connsiteX3" fmla="*/ 834242 w 1683622"/>
              <a:gd name="connsiteY3" fmla="*/ 465145 h 943360"/>
              <a:gd name="connsiteX4" fmla="*/ 578805 w 1683622"/>
              <a:gd name="connsiteY4" fmla="*/ 389645 h 943360"/>
              <a:gd name="connsiteX5" fmla="*/ 136401 w 1683622"/>
              <a:gd name="connsiteY5" fmla="*/ 237443 h 943360"/>
              <a:gd name="connsiteX6" fmla="*/ 1 w 1683622"/>
              <a:gd name="connsiteY6" fmla="*/ 410971 h 943360"/>
              <a:gd name="connsiteX7" fmla="*/ 137723 w 1683622"/>
              <a:gd name="connsiteY7" fmla="*/ 640073 h 943360"/>
              <a:gd name="connsiteX8" fmla="*/ 216110 w 1683622"/>
              <a:gd name="connsiteY8" fmla="*/ 893899 h 943360"/>
              <a:gd name="connsiteX9" fmla="*/ 579416 w 1683622"/>
              <a:gd name="connsiteY9" fmla="*/ 942857 h 943360"/>
              <a:gd name="connsiteX10" fmla="*/ 939461 w 1683622"/>
              <a:gd name="connsiteY10" fmla="*/ 883169 h 943360"/>
              <a:gd name="connsiteX11" fmla="*/ 1211405 w 1683622"/>
              <a:gd name="connsiteY11" fmla="*/ 827145 h 943360"/>
              <a:gd name="connsiteX12" fmla="*/ 1683622 w 1683622"/>
              <a:gd name="connsiteY12" fmla="*/ 889022 h 943360"/>
              <a:gd name="connsiteX0" fmla="*/ 1222489 w 1222489"/>
              <a:gd name="connsiteY0" fmla="*/ 0 h 943360"/>
              <a:gd name="connsiteX1" fmla="*/ 1186191 w 1222489"/>
              <a:gd name="connsiteY1" fmla="*/ 169314 h 943360"/>
              <a:gd name="connsiteX2" fmla="*/ 1096351 w 1222489"/>
              <a:gd name="connsiteY2" fmla="*/ 389750 h 943360"/>
              <a:gd name="connsiteX3" fmla="*/ 834242 w 1222489"/>
              <a:gd name="connsiteY3" fmla="*/ 465145 h 943360"/>
              <a:gd name="connsiteX4" fmla="*/ 578805 w 1222489"/>
              <a:gd name="connsiteY4" fmla="*/ 389645 h 943360"/>
              <a:gd name="connsiteX5" fmla="*/ 136401 w 1222489"/>
              <a:gd name="connsiteY5" fmla="*/ 237443 h 943360"/>
              <a:gd name="connsiteX6" fmla="*/ 1 w 1222489"/>
              <a:gd name="connsiteY6" fmla="*/ 410971 h 943360"/>
              <a:gd name="connsiteX7" fmla="*/ 137723 w 1222489"/>
              <a:gd name="connsiteY7" fmla="*/ 640073 h 943360"/>
              <a:gd name="connsiteX8" fmla="*/ 216110 w 1222489"/>
              <a:gd name="connsiteY8" fmla="*/ 893899 h 943360"/>
              <a:gd name="connsiteX9" fmla="*/ 579416 w 1222489"/>
              <a:gd name="connsiteY9" fmla="*/ 942857 h 943360"/>
              <a:gd name="connsiteX10" fmla="*/ 939461 w 1222489"/>
              <a:gd name="connsiteY10" fmla="*/ 883169 h 943360"/>
              <a:gd name="connsiteX11" fmla="*/ 1211405 w 1222489"/>
              <a:gd name="connsiteY11" fmla="*/ 827145 h 943360"/>
              <a:gd name="connsiteX0" fmla="*/ 1222489 w 1222489"/>
              <a:gd name="connsiteY0" fmla="*/ 0 h 943360"/>
              <a:gd name="connsiteX1" fmla="*/ 1186191 w 1222489"/>
              <a:gd name="connsiteY1" fmla="*/ 169314 h 943360"/>
              <a:gd name="connsiteX2" fmla="*/ 1096351 w 1222489"/>
              <a:gd name="connsiteY2" fmla="*/ 389750 h 943360"/>
              <a:gd name="connsiteX3" fmla="*/ 834242 w 1222489"/>
              <a:gd name="connsiteY3" fmla="*/ 465145 h 943360"/>
              <a:gd name="connsiteX4" fmla="*/ 578805 w 1222489"/>
              <a:gd name="connsiteY4" fmla="*/ 389645 h 943360"/>
              <a:gd name="connsiteX5" fmla="*/ 136401 w 1222489"/>
              <a:gd name="connsiteY5" fmla="*/ 237443 h 943360"/>
              <a:gd name="connsiteX6" fmla="*/ 1 w 1222489"/>
              <a:gd name="connsiteY6" fmla="*/ 410971 h 943360"/>
              <a:gd name="connsiteX7" fmla="*/ 137723 w 1222489"/>
              <a:gd name="connsiteY7" fmla="*/ 640073 h 943360"/>
              <a:gd name="connsiteX8" fmla="*/ 216110 w 1222489"/>
              <a:gd name="connsiteY8" fmla="*/ 893899 h 943360"/>
              <a:gd name="connsiteX9" fmla="*/ 579416 w 1222489"/>
              <a:gd name="connsiteY9" fmla="*/ 942857 h 943360"/>
              <a:gd name="connsiteX10" fmla="*/ 939461 w 1222489"/>
              <a:gd name="connsiteY10" fmla="*/ 883169 h 943360"/>
              <a:gd name="connsiteX0" fmla="*/ 1222489 w 1222489"/>
              <a:gd name="connsiteY0" fmla="*/ 0 h 954881"/>
              <a:gd name="connsiteX1" fmla="*/ 1186191 w 1222489"/>
              <a:gd name="connsiteY1" fmla="*/ 169314 h 954881"/>
              <a:gd name="connsiteX2" fmla="*/ 1096351 w 1222489"/>
              <a:gd name="connsiteY2" fmla="*/ 389750 h 954881"/>
              <a:gd name="connsiteX3" fmla="*/ 834242 w 1222489"/>
              <a:gd name="connsiteY3" fmla="*/ 465145 h 954881"/>
              <a:gd name="connsiteX4" fmla="*/ 578805 w 1222489"/>
              <a:gd name="connsiteY4" fmla="*/ 389645 h 954881"/>
              <a:gd name="connsiteX5" fmla="*/ 136401 w 1222489"/>
              <a:gd name="connsiteY5" fmla="*/ 237443 h 954881"/>
              <a:gd name="connsiteX6" fmla="*/ 1 w 1222489"/>
              <a:gd name="connsiteY6" fmla="*/ 410971 h 954881"/>
              <a:gd name="connsiteX7" fmla="*/ 137723 w 1222489"/>
              <a:gd name="connsiteY7" fmla="*/ 640073 h 954881"/>
              <a:gd name="connsiteX8" fmla="*/ 216110 w 1222489"/>
              <a:gd name="connsiteY8" fmla="*/ 893899 h 954881"/>
              <a:gd name="connsiteX9" fmla="*/ 579416 w 1222489"/>
              <a:gd name="connsiteY9" fmla="*/ 942857 h 954881"/>
              <a:gd name="connsiteX10" fmla="*/ 1032157 w 1222489"/>
              <a:gd name="connsiteY10" fmla="*/ 944772 h 954881"/>
              <a:gd name="connsiteX0" fmla="*/ 1186191 w 1186192"/>
              <a:gd name="connsiteY0" fmla="*/ 0 h 785568"/>
              <a:gd name="connsiteX1" fmla="*/ 1096351 w 1186192"/>
              <a:gd name="connsiteY1" fmla="*/ 220436 h 785568"/>
              <a:gd name="connsiteX2" fmla="*/ 834242 w 1186192"/>
              <a:gd name="connsiteY2" fmla="*/ 295831 h 785568"/>
              <a:gd name="connsiteX3" fmla="*/ 578805 w 1186192"/>
              <a:gd name="connsiteY3" fmla="*/ 220331 h 785568"/>
              <a:gd name="connsiteX4" fmla="*/ 136401 w 1186192"/>
              <a:gd name="connsiteY4" fmla="*/ 68129 h 785568"/>
              <a:gd name="connsiteX5" fmla="*/ 1 w 1186192"/>
              <a:gd name="connsiteY5" fmla="*/ 241657 h 785568"/>
              <a:gd name="connsiteX6" fmla="*/ 137723 w 1186192"/>
              <a:gd name="connsiteY6" fmla="*/ 470759 h 785568"/>
              <a:gd name="connsiteX7" fmla="*/ 216110 w 1186192"/>
              <a:gd name="connsiteY7" fmla="*/ 724585 h 785568"/>
              <a:gd name="connsiteX8" fmla="*/ 579416 w 1186192"/>
              <a:gd name="connsiteY8" fmla="*/ 773543 h 785568"/>
              <a:gd name="connsiteX9" fmla="*/ 1032157 w 1186192"/>
              <a:gd name="connsiteY9" fmla="*/ 775458 h 785568"/>
              <a:gd name="connsiteX0" fmla="*/ 1096351 w 1096352"/>
              <a:gd name="connsiteY0" fmla="*/ 152386 h 717518"/>
              <a:gd name="connsiteX1" fmla="*/ 834242 w 1096352"/>
              <a:gd name="connsiteY1" fmla="*/ 227781 h 717518"/>
              <a:gd name="connsiteX2" fmla="*/ 578805 w 1096352"/>
              <a:gd name="connsiteY2" fmla="*/ 152281 h 717518"/>
              <a:gd name="connsiteX3" fmla="*/ 136401 w 1096352"/>
              <a:gd name="connsiteY3" fmla="*/ 79 h 717518"/>
              <a:gd name="connsiteX4" fmla="*/ 1 w 1096352"/>
              <a:gd name="connsiteY4" fmla="*/ 173607 h 717518"/>
              <a:gd name="connsiteX5" fmla="*/ 137723 w 1096352"/>
              <a:gd name="connsiteY5" fmla="*/ 402709 h 717518"/>
              <a:gd name="connsiteX6" fmla="*/ 216110 w 1096352"/>
              <a:gd name="connsiteY6" fmla="*/ 656535 h 717518"/>
              <a:gd name="connsiteX7" fmla="*/ 579416 w 1096352"/>
              <a:gd name="connsiteY7" fmla="*/ 705493 h 717518"/>
              <a:gd name="connsiteX8" fmla="*/ 1032157 w 1096352"/>
              <a:gd name="connsiteY8" fmla="*/ 707408 h 717518"/>
              <a:gd name="connsiteX0" fmla="*/ 964920 w 1032157"/>
              <a:gd name="connsiteY0" fmla="*/ 115143 h 717518"/>
              <a:gd name="connsiteX1" fmla="*/ 834242 w 1032157"/>
              <a:gd name="connsiteY1" fmla="*/ 227781 h 717518"/>
              <a:gd name="connsiteX2" fmla="*/ 578805 w 1032157"/>
              <a:gd name="connsiteY2" fmla="*/ 152281 h 717518"/>
              <a:gd name="connsiteX3" fmla="*/ 136401 w 1032157"/>
              <a:gd name="connsiteY3" fmla="*/ 79 h 717518"/>
              <a:gd name="connsiteX4" fmla="*/ 1 w 1032157"/>
              <a:gd name="connsiteY4" fmla="*/ 173607 h 717518"/>
              <a:gd name="connsiteX5" fmla="*/ 137723 w 1032157"/>
              <a:gd name="connsiteY5" fmla="*/ 402709 h 717518"/>
              <a:gd name="connsiteX6" fmla="*/ 216110 w 1032157"/>
              <a:gd name="connsiteY6" fmla="*/ 656535 h 717518"/>
              <a:gd name="connsiteX7" fmla="*/ 579416 w 1032157"/>
              <a:gd name="connsiteY7" fmla="*/ 705493 h 717518"/>
              <a:gd name="connsiteX8" fmla="*/ 1032157 w 1032157"/>
              <a:gd name="connsiteY8" fmla="*/ 707408 h 717518"/>
              <a:gd name="connsiteX0" fmla="*/ 964920 w 1032157"/>
              <a:gd name="connsiteY0" fmla="*/ 115139 h 717514"/>
              <a:gd name="connsiteX1" fmla="*/ 812133 w 1032157"/>
              <a:gd name="connsiteY1" fmla="*/ 182056 h 717514"/>
              <a:gd name="connsiteX2" fmla="*/ 578805 w 1032157"/>
              <a:gd name="connsiteY2" fmla="*/ 152277 h 717514"/>
              <a:gd name="connsiteX3" fmla="*/ 136401 w 1032157"/>
              <a:gd name="connsiteY3" fmla="*/ 75 h 717514"/>
              <a:gd name="connsiteX4" fmla="*/ 1 w 1032157"/>
              <a:gd name="connsiteY4" fmla="*/ 173603 h 717514"/>
              <a:gd name="connsiteX5" fmla="*/ 137723 w 1032157"/>
              <a:gd name="connsiteY5" fmla="*/ 402705 h 717514"/>
              <a:gd name="connsiteX6" fmla="*/ 216110 w 1032157"/>
              <a:gd name="connsiteY6" fmla="*/ 656531 h 717514"/>
              <a:gd name="connsiteX7" fmla="*/ 579416 w 1032157"/>
              <a:gd name="connsiteY7" fmla="*/ 705489 h 717514"/>
              <a:gd name="connsiteX8" fmla="*/ 1032157 w 1032157"/>
              <a:gd name="connsiteY8" fmla="*/ 707404 h 717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2157" h="717514">
                <a:moveTo>
                  <a:pt x="964920" y="115139"/>
                </a:moveTo>
                <a:cubicBezTo>
                  <a:pt x="906262" y="164444"/>
                  <a:pt x="876486" y="175866"/>
                  <a:pt x="812133" y="182056"/>
                </a:cubicBezTo>
                <a:cubicBezTo>
                  <a:pt x="747780" y="188246"/>
                  <a:pt x="691427" y="182607"/>
                  <a:pt x="578805" y="152277"/>
                </a:cubicBezTo>
                <a:cubicBezTo>
                  <a:pt x="466183" y="121947"/>
                  <a:pt x="232868" y="-3479"/>
                  <a:pt x="136401" y="75"/>
                </a:cubicBezTo>
                <a:cubicBezTo>
                  <a:pt x="39934" y="3629"/>
                  <a:pt x="-219" y="106498"/>
                  <a:pt x="1" y="173603"/>
                </a:cubicBezTo>
                <a:cubicBezTo>
                  <a:pt x="221" y="240708"/>
                  <a:pt x="101705" y="322217"/>
                  <a:pt x="137723" y="402705"/>
                </a:cubicBezTo>
                <a:cubicBezTo>
                  <a:pt x="173741" y="483193"/>
                  <a:pt x="142495" y="606067"/>
                  <a:pt x="216110" y="656531"/>
                </a:cubicBezTo>
                <a:cubicBezTo>
                  <a:pt x="289725" y="706995"/>
                  <a:pt x="443408" y="697010"/>
                  <a:pt x="579416" y="705489"/>
                </a:cubicBezTo>
                <a:cubicBezTo>
                  <a:pt x="715424" y="713968"/>
                  <a:pt x="926826" y="726689"/>
                  <a:pt x="1032157" y="707404"/>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8" name="Freeform: Shape 27">
            <a:extLst>
              <a:ext uri="{FF2B5EF4-FFF2-40B4-BE49-F238E27FC236}">
                <a16:creationId xmlns:a16="http://schemas.microsoft.com/office/drawing/2014/main" id="{25895797-6E3F-991D-C716-B8BD33FAC2C4}"/>
              </a:ext>
            </a:extLst>
          </p:cNvPr>
          <p:cNvSpPr/>
          <p:nvPr userDrawn="1"/>
        </p:nvSpPr>
        <p:spPr>
          <a:xfrm rot="2646709" flipV="1">
            <a:off x="-69920" y="3764554"/>
            <a:ext cx="7027575" cy="2571718"/>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57295 w 5917272"/>
              <a:gd name="connsiteY12" fmla="*/ 1237313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43732 w 5917272"/>
              <a:gd name="connsiteY9" fmla="*/ 2280706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90"/>
              <a:gd name="connsiteX1" fmla="*/ 5709091 w 5917272"/>
              <a:gd name="connsiteY1" fmla="*/ 1435768 h 2483890"/>
              <a:gd name="connsiteX2" fmla="*/ 5419775 w 5917272"/>
              <a:gd name="connsiteY2" fmla="*/ 1614360 h 2483890"/>
              <a:gd name="connsiteX3" fmla="*/ 5114202 w 5917272"/>
              <a:gd name="connsiteY3" fmla="*/ 1978282 h 2483890"/>
              <a:gd name="connsiteX4" fmla="*/ 4771336 w 5917272"/>
              <a:gd name="connsiteY4" fmla="*/ 2252393 h 2483890"/>
              <a:gd name="connsiteX5" fmla="*/ 4588265 w 5917272"/>
              <a:gd name="connsiteY5" fmla="*/ 2406793 h 2483890"/>
              <a:gd name="connsiteX6" fmla="*/ 4303563 w 5917272"/>
              <a:gd name="connsiteY6" fmla="*/ 2483374 h 2483890"/>
              <a:gd name="connsiteX7" fmla="*/ 3777212 w 5917272"/>
              <a:gd name="connsiteY7" fmla="*/ 2416318 h 2483890"/>
              <a:gd name="connsiteX8" fmla="*/ 3256590 w 5917272"/>
              <a:gd name="connsiteY8" fmla="*/ 2341042 h 2483890"/>
              <a:gd name="connsiteX9" fmla="*/ 2943732 w 5917272"/>
              <a:gd name="connsiteY9" fmla="*/ 2280706 h 2483890"/>
              <a:gd name="connsiteX10" fmla="*/ 2652748 w 5917272"/>
              <a:gd name="connsiteY10" fmla="*/ 2104416 h 2483890"/>
              <a:gd name="connsiteX11" fmla="*/ 2431709 w 5917272"/>
              <a:gd name="connsiteY11" fmla="*/ 1783167 h 2483890"/>
              <a:gd name="connsiteX12" fmla="*/ 2187037 w 5917272"/>
              <a:gd name="connsiteY12" fmla="*/ 1180856 h 2483890"/>
              <a:gd name="connsiteX13" fmla="*/ 2223779 w 5917272"/>
              <a:gd name="connsiteY13" fmla="*/ 793448 h 2483890"/>
              <a:gd name="connsiteX14" fmla="*/ 2288549 w 5917272"/>
              <a:gd name="connsiteY14" fmla="*/ 372824 h 2483890"/>
              <a:gd name="connsiteX15" fmla="*/ 2173868 w 5917272"/>
              <a:gd name="connsiteY15" fmla="*/ 168323 h 2483890"/>
              <a:gd name="connsiteX16" fmla="*/ 2037661 w 5917272"/>
              <a:gd name="connsiteY16" fmla="*/ 85169 h 2483890"/>
              <a:gd name="connsiteX17" fmla="*/ 1723622 w 5917272"/>
              <a:gd name="connsiteY17" fmla="*/ 3731 h 2483890"/>
              <a:gd name="connsiteX18" fmla="*/ 1530835 w 5917272"/>
              <a:gd name="connsiteY18" fmla="*/ 48593 h 2483890"/>
              <a:gd name="connsiteX19" fmla="*/ 1158112 w 5917272"/>
              <a:gd name="connsiteY19" fmla="*/ 437665 h 2483890"/>
              <a:gd name="connsiteX20" fmla="*/ 503936 w 5917272"/>
              <a:gd name="connsiteY20" fmla="*/ 237742 h 2483890"/>
              <a:gd name="connsiteX21" fmla="*/ 0 w 5917272"/>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14202 w 6270217"/>
              <a:gd name="connsiteY3" fmla="*/ 1978282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832026 w 6270217"/>
              <a:gd name="connsiteY1" fmla="*/ 1616899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830826 w 6583227"/>
              <a:gd name="connsiteY20" fmla="*/ 237742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7091 w 6583227"/>
              <a:gd name="connsiteY20" fmla="*/ 561401 h 2483890"/>
              <a:gd name="connsiteX21" fmla="*/ 0 w 6583227"/>
              <a:gd name="connsiteY21" fmla="*/ 913479 h 2483890"/>
              <a:gd name="connsiteX0" fmla="*/ 6583227 w 6583227"/>
              <a:gd name="connsiteY0" fmla="*/ 1034211 h 2483746"/>
              <a:gd name="connsiteX1" fmla="*/ 6158916 w 6583227"/>
              <a:gd name="connsiteY1" fmla="*/ 1616899 h 2483746"/>
              <a:gd name="connsiteX2" fmla="*/ 5865634 w 6583227"/>
              <a:gd name="connsiteY2" fmla="*/ 1760205 h 2483746"/>
              <a:gd name="connsiteX3" fmla="*/ 5458938 w 6583227"/>
              <a:gd name="connsiteY3" fmla="*/ 1853608 h 2483746"/>
              <a:gd name="connsiteX4" fmla="*/ 5098226 w 6583227"/>
              <a:gd name="connsiteY4" fmla="*/ 2252393 h 2483746"/>
              <a:gd name="connsiteX5" fmla="*/ 4915155 w 6583227"/>
              <a:gd name="connsiteY5" fmla="*/ 2406793 h 2483746"/>
              <a:gd name="connsiteX6" fmla="*/ 4630453 w 6583227"/>
              <a:gd name="connsiteY6" fmla="*/ 2483374 h 2483746"/>
              <a:gd name="connsiteX7" fmla="*/ 4104102 w 6583227"/>
              <a:gd name="connsiteY7" fmla="*/ 2416318 h 2483746"/>
              <a:gd name="connsiteX8" fmla="*/ 3703161 w 6583227"/>
              <a:gd name="connsiteY8" fmla="*/ 2469107 h 2483746"/>
              <a:gd name="connsiteX9" fmla="*/ 3270622 w 6583227"/>
              <a:gd name="connsiteY9" fmla="*/ 2280706 h 2483746"/>
              <a:gd name="connsiteX10" fmla="*/ 2979638 w 6583227"/>
              <a:gd name="connsiteY10" fmla="*/ 2104416 h 2483746"/>
              <a:gd name="connsiteX11" fmla="*/ 2758599 w 6583227"/>
              <a:gd name="connsiteY11" fmla="*/ 1783167 h 2483746"/>
              <a:gd name="connsiteX12" fmla="*/ 2513927 w 6583227"/>
              <a:gd name="connsiteY12" fmla="*/ 1180856 h 2483746"/>
              <a:gd name="connsiteX13" fmla="*/ 2550669 w 6583227"/>
              <a:gd name="connsiteY13" fmla="*/ 793448 h 2483746"/>
              <a:gd name="connsiteX14" fmla="*/ 2615439 w 6583227"/>
              <a:gd name="connsiteY14" fmla="*/ 372824 h 2483746"/>
              <a:gd name="connsiteX15" fmla="*/ 2500758 w 6583227"/>
              <a:gd name="connsiteY15" fmla="*/ 168323 h 2483746"/>
              <a:gd name="connsiteX16" fmla="*/ 2364551 w 6583227"/>
              <a:gd name="connsiteY16" fmla="*/ 85169 h 2483746"/>
              <a:gd name="connsiteX17" fmla="*/ 2050512 w 6583227"/>
              <a:gd name="connsiteY17" fmla="*/ 3731 h 2483746"/>
              <a:gd name="connsiteX18" fmla="*/ 1857725 w 6583227"/>
              <a:gd name="connsiteY18" fmla="*/ 48593 h 2483746"/>
              <a:gd name="connsiteX19" fmla="*/ 1485002 w 6583227"/>
              <a:gd name="connsiteY19" fmla="*/ 437665 h 2483746"/>
              <a:gd name="connsiteX20" fmla="*/ 757091 w 6583227"/>
              <a:gd name="connsiteY20" fmla="*/ 561401 h 2483746"/>
              <a:gd name="connsiteX21" fmla="*/ 0 w 6583227"/>
              <a:gd name="connsiteY21" fmla="*/ 913479 h 248374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513927 w 6583227"/>
              <a:gd name="connsiteY12" fmla="*/ 1180856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628631 w 6583227"/>
              <a:gd name="connsiteY12" fmla="*/ 1143788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628631 w 6583227"/>
              <a:gd name="connsiteY11" fmla="*/ 1143788 h 2538926"/>
              <a:gd name="connsiteX12" fmla="*/ 2550669 w 6583227"/>
              <a:gd name="connsiteY12" fmla="*/ 793448 h 2538926"/>
              <a:gd name="connsiteX13" fmla="*/ 2615439 w 6583227"/>
              <a:gd name="connsiteY13" fmla="*/ 372824 h 2538926"/>
              <a:gd name="connsiteX14" fmla="*/ 2500758 w 6583227"/>
              <a:gd name="connsiteY14" fmla="*/ 168323 h 2538926"/>
              <a:gd name="connsiteX15" fmla="*/ 2364551 w 6583227"/>
              <a:gd name="connsiteY15" fmla="*/ 85169 h 2538926"/>
              <a:gd name="connsiteX16" fmla="*/ 2050512 w 6583227"/>
              <a:gd name="connsiteY16" fmla="*/ 3731 h 2538926"/>
              <a:gd name="connsiteX17" fmla="*/ 1857725 w 6583227"/>
              <a:gd name="connsiteY17" fmla="*/ 48593 h 2538926"/>
              <a:gd name="connsiteX18" fmla="*/ 1485002 w 6583227"/>
              <a:gd name="connsiteY18" fmla="*/ 437665 h 2538926"/>
              <a:gd name="connsiteX19" fmla="*/ 757091 w 6583227"/>
              <a:gd name="connsiteY19" fmla="*/ 561401 h 2538926"/>
              <a:gd name="connsiteX20" fmla="*/ 0 w 6583227"/>
              <a:gd name="connsiteY20"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3104702 w 6583227"/>
              <a:gd name="connsiteY10" fmla="*/ 1835163 h 2538926"/>
              <a:gd name="connsiteX11" fmla="*/ 2628631 w 6583227"/>
              <a:gd name="connsiteY11" fmla="*/ 1143788 h 2538926"/>
              <a:gd name="connsiteX12" fmla="*/ 2550669 w 6583227"/>
              <a:gd name="connsiteY12" fmla="*/ 793448 h 2538926"/>
              <a:gd name="connsiteX13" fmla="*/ 2615439 w 6583227"/>
              <a:gd name="connsiteY13" fmla="*/ 372824 h 2538926"/>
              <a:gd name="connsiteX14" fmla="*/ 2500758 w 6583227"/>
              <a:gd name="connsiteY14" fmla="*/ 168323 h 2538926"/>
              <a:gd name="connsiteX15" fmla="*/ 2364551 w 6583227"/>
              <a:gd name="connsiteY15" fmla="*/ 85169 h 2538926"/>
              <a:gd name="connsiteX16" fmla="*/ 2050512 w 6583227"/>
              <a:gd name="connsiteY16" fmla="*/ 3731 h 2538926"/>
              <a:gd name="connsiteX17" fmla="*/ 1857725 w 6583227"/>
              <a:gd name="connsiteY17" fmla="*/ 48593 h 2538926"/>
              <a:gd name="connsiteX18" fmla="*/ 1485002 w 6583227"/>
              <a:gd name="connsiteY18" fmla="*/ 437665 h 2538926"/>
              <a:gd name="connsiteX19" fmla="*/ 757091 w 6583227"/>
              <a:gd name="connsiteY19" fmla="*/ 561401 h 2538926"/>
              <a:gd name="connsiteX20" fmla="*/ 0 w 6583227"/>
              <a:gd name="connsiteY20" fmla="*/ 913479 h 2538926"/>
              <a:gd name="connsiteX0" fmla="*/ 6158916 w 6158916"/>
              <a:gd name="connsiteY0" fmla="*/ 1616899 h 2538926"/>
              <a:gd name="connsiteX1" fmla="*/ 5865634 w 6158916"/>
              <a:gd name="connsiteY1" fmla="*/ 1760205 h 2538926"/>
              <a:gd name="connsiteX2" fmla="*/ 5458938 w 6158916"/>
              <a:gd name="connsiteY2" fmla="*/ 1853608 h 2538926"/>
              <a:gd name="connsiteX3" fmla="*/ 5098226 w 6158916"/>
              <a:gd name="connsiteY3" fmla="*/ 2252393 h 2538926"/>
              <a:gd name="connsiteX4" fmla="*/ 4915155 w 6158916"/>
              <a:gd name="connsiteY4" fmla="*/ 2406793 h 2538926"/>
              <a:gd name="connsiteX5" fmla="*/ 4630453 w 6158916"/>
              <a:gd name="connsiteY5" fmla="*/ 2483374 h 2538926"/>
              <a:gd name="connsiteX6" fmla="*/ 4228477 w 6158916"/>
              <a:gd name="connsiteY6" fmla="*/ 2538814 h 2538926"/>
              <a:gd name="connsiteX7" fmla="*/ 3703161 w 6158916"/>
              <a:gd name="connsiteY7" fmla="*/ 2469107 h 2538926"/>
              <a:gd name="connsiteX8" fmla="*/ 3270622 w 6158916"/>
              <a:gd name="connsiteY8" fmla="*/ 2280706 h 2538926"/>
              <a:gd name="connsiteX9" fmla="*/ 3104702 w 6158916"/>
              <a:gd name="connsiteY9" fmla="*/ 1835163 h 2538926"/>
              <a:gd name="connsiteX10" fmla="*/ 2628631 w 6158916"/>
              <a:gd name="connsiteY10" fmla="*/ 1143788 h 2538926"/>
              <a:gd name="connsiteX11" fmla="*/ 2550669 w 6158916"/>
              <a:gd name="connsiteY11" fmla="*/ 793448 h 2538926"/>
              <a:gd name="connsiteX12" fmla="*/ 2615439 w 6158916"/>
              <a:gd name="connsiteY12" fmla="*/ 372824 h 2538926"/>
              <a:gd name="connsiteX13" fmla="*/ 2500758 w 6158916"/>
              <a:gd name="connsiteY13" fmla="*/ 168323 h 2538926"/>
              <a:gd name="connsiteX14" fmla="*/ 2364551 w 6158916"/>
              <a:gd name="connsiteY14" fmla="*/ 85169 h 2538926"/>
              <a:gd name="connsiteX15" fmla="*/ 2050512 w 6158916"/>
              <a:gd name="connsiteY15" fmla="*/ 3731 h 2538926"/>
              <a:gd name="connsiteX16" fmla="*/ 1857725 w 6158916"/>
              <a:gd name="connsiteY16" fmla="*/ 48593 h 2538926"/>
              <a:gd name="connsiteX17" fmla="*/ 1485002 w 6158916"/>
              <a:gd name="connsiteY17" fmla="*/ 437665 h 2538926"/>
              <a:gd name="connsiteX18" fmla="*/ 757091 w 6158916"/>
              <a:gd name="connsiteY18" fmla="*/ 561401 h 2538926"/>
              <a:gd name="connsiteX19" fmla="*/ 0 w 6158916"/>
              <a:gd name="connsiteY19" fmla="*/ 913479 h 2538926"/>
              <a:gd name="connsiteX0" fmla="*/ 5865634 w 5865634"/>
              <a:gd name="connsiteY0" fmla="*/ 1760205 h 2538926"/>
              <a:gd name="connsiteX1" fmla="*/ 5458938 w 5865634"/>
              <a:gd name="connsiteY1" fmla="*/ 1853608 h 2538926"/>
              <a:gd name="connsiteX2" fmla="*/ 5098226 w 5865634"/>
              <a:gd name="connsiteY2" fmla="*/ 2252393 h 2538926"/>
              <a:gd name="connsiteX3" fmla="*/ 4915155 w 5865634"/>
              <a:gd name="connsiteY3" fmla="*/ 2406793 h 2538926"/>
              <a:gd name="connsiteX4" fmla="*/ 4630453 w 5865634"/>
              <a:gd name="connsiteY4" fmla="*/ 2483374 h 2538926"/>
              <a:gd name="connsiteX5" fmla="*/ 4228477 w 5865634"/>
              <a:gd name="connsiteY5" fmla="*/ 2538814 h 2538926"/>
              <a:gd name="connsiteX6" fmla="*/ 3703161 w 5865634"/>
              <a:gd name="connsiteY6" fmla="*/ 2469107 h 2538926"/>
              <a:gd name="connsiteX7" fmla="*/ 3270622 w 5865634"/>
              <a:gd name="connsiteY7" fmla="*/ 2280706 h 2538926"/>
              <a:gd name="connsiteX8" fmla="*/ 3104702 w 5865634"/>
              <a:gd name="connsiteY8" fmla="*/ 1835163 h 2538926"/>
              <a:gd name="connsiteX9" fmla="*/ 2628631 w 5865634"/>
              <a:gd name="connsiteY9" fmla="*/ 1143788 h 2538926"/>
              <a:gd name="connsiteX10" fmla="*/ 2550669 w 5865634"/>
              <a:gd name="connsiteY10" fmla="*/ 793448 h 2538926"/>
              <a:gd name="connsiteX11" fmla="*/ 2615439 w 5865634"/>
              <a:gd name="connsiteY11" fmla="*/ 372824 h 2538926"/>
              <a:gd name="connsiteX12" fmla="*/ 2500758 w 5865634"/>
              <a:gd name="connsiteY12" fmla="*/ 168323 h 2538926"/>
              <a:gd name="connsiteX13" fmla="*/ 2364551 w 5865634"/>
              <a:gd name="connsiteY13" fmla="*/ 85169 h 2538926"/>
              <a:gd name="connsiteX14" fmla="*/ 2050512 w 5865634"/>
              <a:gd name="connsiteY14" fmla="*/ 3731 h 2538926"/>
              <a:gd name="connsiteX15" fmla="*/ 1857725 w 5865634"/>
              <a:gd name="connsiteY15" fmla="*/ 48593 h 2538926"/>
              <a:gd name="connsiteX16" fmla="*/ 1485002 w 5865634"/>
              <a:gd name="connsiteY16" fmla="*/ 437665 h 2538926"/>
              <a:gd name="connsiteX17" fmla="*/ 757091 w 5865634"/>
              <a:gd name="connsiteY17" fmla="*/ 561401 h 2538926"/>
              <a:gd name="connsiteX18" fmla="*/ 0 w 5865634"/>
              <a:gd name="connsiteY18" fmla="*/ 913479 h 2538926"/>
              <a:gd name="connsiteX0" fmla="*/ 6460328 w 6460328"/>
              <a:gd name="connsiteY0" fmla="*/ 2375338 h 2538926"/>
              <a:gd name="connsiteX1" fmla="*/ 5458938 w 6460328"/>
              <a:gd name="connsiteY1" fmla="*/ 1853608 h 2538926"/>
              <a:gd name="connsiteX2" fmla="*/ 5098226 w 6460328"/>
              <a:gd name="connsiteY2" fmla="*/ 2252393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926"/>
              <a:gd name="connsiteX1" fmla="*/ 5834834 w 6460328"/>
              <a:gd name="connsiteY1" fmla="*/ 2329752 h 2538926"/>
              <a:gd name="connsiteX2" fmla="*/ 5098226 w 6460328"/>
              <a:gd name="connsiteY2" fmla="*/ 2252393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926"/>
              <a:gd name="connsiteX1" fmla="*/ 5834834 w 6460328"/>
              <a:gd name="connsiteY1" fmla="*/ 2329752 h 2538926"/>
              <a:gd name="connsiteX2" fmla="*/ 5284969 w 6460328"/>
              <a:gd name="connsiteY2" fmla="*/ 2398325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887"/>
              <a:gd name="connsiteX1" fmla="*/ 5834834 w 6460328"/>
              <a:gd name="connsiteY1" fmla="*/ 2329752 h 2538887"/>
              <a:gd name="connsiteX2" fmla="*/ 5284969 w 6460328"/>
              <a:gd name="connsiteY2" fmla="*/ 2398325 h 2538887"/>
              <a:gd name="connsiteX3" fmla="*/ 4916733 w 6460328"/>
              <a:gd name="connsiteY3" fmla="*/ 2527528 h 2538887"/>
              <a:gd name="connsiteX4" fmla="*/ 4630453 w 6460328"/>
              <a:gd name="connsiteY4" fmla="*/ 2483374 h 2538887"/>
              <a:gd name="connsiteX5" fmla="*/ 4228477 w 6460328"/>
              <a:gd name="connsiteY5" fmla="*/ 2538814 h 2538887"/>
              <a:gd name="connsiteX6" fmla="*/ 3703161 w 6460328"/>
              <a:gd name="connsiteY6" fmla="*/ 2469107 h 2538887"/>
              <a:gd name="connsiteX7" fmla="*/ 3270622 w 6460328"/>
              <a:gd name="connsiteY7" fmla="*/ 2280706 h 2538887"/>
              <a:gd name="connsiteX8" fmla="*/ 3104702 w 6460328"/>
              <a:gd name="connsiteY8" fmla="*/ 1835163 h 2538887"/>
              <a:gd name="connsiteX9" fmla="*/ 2628631 w 6460328"/>
              <a:gd name="connsiteY9" fmla="*/ 1143788 h 2538887"/>
              <a:gd name="connsiteX10" fmla="*/ 2550669 w 6460328"/>
              <a:gd name="connsiteY10" fmla="*/ 793448 h 2538887"/>
              <a:gd name="connsiteX11" fmla="*/ 2615439 w 6460328"/>
              <a:gd name="connsiteY11" fmla="*/ 372824 h 2538887"/>
              <a:gd name="connsiteX12" fmla="*/ 2500758 w 6460328"/>
              <a:gd name="connsiteY12" fmla="*/ 168323 h 2538887"/>
              <a:gd name="connsiteX13" fmla="*/ 2364551 w 6460328"/>
              <a:gd name="connsiteY13" fmla="*/ 85169 h 2538887"/>
              <a:gd name="connsiteX14" fmla="*/ 2050512 w 6460328"/>
              <a:gd name="connsiteY14" fmla="*/ 3731 h 2538887"/>
              <a:gd name="connsiteX15" fmla="*/ 1857725 w 6460328"/>
              <a:gd name="connsiteY15" fmla="*/ 48593 h 2538887"/>
              <a:gd name="connsiteX16" fmla="*/ 1485002 w 6460328"/>
              <a:gd name="connsiteY16" fmla="*/ 437665 h 2538887"/>
              <a:gd name="connsiteX17" fmla="*/ 757091 w 6460328"/>
              <a:gd name="connsiteY17" fmla="*/ 561401 h 2538887"/>
              <a:gd name="connsiteX18" fmla="*/ 0 w 6460328"/>
              <a:gd name="connsiteY18" fmla="*/ 913479 h 2538887"/>
              <a:gd name="connsiteX0" fmla="*/ 6460328 w 6460328"/>
              <a:gd name="connsiteY0" fmla="*/ 2375338 h 2734935"/>
              <a:gd name="connsiteX1" fmla="*/ 5834834 w 6460328"/>
              <a:gd name="connsiteY1" fmla="*/ 2329752 h 2734935"/>
              <a:gd name="connsiteX2" fmla="*/ 5284969 w 6460328"/>
              <a:gd name="connsiteY2" fmla="*/ 2398325 h 2734935"/>
              <a:gd name="connsiteX3" fmla="*/ 4916733 w 6460328"/>
              <a:gd name="connsiteY3" fmla="*/ 2527528 h 2734935"/>
              <a:gd name="connsiteX4" fmla="*/ 4604274 w 6460328"/>
              <a:gd name="connsiteY4" fmla="*/ 2734918 h 2734935"/>
              <a:gd name="connsiteX5" fmla="*/ 4228477 w 6460328"/>
              <a:gd name="connsiteY5" fmla="*/ 2538814 h 2734935"/>
              <a:gd name="connsiteX6" fmla="*/ 3703161 w 6460328"/>
              <a:gd name="connsiteY6" fmla="*/ 2469107 h 2734935"/>
              <a:gd name="connsiteX7" fmla="*/ 3270622 w 6460328"/>
              <a:gd name="connsiteY7" fmla="*/ 2280706 h 2734935"/>
              <a:gd name="connsiteX8" fmla="*/ 3104702 w 6460328"/>
              <a:gd name="connsiteY8" fmla="*/ 1835163 h 2734935"/>
              <a:gd name="connsiteX9" fmla="*/ 2628631 w 6460328"/>
              <a:gd name="connsiteY9" fmla="*/ 1143788 h 2734935"/>
              <a:gd name="connsiteX10" fmla="*/ 2550669 w 6460328"/>
              <a:gd name="connsiteY10" fmla="*/ 793448 h 2734935"/>
              <a:gd name="connsiteX11" fmla="*/ 2615439 w 6460328"/>
              <a:gd name="connsiteY11" fmla="*/ 372824 h 2734935"/>
              <a:gd name="connsiteX12" fmla="*/ 2500758 w 6460328"/>
              <a:gd name="connsiteY12" fmla="*/ 168323 h 2734935"/>
              <a:gd name="connsiteX13" fmla="*/ 2364551 w 6460328"/>
              <a:gd name="connsiteY13" fmla="*/ 85169 h 2734935"/>
              <a:gd name="connsiteX14" fmla="*/ 2050512 w 6460328"/>
              <a:gd name="connsiteY14" fmla="*/ 3731 h 2734935"/>
              <a:gd name="connsiteX15" fmla="*/ 1857725 w 6460328"/>
              <a:gd name="connsiteY15" fmla="*/ 48593 h 2734935"/>
              <a:gd name="connsiteX16" fmla="*/ 1485002 w 6460328"/>
              <a:gd name="connsiteY16" fmla="*/ 437665 h 2734935"/>
              <a:gd name="connsiteX17" fmla="*/ 757091 w 6460328"/>
              <a:gd name="connsiteY17" fmla="*/ 561401 h 2734935"/>
              <a:gd name="connsiteX18" fmla="*/ 0 w 6460328"/>
              <a:gd name="connsiteY18" fmla="*/ 913479 h 2734935"/>
              <a:gd name="connsiteX0" fmla="*/ 6460328 w 6460328"/>
              <a:gd name="connsiteY0" fmla="*/ 2375338 h 2735467"/>
              <a:gd name="connsiteX1" fmla="*/ 5834834 w 6460328"/>
              <a:gd name="connsiteY1" fmla="*/ 2329752 h 2735467"/>
              <a:gd name="connsiteX2" fmla="*/ 5284969 w 6460328"/>
              <a:gd name="connsiteY2" fmla="*/ 2398325 h 2735467"/>
              <a:gd name="connsiteX3" fmla="*/ 4916733 w 6460328"/>
              <a:gd name="connsiteY3" fmla="*/ 2527528 h 2735467"/>
              <a:gd name="connsiteX4" fmla="*/ 4604274 w 6460328"/>
              <a:gd name="connsiteY4" fmla="*/ 2734918 h 2735467"/>
              <a:gd name="connsiteX5" fmla="*/ 4170139 w 6460328"/>
              <a:gd name="connsiteY5" fmla="*/ 2584379 h 2735467"/>
              <a:gd name="connsiteX6" fmla="*/ 3703161 w 6460328"/>
              <a:gd name="connsiteY6" fmla="*/ 2469107 h 2735467"/>
              <a:gd name="connsiteX7" fmla="*/ 3270622 w 6460328"/>
              <a:gd name="connsiteY7" fmla="*/ 2280706 h 2735467"/>
              <a:gd name="connsiteX8" fmla="*/ 3104702 w 6460328"/>
              <a:gd name="connsiteY8" fmla="*/ 1835163 h 2735467"/>
              <a:gd name="connsiteX9" fmla="*/ 2628631 w 6460328"/>
              <a:gd name="connsiteY9" fmla="*/ 1143788 h 2735467"/>
              <a:gd name="connsiteX10" fmla="*/ 2550669 w 6460328"/>
              <a:gd name="connsiteY10" fmla="*/ 793448 h 2735467"/>
              <a:gd name="connsiteX11" fmla="*/ 2615439 w 6460328"/>
              <a:gd name="connsiteY11" fmla="*/ 372824 h 2735467"/>
              <a:gd name="connsiteX12" fmla="*/ 2500758 w 6460328"/>
              <a:gd name="connsiteY12" fmla="*/ 168323 h 2735467"/>
              <a:gd name="connsiteX13" fmla="*/ 2364551 w 6460328"/>
              <a:gd name="connsiteY13" fmla="*/ 85169 h 2735467"/>
              <a:gd name="connsiteX14" fmla="*/ 2050512 w 6460328"/>
              <a:gd name="connsiteY14" fmla="*/ 3731 h 2735467"/>
              <a:gd name="connsiteX15" fmla="*/ 1857725 w 6460328"/>
              <a:gd name="connsiteY15" fmla="*/ 48593 h 2735467"/>
              <a:gd name="connsiteX16" fmla="*/ 1485002 w 6460328"/>
              <a:gd name="connsiteY16" fmla="*/ 437665 h 2735467"/>
              <a:gd name="connsiteX17" fmla="*/ 757091 w 6460328"/>
              <a:gd name="connsiteY17" fmla="*/ 561401 h 2735467"/>
              <a:gd name="connsiteX18" fmla="*/ 0 w 6460328"/>
              <a:gd name="connsiteY18" fmla="*/ 913479 h 2735467"/>
              <a:gd name="connsiteX0" fmla="*/ 6558401 w 6558401"/>
              <a:gd name="connsiteY0" fmla="*/ 2410833 h 2770962"/>
              <a:gd name="connsiteX1" fmla="*/ 5932907 w 6558401"/>
              <a:gd name="connsiteY1" fmla="*/ 2365247 h 2770962"/>
              <a:gd name="connsiteX2" fmla="*/ 5383042 w 6558401"/>
              <a:gd name="connsiteY2" fmla="*/ 2433820 h 2770962"/>
              <a:gd name="connsiteX3" fmla="*/ 5014806 w 6558401"/>
              <a:gd name="connsiteY3" fmla="*/ 2563023 h 2770962"/>
              <a:gd name="connsiteX4" fmla="*/ 4702347 w 6558401"/>
              <a:gd name="connsiteY4" fmla="*/ 2770413 h 2770962"/>
              <a:gd name="connsiteX5" fmla="*/ 4268212 w 6558401"/>
              <a:gd name="connsiteY5" fmla="*/ 2619874 h 2770962"/>
              <a:gd name="connsiteX6" fmla="*/ 3801234 w 6558401"/>
              <a:gd name="connsiteY6" fmla="*/ 2504602 h 2770962"/>
              <a:gd name="connsiteX7" fmla="*/ 3368695 w 6558401"/>
              <a:gd name="connsiteY7" fmla="*/ 2316201 h 2770962"/>
              <a:gd name="connsiteX8" fmla="*/ 3202775 w 6558401"/>
              <a:gd name="connsiteY8" fmla="*/ 1870658 h 2770962"/>
              <a:gd name="connsiteX9" fmla="*/ 2726704 w 6558401"/>
              <a:gd name="connsiteY9" fmla="*/ 1179283 h 2770962"/>
              <a:gd name="connsiteX10" fmla="*/ 2648742 w 6558401"/>
              <a:gd name="connsiteY10" fmla="*/ 828943 h 2770962"/>
              <a:gd name="connsiteX11" fmla="*/ 2713512 w 6558401"/>
              <a:gd name="connsiteY11" fmla="*/ 408319 h 2770962"/>
              <a:gd name="connsiteX12" fmla="*/ 2598831 w 6558401"/>
              <a:gd name="connsiteY12" fmla="*/ 203818 h 2770962"/>
              <a:gd name="connsiteX13" fmla="*/ 2462624 w 6558401"/>
              <a:gd name="connsiteY13" fmla="*/ 120664 h 2770962"/>
              <a:gd name="connsiteX14" fmla="*/ 2148585 w 6558401"/>
              <a:gd name="connsiteY14" fmla="*/ 39226 h 2770962"/>
              <a:gd name="connsiteX15" fmla="*/ 1955798 w 6558401"/>
              <a:gd name="connsiteY15" fmla="*/ 84088 h 2770962"/>
              <a:gd name="connsiteX16" fmla="*/ 1583075 w 6558401"/>
              <a:gd name="connsiteY16" fmla="*/ 473160 h 2770962"/>
              <a:gd name="connsiteX17" fmla="*/ 855164 w 6558401"/>
              <a:gd name="connsiteY17" fmla="*/ 596896 h 2770962"/>
              <a:gd name="connsiteX18" fmla="*/ 0 w 6558401"/>
              <a:gd name="connsiteY18" fmla="*/ 3727 h 2770962"/>
              <a:gd name="connsiteX0" fmla="*/ 6558401 w 6558401"/>
              <a:gd name="connsiteY0" fmla="*/ 2411557 h 2771686"/>
              <a:gd name="connsiteX1" fmla="*/ 5932907 w 6558401"/>
              <a:gd name="connsiteY1" fmla="*/ 2365971 h 2771686"/>
              <a:gd name="connsiteX2" fmla="*/ 5383042 w 6558401"/>
              <a:gd name="connsiteY2" fmla="*/ 2434544 h 2771686"/>
              <a:gd name="connsiteX3" fmla="*/ 5014806 w 6558401"/>
              <a:gd name="connsiteY3" fmla="*/ 2563747 h 2771686"/>
              <a:gd name="connsiteX4" fmla="*/ 4702347 w 6558401"/>
              <a:gd name="connsiteY4" fmla="*/ 2771137 h 2771686"/>
              <a:gd name="connsiteX5" fmla="*/ 4268212 w 6558401"/>
              <a:gd name="connsiteY5" fmla="*/ 2620598 h 2771686"/>
              <a:gd name="connsiteX6" fmla="*/ 3801234 w 6558401"/>
              <a:gd name="connsiteY6" fmla="*/ 2505326 h 2771686"/>
              <a:gd name="connsiteX7" fmla="*/ 3368695 w 6558401"/>
              <a:gd name="connsiteY7" fmla="*/ 2316925 h 2771686"/>
              <a:gd name="connsiteX8" fmla="*/ 3202775 w 6558401"/>
              <a:gd name="connsiteY8" fmla="*/ 1871382 h 2771686"/>
              <a:gd name="connsiteX9" fmla="*/ 2726704 w 6558401"/>
              <a:gd name="connsiteY9" fmla="*/ 1180007 h 2771686"/>
              <a:gd name="connsiteX10" fmla="*/ 2648742 w 6558401"/>
              <a:gd name="connsiteY10" fmla="*/ 829667 h 2771686"/>
              <a:gd name="connsiteX11" fmla="*/ 2713512 w 6558401"/>
              <a:gd name="connsiteY11" fmla="*/ 409043 h 2771686"/>
              <a:gd name="connsiteX12" fmla="*/ 2598831 w 6558401"/>
              <a:gd name="connsiteY12" fmla="*/ 204542 h 2771686"/>
              <a:gd name="connsiteX13" fmla="*/ 2462624 w 6558401"/>
              <a:gd name="connsiteY13" fmla="*/ 121388 h 2771686"/>
              <a:gd name="connsiteX14" fmla="*/ 2148585 w 6558401"/>
              <a:gd name="connsiteY14" fmla="*/ 39950 h 2771686"/>
              <a:gd name="connsiteX15" fmla="*/ 1955798 w 6558401"/>
              <a:gd name="connsiteY15" fmla="*/ 84812 h 2771686"/>
              <a:gd name="connsiteX16" fmla="*/ 1583075 w 6558401"/>
              <a:gd name="connsiteY16" fmla="*/ 473884 h 2771686"/>
              <a:gd name="connsiteX17" fmla="*/ 947362 w 6558401"/>
              <a:gd name="connsiteY17" fmla="*/ 478338 h 2771686"/>
              <a:gd name="connsiteX18" fmla="*/ 0 w 6558401"/>
              <a:gd name="connsiteY18" fmla="*/ 4451 h 2771686"/>
              <a:gd name="connsiteX0" fmla="*/ 6475586 w 6475586"/>
              <a:gd name="connsiteY0" fmla="*/ 2428971 h 2771686"/>
              <a:gd name="connsiteX1" fmla="*/ 5932907 w 6475586"/>
              <a:gd name="connsiteY1" fmla="*/ 2365971 h 2771686"/>
              <a:gd name="connsiteX2" fmla="*/ 5383042 w 6475586"/>
              <a:gd name="connsiteY2" fmla="*/ 2434544 h 2771686"/>
              <a:gd name="connsiteX3" fmla="*/ 5014806 w 6475586"/>
              <a:gd name="connsiteY3" fmla="*/ 2563747 h 2771686"/>
              <a:gd name="connsiteX4" fmla="*/ 4702347 w 6475586"/>
              <a:gd name="connsiteY4" fmla="*/ 2771137 h 2771686"/>
              <a:gd name="connsiteX5" fmla="*/ 4268212 w 6475586"/>
              <a:gd name="connsiteY5" fmla="*/ 2620598 h 2771686"/>
              <a:gd name="connsiteX6" fmla="*/ 3801234 w 6475586"/>
              <a:gd name="connsiteY6" fmla="*/ 2505326 h 2771686"/>
              <a:gd name="connsiteX7" fmla="*/ 3368695 w 6475586"/>
              <a:gd name="connsiteY7" fmla="*/ 2316925 h 2771686"/>
              <a:gd name="connsiteX8" fmla="*/ 3202775 w 6475586"/>
              <a:gd name="connsiteY8" fmla="*/ 1871382 h 2771686"/>
              <a:gd name="connsiteX9" fmla="*/ 2726704 w 6475586"/>
              <a:gd name="connsiteY9" fmla="*/ 1180007 h 2771686"/>
              <a:gd name="connsiteX10" fmla="*/ 2648742 w 6475586"/>
              <a:gd name="connsiteY10" fmla="*/ 829667 h 2771686"/>
              <a:gd name="connsiteX11" fmla="*/ 2713512 w 6475586"/>
              <a:gd name="connsiteY11" fmla="*/ 409043 h 2771686"/>
              <a:gd name="connsiteX12" fmla="*/ 2598831 w 6475586"/>
              <a:gd name="connsiteY12" fmla="*/ 204542 h 2771686"/>
              <a:gd name="connsiteX13" fmla="*/ 2462624 w 6475586"/>
              <a:gd name="connsiteY13" fmla="*/ 121388 h 2771686"/>
              <a:gd name="connsiteX14" fmla="*/ 2148585 w 6475586"/>
              <a:gd name="connsiteY14" fmla="*/ 39950 h 2771686"/>
              <a:gd name="connsiteX15" fmla="*/ 1955798 w 6475586"/>
              <a:gd name="connsiteY15" fmla="*/ 84812 h 2771686"/>
              <a:gd name="connsiteX16" fmla="*/ 1583075 w 6475586"/>
              <a:gd name="connsiteY16" fmla="*/ 473884 h 2771686"/>
              <a:gd name="connsiteX17" fmla="*/ 947362 w 6475586"/>
              <a:gd name="connsiteY17" fmla="*/ 478338 h 2771686"/>
              <a:gd name="connsiteX18" fmla="*/ 0 w 6475586"/>
              <a:gd name="connsiteY18" fmla="*/ 4451 h 2771686"/>
              <a:gd name="connsiteX0" fmla="*/ 6547855 w 6547855"/>
              <a:gd name="connsiteY0" fmla="*/ 2424498 h 2767213"/>
              <a:gd name="connsiteX1" fmla="*/ 6005176 w 6547855"/>
              <a:gd name="connsiteY1" fmla="*/ 2361498 h 2767213"/>
              <a:gd name="connsiteX2" fmla="*/ 5455311 w 6547855"/>
              <a:gd name="connsiteY2" fmla="*/ 2430071 h 2767213"/>
              <a:gd name="connsiteX3" fmla="*/ 5087075 w 6547855"/>
              <a:gd name="connsiteY3" fmla="*/ 2559274 h 2767213"/>
              <a:gd name="connsiteX4" fmla="*/ 4774616 w 6547855"/>
              <a:gd name="connsiteY4" fmla="*/ 2766664 h 2767213"/>
              <a:gd name="connsiteX5" fmla="*/ 4340481 w 6547855"/>
              <a:gd name="connsiteY5" fmla="*/ 2616125 h 2767213"/>
              <a:gd name="connsiteX6" fmla="*/ 3873503 w 6547855"/>
              <a:gd name="connsiteY6" fmla="*/ 2500853 h 2767213"/>
              <a:gd name="connsiteX7" fmla="*/ 3440964 w 6547855"/>
              <a:gd name="connsiteY7" fmla="*/ 2312452 h 2767213"/>
              <a:gd name="connsiteX8" fmla="*/ 3275044 w 6547855"/>
              <a:gd name="connsiteY8" fmla="*/ 1866909 h 2767213"/>
              <a:gd name="connsiteX9" fmla="*/ 2798973 w 6547855"/>
              <a:gd name="connsiteY9" fmla="*/ 1175534 h 2767213"/>
              <a:gd name="connsiteX10" fmla="*/ 2721011 w 6547855"/>
              <a:gd name="connsiteY10" fmla="*/ 825194 h 2767213"/>
              <a:gd name="connsiteX11" fmla="*/ 2785781 w 6547855"/>
              <a:gd name="connsiteY11" fmla="*/ 404570 h 2767213"/>
              <a:gd name="connsiteX12" fmla="*/ 2671100 w 6547855"/>
              <a:gd name="connsiteY12" fmla="*/ 200069 h 2767213"/>
              <a:gd name="connsiteX13" fmla="*/ 2534893 w 6547855"/>
              <a:gd name="connsiteY13" fmla="*/ 116915 h 2767213"/>
              <a:gd name="connsiteX14" fmla="*/ 2220854 w 6547855"/>
              <a:gd name="connsiteY14" fmla="*/ 35477 h 2767213"/>
              <a:gd name="connsiteX15" fmla="*/ 2028067 w 6547855"/>
              <a:gd name="connsiteY15" fmla="*/ 80339 h 2767213"/>
              <a:gd name="connsiteX16" fmla="*/ 1655344 w 6547855"/>
              <a:gd name="connsiteY16" fmla="*/ 469411 h 2767213"/>
              <a:gd name="connsiteX17" fmla="*/ 1019631 w 6547855"/>
              <a:gd name="connsiteY17" fmla="*/ 473865 h 2767213"/>
              <a:gd name="connsiteX18" fmla="*/ 0 w 6547855"/>
              <a:gd name="connsiteY18" fmla="*/ 4485 h 2767213"/>
              <a:gd name="connsiteX0" fmla="*/ 6547855 w 6547855"/>
              <a:gd name="connsiteY0" fmla="*/ 2424498 h 2767213"/>
              <a:gd name="connsiteX1" fmla="*/ 6005176 w 6547855"/>
              <a:gd name="connsiteY1" fmla="*/ 2361498 h 2767213"/>
              <a:gd name="connsiteX2" fmla="*/ 5455311 w 6547855"/>
              <a:gd name="connsiteY2" fmla="*/ 2430071 h 2767213"/>
              <a:gd name="connsiteX3" fmla="*/ 5087075 w 6547855"/>
              <a:gd name="connsiteY3" fmla="*/ 2559274 h 2767213"/>
              <a:gd name="connsiteX4" fmla="*/ 4774616 w 6547855"/>
              <a:gd name="connsiteY4" fmla="*/ 2766664 h 2767213"/>
              <a:gd name="connsiteX5" fmla="*/ 4340481 w 6547855"/>
              <a:gd name="connsiteY5" fmla="*/ 2616125 h 2767213"/>
              <a:gd name="connsiteX6" fmla="*/ 3873503 w 6547855"/>
              <a:gd name="connsiteY6" fmla="*/ 2500853 h 2767213"/>
              <a:gd name="connsiteX7" fmla="*/ 3533828 w 6547855"/>
              <a:gd name="connsiteY7" fmla="*/ 2244007 h 2767213"/>
              <a:gd name="connsiteX8" fmla="*/ 3275044 w 6547855"/>
              <a:gd name="connsiteY8" fmla="*/ 1866909 h 2767213"/>
              <a:gd name="connsiteX9" fmla="*/ 2798973 w 6547855"/>
              <a:gd name="connsiteY9" fmla="*/ 1175534 h 2767213"/>
              <a:gd name="connsiteX10" fmla="*/ 2721011 w 6547855"/>
              <a:gd name="connsiteY10" fmla="*/ 825194 h 2767213"/>
              <a:gd name="connsiteX11" fmla="*/ 2785781 w 6547855"/>
              <a:gd name="connsiteY11" fmla="*/ 404570 h 2767213"/>
              <a:gd name="connsiteX12" fmla="*/ 2671100 w 6547855"/>
              <a:gd name="connsiteY12" fmla="*/ 200069 h 2767213"/>
              <a:gd name="connsiteX13" fmla="*/ 2534893 w 6547855"/>
              <a:gd name="connsiteY13" fmla="*/ 116915 h 2767213"/>
              <a:gd name="connsiteX14" fmla="*/ 2220854 w 6547855"/>
              <a:gd name="connsiteY14" fmla="*/ 35477 h 2767213"/>
              <a:gd name="connsiteX15" fmla="*/ 2028067 w 6547855"/>
              <a:gd name="connsiteY15" fmla="*/ 80339 h 2767213"/>
              <a:gd name="connsiteX16" fmla="*/ 1655344 w 6547855"/>
              <a:gd name="connsiteY16" fmla="*/ 469411 h 2767213"/>
              <a:gd name="connsiteX17" fmla="*/ 1019631 w 6547855"/>
              <a:gd name="connsiteY17" fmla="*/ 473865 h 2767213"/>
              <a:gd name="connsiteX18" fmla="*/ 0 w 6547855"/>
              <a:gd name="connsiteY18" fmla="*/ 4485 h 2767213"/>
              <a:gd name="connsiteX0" fmla="*/ 6547855 w 6547855"/>
              <a:gd name="connsiteY0" fmla="*/ 2424498 h 2797494"/>
              <a:gd name="connsiteX1" fmla="*/ 6005176 w 6547855"/>
              <a:gd name="connsiteY1" fmla="*/ 2361498 h 2797494"/>
              <a:gd name="connsiteX2" fmla="*/ 5455311 w 6547855"/>
              <a:gd name="connsiteY2" fmla="*/ 2430071 h 2797494"/>
              <a:gd name="connsiteX3" fmla="*/ 5087075 w 6547855"/>
              <a:gd name="connsiteY3" fmla="*/ 2559274 h 2797494"/>
              <a:gd name="connsiteX4" fmla="*/ 4774616 w 6547855"/>
              <a:gd name="connsiteY4" fmla="*/ 2766664 h 2797494"/>
              <a:gd name="connsiteX5" fmla="*/ 4347831 w 6547855"/>
              <a:gd name="connsiteY5" fmla="*/ 2768535 h 2797494"/>
              <a:gd name="connsiteX6" fmla="*/ 3873503 w 6547855"/>
              <a:gd name="connsiteY6" fmla="*/ 2500853 h 2797494"/>
              <a:gd name="connsiteX7" fmla="*/ 3533828 w 6547855"/>
              <a:gd name="connsiteY7" fmla="*/ 2244007 h 2797494"/>
              <a:gd name="connsiteX8" fmla="*/ 3275044 w 6547855"/>
              <a:gd name="connsiteY8" fmla="*/ 1866909 h 2797494"/>
              <a:gd name="connsiteX9" fmla="*/ 2798973 w 6547855"/>
              <a:gd name="connsiteY9" fmla="*/ 1175534 h 2797494"/>
              <a:gd name="connsiteX10" fmla="*/ 2721011 w 6547855"/>
              <a:gd name="connsiteY10" fmla="*/ 825194 h 2797494"/>
              <a:gd name="connsiteX11" fmla="*/ 2785781 w 6547855"/>
              <a:gd name="connsiteY11" fmla="*/ 404570 h 2797494"/>
              <a:gd name="connsiteX12" fmla="*/ 2671100 w 6547855"/>
              <a:gd name="connsiteY12" fmla="*/ 200069 h 2797494"/>
              <a:gd name="connsiteX13" fmla="*/ 2534893 w 6547855"/>
              <a:gd name="connsiteY13" fmla="*/ 116915 h 2797494"/>
              <a:gd name="connsiteX14" fmla="*/ 2220854 w 6547855"/>
              <a:gd name="connsiteY14" fmla="*/ 35477 h 2797494"/>
              <a:gd name="connsiteX15" fmla="*/ 2028067 w 6547855"/>
              <a:gd name="connsiteY15" fmla="*/ 80339 h 2797494"/>
              <a:gd name="connsiteX16" fmla="*/ 1655344 w 6547855"/>
              <a:gd name="connsiteY16" fmla="*/ 469411 h 2797494"/>
              <a:gd name="connsiteX17" fmla="*/ 1019631 w 6547855"/>
              <a:gd name="connsiteY17" fmla="*/ 473865 h 2797494"/>
              <a:gd name="connsiteX18" fmla="*/ 0 w 6547855"/>
              <a:gd name="connsiteY18" fmla="*/ 4485 h 2797494"/>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721011 w 6547855"/>
              <a:gd name="connsiteY10" fmla="*/ 825194 h 2780538"/>
              <a:gd name="connsiteX11" fmla="*/ 2785781 w 6547855"/>
              <a:gd name="connsiteY11" fmla="*/ 404570 h 2780538"/>
              <a:gd name="connsiteX12" fmla="*/ 2671100 w 6547855"/>
              <a:gd name="connsiteY12" fmla="*/ 200069 h 2780538"/>
              <a:gd name="connsiteX13" fmla="*/ 2534893 w 6547855"/>
              <a:gd name="connsiteY13" fmla="*/ 116915 h 2780538"/>
              <a:gd name="connsiteX14" fmla="*/ 2220854 w 6547855"/>
              <a:gd name="connsiteY14" fmla="*/ 35477 h 2780538"/>
              <a:gd name="connsiteX15" fmla="*/ 2028067 w 6547855"/>
              <a:gd name="connsiteY15" fmla="*/ 80339 h 2780538"/>
              <a:gd name="connsiteX16" fmla="*/ 1655344 w 6547855"/>
              <a:gd name="connsiteY16" fmla="*/ 469411 h 2780538"/>
              <a:gd name="connsiteX17" fmla="*/ 1019631 w 6547855"/>
              <a:gd name="connsiteY17" fmla="*/ 473865 h 2780538"/>
              <a:gd name="connsiteX18" fmla="*/ 0 w 6547855"/>
              <a:gd name="connsiteY18" fmla="*/ 4485 h 2780538"/>
              <a:gd name="connsiteX0" fmla="*/ 6404629 w 6404629"/>
              <a:gd name="connsiteY0" fmla="*/ 2363042 h 2780538"/>
              <a:gd name="connsiteX1" fmla="*/ 6005176 w 6404629"/>
              <a:gd name="connsiteY1" fmla="*/ 2361498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75044 w 6404629"/>
              <a:gd name="connsiteY8" fmla="*/ 1866909 h 2780538"/>
              <a:gd name="connsiteX9" fmla="*/ 2798973 w 6404629"/>
              <a:gd name="connsiteY9" fmla="*/ 1175534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 name="connsiteX0" fmla="*/ 6404629 w 6404629"/>
              <a:gd name="connsiteY0" fmla="*/ 2363042 h 2780538"/>
              <a:gd name="connsiteX1" fmla="*/ 6005176 w 6404629"/>
              <a:gd name="connsiteY1" fmla="*/ 2361498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75044 w 6404629"/>
              <a:gd name="connsiteY8" fmla="*/ 1866909 h 2780538"/>
              <a:gd name="connsiteX9" fmla="*/ 2798973 w 6404629"/>
              <a:gd name="connsiteY9" fmla="*/ 1175534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 name="connsiteX0" fmla="*/ 6404629 w 6404629"/>
              <a:gd name="connsiteY0" fmla="*/ 2363042 h 2780538"/>
              <a:gd name="connsiteX1" fmla="*/ 5950253 w 6404629"/>
              <a:gd name="connsiteY1" fmla="*/ 2292591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75044 w 6404629"/>
              <a:gd name="connsiteY8" fmla="*/ 1866909 h 2780538"/>
              <a:gd name="connsiteX9" fmla="*/ 2798973 w 6404629"/>
              <a:gd name="connsiteY9" fmla="*/ 1175534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 name="connsiteX0" fmla="*/ 6404629 w 6404629"/>
              <a:gd name="connsiteY0" fmla="*/ 2363042 h 2780538"/>
              <a:gd name="connsiteX1" fmla="*/ 5950253 w 6404629"/>
              <a:gd name="connsiteY1" fmla="*/ 2292591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02052 w 6404629"/>
              <a:gd name="connsiteY8" fmla="*/ 1636654 h 2780538"/>
              <a:gd name="connsiteX9" fmla="*/ 2798973 w 6404629"/>
              <a:gd name="connsiteY9" fmla="*/ 1175534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 name="connsiteX0" fmla="*/ 6404629 w 6404629"/>
              <a:gd name="connsiteY0" fmla="*/ 2363042 h 2780538"/>
              <a:gd name="connsiteX1" fmla="*/ 5950253 w 6404629"/>
              <a:gd name="connsiteY1" fmla="*/ 2292591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02052 w 6404629"/>
              <a:gd name="connsiteY8" fmla="*/ 1636654 h 2780538"/>
              <a:gd name="connsiteX9" fmla="*/ 2818118 w 6404629"/>
              <a:gd name="connsiteY9" fmla="*/ 1137311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 name="connsiteX0" fmla="*/ 6404629 w 6404629"/>
              <a:gd name="connsiteY0" fmla="*/ 2363042 h 2780538"/>
              <a:gd name="connsiteX1" fmla="*/ 5950253 w 6404629"/>
              <a:gd name="connsiteY1" fmla="*/ 2292591 h 2780538"/>
              <a:gd name="connsiteX2" fmla="*/ 5455311 w 6404629"/>
              <a:gd name="connsiteY2" fmla="*/ 2430071 h 2780538"/>
              <a:gd name="connsiteX3" fmla="*/ 5087075 w 6404629"/>
              <a:gd name="connsiteY3" fmla="*/ 2559274 h 2780538"/>
              <a:gd name="connsiteX4" fmla="*/ 4731102 w 6404629"/>
              <a:gd name="connsiteY4" fmla="*/ 2716616 h 2780538"/>
              <a:gd name="connsiteX5" fmla="*/ 4347831 w 6404629"/>
              <a:gd name="connsiteY5" fmla="*/ 2768535 h 2780538"/>
              <a:gd name="connsiteX6" fmla="*/ 3873503 w 6404629"/>
              <a:gd name="connsiteY6" fmla="*/ 2500853 h 2780538"/>
              <a:gd name="connsiteX7" fmla="*/ 3533828 w 6404629"/>
              <a:gd name="connsiteY7" fmla="*/ 2244007 h 2780538"/>
              <a:gd name="connsiteX8" fmla="*/ 3202052 w 6404629"/>
              <a:gd name="connsiteY8" fmla="*/ 1636654 h 2780538"/>
              <a:gd name="connsiteX9" fmla="*/ 2818118 w 6404629"/>
              <a:gd name="connsiteY9" fmla="*/ 1137311 h 2780538"/>
              <a:gd name="connsiteX10" fmla="*/ 2721011 w 6404629"/>
              <a:gd name="connsiteY10" fmla="*/ 825194 h 2780538"/>
              <a:gd name="connsiteX11" fmla="*/ 2785781 w 6404629"/>
              <a:gd name="connsiteY11" fmla="*/ 404570 h 2780538"/>
              <a:gd name="connsiteX12" fmla="*/ 2671100 w 6404629"/>
              <a:gd name="connsiteY12" fmla="*/ 200069 h 2780538"/>
              <a:gd name="connsiteX13" fmla="*/ 2534893 w 6404629"/>
              <a:gd name="connsiteY13" fmla="*/ 116915 h 2780538"/>
              <a:gd name="connsiteX14" fmla="*/ 2220854 w 6404629"/>
              <a:gd name="connsiteY14" fmla="*/ 35477 h 2780538"/>
              <a:gd name="connsiteX15" fmla="*/ 2028067 w 6404629"/>
              <a:gd name="connsiteY15" fmla="*/ 80339 h 2780538"/>
              <a:gd name="connsiteX16" fmla="*/ 1655344 w 6404629"/>
              <a:gd name="connsiteY16" fmla="*/ 469411 h 2780538"/>
              <a:gd name="connsiteX17" fmla="*/ 1019631 w 6404629"/>
              <a:gd name="connsiteY17" fmla="*/ 473865 h 2780538"/>
              <a:gd name="connsiteX18" fmla="*/ 0 w 6404629"/>
              <a:gd name="connsiteY18" fmla="*/ 4485 h 278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04629" h="2780538">
                <a:moveTo>
                  <a:pt x="6404629" y="2363042"/>
                </a:moveTo>
                <a:cubicBezTo>
                  <a:pt x="6287966" y="2402494"/>
                  <a:pt x="6133860" y="2345042"/>
                  <a:pt x="5950253" y="2292591"/>
                </a:cubicBezTo>
                <a:cubicBezTo>
                  <a:pt x="5766646" y="2240140"/>
                  <a:pt x="5599174" y="2385624"/>
                  <a:pt x="5455311" y="2430071"/>
                </a:cubicBezTo>
                <a:cubicBezTo>
                  <a:pt x="5311448" y="2474518"/>
                  <a:pt x="5207776" y="2511517"/>
                  <a:pt x="5087075" y="2559274"/>
                </a:cubicBezTo>
                <a:cubicBezTo>
                  <a:pt x="4966374" y="2607031"/>
                  <a:pt x="4854309" y="2681739"/>
                  <a:pt x="4731102" y="2716616"/>
                </a:cubicBezTo>
                <a:cubicBezTo>
                  <a:pt x="4607895" y="2751493"/>
                  <a:pt x="4490764" y="2804496"/>
                  <a:pt x="4347831" y="2768535"/>
                </a:cubicBezTo>
                <a:cubicBezTo>
                  <a:pt x="4204898" y="2732575"/>
                  <a:pt x="4009170" y="2588274"/>
                  <a:pt x="3873503" y="2500853"/>
                </a:cubicBezTo>
                <a:cubicBezTo>
                  <a:pt x="3737836" y="2413432"/>
                  <a:pt x="3645737" y="2388040"/>
                  <a:pt x="3533828" y="2244007"/>
                </a:cubicBezTo>
                <a:cubicBezTo>
                  <a:pt x="3421920" y="2099974"/>
                  <a:pt x="3321337" y="1821103"/>
                  <a:pt x="3202052" y="1636654"/>
                </a:cubicBezTo>
                <a:cubicBezTo>
                  <a:pt x="3082767" y="1452205"/>
                  <a:pt x="2921032" y="1317357"/>
                  <a:pt x="2818118" y="1137311"/>
                </a:cubicBezTo>
                <a:cubicBezTo>
                  <a:pt x="2746623" y="918816"/>
                  <a:pt x="2726401" y="947318"/>
                  <a:pt x="2721011" y="825194"/>
                </a:cubicBezTo>
                <a:cubicBezTo>
                  <a:pt x="2715621" y="703070"/>
                  <a:pt x="2813975" y="545636"/>
                  <a:pt x="2785781" y="404570"/>
                </a:cubicBezTo>
                <a:cubicBezTo>
                  <a:pt x="2770065" y="325894"/>
                  <a:pt x="2731298" y="253123"/>
                  <a:pt x="2671100" y="200069"/>
                </a:cubicBezTo>
                <a:cubicBezTo>
                  <a:pt x="2631000" y="164731"/>
                  <a:pt x="2583280" y="139775"/>
                  <a:pt x="2534893" y="116915"/>
                </a:cubicBezTo>
                <a:cubicBezTo>
                  <a:pt x="2435261" y="70052"/>
                  <a:pt x="2330296" y="29952"/>
                  <a:pt x="2220854" y="35477"/>
                </a:cubicBezTo>
                <a:cubicBezTo>
                  <a:pt x="2154655" y="38810"/>
                  <a:pt x="2122319" y="8017"/>
                  <a:pt x="2028067" y="80339"/>
                </a:cubicBezTo>
                <a:cubicBezTo>
                  <a:pt x="1933815" y="152661"/>
                  <a:pt x="1823417" y="403823"/>
                  <a:pt x="1655344" y="469411"/>
                </a:cubicBezTo>
                <a:cubicBezTo>
                  <a:pt x="1487271" y="534999"/>
                  <a:pt x="1287346" y="457469"/>
                  <a:pt x="1019631" y="473865"/>
                </a:cubicBezTo>
                <a:cubicBezTo>
                  <a:pt x="594381" y="514648"/>
                  <a:pt x="179640" y="-55923"/>
                  <a:pt x="0" y="4485"/>
                </a:cubicBezTo>
              </a:path>
            </a:pathLst>
          </a:custGeom>
          <a:noFill/>
          <a:ln w="6350" cap="rnd">
            <a:solidFill>
              <a:schemeClr val="tx1">
                <a:alpha val="35000"/>
              </a:schemeClr>
            </a:solidFill>
            <a:prstDash val="dash"/>
            <a:round/>
          </a:ln>
        </p:spPr>
        <p:txBody>
          <a:bodyPr rtlCol="0" anchor="ctr"/>
          <a:lstStyle/>
          <a:p>
            <a:endParaRPr lang="en-US"/>
          </a:p>
        </p:txBody>
      </p:sp>
      <p:sp>
        <p:nvSpPr>
          <p:cNvPr id="46" name="Freeform: Shape 45">
            <a:extLst>
              <a:ext uri="{FF2B5EF4-FFF2-40B4-BE49-F238E27FC236}">
                <a16:creationId xmlns:a16="http://schemas.microsoft.com/office/drawing/2014/main" id="{F9D6EBA0-657F-A204-5E03-CDA2E695BD1A}"/>
              </a:ext>
            </a:extLst>
          </p:cNvPr>
          <p:cNvSpPr/>
          <p:nvPr userDrawn="1"/>
        </p:nvSpPr>
        <p:spPr>
          <a:xfrm rot="11936411" flipV="1">
            <a:off x="3765389" y="6028988"/>
            <a:ext cx="1067760" cy="1014982"/>
          </a:xfrm>
          <a:custGeom>
            <a:avLst/>
            <a:gdLst>
              <a:gd name="connsiteX0" fmla="*/ 794676 w 1056854"/>
              <a:gd name="connsiteY0" fmla="*/ 17407 h 1014982"/>
              <a:gd name="connsiteX1" fmla="*/ 593771 w 1056854"/>
              <a:gd name="connsiteY1" fmla="*/ 17778 h 1014982"/>
              <a:gd name="connsiteX2" fmla="*/ 222703 w 1056854"/>
              <a:gd name="connsiteY2" fmla="*/ 253838 h 1014982"/>
              <a:gd name="connsiteX3" fmla="*/ 72984 w 1056854"/>
              <a:gd name="connsiteY3" fmla="*/ 448194 h 1014982"/>
              <a:gd name="connsiteX4" fmla="*/ 14146 w 1056854"/>
              <a:gd name="connsiteY4" fmla="*/ 598775 h 1014982"/>
              <a:gd name="connsiteX5" fmla="*/ 0 w 1056854"/>
              <a:gd name="connsiteY5" fmla="*/ 667510 h 1014982"/>
              <a:gd name="connsiteX6" fmla="*/ 1012565 w 1056854"/>
              <a:gd name="connsiteY6" fmla="*/ 1014982 h 1014982"/>
              <a:gd name="connsiteX7" fmla="*/ 1019600 w 1056854"/>
              <a:gd name="connsiteY7" fmla="*/ 973699 h 1014982"/>
              <a:gd name="connsiteX8" fmla="*/ 1054822 w 1056854"/>
              <a:gd name="connsiteY8" fmla="*/ 688658 h 1014982"/>
              <a:gd name="connsiteX9" fmla="*/ 958781 w 1056854"/>
              <a:gd name="connsiteY9" fmla="*/ 537494 h 1014982"/>
              <a:gd name="connsiteX10" fmla="*/ 878212 w 1056854"/>
              <a:gd name="connsiteY10" fmla="*/ 240158 h 1014982"/>
              <a:gd name="connsiteX11" fmla="*/ 838480 w 1056854"/>
              <a:gd name="connsiteY11" fmla="*/ 41761 h 1014982"/>
              <a:gd name="connsiteX12" fmla="*/ 794676 w 1056854"/>
              <a:gd name="connsiteY12" fmla="*/ 17407 h 1014982"/>
              <a:gd name="connsiteX0" fmla="*/ 0 w 1056854"/>
              <a:gd name="connsiteY0" fmla="*/ 667510 h 1014982"/>
              <a:gd name="connsiteX1" fmla="*/ 1012565 w 1056854"/>
              <a:gd name="connsiteY1" fmla="*/ 1014982 h 1014982"/>
              <a:gd name="connsiteX2" fmla="*/ 1019600 w 1056854"/>
              <a:gd name="connsiteY2" fmla="*/ 973699 h 1014982"/>
              <a:gd name="connsiteX3" fmla="*/ 1054822 w 1056854"/>
              <a:gd name="connsiteY3" fmla="*/ 688658 h 1014982"/>
              <a:gd name="connsiteX4" fmla="*/ 958781 w 1056854"/>
              <a:gd name="connsiteY4" fmla="*/ 537494 h 1014982"/>
              <a:gd name="connsiteX5" fmla="*/ 878212 w 1056854"/>
              <a:gd name="connsiteY5" fmla="*/ 240158 h 1014982"/>
              <a:gd name="connsiteX6" fmla="*/ 838480 w 1056854"/>
              <a:gd name="connsiteY6" fmla="*/ 41761 h 1014982"/>
              <a:gd name="connsiteX7" fmla="*/ 794676 w 1056854"/>
              <a:gd name="connsiteY7" fmla="*/ 17407 h 1014982"/>
              <a:gd name="connsiteX8" fmla="*/ 593771 w 1056854"/>
              <a:gd name="connsiteY8" fmla="*/ 17778 h 1014982"/>
              <a:gd name="connsiteX9" fmla="*/ 222703 w 1056854"/>
              <a:gd name="connsiteY9" fmla="*/ 253838 h 1014982"/>
              <a:gd name="connsiteX10" fmla="*/ 72984 w 1056854"/>
              <a:gd name="connsiteY10" fmla="*/ 448194 h 1014982"/>
              <a:gd name="connsiteX11" fmla="*/ 14146 w 1056854"/>
              <a:gd name="connsiteY11" fmla="*/ 598775 h 1014982"/>
              <a:gd name="connsiteX12" fmla="*/ 91440 w 1056854"/>
              <a:gd name="connsiteY12" fmla="*/ 758950 h 1014982"/>
              <a:gd name="connsiteX0" fmla="*/ 0 w 1056854"/>
              <a:gd name="connsiteY0" fmla="*/ 667510 h 1014982"/>
              <a:gd name="connsiteX1" fmla="*/ 1012565 w 1056854"/>
              <a:gd name="connsiteY1" fmla="*/ 1014982 h 1014982"/>
              <a:gd name="connsiteX2" fmla="*/ 1019600 w 1056854"/>
              <a:gd name="connsiteY2" fmla="*/ 973699 h 1014982"/>
              <a:gd name="connsiteX3" fmla="*/ 1054822 w 1056854"/>
              <a:gd name="connsiteY3" fmla="*/ 688658 h 1014982"/>
              <a:gd name="connsiteX4" fmla="*/ 958781 w 1056854"/>
              <a:gd name="connsiteY4" fmla="*/ 537494 h 1014982"/>
              <a:gd name="connsiteX5" fmla="*/ 878212 w 1056854"/>
              <a:gd name="connsiteY5" fmla="*/ 240158 h 1014982"/>
              <a:gd name="connsiteX6" fmla="*/ 838480 w 1056854"/>
              <a:gd name="connsiteY6" fmla="*/ 41761 h 1014982"/>
              <a:gd name="connsiteX7" fmla="*/ 794676 w 1056854"/>
              <a:gd name="connsiteY7" fmla="*/ 17407 h 1014982"/>
              <a:gd name="connsiteX8" fmla="*/ 593771 w 1056854"/>
              <a:gd name="connsiteY8" fmla="*/ 17778 h 1014982"/>
              <a:gd name="connsiteX9" fmla="*/ 222703 w 1056854"/>
              <a:gd name="connsiteY9" fmla="*/ 253838 h 1014982"/>
              <a:gd name="connsiteX10" fmla="*/ 72984 w 1056854"/>
              <a:gd name="connsiteY10" fmla="*/ 448194 h 1014982"/>
              <a:gd name="connsiteX11" fmla="*/ 14146 w 1056854"/>
              <a:gd name="connsiteY11" fmla="*/ 598775 h 1014982"/>
              <a:gd name="connsiteX0" fmla="*/ 998419 w 1042708"/>
              <a:gd name="connsiteY0" fmla="*/ 1014982 h 1014982"/>
              <a:gd name="connsiteX1" fmla="*/ 1005454 w 1042708"/>
              <a:gd name="connsiteY1" fmla="*/ 973699 h 1014982"/>
              <a:gd name="connsiteX2" fmla="*/ 1040676 w 1042708"/>
              <a:gd name="connsiteY2" fmla="*/ 688658 h 1014982"/>
              <a:gd name="connsiteX3" fmla="*/ 944635 w 1042708"/>
              <a:gd name="connsiteY3" fmla="*/ 537494 h 1014982"/>
              <a:gd name="connsiteX4" fmla="*/ 864066 w 1042708"/>
              <a:gd name="connsiteY4" fmla="*/ 240158 h 1014982"/>
              <a:gd name="connsiteX5" fmla="*/ 824334 w 1042708"/>
              <a:gd name="connsiteY5" fmla="*/ 41761 h 1014982"/>
              <a:gd name="connsiteX6" fmla="*/ 780530 w 1042708"/>
              <a:gd name="connsiteY6" fmla="*/ 17407 h 1014982"/>
              <a:gd name="connsiteX7" fmla="*/ 579625 w 1042708"/>
              <a:gd name="connsiteY7" fmla="*/ 17778 h 1014982"/>
              <a:gd name="connsiteX8" fmla="*/ 208557 w 1042708"/>
              <a:gd name="connsiteY8" fmla="*/ 253838 h 1014982"/>
              <a:gd name="connsiteX9" fmla="*/ 58838 w 1042708"/>
              <a:gd name="connsiteY9" fmla="*/ 448194 h 1014982"/>
              <a:gd name="connsiteX10" fmla="*/ 0 w 1042708"/>
              <a:gd name="connsiteY10" fmla="*/ 598775 h 1014982"/>
              <a:gd name="connsiteX0" fmla="*/ 1023471 w 1067760"/>
              <a:gd name="connsiteY0" fmla="*/ 1014982 h 1014982"/>
              <a:gd name="connsiteX1" fmla="*/ 1030506 w 1067760"/>
              <a:gd name="connsiteY1" fmla="*/ 973699 h 1014982"/>
              <a:gd name="connsiteX2" fmla="*/ 1065728 w 1067760"/>
              <a:gd name="connsiteY2" fmla="*/ 688658 h 1014982"/>
              <a:gd name="connsiteX3" fmla="*/ 969687 w 1067760"/>
              <a:gd name="connsiteY3" fmla="*/ 537494 h 1014982"/>
              <a:gd name="connsiteX4" fmla="*/ 889118 w 1067760"/>
              <a:gd name="connsiteY4" fmla="*/ 240158 h 1014982"/>
              <a:gd name="connsiteX5" fmla="*/ 849386 w 1067760"/>
              <a:gd name="connsiteY5" fmla="*/ 41761 h 1014982"/>
              <a:gd name="connsiteX6" fmla="*/ 805582 w 1067760"/>
              <a:gd name="connsiteY6" fmla="*/ 17407 h 1014982"/>
              <a:gd name="connsiteX7" fmla="*/ 604677 w 1067760"/>
              <a:gd name="connsiteY7" fmla="*/ 17778 h 1014982"/>
              <a:gd name="connsiteX8" fmla="*/ 233609 w 1067760"/>
              <a:gd name="connsiteY8" fmla="*/ 253838 h 1014982"/>
              <a:gd name="connsiteX9" fmla="*/ 83890 w 1067760"/>
              <a:gd name="connsiteY9" fmla="*/ 448194 h 1014982"/>
              <a:gd name="connsiteX10" fmla="*/ 0 w 1067760"/>
              <a:gd name="connsiteY10" fmla="*/ 662605 h 10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7760" h="1014982">
                <a:moveTo>
                  <a:pt x="1023471" y="1014982"/>
                </a:moveTo>
                <a:lnTo>
                  <a:pt x="1030506" y="973699"/>
                </a:lnTo>
                <a:cubicBezTo>
                  <a:pt x="1036754" y="888971"/>
                  <a:pt x="1077183" y="772947"/>
                  <a:pt x="1065728" y="688658"/>
                </a:cubicBezTo>
                <a:cubicBezTo>
                  <a:pt x="1060441" y="649406"/>
                  <a:pt x="979620" y="576013"/>
                  <a:pt x="969687" y="537494"/>
                </a:cubicBezTo>
                <a:cubicBezTo>
                  <a:pt x="940653" y="452995"/>
                  <a:pt x="913671" y="333649"/>
                  <a:pt x="889118" y="240158"/>
                </a:cubicBezTo>
                <a:cubicBezTo>
                  <a:pt x="885994" y="196366"/>
                  <a:pt x="896793" y="78825"/>
                  <a:pt x="849386" y="41761"/>
                </a:cubicBezTo>
                <a:cubicBezTo>
                  <a:pt x="837534" y="32495"/>
                  <a:pt x="822728" y="24154"/>
                  <a:pt x="805582" y="17407"/>
                </a:cubicBezTo>
                <a:cubicBezTo>
                  <a:pt x="754145" y="-2835"/>
                  <a:pt x="681649" y="-8732"/>
                  <a:pt x="604677" y="17778"/>
                </a:cubicBezTo>
                <a:cubicBezTo>
                  <a:pt x="502047" y="53124"/>
                  <a:pt x="320406" y="182102"/>
                  <a:pt x="233609" y="253838"/>
                </a:cubicBezTo>
                <a:cubicBezTo>
                  <a:pt x="146811" y="325574"/>
                  <a:pt x="122825" y="380066"/>
                  <a:pt x="83890" y="448194"/>
                </a:cubicBezTo>
                <a:cubicBezTo>
                  <a:pt x="44955" y="516322"/>
                  <a:pt x="13738" y="610757"/>
                  <a:pt x="0" y="66260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3" name="Freeform: Shape 12">
            <a:extLst>
              <a:ext uri="{FF2B5EF4-FFF2-40B4-BE49-F238E27FC236}">
                <a16:creationId xmlns:a16="http://schemas.microsoft.com/office/drawing/2014/main" id="{7075516F-0D56-8830-8FDA-D47940C6050A}"/>
              </a:ext>
            </a:extLst>
          </p:cNvPr>
          <p:cNvSpPr/>
          <p:nvPr userDrawn="1"/>
        </p:nvSpPr>
        <p:spPr>
          <a:xfrm rot="11936411" flipV="1">
            <a:off x="3300763" y="5513391"/>
            <a:ext cx="2027807" cy="1682119"/>
          </a:xfrm>
          <a:custGeom>
            <a:avLst/>
            <a:gdLst>
              <a:gd name="connsiteX0" fmla="*/ 2095140 w 2101044"/>
              <a:gd name="connsiteY0" fmla="*/ 257650 h 3035159"/>
              <a:gd name="connsiteX1" fmla="*/ 1926182 w 2101044"/>
              <a:gd name="connsiteY1" fmla="*/ 42531 h 3035159"/>
              <a:gd name="connsiteX2" fmla="*/ 1684894 w 2101044"/>
              <a:gd name="connsiteY2" fmla="*/ 6503 h 3035159"/>
              <a:gd name="connsiteX3" fmla="*/ 1210537 w 2101044"/>
              <a:gd name="connsiteY3" fmla="*/ 129215 h 3035159"/>
              <a:gd name="connsiteX4" fmla="*/ 999090 w 2101044"/>
              <a:gd name="connsiteY4" fmla="*/ 212204 h 3035159"/>
              <a:gd name="connsiteX5" fmla="*/ 694151 w 2101044"/>
              <a:gd name="connsiteY5" fmla="*/ 450356 h 3035159"/>
              <a:gd name="connsiteX6" fmla="*/ 399726 w 2101044"/>
              <a:gd name="connsiteY6" fmla="*/ 711308 h 3035159"/>
              <a:gd name="connsiteX7" fmla="*/ 275431 w 2101044"/>
              <a:gd name="connsiteY7" fmla="*/ 935065 h 3035159"/>
              <a:gd name="connsiteX8" fmla="*/ 171284 w 2101044"/>
              <a:gd name="connsiteY8" fmla="*/ 1225522 h 3035159"/>
              <a:gd name="connsiteX9" fmla="*/ 2582 w 2101044"/>
              <a:gd name="connsiteY9" fmla="*/ 1509049 h 3035159"/>
              <a:gd name="connsiteX10" fmla="*/ 41828 w 2101044"/>
              <a:gd name="connsiteY10" fmla="*/ 1787345 h 3035159"/>
              <a:gd name="connsiteX11" fmla="*/ 34552 w 2101044"/>
              <a:gd name="connsiteY11" fmla="*/ 1811682 h 3035159"/>
              <a:gd name="connsiteX12" fmla="*/ 342792 w 2101044"/>
              <a:gd name="connsiteY12" fmla="*/ 2705952 h 3035159"/>
              <a:gd name="connsiteX13" fmla="*/ 347240 w 2101044"/>
              <a:gd name="connsiteY13" fmla="*/ 2706828 h 3035159"/>
              <a:gd name="connsiteX14" fmla="*/ 411885 w 2101044"/>
              <a:gd name="connsiteY14" fmla="*/ 2733850 h 3035159"/>
              <a:gd name="connsiteX15" fmla="*/ 665964 w 2101044"/>
              <a:gd name="connsiteY15" fmla="*/ 2975840 h 3035159"/>
              <a:gd name="connsiteX16" fmla="*/ 971709 w 2101044"/>
              <a:gd name="connsiteY16" fmla="*/ 3015398 h 3035159"/>
              <a:gd name="connsiteX17" fmla="*/ 1097765 w 2101044"/>
              <a:gd name="connsiteY17" fmla="*/ 2712040 h 3035159"/>
              <a:gd name="connsiteX18" fmla="*/ 1287543 w 2101044"/>
              <a:gd name="connsiteY18" fmla="*/ 2378433 h 3035159"/>
              <a:gd name="connsiteX19" fmla="*/ 1800522 w 2101044"/>
              <a:gd name="connsiteY19" fmla="*/ 2028136 h 3035159"/>
              <a:gd name="connsiteX20" fmla="*/ 1969626 w 2101044"/>
              <a:gd name="connsiteY20" fmla="*/ 1684173 h 3035159"/>
              <a:gd name="connsiteX21" fmla="*/ 2042558 w 2101044"/>
              <a:gd name="connsiteY21" fmla="*/ 1470344 h 3035159"/>
              <a:gd name="connsiteX22" fmla="*/ 2076699 w 2101044"/>
              <a:gd name="connsiteY22" fmla="*/ 1246423 h 3035159"/>
              <a:gd name="connsiteX23" fmla="*/ 2059489 w 2101044"/>
              <a:gd name="connsiteY23" fmla="*/ 862476 h 3035159"/>
              <a:gd name="connsiteX24" fmla="*/ 2067534 w 2101044"/>
              <a:gd name="connsiteY24" fmla="*/ 477981 h 3035159"/>
              <a:gd name="connsiteX25" fmla="*/ 2095140 w 2101044"/>
              <a:gd name="connsiteY25" fmla="*/ 257650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342792 w 2101044"/>
              <a:gd name="connsiteY24" fmla="*/ 2705952 h 3035159"/>
              <a:gd name="connsiteX25" fmla="*/ 438680 w 2101044"/>
              <a:gd name="connsiteY25"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438680 w 2101044"/>
              <a:gd name="connsiteY24"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23" fmla="*/ 34552 w 2101044"/>
              <a:gd name="connsiteY23" fmla="*/ 1811682 h 3036660"/>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286945 w 2100446"/>
              <a:gd name="connsiteY5" fmla="*/ 237843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286945 w 2100446"/>
              <a:gd name="connsiteY5" fmla="*/ 237843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16263 w 2100446"/>
              <a:gd name="connsiteY17" fmla="*/ 355793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 name="connsiteX0" fmla="*/ 349290 w 2098462"/>
              <a:gd name="connsiteY0" fmla="*/ 2648423 h 3036660"/>
              <a:gd name="connsiteX1" fmla="*/ 492493 w 2098462"/>
              <a:gd name="connsiteY1" fmla="*/ 2692066 h 3036660"/>
              <a:gd name="connsiteX2" fmla="*/ 663382 w 2098462"/>
              <a:gd name="connsiteY2" fmla="*/ 2975840 h 3036660"/>
              <a:gd name="connsiteX3" fmla="*/ 969127 w 2098462"/>
              <a:gd name="connsiteY3" fmla="*/ 3015398 h 3036660"/>
              <a:gd name="connsiteX4" fmla="*/ 1095183 w 2098462"/>
              <a:gd name="connsiteY4" fmla="*/ 2712040 h 3036660"/>
              <a:gd name="connsiteX5" fmla="*/ 1284961 w 2098462"/>
              <a:gd name="connsiteY5" fmla="*/ 2378433 h 3036660"/>
              <a:gd name="connsiteX6" fmla="*/ 1797940 w 2098462"/>
              <a:gd name="connsiteY6" fmla="*/ 2028136 h 3036660"/>
              <a:gd name="connsiteX7" fmla="*/ 1967044 w 2098462"/>
              <a:gd name="connsiteY7" fmla="*/ 1684173 h 3036660"/>
              <a:gd name="connsiteX8" fmla="*/ 2039976 w 2098462"/>
              <a:gd name="connsiteY8" fmla="*/ 1470344 h 3036660"/>
              <a:gd name="connsiteX9" fmla="*/ 2074117 w 2098462"/>
              <a:gd name="connsiteY9" fmla="*/ 1246423 h 3036660"/>
              <a:gd name="connsiteX10" fmla="*/ 2056907 w 2098462"/>
              <a:gd name="connsiteY10" fmla="*/ 862476 h 3036660"/>
              <a:gd name="connsiteX11" fmla="*/ 2064952 w 2098462"/>
              <a:gd name="connsiteY11" fmla="*/ 477981 h 3036660"/>
              <a:gd name="connsiteX12" fmla="*/ 2092558 w 2098462"/>
              <a:gd name="connsiteY12" fmla="*/ 257650 h 3036660"/>
              <a:gd name="connsiteX13" fmla="*/ 1923600 w 2098462"/>
              <a:gd name="connsiteY13" fmla="*/ 42531 h 3036660"/>
              <a:gd name="connsiteX14" fmla="*/ 1682312 w 2098462"/>
              <a:gd name="connsiteY14" fmla="*/ 6503 h 3036660"/>
              <a:gd name="connsiteX15" fmla="*/ 1207955 w 2098462"/>
              <a:gd name="connsiteY15" fmla="*/ 129215 h 3036660"/>
              <a:gd name="connsiteX16" fmla="*/ 996508 w 2098462"/>
              <a:gd name="connsiteY16" fmla="*/ 212204 h 3036660"/>
              <a:gd name="connsiteX17" fmla="*/ 614279 w 2098462"/>
              <a:gd name="connsiteY17" fmla="*/ 355793 h 3036660"/>
              <a:gd name="connsiteX18" fmla="*/ 397144 w 2098462"/>
              <a:gd name="connsiteY18" fmla="*/ 711308 h 3036660"/>
              <a:gd name="connsiteX19" fmla="*/ 272849 w 2098462"/>
              <a:gd name="connsiteY19" fmla="*/ 935065 h 3036660"/>
              <a:gd name="connsiteX20" fmla="*/ 168702 w 2098462"/>
              <a:gd name="connsiteY20" fmla="*/ 1225522 h 3036660"/>
              <a:gd name="connsiteX21" fmla="*/ 0 w 2098462"/>
              <a:gd name="connsiteY21" fmla="*/ 1509049 h 3036660"/>
              <a:gd name="connsiteX0" fmla="*/ 180588 w 1929760"/>
              <a:gd name="connsiteY0" fmla="*/ 2648423 h 3036660"/>
              <a:gd name="connsiteX1" fmla="*/ 323791 w 1929760"/>
              <a:gd name="connsiteY1" fmla="*/ 2692066 h 3036660"/>
              <a:gd name="connsiteX2" fmla="*/ 494680 w 1929760"/>
              <a:gd name="connsiteY2" fmla="*/ 2975840 h 3036660"/>
              <a:gd name="connsiteX3" fmla="*/ 800425 w 1929760"/>
              <a:gd name="connsiteY3" fmla="*/ 3015398 h 3036660"/>
              <a:gd name="connsiteX4" fmla="*/ 926481 w 1929760"/>
              <a:gd name="connsiteY4" fmla="*/ 2712040 h 3036660"/>
              <a:gd name="connsiteX5" fmla="*/ 1116259 w 1929760"/>
              <a:gd name="connsiteY5" fmla="*/ 2378433 h 3036660"/>
              <a:gd name="connsiteX6" fmla="*/ 1629238 w 1929760"/>
              <a:gd name="connsiteY6" fmla="*/ 2028136 h 3036660"/>
              <a:gd name="connsiteX7" fmla="*/ 1798342 w 1929760"/>
              <a:gd name="connsiteY7" fmla="*/ 1684173 h 3036660"/>
              <a:gd name="connsiteX8" fmla="*/ 1871274 w 1929760"/>
              <a:gd name="connsiteY8" fmla="*/ 1470344 h 3036660"/>
              <a:gd name="connsiteX9" fmla="*/ 1905415 w 1929760"/>
              <a:gd name="connsiteY9" fmla="*/ 1246423 h 3036660"/>
              <a:gd name="connsiteX10" fmla="*/ 1888205 w 1929760"/>
              <a:gd name="connsiteY10" fmla="*/ 862476 h 3036660"/>
              <a:gd name="connsiteX11" fmla="*/ 1896250 w 1929760"/>
              <a:gd name="connsiteY11" fmla="*/ 477981 h 3036660"/>
              <a:gd name="connsiteX12" fmla="*/ 1923856 w 1929760"/>
              <a:gd name="connsiteY12" fmla="*/ 257650 h 3036660"/>
              <a:gd name="connsiteX13" fmla="*/ 1754898 w 1929760"/>
              <a:gd name="connsiteY13" fmla="*/ 42531 h 3036660"/>
              <a:gd name="connsiteX14" fmla="*/ 1513610 w 1929760"/>
              <a:gd name="connsiteY14" fmla="*/ 6503 h 3036660"/>
              <a:gd name="connsiteX15" fmla="*/ 1039253 w 1929760"/>
              <a:gd name="connsiteY15" fmla="*/ 129215 h 3036660"/>
              <a:gd name="connsiteX16" fmla="*/ 827806 w 1929760"/>
              <a:gd name="connsiteY16" fmla="*/ 212204 h 3036660"/>
              <a:gd name="connsiteX17" fmla="*/ 445577 w 1929760"/>
              <a:gd name="connsiteY17" fmla="*/ 355793 h 3036660"/>
              <a:gd name="connsiteX18" fmla="*/ 228442 w 1929760"/>
              <a:gd name="connsiteY18" fmla="*/ 711308 h 3036660"/>
              <a:gd name="connsiteX19" fmla="*/ 104147 w 1929760"/>
              <a:gd name="connsiteY19" fmla="*/ 935065 h 3036660"/>
              <a:gd name="connsiteX20" fmla="*/ 0 w 1929760"/>
              <a:gd name="connsiteY20" fmla="*/ 1225522 h 3036660"/>
              <a:gd name="connsiteX0" fmla="*/ 76441 w 1825613"/>
              <a:gd name="connsiteY0" fmla="*/ 2648423 h 3036660"/>
              <a:gd name="connsiteX1" fmla="*/ 219644 w 1825613"/>
              <a:gd name="connsiteY1" fmla="*/ 2692066 h 3036660"/>
              <a:gd name="connsiteX2" fmla="*/ 390533 w 1825613"/>
              <a:gd name="connsiteY2" fmla="*/ 2975840 h 3036660"/>
              <a:gd name="connsiteX3" fmla="*/ 696278 w 1825613"/>
              <a:gd name="connsiteY3" fmla="*/ 3015398 h 3036660"/>
              <a:gd name="connsiteX4" fmla="*/ 822334 w 1825613"/>
              <a:gd name="connsiteY4" fmla="*/ 2712040 h 3036660"/>
              <a:gd name="connsiteX5" fmla="*/ 1012112 w 1825613"/>
              <a:gd name="connsiteY5" fmla="*/ 2378433 h 3036660"/>
              <a:gd name="connsiteX6" fmla="*/ 1525091 w 1825613"/>
              <a:gd name="connsiteY6" fmla="*/ 2028136 h 3036660"/>
              <a:gd name="connsiteX7" fmla="*/ 1694195 w 1825613"/>
              <a:gd name="connsiteY7" fmla="*/ 1684173 h 3036660"/>
              <a:gd name="connsiteX8" fmla="*/ 1767127 w 1825613"/>
              <a:gd name="connsiteY8" fmla="*/ 1470344 h 3036660"/>
              <a:gd name="connsiteX9" fmla="*/ 1801268 w 1825613"/>
              <a:gd name="connsiteY9" fmla="*/ 1246423 h 3036660"/>
              <a:gd name="connsiteX10" fmla="*/ 1784058 w 1825613"/>
              <a:gd name="connsiteY10" fmla="*/ 862476 h 3036660"/>
              <a:gd name="connsiteX11" fmla="*/ 1792103 w 1825613"/>
              <a:gd name="connsiteY11" fmla="*/ 477981 h 3036660"/>
              <a:gd name="connsiteX12" fmla="*/ 1819709 w 1825613"/>
              <a:gd name="connsiteY12" fmla="*/ 257650 h 3036660"/>
              <a:gd name="connsiteX13" fmla="*/ 1650751 w 1825613"/>
              <a:gd name="connsiteY13" fmla="*/ 42531 h 3036660"/>
              <a:gd name="connsiteX14" fmla="*/ 1409463 w 1825613"/>
              <a:gd name="connsiteY14" fmla="*/ 6503 h 3036660"/>
              <a:gd name="connsiteX15" fmla="*/ 935106 w 1825613"/>
              <a:gd name="connsiteY15" fmla="*/ 129215 h 3036660"/>
              <a:gd name="connsiteX16" fmla="*/ 723659 w 1825613"/>
              <a:gd name="connsiteY16" fmla="*/ 212204 h 3036660"/>
              <a:gd name="connsiteX17" fmla="*/ 341430 w 1825613"/>
              <a:gd name="connsiteY17" fmla="*/ 355793 h 3036660"/>
              <a:gd name="connsiteX18" fmla="*/ 124295 w 1825613"/>
              <a:gd name="connsiteY18" fmla="*/ 711308 h 3036660"/>
              <a:gd name="connsiteX19" fmla="*/ 0 w 1825613"/>
              <a:gd name="connsiteY19" fmla="*/ 935065 h 3036660"/>
              <a:gd name="connsiteX0" fmla="*/ 165998 w 1915170"/>
              <a:gd name="connsiteY0" fmla="*/ 2648423 h 3036660"/>
              <a:gd name="connsiteX1" fmla="*/ 309201 w 1915170"/>
              <a:gd name="connsiteY1" fmla="*/ 2692066 h 3036660"/>
              <a:gd name="connsiteX2" fmla="*/ 480090 w 1915170"/>
              <a:gd name="connsiteY2" fmla="*/ 2975840 h 3036660"/>
              <a:gd name="connsiteX3" fmla="*/ 785835 w 1915170"/>
              <a:gd name="connsiteY3" fmla="*/ 3015398 h 3036660"/>
              <a:gd name="connsiteX4" fmla="*/ 911891 w 1915170"/>
              <a:gd name="connsiteY4" fmla="*/ 2712040 h 3036660"/>
              <a:gd name="connsiteX5" fmla="*/ 1101669 w 1915170"/>
              <a:gd name="connsiteY5" fmla="*/ 2378433 h 3036660"/>
              <a:gd name="connsiteX6" fmla="*/ 1614648 w 1915170"/>
              <a:gd name="connsiteY6" fmla="*/ 2028136 h 3036660"/>
              <a:gd name="connsiteX7" fmla="*/ 1783752 w 1915170"/>
              <a:gd name="connsiteY7" fmla="*/ 1684173 h 3036660"/>
              <a:gd name="connsiteX8" fmla="*/ 1856684 w 1915170"/>
              <a:gd name="connsiteY8" fmla="*/ 1470344 h 3036660"/>
              <a:gd name="connsiteX9" fmla="*/ 1890825 w 1915170"/>
              <a:gd name="connsiteY9" fmla="*/ 1246423 h 3036660"/>
              <a:gd name="connsiteX10" fmla="*/ 1873615 w 1915170"/>
              <a:gd name="connsiteY10" fmla="*/ 862476 h 3036660"/>
              <a:gd name="connsiteX11" fmla="*/ 1881660 w 1915170"/>
              <a:gd name="connsiteY11" fmla="*/ 477981 h 3036660"/>
              <a:gd name="connsiteX12" fmla="*/ 1909266 w 1915170"/>
              <a:gd name="connsiteY12" fmla="*/ 257650 h 3036660"/>
              <a:gd name="connsiteX13" fmla="*/ 1740308 w 1915170"/>
              <a:gd name="connsiteY13" fmla="*/ 42531 h 3036660"/>
              <a:gd name="connsiteX14" fmla="*/ 1499020 w 1915170"/>
              <a:gd name="connsiteY14" fmla="*/ 6503 h 3036660"/>
              <a:gd name="connsiteX15" fmla="*/ 1024663 w 1915170"/>
              <a:gd name="connsiteY15" fmla="*/ 129215 h 3036660"/>
              <a:gd name="connsiteX16" fmla="*/ 813216 w 1915170"/>
              <a:gd name="connsiteY16" fmla="*/ 212204 h 3036660"/>
              <a:gd name="connsiteX17" fmla="*/ 430987 w 1915170"/>
              <a:gd name="connsiteY17" fmla="*/ 355793 h 3036660"/>
              <a:gd name="connsiteX18" fmla="*/ 213852 w 1915170"/>
              <a:gd name="connsiteY18" fmla="*/ 711308 h 3036660"/>
              <a:gd name="connsiteX19" fmla="*/ 0 w 1915170"/>
              <a:gd name="connsiteY19" fmla="*/ 965788 h 3036660"/>
              <a:gd name="connsiteX0" fmla="*/ 165998 w 1915170"/>
              <a:gd name="connsiteY0" fmla="*/ 2648423 h 3036660"/>
              <a:gd name="connsiteX1" fmla="*/ 309201 w 1915170"/>
              <a:gd name="connsiteY1" fmla="*/ 2692066 h 3036660"/>
              <a:gd name="connsiteX2" fmla="*/ 480090 w 1915170"/>
              <a:gd name="connsiteY2" fmla="*/ 2975840 h 3036660"/>
              <a:gd name="connsiteX3" fmla="*/ 785835 w 1915170"/>
              <a:gd name="connsiteY3" fmla="*/ 3015398 h 3036660"/>
              <a:gd name="connsiteX4" fmla="*/ 911891 w 1915170"/>
              <a:gd name="connsiteY4" fmla="*/ 2712040 h 3036660"/>
              <a:gd name="connsiteX5" fmla="*/ 1101669 w 1915170"/>
              <a:gd name="connsiteY5" fmla="*/ 2378433 h 3036660"/>
              <a:gd name="connsiteX6" fmla="*/ 1614648 w 1915170"/>
              <a:gd name="connsiteY6" fmla="*/ 2028136 h 3036660"/>
              <a:gd name="connsiteX7" fmla="*/ 1783752 w 1915170"/>
              <a:gd name="connsiteY7" fmla="*/ 1684173 h 3036660"/>
              <a:gd name="connsiteX8" fmla="*/ 1856684 w 1915170"/>
              <a:gd name="connsiteY8" fmla="*/ 1470344 h 3036660"/>
              <a:gd name="connsiteX9" fmla="*/ 1890825 w 1915170"/>
              <a:gd name="connsiteY9" fmla="*/ 1246423 h 3036660"/>
              <a:gd name="connsiteX10" fmla="*/ 1873615 w 1915170"/>
              <a:gd name="connsiteY10" fmla="*/ 862476 h 3036660"/>
              <a:gd name="connsiteX11" fmla="*/ 1881660 w 1915170"/>
              <a:gd name="connsiteY11" fmla="*/ 477981 h 3036660"/>
              <a:gd name="connsiteX12" fmla="*/ 1909266 w 1915170"/>
              <a:gd name="connsiteY12" fmla="*/ 257650 h 3036660"/>
              <a:gd name="connsiteX13" fmla="*/ 1740308 w 1915170"/>
              <a:gd name="connsiteY13" fmla="*/ 42531 h 3036660"/>
              <a:gd name="connsiteX14" fmla="*/ 1499020 w 1915170"/>
              <a:gd name="connsiteY14" fmla="*/ 6503 h 3036660"/>
              <a:gd name="connsiteX15" fmla="*/ 1024663 w 1915170"/>
              <a:gd name="connsiteY15" fmla="*/ 129215 h 3036660"/>
              <a:gd name="connsiteX16" fmla="*/ 813216 w 1915170"/>
              <a:gd name="connsiteY16" fmla="*/ 212204 h 3036660"/>
              <a:gd name="connsiteX17" fmla="*/ 430987 w 1915170"/>
              <a:gd name="connsiteY17" fmla="*/ 355793 h 3036660"/>
              <a:gd name="connsiteX18" fmla="*/ 213852 w 1915170"/>
              <a:gd name="connsiteY18" fmla="*/ 711308 h 3036660"/>
              <a:gd name="connsiteX19" fmla="*/ 0 w 1915170"/>
              <a:gd name="connsiteY19" fmla="*/ 965788 h 3036660"/>
              <a:gd name="connsiteX0" fmla="*/ 165998 w 1915170"/>
              <a:gd name="connsiteY0" fmla="*/ 2644721 h 3032958"/>
              <a:gd name="connsiteX1" fmla="*/ 309201 w 1915170"/>
              <a:gd name="connsiteY1" fmla="*/ 2688364 h 3032958"/>
              <a:gd name="connsiteX2" fmla="*/ 480090 w 1915170"/>
              <a:gd name="connsiteY2" fmla="*/ 2972138 h 3032958"/>
              <a:gd name="connsiteX3" fmla="*/ 785835 w 1915170"/>
              <a:gd name="connsiteY3" fmla="*/ 3011696 h 3032958"/>
              <a:gd name="connsiteX4" fmla="*/ 911891 w 1915170"/>
              <a:gd name="connsiteY4" fmla="*/ 2708338 h 3032958"/>
              <a:gd name="connsiteX5" fmla="*/ 1101669 w 1915170"/>
              <a:gd name="connsiteY5" fmla="*/ 2374731 h 3032958"/>
              <a:gd name="connsiteX6" fmla="*/ 1614648 w 1915170"/>
              <a:gd name="connsiteY6" fmla="*/ 2024434 h 3032958"/>
              <a:gd name="connsiteX7" fmla="*/ 1783752 w 1915170"/>
              <a:gd name="connsiteY7" fmla="*/ 1680471 h 3032958"/>
              <a:gd name="connsiteX8" fmla="*/ 1856684 w 1915170"/>
              <a:gd name="connsiteY8" fmla="*/ 1466642 h 3032958"/>
              <a:gd name="connsiteX9" fmla="*/ 1890825 w 1915170"/>
              <a:gd name="connsiteY9" fmla="*/ 1242721 h 3032958"/>
              <a:gd name="connsiteX10" fmla="*/ 1873615 w 1915170"/>
              <a:gd name="connsiteY10" fmla="*/ 858774 h 3032958"/>
              <a:gd name="connsiteX11" fmla="*/ 1881660 w 1915170"/>
              <a:gd name="connsiteY11" fmla="*/ 474279 h 3032958"/>
              <a:gd name="connsiteX12" fmla="*/ 1909266 w 1915170"/>
              <a:gd name="connsiteY12" fmla="*/ 253948 h 3032958"/>
              <a:gd name="connsiteX13" fmla="*/ 1740308 w 1915170"/>
              <a:gd name="connsiteY13" fmla="*/ 38829 h 3032958"/>
              <a:gd name="connsiteX14" fmla="*/ 1499020 w 1915170"/>
              <a:gd name="connsiteY14" fmla="*/ 2801 h 3032958"/>
              <a:gd name="connsiteX15" fmla="*/ 991629 w 1915170"/>
              <a:gd name="connsiteY15" fmla="*/ 74670 h 3032958"/>
              <a:gd name="connsiteX16" fmla="*/ 813216 w 1915170"/>
              <a:gd name="connsiteY16" fmla="*/ 208502 h 3032958"/>
              <a:gd name="connsiteX17" fmla="*/ 430987 w 1915170"/>
              <a:gd name="connsiteY17" fmla="*/ 352091 h 3032958"/>
              <a:gd name="connsiteX18" fmla="*/ 213852 w 1915170"/>
              <a:gd name="connsiteY18" fmla="*/ 707606 h 3032958"/>
              <a:gd name="connsiteX19" fmla="*/ 0 w 1915170"/>
              <a:gd name="connsiteY19" fmla="*/ 962086 h 3032958"/>
              <a:gd name="connsiteX0" fmla="*/ 165998 w 1915170"/>
              <a:gd name="connsiteY0" fmla="*/ 2644721 h 3032958"/>
              <a:gd name="connsiteX1" fmla="*/ 309201 w 1915170"/>
              <a:gd name="connsiteY1" fmla="*/ 2688364 h 3032958"/>
              <a:gd name="connsiteX2" fmla="*/ 480090 w 1915170"/>
              <a:gd name="connsiteY2" fmla="*/ 2972138 h 3032958"/>
              <a:gd name="connsiteX3" fmla="*/ 785835 w 1915170"/>
              <a:gd name="connsiteY3" fmla="*/ 3011696 h 3032958"/>
              <a:gd name="connsiteX4" fmla="*/ 911891 w 1915170"/>
              <a:gd name="connsiteY4" fmla="*/ 2708338 h 3032958"/>
              <a:gd name="connsiteX5" fmla="*/ 1614648 w 1915170"/>
              <a:gd name="connsiteY5" fmla="*/ 2024434 h 3032958"/>
              <a:gd name="connsiteX6" fmla="*/ 1783752 w 1915170"/>
              <a:gd name="connsiteY6" fmla="*/ 1680471 h 3032958"/>
              <a:gd name="connsiteX7" fmla="*/ 1856684 w 1915170"/>
              <a:gd name="connsiteY7" fmla="*/ 1466642 h 3032958"/>
              <a:gd name="connsiteX8" fmla="*/ 1890825 w 1915170"/>
              <a:gd name="connsiteY8" fmla="*/ 1242721 h 3032958"/>
              <a:gd name="connsiteX9" fmla="*/ 1873615 w 1915170"/>
              <a:gd name="connsiteY9" fmla="*/ 858774 h 3032958"/>
              <a:gd name="connsiteX10" fmla="*/ 1881660 w 1915170"/>
              <a:gd name="connsiteY10" fmla="*/ 474279 h 3032958"/>
              <a:gd name="connsiteX11" fmla="*/ 1909266 w 1915170"/>
              <a:gd name="connsiteY11" fmla="*/ 253948 h 3032958"/>
              <a:gd name="connsiteX12" fmla="*/ 1740308 w 1915170"/>
              <a:gd name="connsiteY12" fmla="*/ 38829 h 3032958"/>
              <a:gd name="connsiteX13" fmla="*/ 1499020 w 1915170"/>
              <a:gd name="connsiteY13" fmla="*/ 2801 h 3032958"/>
              <a:gd name="connsiteX14" fmla="*/ 991629 w 1915170"/>
              <a:gd name="connsiteY14" fmla="*/ 74670 h 3032958"/>
              <a:gd name="connsiteX15" fmla="*/ 813216 w 1915170"/>
              <a:gd name="connsiteY15" fmla="*/ 208502 h 3032958"/>
              <a:gd name="connsiteX16" fmla="*/ 430987 w 1915170"/>
              <a:gd name="connsiteY16" fmla="*/ 352091 h 3032958"/>
              <a:gd name="connsiteX17" fmla="*/ 213852 w 1915170"/>
              <a:gd name="connsiteY17" fmla="*/ 707606 h 3032958"/>
              <a:gd name="connsiteX18" fmla="*/ 0 w 1915170"/>
              <a:gd name="connsiteY18" fmla="*/ 962086 h 3032958"/>
              <a:gd name="connsiteX0" fmla="*/ 165998 w 1915170"/>
              <a:gd name="connsiteY0" fmla="*/ 2644721 h 3011753"/>
              <a:gd name="connsiteX1" fmla="*/ 309201 w 1915170"/>
              <a:gd name="connsiteY1" fmla="*/ 2688364 h 3011753"/>
              <a:gd name="connsiteX2" fmla="*/ 785835 w 1915170"/>
              <a:gd name="connsiteY2" fmla="*/ 3011696 h 3011753"/>
              <a:gd name="connsiteX3" fmla="*/ 911891 w 1915170"/>
              <a:gd name="connsiteY3" fmla="*/ 2708338 h 3011753"/>
              <a:gd name="connsiteX4" fmla="*/ 1614648 w 1915170"/>
              <a:gd name="connsiteY4" fmla="*/ 2024434 h 3011753"/>
              <a:gd name="connsiteX5" fmla="*/ 1783752 w 1915170"/>
              <a:gd name="connsiteY5" fmla="*/ 1680471 h 3011753"/>
              <a:gd name="connsiteX6" fmla="*/ 1856684 w 1915170"/>
              <a:gd name="connsiteY6" fmla="*/ 1466642 h 3011753"/>
              <a:gd name="connsiteX7" fmla="*/ 1890825 w 1915170"/>
              <a:gd name="connsiteY7" fmla="*/ 1242721 h 3011753"/>
              <a:gd name="connsiteX8" fmla="*/ 1873615 w 1915170"/>
              <a:gd name="connsiteY8" fmla="*/ 858774 h 3011753"/>
              <a:gd name="connsiteX9" fmla="*/ 1881660 w 1915170"/>
              <a:gd name="connsiteY9" fmla="*/ 474279 h 3011753"/>
              <a:gd name="connsiteX10" fmla="*/ 1909266 w 1915170"/>
              <a:gd name="connsiteY10" fmla="*/ 253948 h 3011753"/>
              <a:gd name="connsiteX11" fmla="*/ 1740308 w 1915170"/>
              <a:gd name="connsiteY11" fmla="*/ 38829 h 3011753"/>
              <a:gd name="connsiteX12" fmla="*/ 1499020 w 1915170"/>
              <a:gd name="connsiteY12" fmla="*/ 2801 h 3011753"/>
              <a:gd name="connsiteX13" fmla="*/ 991629 w 1915170"/>
              <a:gd name="connsiteY13" fmla="*/ 74670 h 3011753"/>
              <a:gd name="connsiteX14" fmla="*/ 813216 w 1915170"/>
              <a:gd name="connsiteY14" fmla="*/ 208502 h 3011753"/>
              <a:gd name="connsiteX15" fmla="*/ 430987 w 1915170"/>
              <a:gd name="connsiteY15" fmla="*/ 352091 h 3011753"/>
              <a:gd name="connsiteX16" fmla="*/ 213852 w 1915170"/>
              <a:gd name="connsiteY16" fmla="*/ 707606 h 3011753"/>
              <a:gd name="connsiteX17" fmla="*/ 0 w 1915170"/>
              <a:gd name="connsiteY17" fmla="*/ 962086 h 3011753"/>
              <a:gd name="connsiteX0" fmla="*/ 309201 w 1915170"/>
              <a:gd name="connsiteY0" fmla="*/ 2688364 h 3011753"/>
              <a:gd name="connsiteX1" fmla="*/ 785835 w 1915170"/>
              <a:gd name="connsiteY1" fmla="*/ 3011696 h 3011753"/>
              <a:gd name="connsiteX2" fmla="*/ 911891 w 1915170"/>
              <a:gd name="connsiteY2" fmla="*/ 2708338 h 3011753"/>
              <a:gd name="connsiteX3" fmla="*/ 1614648 w 1915170"/>
              <a:gd name="connsiteY3" fmla="*/ 2024434 h 3011753"/>
              <a:gd name="connsiteX4" fmla="*/ 1783752 w 1915170"/>
              <a:gd name="connsiteY4" fmla="*/ 1680471 h 3011753"/>
              <a:gd name="connsiteX5" fmla="*/ 1856684 w 1915170"/>
              <a:gd name="connsiteY5" fmla="*/ 1466642 h 3011753"/>
              <a:gd name="connsiteX6" fmla="*/ 1890825 w 1915170"/>
              <a:gd name="connsiteY6" fmla="*/ 1242721 h 3011753"/>
              <a:gd name="connsiteX7" fmla="*/ 1873615 w 1915170"/>
              <a:gd name="connsiteY7" fmla="*/ 858774 h 3011753"/>
              <a:gd name="connsiteX8" fmla="*/ 1881660 w 1915170"/>
              <a:gd name="connsiteY8" fmla="*/ 474279 h 3011753"/>
              <a:gd name="connsiteX9" fmla="*/ 1909266 w 1915170"/>
              <a:gd name="connsiteY9" fmla="*/ 253948 h 3011753"/>
              <a:gd name="connsiteX10" fmla="*/ 1740308 w 1915170"/>
              <a:gd name="connsiteY10" fmla="*/ 38829 h 3011753"/>
              <a:gd name="connsiteX11" fmla="*/ 1499020 w 1915170"/>
              <a:gd name="connsiteY11" fmla="*/ 2801 h 3011753"/>
              <a:gd name="connsiteX12" fmla="*/ 991629 w 1915170"/>
              <a:gd name="connsiteY12" fmla="*/ 74670 h 3011753"/>
              <a:gd name="connsiteX13" fmla="*/ 813216 w 1915170"/>
              <a:gd name="connsiteY13" fmla="*/ 208502 h 3011753"/>
              <a:gd name="connsiteX14" fmla="*/ 430987 w 1915170"/>
              <a:gd name="connsiteY14" fmla="*/ 352091 h 3011753"/>
              <a:gd name="connsiteX15" fmla="*/ 213852 w 1915170"/>
              <a:gd name="connsiteY15" fmla="*/ 707606 h 3011753"/>
              <a:gd name="connsiteX16" fmla="*/ 0 w 1915170"/>
              <a:gd name="connsiteY16" fmla="*/ 962086 h 3011753"/>
              <a:gd name="connsiteX0" fmla="*/ 785835 w 1915170"/>
              <a:gd name="connsiteY0" fmla="*/ 3011696 h 3011753"/>
              <a:gd name="connsiteX1" fmla="*/ 911891 w 1915170"/>
              <a:gd name="connsiteY1" fmla="*/ 2708338 h 3011753"/>
              <a:gd name="connsiteX2" fmla="*/ 1614648 w 1915170"/>
              <a:gd name="connsiteY2" fmla="*/ 2024434 h 3011753"/>
              <a:gd name="connsiteX3" fmla="*/ 1783752 w 1915170"/>
              <a:gd name="connsiteY3" fmla="*/ 1680471 h 3011753"/>
              <a:gd name="connsiteX4" fmla="*/ 1856684 w 1915170"/>
              <a:gd name="connsiteY4" fmla="*/ 1466642 h 3011753"/>
              <a:gd name="connsiteX5" fmla="*/ 1890825 w 1915170"/>
              <a:gd name="connsiteY5" fmla="*/ 1242721 h 3011753"/>
              <a:gd name="connsiteX6" fmla="*/ 1873615 w 1915170"/>
              <a:gd name="connsiteY6" fmla="*/ 858774 h 3011753"/>
              <a:gd name="connsiteX7" fmla="*/ 1881660 w 1915170"/>
              <a:gd name="connsiteY7" fmla="*/ 474279 h 3011753"/>
              <a:gd name="connsiteX8" fmla="*/ 1909266 w 1915170"/>
              <a:gd name="connsiteY8" fmla="*/ 253948 h 3011753"/>
              <a:gd name="connsiteX9" fmla="*/ 1740308 w 1915170"/>
              <a:gd name="connsiteY9" fmla="*/ 38829 h 3011753"/>
              <a:gd name="connsiteX10" fmla="*/ 1499020 w 1915170"/>
              <a:gd name="connsiteY10" fmla="*/ 2801 h 3011753"/>
              <a:gd name="connsiteX11" fmla="*/ 991629 w 1915170"/>
              <a:gd name="connsiteY11" fmla="*/ 74670 h 3011753"/>
              <a:gd name="connsiteX12" fmla="*/ 813216 w 1915170"/>
              <a:gd name="connsiteY12" fmla="*/ 208502 h 3011753"/>
              <a:gd name="connsiteX13" fmla="*/ 430987 w 1915170"/>
              <a:gd name="connsiteY13" fmla="*/ 352091 h 3011753"/>
              <a:gd name="connsiteX14" fmla="*/ 213852 w 1915170"/>
              <a:gd name="connsiteY14" fmla="*/ 707606 h 3011753"/>
              <a:gd name="connsiteX15" fmla="*/ 0 w 1915170"/>
              <a:gd name="connsiteY15" fmla="*/ 962086 h 3011753"/>
              <a:gd name="connsiteX0" fmla="*/ 911891 w 1915170"/>
              <a:gd name="connsiteY0" fmla="*/ 2708338 h 2708338"/>
              <a:gd name="connsiteX1" fmla="*/ 1614648 w 1915170"/>
              <a:gd name="connsiteY1" fmla="*/ 2024434 h 2708338"/>
              <a:gd name="connsiteX2" fmla="*/ 1783752 w 1915170"/>
              <a:gd name="connsiteY2" fmla="*/ 1680471 h 2708338"/>
              <a:gd name="connsiteX3" fmla="*/ 1856684 w 1915170"/>
              <a:gd name="connsiteY3" fmla="*/ 1466642 h 2708338"/>
              <a:gd name="connsiteX4" fmla="*/ 1890825 w 1915170"/>
              <a:gd name="connsiteY4" fmla="*/ 1242721 h 2708338"/>
              <a:gd name="connsiteX5" fmla="*/ 1873615 w 1915170"/>
              <a:gd name="connsiteY5" fmla="*/ 858774 h 2708338"/>
              <a:gd name="connsiteX6" fmla="*/ 1881660 w 1915170"/>
              <a:gd name="connsiteY6" fmla="*/ 474279 h 2708338"/>
              <a:gd name="connsiteX7" fmla="*/ 1909266 w 1915170"/>
              <a:gd name="connsiteY7" fmla="*/ 253948 h 2708338"/>
              <a:gd name="connsiteX8" fmla="*/ 1740308 w 1915170"/>
              <a:gd name="connsiteY8" fmla="*/ 38829 h 2708338"/>
              <a:gd name="connsiteX9" fmla="*/ 1499020 w 1915170"/>
              <a:gd name="connsiteY9" fmla="*/ 2801 h 2708338"/>
              <a:gd name="connsiteX10" fmla="*/ 991629 w 1915170"/>
              <a:gd name="connsiteY10" fmla="*/ 74670 h 2708338"/>
              <a:gd name="connsiteX11" fmla="*/ 813216 w 1915170"/>
              <a:gd name="connsiteY11" fmla="*/ 208502 h 2708338"/>
              <a:gd name="connsiteX12" fmla="*/ 430987 w 1915170"/>
              <a:gd name="connsiteY12" fmla="*/ 352091 h 2708338"/>
              <a:gd name="connsiteX13" fmla="*/ 213852 w 1915170"/>
              <a:gd name="connsiteY13" fmla="*/ 707606 h 2708338"/>
              <a:gd name="connsiteX14" fmla="*/ 0 w 1915170"/>
              <a:gd name="connsiteY14" fmla="*/ 962086 h 2708338"/>
              <a:gd name="connsiteX0" fmla="*/ 1614648 w 1915170"/>
              <a:gd name="connsiteY0" fmla="*/ 2024434 h 2024434"/>
              <a:gd name="connsiteX1" fmla="*/ 1783752 w 1915170"/>
              <a:gd name="connsiteY1" fmla="*/ 1680471 h 2024434"/>
              <a:gd name="connsiteX2" fmla="*/ 1856684 w 1915170"/>
              <a:gd name="connsiteY2" fmla="*/ 1466642 h 2024434"/>
              <a:gd name="connsiteX3" fmla="*/ 1890825 w 1915170"/>
              <a:gd name="connsiteY3" fmla="*/ 1242721 h 2024434"/>
              <a:gd name="connsiteX4" fmla="*/ 1873615 w 1915170"/>
              <a:gd name="connsiteY4" fmla="*/ 858774 h 2024434"/>
              <a:gd name="connsiteX5" fmla="*/ 1881660 w 1915170"/>
              <a:gd name="connsiteY5" fmla="*/ 474279 h 2024434"/>
              <a:gd name="connsiteX6" fmla="*/ 1909266 w 1915170"/>
              <a:gd name="connsiteY6" fmla="*/ 253948 h 2024434"/>
              <a:gd name="connsiteX7" fmla="*/ 1740308 w 1915170"/>
              <a:gd name="connsiteY7" fmla="*/ 38829 h 2024434"/>
              <a:gd name="connsiteX8" fmla="*/ 1499020 w 1915170"/>
              <a:gd name="connsiteY8" fmla="*/ 2801 h 2024434"/>
              <a:gd name="connsiteX9" fmla="*/ 991629 w 1915170"/>
              <a:gd name="connsiteY9" fmla="*/ 74670 h 2024434"/>
              <a:gd name="connsiteX10" fmla="*/ 813216 w 1915170"/>
              <a:gd name="connsiteY10" fmla="*/ 208502 h 2024434"/>
              <a:gd name="connsiteX11" fmla="*/ 430987 w 1915170"/>
              <a:gd name="connsiteY11" fmla="*/ 352091 h 2024434"/>
              <a:gd name="connsiteX12" fmla="*/ 213852 w 1915170"/>
              <a:gd name="connsiteY12" fmla="*/ 707606 h 2024434"/>
              <a:gd name="connsiteX13" fmla="*/ 0 w 1915170"/>
              <a:gd name="connsiteY13" fmla="*/ 962086 h 2024434"/>
              <a:gd name="connsiteX0" fmla="*/ 1783752 w 1915170"/>
              <a:gd name="connsiteY0" fmla="*/ 1680471 h 1680471"/>
              <a:gd name="connsiteX1" fmla="*/ 1856684 w 1915170"/>
              <a:gd name="connsiteY1" fmla="*/ 1466642 h 1680471"/>
              <a:gd name="connsiteX2" fmla="*/ 1890825 w 1915170"/>
              <a:gd name="connsiteY2" fmla="*/ 1242721 h 1680471"/>
              <a:gd name="connsiteX3" fmla="*/ 1873615 w 1915170"/>
              <a:gd name="connsiteY3" fmla="*/ 858774 h 1680471"/>
              <a:gd name="connsiteX4" fmla="*/ 1881660 w 1915170"/>
              <a:gd name="connsiteY4" fmla="*/ 474279 h 1680471"/>
              <a:gd name="connsiteX5" fmla="*/ 1909266 w 1915170"/>
              <a:gd name="connsiteY5" fmla="*/ 253948 h 1680471"/>
              <a:gd name="connsiteX6" fmla="*/ 1740308 w 1915170"/>
              <a:gd name="connsiteY6" fmla="*/ 38829 h 1680471"/>
              <a:gd name="connsiteX7" fmla="*/ 1499020 w 1915170"/>
              <a:gd name="connsiteY7" fmla="*/ 2801 h 1680471"/>
              <a:gd name="connsiteX8" fmla="*/ 991629 w 1915170"/>
              <a:gd name="connsiteY8" fmla="*/ 74670 h 1680471"/>
              <a:gd name="connsiteX9" fmla="*/ 813216 w 1915170"/>
              <a:gd name="connsiteY9" fmla="*/ 208502 h 1680471"/>
              <a:gd name="connsiteX10" fmla="*/ 430987 w 1915170"/>
              <a:gd name="connsiteY10" fmla="*/ 352091 h 1680471"/>
              <a:gd name="connsiteX11" fmla="*/ 213852 w 1915170"/>
              <a:gd name="connsiteY11" fmla="*/ 707606 h 1680471"/>
              <a:gd name="connsiteX12" fmla="*/ 0 w 1915170"/>
              <a:gd name="connsiteY12" fmla="*/ 962086 h 1680471"/>
              <a:gd name="connsiteX0" fmla="*/ 1797691 w 1915170"/>
              <a:gd name="connsiteY0" fmla="*/ 1588683 h 1588683"/>
              <a:gd name="connsiteX1" fmla="*/ 1856684 w 1915170"/>
              <a:gd name="connsiteY1" fmla="*/ 1466642 h 1588683"/>
              <a:gd name="connsiteX2" fmla="*/ 1890825 w 1915170"/>
              <a:gd name="connsiteY2" fmla="*/ 1242721 h 1588683"/>
              <a:gd name="connsiteX3" fmla="*/ 1873615 w 1915170"/>
              <a:gd name="connsiteY3" fmla="*/ 858774 h 1588683"/>
              <a:gd name="connsiteX4" fmla="*/ 1881660 w 1915170"/>
              <a:gd name="connsiteY4" fmla="*/ 474279 h 1588683"/>
              <a:gd name="connsiteX5" fmla="*/ 1909266 w 1915170"/>
              <a:gd name="connsiteY5" fmla="*/ 253948 h 1588683"/>
              <a:gd name="connsiteX6" fmla="*/ 1740308 w 1915170"/>
              <a:gd name="connsiteY6" fmla="*/ 38829 h 1588683"/>
              <a:gd name="connsiteX7" fmla="*/ 1499020 w 1915170"/>
              <a:gd name="connsiteY7" fmla="*/ 2801 h 1588683"/>
              <a:gd name="connsiteX8" fmla="*/ 991629 w 1915170"/>
              <a:gd name="connsiteY8" fmla="*/ 74670 h 1588683"/>
              <a:gd name="connsiteX9" fmla="*/ 813216 w 1915170"/>
              <a:gd name="connsiteY9" fmla="*/ 208502 h 1588683"/>
              <a:gd name="connsiteX10" fmla="*/ 430987 w 1915170"/>
              <a:gd name="connsiteY10" fmla="*/ 352091 h 1588683"/>
              <a:gd name="connsiteX11" fmla="*/ 213852 w 1915170"/>
              <a:gd name="connsiteY11" fmla="*/ 707606 h 1588683"/>
              <a:gd name="connsiteX12" fmla="*/ 0 w 1915170"/>
              <a:gd name="connsiteY12" fmla="*/ 962086 h 158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5170" h="1588683">
                <a:moveTo>
                  <a:pt x="1797691" y="1588683"/>
                </a:moveTo>
                <a:cubicBezTo>
                  <a:pt x="1838031" y="1495719"/>
                  <a:pt x="1841162" y="1524302"/>
                  <a:pt x="1856684" y="1466642"/>
                </a:cubicBezTo>
                <a:cubicBezTo>
                  <a:pt x="1872206" y="1408982"/>
                  <a:pt x="1887476" y="1317943"/>
                  <a:pt x="1890825" y="1242721"/>
                </a:cubicBezTo>
                <a:cubicBezTo>
                  <a:pt x="1896499" y="1114642"/>
                  <a:pt x="1874081" y="986926"/>
                  <a:pt x="1873615" y="858774"/>
                </a:cubicBezTo>
                <a:cubicBezTo>
                  <a:pt x="1873336" y="761407"/>
                  <a:pt x="1887242" y="571501"/>
                  <a:pt x="1881660" y="474279"/>
                </a:cubicBezTo>
                <a:cubicBezTo>
                  <a:pt x="1878032" y="410965"/>
                  <a:pt x="1932825" y="326523"/>
                  <a:pt x="1909266" y="253948"/>
                </a:cubicBezTo>
                <a:cubicBezTo>
                  <a:pt x="1885707" y="181373"/>
                  <a:pt x="1808682" y="80686"/>
                  <a:pt x="1740308" y="38829"/>
                </a:cubicBezTo>
                <a:cubicBezTo>
                  <a:pt x="1671934" y="-3029"/>
                  <a:pt x="1623800" y="-3172"/>
                  <a:pt x="1499020" y="2801"/>
                </a:cubicBezTo>
                <a:cubicBezTo>
                  <a:pt x="1374240" y="8774"/>
                  <a:pt x="1105930" y="40386"/>
                  <a:pt x="991629" y="74670"/>
                </a:cubicBezTo>
                <a:cubicBezTo>
                  <a:pt x="877328" y="108953"/>
                  <a:pt x="906656" y="162265"/>
                  <a:pt x="813216" y="208502"/>
                </a:cubicBezTo>
                <a:cubicBezTo>
                  <a:pt x="719776" y="254739"/>
                  <a:pt x="525595" y="266850"/>
                  <a:pt x="430987" y="352091"/>
                </a:cubicBezTo>
                <a:cubicBezTo>
                  <a:pt x="332845" y="439075"/>
                  <a:pt x="285683" y="605940"/>
                  <a:pt x="213852" y="707606"/>
                </a:cubicBezTo>
                <a:cubicBezTo>
                  <a:pt x="142021" y="809272"/>
                  <a:pt x="71955" y="905569"/>
                  <a:pt x="0" y="962086"/>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1" name="Freeform: Shape 30">
            <a:extLst>
              <a:ext uri="{FF2B5EF4-FFF2-40B4-BE49-F238E27FC236}">
                <a16:creationId xmlns:a16="http://schemas.microsoft.com/office/drawing/2014/main" id="{71065521-2F7A-AB1E-C402-7ED2C7C3F5C6}"/>
              </a:ext>
            </a:extLst>
          </p:cNvPr>
          <p:cNvSpPr/>
          <p:nvPr userDrawn="1"/>
        </p:nvSpPr>
        <p:spPr>
          <a:xfrm rot="19101729" flipH="1" flipV="1">
            <a:off x="2730668" y="4558790"/>
            <a:ext cx="2934694" cy="3502427"/>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484724 w 6565997"/>
              <a:gd name="connsiteY5" fmla="*/ 2146688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5939826"/>
              <a:gd name="connsiteY0" fmla="*/ 1253643 h 3271214"/>
              <a:gd name="connsiteX1" fmla="*/ 407772 w 5939826"/>
              <a:gd name="connsiteY1" fmla="*/ 1404901 h 3271214"/>
              <a:gd name="connsiteX2" fmla="*/ 2016509 w 5939826"/>
              <a:gd name="connsiteY2" fmla="*/ 797275 h 3271214"/>
              <a:gd name="connsiteX3" fmla="*/ 1789406 w 5939826"/>
              <a:gd name="connsiteY3" fmla="*/ 1616170 h 3271214"/>
              <a:gd name="connsiteX4" fmla="*/ 1858553 w 5939826"/>
              <a:gd name="connsiteY4" fmla="*/ 2146688 h 3271214"/>
              <a:gd name="connsiteX5" fmla="*/ 2111839 w 5939826"/>
              <a:gd name="connsiteY5" fmla="*/ 2621037 h 3271214"/>
              <a:gd name="connsiteX6" fmla="*/ 2640294 w 5939826"/>
              <a:gd name="connsiteY6" fmla="*/ 2788233 h 3271214"/>
              <a:gd name="connsiteX7" fmla="*/ 3165660 w 5939826"/>
              <a:gd name="connsiteY7" fmla="*/ 3255900 h 3271214"/>
              <a:gd name="connsiteX8" fmla="*/ 3686541 w 5939826"/>
              <a:gd name="connsiteY8" fmla="*/ 3081744 h 3271214"/>
              <a:gd name="connsiteX9" fmla="*/ 4213309 w 5939826"/>
              <a:gd name="connsiteY9" fmla="*/ 2343391 h 3271214"/>
              <a:gd name="connsiteX10" fmla="*/ 4733533 w 5939826"/>
              <a:gd name="connsiteY10" fmla="*/ 1978385 h 3271214"/>
              <a:gd name="connsiteX11" fmla="*/ 5100776 w 5939826"/>
              <a:gd name="connsiteY11" fmla="*/ 1539991 h 3271214"/>
              <a:gd name="connsiteX12" fmla="*/ 5333925 w 5939826"/>
              <a:gd name="connsiteY12" fmla="*/ 1054659 h 3271214"/>
              <a:gd name="connsiteX13" fmla="*/ 5495470 w 5939826"/>
              <a:gd name="connsiteY13" fmla="*/ 747477 h 3271214"/>
              <a:gd name="connsiteX14" fmla="*/ 5613103 w 5939826"/>
              <a:gd name="connsiteY14" fmla="*/ 440296 h 3271214"/>
              <a:gd name="connsiteX15" fmla="*/ 5939826 w 5939826"/>
              <a:gd name="connsiteY15" fmla="*/ 0 h 3271214"/>
              <a:gd name="connsiteX0" fmla="*/ 1818177 w 5532686"/>
              <a:gd name="connsiteY0" fmla="*/ 0 h 3547556"/>
              <a:gd name="connsiteX1" fmla="*/ 632 w 5532686"/>
              <a:gd name="connsiteY1" fmla="*/ 1681243 h 3547556"/>
              <a:gd name="connsiteX2" fmla="*/ 1609369 w 5532686"/>
              <a:gd name="connsiteY2" fmla="*/ 1073617 h 3547556"/>
              <a:gd name="connsiteX3" fmla="*/ 1382266 w 5532686"/>
              <a:gd name="connsiteY3" fmla="*/ 1892512 h 3547556"/>
              <a:gd name="connsiteX4" fmla="*/ 1451413 w 5532686"/>
              <a:gd name="connsiteY4" fmla="*/ 2423030 h 3547556"/>
              <a:gd name="connsiteX5" fmla="*/ 1704699 w 5532686"/>
              <a:gd name="connsiteY5" fmla="*/ 2897379 h 3547556"/>
              <a:gd name="connsiteX6" fmla="*/ 2233154 w 5532686"/>
              <a:gd name="connsiteY6" fmla="*/ 3064575 h 3547556"/>
              <a:gd name="connsiteX7" fmla="*/ 2758520 w 5532686"/>
              <a:gd name="connsiteY7" fmla="*/ 3532242 h 3547556"/>
              <a:gd name="connsiteX8" fmla="*/ 3279401 w 5532686"/>
              <a:gd name="connsiteY8" fmla="*/ 3358086 h 3547556"/>
              <a:gd name="connsiteX9" fmla="*/ 3806169 w 5532686"/>
              <a:gd name="connsiteY9" fmla="*/ 2619733 h 3547556"/>
              <a:gd name="connsiteX10" fmla="*/ 4326393 w 5532686"/>
              <a:gd name="connsiteY10" fmla="*/ 2254727 h 3547556"/>
              <a:gd name="connsiteX11" fmla="*/ 4693636 w 5532686"/>
              <a:gd name="connsiteY11" fmla="*/ 1816333 h 3547556"/>
              <a:gd name="connsiteX12" fmla="*/ 4926785 w 5532686"/>
              <a:gd name="connsiteY12" fmla="*/ 1331001 h 3547556"/>
              <a:gd name="connsiteX13" fmla="*/ 5088330 w 5532686"/>
              <a:gd name="connsiteY13" fmla="*/ 1023819 h 3547556"/>
              <a:gd name="connsiteX14" fmla="*/ 5205963 w 5532686"/>
              <a:gd name="connsiteY14" fmla="*/ 716638 h 3547556"/>
              <a:gd name="connsiteX15" fmla="*/ 5532686 w 5532686"/>
              <a:gd name="connsiteY15" fmla="*/ 276342 h 3547556"/>
              <a:gd name="connsiteX0" fmla="*/ 444012 w 4158521"/>
              <a:gd name="connsiteY0" fmla="*/ 0 h 3547556"/>
              <a:gd name="connsiteX1" fmla="*/ 463988 w 4158521"/>
              <a:gd name="connsiteY1" fmla="*/ 510774 h 3547556"/>
              <a:gd name="connsiteX2" fmla="*/ 235204 w 4158521"/>
              <a:gd name="connsiteY2" fmla="*/ 1073617 h 3547556"/>
              <a:gd name="connsiteX3" fmla="*/ 8101 w 4158521"/>
              <a:gd name="connsiteY3" fmla="*/ 1892512 h 3547556"/>
              <a:gd name="connsiteX4" fmla="*/ 77248 w 4158521"/>
              <a:gd name="connsiteY4" fmla="*/ 2423030 h 3547556"/>
              <a:gd name="connsiteX5" fmla="*/ 330534 w 4158521"/>
              <a:gd name="connsiteY5" fmla="*/ 2897379 h 3547556"/>
              <a:gd name="connsiteX6" fmla="*/ 858989 w 4158521"/>
              <a:gd name="connsiteY6" fmla="*/ 3064575 h 3547556"/>
              <a:gd name="connsiteX7" fmla="*/ 1384355 w 4158521"/>
              <a:gd name="connsiteY7" fmla="*/ 3532242 h 3547556"/>
              <a:gd name="connsiteX8" fmla="*/ 1905236 w 4158521"/>
              <a:gd name="connsiteY8" fmla="*/ 3358086 h 3547556"/>
              <a:gd name="connsiteX9" fmla="*/ 2432004 w 4158521"/>
              <a:gd name="connsiteY9" fmla="*/ 2619733 h 3547556"/>
              <a:gd name="connsiteX10" fmla="*/ 2952228 w 4158521"/>
              <a:gd name="connsiteY10" fmla="*/ 2254727 h 3547556"/>
              <a:gd name="connsiteX11" fmla="*/ 3319471 w 4158521"/>
              <a:gd name="connsiteY11" fmla="*/ 1816333 h 3547556"/>
              <a:gd name="connsiteX12" fmla="*/ 3552620 w 4158521"/>
              <a:gd name="connsiteY12" fmla="*/ 1331001 h 3547556"/>
              <a:gd name="connsiteX13" fmla="*/ 3714165 w 4158521"/>
              <a:gd name="connsiteY13" fmla="*/ 1023819 h 3547556"/>
              <a:gd name="connsiteX14" fmla="*/ 3831798 w 4158521"/>
              <a:gd name="connsiteY14" fmla="*/ 716638 h 3547556"/>
              <a:gd name="connsiteX15" fmla="*/ 4158521 w 4158521"/>
              <a:gd name="connsiteY15" fmla="*/ 276342 h 3547556"/>
              <a:gd name="connsiteX0" fmla="*/ 457965 w 4172474"/>
              <a:gd name="connsiteY0" fmla="*/ 0 h 3547556"/>
              <a:gd name="connsiteX1" fmla="*/ 477941 w 4172474"/>
              <a:gd name="connsiteY1" fmla="*/ 510774 h 3547556"/>
              <a:gd name="connsiteX2" fmla="*/ 450557 w 4172474"/>
              <a:gd name="connsiteY2" fmla="*/ 1114757 h 3547556"/>
              <a:gd name="connsiteX3" fmla="*/ 22054 w 4172474"/>
              <a:gd name="connsiteY3" fmla="*/ 1892512 h 3547556"/>
              <a:gd name="connsiteX4" fmla="*/ 91201 w 4172474"/>
              <a:gd name="connsiteY4" fmla="*/ 2423030 h 3547556"/>
              <a:gd name="connsiteX5" fmla="*/ 344487 w 4172474"/>
              <a:gd name="connsiteY5" fmla="*/ 2897379 h 3547556"/>
              <a:gd name="connsiteX6" fmla="*/ 872942 w 4172474"/>
              <a:gd name="connsiteY6" fmla="*/ 3064575 h 3547556"/>
              <a:gd name="connsiteX7" fmla="*/ 1398308 w 4172474"/>
              <a:gd name="connsiteY7" fmla="*/ 3532242 h 3547556"/>
              <a:gd name="connsiteX8" fmla="*/ 1919189 w 4172474"/>
              <a:gd name="connsiteY8" fmla="*/ 3358086 h 3547556"/>
              <a:gd name="connsiteX9" fmla="*/ 2445957 w 4172474"/>
              <a:gd name="connsiteY9" fmla="*/ 2619733 h 3547556"/>
              <a:gd name="connsiteX10" fmla="*/ 2966181 w 4172474"/>
              <a:gd name="connsiteY10" fmla="*/ 2254727 h 3547556"/>
              <a:gd name="connsiteX11" fmla="*/ 3333424 w 4172474"/>
              <a:gd name="connsiteY11" fmla="*/ 1816333 h 3547556"/>
              <a:gd name="connsiteX12" fmla="*/ 3566573 w 4172474"/>
              <a:gd name="connsiteY12" fmla="*/ 1331001 h 3547556"/>
              <a:gd name="connsiteX13" fmla="*/ 3728118 w 4172474"/>
              <a:gd name="connsiteY13" fmla="*/ 1023819 h 3547556"/>
              <a:gd name="connsiteX14" fmla="*/ 3845751 w 4172474"/>
              <a:gd name="connsiteY14" fmla="*/ 716638 h 3547556"/>
              <a:gd name="connsiteX15" fmla="*/ 4172474 w 4172474"/>
              <a:gd name="connsiteY15" fmla="*/ 276342 h 3547556"/>
              <a:gd name="connsiteX0" fmla="*/ 376036 w 4090545"/>
              <a:gd name="connsiteY0" fmla="*/ 0 h 3547556"/>
              <a:gd name="connsiteX1" fmla="*/ 396012 w 4090545"/>
              <a:gd name="connsiteY1" fmla="*/ 510774 h 3547556"/>
              <a:gd name="connsiteX2" fmla="*/ 368628 w 4090545"/>
              <a:gd name="connsiteY2" fmla="*/ 1114757 h 3547556"/>
              <a:gd name="connsiteX3" fmla="*/ 85077 w 4090545"/>
              <a:gd name="connsiteY3" fmla="*/ 1796348 h 3547556"/>
              <a:gd name="connsiteX4" fmla="*/ 9272 w 4090545"/>
              <a:gd name="connsiteY4" fmla="*/ 2423030 h 3547556"/>
              <a:gd name="connsiteX5" fmla="*/ 262558 w 4090545"/>
              <a:gd name="connsiteY5" fmla="*/ 2897379 h 3547556"/>
              <a:gd name="connsiteX6" fmla="*/ 791013 w 4090545"/>
              <a:gd name="connsiteY6" fmla="*/ 3064575 h 3547556"/>
              <a:gd name="connsiteX7" fmla="*/ 1316379 w 4090545"/>
              <a:gd name="connsiteY7" fmla="*/ 3532242 h 3547556"/>
              <a:gd name="connsiteX8" fmla="*/ 1837260 w 4090545"/>
              <a:gd name="connsiteY8" fmla="*/ 3358086 h 3547556"/>
              <a:gd name="connsiteX9" fmla="*/ 2364028 w 4090545"/>
              <a:gd name="connsiteY9" fmla="*/ 2619733 h 3547556"/>
              <a:gd name="connsiteX10" fmla="*/ 2884252 w 4090545"/>
              <a:gd name="connsiteY10" fmla="*/ 2254727 h 3547556"/>
              <a:gd name="connsiteX11" fmla="*/ 3251495 w 4090545"/>
              <a:gd name="connsiteY11" fmla="*/ 1816333 h 3547556"/>
              <a:gd name="connsiteX12" fmla="*/ 3484644 w 4090545"/>
              <a:gd name="connsiteY12" fmla="*/ 1331001 h 3547556"/>
              <a:gd name="connsiteX13" fmla="*/ 3646189 w 4090545"/>
              <a:gd name="connsiteY13" fmla="*/ 1023819 h 3547556"/>
              <a:gd name="connsiteX14" fmla="*/ 3763822 w 4090545"/>
              <a:gd name="connsiteY14" fmla="*/ 716638 h 3547556"/>
              <a:gd name="connsiteX15" fmla="*/ 4090545 w 4090545"/>
              <a:gd name="connsiteY15" fmla="*/ 276342 h 3547556"/>
              <a:gd name="connsiteX0" fmla="*/ 309383 w 4023892"/>
              <a:gd name="connsiteY0" fmla="*/ 0 h 3547556"/>
              <a:gd name="connsiteX1" fmla="*/ 329359 w 4023892"/>
              <a:gd name="connsiteY1" fmla="*/ 510774 h 3547556"/>
              <a:gd name="connsiteX2" fmla="*/ 301975 w 4023892"/>
              <a:gd name="connsiteY2" fmla="*/ 1114757 h 3547556"/>
              <a:gd name="connsiteX3" fmla="*/ 18424 w 4023892"/>
              <a:gd name="connsiteY3" fmla="*/ 1796348 h 3547556"/>
              <a:gd name="connsiteX4" fmla="*/ 46143 w 4023892"/>
              <a:gd name="connsiteY4" fmla="*/ 2295614 h 3547556"/>
              <a:gd name="connsiteX5" fmla="*/ 195905 w 4023892"/>
              <a:gd name="connsiteY5" fmla="*/ 2897379 h 3547556"/>
              <a:gd name="connsiteX6" fmla="*/ 724360 w 4023892"/>
              <a:gd name="connsiteY6" fmla="*/ 3064575 h 3547556"/>
              <a:gd name="connsiteX7" fmla="*/ 1249726 w 4023892"/>
              <a:gd name="connsiteY7" fmla="*/ 3532242 h 3547556"/>
              <a:gd name="connsiteX8" fmla="*/ 1770607 w 4023892"/>
              <a:gd name="connsiteY8" fmla="*/ 3358086 h 3547556"/>
              <a:gd name="connsiteX9" fmla="*/ 2297375 w 4023892"/>
              <a:gd name="connsiteY9" fmla="*/ 2619733 h 3547556"/>
              <a:gd name="connsiteX10" fmla="*/ 2817599 w 4023892"/>
              <a:gd name="connsiteY10" fmla="*/ 2254727 h 3547556"/>
              <a:gd name="connsiteX11" fmla="*/ 3184842 w 4023892"/>
              <a:gd name="connsiteY11" fmla="*/ 1816333 h 3547556"/>
              <a:gd name="connsiteX12" fmla="*/ 3417991 w 4023892"/>
              <a:gd name="connsiteY12" fmla="*/ 1331001 h 3547556"/>
              <a:gd name="connsiteX13" fmla="*/ 3579536 w 4023892"/>
              <a:gd name="connsiteY13" fmla="*/ 1023819 h 3547556"/>
              <a:gd name="connsiteX14" fmla="*/ 3697169 w 4023892"/>
              <a:gd name="connsiteY14" fmla="*/ 716638 h 3547556"/>
              <a:gd name="connsiteX15" fmla="*/ 4023892 w 4023892"/>
              <a:gd name="connsiteY15" fmla="*/ 276342 h 3547556"/>
              <a:gd name="connsiteX0" fmla="*/ 312977 w 4027486"/>
              <a:gd name="connsiteY0" fmla="*/ 0 h 3547556"/>
              <a:gd name="connsiteX1" fmla="*/ 332953 w 4027486"/>
              <a:gd name="connsiteY1" fmla="*/ 510774 h 3547556"/>
              <a:gd name="connsiteX2" fmla="*/ 305569 w 4027486"/>
              <a:gd name="connsiteY2" fmla="*/ 1114757 h 3547556"/>
              <a:gd name="connsiteX3" fmla="*/ 22018 w 4027486"/>
              <a:gd name="connsiteY3" fmla="*/ 1796348 h 3547556"/>
              <a:gd name="connsiteX4" fmla="*/ 49737 w 4027486"/>
              <a:gd name="connsiteY4" fmla="*/ 2295614 h 3547556"/>
              <a:gd name="connsiteX5" fmla="*/ 295614 w 4027486"/>
              <a:gd name="connsiteY5" fmla="*/ 2792281 h 3547556"/>
              <a:gd name="connsiteX6" fmla="*/ 727954 w 4027486"/>
              <a:gd name="connsiteY6" fmla="*/ 3064575 h 3547556"/>
              <a:gd name="connsiteX7" fmla="*/ 1253320 w 4027486"/>
              <a:gd name="connsiteY7" fmla="*/ 3532242 h 3547556"/>
              <a:gd name="connsiteX8" fmla="*/ 1774201 w 4027486"/>
              <a:gd name="connsiteY8" fmla="*/ 3358086 h 3547556"/>
              <a:gd name="connsiteX9" fmla="*/ 2300969 w 4027486"/>
              <a:gd name="connsiteY9" fmla="*/ 2619733 h 3547556"/>
              <a:gd name="connsiteX10" fmla="*/ 2821193 w 4027486"/>
              <a:gd name="connsiteY10" fmla="*/ 2254727 h 3547556"/>
              <a:gd name="connsiteX11" fmla="*/ 3188436 w 4027486"/>
              <a:gd name="connsiteY11" fmla="*/ 1816333 h 3547556"/>
              <a:gd name="connsiteX12" fmla="*/ 3421585 w 4027486"/>
              <a:gd name="connsiteY12" fmla="*/ 1331001 h 3547556"/>
              <a:gd name="connsiteX13" fmla="*/ 3583130 w 4027486"/>
              <a:gd name="connsiteY13" fmla="*/ 1023819 h 3547556"/>
              <a:gd name="connsiteX14" fmla="*/ 3700763 w 4027486"/>
              <a:gd name="connsiteY14" fmla="*/ 716638 h 3547556"/>
              <a:gd name="connsiteX15" fmla="*/ 4027486 w 4027486"/>
              <a:gd name="connsiteY15" fmla="*/ 276342 h 3547556"/>
              <a:gd name="connsiteX0" fmla="*/ 312977 w 4027486"/>
              <a:gd name="connsiteY0" fmla="*/ 0 h 3814033"/>
              <a:gd name="connsiteX1" fmla="*/ 332953 w 4027486"/>
              <a:gd name="connsiteY1" fmla="*/ 510774 h 3814033"/>
              <a:gd name="connsiteX2" fmla="*/ 305569 w 4027486"/>
              <a:gd name="connsiteY2" fmla="*/ 1114757 h 3814033"/>
              <a:gd name="connsiteX3" fmla="*/ 22018 w 4027486"/>
              <a:gd name="connsiteY3" fmla="*/ 1796348 h 3814033"/>
              <a:gd name="connsiteX4" fmla="*/ 49737 w 4027486"/>
              <a:gd name="connsiteY4" fmla="*/ 2295614 h 3814033"/>
              <a:gd name="connsiteX5" fmla="*/ 295614 w 4027486"/>
              <a:gd name="connsiteY5" fmla="*/ 2792281 h 3814033"/>
              <a:gd name="connsiteX6" fmla="*/ 727954 w 4027486"/>
              <a:gd name="connsiteY6" fmla="*/ 3064575 h 3814033"/>
              <a:gd name="connsiteX7" fmla="*/ 1329484 w 4027486"/>
              <a:gd name="connsiteY7" fmla="*/ 3808744 h 3814033"/>
              <a:gd name="connsiteX8" fmla="*/ 1774201 w 4027486"/>
              <a:gd name="connsiteY8" fmla="*/ 3358086 h 3814033"/>
              <a:gd name="connsiteX9" fmla="*/ 2300969 w 4027486"/>
              <a:gd name="connsiteY9" fmla="*/ 2619733 h 3814033"/>
              <a:gd name="connsiteX10" fmla="*/ 2821193 w 4027486"/>
              <a:gd name="connsiteY10" fmla="*/ 2254727 h 3814033"/>
              <a:gd name="connsiteX11" fmla="*/ 3188436 w 4027486"/>
              <a:gd name="connsiteY11" fmla="*/ 1816333 h 3814033"/>
              <a:gd name="connsiteX12" fmla="*/ 3421585 w 4027486"/>
              <a:gd name="connsiteY12" fmla="*/ 1331001 h 3814033"/>
              <a:gd name="connsiteX13" fmla="*/ 3583130 w 4027486"/>
              <a:gd name="connsiteY13" fmla="*/ 1023819 h 3814033"/>
              <a:gd name="connsiteX14" fmla="*/ 3700763 w 4027486"/>
              <a:gd name="connsiteY14" fmla="*/ 716638 h 3814033"/>
              <a:gd name="connsiteX15" fmla="*/ 4027486 w 4027486"/>
              <a:gd name="connsiteY15" fmla="*/ 276342 h 3814033"/>
              <a:gd name="connsiteX0" fmla="*/ 186400 w 4027486"/>
              <a:gd name="connsiteY0" fmla="*/ 0 h 3886682"/>
              <a:gd name="connsiteX1" fmla="*/ 332953 w 4027486"/>
              <a:gd name="connsiteY1" fmla="*/ 583425 h 3886682"/>
              <a:gd name="connsiteX2" fmla="*/ 305569 w 4027486"/>
              <a:gd name="connsiteY2" fmla="*/ 1187408 h 3886682"/>
              <a:gd name="connsiteX3" fmla="*/ 22018 w 4027486"/>
              <a:gd name="connsiteY3" fmla="*/ 1868999 h 3886682"/>
              <a:gd name="connsiteX4" fmla="*/ 49737 w 4027486"/>
              <a:gd name="connsiteY4" fmla="*/ 2368265 h 3886682"/>
              <a:gd name="connsiteX5" fmla="*/ 295614 w 4027486"/>
              <a:gd name="connsiteY5" fmla="*/ 2864932 h 3886682"/>
              <a:gd name="connsiteX6" fmla="*/ 727954 w 4027486"/>
              <a:gd name="connsiteY6" fmla="*/ 3137226 h 3886682"/>
              <a:gd name="connsiteX7" fmla="*/ 1329484 w 4027486"/>
              <a:gd name="connsiteY7" fmla="*/ 3881395 h 3886682"/>
              <a:gd name="connsiteX8" fmla="*/ 1774201 w 4027486"/>
              <a:gd name="connsiteY8" fmla="*/ 3430737 h 3886682"/>
              <a:gd name="connsiteX9" fmla="*/ 2300969 w 4027486"/>
              <a:gd name="connsiteY9" fmla="*/ 2692384 h 3886682"/>
              <a:gd name="connsiteX10" fmla="*/ 2821193 w 4027486"/>
              <a:gd name="connsiteY10" fmla="*/ 2327378 h 3886682"/>
              <a:gd name="connsiteX11" fmla="*/ 3188436 w 4027486"/>
              <a:gd name="connsiteY11" fmla="*/ 1888984 h 3886682"/>
              <a:gd name="connsiteX12" fmla="*/ 3421585 w 4027486"/>
              <a:gd name="connsiteY12" fmla="*/ 1403652 h 3886682"/>
              <a:gd name="connsiteX13" fmla="*/ 3583130 w 4027486"/>
              <a:gd name="connsiteY13" fmla="*/ 1096470 h 3886682"/>
              <a:gd name="connsiteX14" fmla="*/ 3700763 w 4027486"/>
              <a:gd name="connsiteY14" fmla="*/ 789289 h 3886682"/>
              <a:gd name="connsiteX15" fmla="*/ 4027486 w 4027486"/>
              <a:gd name="connsiteY15" fmla="*/ 348993 h 3886682"/>
              <a:gd name="connsiteX0" fmla="*/ 186400 w 4027486"/>
              <a:gd name="connsiteY0" fmla="*/ 0 h 3886683"/>
              <a:gd name="connsiteX1" fmla="*/ 179971 w 4027486"/>
              <a:gd name="connsiteY1" fmla="*/ 585574 h 3886683"/>
              <a:gd name="connsiteX2" fmla="*/ 305569 w 4027486"/>
              <a:gd name="connsiteY2" fmla="*/ 1187408 h 3886683"/>
              <a:gd name="connsiteX3" fmla="*/ 22018 w 4027486"/>
              <a:gd name="connsiteY3" fmla="*/ 1868999 h 3886683"/>
              <a:gd name="connsiteX4" fmla="*/ 49737 w 4027486"/>
              <a:gd name="connsiteY4" fmla="*/ 2368265 h 3886683"/>
              <a:gd name="connsiteX5" fmla="*/ 295614 w 4027486"/>
              <a:gd name="connsiteY5" fmla="*/ 2864932 h 3886683"/>
              <a:gd name="connsiteX6" fmla="*/ 727954 w 4027486"/>
              <a:gd name="connsiteY6" fmla="*/ 3137226 h 3886683"/>
              <a:gd name="connsiteX7" fmla="*/ 1329484 w 4027486"/>
              <a:gd name="connsiteY7" fmla="*/ 3881395 h 3886683"/>
              <a:gd name="connsiteX8" fmla="*/ 1774201 w 4027486"/>
              <a:gd name="connsiteY8" fmla="*/ 3430737 h 3886683"/>
              <a:gd name="connsiteX9" fmla="*/ 2300969 w 4027486"/>
              <a:gd name="connsiteY9" fmla="*/ 2692384 h 3886683"/>
              <a:gd name="connsiteX10" fmla="*/ 2821193 w 4027486"/>
              <a:gd name="connsiteY10" fmla="*/ 2327378 h 3886683"/>
              <a:gd name="connsiteX11" fmla="*/ 3188436 w 4027486"/>
              <a:gd name="connsiteY11" fmla="*/ 1888984 h 3886683"/>
              <a:gd name="connsiteX12" fmla="*/ 3421585 w 4027486"/>
              <a:gd name="connsiteY12" fmla="*/ 1403652 h 3886683"/>
              <a:gd name="connsiteX13" fmla="*/ 3583130 w 4027486"/>
              <a:gd name="connsiteY13" fmla="*/ 1096470 h 3886683"/>
              <a:gd name="connsiteX14" fmla="*/ 3700763 w 4027486"/>
              <a:gd name="connsiteY14" fmla="*/ 789289 h 3886683"/>
              <a:gd name="connsiteX15" fmla="*/ 4027486 w 4027486"/>
              <a:gd name="connsiteY15" fmla="*/ 348993 h 3886683"/>
              <a:gd name="connsiteX0" fmla="*/ 260231 w 4101317"/>
              <a:gd name="connsiteY0" fmla="*/ 0 h 3886683"/>
              <a:gd name="connsiteX1" fmla="*/ 253802 w 4101317"/>
              <a:gd name="connsiteY1" fmla="*/ 585574 h 3886683"/>
              <a:gd name="connsiteX2" fmla="*/ 4464 w 4101317"/>
              <a:gd name="connsiteY2" fmla="*/ 1077942 h 3886683"/>
              <a:gd name="connsiteX3" fmla="*/ 95849 w 4101317"/>
              <a:gd name="connsiteY3" fmla="*/ 1868999 h 3886683"/>
              <a:gd name="connsiteX4" fmla="*/ 123568 w 4101317"/>
              <a:gd name="connsiteY4" fmla="*/ 2368265 h 3886683"/>
              <a:gd name="connsiteX5" fmla="*/ 369445 w 4101317"/>
              <a:gd name="connsiteY5" fmla="*/ 2864932 h 3886683"/>
              <a:gd name="connsiteX6" fmla="*/ 801785 w 4101317"/>
              <a:gd name="connsiteY6" fmla="*/ 3137226 h 3886683"/>
              <a:gd name="connsiteX7" fmla="*/ 1403315 w 4101317"/>
              <a:gd name="connsiteY7" fmla="*/ 3881395 h 3886683"/>
              <a:gd name="connsiteX8" fmla="*/ 1848032 w 4101317"/>
              <a:gd name="connsiteY8" fmla="*/ 3430737 h 3886683"/>
              <a:gd name="connsiteX9" fmla="*/ 2374800 w 4101317"/>
              <a:gd name="connsiteY9" fmla="*/ 2692384 h 3886683"/>
              <a:gd name="connsiteX10" fmla="*/ 2895024 w 4101317"/>
              <a:gd name="connsiteY10" fmla="*/ 2327378 h 3886683"/>
              <a:gd name="connsiteX11" fmla="*/ 3262267 w 4101317"/>
              <a:gd name="connsiteY11" fmla="*/ 1888984 h 3886683"/>
              <a:gd name="connsiteX12" fmla="*/ 3495416 w 4101317"/>
              <a:gd name="connsiteY12" fmla="*/ 1403652 h 3886683"/>
              <a:gd name="connsiteX13" fmla="*/ 3656961 w 4101317"/>
              <a:gd name="connsiteY13" fmla="*/ 1096470 h 3886683"/>
              <a:gd name="connsiteX14" fmla="*/ 3774594 w 4101317"/>
              <a:gd name="connsiteY14" fmla="*/ 789289 h 3886683"/>
              <a:gd name="connsiteX15" fmla="*/ 4101317 w 4101317"/>
              <a:gd name="connsiteY15" fmla="*/ 348993 h 3886683"/>
              <a:gd name="connsiteX0" fmla="*/ 295824 w 4136910"/>
              <a:gd name="connsiteY0" fmla="*/ 0 h 3886683"/>
              <a:gd name="connsiteX1" fmla="*/ 289395 w 4136910"/>
              <a:gd name="connsiteY1" fmla="*/ 585574 h 3886683"/>
              <a:gd name="connsiteX2" fmla="*/ 40057 w 4136910"/>
              <a:gd name="connsiteY2" fmla="*/ 1077942 h 3886683"/>
              <a:gd name="connsiteX3" fmla="*/ 12057 w 4136910"/>
              <a:gd name="connsiteY3" fmla="*/ 1959078 h 3886683"/>
              <a:gd name="connsiteX4" fmla="*/ 159161 w 4136910"/>
              <a:gd name="connsiteY4" fmla="*/ 2368265 h 3886683"/>
              <a:gd name="connsiteX5" fmla="*/ 405038 w 4136910"/>
              <a:gd name="connsiteY5" fmla="*/ 2864932 h 3886683"/>
              <a:gd name="connsiteX6" fmla="*/ 837378 w 4136910"/>
              <a:gd name="connsiteY6" fmla="*/ 3137226 h 3886683"/>
              <a:gd name="connsiteX7" fmla="*/ 1438908 w 4136910"/>
              <a:gd name="connsiteY7" fmla="*/ 3881395 h 3886683"/>
              <a:gd name="connsiteX8" fmla="*/ 1883625 w 4136910"/>
              <a:gd name="connsiteY8" fmla="*/ 3430737 h 3886683"/>
              <a:gd name="connsiteX9" fmla="*/ 2410393 w 4136910"/>
              <a:gd name="connsiteY9" fmla="*/ 2692384 h 3886683"/>
              <a:gd name="connsiteX10" fmla="*/ 2930617 w 4136910"/>
              <a:gd name="connsiteY10" fmla="*/ 2327378 h 3886683"/>
              <a:gd name="connsiteX11" fmla="*/ 3297860 w 4136910"/>
              <a:gd name="connsiteY11" fmla="*/ 1888984 h 3886683"/>
              <a:gd name="connsiteX12" fmla="*/ 3531009 w 4136910"/>
              <a:gd name="connsiteY12" fmla="*/ 1403652 h 3886683"/>
              <a:gd name="connsiteX13" fmla="*/ 3692554 w 4136910"/>
              <a:gd name="connsiteY13" fmla="*/ 1096470 h 3886683"/>
              <a:gd name="connsiteX14" fmla="*/ 3810187 w 4136910"/>
              <a:gd name="connsiteY14" fmla="*/ 789289 h 3886683"/>
              <a:gd name="connsiteX15" fmla="*/ 4136910 w 4136910"/>
              <a:gd name="connsiteY15" fmla="*/ 348993 h 3886683"/>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3810187 w 4136910"/>
              <a:gd name="connsiteY14" fmla="*/ 789289 h 3883449"/>
              <a:gd name="connsiteX15" fmla="*/ 4136910 w 4136910"/>
              <a:gd name="connsiteY15" fmla="*/ 348993 h 3883449"/>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4136910 w 4136910"/>
              <a:gd name="connsiteY14" fmla="*/ 348993 h 3883449"/>
              <a:gd name="connsiteX0" fmla="*/ 295824 w 4136910"/>
              <a:gd name="connsiteY0" fmla="*/ 0 h 3881789"/>
              <a:gd name="connsiteX1" fmla="*/ 289395 w 4136910"/>
              <a:gd name="connsiteY1" fmla="*/ 585574 h 3881789"/>
              <a:gd name="connsiteX2" fmla="*/ 40057 w 4136910"/>
              <a:gd name="connsiteY2" fmla="*/ 1077942 h 3881789"/>
              <a:gd name="connsiteX3" fmla="*/ 12057 w 4136910"/>
              <a:gd name="connsiteY3" fmla="*/ 1959078 h 3881789"/>
              <a:gd name="connsiteX4" fmla="*/ 159161 w 4136910"/>
              <a:gd name="connsiteY4" fmla="*/ 2368265 h 3881789"/>
              <a:gd name="connsiteX5" fmla="*/ 405038 w 4136910"/>
              <a:gd name="connsiteY5" fmla="*/ 2864932 h 3881789"/>
              <a:gd name="connsiteX6" fmla="*/ 1000888 w 4136910"/>
              <a:gd name="connsiteY6" fmla="*/ 3358678 h 3881789"/>
              <a:gd name="connsiteX7" fmla="*/ 1438908 w 4136910"/>
              <a:gd name="connsiteY7" fmla="*/ 3881395 h 3881789"/>
              <a:gd name="connsiteX8" fmla="*/ 1883625 w 4136910"/>
              <a:gd name="connsiteY8" fmla="*/ 3430737 h 3881789"/>
              <a:gd name="connsiteX9" fmla="*/ 2410393 w 4136910"/>
              <a:gd name="connsiteY9" fmla="*/ 2692384 h 3881789"/>
              <a:gd name="connsiteX10" fmla="*/ 2930617 w 4136910"/>
              <a:gd name="connsiteY10" fmla="*/ 2327378 h 3881789"/>
              <a:gd name="connsiteX11" fmla="*/ 3297860 w 4136910"/>
              <a:gd name="connsiteY11" fmla="*/ 1888984 h 3881789"/>
              <a:gd name="connsiteX12" fmla="*/ 3531009 w 4136910"/>
              <a:gd name="connsiteY12" fmla="*/ 1403652 h 3881789"/>
              <a:gd name="connsiteX13" fmla="*/ 3692554 w 4136910"/>
              <a:gd name="connsiteY13" fmla="*/ 1096470 h 3881789"/>
              <a:gd name="connsiteX14" fmla="*/ 4136910 w 4136910"/>
              <a:gd name="connsiteY14" fmla="*/ 348993 h 3881789"/>
              <a:gd name="connsiteX0" fmla="*/ 295824 w 3692554"/>
              <a:gd name="connsiteY0" fmla="*/ 0 h 3881789"/>
              <a:gd name="connsiteX1" fmla="*/ 289395 w 3692554"/>
              <a:gd name="connsiteY1" fmla="*/ 585574 h 3881789"/>
              <a:gd name="connsiteX2" fmla="*/ 40057 w 3692554"/>
              <a:gd name="connsiteY2" fmla="*/ 1077942 h 3881789"/>
              <a:gd name="connsiteX3" fmla="*/ 12057 w 3692554"/>
              <a:gd name="connsiteY3" fmla="*/ 1959078 h 3881789"/>
              <a:gd name="connsiteX4" fmla="*/ 159161 w 3692554"/>
              <a:gd name="connsiteY4" fmla="*/ 2368265 h 3881789"/>
              <a:gd name="connsiteX5" fmla="*/ 405038 w 3692554"/>
              <a:gd name="connsiteY5" fmla="*/ 2864932 h 3881789"/>
              <a:gd name="connsiteX6" fmla="*/ 1000888 w 3692554"/>
              <a:gd name="connsiteY6" fmla="*/ 3358678 h 3881789"/>
              <a:gd name="connsiteX7" fmla="*/ 1438908 w 3692554"/>
              <a:gd name="connsiteY7" fmla="*/ 3881395 h 3881789"/>
              <a:gd name="connsiteX8" fmla="*/ 1883625 w 3692554"/>
              <a:gd name="connsiteY8" fmla="*/ 3430737 h 3881789"/>
              <a:gd name="connsiteX9" fmla="*/ 2410393 w 3692554"/>
              <a:gd name="connsiteY9" fmla="*/ 2692384 h 3881789"/>
              <a:gd name="connsiteX10" fmla="*/ 2930617 w 3692554"/>
              <a:gd name="connsiteY10" fmla="*/ 2327378 h 3881789"/>
              <a:gd name="connsiteX11" fmla="*/ 3297860 w 3692554"/>
              <a:gd name="connsiteY11" fmla="*/ 1888984 h 3881789"/>
              <a:gd name="connsiteX12" fmla="*/ 3531009 w 3692554"/>
              <a:gd name="connsiteY12" fmla="*/ 1403652 h 3881789"/>
              <a:gd name="connsiteX13" fmla="*/ 3692554 w 3692554"/>
              <a:gd name="connsiteY13" fmla="*/ 1096470 h 3881789"/>
              <a:gd name="connsiteX0" fmla="*/ 295824 w 3531009"/>
              <a:gd name="connsiteY0" fmla="*/ 0 h 3881789"/>
              <a:gd name="connsiteX1" fmla="*/ 289395 w 3531009"/>
              <a:gd name="connsiteY1" fmla="*/ 585574 h 3881789"/>
              <a:gd name="connsiteX2" fmla="*/ 40057 w 3531009"/>
              <a:gd name="connsiteY2" fmla="*/ 1077942 h 3881789"/>
              <a:gd name="connsiteX3" fmla="*/ 12057 w 3531009"/>
              <a:gd name="connsiteY3" fmla="*/ 1959078 h 3881789"/>
              <a:gd name="connsiteX4" fmla="*/ 159161 w 3531009"/>
              <a:gd name="connsiteY4" fmla="*/ 2368265 h 3881789"/>
              <a:gd name="connsiteX5" fmla="*/ 405038 w 3531009"/>
              <a:gd name="connsiteY5" fmla="*/ 2864932 h 3881789"/>
              <a:gd name="connsiteX6" fmla="*/ 1000888 w 3531009"/>
              <a:gd name="connsiteY6" fmla="*/ 3358678 h 3881789"/>
              <a:gd name="connsiteX7" fmla="*/ 1438908 w 3531009"/>
              <a:gd name="connsiteY7" fmla="*/ 3881395 h 3881789"/>
              <a:gd name="connsiteX8" fmla="*/ 1883625 w 3531009"/>
              <a:gd name="connsiteY8" fmla="*/ 3430737 h 3881789"/>
              <a:gd name="connsiteX9" fmla="*/ 2410393 w 3531009"/>
              <a:gd name="connsiteY9" fmla="*/ 2692384 h 3881789"/>
              <a:gd name="connsiteX10" fmla="*/ 2930617 w 3531009"/>
              <a:gd name="connsiteY10" fmla="*/ 2327378 h 3881789"/>
              <a:gd name="connsiteX11" fmla="*/ 3297860 w 3531009"/>
              <a:gd name="connsiteY11" fmla="*/ 1888984 h 3881789"/>
              <a:gd name="connsiteX12" fmla="*/ 3531009 w 3531009"/>
              <a:gd name="connsiteY12" fmla="*/ 1403652 h 3881789"/>
              <a:gd name="connsiteX0" fmla="*/ 295824 w 3308880"/>
              <a:gd name="connsiteY0" fmla="*/ 0 h 3881789"/>
              <a:gd name="connsiteX1" fmla="*/ 289395 w 3308880"/>
              <a:gd name="connsiteY1" fmla="*/ 585574 h 3881789"/>
              <a:gd name="connsiteX2" fmla="*/ 40057 w 3308880"/>
              <a:gd name="connsiteY2" fmla="*/ 1077942 h 3881789"/>
              <a:gd name="connsiteX3" fmla="*/ 12057 w 3308880"/>
              <a:gd name="connsiteY3" fmla="*/ 1959078 h 3881789"/>
              <a:gd name="connsiteX4" fmla="*/ 159161 w 3308880"/>
              <a:gd name="connsiteY4" fmla="*/ 2368265 h 3881789"/>
              <a:gd name="connsiteX5" fmla="*/ 405038 w 3308880"/>
              <a:gd name="connsiteY5" fmla="*/ 2864932 h 3881789"/>
              <a:gd name="connsiteX6" fmla="*/ 1000888 w 3308880"/>
              <a:gd name="connsiteY6" fmla="*/ 3358678 h 3881789"/>
              <a:gd name="connsiteX7" fmla="*/ 1438908 w 3308880"/>
              <a:gd name="connsiteY7" fmla="*/ 3881395 h 3881789"/>
              <a:gd name="connsiteX8" fmla="*/ 1883625 w 3308880"/>
              <a:gd name="connsiteY8" fmla="*/ 3430737 h 3881789"/>
              <a:gd name="connsiteX9" fmla="*/ 2410393 w 3308880"/>
              <a:gd name="connsiteY9" fmla="*/ 2692384 h 3881789"/>
              <a:gd name="connsiteX10" fmla="*/ 2930617 w 3308880"/>
              <a:gd name="connsiteY10" fmla="*/ 2327378 h 3881789"/>
              <a:gd name="connsiteX11" fmla="*/ 3297860 w 3308880"/>
              <a:gd name="connsiteY11" fmla="*/ 1888984 h 3881789"/>
              <a:gd name="connsiteX12" fmla="*/ 3253346 w 3308880"/>
              <a:gd name="connsiteY12" fmla="*/ 1010663 h 3881789"/>
              <a:gd name="connsiteX0" fmla="*/ 295824 w 3253346"/>
              <a:gd name="connsiteY0" fmla="*/ 0 h 3881789"/>
              <a:gd name="connsiteX1" fmla="*/ 289395 w 3253346"/>
              <a:gd name="connsiteY1" fmla="*/ 585574 h 3881789"/>
              <a:gd name="connsiteX2" fmla="*/ 40057 w 3253346"/>
              <a:gd name="connsiteY2" fmla="*/ 1077942 h 3881789"/>
              <a:gd name="connsiteX3" fmla="*/ 12057 w 3253346"/>
              <a:gd name="connsiteY3" fmla="*/ 1959078 h 3881789"/>
              <a:gd name="connsiteX4" fmla="*/ 159161 w 3253346"/>
              <a:gd name="connsiteY4" fmla="*/ 2368265 h 3881789"/>
              <a:gd name="connsiteX5" fmla="*/ 405038 w 3253346"/>
              <a:gd name="connsiteY5" fmla="*/ 2864932 h 3881789"/>
              <a:gd name="connsiteX6" fmla="*/ 1000888 w 3253346"/>
              <a:gd name="connsiteY6" fmla="*/ 3358678 h 3881789"/>
              <a:gd name="connsiteX7" fmla="*/ 1438908 w 3253346"/>
              <a:gd name="connsiteY7" fmla="*/ 3881395 h 3881789"/>
              <a:gd name="connsiteX8" fmla="*/ 1883625 w 3253346"/>
              <a:gd name="connsiteY8" fmla="*/ 3430737 h 3881789"/>
              <a:gd name="connsiteX9" fmla="*/ 2410393 w 3253346"/>
              <a:gd name="connsiteY9" fmla="*/ 2692384 h 3881789"/>
              <a:gd name="connsiteX10" fmla="*/ 2930617 w 3253346"/>
              <a:gd name="connsiteY10" fmla="*/ 2327378 h 3881789"/>
              <a:gd name="connsiteX11" fmla="*/ 3104190 w 3253346"/>
              <a:gd name="connsiteY11" fmla="*/ 1715817 h 3881789"/>
              <a:gd name="connsiteX12" fmla="*/ 3253346 w 3253346"/>
              <a:gd name="connsiteY12" fmla="*/ 1010663 h 3881789"/>
              <a:gd name="connsiteX0" fmla="*/ 295824 w 3253346"/>
              <a:gd name="connsiteY0" fmla="*/ 0 h 3881647"/>
              <a:gd name="connsiteX1" fmla="*/ 289395 w 3253346"/>
              <a:gd name="connsiteY1" fmla="*/ 585574 h 3881647"/>
              <a:gd name="connsiteX2" fmla="*/ 40057 w 3253346"/>
              <a:gd name="connsiteY2" fmla="*/ 1077942 h 3881647"/>
              <a:gd name="connsiteX3" fmla="*/ 12057 w 3253346"/>
              <a:gd name="connsiteY3" fmla="*/ 1959078 h 3881647"/>
              <a:gd name="connsiteX4" fmla="*/ 159161 w 3253346"/>
              <a:gd name="connsiteY4" fmla="*/ 2368265 h 3881647"/>
              <a:gd name="connsiteX5" fmla="*/ 405038 w 3253346"/>
              <a:gd name="connsiteY5" fmla="*/ 2864932 h 3881647"/>
              <a:gd name="connsiteX6" fmla="*/ 1146228 w 3253346"/>
              <a:gd name="connsiteY6" fmla="*/ 3373596 h 3881647"/>
              <a:gd name="connsiteX7" fmla="*/ 1438908 w 3253346"/>
              <a:gd name="connsiteY7" fmla="*/ 3881395 h 3881647"/>
              <a:gd name="connsiteX8" fmla="*/ 1883625 w 3253346"/>
              <a:gd name="connsiteY8" fmla="*/ 3430737 h 3881647"/>
              <a:gd name="connsiteX9" fmla="*/ 2410393 w 3253346"/>
              <a:gd name="connsiteY9" fmla="*/ 2692384 h 3881647"/>
              <a:gd name="connsiteX10" fmla="*/ 2930617 w 3253346"/>
              <a:gd name="connsiteY10" fmla="*/ 2327378 h 3881647"/>
              <a:gd name="connsiteX11" fmla="*/ 3104190 w 3253346"/>
              <a:gd name="connsiteY11" fmla="*/ 1715817 h 3881647"/>
              <a:gd name="connsiteX12" fmla="*/ 3253346 w 3253346"/>
              <a:gd name="connsiteY12" fmla="*/ 1010663 h 3881647"/>
              <a:gd name="connsiteX0" fmla="*/ 295824 w 3253346"/>
              <a:gd name="connsiteY0" fmla="*/ 0 h 3952112"/>
              <a:gd name="connsiteX1" fmla="*/ 289395 w 3253346"/>
              <a:gd name="connsiteY1" fmla="*/ 585574 h 3952112"/>
              <a:gd name="connsiteX2" fmla="*/ 40057 w 3253346"/>
              <a:gd name="connsiteY2" fmla="*/ 1077942 h 3952112"/>
              <a:gd name="connsiteX3" fmla="*/ 12057 w 3253346"/>
              <a:gd name="connsiteY3" fmla="*/ 1959078 h 3952112"/>
              <a:gd name="connsiteX4" fmla="*/ 159161 w 3253346"/>
              <a:gd name="connsiteY4" fmla="*/ 2368265 h 3952112"/>
              <a:gd name="connsiteX5" fmla="*/ 405038 w 3253346"/>
              <a:gd name="connsiteY5" fmla="*/ 2864932 h 3952112"/>
              <a:gd name="connsiteX6" fmla="*/ 1146228 w 3253346"/>
              <a:gd name="connsiteY6" fmla="*/ 3373596 h 3952112"/>
              <a:gd name="connsiteX7" fmla="*/ 1558701 w 3253346"/>
              <a:gd name="connsiteY7" fmla="*/ 3951905 h 3952112"/>
              <a:gd name="connsiteX8" fmla="*/ 1883625 w 3253346"/>
              <a:gd name="connsiteY8" fmla="*/ 3430737 h 3952112"/>
              <a:gd name="connsiteX9" fmla="*/ 2410393 w 3253346"/>
              <a:gd name="connsiteY9" fmla="*/ 2692384 h 3952112"/>
              <a:gd name="connsiteX10" fmla="*/ 2930617 w 3253346"/>
              <a:gd name="connsiteY10" fmla="*/ 2327378 h 3952112"/>
              <a:gd name="connsiteX11" fmla="*/ 3104190 w 3253346"/>
              <a:gd name="connsiteY11" fmla="*/ 1715817 h 3952112"/>
              <a:gd name="connsiteX12" fmla="*/ 3253346 w 3253346"/>
              <a:gd name="connsiteY12" fmla="*/ 1010663 h 3952112"/>
              <a:gd name="connsiteX0" fmla="*/ 309089 w 3266611"/>
              <a:gd name="connsiteY0" fmla="*/ 0 h 3952112"/>
              <a:gd name="connsiteX1" fmla="*/ 302660 w 3266611"/>
              <a:gd name="connsiteY1" fmla="*/ 585574 h 3952112"/>
              <a:gd name="connsiteX2" fmla="*/ 53322 w 3266611"/>
              <a:gd name="connsiteY2" fmla="*/ 1077942 h 3952112"/>
              <a:gd name="connsiteX3" fmla="*/ 8347 w 3266611"/>
              <a:gd name="connsiteY3" fmla="*/ 2142591 h 3952112"/>
              <a:gd name="connsiteX4" fmla="*/ 172426 w 3266611"/>
              <a:gd name="connsiteY4" fmla="*/ 2368265 h 3952112"/>
              <a:gd name="connsiteX5" fmla="*/ 418303 w 3266611"/>
              <a:gd name="connsiteY5" fmla="*/ 2864932 h 3952112"/>
              <a:gd name="connsiteX6" fmla="*/ 1159493 w 3266611"/>
              <a:gd name="connsiteY6" fmla="*/ 3373596 h 3952112"/>
              <a:gd name="connsiteX7" fmla="*/ 1571966 w 3266611"/>
              <a:gd name="connsiteY7" fmla="*/ 3951905 h 3952112"/>
              <a:gd name="connsiteX8" fmla="*/ 1896890 w 3266611"/>
              <a:gd name="connsiteY8" fmla="*/ 3430737 h 3952112"/>
              <a:gd name="connsiteX9" fmla="*/ 2423658 w 3266611"/>
              <a:gd name="connsiteY9" fmla="*/ 2692384 h 3952112"/>
              <a:gd name="connsiteX10" fmla="*/ 2943882 w 3266611"/>
              <a:gd name="connsiteY10" fmla="*/ 2327378 h 3952112"/>
              <a:gd name="connsiteX11" fmla="*/ 3117455 w 3266611"/>
              <a:gd name="connsiteY11" fmla="*/ 1715817 h 3952112"/>
              <a:gd name="connsiteX12" fmla="*/ 3266611 w 3266611"/>
              <a:gd name="connsiteY12" fmla="*/ 1010663 h 3952112"/>
              <a:gd name="connsiteX0" fmla="*/ 309089 w 3117455"/>
              <a:gd name="connsiteY0" fmla="*/ 0 h 3952112"/>
              <a:gd name="connsiteX1" fmla="*/ 302660 w 3117455"/>
              <a:gd name="connsiteY1" fmla="*/ 585574 h 3952112"/>
              <a:gd name="connsiteX2" fmla="*/ 53322 w 3117455"/>
              <a:gd name="connsiteY2" fmla="*/ 1077942 h 3952112"/>
              <a:gd name="connsiteX3" fmla="*/ 8347 w 3117455"/>
              <a:gd name="connsiteY3" fmla="*/ 2142591 h 3952112"/>
              <a:gd name="connsiteX4" fmla="*/ 172426 w 3117455"/>
              <a:gd name="connsiteY4" fmla="*/ 2368265 h 3952112"/>
              <a:gd name="connsiteX5" fmla="*/ 418303 w 3117455"/>
              <a:gd name="connsiteY5" fmla="*/ 2864932 h 3952112"/>
              <a:gd name="connsiteX6" fmla="*/ 1159493 w 3117455"/>
              <a:gd name="connsiteY6" fmla="*/ 3373596 h 3952112"/>
              <a:gd name="connsiteX7" fmla="*/ 1571966 w 3117455"/>
              <a:gd name="connsiteY7" fmla="*/ 3951905 h 3952112"/>
              <a:gd name="connsiteX8" fmla="*/ 1896890 w 3117455"/>
              <a:gd name="connsiteY8" fmla="*/ 3430737 h 3952112"/>
              <a:gd name="connsiteX9" fmla="*/ 2423658 w 3117455"/>
              <a:gd name="connsiteY9" fmla="*/ 2692384 h 3952112"/>
              <a:gd name="connsiteX10" fmla="*/ 2943882 w 3117455"/>
              <a:gd name="connsiteY10" fmla="*/ 2327378 h 3952112"/>
              <a:gd name="connsiteX11" fmla="*/ 3117455 w 3117455"/>
              <a:gd name="connsiteY11" fmla="*/ 1715817 h 3952112"/>
              <a:gd name="connsiteX0" fmla="*/ 309089 w 2943882"/>
              <a:gd name="connsiteY0" fmla="*/ 0 h 3952112"/>
              <a:gd name="connsiteX1" fmla="*/ 302660 w 2943882"/>
              <a:gd name="connsiteY1" fmla="*/ 585574 h 3952112"/>
              <a:gd name="connsiteX2" fmla="*/ 53322 w 2943882"/>
              <a:gd name="connsiteY2" fmla="*/ 1077942 h 3952112"/>
              <a:gd name="connsiteX3" fmla="*/ 8347 w 2943882"/>
              <a:gd name="connsiteY3" fmla="*/ 2142591 h 3952112"/>
              <a:gd name="connsiteX4" fmla="*/ 172426 w 2943882"/>
              <a:gd name="connsiteY4" fmla="*/ 2368265 h 3952112"/>
              <a:gd name="connsiteX5" fmla="*/ 418303 w 2943882"/>
              <a:gd name="connsiteY5" fmla="*/ 2864932 h 3952112"/>
              <a:gd name="connsiteX6" fmla="*/ 1159493 w 2943882"/>
              <a:gd name="connsiteY6" fmla="*/ 3373596 h 3952112"/>
              <a:gd name="connsiteX7" fmla="*/ 1571966 w 2943882"/>
              <a:gd name="connsiteY7" fmla="*/ 3951905 h 3952112"/>
              <a:gd name="connsiteX8" fmla="*/ 1896890 w 2943882"/>
              <a:gd name="connsiteY8" fmla="*/ 3430737 h 3952112"/>
              <a:gd name="connsiteX9" fmla="*/ 2423658 w 2943882"/>
              <a:gd name="connsiteY9" fmla="*/ 2692384 h 3952112"/>
              <a:gd name="connsiteX10" fmla="*/ 2943882 w 2943882"/>
              <a:gd name="connsiteY10" fmla="*/ 2327378 h 3952112"/>
              <a:gd name="connsiteX0" fmla="*/ 309089 w 2585886"/>
              <a:gd name="connsiteY0" fmla="*/ 0 h 3952112"/>
              <a:gd name="connsiteX1" fmla="*/ 302660 w 2585886"/>
              <a:gd name="connsiteY1" fmla="*/ 585574 h 3952112"/>
              <a:gd name="connsiteX2" fmla="*/ 53322 w 2585886"/>
              <a:gd name="connsiteY2" fmla="*/ 1077942 h 3952112"/>
              <a:gd name="connsiteX3" fmla="*/ 8347 w 2585886"/>
              <a:gd name="connsiteY3" fmla="*/ 2142591 h 3952112"/>
              <a:gd name="connsiteX4" fmla="*/ 172426 w 2585886"/>
              <a:gd name="connsiteY4" fmla="*/ 2368265 h 3952112"/>
              <a:gd name="connsiteX5" fmla="*/ 418303 w 2585886"/>
              <a:gd name="connsiteY5" fmla="*/ 2864932 h 3952112"/>
              <a:gd name="connsiteX6" fmla="*/ 1159493 w 2585886"/>
              <a:gd name="connsiteY6" fmla="*/ 3373596 h 3952112"/>
              <a:gd name="connsiteX7" fmla="*/ 1571966 w 2585886"/>
              <a:gd name="connsiteY7" fmla="*/ 3951905 h 3952112"/>
              <a:gd name="connsiteX8" fmla="*/ 1896890 w 2585886"/>
              <a:gd name="connsiteY8" fmla="*/ 3430737 h 3952112"/>
              <a:gd name="connsiteX9" fmla="*/ 2423658 w 2585886"/>
              <a:gd name="connsiteY9" fmla="*/ 2692384 h 3952112"/>
              <a:gd name="connsiteX10" fmla="*/ 2585886 w 2585886"/>
              <a:gd name="connsiteY10" fmla="*/ 2300021 h 3952112"/>
              <a:gd name="connsiteX0" fmla="*/ 309089 w 2585886"/>
              <a:gd name="connsiteY0" fmla="*/ 0 h 3952103"/>
              <a:gd name="connsiteX1" fmla="*/ 302660 w 2585886"/>
              <a:gd name="connsiteY1" fmla="*/ 585574 h 3952103"/>
              <a:gd name="connsiteX2" fmla="*/ 53322 w 2585886"/>
              <a:gd name="connsiteY2" fmla="*/ 1077942 h 3952103"/>
              <a:gd name="connsiteX3" fmla="*/ 8347 w 2585886"/>
              <a:gd name="connsiteY3" fmla="*/ 2142591 h 3952103"/>
              <a:gd name="connsiteX4" fmla="*/ 172426 w 2585886"/>
              <a:gd name="connsiteY4" fmla="*/ 2368265 h 3952103"/>
              <a:gd name="connsiteX5" fmla="*/ 418303 w 2585886"/>
              <a:gd name="connsiteY5" fmla="*/ 2864932 h 3952103"/>
              <a:gd name="connsiteX6" fmla="*/ 1159493 w 2585886"/>
              <a:gd name="connsiteY6" fmla="*/ 3373596 h 3952103"/>
              <a:gd name="connsiteX7" fmla="*/ 1571966 w 2585886"/>
              <a:gd name="connsiteY7" fmla="*/ 3951905 h 3952103"/>
              <a:gd name="connsiteX8" fmla="*/ 1896890 w 2585886"/>
              <a:gd name="connsiteY8" fmla="*/ 3430737 h 3952103"/>
              <a:gd name="connsiteX9" fmla="*/ 2291256 w 2585886"/>
              <a:gd name="connsiteY9" fmla="*/ 2777115 h 3952103"/>
              <a:gd name="connsiteX10" fmla="*/ 2585886 w 2585886"/>
              <a:gd name="connsiteY10" fmla="*/ 2300021 h 3952103"/>
              <a:gd name="connsiteX0" fmla="*/ 309089 w 2585886"/>
              <a:gd name="connsiteY0" fmla="*/ 0 h 3952492"/>
              <a:gd name="connsiteX1" fmla="*/ 302660 w 2585886"/>
              <a:gd name="connsiteY1" fmla="*/ 585574 h 3952492"/>
              <a:gd name="connsiteX2" fmla="*/ 53322 w 2585886"/>
              <a:gd name="connsiteY2" fmla="*/ 1077942 h 3952492"/>
              <a:gd name="connsiteX3" fmla="*/ 8347 w 2585886"/>
              <a:gd name="connsiteY3" fmla="*/ 2142591 h 3952492"/>
              <a:gd name="connsiteX4" fmla="*/ 172426 w 2585886"/>
              <a:gd name="connsiteY4" fmla="*/ 2368265 h 3952492"/>
              <a:gd name="connsiteX5" fmla="*/ 418303 w 2585886"/>
              <a:gd name="connsiteY5" fmla="*/ 2864932 h 3952492"/>
              <a:gd name="connsiteX6" fmla="*/ 1159493 w 2585886"/>
              <a:gd name="connsiteY6" fmla="*/ 3373596 h 3952492"/>
              <a:gd name="connsiteX7" fmla="*/ 1571966 w 2585886"/>
              <a:gd name="connsiteY7" fmla="*/ 3951905 h 3952492"/>
              <a:gd name="connsiteX8" fmla="*/ 1892125 w 2585886"/>
              <a:gd name="connsiteY8" fmla="*/ 3263597 h 3952492"/>
              <a:gd name="connsiteX9" fmla="*/ 2291256 w 2585886"/>
              <a:gd name="connsiteY9" fmla="*/ 2777115 h 3952492"/>
              <a:gd name="connsiteX10" fmla="*/ 2585886 w 2585886"/>
              <a:gd name="connsiteY10" fmla="*/ 2300021 h 3952492"/>
              <a:gd name="connsiteX0" fmla="*/ 309089 w 2585886"/>
              <a:gd name="connsiteY0" fmla="*/ 0 h 3782862"/>
              <a:gd name="connsiteX1" fmla="*/ 302660 w 2585886"/>
              <a:gd name="connsiteY1" fmla="*/ 585574 h 3782862"/>
              <a:gd name="connsiteX2" fmla="*/ 53322 w 2585886"/>
              <a:gd name="connsiteY2" fmla="*/ 1077942 h 3782862"/>
              <a:gd name="connsiteX3" fmla="*/ 8347 w 2585886"/>
              <a:gd name="connsiteY3" fmla="*/ 2142591 h 3782862"/>
              <a:gd name="connsiteX4" fmla="*/ 172426 w 2585886"/>
              <a:gd name="connsiteY4" fmla="*/ 2368265 h 3782862"/>
              <a:gd name="connsiteX5" fmla="*/ 418303 w 2585886"/>
              <a:gd name="connsiteY5" fmla="*/ 2864932 h 3782862"/>
              <a:gd name="connsiteX6" fmla="*/ 1159493 w 2585886"/>
              <a:gd name="connsiteY6" fmla="*/ 3373596 h 3782862"/>
              <a:gd name="connsiteX7" fmla="*/ 1531962 w 2585886"/>
              <a:gd name="connsiteY7" fmla="*/ 3781986 h 3782862"/>
              <a:gd name="connsiteX8" fmla="*/ 1892125 w 2585886"/>
              <a:gd name="connsiteY8" fmla="*/ 3263597 h 3782862"/>
              <a:gd name="connsiteX9" fmla="*/ 2291256 w 2585886"/>
              <a:gd name="connsiteY9" fmla="*/ 2777115 h 3782862"/>
              <a:gd name="connsiteX10" fmla="*/ 2585886 w 2585886"/>
              <a:gd name="connsiteY10" fmla="*/ 2300021 h 3782862"/>
              <a:gd name="connsiteX0" fmla="*/ 309089 w 2585886"/>
              <a:gd name="connsiteY0" fmla="*/ 0 h 3783292"/>
              <a:gd name="connsiteX1" fmla="*/ 302660 w 2585886"/>
              <a:gd name="connsiteY1" fmla="*/ 585574 h 3783292"/>
              <a:gd name="connsiteX2" fmla="*/ 53322 w 2585886"/>
              <a:gd name="connsiteY2" fmla="*/ 1077942 h 3783292"/>
              <a:gd name="connsiteX3" fmla="*/ 8347 w 2585886"/>
              <a:gd name="connsiteY3" fmla="*/ 2142591 h 3783292"/>
              <a:gd name="connsiteX4" fmla="*/ 172426 w 2585886"/>
              <a:gd name="connsiteY4" fmla="*/ 2368265 h 3783292"/>
              <a:gd name="connsiteX5" fmla="*/ 418303 w 2585886"/>
              <a:gd name="connsiteY5" fmla="*/ 2864932 h 3783292"/>
              <a:gd name="connsiteX6" fmla="*/ 1028412 w 2585886"/>
              <a:gd name="connsiteY6" fmla="*/ 3394504 h 3783292"/>
              <a:gd name="connsiteX7" fmla="*/ 1531962 w 2585886"/>
              <a:gd name="connsiteY7" fmla="*/ 3781986 h 3783292"/>
              <a:gd name="connsiteX8" fmla="*/ 1892125 w 2585886"/>
              <a:gd name="connsiteY8" fmla="*/ 3263597 h 3783292"/>
              <a:gd name="connsiteX9" fmla="*/ 2291256 w 2585886"/>
              <a:gd name="connsiteY9" fmla="*/ 2777115 h 3783292"/>
              <a:gd name="connsiteX10" fmla="*/ 2585886 w 2585886"/>
              <a:gd name="connsiteY10" fmla="*/ 2300021 h 3783292"/>
              <a:gd name="connsiteX0" fmla="*/ 331169 w 2585886"/>
              <a:gd name="connsiteY0" fmla="*/ 0 h 4039868"/>
              <a:gd name="connsiteX1" fmla="*/ 302660 w 2585886"/>
              <a:gd name="connsiteY1" fmla="*/ 842150 h 4039868"/>
              <a:gd name="connsiteX2" fmla="*/ 53322 w 2585886"/>
              <a:gd name="connsiteY2" fmla="*/ 1334518 h 4039868"/>
              <a:gd name="connsiteX3" fmla="*/ 8347 w 2585886"/>
              <a:gd name="connsiteY3" fmla="*/ 2399167 h 4039868"/>
              <a:gd name="connsiteX4" fmla="*/ 172426 w 2585886"/>
              <a:gd name="connsiteY4" fmla="*/ 2624841 h 4039868"/>
              <a:gd name="connsiteX5" fmla="*/ 418303 w 2585886"/>
              <a:gd name="connsiteY5" fmla="*/ 3121508 h 4039868"/>
              <a:gd name="connsiteX6" fmla="*/ 1028412 w 2585886"/>
              <a:gd name="connsiteY6" fmla="*/ 3651080 h 4039868"/>
              <a:gd name="connsiteX7" fmla="*/ 1531962 w 2585886"/>
              <a:gd name="connsiteY7" fmla="*/ 4038562 h 4039868"/>
              <a:gd name="connsiteX8" fmla="*/ 1892125 w 2585886"/>
              <a:gd name="connsiteY8" fmla="*/ 3520173 h 4039868"/>
              <a:gd name="connsiteX9" fmla="*/ 2291256 w 2585886"/>
              <a:gd name="connsiteY9" fmla="*/ 3033691 h 4039868"/>
              <a:gd name="connsiteX10" fmla="*/ 2585886 w 2585886"/>
              <a:gd name="connsiteY10" fmla="*/ 2556597 h 4039868"/>
              <a:gd name="connsiteX0" fmla="*/ 331169 w 2585886"/>
              <a:gd name="connsiteY0" fmla="*/ 0 h 4039868"/>
              <a:gd name="connsiteX1" fmla="*/ 302660 w 2585886"/>
              <a:gd name="connsiteY1" fmla="*/ 842150 h 4039868"/>
              <a:gd name="connsiteX2" fmla="*/ 53322 w 2585886"/>
              <a:gd name="connsiteY2" fmla="*/ 1334518 h 4039868"/>
              <a:gd name="connsiteX3" fmla="*/ 8347 w 2585886"/>
              <a:gd name="connsiteY3" fmla="*/ 2399167 h 4039868"/>
              <a:gd name="connsiteX4" fmla="*/ 172426 w 2585886"/>
              <a:gd name="connsiteY4" fmla="*/ 2624841 h 4039868"/>
              <a:gd name="connsiteX5" fmla="*/ 418303 w 2585886"/>
              <a:gd name="connsiteY5" fmla="*/ 3121508 h 4039868"/>
              <a:gd name="connsiteX6" fmla="*/ 1028412 w 2585886"/>
              <a:gd name="connsiteY6" fmla="*/ 3651080 h 4039868"/>
              <a:gd name="connsiteX7" fmla="*/ 1531962 w 2585886"/>
              <a:gd name="connsiteY7" fmla="*/ 4038562 h 4039868"/>
              <a:gd name="connsiteX8" fmla="*/ 1892125 w 2585886"/>
              <a:gd name="connsiteY8" fmla="*/ 3520173 h 4039868"/>
              <a:gd name="connsiteX9" fmla="*/ 2291256 w 2585886"/>
              <a:gd name="connsiteY9" fmla="*/ 3033691 h 4039868"/>
              <a:gd name="connsiteX10" fmla="*/ 2585886 w 2585886"/>
              <a:gd name="connsiteY10" fmla="*/ 2556597 h 4039868"/>
              <a:gd name="connsiteX0" fmla="*/ 64587 w 2585886"/>
              <a:gd name="connsiteY0" fmla="*/ 0 h 4436505"/>
              <a:gd name="connsiteX1" fmla="*/ 302660 w 2585886"/>
              <a:gd name="connsiteY1" fmla="*/ 1238787 h 4436505"/>
              <a:gd name="connsiteX2" fmla="*/ 53322 w 2585886"/>
              <a:gd name="connsiteY2" fmla="*/ 1731155 h 4436505"/>
              <a:gd name="connsiteX3" fmla="*/ 8347 w 2585886"/>
              <a:gd name="connsiteY3" fmla="*/ 2795804 h 4436505"/>
              <a:gd name="connsiteX4" fmla="*/ 172426 w 2585886"/>
              <a:gd name="connsiteY4" fmla="*/ 3021478 h 4436505"/>
              <a:gd name="connsiteX5" fmla="*/ 418303 w 2585886"/>
              <a:gd name="connsiteY5" fmla="*/ 3518145 h 4436505"/>
              <a:gd name="connsiteX6" fmla="*/ 1028412 w 2585886"/>
              <a:gd name="connsiteY6" fmla="*/ 4047717 h 4436505"/>
              <a:gd name="connsiteX7" fmla="*/ 1531962 w 2585886"/>
              <a:gd name="connsiteY7" fmla="*/ 4435199 h 4436505"/>
              <a:gd name="connsiteX8" fmla="*/ 1892125 w 2585886"/>
              <a:gd name="connsiteY8" fmla="*/ 3916810 h 4436505"/>
              <a:gd name="connsiteX9" fmla="*/ 2291256 w 2585886"/>
              <a:gd name="connsiteY9" fmla="*/ 3430328 h 4436505"/>
              <a:gd name="connsiteX10" fmla="*/ 2585886 w 2585886"/>
              <a:gd name="connsiteY10" fmla="*/ 2953234 h 4436505"/>
              <a:gd name="connsiteX0" fmla="*/ 62541 w 2583840"/>
              <a:gd name="connsiteY0" fmla="*/ 0 h 4436505"/>
              <a:gd name="connsiteX1" fmla="*/ 213019 w 2583840"/>
              <a:gd name="connsiteY1" fmla="*/ 1041540 h 4436505"/>
              <a:gd name="connsiteX2" fmla="*/ 51276 w 2583840"/>
              <a:gd name="connsiteY2" fmla="*/ 1731155 h 4436505"/>
              <a:gd name="connsiteX3" fmla="*/ 6301 w 2583840"/>
              <a:gd name="connsiteY3" fmla="*/ 2795804 h 4436505"/>
              <a:gd name="connsiteX4" fmla="*/ 170380 w 2583840"/>
              <a:gd name="connsiteY4" fmla="*/ 3021478 h 4436505"/>
              <a:gd name="connsiteX5" fmla="*/ 416257 w 2583840"/>
              <a:gd name="connsiteY5" fmla="*/ 3518145 h 4436505"/>
              <a:gd name="connsiteX6" fmla="*/ 1026366 w 2583840"/>
              <a:gd name="connsiteY6" fmla="*/ 4047717 h 4436505"/>
              <a:gd name="connsiteX7" fmla="*/ 1529916 w 2583840"/>
              <a:gd name="connsiteY7" fmla="*/ 4435199 h 4436505"/>
              <a:gd name="connsiteX8" fmla="*/ 1890079 w 2583840"/>
              <a:gd name="connsiteY8" fmla="*/ 3916810 h 4436505"/>
              <a:gd name="connsiteX9" fmla="*/ 2289210 w 2583840"/>
              <a:gd name="connsiteY9" fmla="*/ 3430328 h 4436505"/>
              <a:gd name="connsiteX10" fmla="*/ 2583840 w 2583840"/>
              <a:gd name="connsiteY10" fmla="*/ 2953234 h 4436505"/>
              <a:gd name="connsiteX0" fmla="*/ 125683 w 2646982"/>
              <a:gd name="connsiteY0" fmla="*/ 0 h 4436505"/>
              <a:gd name="connsiteX1" fmla="*/ 276161 w 2646982"/>
              <a:gd name="connsiteY1" fmla="*/ 1041540 h 4436505"/>
              <a:gd name="connsiteX2" fmla="*/ 114418 w 2646982"/>
              <a:gd name="connsiteY2" fmla="*/ 1731155 h 4436505"/>
              <a:gd name="connsiteX3" fmla="*/ 2931 w 2646982"/>
              <a:gd name="connsiteY3" fmla="*/ 2536870 h 4436505"/>
              <a:gd name="connsiteX4" fmla="*/ 233522 w 2646982"/>
              <a:gd name="connsiteY4" fmla="*/ 3021478 h 4436505"/>
              <a:gd name="connsiteX5" fmla="*/ 479399 w 2646982"/>
              <a:gd name="connsiteY5" fmla="*/ 3518145 h 4436505"/>
              <a:gd name="connsiteX6" fmla="*/ 1089508 w 2646982"/>
              <a:gd name="connsiteY6" fmla="*/ 4047717 h 4436505"/>
              <a:gd name="connsiteX7" fmla="*/ 1593058 w 2646982"/>
              <a:gd name="connsiteY7" fmla="*/ 4435199 h 4436505"/>
              <a:gd name="connsiteX8" fmla="*/ 1953221 w 2646982"/>
              <a:gd name="connsiteY8" fmla="*/ 3916810 h 4436505"/>
              <a:gd name="connsiteX9" fmla="*/ 2352352 w 2646982"/>
              <a:gd name="connsiteY9" fmla="*/ 3430328 h 4436505"/>
              <a:gd name="connsiteX10" fmla="*/ 2646982 w 2646982"/>
              <a:gd name="connsiteY10" fmla="*/ 2953234 h 4436505"/>
              <a:gd name="connsiteX0" fmla="*/ 126427 w 2647726"/>
              <a:gd name="connsiteY0" fmla="*/ 0 h 4436505"/>
              <a:gd name="connsiteX1" fmla="*/ 276905 w 2647726"/>
              <a:gd name="connsiteY1" fmla="*/ 1041540 h 4436505"/>
              <a:gd name="connsiteX2" fmla="*/ 115162 w 2647726"/>
              <a:gd name="connsiteY2" fmla="*/ 1731155 h 4436505"/>
              <a:gd name="connsiteX3" fmla="*/ 3675 w 2647726"/>
              <a:gd name="connsiteY3" fmla="*/ 2536870 h 4436505"/>
              <a:gd name="connsiteX4" fmla="*/ 234266 w 2647726"/>
              <a:gd name="connsiteY4" fmla="*/ 3021478 h 4436505"/>
              <a:gd name="connsiteX5" fmla="*/ 480143 w 2647726"/>
              <a:gd name="connsiteY5" fmla="*/ 3518145 h 4436505"/>
              <a:gd name="connsiteX6" fmla="*/ 1090252 w 2647726"/>
              <a:gd name="connsiteY6" fmla="*/ 4047717 h 4436505"/>
              <a:gd name="connsiteX7" fmla="*/ 1593802 w 2647726"/>
              <a:gd name="connsiteY7" fmla="*/ 4435199 h 4436505"/>
              <a:gd name="connsiteX8" fmla="*/ 1953965 w 2647726"/>
              <a:gd name="connsiteY8" fmla="*/ 3916810 h 4436505"/>
              <a:gd name="connsiteX9" fmla="*/ 2353096 w 2647726"/>
              <a:gd name="connsiteY9" fmla="*/ 3430328 h 4436505"/>
              <a:gd name="connsiteX10" fmla="*/ 2647726 w 2647726"/>
              <a:gd name="connsiteY10" fmla="*/ 2953234 h 4436505"/>
              <a:gd name="connsiteX0" fmla="*/ 275134 w 2647726"/>
              <a:gd name="connsiteY0" fmla="*/ 0 h 4095702"/>
              <a:gd name="connsiteX1" fmla="*/ 276905 w 2647726"/>
              <a:gd name="connsiteY1" fmla="*/ 700737 h 4095702"/>
              <a:gd name="connsiteX2" fmla="*/ 115162 w 2647726"/>
              <a:gd name="connsiteY2" fmla="*/ 1390352 h 4095702"/>
              <a:gd name="connsiteX3" fmla="*/ 3675 w 2647726"/>
              <a:gd name="connsiteY3" fmla="*/ 2196067 h 4095702"/>
              <a:gd name="connsiteX4" fmla="*/ 234266 w 2647726"/>
              <a:gd name="connsiteY4" fmla="*/ 2680675 h 4095702"/>
              <a:gd name="connsiteX5" fmla="*/ 480143 w 2647726"/>
              <a:gd name="connsiteY5" fmla="*/ 3177342 h 4095702"/>
              <a:gd name="connsiteX6" fmla="*/ 1090252 w 2647726"/>
              <a:gd name="connsiteY6" fmla="*/ 3706914 h 4095702"/>
              <a:gd name="connsiteX7" fmla="*/ 1593802 w 2647726"/>
              <a:gd name="connsiteY7" fmla="*/ 4094396 h 4095702"/>
              <a:gd name="connsiteX8" fmla="*/ 1953965 w 2647726"/>
              <a:gd name="connsiteY8" fmla="*/ 3576007 h 4095702"/>
              <a:gd name="connsiteX9" fmla="*/ 2353096 w 2647726"/>
              <a:gd name="connsiteY9" fmla="*/ 3089525 h 4095702"/>
              <a:gd name="connsiteX10" fmla="*/ 2647726 w 2647726"/>
              <a:gd name="connsiteY10" fmla="*/ 2612431 h 4095702"/>
              <a:gd name="connsiteX0" fmla="*/ 274841 w 2647433"/>
              <a:gd name="connsiteY0" fmla="*/ 0 h 4095702"/>
              <a:gd name="connsiteX1" fmla="*/ 362386 w 2647433"/>
              <a:gd name="connsiteY1" fmla="*/ 783898 h 4095702"/>
              <a:gd name="connsiteX2" fmla="*/ 114869 w 2647433"/>
              <a:gd name="connsiteY2" fmla="*/ 1390352 h 4095702"/>
              <a:gd name="connsiteX3" fmla="*/ 3382 w 2647433"/>
              <a:gd name="connsiteY3" fmla="*/ 2196067 h 4095702"/>
              <a:gd name="connsiteX4" fmla="*/ 233973 w 2647433"/>
              <a:gd name="connsiteY4" fmla="*/ 2680675 h 4095702"/>
              <a:gd name="connsiteX5" fmla="*/ 479850 w 2647433"/>
              <a:gd name="connsiteY5" fmla="*/ 3177342 h 4095702"/>
              <a:gd name="connsiteX6" fmla="*/ 1089959 w 2647433"/>
              <a:gd name="connsiteY6" fmla="*/ 3706914 h 4095702"/>
              <a:gd name="connsiteX7" fmla="*/ 1593509 w 2647433"/>
              <a:gd name="connsiteY7" fmla="*/ 4094396 h 4095702"/>
              <a:gd name="connsiteX8" fmla="*/ 1953672 w 2647433"/>
              <a:gd name="connsiteY8" fmla="*/ 3576007 h 4095702"/>
              <a:gd name="connsiteX9" fmla="*/ 2352803 w 2647433"/>
              <a:gd name="connsiteY9" fmla="*/ 3089525 h 4095702"/>
              <a:gd name="connsiteX10" fmla="*/ 2647433 w 2647433"/>
              <a:gd name="connsiteY10" fmla="*/ 2612431 h 409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7433" h="4095702">
                <a:moveTo>
                  <a:pt x="274841" y="0"/>
                </a:moveTo>
                <a:cubicBezTo>
                  <a:pt x="365644" y="285606"/>
                  <a:pt x="389048" y="552173"/>
                  <a:pt x="362386" y="783898"/>
                </a:cubicBezTo>
                <a:cubicBezTo>
                  <a:pt x="335724" y="1015623"/>
                  <a:pt x="174703" y="1154991"/>
                  <a:pt x="114869" y="1390352"/>
                </a:cubicBezTo>
                <a:cubicBezTo>
                  <a:pt x="55035" y="1625713"/>
                  <a:pt x="-16469" y="1981013"/>
                  <a:pt x="3382" y="2196067"/>
                </a:cubicBezTo>
                <a:cubicBezTo>
                  <a:pt x="23233" y="2411121"/>
                  <a:pt x="154562" y="2517129"/>
                  <a:pt x="233973" y="2680675"/>
                </a:cubicBezTo>
                <a:cubicBezTo>
                  <a:pt x="313384" y="2844221"/>
                  <a:pt x="337186" y="3006302"/>
                  <a:pt x="479850" y="3177342"/>
                </a:cubicBezTo>
                <a:cubicBezTo>
                  <a:pt x="622514" y="3348382"/>
                  <a:pt x="904349" y="3554072"/>
                  <a:pt x="1089959" y="3706914"/>
                </a:cubicBezTo>
                <a:cubicBezTo>
                  <a:pt x="1275569" y="3859756"/>
                  <a:pt x="1449557" y="4116214"/>
                  <a:pt x="1593509" y="4094396"/>
                </a:cubicBezTo>
                <a:cubicBezTo>
                  <a:pt x="1737461" y="4072578"/>
                  <a:pt x="1827123" y="3743486"/>
                  <a:pt x="1953672" y="3576007"/>
                </a:cubicBezTo>
                <a:cubicBezTo>
                  <a:pt x="2080221" y="3408528"/>
                  <a:pt x="2237176" y="3250121"/>
                  <a:pt x="2352803" y="3089525"/>
                </a:cubicBezTo>
                <a:cubicBezTo>
                  <a:pt x="2468430" y="2928929"/>
                  <a:pt x="2531800" y="2775192"/>
                  <a:pt x="2647433" y="2612431"/>
                </a:cubicBezTo>
              </a:path>
            </a:pathLst>
          </a:custGeom>
          <a:noFill/>
          <a:ln w="6350" cap="rnd">
            <a:solidFill>
              <a:schemeClr val="tx1">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61DA275D-45C6-6624-4EB2-D8E02394FC5F}"/>
              </a:ext>
            </a:extLst>
          </p:cNvPr>
          <p:cNvSpPr/>
          <p:nvPr userDrawn="1"/>
        </p:nvSpPr>
        <p:spPr>
          <a:xfrm rot="11936411" flipV="1">
            <a:off x="2788784" y="5134644"/>
            <a:ext cx="3130824" cy="2155523"/>
          </a:xfrm>
          <a:custGeom>
            <a:avLst/>
            <a:gdLst>
              <a:gd name="connsiteX0" fmla="*/ 2945346 w 2954692"/>
              <a:gd name="connsiteY0" fmla="*/ 598797 h 3672211"/>
              <a:gd name="connsiteX1" fmla="*/ 2271224 w 2954692"/>
              <a:gd name="connsiteY1" fmla="*/ 191779 h 3672211"/>
              <a:gd name="connsiteX2" fmla="*/ 1964175 w 2954692"/>
              <a:gd name="connsiteY2" fmla="*/ 127631 h 3672211"/>
              <a:gd name="connsiteX3" fmla="*/ 1574288 w 2954692"/>
              <a:gd name="connsiteY3" fmla="*/ 80 h 3672211"/>
              <a:gd name="connsiteX4" fmla="*/ 1147931 w 2954692"/>
              <a:gd name="connsiteY4" fmla="*/ 112767 h 3672211"/>
              <a:gd name="connsiteX5" fmla="*/ 818293 w 2954692"/>
              <a:gd name="connsiteY5" fmla="*/ 356583 h 3672211"/>
              <a:gd name="connsiteX6" fmla="*/ 642019 w 2954692"/>
              <a:gd name="connsiteY6" fmla="*/ 601856 h 3672211"/>
              <a:gd name="connsiteX7" fmla="*/ 475633 w 2954692"/>
              <a:gd name="connsiteY7" fmla="*/ 941939 h 3672211"/>
              <a:gd name="connsiteX8" fmla="*/ 243723 w 2954692"/>
              <a:gd name="connsiteY8" fmla="*/ 1100218 h 3672211"/>
              <a:gd name="connsiteX9" fmla="*/ 40300 w 2954692"/>
              <a:gd name="connsiteY9" fmla="*/ 1141029 h 3672211"/>
              <a:gd name="connsiteX10" fmla="*/ 0 w 2954692"/>
              <a:gd name="connsiteY10" fmla="*/ 1147693 h 3672211"/>
              <a:gd name="connsiteX11" fmla="*/ 870159 w 2954692"/>
              <a:gd name="connsiteY11" fmla="*/ 3672211 h 3672211"/>
              <a:gd name="connsiteX12" fmla="*/ 1892650 w 2954692"/>
              <a:gd name="connsiteY12" fmla="*/ 3319775 h 3672211"/>
              <a:gd name="connsiteX13" fmla="*/ 1894129 w 2954692"/>
              <a:gd name="connsiteY13" fmla="*/ 3316208 h 3672211"/>
              <a:gd name="connsiteX14" fmla="*/ 2086439 w 2954692"/>
              <a:gd name="connsiteY14" fmla="*/ 2859270 h 3672211"/>
              <a:gd name="connsiteX15" fmla="*/ 2402185 w 2954692"/>
              <a:gd name="connsiteY15" fmla="*/ 2490877 h 3672211"/>
              <a:gd name="connsiteX16" fmla="*/ 2554506 w 2954692"/>
              <a:gd name="connsiteY16" fmla="*/ 2152317 h 3672211"/>
              <a:gd name="connsiteX17" fmla="*/ 2690046 w 2954692"/>
              <a:gd name="connsiteY17" fmla="*/ 1781326 h 3672211"/>
              <a:gd name="connsiteX18" fmla="*/ 2719345 w 2954692"/>
              <a:gd name="connsiteY18" fmla="*/ 1422242 h 3672211"/>
              <a:gd name="connsiteX19" fmla="*/ 2662826 w 2954692"/>
              <a:gd name="connsiteY19" fmla="*/ 1089767 h 3672211"/>
              <a:gd name="connsiteX20" fmla="*/ 2945346 w 2954692"/>
              <a:gd name="connsiteY20" fmla="*/ 598797 h 3672211"/>
              <a:gd name="connsiteX0" fmla="*/ 2945346 w 2957961"/>
              <a:gd name="connsiteY0" fmla="*/ 598797 h 3672211"/>
              <a:gd name="connsiteX1" fmla="*/ 2271224 w 2957961"/>
              <a:gd name="connsiteY1" fmla="*/ 191779 h 3672211"/>
              <a:gd name="connsiteX2" fmla="*/ 1964175 w 2957961"/>
              <a:gd name="connsiteY2" fmla="*/ 127631 h 3672211"/>
              <a:gd name="connsiteX3" fmla="*/ 1574288 w 2957961"/>
              <a:gd name="connsiteY3" fmla="*/ 80 h 3672211"/>
              <a:gd name="connsiteX4" fmla="*/ 1147931 w 2957961"/>
              <a:gd name="connsiteY4" fmla="*/ 112767 h 3672211"/>
              <a:gd name="connsiteX5" fmla="*/ 818293 w 2957961"/>
              <a:gd name="connsiteY5" fmla="*/ 356583 h 3672211"/>
              <a:gd name="connsiteX6" fmla="*/ 642019 w 2957961"/>
              <a:gd name="connsiteY6" fmla="*/ 601856 h 3672211"/>
              <a:gd name="connsiteX7" fmla="*/ 475633 w 2957961"/>
              <a:gd name="connsiteY7" fmla="*/ 941939 h 3672211"/>
              <a:gd name="connsiteX8" fmla="*/ 243723 w 2957961"/>
              <a:gd name="connsiteY8" fmla="*/ 1100218 h 3672211"/>
              <a:gd name="connsiteX9" fmla="*/ 40300 w 2957961"/>
              <a:gd name="connsiteY9" fmla="*/ 1141029 h 3672211"/>
              <a:gd name="connsiteX10" fmla="*/ 0 w 2957961"/>
              <a:gd name="connsiteY10" fmla="*/ 1147693 h 3672211"/>
              <a:gd name="connsiteX11" fmla="*/ 870159 w 2957961"/>
              <a:gd name="connsiteY11" fmla="*/ 3672211 h 3672211"/>
              <a:gd name="connsiteX12" fmla="*/ 1892650 w 2957961"/>
              <a:gd name="connsiteY12" fmla="*/ 3319775 h 3672211"/>
              <a:gd name="connsiteX13" fmla="*/ 1894129 w 2957961"/>
              <a:gd name="connsiteY13" fmla="*/ 3316208 h 3672211"/>
              <a:gd name="connsiteX14" fmla="*/ 2086439 w 2957961"/>
              <a:gd name="connsiteY14" fmla="*/ 2859270 h 3672211"/>
              <a:gd name="connsiteX15" fmla="*/ 2402185 w 2957961"/>
              <a:gd name="connsiteY15" fmla="*/ 2490877 h 3672211"/>
              <a:gd name="connsiteX16" fmla="*/ 2554506 w 2957961"/>
              <a:gd name="connsiteY16" fmla="*/ 2152317 h 3672211"/>
              <a:gd name="connsiteX17" fmla="*/ 2690046 w 2957961"/>
              <a:gd name="connsiteY17" fmla="*/ 1781326 h 3672211"/>
              <a:gd name="connsiteX18" fmla="*/ 2719345 w 2957961"/>
              <a:gd name="connsiteY18" fmla="*/ 1422242 h 3672211"/>
              <a:gd name="connsiteX19" fmla="*/ 2752252 w 2957961"/>
              <a:gd name="connsiteY19" fmla="*/ 1081971 h 3672211"/>
              <a:gd name="connsiteX20" fmla="*/ 2945346 w 2957961"/>
              <a:gd name="connsiteY20" fmla="*/ 598797 h 3672211"/>
              <a:gd name="connsiteX0" fmla="*/ 870159 w 2957961"/>
              <a:gd name="connsiteY0" fmla="*/ 3672211 h 3763651"/>
              <a:gd name="connsiteX1" fmla="*/ 1892650 w 2957961"/>
              <a:gd name="connsiteY1" fmla="*/ 3319775 h 3763651"/>
              <a:gd name="connsiteX2" fmla="*/ 1894129 w 2957961"/>
              <a:gd name="connsiteY2" fmla="*/ 3316208 h 3763651"/>
              <a:gd name="connsiteX3" fmla="*/ 2086439 w 2957961"/>
              <a:gd name="connsiteY3" fmla="*/ 2859270 h 3763651"/>
              <a:gd name="connsiteX4" fmla="*/ 2402185 w 2957961"/>
              <a:gd name="connsiteY4" fmla="*/ 2490877 h 3763651"/>
              <a:gd name="connsiteX5" fmla="*/ 2554506 w 2957961"/>
              <a:gd name="connsiteY5" fmla="*/ 2152317 h 3763651"/>
              <a:gd name="connsiteX6" fmla="*/ 2690046 w 2957961"/>
              <a:gd name="connsiteY6" fmla="*/ 1781326 h 3763651"/>
              <a:gd name="connsiteX7" fmla="*/ 2719345 w 2957961"/>
              <a:gd name="connsiteY7" fmla="*/ 1422242 h 3763651"/>
              <a:gd name="connsiteX8" fmla="*/ 2752252 w 2957961"/>
              <a:gd name="connsiteY8" fmla="*/ 1081971 h 3763651"/>
              <a:gd name="connsiteX9" fmla="*/ 2945346 w 2957961"/>
              <a:gd name="connsiteY9" fmla="*/ 598797 h 3763651"/>
              <a:gd name="connsiteX10" fmla="*/ 2271224 w 2957961"/>
              <a:gd name="connsiteY10" fmla="*/ 191779 h 3763651"/>
              <a:gd name="connsiteX11" fmla="*/ 1964175 w 2957961"/>
              <a:gd name="connsiteY11" fmla="*/ 127631 h 3763651"/>
              <a:gd name="connsiteX12" fmla="*/ 1574288 w 2957961"/>
              <a:gd name="connsiteY12" fmla="*/ 80 h 3763651"/>
              <a:gd name="connsiteX13" fmla="*/ 1147931 w 2957961"/>
              <a:gd name="connsiteY13" fmla="*/ 112767 h 3763651"/>
              <a:gd name="connsiteX14" fmla="*/ 818293 w 2957961"/>
              <a:gd name="connsiteY14" fmla="*/ 356583 h 3763651"/>
              <a:gd name="connsiteX15" fmla="*/ 642019 w 2957961"/>
              <a:gd name="connsiteY15" fmla="*/ 601856 h 3763651"/>
              <a:gd name="connsiteX16" fmla="*/ 475633 w 2957961"/>
              <a:gd name="connsiteY16" fmla="*/ 941939 h 3763651"/>
              <a:gd name="connsiteX17" fmla="*/ 243723 w 2957961"/>
              <a:gd name="connsiteY17" fmla="*/ 1100218 h 3763651"/>
              <a:gd name="connsiteX18" fmla="*/ 40300 w 2957961"/>
              <a:gd name="connsiteY18" fmla="*/ 1141029 h 3763651"/>
              <a:gd name="connsiteX19" fmla="*/ 0 w 2957961"/>
              <a:gd name="connsiteY19" fmla="*/ 1147693 h 3763651"/>
              <a:gd name="connsiteX20" fmla="*/ 961599 w 2957961"/>
              <a:gd name="connsiteY20" fmla="*/ 3763651 h 3763651"/>
              <a:gd name="connsiteX0" fmla="*/ 870159 w 2957961"/>
              <a:gd name="connsiteY0" fmla="*/ 3672211 h 3672211"/>
              <a:gd name="connsiteX1" fmla="*/ 1892650 w 2957961"/>
              <a:gd name="connsiteY1" fmla="*/ 3319775 h 3672211"/>
              <a:gd name="connsiteX2" fmla="*/ 1894129 w 2957961"/>
              <a:gd name="connsiteY2" fmla="*/ 3316208 h 3672211"/>
              <a:gd name="connsiteX3" fmla="*/ 2086439 w 2957961"/>
              <a:gd name="connsiteY3" fmla="*/ 2859270 h 3672211"/>
              <a:gd name="connsiteX4" fmla="*/ 2402185 w 2957961"/>
              <a:gd name="connsiteY4" fmla="*/ 2490877 h 3672211"/>
              <a:gd name="connsiteX5" fmla="*/ 2554506 w 2957961"/>
              <a:gd name="connsiteY5" fmla="*/ 2152317 h 3672211"/>
              <a:gd name="connsiteX6" fmla="*/ 2690046 w 2957961"/>
              <a:gd name="connsiteY6" fmla="*/ 1781326 h 3672211"/>
              <a:gd name="connsiteX7" fmla="*/ 2719345 w 2957961"/>
              <a:gd name="connsiteY7" fmla="*/ 1422242 h 3672211"/>
              <a:gd name="connsiteX8" fmla="*/ 2752252 w 2957961"/>
              <a:gd name="connsiteY8" fmla="*/ 1081971 h 3672211"/>
              <a:gd name="connsiteX9" fmla="*/ 2945346 w 2957961"/>
              <a:gd name="connsiteY9" fmla="*/ 598797 h 3672211"/>
              <a:gd name="connsiteX10" fmla="*/ 2271224 w 2957961"/>
              <a:gd name="connsiteY10" fmla="*/ 191779 h 3672211"/>
              <a:gd name="connsiteX11" fmla="*/ 1964175 w 2957961"/>
              <a:gd name="connsiteY11" fmla="*/ 127631 h 3672211"/>
              <a:gd name="connsiteX12" fmla="*/ 1574288 w 2957961"/>
              <a:gd name="connsiteY12" fmla="*/ 80 h 3672211"/>
              <a:gd name="connsiteX13" fmla="*/ 1147931 w 2957961"/>
              <a:gd name="connsiteY13" fmla="*/ 112767 h 3672211"/>
              <a:gd name="connsiteX14" fmla="*/ 818293 w 2957961"/>
              <a:gd name="connsiteY14" fmla="*/ 356583 h 3672211"/>
              <a:gd name="connsiteX15" fmla="*/ 642019 w 2957961"/>
              <a:gd name="connsiteY15" fmla="*/ 601856 h 3672211"/>
              <a:gd name="connsiteX16" fmla="*/ 475633 w 2957961"/>
              <a:gd name="connsiteY16" fmla="*/ 941939 h 3672211"/>
              <a:gd name="connsiteX17" fmla="*/ 243723 w 2957961"/>
              <a:gd name="connsiteY17" fmla="*/ 1100218 h 3672211"/>
              <a:gd name="connsiteX18" fmla="*/ 40300 w 2957961"/>
              <a:gd name="connsiteY18" fmla="*/ 1141029 h 3672211"/>
              <a:gd name="connsiteX19" fmla="*/ 0 w 2957961"/>
              <a:gd name="connsiteY19" fmla="*/ 1147693 h 3672211"/>
              <a:gd name="connsiteX0" fmla="*/ 1892650 w 2957961"/>
              <a:gd name="connsiteY0" fmla="*/ 3319775 h 3319775"/>
              <a:gd name="connsiteX1" fmla="*/ 1894129 w 2957961"/>
              <a:gd name="connsiteY1" fmla="*/ 3316208 h 3319775"/>
              <a:gd name="connsiteX2" fmla="*/ 2086439 w 2957961"/>
              <a:gd name="connsiteY2" fmla="*/ 2859270 h 3319775"/>
              <a:gd name="connsiteX3" fmla="*/ 2402185 w 2957961"/>
              <a:gd name="connsiteY3" fmla="*/ 2490877 h 3319775"/>
              <a:gd name="connsiteX4" fmla="*/ 2554506 w 2957961"/>
              <a:gd name="connsiteY4" fmla="*/ 2152317 h 3319775"/>
              <a:gd name="connsiteX5" fmla="*/ 2690046 w 2957961"/>
              <a:gd name="connsiteY5" fmla="*/ 1781326 h 3319775"/>
              <a:gd name="connsiteX6" fmla="*/ 2719345 w 2957961"/>
              <a:gd name="connsiteY6" fmla="*/ 1422242 h 3319775"/>
              <a:gd name="connsiteX7" fmla="*/ 2752252 w 2957961"/>
              <a:gd name="connsiteY7" fmla="*/ 1081971 h 3319775"/>
              <a:gd name="connsiteX8" fmla="*/ 2945346 w 2957961"/>
              <a:gd name="connsiteY8" fmla="*/ 598797 h 3319775"/>
              <a:gd name="connsiteX9" fmla="*/ 2271224 w 2957961"/>
              <a:gd name="connsiteY9" fmla="*/ 191779 h 3319775"/>
              <a:gd name="connsiteX10" fmla="*/ 1964175 w 2957961"/>
              <a:gd name="connsiteY10" fmla="*/ 127631 h 3319775"/>
              <a:gd name="connsiteX11" fmla="*/ 1574288 w 2957961"/>
              <a:gd name="connsiteY11" fmla="*/ 80 h 3319775"/>
              <a:gd name="connsiteX12" fmla="*/ 1147931 w 2957961"/>
              <a:gd name="connsiteY12" fmla="*/ 112767 h 3319775"/>
              <a:gd name="connsiteX13" fmla="*/ 818293 w 2957961"/>
              <a:gd name="connsiteY13" fmla="*/ 356583 h 3319775"/>
              <a:gd name="connsiteX14" fmla="*/ 642019 w 2957961"/>
              <a:gd name="connsiteY14" fmla="*/ 601856 h 3319775"/>
              <a:gd name="connsiteX15" fmla="*/ 475633 w 2957961"/>
              <a:gd name="connsiteY15" fmla="*/ 941939 h 3319775"/>
              <a:gd name="connsiteX16" fmla="*/ 243723 w 2957961"/>
              <a:gd name="connsiteY16" fmla="*/ 1100218 h 3319775"/>
              <a:gd name="connsiteX17" fmla="*/ 40300 w 2957961"/>
              <a:gd name="connsiteY17" fmla="*/ 1141029 h 3319775"/>
              <a:gd name="connsiteX18" fmla="*/ 0 w 2957961"/>
              <a:gd name="connsiteY18" fmla="*/ 1147693 h 3319775"/>
              <a:gd name="connsiteX0" fmla="*/ 1892650 w 2957425"/>
              <a:gd name="connsiteY0" fmla="*/ 3319775 h 3319775"/>
              <a:gd name="connsiteX1" fmla="*/ 1894129 w 2957425"/>
              <a:gd name="connsiteY1" fmla="*/ 3316208 h 3319775"/>
              <a:gd name="connsiteX2" fmla="*/ 2086439 w 2957425"/>
              <a:gd name="connsiteY2" fmla="*/ 2859270 h 3319775"/>
              <a:gd name="connsiteX3" fmla="*/ 2402185 w 2957425"/>
              <a:gd name="connsiteY3" fmla="*/ 2490877 h 3319775"/>
              <a:gd name="connsiteX4" fmla="*/ 2554506 w 2957425"/>
              <a:gd name="connsiteY4" fmla="*/ 2152317 h 3319775"/>
              <a:gd name="connsiteX5" fmla="*/ 2690046 w 2957425"/>
              <a:gd name="connsiteY5" fmla="*/ 1781326 h 3319775"/>
              <a:gd name="connsiteX6" fmla="*/ 2719345 w 2957425"/>
              <a:gd name="connsiteY6" fmla="*/ 1422242 h 3319775"/>
              <a:gd name="connsiteX7" fmla="*/ 2752252 w 2957425"/>
              <a:gd name="connsiteY7" fmla="*/ 1081971 h 3319775"/>
              <a:gd name="connsiteX8" fmla="*/ 2945346 w 2957425"/>
              <a:gd name="connsiteY8" fmla="*/ 598797 h 3319775"/>
              <a:gd name="connsiteX9" fmla="*/ 2271224 w 2957425"/>
              <a:gd name="connsiteY9" fmla="*/ 191779 h 3319775"/>
              <a:gd name="connsiteX10" fmla="*/ 1964175 w 2957425"/>
              <a:gd name="connsiteY10" fmla="*/ 127631 h 3319775"/>
              <a:gd name="connsiteX11" fmla="*/ 1574288 w 2957425"/>
              <a:gd name="connsiteY11" fmla="*/ 80 h 3319775"/>
              <a:gd name="connsiteX12" fmla="*/ 1147931 w 2957425"/>
              <a:gd name="connsiteY12" fmla="*/ 112767 h 3319775"/>
              <a:gd name="connsiteX13" fmla="*/ 818293 w 2957425"/>
              <a:gd name="connsiteY13" fmla="*/ 356583 h 3319775"/>
              <a:gd name="connsiteX14" fmla="*/ 642019 w 2957425"/>
              <a:gd name="connsiteY14" fmla="*/ 601856 h 3319775"/>
              <a:gd name="connsiteX15" fmla="*/ 475633 w 2957425"/>
              <a:gd name="connsiteY15" fmla="*/ 941939 h 3319775"/>
              <a:gd name="connsiteX16" fmla="*/ 243723 w 2957425"/>
              <a:gd name="connsiteY16" fmla="*/ 1100218 h 3319775"/>
              <a:gd name="connsiteX17" fmla="*/ 40300 w 2957425"/>
              <a:gd name="connsiteY17" fmla="*/ 1141029 h 3319775"/>
              <a:gd name="connsiteX18" fmla="*/ 0 w 2957425"/>
              <a:gd name="connsiteY18" fmla="*/ 1147693 h 3319775"/>
              <a:gd name="connsiteX0" fmla="*/ 1892650 w 2956919"/>
              <a:gd name="connsiteY0" fmla="*/ 3319775 h 3319775"/>
              <a:gd name="connsiteX1" fmla="*/ 1894129 w 2956919"/>
              <a:gd name="connsiteY1" fmla="*/ 3316208 h 3319775"/>
              <a:gd name="connsiteX2" fmla="*/ 2086439 w 2956919"/>
              <a:gd name="connsiteY2" fmla="*/ 2859270 h 3319775"/>
              <a:gd name="connsiteX3" fmla="*/ 2402185 w 2956919"/>
              <a:gd name="connsiteY3" fmla="*/ 2490877 h 3319775"/>
              <a:gd name="connsiteX4" fmla="*/ 2554506 w 2956919"/>
              <a:gd name="connsiteY4" fmla="*/ 2152317 h 3319775"/>
              <a:gd name="connsiteX5" fmla="*/ 2690046 w 2956919"/>
              <a:gd name="connsiteY5" fmla="*/ 1781326 h 3319775"/>
              <a:gd name="connsiteX6" fmla="*/ 2719345 w 2956919"/>
              <a:gd name="connsiteY6" fmla="*/ 1422242 h 3319775"/>
              <a:gd name="connsiteX7" fmla="*/ 2740586 w 2956919"/>
              <a:gd name="connsiteY7" fmla="*/ 1064798 h 3319775"/>
              <a:gd name="connsiteX8" fmla="*/ 2945346 w 2956919"/>
              <a:gd name="connsiteY8" fmla="*/ 598797 h 3319775"/>
              <a:gd name="connsiteX9" fmla="*/ 2271224 w 2956919"/>
              <a:gd name="connsiteY9" fmla="*/ 191779 h 3319775"/>
              <a:gd name="connsiteX10" fmla="*/ 1964175 w 2956919"/>
              <a:gd name="connsiteY10" fmla="*/ 127631 h 3319775"/>
              <a:gd name="connsiteX11" fmla="*/ 1574288 w 2956919"/>
              <a:gd name="connsiteY11" fmla="*/ 80 h 3319775"/>
              <a:gd name="connsiteX12" fmla="*/ 1147931 w 2956919"/>
              <a:gd name="connsiteY12" fmla="*/ 112767 h 3319775"/>
              <a:gd name="connsiteX13" fmla="*/ 818293 w 2956919"/>
              <a:gd name="connsiteY13" fmla="*/ 356583 h 3319775"/>
              <a:gd name="connsiteX14" fmla="*/ 642019 w 2956919"/>
              <a:gd name="connsiteY14" fmla="*/ 601856 h 3319775"/>
              <a:gd name="connsiteX15" fmla="*/ 475633 w 2956919"/>
              <a:gd name="connsiteY15" fmla="*/ 941939 h 3319775"/>
              <a:gd name="connsiteX16" fmla="*/ 243723 w 2956919"/>
              <a:gd name="connsiteY16" fmla="*/ 1100218 h 3319775"/>
              <a:gd name="connsiteX17" fmla="*/ 40300 w 2956919"/>
              <a:gd name="connsiteY17" fmla="*/ 1141029 h 3319775"/>
              <a:gd name="connsiteX18" fmla="*/ 0 w 2956919"/>
              <a:gd name="connsiteY18" fmla="*/ 1147693 h 3319775"/>
              <a:gd name="connsiteX0" fmla="*/ 1892650 w 2956919"/>
              <a:gd name="connsiteY0" fmla="*/ 3319775 h 3319775"/>
              <a:gd name="connsiteX1" fmla="*/ 2086439 w 2956919"/>
              <a:gd name="connsiteY1" fmla="*/ 2859270 h 3319775"/>
              <a:gd name="connsiteX2" fmla="*/ 2402185 w 2956919"/>
              <a:gd name="connsiteY2" fmla="*/ 2490877 h 3319775"/>
              <a:gd name="connsiteX3" fmla="*/ 2554506 w 2956919"/>
              <a:gd name="connsiteY3" fmla="*/ 2152317 h 3319775"/>
              <a:gd name="connsiteX4" fmla="*/ 2690046 w 2956919"/>
              <a:gd name="connsiteY4" fmla="*/ 1781326 h 3319775"/>
              <a:gd name="connsiteX5" fmla="*/ 2719345 w 2956919"/>
              <a:gd name="connsiteY5" fmla="*/ 1422242 h 3319775"/>
              <a:gd name="connsiteX6" fmla="*/ 2740586 w 2956919"/>
              <a:gd name="connsiteY6" fmla="*/ 1064798 h 3319775"/>
              <a:gd name="connsiteX7" fmla="*/ 2945346 w 2956919"/>
              <a:gd name="connsiteY7" fmla="*/ 598797 h 3319775"/>
              <a:gd name="connsiteX8" fmla="*/ 2271224 w 2956919"/>
              <a:gd name="connsiteY8" fmla="*/ 191779 h 3319775"/>
              <a:gd name="connsiteX9" fmla="*/ 1964175 w 2956919"/>
              <a:gd name="connsiteY9" fmla="*/ 127631 h 3319775"/>
              <a:gd name="connsiteX10" fmla="*/ 1574288 w 2956919"/>
              <a:gd name="connsiteY10" fmla="*/ 80 h 3319775"/>
              <a:gd name="connsiteX11" fmla="*/ 1147931 w 2956919"/>
              <a:gd name="connsiteY11" fmla="*/ 112767 h 3319775"/>
              <a:gd name="connsiteX12" fmla="*/ 818293 w 2956919"/>
              <a:gd name="connsiteY12" fmla="*/ 356583 h 3319775"/>
              <a:gd name="connsiteX13" fmla="*/ 642019 w 2956919"/>
              <a:gd name="connsiteY13" fmla="*/ 601856 h 3319775"/>
              <a:gd name="connsiteX14" fmla="*/ 475633 w 2956919"/>
              <a:gd name="connsiteY14" fmla="*/ 941939 h 3319775"/>
              <a:gd name="connsiteX15" fmla="*/ 243723 w 2956919"/>
              <a:gd name="connsiteY15" fmla="*/ 1100218 h 3319775"/>
              <a:gd name="connsiteX16" fmla="*/ 40300 w 2956919"/>
              <a:gd name="connsiteY16" fmla="*/ 1141029 h 3319775"/>
              <a:gd name="connsiteX17" fmla="*/ 0 w 2956919"/>
              <a:gd name="connsiteY17" fmla="*/ 1147693 h 3319775"/>
              <a:gd name="connsiteX0" fmla="*/ 1892650 w 2956919"/>
              <a:gd name="connsiteY0" fmla="*/ 3319775 h 3319775"/>
              <a:gd name="connsiteX1" fmla="*/ 2402185 w 2956919"/>
              <a:gd name="connsiteY1" fmla="*/ 2490877 h 3319775"/>
              <a:gd name="connsiteX2" fmla="*/ 2554506 w 2956919"/>
              <a:gd name="connsiteY2" fmla="*/ 2152317 h 3319775"/>
              <a:gd name="connsiteX3" fmla="*/ 2690046 w 2956919"/>
              <a:gd name="connsiteY3" fmla="*/ 1781326 h 3319775"/>
              <a:gd name="connsiteX4" fmla="*/ 2719345 w 2956919"/>
              <a:gd name="connsiteY4" fmla="*/ 1422242 h 3319775"/>
              <a:gd name="connsiteX5" fmla="*/ 2740586 w 2956919"/>
              <a:gd name="connsiteY5" fmla="*/ 1064798 h 3319775"/>
              <a:gd name="connsiteX6" fmla="*/ 2945346 w 2956919"/>
              <a:gd name="connsiteY6" fmla="*/ 598797 h 3319775"/>
              <a:gd name="connsiteX7" fmla="*/ 2271224 w 2956919"/>
              <a:gd name="connsiteY7" fmla="*/ 191779 h 3319775"/>
              <a:gd name="connsiteX8" fmla="*/ 1964175 w 2956919"/>
              <a:gd name="connsiteY8" fmla="*/ 127631 h 3319775"/>
              <a:gd name="connsiteX9" fmla="*/ 1574288 w 2956919"/>
              <a:gd name="connsiteY9" fmla="*/ 80 h 3319775"/>
              <a:gd name="connsiteX10" fmla="*/ 1147931 w 2956919"/>
              <a:gd name="connsiteY10" fmla="*/ 112767 h 3319775"/>
              <a:gd name="connsiteX11" fmla="*/ 818293 w 2956919"/>
              <a:gd name="connsiteY11" fmla="*/ 356583 h 3319775"/>
              <a:gd name="connsiteX12" fmla="*/ 642019 w 2956919"/>
              <a:gd name="connsiteY12" fmla="*/ 601856 h 3319775"/>
              <a:gd name="connsiteX13" fmla="*/ 475633 w 2956919"/>
              <a:gd name="connsiteY13" fmla="*/ 941939 h 3319775"/>
              <a:gd name="connsiteX14" fmla="*/ 243723 w 2956919"/>
              <a:gd name="connsiteY14" fmla="*/ 1100218 h 3319775"/>
              <a:gd name="connsiteX15" fmla="*/ 40300 w 2956919"/>
              <a:gd name="connsiteY15" fmla="*/ 1141029 h 3319775"/>
              <a:gd name="connsiteX16" fmla="*/ 0 w 2956919"/>
              <a:gd name="connsiteY16" fmla="*/ 1147693 h 3319775"/>
              <a:gd name="connsiteX0" fmla="*/ 2402185 w 2956919"/>
              <a:gd name="connsiteY0" fmla="*/ 2490877 h 2490877"/>
              <a:gd name="connsiteX1" fmla="*/ 2554506 w 2956919"/>
              <a:gd name="connsiteY1" fmla="*/ 2152317 h 2490877"/>
              <a:gd name="connsiteX2" fmla="*/ 2690046 w 2956919"/>
              <a:gd name="connsiteY2" fmla="*/ 1781326 h 2490877"/>
              <a:gd name="connsiteX3" fmla="*/ 2719345 w 2956919"/>
              <a:gd name="connsiteY3" fmla="*/ 1422242 h 2490877"/>
              <a:gd name="connsiteX4" fmla="*/ 2740586 w 2956919"/>
              <a:gd name="connsiteY4" fmla="*/ 1064798 h 2490877"/>
              <a:gd name="connsiteX5" fmla="*/ 2945346 w 2956919"/>
              <a:gd name="connsiteY5" fmla="*/ 598797 h 2490877"/>
              <a:gd name="connsiteX6" fmla="*/ 2271224 w 2956919"/>
              <a:gd name="connsiteY6" fmla="*/ 191779 h 2490877"/>
              <a:gd name="connsiteX7" fmla="*/ 1964175 w 2956919"/>
              <a:gd name="connsiteY7" fmla="*/ 127631 h 2490877"/>
              <a:gd name="connsiteX8" fmla="*/ 1574288 w 2956919"/>
              <a:gd name="connsiteY8" fmla="*/ 80 h 2490877"/>
              <a:gd name="connsiteX9" fmla="*/ 1147931 w 2956919"/>
              <a:gd name="connsiteY9" fmla="*/ 112767 h 2490877"/>
              <a:gd name="connsiteX10" fmla="*/ 818293 w 2956919"/>
              <a:gd name="connsiteY10" fmla="*/ 356583 h 2490877"/>
              <a:gd name="connsiteX11" fmla="*/ 642019 w 2956919"/>
              <a:gd name="connsiteY11" fmla="*/ 601856 h 2490877"/>
              <a:gd name="connsiteX12" fmla="*/ 475633 w 2956919"/>
              <a:gd name="connsiteY12" fmla="*/ 941939 h 2490877"/>
              <a:gd name="connsiteX13" fmla="*/ 243723 w 2956919"/>
              <a:gd name="connsiteY13" fmla="*/ 1100218 h 2490877"/>
              <a:gd name="connsiteX14" fmla="*/ 40300 w 2956919"/>
              <a:gd name="connsiteY14" fmla="*/ 1141029 h 2490877"/>
              <a:gd name="connsiteX15" fmla="*/ 0 w 2956919"/>
              <a:gd name="connsiteY15" fmla="*/ 1147693 h 2490877"/>
              <a:gd name="connsiteX0" fmla="*/ 2554506 w 2956919"/>
              <a:gd name="connsiteY0" fmla="*/ 2152317 h 2152317"/>
              <a:gd name="connsiteX1" fmla="*/ 2690046 w 2956919"/>
              <a:gd name="connsiteY1" fmla="*/ 1781326 h 2152317"/>
              <a:gd name="connsiteX2" fmla="*/ 2719345 w 2956919"/>
              <a:gd name="connsiteY2" fmla="*/ 1422242 h 2152317"/>
              <a:gd name="connsiteX3" fmla="*/ 2740586 w 2956919"/>
              <a:gd name="connsiteY3" fmla="*/ 1064798 h 2152317"/>
              <a:gd name="connsiteX4" fmla="*/ 2945346 w 2956919"/>
              <a:gd name="connsiteY4" fmla="*/ 598797 h 2152317"/>
              <a:gd name="connsiteX5" fmla="*/ 2271224 w 2956919"/>
              <a:gd name="connsiteY5" fmla="*/ 191779 h 2152317"/>
              <a:gd name="connsiteX6" fmla="*/ 1964175 w 2956919"/>
              <a:gd name="connsiteY6" fmla="*/ 127631 h 2152317"/>
              <a:gd name="connsiteX7" fmla="*/ 1574288 w 2956919"/>
              <a:gd name="connsiteY7" fmla="*/ 80 h 2152317"/>
              <a:gd name="connsiteX8" fmla="*/ 1147931 w 2956919"/>
              <a:gd name="connsiteY8" fmla="*/ 112767 h 2152317"/>
              <a:gd name="connsiteX9" fmla="*/ 818293 w 2956919"/>
              <a:gd name="connsiteY9" fmla="*/ 356583 h 2152317"/>
              <a:gd name="connsiteX10" fmla="*/ 642019 w 2956919"/>
              <a:gd name="connsiteY10" fmla="*/ 601856 h 2152317"/>
              <a:gd name="connsiteX11" fmla="*/ 475633 w 2956919"/>
              <a:gd name="connsiteY11" fmla="*/ 941939 h 2152317"/>
              <a:gd name="connsiteX12" fmla="*/ 243723 w 2956919"/>
              <a:gd name="connsiteY12" fmla="*/ 1100218 h 2152317"/>
              <a:gd name="connsiteX13" fmla="*/ 40300 w 2956919"/>
              <a:gd name="connsiteY13" fmla="*/ 1141029 h 2152317"/>
              <a:gd name="connsiteX14" fmla="*/ 0 w 2956919"/>
              <a:gd name="connsiteY14" fmla="*/ 1147693 h 2152317"/>
              <a:gd name="connsiteX0" fmla="*/ 2592298 w 2956919"/>
              <a:gd name="connsiteY0" fmla="*/ 2035792 h 2035792"/>
              <a:gd name="connsiteX1" fmla="*/ 2690046 w 2956919"/>
              <a:gd name="connsiteY1" fmla="*/ 1781326 h 2035792"/>
              <a:gd name="connsiteX2" fmla="*/ 2719345 w 2956919"/>
              <a:gd name="connsiteY2" fmla="*/ 1422242 h 2035792"/>
              <a:gd name="connsiteX3" fmla="*/ 2740586 w 2956919"/>
              <a:gd name="connsiteY3" fmla="*/ 1064798 h 2035792"/>
              <a:gd name="connsiteX4" fmla="*/ 2945346 w 2956919"/>
              <a:gd name="connsiteY4" fmla="*/ 598797 h 2035792"/>
              <a:gd name="connsiteX5" fmla="*/ 2271224 w 2956919"/>
              <a:gd name="connsiteY5" fmla="*/ 191779 h 2035792"/>
              <a:gd name="connsiteX6" fmla="*/ 1964175 w 2956919"/>
              <a:gd name="connsiteY6" fmla="*/ 127631 h 2035792"/>
              <a:gd name="connsiteX7" fmla="*/ 1574288 w 2956919"/>
              <a:gd name="connsiteY7" fmla="*/ 80 h 2035792"/>
              <a:gd name="connsiteX8" fmla="*/ 1147931 w 2956919"/>
              <a:gd name="connsiteY8" fmla="*/ 112767 h 2035792"/>
              <a:gd name="connsiteX9" fmla="*/ 818293 w 2956919"/>
              <a:gd name="connsiteY9" fmla="*/ 356583 h 2035792"/>
              <a:gd name="connsiteX10" fmla="*/ 642019 w 2956919"/>
              <a:gd name="connsiteY10" fmla="*/ 601856 h 2035792"/>
              <a:gd name="connsiteX11" fmla="*/ 475633 w 2956919"/>
              <a:gd name="connsiteY11" fmla="*/ 941939 h 2035792"/>
              <a:gd name="connsiteX12" fmla="*/ 243723 w 2956919"/>
              <a:gd name="connsiteY12" fmla="*/ 1100218 h 2035792"/>
              <a:gd name="connsiteX13" fmla="*/ 40300 w 2956919"/>
              <a:gd name="connsiteY13" fmla="*/ 1141029 h 2035792"/>
              <a:gd name="connsiteX14" fmla="*/ 0 w 2956919"/>
              <a:gd name="connsiteY14" fmla="*/ 1147693 h 2035792"/>
              <a:gd name="connsiteX0" fmla="*/ 2592298 w 2956919"/>
              <a:gd name="connsiteY0" fmla="*/ 2035792 h 2035792"/>
              <a:gd name="connsiteX1" fmla="*/ 2665773 w 2956919"/>
              <a:gd name="connsiteY1" fmla="*/ 1704959 h 2035792"/>
              <a:gd name="connsiteX2" fmla="*/ 2719345 w 2956919"/>
              <a:gd name="connsiteY2" fmla="*/ 1422242 h 2035792"/>
              <a:gd name="connsiteX3" fmla="*/ 2740586 w 2956919"/>
              <a:gd name="connsiteY3" fmla="*/ 1064798 h 2035792"/>
              <a:gd name="connsiteX4" fmla="*/ 2945346 w 2956919"/>
              <a:gd name="connsiteY4" fmla="*/ 598797 h 2035792"/>
              <a:gd name="connsiteX5" fmla="*/ 2271224 w 2956919"/>
              <a:gd name="connsiteY5" fmla="*/ 191779 h 2035792"/>
              <a:gd name="connsiteX6" fmla="*/ 1964175 w 2956919"/>
              <a:gd name="connsiteY6" fmla="*/ 127631 h 2035792"/>
              <a:gd name="connsiteX7" fmla="*/ 1574288 w 2956919"/>
              <a:gd name="connsiteY7" fmla="*/ 80 h 2035792"/>
              <a:gd name="connsiteX8" fmla="*/ 1147931 w 2956919"/>
              <a:gd name="connsiteY8" fmla="*/ 112767 h 2035792"/>
              <a:gd name="connsiteX9" fmla="*/ 818293 w 2956919"/>
              <a:gd name="connsiteY9" fmla="*/ 356583 h 2035792"/>
              <a:gd name="connsiteX10" fmla="*/ 642019 w 2956919"/>
              <a:gd name="connsiteY10" fmla="*/ 601856 h 2035792"/>
              <a:gd name="connsiteX11" fmla="*/ 475633 w 2956919"/>
              <a:gd name="connsiteY11" fmla="*/ 941939 h 2035792"/>
              <a:gd name="connsiteX12" fmla="*/ 243723 w 2956919"/>
              <a:gd name="connsiteY12" fmla="*/ 1100218 h 2035792"/>
              <a:gd name="connsiteX13" fmla="*/ 40300 w 2956919"/>
              <a:gd name="connsiteY13" fmla="*/ 1141029 h 2035792"/>
              <a:gd name="connsiteX14" fmla="*/ 0 w 2956919"/>
              <a:gd name="connsiteY14" fmla="*/ 1147693 h 2035792"/>
              <a:gd name="connsiteX0" fmla="*/ 2592298 w 2956919"/>
              <a:gd name="connsiteY0" fmla="*/ 2035792 h 2035792"/>
              <a:gd name="connsiteX1" fmla="*/ 2665773 w 2956919"/>
              <a:gd name="connsiteY1" fmla="*/ 1704959 h 2035792"/>
              <a:gd name="connsiteX2" fmla="*/ 2757617 w 2956919"/>
              <a:gd name="connsiteY2" fmla="*/ 1400257 h 2035792"/>
              <a:gd name="connsiteX3" fmla="*/ 2740586 w 2956919"/>
              <a:gd name="connsiteY3" fmla="*/ 1064798 h 2035792"/>
              <a:gd name="connsiteX4" fmla="*/ 2945346 w 2956919"/>
              <a:gd name="connsiteY4" fmla="*/ 598797 h 2035792"/>
              <a:gd name="connsiteX5" fmla="*/ 2271224 w 2956919"/>
              <a:gd name="connsiteY5" fmla="*/ 191779 h 2035792"/>
              <a:gd name="connsiteX6" fmla="*/ 1964175 w 2956919"/>
              <a:gd name="connsiteY6" fmla="*/ 127631 h 2035792"/>
              <a:gd name="connsiteX7" fmla="*/ 1574288 w 2956919"/>
              <a:gd name="connsiteY7" fmla="*/ 80 h 2035792"/>
              <a:gd name="connsiteX8" fmla="*/ 1147931 w 2956919"/>
              <a:gd name="connsiteY8" fmla="*/ 112767 h 2035792"/>
              <a:gd name="connsiteX9" fmla="*/ 818293 w 2956919"/>
              <a:gd name="connsiteY9" fmla="*/ 356583 h 2035792"/>
              <a:gd name="connsiteX10" fmla="*/ 642019 w 2956919"/>
              <a:gd name="connsiteY10" fmla="*/ 601856 h 2035792"/>
              <a:gd name="connsiteX11" fmla="*/ 475633 w 2956919"/>
              <a:gd name="connsiteY11" fmla="*/ 941939 h 2035792"/>
              <a:gd name="connsiteX12" fmla="*/ 243723 w 2956919"/>
              <a:gd name="connsiteY12" fmla="*/ 1100218 h 2035792"/>
              <a:gd name="connsiteX13" fmla="*/ 40300 w 2956919"/>
              <a:gd name="connsiteY13" fmla="*/ 1141029 h 2035792"/>
              <a:gd name="connsiteX14" fmla="*/ 0 w 2956919"/>
              <a:gd name="connsiteY14" fmla="*/ 1147693 h 2035792"/>
              <a:gd name="connsiteX0" fmla="*/ 2592298 w 2956919"/>
              <a:gd name="connsiteY0" fmla="*/ 2035792 h 2035792"/>
              <a:gd name="connsiteX1" fmla="*/ 2690068 w 2956919"/>
              <a:gd name="connsiteY1" fmla="*/ 1704517 h 2035792"/>
              <a:gd name="connsiteX2" fmla="*/ 2757617 w 2956919"/>
              <a:gd name="connsiteY2" fmla="*/ 1400257 h 2035792"/>
              <a:gd name="connsiteX3" fmla="*/ 2740586 w 2956919"/>
              <a:gd name="connsiteY3" fmla="*/ 1064798 h 2035792"/>
              <a:gd name="connsiteX4" fmla="*/ 2945346 w 2956919"/>
              <a:gd name="connsiteY4" fmla="*/ 598797 h 2035792"/>
              <a:gd name="connsiteX5" fmla="*/ 2271224 w 2956919"/>
              <a:gd name="connsiteY5" fmla="*/ 191779 h 2035792"/>
              <a:gd name="connsiteX6" fmla="*/ 1964175 w 2956919"/>
              <a:gd name="connsiteY6" fmla="*/ 127631 h 2035792"/>
              <a:gd name="connsiteX7" fmla="*/ 1574288 w 2956919"/>
              <a:gd name="connsiteY7" fmla="*/ 80 h 2035792"/>
              <a:gd name="connsiteX8" fmla="*/ 1147931 w 2956919"/>
              <a:gd name="connsiteY8" fmla="*/ 112767 h 2035792"/>
              <a:gd name="connsiteX9" fmla="*/ 818293 w 2956919"/>
              <a:gd name="connsiteY9" fmla="*/ 356583 h 2035792"/>
              <a:gd name="connsiteX10" fmla="*/ 642019 w 2956919"/>
              <a:gd name="connsiteY10" fmla="*/ 601856 h 2035792"/>
              <a:gd name="connsiteX11" fmla="*/ 475633 w 2956919"/>
              <a:gd name="connsiteY11" fmla="*/ 941939 h 2035792"/>
              <a:gd name="connsiteX12" fmla="*/ 243723 w 2956919"/>
              <a:gd name="connsiteY12" fmla="*/ 1100218 h 2035792"/>
              <a:gd name="connsiteX13" fmla="*/ 40300 w 2956919"/>
              <a:gd name="connsiteY13" fmla="*/ 1141029 h 2035792"/>
              <a:gd name="connsiteX14" fmla="*/ 0 w 2956919"/>
              <a:gd name="connsiteY14" fmla="*/ 1147693 h 203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56919" h="2035792">
                <a:moveTo>
                  <a:pt x="2592298" y="2035792"/>
                </a:moveTo>
                <a:cubicBezTo>
                  <a:pt x="2640274" y="1917533"/>
                  <a:pt x="2662515" y="1810440"/>
                  <a:pt x="2690068" y="1704517"/>
                </a:cubicBezTo>
                <a:cubicBezTo>
                  <a:pt x="2717621" y="1598594"/>
                  <a:pt x="2749331" y="1512636"/>
                  <a:pt x="2757617" y="1400257"/>
                </a:cubicBezTo>
                <a:cubicBezTo>
                  <a:pt x="2766278" y="1281607"/>
                  <a:pt x="2729475" y="1183207"/>
                  <a:pt x="2740586" y="1064798"/>
                </a:cubicBezTo>
                <a:cubicBezTo>
                  <a:pt x="2780337" y="862526"/>
                  <a:pt x="3010612" y="748461"/>
                  <a:pt x="2945346" y="598797"/>
                </a:cubicBezTo>
                <a:cubicBezTo>
                  <a:pt x="2877065" y="474440"/>
                  <a:pt x="2434752" y="270306"/>
                  <a:pt x="2271224" y="191779"/>
                </a:cubicBezTo>
                <a:cubicBezTo>
                  <a:pt x="2107695" y="113251"/>
                  <a:pt x="2080331" y="159581"/>
                  <a:pt x="1964175" y="127631"/>
                </a:cubicBezTo>
                <a:cubicBezTo>
                  <a:pt x="1848019" y="95681"/>
                  <a:pt x="1710329" y="2557"/>
                  <a:pt x="1574288" y="80"/>
                </a:cubicBezTo>
                <a:cubicBezTo>
                  <a:pt x="1438247" y="-2397"/>
                  <a:pt x="1273930" y="53350"/>
                  <a:pt x="1147931" y="112767"/>
                </a:cubicBezTo>
                <a:cubicBezTo>
                  <a:pt x="1021931" y="172184"/>
                  <a:pt x="902612" y="275069"/>
                  <a:pt x="818293" y="356583"/>
                </a:cubicBezTo>
                <a:cubicBezTo>
                  <a:pt x="733973" y="438099"/>
                  <a:pt x="699129" y="504297"/>
                  <a:pt x="642019" y="601856"/>
                </a:cubicBezTo>
                <a:cubicBezTo>
                  <a:pt x="584910" y="699415"/>
                  <a:pt x="542016" y="858878"/>
                  <a:pt x="475633" y="941939"/>
                </a:cubicBezTo>
                <a:cubicBezTo>
                  <a:pt x="409250" y="1024999"/>
                  <a:pt x="347735" y="1059671"/>
                  <a:pt x="243723" y="1100218"/>
                </a:cubicBezTo>
                <a:cubicBezTo>
                  <a:pt x="191717" y="1120492"/>
                  <a:pt x="114785" y="1130479"/>
                  <a:pt x="40300" y="1141029"/>
                </a:cubicBezTo>
                <a:lnTo>
                  <a:pt x="0" y="1147693"/>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3" name="Freeform: Shape 32">
            <a:extLst>
              <a:ext uri="{FF2B5EF4-FFF2-40B4-BE49-F238E27FC236}">
                <a16:creationId xmlns:a16="http://schemas.microsoft.com/office/drawing/2014/main" id="{CE382B3D-C849-A433-F7E6-88F9696E8920}"/>
              </a:ext>
            </a:extLst>
          </p:cNvPr>
          <p:cNvSpPr/>
          <p:nvPr userDrawn="1"/>
        </p:nvSpPr>
        <p:spPr>
          <a:xfrm rot="11936411" flipV="1">
            <a:off x="3097948" y="5328980"/>
            <a:ext cx="2394012" cy="1887603"/>
          </a:xfrm>
          <a:custGeom>
            <a:avLst/>
            <a:gdLst>
              <a:gd name="connsiteX0" fmla="*/ 2447781 w 2472003"/>
              <a:gd name="connsiteY0" fmla="*/ 402400 h 3497624"/>
              <a:gd name="connsiteX1" fmla="*/ 2393746 w 2472003"/>
              <a:gd name="connsiteY1" fmla="*/ 296214 h 3497624"/>
              <a:gd name="connsiteX2" fmla="*/ 2209330 w 2472003"/>
              <a:gd name="connsiteY2" fmla="*/ 128591 h 3497624"/>
              <a:gd name="connsiteX3" fmla="*/ 2013352 w 2472003"/>
              <a:gd name="connsiteY3" fmla="*/ 92352 h 3497624"/>
              <a:gd name="connsiteX4" fmla="*/ 1388288 w 2472003"/>
              <a:gd name="connsiteY4" fmla="*/ 0 h 3497624"/>
              <a:gd name="connsiteX5" fmla="*/ 1061898 w 2472003"/>
              <a:gd name="connsiteY5" fmla="*/ 212208 h 3497624"/>
              <a:gd name="connsiteX6" fmla="*/ 638071 w 2472003"/>
              <a:gd name="connsiteY6" fmla="*/ 653867 h 3497624"/>
              <a:gd name="connsiteX7" fmla="*/ 395183 w 2472003"/>
              <a:gd name="connsiteY7" fmla="*/ 901396 h 3497624"/>
              <a:gd name="connsiteX8" fmla="*/ 161044 w 2472003"/>
              <a:gd name="connsiteY8" fmla="*/ 1171030 h 3497624"/>
              <a:gd name="connsiteX9" fmla="*/ 74629 w 2472003"/>
              <a:gd name="connsiteY9" fmla="*/ 1225508 h 3497624"/>
              <a:gd name="connsiteX10" fmla="*/ 0 w 2472003"/>
              <a:gd name="connsiteY10" fmla="*/ 1260822 h 3497624"/>
              <a:gd name="connsiteX11" fmla="*/ 770988 w 2472003"/>
              <a:gd name="connsiteY11" fmla="*/ 3497624 h 3497624"/>
              <a:gd name="connsiteX12" fmla="*/ 1498476 w 2472003"/>
              <a:gd name="connsiteY12" fmla="*/ 3246871 h 3497624"/>
              <a:gd name="connsiteX13" fmla="*/ 1514003 w 2472003"/>
              <a:gd name="connsiteY13" fmla="*/ 3138424 h 3497624"/>
              <a:gd name="connsiteX14" fmla="*/ 1536677 w 2472003"/>
              <a:gd name="connsiteY14" fmla="*/ 2991332 h 3497624"/>
              <a:gd name="connsiteX15" fmla="*/ 1599320 w 2472003"/>
              <a:gd name="connsiteY15" fmla="*/ 2564362 h 3497624"/>
              <a:gd name="connsiteX16" fmla="*/ 2118542 w 2472003"/>
              <a:gd name="connsiteY16" fmla="*/ 2176537 h 3497624"/>
              <a:gd name="connsiteX17" fmla="*/ 2289704 w 2472003"/>
              <a:gd name="connsiteY17" fmla="*/ 1795726 h 3497624"/>
              <a:gd name="connsiteX18" fmla="*/ 2363524 w 2472003"/>
              <a:gd name="connsiteY18" fmla="*/ 1558989 h 3497624"/>
              <a:gd name="connsiteX19" fmla="*/ 2398080 w 2472003"/>
              <a:gd name="connsiteY19" fmla="*/ 1311080 h 3497624"/>
              <a:gd name="connsiteX20" fmla="*/ 2380661 w 2472003"/>
              <a:gd name="connsiteY20" fmla="*/ 886001 h 3497624"/>
              <a:gd name="connsiteX21" fmla="*/ 2471766 w 2472003"/>
              <a:gd name="connsiteY21" fmla="*/ 513097 h 3497624"/>
              <a:gd name="connsiteX22" fmla="*/ 2447781 w 2472003"/>
              <a:gd name="connsiteY22" fmla="*/ 402400 h 3497624"/>
              <a:gd name="connsiteX0" fmla="*/ 770988 w 2472003"/>
              <a:gd name="connsiteY0" fmla="*/ 3497624 h 3589064"/>
              <a:gd name="connsiteX1" fmla="*/ 1498476 w 2472003"/>
              <a:gd name="connsiteY1" fmla="*/ 3246871 h 3589064"/>
              <a:gd name="connsiteX2" fmla="*/ 1514003 w 2472003"/>
              <a:gd name="connsiteY2" fmla="*/ 3138424 h 3589064"/>
              <a:gd name="connsiteX3" fmla="*/ 1536677 w 2472003"/>
              <a:gd name="connsiteY3" fmla="*/ 2991332 h 3589064"/>
              <a:gd name="connsiteX4" fmla="*/ 1599320 w 2472003"/>
              <a:gd name="connsiteY4" fmla="*/ 2564362 h 3589064"/>
              <a:gd name="connsiteX5" fmla="*/ 2118542 w 2472003"/>
              <a:gd name="connsiteY5" fmla="*/ 2176537 h 3589064"/>
              <a:gd name="connsiteX6" fmla="*/ 2289704 w 2472003"/>
              <a:gd name="connsiteY6" fmla="*/ 1795726 h 3589064"/>
              <a:gd name="connsiteX7" fmla="*/ 2363524 w 2472003"/>
              <a:gd name="connsiteY7" fmla="*/ 1558989 h 3589064"/>
              <a:gd name="connsiteX8" fmla="*/ 2398080 w 2472003"/>
              <a:gd name="connsiteY8" fmla="*/ 1311080 h 3589064"/>
              <a:gd name="connsiteX9" fmla="*/ 2380661 w 2472003"/>
              <a:gd name="connsiteY9" fmla="*/ 886001 h 3589064"/>
              <a:gd name="connsiteX10" fmla="*/ 2471766 w 2472003"/>
              <a:gd name="connsiteY10" fmla="*/ 513097 h 3589064"/>
              <a:gd name="connsiteX11" fmla="*/ 2447781 w 2472003"/>
              <a:gd name="connsiteY11" fmla="*/ 402400 h 3589064"/>
              <a:gd name="connsiteX12" fmla="*/ 2393746 w 2472003"/>
              <a:gd name="connsiteY12" fmla="*/ 296214 h 3589064"/>
              <a:gd name="connsiteX13" fmla="*/ 2209330 w 2472003"/>
              <a:gd name="connsiteY13" fmla="*/ 128591 h 3589064"/>
              <a:gd name="connsiteX14" fmla="*/ 2013352 w 2472003"/>
              <a:gd name="connsiteY14" fmla="*/ 92352 h 3589064"/>
              <a:gd name="connsiteX15" fmla="*/ 1388288 w 2472003"/>
              <a:gd name="connsiteY15" fmla="*/ 0 h 3589064"/>
              <a:gd name="connsiteX16" fmla="*/ 1061898 w 2472003"/>
              <a:gd name="connsiteY16" fmla="*/ 212208 h 3589064"/>
              <a:gd name="connsiteX17" fmla="*/ 638071 w 2472003"/>
              <a:gd name="connsiteY17" fmla="*/ 653867 h 3589064"/>
              <a:gd name="connsiteX18" fmla="*/ 395183 w 2472003"/>
              <a:gd name="connsiteY18" fmla="*/ 901396 h 3589064"/>
              <a:gd name="connsiteX19" fmla="*/ 161044 w 2472003"/>
              <a:gd name="connsiteY19" fmla="*/ 1171030 h 3589064"/>
              <a:gd name="connsiteX20" fmla="*/ 74629 w 2472003"/>
              <a:gd name="connsiteY20" fmla="*/ 1225508 h 3589064"/>
              <a:gd name="connsiteX21" fmla="*/ 0 w 2472003"/>
              <a:gd name="connsiteY21" fmla="*/ 1260822 h 3589064"/>
              <a:gd name="connsiteX22" fmla="*/ 862428 w 2472003"/>
              <a:gd name="connsiteY22" fmla="*/ 3589064 h 3589064"/>
              <a:gd name="connsiteX0" fmla="*/ 770988 w 2472003"/>
              <a:gd name="connsiteY0" fmla="*/ 3497624 h 3497624"/>
              <a:gd name="connsiteX1" fmla="*/ 1498476 w 2472003"/>
              <a:gd name="connsiteY1" fmla="*/ 3246871 h 3497624"/>
              <a:gd name="connsiteX2" fmla="*/ 1514003 w 2472003"/>
              <a:gd name="connsiteY2" fmla="*/ 3138424 h 3497624"/>
              <a:gd name="connsiteX3" fmla="*/ 1536677 w 2472003"/>
              <a:gd name="connsiteY3" fmla="*/ 2991332 h 3497624"/>
              <a:gd name="connsiteX4" fmla="*/ 1599320 w 2472003"/>
              <a:gd name="connsiteY4" fmla="*/ 2564362 h 3497624"/>
              <a:gd name="connsiteX5" fmla="*/ 2118542 w 2472003"/>
              <a:gd name="connsiteY5" fmla="*/ 2176537 h 3497624"/>
              <a:gd name="connsiteX6" fmla="*/ 2289704 w 2472003"/>
              <a:gd name="connsiteY6" fmla="*/ 1795726 h 3497624"/>
              <a:gd name="connsiteX7" fmla="*/ 2363524 w 2472003"/>
              <a:gd name="connsiteY7" fmla="*/ 1558989 h 3497624"/>
              <a:gd name="connsiteX8" fmla="*/ 2398080 w 2472003"/>
              <a:gd name="connsiteY8" fmla="*/ 1311080 h 3497624"/>
              <a:gd name="connsiteX9" fmla="*/ 2380661 w 2472003"/>
              <a:gd name="connsiteY9" fmla="*/ 886001 h 3497624"/>
              <a:gd name="connsiteX10" fmla="*/ 2471766 w 2472003"/>
              <a:gd name="connsiteY10" fmla="*/ 513097 h 3497624"/>
              <a:gd name="connsiteX11" fmla="*/ 2447781 w 2472003"/>
              <a:gd name="connsiteY11" fmla="*/ 402400 h 3497624"/>
              <a:gd name="connsiteX12" fmla="*/ 2393746 w 2472003"/>
              <a:gd name="connsiteY12" fmla="*/ 296214 h 3497624"/>
              <a:gd name="connsiteX13" fmla="*/ 2209330 w 2472003"/>
              <a:gd name="connsiteY13" fmla="*/ 128591 h 3497624"/>
              <a:gd name="connsiteX14" fmla="*/ 2013352 w 2472003"/>
              <a:gd name="connsiteY14" fmla="*/ 92352 h 3497624"/>
              <a:gd name="connsiteX15" fmla="*/ 1388288 w 2472003"/>
              <a:gd name="connsiteY15" fmla="*/ 0 h 3497624"/>
              <a:gd name="connsiteX16" fmla="*/ 1061898 w 2472003"/>
              <a:gd name="connsiteY16" fmla="*/ 212208 h 3497624"/>
              <a:gd name="connsiteX17" fmla="*/ 638071 w 2472003"/>
              <a:gd name="connsiteY17" fmla="*/ 653867 h 3497624"/>
              <a:gd name="connsiteX18" fmla="*/ 395183 w 2472003"/>
              <a:gd name="connsiteY18" fmla="*/ 901396 h 3497624"/>
              <a:gd name="connsiteX19" fmla="*/ 161044 w 2472003"/>
              <a:gd name="connsiteY19" fmla="*/ 1171030 h 3497624"/>
              <a:gd name="connsiteX20" fmla="*/ 74629 w 2472003"/>
              <a:gd name="connsiteY20" fmla="*/ 1225508 h 3497624"/>
              <a:gd name="connsiteX21" fmla="*/ 0 w 2472003"/>
              <a:gd name="connsiteY21" fmla="*/ 1260822 h 3497624"/>
              <a:gd name="connsiteX0" fmla="*/ 1498476 w 2472003"/>
              <a:gd name="connsiteY0" fmla="*/ 3246871 h 3246871"/>
              <a:gd name="connsiteX1" fmla="*/ 1514003 w 2472003"/>
              <a:gd name="connsiteY1" fmla="*/ 3138424 h 3246871"/>
              <a:gd name="connsiteX2" fmla="*/ 1536677 w 2472003"/>
              <a:gd name="connsiteY2" fmla="*/ 2991332 h 3246871"/>
              <a:gd name="connsiteX3" fmla="*/ 1599320 w 2472003"/>
              <a:gd name="connsiteY3" fmla="*/ 2564362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342431 w 2472003"/>
              <a:gd name="connsiteY5" fmla="*/ 1782753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23847 w 2397374"/>
              <a:gd name="connsiteY0" fmla="*/ 3246871 h 3246871"/>
              <a:gd name="connsiteX1" fmla="*/ 1439374 w 2397374"/>
              <a:gd name="connsiteY1" fmla="*/ 3138424 h 3246871"/>
              <a:gd name="connsiteX2" fmla="*/ 1462048 w 2397374"/>
              <a:gd name="connsiteY2" fmla="*/ 2991332 h 3246871"/>
              <a:gd name="connsiteX3" fmla="*/ 1631096 w 2397374"/>
              <a:gd name="connsiteY3" fmla="*/ 2631686 h 3246871"/>
              <a:gd name="connsiteX4" fmla="*/ 2101763 w 2397374"/>
              <a:gd name="connsiteY4" fmla="*/ 2208596 h 3246871"/>
              <a:gd name="connsiteX5" fmla="*/ 2267802 w 2397374"/>
              <a:gd name="connsiteY5" fmla="*/ 1782753 h 3246871"/>
              <a:gd name="connsiteX6" fmla="*/ 2288895 w 2397374"/>
              <a:gd name="connsiteY6" fmla="*/ 1558989 h 3246871"/>
              <a:gd name="connsiteX7" fmla="*/ 2323451 w 2397374"/>
              <a:gd name="connsiteY7" fmla="*/ 1311080 h 3246871"/>
              <a:gd name="connsiteX8" fmla="*/ 2306032 w 2397374"/>
              <a:gd name="connsiteY8" fmla="*/ 886001 h 3246871"/>
              <a:gd name="connsiteX9" fmla="*/ 2397137 w 2397374"/>
              <a:gd name="connsiteY9" fmla="*/ 513097 h 3246871"/>
              <a:gd name="connsiteX10" fmla="*/ 2373152 w 2397374"/>
              <a:gd name="connsiteY10" fmla="*/ 402400 h 3246871"/>
              <a:gd name="connsiteX11" fmla="*/ 2319117 w 2397374"/>
              <a:gd name="connsiteY11" fmla="*/ 296214 h 3246871"/>
              <a:gd name="connsiteX12" fmla="*/ 2134701 w 2397374"/>
              <a:gd name="connsiteY12" fmla="*/ 128591 h 3246871"/>
              <a:gd name="connsiteX13" fmla="*/ 1938723 w 2397374"/>
              <a:gd name="connsiteY13" fmla="*/ 92352 h 3246871"/>
              <a:gd name="connsiteX14" fmla="*/ 1313659 w 2397374"/>
              <a:gd name="connsiteY14" fmla="*/ 0 h 3246871"/>
              <a:gd name="connsiteX15" fmla="*/ 987269 w 2397374"/>
              <a:gd name="connsiteY15" fmla="*/ 212208 h 3246871"/>
              <a:gd name="connsiteX16" fmla="*/ 563442 w 2397374"/>
              <a:gd name="connsiteY16" fmla="*/ 653867 h 3246871"/>
              <a:gd name="connsiteX17" fmla="*/ 320554 w 2397374"/>
              <a:gd name="connsiteY17" fmla="*/ 901396 h 3246871"/>
              <a:gd name="connsiteX18" fmla="*/ 86415 w 2397374"/>
              <a:gd name="connsiteY18" fmla="*/ 1171030 h 3246871"/>
              <a:gd name="connsiteX19" fmla="*/ 0 w 2397374"/>
              <a:gd name="connsiteY19" fmla="*/ 1225508 h 3246871"/>
              <a:gd name="connsiteX0" fmla="*/ 1337432 w 2310959"/>
              <a:gd name="connsiteY0" fmla="*/ 3246871 h 3246871"/>
              <a:gd name="connsiteX1" fmla="*/ 1352959 w 2310959"/>
              <a:gd name="connsiteY1" fmla="*/ 3138424 h 3246871"/>
              <a:gd name="connsiteX2" fmla="*/ 1375633 w 2310959"/>
              <a:gd name="connsiteY2" fmla="*/ 2991332 h 3246871"/>
              <a:gd name="connsiteX3" fmla="*/ 1544681 w 2310959"/>
              <a:gd name="connsiteY3" fmla="*/ 2631686 h 3246871"/>
              <a:gd name="connsiteX4" fmla="*/ 2015348 w 2310959"/>
              <a:gd name="connsiteY4" fmla="*/ 2208596 h 3246871"/>
              <a:gd name="connsiteX5" fmla="*/ 2181387 w 2310959"/>
              <a:gd name="connsiteY5" fmla="*/ 1782753 h 3246871"/>
              <a:gd name="connsiteX6" fmla="*/ 2202480 w 2310959"/>
              <a:gd name="connsiteY6" fmla="*/ 1558989 h 3246871"/>
              <a:gd name="connsiteX7" fmla="*/ 2237036 w 2310959"/>
              <a:gd name="connsiteY7" fmla="*/ 1311080 h 3246871"/>
              <a:gd name="connsiteX8" fmla="*/ 2219617 w 2310959"/>
              <a:gd name="connsiteY8" fmla="*/ 886001 h 3246871"/>
              <a:gd name="connsiteX9" fmla="*/ 2310722 w 2310959"/>
              <a:gd name="connsiteY9" fmla="*/ 513097 h 3246871"/>
              <a:gd name="connsiteX10" fmla="*/ 2286737 w 2310959"/>
              <a:gd name="connsiteY10" fmla="*/ 402400 h 3246871"/>
              <a:gd name="connsiteX11" fmla="*/ 2232702 w 2310959"/>
              <a:gd name="connsiteY11" fmla="*/ 296214 h 3246871"/>
              <a:gd name="connsiteX12" fmla="*/ 2048286 w 2310959"/>
              <a:gd name="connsiteY12" fmla="*/ 128591 h 3246871"/>
              <a:gd name="connsiteX13" fmla="*/ 1852308 w 2310959"/>
              <a:gd name="connsiteY13" fmla="*/ 92352 h 3246871"/>
              <a:gd name="connsiteX14" fmla="*/ 1227244 w 2310959"/>
              <a:gd name="connsiteY14" fmla="*/ 0 h 3246871"/>
              <a:gd name="connsiteX15" fmla="*/ 900854 w 2310959"/>
              <a:gd name="connsiteY15" fmla="*/ 212208 h 3246871"/>
              <a:gd name="connsiteX16" fmla="*/ 477027 w 2310959"/>
              <a:gd name="connsiteY16" fmla="*/ 653867 h 3246871"/>
              <a:gd name="connsiteX17" fmla="*/ 234139 w 2310959"/>
              <a:gd name="connsiteY17" fmla="*/ 901396 h 3246871"/>
              <a:gd name="connsiteX18" fmla="*/ 0 w 2310959"/>
              <a:gd name="connsiteY18" fmla="*/ 1171030 h 3246871"/>
              <a:gd name="connsiteX0" fmla="*/ 1312770 w 2286297"/>
              <a:gd name="connsiteY0" fmla="*/ 3246871 h 3246871"/>
              <a:gd name="connsiteX1" fmla="*/ 1328297 w 2286297"/>
              <a:gd name="connsiteY1" fmla="*/ 3138424 h 3246871"/>
              <a:gd name="connsiteX2" fmla="*/ 1350971 w 2286297"/>
              <a:gd name="connsiteY2" fmla="*/ 2991332 h 3246871"/>
              <a:gd name="connsiteX3" fmla="*/ 1520019 w 2286297"/>
              <a:gd name="connsiteY3" fmla="*/ 2631686 h 3246871"/>
              <a:gd name="connsiteX4" fmla="*/ 1990686 w 2286297"/>
              <a:gd name="connsiteY4" fmla="*/ 2208596 h 3246871"/>
              <a:gd name="connsiteX5" fmla="*/ 2156725 w 2286297"/>
              <a:gd name="connsiteY5" fmla="*/ 1782753 h 3246871"/>
              <a:gd name="connsiteX6" fmla="*/ 2177818 w 2286297"/>
              <a:gd name="connsiteY6" fmla="*/ 1558989 h 3246871"/>
              <a:gd name="connsiteX7" fmla="*/ 2212374 w 2286297"/>
              <a:gd name="connsiteY7" fmla="*/ 1311080 h 3246871"/>
              <a:gd name="connsiteX8" fmla="*/ 2194955 w 2286297"/>
              <a:gd name="connsiteY8" fmla="*/ 886001 h 3246871"/>
              <a:gd name="connsiteX9" fmla="*/ 2286060 w 2286297"/>
              <a:gd name="connsiteY9" fmla="*/ 513097 h 3246871"/>
              <a:gd name="connsiteX10" fmla="*/ 2262075 w 2286297"/>
              <a:gd name="connsiteY10" fmla="*/ 402400 h 3246871"/>
              <a:gd name="connsiteX11" fmla="*/ 2208040 w 2286297"/>
              <a:gd name="connsiteY11" fmla="*/ 296214 h 3246871"/>
              <a:gd name="connsiteX12" fmla="*/ 2023624 w 2286297"/>
              <a:gd name="connsiteY12" fmla="*/ 128591 h 3246871"/>
              <a:gd name="connsiteX13" fmla="*/ 1827646 w 2286297"/>
              <a:gd name="connsiteY13" fmla="*/ 92352 h 3246871"/>
              <a:gd name="connsiteX14" fmla="*/ 1202582 w 2286297"/>
              <a:gd name="connsiteY14" fmla="*/ 0 h 3246871"/>
              <a:gd name="connsiteX15" fmla="*/ 876192 w 2286297"/>
              <a:gd name="connsiteY15" fmla="*/ 212208 h 3246871"/>
              <a:gd name="connsiteX16" fmla="*/ 452365 w 2286297"/>
              <a:gd name="connsiteY16" fmla="*/ 653867 h 3246871"/>
              <a:gd name="connsiteX17" fmla="*/ 209477 w 2286297"/>
              <a:gd name="connsiteY17" fmla="*/ 901396 h 3246871"/>
              <a:gd name="connsiteX18" fmla="*/ 0 w 2286297"/>
              <a:gd name="connsiteY18" fmla="*/ 1054389 h 3246871"/>
              <a:gd name="connsiteX0" fmla="*/ 1312770 w 2286297"/>
              <a:gd name="connsiteY0" fmla="*/ 3246871 h 3246871"/>
              <a:gd name="connsiteX1" fmla="*/ 1328297 w 2286297"/>
              <a:gd name="connsiteY1" fmla="*/ 3138424 h 3246871"/>
              <a:gd name="connsiteX2" fmla="*/ 1350971 w 2286297"/>
              <a:gd name="connsiteY2" fmla="*/ 2991332 h 3246871"/>
              <a:gd name="connsiteX3" fmla="*/ 1520019 w 2286297"/>
              <a:gd name="connsiteY3" fmla="*/ 2631686 h 3246871"/>
              <a:gd name="connsiteX4" fmla="*/ 1990686 w 2286297"/>
              <a:gd name="connsiteY4" fmla="*/ 2208596 h 3246871"/>
              <a:gd name="connsiteX5" fmla="*/ 2156725 w 2286297"/>
              <a:gd name="connsiteY5" fmla="*/ 1782753 h 3246871"/>
              <a:gd name="connsiteX6" fmla="*/ 2212374 w 2286297"/>
              <a:gd name="connsiteY6" fmla="*/ 1311080 h 3246871"/>
              <a:gd name="connsiteX7" fmla="*/ 2194955 w 2286297"/>
              <a:gd name="connsiteY7" fmla="*/ 886001 h 3246871"/>
              <a:gd name="connsiteX8" fmla="*/ 2286060 w 2286297"/>
              <a:gd name="connsiteY8" fmla="*/ 513097 h 3246871"/>
              <a:gd name="connsiteX9" fmla="*/ 2262075 w 2286297"/>
              <a:gd name="connsiteY9" fmla="*/ 402400 h 3246871"/>
              <a:gd name="connsiteX10" fmla="*/ 2208040 w 2286297"/>
              <a:gd name="connsiteY10" fmla="*/ 296214 h 3246871"/>
              <a:gd name="connsiteX11" fmla="*/ 2023624 w 2286297"/>
              <a:gd name="connsiteY11" fmla="*/ 128591 h 3246871"/>
              <a:gd name="connsiteX12" fmla="*/ 1827646 w 2286297"/>
              <a:gd name="connsiteY12" fmla="*/ 92352 h 3246871"/>
              <a:gd name="connsiteX13" fmla="*/ 1202582 w 2286297"/>
              <a:gd name="connsiteY13" fmla="*/ 0 h 3246871"/>
              <a:gd name="connsiteX14" fmla="*/ 876192 w 2286297"/>
              <a:gd name="connsiteY14" fmla="*/ 212208 h 3246871"/>
              <a:gd name="connsiteX15" fmla="*/ 452365 w 2286297"/>
              <a:gd name="connsiteY15" fmla="*/ 653867 h 3246871"/>
              <a:gd name="connsiteX16" fmla="*/ 209477 w 2286297"/>
              <a:gd name="connsiteY16" fmla="*/ 901396 h 3246871"/>
              <a:gd name="connsiteX17" fmla="*/ 0 w 2286297"/>
              <a:gd name="connsiteY17" fmla="*/ 1054389 h 3246871"/>
              <a:gd name="connsiteX0" fmla="*/ 1312770 w 2286297"/>
              <a:gd name="connsiteY0" fmla="*/ 3246871 h 3246871"/>
              <a:gd name="connsiteX1" fmla="*/ 1328297 w 2286297"/>
              <a:gd name="connsiteY1" fmla="*/ 3138424 h 3246871"/>
              <a:gd name="connsiteX2" fmla="*/ 1350971 w 2286297"/>
              <a:gd name="connsiteY2" fmla="*/ 2991332 h 3246871"/>
              <a:gd name="connsiteX3" fmla="*/ 1520019 w 2286297"/>
              <a:gd name="connsiteY3" fmla="*/ 2631686 h 3246871"/>
              <a:gd name="connsiteX4" fmla="*/ 1990686 w 2286297"/>
              <a:gd name="connsiteY4" fmla="*/ 2208596 h 3246871"/>
              <a:gd name="connsiteX5" fmla="*/ 2156725 w 2286297"/>
              <a:gd name="connsiteY5" fmla="*/ 1782753 h 3246871"/>
              <a:gd name="connsiteX6" fmla="*/ 2256941 w 2286297"/>
              <a:gd name="connsiteY6" fmla="*/ 1245166 h 3246871"/>
              <a:gd name="connsiteX7" fmla="*/ 2194955 w 2286297"/>
              <a:gd name="connsiteY7" fmla="*/ 886001 h 3246871"/>
              <a:gd name="connsiteX8" fmla="*/ 2286060 w 2286297"/>
              <a:gd name="connsiteY8" fmla="*/ 513097 h 3246871"/>
              <a:gd name="connsiteX9" fmla="*/ 2262075 w 2286297"/>
              <a:gd name="connsiteY9" fmla="*/ 402400 h 3246871"/>
              <a:gd name="connsiteX10" fmla="*/ 2208040 w 2286297"/>
              <a:gd name="connsiteY10" fmla="*/ 296214 h 3246871"/>
              <a:gd name="connsiteX11" fmla="*/ 2023624 w 2286297"/>
              <a:gd name="connsiteY11" fmla="*/ 128591 h 3246871"/>
              <a:gd name="connsiteX12" fmla="*/ 1827646 w 2286297"/>
              <a:gd name="connsiteY12" fmla="*/ 92352 h 3246871"/>
              <a:gd name="connsiteX13" fmla="*/ 1202582 w 2286297"/>
              <a:gd name="connsiteY13" fmla="*/ 0 h 3246871"/>
              <a:gd name="connsiteX14" fmla="*/ 876192 w 2286297"/>
              <a:gd name="connsiteY14" fmla="*/ 212208 h 3246871"/>
              <a:gd name="connsiteX15" fmla="*/ 452365 w 2286297"/>
              <a:gd name="connsiteY15" fmla="*/ 653867 h 3246871"/>
              <a:gd name="connsiteX16" fmla="*/ 209477 w 2286297"/>
              <a:gd name="connsiteY16" fmla="*/ 901396 h 3246871"/>
              <a:gd name="connsiteX17" fmla="*/ 0 w 2286297"/>
              <a:gd name="connsiteY17" fmla="*/ 1054389 h 3246871"/>
              <a:gd name="connsiteX0" fmla="*/ 1312770 w 2342156"/>
              <a:gd name="connsiteY0" fmla="*/ 3246871 h 3246871"/>
              <a:gd name="connsiteX1" fmla="*/ 1328297 w 2342156"/>
              <a:gd name="connsiteY1" fmla="*/ 3138424 h 3246871"/>
              <a:gd name="connsiteX2" fmla="*/ 1350971 w 2342156"/>
              <a:gd name="connsiteY2" fmla="*/ 2991332 h 3246871"/>
              <a:gd name="connsiteX3" fmla="*/ 1520019 w 2342156"/>
              <a:gd name="connsiteY3" fmla="*/ 2631686 h 3246871"/>
              <a:gd name="connsiteX4" fmla="*/ 1990686 w 2342156"/>
              <a:gd name="connsiteY4" fmla="*/ 2208596 h 3246871"/>
              <a:gd name="connsiteX5" fmla="*/ 2156725 w 2342156"/>
              <a:gd name="connsiteY5" fmla="*/ 1782753 h 3246871"/>
              <a:gd name="connsiteX6" fmla="*/ 2256941 w 2342156"/>
              <a:gd name="connsiteY6" fmla="*/ 1245166 h 3246871"/>
              <a:gd name="connsiteX7" fmla="*/ 2194955 w 2342156"/>
              <a:gd name="connsiteY7" fmla="*/ 886001 h 3246871"/>
              <a:gd name="connsiteX8" fmla="*/ 2342004 w 2342156"/>
              <a:gd name="connsiteY8" fmla="*/ 497176 h 3246871"/>
              <a:gd name="connsiteX9" fmla="*/ 2262075 w 2342156"/>
              <a:gd name="connsiteY9" fmla="*/ 402400 h 3246871"/>
              <a:gd name="connsiteX10" fmla="*/ 2208040 w 2342156"/>
              <a:gd name="connsiteY10" fmla="*/ 296214 h 3246871"/>
              <a:gd name="connsiteX11" fmla="*/ 2023624 w 2342156"/>
              <a:gd name="connsiteY11" fmla="*/ 128591 h 3246871"/>
              <a:gd name="connsiteX12" fmla="*/ 1827646 w 2342156"/>
              <a:gd name="connsiteY12" fmla="*/ 92352 h 3246871"/>
              <a:gd name="connsiteX13" fmla="*/ 1202582 w 2342156"/>
              <a:gd name="connsiteY13" fmla="*/ 0 h 3246871"/>
              <a:gd name="connsiteX14" fmla="*/ 876192 w 2342156"/>
              <a:gd name="connsiteY14" fmla="*/ 212208 h 3246871"/>
              <a:gd name="connsiteX15" fmla="*/ 452365 w 2342156"/>
              <a:gd name="connsiteY15" fmla="*/ 653867 h 3246871"/>
              <a:gd name="connsiteX16" fmla="*/ 209477 w 2342156"/>
              <a:gd name="connsiteY16" fmla="*/ 901396 h 3246871"/>
              <a:gd name="connsiteX17" fmla="*/ 0 w 2342156"/>
              <a:gd name="connsiteY17" fmla="*/ 1054389 h 3246871"/>
              <a:gd name="connsiteX0" fmla="*/ 1312770 w 2342156"/>
              <a:gd name="connsiteY0" fmla="*/ 3246871 h 3246871"/>
              <a:gd name="connsiteX1" fmla="*/ 1328297 w 2342156"/>
              <a:gd name="connsiteY1" fmla="*/ 3138424 h 3246871"/>
              <a:gd name="connsiteX2" fmla="*/ 1350971 w 2342156"/>
              <a:gd name="connsiteY2" fmla="*/ 2991332 h 3246871"/>
              <a:gd name="connsiteX3" fmla="*/ 1520019 w 2342156"/>
              <a:gd name="connsiteY3" fmla="*/ 2631686 h 3246871"/>
              <a:gd name="connsiteX4" fmla="*/ 1990686 w 2342156"/>
              <a:gd name="connsiteY4" fmla="*/ 2208596 h 3246871"/>
              <a:gd name="connsiteX5" fmla="*/ 2156725 w 2342156"/>
              <a:gd name="connsiteY5" fmla="*/ 1782753 h 3246871"/>
              <a:gd name="connsiteX6" fmla="*/ 2256941 w 2342156"/>
              <a:gd name="connsiteY6" fmla="*/ 1245166 h 3246871"/>
              <a:gd name="connsiteX7" fmla="*/ 2194955 w 2342156"/>
              <a:gd name="connsiteY7" fmla="*/ 886001 h 3246871"/>
              <a:gd name="connsiteX8" fmla="*/ 2342004 w 2342156"/>
              <a:gd name="connsiteY8" fmla="*/ 497176 h 3246871"/>
              <a:gd name="connsiteX9" fmla="*/ 2295130 w 2342156"/>
              <a:gd name="connsiteY9" fmla="*/ 376431 h 3246871"/>
              <a:gd name="connsiteX10" fmla="*/ 2208040 w 2342156"/>
              <a:gd name="connsiteY10" fmla="*/ 296214 h 3246871"/>
              <a:gd name="connsiteX11" fmla="*/ 2023624 w 2342156"/>
              <a:gd name="connsiteY11" fmla="*/ 128591 h 3246871"/>
              <a:gd name="connsiteX12" fmla="*/ 1827646 w 2342156"/>
              <a:gd name="connsiteY12" fmla="*/ 92352 h 3246871"/>
              <a:gd name="connsiteX13" fmla="*/ 1202582 w 2342156"/>
              <a:gd name="connsiteY13" fmla="*/ 0 h 3246871"/>
              <a:gd name="connsiteX14" fmla="*/ 876192 w 2342156"/>
              <a:gd name="connsiteY14" fmla="*/ 212208 h 3246871"/>
              <a:gd name="connsiteX15" fmla="*/ 452365 w 2342156"/>
              <a:gd name="connsiteY15" fmla="*/ 653867 h 3246871"/>
              <a:gd name="connsiteX16" fmla="*/ 209477 w 2342156"/>
              <a:gd name="connsiteY16" fmla="*/ 901396 h 3246871"/>
              <a:gd name="connsiteX17" fmla="*/ 0 w 2342156"/>
              <a:gd name="connsiteY17" fmla="*/ 1054389 h 3246871"/>
              <a:gd name="connsiteX0" fmla="*/ 1312770 w 2342156"/>
              <a:gd name="connsiteY0" fmla="*/ 3246871 h 3246871"/>
              <a:gd name="connsiteX1" fmla="*/ 1328297 w 2342156"/>
              <a:gd name="connsiteY1" fmla="*/ 3138424 h 3246871"/>
              <a:gd name="connsiteX2" fmla="*/ 1350971 w 2342156"/>
              <a:gd name="connsiteY2" fmla="*/ 2991332 h 3246871"/>
              <a:gd name="connsiteX3" fmla="*/ 1990686 w 2342156"/>
              <a:gd name="connsiteY3" fmla="*/ 2208596 h 3246871"/>
              <a:gd name="connsiteX4" fmla="*/ 2156725 w 2342156"/>
              <a:gd name="connsiteY4" fmla="*/ 1782753 h 3246871"/>
              <a:gd name="connsiteX5" fmla="*/ 2256941 w 2342156"/>
              <a:gd name="connsiteY5" fmla="*/ 1245166 h 3246871"/>
              <a:gd name="connsiteX6" fmla="*/ 2194955 w 2342156"/>
              <a:gd name="connsiteY6" fmla="*/ 886001 h 3246871"/>
              <a:gd name="connsiteX7" fmla="*/ 2342004 w 2342156"/>
              <a:gd name="connsiteY7" fmla="*/ 497176 h 3246871"/>
              <a:gd name="connsiteX8" fmla="*/ 2295130 w 2342156"/>
              <a:gd name="connsiteY8" fmla="*/ 376431 h 3246871"/>
              <a:gd name="connsiteX9" fmla="*/ 2208040 w 2342156"/>
              <a:gd name="connsiteY9" fmla="*/ 296214 h 3246871"/>
              <a:gd name="connsiteX10" fmla="*/ 2023624 w 2342156"/>
              <a:gd name="connsiteY10" fmla="*/ 128591 h 3246871"/>
              <a:gd name="connsiteX11" fmla="*/ 1827646 w 2342156"/>
              <a:gd name="connsiteY11" fmla="*/ 92352 h 3246871"/>
              <a:gd name="connsiteX12" fmla="*/ 1202582 w 2342156"/>
              <a:gd name="connsiteY12" fmla="*/ 0 h 3246871"/>
              <a:gd name="connsiteX13" fmla="*/ 876192 w 2342156"/>
              <a:gd name="connsiteY13" fmla="*/ 212208 h 3246871"/>
              <a:gd name="connsiteX14" fmla="*/ 452365 w 2342156"/>
              <a:gd name="connsiteY14" fmla="*/ 653867 h 3246871"/>
              <a:gd name="connsiteX15" fmla="*/ 209477 w 2342156"/>
              <a:gd name="connsiteY15" fmla="*/ 901396 h 3246871"/>
              <a:gd name="connsiteX16" fmla="*/ 0 w 2342156"/>
              <a:gd name="connsiteY16" fmla="*/ 1054389 h 3246871"/>
              <a:gd name="connsiteX0" fmla="*/ 1312770 w 2342156"/>
              <a:gd name="connsiteY0" fmla="*/ 3246871 h 3246871"/>
              <a:gd name="connsiteX1" fmla="*/ 1328297 w 2342156"/>
              <a:gd name="connsiteY1" fmla="*/ 3138424 h 3246871"/>
              <a:gd name="connsiteX2" fmla="*/ 1990686 w 2342156"/>
              <a:gd name="connsiteY2" fmla="*/ 2208596 h 3246871"/>
              <a:gd name="connsiteX3" fmla="*/ 2156725 w 2342156"/>
              <a:gd name="connsiteY3" fmla="*/ 1782753 h 3246871"/>
              <a:gd name="connsiteX4" fmla="*/ 2256941 w 2342156"/>
              <a:gd name="connsiteY4" fmla="*/ 1245166 h 3246871"/>
              <a:gd name="connsiteX5" fmla="*/ 2194955 w 2342156"/>
              <a:gd name="connsiteY5" fmla="*/ 886001 h 3246871"/>
              <a:gd name="connsiteX6" fmla="*/ 2342004 w 2342156"/>
              <a:gd name="connsiteY6" fmla="*/ 497176 h 3246871"/>
              <a:gd name="connsiteX7" fmla="*/ 2295130 w 2342156"/>
              <a:gd name="connsiteY7" fmla="*/ 376431 h 3246871"/>
              <a:gd name="connsiteX8" fmla="*/ 2208040 w 2342156"/>
              <a:gd name="connsiteY8" fmla="*/ 296214 h 3246871"/>
              <a:gd name="connsiteX9" fmla="*/ 2023624 w 2342156"/>
              <a:gd name="connsiteY9" fmla="*/ 128591 h 3246871"/>
              <a:gd name="connsiteX10" fmla="*/ 1827646 w 2342156"/>
              <a:gd name="connsiteY10" fmla="*/ 92352 h 3246871"/>
              <a:gd name="connsiteX11" fmla="*/ 1202582 w 2342156"/>
              <a:gd name="connsiteY11" fmla="*/ 0 h 3246871"/>
              <a:gd name="connsiteX12" fmla="*/ 876192 w 2342156"/>
              <a:gd name="connsiteY12" fmla="*/ 212208 h 3246871"/>
              <a:gd name="connsiteX13" fmla="*/ 452365 w 2342156"/>
              <a:gd name="connsiteY13" fmla="*/ 653867 h 3246871"/>
              <a:gd name="connsiteX14" fmla="*/ 209477 w 2342156"/>
              <a:gd name="connsiteY14" fmla="*/ 901396 h 3246871"/>
              <a:gd name="connsiteX15" fmla="*/ 0 w 2342156"/>
              <a:gd name="connsiteY15" fmla="*/ 1054389 h 3246871"/>
              <a:gd name="connsiteX0" fmla="*/ 1328297 w 2342156"/>
              <a:gd name="connsiteY0" fmla="*/ 3138424 h 3138424"/>
              <a:gd name="connsiteX1" fmla="*/ 1990686 w 2342156"/>
              <a:gd name="connsiteY1" fmla="*/ 2208596 h 3138424"/>
              <a:gd name="connsiteX2" fmla="*/ 2156725 w 2342156"/>
              <a:gd name="connsiteY2" fmla="*/ 1782753 h 3138424"/>
              <a:gd name="connsiteX3" fmla="*/ 2256941 w 2342156"/>
              <a:gd name="connsiteY3" fmla="*/ 1245166 h 3138424"/>
              <a:gd name="connsiteX4" fmla="*/ 2194955 w 2342156"/>
              <a:gd name="connsiteY4" fmla="*/ 886001 h 3138424"/>
              <a:gd name="connsiteX5" fmla="*/ 2342004 w 2342156"/>
              <a:gd name="connsiteY5" fmla="*/ 497176 h 3138424"/>
              <a:gd name="connsiteX6" fmla="*/ 2295130 w 2342156"/>
              <a:gd name="connsiteY6" fmla="*/ 376431 h 3138424"/>
              <a:gd name="connsiteX7" fmla="*/ 2208040 w 2342156"/>
              <a:gd name="connsiteY7" fmla="*/ 296214 h 3138424"/>
              <a:gd name="connsiteX8" fmla="*/ 2023624 w 2342156"/>
              <a:gd name="connsiteY8" fmla="*/ 128591 h 3138424"/>
              <a:gd name="connsiteX9" fmla="*/ 1827646 w 2342156"/>
              <a:gd name="connsiteY9" fmla="*/ 92352 h 3138424"/>
              <a:gd name="connsiteX10" fmla="*/ 1202582 w 2342156"/>
              <a:gd name="connsiteY10" fmla="*/ 0 h 3138424"/>
              <a:gd name="connsiteX11" fmla="*/ 876192 w 2342156"/>
              <a:gd name="connsiteY11" fmla="*/ 212208 h 3138424"/>
              <a:gd name="connsiteX12" fmla="*/ 452365 w 2342156"/>
              <a:gd name="connsiteY12" fmla="*/ 653867 h 3138424"/>
              <a:gd name="connsiteX13" fmla="*/ 209477 w 2342156"/>
              <a:gd name="connsiteY13" fmla="*/ 901396 h 3138424"/>
              <a:gd name="connsiteX14" fmla="*/ 0 w 2342156"/>
              <a:gd name="connsiteY14" fmla="*/ 1054389 h 3138424"/>
              <a:gd name="connsiteX0" fmla="*/ 1990686 w 2342156"/>
              <a:gd name="connsiteY0" fmla="*/ 2208596 h 2208596"/>
              <a:gd name="connsiteX1" fmla="*/ 2156725 w 2342156"/>
              <a:gd name="connsiteY1" fmla="*/ 1782753 h 2208596"/>
              <a:gd name="connsiteX2" fmla="*/ 2256941 w 2342156"/>
              <a:gd name="connsiteY2" fmla="*/ 1245166 h 2208596"/>
              <a:gd name="connsiteX3" fmla="*/ 2194955 w 2342156"/>
              <a:gd name="connsiteY3" fmla="*/ 886001 h 2208596"/>
              <a:gd name="connsiteX4" fmla="*/ 2342004 w 2342156"/>
              <a:gd name="connsiteY4" fmla="*/ 497176 h 2208596"/>
              <a:gd name="connsiteX5" fmla="*/ 2295130 w 2342156"/>
              <a:gd name="connsiteY5" fmla="*/ 376431 h 2208596"/>
              <a:gd name="connsiteX6" fmla="*/ 2208040 w 2342156"/>
              <a:gd name="connsiteY6" fmla="*/ 296214 h 2208596"/>
              <a:gd name="connsiteX7" fmla="*/ 2023624 w 2342156"/>
              <a:gd name="connsiteY7" fmla="*/ 128591 h 2208596"/>
              <a:gd name="connsiteX8" fmla="*/ 1827646 w 2342156"/>
              <a:gd name="connsiteY8" fmla="*/ 92352 h 2208596"/>
              <a:gd name="connsiteX9" fmla="*/ 1202582 w 2342156"/>
              <a:gd name="connsiteY9" fmla="*/ 0 h 2208596"/>
              <a:gd name="connsiteX10" fmla="*/ 876192 w 2342156"/>
              <a:gd name="connsiteY10" fmla="*/ 212208 h 2208596"/>
              <a:gd name="connsiteX11" fmla="*/ 452365 w 2342156"/>
              <a:gd name="connsiteY11" fmla="*/ 653867 h 2208596"/>
              <a:gd name="connsiteX12" fmla="*/ 209477 w 2342156"/>
              <a:gd name="connsiteY12" fmla="*/ 901396 h 2208596"/>
              <a:gd name="connsiteX13" fmla="*/ 0 w 2342156"/>
              <a:gd name="connsiteY13" fmla="*/ 1054389 h 2208596"/>
              <a:gd name="connsiteX0" fmla="*/ 2156725 w 2342156"/>
              <a:gd name="connsiteY0" fmla="*/ 1782753 h 1782753"/>
              <a:gd name="connsiteX1" fmla="*/ 2256941 w 2342156"/>
              <a:gd name="connsiteY1" fmla="*/ 1245166 h 1782753"/>
              <a:gd name="connsiteX2" fmla="*/ 2194955 w 2342156"/>
              <a:gd name="connsiteY2" fmla="*/ 886001 h 1782753"/>
              <a:gd name="connsiteX3" fmla="*/ 2342004 w 2342156"/>
              <a:gd name="connsiteY3" fmla="*/ 497176 h 1782753"/>
              <a:gd name="connsiteX4" fmla="*/ 2295130 w 2342156"/>
              <a:gd name="connsiteY4" fmla="*/ 376431 h 1782753"/>
              <a:gd name="connsiteX5" fmla="*/ 2208040 w 2342156"/>
              <a:gd name="connsiteY5" fmla="*/ 296214 h 1782753"/>
              <a:gd name="connsiteX6" fmla="*/ 2023624 w 2342156"/>
              <a:gd name="connsiteY6" fmla="*/ 128591 h 1782753"/>
              <a:gd name="connsiteX7" fmla="*/ 1827646 w 2342156"/>
              <a:gd name="connsiteY7" fmla="*/ 92352 h 1782753"/>
              <a:gd name="connsiteX8" fmla="*/ 1202582 w 2342156"/>
              <a:gd name="connsiteY8" fmla="*/ 0 h 1782753"/>
              <a:gd name="connsiteX9" fmla="*/ 876192 w 2342156"/>
              <a:gd name="connsiteY9" fmla="*/ 212208 h 1782753"/>
              <a:gd name="connsiteX10" fmla="*/ 452365 w 2342156"/>
              <a:gd name="connsiteY10" fmla="*/ 653867 h 1782753"/>
              <a:gd name="connsiteX11" fmla="*/ 209477 w 2342156"/>
              <a:gd name="connsiteY11" fmla="*/ 901396 h 1782753"/>
              <a:gd name="connsiteX12" fmla="*/ 0 w 2342156"/>
              <a:gd name="connsiteY12" fmla="*/ 1054389 h 1782753"/>
              <a:gd name="connsiteX0" fmla="*/ 2075602 w 2261033"/>
              <a:gd name="connsiteY0" fmla="*/ 1782753 h 1782753"/>
              <a:gd name="connsiteX1" fmla="*/ 2175818 w 2261033"/>
              <a:gd name="connsiteY1" fmla="*/ 1245166 h 1782753"/>
              <a:gd name="connsiteX2" fmla="*/ 2113832 w 2261033"/>
              <a:gd name="connsiteY2" fmla="*/ 886001 h 1782753"/>
              <a:gd name="connsiteX3" fmla="*/ 2260881 w 2261033"/>
              <a:gd name="connsiteY3" fmla="*/ 497176 h 1782753"/>
              <a:gd name="connsiteX4" fmla="*/ 2214007 w 2261033"/>
              <a:gd name="connsiteY4" fmla="*/ 376431 h 1782753"/>
              <a:gd name="connsiteX5" fmla="*/ 2126917 w 2261033"/>
              <a:gd name="connsiteY5" fmla="*/ 296214 h 1782753"/>
              <a:gd name="connsiteX6" fmla="*/ 1942501 w 2261033"/>
              <a:gd name="connsiteY6" fmla="*/ 128591 h 1782753"/>
              <a:gd name="connsiteX7" fmla="*/ 1746523 w 2261033"/>
              <a:gd name="connsiteY7" fmla="*/ 92352 h 1782753"/>
              <a:gd name="connsiteX8" fmla="*/ 1121459 w 2261033"/>
              <a:gd name="connsiteY8" fmla="*/ 0 h 1782753"/>
              <a:gd name="connsiteX9" fmla="*/ 795069 w 2261033"/>
              <a:gd name="connsiteY9" fmla="*/ 212208 h 1782753"/>
              <a:gd name="connsiteX10" fmla="*/ 371242 w 2261033"/>
              <a:gd name="connsiteY10" fmla="*/ 653867 h 1782753"/>
              <a:gd name="connsiteX11" fmla="*/ 128354 w 2261033"/>
              <a:gd name="connsiteY11" fmla="*/ 901396 h 1782753"/>
              <a:gd name="connsiteX12" fmla="*/ 0 w 2261033"/>
              <a:gd name="connsiteY12" fmla="*/ 1086616 h 1782753"/>
              <a:gd name="connsiteX0" fmla="*/ 2075602 w 2261033"/>
              <a:gd name="connsiteY0" fmla="*/ 1782753 h 1782753"/>
              <a:gd name="connsiteX1" fmla="*/ 2175818 w 2261033"/>
              <a:gd name="connsiteY1" fmla="*/ 1245166 h 1782753"/>
              <a:gd name="connsiteX2" fmla="*/ 2113832 w 2261033"/>
              <a:gd name="connsiteY2" fmla="*/ 886001 h 1782753"/>
              <a:gd name="connsiteX3" fmla="*/ 2260881 w 2261033"/>
              <a:gd name="connsiteY3" fmla="*/ 497176 h 1782753"/>
              <a:gd name="connsiteX4" fmla="*/ 2214007 w 2261033"/>
              <a:gd name="connsiteY4" fmla="*/ 376431 h 1782753"/>
              <a:gd name="connsiteX5" fmla="*/ 2126917 w 2261033"/>
              <a:gd name="connsiteY5" fmla="*/ 296214 h 1782753"/>
              <a:gd name="connsiteX6" fmla="*/ 1942501 w 2261033"/>
              <a:gd name="connsiteY6" fmla="*/ 128591 h 1782753"/>
              <a:gd name="connsiteX7" fmla="*/ 1746523 w 2261033"/>
              <a:gd name="connsiteY7" fmla="*/ 92352 h 1782753"/>
              <a:gd name="connsiteX8" fmla="*/ 1121459 w 2261033"/>
              <a:gd name="connsiteY8" fmla="*/ 0 h 1782753"/>
              <a:gd name="connsiteX9" fmla="*/ 795069 w 2261033"/>
              <a:gd name="connsiteY9" fmla="*/ 212208 h 1782753"/>
              <a:gd name="connsiteX10" fmla="*/ 371242 w 2261033"/>
              <a:gd name="connsiteY10" fmla="*/ 653867 h 1782753"/>
              <a:gd name="connsiteX11" fmla="*/ 128354 w 2261033"/>
              <a:gd name="connsiteY11" fmla="*/ 901396 h 1782753"/>
              <a:gd name="connsiteX12" fmla="*/ 0 w 2261033"/>
              <a:gd name="connsiteY12" fmla="*/ 1086616 h 1782753"/>
              <a:gd name="connsiteX0" fmla="*/ 2075602 w 2261033"/>
              <a:gd name="connsiteY0" fmla="*/ 1782753 h 1782753"/>
              <a:gd name="connsiteX1" fmla="*/ 2175818 w 2261033"/>
              <a:gd name="connsiteY1" fmla="*/ 1245166 h 1782753"/>
              <a:gd name="connsiteX2" fmla="*/ 2113832 w 2261033"/>
              <a:gd name="connsiteY2" fmla="*/ 886001 h 1782753"/>
              <a:gd name="connsiteX3" fmla="*/ 2260881 w 2261033"/>
              <a:gd name="connsiteY3" fmla="*/ 497176 h 1782753"/>
              <a:gd name="connsiteX4" fmla="*/ 2214007 w 2261033"/>
              <a:gd name="connsiteY4" fmla="*/ 376431 h 1782753"/>
              <a:gd name="connsiteX5" fmla="*/ 2126917 w 2261033"/>
              <a:gd name="connsiteY5" fmla="*/ 296214 h 1782753"/>
              <a:gd name="connsiteX6" fmla="*/ 1942501 w 2261033"/>
              <a:gd name="connsiteY6" fmla="*/ 128591 h 1782753"/>
              <a:gd name="connsiteX7" fmla="*/ 1746523 w 2261033"/>
              <a:gd name="connsiteY7" fmla="*/ 92352 h 1782753"/>
              <a:gd name="connsiteX8" fmla="*/ 1121459 w 2261033"/>
              <a:gd name="connsiteY8" fmla="*/ 0 h 1782753"/>
              <a:gd name="connsiteX9" fmla="*/ 795069 w 2261033"/>
              <a:gd name="connsiteY9" fmla="*/ 212208 h 1782753"/>
              <a:gd name="connsiteX10" fmla="*/ 445769 w 2261033"/>
              <a:gd name="connsiteY10" fmla="*/ 391921 h 1782753"/>
              <a:gd name="connsiteX11" fmla="*/ 128354 w 2261033"/>
              <a:gd name="connsiteY11" fmla="*/ 901396 h 1782753"/>
              <a:gd name="connsiteX12" fmla="*/ 0 w 2261033"/>
              <a:gd name="connsiteY12" fmla="*/ 1086616 h 178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61033" h="1782753">
                <a:moveTo>
                  <a:pt x="2075602" y="1782753"/>
                </a:moveTo>
                <a:cubicBezTo>
                  <a:pt x="2119978" y="1622181"/>
                  <a:pt x="2169446" y="1394625"/>
                  <a:pt x="2175818" y="1245166"/>
                </a:cubicBezTo>
                <a:cubicBezTo>
                  <a:pt x="2181562" y="1103365"/>
                  <a:pt x="2114303" y="1027882"/>
                  <a:pt x="2113832" y="886001"/>
                </a:cubicBezTo>
                <a:cubicBezTo>
                  <a:pt x="2113550" y="778203"/>
                  <a:pt x="2266530" y="604812"/>
                  <a:pt x="2260881" y="497176"/>
                </a:cubicBezTo>
                <a:cubicBezTo>
                  <a:pt x="2259044" y="462127"/>
                  <a:pt x="2236334" y="409925"/>
                  <a:pt x="2214007" y="376431"/>
                </a:cubicBezTo>
                <a:cubicBezTo>
                  <a:pt x="2191680" y="342937"/>
                  <a:pt x="2172168" y="337521"/>
                  <a:pt x="2126917" y="296214"/>
                </a:cubicBezTo>
                <a:cubicBezTo>
                  <a:pt x="2081666" y="254907"/>
                  <a:pt x="2005900" y="162568"/>
                  <a:pt x="1942501" y="128591"/>
                </a:cubicBezTo>
                <a:cubicBezTo>
                  <a:pt x="1879102" y="94614"/>
                  <a:pt x="1883364" y="113784"/>
                  <a:pt x="1746523" y="92352"/>
                </a:cubicBezTo>
                <a:lnTo>
                  <a:pt x="1121459" y="0"/>
                </a:lnTo>
                <a:cubicBezTo>
                  <a:pt x="962883" y="19976"/>
                  <a:pt x="890829" y="117836"/>
                  <a:pt x="795069" y="212208"/>
                </a:cubicBezTo>
                <a:lnTo>
                  <a:pt x="445769" y="391921"/>
                </a:lnTo>
                <a:cubicBezTo>
                  <a:pt x="366394" y="468609"/>
                  <a:pt x="202649" y="785614"/>
                  <a:pt x="128354" y="901396"/>
                </a:cubicBezTo>
                <a:cubicBezTo>
                  <a:pt x="54059" y="1017178"/>
                  <a:pt x="33146" y="1019575"/>
                  <a:pt x="0" y="1086616"/>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42" name="Freeform: Shape 41">
            <a:extLst>
              <a:ext uri="{FF2B5EF4-FFF2-40B4-BE49-F238E27FC236}">
                <a16:creationId xmlns:a16="http://schemas.microsoft.com/office/drawing/2014/main" id="{A0DC1A53-01B8-5EAF-C008-3DA4893D1156}"/>
              </a:ext>
            </a:extLst>
          </p:cNvPr>
          <p:cNvSpPr/>
          <p:nvPr userDrawn="1"/>
        </p:nvSpPr>
        <p:spPr>
          <a:xfrm rot="11936411" flipV="1">
            <a:off x="3438631" y="5677775"/>
            <a:ext cx="1740474" cy="1472536"/>
          </a:xfrm>
          <a:custGeom>
            <a:avLst/>
            <a:gdLst>
              <a:gd name="connsiteX0" fmla="*/ 1407387 w 1728258"/>
              <a:gd name="connsiteY0" fmla="*/ 6067 h 1472536"/>
              <a:gd name="connsiteX1" fmla="*/ 1313138 w 1728258"/>
              <a:gd name="connsiteY1" fmla="*/ 6637 h 1472536"/>
              <a:gd name="connsiteX2" fmla="*/ 873628 w 1728258"/>
              <a:gd name="connsiteY2" fmla="*/ 110520 h 1472536"/>
              <a:gd name="connsiteX3" fmla="*/ 532130 w 1728258"/>
              <a:gd name="connsiteY3" fmla="*/ 280138 h 1472536"/>
              <a:gd name="connsiteX4" fmla="*/ 187781 w 1728258"/>
              <a:gd name="connsiteY4" fmla="*/ 617017 h 1472536"/>
              <a:gd name="connsiteX5" fmla="*/ 37056 w 1728258"/>
              <a:gd name="connsiteY5" fmla="*/ 840109 h 1472536"/>
              <a:gd name="connsiteX6" fmla="*/ 0 w 1728258"/>
              <a:gd name="connsiteY6" fmla="*/ 919925 h 1472536"/>
              <a:gd name="connsiteX7" fmla="*/ 1610357 w 1728258"/>
              <a:gd name="connsiteY7" fmla="*/ 1472536 h 1472536"/>
              <a:gd name="connsiteX8" fmla="*/ 1611372 w 1728258"/>
              <a:gd name="connsiteY8" fmla="*/ 1470624 h 1472536"/>
              <a:gd name="connsiteX9" fmla="*/ 1723691 w 1728258"/>
              <a:gd name="connsiteY9" fmla="*/ 1242772 h 1472536"/>
              <a:gd name="connsiteX10" fmla="*/ 1709035 w 1728258"/>
              <a:gd name="connsiteY10" fmla="*/ 921894 h 1472536"/>
              <a:gd name="connsiteX11" fmla="*/ 1551289 w 1728258"/>
              <a:gd name="connsiteY11" fmla="*/ 553345 h 1472536"/>
              <a:gd name="connsiteX12" fmla="*/ 1629779 w 1728258"/>
              <a:gd name="connsiteY12" fmla="*/ 183874 h 1472536"/>
              <a:gd name="connsiteX13" fmla="*/ 1407387 w 1728258"/>
              <a:gd name="connsiteY13" fmla="*/ 6067 h 1472536"/>
              <a:gd name="connsiteX0" fmla="*/ 0 w 1728258"/>
              <a:gd name="connsiteY0" fmla="*/ 919925 h 1472536"/>
              <a:gd name="connsiteX1" fmla="*/ 1610357 w 1728258"/>
              <a:gd name="connsiteY1" fmla="*/ 1472536 h 1472536"/>
              <a:gd name="connsiteX2" fmla="*/ 1611372 w 1728258"/>
              <a:gd name="connsiteY2" fmla="*/ 1470624 h 1472536"/>
              <a:gd name="connsiteX3" fmla="*/ 1723691 w 1728258"/>
              <a:gd name="connsiteY3" fmla="*/ 1242772 h 1472536"/>
              <a:gd name="connsiteX4" fmla="*/ 1709035 w 1728258"/>
              <a:gd name="connsiteY4" fmla="*/ 921894 h 1472536"/>
              <a:gd name="connsiteX5" fmla="*/ 1551289 w 1728258"/>
              <a:gd name="connsiteY5" fmla="*/ 553345 h 1472536"/>
              <a:gd name="connsiteX6" fmla="*/ 1629779 w 1728258"/>
              <a:gd name="connsiteY6" fmla="*/ 183874 h 1472536"/>
              <a:gd name="connsiteX7" fmla="*/ 1407387 w 1728258"/>
              <a:gd name="connsiteY7" fmla="*/ 6067 h 1472536"/>
              <a:gd name="connsiteX8" fmla="*/ 1313138 w 1728258"/>
              <a:gd name="connsiteY8" fmla="*/ 6637 h 1472536"/>
              <a:gd name="connsiteX9" fmla="*/ 873628 w 1728258"/>
              <a:gd name="connsiteY9" fmla="*/ 110520 h 1472536"/>
              <a:gd name="connsiteX10" fmla="*/ 532130 w 1728258"/>
              <a:gd name="connsiteY10" fmla="*/ 280138 h 1472536"/>
              <a:gd name="connsiteX11" fmla="*/ 187781 w 1728258"/>
              <a:gd name="connsiteY11" fmla="*/ 617017 h 1472536"/>
              <a:gd name="connsiteX12" fmla="*/ 37056 w 1728258"/>
              <a:gd name="connsiteY12" fmla="*/ 840109 h 1472536"/>
              <a:gd name="connsiteX13" fmla="*/ 91440 w 1728258"/>
              <a:gd name="connsiteY13" fmla="*/ 1011365 h 1472536"/>
              <a:gd name="connsiteX0" fmla="*/ 1574827 w 1692728"/>
              <a:gd name="connsiteY0" fmla="*/ 1472536 h 1472536"/>
              <a:gd name="connsiteX1" fmla="*/ 1575842 w 1692728"/>
              <a:gd name="connsiteY1" fmla="*/ 1470624 h 1472536"/>
              <a:gd name="connsiteX2" fmla="*/ 1688161 w 1692728"/>
              <a:gd name="connsiteY2" fmla="*/ 1242772 h 1472536"/>
              <a:gd name="connsiteX3" fmla="*/ 1673505 w 1692728"/>
              <a:gd name="connsiteY3" fmla="*/ 921894 h 1472536"/>
              <a:gd name="connsiteX4" fmla="*/ 1515759 w 1692728"/>
              <a:gd name="connsiteY4" fmla="*/ 553345 h 1472536"/>
              <a:gd name="connsiteX5" fmla="*/ 1594249 w 1692728"/>
              <a:gd name="connsiteY5" fmla="*/ 183874 h 1472536"/>
              <a:gd name="connsiteX6" fmla="*/ 1371857 w 1692728"/>
              <a:gd name="connsiteY6" fmla="*/ 6067 h 1472536"/>
              <a:gd name="connsiteX7" fmla="*/ 1277608 w 1692728"/>
              <a:gd name="connsiteY7" fmla="*/ 6637 h 1472536"/>
              <a:gd name="connsiteX8" fmla="*/ 838098 w 1692728"/>
              <a:gd name="connsiteY8" fmla="*/ 110520 h 1472536"/>
              <a:gd name="connsiteX9" fmla="*/ 496600 w 1692728"/>
              <a:gd name="connsiteY9" fmla="*/ 280138 h 1472536"/>
              <a:gd name="connsiteX10" fmla="*/ 152251 w 1692728"/>
              <a:gd name="connsiteY10" fmla="*/ 617017 h 1472536"/>
              <a:gd name="connsiteX11" fmla="*/ 1526 w 1692728"/>
              <a:gd name="connsiteY11" fmla="*/ 840109 h 1472536"/>
              <a:gd name="connsiteX12" fmla="*/ 55910 w 1692728"/>
              <a:gd name="connsiteY12" fmla="*/ 1011365 h 1472536"/>
              <a:gd name="connsiteX0" fmla="*/ 1622573 w 1740474"/>
              <a:gd name="connsiteY0" fmla="*/ 1472536 h 1472536"/>
              <a:gd name="connsiteX1" fmla="*/ 1623588 w 1740474"/>
              <a:gd name="connsiteY1" fmla="*/ 1470624 h 1472536"/>
              <a:gd name="connsiteX2" fmla="*/ 1735907 w 1740474"/>
              <a:gd name="connsiteY2" fmla="*/ 1242772 h 1472536"/>
              <a:gd name="connsiteX3" fmla="*/ 1721251 w 1740474"/>
              <a:gd name="connsiteY3" fmla="*/ 921894 h 1472536"/>
              <a:gd name="connsiteX4" fmla="*/ 1563505 w 1740474"/>
              <a:gd name="connsiteY4" fmla="*/ 553345 h 1472536"/>
              <a:gd name="connsiteX5" fmla="*/ 1641995 w 1740474"/>
              <a:gd name="connsiteY5" fmla="*/ 183874 h 1472536"/>
              <a:gd name="connsiteX6" fmla="*/ 1419603 w 1740474"/>
              <a:gd name="connsiteY6" fmla="*/ 6067 h 1472536"/>
              <a:gd name="connsiteX7" fmla="*/ 1325354 w 1740474"/>
              <a:gd name="connsiteY7" fmla="*/ 6637 h 1472536"/>
              <a:gd name="connsiteX8" fmla="*/ 885844 w 1740474"/>
              <a:gd name="connsiteY8" fmla="*/ 110520 h 1472536"/>
              <a:gd name="connsiteX9" fmla="*/ 544346 w 1740474"/>
              <a:gd name="connsiteY9" fmla="*/ 280138 h 1472536"/>
              <a:gd name="connsiteX10" fmla="*/ 199997 w 1740474"/>
              <a:gd name="connsiteY10" fmla="*/ 617017 h 1472536"/>
              <a:gd name="connsiteX11" fmla="*/ 49272 w 1740474"/>
              <a:gd name="connsiteY11" fmla="*/ 840109 h 1472536"/>
              <a:gd name="connsiteX12" fmla="*/ 0 w 1740474"/>
              <a:gd name="connsiteY12" fmla="*/ 909666 h 147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40474" h="1472536">
                <a:moveTo>
                  <a:pt x="1622573" y="1472536"/>
                </a:moveTo>
                <a:lnTo>
                  <a:pt x="1623588" y="1470624"/>
                </a:lnTo>
                <a:cubicBezTo>
                  <a:pt x="1669866" y="1397710"/>
                  <a:pt x="1727382" y="1330801"/>
                  <a:pt x="1735907" y="1242772"/>
                </a:cubicBezTo>
                <a:cubicBezTo>
                  <a:pt x="1746176" y="1135785"/>
                  <a:pt x="1738201" y="1028200"/>
                  <a:pt x="1721251" y="921894"/>
                </a:cubicBezTo>
                <a:cubicBezTo>
                  <a:pt x="1702609" y="804608"/>
                  <a:pt x="1567592" y="671483"/>
                  <a:pt x="1563505" y="553345"/>
                </a:cubicBezTo>
                <a:cubicBezTo>
                  <a:pt x="1559019" y="422440"/>
                  <a:pt x="1681687" y="274993"/>
                  <a:pt x="1641995" y="183874"/>
                </a:cubicBezTo>
                <a:cubicBezTo>
                  <a:pt x="1612226" y="115536"/>
                  <a:pt x="1516140" y="29410"/>
                  <a:pt x="1419603" y="6067"/>
                </a:cubicBezTo>
                <a:cubicBezTo>
                  <a:pt x="1387423" y="-1714"/>
                  <a:pt x="1355194" y="-2518"/>
                  <a:pt x="1325354" y="6637"/>
                </a:cubicBezTo>
                <a:cubicBezTo>
                  <a:pt x="1190374" y="48050"/>
                  <a:pt x="1016013" y="64936"/>
                  <a:pt x="885844" y="110520"/>
                </a:cubicBezTo>
                <a:cubicBezTo>
                  <a:pt x="755677" y="156103"/>
                  <a:pt x="658654" y="195721"/>
                  <a:pt x="544346" y="280138"/>
                </a:cubicBezTo>
                <a:cubicBezTo>
                  <a:pt x="430038" y="364555"/>
                  <a:pt x="301289" y="495220"/>
                  <a:pt x="199997" y="617017"/>
                </a:cubicBezTo>
                <a:cubicBezTo>
                  <a:pt x="141526" y="687300"/>
                  <a:pt x="90064" y="761604"/>
                  <a:pt x="49272" y="840109"/>
                </a:cubicBezTo>
                <a:cubicBezTo>
                  <a:pt x="36920" y="866714"/>
                  <a:pt x="0" y="909666"/>
                  <a:pt x="0" y="909666"/>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4" name="Freeform: Shape 43">
            <a:extLst>
              <a:ext uri="{FF2B5EF4-FFF2-40B4-BE49-F238E27FC236}">
                <a16:creationId xmlns:a16="http://schemas.microsoft.com/office/drawing/2014/main" id="{1672A49C-510C-DDA3-4090-E826E94D0434}"/>
              </a:ext>
            </a:extLst>
          </p:cNvPr>
          <p:cNvSpPr/>
          <p:nvPr userDrawn="1"/>
        </p:nvSpPr>
        <p:spPr>
          <a:xfrm rot="11936411" flipV="1">
            <a:off x="3553900" y="5881488"/>
            <a:ext cx="1494068" cy="1234306"/>
          </a:xfrm>
          <a:custGeom>
            <a:avLst/>
            <a:gdLst>
              <a:gd name="connsiteX0" fmla="*/ 1100968 w 1494068"/>
              <a:gd name="connsiteY0" fmla="*/ 15862 h 1234306"/>
              <a:gd name="connsiteX1" fmla="*/ 1007197 w 1494068"/>
              <a:gd name="connsiteY1" fmla="*/ 17 h 1234306"/>
              <a:gd name="connsiteX2" fmla="*/ 728497 w 1494068"/>
              <a:gd name="connsiteY2" fmla="*/ 77045 h 1234306"/>
              <a:gd name="connsiteX3" fmla="*/ 352489 w 1494068"/>
              <a:gd name="connsiteY3" fmla="*/ 300383 h 1234306"/>
              <a:gd name="connsiteX4" fmla="*/ 126170 w 1494068"/>
              <a:gd name="connsiteY4" fmla="*/ 496297 h 1234306"/>
              <a:gd name="connsiteX5" fmla="*/ 28804 w 1494068"/>
              <a:gd name="connsiteY5" fmla="*/ 665149 h 1234306"/>
              <a:gd name="connsiteX6" fmla="*/ 0 w 1494068"/>
              <a:gd name="connsiteY6" fmla="*/ 740287 h 1234306"/>
              <a:gd name="connsiteX7" fmla="*/ 1439614 w 1494068"/>
              <a:gd name="connsiteY7" fmla="*/ 1234306 h 1234306"/>
              <a:gd name="connsiteX8" fmla="*/ 1458934 w 1494068"/>
              <a:gd name="connsiteY8" fmla="*/ 1196806 h 1234306"/>
              <a:gd name="connsiteX9" fmla="*/ 1485862 w 1494068"/>
              <a:gd name="connsiteY9" fmla="*/ 1100464 h 1234306"/>
              <a:gd name="connsiteX10" fmla="*/ 1484333 w 1494068"/>
              <a:gd name="connsiteY10" fmla="*/ 812880 h 1234306"/>
              <a:gd name="connsiteX11" fmla="*/ 1322020 w 1494068"/>
              <a:gd name="connsiteY11" fmla="*/ 619717 h 1234306"/>
              <a:gd name="connsiteX12" fmla="*/ 1260092 w 1494068"/>
              <a:gd name="connsiteY12" fmla="*/ 400391 h 1234306"/>
              <a:gd name="connsiteX13" fmla="*/ 1273693 w 1494068"/>
              <a:gd name="connsiteY13" fmla="*/ 172915 h 1234306"/>
              <a:gd name="connsiteX14" fmla="*/ 1179020 w 1494068"/>
              <a:gd name="connsiteY14" fmla="*/ 53893 h 1234306"/>
              <a:gd name="connsiteX15" fmla="*/ 1100968 w 1494068"/>
              <a:gd name="connsiteY15" fmla="*/ 15862 h 1234306"/>
              <a:gd name="connsiteX0" fmla="*/ 1439614 w 1531054"/>
              <a:gd name="connsiteY0" fmla="*/ 1234306 h 1325746"/>
              <a:gd name="connsiteX1" fmla="*/ 1458934 w 1531054"/>
              <a:gd name="connsiteY1" fmla="*/ 1196806 h 1325746"/>
              <a:gd name="connsiteX2" fmla="*/ 1485862 w 1531054"/>
              <a:gd name="connsiteY2" fmla="*/ 1100464 h 1325746"/>
              <a:gd name="connsiteX3" fmla="*/ 1484333 w 1531054"/>
              <a:gd name="connsiteY3" fmla="*/ 812880 h 1325746"/>
              <a:gd name="connsiteX4" fmla="*/ 1322020 w 1531054"/>
              <a:gd name="connsiteY4" fmla="*/ 619717 h 1325746"/>
              <a:gd name="connsiteX5" fmla="*/ 1260092 w 1531054"/>
              <a:gd name="connsiteY5" fmla="*/ 400391 h 1325746"/>
              <a:gd name="connsiteX6" fmla="*/ 1273693 w 1531054"/>
              <a:gd name="connsiteY6" fmla="*/ 172915 h 1325746"/>
              <a:gd name="connsiteX7" fmla="*/ 1179020 w 1531054"/>
              <a:gd name="connsiteY7" fmla="*/ 53893 h 1325746"/>
              <a:gd name="connsiteX8" fmla="*/ 1100968 w 1531054"/>
              <a:gd name="connsiteY8" fmla="*/ 15862 h 1325746"/>
              <a:gd name="connsiteX9" fmla="*/ 1007197 w 1531054"/>
              <a:gd name="connsiteY9" fmla="*/ 17 h 1325746"/>
              <a:gd name="connsiteX10" fmla="*/ 728497 w 1531054"/>
              <a:gd name="connsiteY10" fmla="*/ 77045 h 1325746"/>
              <a:gd name="connsiteX11" fmla="*/ 352489 w 1531054"/>
              <a:gd name="connsiteY11" fmla="*/ 300383 h 1325746"/>
              <a:gd name="connsiteX12" fmla="*/ 126170 w 1531054"/>
              <a:gd name="connsiteY12" fmla="*/ 496297 h 1325746"/>
              <a:gd name="connsiteX13" fmla="*/ 28804 w 1531054"/>
              <a:gd name="connsiteY13" fmla="*/ 665149 h 1325746"/>
              <a:gd name="connsiteX14" fmla="*/ 0 w 1531054"/>
              <a:gd name="connsiteY14" fmla="*/ 740287 h 1325746"/>
              <a:gd name="connsiteX15" fmla="*/ 1531054 w 1531054"/>
              <a:gd name="connsiteY15" fmla="*/ 1325746 h 1325746"/>
              <a:gd name="connsiteX0" fmla="*/ 1439614 w 1494068"/>
              <a:gd name="connsiteY0" fmla="*/ 1234306 h 1234306"/>
              <a:gd name="connsiteX1" fmla="*/ 1458934 w 1494068"/>
              <a:gd name="connsiteY1" fmla="*/ 1196806 h 1234306"/>
              <a:gd name="connsiteX2" fmla="*/ 1485862 w 1494068"/>
              <a:gd name="connsiteY2" fmla="*/ 1100464 h 1234306"/>
              <a:gd name="connsiteX3" fmla="*/ 1484333 w 1494068"/>
              <a:gd name="connsiteY3" fmla="*/ 812880 h 1234306"/>
              <a:gd name="connsiteX4" fmla="*/ 1322020 w 1494068"/>
              <a:gd name="connsiteY4" fmla="*/ 619717 h 1234306"/>
              <a:gd name="connsiteX5" fmla="*/ 1260092 w 1494068"/>
              <a:gd name="connsiteY5" fmla="*/ 400391 h 1234306"/>
              <a:gd name="connsiteX6" fmla="*/ 1273693 w 1494068"/>
              <a:gd name="connsiteY6" fmla="*/ 172915 h 1234306"/>
              <a:gd name="connsiteX7" fmla="*/ 1179020 w 1494068"/>
              <a:gd name="connsiteY7" fmla="*/ 53893 h 1234306"/>
              <a:gd name="connsiteX8" fmla="*/ 1100968 w 1494068"/>
              <a:gd name="connsiteY8" fmla="*/ 15862 h 1234306"/>
              <a:gd name="connsiteX9" fmla="*/ 1007197 w 1494068"/>
              <a:gd name="connsiteY9" fmla="*/ 17 h 1234306"/>
              <a:gd name="connsiteX10" fmla="*/ 728497 w 1494068"/>
              <a:gd name="connsiteY10" fmla="*/ 77045 h 1234306"/>
              <a:gd name="connsiteX11" fmla="*/ 352489 w 1494068"/>
              <a:gd name="connsiteY11" fmla="*/ 300383 h 1234306"/>
              <a:gd name="connsiteX12" fmla="*/ 126170 w 1494068"/>
              <a:gd name="connsiteY12" fmla="*/ 496297 h 1234306"/>
              <a:gd name="connsiteX13" fmla="*/ 28804 w 1494068"/>
              <a:gd name="connsiteY13" fmla="*/ 665149 h 1234306"/>
              <a:gd name="connsiteX14" fmla="*/ 0 w 1494068"/>
              <a:gd name="connsiteY14" fmla="*/ 740287 h 123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4068" h="1234306">
                <a:moveTo>
                  <a:pt x="1439614" y="1234306"/>
                </a:moveTo>
                <a:lnTo>
                  <a:pt x="1458934" y="1196806"/>
                </a:lnTo>
                <a:cubicBezTo>
                  <a:pt x="1473234" y="1163300"/>
                  <a:pt x="1483282" y="1130700"/>
                  <a:pt x="1485862" y="1100464"/>
                </a:cubicBezTo>
                <a:cubicBezTo>
                  <a:pt x="1494249" y="1001988"/>
                  <a:pt x="1499709" y="910845"/>
                  <a:pt x="1484333" y="812880"/>
                </a:cubicBezTo>
                <a:cubicBezTo>
                  <a:pt x="1477237" y="767258"/>
                  <a:pt x="1335352" y="664487"/>
                  <a:pt x="1322020" y="619717"/>
                </a:cubicBezTo>
                <a:cubicBezTo>
                  <a:pt x="1291268" y="516049"/>
                  <a:pt x="1268146" y="474858"/>
                  <a:pt x="1260092" y="400391"/>
                </a:cubicBezTo>
                <a:cubicBezTo>
                  <a:pt x="1252038" y="325924"/>
                  <a:pt x="1279284" y="241176"/>
                  <a:pt x="1273693" y="172915"/>
                </a:cubicBezTo>
                <a:cubicBezTo>
                  <a:pt x="1269500" y="122017"/>
                  <a:pt x="1223436" y="82710"/>
                  <a:pt x="1179020" y="53893"/>
                </a:cubicBezTo>
                <a:cubicBezTo>
                  <a:pt x="1156812" y="39485"/>
                  <a:pt x="1130200" y="25825"/>
                  <a:pt x="1100968" y="15862"/>
                </a:cubicBezTo>
                <a:cubicBezTo>
                  <a:pt x="1071736" y="5899"/>
                  <a:pt x="1039884" y="-366"/>
                  <a:pt x="1007197" y="17"/>
                </a:cubicBezTo>
                <a:cubicBezTo>
                  <a:pt x="907416" y="1209"/>
                  <a:pt x="815592" y="37722"/>
                  <a:pt x="728497" y="77045"/>
                </a:cubicBezTo>
                <a:cubicBezTo>
                  <a:pt x="591621" y="138837"/>
                  <a:pt x="452876" y="230507"/>
                  <a:pt x="352489" y="300383"/>
                </a:cubicBezTo>
                <a:cubicBezTo>
                  <a:pt x="252101" y="370258"/>
                  <a:pt x="189121" y="403407"/>
                  <a:pt x="126170" y="496297"/>
                </a:cubicBezTo>
                <a:cubicBezTo>
                  <a:pt x="94694" y="542742"/>
                  <a:pt x="58137" y="601969"/>
                  <a:pt x="28804" y="665149"/>
                </a:cubicBezTo>
                <a:lnTo>
                  <a:pt x="0" y="740287"/>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6" name="Freeform: Shape 35">
            <a:extLst>
              <a:ext uri="{FF2B5EF4-FFF2-40B4-BE49-F238E27FC236}">
                <a16:creationId xmlns:a16="http://schemas.microsoft.com/office/drawing/2014/main" id="{D6914493-2232-1A51-E643-07954648F9AD}"/>
              </a:ext>
            </a:extLst>
          </p:cNvPr>
          <p:cNvSpPr/>
          <p:nvPr userDrawn="1"/>
        </p:nvSpPr>
        <p:spPr>
          <a:xfrm rot="7765521" flipV="1">
            <a:off x="3875744" y="6375051"/>
            <a:ext cx="809488" cy="644755"/>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236740 w 414856"/>
              <a:gd name="connsiteY0" fmla="*/ 631376 h 703302"/>
              <a:gd name="connsiteX1" fmla="*/ 344373 w 414856"/>
              <a:gd name="connsiteY1" fmla="*/ 593467 h 703302"/>
              <a:gd name="connsiteX2" fmla="*/ 414544 w 414856"/>
              <a:gd name="connsiteY2" fmla="*/ 450271 h 703302"/>
              <a:gd name="connsiteX3" fmla="*/ 399074 w 414856"/>
              <a:gd name="connsiteY3" fmla="*/ 265944 h 703302"/>
              <a:gd name="connsiteX4" fmla="*/ 300911 w 414856"/>
              <a:gd name="connsiteY4" fmla="*/ 85027 h 703302"/>
              <a:gd name="connsiteX5" fmla="*/ 162385 w 414856"/>
              <a:gd name="connsiteY5" fmla="*/ 6115 h 703302"/>
              <a:gd name="connsiteX6" fmla="*/ 3817 w 414856"/>
              <a:gd name="connsiteY6" fmla="*/ 102462 h 703302"/>
              <a:gd name="connsiteX7" fmla="*/ 85286 w 414856"/>
              <a:gd name="connsiteY7" fmla="*/ 512152 h 703302"/>
              <a:gd name="connsiteX8" fmla="*/ 274883 w 414856"/>
              <a:gd name="connsiteY8" fmla="*/ 703302 h 703302"/>
              <a:gd name="connsiteX0" fmla="*/ 236740 w 414856"/>
              <a:gd name="connsiteY0" fmla="*/ 631376 h 635546"/>
              <a:gd name="connsiteX1" fmla="*/ 344373 w 414856"/>
              <a:gd name="connsiteY1" fmla="*/ 593467 h 635546"/>
              <a:gd name="connsiteX2" fmla="*/ 414544 w 414856"/>
              <a:gd name="connsiteY2" fmla="*/ 450271 h 635546"/>
              <a:gd name="connsiteX3" fmla="*/ 399074 w 414856"/>
              <a:gd name="connsiteY3" fmla="*/ 265944 h 635546"/>
              <a:gd name="connsiteX4" fmla="*/ 300911 w 414856"/>
              <a:gd name="connsiteY4" fmla="*/ 85027 h 635546"/>
              <a:gd name="connsiteX5" fmla="*/ 162385 w 414856"/>
              <a:gd name="connsiteY5" fmla="*/ 6115 h 635546"/>
              <a:gd name="connsiteX6" fmla="*/ 3817 w 414856"/>
              <a:gd name="connsiteY6" fmla="*/ 102462 h 635546"/>
              <a:gd name="connsiteX7" fmla="*/ 85286 w 414856"/>
              <a:gd name="connsiteY7" fmla="*/ 512152 h 635546"/>
              <a:gd name="connsiteX0" fmla="*/ 235366 w 413482"/>
              <a:gd name="connsiteY0" fmla="*/ 631376 h 635546"/>
              <a:gd name="connsiteX1" fmla="*/ 342999 w 413482"/>
              <a:gd name="connsiteY1" fmla="*/ 593467 h 635546"/>
              <a:gd name="connsiteX2" fmla="*/ 413170 w 413482"/>
              <a:gd name="connsiteY2" fmla="*/ 450271 h 635546"/>
              <a:gd name="connsiteX3" fmla="*/ 397700 w 413482"/>
              <a:gd name="connsiteY3" fmla="*/ 265944 h 635546"/>
              <a:gd name="connsiteX4" fmla="*/ 299537 w 413482"/>
              <a:gd name="connsiteY4" fmla="*/ 85027 h 635546"/>
              <a:gd name="connsiteX5" fmla="*/ 161011 w 413482"/>
              <a:gd name="connsiteY5" fmla="*/ 6115 h 635546"/>
              <a:gd name="connsiteX6" fmla="*/ 2443 w 413482"/>
              <a:gd name="connsiteY6" fmla="*/ 102462 h 635546"/>
              <a:gd name="connsiteX7" fmla="*/ 131470 w 413482"/>
              <a:gd name="connsiteY7" fmla="*/ 526627 h 635546"/>
              <a:gd name="connsiteX0" fmla="*/ 236113 w 414229"/>
              <a:gd name="connsiteY0" fmla="*/ 631376 h 635546"/>
              <a:gd name="connsiteX1" fmla="*/ 343746 w 414229"/>
              <a:gd name="connsiteY1" fmla="*/ 593467 h 635546"/>
              <a:gd name="connsiteX2" fmla="*/ 413917 w 414229"/>
              <a:gd name="connsiteY2" fmla="*/ 450271 h 635546"/>
              <a:gd name="connsiteX3" fmla="*/ 398447 w 414229"/>
              <a:gd name="connsiteY3" fmla="*/ 265944 h 635546"/>
              <a:gd name="connsiteX4" fmla="*/ 300284 w 414229"/>
              <a:gd name="connsiteY4" fmla="*/ 85027 h 635546"/>
              <a:gd name="connsiteX5" fmla="*/ 161758 w 414229"/>
              <a:gd name="connsiteY5" fmla="*/ 6115 h 635546"/>
              <a:gd name="connsiteX6" fmla="*/ 3190 w 414229"/>
              <a:gd name="connsiteY6" fmla="*/ 102462 h 635546"/>
              <a:gd name="connsiteX7" fmla="*/ 132217 w 414229"/>
              <a:gd name="connsiteY7" fmla="*/ 526627 h 635546"/>
              <a:gd name="connsiteX0" fmla="*/ 343746 w 414229"/>
              <a:gd name="connsiteY0" fmla="*/ 593467 h 593467"/>
              <a:gd name="connsiteX1" fmla="*/ 413917 w 414229"/>
              <a:gd name="connsiteY1" fmla="*/ 450271 h 593467"/>
              <a:gd name="connsiteX2" fmla="*/ 398447 w 414229"/>
              <a:gd name="connsiteY2" fmla="*/ 265944 h 593467"/>
              <a:gd name="connsiteX3" fmla="*/ 300284 w 414229"/>
              <a:gd name="connsiteY3" fmla="*/ 85027 h 593467"/>
              <a:gd name="connsiteX4" fmla="*/ 161758 w 414229"/>
              <a:gd name="connsiteY4" fmla="*/ 6115 h 593467"/>
              <a:gd name="connsiteX5" fmla="*/ 3190 w 414229"/>
              <a:gd name="connsiteY5" fmla="*/ 102462 h 593467"/>
              <a:gd name="connsiteX6" fmla="*/ 132217 w 414229"/>
              <a:gd name="connsiteY6" fmla="*/ 526627 h 593467"/>
              <a:gd name="connsiteX0" fmla="*/ 413917 w 414229"/>
              <a:gd name="connsiteY0" fmla="*/ 450271 h 526627"/>
              <a:gd name="connsiteX1" fmla="*/ 398447 w 414229"/>
              <a:gd name="connsiteY1" fmla="*/ 265944 h 526627"/>
              <a:gd name="connsiteX2" fmla="*/ 300284 w 414229"/>
              <a:gd name="connsiteY2" fmla="*/ 85027 h 526627"/>
              <a:gd name="connsiteX3" fmla="*/ 161758 w 414229"/>
              <a:gd name="connsiteY3" fmla="*/ 6115 h 526627"/>
              <a:gd name="connsiteX4" fmla="*/ 3190 w 414229"/>
              <a:gd name="connsiteY4" fmla="*/ 102462 h 526627"/>
              <a:gd name="connsiteX5" fmla="*/ 132217 w 414229"/>
              <a:gd name="connsiteY5" fmla="*/ 526627 h 526627"/>
              <a:gd name="connsiteX0" fmla="*/ 398447 w 398447"/>
              <a:gd name="connsiteY0" fmla="*/ 265944 h 526627"/>
              <a:gd name="connsiteX1" fmla="*/ 300284 w 398447"/>
              <a:gd name="connsiteY1" fmla="*/ 85027 h 526627"/>
              <a:gd name="connsiteX2" fmla="*/ 161758 w 398447"/>
              <a:gd name="connsiteY2" fmla="*/ 6115 h 526627"/>
              <a:gd name="connsiteX3" fmla="*/ 3190 w 398447"/>
              <a:gd name="connsiteY3" fmla="*/ 102462 h 526627"/>
              <a:gd name="connsiteX4" fmla="*/ 132217 w 398447"/>
              <a:gd name="connsiteY4" fmla="*/ 526627 h 526627"/>
              <a:gd name="connsiteX0" fmla="*/ 337672 w 337672"/>
              <a:gd name="connsiteY0" fmla="*/ 91309 h 526627"/>
              <a:gd name="connsiteX1" fmla="*/ 300284 w 337672"/>
              <a:gd name="connsiteY1" fmla="*/ 85027 h 526627"/>
              <a:gd name="connsiteX2" fmla="*/ 161758 w 337672"/>
              <a:gd name="connsiteY2" fmla="*/ 6115 h 526627"/>
              <a:gd name="connsiteX3" fmla="*/ 3190 w 337672"/>
              <a:gd name="connsiteY3" fmla="*/ 102462 h 526627"/>
              <a:gd name="connsiteX4" fmla="*/ 132217 w 337672"/>
              <a:gd name="connsiteY4" fmla="*/ 526627 h 526627"/>
              <a:gd name="connsiteX0" fmla="*/ 337672 w 337672"/>
              <a:gd name="connsiteY0" fmla="*/ 91309 h 526627"/>
              <a:gd name="connsiteX1" fmla="*/ 256029 w 337672"/>
              <a:gd name="connsiteY1" fmla="*/ 62976 h 526627"/>
              <a:gd name="connsiteX2" fmla="*/ 161758 w 337672"/>
              <a:gd name="connsiteY2" fmla="*/ 6115 h 526627"/>
              <a:gd name="connsiteX3" fmla="*/ 3190 w 337672"/>
              <a:gd name="connsiteY3" fmla="*/ 102462 h 526627"/>
              <a:gd name="connsiteX4" fmla="*/ 132217 w 337672"/>
              <a:gd name="connsiteY4" fmla="*/ 526627 h 526627"/>
              <a:gd name="connsiteX0" fmla="*/ 337672 w 337672"/>
              <a:gd name="connsiteY0" fmla="*/ 71839 h 507157"/>
              <a:gd name="connsiteX1" fmla="*/ 256029 w 337672"/>
              <a:gd name="connsiteY1" fmla="*/ 43506 h 507157"/>
              <a:gd name="connsiteX2" fmla="*/ 114380 w 337672"/>
              <a:gd name="connsiteY2" fmla="*/ 23238 h 507157"/>
              <a:gd name="connsiteX3" fmla="*/ 3190 w 337672"/>
              <a:gd name="connsiteY3" fmla="*/ 82992 h 507157"/>
              <a:gd name="connsiteX4" fmla="*/ 132217 w 337672"/>
              <a:gd name="connsiteY4" fmla="*/ 507157 h 507157"/>
              <a:gd name="connsiteX0" fmla="*/ 337672 w 337672"/>
              <a:gd name="connsiteY0" fmla="*/ 71839 h 507157"/>
              <a:gd name="connsiteX1" fmla="*/ 256029 w 337672"/>
              <a:gd name="connsiteY1" fmla="*/ 43506 h 507157"/>
              <a:gd name="connsiteX2" fmla="*/ 114380 w 337672"/>
              <a:gd name="connsiteY2" fmla="*/ 23238 h 507157"/>
              <a:gd name="connsiteX3" fmla="*/ 3190 w 337672"/>
              <a:gd name="connsiteY3" fmla="*/ 82992 h 507157"/>
              <a:gd name="connsiteX4" fmla="*/ 132217 w 337672"/>
              <a:gd name="connsiteY4" fmla="*/ 507157 h 507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672" h="507157">
                <a:moveTo>
                  <a:pt x="337672" y="71839"/>
                </a:moveTo>
                <a:cubicBezTo>
                  <a:pt x="316522" y="23261"/>
                  <a:pt x="293244" y="51606"/>
                  <a:pt x="256029" y="43506"/>
                </a:cubicBezTo>
                <a:cubicBezTo>
                  <a:pt x="218814" y="35406"/>
                  <a:pt x="163896" y="20332"/>
                  <a:pt x="114380" y="23238"/>
                </a:cubicBezTo>
                <a:cubicBezTo>
                  <a:pt x="64864" y="26144"/>
                  <a:pt x="26526" y="-60359"/>
                  <a:pt x="3190" y="82992"/>
                </a:cubicBezTo>
                <a:cubicBezTo>
                  <a:pt x="-17400" y="172098"/>
                  <a:pt x="65864" y="469145"/>
                  <a:pt x="132217" y="507157"/>
                </a:cubicBezTo>
              </a:path>
            </a:pathLst>
          </a:custGeom>
          <a:noFill/>
          <a:ln w="6350" cap="rnd">
            <a:solidFill>
              <a:schemeClr val="tx1">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10AEAA03-0A50-BC60-FCD6-3297CB201AF5}"/>
              </a:ext>
            </a:extLst>
          </p:cNvPr>
          <p:cNvSpPr>
            <a:spLocks noGrp="1"/>
          </p:cNvSpPr>
          <p:nvPr userDrawn="1">
            <p:ph type="title"/>
          </p:nvPr>
        </p:nvSpPr>
        <p:spPr>
          <a:xfrm>
            <a:off x="257127" y="448471"/>
            <a:ext cx="3584221" cy="2994301"/>
          </a:xfrm>
        </p:spPr>
        <p:txBody>
          <a:bodyPr anchor="t">
            <a:normAutofit/>
          </a:bodyPr>
          <a:lstStyle>
            <a:lvl1pPr>
              <a:defRPr sz="40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userDrawn="1">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userDrawn="1">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7" name="Picture Placeholder 6">
            <a:extLst>
              <a:ext uri="{FF2B5EF4-FFF2-40B4-BE49-F238E27FC236}">
                <a16:creationId xmlns:a16="http://schemas.microsoft.com/office/drawing/2014/main" id="{E5EEE60C-FA52-7476-DC61-A4252B31EDC3}"/>
              </a:ext>
            </a:extLst>
          </p:cNvPr>
          <p:cNvSpPr>
            <a:spLocks noGrp="1"/>
          </p:cNvSpPr>
          <p:nvPr userDrawn="1">
            <p:ph type="pic" sz="quarter" idx="13"/>
          </p:nvPr>
        </p:nvSpPr>
        <p:spPr>
          <a:xfrm>
            <a:off x="4226801" y="0"/>
            <a:ext cx="7965199" cy="6096000"/>
          </a:xfrm>
        </p:spPr>
        <p:txBody>
          <a:bodyPr/>
          <a:lstStyle/>
          <a:p>
            <a:r>
              <a:rPr lang="en-US"/>
              <a:t>Click icon to add picture</a:t>
            </a:r>
          </a:p>
        </p:txBody>
      </p:sp>
      <p:sp>
        <p:nvSpPr>
          <p:cNvPr id="40" name="Freeform: Shape 39">
            <a:extLst>
              <a:ext uri="{FF2B5EF4-FFF2-40B4-BE49-F238E27FC236}">
                <a16:creationId xmlns:a16="http://schemas.microsoft.com/office/drawing/2014/main" id="{3B1D033A-90C1-B2C8-40DA-8E9F5BE9D84D}"/>
              </a:ext>
            </a:extLst>
          </p:cNvPr>
          <p:cNvSpPr/>
          <p:nvPr userDrawn="1"/>
        </p:nvSpPr>
        <p:spPr>
          <a:xfrm rot="2646709" flipV="1">
            <a:off x="-78484" y="3585059"/>
            <a:ext cx="7499464" cy="2812987"/>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57295 w 5917272"/>
              <a:gd name="connsiteY12" fmla="*/ 1237313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43732 w 5917272"/>
              <a:gd name="connsiteY9" fmla="*/ 2280706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90"/>
              <a:gd name="connsiteX1" fmla="*/ 5709091 w 5917272"/>
              <a:gd name="connsiteY1" fmla="*/ 1435768 h 2483890"/>
              <a:gd name="connsiteX2" fmla="*/ 5419775 w 5917272"/>
              <a:gd name="connsiteY2" fmla="*/ 1614360 h 2483890"/>
              <a:gd name="connsiteX3" fmla="*/ 5114202 w 5917272"/>
              <a:gd name="connsiteY3" fmla="*/ 1978282 h 2483890"/>
              <a:gd name="connsiteX4" fmla="*/ 4771336 w 5917272"/>
              <a:gd name="connsiteY4" fmla="*/ 2252393 h 2483890"/>
              <a:gd name="connsiteX5" fmla="*/ 4588265 w 5917272"/>
              <a:gd name="connsiteY5" fmla="*/ 2406793 h 2483890"/>
              <a:gd name="connsiteX6" fmla="*/ 4303563 w 5917272"/>
              <a:gd name="connsiteY6" fmla="*/ 2483374 h 2483890"/>
              <a:gd name="connsiteX7" fmla="*/ 3777212 w 5917272"/>
              <a:gd name="connsiteY7" fmla="*/ 2416318 h 2483890"/>
              <a:gd name="connsiteX8" fmla="*/ 3256590 w 5917272"/>
              <a:gd name="connsiteY8" fmla="*/ 2341042 h 2483890"/>
              <a:gd name="connsiteX9" fmla="*/ 2943732 w 5917272"/>
              <a:gd name="connsiteY9" fmla="*/ 2280706 h 2483890"/>
              <a:gd name="connsiteX10" fmla="*/ 2652748 w 5917272"/>
              <a:gd name="connsiteY10" fmla="*/ 2104416 h 2483890"/>
              <a:gd name="connsiteX11" fmla="*/ 2431709 w 5917272"/>
              <a:gd name="connsiteY11" fmla="*/ 1783167 h 2483890"/>
              <a:gd name="connsiteX12" fmla="*/ 2187037 w 5917272"/>
              <a:gd name="connsiteY12" fmla="*/ 1180856 h 2483890"/>
              <a:gd name="connsiteX13" fmla="*/ 2223779 w 5917272"/>
              <a:gd name="connsiteY13" fmla="*/ 793448 h 2483890"/>
              <a:gd name="connsiteX14" fmla="*/ 2288549 w 5917272"/>
              <a:gd name="connsiteY14" fmla="*/ 372824 h 2483890"/>
              <a:gd name="connsiteX15" fmla="*/ 2173868 w 5917272"/>
              <a:gd name="connsiteY15" fmla="*/ 168323 h 2483890"/>
              <a:gd name="connsiteX16" fmla="*/ 2037661 w 5917272"/>
              <a:gd name="connsiteY16" fmla="*/ 85169 h 2483890"/>
              <a:gd name="connsiteX17" fmla="*/ 1723622 w 5917272"/>
              <a:gd name="connsiteY17" fmla="*/ 3731 h 2483890"/>
              <a:gd name="connsiteX18" fmla="*/ 1530835 w 5917272"/>
              <a:gd name="connsiteY18" fmla="*/ 48593 h 2483890"/>
              <a:gd name="connsiteX19" fmla="*/ 1158112 w 5917272"/>
              <a:gd name="connsiteY19" fmla="*/ 437665 h 2483890"/>
              <a:gd name="connsiteX20" fmla="*/ 503936 w 5917272"/>
              <a:gd name="connsiteY20" fmla="*/ 237742 h 2483890"/>
              <a:gd name="connsiteX21" fmla="*/ 0 w 5917272"/>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14202 w 6270217"/>
              <a:gd name="connsiteY3" fmla="*/ 1978282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832026 w 6270217"/>
              <a:gd name="connsiteY1" fmla="*/ 1616899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830826 w 6583227"/>
              <a:gd name="connsiteY20" fmla="*/ 237742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7091 w 6583227"/>
              <a:gd name="connsiteY20" fmla="*/ 561401 h 2483890"/>
              <a:gd name="connsiteX21" fmla="*/ 0 w 6583227"/>
              <a:gd name="connsiteY21" fmla="*/ 913479 h 2483890"/>
              <a:gd name="connsiteX0" fmla="*/ 6583227 w 6583227"/>
              <a:gd name="connsiteY0" fmla="*/ 1034211 h 2483746"/>
              <a:gd name="connsiteX1" fmla="*/ 6158916 w 6583227"/>
              <a:gd name="connsiteY1" fmla="*/ 1616899 h 2483746"/>
              <a:gd name="connsiteX2" fmla="*/ 5865634 w 6583227"/>
              <a:gd name="connsiteY2" fmla="*/ 1760205 h 2483746"/>
              <a:gd name="connsiteX3" fmla="*/ 5458938 w 6583227"/>
              <a:gd name="connsiteY3" fmla="*/ 1853608 h 2483746"/>
              <a:gd name="connsiteX4" fmla="*/ 5098226 w 6583227"/>
              <a:gd name="connsiteY4" fmla="*/ 2252393 h 2483746"/>
              <a:gd name="connsiteX5" fmla="*/ 4915155 w 6583227"/>
              <a:gd name="connsiteY5" fmla="*/ 2406793 h 2483746"/>
              <a:gd name="connsiteX6" fmla="*/ 4630453 w 6583227"/>
              <a:gd name="connsiteY6" fmla="*/ 2483374 h 2483746"/>
              <a:gd name="connsiteX7" fmla="*/ 4104102 w 6583227"/>
              <a:gd name="connsiteY7" fmla="*/ 2416318 h 2483746"/>
              <a:gd name="connsiteX8" fmla="*/ 3703161 w 6583227"/>
              <a:gd name="connsiteY8" fmla="*/ 2469107 h 2483746"/>
              <a:gd name="connsiteX9" fmla="*/ 3270622 w 6583227"/>
              <a:gd name="connsiteY9" fmla="*/ 2280706 h 2483746"/>
              <a:gd name="connsiteX10" fmla="*/ 2979638 w 6583227"/>
              <a:gd name="connsiteY10" fmla="*/ 2104416 h 2483746"/>
              <a:gd name="connsiteX11" fmla="*/ 2758599 w 6583227"/>
              <a:gd name="connsiteY11" fmla="*/ 1783167 h 2483746"/>
              <a:gd name="connsiteX12" fmla="*/ 2513927 w 6583227"/>
              <a:gd name="connsiteY12" fmla="*/ 1180856 h 2483746"/>
              <a:gd name="connsiteX13" fmla="*/ 2550669 w 6583227"/>
              <a:gd name="connsiteY13" fmla="*/ 793448 h 2483746"/>
              <a:gd name="connsiteX14" fmla="*/ 2615439 w 6583227"/>
              <a:gd name="connsiteY14" fmla="*/ 372824 h 2483746"/>
              <a:gd name="connsiteX15" fmla="*/ 2500758 w 6583227"/>
              <a:gd name="connsiteY15" fmla="*/ 168323 h 2483746"/>
              <a:gd name="connsiteX16" fmla="*/ 2364551 w 6583227"/>
              <a:gd name="connsiteY16" fmla="*/ 85169 h 2483746"/>
              <a:gd name="connsiteX17" fmla="*/ 2050512 w 6583227"/>
              <a:gd name="connsiteY17" fmla="*/ 3731 h 2483746"/>
              <a:gd name="connsiteX18" fmla="*/ 1857725 w 6583227"/>
              <a:gd name="connsiteY18" fmla="*/ 48593 h 2483746"/>
              <a:gd name="connsiteX19" fmla="*/ 1485002 w 6583227"/>
              <a:gd name="connsiteY19" fmla="*/ 437665 h 2483746"/>
              <a:gd name="connsiteX20" fmla="*/ 757091 w 6583227"/>
              <a:gd name="connsiteY20" fmla="*/ 561401 h 2483746"/>
              <a:gd name="connsiteX21" fmla="*/ 0 w 6583227"/>
              <a:gd name="connsiteY21" fmla="*/ 913479 h 248374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513927 w 6583227"/>
              <a:gd name="connsiteY12" fmla="*/ 1180856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628631 w 6583227"/>
              <a:gd name="connsiteY12" fmla="*/ 1143788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628631 w 6583227"/>
              <a:gd name="connsiteY11" fmla="*/ 1143788 h 2538926"/>
              <a:gd name="connsiteX12" fmla="*/ 2550669 w 6583227"/>
              <a:gd name="connsiteY12" fmla="*/ 793448 h 2538926"/>
              <a:gd name="connsiteX13" fmla="*/ 2615439 w 6583227"/>
              <a:gd name="connsiteY13" fmla="*/ 372824 h 2538926"/>
              <a:gd name="connsiteX14" fmla="*/ 2500758 w 6583227"/>
              <a:gd name="connsiteY14" fmla="*/ 168323 h 2538926"/>
              <a:gd name="connsiteX15" fmla="*/ 2364551 w 6583227"/>
              <a:gd name="connsiteY15" fmla="*/ 85169 h 2538926"/>
              <a:gd name="connsiteX16" fmla="*/ 2050512 w 6583227"/>
              <a:gd name="connsiteY16" fmla="*/ 3731 h 2538926"/>
              <a:gd name="connsiteX17" fmla="*/ 1857725 w 6583227"/>
              <a:gd name="connsiteY17" fmla="*/ 48593 h 2538926"/>
              <a:gd name="connsiteX18" fmla="*/ 1485002 w 6583227"/>
              <a:gd name="connsiteY18" fmla="*/ 437665 h 2538926"/>
              <a:gd name="connsiteX19" fmla="*/ 757091 w 6583227"/>
              <a:gd name="connsiteY19" fmla="*/ 561401 h 2538926"/>
              <a:gd name="connsiteX20" fmla="*/ 0 w 6583227"/>
              <a:gd name="connsiteY20" fmla="*/ 913479 h 253892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3104702 w 6583227"/>
              <a:gd name="connsiteY10" fmla="*/ 1835163 h 2538926"/>
              <a:gd name="connsiteX11" fmla="*/ 2628631 w 6583227"/>
              <a:gd name="connsiteY11" fmla="*/ 1143788 h 2538926"/>
              <a:gd name="connsiteX12" fmla="*/ 2550669 w 6583227"/>
              <a:gd name="connsiteY12" fmla="*/ 793448 h 2538926"/>
              <a:gd name="connsiteX13" fmla="*/ 2615439 w 6583227"/>
              <a:gd name="connsiteY13" fmla="*/ 372824 h 2538926"/>
              <a:gd name="connsiteX14" fmla="*/ 2500758 w 6583227"/>
              <a:gd name="connsiteY14" fmla="*/ 168323 h 2538926"/>
              <a:gd name="connsiteX15" fmla="*/ 2364551 w 6583227"/>
              <a:gd name="connsiteY15" fmla="*/ 85169 h 2538926"/>
              <a:gd name="connsiteX16" fmla="*/ 2050512 w 6583227"/>
              <a:gd name="connsiteY16" fmla="*/ 3731 h 2538926"/>
              <a:gd name="connsiteX17" fmla="*/ 1857725 w 6583227"/>
              <a:gd name="connsiteY17" fmla="*/ 48593 h 2538926"/>
              <a:gd name="connsiteX18" fmla="*/ 1485002 w 6583227"/>
              <a:gd name="connsiteY18" fmla="*/ 437665 h 2538926"/>
              <a:gd name="connsiteX19" fmla="*/ 757091 w 6583227"/>
              <a:gd name="connsiteY19" fmla="*/ 561401 h 2538926"/>
              <a:gd name="connsiteX20" fmla="*/ 0 w 6583227"/>
              <a:gd name="connsiteY20" fmla="*/ 913479 h 2538926"/>
              <a:gd name="connsiteX0" fmla="*/ 6158916 w 6158916"/>
              <a:gd name="connsiteY0" fmla="*/ 1616899 h 2538926"/>
              <a:gd name="connsiteX1" fmla="*/ 5865634 w 6158916"/>
              <a:gd name="connsiteY1" fmla="*/ 1760205 h 2538926"/>
              <a:gd name="connsiteX2" fmla="*/ 5458938 w 6158916"/>
              <a:gd name="connsiteY2" fmla="*/ 1853608 h 2538926"/>
              <a:gd name="connsiteX3" fmla="*/ 5098226 w 6158916"/>
              <a:gd name="connsiteY3" fmla="*/ 2252393 h 2538926"/>
              <a:gd name="connsiteX4" fmla="*/ 4915155 w 6158916"/>
              <a:gd name="connsiteY4" fmla="*/ 2406793 h 2538926"/>
              <a:gd name="connsiteX5" fmla="*/ 4630453 w 6158916"/>
              <a:gd name="connsiteY5" fmla="*/ 2483374 h 2538926"/>
              <a:gd name="connsiteX6" fmla="*/ 4228477 w 6158916"/>
              <a:gd name="connsiteY6" fmla="*/ 2538814 h 2538926"/>
              <a:gd name="connsiteX7" fmla="*/ 3703161 w 6158916"/>
              <a:gd name="connsiteY7" fmla="*/ 2469107 h 2538926"/>
              <a:gd name="connsiteX8" fmla="*/ 3270622 w 6158916"/>
              <a:gd name="connsiteY8" fmla="*/ 2280706 h 2538926"/>
              <a:gd name="connsiteX9" fmla="*/ 3104702 w 6158916"/>
              <a:gd name="connsiteY9" fmla="*/ 1835163 h 2538926"/>
              <a:gd name="connsiteX10" fmla="*/ 2628631 w 6158916"/>
              <a:gd name="connsiteY10" fmla="*/ 1143788 h 2538926"/>
              <a:gd name="connsiteX11" fmla="*/ 2550669 w 6158916"/>
              <a:gd name="connsiteY11" fmla="*/ 793448 h 2538926"/>
              <a:gd name="connsiteX12" fmla="*/ 2615439 w 6158916"/>
              <a:gd name="connsiteY12" fmla="*/ 372824 h 2538926"/>
              <a:gd name="connsiteX13" fmla="*/ 2500758 w 6158916"/>
              <a:gd name="connsiteY13" fmla="*/ 168323 h 2538926"/>
              <a:gd name="connsiteX14" fmla="*/ 2364551 w 6158916"/>
              <a:gd name="connsiteY14" fmla="*/ 85169 h 2538926"/>
              <a:gd name="connsiteX15" fmla="*/ 2050512 w 6158916"/>
              <a:gd name="connsiteY15" fmla="*/ 3731 h 2538926"/>
              <a:gd name="connsiteX16" fmla="*/ 1857725 w 6158916"/>
              <a:gd name="connsiteY16" fmla="*/ 48593 h 2538926"/>
              <a:gd name="connsiteX17" fmla="*/ 1485002 w 6158916"/>
              <a:gd name="connsiteY17" fmla="*/ 437665 h 2538926"/>
              <a:gd name="connsiteX18" fmla="*/ 757091 w 6158916"/>
              <a:gd name="connsiteY18" fmla="*/ 561401 h 2538926"/>
              <a:gd name="connsiteX19" fmla="*/ 0 w 6158916"/>
              <a:gd name="connsiteY19" fmla="*/ 913479 h 2538926"/>
              <a:gd name="connsiteX0" fmla="*/ 5865634 w 5865634"/>
              <a:gd name="connsiteY0" fmla="*/ 1760205 h 2538926"/>
              <a:gd name="connsiteX1" fmla="*/ 5458938 w 5865634"/>
              <a:gd name="connsiteY1" fmla="*/ 1853608 h 2538926"/>
              <a:gd name="connsiteX2" fmla="*/ 5098226 w 5865634"/>
              <a:gd name="connsiteY2" fmla="*/ 2252393 h 2538926"/>
              <a:gd name="connsiteX3" fmla="*/ 4915155 w 5865634"/>
              <a:gd name="connsiteY3" fmla="*/ 2406793 h 2538926"/>
              <a:gd name="connsiteX4" fmla="*/ 4630453 w 5865634"/>
              <a:gd name="connsiteY4" fmla="*/ 2483374 h 2538926"/>
              <a:gd name="connsiteX5" fmla="*/ 4228477 w 5865634"/>
              <a:gd name="connsiteY5" fmla="*/ 2538814 h 2538926"/>
              <a:gd name="connsiteX6" fmla="*/ 3703161 w 5865634"/>
              <a:gd name="connsiteY6" fmla="*/ 2469107 h 2538926"/>
              <a:gd name="connsiteX7" fmla="*/ 3270622 w 5865634"/>
              <a:gd name="connsiteY7" fmla="*/ 2280706 h 2538926"/>
              <a:gd name="connsiteX8" fmla="*/ 3104702 w 5865634"/>
              <a:gd name="connsiteY8" fmla="*/ 1835163 h 2538926"/>
              <a:gd name="connsiteX9" fmla="*/ 2628631 w 5865634"/>
              <a:gd name="connsiteY9" fmla="*/ 1143788 h 2538926"/>
              <a:gd name="connsiteX10" fmla="*/ 2550669 w 5865634"/>
              <a:gd name="connsiteY10" fmla="*/ 793448 h 2538926"/>
              <a:gd name="connsiteX11" fmla="*/ 2615439 w 5865634"/>
              <a:gd name="connsiteY11" fmla="*/ 372824 h 2538926"/>
              <a:gd name="connsiteX12" fmla="*/ 2500758 w 5865634"/>
              <a:gd name="connsiteY12" fmla="*/ 168323 h 2538926"/>
              <a:gd name="connsiteX13" fmla="*/ 2364551 w 5865634"/>
              <a:gd name="connsiteY13" fmla="*/ 85169 h 2538926"/>
              <a:gd name="connsiteX14" fmla="*/ 2050512 w 5865634"/>
              <a:gd name="connsiteY14" fmla="*/ 3731 h 2538926"/>
              <a:gd name="connsiteX15" fmla="*/ 1857725 w 5865634"/>
              <a:gd name="connsiteY15" fmla="*/ 48593 h 2538926"/>
              <a:gd name="connsiteX16" fmla="*/ 1485002 w 5865634"/>
              <a:gd name="connsiteY16" fmla="*/ 437665 h 2538926"/>
              <a:gd name="connsiteX17" fmla="*/ 757091 w 5865634"/>
              <a:gd name="connsiteY17" fmla="*/ 561401 h 2538926"/>
              <a:gd name="connsiteX18" fmla="*/ 0 w 5865634"/>
              <a:gd name="connsiteY18" fmla="*/ 913479 h 2538926"/>
              <a:gd name="connsiteX0" fmla="*/ 6460328 w 6460328"/>
              <a:gd name="connsiteY0" fmla="*/ 2375338 h 2538926"/>
              <a:gd name="connsiteX1" fmla="*/ 5458938 w 6460328"/>
              <a:gd name="connsiteY1" fmla="*/ 1853608 h 2538926"/>
              <a:gd name="connsiteX2" fmla="*/ 5098226 w 6460328"/>
              <a:gd name="connsiteY2" fmla="*/ 2252393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926"/>
              <a:gd name="connsiteX1" fmla="*/ 5834834 w 6460328"/>
              <a:gd name="connsiteY1" fmla="*/ 2329752 h 2538926"/>
              <a:gd name="connsiteX2" fmla="*/ 5098226 w 6460328"/>
              <a:gd name="connsiteY2" fmla="*/ 2252393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926"/>
              <a:gd name="connsiteX1" fmla="*/ 5834834 w 6460328"/>
              <a:gd name="connsiteY1" fmla="*/ 2329752 h 2538926"/>
              <a:gd name="connsiteX2" fmla="*/ 5284969 w 6460328"/>
              <a:gd name="connsiteY2" fmla="*/ 2398325 h 2538926"/>
              <a:gd name="connsiteX3" fmla="*/ 4915155 w 6460328"/>
              <a:gd name="connsiteY3" fmla="*/ 2406793 h 2538926"/>
              <a:gd name="connsiteX4" fmla="*/ 4630453 w 6460328"/>
              <a:gd name="connsiteY4" fmla="*/ 2483374 h 2538926"/>
              <a:gd name="connsiteX5" fmla="*/ 4228477 w 6460328"/>
              <a:gd name="connsiteY5" fmla="*/ 2538814 h 2538926"/>
              <a:gd name="connsiteX6" fmla="*/ 3703161 w 6460328"/>
              <a:gd name="connsiteY6" fmla="*/ 2469107 h 2538926"/>
              <a:gd name="connsiteX7" fmla="*/ 3270622 w 6460328"/>
              <a:gd name="connsiteY7" fmla="*/ 2280706 h 2538926"/>
              <a:gd name="connsiteX8" fmla="*/ 3104702 w 6460328"/>
              <a:gd name="connsiteY8" fmla="*/ 1835163 h 2538926"/>
              <a:gd name="connsiteX9" fmla="*/ 2628631 w 6460328"/>
              <a:gd name="connsiteY9" fmla="*/ 1143788 h 2538926"/>
              <a:gd name="connsiteX10" fmla="*/ 2550669 w 6460328"/>
              <a:gd name="connsiteY10" fmla="*/ 793448 h 2538926"/>
              <a:gd name="connsiteX11" fmla="*/ 2615439 w 6460328"/>
              <a:gd name="connsiteY11" fmla="*/ 372824 h 2538926"/>
              <a:gd name="connsiteX12" fmla="*/ 2500758 w 6460328"/>
              <a:gd name="connsiteY12" fmla="*/ 168323 h 2538926"/>
              <a:gd name="connsiteX13" fmla="*/ 2364551 w 6460328"/>
              <a:gd name="connsiteY13" fmla="*/ 85169 h 2538926"/>
              <a:gd name="connsiteX14" fmla="*/ 2050512 w 6460328"/>
              <a:gd name="connsiteY14" fmla="*/ 3731 h 2538926"/>
              <a:gd name="connsiteX15" fmla="*/ 1857725 w 6460328"/>
              <a:gd name="connsiteY15" fmla="*/ 48593 h 2538926"/>
              <a:gd name="connsiteX16" fmla="*/ 1485002 w 6460328"/>
              <a:gd name="connsiteY16" fmla="*/ 437665 h 2538926"/>
              <a:gd name="connsiteX17" fmla="*/ 757091 w 6460328"/>
              <a:gd name="connsiteY17" fmla="*/ 561401 h 2538926"/>
              <a:gd name="connsiteX18" fmla="*/ 0 w 6460328"/>
              <a:gd name="connsiteY18" fmla="*/ 913479 h 2538926"/>
              <a:gd name="connsiteX0" fmla="*/ 6460328 w 6460328"/>
              <a:gd name="connsiteY0" fmla="*/ 2375338 h 2538887"/>
              <a:gd name="connsiteX1" fmla="*/ 5834834 w 6460328"/>
              <a:gd name="connsiteY1" fmla="*/ 2329752 h 2538887"/>
              <a:gd name="connsiteX2" fmla="*/ 5284969 w 6460328"/>
              <a:gd name="connsiteY2" fmla="*/ 2398325 h 2538887"/>
              <a:gd name="connsiteX3" fmla="*/ 4916733 w 6460328"/>
              <a:gd name="connsiteY3" fmla="*/ 2527528 h 2538887"/>
              <a:gd name="connsiteX4" fmla="*/ 4630453 w 6460328"/>
              <a:gd name="connsiteY4" fmla="*/ 2483374 h 2538887"/>
              <a:gd name="connsiteX5" fmla="*/ 4228477 w 6460328"/>
              <a:gd name="connsiteY5" fmla="*/ 2538814 h 2538887"/>
              <a:gd name="connsiteX6" fmla="*/ 3703161 w 6460328"/>
              <a:gd name="connsiteY6" fmla="*/ 2469107 h 2538887"/>
              <a:gd name="connsiteX7" fmla="*/ 3270622 w 6460328"/>
              <a:gd name="connsiteY7" fmla="*/ 2280706 h 2538887"/>
              <a:gd name="connsiteX8" fmla="*/ 3104702 w 6460328"/>
              <a:gd name="connsiteY8" fmla="*/ 1835163 h 2538887"/>
              <a:gd name="connsiteX9" fmla="*/ 2628631 w 6460328"/>
              <a:gd name="connsiteY9" fmla="*/ 1143788 h 2538887"/>
              <a:gd name="connsiteX10" fmla="*/ 2550669 w 6460328"/>
              <a:gd name="connsiteY10" fmla="*/ 793448 h 2538887"/>
              <a:gd name="connsiteX11" fmla="*/ 2615439 w 6460328"/>
              <a:gd name="connsiteY11" fmla="*/ 372824 h 2538887"/>
              <a:gd name="connsiteX12" fmla="*/ 2500758 w 6460328"/>
              <a:gd name="connsiteY12" fmla="*/ 168323 h 2538887"/>
              <a:gd name="connsiteX13" fmla="*/ 2364551 w 6460328"/>
              <a:gd name="connsiteY13" fmla="*/ 85169 h 2538887"/>
              <a:gd name="connsiteX14" fmla="*/ 2050512 w 6460328"/>
              <a:gd name="connsiteY14" fmla="*/ 3731 h 2538887"/>
              <a:gd name="connsiteX15" fmla="*/ 1857725 w 6460328"/>
              <a:gd name="connsiteY15" fmla="*/ 48593 h 2538887"/>
              <a:gd name="connsiteX16" fmla="*/ 1485002 w 6460328"/>
              <a:gd name="connsiteY16" fmla="*/ 437665 h 2538887"/>
              <a:gd name="connsiteX17" fmla="*/ 757091 w 6460328"/>
              <a:gd name="connsiteY17" fmla="*/ 561401 h 2538887"/>
              <a:gd name="connsiteX18" fmla="*/ 0 w 6460328"/>
              <a:gd name="connsiteY18" fmla="*/ 913479 h 2538887"/>
              <a:gd name="connsiteX0" fmla="*/ 6460328 w 6460328"/>
              <a:gd name="connsiteY0" fmla="*/ 2375338 h 2734935"/>
              <a:gd name="connsiteX1" fmla="*/ 5834834 w 6460328"/>
              <a:gd name="connsiteY1" fmla="*/ 2329752 h 2734935"/>
              <a:gd name="connsiteX2" fmla="*/ 5284969 w 6460328"/>
              <a:gd name="connsiteY2" fmla="*/ 2398325 h 2734935"/>
              <a:gd name="connsiteX3" fmla="*/ 4916733 w 6460328"/>
              <a:gd name="connsiteY3" fmla="*/ 2527528 h 2734935"/>
              <a:gd name="connsiteX4" fmla="*/ 4604274 w 6460328"/>
              <a:gd name="connsiteY4" fmla="*/ 2734918 h 2734935"/>
              <a:gd name="connsiteX5" fmla="*/ 4228477 w 6460328"/>
              <a:gd name="connsiteY5" fmla="*/ 2538814 h 2734935"/>
              <a:gd name="connsiteX6" fmla="*/ 3703161 w 6460328"/>
              <a:gd name="connsiteY6" fmla="*/ 2469107 h 2734935"/>
              <a:gd name="connsiteX7" fmla="*/ 3270622 w 6460328"/>
              <a:gd name="connsiteY7" fmla="*/ 2280706 h 2734935"/>
              <a:gd name="connsiteX8" fmla="*/ 3104702 w 6460328"/>
              <a:gd name="connsiteY8" fmla="*/ 1835163 h 2734935"/>
              <a:gd name="connsiteX9" fmla="*/ 2628631 w 6460328"/>
              <a:gd name="connsiteY9" fmla="*/ 1143788 h 2734935"/>
              <a:gd name="connsiteX10" fmla="*/ 2550669 w 6460328"/>
              <a:gd name="connsiteY10" fmla="*/ 793448 h 2734935"/>
              <a:gd name="connsiteX11" fmla="*/ 2615439 w 6460328"/>
              <a:gd name="connsiteY11" fmla="*/ 372824 h 2734935"/>
              <a:gd name="connsiteX12" fmla="*/ 2500758 w 6460328"/>
              <a:gd name="connsiteY12" fmla="*/ 168323 h 2734935"/>
              <a:gd name="connsiteX13" fmla="*/ 2364551 w 6460328"/>
              <a:gd name="connsiteY13" fmla="*/ 85169 h 2734935"/>
              <a:gd name="connsiteX14" fmla="*/ 2050512 w 6460328"/>
              <a:gd name="connsiteY14" fmla="*/ 3731 h 2734935"/>
              <a:gd name="connsiteX15" fmla="*/ 1857725 w 6460328"/>
              <a:gd name="connsiteY15" fmla="*/ 48593 h 2734935"/>
              <a:gd name="connsiteX16" fmla="*/ 1485002 w 6460328"/>
              <a:gd name="connsiteY16" fmla="*/ 437665 h 2734935"/>
              <a:gd name="connsiteX17" fmla="*/ 757091 w 6460328"/>
              <a:gd name="connsiteY17" fmla="*/ 561401 h 2734935"/>
              <a:gd name="connsiteX18" fmla="*/ 0 w 6460328"/>
              <a:gd name="connsiteY18" fmla="*/ 913479 h 2734935"/>
              <a:gd name="connsiteX0" fmla="*/ 6460328 w 6460328"/>
              <a:gd name="connsiteY0" fmla="*/ 2375338 h 2735467"/>
              <a:gd name="connsiteX1" fmla="*/ 5834834 w 6460328"/>
              <a:gd name="connsiteY1" fmla="*/ 2329752 h 2735467"/>
              <a:gd name="connsiteX2" fmla="*/ 5284969 w 6460328"/>
              <a:gd name="connsiteY2" fmla="*/ 2398325 h 2735467"/>
              <a:gd name="connsiteX3" fmla="*/ 4916733 w 6460328"/>
              <a:gd name="connsiteY3" fmla="*/ 2527528 h 2735467"/>
              <a:gd name="connsiteX4" fmla="*/ 4604274 w 6460328"/>
              <a:gd name="connsiteY4" fmla="*/ 2734918 h 2735467"/>
              <a:gd name="connsiteX5" fmla="*/ 4170139 w 6460328"/>
              <a:gd name="connsiteY5" fmla="*/ 2584379 h 2735467"/>
              <a:gd name="connsiteX6" fmla="*/ 3703161 w 6460328"/>
              <a:gd name="connsiteY6" fmla="*/ 2469107 h 2735467"/>
              <a:gd name="connsiteX7" fmla="*/ 3270622 w 6460328"/>
              <a:gd name="connsiteY7" fmla="*/ 2280706 h 2735467"/>
              <a:gd name="connsiteX8" fmla="*/ 3104702 w 6460328"/>
              <a:gd name="connsiteY8" fmla="*/ 1835163 h 2735467"/>
              <a:gd name="connsiteX9" fmla="*/ 2628631 w 6460328"/>
              <a:gd name="connsiteY9" fmla="*/ 1143788 h 2735467"/>
              <a:gd name="connsiteX10" fmla="*/ 2550669 w 6460328"/>
              <a:gd name="connsiteY10" fmla="*/ 793448 h 2735467"/>
              <a:gd name="connsiteX11" fmla="*/ 2615439 w 6460328"/>
              <a:gd name="connsiteY11" fmla="*/ 372824 h 2735467"/>
              <a:gd name="connsiteX12" fmla="*/ 2500758 w 6460328"/>
              <a:gd name="connsiteY12" fmla="*/ 168323 h 2735467"/>
              <a:gd name="connsiteX13" fmla="*/ 2364551 w 6460328"/>
              <a:gd name="connsiteY13" fmla="*/ 85169 h 2735467"/>
              <a:gd name="connsiteX14" fmla="*/ 2050512 w 6460328"/>
              <a:gd name="connsiteY14" fmla="*/ 3731 h 2735467"/>
              <a:gd name="connsiteX15" fmla="*/ 1857725 w 6460328"/>
              <a:gd name="connsiteY15" fmla="*/ 48593 h 2735467"/>
              <a:gd name="connsiteX16" fmla="*/ 1485002 w 6460328"/>
              <a:gd name="connsiteY16" fmla="*/ 437665 h 2735467"/>
              <a:gd name="connsiteX17" fmla="*/ 757091 w 6460328"/>
              <a:gd name="connsiteY17" fmla="*/ 561401 h 2735467"/>
              <a:gd name="connsiteX18" fmla="*/ 0 w 6460328"/>
              <a:gd name="connsiteY18" fmla="*/ 913479 h 2735467"/>
              <a:gd name="connsiteX0" fmla="*/ 6558401 w 6558401"/>
              <a:gd name="connsiteY0" fmla="*/ 2410833 h 2770962"/>
              <a:gd name="connsiteX1" fmla="*/ 5932907 w 6558401"/>
              <a:gd name="connsiteY1" fmla="*/ 2365247 h 2770962"/>
              <a:gd name="connsiteX2" fmla="*/ 5383042 w 6558401"/>
              <a:gd name="connsiteY2" fmla="*/ 2433820 h 2770962"/>
              <a:gd name="connsiteX3" fmla="*/ 5014806 w 6558401"/>
              <a:gd name="connsiteY3" fmla="*/ 2563023 h 2770962"/>
              <a:gd name="connsiteX4" fmla="*/ 4702347 w 6558401"/>
              <a:gd name="connsiteY4" fmla="*/ 2770413 h 2770962"/>
              <a:gd name="connsiteX5" fmla="*/ 4268212 w 6558401"/>
              <a:gd name="connsiteY5" fmla="*/ 2619874 h 2770962"/>
              <a:gd name="connsiteX6" fmla="*/ 3801234 w 6558401"/>
              <a:gd name="connsiteY6" fmla="*/ 2504602 h 2770962"/>
              <a:gd name="connsiteX7" fmla="*/ 3368695 w 6558401"/>
              <a:gd name="connsiteY7" fmla="*/ 2316201 h 2770962"/>
              <a:gd name="connsiteX8" fmla="*/ 3202775 w 6558401"/>
              <a:gd name="connsiteY8" fmla="*/ 1870658 h 2770962"/>
              <a:gd name="connsiteX9" fmla="*/ 2726704 w 6558401"/>
              <a:gd name="connsiteY9" fmla="*/ 1179283 h 2770962"/>
              <a:gd name="connsiteX10" fmla="*/ 2648742 w 6558401"/>
              <a:gd name="connsiteY10" fmla="*/ 828943 h 2770962"/>
              <a:gd name="connsiteX11" fmla="*/ 2713512 w 6558401"/>
              <a:gd name="connsiteY11" fmla="*/ 408319 h 2770962"/>
              <a:gd name="connsiteX12" fmla="*/ 2598831 w 6558401"/>
              <a:gd name="connsiteY12" fmla="*/ 203818 h 2770962"/>
              <a:gd name="connsiteX13" fmla="*/ 2462624 w 6558401"/>
              <a:gd name="connsiteY13" fmla="*/ 120664 h 2770962"/>
              <a:gd name="connsiteX14" fmla="*/ 2148585 w 6558401"/>
              <a:gd name="connsiteY14" fmla="*/ 39226 h 2770962"/>
              <a:gd name="connsiteX15" fmla="*/ 1955798 w 6558401"/>
              <a:gd name="connsiteY15" fmla="*/ 84088 h 2770962"/>
              <a:gd name="connsiteX16" fmla="*/ 1583075 w 6558401"/>
              <a:gd name="connsiteY16" fmla="*/ 473160 h 2770962"/>
              <a:gd name="connsiteX17" fmla="*/ 855164 w 6558401"/>
              <a:gd name="connsiteY17" fmla="*/ 596896 h 2770962"/>
              <a:gd name="connsiteX18" fmla="*/ 0 w 6558401"/>
              <a:gd name="connsiteY18" fmla="*/ 3727 h 2770962"/>
              <a:gd name="connsiteX0" fmla="*/ 6558401 w 6558401"/>
              <a:gd name="connsiteY0" fmla="*/ 2411557 h 2771686"/>
              <a:gd name="connsiteX1" fmla="*/ 5932907 w 6558401"/>
              <a:gd name="connsiteY1" fmla="*/ 2365971 h 2771686"/>
              <a:gd name="connsiteX2" fmla="*/ 5383042 w 6558401"/>
              <a:gd name="connsiteY2" fmla="*/ 2434544 h 2771686"/>
              <a:gd name="connsiteX3" fmla="*/ 5014806 w 6558401"/>
              <a:gd name="connsiteY3" fmla="*/ 2563747 h 2771686"/>
              <a:gd name="connsiteX4" fmla="*/ 4702347 w 6558401"/>
              <a:gd name="connsiteY4" fmla="*/ 2771137 h 2771686"/>
              <a:gd name="connsiteX5" fmla="*/ 4268212 w 6558401"/>
              <a:gd name="connsiteY5" fmla="*/ 2620598 h 2771686"/>
              <a:gd name="connsiteX6" fmla="*/ 3801234 w 6558401"/>
              <a:gd name="connsiteY6" fmla="*/ 2505326 h 2771686"/>
              <a:gd name="connsiteX7" fmla="*/ 3368695 w 6558401"/>
              <a:gd name="connsiteY7" fmla="*/ 2316925 h 2771686"/>
              <a:gd name="connsiteX8" fmla="*/ 3202775 w 6558401"/>
              <a:gd name="connsiteY8" fmla="*/ 1871382 h 2771686"/>
              <a:gd name="connsiteX9" fmla="*/ 2726704 w 6558401"/>
              <a:gd name="connsiteY9" fmla="*/ 1180007 h 2771686"/>
              <a:gd name="connsiteX10" fmla="*/ 2648742 w 6558401"/>
              <a:gd name="connsiteY10" fmla="*/ 829667 h 2771686"/>
              <a:gd name="connsiteX11" fmla="*/ 2713512 w 6558401"/>
              <a:gd name="connsiteY11" fmla="*/ 409043 h 2771686"/>
              <a:gd name="connsiteX12" fmla="*/ 2598831 w 6558401"/>
              <a:gd name="connsiteY12" fmla="*/ 204542 h 2771686"/>
              <a:gd name="connsiteX13" fmla="*/ 2462624 w 6558401"/>
              <a:gd name="connsiteY13" fmla="*/ 121388 h 2771686"/>
              <a:gd name="connsiteX14" fmla="*/ 2148585 w 6558401"/>
              <a:gd name="connsiteY14" fmla="*/ 39950 h 2771686"/>
              <a:gd name="connsiteX15" fmla="*/ 1955798 w 6558401"/>
              <a:gd name="connsiteY15" fmla="*/ 84812 h 2771686"/>
              <a:gd name="connsiteX16" fmla="*/ 1583075 w 6558401"/>
              <a:gd name="connsiteY16" fmla="*/ 473884 h 2771686"/>
              <a:gd name="connsiteX17" fmla="*/ 947362 w 6558401"/>
              <a:gd name="connsiteY17" fmla="*/ 478338 h 2771686"/>
              <a:gd name="connsiteX18" fmla="*/ 0 w 6558401"/>
              <a:gd name="connsiteY18" fmla="*/ 4451 h 2771686"/>
              <a:gd name="connsiteX0" fmla="*/ 6475586 w 6475586"/>
              <a:gd name="connsiteY0" fmla="*/ 2428971 h 2771686"/>
              <a:gd name="connsiteX1" fmla="*/ 5932907 w 6475586"/>
              <a:gd name="connsiteY1" fmla="*/ 2365971 h 2771686"/>
              <a:gd name="connsiteX2" fmla="*/ 5383042 w 6475586"/>
              <a:gd name="connsiteY2" fmla="*/ 2434544 h 2771686"/>
              <a:gd name="connsiteX3" fmla="*/ 5014806 w 6475586"/>
              <a:gd name="connsiteY3" fmla="*/ 2563747 h 2771686"/>
              <a:gd name="connsiteX4" fmla="*/ 4702347 w 6475586"/>
              <a:gd name="connsiteY4" fmla="*/ 2771137 h 2771686"/>
              <a:gd name="connsiteX5" fmla="*/ 4268212 w 6475586"/>
              <a:gd name="connsiteY5" fmla="*/ 2620598 h 2771686"/>
              <a:gd name="connsiteX6" fmla="*/ 3801234 w 6475586"/>
              <a:gd name="connsiteY6" fmla="*/ 2505326 h 2771686"/>
              <a:gd name="connsiteX7" fmla="*/ 3368695 w 6475586"/>
              <a:gd name="connsiteY7" fmla="*/ 2316925 h 2771686"/>
              <a:gd name="connsiteX8" fmla="*/ 3202775 w 6475586"/>
              <a:gd name="connsiteY8" fmla="*/ 1871382 h 2771686"/>
              <a:gd name="connsiteX9" fmla="*/ 2726704 w 6475586"/>
              <a:gd name="connsiteY9" fmla="*/ 1180007 h 2771686"/>
              <a:gd name="connsiteX10" fmla="*/ 2648742 w 6475586"/>
              <a:gd name="connsiteY10" fmla="*/ 829667 h 2771686"/>
              <a:gd name="connsiteX11" fmla="*/ 2713512 w 6475586"/>
              <a:gd name="connsiteY11" fmla="*/ 409043 h 2771686"/>
              <a:gd name="connsiteX12" fmla="*/ 2598831 w 6475586"/>
              <a:gd name="connsiteY12" fmla="*/ 204542 h 2771686"/>
              <a:gd name="connsiteX13" fmla="*/ 2462624 w 6475586"/>
              <a:gd name="connsiteY13" fmla="*/ 121388 h 2771686"/>
              <a:gd name="connsiteX14" fmla="*/ 2148585 w 6475586"/>
              <a:gd name="connsiteY14" fmla="*/ 39950 h 2771686"/>
              <a:gd name="connsiteX15" fmla="*/ 1955798 w 6475586"/>
              <a:gd name="connsiteY15" fmla="*/ 84812 h 2771686"/>
              <a:gd name="connsiteX16" fmla="*/ 1583075 w 6475586"/>
              <a:gd name="connsiteY16" fmla="*/ 473884 h 2771686"/>
              <a:gd name="connsiteX17" fmla="*/ 947362 w 6475586"/>
              <a:gd name="connsiteY17" fmla="*/ 478338 h 2771686"/>
              <a:gd name="connsiteX18" fmla="*/ 0 w 6475586"/>
              <a:gd name="connsiteY18" fmla="*/ 4451 h 2771686"/>
              <a:gd name="connsiteX0" fmla="*/ 6547855 w 6547855"/>
              <a:gd name="connsiteY0" fmla="*/ 2424498 h 2767213"/>
              <a:gd name="connsiteX1" fmla="*/ 6005176 w 6547855"/>
              <a:gd name="connsiteY1" fmla="*/ 2361498 h 2767213"/>
              <a:gd name="connsiteX2" fmla="*/ 5455311 w 6547855"/>
              <a:gd name="connsiteY2" fmla="*/ 2430071 h 2767213"/>
              <a:gd name="connsiteX3" fmla="*/ 5087075 w 6547855"/>
              <a:gd name="connsiteY3" fmla="*/ 2559274 h 2767213"/>
              <a:gd name="connsiteX4" fmla="*/ 4774616 w 6547855"/>
              <a:gd name="connsiteY4" fmla="*/ 2766664 h 2767213"/>
              <a:gd name="connsiteX5" fmla="*/ 4340481 w 6547855"/>
              <a:gd name="connsiteY5" fmla="*/ 2616125 h 2767213"/>
              <a:gd name="connsiteX6" fmla="*/ 3873503 w 6547855"/>
              <a:gd name="connsiteY6" fmla="*/ 2500853 h 2767213"/>
              <a:gd name="connsiteX7" fmla="*/ 3440964 w 6547855"/>
              <a:gd name="connsiteY7" fmla="*/ 2312452 h 2767213"/>
              <a:gd name="connsiteX8" fmla="*/ 3275044 w 6547855"/>
              <a:gd name="connsiteY8" fmla="*/ 1866909 h 2767213"/>
              <a:gd name="connsiteX9" fmla="*/ 2798973 w 6547855"/>
              <a:gd name="connsiteY9" fmla="*/ 1175534 h 2767213"/>
              <a:gd name="connsiteX10" fmla="*/ 2721011 w 6547855"/>
              <a:gd name="connsiteY10" fmla="*/ 825194 h 2767213"/>
              <a:gd name="connsiteX11" fmla="*/ 2785781 w 6547855"/>
              <a:gd name="connsiteY11" fmla="*/ 404570 h 2767213"/>
              <a:gd name="connsiteX12" fmla="*/ 2671100 w 6547855"/>
              <a:gd name="connsiteY12" fmla="*/ 200069 h 2767213"/>
              <a:gd name="connsiteX13" fmla="*/ 2534893 w 6547855"/>
              <a:gd name="connsiteY13" fmla="*/ 116915 h 2767213"/>
              <a:gd name="connsiteX14" fmla="*/ 2220854 w 6547855"/>
              <a:gd name="connsiteY14" fmla="*/ 35477 h 2767213"/>
              <a:gd name="connsiteX15" fmla="*/ 2028067 w 6547855"/>
              <a:gd name="connsiteY15" fmla="*/ 80339 h 2767213"/>
              <a:gd name="connsiteX16" fmla="*/ 1655344 w 6547855"/>
              <a:gd name="connsiteY16" fmla="*/ 469411 h 2767213"/>
              <a:gd name="connsiteX17" fmla="*/ 1019631 w 6547855"/>
              <a:gd name="connsiteY17" fmla="*/ 473865 h 2767213"/>
              <a:gd name="connsiteX18" fmla="*/ 0 w 6547855"/>
              <a:gd name="connsiteY18" fmla="*/ 4485 h 2767213"/>
              <a:gd name="connsiteX0" fmla="*/ 6547855 w 6547855"/>
              <a:gd name="connsiteY0" fmla="*/ 2424498 h 2767213"/>
              <a:gd name="connsiteX1" fmla="*/ 6005176 w 6547855"/>
              <a:gd name="connsiteY1" fmla="*/ 2361498 h 2767213"/>
              <a:gd name="connsiteX2" fmla="*/ 5455311 w 6547855"/>
              <a:gd name="connsiteY2" fmla="*/ 2430071 h 2767213"/>
              <a:gd name="connsiteX3" fmla="*/ 5087075 w 6547855"/>
              <a:gd name="connsiteY3" fmla="*/ 2559274 h 2767213"/>
              <a:gd name="connsiteX4" fmla="*/ 4774616 w 6547855"/>
              <a:gd name="connsiteY4" fmla="*/ 2766664 h 2767213"/>
              <a:gd name="connsiteX5" fmla="*/ 4340481 w 6547855"/>
              <a:gd name="connsiteY5" fmla="*/ 2616125 h 2767213"/>
              <a:gd name="connsiteX6" fmla="*/ 3873503 w 6547855"/>
              <a:gd name="connsiteY6" fmla="*/ 2500853 h 2767213"/>
              <a:gd name="connsiteX7" fmla="*/ 3533828 w 6547855"/>
              <a:gd name="connsiteY7" fmla="*/ 2244007 h 2767213"/>
              <a:gd name="connsiteX8" fmla="*/ 3275044 w 6547855"/>
              <a:gd name="connsiteY8" fmla="*/ 1866909 h 2767213"/>
              <a:gd name="connsiteX9" fmla="*/ 2798973 w 6547855"/>
              <a:gd name="connsiteY9" fmla="*/ 1175534 h 2767213"/>
              <a:gd name="connsiteX10" fmla="*/ 2721011 w 6547855"/>
              <a:gd name="connsiteY10" fmla="*/ 825194 h 2767213"/>
              <a:gd name="connsiteX11" fmla="*/ 2785781 w 6547855"/>
              <a:gd name="connsiteY11" fmla="*/ 404570 h 2767213"/>
              <a:gd name="connsiteX12" fmla="*/ 2671100 w 6547855"/>
              <a:gd name="connsiteY12" fmla="*/ 200069 h 2767213"/>
              <a:gd name="connsiteX13" fmla="*/ 2534893 w 6547855"/>
              <a:gd name="connsiteY13" fmla="*/ 116915 h 2767213"/>
              <a:gd name="connsiteX14" fmla="*/ 2220854 w 6547855"/>
              <a:gd name="connsiteY14" fmla="*/ 35477 h 2767213"/>
              <a:gd name="connsiteX15" fmla="*/ 2028067 w 6547855"/>
              <a:gd name="connsiteY15" fmla="*/ 80339 h 2767213"/>
              <a:gd name="connsiteX16" fmla="*/ 1655344 w 6547855"/>
              <a:gd name="connsiteY16" fmla="*/ 469411 h 2767213"/>
              <a:gd name="connsiteX17" fmla="*/ 1019631 w 6547855"/>
              <a:gd name="connsiteY17" fmla="*/ 473865 h 2767213"/>
              <a:gd name="connsiteX18" fmla="*/ 0 w 6547855"/>
              <a:gd name="connsiteY18" fmla="*/ 4485 h 2767213"/>
              <a:gd name="connsiteX0" fmla="*/ 6547855 w 6547855"/>
              <a:gd name="connsiteY0" fmla="*/ 2424498 h 2797494"/>
              <a:gd name="connsiteX1" fmla="*/ 6005176 w 6547855"/>
              <a:gd name="connsiteY1" fmla="*/ 2361498 h 2797494"/>
              <a:gd name="connsiteX2" fmla="*/ 5455311 w 6547855"/>
              <a:gd name="connsiteY2" fmla="*/ 2430071 h 2797494"/>
              <a:gd name="connsiteX3" fmla="*/ 5087075 w 6547855"/>
              <a:gd name="connsiteY3" fmla="*/ 2559274 h 2797494"/>
              <a:gd name="connsiteX4" fmla="*/ 4774616 w 6547855"/>
              <a:gd name="connsiteY4" fmla="*/ 2766664 h 2797494"/>
              <a:gd name="connsiteX5" fmla="*/ 4347831 w 6547855"/>
              <a:gd name="connsiteY5" fmla="*/ 2768535 h 2797494"/>
              <a:gd name="connsiteX6" fmla="*/ 3873503 w 6547855"/>
              <a:gd name="connsiteY6" fmla="*/ 2500853 h 2797494"/>
              <a:gd name="connsiteX7" fmla="*/ 3533828 w 6547855"/>
              <a:gd name="connsiteY7" fmla="*/ 2244007 h 2797494"/>
              <a:gd name="connsiteX8" fmla="*/ 3275044 w 6547855"/>
              <a:gd name="connsiteY8" fmla="*/ 1866909 h 2797494"/>
              <a:gd name="connsiteX9" fmla="*/ 2798973 w 6547855"/>
              <a:gd name="connsiteY9" fmla="*/ 1175534 h 2797494"/>
              <a:gd name="connsiteX10" fmla="*/ 2721011 w 6547855"/>
              <a:gd name="connsiteY10" fmla="*/ 825194 h 2797494"/>
              <a:gd name="connsiteX11" fmla="*/ 2785781 w 6547855"/>
              <a:gd name="connsiteY11" fmla="*/ 404570 h 2797494"/>
              <a:gd name="connsiteX12" fmla="*/ 2671100 w 6547855"/>
              <a:gd name="connsiteY12" fmla="*/ 200069 h 2797494"/>
              <a:gd name="connsiteX13" fmla="*/ 2534893 w 6547855"/>
              <a:gd name="connsiteY13" fmla="*/ 116915 h 2797494"/>
              <a:gd name="connsiteX14" fmla="*/ 2220854 w 6547855"/>
              <a:gd name="connsiteY14" fmla="*/ 35477 h 2797494"/>
              <a:gd name="connsiteX15" fmla="*/ 2028067 w 6547855"/>
              <a:gd name="connsiteY15" fmla="*/ 80339 h 2797494"/>
              <a:gd name="connsiteX16" fmla="*/ 1655344 w 6547855"/>
              <a:gd name="connsiteY16" fmla="*/ 469411 h 2797494"/>
              <a:gd name="connsiteX17" fmla="*/ 1019631 w 6547855"/>
              <a:gd name="connsiteY17" fmla="*/ 473865 h 2797494"/>
              <a:gd name="connsiteX18" fmla="*/ 0 w 6547855"/>
              <a:gd name="connsiteY18" fmla="*/ 4485 h 2797494"/>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721011 w 6547855"/>
              <a:gd name="connsiteY10" fmla="*/ 825194 h 2780538"/>
              <a:gd name="connsiteX11" fmla="*/ 2785781 w 6547855"/>
              <a:gd name="connsiteY11" fmla="*/ 404570 h 2780538"/>
              <a:gd name="connsiteX12" fmla="*/ 2671100 w 6547855"/>
              <a:gd name="connsiteY12" fmla="*/ 200069 h 2780538"/>
              <a:gd name="connsiteX13" fmla="*/ 2534893 w 6547855"/>
              <a:gd name="connsiteY13" fmla="*/ 116915 h 2780538"/>
              <a:gd name="connsiteX14" fmla="*/ 2220854 w 6547855"/>
              <a:gd name="connsiteY14" fmla="*/ 35477 h 2780538"/>
              <a:gd name="connsiteX15" fmla="*/ 2028067 w 6547855"/>
              <a:gd name="connsiteY15" fmla="*/ 80339 h 2780538"/>
              <a:gd name="connsiteX16" fmla="*/ 1655344 w 6547855"/>
              <a:gd name="connsiteY16" fmla="*/ 469411 h 2780538"/>
              <a:gd name="connsiteX17" fmla="*/ 1019631 w 6547855"/>
              <a:gd name="connsiteY17" fmla="*/ 473865 h 2780538"/>
              <a:gd name="connsiteX18" fmla="*/ 0 w 6547855"/>
              <a:gd name="connsiteY18"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721011 w 6547855"/>
              <a:gd name="connsiteY10" fmla="*/ 825194 h 2780538"/>
              <a:gd name="connsiteX11" fmla="*/ 2578771 w 6547855"/>
              <a:gd name="connsiteY11" fmla="*/ 474426 h 2780538"/>
              <a:gd name="connsiteX12" fmla="*/ 2671100 w 6547855"/>
              <a:gd name="connsiteY12" fmla="*/ 200069 h 2780538"/>
              <a:gd name="connsiteX13" fmla="*/ 2534893 w 6547855"/>
              <a:gd name="connsiteY13" fmla="*/ 116915 h 2780538"/>
              <a:gd name="connsiteX14" fmla="*/ 2220854 w 6547855"/>
              <a:gd name="connsiteY14" fmla="*/ 35477 h 2780538"/>
              <a:gd name="connsiteX15" fmla="*/ 2028067 w 6547855"/>
              <a:gd name="connsiteY15" fmla="*/ 80339 h 2780538"/>
              <a:gd name="connsiteX16" fmla="*/ 1655344 w 6547855"/>
              <a:gd name="connsiteY16" fmla="*/ 469411 h 2780538"/>
              <a:gd name="connsiteX17" fmla="*/ 1019631 w 6547855"/>
              <a:gd name="connsiteY17" fmla="*/ 473865 h 2780538"/>
              <a:gd name="connsiteX18" fmla="*/ 0 w 6547855"/>
              <a:gd name="connsiteY18"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628395 w 6547855"/>
              <a:gd name="connsiteY10" fmla="*/ 867336 h 2780538"/>
              <a:gd name="connsiteX11" fmla="*/ 2578771 w 6547855"/>
              <a:gd name="connsiteY11" fmla="*/ 474426 h 2780538"/>
              <a:gd name="connsiteX12" fmla="*/ 2671100 w 6547855"/>
              <a:gd name="connsiteY12" fmla="*/ 200069 h 2780538"/>
              <a:gd name="connsiteX13" fmla="*/ 2534893 w 6547855"/>
              <a:gd name="connsiteY13" fmla="*/ 116915 h 2780538"/>
              <a:gd name="connsiteX14" fmla="*/ 2220854 w 6547855"/>
              <a:gd name="connsiteY14" fmla="*/ 35477 h 2780538"/>
              <a:gd name="connsiteX15" fmla="*/ 2028067 w 6547855"/>
              <a:gd name="connsiteY15" fmla="*/ 80339 h 2780538"/>
              <a:gd name="connsiteX16" fmla="*/ 1655344 w 6547855"/>
              <a:gd name="connsiteY16" fmla="*/ 469411 h 2780538"/>
              <a:gd name="connsiteX17" fmla="*/ 1019631 w 6547855"/>
              <a:gd name="connsiteY17" fmla="*/ 473865 h 2780538"/>
              <a:gd name="connsiteX18" fmla="*/ 0 w 6547855"/>
              <a:gd name="connsiteY18"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628395 w 6547855"/>
              <a:gd name="connsiteY10" fmla="*/ 867336 h 2780538"/>
              <a:gd name="connsiteX11" fmla="*/ 2578771 w 6547855"/>
              <a:gd name="connsiteY11" fmla="*/ 474426 h 2780538"/>
              <a:gd name="connsiteX12" fmla="*/ 2534893 w 6547855"/>
              <a:gd name="connsiteY12" fmla="*/ 116915 h 2780538"/>
              <a:gd name="connsiteX13" fmla="*/ 2220854 w 6547855"/>
              <a:gd name="connsiteY13" fmla="*/ 35477 h 2780538"/>
              <a:gd name="connsiteX14" fmla="*/ 2028067 w 6547855"/>
              <a:gd name="connsiteY14" fmla="*/ 80339 h 2780538"/>
              <a:gd name="connsiteX15" fmla="*/ 1655344 w 6547855"/>
              <a:gd name="connsiteY15" fmla="*/ 469411 h 2780538"/>
              <a:gd name="connsiteX16" fmla="*/ 1019631 w 6547855"/>
              <a:gd name="connsiteY16" fmla="*/ 473865 h 2780538"/>
              <a:gd name="connsiteX17" fmla="*/ 0 w 6547855"/>
              <a:gd name="connsiteY17"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628395 w 6547855"/>
              <a:gd name="connsiteY10" fmla="*/ 867336 h 2780538"/>
              <a:gd name="connsiteX11" fmla="*/ 2578771 w 6547855"/>
              <a:gd name="connsiteY11" fmla="*/ 474426 h 2780538"/>
              <a:gd name="connsiteX12" fmla="*/ 2220854 w 6547855"/>
              <a:gd name="connsiteY12" fmla="*/ 35477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628395 w 6547855"/>
              <a:gd name="connsiteY10" fmla="*/ 867336 h 2780538"/>
              <a:gd name="connsiteX11" fmla="*/ 2578771 w 6547855"/>
              <a:gd name="connsiteY11" fmla="*/ 474426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628395 w 6547855"/>
              <a:gd name="connsiteY10" fmla="*/ 867336 h 2780538"/>
              <a:gd name="connsiteX11" fmla="*/ 2514816 w 6547855"/>
              <a:gd name="connsiteY11" fmla="*/ 536259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98973 w 6547855"/>
              <a:gd name="connsiteY9" fmla="*/ 1175534 h 2780538"/>
              <a:gd name="connsiteX10" fmla="*/ 2575482 w 6547855"/>
              <a:gd name="connsiteY10" fmla="*/ 904703 h 2780538"/>
              <a:gd name="connsiteX11" fmla="*/ 2514816 w 6547855"/>
              <a:gd name="connsiteY11" fmla="*/ 536259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21351 w 6547855"/>
              <a:gd name="connsiteY9" fmla="*/ 1234922 h 2780538"/>
              <a:gd name="connsiteX10" fmla="*/ 2575482 w 6547855"/>
              <a:gd name="connsiteY10" fmla="*/ 904703 h 2780538"/>
              <a:gd name="connsiteX11" fmla="*/ 2514816 w 6547855"/>
              <a:gd name="connsiteY11" fmla="*/ 536259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75044 w 6547855"/>
              <a:gd name="connsiteY8" fmla="*/ 1866909 h 2780538"/>
              <a:gd name="connsiteX9" fmla="*/ 2721351 w 6547855"/>
              <a:gd name="connsiteY9" fmla="*/ 1234922 h 2780538"/>
              <a:gd name="connsiteX10" fmla="*/ 2575482 w 6547855"/>
              <a:gd name="connsiteY10" fmla="*/ 904703 h 2780538"/>
              <a:gd name="connsiteX11" fmla="*/ 2514816 w 6547855"/>
              <a:gd name="connsiteY11" fmla="*/ 536259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47855 w 6547855"/>
              <a:gd name="connsiteY0" fmla="*/ 2424498 h 2780538"/>
              <a:gd name="connsiteX1" fmla="*/ 6005176 w 6547855"/>
              <a:gd name="connsiteY1" fmla="*/ 2361498 h 2780538"/>
              <a:gd name="connsiteX2" fmla="*/ 5455311 w 6547855"/>
              <a:gd name="connsiteY2" fmla="*/ 2430071 h 2780538"/>
              <a:gd name="connsiteX3" fmla="*/ 5087075 w 6547855"/>
              <a:gd name="connsiteY3" fmla="*/ 2559274 h 2780538"/>
              <a:gd name="connsiteX4" fmla="*/ 4731102 w 6547855"/>
              <a:gd name="connsiteY4" fmla="*/ 2716616 h 2780538"/>
              <a:gd name="connsiteX5" fmla="*/ 4347831 w 6547855"/>
              <a:gd name="connsiteY5" fmla="*/ 2768535 h 2780538"/>
              <a:gd name="connsiteX6" fmla="*/ 3873503 w 6547855"/>
              <a:gd name="connsiteY6" fmla="*/ 2500853 h 2780538"/>
              <a:gd name="connsiteX7" fmla="*/ 3533828 w 6547855"/>
              <a:gd name="connsiteY7" fmla="*/ 2244007 h 2780538"/>
              <a:gd name="connsiteX8" fmla="*/ 3207594 w 6547855"/>
              <a:gd name="connsiteY8" fmla="*/ 1922067 h 2780538"/>
              <a:gd name="connsiteX9" fmla="*/ 2721351 w 6547855"/>
              <a:gd name="connsiteY9" fmla="*/ 1234922 h 2780538"/>
              <a:gd name="connsiteX10" fmla="*/ 2575482 w 6547855"/>
              <a:gd name="connsiteY10" fmla="*/ 904703 h 2780538"/>
              <a:gd name="connsiteX11" fmla="*/ 2514816 w 6547855"/>
              <a:gd name="connsiteY11" fmla="*/ 536259 h 2780538"/>
              <a:gd name="connsiteX12" fmla="*/ 2320973 w 6547855"/>
              <a:gd name="connsiteY12" fmla="*/ 219650 h 2780538"/>
              <a:gd name="connsiteX13" fmla="*/ 2028067 w 6547855"/>
              <a:gd name="connsiteY13" fmla="*/ 80339 h 2780538"/>
              <a:gd name="connsiteX14" fmla="*/ 1655344 w 6547855"/>
              <a:gd name="connsiteY14" fmla="*/ 469411 h 2780538"/>
              <a:gd name="connsiteX15" fmla="*/ 1019631 w 6547855"/>
              <a:gd name="connsiteY15" fmla="*/ 473865 h 2780538"/>
              <a:gd name="connsiteX16" fmla="*/ 0 w 6547855"/>
              <a:gd name="connsiteY16" fmla="*/ 4485 h 2780538"/>
              <a:gd name="connsiteX0" fmla="*/ 6519897 w 6519897"/>
              <a:gd name="connsiteY0" fmla="*/ 2458472 h 2814512"/>
              <a:gd name="connsiteX1" fmla="*/ 5977218 w 6519897"/>
              <a:gd name="connsiteY1" fmla="*/ 2395472 h 2814512"/>
              <a:gd name="connsiteX2" fmla="*/ 5427353 w 6519897"/>
              <a:gd name="connsiteY2" fmla="*/ 2464045 h 2814512"/>
              <a:gd name="connsiteX3" fmla="*/ 5059117 w 6519897"/>
              <a:gd name="connsiteY3" fmla="*/ 2593248 h 2814512"/>
              <a:gd name="connsiteX4" fmla="*/ 4703144 w 6519897"/>
              <a:gd name="connsiteY4" fmla="*/ 2750590 h 2814512"/>
              <a:gd name="connsiteX5" fmla="*/ 4319873 w 6519897"/>
              <a:gd name="connsiteY5" fmla="*/ 2802509 h 2814512"/>
              <a:gd name="connsiteX6" fmla="*/ 3845545 w 6519897"/>
              <a:gd name="connsiteY6" fmla="*/ 2534827 h 2814512"/>
              <a:gd name="connsiteX7" fmla="*/ 3505870 w 6519897"/>
              <a:gd name="connsiteY7" fmla="*/ 2277981 h 2814512"/>
              <a:gd name="connsiteX8" fmla="*/ 3179636 w 6519897"/>
              <a:gd name="connsiteY8" fmla="*/ 1956041 h 2814512"/>
              <a:gd name="connsiteX9" fmla="*/ 2693393 w 6519897"/>
              <a:gd name="connsiteY9" fmla="*/ 1268896 h 2814512"/>
              <a:gd name="connsiteX10" fmla="*/ 2547524 w 6519897"/>
              <a:gd name="connsiteY10" fmla="*/ 938677 h 2814512"/>
              <a:gd name="connsiteX11" fmla="*/ 2486858 w 6519897"/>
              <a:gd name="connsiteY11" fmla="*/ 570233 h 2814512"/>
              <a:gd name="connsiteX12" fmla="*/ 2293015 w 6519897"/>
              <a:gd name="connsiteY12" fmla="*/ 253624 h 2814512"/>
              <a:gd name="connsiteX13" fmla="*/ 2000109 w 6519897"/>
              <a:gd name="connsiteY13" fmla="*/ 114313 h 2814512"/>
              <a:gd name="connsiteX14" fmla="*/ 1627386 w 6519897"/>
              <a:gd name="connsiteY14" fmla="*/ 503385 h 2814512"/>
              <a:gd name="connsiteX15" fmla="*/ 991673 w 6519897"/>
              <a:gd name="connsiteY15" fmla="*/ 507839 h 2814512"/>
              <a:gd name="connsiteX16" fmla="*/ 0 w 6519897"/>
              <a:gd name="connsiteY16" fmla="*/ 4246 h 2814512"/>
              <a:gd name="connsiteX0" fmla="*/ 6324828 w 6324828"/>
              <a:gd name="connsiteY0" fmla="*/ 2398708 h 2814512"/>
              <a:gd name="connsiteX1" fmla="*/ 5977218 w 6324828"/>
              <a:gd name="connsiteY1" fmla="*/ 2395472 h 2814512"/>
              <a:gd name="connsiteX2" fmla="*/ 5427353 w 6324828"/>
              <a:gd name="connsiteY2" fmla="*/ 2464045 h 2814512"/>
              <a:gd name="connsiteX3" fmla="*/ 5059117 w 6324828"/>
              <a:gd name="connsiteY3" fmla="*/ 2593248 h 2814512"/>
              <a:gd name="connsiteX4" fmla="*/ 4703144 w 6324828"/>
              <a:gd name="connsiteY4" fmla="*/ 2750590 h 2814512"/>
              <a:gd name="connsiteX5" fmla="*/ 4319873 w 6324828"/>
              <a:gd name="connsiteY5" fmla="*/ 2802509 h 2814512"/>
              <a:gd name="connsiteX6" fmla="*/ 3845545 w 6324828"/>
              <a:gd name="connsiteY6" fmla="*/ 2534827 h 2814512"/>
              <a:gd name="connsiteX7" fmla="*/ 3505870 w 6324828"/>
              <a:gd name="connsiteY7" fmla="*/ 2277981 h 2814512"/>
              <a:gd name="connsiteX8" fmla="*/ 3179636 w 6324828"/>
              <a:gd name="connsiteY8" fmla="*/ 1956041 h 2814512"/>
              <a:gd name="connsiteX9" fmla="*/ 2693393 w 6324828"/>
              <a:gd name="connsiteY9" fmla="*/ 1268896 h 2814512"/>
              <a:gd name="connsiteX10" fmla="*/ 2547524 w 6324828"/>
              <a:gd name="connsiteY10" fmla="*/ 938677 h 2814512"/>
              <a:gd name="connsiteX11" fmla="*/ 2486858 w 6324828"/>
              <a:gd name="connsiteY11" fmla="*/ 570233 h 2814512"/>
              <a:gd name="connsiteX12" fmla="*/ 2293015 w 6324828"/>
              <a:gd name="connsiteY12" fmla="*/ 253624 h 2814512"/>
              <a:gd name="connsiteX13" fmla="*/ 2000109 w 6324828"/>
              <a:gd name="connsiteY13" fmla="*/ 114313 h 2814512"/>
              <a:gd name="connsiteX14" fmla="*/ 1627386 w 6324828"/>
              <a:gd name="connsiteY14" fmla="*/ 503385 h 2814512"/>
              <a:gd name="connsiteX15" fmla="*/ 991673 w 6324828"/>
              <a:gd name="connsiteY15" fmla="*/ 507839 h 2814512"/>
              <a:gd name="connsiteX16" fmla="*/ 0 w 6324828"/>
              <a:gd name="connsiteY16" fmla="*/ 4246 h 2814512"/>
              <a:gd name="connsiteX0" fmla="*/ 6324828 w 6324828"/>
              <a:gd name="connsiteY0" fmla="*/ 2398708 h 2814512"/>
              <a:gd name="connsiteX1" fmla="*/ 5977218 w 6324828"/>
              <a:gd name="connsiteY1" fmla="*/ 2395472 h 2814512"/>
              <a:gd name="connsiteX2" fmla="*/ 5427353 w 6324828"/>
              <a:gd name="connsiteY2" fmla="*/ 2464045 h 2814512"/>
              <a:gd name="connsiteX3" fmla="*/ 5059117 w 6324828"/>
              <a:gd name="connsiteY3" fmla="*/ 2593248 h 2814512"/>
              <a:gd name="connsiteX4" fmla="*/ 4703144 w 6324828"/>
              <a:gd name="connsiteY4" fmla="*/ 2750590 h 2814512"/>
              <a:gd name="connsiteX5" fmla="*/ 4319873 w 6324828"/>
              <a:gd name="connsiteY5" fmla="*/ 2802509 h 2814512"/>
              <a:gd name="connsiteX6" fmla="*/ 3845545 w 6324828"/>
              <a:gd name="connsiteY6" fmla="*/ 2534827 h 2814512"/>
              <a:gd name="connsiteX7" fmla="*/ 3505870 w 6324828"/>
              <a:gd name="connsiteY7" fmla="*/ 2277981 h 2814512"/>
              <a:gd name="connsiteX8" fmla="*/ 3179636 w 6324828"/>
              <a:gd name="connsiteY8" fmla="*/ 1956041 h 2814512"/>
              <a:gd name="connsiteX9" fmla="*/ 2830310 w 6324828"/>
              <a:gd name="connsiteY9" fmla="*/ 1399824 h 2814512"/>
              <a:gd name="connsiteX10" fmla="*/ 2547524 w 6324828"/>
              <a:gd name="connsiteY10" fmla="*/ 938677 h 2814512"/>
              <a:gd name="connsiteX11" fmla="*/ 2486858 w 6324828"/>
              <a:gd name="connsiteY11" fmla="*/ 570233 h 2814512"/>
              <a:gd name="connsiteX12" fmla="*/ 2293015 w 6324828"/>
              <a:gd name="connsiteY12" fmla="*/ 253624 h 2814512"/>
              <a:gd name="connsiteX13" fmla="*/ 2000109 w 6324828"/>
              <a:gd name="connsiteY13" fmla="*/ 114313 h 2814512"/>
              <a:gd name="connsiteX14" fmla="*/ 1627386 w 6324828"/>
              <a:gd name="connsiteY14" fmla="*/ 503385 h 2814512"/>
              <a:gd name="connsiteX15" fmla="*/ 991673 w 6324828"/>
              <a:gd name="connsiteY15" fmla="*/ 507839 h 2814512"/>
              <a:gd name="connsiteX16" fmla="*/ 0 w 6324828"/>
              <a:gd name="connsiteY16" fmla="*/ 4246 h 2814512"/>
              <a:gd name="connsiteX0" fmla="*/ 6324828 w 6324828"/>
              <a:gd name="connsiteY0" fmla="*/ 2398708 h 2814512"/>
              <a:gd name="connsiteX1" fmla="*/ 5977218 w 6324828"/>
              <a:gd name="connsiteY1" fmla="*/ 2395472 h 2814512"/>
              <a:gd name="connsiteX2" fmla="*/ 5427353 w 6324828"/>
              <a:gd name="connsiteY2" fmla="*/ 2464045 h 2814512"/>
              <a:gd name="connsiteX3" fmla="*/ 5059117 w 6324828"/>
              <a:gd name="connsiteY3" fmla="*/ 2593248 h 2814512"/>
              <a:gd name="connsiteX4" fmla="*/ 4703144 w 6324828"/>
              <a:gd name="connsiteY4" fmla="*/ 2750590 h 2814512"/>
              <a:gd name="connsiteX5" fmla="*/ 4319873 w 6324828"/>
              <a:gd name="connsiteY5" fmla="*/ 2802509 h 2814512"/>
              <a:gd name="connsiteX6" fmla="*/ 3845545 w 6324828"/>
              <a:gd name="connsiteY6" fmla="*/ 2534827 h 2814512"/>
              <a:gd name="connsiteX7" fmla="*/ 3505870 w 6324828"/>
              <a:gd name="connsiteY7" fmla="*/ 2277981 h 2814512"/>
              <a:gd name="connsiteX8" fmla="*/ 3179636 w 6324828"/>
              <a:gd name="connsiteY8" fmla="*/ 1956041 h 2814512"/>
              <a:gd name="connsiteX9" fmla="*/ 2830310 w 6324828"/>
              <a:gd name="connsiteY9" fmla="*/ 1399824 h 2814512"/>
              <a:gd name="connsiteX10" fmla="*/ 2547524 w 6324828"/>
              <a:gd name="connsiteY10" fmla="*/ 938677 h 2814512"/>
              <a:gd name="connsiteX11" fmla="*/ 2486858 w 6324828"/>
              <a:gd name="connsiteY11" fmla="*/ 570233 h 2814512"/>
              <a:gd name="connsiteX12" fmla="*/ 2293015 w 6324828"/>
              <a:gd name="connsiteY12" fmla="*/ 253624 h 2814512"/>
              <a:gd name="connsiteX13" fmla="*/ 2000109 w 6324828"/>
              <a:gd name="connsiteY13" fmla="*/ 114313 h 2814512"/>
              <a:gd name="connsiteX14" fmla="*/ 1627386 w 6324828"/>
              <a:gd name="connsiteY14" fmla="*/ 503385 h 2814512"/>
              <a:gd name="connsiteX15" fmla="*/ 991673 w 6324828"/>
              <a:gd name="connsiteY15" fmla="*/ 507839 h 2814512"/>
              <a:gd name="connsiteX16" fmla="*/ 0 w 6324828"/>
              <a:gd name="connsiteY16" fmla="*/ 4246 h 2814512"/>
              <a:gd name="connsiteX0" fmla="*/ 6324828 w 6324828"/>
              <a:gd name="connsiteY0" fmla="*/ 2398708 h 2814512"/>
              <a:gd name="connsiteX1" fmla="*/ 5977218 w 6324828"/>
              <a:gd name="connsiteY1" fmla="*/ 2395472 h 2814512"/>
              <a:gd name="connsiteX2" fmla="*/ 5427353 w 6324828"/>
              <a:gd name="connsiteY2" fmla="*/ 2464045 h 2814512"/>
              <a:gd name="connsiteX3" fmla="*/ 5059117 w 6324828"/>
              <a:gd name="connsiteY3" fmla="*/ 2593248 h 2814512"/>
              <a:gd name="connsiteX4" fmla="*/ 4703144 w 6324828"/>
              <a:gd name="connsiteY4" fmla="*/ 2750590 h 2814512"/>
              <a:gd name="connsiteX5" fmla="*/ 4319873 w 6324828"/>
              <a:gd name="connsiteY5" fmla="*/ 2802509 h 2814512"/>
              <a:gd name="connsiteX6" fmla="*/ 3845545 w 6324828"/>
              <a:gd name="connsiteY6" fmla="*/ 2534827 h 2814512"/>
              <a:gd name="connsiteX7" fmla="*/ 3505870 w 6324828"/>
              <a:gd name="connsiteY7" fmla="*/ 2277981 h 2814512"/>
              <a:gd name="connsiteX8" fmla="*/ 3179636 w 6324828"/>
              <a:gd name="connsiteY8" fmla="*/ 1956041 h 2814512"/>
              <a:gd name="connsiteX9" fmla="*/ 2830310 w 6324828"/>
              <a:gd name="connsiteY9" fmla="*/ 1399824 h 2814512"/>
              <a:gd name="connsiteX10" fmla="*/ 2547524 w 6324828"/>
              <a:gd name="connsiteY10" fmla="*/ 938677 h 2814512"/>
              <a:gd name="connsiteX11" fmla="*/ 2486858 w 6324828"/>
              <a:gd name="connsiteY11" fmla="*/ 570233 h 2814512"/>
              <a:gd name="connsiteX12" fmla="*/ 2293015 w 6324828"/>
              <a:gd name="connsiteY12" fmla="*/ 253624 h 2814512"/>
              <a:gd name="connsiteX13" fmla="*/ 2000109 w 6324828"/>
              <a:gd name="connsiteY13" fmla="*/ 114313 h 2814512"/>
              <a:gd name="connsiteX14" fmla="*/ 1627386 w 6324828"/>
              <a:gd name="connsiteY14" fmla="*/ 503385 h 2814512"/>
              <a:gd name="connsiteX15" fmla="*/ 991673 w 6324828"/>
              <a:gd name="connsiteY15" fmla="*/ 507839 h 2814512"/>
              <a:gd name="connsiteX16" fmla="*/ 0 w 6324828"/>
              <a:gd name="connsiteY16" fmla="*/ 4246 h 2814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24828" h="2814512">
                <a:moveTo>
                  <a:pt x="6324828" y="2398708"/>
                </a:moveTo>
                <a:cubicBezTo>
                  <a:pt x="6208165" y="2438160"/>
                  <a:pt x="6126797" y="2384583"/>
                  <a:pt x="5977218" y="2395472"/>
                </a:cubicBezTo>
                <a:cubicBezTo>
                  <a:pt x="5827639" y="2406362"/>
                  <a:pt x="5580370" y="2431082"/>
                  <a:pt x="5427353" y="2464045"/>
                </a:cubicBezTo>
                <a:cubicBezTo>
                  <a:pt x="5274336" y="2497008"/>
                  <a:pt x="5179818" y="2545491"/>
                  <a:pt x="5059117" y="2593248"/>
                </a:cubicBezTo>
                <a:cubicBezTo>
                  <a:pt x="4938416" y="2641005"/>
                  <a:pt x="4826351" y="2715713"/>
                  <a:pt x="4703144" y="2750590"/>
                </a:cubicBezTo>
                <a:cubicBezTo>
                  <a:pt x="4579937" y="2785467"/>
                  <a:pt x="4462806" y="2838470"/>
                  <a:pt x="4319873" y="2802509"/>
                </a:cubicBezTo>
                <a:cubicBezTo>
                  <a:pt x="4176940" y="2766549"/>
                  <a:pt x="3981212" y="2622248"/>
                  <a:pt x="3845545" y="2534827"/>
                </a:cubicBezTo>
                <a:cubicBezTo>
                  <a:pt x="3709878" y="2447406"/>
                  <a:pt x="3616855" y="2374445"/>
                  <a:pt x="3505870" y="2277981"/>
                </a:cubicBezTo>
                <a:cubicBezTo>
                  <a:pt x="3394885" y="2181517"/>
                  <a:pt x="3292229" y="2102401"/>
                  <a:pt x="3179636" y="1956041"/>
                </a:cubicBezTo>
                <a:cubicBezTo>
                  <a:pt x="3067043" y="1809682"/>
                  <a:pt x="2976529" y="1598073"/>
                  <a:pt x="2830310" y="1399824"/>
                </a:cubicBezTo>
                <a:cubicBezTo>
                  <a:pt x="2693108" y="1196017"/>
                  <a:pt x="2604766" y="1076942"/>
                  <a:pt x="2547524" y="938677"/>
                </a:cubicBezTo>
                <a:cubicBezTo>
                  <a:pt x="2490282" y="800412"/>
                  <a:pt x="2529276" y="684408"/>
                  <a:pt x="2486858" y="570233"/>
                </a:cubicBezTo>
                <a:cubicBezTo>
                  <a:pt x="2444440" y="456058"/>
                  <a:pt x="2374140" y="329611"/>
                  <a:pt x="2293015" y="253624"/>
                </a:cubicBezTo>
                <a:cubicBezTo>
                  <a:pt x="2211890" y="177637"/>
                  <a:pt x="2111047" y="72686"/>
                  <a:pt x="2000109" y="114313"/>
                </a:cubicBezTo>
                <a:cubicBezTo>
                  <a:pt x="1889171" y="155940"/>
                  <a:pt x="1795459" y="437797"/>
                  <a:pt x="1627386" y="503385"/>
                </a:cubicBezTo>
                <a:cubicBezTo>
                  <a:pt x="1459313" y="568973"/>
                  <a:pt x="1259388" y="491443"/>
                  <a:pt x="991673" y="507839"/>
                </a:cubicBezTo>
                <a:cubicBezTo>
                  <a:pt x="566423" y="548622"/>
                  <a:pt x="179640" y="-56162"/>
                  <a:pt x="0" y="4246"/>
                </a:cubicBezTo>
              </a:path>
            </a:pathLst>
          </a:custGeom>
          <a:noFill/>
          <a:ln w="6350" cap="rnd">
            <a:solidFill>
              <a:schemeClr val="tx1">
                <a:alpha val="35000"/>
              </a:schemeClr>
            </a:solidFill>
            <a:prstDash val="dash"/>
            <a:round/>
          </a:ln>
        </p:spPr>
        <p:txBody>
          <a:bodyPr rtlCol="0" anchor="ctr"/>
          <a:lstStyle/>
          <a:p>
            <a:endParaRPr lang="en-US"/>
          </a:p>
        </p:txBody>
      </p:sp>
    </p:spTree>
    <p:extLst>
      <p:ext uri="{BB962C8B-B14F-4D97-AF65-F5344CB8AC3E}">
        <p14:creationId xmlns:p14="http://schemas.microsoft.com/office/powerpoint/2010/main" val="25102873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 Image_2">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D81AE17D-4B0B-C38C-37DC-20FBE6C11800}"/>
              </a:ext>
            </a:extLst>
          </p:cNvPr>
          <p:cNvGrpSpPr/>
          <p:nvPr userDrawn="1"/>
        </p:nvGrpSpPr>
        <p:grpSpPr>
          <a:xfrm>
            <a:off x="6661820" y="-77649"/>
            <a:ext cx="5530181" cy="2895164"/>
            <a:chOff x="6661820" y="-77649"/>
            <a:chExt cx="5530181" cy="2895164"/>
          </a:xfrm>
        </p:grpSpPr>
        <p:sp>
          <p:nvSpPr>
            <p:cNvPr id="8" name="Freeform: Shape 7">
              <a:extLst>
                <a:ext uri="{FF2B5EF4-FFF2-40B4-BE49-F238E27FC236}">
                  <a16:creationId xmlns:a16="http://schemas.microsoft.com/office/drawing/2014/main" id="{D882F50F-4B7D-587D-0AA8-00695F7A08FD}"/>
                </a:ext>
              </a:extLst>
            </p:cNvPr>
            <p:cNvSpPr/>
            <p:nvPr/>
          </p:nvSpPr>
          <p:spPr>
            <a:xfrm rot="5400000">
              <a:off x="8019849" y="-1351080"/>
              <a:ext cx="2810566" cy="5526624"/>
            </a:xfrm>
            <a:custGeom>
              <a:avLst/>
              <a:gdLst>
                <a:gd name="connsiteX0" fmla="*/ 0 w 3296088"/>
                <a:gd name="connsiteY0" fmla="*/ 5012722 h 5012722"/>
                <a:gd name="connsiteX1" fmla="*/ 244031 w 3296088"/>
                <a:gd name="connsiteY1" fmla="*/ 4820222 h 5012722"/>
                <a:gd name="connsiteX2" fmla="*/ 729234 w 3296088"/>
                <a:gd name="connsiteY2" fmla="*/ 4360641 h 5012722"/>
                <a:gd name="connsiteX3" fmla="*/ 881444 w 3296088"/>
                <a:gd name="connsiteY3" fmla="*/ 4173950 h 5012722"/>
                <a:gd name="connsiteX4" fmla="*/ 1151287 w 3296088"/>
                <a:gd name="connsiteY4" fmla="*/ 3972877 h 5012722"/>
                <a:gd name="connsiteX5" fmla="*/ 1498664 w 3296088"/>
                <a:gd name="connsiteY5" fmla="*/ 3786188 h 5012722"/>
                <a:gd name="connsiteX6" fmla="*/ 1716881 w 3296088"/>
                <a:gd name="connsiteY6" fmla="*/ 3674174 h 5012722"/>
                <a:gd name="connsiteX7" fmla="*/ 1913573 w 3296088"/>
                <a:gd name="connsiteY7" fmla="*/ 3477387 h 5012722"/>
                <a:gd name="connsiteX8" fmla="*/ 2167700 w 3296088"/>
                <a:gd name="connsiteY8" fmla="*/ 3042190 h 5012722"/>
                <a:gd name="connsiteX9" fmla="*/ 2273903 w 3296088"/>
                <a:gd name="connsiteY9" fmla="*/ 2775014 h 5012722"/>
                <a:gd name="connsiteX10" fmla="*/ 2463356 w 3296088"/>
                <a:gd name="connsiteY10" fmla="*/ 2335530 h 5012722"/>
                <a:gd name="connsiteX11" fmla="*/ 2741866 w 3296088"/>
                <a:gd name="connsiteY11" fmla="*/ 1982248 h 5012722"/>
                <a:gd name="connsiteX12" fmla="*/ 2985897 w 3296088"/>
                <a:gd name="connsiteY12" fmla="*/ 1634681 h 5012722"/>
                <a:gd name="connsiteX13" fmla="*/ 3212687 w 3296088"/>
                <a:gd name="connsiteY13" fmla="*/ 1226820 h 5012722"/>
                <a:gd name="connsiteX14" fmla="*/ 3281553 w 3296088"/>
                <a:gd name="connsiteY14" fmla="*/ 959644 h 5012722"/>
                <a:gd name="connsiteX15" fmla="*/ 3295936 w 3296088"/>
                <a:gd name="connsiteY15" fmla="*/ 701135 h 5012722"/>
                <a:gd name="connsiteX16" fmla="*/ 3267266 w 3296088"/>
                <a:gd name="connsiteY16" fmla="*/ 436817 h 5012722"/>
                <a:gd name="connsiteX17" fmla="*/ 3105341 w 3296088"/>
                <a:gd name="connsiteY17" fmla="*/ 0 h 5012722"/>
                <a:gd name="connsiteX0" fmla="*/ 0 w 3200546"/>
                <a:gd name="connsiteY0" fmla="*/ 5472335 h 5472335"/>
                <a:gd name="connsiteX1" fmla="*/ 148488 w 3200546"/>
                <a:gd name="connsiteY1" fmla="*/ 4820222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472335 h 5472335"/>
                <a:gd name="connsiteX1" fmla="*/ 279232 w 3200546"/>
                <a:gd name="connsiteY1" fmla="*/ 5033096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71723 w 3200546"/>
                <a:gd name="connsiteY16" fmla="*/ 475701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328964 w 3200546"/>
                <a:gd name="connsiteY1" fmla="*/ 523259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194330"/>
                <a:gd name="connsiteY0" fmla="*/ 5685354 h 5685354"/>
                <a:gd name="connsiteX1" fmla="*/ 322748 w 3194330"/>
                <a:gd name="connsiteY1" fmla="*/ 5232590 h 5685354"/>
                <a:gd name="connsiteX2" fmla="*/ 627475 w 3194330"/>
                <a:gd name="connsiteY2" fmla="*/ 4399525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0648 w 3194330"/>
                <a:gd name="connsiteY2" fmla="*/ 4604092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2871582"/>
                <a:gd name="connsiteY0" fmla="*/ 5232590 h 5232590"/>
                <a:gd name="connsiteX1" fmla="*/ 244116 w 2871582"/>
                <a:gd name="connsiteY1" fmla="*/ 4693696 h 5232590"/>
                <a:gd name="connsiteX2" fmla="*/ 474033 w 2871582"/>
                <a:gd name="connsiteY2" fmla="*/ 4253409 h 5232590"/>
                <a:gd name="connsiteX3" fmla="*/ 726780 w 2871582"/>
                <a:gd name="connsiteY3" fmla="*/ 4011761 h 5232590"/>
                <a:gd name="connsiteX4" fmla="*/ 1074157 w 2871582"/>
                <a:gd name="connsiteY4" fmla="*/ 3825072 h 5232590"/>
                <a:gd name="connsiteX5" fmla="*/ 1292374 w 2871582"/>
                <a:gd name="connsiteY5" fmla="*/ 3713058 h 5232590"/>
                <a:gd name="connsiteX6" fmla="*/ 1489066 w 2871582"/>
                <a:gd name="connsiteY6" fmla="*/ 3516271 h 5232590"/>
                <a:gd name="connsiteX7" fmla="*/ 1743193 w 2871582"/>
                <a:gd name="connsiteY7" fmla="*/ 3081074 h 5232590"/>
                <a:gd name="connsiteX8" fmla="*/ 1849396 w 2871582"/>
                <a:gd name="connsiteY8" fmla="*/ 2813898 h 5232590"/>
                <a:gd name="connsiteX9" fmla="*/ 1956481 w 2871582"/>
                <a:gd name="connsiteY9" fmla="*/ 2376105 h 5232590"/>
                <a:gd name="connsiteX10" fmla="*/ 2317359 w 2871582"/>
                <a:gd name="connsiteY10" fmla="*/ 2021132 h 5232590"/>
                <a:gd name="connsiteX11" fmla="*/ 2524091 w 2871582"/>
                <a:gd name="connsiteY11" fmla="*/ 1653278 h 5232590"/>
                <a:gd name="connsiteX12" fmla="*/ 2788180 w 2871582"/>
                <a:gd name="connsiteY12" fmla="*/ 1265704 h 5232590"/>
                <a:gd name="connsiteX13" fmla="*/ 2857046 w 2871582"/>
                <a:gd name="connsiteY13" fmla="*/ 998528 h 5232590"/>
                <a:gd name="connsiteX14" fmla="*/ 2871429 w 2871582"/>
                <a:gd name="connsiteY14" fmla="*/ 740019 h 5232590"/>
                <a:gd name="connsiteX15" fmla="*/ 2811677 w 2871582"/>
                <a:gd name="connsiteY15" fmla="*/ 328616 h 5232590"/>
                <a:gd name="connsiteX16" fmla="*/ 2550287 w 2871582"/>
                <a:gd name="connsiteY16" fmla="*/ 0 h 5232590"/>
                <a:gd name="connsiteX0" fmla="*/ 0 w 2749748"/>
                <a:gd name="connsiteY0" fmla="*/ 5194160 h 5194160"/>
                <a:gd name="connsiteX1" fmla="*/ 122282 w 2749748"/>
                <a:gd name="connsiteY1" fmla="*/ 4693696 h 5194160"/>
                <a:gd name="connsiteX2" fmla="*/ 352199 w 2749748"/>
                <a:gd name="connsiteY2" fmla="*/ 4253409 h 5194160"/>
                <a:gd name="connsiteX3" fmla="*/ 604946 w 2749748"/>
                <a:gd name="connsiteY3" fmla="*/ 4011761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52199 w 2749748"/>
                <a:gd name="connsiteY2" fmla="*/ 4253409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60903 w 2749748"/>
                <a:gd name="connsiteY2" fmla="*/ 4281814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60903 w 2749748"/>
                <a:gd name="connsiteY2" fmla="*/ 4281814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89843 w 2749748"/>
                <a:gd name="connsiteY15" fmla="*/ 325277 h 5190821"/>
                <a:gd name="connsiteX16" fmla="*/ 2285735 w 2749748"/>
                <a:gd name="connsiteY16" fmla="*/ 0 h 5190821"/>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51552 w 2749748"/>
                <a:gd name="connsiteY15" fmla="*/ 422189 h 5190821"/>
                <a:gd name="connsiteX16" fmla="*/ 2285735 w 2749748"/>
                <a:gd name="connsiteY16" fmla="*/ 0 h 5190821"/>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51552 w 2749748"/>
                <a:gd name="connsiteY15" fmla="*/ 422189 h 5190821"/>
                <a:gd name="connsiteX16" fmla="*/ 2285735 w 2749748"/>
                <a:gd name="connsiteY16" fmla="*/ 0 h 5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9748" h="5190821">
                  <a:moveTo>
                    <a:pt x="0" y="5190821"/>
                  </a:moveTo>
                  <a:cubicBezTo>
                    <a:pt x="94477" y="5025545"/>
                    <a:pt x="62132" y="4842415"/>
                    <a:pt x="122282" y="4690357"/>
                  </a:cubicBezTo>
                  <a:cubicBezTo>
                    <a:pt x="182433" y="4538299"/>
                    <a:pt x="324838" y="4376814"/>
                    <a:pt x="360903" y="4278475"/>
                  </a:cubicBezTo>
                  <a:cubicBezTo>
                    <a:pt x="396968" y="4180136"/>
                    <a:pt x="469828" y="4096242"/>
                    <a:pt x="568398" y="4020118"/>
                  </a:cubicBezTo>
                  <a:cubicBezTo>
                    <a:pt x="666968" y="3943994"/>
                    <a:pt x="851966" y="3873466"/>
                    <a:pt x="952323" y="3821733"/>
                  </a:cubicBezTo>
                  <a:cubicBezTo>
                    <a:pt x="1052680" y="3770000"/>
                    <a:pt x="1102818" y="3755724"/>
                    <a:pt x="1170540" y="3709719"/>
                  </a:cubicBezTo>
                  <a:cubicBezTo>
                    <a:pt x="1247693" y="3657236"/>
                    <a:pt x="1310367" y="3587037"/>
                    <a:pt x="1367232" y="3512932"/>
                  </a:cubicBezTo>
                  <a:cubicBezTo>
                    <a:pt x="1469816" y="3379296"/>
                    <a:pt x="1552683" y="3231659"/>
                    <a:pt x="1621359" y="3077735"/>
                  </a:cubicBezTo>
                  <a:cubicBezTo>
                    <a:pt x="1660411" y="2990200"/>
                    <a:pt x="1692014" y="2928054"/>
                    <a:pt x="1727562" y="2810559"/>
                  </a:cubicBezTo>
                  <a:cubicBezTo>
                    <a:pt x="1763110" y="2693064"/>
                    <a:pt x="1750731" y="2508878"/>
                    <a:pt x="1834647" y="2372766"/>
                  </a:cubicBezTo>
                  <a:cubicBezTo>
                    <a:pt x="1913418" y="2244941"/>
                    <a:pt x="2100923" y="2138264"/>
                    <a:pt x="2195525" y="2017793"/>
                  </a:cubicBezTo>
                  <a:cubicBezTo>
                    <a:pt x="2290127" y="1897322"/>
                    <a:pt x="2324914" y="1768620"/>
                    <a:pt x="2402257" y="1649939"/>
                  </a:cubicBezTo>
                  <a:cubicBezTo>
                    <a:pt x="2487506" y="1519160"/>
                    <a:pt x="2610853" y="1371490"/>
                    <a:pt x="2666346" y="1262365"/>
                  </a:cubicBezTo>
                  <a:cubicBezTo>
                    <a:pt x="2721839" y="1153240"/>
                    <a:pt x="2722449" y="1086629"/>
                    <a:pt x="2735212" y="995189"/>
                  </a:cubicBezTo>
                  <a:cubicBezTo>
                    <a:pt x="2747214" y="909559"/>
                    <a:pt x="2750547" y="823072"/>
                    <a:pt x="2749595" y="736680"/>
                  </a:cubicBezTo>
                  <a:cubicBezTo>
                    <a:pt x="2748547" y="647717"/>
                    <a:pt x="2673554" y="508390"/>
                    <a:pt x="2651552" y="422189"/>
                  </a:cubicBezTo>
                  <a:cubicBezTo>
                    <a:pt x="2502467" y="314574"/>
                    <a:pt x="2285735" y="0"/>
                    <a:pt x="2285735"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16946A0A-F855-E682-3D5D-5987899E929D}"/>
                </a:ext>
              </a:extLst>
            </p:cNvPr>
            <p:cNvSpPr/>
            <p:nvPr/>
          </p:nvSpPr>
          <p:spPr>
            <a:xfrm rot="5400000">
              <a:off x="8739543" y="-1026836"/>
              <a:ext cx="2416732" cy="4478207"/>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2106263 w 2977477"/>
                <a:gd name="connsiteY11" fmla="*/ 2030254 h 4627150"/>
                <a:gd name="connsiteX12" fmla="*/ 2277237 w 2977477"/>
                <a:gd name="connsiteY12" fmla="*/ 185918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2106263 w 2977477"/>
                <a:gd name="connsiteY10" fmla="*/ 2030254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535683 w 2977477"/>
                <a:gd name="connsiteY9" fmla="*/ 2689001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499455 w 2977477"/>
                <a:gd name="connsiteY10" fmla="*/ 1656207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07571 w 2977477"/>
                <a:gd name="connsiteY9" fmla="*/ 1964587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864906"/>
                <a:gd name="connsiteY0" fmla="*/ 4448911 h 4448911"/>
                <a:gd name="connsiteX1" fmla="*/ 162511 w 2864906"/>
                <a:gd name="connsiteY1" fmla="*/ 4341590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48911 h 4448911"/>
                <a:gd name="connsiteX1" fmla="*/ 171891 w 2864906"/>
                <a:gd name="connsiteY1" fmla="*/ 4261852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77054 h 4477054"/>
                <a:gd name="connsiteX1" fmla="*/ 171891 w 2864906"/>
                <a:gd name="connsiteY1" fmla="*/ 4289995 h 4477054"/>
                <a:gd name="connsiteX2" fmla="*/ 390254 w 2864906"/>
                <a:gd name="connsiteY2" fmla="*/ 4082269 h 4477054"/>
                <a:gd name="connsiteX3" fmla="*/ 553608 w 2864906"/>
                <a:gd name="connsiteY3" fmla="*/ 3918820 h 4477054"/>
                <a:gd name="connsiteX4" fmla="*/ 751632 w 2864906"/>
                <a:gd name="connsiteY4" fmla="*/ 3704126 h 4477054"/>
                <a:gd name="connsiteX5" fmla="*/ 870028 w 2864906"/>
                <a:gd name="connsiteY5" fmla="*/ 3585635 h 4477054"/>
                <a:gd name="connsiteX6" fmla="*/ 1075673 w 2864906"/>
                <a:gd name="connsiteY6" fmla="*/ 3357797 h 4477054"/>
                <a:gd name="connsiteX7" fmla="*/ 1171192 w 2864906"/>
                <a:gd name="connsiteY7" fmla="*/ 3174917 h 4477054"/>
                <a:gd name="connsiteX8" fmla="*/ 1376207 w 2864906"/>
                <a:gd name="connsiteY8" fmla="*/ 2628024 h 4477054"/>
                <a:gd name="connsiteX9" fmla="*/ 1595000 w 2864906"/>
                <a:gd name="connsiteY9" fmla="*/ 1992730 h 4477054"/>
                <a:gd name="connsiteX10" fmla="*/ 2166431 w 2864906"/>
                <a:gd name="connsiteY10" fmla="*/ 1693731 h 4477054"/>
                <a:gd name="connsiteX11" fmla="*/ 2594529 w 2864906"/>
                <a:gd name="connsiteY11" fmla="*/ 1418412 h 4477054"/>
                <a:gd name="connsiteX12" fmla="*/ 2699781 w 2864906"/>
                <a:gd name="connsiteY12" fmla="*/ 1259059 h 4477054"/>
                <a:gd name="connsiteX13" fmla="*/ 2785601 w 2864906"/>
                <a:gd name="connsiteY13" fmla="*/ 1065130 h 4477054"/>
                <a:gd name="connsiteX14" fmla="*/ 2850657 w 2864906"/>
                <a:gd name="connsiteY14" fmla="*/ 878154 h 4477054"/>
                <a:gd name="connsiteX15" fmla="*/ 2864754 w 2864906"/>
                <a:gd name="connsiteY15" fmla="*/ 773570 h 4477054"/>
                <a:gd name="connsiteX16" fmla="*/ 2816938 w 2864906"/>
                <a:gd name="connsiteY16" fmla="*/ 508298 h 4477054"/>
                <a:gd name="connsiteX17" fmla="*/ 2215986 w 2864906"/>
                <a:gd name="connsiteY17" fmla="*/ 0 h 4477054"/>
                <a:gd name="connsiteX0" fmla="*/ 0 w 2864763"/>
                <a:gd name="connsiteY0" fmla="*/ 4477054 h 4477054"/>
                <a:gd name="connsiteX1" fmla="*/ 171891 w 2864763"/>
                <a:gd name="connsiteY1" fmla="*/ 4289995 h 4477054"/>
                <a:gd name="connsiteX2" fmla="*/ 390254 w 2864763"/>
                <a:gd name="connsiteY2" fmla="*/ 4082269 h 4477054"/>
                <a:gd name="connsiteX3" fmla="*/ 553608 w 2864763"/>
                <a:gd name="connsiteY3" fmla="*/ 3918820 h 4477054"/>
                <a:gd name="connsiteX4" fmla="*/ 751632 w 2864763"/>
                <a:gd name="connsiteY4" fmla="*/ 3704126 h 4477054"/>
                <a:gd name="connsiteX5" fmla="*/ 870028 w 2864763"/>
                <a:gd name="connsiteY5" fmla="*/ 3585635 h 4477054"/>
                <a:gd name="connsiteX6" fmla="*/ 1075673 w 2864763"/>
                <a:gd name="connsiteY6" fmla="*/ 3357797 h 4477054"/>
                <a:gd name="connsiteX7" fmla="*/ 1171192 w 2864763"/>
                <a:gd name="connsiteY7" fmla="*/ 3174917 h 4477054"/>
                <a:gd name="connsiteX8" fmla="*/ 1376207 w 2864763"/>
                <a:gd name="connsiteY8" fmla="*/ 2628024 h 4477054"/>
                <a:gd name="connsiteX9" fmla="*/ 1595000 w 2864763"/>
                <a:gd name="connsiteY9" fmla="*/ 1992730 h 4477054"/>
                <a:gd name="connsiteX10" fmla="*/ 2166431 w 2864763"/>
                <a:gd name="connsiteY10" fmla="*/ 1693731 h 4477054"/>
                <a:gd name="connsiteX11" fmla="*/ 2594529 w 2864763"/>
                <a:gd name="connsiteY11" fmla="*/ 1418412 h 4477054"/>
                <a:gd name="connsiteX12" fmla="*/ 2699781 w 2864763"/>
                <a:gd name="connsiteY12" fmla="*/ 1259059 h 4477054"/>
                <a:gd name="connsiteX13" fmla="*/ 2785601 w 2864763"/>
                <a:gd name="connsiteY13" fmla="*/ 1065130 h 4477054"/>
                <a:gd name="connsiteX14" fmla="*/ 2850657 w 2864763"/>
                <a:gd name="connsiteY14" fmla="*/ 878154 h 4477054"/>
                <a:gd name="connsiteX15" fmla="*/ 2864754 w 2864763"/>
                <a:gd name="connsiteY15" fmla="*/ 773570 h 4477054"/>
                <a:gd name="connsiteX16" fmla="*/ 2549579 w 2864763"/>
                <a:gd name="connsiteY16" fmla="*/ 484845 h 4477054"/>
                <a:gd name="connsiteX17" fmla="*/ 2215986 w 2864763"/>
                <a:gd name="connsiteY17" fmla="*/ 0 h 4477054"/>
                <a:gd name="connsiteX0" fmla="*/ 0 w 2853812"/>
                <a:gd name="connsiteY0" fmla="*/ 4477054 h 4477054"/>
                <a:gd name="connsiteX1" fmla="*/ 171891 w 2853812"/>
                <a:gd name="connsiteY1" fmla="*/ 4289995 h 4477054"/>
                <a:gd name="connsiteX2" fmla="*/ 390254 w 2853812"/>
                <a:gd name="connsiteY2" fmla="*/ 4082269 h 4477054"/>
                <a:gd name="connsiteX3" fmla="*/ 553608 w 2853812"/>
                <a:gd name="connsiteY3" fmla="*/ 3918820 h 4477054"/>
                <a:gd name="connsiteX4" fmla="*/ 751632 w 2853812"/>
                <a:gd name="connsiteY4" fmla="*/ 3704126 h 4477054"/>
                <a:gd name="connsiteX5" fmla="*/ 870028 w 2853812"/>
                <a:gd name="connsiteY5" fmla="*/ 3585635 h 4477054"/>
                <a:gd name="connsiteX6" fmla="*/ 1075673 w 2853812"/>
                <a:gd name="connsiteY6" fmla="*/ 3357797 h 4477054"/>
                <a:gd name="connsiteX7" fmla="*/ 1171192 w 2853812"/>
                <a:gd name="connsiteY7" fmla="*/ 3174917 h 4477054"/>
                <a:gd name="connsiteX8" fmla="*/ 1376207 w 2853812"/>
                <a:gd name="connsiteY8" fmla="*/ 2628024 h 4477054"/>
                <a:gd name="connsiteX9" fmla="*/ 1595000 w 2853812"/>
                <a:gd name="connsiteY9" fmla="*/ 1992730 h 4477054"/>
                <a:gd name="connsiteX10" fmla="*/ 2166431 w 2853812"/>
                <a:gd name="connsiteY10" fmla="*/ 1693731 h 4477054"/>
                <a:gd name="connsiteX11" fmla="*/ 2594529 w 2853812"/>
                <a:gd name="connsiteY11" fmla="*/ 1418412 h 4477054"/>
                <a:gd name="connsiteX12" fmla="*/ 2699781 w 2853812"/>
                <a:gd name="connsiteY12" fmla="*/ 1259059 h 4477054"/>
                <a:gd name="connsiteX13" fmla="*/ 2785601 w 2853812"/>
                <a:gd name="connsiteY13" fmla="*/ 1065130 h 4477054"/>
                <a:gd name="connsiteX14" fmla="*/ 2850657 w 2853812"/>
                <a:gd name="connsiteY14" fmla="*/ 878154 h 4477054"/>
                <a:gd name="connsiteX15" fmla="*/ 2681825 w 2853812"/>
                <a:gd name="connsiteY15" fmla="*/ 773570 h 4477054"/>
                <a:gd name="connsiteX16" fmla="*/ 2549579 w 2853812"/>
                <a:gd name="connsiteY16" fmla="*/ 484845 h 4477054"/>
                <a:gd name="connsiteX17" fmla="*/ 2215986 w 2853812"/>
                <a:gd name="connsiteY17" fmla="*/ 0 h 4477054"/>
                <a:gd name="connsiteX0" fmla="*/ 0 w 2785719"/>
                <a:gd name="connsiteY0" fmla="*/ 4477054 h 4477054"/>
                <a:gd name="connsiteX1" fmla="*/ 171891 w 2785719"/>
                <a:gd name="connsiteY1" fmla="*/ 4289995 h 4477054"/>
                <a:gd name="connsiteX2" fmla="*/ 390254 w 2785719"/>
                <a:gd name="connsiteY2" fmla="*/ 4082269 h 4477054"/>
                <a:gd name="connsiteX3" fmla="*/ 553608 w 2785719"/>
                <a:gd name="connsiteY3" fmla="*/ 3918820 h 4477054"/>
                <a:gd name="connsiteX4" fmla="*/ 751632 w 2785719"/>
                <a:gd name="connsiteY4" fmla="*/ 3704126 h 4477054"/>
                <a:gd name="connsiteX5" fmla="*/ 870028 w 2785719"/>
                <a:gd name="connsiteY5" fmla="*/ 3585635 h 4477054"/>
                <a:gd name="connsiteX6" fmla="*/ 1075673 w 2785719"/>
                <a:gd name="connsiteY6" fmla="*/ 3357797 h 4477054"/>
                <a:gd name="connsiteX7" fmla="*/ 1171192 w 2785719"/>
                <a:gd name="connsiteY7" fmla="*/ 3174917 h 4477054"/>
                <a:gd name="connsiteX8" fmla="*/ 1376207 w 2785719"/>
                <a:gd name="connsiteY8" fmla="*/ 2628024 h 4477054"/>
                <a:gd name="connsiteX9" fmla="*/ 1595000 w 2785719"/>
                <a:gd name="connsiteY9" fmla="*/ 1992730 h 4477054"/>
                <a:gd name="connsiteX10" fmla="*/ 2166431 w 2785719"/>
                <a:gd name="connsiteY10" fmla="*/ 1693731 h 4477054"/>
                <a:gd name="connsiteX11" fmla="*/ 2594529 w 2785719"/>
                <a:gd name="connsiteY11" fmla="*/ 1418412 h 4477054"/>
                <a:gd name="connsiteX12" fmla="*/ 2699781 w 2785719"/>
                <a:gd name="connsiteY12" fmla="*/ 1259059 h 4477054"/>
                <a:gd name="connsiteX13" fmla="*/ 2785601 w 2785719"/>
                <a:gd name="connsiteY13" fmla="*/ 1065130 h 4477054"/>
                <a:gd name="connsiteX14" fmla="*/ 2681825 w 2785719"/>
                <a:gd name="connsiteY14" fmla="*/ 773570 h 4477054"/>
                <a:gd name="connsiteX15" fmla="*/ 2549579 w 2785719"/>
                <a:gd name="connsiteY15" fmla="*/ 484845 h 4477054"/>
                <a:gd name="connsiteX16" fmla="*/ 2215986 w 2785719"/>
                <a:gd name="connsiteY16" fmla="*/ 0 h 4477054"/>
                <a:gd name="connsiteX0" fmla="*/ 0 w 2707159"/>
                <a:gd name="connsiteY0" fmla="*/ 4477054 h 4477054"/>
                <a:gd name="connsiteX1" fmla="*/ 171891 w 2707159"/>
                <a:gd name="connsiteY1" fmla="*/ 4289995 h 4477054"/>
                <a:gd name="connsiteX2" fmla="*/ 390254 w 2707159"/>
                <a:gd name="connsiteY2" fmla="*/ 4082269 h 4477054"/>
                <a:gd name="connsiteX3" fmla="*/ 553608 w 2707159"/>
                <a:gd name="connsiteY3" fmla="*/ 3918820 h 4477054"/>
                <a:gd name="connsiteX4" fmla="*/ 751632 w 2707159"/>
                <a:gd name="connsiteY4" fmla="*/ 3704126 h 4477054"/>
                <a:gd name="connsiteX5" fmla="*/ 870028 w 2707159"/>
                <a:gd name="connsiteY5" fmla="*/ 3585635 h 4477054"/>
                <a:gd name="connsiteX6" fmla="*/ 1075673 w 2707159"/>
                <a:gd name="connsiteY6" fmla="*/ 3357797 h 4477054"/>
                <a:gd name="connsiteX7" fmla="*/ 1171192 w 2707159"/>
                <a:gd name="connsiteY7" fmla="*/ 3174917 h 4477054"/>
                <a:gd name="connsiteX8" fmla="*/ 1376207 w 2707159"/>
                <a:gd name="connsiteY8" fmla="*/ 2628024 h 4477054"/>
                <a:gd name="connsiteX9" fmla="*/ 1595000 w 2707159"/>
                <a:gd name="connsiteY9" fmla="*/ 1992730 h 4477054"/>
                <a:gd name="connsiteX10" fmla="*/ 2166431 w 2707159"/>
                <a:gd name="connsiteY10" fmla="*/ 1693731 h 4477054"/>
                <a:gd name="connsiteX11" fmla="*/ 2594529 w 2707159"/>
                <a:gd name="connsiteY11" fmla="*/ 1418412 h 4477054"/>
                <a:gd name="connsiteX12" fmla="*/ 2699781 w 2707159"/>
                <a:gd name="connsiteY12" fmla="*/ 1259059 h 4477054"/>
                <a:gd name="connsiteX13" fmla="*/ 2681825 w 2707159"/>
                <a:gd name="connsiteY13" fmla="*/ 773570 h 4477054"/>
                <a:gd name="connsiteX14" fmla="*/ 2549579 w 2707159"/>
                <a:gd name="connsiteY14" fmla="*/ 484845 h 4477054"/>
                <a:gd name="connsiteX15" fmla="*/ 2215986 w 2707159"/>
                <a:gd name="connsiteY15" fmla="*/ 0 h 4477054"/>
                <a:gd name="connsiteX0" fmla="*/ 0 w 2683928"/>
                <a:gd name="connsiteY0" fmla="*/ 4477054 h 4477054"/>
                <a:gd name="connsiteX1" fmla="*/ 171891 w 2683928"/>
                <a:gd name="connsiteY1" fmla="*/ 4289995 h 4477054"/>
                <a:gd name="connsiteX2" fmla="*/ 390254 w 2683928"/>
                <a:gd name="connsiteY2" fmla="*/ 4082269 h 4477054"/>
                <a:gd name="connsiteX3" fmla="*/ 553608 w 2683928"/>
                <a:gd name="connsiteY3" fmla="*/ 3918820 h 4477054"/>
                <a:gd name="connsiteX4" fmla="*/ 751632 w 2683928"/>
                <a:gd name="connsiteY4" fmla="*/ 3704126 h 4477054"/>
                <a:gd name="connsiteX5" fmla="*/ 870028 w 2683928"/>
                <a:gd name="connsiteY5" fmla="*/ 3585635 h 4477054"/>
                <a:gd name="connsiteX6" fmla="*/ 1075673 w 2683928"/>
                <a:gd name="connsiteY6" fmla="*/ 3357797 h 4477054"/>
                <a:gd name="connsiteX7" fmla="*/ 1171192 w 2683928"/>
                <a:gd name="connsiteY7" fmla="*/ 3174917 h 4477054"/>
                <a:gd name="connsiteX8" fmla="*/ 1376207 w 2683928"/>
                <a:gd name="connsiteY8" fmla="*/ 2628024 h 4477054"/>
                <a:gd name="connsiteX9" fmla="*/ 1595000 w 2683928"/>
                <a:gd name="connsiteY9" fmla="*/ 1992730 h 4477054"/>
                <a:gd name="connsiteX10" fmla="*/ 2166431 w 2683928"/>
                <a:gd name="connsiteY10" fmla="*/ 1693731 h 4477054"/>
                <a:gd name="connsiteX11" fmla="*/ 2594529 w 2683928"/>
                <a:gd name="connsiteY11" fmla="*/ 1418412 h 4477054"/>
                <a:gd name="connsiteX12" fmla="*/ 2681825 w 2683928"/>
                <a:gd name="connsiteY12" fmla="*/ 773570 h 4477054"/>
                <a:gd name="connsiteX13" fmla="*/ 2549579 w 2683928"/>
                <a:gd name="connsiteY13" fmla="*/ 484845 h 4477054"/>
                <a:gd name="connsiteX14" fmla="*/ 2215986 w 2683928"/>
                <a:gd name="connsiteY14" fmla="*/ 0 h 4477054"/>
                <a:gd name="connsiteX0" fmla="*/ 0 w 2682248"/>
                <a:gd name="connsiteY0" fmla="*/ 4477054 h 4477054"/>
                <a:gd name="connsiteX1" fmla="*/ 171891 w 2682248"/>
                <a:gd name="connsiteY1" fmla="*/ 4289995 h 4477054"/>
                <a:gd name="connsiteX2" fmla="*/ 390254 w 2682248"/>
                <a:gd name="connsiteY2" fmla="*/ 4082269 h 4477054"/>
                <a:gd name="connsiteX3" fmla="*/ 553608 w 2682248"/>
                <a:gd name="connsiteY3" fmla="*/ 3918820 h 4477054"/>
                <a:gd name="connsiteX4" fmla="*/ 751632 w 2682248"/>
                <a:gd name="connsiteY4" fmla="*/ 3704126 h 4477054"/>
                <a:gd name="connsiteX5" fmla="*/ 870028 w 2682248"/>
                <a:gd name="connsiteY5" fmla="*/ 3585635 h 4477054"/>
                <a:gd name="connsiteX6" fmla="*/ 1075673 w 2682248"/>
                <a:gd name="connsiteY6" fmla="*/ 3357797 h 4477054"/>
                <a:gd name="connsiteX7" fmla="*/ 1171192 w 2682248"/>
                <a:gd name="connsiteY7" fmla="*/ 3174917 h 4477054"/>
                <a:gd name="connsiteX8" fmla="*/ 1376207 w 2682248"/>
                <a:gd name="connsiteY8" fmla="*/ 2628024 h 4477054"/>
                <a:gd name="connsiteX9" fmla="*/ 1595000 w 2682248"/>
                <a:gd name="connsiteY9" fmla="*/ 1992730 h 4477054"/>
                <a:gd name="connsiteX10" fmla="*/ 2166431 w 2682248"/>
                <a:gd name="connsiteY10" fmla="*/ 1693731 h 4477054"/>
                <a:gd name="connsiteX11" fmla="*/ 2510100 w 2682248"/>
                <a:gd name="connsiteY11" fmla="*/ 1333983 h 4477054"/>
                <a:gd name="connsiteX12" fmla="*/ 2681825 w 2682248"/>
                <a:gd name="connsiteY12" fmla="*/ 773570 h 4477054"/>
                <a:gd name="connsiteX13" fmla="*/ 2549579 w 2682248"/>
                <a:gd name="connsiteY13" fmla="*/ 484845 h 4477054"/>
                <a:gd name="connsiteX14" fmla="*/ 2215986 w 2682248"/>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549579 w 2607872"/>
                <a:gd name="connsiteY13" fmla="*/ 484845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103414 w 2607872"/>
                <a:gd name="connsiteY14" fmla="*/ 0 h 4477054"/>
                <a:gd name="connsiteX0" fmla="*/ 0 w 2607872"/>
                <a:gd name="connsiteY0" fmla="*/ 4481971 h 4481971"/>
                <a:gd name="connsiteX1" fmla="*/ 171891 w 2607872"/>
                <a:gd name="connsiteY1" fmla="*/ 4294912 h 4481971"/>
                <a:gd name="connsiteX2" fmla="*/ 390254 w 2607872"/>
                <a:gd name="connsiteY2" fmla="*/ 4087186 h 4481971"/>
                <a:gd name="connsiteX3" fmla="*/ 553608 w 2607872"/>
                <a:gd name="connsiteY3" fmla="*/ 3923737 h 4481971"/>
                <a:gd name="connsiteX4" fmla="*/ 751632 w 2607872"/>
                <a:gd name="connsiteY4" fmla="*/ 3709043 h 4481971"/>
                <a:gd name="connsiteX5" fmla="*/ 870028 w 2607872"/>
                <a:gd name="connsiteY5" fmla="*/ 3590552 h 4481971"/>
                <a:gd name="connsiteX6" fmla="*/ 1075673 w 2607872"/>
                <a:gd name="connsiteY6" fmla="*/ 3362714 h 4481971"/>
                <a:gd name="connsiteX7" fmla="*/ 1171192 w 2607872"/>
                <a:gd name="connsiteY7" fmla="*/ 3179834 h 4481971"/>
                <a:gd name="connsiteX8" fmla="*/ 1376207 w 2607872"/>
                <a:gd name="connsiteY8" fmla="*/ 2632941 h 4481971"/>
                <a:gd name="connsiteX9" fmla="*/ 1595000 w 2607872"/>
                <a:gd name="connsiteY9" fmla="*/ 1997647 h 4481971"/>
                <a:gd name="connsiteX10" fmla="*/ 2166431 w 2607872"/>
                <a:gd name="connsiteY10" fmla="*/ 1698648 h 4481971"/>
                <a:gd name="connsiteX11" fmla="*/ 2510100 w 2607872"/>
                <a:gd name="connsiteY11" fmla="*/ 1338900 h 4481971"/>
                <a:gd name="connsiteX12" fmla="*/ 2606777 w 2607872"/>
                <a:gd name="connsiteY12" fmla="*/ 778487 h 4481971"/>
                <a:gd name="connsiteX13" fmla="*/ 2399484 w 2607872"/>
                <a:gd name="connsiteY13" fmla="*/ 466310 h 4481971"/>
                <a:gd name="connsiteX14" fmla="*/ 2065724 w 2607872"/>
                <a:gd name="connsiteY14"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435981"/>
                <a:gd name="connsiteY0" fmla="*/ 4294912 h 4294912"/>
                <a:gd name="connsiteX1" fmla="*/ 381717 w 2435981"/>
                <a:gd name="connsiteY1" fmla="*/ 3923737 h 4294912"/>
                <a:gd name="connsiteX2" fmla="*/ 562345 w 2435981"/>
                <a:gd name="connsiteY2" fmla="*/ 3676262 h 4294912"/>
                <a:gd name="connsiteX3" fmla="*/ 698137 w 2435981"/>
                <a:gd name="connsiteY3" fmla="*/ 3590552 h 4294912"/>
                <a:gd name="connsiteX4" fmla="*/ 903782 w 2435981"/>
                <a:gd name="connsiteY4" fmla="*/ 3362714 h 4294912"/>
                <a:gd name="connsiteX5" fmla="*/ 999301 w 2435981"/>
                <a:gd name="connsiteY5" fmla="*/ 3179834 h 4294912"/>
                <a:gd name="connsiteX6" fmla="*/ 1204316 w 2435981"/>
                <a:gd name="connsiteY6" fmla="*/ 2632941 h 4294912"/>
                <a:gd name="connsiteX7" fmla="*/ 1423109 w 2435981"/>
                <a:gd name="connsiteY7" fmla="*/ 1997647 h 4294912"/>
                <a:gd name="connsiteX8" fmla="*/ 1994540 w 2435981"/>
                <a:gd name="connsiteY8" fmla="*/ 1698648 h 4294912"/>
                <a:gd name="connsiteX9" fmla="*/ 2338209 w 2435981"/>
                <a:gd name="connsiteY9" fmla="*/ 1338900 h 4294912"/>
                <a:gd name="connsiteX10" fmla="*/ 2434886 w 2435981"/>
                <a:gd name="connsiteY10" fmla="*/ 778487 h 4294912"/>
                <a:gd name="connsiteX11" fmla="*/ 2227593 w 2435981"/>
                <a:gd name="connsiteY11" fmla="*/ 466310 h 4294912"/>
                <a:gd name="connsiteX12" fmla="*/ 1893833 w 2435981"/>
                <a:gd name="connsiteY12" fmla="*/ 0 h 4294912"/>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768768 w 2205448"/>
                <a:gd name="connsiteY5" fmla="*/ 317983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768768 w 2205448"/>
                <a:gd name="connsiteY5" fmla="*/ 317983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95546 w 2205448"/>
                <a:gd name="connsiteY6" fmla="*/ 2647520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5448" h="4077840">
                  <a:moveTo>
                    <a:pt x="0" y="4077840"/>
                  </a:moveTo>
                  <a:cubicBezTo>
                    <a:pt x="95344" y="3992478"/>
                    <a:pt x="95882" y="3990667"/>
                    <a:pt x="151184" y="3923737"/>
                  </a:cubicBezTo>
                  <a:cubicBezTo>
                    <a:pt x="206486" y="3856807"/>
                    <a:pt x="264280" y="3746462"/>
                    <a:pt x="331812" y="3676262"/>
                  </a:cubicBezTo>
                  <a:cubicBezTo>
                    <a:pt x="370484" y="3636067"/>
                    <a:pt x="410698" y="3642810"/>
                    <a:pt x="467604" y="3590552"/>
                  </a:cubicBezTo>
                  <a:cubicBezTo>
                    <a:pt x="524510" y="3538294"/>
                    <a:pt x="604114" y="3430357"/>
                    <a:pt x="673249" y="3362714"/>
                  </a:cubicBezTo>
                  <a:cubicBezTo>
                    <a:pt x="742384" y="3295071"/>
                    <a:pt x="812030" y="3303893"/>
                    <a:pt x="882413" y="3184694"/>
                  </a:cubicBezTo>
                  <a:cubicBezTo>
                    <a:pt x="952796" y="3065495"/>
                    <a:pt x="1063545" y="2792884"/>
                    <a:pt x="1095546" y="2647520"/>
                  </a:cubicBezTo>
                  <a:cubicBezTo>
                    <a:pt x="1127547" y="2502157"/>
                    <a:pt x="1182987" y="2465912"/>
                    <a:pt x="1074419" y="2312513"/>
                  </a:cubicBezTo>
                  <a:cubicBezTo>
                    <a:pt x="1068135" y="2214191"/>
                    <a:pt x="1077645" y="2099958"/>
                    <a:pt x="1192576" y="1997647"/>
                  </a:cubicBezTo>
                  <a:cubicBezTo>
                    <a:pt x="1307507" y="1895336"/>
                    <a:pt x="1611490" y="1808439"/>
                    <a:pt x="1764007" y="1698648"/>
                  </a:cubicBezTo>
                  <a:cubicBezTo>
                    <a:pt x="1916524" y="1588857"/>
                    <a:pt x="2034285" y="1492260"/>
                    <a:pt x="2107676" y="1338900"/>
                  </a:cubicBezTo>
                  <a:cubicBezTo>
                    <a:pt x="2181067" y="1185540"/>
                    <a:pt x="2211845" y="934081"/>
                    <a:pt x="2204353" y="778487"/>
                  </a:cubicBezTo>
                  <a:cubicBezTo>
                    <a:pt x="2206258" y="687904"/>
                    <a:pt x="2030874" y="550416"/>
                    <a:pt x="1997060" y="466310"/>
                  </a:cubicBezTo>
                  <a:cubicBezTo>
                    <a:pt x="1918860" y="271810"/>
                    <a:pt x="1663300" y="0"/>
                    <a:pt x="166330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2466286F-EED4-B1D8-2409-6056FAE4EC11}"/>
                </a:ext>
              </a:extLst>
            </p:cNvPr>
            <p:cNvSpPr/>
            <p:nvPr/>
          </p:nvSpPr>
          <p:spPr>
            <a:xfrm rot="5400000">
              <a:off x="8924970" y="-1010362"/>
              <a:ext cx="2253567" cy="4278083"/>
            </a:xfrm>
            <a:custGeom>
              <a:avLst/>
              <a:gdLst>
                <a:gd name="connsiteX0" fmla="*/ 1707071 w 2356712"/>
                <a:gd name="connsiteY0" fmla="*/ 0 h 4118991"/>
                <a:gd name="connsiteX1" fmla="*/ 1824514 w 2356712"/>
                <a:gd name="connsiteY1" fmla="*/ 244697 h 4118991"/>
                <a:gd name="connsiteX2" fmla="*/ 1908715 w 2356712"/>
                <a:gd name="connsiteY2" fmla="*/ 328994 h 4118991"/>
                <a:gd name="connsiteX3" fmla="*/ 2226469 w 2356712"/>
                <a:gd name="connsiteY3" fmla="*/ 603695 h 4118991"/>
                <a:gd name="connsiteX4" fmla="*/ 2355628 w 2356712"/>
                <a:gd name="connsiteY4" fmla="*/ 900494 h 4118991"/>
                <a:gd name="connsiteX5" fmla="*/ 2281428 w 2356712"/>
                <a:gd name="connsiteY5" fmla="*/ 1206913 h 4118991"/>
                <a:gd name="connsiteX6" fmla="*/ 2092452 w 2356712"/>
                <a:gd name="connsiteY6" fmla="*/ 1460659 h 4118991"/>
                <a:gd name="connsiteX7" fmla="*/ 1834039 w 2356712"/>
                <a:gd name="connsiteY7" fmla="*/ 1625822 h 4118991"/>
                <a:gd name="connsiteX8" fmla="*/ 1558862 w 2356712"/>
                <a:gd name="connsiteY8" fmla="*/ 1743075 h 4118991"/>
                <a:gd name="connsiteX9" fmla="*/ 1386554 w 2356712"/>
                <a:gd name="connsiteY9" fmla="*/ 1869948 h 4118991"/>
                <a:gd name="connsiteX10" fmla="*/ 1271683 w 2356712"/>
                <a:gd name="connsiteY10" fmla="*/ 2073402 h 4118991"/>
                <a:gd name="connsiteX11" fmla="*/ 1178338 w 2356712"/>
                <a:gd name="connsiteY11" fmla="*/ 2355914 h 4118991"/>
                <a:gd name="connsiteX12" fmla="*/ 1113758 w 2356712"/>
                <a:gd name="connsiteY12" fmla="*/ 2578513 h 4118991"/>
                <a:gd name="connsiteX13" fmla="*/ 1034796 w 2356712"/>
                <a:gd name="connsiteY13" fmla="*/ 2834640 h 4118991"/>
                <a:gd name="connsiteX14" fmla="*/ 905637 w 2356712"/>
                <a:gd name="connsiteY14" fmla="*/ 3081242 h 4118991"/>
                <a:gd name="connsiteX15" fmla="*/ 793147 w 2356712"/>
                <a:gd name="connsiteY15" fmla="*/ 3258407 h 4118991"/>
                <a:gd name="connsiteX16" fmla="*/ 546735 w 2356712"/>
                <a:gd name="connsiteY16" fmla="*/ 3571970 h 4118991"/>
                <a:gd name="connsiteX17" fmla="*/ 346996 w 2356712"/>
                <a:gd name="connsiteY17" fmla="*/ 3771900 h 4118991"/>
                <a:gd name="connsiteX18" fmla="*/ 174689 w 2356712"/>
                <a:gd name="connsiteY18" fmla="*/ 3944207 h 4118991"/>
                <a:gd name="connsiteX19" fmla="*/ 0 w 2356712"/>
                <a:gd name="connsiteY19" fmla="*/ 4118991 h 4118991"/>
                <a:gd name="connsiteX0" fmla="*/ 1843096 w 2492737"/>
                <a:gd name="connsiteY0" fmla="*/ 0 h 4353517"/>
                <a:gd name="connsiteX1" fmla="*/ 1960539 w 2492737"/>
                <a:gd name="connsiteY1" fmla="*/ 244697 h 4353517"/>
                <a:gd name="connsiteX2" fmla="*/ 2044740 w 2492737"/>
                <a:gd name="connsiteY2" fmla="*/ 328994 h 4353517"/>
                <a:gd name="connsiteX3" fmla="*/ 2362494 w 2492737"/>
                <a:gd name="connsiteY3" fmla="*/ 603695 h 4353517"/>
                <a:gd name="connsiteX4" fmla="*/ 2491653 w 2492737"/>
                <a:gd name="connsiteY4" fmla="*/ 900494 h 4353517"/>
                <a:gd name="connsiteX5" fmla="*/ 2417453 w 2492737"/>
                <a:gd name="connsiteY5" fmla="*/ 1206913 h 4353517"/>
                <a:gd name="connsiteX6" fmla="*/ 2228477 w 2492737"/>
                <a:gd name="connsiteY6" fmla="*/ 1460659 h 4353517"/>
                <a:gd name="connsiteX7" fmla="*/ 1970064 w 2492737"/>
                <a:gd name="connsiteY7" fmla="*/ 1625822 h 4353517"/>
                <a:gd name="connsiteX8" fmla="*/ 1694887 w 2492737"/>
                <a:gd name="connsiteY8" fmla="*/ 1743075 h 4353517"/>
                <a:gd name="connsiteX9" fmla="*/ 1522579 w 2492737"/>
                <a:gd name="connsiteY9" fmla="*/ 1869948 h 4353517"/>
                <a:gd name="connsiteX10" fmla="*/ 1407708 w 2492737"/>
                <a:gd name="connsiteY10" fmla="*/ 2073402 h 4353517"/>
                <a:gd name="connsiteX11" fmla="*/ 1314363 w 2492737"/>
                <a:gd name="connsiteY11" fmla="*/ 2355914 h 4353517"/>
                <a:gd name="connsiteX12" fmla="*/ 1249783 w 2492737"/>
                <a:gd name="connsiteY12" fmla="*/ 2578513 h 4353517"/>
                <a:gd name="connsiteX13" fmla="*/ 1170821 w 2492737"/>
                <a:gd name="connsiteY13" fmla="*/ 2834640 h 4353517"/>
                <a:gd name="connsiteX14" fmla="*/ 1041662 w 2492737"/>
                <a:gd name="connsiteY14" fmla="*/ 3081242 h 4353517"/>
                <a:gd name="connsiteX15" fmla="*/ 929172 w 2492737"/>
                <a:gd name="connsiteY15" fmla="*/ 3258407 h 4353517"/>
                <a:gd name="connsiteX16" fmla="*/ 682760 w 2492737"/>
                <a:gd name="connsiteY16" fmla="*/ 3571970 h 4353517"/>
                <a:gd name="connsiteX17" fmla="*/ 483021 w 2492737"/>
                <a:gd name="connsiteY17" fmla="*/ 3771900 h 4353517"/>
                <a:gd name="connsiteX18" fmla="*/ 310714 w 2492737"/>
                <a:gd name="connsiteY18" fmla="*/ 3944207 h 4353517"/>
                <a:gd name="connsiteX19" fmla="*/ 0 w 2492737"/>
                <a:gd name="connsiteY19" fmla="*/ 4353517 h 4353517"/>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212093 w 2455047"/>
                <a:gd name="connsiteY12" fmla="*/ 2578513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273024 w 2455047"/>
                <a:gd name="connsiteY16" fmla="*/ 3944207 h 4210918"/>
                <a:gd name="connsiteX17" fmla="*/ 0 w 2455047"/>
                <a:gd name="connsiteY17" fmla="*/ 4210918 h 4210918"/>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345506 w 2463745"/>
                <a:gd name="connsiteY16" fmla="*/ 3944207 h 4191249"/>
                <a:gd name="connsiteX17" fmla="*/ 0 w 2463745"/>
                <a:gd name="connsiteY17" fmla="*/ 4191249 h 41912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365388 w 2483976"/>
                <a:gd name="connsiteY11" fmla="*/ 2512363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85900 w 2483976"/>
                <a:gd name="connsiteY11" fmla="*/ 2222558 h 4479474"/>
                <a:gd name="connsiteX12" fmla="*/ 1365388 w 2483976"/>
                <a:gd name="connsiteY12" fmla="*/ 2512363 h 4479474"/>
                <a:gd name="connsiteX13" fmla="*/ 1162060 w 2483976"/>
                <a:gd name="connsiteY13" fmla="*/ 2834640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162060 w 2483976"/>
                <a:gd name="connsiteY13" fmla="*/ 2834640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113267 w 2483976"/>
                <a:gd name="connsiteY14" fmla="*/ 3285736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72915 w 2483976"/>
                <a:gd name="connsiteY11" fmla="*/ 2308414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05326 w 2483976"/>
                <a:gd name="connsiteY12" fmla="*/ 2663017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39420 w 2483976"/>
                <a:gd name="connsiteY12" fmla="*/ 2674357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468598 w 2118239"/>
                <a:gd name="connsiteY0" fmla="*/ 0 h 3944207"/>
                <a:gd name="connsiteX1" fmla="*/ 1586041 w 2118239"/>
                <a:gd name="connsiteY1" fmla="*/ 244697 h 3944207"/>
                <a:gd name="connsiteX2" fmla="*/ 1670242 w 2118239"/>
                <a:gd name="connsiteY2" fmla="*/ 328994 h 3944207"/>
                <a:gd name="connsiteX3" fmla="*/ 1987996 w 2118239"/>
                <a:gd name="connsiteY3" fmla="*/ 603695 h 3944207"/>
                <a:gd name="connsiteX4" fmla="*/ 2117155 w 2118239"/>
                <a:gd name="connsiteY4" fmla="*/ 900494 h 3944207"/>
                <a:gd name="connsiteX5" fmla="*/ 2042955 w 2118239"/>
                <a:gd name="connsiteY5" fmla="*/ 1206913 h 3944207"/>
                <a:gd name="connsiteX6" fmla="*/ 1853979 w 2118239"/>
                <a:gd name="connsiteY6" fmla="*/ 1460659 h 3944207"/>
                <a:gd name="connsiteX7" fmla="*/ 1595566 w 2118239"/>
                <a:gd name="connsiteY7" fmla="*/ 1625822 h 3944207"/>
                <a:gd name="connsiteX8" fmla="*/ 1320389 w 2118239"/>
                <a:gd name="connsiteY8" fmla="*/ 1743075 h 3944207"/>
                <a:gd name="connsiteX9" fmla="*/ 1120538 w 2118239"/>
                <a:gd name="connsiteY9" fmla="*/ 1827332 h 3944207"/>
                <a:gd name="connsiteX10" fmla="*/ 891178 w 2118239"/>
                <a:gd name="connsiteY10" fmla="*/ 2213902 h 3944207"/>
                <a:gd name="connsiteX11" fmla="*/ 1003933 w 2118239"/>
                <a:gd name="connsiteY11" fmla="*/ 2426670 h 3944207"/>
                <a:gd name="connsiteX12" fmla="*/ 973683 w 2118239"/>
                <a:gd name="connsiteY12" fmla="*/ 2674357 h 3944207"/>
                <a:gd name="connsiteX13" fmla="*/ 979778 w 2118239"/>
                <a:gd name="connsiteY13" fmla="*/ 2915637 h 3944207"/>
                <a:gd name="connsiteX14" fmla="*/ 747530 w 2118239"/>
                <a:gd name="connsiteY14" fmla="*/ 3285736 h 3944207"/>
                <a:gd name="connsiteX15" fmla="*/ 499075 w 2118239"/>
                <a:gd name="connsiteY15" fmla="*/ 3428998 h 3944207"/>
                <a:gd name="connsiteX16" fmla="*/ 308262 w 2118239"/>
                <a:gd name="connsiteY16" fmla="*/ 3571970 h 3944207"/>
                <a:gd name="connsiteX17" fmla="*/ 0 w 2118239"/>
                <a:gd name="connsiteY17" fmla="*/ 3944207 h 3944207"/>
                <a:gd name="connsiteX0" fmla="*/ 1468598 w 2118239"/>
                <a:gd name="connsiteY0" fmla="*/ 0 h 3944207"/>
                <a:gd name="connsiteX1" fmla="*/ 1586041 w 2118239"/>
                <a:gd name="connsiteY1" fmla="*/ 244697 h 3944207"/>
                <a:gd name="connsiteX2" fmla="*/ 1670242 w 2118239"/>
                <a:gd name="connsiteY2" fmla="*/ 328994 h 3944207"/>
                <a:gd name="connsiteX3" fmla="*/ 1987996 w 2118239"/>
                <a:gd name="connsiteY3" fmla="*/ 603695 h 3944207"/>
                <a:gd name="connsiteX4" fmla="*/ 2117155 w 2118239"/>
                <a:gd name="connsiteY4" fmla="*/ 900494 h 3944207"/>
                <a:gd name="connsiteX5" fmla="*/ 2042955 w 2118239"/>
                <a:gd name="connsiteY5" fmla="*/ 1206913 h 3944207"/>
                <a:gd name="connsiteX6" fmla="*/ 1853979 w 2118239"/>
                <a:gd name="connsiteY6" fmla="*/ 1460659 h 3944207"/>
                <a:gd name="connsiteX7" fmla="*/ 1595566 w 2118239"/>
                <a:gd name="connsiteY7" fmla="*/ 1625822 h 3944207"/>
                <a:gd name="connsiteX8" fmla="*/ 1320389 w 2118239"/>
                <a:gd name="connsiteY8" fmla="*/ 1743075 h 3944207"/>
                <a:gd name="connsiteX9" fmla="*/ 1120538 w 2118239"/>
                <a:gd name="connsiteY9" fmla="*/ 1827332 h 3944207"/>
                <a:gd name="connsiteX10" fmla="*/ 891178 w 2118239"/>
                <a:gd name="connsiteY10" fmla="*/ 2213902 h 3944207"/>
                <a:gd name="connsiteX11" fmla="*/ 1003933 w 2118239"/>
                <a:gd name="connsiteY11" fmla="*/ 2426670 h 3944207"/>
                <a:gd name="connsiteX12" fmla="*/ 973683 w 2118239"/>
                <a:gd name="connsiteY12" fmla="*/ 2674357 h 3944207"/>
                <a:gd name="connsiteX13" fmla="*/ 979778 w 2118239"/>
                <a:gd name="connsiteY13" fmla="*/ 2915637 h 3944207"/>
                <a:gd name="connsiteX14" fmla="*/ 747530 w 2118239"/>
                <a:gd name="connsiteY14" fmla="*/ 3285736 h 3944207"/>
                <a:gd name="connsiteX15" fmla="*/ 499075 w 2118239"/>
                <a:gd name="connsiteY15" fmla="*/ 3428998 h 3944207"/>
                <a:gd name="connsiteX16" fmla="*/ 308262 w 2118239"/>
                <a:gd name="connsiteY16" fmla="*/ 3571970 h 3944207"/>
                <a:gd name="connsiteX17" fmla="*/ 0 w 2118239"/>
                <a:gd name="connsiteY17" fmla="*/ 3944207 h 3944207"/>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437383 w 2056547"/>
                <a:gd name="connsiteY15" fmla="*/ 3428998 h 3895608"/>
                <a:gd name="connsiteX16" fmla="*/ 246570 w 2056547"/>
                <a:gd name="connsiteY16" fmla="*/ 3571970 h 3895608"/>
                <a:gd name="connsiteX17" fmla="*/ 0 w 2056547"/>
                <a:gd name="connsiteY17" fmla="*/ 3895608 h 3895608"/>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437383 w 2056547"/>
                <a:gd name="connsiteY15" fmla="*/ 3428998 h 3895608"/>
                <a:gd name="connsiteX16" fmla="*/ 240076 w 2056547"/>
                <a:gd name="connsiteY16" fmla="*/ 3537952 h 3895608"/>
                <a:gd name="connsiteX17" fmla="*/ 0 w 2056547"/>
                <a:gd name="connsiteY17" fmla="*/ 3895608 h 3895608"/>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365950 w 2056547"/>
                <a:gd name="connsiteY15" fmla="*/ 3417659 h 3895608"/>
                <a:gd name="connsiteX16" fmla="*/ 240076 w 2056547"/>
                <a:gd name="connsiteY16" fmla="*/ 3537952 h 3895608"/>
                <a:gd name="connsiteX17" fmla="*/ 0 w 2056547"/>
                <a:gd name="connsiteY17" fmla="*/ 3895608 h 389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56547" h="3895608">
                  <a:moveTo>
                    <a:pt x="1406906" y="0"/>
                  </a:moveTo>
                  <a:cubicBezTo>
                    <a:pt x="1415192" y="22098"/>
                    <a:pt x="1512443" y="224409"/>
                    <a:pt x="1524349" y="244697"/>
                  </a:cubicBezTo>
                  <a:cubicBezTo>
                    <a:pt x="1544637" y="279273"/>
                    <a:pt x="1576831" y="304324"/>
                    <a:pt x="1608550" y="328994"/>
                  </a:cubicBezTo>
                  <a:cubicBezTo>
                    <a:pt x="1719802" y="415195"/>
                    <a:pt x="1837721" y="494633"/>
                    <a:pt x="1926304" y="603695"/>
                  </a:cubicBezTo>
                  <a:cubicBezTo>
                    <a:pt x="1996122" y="689610"/>
                    <a:pt x="2047652" y="790480"/>
                    <a:pt x="2055463" y="900494"/>
                  </a:cubicBezTo>
                  <a:cubicBezTo>
                    <a:pt x="2063083" y="1007078"/>
                    <a:pt x="2029745" y="1111187"/>
                    <a:pt x="1981263" y="1206913"/>
                  </a:cubicBezTo>
                  <a:cubicBezTo>
                    <a:pt x="1933257" y="1301877"/>
                    <a:pt x="1870773" y="1388936"/>
                    <a:pt x="1792287" y="1460659"/>
                  </a:cubicBezTo>
                  <a:cubicBezTo>
                    <a:pt x="1716373" y="1530001"/>
                    <a:pt x="1627600" y="1583436"/>
                    <a:pt x="1533874" y="1625822"/>
                  </a:cubicBezTo>
                  <a:cubicBezTo>
                    <a:pt x="1442910" y="1666970"/>
                    <a:pt x="1337868" y="1709490"/>
                    <a:pt x="1258697" y="1743075"/>
                  </a:cubicBezTo>
                  <a:cubicBezTo>
                    <a:pt x="1179526" y="1776660"/>
                    <a:pt x="1130381" y="1748861"/>
                    <a:pt x="1058846" y="1827332"/>
                  </a:cubicBezTo>
                  <a:cubicBezTo>
                    <a:pt x="987311" y="1905803"/>
                    <a:pt x="846215" y="2148031"/>
                    <a:pt x="829486" y="2213902"/>
                  </a:cubicBezTo>
                  <a:cubicBezTo>
                    <a:pt x="812757" y="2279773"/>
                    <a:pt x="928490" y="2349928"/>
                    <a:pt x="942241" y="2426670"/>
                  </a:cubicBezTo>
                  <a:cubicBezTo>
                    <a:pt x="955992" y="2503413"/>
                    <a:pt x="916017" y="2592863"/>
                    <a:pt x="911991" y="2674357"/>
                  </a:cubicBezTo>
                  <a:cubicBezTo>
                    <a:pt x="907965" y="2755852"/>
                    <a:pt x="955778" y="2813741"/>
                    <a:pt x="918086" y="2915637"/>
                  </a:cubicBezTo>
                  <a:cubicBezTo>
                    <a:pt x="880394" y="3017533"/>
                    <a:pt x="777861" y="3202066"/>
                    <a:pt x="685838" y="3285736"/>
                  </a:cubicBezTo>
                  <a:cubicBezTo>
                    <a:pt x="593815" y="3369406"/>
                    <a:pt x="440244" y="3375623"/>
                    <a:pt x="365950" y="3417659"/>
                  </a:cubicBezTo>
                  <a:cubicBezTo>
                    <a:pt x="291656" y="3459695"/>
                    <a:pt x="301068" y="3458294"/>
                    <a:pt x="240076" y="3537952"/>
                  </a:cubicBezTo>
                  <a:cubicBezTo>
                    <a:pt x="179084" y="3617610"/>
                    <a:pt x="169315" y="3860627"/>
                    <a:pt x="0" y="3895608"/>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11" name="Freeform: Shape 10">
              <a:extLst>
                <a:ext uri="{FF2B5EF4-FFF2-40B4-BE49-F238E27FC236}">
                  <a16:creationId xmlns:a16="http://schemas.microsoft.com/office/drawing/2014/main" id="{B79920A2-852F-84C8-5A72-43F350183255}"/>
                </a:ext>
              </a:extLst>
            </p:cNvPr>
            <p:cNvSpPr/>
            <p:nvPr/>
          </p:nvSpPr>
          <p:spPr>
            <a:xfrm rot="5400000">
              <a:off x="9102122" y="-954465"/>
              <a:ext cx="2115563" cy="4053581"/>
            </a:xfrm>
            <a:custGeom>
              <a:avLst/>
              <a:gdLst>
                <a:gd name="connsiteX0" fmla="*/ 0 w 2059193"/>
                <a:gd name="connsiteY0" fmla="*/ 3980116 h 3980116"/>
                <a:gd name="connsiteX1" fmla="*/ 471583 w 2059193"/>
                <a:gd name="connsiteY1" fmla="*/ 3515678 h 3980116"/>
                <a:gd name="connsiteX2" fmla="*/ 758666 w 2059193"/>
                <a:gd name="connsiteY2" fmla="*/ 3163824 h 3980116"/>
                <a:gd name="connsiteX3" fmla="*/ 940499 w 2059193"/>
                <a:gd name="connsiteY3" fmla="*/ 2780824 h 3980116"/>
                <a:gd name="connsiteX4" fmla="*/ 1055370 w 2059193"/>
                <a:gd name="connsiteY4" fmla="*/ 2242185 h 3980116"/>
                <a:gd name="connsiteX5" fmla="*/ 1136714 w 2059193"/>
                <a:gd name="connsiteY5" fmla="*/ 1878330 h 3980116"/>
                <a:gd name="connsiteX6" fmla="*/ 1246727 w 2059193"/>
                <a:gd name="connsiteY6" fmla="*/ 1562386 h 3980116"/>
                <a:gd name="connsiteX7" fmla="*/ 1378363 w 2059193"/>
                <a:gd name="connsiteY7" fmla="*/ 1430750 h 3980116"/>
                <a:gd name="connsiteX8" fmla="*/ 1691831 w 2059193"/>
                <a:gd name="connsiteY8" fmla="*/ 1394841 h 3980116"/>
                <a:gd name="connsiteX9" fmla="*/ 1914335 w 2059193"/>
                <a:gd name="connsiteY9" fmla="*/ 1323023 h 3980116"/>
                <a:gd name="connsiteX10" fmla="*/ 2055495 w 2059193"/>
                <a:gd name="connsiteY10" fmla="*/ 1098042 h 3980116"/>
                <a:gd name="connsiteX11" fmla="*/ 2033969 w 2059193"/>
                <a:gd name="connsiteY11" fmla="*/ 930497 h 3980116"/>
                <a:gd name="connsiteX12" fmla="*/ 1885664 w 2059193"/>
                <a:gd name="connsiteY12" fmla="*/ 760571 h 3980116"/>
                <a:gd name="connsiteX13" fmla="*/ 1636871 w 2059193"/>
                <a:gd name="connsiteY13" fmla="*/ 612172 h 3980116"/>
                <a:gd name="connsiteX14" fmla="*/ 1335405 w 2059193"/>
                <a:gd name="connsiteY14" fmla="*/ 459010 h 3980116"/>
                <a:gd name="connsiteX15" fmla="*/ 1234916 w 2059193"/>
                <a:gd name="connsiteY15" fmla="*/ 269939 h 3980116"/>
                <a:gd name="connsiteX16" fmla="*/ 1386935 w 2059193"/>
                <a:gd name="connsiteY16" fmla="*/ 0 h 39801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57799 w 2270265"/>
                <a:gd name="connsiteY6" fmla="*/ 1562386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902903 w 2270265"/>
                <a:gd name="connsiteY7" fmla="*/ 1394841 h 4134216"/>
                <a:gd name="connsiteX8" fmla="*/ 2125407 w 2270265"/>
                <a:gd name="connsiteY8" fmla="*/ 1323023 h 4134216"/>
                <a:gd name="connsiteX9" fmla="*/ 2266567 w 2270265"/>
                <a:gd name="connsiteY9" fmla="*/ 1098042 h 4134216"/>
                <a:gd name="connsiteX10" fmla="*/ 2245041 w 2270265"/>
                <a:gd name="connsiteY10" fmla="*/ 930497 h 4134216"/>
                <a:gd name="connsiteX11" fmla="*/ 2096736 w 2270265"/>
                <a:gd name="connsiteY11" fmla="*/ 760571 h 4134216"/>
                <a:gd name="connsiteX12" fmla="*/ 1847943 w 2270265"/>
                <a:gd name="connsiteY12" fmla="*/ 612172 h 4134216"/>
                <a:gd name="connsiteX13" fmla="*/ 1546477 w 2270265"/>
                <a:gd name="connsiteY13" fmla="*/ 459010 h 4134216"/>
                <a:gd name="connsiteX14" fmla="*/ 1445988 w 2270265"/>
                <a:gd name="connsiteY14" fmla="*/ 269939 h 4134216"/>
                <a:gd name="connsiteX15" fmla="*/ 1598007 w 2270265"/>
                <a:gd name="connsiteY15"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2125407 w 2270265"/>
                <a:gd name="connsiteY7" fmla="*/ 1323023 h 4134216"/>
                <a:gd name="connsiteX8" fmla="*/ 2266567 w 2270265"/>
                <a:gd name="connsiteY8" fmla="*/ 1098042 h 4134216"/>
                <a:gd name="connsiteX9" fmla="*/ 2245041 w 2270265"/>
                <a:gd name="connsiteY9" fmla="*/ 930497 h 4134216"/>
                <a:gd name="connsiteX10" fmla="*/ 2096736 w 2270265"/>
                <a:gd name="connsiteY10" fmla="*/ 760571 h 4134216"/>
                <a:gd name="connsiteX11" fmla="*/ 1847943 w 2270265"/>
                <a:gd name="connsiteY11" fmla="*/ 612172 h 4134216"/>
                <a:gd name="connsiteX12" fmla="*/ 1546477 w 2270265"/>
                <a:gd name="connsiteY12" fmla="*/ 459010 h 4134216"/>
                <a:gd name="connsiteX13" fmla="*/ 1445988 w 2270265"/>
                <a:gd name="connsiteY13" fmla="*/ 269939 h 4134216"/>
                <a:gd name="connsiteX14" fmla="*/ 1598007 w 2270265"/>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462489 w 2276211"/>
                <a:gd name="connsiteY6" fmla="*/ 1739148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40440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847943 w 2279707"/>
                <a:gd name="connsiteY11" fmla="*/ 612172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763514 w 2279707"/>
                <a:gd name="connsiteY11" fmla="*/ 657495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47786 w 2268544"/>
                <a:gd name="connsiteY5" fmla="*/ 1878330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537314 w 2268544"/>
                <a:gd name="connsiteY12" fmla="*/ 450494 h 4134216"/>
                <a:gd name="connsiteX13" fmla="*/ 1598007 w 2268544"/>
                <a:gd name="connsiteY13" fmla="*/ 0 h 4134216"/>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763514 w 2268544"/>
                <a:gd name="connsiteY10" fmla="*/ 389831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841794 w 2268544"/>
                <a:gd name="connsiteY10" fmla="*/ 404085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14953 w 2267142"/>
                <a:gd name="connsiteY5" fmla="*/ 1492825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22202 w 2267142"/>
                <a:gd name="connsiteY5" fmla="*/ 1586270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01"/>
                <a:gd name="connsiteY0" fmla="*/ 3866552 h 3866552"/>
                <a:gd name="connsiteX1" fmla="*/ 640440 w 2267101"/>
                <a:gd name="connsiteY1" fmla="*/ 3248014 h 3866552"/>
                <a:gd name="connsiteX2" fmla="*/ 875928 w 2267101"/>
                <a:gd name="connsiteY2" fmla="*/ 2850837 h 3866552"/>
                <a:gd name="connsiteX3" fmla="*/ 959260 w 2267101"/>
                <a:gd name="connsiteY3" fmla="*/ 2485967 h 3866552"/>
                <a:gd name="connsiteX4" fmla="*/ 1233609 w 2267101"/>
                <a:gd name="connsiteY4" fmla="*/ 2060636 h 3866552"/>
                <a:gd name="connsiteX5" fmla="*/ 1322202 w 2267101"/>
                <a:gd name="connsiteY5" fmla="*/ 1586270 h 3866552"/>
                <a:gd name="connsiteX6" fmla="*/ 1579917 w 2267101"/>
                <a:gd name="connsiteY6" fmla="*/ 1476135 h 3866552"/>
                <a:gd name="connsiteX7" fmla="*/ 2082344 w 2267101"/>
                <a:gd name="connsiteY7" fmla="*/ 1319011 h 3866552"/>
                <a:gd name="connsiteX8" fmla="*/ 2266567 w 2267101"/>
                <a:gd name="connsiteY8" fmla="*/ 830378 h 3866552"/>
                <a:gd name="connsiteX9" fmla="*/ 2035760 w 2267101"/>
                <a:gd name="connsiteY9" fmla="*/ 565424 h 3866552"/>
                <a:gd name="connsiteX10" fmla="*/ 1841794 w 2267101"/>
                <a:gd name="connsiteY10" fmla="*/ 404085 h 3866552"/>
                <a:gd name="connsiteX11" fmla="*/ 1642152 w 2267101"/>
                <a:gd name="connsiteY11" fmla="*/ 253115 h 3866552"/>
                <a:gd name="connsiteX12" fmla="*/ 1537314 w 2267101"/>
                <a:gd name="connsiteY12" fmla="*/ 182830 h 3866552"/>
                <a:gd name="connsiteX13" fmla="*/ 1528426 w 2267101"/>
                <a:gd name="connsiteY13" fmla="*/ 0 h 3866552"/>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220249 w 2253741"/>
                <a:gd name="connsiteY4" fmla="*/ 2060636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148094 w 2253741"/>
                <a:gd name="connsiteY4" fmla="*/ 2062955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38886"/>
                <a:gd name="connsiteY0" fmla="*/ 3964315 h 3964315"/>
                <a:gd name="connsiteX1" fmla="*/ 612225 w 2238886"/>
                <a:gd name="connsiteY1" fmla="*/ 3248014 h 3964315"/>
                <a:gd name="connsiteX2" fmla="*/ 847713 w 2238886"/>
                <a:gd name="connsiteY2" fmla="*/ 2850837 h 3964315"/>
                <a:gd name="connsiteX3" fmla="*/ 931045 w 2238886"/>
                <a:gd name="connsiteY3" fmla="*/ 2485967 h 3964315"/>
                <a:gd name="connsiteX4" fmla="*/ 1133239 w 2238886"/>
                <a:gd name="connsiteY4" fmla="*/ 2062955 h 3964315"/>
                <a:gd name="connsiteX5" fmla="*/ 1293987 w 2238886"/>
                <a:gd name="connsiteY5" fmla="*/ 1586270 h 3964315"/>
                <a:gd name="connsiteX6" fmla="*/ 1551702 w 2238886"/>
                <a:gd name="connsiteY6" fmla="*/ 1476135 h 3964315"/>
                <a:gd name="connsiteX7" fmla="*/ 2054129 w 2238886"/>
                <a:gd name="connsiteY7" fmla="*/ 1319011 h 3964315"/>
                <a:gd name="connsiteX8" fmla="*/ 2238352 w 2238886"/>
                <a:gd name="connsiteY8" fmla="*/ 830378 h 3964315"/>
                <a:gd name="connsiteX9" fmla="*/ 2007545 w 2238886"/>
                <a:gd name="connsiteY9" fmla="*/ 565424 h 3964315"/>
                <a:gd name="connsiteX10" fmla="*/ 1813579 w 2238886"/>
                <a:gd name="connsiteY10" fmla="*/ 404085 h 3964315"/>
                <a:gd name="connsiteX11" fmla="*/ 1613937 w 2238886"/>
                <a:gd name="connsiteY11" fmla="*/ 253115 h 3964315"/>
                <a:gd name="connsiteX12" fmla="*/ 1509099 w 2238886"/>
                <a:gd name="connsiteY12" fmla="*/ 182830 h 3964315"/>
                <a:gd name="connsiteX13" fmla="*/ 1500211 w 2238886"/>
                <a:gd name="connsiteY13" fmla="*/ 0 h 3964315"/>
                <a:gd name="connsiteX0" fmla="*/ 0 w 2184293"/>
                <a:gd name="connsiteY0" fmla="*/ 3964315 h 3964315"/>
                <a:gd name="connsiteX1" fmla="*/ 612225 w 2184293"/>
                <a:gd name="connsiteY1" fmla="*/ 3248014 h 3964315"/>
                <a:gd name="connsiteX2" fmla="*/ 847713 w 2184293"/>
                <a:gd name="connsiteY2" fmla="*/ 2850837 h 3964315"/>
                <a:gd name="connsiteX3" fmla="*/ 931045 w 2184293"/>
                <a:gd name="connsiteY3" fmla="*/ 2485967 h 3964315"/>
                <a:gd name="connsiteX4" fmla="*/ 1133239 w 2184293"/>
                <a:gd name="connsiteY4" fmla="*/ 2062955 h 3964315"/>
                <a:gd name="connsiteX5" fmla="*/ 1293987 w 2184293"/>
                <a:gd name="connsiteY5" fmla="*/ 1586270 h 3964315"/>
                <a:gd name="connsiteX6" fmla="*/ 1551702 w 2184293"/>
                <a:gd name="connsiteY6" fmla="*/ 1476135 h 3964315"/>
                <a:gd name="connsiteX7" fmla="*/ 2054129 w 2184293"/>
                <a:gd name="connsiteY7" fmla="*/ 1319011 h 3964315"/>
                <a:gd name="connsiteX8" fmla="*/ 2183175 w 2184293"/>
                <a:gd name="connsiteY8" fmla="*/ 883707 h 3964315"/>
                <a:gd name="connsiteX9" fmla="*/ 2007545 w 2184293"/>
                <a:gd name="connsiteY9" fmla="*/ 565424 h 3964315"/>
                <a:gd name="connsiteX10" fmla="*/ 1813579 w 2184293"/>
                <a:gd name="connsiteY10" fmla="*/ 404085 h 3964315"/>
                <a:gd name="connsiteX11" fmla="*/ 1613937 w 2184293"/>
                <a:gd name="connsiteY11" fmla="*/ 253115 h 3964315"/>
                <a:gd name="connsiteX12" fmla="*/ 1509099 w 2184293"/>
                <a:gd name="connsiteY12" fmla="*/ 182830 h 3964315"/>
                <a:gd name="connsiteX13" fmla="*/ 1500211 w 2184293"/>
                <a:gd name="connsiteY13" fmla="*/ 0 h 3964315"/>
                <a:gd name="connsiteX0" fmla="*/ 0 w 2338367"/>
                <a:gd name="connsiteY0" fmla="*/ 3964315 h 3964315"/>
                <a:gd name="connsiteX1" fmla="*/ 612225 w 2338367"/>
                <a:gd name="connsiteY1" fmla="*/ 3248014 h 3964315"/>
                <a:gd name="connsiteX2" fmla="*/ 847713 w 2338367"/>
                <a:gd name="connsiteY2" fmla="*/ 2850837 h 3964315"/>
                <a:gd name="connsiteX3" fmla="*/ 931045 w 2338367"/>
                <a:gd name="connsiteY3" fmla="*/ 2485967 h 3964315"/>
                <a:gd name="connsiteX4" fmla="*/ 1133239 w 2338367"/>
                <a:gd name="connsiteY4" fmla="*/ 2062955 h 3964315"/>
                <a:gd name="connsiteX5" fmla="*/ 1293987 w 2338367"/>
                <a:gd name="connsiteY5" fmla="*/ 1586270 h 3964315"/>
                <a:gd name="connsiteX6" fmla="*/ 1551702 w 2338367"/>
                <a:gd name="connsiteY6" fmla="*/ 1476135 h 3964315"/>
                <a:gd name="connsiteX7" fmla="*/ 2054129 w 2338367"/>
                <a:gd name="connsiteY7" fmla="*/ 1319011 h 3964315"/>
                <a:gd name="connsiteX8" fmla="*/ 2338097 w 2338367"/>
                <a:gd name="connsiteY8" fmla="*/ 821104 h 3964315"/>
                <a:gd name="connsiteX9" fmla="*/ 2007545 w 2338367"/>
                <a:gd name="connsiteY9" fmla="*/ 565424 h 3964315"/>
                <a:gd name="connsiteX10" fmla="*/ 1813579 w 2338367"/>
                <a:gd name="connsiteY10" fmla="*/ 404085 h 3964315"/>
                <a:gd name="connsiteX11" fmla="*/ 1613937 w 2338367"/>
                <a:gd name="connsiteY11" fmla="*/ 253115 h 3964315"/>
                <a:gd name="connsiteX12" fmla="*/ 1509099 w 2338367"/>
                <a:gd name="connsiteY12" fmla="*/ 182830 h 3964315"/>
                <a:gd name="connsiteX13" fmla="*/ 1500211 w 2338367"/>
                <a:gd name="connsiteY13" fmla="*/ 0 h 3964315"/>
                <a:gd name="connsiteX0" fmla="*/ 0 w 2338097"/>
                <a:gd name="connsiteY0" fmla="*/ 3964315 h 3964315"/>
                <a:gd name="connsiteX1" fmla="*/ 612225 w 2338097"/>
                <a:gd name="connsiteY1" fmla="*/ 3248014 h 3964315"/>
                <a:gd name="connsiteX2" fmla="*/ 847713 w 2338097"/>
                <a:gd name="connsiteY2" fmla="*/ 2850837 h 3964315"/>
                <a:gd name="connsiteX3" fmla="*/ 931045 w 2338097"/>
                <a:gd name="connsiteY3" fmla="*/ 2485967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509099 w 2338097"/>
                <a:gd name="connsiteY12" fmla="*/ 182832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004988 w 2338097"/>
                <a:gd name="connsiteY4" fmla="*/ 2181921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9 w 2338097"/>
                <a:gd name="connsiteY3" fmla="*/ 2470316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2338097"/>
                <a:gd name="connsiteY0" fmla="*/ 3964317 h 3964317"/>
                <a:gd name="connsiteX1" fmla="*/ 612225 w 2338097"/>
                <a:gd name="connsiteY1" fmla="*/ 3248016 h 3964317"/>
                <a:gd name="connsiteX2" fmla="*/ 954863 w 2338097"/>
                <a:gd name="connsiteY2" fmla="*/ 2987022 h 3964317"/>
                <a:gd name="connsiteX3" fmla="*/ 1132359 w 2338097"/>
                <a:gd name="connsiteY3" fmla="*/ 2470316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1930607"/>
                <a:gd name="connsiteY0" fmla="*/ 3566725 h 3566725"/>
                <a:gd name="connsiteX1" fmla="*/ 204735 w 1930607"/>
                <a:gd name="connsiteY1" fmla="*/ 3248016 h 3566725"/>
                <a:gd name="connsiteX2" fmla="*/ 547373 w 1930607"/>
                <a:gd name="connsiteY2" fmla="*/ 2987022 h 3566725"/>
                <a:gd name="connsiteX3" fmla="*/ 724869 w 1930607"/>
                <a:gd name="connsiteY3" fmla="*/ 2470316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 name="connsiteX0" fmla="*/ 0 w 1930607"/>
                <a:gd name="connsiteY0" fmla="*/ 3566725 h 3566725"/>
                <a:gd name="connsiteX1" fmla="*/ 204735 w 1930607"/>
                <a:gd name="connsiteY1" fmla="*/ 3248016 h 3566725"/>
                <a:gd name="connsiteX2" fmla="*/ 547373 w 1930607"/>
                <a:gd name="connsiteY2" fmla="*/ 2987022 h 3566725"/>
                <a:gd name="connsiteX3" fmla="*/ 767078 w 1930607"/>
                <a:gd name="connsiteY3" fmla="*/ 2539190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 name="connsiteX0" fmla="*/ 0 w 1930607"/>
                <a:gd name="connsiteY0" fmla="*/ 3566725 h 3566725"/>
                <a:gd name="connsiteX1" fmla="*/ 204735 w 1930607"/>
                <a:gd name="connsiteY1" fmla="*/ 3248016 h 3566725"/>
                <a:gd name="connsiteX2" fmla="*/ 565231 w 1930607"/>
                <a:gd name="connsiteY2" fmla="*/ 3005806 h 3566725"/>
                <a:gd name="connsiteX3" fmla="*/ 767078 w 1930607"/>
                <a:gd name="connsiteY3" fmla="*/ 2539190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30607" h="3566725">
                  <a:moveTo>
                    <a:pt x="0" y="3566725"/>
                  </a:moveTo>
                  <a:cubicBezTo>
                    <a:pt x="73949" y="3544247"/>
                    <a:pt x="110530" y="3341502"/>
                    <a:pt x="204735" y="3248016"/>
                  </a:cubicBezTo>
                  <a:cubicBezTo>
                    <a:pt x="298940" y="3154530"/>
                    <a:pt x="471507" y="3123944"/>
                    <a:pt x="565231" y="3005806"/>
                  </a:cubicBezTo>
                  <a:cubicBezTo>
                    <a:pt x="658955" y="2887668"/>
                    <a:pt x="761700" y="2676504"/>
                    <a:pt x="767078" y="2539190"/>
                  </a:cubicBezTo>
                  <a:cubicBezTo>
                    <a:pt x="772456" y="2401876"/>
                    <a:pt x="599844" y="2286485"/>
                    <a:pt x="597498" y="2181921"/>
                  </a:cubicBezTo>
                  <a:cubicBezTo>
                    <a:pt x="595152" y="2077357"/>
                    <a:pt x="704834" y="2011083"/>
                    <a:pt x="753001" y="1911808"/>
                  </a:cubicBezTo>
                  <a:cubicBezTo>
                    <a:pt x="801168" y="1812533"/>
                    <a:pt x="821295" y="1658884"/>
                    <a:pt x="886497" y="1586272"/>
                  </a:cubicBezTo>
                  <a:cubicBezTo>
                    <a:pt x="951699" y="1513660"/>
                    <a:pt x="1017522" y="1520680"/>
                    <a:pt x="1144212" y="1476137"/>
                  </a:cubicBezTo>
                  <a:cubicBezTo>
                    <a:pt x="1270902" y="1431594"/>
                    <a:pt x="1515573" y="1428185"/>
                    <a:pt x="1646639" y="1319013"/>
                  </a:cubicBezTo>
                  <a:cubicBezTo>
                    <a:pt x="1777705" y="1209841"/>
                    <a:pt x="1930589" y="949409"/>
                    <a:pt x="1930607" y="821106"/>
                  </a:cubicBezTo>
                  <a:cubicBezTo>
                    <a:pt x="1930625" y="692803"/>
                    <a:pt x="1734165" y="618698"/>
                    <a:pt x="1646745" y="549195"/>
                  </a:cubicBezTo>
                  <a:cubicBezTo>
                    <a:pt x="1559325" y="479692"/>
                    <a:pt x="1483531" y="469870"/>
                    <a:pt x="1406089" y="404087"/>
                  </a:cubicBezTo>
                  <a:cubicBezTo>
                    <a:pt x="1328647" y="338304"/>
                    <a:pt x="1263686" y="184592"/>
                    <a:pt x="1182094" y="154499"/>
                  </a:cubicBezTo>
                  <a:cubicBezTo>
                    <a:pt x="1100502" y="124406"/>
                    <a:pt x="1015956" y="324812"/>
                    <a:pt x="916535" y="223527"/>
                  </a:cubicBezTo>
                  <a:cubicBezTo>
                    <a:pt x="801742" y="146543"/>
                    <a:pt x="725819" y="0"/>
                    <a:pt x="725819"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02DD4008-641A-FB0D-34B5-ACB3219A89D2}"/>
                </a:ext>
              </a:extLst>
            </p:cNvPr>
            <p:cNvSpPr/>
            <p:nvPr/>
          </p:nvSpPr>
          <p:spPr>
            <a:xfrm rot="5400000">
              <a:off x="9963759" y="-1550825"/>
              <a:ext cx="665190" cy="3791295"/>
            </a:xfrm>
            <a:custGeom>
              <a:avLst/>
              <a:gdLst>
                <a:gd name="connsiteX0" fmla="*/ 11144 w 743796"/>
                <a:gd name="connsiteY0" fmla="*/ 0 h 2867501"/>
                <a:gd name="connsiteX1" fmla="*/ 353663 w 743796"/>
                <a:gd name="connsiteY1" fmla="*/ 55245 h 2867501"/>
                <a:gd name="connsiteX2" fmla="*/ 571405 w 743796"/>
                <a:gd name="connsiteY2" fmla="*/ 179737 h 2867501"/>
                <a:gd name="connsiteX3" fmla="*/ 688658 w 743796"/>
                <a:gd name="connsiteY3" fmla="*/ 368808 h 2867501"/>
                <a:gd name="connsiteX4" fmla="*/ 731711 w 743796"/>
                <a:gd name="connsiteY4" fmla="*/ 612934 h 2867501"/>
                <a:gd name="connsiteX5" fmla="*/ 725233 w 743796"/>
                <a:gd name="connsiteY5" fmla="*/ 995648 h 2867501"/>
                <a:gd name="connsiteX6" fmla="*/ 742855 w 743796"/>
                <a:gd name="connsiteY6" fmla="*/ 1499330 h 2867501"/>
                <a:gd name="connsiteX7" fmla="*/ 707898 w 743796"/>
                <a:gd name="connsiteY7" fmla="*/ 1793081 h 2867501"/>
                <a:gd name="connsiteX8" fmla="*/ 633222 w 743796"/>
                <a:gd name="connsiteY8" fmla="*/ 2073592 h 2867501"/>
                <a:gd name="connsiteX9" fmla="*/ 404527 w 743796"/>
                <a:gd name="connsiteY9" fmla="*/ 2472404 h 2867501"/>
                <a:gd name="connsiteX10" fmla="*/ 0 w 743796"/>
                <a:gd name="connsiteY10" fmla="*/ 2867501 h 2867501"/>
                <a:gd name="connsiteX0" fmla="*/ 11144 w 847008"/>
                <a:gd name="connsiteY0" fmla="*/ 0 h 2867501"/>
                <a:gd name="connsiteX1" fmla="*/ 353663 w 847008"/>
                <a:gd name="connsiteY1" fmla="*/ 55245 h 2867501"/>
                <a:gd name="connsiteX2" fmla="*/ 571405 w 847008"/>
                <a:gd name="connsiteY2" fmla="*/ 179737 h 2867501"/>
                <a:gd name="connsiteX3" fmla="*/ 843445 w 847008"/>
                <a:gd name="connsiteY3" fmla="*/ 377934 h 2867501"/>
                <a:gd name="connsiteX4" fmla="*/ 731711 w 847008"/>
                <a:gd name="connsiteY4" fmla="*/ 612934 h 2867501"/>
                <a:gd name="connsiteX5" fmla="*/ 725233 w 847008"/>
                <a:gd name="connsiteY5" fmla="*/ 995648 h 2867501"/>
                <a:gd name="connsiteX6" fmla="*/ 742855 w 847008"/>
                <a:gd name="connsiteY6" fmla="*/ 1499330 h 2867501"/>
                <a:gd name="connsiteX7" fmla="*/ 707898 w 847008"/>
                <a:gd name="connsiteY7" fmla="*/ 1793081 h 2867501"/>
                <a:gd name="connsiteX8" fmla="*/ 633222 w 847008"/>
                <a:gd name="connsiteY8" fmla="*/ 2073592 h 2867501"/>
                <a:gd name="connsiteX9" fmla="*/ 404527 w 847008"/>
                <a:gd name="connsiteY9" fmla="*/ 2472404 h 2867501"/>
                <a:gd name="connsiteX10" fmla="*/ 0 w 847008"/>
                <a:gd name="connsiteY10" fmla="*/ 2867501 h 2867501"/>
                <a:gd name="connsiteX0" fmla="*/ 90883 w 847008"/>
                <a:gd name="connsiteY0" fmla="*/ 0 h 3123014"/>
                <a:gd name="connsiteX1" fmla="*/ 353663 w 847008"/>
                <a:gd name="connsiteY1" fmla="*/ 310758 h 3123014"/>
                <a:gd name="connsiteX2" fmla="*/ 571405 w 847008"/>
                <a:gd name="connsiteY2" fmla="*/ 435250 h 3123014"/>
                <a:gd name="connsiteX3" fmla="*/ 843445 w 847008"/>
                <a:gd name="connsiteY3" fmla="*/ 633447 h 3123014"/>
                <a:gd name="connsiteX4" fmla="*/ 731711 w 847008"/>
                <a:gd name="connsiteY4" fmla="*/ 868447 h 3123014"/>
                <a:gd name="connsiteX5" fmla="*/ 725233 w 847008"/>
                <a:gd name="connsiteY5" fmla="*/ 1251161 h 3123014"/>
                <a:gd name="connsiteX6" fmla="*/ 742855 w 847008"/>
                <a:gd name="connsiteY6" fmla="*/ 1754843 h 3123014"/>
                <a:gd name="connsiteX7" fmla="*/ 707898 w 847008"/>
                <a:gd name="connsiteY7" fmla="*/ 2048594 h 3123014"/>
                <a:gd name="connsiteX8" fmla="*/ 633222 w 847008"/>
                <a:gd name="connsiteY8" fmla="*/ 2329105 h 3123014"/>
                <a:gd name="connsiteX9" fmla="*/ 404527 w 847008"/>
                <a:gd name="connsiteY9" fmla="*/ 2727917 h 3123014"/>
                <a:gd name="connsiteX10" fmla="*/ 0 w 847008"/>
                <a:gd name="connsiteY10" fmla="*/ 3123014 h 3123014"/>
                <a:gd name="connsiteX0" fmla="*/ 90883 w 846791"/>
                <a:gd name="connsiteY0" fmla="*/ 0 h 3123014"/>
                <a:gd name="connsiteX1" fmla="*/ 353663 w 846791"/>
                <a:gd name="connsiteY1" fmla="*/ 310758 h 3123014"/>
                <a:gd name="connsiteX2" fmla="*/ 571405 w 846791"/>
                <a:gd name="connsiteY2" fmla="*/ 334870 h 3123014"/>
                <a:gd name="connsiteX3" fmla="*/ 843445 w 846791"/>
                <a:gd name="connsiteY3" fmla="*/ 633447 h 3123014"/>
                <a:gd name="connsiteX4" fmla="*/ 731711 w 846791"/>
                <a:gd name="connsiteY4" fmla="*/ 868447 h 3123014"/>
                <a:gd name="connsiteX5" fmla="*/ 725233 w 846791"/>
                <a:gd name="connsiteY5" fmla="*/ 1251161 h 3123014"/>
                <a:gd name="connsiteX6" fmla="*/ 742855 w 846791"/>
                <a:gd name="connsiteY6" fmla="*/ 1754843 h 3123014"/>
                <a:gd name="connsiteX7" fmla="*/ 707898 w 846791"/>
                <a:gd name="connsiteY7" fmla="*/ 2048594 h 3123014"/>
                <a:gd name="connsiteX8" fmla="*/ 633222 w 846791"/>
                <a:gd name="connsiteY8" fmla="*/ 2329105 h 3123014"/>
                <a:gd name="connsiteX9" fmla="*/ 404527 w 846791"/>
                <a:gd name="connsiteY9" fmla="*/ 2727917 h 3123014"/>
                <a:gd name="connsiteX10" fmla="*/ 0 w 846791"/>
                <a:gd name="connsiteY10" fmla="*/ 3123014 h 3123014"/>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313644 w 755908"/>
                <a:gd name="connsiteY9" fmla="*/ 2727917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7202 w 755908"/>
                <a:gd name="connsiteY9" fmla="*/ 2672456 h 3013508"/>
                <a:gd name="connsiteX10" fmla="*/ 7618 w 755908"/>
                <a:gd name="connsiteY10" fmla="*/ 3013508 h 3013508"/>
                <a:gd name="connsiteX0" fmla="*/ 0 w 755908"/>
                <a:gd name="connsiteY0" fmla="*/ 0 h 3013508"/>
                <a:gd name="connsiteX1" fmla="*/ 256388 w 755908"/>
                <a:gd name="connsiteY1" fmla="*/ 219426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7202 w 755908"/>
                <a:gd name="connsiteY9" fmla="*/ 2672456 h 3013508"/>
                <a:gd name="connsiteX10" fmla="*/ 7618 w 755908"/>
                <a:gd name="connsiteY10" fmla="*/ 3013508 h 3013508"/>
                <a:gd name="connsiteX0" fmla="*/ 0 w 752842"/>
                <a:gd name="connsiteY0" fmla="*/ 0 h 3013508"/>
                <a:gd name="connsiteX1" fmla="*/ 256388 w 752842"/>
                <a:gd name="connsiteY1" fmla="*/ 219426 h 3013508"/>
                <a:gd name="connsiteX2" fmla="*/ 599520 w 752842"/>
                <a:gd name="connsiteY2" fmla="*/ 225892 h 3013508"/>
                <a:gd name="connsiteX3" fmla="*/ 752562 w 752842"/>
                <a:gd name="connsiteY3" fmla="*/ 633447 h 3013508"/>
                <a:gd name="connsiteX4" fmla="*/ 640828 w 752842"/>
                <a:gd name="connsiteY4" fmla="*/ 868447 h 3013508"/>
                <a:gd name="connsiteX5" fmla="*/ 634350 w 752842"/>
                <a:gd name="connsiteY5" fmla="*/ 1251161 h 3013508"/>
                <a:gd name="connsiteX6" fmla="*/ 651972 w 752842"/>
                <a:gd name="connsiteY6" fmla="*/ 1754843 h 3013508"/>
                <a:gd name="connsiteX7" fmla="*/ 683073 w 752842"/>
                <a:gd name="connsiteY7" fmla="*/ 2105942 h 3013508"/>
                <a:gd name="connsiteX8" fmla="*/ 542339 w 752842"/>
                <a:gd name="connsiteY8" fmla="*/ 2329105 h 3013508"/>
                <a:gd name="connsiteX9" fmla="*/ 287202 w 752842"/>
                <a:gd name="connsiteY9" fmla="*/ 2672456 h 3013508"/>
                <a:gd name="connsiteX10" fmla="*/ 7618 w 752842"/>
                <a:gd name="connsiteY10" fmla="*/ 3013508 h 3013508"/>
                <a:gd name="connsiteX0" fmla="*/ 0 w 752842"/>
                <a:gd name="connsiteY0" fmla="*/ 0 h 3013508"/>
                <a:gd name="connsiteX1" fmla="*/ 442221 w 752842"/>
                <a:gd name="connsiteY1" fmla="*/ 55960 h 3013508"/>
                <a:gd name="connsiteX2" fmla="*/ 599520 w 752842"/>
                <a:gd name="connsiteY2" fmla="*/ 225892 h 3013508"/>
                <a:gd name="connsiteX3" fmla="*/ 752562 w 752842"/>
                <a:gd name="connsiteY3" fmla="*/ 633447 h 3013508"/>
                <a:gd name="connsiteX4" fmla="*/ 640828 w 752842"/>
                <a:gd name="connsiteY4" fmla="*/ 868447 h 3013508"/>
                <a:gd name="connsiteX5" fmla="*/ 634350 w 752842"/>
                <a:gd name="connsiteY5" fmla="*/ 1251161 h 3013508"/>
                <a:gd name="connsiteX6" fmla="*/ 651972 w 752842"/>
                <a:gd name="connsiteY6" fmla="*/ 1754843 h 3013508"/>
                <a:gd name="connsiteX7" fmla="*/ 683073 w 752842"/>
                <a:gd name="connsiteY7" fmla="*/ 2105942 h 3013508"/>
                <a:gd name="connsiteX8" fmla="*/ 542339 w 752842"/>
                <a:gd name="connsiteY8" fmla="*/ 2329105 h 3013508"/>
                <a:gd name="connsiteX9" fmla="*/ 287202 w 752842"/>
                <a:gd name="connsiteY9" fmla="*/ 2672456 h 3013508"/>
                <a:gd name="connsiteX10" fmla="*/ 7618 w 752842"/>
                <a:gd name="connsiteY10" fmla="*/ 3013508 h 3013508"/>
                <a:gd name="connsiteX0" fmla="*/ 585741 w 745224"/>
                <a:gd name="connsiteY0" fmla="*/ 0 h 3356213"/>
                <a:gd name="connsiteX1" fmla="*/ 434603 w 745224"/>
                <a:gd name="connsiteY1" fmla="*/ 398665 h 3356213"/>
                <a:gd name="connsiteX2" fmla="*/ 591902 w 745224"/>
                <a:gd name="connsiteY2" fmla="*/ 568597 h 3356213"/>
                <a:gd name="connsiteX3" fmla="*/ 744944 w 745224"/>
                <a:gd name="connsiteY3" fmla="*/ 976152 h 3356213"/>
                <a:gd name="connsiteX4" fmla="*/ 633210 w 745224"/>
                <a:gd name="connsiteY4" fmla="*/ 1211152 h 3356213"/>
                <a:gd name="connsiteX5" fmla="*/ 626732 w 745224"/>
                <a:gd name="connsiteY5" fmla="*/ 1593866 h 3356213"/>
                <a:gd name="connsiteX6" fmla="*/ 644354 w 745224"/>
                <a:gd name="connsiteY6" fmla="*/ 2097548 h 3356213"/>
                <a:gd name="connsiteX7" fmla="*/ 675455 w 745224"/>
                <a:gd name="connsiteY7" fmla="*/ 2448647 h 3356213"/>
                <a:gd name="connsiteX8" fmla="*/ 534721 w 745224"/>
                <a:gd name="connsiteY8" fmla="*/ 2671810 h 3356213"/>
                <a:gd name="connsiteX9" fmla="*/ 279584 w 745224"/>
                <a:gd name="connsiteY9" fmla="*/ 3015161 h 3356213"/>
                <a:gd name="connsiteX10" fmla="*/ 0 w 745224"/>
                <a:gd name="connsiteY10" fmla="*/ 3356213 h 3356213"/>
                <a:gd name="connsiteX0" fmla="*/ 585741 w 745224"/>
                <a:gd name="connsiteY0" fmla="*/ 0 h 3356213"/>
                <a:gd name="connsiteX1" fmla="*/ 434603 w 745224"/>
                <a:gd name="connsiteY1" fmla="*/ 398665 h 3356213"/>
                <a:gd name="connsiteX2" fmla="*/ 591902 w 745224"/>
                <a:gd name="connsiteY2" fmla="*/ 568597 h 3356213"/>
                <a:gd name="connsiteX3" fmla="*/ 744944 w 745224"/>
                <a:gd name="connsiteY3" fmla="*/ 976152 h 3356213"/>
                <a:gd name="connsiteX4" fmla="*/ 633210 w 745224"/>
                <a:gd name="connsiteY4" fmla="*/ 1211152 h 3356213"/>
                <a:gd name="connsiteX5" fmla="*/ 626732 w 745224"/>
                <a:gd name="connsiteY5" fmla="*/ 1593866 h 3356213"/>
                <a:gd name="connsiteX6" fmla="*/ 644354 w 745224"/>
                <a:gd name="connsiteY6" fmla="*/ 2097548 h 3356213"/>
                <a:gd name="connsiteX7" fmla="*/ 675455 w 745224"/>
                <a:gd name="connsiteY7" fmla="*/ 2448647 h 3356213"/>
                <a:gd name="connsiteX8" fmla="*/ 534721 w 745224"/>
                <a:gd name="connsiteY8" fmla="*/ 2671810 h 3356213"/>
                <a:gd name="connsiteX9" fmla="*/ 279584 w 745224"/>
                <a:gd name="connsiteY9" fmla="*/ 3015161 h 3356213"/>
                <a:gd name="connsiteX10" fmla="*/ 0 w 745224"/>
                <a:gd name="connsiteY10" fmla="*/ 3356213 h 3356213"/>
                <a:gd name="connsiteX0" fmla="*/ 585741 w 920765"/>
                <a:gd name="connsiteY0" fmla="*/ 0 h 3356213"/>
                <a:gd name="connsiteX1" fmla="*/ 434603 w 920765"/>
                <a:gd name="connsiteY1" fmla="*/ 398665 h 3356213"/>
                <a:gd name="connsiteX2" fmla="*/ 591902 w 920765"/>
                <a:gd name="connsiteY2" fmla="*/ 568597 h 3356213"/>
                <a:gd name="connsiteX3" fmla="*/ 744944 w 920765"/>
                <a:gd name="connsiteY3" fmla="*/ 976152 h 3356213"/>
                <a:gd name="connsiteX4" fmla="*/ 633210 w 920765"/>
                <a:gd name="connsiteY4" fmla="*/ 1211152 h 3356213"/>
                <a:gd name="connsiteX5" fmla="*/ 626732 w 920765"/>
                <a:gd name="connsiteY5" fmla="*/ 1593866 h 3356213"/>
                <a:gd name="connsiteX6" fmla="*/ 644354 w 920765"/>
                <a:gd name="connsiteY6" fmla="*/ 2097548 h 3356213"/>
                <a:gd name="connsiteX7" fmla="*/ 919971 w 920765"/>
                <a:gd name="connsiteY7" fmla="*/ 2206316 h 3356213"/>
                <a:gd name="connsiteX8" fmla="*/ 534721 w 920765"/>
                <a:gd name="connsiteY8" fmla="*/ 2671810 h 3356213"/>
                <a:gd name="connsiteX9" fmla="*/ 279584 w 920765"/>
                <a:gd name="connsiteY9" fmla="*/ 3015161 h 3356213"/>
                <a:gd name="connsiteX10" fmla="*/ 0 w 920765"/>
                <a:gd name="connsiteY10" fmla="*/ 3356213 h 3356213"/>
                <a:gd name="connsiteX0" fmla="*/ 585741 w 920472"/>
                <a:gd name="connsiteY0" fmla="*/ 0 h 3356213"/>
                <a:gd name="connsiteX1" fmla="*/ 434603 w 920472"/>
                <a:gd name="connsiteY1" fmla="*/ 398665 h 3356213"/>
                <a:gd name="connsiteX2" fmla="*/ 591902 w 920472"/>
                <a:gd name="connsiteY2" fmla="*/ 568597 h 3356213"/>
                <a:gd name="connsiteX3" fmla="*/ 744944 w 920472"/>
                <a:gd name="connsiteY3" fmla="*/ 976152 h 3356213"/>
                <a:gd name="connsiteX4" fmla="*/ 633210 w 920472"/>
                <a:gd name="connsiteY4" fmla="*/ 1211152 h 3356213"/>
                <a:gd name="connsiteX5" fmla="*/ 626732 w 920472"/>
                <a:gd name="connsiteY5" fmla="*/ 1593866 h 3356213"/>
                <a:gd name="connsiteX6" fmla="*/ 623163 w 920472"/>
                <a:gd name="connsiteY6" fmla="*/ 1979967 h 3356213"/>
                <a:gd name="connsiteX7" fmla="*/ 919971 w 920472"/>
                <a:gd name="connsiteY7" fmla="*/ 2206316 h 3356213"/>
                <a:gd name="connsiteX8" fmla="*/ 534721 w 920472"/>
                <a:gd name="connsiteY8" fmla="*/ 2671810 h 3356213"/>
                <a:gd name="connsiteX9" fmla="*/ 279584 w 920472"/>
                <a:gd name="connsiteY9" fmla="*/ 3015161 h 3356213"/>
                <a:gd name="connsiteX10" fmla="*/ 0 w 920472"/>
                <a:gd name="connsiteY10" fmla="*/ 3356213 h 3356213"/>
                <a:gd name="connsiteX0" fmla="*/ 585741 w 924595"/>
                <a:gd name="connsiteY0" fmla="*/ 0 h 3356213"/>
                <a:gd name="connsiteX1" fmla="*/ 434603 w 924595"/>
                <a:gd name="connsiteY1" fmla="*/ 398665 h 3356213"/>
                <a:gd name="connsiteX2" fmla="*/ 591902 w 924595"/>
                <a:gd name="connsiteY2" fmla="*/ 568597 h 3356213"/>
                <a:gd name="connsiteX3" fmla="*/ 744944 w 924595"/>
                <a:gd name="connsiteY3" fmla="*/ 976152 h 3356213"/>
                <a:gd name="connsiteX4" fmla="*/ 633210 w 924595"/>
                <a:gd name="connsiteY4" fmla="*/ 1211152 h 3356213"/>
                <a:gd name="connsiteX5" fmla="*/ 626732 w 924595"/>
                <a:gd name="connsiteY5" fmla="*/ 1593866 h 3356213"/>
                <a:gd name="connsiteX6" fmla="*/ 623163 w 924595"/>
                <a:gd name="connsiteY6" fmla="*/ 1979967 h 3356213"/>
                <a:gd name="connsiteX7" fmla="*/ 919971 w 924595"/>
                <a:gd name="connsiteY7" fmla="*/ 2206316 h 3356213"/>
                <a:gd name="connsiteX8" fmla="*/ 766195 w 924595"/>
                <a:gd name="connsiteY8" fmla="*/ 2568569 h 3356213"/>
                <a:gd name="connsiteX9" fmla="*/ 279584 w 924595"/>
                <a:gd name="connsiteY9" fmla="*/ 3015161 h 3356213"/>
                <a:gd name="connsiteX10" fmla="*/ 0 w 924595"/>
                <a:gd name="connsiteY10" fmla="*/ 3356213 h 3356213"/>
                <a:gd name="connsiteX0" fmla="*/ 585741 w 924040"/>
                <a:gd name="connsiteY0" fmla="*/ 0 h 3356213"/>
                <a:gd name="connsiteX1" fmla="*/ 434603 w 924040"/>
                <a:gd name="connsiteY1" fmla="*/ 398665 h 3356213"/>
                <a:gd name="connsiteX2" fmla="*/ 591902 w 924040"/>
                <a:gd name="connsiteY2" fmla="*/ 568597 h 3356213"/>
                <a:gd name="connsiteX3" fmla="*/ 744944 w 924040"/>
                <a:gd name="connsiteY3" fmla="*/ 976152 h 3356213"/>
                <a:gd name="connsiteX4" fmla="*/ 633210 w 924040"/>
                <a:gd name="connsiteY4" fmla="*/ 1211152 h 3356213"/>
                <a:gd name="connsiteX5" fmla="*/ 626732 w 924040"/>
                <a:gd name="connsiteY5" fmla="*/ 1593866 h 3356213"/>
                <a:gd name="connsiteX6" fmla="*/ 623163 w 924040"/>
                <a:gd name="connsiteY6" fmla="*/ 1979967 h 3356213"/>
                <a:gd name="connsiteX7" fmla="*/ 919971 w 924040"/>
                <a:gd name="connsiteY7" fmla="*/ 2206316 h 3356213"/>
                <a:gd name="connsiteX8" fmla="*/ 766195 w 924040"/>
                <a:gd name="connsiteY8" fmla="*/ 2568569 h 3356213"/>
                <a:gd name="connsiteX9" fmla="*/ 362719 w 924040"/>
                <a:gd name="connsiteY9" fmla="*/ 2954937 h 3356213"/>
                <a:gd name="connsiteX10" fmla="*/ 0 w 924040"/>
                <a:gd name="connsiteY10" fmla="*/ 3356213 h 3356213"/>
                <a:gd name="connsiteX0" fmla="*/ 223022 w 561321"/>
                <a:gd name="connsiteY0" fmla="*/ 0 h 2954937"/>
                <a:gd name="connsiteX1" fmla="*/ 71884 w 561321"/>
                <a:gd name="connsiteY1" fmla="*/ 398665 h 2954937"/>
                <a:gd name="connsiteX2" fmla="*/ 229183 w 561321"/>
                <a:gd name="connsiteY2" fmla="*/ 568597 h 2954937"/>
                <a:gd name="connsiteX3" fmla="*/ 382225 w 561321"/>
                <a:gd name="connsiteY3" fmla="*/ 976152 h 2954937"/>
                <a:gd name="connsiteX4" fmla="*/ 270491 w 561321"/>
                <a:gd name="connsiteY4" fmla="*/ 1211152 h 2954937"/>
                <a:gd name="connsiteX5" fmla="*/ 264013 w 561321"/>
                <a:gd name="connsiteY5" fmla="*/ 1593866 h 2954937"/>
                <a:gd name="connsiteX6" fmla="*/ 260444 w 561321"/>
                <a:gd name="connsiteY6" fmla="*/ 1979967 h 2954937"/>
                <a:gd name="connsiteX7" fmla="*/ 557252 w 561321"/>
                <a:gd name="connsiteY7" fmla="*/ 2206316 h 2954937"/>
                <a:gd name="connsiteX8" fmla="*/ 403476 w 561321"/>
                <a:gd name="connsiteY8" fmla="*/ 2568569 h 2954937"/>
                <a:gd name="connsiteX9" fmla="*/ 0 w 561321"/>
                <a:gd name="connsiteY9" fmla="*/ 2954937 h 2954937"/>
                <a:gd name="connsiteX0" fmla="*/ 223022 w 563030"/>
                <a:gd name="connsiteY0" fmla="*/ 0 h 2954937"/>
                <a:gd name="connsiteX1" fmla="*/ 71884 w 563030"/>
                <a:gd name="connsiteY1" fmla="*/ 398665 h 2954937"/>
                <a:gd name="connsiteX2" fmla="*/ 229183 w 563030"/>
                <a:gd name="connsiteY2" fmla="*/ 568597 h 2954937"/>
                <a:gd name="connsiteX3" fmla="*/ 382225 w 563030"/>
                <a:gd name="connsiteY3" fmla="*/ 976152 h 2954937"/>
                <a:gd name="connsiteX4" fmla="*/ 270491 w 563030"/>
                <a:gd name="connsiteY4" fmla="*/ 1211152 h 2954937"/>
                <a:gd name="connsiteX5" fmla="*/ 264013 w 563030"/>
                <a:gd name="connsiteY5" fmla="*/ 1593866 h 2954937"/>
                <a:gd name="connsiteX6" fmla="*/ 224584 w 563030"/>
                <a:gd name="connsiteY6" fmla="*/ 1866270 h 2954937"/>
                <a:gd name="connsiteX7" fmla="*/ 557252 w 563030"/>
                <a:gd name="connsiteY7" fmla="*/ 2206316 h 2954937"/>
                <a:gd name="connsiteX8" fmla="*/ 403476 w 563030"/>
                <a:gd name="connsiteY8" fmla="*/ 2568569 h 2954937"/>
                <a:gd name="connsiteX9" fmla="*/ 0 w 563030"/>
                <a:gd name="connsiteY9" fmla="*/ 2954937 h 2954937"/>
                <a:gd name="connsiteX0" fmla="*/ 223022 w 557419"/>
                <a:gd name="connsiteY0" fmla="*/ 0 h 2954937"/>
                <a:gd name="connsiteX1" fmla="*/ 71884 w 557419"/>
                <a:gd name="connsiteY1" fmla="*/ 398665 h 2954937"/>
                <a:gd name="connsiteX2" fmla="*/ 229183 w 557419"/>
                <a:gd name="connsiteY2" fmla="*/ 568597 h 2954937"/>
                <a:gd name="connsiteX3" fmla="*/ 382225 w 557419"/>
                <a:gd name="connsiteY3" fmla="*/ 976152 h 2954937"/>
                <a:gd name="connsiteX4" fmla="*/ 270491 w 557419"/>
                <a:gd name="connsiteY4" fmla="*/ 1211152 h 2954937"/>
                <a:gd name="connsiteX5" fmla="*/ 264013 w 557419"/>
                <a:gd name="connsiteY5" fmla="*/ 1593866 h 2954937"/>
                <a:gd name="connsiteX6" fmla="*/ 224584 w 557419"/>
                <a:gd name="connsiteY6" fmla="*/ 1866270 h 2954937"/>
                <a:gd name="connsiteX7" fmla="*/ 380021 w 557419"/>
                <a:gd name="connsiteY7" fmla="*/ 1972129 h 2954937"/>
                <a:gd name="connsiteX8" fmla="*/ 557252 w 557419"/>
                <a:gd name="connsiteY8" fmla="*/ 2206316 h 2954937"/>
                <a:gd name="connsiteX9" fmla="*/ 403476 w 557419"/>
                <a:gd name="connsiteY9" fmla="*/ 2568569 h 2954937"/>
                <a:gd name="connsiteX10" fmla="*/ 0 w 557419"/>
                <a:gd name="connsiteY10" fmla="*/ 2954937 h 2954937"/>
                <a:gd name="connsiteX0" fmla="*/ 223022 w 609520"/>
                <a:gd name="connsiteY0" fmla="*/ 0 h 2954937"/>
                <a:gd name="connsiteX1" fmla="*/ 71884 w 609520"/>
                <a:gd name="connsiteY1" fmla="*/ 398665 h 2954937"/>
                <a:gd name="connsiteX2" fmla="*/ 229183 w 609520"/>
                <a:gd name="connsiteY2" fmla="*/ 568597 h 2954937"/>
                <a:gd name="connsiteX3" fmla="*/ 382225 w 609520"/>
                <a:gd name="connsiteY3" fmla="*/ 976152 h 2954937"/>
                <a:gd name="connsiteX4" fmla="*/ 270491 w 609520"/>
                <a:gd name="connsiteY4" fmla="*/ 1211152 h 2954937"/>
                <a:gd name="connsiteX5" fmla="*/ 264013 w 609520"/>
                <a:gd name="connsiteY5" fmla="*/ 1593866 h 2954937"/>
                <a:gd name="connsiteX6" fmla="*/ 224584 w 609520"/>
                <a:gd name="connsiteY6" fmla="*/ 1866270 h 2954937"/>
                <a:gd name="connsiteX7" fmla="*/ 380021 w 609520"/>
                <a:gd name="connsiteY7" fmla="*/ 1972129 h 2954937"/>
                <a:gd name="connsiteX8" fmla="*/ 609418 w 609520"/>
                <a:gd name="connsiteY8" fmla="*/ 2254845 h 2954937"/>
                <a:gd name="connsiteX9" fmla="*/ 403476 w 609520"/>
                <a:gd name="connsiteY9" fmla="*/ 2568569 h 2954937"/>
                <a:gd name="connsiteX10" fmla="*/ 0 w 609520"/>
                <a:gd name="connsiteY10" fmla="*/ 2954937 h 2954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9520" h="2954937">
                  <a:moveTo>
                    <a:pt x="223022" y="0"/>
                  </a:moveTo>
                  <a:cubicBezTo>
                    <a:pt x="131996" y="68913"/>
                    <a:pt x="70857" y="303899"/>
                    <a:pt x="71884" y="398665"/>
                  </a:cubicBezTo>
                  <a:cubicBezTo>
                    <a:pt x="72911" y="493431"/>
                    <a:pt x="177459" y="472349"/>
                    <a:pt x="229183" y="568597"/>
                  </a:cubicBezTo>
                  <a:cubicBezTo>
                    <a:pt x="280907" y="664845"/>
                    <a:pt x="375340" y="869060"/>
                    <a:pt x="382225" y="976152"/>
                  </a:cubicBezTo>
                  <a:cubicBezTo>
                    <a:pt x="389110" y="1083245"/>
                    <a:pt x="266776" y="1128094"/>
                    <a:pt x="270491" y="1211152"/>
                  </a:cubicBezTo>
                  <a:cubicBezTo>
                    <a:pt x="276206" y="1338692"/>
                    <a:pt x="263728" y="1466136"/>
                    <a:pt x="264013" y="1593866"/>
                  </a:cubicBezTo>
                  <a:cubicBezTo>
                    <a:pt x="264490" y="1761983"/>
                    <a:pt x="230394" y="1698249"/>
                    <a:pt x="224584" y="1866270"/>
                  </a:cubicBezTo>
                  <a:cubicBezTo>
                    <a:pt x="234953" y="1932087"/>
                    <a:pt x="324576" y="1915455"/>
                    <a:pt x="380021" y="1972129"/>
                  </a:cubicBezTo>
                  <a:cubicBezTo>
                    <a:pt x="435466" y="2028803"/>
                    <a:pt x="605509" y="2155438"/>
                    <a:pt x="609418" y="2254845"/>
                  </a:cubicBezTo>
                  <a:cubicBezTo>
                    <a:pt x="613327" y="2354252"/>
                    <a:pt x="505046" y="2451887"/>
                    <a:pt x="403476" y="2568569"/>
                  </a:cubicBezTo>
                  <a:cubicBezTo>
                    <a:pt x="301906" y="2685251"/>
                    <a:pt x="95155" y="2833589"/>
                    <a:pt x="0" y="2954937"/>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B3736BE8-7416-F4F0-9707-BA2909FC1D04}"/>
                </a:ext>
              </a:extLst>
            </p:cNvPr>
            <p:cNvSpPr/>
            <p:nvPr/>
          </p:nvSpPr>
          <p:spPr>
            <a:xfrm rot="5400000">
              <a:off x="8511748" y="-968388"/>
              <a:ext cx="2674254" cy="4617635"/>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106263 w 2977477"/>
                <a:gd name="connsiteY12" fmla="*/ 2030254 h 4627150"/>
                <a:gd name="connsiteX13" fmla="*/ 2009880 w 2977477"/>
                <a:gd name="connsiteY13" fmla="*/ 1863875 h 4627150"/>
                <a:gd name="connsiteX14" fmla="*/ 2499455 w 2977477"/>
                <a:gd name="connsiteY14" fmla="*/ 1656207 h 4627150"/>
                <a:gd name="connsiteX15" fmla="*/ 2707100 w 2977477"/>
                <a:gd name="connsiteY15" fmla="*/ 1390269 h 4627150"/>
                <a:gd name="connsiteX16" fmla="*/ 2812352 w 2977477"/>
                <a:gd name="connsiteY16" fmla="*/ 1230916 h 4627150"/>
                <a:gd name="connsiteX17" fmla="*/ 2898172 w 2977477"/>
                <a:gd name="connsiteY17" fmla="*/ 1036987 h 4627150"/>
                <a:gd name="connsiteX18" fmla="*/ 2963228 w 2977477"/>
                <a:gd name="connsiteY18" fmla="*/ 850011 h 4627150"/>
                <a:gd name="connsiteX19" fmla="*/ 2977325 w 2977477"/>
                <a:gd name="connsiteY19" fmla="*/ 745427 h 4627150"/>
                <a:gd name="connsiteX20" fmla="*/ 2929509 w 2977477"/>
                <a:gd name="connsiteY20" fmla="*/ 480155 h 4627150"/>
                <a:gd name="connsiteX21" fmla="*/ 2563082 w 2977477"/>
                <a:gd name="connsiteY21"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740066 w 2977477"/>
                <a:gd name="connsiteY11" fmla="*/ 2356334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40066 w 2977477"/>
                <a:gd name="connsiteY10" fmla="*/ 2356334 h 4627150"/>
                <a:gd name="connsiteX11" fmla="*/ 2009880 w 2977477"/>
                <a:gd name="connsiteY11" fmla="*/ 186387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80301"/>
                <a:gd name="connsiteY0" fmla="*/ 4627150 h 4627150"/>
                <a:gd name="connsiteX1" fmla="*/ 275082 w 2980301"/>
                <a:gd name="connsiteY1" fmla="*/ 4341590 h 4627150"/>
                <a:gd name="connsiteX2" fmla="*/ 502825 w 2980301"/>
                <a:gd name="connsiteY2" fmla="*/ 4054126 h 4627150"/>
                <a:gd name="connsiteX3" fmla="*/ 666179 w 2980301"/>
                <a:gd name="connsiteY3" fmla="*/ 3890677 h 4627150"/>
                <a:gd name="connsiteX4" fmla="*/ 864203 w 2980301"/>
                <a:gd name="connsiteY4" fmla="*/ 3675983 h 4627150"/>
                <a:gd name="connsiteX5" fmla="*/ 982599 w 2980301"/>
                <a:gd name="connsiteY5" fmla="*/ 3557492 h 4627150"/>
                <a:gd name="connsiteX6" fmla="*/ 1188244 w 2980301"/>
                <a:gd name="connsiteY6" fmla="*/ 3329654 h 4627150"/>
                <a:gd name="connsiteX7" fmla="*/ 1344740 w 2980301"/>
                <a:gd name="connsiteY7" fmla="*/ 3146774 h 4627150"/>
                <a:gd name="connsiteX8" fmla="*/ 1470755 w 2980301"/>
                <a:gd name="connsiteY8" fmla="*/ 2984659 h 4627150"/>
                <a:gd name="connsiteX9" fmla="*/ 1657636 w 2980301"/>
                <a:gd name="connsiteY9" fmla="*/ 2670239 h 4627150"/>
                <a:gd name="connsiteX10" fmla="*/ 1740066 w 2980301"/>
                <a:gd name="connsiteY10" fmla="*/ 2356334 h 4627150"/>
                <a:gd name="connsiteX11" fmla="*/ 2009880 w 2980301"/>
                <a:gd name="connsiteY11" fmla="*/ 1863875 h 4627150"/>
                <a:gd name="connsiteX12" fmla="*/ 2499455 w 2980301"/>
                <a:gd name="connsiteY12" fmla="*/ 1656207 h 4627150"/>
                <a:gd name="connsiteX13" fmla="*/ 2707100 w 2980301"/>
                <a:gd name="connsiteY13" fmla="*/ 1390269 h 4627150"/>
                <a:gd name="connsiteX14" fmla="*/ 2812352 w 2980301"/>
                <a:gd name="connsiteY14" fmla="*/ 1230916 h 4627150"/>
                <a:gd name="connsiteX15" fmla="*/ 2963228 w 2980301"/>
                <a:gd name="connsiteY15" fmla="*/ 850011 h 4627150"/>
                <a:gd name="connsiteX16" fmla="*/ 2977325 w 2980301"/>
                <a:gd name="connsiteY16" fmla="*/ 745427 h 4627150"/>
                <a:gd name="connsiteX17" fmla="*/ 2929509 w 2980301"/>
                <a:gd name="connsiteY17" fmla="*/ 480155 h 4627150"/>
                <a:gd name="connsiteX18" fmla="*/ 2563082 w 2980301"/>
                <a:gd name="connsiteY18" fmla="*/ 0 h 462715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929509 w 2980301"/>
                <a:gd name="connsiteY17" fmla="*/ 569275 h 4716270"/>
                <a:gd name="connsiteX18" fmla="*/ 2417677 w 2980301"/>
                <a:gd name="connsiteY18" fmla="*/ 0 h 471627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417677 w 2980301"/>
                <a:gd name="connsiteY17" fmla="*/ 0 h 4716270"/>
                <a:gd name="connsiteX0" fmla="*/ 0 w 2963287"/>
                <a:gd name="connsiteY0" fmla="*/ 4716270 h 4716270"/>
                <a:gd name="connsiteX1" fmla="*/ 275082 w 2963287"/>
                <a:gd name="connsiteY1" fmla="*/ 4430710 h 4716270"/>
                <a:gd name="connsiteX2" fmla="*/ 502825 w 2963287"/>
                <a:gd name="connsiteY2" fmla="*/ 4143246 h 4716270"/>
                <a:gd name="connsiteX3" fmla="*/ 666179 w 2963287"/>
                <a:gd name="connsiteY3" fmla="*/ 3979797 h 4716270"/>
                <a:gd name="connsiteX4" fmla="*/ 864203 w 2963287"/>
                <a:gd name="connsiteY4" fmla="*/ 3765103 h 4716270"/>
                <a:gd name="connsiteX5" fmla="*/ 982599 w 2963287"/>
                <a:gd name="connsiteY5" fmla="*/ 3646612 h 4716270"/>
                <a:gd name="connsiteX6" fmla="*/ 1188244 w 2963287"/>
                <a:gd name="connsiteY6" fmla="*/ 3418774 h 4716270"/>
                <a:gd name="connsiteX7" fmla="*/ 1344740 w 2963287"/>
                <a:gd name="connsiteY7" fmla="*/ 3235894 h 4716270"/>
                <a:gd name="connsiteX8" fmla="*/ 1470755 w 2963287"/>
                <a:gd name="connsiteY8" fmla="*/ 3073779 h 4716270"/>
                <a:gd name="connsiteX9" fmla="*/ 1657636 w 2963287"/>
                <a:gd name="connsiteY9" fmla="*/ 2759359 h 4716270"/>
                <a:gd name="connsiteX10" fmla="*/ 1740066 w 2963287"/>
                <a:gd name="connsiteY10" fmla="*/ 2445454 h 4716270"/>
                <a:gd name="connsiteX11" fmla="*/ 2009880 w 2963287"/>
                <a:gd name="connsiteY11" fmla="*/ 1952995 h 4716270"/>
                <a:gd name="connsiteX12" fmla="*/ 2499455 w 2963287"/>
                <a:gd name="connsiteY12" fmla="*/ 1745327 h 4716270"/>
                <a:gd name="connsiteX13" fmla="*/ 2707100 w 2963287"/>
                <a:gd name="connsiteY13" fmla="*/ 1479389 h 4716270"/>
                <a:gd name="connsiteX14" fmla="*/ 2812352 w 2963287"/>
                <a:gd name="connsiteY14" fmla="*/ 1320036 h 4716270"/>
                <a:gd name="connsiteX15" fmla="*/ 2963228 w 2963287"/>
                <a:gd name="connsiteY15" fmla="*/ 939131 h 4716270"/>
                <a:gd name="connsiteX16" fmla="*/ 2794396 w 2963287"/>
                <a:gd name="connsiteY16" fmla="*/ 557808 h 4716270"/>
                <a:gd name="connsiteX17" fmla="*/ 2417677 w 2963287"/>
                <a:gd name="connsiteY17"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320036 h 4716270"/>
                <a:gd name="connsiteX15" fmla="*/ 2794396 w 2833759"/>
                <a:gd name="connsiteY15" fmla="*/ 557808 h 4716270"/>
                <a:gd name="connsiteX16" fmla="*/ 2417677 w 2833759"/>
                <a:gd name="connsiteY16"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132416 h 4716270"/>
                <a:gd name="connsiteX15" fmla="*/ 2794396 w 2833759"/>
                <a:gd name="connsiteY15" fmla="*/ 557808 h 4716270"/>
                <a:gd name="connsiteX16" fmla="*/ 2417677 w 2833759"/>
                <a:gd name="connsiteY16" fmla="*/ 0 h 4716270"/>
                <a:gd name="connsiteX0" fmla="*/ 0 w 2846779"/>
                <a:gd name="connsiteY0" fmla="*/ 4716270 h 4716270"/>
                <a:gd name="connsiteX1" fmla="*/ 275082 w 2846779"/>
                <a:gd name="connsiteY1" fmla="*/ 4430710 h 4716270"/>
                <a:gd name="connsiteX2" fmla="*/ 502825 w 2846779"/>
                <a:gd name="connsiteY2" fmla="*/ 4143246 h 4716270"/>
                <a:gd name="connsiteX3" fmla="*/ 666179 w 2846779"/>
                <a:gd name="connsiteY3" fmla="*/ 3979797 h 4716270"/>
                <a:gd name="connsiteX4" fmla="*/ 864203 w 2846779"/>
                <a:gd name="connsiteY4" fmla="*/ 3765103 h 4716270"/>
                <a:gd name="connsiteX5" fmla="*/ 982599 w 2846779"/>
                <a:gd name="connsiteY5" fmla="*/ 3646612 h 4716270"/>
                <a:gd name="connsiteX6" fmla="*/ 1188244 w 2846779"/>
                <a:gd name="connsiteY6" fmla="*/ 3418774 h 4716270"/>
                <a:gd name="connsiteX7" fmla="*/ 1344740 w 2846779"/>
                <a:gd name="connsiteY7" fmla="*/ 3235894 h 4716270"/>
                <a:gd name="connsiteX8" fmla="*/ 1470755 w 2846779"/>
                <a:gd name="connsiteY8" fmla="*/ 3073779 h 4716270"/>
                <a:gd name="connsiteX9" fmla="*/ 1657636 w 2846779"/>
                <a:gd name="connsiteY9" fmla="*/ 2759359 h 4716270"/>
                <a:gd name="connsiteX10" fmla="*/ 1740066 w 2846779"/>
                <a:gd name="connsiteY10" fmla="*/ 2445454 h 4716270"/>
                <a:gd name="connsiteX11" fmla="*/ 2009880 w 2846779"/>
                <a:gd name="connsiteY11" fmla="*/ 1952995 h 4716270"/>
                <a:gd name="connsiteX12" fmla="*/ 2499455 w 2846779"/>
                <a:gd name="connsiteY12" fmla="*/ 1745327 h 4716270"/>
                <a:gd name="connsiteX13" fmla="*/ 2812352 w 2846779"/>
                <a:gd name="connsiteY13" fmla="*/ 1132416 h 4716270"/>
                <a:gd name="connsiteX14" fmla="*/ 2794396 w 2846779"/>
                <a:gd name="connsiteY14" fmla="*/ 557808 h 4716270"/>
                <a:gd name="connsiteX15" fmla="*/ 2417677 w 2846779"/>
                <a:gd name="connsiteY15" fmla="*/ 0 h 4716270"/>
                <a:gd name="connsiteX0" fmla="*/ 0 w 2853204"/>
                <a:gd name="connsiteY0" fmla="*/ 4716270 h 4716270"/>
                <a:gd name="connsiteX1" fmla="*/ 275082 w 2853204"/>
                <a:gd name="connsiteY1" fmla="*/ 4430710 h 4716270"/>
                <a:gd name="connsiteX2" fmla="*/ 502825 w 2853204"/>
                <a:gd name="connsiteY2" fmla="*/ 4143246 h 4716270"/>
                <a:gd name="connsiteX3" fmla="*/ 666179 w 2853204"/>
                <a:gd name="connsiteY3" fmla="*/ 3979797 h 4716270"/>
                <a:gd name="connsiteX4" fmla="*/ 864203 w 2853204"/>
                <a:gd name="connsiteY4" fmla="*/ 3765103 h 4716270"/>
                <a:gd name="connsiteX5" fmla="*/ 982599 w 2853204"/>
                <a:gd name="connsiteY5" fmla="*/ 3646612 h 4716270"/>
                <a:gd name="connsiteX6" fmla="*/ 1188244 w 2853204"/>
                <a:gd name="connsiteY6" fmla="*/ 3418774 h 4716270"/>
                <a:gd name="connsiteX7" fmla="*/ 1344740 w 2853204"/>
                <a:gd name="connsiteY7" fmla="*/ 3235894 h 4716270"/>
                <a:gd name="connsiteX8" fmla="*/ 1470755 w 2853204"/>
                <a:gd name="connsiteY8" fmla="*/ 3073779 h 4716270"/>
                <a:gd name="connsiteX9" fmla="*/ 1657636 w 2853204"/>
                <a:gd name="connsiteY9" fmla="*/ 2759359 h 4716270"/>
                <a:gd name="connsiteX10" fmla="*/ 1740066 w 2853204"/>
                <a:gd name="connsiteY10" fmla="*/ 2445454 h 4716270"/>
                <a:gd name="connsiteX11" fmla="*/ 2009880 w 2853204"/>
                <a:gd name="connsiteY11" fmla="*/ 1952995 h 4716270"/>
                <a:gd name="connsiteX12" fmla="*/ 2405645 w 2853204"/>
                <a:gd name="connsiteY12" fmla="*/ 1656207 h 4716270"/>
                <a:gd name="connsiteX13" fmla="*/ 2812352 w 2853204"/>
                <a:gd name="connsiteY13" fmla="*/ 1132416 h 4716270"/>
                <a:gd name="connsiteX14" fmla="*/ 2794396 w 2853204"/>
                <a:gd name="connsiteY14" fmla="*/ 557808 h 4716270"/>
                <a:gd name="connsiteX15" fmla="*/ 2417677 w 2853204"/>
                <a:gd name="connsiteY15" fmla="*/ 0 h 471627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4172 w 2839132"/>
                <a:gd name="connsiteY6" fmla="*/ 341877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5622 w 2839132"/>
                <a:gd name="connsiteY6" fmla="*/ 347122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95808 w 2839132"/>
                <a:gd name="connsiteY10" fmla="*/ 1952995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24776 w 2839132"/>
                <a:gd name="connsiteY10" fmla="*/ 2000528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7125"/>
                <a:gd name="connsiteY0" fmla="*/ 5091510 h 5091510"/>
                <a:gd name="connsiteX1" fmla="*/ 261010 w 2837125"/>
                <a:gd name="connsiteY1" fmla="*/ 4430710 h 5091510"/>
                <a:gd name="connsiteX2" fmla="*/ 488753 w 2837125"/>
                <a:gd name="connsiteY2" fmla="*/ 4143246 h 5091510"/>
                <a:gd name="connsiteX3" fmla="*/ 652107 w 2837125"/>
                <a:gd name="connsiteY3" fmla="*/ 3979797 h 5091510"/>
                <a:gd name="connsiteX4" fmla="*/ 968527 w 2837125"/>
                <a:gd name="connsiteY4" fmla="*/ 3646612 h 5091510"/>
                <a:gd name="connsiteX5" fmla="*/ 1175622 w 2837125"/>
                <a:gd name="connsiteY5" fmla="*/ 3471224 h 5091510"/>
                <a:gd name="connsiteX6" fmla="*/ 1330668 w 2837125"/>
                <a:gd name="connsiteY6" fmla="*/ 3235894 h 5091510"/>
                <a:gd name="connsiteX7" fmla="*/ 1456683 w 2837125"/>
                <a:gd name="connsiteY7" fmla="*/ 3073779 h 5091510"/>
                <a:gd name="connsiteX8" fmla="*/ 1643564 w 2837125"/>
                <a:gd name="connsiteY8" fmla="*/ 2759359 h 5091510"/>
                <a:gd name="connsiteX9" fmla="*/ 1725994 w 2837125"/>
                <a:gd name="connsiteY9" fmla="*/ 2445454 h 5091510"/>
                <a:gd name="connsiteX10" fmla="*/ 1924776 w 2837125"/>
                <a:gd name="connsiteY10" fmla="*/ 2000528 h 5091510"/>
                <a:gd name="connsiteX11" fmla="*/ 2420566 w 2837125"/>
                <a:gd name="connsiteY11" fmla="*/ 1664402 h 5091510"/>
                <a:gd name="connsiteX12" fmla="*/ 2798280 w 2837125"/>
                <a:gd name="connsiteY12" fmla="*/ 1132416 h 5091510"/>
                <a:gd name="connsiteX13" fmla="*/ 2780324 w 2837125"/>
                <a:gd name="connsiteY13" fmla="*/ 557808 h 5091510"/>
                <a:gd name="connsiteX14" fmla="*/ 2403605 w 2837125"/>
                <a:gd name="connsiteY14"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175622 w 2826929"/>
                <a:gd name="connsiteY5" fmla="*/ 3471224 h 5091510"/>
                <a:gd name="connsiteX6" fmla="*/ 1330668 w 2826929"/>
                <a:gd name="connsiteY6" fmla="*/ 3235894 h 5091510"/>
                <a:gd name="connsiteX7" fmla="*/ 1456683 w 2826929"/>
                <a:gd name="connsiteY7" fmla="*/ 3073779 h 5091510"/>
                <a:gd name="connsiteX8" fmla="*/ 1643564 w 2826929"/>
                <a:gd name="connsiteY8" fmla="*/ 2759359 h 5091510"/>
                <a:gd name="connsiteX9" fmla="*/ 1725994 w 2826929"/>
                <a:gd name="connsiteY9" fmla="*/ 244545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565919"/>
                <a:gd name="connsiteY0" fmla="*/ 4430710 h 4430710"/>
                <a:gd name="connsiteX1" fmla="*/ 227743 w 2565919"/>
                <a:gd name="connsiteY1" fmla="*/ 4143246 h 4430710"/>
                <a:gd name="connsiteX2" fmla="*/ 391097 w 2565919"/>
                <a:gd name="connsiteY2" fmla="*/ 3979797 h 4430710"/>
                <a:gd name="connsiteX3" fmla="*/ 707517 w 2565919"/>
                <a:gd name="connsiteY3" fmla="*/ 3646612 h 4430710"/>
                <a:gd name="connsiteX4" fmla="*/ 914612 w 2565919"/>
                <a:gd name="connsiteY4" fmla="*/ 3471224 h 4430710"/>
                <a:gd name="connsiteX5" fmla="*/ 1069658 w 2565919"/>
                <a:gd name="connsiteY5" fmla="*/ 3235894 h 4430710"/>
                <a:gd name="connsiteX6" fmla="*/ 1195673 w 2565919"/>
                <a:gd name="connsiteY6" fmla="*/ 3073779 h 4430710"/>
                <a:gd name="connsiteX7" fmla="*/ 1382554 w 2565919"/>
                <a:gd name="connsiteY7" fmla="*/ 2759359 h 4430710"/>
                <a:gd name="connsiteX8" fmla="*/ 1464984 w 2565919"/>
                <a:gd name="connsiteY8" fmla="*/ 2445454 h 4430710"/>
                <a:gd name="connsiteX9" fmla="*/ 1663766 w 2565919"/>
                <a:gd name="connsiteY9" fmla="*/ 2000528 h 4430710"/>
                <a:gd name="connsiteX10" fmla="*/ 2159556 w 2565919"/>
                <a:gd name="connsiteY10" fmla="*/ 1664402 h 4430710"/>
                <a:gd name="connsiteX11" fmla="*/ 2537270 w 2565919"/>
                <a:gd name="connsiteY11" fmla="*/ 1132416 h 4430710"/>
                <a:gd name="connsiteX12" fmla="*/ 2519314 w 2565919"/>
                <a:gd name="connsiteY12" fmla="*/ 557808 h 4430710"/>
                <a:gd name="connsiteX13" fmla="*/ 2332643 w 2565919"/>
                <a:gd name="connsiteY13" fmla="*/ 326532 h 4430710"/>
                <a:gd name="connsiteX14" fmla="*/ 2142595 w 2565919"/>
                <a:gd name="connsiteY14" fmla="*/ 0 h 4430710"/>
                <a:gd name="connsiteX0" fmla="*/ 0 w 2338176"/>
                <a:gd name="connsiteY0" fmla="*/ 4143246 h 4143246"/>
                <a:gd name="connsiteX1" fmla="*/ 163354 w 2338176"/>
                <a:gd name="connsiteY1" fmla="*/ 3979797 h 4143246"/>
                <a:gd name="connsiteX2" fmla="*/ 479774 w 2338176"/>
                <a:gd name="connsiteY2" fmla="*/ 3646612 h 4143246"/>
                <a:gd name="connsiteX3" fmla="*/ 686869 w 2338176"/>
                <a:gd name="connsiteY3" fmla="*/ 3471224 h 4143246"/>
                <a:gd name="connsiteX4" fmla="*/ 841915 w 2338176"/>
                <a:gd name="connsiteY4" fmla="*/ 3235894 h 4143246"/>
                <a:gd name="connsiteX5" fmla="*/ 967930 w 2338176"/>
                <a:gd name="connsiteY5" fmla="*/ 3073779 h 4143246"/>
                <a:gd name="connsiteX6" fmla="*/ 1154811 w 2338176"/>
                <a:gd name="connsiteY6" fmla="*/ 2759359 h 4143246"/>
                <a:gd name="connsiteX7" fmla="*/ 1237241 w 2338176"/>
                <a:gd name="connsiteY7" fmla="*/ 2445454 h 4143246"/>
                <a:gd name="connsiteX8" fmla="*/ 1436023 w 2338176"/>
                <a:gd name="connsiteY8" fmla="*/ 2000528 h 4143246"/>
                <a:gd name="connsiteX9" fmla="*/ 1931813 w 2338176"/>
                <a:gd name="connsiteY9" fmla="*/ 1664402 h 4143246"/>
                <a:gd name="connsiteX10" fmla="*/ 2309527 w 2338176"/>
                <a:gd name="connsiteY10" fmla="*/ 1132416 h 4143246"/>
                <a:gd name="connsiteX11" fmla="*/ 2291571 w 2338176"/>
                <a:gd name="connsiteY11" fmla="*/ 557808 h 4143246"/>
                <a:gd name="connsiteX12" fmla="*/ 2104900 w 2338176"/>
                <a:gd name="connsiteY12" fmla="*/ 326532 h 4143246"/>
                <a:gd name="connsiteX13" fmla="*/ 1914852 w 2338176"/>
                <a:gd name="connsiteY13" fmla="*/ 0 h 4143246"/>
                <a:gd name="connsiteX0" fmla="*/ 0 w 2440454"/>
                <a:gd name="connsiteY0" fmla="*/ 4204803 h 4204803"/>
                <a:gd name="connsiteX1" fmla="*/ 265632 w 2440454"/>
                <a:gd name="connsiteY1" fmla="*/ 3979797 h 4204803"/>
                <a:gd name="connsiteX2" fmla="*/ 582052 w 2440454"/>
                <a:gd name="connsiteY2" fmla="*/ 3646612 h 4204803"/>
                <a:gd name="connsiteX3" fmla="*/ 789147 w 2440454"/>
                <a:gd name="connsiteY3" fmla="*/ 3471224 h 4204803"/>
                <a:gd name="connsiteX4" fmla="*/ 944193 w 2440454"/>
                <a:gd name="connsiteY4" fmla="*/ 3235894 h 4204803"/>
                <a:gd name="connsiteX5" fmla="*/ 1070208 w 2440454"/>
                <a:gd name="connsiteY5" fmla="*/ 3073779 h 4204803"/>
                <a:gd name="connsiteX6" fmla="*/ 1257089 w 2440454"/>
                <a:gd name="connsiteY6" fmla="*/ 2759359 h 4204803"/>
                <a:gd name="connsiteX7" fmla="*/ 1339519 w 2440454"/>
                <a:gd name="connsiteY7" fmla="*/ 2445454 h 4204803"/>
                <a:gd name="connsiteX8" fmla="*/ 1538301 w 2440454"/>
                <a:gd name="connsiteY8" fmla="*/ 2000528 h 4204803"/>
                <a:gd name="connsiteX9" fmla="*/ 2034091 w 2440454"/>
                <a:gd name="connsiteY9" fmla="*/ 1664402 h 4204803"/>
                <a:gd name="connsiteX10" fmla="*/ 2411805 w 2440454"/>
                <a:gd name="connsiteY10" fmla="*/ 1132416 h 4204803"/>
                <a:gd name="connsiteX11" fmla="*/ 2393849 w 2440454"/>
                <a:gd name="connsiteY11" fmla="*/ 557808 h 4204803"/>
                <a:gd name="connsiteX12" fmla="*/ 2207178 w 2440454"/>
                <a:gd name="connsiteY12" fmla="*/ 326532 h 4204803"/>
                <a:gd name="connsiteX13" fmla="*/ 2017130 w 2440454"/>
                <a:gd name="connsiteY13" fmla="*/ 0 h 4204803"/>
                <a:gd name="connsiteX0" fmla="*/ 0 w 2440454"/>
                <a:gd name="connsiteY0" fmla="*/ 4204803 h 4204803"/>
                <a:gd name="connsiteX1" fmla="*/ 265632 w 2440454"/>
                <a:gd name="connsiteY1" fmla="*/ 3979797 h 4204803"/>
                <a:gd name="connsiteX2" fmla="*/ 582052 w 2440454"/>
                <a:gd name="connsiteY2" fmla="*/ 3646612 h 4204803"/>
                <a:gd name="connsiteX3" fmla="*/ 789147 w 2440454"/>
                <a:gd name="connsiteY3" fmla="*/ 3471224 h 4204803"/>
                <a:gd name="connsiteX4" fmla="*/ 944193 w 2440454"/>
                <a:gd name="connsiteY4" fmla="*/ 3235894 h 4204803"/>
                <a:gd name="connsiteX5" fmla="*/ 1070208 w 2440454"/>
                <a:gd name="connsiteY5" fmla="*/ 3073779 h 4204803"/>
                <a:gd name="connsiteX6" fmla="*/ 1257089 w 2440454"/>
                <a:gd name="connsiteY6" fmla="*/ 2759359 h 4204803"/>
                <a:gd name="connsiteX7" fmla="*/ 1339519 w 2440454"/>
                <a:gd name="connsiteY7" fmla="*/ 2445454 h 4204803"/>
                <a:gd name="connsiteX8" fmla="*/ 1538301 w 2440454"/>
                <a:gd name="connsiteY8" fmla="*/ 2000528 h 4204803"/>
                <a:gd name="connsiteX9" fmla="*/ 2034091 w 2440454"/>
                <a:gd name="connsiteY9" fmla="*/ 1664402 h 4204803"/>
                <a:gd name="connsiteX10" fmla="*/ 2411805 w 2440454"/>
                <a:gd name="connsiteY10" fmla="*/ 1132416 h 4204803"/>
                <a:gd name="connsiteX11" fmla="*/ 2393849 w 2440454"/>
                <a:gd name="connsiteY11" fmla="*/ 557808 h 4204803"/>
                <a:gd name="connsiteX12" fmla="*/ 2207178 w 2440454"/>
                <a:gd name="connsiteY12" fmla="*/ 326532 h 4204803"/>
                <a:gd name="connsiteX13" fmla="*/ 2017130 w 2440454"/>
                <a:gd name="connsiteY13" fmla="*/ 0 h 420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0454" h="4204803">
                  <a:moveTo>
                    <a:pt x="0" y="4204803"/>
                  </a:moveTo>
                  <a:cubicBezTo>
                    <a:pt x="51530" y="4147558"/>
                    <a:pt x="207583" y="4103608"/>
                    <a:pt x="265632" y="3979797"/>
                  </a:cubicBezTo>
                  <a:cubicBezTo>
                    <a:pt x="323681" y="3855986"/>
                    <a:pt x="494799" y="3731374"/>
                    <a:pt x="582052" y="3646612"/>
                  </a:cubicBezTo>
                  <a:cubicBezTo>
                    <a:pt x="669305" y="3561850"/>
                    <a:pt x="722281" y="3548663"/>
                    <a:pt x="789147" y="3471224"/>
                  </a:cubicBezTo>
                  <a:cubicBezTo>
                    <a:pt x="841534" y="3410455"/>
                    <a:pt x="897350" y="3302135"/>
                    <a:pt x="944193" y="3235894"/>
                  </a:cubicBezTo>
                  <a:cubicBezTo>
                    <a:pt x="991036" y="3169653"/>
                    <a:pt x="1030965" y="3129881"/>
                    <a:pt x="1070208" y="3073779"/>
                  </a:cubicBezTo>
                  <a:cubicBezTo>
                    <a:pt x="1140217" y="2973766"/>
                    <a:pt x="1212204" y="2864080"/>
                    <a:pt x="1257089" y="2759359"/>
                  </a:cubicBezTo>
                  <a:cubicBezTo>
                    <a:pt x="1301974" y="2654638"/>
                    <a:pt x="1292650" y="2571926"/>
                    <a:pt x="1339519" y="2445454"/>
                  </a:cubicBezTo>
                  <a:cubicBezTo>
                    <a:pt x="1386388" y="2318982"/>
                    <a:pt x="1422539" y="2130703"/>
                    <a:pt x="1538301" y="2000528"/>
                  </a:cubicBezTo>
                  <a:cubicBezTo>
                    <a:pt x="1654063" y="1870353"/>
                    <a:pt x="1888507" y="1809087"/>
                    <a:pt x="2034091" y="1664402"/>
                  </a:cubicBezTo>
                  <a:cubicBezTo>
                    <a:pt x="2179675" y="1519717"/>
                    <a:pt x="2351845" y="1316848"/>
                    <a:pt x="2411805" y="1132416"/>
                  </a:cubicBezTo>
                  <a:cubicBezTo>
                    <a:pt x="2471765" y="947984"/>
                    <a:pt x="2423605" y="694034"/>
                    <a:pt x="2393849" y="557808"/>
                  </a:cubicBezTo>
                  <a:cubicBezTo>
                    <a:pt x="2364093" y="421582"/>
                    <a:pt x="2269964" y="419500"/>
                    <a:pt x="2207178" y="326532"/>
                  </a:cubicBezTo>
                  <a:cubicBezTo>
                    <a:pt x="2144392" y="233564"/>
                    <a:pt x="2053153" y="52510"/>
                    <a:pt x="201713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1D6CFC6A-3F27-FE56-06D3-C8C2BD700365}"/>
                </a:ext>
              </a:extLst>
            </p:cNvPr>
            <p:cNvSpPr/>
            <p:nvPr/>
          </p:nvSpPr>
          <p:spPr>
            <a:xfrm rot="2667228" flipV="1">
              <a:off x="9994001" y="-77649"/>
              <a:ext cx="2035863" cy="1679298"/>
            </a:xfrm>
            <a:custGeom>
              <a:avLst/>
              <a:gdLst>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866242 w 1954262"/>
                <a:gd name="connsiteY6" fmla="*/ 1018341 h 1311701"/>
                <a:gd name="connsiteX7" fmla="*/ 1009763 w 1954262"/>
                <a:gd name="connsiteY7" fmla="*/ 1311529 h 1311701"/>
                <a:gd name="connsiteX8" fmla="*/ 1398289 w 1954262"/>
                <a:gd name="connsiteY8" fmla="*/ 979020 h 1311701"/>
                <a:gd name="connsiteX9" fmla="*/ 1711848 w 1954262"/>
                <a:gd name="connsiteY9" fmla="*/ 792259 h 1311701"/>
                <a:gd name="connsiteX10" fmla="*/ 1932413 w 1954262"/>
                <a:gd name="connsiteY10" fmla="*/ 480044 h 1311701"/>
                <a:gd name="connsiteX11" fmla="*/ 1901490 w 1954262"/>
                <a:gd name="connsiteY11" fmla="*/ 114372 h 1311701"/>
                <a:gd name="connsiteX12" fmla="*/ 1536984 w 1954262"/>
                <a:gd name="connsiteY12" fmla="*/ 800 h 1311701"/>
                <a:gd name="connsiteX13" fmla="*/ 1273260 w 1954262"/>
                <a:gd name="connsiteY13" fmla="*/ 157201 h 1311701"/>
                <a:gd name="connsiteX14" fmla="*/ 1048409 w 1954262"/>
                <a:gd name="connsiteY14" fmla="*/ 324413 h 1311701"/>
                <a:gd name="connsiteX15" fmla="*/ 887866 w 1954262"/>
                <a:gd name="connsiteY15" fmla="*/ 559442 h 1311701"/>
                <a:gd name="connsiteX16" fmla="*/ 859931 w 1954262"/>
                <a:gd name="connsiteY16" fmla="*/ 718191 h 1311701"/>
                <a:gd name="connsiteX17" fmla="*/ 857700 w 1954262"/>
                <a:gd name="connsiteY17" fmla="*/ 744063 h 1311701"/>
                <a:gd name="connsiteX18" fmla="*/ 823908 w 1954262"/>
                <a:gd name="connsiteY18" fmla="*/ 694679 h 1311701"/>
                <a:gd name="connsiteX19" fmla="*/ 503872 w 1954262"/>
                <a:gd name="connsiteY19" fmla="*/ 381747 h 1311701"/>
                <a:gd name="connsiteX20" fmla="*/ 41531 w 1954262"/>
                <a:gd name="connsiteY20"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57700 w 1954262"/>
                <a:gd name="connsiteY16" fmla="*/ 744063 h 1311701"/>
                <a:gd name="connsiteX17" fmla="*/ 823908 w 1954262"/>
                <a:gd name="connsiteY17" fmla="*/ 694679 h 1311701"/>
                <a:gd name="connsiteX18" fmla="*/ 503872 w 1954262"/>
                <a:gd name="connsiteY18" fmla="*/ 381747 h 1311701"/>
                <a:gd name="connsiteX19" fmla="*/ 41531 w 1954262"/>
                <a:gd name="connsiteY19"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23908 w 1954262"/>
                <a:gd name="connsiteY16" fmla="*/ 694679 h 1311701"/>
                <a:gd name="connsiteX17" fmla="*/ 503872 w 1954262"/>
                <a:gd name="connsiteY17" fmla="*/ 381747 h 1311701"/>
                <a:gd name="connsiteX18" fmla="*/ 41531 w 1954262"/>
                <a:gd name="connsiteY18"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23908 w 1954262"/>
                <a:gd name="connsiteY15" fmla="*/ 694679 h 1311701"/>
                <a:gd name="connsiteX16" fmla="*/ 503872 w 1954262"/>
                <a:gd name="connsiteY16" fmla="*/ 381747 h 1311701"/>
                <a:gd name="connsiteX17" fmla="*/ 41531 w 1954262"/>
                <a:gd name="connsiteY17"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503872 w 1954262"/>
                <a:gd name="connsiteY15" fmla="*/ 381747 h 1311701"/>
                <a:gd name="connsiteX16" fmla="*/ 41531 w 1954262"/>
                <a:gd name="connsiteY16"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1009763 w 1954262"/>
                <a:gd name="connsiteY5" fmla="*/ 1311529 h 1311701"/>
                <a:gd name="connsiteX6" fmla="*/ 1398289 w 1954262"/>
                <a:gd name="connsiteY6" fmla="*/ 979020 h 1311701"/>
                <a:gd name="connsiteX7" fmla="*/ 1711848 w 1954262"/>
                <a:gd name="connsiteY7" fmla="*/ 792259 h 1311701"/>
                <a:gd name="connsiteX8" fmla="*/ 1932413 w 1954262"/>
                <a:gd name="connsiteY8" fmla="*/ 480044 h 1311701"/>
                <a:gd name="connsiteX9" fmla="*/ 1901490 w 1954262"/>
                <a:gd name="connsiteY9" fmla="*/ 114372 h 1311701"/>
                <a:gd name="connsiteX10" fmla="*/ 1536984 w 1954262"/>
                <a:gd name="connsiteY10" fmla="*/ 800 h 1311701"/>
                <a:gd name="connsiteX11" fmla="*/ 1273260 w 1954262"/>
                <a:gd name="connsiteY11" fmla="*/ 157201 h 1311701"/>
                <a:gd name="connsiteX12" fmla="*/ 1048409 w 1954262"/>
                <a:gd name="connsiteY12" fmla="*/ 324413 h 1311701"/>
                <a:gd name="connsiteX13" fmla="*/ 887866 w 1954262"/>
                <a:gd name="connsiteY13" fmla="*/ 559442 h 1311701"/>
                <a:gd name="connsiteX14" fmla="*/ 503872 w 1954262"/>
                <a:gd name="connsiteY14" fmla="*/ 381747 h 1311701"/>
                <a:gd name="connsiteX15" fmla="*/ 41531 w 1954262"/>
                <a:gd name="connsiteY15" fmla="*/ 263126 h 1311701"/>
                <a:gd name="connsiteX0" fmla="*/ 41531 w 1954262"/>
                <a:gd name="connsiteY0" fmla="*/ 263126 h 1312744"/>
                <a:gd name="connsiteX1" fmla="*/ 12391 w 1954262"/>
                <a:gd name="connsiteY1" fmla="*/ 316765 h 1312744"/>
                <a:gd name="connsiteX2" fmla="*/ 315677 w 1954262"/>
                <a:gd name="connsiteY2" fmla="*/ 773987 h 1312744"/>
                <a:gd name="connsiteX3" fmla="*/ 596918 w 1954262"/>
                <a:gd name="connsiteY3" fmla="*/ 1079219 h 1312744"/>
                <a:gd name="connsiteX4" fmla="*/ 1009763 w 1954262"/>
                <a:gd name="connsiteY4" fmla="*/ 1311529 h 1312744"/>
                <a:gd name="connsiteX5" fmla="*/ 1398289 w 1954262"/>
                <a:gd name="connsiteY5" fmla="*/ 979020 h 1312744"/>
                <a:gd name="connsiteX6" fmla="*/ 1711848 w 1954262"/>
                <a:gd name="connsiteY6" fmla="*/ 792259 h 1312744"/>
                <a:gd name="connsiteX7" fmla="*/ 1932413 w 1954262"/>
                <a:gd name="connsiteY7" fmla="*/ 480044 h 1312744"/>
                <a:gd name="connsiteX8" fmla="*/ 1901490 w 1954262"/>
                <a:gd name="connsiteY8" fmla="*/ 114372 h 1312744"/>
                <a:gd name="connsiteX9" fmla="*/ 1536984 w 1954262"/>
                <a:gd name="connsiteY9" fmla="*/ 800 h 1312744"/>
                <a:gd name="connsiteX10" fmla="*/ 1273260 w 1954262"/>
                <a:gd name="connsiteY10" fmla="*/ 157201 h 1312744"/>
                <a:gd name="connsiteX11" fmla="*/ 1048409 w 1954262"/>
                <a:gd name="connsiteY11" fmla="*/ 324413 h 1312744"/>
                <a:gd name="connsiteX12" fmla="*/ 887866 w 1954262"/>
                <a:gd name="connsiteY12" fmla="*/ 559442 h 1312744"/>
                <a:gd name="connsiteX13" fmla="*/ 503872 w 1954262"/>
                <a:gd name="connsiteY13" fmla="*/ 381747 h 1312744"/>
                <a:gd name="connsiteX14" fmla="*/ 41531 w 1954262"/>
                <a:gd name="connsiteY14" fmla="*/ 263126 h 1312744"/>
                <a:gd name="connsiteX0" fmla="*/ 41794 w 1954525"/>
                <a:gd name="connsiteY0" fmla="*/ 263126 h 1311685"/>
                <a:gd name="connsiteX1" fmla="*/ 12654 w 1954525"/>
                <a:gd name="connsiteY1" fmla="*/ 316765 h 1311685"/>
                <a:gd name="connsiteX2" fmla="*/ 315940 w 1954525"/>
                <a:gd name="connsiteY2" fmla="*/ 773987 h 1311685"/>
                <a:gd name="connsiteX3" fmla="*/ 641331 w 1954525"/>
                <a:gd name="connsiteY3" fmla="*/ 1019169 h 1311685"/>
                <a:gd name="connsiteX4" fmla="*/ 1010026 w 1954525"/>
                <a:gd name="connsiteY4" fmla="*/ 1311529 h 1311685"/>
                <a:gd name="connsiteX5" fmla="*/ 1398552 w 1954525"/>
                <a:gd name="connsiteY5" fmla="*/ 979020 h 1311685"/>
                <a:gd name="connsiteX6" fmla="*/ 1712111 w 1954525"/>
                <a:gd name="connsiteY6" fmla="*/ 792259 h 1311685"/>
                <a:gd name="connsiteX7" fmla="*/ 1932676 w 1954525"/>
                <a:gd name="connsiteY7" fmla="*/ 480044 h 1311685"/>
                <a:gd name="connsiteX8" fmla="*/ 1901753 w 1954525"/>
                <a:gd name="connsiteY8" fmla="*/ 114372 h 1311685"/>
                <a:gd name="connsiteX9" fmla="*/ 1537247 w 1954525"/>
                <a:gd name="connsiteY9" fmla="*/ 800 h 1311685"/>
                <a:gd name="connsiteX10" fmla="*/ 1273523 w 1954525"/>
                <a:gd name="connsiteY10" fmla="*/ 157201 h 1311685"/>
                <a:gd name="connsiteX11" fmla="*/ 1048672 w 1954525"/>
                <a:gd name="connsiteY11" fmla="*/ 324413 h 1311685"/>
                <a:gd name="connsiteX12" fmla="*/ 888129 w 1954525"/>
                <a:gd name="connsiteY12" fmla="*/ 559442 h 1311685"/>
                <a:gd name="connsiteX13" fmla="*/ 504135 w 1954525"/>
                <a:gd name="connsiteY13" fmla="*/ 381747 h 1311685"/>
                <a:gd name="connsiteX14" fmla="*/ 41794 w 1954525"/>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969467 w 2035863"/>
                <a:gd name="connsiteY12" fmla="*/ 559442 h 1311685"/>
                <a:gd name="connsiteX13" fmla="*/ 585473 w 2035863"/>
                <a:gd name="connsiteY13" fmla="*/ 381747 h 1311685"/>
                <a:gd name="connsiteX14" fmla="*/ 123132 w 2035863"/>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585473 w 2035863"/>
                <a:gd name="connsiteY12" fmla="*/ 381747 h 1311685"/>
                <a:gd name="connsiteX13" fmla="*/ 123132 w 2035863"/>
                <a:gd name="connsiteY13" fmla="*/ 263126 h 1311685"/>
                <a:gd name="connsiteX0" fmla="*/ 123132 w 2035863"/>
                <a:gd name="connsiteY0" fmla="*/ 263126 h 1649893"/>
                <a:gd name="connsiteX1" fmla="*/ 10447 w 2035863"/>
                <a:gd name="connsiteY1" fmla="*/ 349240 h 1649893"/>
                <a:gd name="connsiteX2" fmla="*/ 397278 w 2035863"/>
                <a:gd name="connsiteY2" fmla="*/ 773987 h 1649893"/>
                <a:gd name="connsiteX3" fmla="*/ 722669 w 2035863"/>
                <a:gd name="connsiteY3" fmla="*/ 1019169 h 1649893"/>
                <a:gd name="connsiteX4" fmla="*/ 1091364 w 2035863"/>
                <a:gd name="connsiteY4" fmla="*/ 1311529 h 1649893"/>
                <a:gd name="connsiteX5" fmla="*/ 1614979 w 2035863"/>
                <a:gd name="connsiteY5" fmla="*/ 1634709 h 1649893"/>
                <a:gd name="connsiteX6" fmla="*/ 1793449 w 2035863"/>
                <a:gd name="connsiteY6" fmla="*/ 792259 h 1649893"/>
                <a:gd name="connsiteX7" fmla="*/ 2014014 w 2035863"/>
                <a:gd name="connsiteY7" fmla="*/ 480044 h 1649893"/>
                <a:gd name="connsiteX8" fmla="*/ 1983091 w 2035863"/>
                <a:gd name="connsiteY8" fmla="*/ 114372 h 1649893"/>
                <a:gd name="connsiteX9" fmla="*/ 1618585 w 2035863"/>
                <a:gd name="connsiteY9" fmla="*/ 800 h 1649893"/>
                <a:gd name="connsiteX10" fmla="*/ 1354861 w 2035863"/>
                <a:gd name="connsiteY10" fmla="*/ 157201 h 1649893"/>
                <a:gd name="connsiteX11" fmla="*/ 1130010 w 2035863"/>
                <a:gd name="connsiteY11" fmla="*/ 324413 h 1649893"/>
                <a:gd name="connsiteX12" fmla="*/ 585473 w 2035863"/>
                <a:gd name="connsiteY12" fmla="*/ 381747 h 1649893"/>
                <a:gd name="connsiteX13" fmla="*/ 123132 w 2035863"/>
                <a:gd name="connsiteY13" fmla="*/ 263126 h 1649893"/>
                <a:gd name="connsiteX0" fmla="*/ 123132 w 2035863"/>
                <a:gd name="connsiteY0" fmla="*/ 263126 h 1902889"/>
                <a:gd name="connsiteX1" fmla="*/ 10447 w 2035863"/>
                <a:gd name="connsiteY1" fmla="*/ 349240 h 1902889"/>
                <a:gd name="connsiteX2" fmla="*/ 397278 w 2035863"/>
                <a:gd name="connsiteY2" fmla="*/ 773987 h 1902889"/>
                <a:gd name="connsiteX3" fmla="*/ 722669 w 2035863"/>
                <a:gd name="connsiteY3" fmla="*/ 1019169 h 1902889"/>
                <a:gd name="connsiteX4" fmla="*/ 1091364 w 2035863"/>
                <a:gd name="connsiteY4" fmla="*/ 1311529 h 1902889"/>
                <a:gd name="connsiteX5" fmla="*/ 1214097 w 2035863"/>
                <a:gd name="connsiteY5" fmla="*/ 1890379 h 1902889"/>
                <a:gd name="connsiteX6" fmla="*/ 1614979 w 2035863"/>
                <a:gd name="connsiteY6" fmla="*/ 1634709 h 1902889"/>
                <a:gd name="connsiteX7" fmla="*/ 1793449 w 2035863"/>
                <a:gd name="connsiteY7" fmla="*/ 792259 h 1902889"/>
                <a:gd name="connsiteX8" fmla="*/ 2014014 w 2035863"/>
                <a:gd name="connsiteY8" fmla="*/ 480044 h 1902889"/>
                <a:gd name="connsiteX9" fmla="*/ 1983091 w 2035863"/>
                <a:gd name="connsiteY9" fmla="*/ 114372 h 1902889"/>
                <a:gd name="connsiteX10" fmla="*/ 1618585 w 2035863"/>
                <a:gd name="connsiteY10" fmla="*/ 800 h 1902889"/>
                <a:gd name="connsiteX11" fmla="*/ 1354861 w 2035863"/>
                <a:gd name="connsiteY11" fmla="*/ 157201 h 1902889"/>
                <a:gd name="connsiteX12" fmla="*/ 1130010 w 2035863"/>
                <a:gd name="connsiteY12" fmla="*/ 324413 h 1902889"/>
                <a:gd name="connsiteX13" fmla="*/ 585473 w 2035863"/>
                <a:gd name="connsiteY13" fmla="*/ 381747 h 1902889"/>
                <a:gd name="connsiteX14" fmla="*/ 123132 w 2035863"/>
                <a:gd name="connsiteY14" fmla="*/ 263126 h 19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5863" h="1902889">
                  <a:moveTo>
                    <a:pt x="123132" y="263126"/>
                  </a:moveTo>
                  <a:cubicBezTo>
                    <a:pt x="109430" y="280232"/>
                    <a:pt x="18314" y="332916"/>
                    <a:pt x="10447" y="349240"/>
                  </a:cubicBezTo>
                  <a:cubicBezTo>
                    <a:pt x="-63869" y="503462"/>
                    <a:pt x="278574" y="662332"/>
                    <a:pt x="397278" y="773987"/>
                  </a:cubicBezTo>
                  <a:cubicBezTo>
                    <a:pt x="515982" y="885642"/>
                    <a:pt x="660483" y="999692"/>
                    <a:pt x="722669" y="1019169"/>
                  </a:cubicBezTo>
                  <a:cubicBezTo>
                    <a:pt x="838350" y="1108759"/>
                    <a:pt x="1009459" y="1166327"/>
                    <a:pt x="1091364" y="1311529"/>
                  </a:cubicBezTo>
                  <a:cubicBezTo>
                    <a:pt x="1173269" y="1456731"/>
                    <a:pt x="1126828" y="1836516"/>
                    <a:pt x="1214097" y="1890379"/>
                  </a:cubicBezTo>
                  <a:cubicBezTo>
                    <a:pt x="1301366" y="1944242"/>
                    <a:pt x="1518420" y="1817729"/>
                    <a:pt x="1614979" y="1634709"/>
                  </a:cubicBezTo>
                  <a:cubicBezTo>
                    <a:pt x="1711538" y="1451689"/>
                    <a:pt x="1726943" y="984703"/>
                    <a:pt x="1793449" y="792259"/>
                  </a:cubicBezTo>
                  <a:cubicBezTo>
                    <a:pt x="1859955" y="599815"/>
                    <a:pt x="1982408" y="593025"/>
                    <a:pt x="2014014" y="480044"/>
                  </a:cubicBezTo>
                  <a:cubicBezTo>
                    <a:pt x="2045620" y="367063"/>
                    <a:pt x="2048995" y="194246"/>
                    <a:pt x="1983091" y="114372"/>
                  </a:cubicBezTo>
                  <a:cubicBezTo>
                    <a:pt x="1917186" y="34498"/>
                    <a:pt x="1723291" y="-6338"/>
                    <a:pt x="1618585" y="800"/>
                  </a:cubicBezTo>
                  <a:cubicBezTo>
                    <a:pt x="1513879" y="7939"/>
                    <a:pt x="1436290" y="103266"/>
                    <a:pt x="1354861" y="157201"/>
                  </a:cubicBezTo>
                  <a:cubicBezTo>
                    <a:pt x="1273432" y="211135"/>
                    <a:pt x="1258241" y="286989"/>
                    <a:pt x="1130010" y="324413"/>
                  </a:cubicBezTo>
                  <a:cubicBezTo>
                    <a:pt x="1001779" y="361837"/>
                    <a:pt x="753286" y="391962"/>
                    <a:pt x="585473" y="381747"/>
                  </a:cubicBezTo>
                  <a:cubicBezTo>
                    <a:pt x="260523" y="188437"/>
                    <a:pt x="164239" y="211810"/>
                    <a:pt x="123132" y="263126"/>
                  </a:cubicBezTo>
                  <a:close/>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15" name="Freeform: Shape 14">
              <a:extLst>
                <a:ext uri="{FF2B5EF4-FFF2-40B4-BE49-F238E27FC236}">
                  <a16:creationId xmlns:a16="http://schemas.microsoft.com/office/drawing/2014/main" id="{E40AD306-EDE8-D9F9-3483-664F063F279C}"/>
                </a:ext>
              </a:extLst>
            </p:cNvPr>
            <p:cNvSpPr/>
            <p:nvPr/>
          </p:nvSpPr>
          <p:spPr>
            <a:xfrm rot="2667228" flipV="1">
              <a:off x="10431008" y="610226"/>
              <a:ext cx="1161849" cy="886057"/>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794971"/>
                <a:gd name="connsiteX1" fmla="*/ 779510 w 1435908"/>
                <a:gd name="connsiteY1" fmla="*/ 432702 h 1794971"/>
                <a:gd name="connsiteX2" fmla="*/ 902954 w 1435908"/>
                <a:gd name="connsiteY2" fmla="*/ 248869 h 1794971"/>
                <a:gd name="connsiteX3" fmla="*/ 1110078 w 1435908"/>
                <a:gd name="connsiteY3" fmla="*/ 23497 h 1794971"/>
                <a:gd name="connsiteX4" fmla="*/ 1328431 w 1435908"/>
                <a:gd name="connsiteY4" fmla="*/ 51717 h 1794971"/>
                <a:gd name="connsiteX5" fmla="*/ 1433534 w 1435908"/>
                <a:gd name="connsiteY5" fmla="*/ 419685 h 1794971"/>
                <a:gd name="connsiteX6" fmla="*/ 1233090 w 1435908"/>
                <a:gd name="connsiteY6" fmla="*/ 768839 h 1794971"/>
                <a:gd name="connsiteX7" fmla="*/ 959879 w 1435908"/>
                <a:gd name="connsiteY7" fmla="*/ 1773390 h 1794971"/>
                <a:gd name="connsiteX8" fmla="*/ 424666 w 1435908"/>
                <a:gd name="connsiteY8" fmla="*/ 1478637 h 1794971"/>
                <a:gd name="connsiteX9" fmla="*/ 1468 w 1435908"/>
                <a:gd name="connsiteY9" fmla="*/ 835925 h 1794971"/>
                <a:gd name="connsiteX10" fmla="*/ 504250 w 1435908"/>
                <a:gd name="connsiteY10" fmla="*/ 614371 h 1794971"/>
                <a:gd name="connsiteX0" fmla="*/ 340443 w 1437031"/>
                <a:gd name="connsiteY0" fmla="*/ 545452 h 1794971"/>
                <a:gd name="connsiteX1" fmla="*/ 780633 w 1437031"/>
                <a:gd name="connsiteY1" fmla="*/ 432702 h 1794971"/>
                <a:gd name="connsiteX2" fmla="*/ 904077 w 1437031"/>
                <a:gd name="connsiteY2" fmla="*/ 248869 h 1794971"/>
                <a:gd name="connsiteX3" fmla="*/ 1111201 w 1437031"/>
                <a:gd name="connsiteY3" fmla="*/ 23497 h 1794971"/>
                <a:gd name="connsiteX4" fmla="*/ 1329554 w 1437031"/>
                <a:gd name="connsiteY4" fmla="*/ 51717 h 1794971"/>
                <a:gd name="connsiteX5" fmla="*/ 1434657 w 1437031"/>
                <a:gd name="connsiteY5" fmla="*/ 419685 h 1794971"/>
                <a:gd name="connsiteX6" fmla="*/ 1234213 w 1437031"/>
                <a:gd name="connsiteY6" fmla="*/ 768839 h 1794971"/>
                <a:gd name="connsiteX7" fmla="*/ 961002 w 1437031"/>
                <a:gd name="connsiteY7" fmla="*/ 1773390 h 1794971"/>
                <a:gd name="connsiteX8" fmla="*/ 425789 w 1437031"/>
                <a:gd name="connsiteY8" fmla="*/ 1478637 h 1794971"/>
                <a:gd name="connsiteX9" fmla="*/ 2591 w 1437031"/>
                <a:gd name="connsiteY9" fmla="*/ 835925 h 1794971"/>
                <a:gd name="connsiteX10" fmla="*/ 340443 w 1437031"/>
                <a:gd name="connsiteY10" fmla="*/ 545452 h 1794971"/>
                <a:gd name="connsiteX0" fmla="*/ 340443 w 1437031"/>
                <a:gd name="connsiteY0" fmla="*/ 545452 h 1794971"/>
                <a:gd name="connsiteX1" fmla="*/ 780633 w 1437031"/>
                <a:gd name="connsiteY1" fmla="*/ 432702 h 1794971"/>
                <a:gd name="connsiteX2" fmla="*/ 904077 w 1437031"/>
                <a:gd name="connsiteY2" fmla="*/ 248869 h 1794971"/>
                <a:gd name="connsiteX3" fmla="*/ 1111201 w 1437031"/>
                <a:gd name="connsiteY3" fmla="*/ 23497 h 1794971"/>
                <a:gd name="connsiteX4" fmla="*/ 1329554 w 1437031"/>
                <a:gd name="connsiteY4" fmla="*/ 51717 h 1794971"/>
                <a:gd name="connsiteX5" fmla="*/ 1434657 w 1437031"/>
                <a:gd name="connsiteY5" fmla="*/ 419685 h 1794971"/>
                <a:gd name="connsiteX6" fmla="*/ 1234213 w 1437031"/>
                <a:gd name="connsiteY6" fmla="*/ 768839 h 1794971"/>
                <a:gd name="connsiteX7" fmla="*/ 961002 w 1437031"/>
                <a:gd name="connsiteY7" fmla="*/ 1773390 h 1794971"/>
                <a:gd name="connsiteX8" fmla="*/ 425789 w 1437031"/>
                <a:gd name="connsiteY8" fmla="*/ 1478637 h 1794971"/>
                <a:gd name="connsiteX9" fmla="*/ 2591 w 1437031"/>
                <a:gd name="connsiteY9" fmla="*/ 835925 h 1794971"/>
                <a:gd name="connsiteX10" fmla="*/ 340443 w 1437031"/>
                <a:gd name="connsiteY10" fmla="*/ 545452 h 1794971"/>
                <a:gd name="connsiteX0" fmla="*/ 422754 w 1519342"/>
                <a:gd name="connsiteY0" fmla="*/ 545452 h 1794971"/>
                <a:gd name="connsiteX1" fmla="*/ 862944 w 1519342"/>
                <a:gd name="connsiteY1" fmla="*/ 432702 h 1794971"/>
                <a:gd name="connsiteX2" fmla="*/ 986388 w 1519342"/>
                <a:gd name="connsiteY2" fmla="*/ 248869 h 1794971"/>
                <a:gd name="connsiteX3" fmla="*/ 1193512 w 1519342"/>
                <a:gd name="connsiteY3" fmla="*/ 23497 h 1794971"/>
                <a:gd name="connsiteX4" fmla="*/ 1411865 w 1519342"/>
                <a:gd name="connsiteY4" fmla="*/ 51717 h 1794971"/>
                <a:gd name="connsiteX5" fmla="*/ 1516968 w 1519342"/>
                <a:gd name="connsiteY5" fmla="*/ 419685 h 1794971"/>
                <a:gd name="connsiteX6" fmla="*/ 1316524 w 1519342"/>
                <a:gd name="connsiteY6" fmla="*/ 768839 h 1794971"/>
                <a:gd name="connsiteX7" fmla="*/ 1043313 w 1519342"/>
                <a:gd name="connsiteY7" fmla="*/ 1773390 h 1794971"/>
                <a:gd name="connsiteX8" fmla="*/ 508100 w 1519342"/>
                <a:gd name="connsiteY8" fmla="*/ 1478637 h 1794971"/>
                <a:gd name="connsiteX9" fmla="*/ 1871 w 1519342"/>
                <a:gd name="connsiteY9" fmla="*/ 709729 h 1794971"/>
                <a:gd name="connsiteX10" fmla="*/ 422754 w 1519342"/>
                <a:gd name="connsiteY10" fmla="*/ 545452 h 179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19342" h="1794971">
                  <a:moveTo>
                    <a:pt x="422754" y="545452"/>
                  </a:moveTo>
                  <a:cubicBezTo>
                    <a:pt x="588092" y="509506"/>
                    <a:pt x="769005" y="482132"/>
                    <a:pt x="862944" y="432702"/>
                  </a:cubicBezTo>
                  <a:cubicBezTo>
                    <a:pt x="956883" y="383272"/>
                    <a:pt x="931293" y="317070"/>
                    <a:pt x="986388" y="248869"/>
                  </a:cubicBezTo>
                  <a:cubicBezTo>
                    <a:pt x="1041483" y="180668"/>
                    <a:pt x="1122599" y="56356"/>
                    <a:pt x="1193512" y="23497"/>
                  </a:cubicBezTo>
                  <a:cubicBezTo>
                    <a:pt x="1264425" y="-9362"/>
                    <a:pt x="1357956" y="-14314"/>
                    <a:pt x="1411865" y="51717"/>
                  </a:cubicBezTo>
                  <a:cubicBezTo>
                    <a:pt x="1465774" y="117748"/>
                    <a:pt x="1532858" y="300165"/>
                    <a:pt x="1516968" y="419685"/>
                  </a:cubicBezTo>
                  <a:cubicBezTo>
                    <a:pt x="1501078" y="539205"/>
                    <a:pt x="1395466" y="543222"/>
                    <a:pt x="1316524" y="768839"/>
                  </a:cubicBezTo>
                  <a:cubicBezTo>
                    <a:pt x="1237582" y="994456"/>
                    <a:pt x="1178050" y="1655090"/>
                    <a:pt x="1043313" y="1773390"/>
                  </a:cubicBezTo>
                  <a:cubicBezTo>
                    <a:pt x="908576" y="1891690"/>
                    <a:pt x="570393" y="1485399"/>
                    <a:pt x="508100" y="1478637"/>
                  </a:cubicBezTo>
                  <a:cubicBezTo>
                    <a:pt x="201915" y="1364902"/>
                    <a:pt x="-15178" y="838391"/>
                    <a:pt x="1871" y="709729"/>
                  </a:cubicBezTo>
                  <a:cubicBezTo>
                    <a:pt x="-25275" y="651436"/>
                    <a:pt x="248940" y="592806"/>
                    <a:pt x="422754" y="545452"/>
                  </a:cubicBezTo>
                  <a:close/>
                </a:path>
              </a:pathLst>
            </a:custGeom>
            <a:noFill/>
            <a:ln w="6350" cap="rnd">
              <a:solidFill>
                <a:schemeClr val="tx1">
                  <a:lumMod val="9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BDAE4A90-E509-5D88-224C-8392AF32801F}"/>
                </a:ext>
              </a:extLst>
            </p:cNvPr>
            <p:cNvSpPr/>
            <p:nvPr userDrawn="1"/>
          </p:nvSpPr>
          <p:spPr>
            <a:xfrm rot="5400000">
              <a:off x="9883726" y="-1167497"/>
              <a:ext cx="451430" cy="2769259"/>
            </a:xfrm>
            <a:custGeom>
              <a:avLst/>
              <a:gdLst>
                <a:gd name="connsiteX0" fmla="*/ 11144 w 743796"/>
                <a:gd name="connsiteY0" fmla="*/ 0 h 2867501"/>
                <a:gd name="connsiteX1" fmla="*/ 353663 w 743796"/>
                <a:gd name="connsiteY1" fmla="*/ 55245 h 2867501"/>
                <a:gd name="connsiteX2" fmla="*/ 571405 w 743796"/>
                <a:gd name="connsiteY2" fmla="*/ 179737 h 2867501"/>
                <a:gd name="connsiteX3" fmla="*/ 688658 w 743796"/>
                <a:gd name="connsiteY3" fmla="*/ 368808 h 2867501"/>
                <a:gd name="connsiteX4" fmla="*/ 731711 w 743796"/>
                <a:gd name="connsiteY4" fmla="*/ 612934 h 2867501"/>
                <a:gd name="connsiteX5" fmla="*/ 725233 w 743796"/>
                <a:gd name="connsiteY5" fmla="*/ 995648 h 2867501"/>
                <a:gd name="connsiteX6" fmla="*/ 742855 w 743796"/>
                <a:gd name="connsiteY6" fmla="*/ 1499330 h 2867501"/>
                <a:gd name="connsiteX7" fmla="*/ 707898 w 743796"/>
                <a:gd name="connsiteY7" fmla="*/ 1793081 h 2867501"/>
                <a:gd name="connsiteX8" fmla="*/ 633222 w 743796"/>
                <a:gd name="connsiteY8" fmla="*/ 2073592 h 2867501"/>
                <a:gd name="connsiteX9" fmla="*/ 404527 w 743796"/>
                <a:gd name="connsiteY9" fmla="*/ 2472404 h 2867501"/>
                <a:gd name="connsiteX10" fmla="*/ 0 w 743796"/>
                <a:gd name="connsiteY10" fmla="*/ 2867501 h 2867501"/>
                <a:gd name="connsiteX0" fmla="*/ 11144 w 847008"/>
                <a:gd name="connsiteY0" fmla="*/ 0 h 2867501"/>
                <a:gd name="connsiteX1" fmla="*/ 353663 w 847008"/>
                <a:gd name="connsiteY1" fmla="*/ 55245 h 2867501"/>
                <a:gd name="connsiteX2" fmla="*/ 571405 w 847008"/>
                <a:gd name="connsiteY2" fmla="*/ 179737 h 2867501"/>
                <a:gd name="connsiteX3" fmla="*/ 843445 w 847008"/>
                <a:gd name="connsiteY3" fmla="*/ 377934 h 2867501"/>
                <a:gd name="connsiteX4" fmla="*/ 731711 w 847008"/>
                <a:gd name="connsiteY4" fmla="*/ 612934 h 2867501"/>
                <a:gd name="connsiteX5" fmla="*/ 725233 w 847008"/>
                <a:gd name="connsiteY5" fmla="*/ 995648 h 2867501"/>
                <a:gd name="connsiteX6" fmla="*/ 742855 w 847008"/>
                <a:gd name="connsiteY6" fmla="*/ 1499330 h 2867501"/>
                <a:gd name="connsiteX7" fmla="*/ 707898 w 847008"/>
                <a:gd name="connsiteY7" fmla="*/ 1793081 h 2867501"/>
                <a:gd name="connsiteX8" fmla="*/ 633222 w 847008"/>
                <a:gd name="connsiteY8" fmla="*/ 2073592 h 2867501"/>
                <a:gd name="connsiteX9" fmla="*/ 404527 w 847008"/>
                <a:gd name="connsiteY9" fmla="*/ 2472404 h 2867501"/>
                <a:gd name="connsiteX10" fmla="*/ 0 w 847008"/>
                <a:gd name="connsiteY10" fmla="*/ 2867501 h 2867501"/>
                <a:gd name="connsiteX0" fmla="*/ 90883 w 847008"/>
                <a:gd name="connsiteY0" fmla="*/ 0 h 3123014"/>
                <a:gd name="connsiteX1" fmla="*/ 353663 w 847008"/>
                <a:gd name="connsiteY1" fmla="*/ 310758 h 3123014"/>
                <a:gd name="connsiteX2" fmla="*/ 571405 w 847008"/>
                <a:gd name="connsiteY2" fmla="*/ 435250 h 3123014"/>
                <a:gd name="connsiteX3" fmla="*/ 843445 w 847008"/>
                <a:gd name="connsiteY3" fmla="*/ 633447 h 3123014"/>
                <a:gd name="connsiteX4" fmla="*/ 731711 w 847008"/>
                <a:gd name="connsiteY4" fmla="*/ 868447 h 3123014"/>
                <a:gd name="connsiteX5" fmla="*/ 725233 w 847008"/>
                <a:gd name="connsiteY5" fmla="*/ 1251161 h 3123014"/>
                <a:gd name="connsiteX6" fmla="*/ 742855 w 847008"/>
                <a:gd name="connsiteY6" fmla="*/ 1754843 h 3123014"/>
                <a:gd name="connsiteX7" fmla="*/ 707898 w 847008"/>
                <a:gd name="connsiteY7" fmla="*/ 2048594 h 3123014"/>
                <a:gd name="connsiteX8" fmla="*/ 633222 w 847008"/>
                <a:gd name="connsiteY8" fmla="*/ 2329105 h 3123014"/>
                <a:gd name="connsiteX9" fmla="*/ 404527 w 847008"/>
                <a:gd name="connsiteY9" fmla="*/ 2727917 h 3123014"/>
                <a:gd name="connsiteX10" fmla="*/ 0 w 847008"/>
                <a:gd name="connsiteY10" fmla="*/ 3123014 h 3123014"/>
                <a:gd name="connsiteX0" fmla="*/ 90883 w 846791"/>
                <a:gd name="connsiteY0" fmla="*/ 0 h 3123014"/>
                <a:gd name="connsiteX1" fmla="*/ 353663 w 846791"/>
                <a:gd name="connsiteY1" fmla="*/ 310758 h 3123014"/>
                <a:gd name="connsiteX2" fmla="*/ 571405 w 846791"/>
                <a:gd name="connsiteY2" fmla="*/ 334870 h 3123014"/>
                <a:gd name="connsiteX3" fmla="*/ 843445 w 846791"/>
                <a:gd name="connsiteY3" fmla="*/ 633447 h 3123014"/>
                <a:gd name="connsiteX4" fmla="*/ 731711 w 846791"/>
                <a:gd name="connsiteY4" fmla="*/ 868447 h 3123014"/>
                <a:gd name="connsiteX5" fmla="*/ 725233 w 846791"/>
                <a:gd name="connsiteY5" fmla="*/ 1251161 h 3123014"/>
                <a:gd name="connsiteX6" fmla="*/ 742855 w 846791"/>
                <a:gd name="connsiteY6" fmla="*/ 1754843 h 3123014"/>
                <a:gd name="connsiteX7" fmla="*/ 707898 w 846791"/>
                <a:gd name="connsiteY7" fmla="*/ 2048594 h 3123014"/>
                <a:gd name="connsiteX8" fmla="*/ 633222 w 846791"/>
                <a:gd name="connsiteY8" fmla="*/ 2329105 h 3123014"/>
                <a:gd name="connsiteX9" fmla="*/ 404527 w 846791"/>
                <a:gd name="connsiteY9" fmla="*/ 2727917 h 3123014"/>
                <a:gd name="connsiteX10" fmla="*/ 0 w 846791"/>
                <a:gd name="connsiteY10" fmla="*/ 3123014 h 3123014"/>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313644 w 755908"/>
                <a:gd name="connsiteY9" fmla="*/ 2727917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333080 w 755908"/>
                <a:gd name="connsiteY9" fmla="*/ 2654705 h 3029331"/>
                <a:gd name="connsiteX10" fmla="*/ 126794 w 755908"/>
                <a:gd name="connsiteY10" fmla="*/ 3029331 h 3029331"/>
                <a:gd name="connsiteX0" fmla="*/ 0 w 703268"/>
                <a:gd name="connsiteY0" fmla="*/ 0 h 3029331"/>
                <a:gd name="connsiteX1" fmla="*/ 262780 w 703268"/>
                <a:gd name="connsiteY1" fmla="*/ 310758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0 w 703268"/>
                <a:gd name="connsiteY0" fmla="*/ 0 h 3029331"/>
                <a:gd name="connsiteX1" fmla="*/ 287870 w 703268"/>
                <a:gd name="connsiteY1" fmla="*/ 267810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540401 w 576474"/>
                <a:gd name="connsiteY7" fmla="*/ 2062157 h 3029331"/>
                <a:gd name="connsiteX8" fmla="*/ 415545 w 576474"/>
                <a:gd name="connsiteY8" fmla="*/ 2329105 h 3029331"/>
                <a:gd name="connsiteX9" fmla="*/ 206286 w 576474"/>
                <a:gd name="connsiteY9" fmla="*/ 2654705 h 3029331"/>
                <a:gd name="connsiteX10" fmla="*/ 0 w 576474"/>
                <a:gd name="connsiteY10" fmla="*/ 3029331 h 3029331"/>
                <a:gd name="connsiteX0" fmla="*/ 0 w 577820"/>
                <a:gd name="connsiteY0" fmla="*/ 0 h 2972821"/>
                <a:gd name="connsiteX1" fmla="*/ 162422 w 577820"/>
                <a:gd name="connsiteY1" fmla="*/ 211300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20979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8702"/>
                <a:gd name="connsiteY0" fmla="*/ 0 h 2972821"/>
                <a:gd name="connsiteX1" fmla="*/ 160331 w 578702"/>
                <a:gd name="connsiteY1" fmla="*/ 170613 h 2972821"/>
                <a:gd name="connsiteX2" fmla="*/ 355074 w 578702"/>
                <a:gd name="connsiteY2" fmla="*/ 278360 h 2972821"/>
                <a:gd name="connsiteX3" fmla="*/ 572753 w 578702"/>
                <a:gd name="connsiteY3" fmla="*/ 540770 h 2972821"/>
                <a:gd name="connsiteX4" fmla="*/ 523744 w 578702"/>
                <a:gd name="connsiteY4" fmla="*/ 825500 h 2972821"/>
                <a:gd name="connsiteX5" fmla="*/ 508902 w 578702"/>
                <a:gd name="connsiteY5" fmla="*/ 1194651 h 2972821"/>
                <a:gd name="connsiteX6" fmla="*/ 526524 w 578702"/>
                <a:gd name="connsiteY6" fmla="*/ 1698333 h 2972821"/>
                <a:gd name="connsiteX7" fmla="*/ 541747 w 578702"/>
                <a:gd name="connsiteY7" fmla="*/ 2005647 h 2972821"/>
                <a:gd name="connsiteX8" fmla="*/ 416891 w 578702"/>
                <a:gd name="connsiteY8" fmla="*/ 2272595 h 2972821"/>
                <a:gd name="connsiteX9" fmla="*/ 207632 w 578702"/>
                <a:gd name="connsiteY9" fmla="*/ 2598195 h 2972821"/>
                <a:gd name="connsiteX10" fmla="*/ 1346 w 578702"/>
                <a:gd name="connsiteY10" fmla="*/ 2972821 h 2972821"/>
                <a:gd name="connsiteX0" fmla="*/ 0 w 546784"/>
                <a:gd name="connsiteY0" fmla="*/ 0 h 2972821"/>
                <a:gd name="connsiteX1" fmla="*/ 160331 w 546784"/>
                <a:gd name="connsiteY1" fmla="*/ 170613 h 2972821"/>
                <a:gd name="connsiteX2" fmla="*/ 355074 w 546784"/>
                <a:gd name="connsiteY2" fmla="*/ 278360 h 2972821"/>
                <a:gd name="connsiteX3" fmla="*/ 535118 w 546784"/>
                <a:gd name="connsiteY3" fmla="*/ 545291 h 2972821"/>
                <a:gd name="connsiteX4" fmla="*/ 523744 w 546784"/>
                <a:gd name="connsiteY4" fmla="*/ 825500 h 2972821"/>
                <a:gd name="connsiteX5" fmla="*/ 508902 w 546784"/>
                <a:gd name="connsiteY5" fmla="*/ 1194651 h 2972821"/>
                <a:gd name="connsiteX6" fmla="*/ 526524 w 546784"/>
                <a:gd name="connsiteY6" fmla="*/ 1698333 h 2972821"/>
                <a:gd name="connsiteX7" fmla="*/ 541747 w 546784"/>
                <a:gd name="connsiteY7" fmla="*/ 2005647 h 2972821"/>
                <a:gd name="connsiteX8" fmla="*/ 416891 w 546784"/>
                <a:gd name="connsiteY8" fmla="*/ 2272595 h 2972821"/>
                <a:gd name="connsiteX9" fmla="*/ 207632 w 546784"/>
                <a:gd name="connsiteY9" fmla="*/ 2598195 h 2972821"/>
                <a:gd name="connsiteX10" fmla="*/ 1346 w 546784"/>
                <a:gd name="connsiteY10" fmla="*/ 2972821 h 2972821"/>
                <a:gd name="connsiteX0" fmla="*/ 158985 w 545438"/>
                <a:gd name="connsiteY0" fmla="*/ 0 h 2802208"/>
                <a:gd name="connsiteX1" fmla="*/ 353728 w 545438"/>
                <a:gd name="connsiteY1" fmla="*/ 107747 h 2802208"/>
                <a:gd name="connsiteX2" fmla="*/ 533772 w 545438"/>
                <a:gd name="connsiteY2" fmla="*/ 374678 h 2802208"/>
                <a:gd name="connsiteX3" fmla="*/ 522398 w 545438"/>
                <a:gd name="connsiteY3" fmla="*/ 654887 h 2802208"/>
                <a:gd name="connsiteX4" fmla="*/ 507556 w 545438"/>
                <a:gd name="connsiteY4" fmla="*/ 1024038 h 2802208"/>
                <a:gd name="connsiteX5" fmla="*/ 525178 w 545438"/>
                <a:gd name="connsiteY5" fmla="*/ 1527720 h 2802208"/>
                <a:gd name="connsiteX6" fmla="*/ 540401 w 545438"/>
                <a:gd name="connsiteY6" fmla="*/ 1835034 h 2802208"/>
                <a:gd name="connsiteX7" fmla="*/ 415545 w 545438"/>
                <a:gd name="connsiteY7" fmla="*/ 2101982 h 2802208"/>
                <a:gd name="connsiteX8" fmla="*/ 206286 w 545438"/>
                <a:gd name="connsiteY8" fmla="*/ 2427582 h 2802208"/>
                <a:gd name="connsiteX9" fmla="*/ 0 w 545438"/>
                <a:gd name="connsiteY9" fmla="*/ 2802208 h 2802208"/>
                <a:gd name="connsiteX0" fmla="*/ 353728 w 545438"/>
                <a:gd name="connsiteY0" fmla="*/ 0 h 2694461"/>
                <a:gd name="connsiteX1" fmla="*/ 533772 w 545438"/>
                <a:gd name="connsiteY1" fmla="*/ 266931 h 2694461"/>
                <a:gd name="connsiteX2" fmla="*/ 522398 w 545438"/>
                <a:gd name="connsiteY2" fmla="*/ 547140 h 2694461"/>
                <a:gd name="connsiteX3" fmla="*/ 507556 w 545438"/>
                <a:gd name="connsiteY3" fmla="*/ 916291 h 2694461"/>
                <a:gd name="connsiteX4" fmla="*/ 525178 w 545438"/>
                <a:gd name="connsiteY4" fmla="*/ 1419973 h 2694461"/>
                <a:gd name="connsiteX5" fmla="*/ 540401 w 545438"/>
                <a:gd name="connsiteY5" fmla="*/ 1727287 h 2694461"/>
                <a:gd name="connsiteX6" fmla="*/ 415545 w 545438"/>
                <a:gd name="connsiteY6" fmla="*/ 1994235 h 2694461"/>
                <a:gd name="connsiteX7" fmla="*/ 206286 w 545438"/>
                <a:gd name="connsiteY7" fmla="*/ 2319835 h 2694461"/>
                <a:gd name="connsiteX8" fmla="*/ 0 w 545438"/>
                <a:gd name="connsiteY8" fmla="*/ 2694461 h 2694461"/>
                <a:gd name="connsiteX0" fmla="*/ 398512 w 545438"/>
                <a:gd name="connsiteY0" fmla="*/ 0 h 2859268"/>
                <a:gd name="connsiteX1" fmla="*/ 533772 w 545438"/>
                <a:gd name="connsiteY1" fmla="*/ 431738 h 2859268"/>
                <a:gd name="connsiteX2" fmla="*/ 522398 w 545438"/>
                <a:gd name="connsiteY2" fmla="*/ 711947 h 2859268"/>
                <a:gd name="connsiteX3" fmla="*/ 507556 w 545438"/>
                <a:gd name="connsiteY3" fmla="*/ 1081098 h 2859268"/>
                <a:gd name="connsiteX4" fmla="*/ 525178 w 545438"/>
                <a:gd name="connsiteY4" fmla="*/ 1584780 h 2859268"/>
                <a:gd name="connsiteX5" fmla="*/ 540401 w 545438"/>
                <a:gd name="connsiteY5" fmla="*/ 1892094 h 2859268"/>
                <a:gd name="connsiteX6" fmla="*/ 415545 w 545438"/>
                <a:gd name="connsiteY6" fmla="*/ 2159042 h 2859268"/>
                <a:gd name="connsiteX7" fmla="*/ 206286 w 545438"/>
                <a:gd name="connsiteY7" fmla="*/ 2484642 h 2859268"/>
                <a:gd name="connsiteX8" fmla="*/ 0 w 545438"/>
                <a:gd name="connsiteY8" fmla="*/ 2859268 h 2859268"/>
                <a:gd name="connsiteX0" fmla="*/ 398512 w 611508"/>
                <a:gd name="connsiteY0" fmla="*/ 0 h 2859268"/>
                <a:gd name="connsiteX1" fmla="*/ 608944 w 611508"/>
                <a:gd name="connsiteY1" fmla="*/ 373747 h 2859268"/>
                <a:gd name="connsiteX2" fmla="*/ 522398 w 611508"/>
                <a:gd name="connsiteY2" fmla="*/ 711947 h 2859268"/>
                <a:gd name="connsiteX3" fmla="*/ 507556 w 611508"/>
                <a:gd name="connsiteY3" fmla="*/ 1081098 h 2859268"/>
                <a:gd name="connsiteX4" fmla="*/ 525178 w 611508"/>
                <a:gd name="connsiteY4" fmla="*/ 1584780 h 2859268"/>
                <a:gd name="connsiteX5" fmla="*/ 540401 w 611508"/>
                <a:gd name="connsiteY5" fmla="*/ 1892094 h 2859268"/>
                <a:gd name="connsiteX6" fmla="*/ 415545 w 611508"/>
                <a:gd name="connsiteY6" fmla="*/ 2159042 h 2859268"/>
                <a:gd name="connsiteX7" fmla="*/ 206286 w 611508"/>
                <a:gd name="connsiteY7" fmla="*/ 2484642 h 2859268"/>
                <a:gd name="connsiteX8" fmla="*/ 0 w 611508"/>
                <a:gd name="connsiteY8" fmla="*/ 2859268 h 2859268"/>
                <a:gd name="connsiteX0" fmla="*/ 398512 w 653890"/>
                <a:gd name="connsiteY0" fmla="*/ 0 h 2859268"/>
                <a:gd name="connsiteX1" fmla="*/ 608944 w 653890"/>
                <a:gd name="connsiteY1" fmla="*/ 373747 h 2859268"/>
                <a:gd name="connsiteX2" fmla="*/ 522398 w 653890"/>
                <a:gd name="connsiteY2" fmla="*/ 711947 h 2859268"/>
                <a:gd name="connsiteX3" fmla="*/ 507556 w 653890"/>
                <a:gd name="connsiteY3" fmla="*/ 1081098 h 2859268"/>
                <a:gd name="connsiteX4" fmla="*/ 525178 w 653890"/>
                <a:gd name="connsiteY4" fmla="*/ 1584780 h 2859268"/>
                <a:gd name="connsiteX5" fmla="*/ 652362 w 653890"/>
                <a:gd name="connsiteY5" fmla="*/ 1895146 h 2859268"/>
                <a:gd name="connsiteX6" fmla="*/ 415545 w 653890"/>
                <a:gd name="connsiteY6" fmla="*/ 2159042 h 2859268"/>
                <a:gd name="connsiteX7" fmla="*/ 206286 w 653890"/>
                <a:gd name="connsiteY7" fmla="*/ 2484642 h 2859268"/>
                <a:gd name="connsiteX8" fmla="*/ 0 w 653890"/>
                <a:gd name="connsiteY8" fmla="*/ 2859268 h 2859268"/>
                <a:gd name="connsiteX0" fmla="*/ 192226 w 447604"/>
                <a:gd name="connsiteY0" fmla="*/ 0 h 2484642"/>
                <a:gd name="connsiteX1" fmla="*/ 402658 w 447604"/>
                <a:gd name="connsiteY1" fmla="*/ 373747 h 2484642"/>
                <a:gd name="connsiteX2" fmla="*/ 316112 w 447604"/>
                <a:gd name="connsiteY2" fmla="*/ 711947 h 2484642"/>
                <a:gd name="connsiteX3" fmla="*/ 301270 w 447604"/>
                <a:gd name="connsiteY3" fmla="*/ 1081098 h 2484642"/>
                <a:gd name="connsiteX4" fmla="*/ 318892 w 447604"/>
                <a:gd name="connsiteY4" fmla="*/ 1584780 h 2484642"/>
                <a:gd name="connsiteX5" fmla="*/ 446076 w 447604"/>
                <a:gd name="connsiteY5" fmla="*/ 1895146 h 2484642"/>
                <a:gd name="connsiteX6" fmla="*/ 209259 w 447604"/>
                <a:gd name="connsiteY6" fmla="*/ 2159042 h 2484642"/>
                <a:gd name="connsiteX7" fmla="*/ 0 w 447604"/>
                <a:gd name="connsiteY7" fmla="*/ 2484642 h 2484642"/>
                <a:gd name="connsiteX0" fmla="*/ 0 w 255378"/>
                <a:gd name="connsiteY0" fmla="*/ 0 h 2159042"/>
                <a:gd name="connsiteX1" fmla="*/ 210432 w 255378"/>
                <a:gd name="connsiteY1" fmla="*/ 373747 h 2159042"/>
                <a:gd name="connsiteX2" fmla="*/ 123886 w 255378"/>
                <a:gd name="connsiteY2" fmla="*/ 711947 h 2159042"/>
                <a:gd name="connsiteX3" fmla="*/ 109044 w 255378"/>
                <a:gd name="connsiteY3" fmla="*/ 1081098 h 2159042"/>
                <a:gd name="connsiteX4" fmla="*/ 126666 w 255378"/>
                <a:gd name="connsiteY4" fmla="*/ 1584780 h 2159042"/>
                <a:gd name="connsiteX5" fmla="*/ 253850 w 255378"/>
                <a:gd name="connsiteY5" fmla="*/ 1895146 h 2159042"/>
                <a:gd name="connsiteX6" fmla="*/ 17033 w 255378"/>
                <a:gd name="connsiteY6" fmla="*/ 2159042 h 2159042"/>
                <a:gd name="connsiteX0" fmla="*/ 0 w 272977"/>
                <a:gd name="connsiteY0" fmla="*/ 0 h 2036346"/>
                <a:gd name="connsiteX1" fmla="*/ 228031 w 272977"/>
                <a:gd name="connsiteY1" fmla="*/ 251051 h 2036346"/>
                <a:gd name="connsiteX2" fmla="*/ 141485 w 272977"/>
                <a:gd name="connsiteY2" fmla="*/ 589251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41485 w 272977"/>
                <a:gd name="connsiteY2" fmla="*/ 589251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29301 w 272977"/>
                <a:gd name="connsiteY2" fmla="*/ 578917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29301 w 272977"/>
                <a:gd name="connsiteY2" fmla="*/ 578917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3590"/>
                <a:gd name="connsiteY0" fmla="*/ 0 h 2036346"/>
                <a:gd name="connsiteX1" fmla="*/ 230738 w 273590"/>
                <a:gd name="connsiteY1" fmla="*/ 279464 h 2036346"/>
                <a:gd name="connsiteX2" fmla="*/ 129301 w 273590"/>
                <a:gd name="connsiteY2" fmla="*/ 578917 h 2036346"/>
                <a:gd name="connsiteX3" fmla="*/ 126643 w 273590"/>
                <a:gd name="connsiteY3" fmla="*/ 958402 h 2036346"/>
                <a:gd name="connsiteX4" fmla="*/ 144265 w 273590"/>
                <a:gd name="connsiteY4" fmla="*/ 1462084 h 2036346"/>
                <a:gd name="connsiteX5" fmla="*/ 271449 w 273590"/>
                <a:gd name="connsiteY5" fmla="*/ 1772450 h 2036346"/>
                <a:gd name="connsiteX6" fmla="*/ 34632 w 273590"/>
                <a:gd name="connsiteY6" fmla="*/ 2036346 h 2036346"/>
                <a:gd name="connsiteX0" fmla="*/ 0 w 274725"/>
                <a:gd name="connsiteY0" fmla="*/ 0 h 2131921"/>
                <a:gd name="connsiteX1" fmla="*/ 230738 w 274725"/>
                <a:gd name="connsiteY1" fmla="*/ 279464 h 2131921"/>
                <a:gd name="connsiteX2" fmla="*/ 129301 w 274725"/>
                <a:gd name="connsiteY2" fmla="*/ 578917 h 2131921"/>
                <a:gd name="connsiteX3" fmla="*/ 126643 w 274725"/>
                <a:gd name="connsiteY3" fmla="*/ 958402 h 2131921"/>
                <a:gd name="connsiteX4" fmla="*/ 144265 w 274725"/>
                <a:gd name="connsiteY4" fmla="*/ 1462084 h 2131921"/>
                <a:gd name="connsiteX5" fmla="*/ 271449 w 274725"/>
                <a:gd name="connsiteY5" fmla="*/ 1772450 h 2131921"/>
                <a:gd name="connsiteX6" fmla="*/ 4851 w 274725"/>
                <a:gd name="connsiteY6" fmla="*/ 2131921 h 2131921"/>
                <a:gd name="connsiteX0" fmla="*/ 0 w 317202"/>
                <a:gd name="connsiteY0" fmla="*/ 0 h 2131921"/>
                <a:gd name="connsiteX1" fmla="*/ 230738 w 317202"/>
                <a:gd name="connsiteY1" fmla="*/ 279464 h 2131921"/>
                <a:gd name="connsiteX2" fmla="*/ 129301 w 317202"/>
                <a:gd name="connsiteY2" fmla="*/ 578917 h 2131921"/>
                <a:gd name="connsiteX3" fmla="*/ 126643 w 317202"/>
                <a:gd name="connsiteY3" fmla="*/ 958402 h 2131921"/>
                <a:gd name="connsiteX4" fmla="*/ 144265 w 317202"/>
                <a:gd name="connsiteY4" fmla="*/ 1462084 h 2131921"/>
                <a:gd name="connsiteX5" fmla="*/ 314770 w 317202"/>
                <a:gd name="connsiteY5" fmla="*/ 1772450 h 2131921"/>
                <a:gd name="connsiteX6" fmla="*/ 4851 w 317202"/>
                <a:gd name="connsiteY6" fmla="*/ 2131921 h 2131921"/>
                <a:gd name="connsiteX0" fmla="*/ 0 w 318687"/>
                <a:gd name="connsiteY0" fmla="*/ 0 h 2131921"/>
                <a:gd name="connsiteX1" fmla="*/ 230738 w 318687"/>
                <a:gd name="connsiteY1" fmla="*/ 279464 h 2131921"/>
                <a:gd name="connsiteX2" fmla="*/ 129301 w 318687"/>
                <a:gd name="connsiteY2" fmla="*/ 578917 h 2131921"/>
                <a:gd name="connsiteX3" fmla="*/ 126643 w 318687"/>
                <a:gd name="connsiteY3" fmla="*/ 958402 h 2131921"/>
                <a:gd name="connsiteX4" fmla="*/ 171340 w 318687"/>
                <a:gd name="connsiteY4" fmla="*/ 1407839 h 2131921"/>
                <a:gd name="connsiteX5" fmla="*/ 314770 w 318687"/>
                <a:gd name="connsiteY5" fmla="*/ 1772450 h 2131921"/>
                <a:gd name="connsiteX6" fmla="*/ 4851 w 318687"/>
                <a:gd name="connsiteY6"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26643 w 344187"/>
                <a:gd name="connsiteY3" fmla="*/ 958402 h 2131921"/>
                <a:gd name="connsiteX4" fmla="*/ 171340 w 344187"/>
                <a:gd name="connsiteY4" fmla="*/ 1407839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26643 w 344187"/>
                <a:gd name="connsiteY3" fmla="*/ 958402 h 2131921"/>
                <a:gd name="connsiteX4" fmla="*/ 138853 w 344187"/>
                <a:gd name="connsiteY4" fmla="*/ 1325178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60488 w 344187"/>
                <a:gd name="connsiteY3" fmla="*/ 975192 h 2131921"/>
                <a:gd name="connsiteX4" fmla="*/ 138853 w 344187"/>
                <a:gd name="connsiteY4" fmla="*/ 1325178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3516"/>
                <a:gd name="connsiteY0" fmla="*/ 0 h 2010513"/>
                <a:gd name="connsiteX1" fmla="*/ 230738 w 343516"/>
                <a:gd name="connsiteY1" fmla="*/ 279464 h 2010513"/>
                <a:gd name="connsiteX2" fmla="*/ 129301 w 343516"/>
                <a:gd name="connsiteY2" fmla="*/ 578917 h 2010513"/>
                <a:gd name="connsiteX3" fmla="*/ 160488 w 343516"/>
                <a:gd name="connsiteY3" fmla="*/ 975192 h 2010513"/>
                <a:gd name="connsiteX4" fmla="*/ 138853 w 343516"/>
                <a:gd name="connsiteY4" fmla="*/ 1325178 h 2010513"/>
                <a:gd name="connsiteX5" fmla="*/ 315180 w 343516"/>
                <a:gd name="connsiteY5" fmla="*/ 1487903 h 2010513"/>
                <a:gd name="connsiteX6" fmla="*/ 314770 w 343516"/>
                <a:gd name="connsiteY6" fmla="*/ 1772450 h 2010513"/>
                <a:gd name="connsiteX7" fmla="*/ 14329 w 343516"/>
                <a:gd name="connsiteY7" fmla="*/ 2010513 h 201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516" h="2010513">
                  <a:moveTo>
                    <a:pt x="0" y="0"/>
                  </a:moveTo>
                  <a:cubicBezTo>
                    <a:pt x="62465" y="62446"/>
                    <a:pt x="209188" y="182978"/>
                    <a:pt x="230738" y="279464"/>
                  </a:cubicBezTo>
                  <a:cubicBezTo>
                    <a:pt x="252288" y="375950"/>
                    <a:pt x="125586" y="495859"/>
                    <a:pt x="129301" y="578917"/>
                  </a:cubicBezTo>
                  <a:cubicBezTo>
                    <a:pt x="135016" y="706457"/>
                    <a:pt x="160203" y="847462"/>
                    <a:pt x="160488" y="975192"/>
                  </a:cubicBezTo>
                  <a:cubicBezTo>
                    <a:pt x="160965" y="1143309"/>
                    <a:pt x="112176" y="1176530"/>
                    <a:pt x="138853" y="1325178"/>
                  </a:cubicBezTo>
                  <a:cubicBezTo>
                    <a:pt x="158543" y="1421393"/>
                    <a:pt x="291275" y="1427135"/>
                    <a:pt x="315180" y="1487903"/>
                  </a:cubicBezTo>
                  <a:cubicBezTo>
                    <a:pt x="339085" y="1548671"/>
                    <a:pt x="364912" y="1685348"/>
                    <a:pt x="314770" y="1772450"/>
                  </a:cubicBezTo>
                  <a:cubicBezTo>
                    <a:pt x="264628" y="1859552"/>
                    <a:pt x="88675" y="1912264"/>
                    <a:pt x="14329" y="2010513"/>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0431E965-4F10-8214-2B0C-26EE23A12667}"/>
                </a:ext>
              </a:extLst>
            </p:cNvPr>
            <p:cNvSpPr/>
            <p:nvPr userDrawn="1"/>
          </p:nvSpPr>
          <p:spPr>
            <a:xfrm rot="5400000">
              <a:off x="9626746" y="-684661"/>
              <a:ext cx="292834" cy="1673453"/>
            </a:xfrm>
            <a:custGeom>
              <a:avLst/>
              <a:gdLst>
                <a:gd name="connsiteX0" fmla="*/ 0 w 389425"/>
                <a:gd name="connsiteY0" fmla="*/ 33 h 2011236"/>
                <a:gd name="connsiteX1" fmla="*/ 171260 w 389425"/>
                <a:gd name="connsiteY1" fmla="*/ 60326 h 2011236"/>
                <a:gd name="connsiteX2" fmla="*/ 211455 w 389425"/>
                <a:gd name="connsiteY2" fmla="*/ 221204 h 2011236"/>
                <a:gd name="connsiteX3" fmla="*/ 243078 w 389425"/>
                <a:gd name="connsiteY3" fmla="*/ 448089 h 2011236"/>
                <a:gd name="connsiteX4" fmla="*/ 346424 w 389425"/>
                <a:gd name="connsiteY4" fmla="*/ 789941 h 2011236"/>
                <a:gd name="connsiteX5" fmla="*/ 372237 w 389425"/>
                <a:gd name="connsiteY5" fmla="*/ 942151 h 2011236"/>
                <a:gd name="connsiteX6" fmla="*/ 386620 w 389425"/>
                <a:gd name="connsiteY6" fmla="*/ 1272478 h 2011236"/>
                <a:gd name="connsiteX7" fmla="*/ 280416 w 389425"/>
                <a:gd name="connsiteY7" fmla="*/ 1660241 h 2011236"/>
                <a:gd name="connsiteX8" fmla="*/ 151257 w 389425"/>
                <a:gd name="connsiteY8" fmla="*/ 1844073 h 2011236"/>
                <a:gd name="connsiteX9" fmla="*/ 1905 w 389425"/>
                <a:gd name="connsiteY9" fmla="*/ 2011237 h 2011236"/>
                <a:gd name="connsiteX0" fmla="*/ 0 w 389425"/>
                <a:gd name="connsiteY0" fmla="*/ 33 h 1864349"/>
                <a:gd name="connsiteX1" fmla="*/ 171260 w 389425"/>
                <a:gd name="connsiteY1" fmla="*/ 60326 h 1864349"/>
                <a:gd name="connsiteX2" fmla="*/ 211455 w 389425"/>
                <a:gd name="connsiteY2" fmla="*/ 221204 h 1864349"/>
                <a:gd name="connsiteX3" fmla="*/ 243078 w 389425"/>
                <a:gd name="connsiteY3" fmla="*/ 448089 h 1864349"/>
                <a:gd name="connsiteX4" fmla="*/ 346424 w 389425"/>
                <a:gd name="connsiteY4" fmla="*/ 789941 h 1864349"/>
                <a:gd name="connsiteX5" fmla="*/ 372237 w 389425"/>
                <a:gd name="connsiteY5" fmla="*/ 942151 h 1864349"/>
                <a:gd name="connsiteX6" fmla="*/ 386620 w 389425"/>
                <a:gd name="connsiteY6" fmla="*/ 1272478 h 1864349"/>
                <a:gd name="connsiteX7" fmla="*/ 280416 w 389425"/>
                <a:gd name="connsiteY7" fmla="*/ 1660241 h 1864349"/>
                <a:gd name="connsiteX8" fmla="*/ 151257 w 389425"/>
                <a:gd name="connsiteY8" fmla="*/ 1844073 h 1864349"/>
                <a:gd name="connsiteX9" fmla="*/ 66251 w 389425"/>
                <a:gd name="connsiteY9" fmla="*/ 1780067 h 1864349"/>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280416 w 389425"/>
                <a:gd name="connsiteY7" fmla="*/ 1660241 h 1872081"/>
                <a:gd name="connsiteX8" fmla="*/ 279950 w 389425"/>
                <a:gd name="connsiteY8" fmla="*/ 1852414 h 1872081"/>
                <a:gd name="connsiteX9" fmla="*/ 66251 w 389425"/>
                <a:gd name="connsiteY9" fmla="*/ 1780067 h 1872081"/>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357871 w 389425"/>
                <a:gd name="connsiteY7" fmla="*/ 1623302 h 1872081"/>
                <a:gd name="connsiteX8" fmla="*/ 279950 w 389425"/>
                <a:gd name="connsiteY8" fmla="*/ 1852414 h 1872081"/>
                <a:gd name="connsiteX9" fmla="*/ 66251 w 389425"/>
                <a:gd name="connsiteY9" fmla="*/ 1780067 h 1872081"/>
                <a:gd name="connsiteX0" fmla="*/ 0 w 389425"/>
                <a:gd name="connsiteY0" fmla="*/ 33 h 1897079"/>
                <a:gd name="connsiteX1" fmla="*/ 171260 w 389425"/>
                <a:gd name="connsiteY1" fmla="*/ 60326 h 1897079"/>
                <a:gd name="connsiteX2" fmla="*/ 211455 w 389425"/>
                <a:gd name="connsiteY2" fmla="*/ 221204 h 1897079"/>
                <a:gd name="connsiteX3" fmla="*/ 243078 w 389425"/>
                <a:gd name="connsiteY3" fmla="*/ 448089 h 1897079"/>
                <a:gd name="connsiteX4" fmla="*/ 346424 w 389425"/>
                <a:gd name="connsiteY4" fmla="*/ 789941 h 1897079"/>
                <a:gd name="connsiteX5" fmla="*/ 372237 w 389425"/>
                <a:gd name="connsiteY5" fmla="*/ 942151 h 1897079"/>
                <a:gd name="connsiteX6" fmla="*/ 386620 w 389425"/>
                <a:gd name="connsiteY6" fmla="*/ 1272478 h 1897079"/>
                <a:gd name="connsiteX7" fmla="*/ 357871 w 389425"/>
                <a:gd name="connsiteY7" fmla="*/ 1623302 h 1897079"/>
                <a:gd name="connsiteX8" fmla="*/ 279950 w 389425"/>
                <a:gd name="connsiteY8" fmla="*/ 1852414 h 1897079"/>
                <a:gd name="connsiteX9" fmla="*/ 66251 w 389425"/>
                <a:gd name="connsiteY9" fmla="*/ 1780067 h 1897079"/>
                <a:gd name="connsiteX0" fmla="*/ 0 w 389425"/>
                <a:gd name="connsiteY0" fmla="*/ 33 h 1901975"/>
                <a:gd name="connsiteX1" fmla="*/ 171260 w 389425"/>
                <a:gd name="connsiteY1" fmla="*/ 60326 h 1901975"/>
                <a:gd name="connsiteX2" fmla="*/ 211455 w 389425"/>
                <a:gd name="connsiteY2" fmla="*/ 221204 h 1901975"/>
                <a:gd name="connsiteX3" fmla="*/ 243078 w 389425"/>
                <a:gd name="connsiteY3" fmla="*/ 448089 h 1901975"/>
                <a:gd name="connsiteX4" fmla="*/ 346424 w 389425"/>
                <a:gd name="connsiteY4" fmla="*/ 789941 h 1901975"/>
                <a:gd name="connsiteX5" fmla="*/ 372237 w 389425"/>
                <a:gd name="connsiteY5" fmla="*/ 942151 h 1901975"/>
                <a:gd name="connsiteX6" fmla="*/ 386620 w 389425"/>
                <a:gd name="connsiteY6" fmla="*/ 1272478 h 1901975"/>
                <a:gd name="connsiteX7" fmla="*/ 357871 w 389425"/>
                <a:gd name="connsiteY7" fmla="*/ 1623302 h 1901975"/>
                <a:gd name="connsiteX8" fmla="*/ 279950 w 389425"/>
                <a:gd name="connsiteY8" fmla="*/ 1852414 h 1901975"/>
                <a:gd name="connsiteX9" fmla="*/ 66251 w 389425"/>
                <a:gd name="connsiteY9" fmla="*/ 1795558 h 1901975"/>
                <a:gd name="connsiteX0" fmla="*/ 0 w 416359"/>
                <a:gd name="connsiteY0" fmla="*/ 33 h 1901975"/>
                <a:gd name="connsiteX1" fmla="*/ 171260 w 416359"/>
                <a:gd name="connsiteY1" fmla="*/ 60326 h 1901975"/>
                <a:gd name="connsiteX2" fmla="*/ 211455 w 416359"/>
                <a:gd name="connsiteY2" fmla="*/ 221204 h 1901975"/>
                <a:gd name="connsiteX3" fmla="*/ 243078 w 416359"/>
                <a:gd name="connsiteY3" fmla="*/ 448089 h 1901975"/>
                <a:gd name="connsiteX4" fmla="*/ 346424 w 416359"/>
                <a:gd name="connsiteY4" fmla="*/ 789941 h 1901975"/>
                <a:gd name="connsiteX5" fmla="*/ 372237 w 416359"/>
                <a:gd name="connsiteY5" fmla="*/ 942151 h 1901975"/>
                <a:gd name="connsiteX6" fmla="*/ 386620 w 416359"/>
                <a:gd name="connsiteY6" fmla="*/ 1272478 h 1901975"/>
                <a:gd name="connsiteX7" fmla="*/ 412684 w 416359"/>
                <a:gd name="connsiteY7" fmla="*/ 1613769 h 1901975"/>
                <a:gd name="connsiteX8" fmla="*/ 279950 w 416359"/>
                <a:gd name="connsiteY8" fmla="*/ 1852414 h 1901975"/>
                <a:gd name="connsiteX9" fmla="*/ 66251 w 416359"/>
                <a:gd name="connsiteY9" fmla="*/ 1795558 h 1901975"/>
                <a:gd name="connsiteX0" fmla="*/ 0 w 356779"/>
                <a:gd name="connsiteY0" fmla="*/ 7 h 1963912"/>
                <a:gd name="connsiteX1" fmla="*/ 111680 w 356779"/>
                <a:gd name="connsiteY1" fmla="*/ 122263 h 1963912"/>
                <a:gd name="connsiteX2" fmla="*/ 151875 w 356779"/>
                <a:gd name="connsiteY2" fmla="*/ 283141 h 1963912"/>
                <a:gd name="connsiteX3" fmla="*/ 183498 w 356779"/>
                <a:gd name="connsiteY3" fmla="*/ 510026 h 1963912"/>
                <a:gd name="connsiteX4" fmla="*/ 286844 w 356779"/>
                <a:gd name="connsiteY4" fmla="*/ 851878 h 1963912"/>
                <a:gd name="connsiteX5" fmla="*/ 312657 w 356779"/>
                <a:gd name="connsiteY5" fmla="*/ 1004088 h 1963912"/>
                <a:gd name="connsiteX6" fmla="*/ 327040 w 356779"/>
                <a:gd name="connsiteY6" fmla="*/ 1334415 h 1963912"/>
                <a:gd name="connsiteX7" fmla="*/ 353104 w 356779"/>
                <a:gd name="connsiteY7" fmla="*/ 1675706 h 1963912"/>
                <a:gd name="connsiteX8" fmla="*/ 220370 w 356779"/>
                <a:gd name="connsiteY8" fmla="*/ 1914351 h 1963912"/>
                <a:gd name="connsiteX9" fmla="*/ 6671 w 356779"/>
                <a:gd name="connsiteY9" fmla="*/ 1857495 h 1963912"/>
                <a:gd name="connsiteX0" fmla="*/ 0 w 356779"/>
                <a:gd name="connsiteY0" fmla="*/ 8 h 1963913"/>
                <a:gd name="connsiteX1" fmla="*/ 111680 w 356779"/>
                <a:gd name="connsiteY1" fmla="*/ 122264 h 1963913"/>
                <a:gd name="connsiteX2" fmla="*/ 228137 w 356779"/>
                <a:gd name="connsiteY2" fmla="*/ 339147 h 1963913"/>
                <a:gd name="connsiteX3" fmla="*/ 183498 w 356779"/>
                <a:gd name="connsiteY3" fmla="*/ 510027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6779"/>
                <a:gd name="connsiteY0" fmla="*/ 8 h 1963913"/>
                <a:gd name="connsiteX1" fmla="*/ 111680 w 356779"/>
                <a:gd name="connsiteY1" fmla="*/ 122264 h 1963913"/>
                <a:gd name="connsiteX2" fmla="*/ 228137 w 356779"/>
                <a:gd name="connsiteY2" fmla="*/ 339147 h 1963913"/>
                <a:gd name="connsiteX3" fmla="*/ 239504 w 356779"/>
                <a:gd name="connsiteY3" fmla="*/ 602972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8694"/>
                <a:gd name="connsiteY0" fmla="*/ 8 h 1930725"/>
                <a:gd name="connsiteX1" fmla="*/ 111680 w 358694"/>
                <a:gd name="connsiteY1" fmla="*/ 122264 h 1930725"/>
                <a:gd name="connsiteX2" fmla="*/ 228137 w 358694"/>
                <a:gd name="connsiteY2" fmla="*/ 339147 h 1930725"/>
                <a:gd name="connsiteX3" fmla="*/ 239504 w 358694"/>
                <a:gd name="connsiteY3" fmla="*/ 602972 h 1930725"/>
                <a:gd name="connsiteX4" fmla="*/ 286844 w 358694"/>
                <a:gd name="connsiteY4" fmla="*/ 851879 h 1930725"/>
                <a:gd name="connsiteX5" fmla="*/ 312657 w 358694"/>
                <a:gd name="connsiteY5" fmla="*/ 1004089 h 1930725"/>
                <a:gd name="connsiteX6" fmla="*/ 327040 w 358694"/>
                <a:gd name="connsiteY6" fmla="*/ 1334416 h 1930725"/>
                <a:gd name="connsiteX7" fmla="*/ 353104 w 358694"/>
                <a:gd name="connsiteY7" fmla="*/ 1675707 h 1930725"/>
                <a:gd name="connsiteX8" fmla="*/ 186123 w 358694"/>
                <a:gd name="connsiteY8" fmla="*/ 1854034 h 1930725"/>
                <a:gd name="connsiteX9" fmla="*/ 6671 w 358694"/>
                <a:gd name="connsiteY9" fmla="*/ 1857496 h 1930725"/>
                <a:gd name="connsiteX0" fmla="*/ 0 w 358694"/>
                <a:gd name="connsiteY0" fmla="*/ 8 h 1956567"/>
                <a:gd name="connsiteX1" fmla="*/ 111680 w 358694"/>
                <a:gd name="connsiteY1" fmla="*/ 122264 h 1956567"/>
                <a:gd name="connsiteX2" fmla="*/ 228137 w 358694"/>
                <a:gd name="connsiteY2" fmla="*/ 339147 h 1956567"/>
                <a:gd name="connsiteX3" fmla="*/ 239504 w 358694"/>
                <a:gd name="connsiteY3" fmla="*/ 602972 h 1956567"/>
                <a:gd name="connsiteX4" fmla="*/ 286844 w 358694"/>
                <a:gd name="connsiteY4" fmla="*/ 851879 h 1956567"/>
                <a:gd name="connsiteX5" fmla="*/ 312657 w 358694"/>
                <a:gd name="connsiteY5" fmla="*/ 1004089 h 1956567"/>
                <a:gd name="connsiteX6" fmla="*/ 327040 w 358694"/>
                <a:gd name="connsiteY6" fmla="*/ 1334416 h 1956567"/>
                <a:gd name="connsiteX7" fmla="*/ 353104 w 358694"/>
                <a:gd name="connsiteY7" fmla="*/ 1675707 h 1956567"/>
                <a:gd name="connsiteX8" fmla="*/ 186123 w 358694"/>
                <a:gd name="connsiteY8" fmla="*/ 1854034 h 1956567"/>
                <a:gd name="connsiteX9" fmla="*/ 4388 w 358694"/>
                <a:gd name="connsiteY9" fmla="*/ 1898513 h 1956567"/>
                <a:gd name="connsiteX0" fmla="*/ 0 w 358694"/>
                <a:gd name="connsiteY0" fmla="*/ 8 h 1913885"/>
                <a:gd name="connsiteX1" fmla="*/ 111680 w 358694"/>
                <a:gd name="connsiteY1" fmla="*/ 122264 h 1913885"/>
                <a:gd name="connsiteX2" fmla="*/ 228137 w 358694"/>
                <a:gd name="connsiteY2" fmla="*/ 339147 h 1913885"/>
                <a:gd name="connsiteX3" fmla="*/ 239504 w 358694"/>
                <a:gd name="connsiteY3" fmla="*/ 602972 h 1913885"/>
                <a:gd name="connsiteX4" fmla="*/ 286844 w 358694"/>
                <a:gd name="connsiteY4" fmla="*/ 851879 h 1913885"/>
                <a:gd name="connsiteX5" fmla="*/ 312657 w 358694"/>
                <a:gd name="connsiteY5" fmla="*/ 1004089 h 1913885"/>
                <a:gd name="connsiteX6" fmla="*/ 327040 w 358694"/>
                <a:gd name="connsiteY6" fmla="*/ 1334416 h 1913885"/>
                <a:gd name="connsiteX7" fmla="*/ 353104 w 358694"/>
                <a:gd name="connsiteY7" fmla="*/ 1675707 h 1913885"/>
                <a:gd name="connsiteX8" fmla="*/ 186123 w 358694"/>
                <a:gd name="connsiteY8" fmla="*/ 1854034 h 1913885"/>
                <a:gd name="connsiteX9" fmla="*/ 4388 w 358694"/>
                <a:gd name="connsiteY9" fmla="*/ 1898513 h 1913885"/>
                <a:gd name="connsiteX0" fmla="*/ 0 w 329845"/>
                <a:gd name="connsiteY0" fmla="*/ 8 h 1913885"/>
                <a:gd name="connsiteX1" fmla="*/ 111680 w 329845"/>
                <a:gd name="connsiteY1" fmla="*/ 122264 h 1913885"/>
                <a:gd name="connsiteX2" fmla="*/ 228137 w 329845"/>
                <a:gd name="connsiteY2" fmla="*/ 339147 h 1913885"/>
                <a:gd name="connsiteX3" fmla="*/ 239504 w 329845"/>
                <a:gd name="connsiteY3" fmla="*/ 602972 h 1913885"/>
                <a:gd name="connsiteX4" fmla="*/ 286844 w 329845"/>
                <a:gd name="connsiteY4" fmla="*/ 851879 h 1913885"/>
                <a:gd name="connsiteX5" fmla="*/ 312657 w 329845"/>
                <a:gd name="connsiteY5" fmla="*/ 1004089 h 1913885"/>
                <a:gd name="connsiteX6" fmla="*/ 327040 w 329845"/>
                <a:gd name="connsiteY6" fmla="*/ 1334416 h 1913885"/>
                <a:gd name="connsiteX7" fmla="*/ 316574 w 329845"/>
                <a:gd name="connsiteY7" fmla="*/ 1656406 h 1913885"/>
                <a:gd name="connsiteX8" fmla="*/ 186123 w 329845"/>
                <a:gd name="connsiteY8" fmla="*/ 1854034 h 1913885"/>
                <a:gd name="connsiteX9" fmla="*/ 4388 w 329845"/>
                <a:gd name="connsiteY9"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6844 w 332491"/>
                <a:gd name="connsiteY4" fmla="*/ 851879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2278 w 332491"/>
                <a:gd name="connsiteY4" fmla="*/ 871181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73146 w 332491"/>
                <a:gd name="connsiteY4" fmla="*/ 895308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29497"/>
                <a:gd name="connsiteY0" fmla="*/ 8 h 1913885"/>
                <a:gd name="connsiteX1" fmla="*/ 111680 w 329497"/>
                <a:gd name="connsiteY1" fmla="*/ 122264 h 1913885"/>
                <a:gd name="connsiteX2" fmla="*/ 228137 w 329497"/>
                <a:gd name="connsiteY2" fmla="*/ 339147 h 1913885"/>
                <a:gd name="connsiteX3" fmla="*/ 239504 w 329497"/>
                <a:gd name="connsiteY3" fmla="*/ 602972 h 1913885"/>
                <a:gd name="connsiteX4" fmla="*/ 273146 w 329497"/>
                <a:gd name="connsiteY4" fmla="*/ 895308 h 1913885"/>
                <a:gd name="connsiteX5" fmla="*/ 327040 w 329497"/>
                <a:gd name="connsiteY5" fmla="*/ 1334416 h 1913885"/>
                <a:gd name="connsiteX6" fmla="*/ 186123 w 329497"/>
                <a:gd name="connsiteY6" fmla="*/ 1854034 h 1913885"/>
                <a:gd name="connsiteX7" fmla="*/ 4388 w 329497"/>
                <a:gd name="connsiteY7" fmla="*/ 1898513 h 1913885"/>
                <a:gd name="connsiteX0" fmla="*/ 0 w 340046"/>
                <a:gd name="connsiteY0" fmla="*/ 8 h 1898513"/>
                <a:gd name="connsiteX1" fmla="*/ 111680 w 340046"/>
                <a:gd name="connsiteY1" fmla="*/ 122264 h 1898513"/>
                <a:gd name="connsiteX2" fmla="*/ 228137 w 340046"/>
                <a:gd name="connsiteY2" fmla="*/ 339147 h 1898513"/>
                <a:gd name="connsiteX3" fmla="*/ 239504 w 340046"/>
                <a:gd name="connsiteY3" fmla="*/ 602972 h 1898513"/>
                <a:gd name="connsiteX4" fmla="*/ 273146 w 340046"/>
                <a:gd name="connsiteY4" fmla="*/ 895308 h 1898513"/>
                <a:gd name="connsiteX5" fmla="*/ 327040 w 340046"/>
                <a:gd name="connsiteY5" fmla="*/ 1334416 h 1898513"/>
                <a:gd name="connsiteX6" fmla="*/ 4388 w 340046"/>
                <a:gd name="connsiteY6" fmla="*/ 1898513 h 1898513"/>
                <a:gd name="connsiteX0" fmla="*/ 0 w 282563"/>
                <a:gd name="connsiteY0" fmla="*/ 8 h 1898513"/>
                <a:gd name="connsiteX1" fmla="*/ 111680 w 282563"/>
                <a:gd name="connsiteY1" fmla="*/ 122264 h 1898513"/>
                <a:gd name="connsiteX2" fmla="*/ 228137 w 282563"/>
                <a:gd name="connsiteY2" fmla="*/ 339147 h 1898513"/>
                <a:gd name="connsiteX3" fmla="*/ 239504 w 282563"/>
                <a:gd name="connsiteY3" fmla="*/ 602972 h 1898513"/>
                <a:gd name="connsiteX4" fmla="*/ 273146 w 282563"/>
                <a:gd name="connsiteY4" fmla="*/ 895308 h 1898513"/>
                <a:gd name="connsiteX5" fmla="*/ 245296 w 282563"/>
                <a:gd name="connsiteY5" fmla="*/ 1376979 h 1898513"/>
                <a:gd name="connsiteX6" fmla="*/ 4388 w 282563"/>
                <a:gd name="connsiteY6" fmla="*/ 1898513 h 1898513"/>
                <a:gd name="connsiteX0" fmla="*/ 0 w 282563"/>
                <a:gd name="connsiteY0" fmla="*/ 8 h 1898584"/>
                <a:gd name="connsiteX1" fmla="*/ 111680 w 282563"/>
                <a:gd name="connsiteY1" fmla="*/ 122264 h 1898584"/>
                <a:gd name="connsiteX2" fmla="*/ 228137 w 282563"/>
                <a:gd name="connsiteY2" fmla="*/ 339147 h 1898584"/>
                <a:gd name="connsiteX3" fmla="*/ 239504 w 282563"/>
                <a:gd name="connsiteY3" fmla="*/ 602972 h 1898584"/>
                <a:gd name="connsiteX4" fmla="*/ 273146 w 282563"/>
                <a:gd name="connsiteY4" fmla="*/ 895308 h 1898584"/>
                <a:gd name="connsiteX5" fmla="*/ 245296 w 282563"/>
                <a:gd name="connsiteY5" fmla="*/ 1376979 h 1898584"/>
                <a:gd name="connsiteX6" fmla="*/ 4388 w 282563"/>
                <a:gd name="connsiteY6" fmla="*/ 1898513 h 1898584"/>
                <a:gd name="connsiteX0" fmla="*/ 0 w 282563"/>
                <a:gd name="connsiteY0" fmla="*/ 23 h 1898599"/>
                <a:gd name="connsiteX1" fmla="*/ 111680 w 282563"/>
                <a:gd name="connsiteY1" fmla="*/ 122279 h 1898599"/>
                <a:gd name="connsiteX2" fmla="*/ 239504 w 282563"/>
                <a:gd name="connsiteY2" fmla="*/ 602987 h 1898599"/>
                <a:gd name="connsiteX3" fmla="*/ 273146 w 282563"/>
                <a:gd name="connsiteY3" fmla="*/ 895323 h 1898599"/>
                <a:gd name="connsiteX4" fmla="*/ 245296 w 282563"/>
                <a:gd name="connsiteY4" fmla="*/ 1376994 h 1898599"/>
                <a:gd name="connsiteX5" fmla="*/ 4388 w 282563"/>
                <a:gd name="connsiteY5" fmla="*/ 1898528 h 1898599"/>
                <a:gd name="connsiteX0" fmla="*/ 0 w 311990"/>
                <a:gd name="connsiteY0" fmla="*/ 0 h 2234823"/>
                <a:gd name="connsiteX1" fmla="*/ 141107 w 311990"/>
                <a:gd name="connsiteY1" fmla="*/ 458503 h 2234823"/>
                <a:gd name="connsiteX2" fmla="*/ 268931 w 311990"/>
                <a:gd name="connsiteY2" fmla="*/ 939211 h 2234823"/>
                <a:gd name="connsiteX3" fmla="*/ 302573 w 311990"/>
                <a:gd name="connsiteY3" fmla="*/ 1231547 h 2234823"/>
                <a:gd name="connsiteX4" fmla="*/ 274723 w 311990"/>
                <a:gd name="connsiteY4" fmla="*/ 1713218 h 2234823"/>
                <a:gd name="connsiteX5" fmla="*/ 33815 w 311990"/>
                <a:gd name="connsiteY5" fmla="*/ 2234752 h 2234823"/>
                <a:gd name="connsiteX0" fmla="*/ 0 w 290315"/>
                <a:gd name="connsiteY0" fmla="*/ 2 h 2234825"/>
                <a:gd name="connsiteX1" fmla="*/ 141107 w 290315"/>
                <a:gd name="connsiteY1" fmla="*/ 458505 h 2234825"/>
                <a:gd name="connsiteX2" fmla="*/ 268931 w 290315"/>
                <a:gd name="connsiteY2" fmla="*/ 939213 h 2234825"/>
                <a:gd name="connsiteX3" fmla="*/ 240448 w 290315"/>
                <a:gd name="connsiteY3" fmla="*/ 1261344 h 2234825"/>
                <a:gd name="connsiteX4" fmla="*/ 274723 w 290315"/>
                <a:gd name="connsiteY4" fmla="*/ 1713220 h 2234825"/>
                <a:gd name="connsiteX5" fmla="*/ 33815 w 290315"/>
                <a:gd name="connsiteY5" fmla="*/ 2234754 h 2234825"/>
                <a:gd name="connsiteX0" fmla="*/ 3704 w 256501"/>
                <a:gd name="connsiteY0" fmla="*/ 1 h 4880133"/>
                <a:gd name="connsiteX1" fmla="*/ 107292 w 256501"/>
                <a:gd name="connsiteY1" fmla="*/ 3103813 h 4880133"/>
                <a:gd name="connsiteX2" fmla="*/ 235116 w 256501"/>
                <a:gd name="connsiteY2" fmla="*/ 3584521 h 4880133"/>
                <a:gd name="connsiteX3" fmla="*/ 206633 w 256501"/>
                <a:gd name="connsiteY3" fmla="*/ 3906652 h 4880133"/>
                <a:gd name="connsiteX4" fmla="*/ 240908 w 256501"/>
                <a:gd name="connsiteY4" fmla="*/ 4358528 h 4880133"/>
                <a:gd name="connsiteX5" fmla="*/ 0 w 256501"/>
                <a:gd name="connsiteY5" fmla="*/ 4880062 h 4880133"/>
                <a:gd name="connsiteX0" fmla="*/ 3704 w 256501"/>
                <a:gd name="connsiteY0" fmla="*/ 1 h 4880133"/>
                <a:gd name="connsiteX1" fmla="*/ 64771 w 256501"/>
                <a:gd name="connsiteY1" fmla="*/ 1730680 h 4880133"/>
                <a:gd name="connsiteX2" fmla="*/ 235116 w 256501"/>
                <a:gd name="connsiteY2" fmla="*/ 3584521 h 4880133"/>
                <a:gd name="connsiteX3" fmla="*/ 206633 w 256501"/>
                <a:gd name="connsiteY3" fmla="*/ 3906652 h 4880133"/>
                <a:gd name="connsiteX4" fmla="*/ 240908 w 256501"/>
                <a:gd name="connsiteY4" fmla="*/ 4358528 h 4880133"/>
                <a:gd name="connsiteX5" fmla="*/ 0 w 256501"/>
                <a:gd name="connsiteY5" fmla="*/ 4880062 h 4880133"/>
                <a:gd name="connsiteX0" fmla="*/ 3704 w 256501"/>
                <a:gd name="connsiteY0" fmla="*/ 1 h 4880133"/>
                <a:gd name="connsiteX1" fmla="*/ 64771 w 256501"/>
                <a:gd name="connsiteY1" fmla="*/ 1730680 h 4880133"/>
                <a:gd name="connsiteX2" fmla="*/ 235116 w 256501"/>
                <a:gd name="connsiteY2" fmla="*/ 3584521 h 4880133"/>
                <a:gd name="connsiteX3" fmla="*/ 206633 w 256501"/>
                <a:gd name="connsiteY3" fmla="*/ 3906652 h 4880133"/>
                <a:gd name="connsiteX4" fmla="*/ 240908 w 256501"/>
                <a:gd name="connsiteY4" fmla="*/ 4358528 h 4880133"/>
                <a:gd name="connsiteX5" fmla="*/ 0 w 256501"/>
                <a:gd name="connsiteY5" fmla="*/ 4880062 h 4880133"/>
                <a:gd name="connsiteX0" fmla="*/ 3704 w 397903"/>
                <a:gd name="connsiteY0" fmla="*/ 1 h 4880133"/>
                <a:gd name="connsiteX1" fmla="*/ 64771 w 397903"/>
                <a:gd name="connsiteY1" fmla="*/ 1730680 h 4880133"/>
                <a:gd name="connsiteX2" fmla="*/ 235116 w 397903"/>
                <a:gd name="connsiteY2" fmla="*/ 3584521 h 4880133"/>
                <a:gd name="connsiteX3" fmla="*/ 396732 w 397903"/>
                <a:gd name="connsiteY3" fmla="*/ 4012668 h 4880133"/>
                <a:gd name="connsiteX4" fmla="*/ 240908 w 397903"/>
                <a:gd name="connsiteY4" fmla="*/ 4358528 h 4880133"/>
                <a:gd name="connsiteX5" fmla="*/ 0 w 397903"/>
                <a:gd name="connsiteY5" fmla="*/ 4880062 h 4880133"/>
                <a:gd name="connsiteX0" fmla="*/ 3704 w 397903"/>
                <a:gd name="connsiteY0" fmla="*/ 1 h 4880133"/>
                <a:gd name="connsiteX1" fmla="*/ 64771 w 397903"/>
                <a:gd name="connsiteY1" fmla="*/ 1730680 h 4880133"/>
                <a:gd name="connsiteX2" fmla="*/ 282645 w 397903"/>
                <a:gd name="connsiteY2" fmla="*/ 3498700 h 4880133"/>
                <a:gd name="connsiteX3" fmla="*/ 396732 w 397903"/>
                <a:gd name="connsiteY3" fmla="*/ 4012668 h 4880133"/>
                <a:gd name="connsiteX4" fmla="*/ 240908 w 397903"/>
                <a:gd name="connsiteY4" fmla="*/ 4358528 h 4880133"/>
                <a:gd name="connsiteX5" fmla="*/ 0 w 397903"/>
                <a:gd name="connsiteY5" fmla="*/ 4880062 h 4880133"/>
                <a:gd name="connsiteX0" fmla="*/ 3704 w 397903"/>
                <a:gd name="connsiteY0" fmla="*/ 1 h 4880133"/>
                <a:gd name="connsiteX1" fmla="*/ 64771 w 397903"/>
                <a:gd name="connsiteY1" fmla="*/ 1730680 h 4880133"/>
                <a:gd name="connsiteX2" fmla="*/ 282645 w 397903"/>
                <a:gd name="connsiteY2" fmla="*/ 3498700 h 4880133"/>
                <a:gd name="connsiteX3" fmla="*/ 396732 w 397903"/>
                <a:gd name="connsiteY3" fmla="*/ 4012668 h 4880133"/>
                <a:gd name="connsiteX4" fmla="*/ 240908 w 397903"/>
                <a:gd name="connsiteY4" fmla="*/ 4358528 h 4880133"/>
                <a:gd name="connsiteX5" fmla="*/ 0 w 397903"/>
                <a:gd name="connsiteY5" fmla="*/ 4880062 h 4880133"/>
                <a:gd name="connsiteX0" fmla="*/ 3704 w 397925"/>
                <a:gd name="connsiteY0" fmla="*/ 1 h 4880142"/>
                <a:gd name="connsiteX1" fmla="*/ 64771 w 397925"/>
                <a:gd name="connsiteY1" fmla="*/ 1730680 h 4880142"/>
                <a:gd name="connsiteX2" fmla="*/ 282645 w 397925"/>
                <a:gd name="connsiteY2" fmla="*/ 3498700 h 4880142"/>
                <a:gd name="connsiteX3" fmla="*/ 396732 w 397925"/>
                <a:gd name="connsiteY3" fmla="*/ 4012668 h 4880142"/>
                <a:gd name="connsiteX4" fmla="*/ 243413 w 397925"/>
                <a:gd name="connsiteY4" fmla="*/ 4393864 h 4880142"/>
                <a:gd name="connsiteX5" fmla="*/ 0 w 397925"/>
                <a:gd name="connsiteY5" fmla="*/ 4880062 h 4880142"/>
                <a:gd name="connsiteX0" fmla="*/ 3704 w 397925"/>
                <a:gd name="connsiteY0" fmla="*/ 1 h 4880063"/>
                <a:gd name="connsiteX1" fmla="*/ 64771 w 397925"/>
                <a:gd name="connsiteY1" fmla="*/ 1730680 h 4880063"/>
                <a:gd name="connsiteX2" fmla="*/ 282645 w 397925"/>
                <a:gd name="connsiteY2" fmla="*/ 3498700 h 4880063"/>
                <a:gd name="connsiteX3" fmla="*/ 396732 w 397925"/>
                <a:gd name="connsiteY3" fmla="*/ 4012668 h 4880063"/>
                <a:gd name="connsiteX4" fmla="*/ 243413 w 397925"/>
                <a:gd name="connsiteY4" fmla="*/ 4393864 h 4880063"/>
                <a:gd name="connsiteX5" fmla="*/ 0 w 397925"/>
                <a:gd name="connsiteY5" fmla="*/ 4880062 h 4880063"/>
                <a:gd name="connsiteX0" fmla="*/ 0 w 411731"/>
                <a:gd name="connsiteY0" fmla="*/ 0 h 4748807"/>
                <a:gd name="connsiteX1" fmla="*/ 78577 w 411731"/>
                <a:gd name="connsiteY1" fmla="*/ 1599424 h 4748807"/>
                <a:gd name="connsiteX2" fmla="*/ 296451 w 411731"/>
                <a:gd name="connsiteY2" fmla="*/ 3367444 h 4748807"/>
                <a:gd name="connsiteX3" fmla="*/ 410538 w 411731"/>
                <a:gd name="connsiteY3" fmla="*/ 3881412 h 4748807"/>
                <a:gd name="connsiteX4" fmla="*/ 257219 w 411731"/>
                <a:gd name="connsiteY4" fmla="*/ 4262608 h 4748807"/>
                <a:gd name="connsiteX5" fmla="*/ 13806 w 411731"/>
                <a:gd name="connsiteY5" fmla="*/ 4748806 h 474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731" h="4748807">
                  <a:moveTo>
                    <a:pt x="0" y="0"/>
                  </a:moveTo>
                  <a:cubicBezTo>
                    <a:pt x="57912" y="-857"/>
                    <a:pt x="29169" y="1038184"/>
                    <a:pt x="78577" y="1599424"/>
                  </a:cubicBezTo>
                  <a:cubicBezTo>
                    <a:pt x="127985" y="2160664"/>
                    <a:pt x="213605" y="3042646"/>
                    <a:pt x="296451" y="3367444"/>
                  </a:cubicBezTo>
                  <a:cubicBezTo>
                    <a:pt x="379297" y="3692242"/>
                    <a:pt x="383297" y="3765398"/>
                    <a:pt x="410538" y="3881412"/>
                  </a:cubicBezTo>
                  <a:cubicBezTo>
                    <a:pt x="425127" y="4003319"/>
                    <a:pt x="302012" y="4095407"/>
                    <a:pt x="257219" y="4262608"/>
                  </a:cubicBezTo>
                  <a:cubicBezTo>
                    <a:pt x="212426" y="4429809"/>
                    <a:pt x="84655" y="4633561"/>
                    <a:pt x="13806" y="4748806"/>
                  </a:cubicBezTo>
                </a:path>
              </a:pathLst>
            </a:custGeom>
            <a:noFill/>
            <a:ln w="6350" cap="rnd">
              <a:solidFill>
                <a:schemeClr val="tx1">
                  <a:lumMod val="95000"/>
                  <a:alpha val="35000"/>
                </a:schemeClr>
              </a:solidFill>
              <a:prstDash val="dash"/>
              <a:round/>
            </a:ln>
          </p:spPr>
          <p:txBody>
            <a:bodyPr rtlCol="0" anchor="ctr"/>
            <a:lstStyle/>
            <a:p>
              <a:endParaRPr lang="en-US"/>
            </a:p>
          </p:txBody>
        </p:sp>
      </p:grpSp>
      <p:sp>
        <p:nvSpPr>
          <p:cNvPr id="2" name="Title 1">
            <a:extLst>
              <a:ext uri="{FF2B5EF4-FFF2-40B4-BE49-F238E27FC236}">
                <a16:creationId xmlns:a16="http://schemas.microsoft.com/office/drawing/2014/main" id="{10AEAA03-0A50-BC60-FCD6-3297CB201AF5}"/>
              </a:ext>
            </a:extLst>
          </p:cNvPr>
          <p:cNvSpPr>
            <a:spLocks noGrp="1"/>
          </p:cNvSpPr>
          <p:nvPr>
            <p:ph type="title"/>
          </p:nvPr>
        </p:nvSpPr>
        <p:spPr>
          <a:xfrm>
            <a:off x="294063" y="448459"/>
            <a:ext cx="11593136" cy="756274"/>
          </a:xfrm>
        </p:spPr>
        <p:txBody>
          <a:bodyPr anchor="t">
            <a:normAutofit/>
          </a:bodyPr>
          <a:lstStyle>
            <a:lvl1pPr>
              <a:defRPr sz="40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7" name="Picture Placeholder 6">
            <a:extLst>
              <a:ext uri="{FF2B5EF4-FFF2-40B4-BE49-F238E27FC236}">
                <a16:creationId xmlns:a16="http://schemas.microsoft.com/office/drawing/2014/main" id="{E5EEE60C-FA52-7476-DC61-A4252B31EDC3}"/>
              </a:ext>
            </a:extLst>
          </p:cNvPr>
          <p:cNvSpPr>
            <a:spLocks noGrp="1"/>
          </p:cNvSpPr>
          <p:nvPr>
            <p:ph type="pic" sz="quarter" idx="13"/>
          </p:nvPr>
        </p:nvSpPr>
        <p:spPr>
          <a:xfrm>
            <a:off x="304800" y="1340429"/>
            <a:ext cx="11593136" cy="4755572"/>
          </a:xfrm>
        </p:spPr>
        <p:txBody>
          <a:bodyPr/>
          <a:lstStyle/>
          <a:p>
            <a:r>
              <a:rPr lang="en-US"/>
              <a:t>Click icon to add picture</a:t>
            </a:r>
          </a:p>
        </p:txBody>
      </p:sp>
    </p:spTree>
    <p:extLst>
      <p:ext uri="{BB962C8B-B14F-4D97-AF65-F5344CB8AC3E}">
        <p14:creationId xmlns:p14="http://schemas.microsoft.com/office/powerpoint/2010/main" val="22818076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 Image_3">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E5EEE60C-FA52-7476-DC61-A4252B31EDC3}"/>
              </a:ext>
            </a:extLst>
          </p:cNvPr>
          <p:cNvSpPr>
            <a:spLocks noGrp="1"/>
          </p:cNvSpPr>
          <p:nvPr>
            <p:ph type="pic" sz="quarter" idx="13"/>
          </p:nvPr>
        </p:nvSpPr>
        <p:spPr>
          <a:xfrm>
            <a:off x="1" y="1340428"/>
            <a:ext cx="12192000" cy="5517571"/>
          </a:xfrm>
        </p:spPr>
        <p:txBody>
          <a:bodyPr/>
          <a:lstStyle/>
          <a:p>
            <a:r>
              <a:rPr lang="en-US"/>
              <a:t>Click icon to add picture</a:t>
            </a:r>
          </a:p>
        </p:txBody>
      </p:sp>
      <p:sp>
        <p:nvSpPr>
          <p:cNvPr id="2" name="Title 1">
            <a:extLst>
              <a:ext uri="{FF2B5EF4-FFF2-40B4-BE49-F238E27FC236}">
                <a16:creationId xmlns:a16="http://schemas.microsoft.com/office/drawing/2014/main" id="{10AEAA03-0A50-BC60-FCD6-3297CB201AF5}"/>
              </a:ext>
            </a:extLst>
          </p:cNvPr>
          <p:cNvSpPr>
            <a:spLocks noGrp="1"/>
          </p:cNvSpPr>
          <p:nvPr>
            <p:ph type="title"/>
          </p:nvPr>
        </p:nvSpPr>
        <p:spPr>
          <a:xfrm>
            <a:off x="294062" y="446142"/>
            <a:ext cx="9755629" cy="597483"/>
          </a:xfrm>
        </p:spPr>
        <p:txBody>
          <a:bodyPr anchor="t">
            <a:normAutofit/>
          </a:bodyPr>
          <a:lstStyle>
            <a:lvl1pPr>
              <a:defRPr sz="40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6" name="Group 5">
            <a:extLst>
              <a:ext uri="{FF2B5EF4-FFF2-40B4-BE49-F238E27FC236}">
                <a16:creationId xmlns:a16="http://schemas.microsoft.com/office/drawing/2014/main" id="{D79A45D3-FA9A-140E-D72F-576C95F93592}"/>
              </a:ext>
            </a:extLst>
          </p:cNvPr>
          <p:cNvGrpSpPr/>
          <p:nvPr userDrawn="1"/>
        </p:nvGrpSpPr>
        <p:grpSpPr>
          <a:xfrm>
            <a:off x="10717175" y="329386"/>
            <a:ext cx="1159651" cy="339792"/>
            <a:chOff x="10717175" y="6292721"/>
            <a:chExt cx="1159651" cy="339792"/>
          </a:xfrm>
        </p:grpSpPr>
        <p:sp>
          <p:nvSpPr>
            <p:cNvPr id="8" name="Freeform 24">
              <a:extLst>
                <a:ext uri="{FF2B5EF4-FFF2-40B4-BE49-F238E27FC236}">
                  <a16:creationId xmlns:a16="http://schemas.microsoft.com/office/drawing/2014/main" id="{332CD2AE-B616-4FDA-C756-967C37692A9E}"/>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9" name="Freeform 25">
              <a:extLst>
                <a:ext uri="{FF2B5EF4-FFF2-40B4-BE49-F238E27FC236}">
                  <a16:creationId xmlns:a16="http://schemas.microsoft.com/office/drawing/2014/main" id="{EF59CE29-BA4B-C080-34BE-F17076C501EF}"/>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10" name="Freeform 26">
              <a:extLst>
                <a:ext uri="{FF2B5EF4-FFF2-40B4-BE49-F238E27FC236}">
                  <a16:creationId xmlns:a16="http://schemas.microsoft.com/office/drawing/2014/main" id="{9B659195-D947-FD87-B9A2-42773A5690A9}"/>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7ECA1A95-8490-A906-D226-901E499BF6BF}"/>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12" name="Freeform 28">
              <a:extLst>
                <a:ext uri="{FF2B5EF4-FFF2-40B4-BE49-F238E27FC236}">
                  <a16:creationId xmlns:a16="http://schemas.microsoft.com/office/drawing/2014/main" id="{829E68F9-97E2-C2A1-9BF4-8A4EE2B1D078}"/>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13" name="Freeform 29">
              <a:extLst>
                <a:ext uri="{FF2B5EF4-FFF2-40B4-BE49-F238E27FC236}">
                  <a16:creationId xmlns:a16="http://schemas.microsoft.com/office/drawing/2014/main" id="{62DB0A3B-526A-6EF7-509D-CD0ED2D1F8C2}"/>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4" name="Freeform 30">
              <a:extLst>
                <a:ext uri="{FF2B5EF4-FFF2-40B4-BE49-F238E27FC236}">
                  <a16:creationId xmlns:a16="http://schemas.microsoft.com/office/drawing/2014/main" id="{B4A831D6-084D-651C-6089-0BFF8CDD6CA4}"/>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5" name="Freeform 31">
              <a:extLst>
                <a:ext uri="{FF2B5EF4-FFF2-40B4-BE49-F238E27FC236}">
                  <a16:creationId xmlns:a16="http://schemas.microsoft.com/office/drawing/2014/main" id="{9787BB2D-78CA-D4CC-C4A5-E7217ACB2342}"/>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6" name="Freeform 32">
              <a:extLst>
                <a:ext uri="{FF2B5EF4-FFF2-40B4-BE49-F238E27FC236}">
                  <a16:creationId xmlns:a16="http://schemas.microsoft.com/office/drawing/2014/main" id="{E001AC57-D4D5-13EE-1337-F6DE79BF2893}"/>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7" name="Group 16">
              <a:extLst>
                <a:ext uri="{FF2B5EF4-FFF2-40B4-BE49-F238E27FC236}">
                  <a16:creationId xmlns:a16="http://schemas.microsoft.com/office/drawing/2014/main" id="{43B0FFC4-3778-CFB8-1958-C18A0C7B73AB}"/>
                </a:ext>
              </a:extLst>
            </p:cNvPr>
            <p:cNvGrpSpPr/>
            <p:nvPr userDrawn="1"/>
          </p:nvGrpSpPr>
          <p:grpSpPr>
            <a:xfrm>
              <a:off x="10717905" y="6554391"/>
              <a:ext cx="1158921" cy="78122"/>
              <a:chOff x="10717904" y="6548918"/>
              <a:chExt cx="1248337" cy="84149"/>
            </a:xfrm>
          </p:grpSpPr>
          <p:grpSp>
            <p:nvGrpSpPr>
              <p:cNvPr id="18" name="Group 17">
                <a:extLst>
                  <a:ext uri="{FF2B5EF4-FFF2-40B4-BE49-F238E27FC236}">
                    <a16:creationId xmlns:a16="http://schemas.microsoft.com/office/drawing/2014/main" id="{E7E080BA-1FAF-8113-BD5F-6D46C9877121}"/>
                  </a:ext>
                </a:extLst>
              </p:cNvPr>
              <p:cNvGrpSpPr/>
              <p:nvPr userDrawn="1"/>
            </p:nvGrpSpPr>
            <p:grpSpPr>
              <a:xfrm>
                <a:off x="11365302" y="6551088"/>
                <a:ext cx="491266" cy="81979"/>
                <a:chOff x="10719494" y="6551088"/>
                <a:chExt cx="491266" cy="81979"/>
              </a:xfrm>
            </p:grpSpPr>
            <p:sp>
              <p:nvSpPr>
                <p:cNvPr id="25" name="Freeform 33">
                  <a:extLst>
                    <a:ext uri="{FF2B5EF4-FFF2-40B4-BE49-F238E27FC236}">
                      <a16:creationId xmlns:a16="http://schemas.microsoft.com/office/drawing/2014/main" id="{75D940C2-6AAF-1625-C930-8D725F687F74}"/>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26" name="Freeform 34">
                  <a:extLst>
                    <a:ext uri="{FF2B5EF4-FFF2-40B4-BE49-F238E27FC236}">
                      <a16:creationId xmlns:a16="http://schemas.microsoft.com/office/drawing/2014/main" id="{5A539698-0E0C-C00E-F676-37D6D28CD8EF}"/>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27" name="Freeform 35">
                  <a:extLst>
                    <a:ext uri="{FF2B5EF4-FFF2-40B4-BE49-F238E27FC236}">
                      <a16:creationId xmlns:a16="http://schemas.microsoft.com/office/drawing/2014/main" id="{1B8255D9-959A-AC07-0F39-B4E16D21839E}"/>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48" name="Freeform 36">
                  <a:extLst>
                    <a:ext uri="{FF2B5EF4-FFF2-40B4-BE49-F238E27FC236}">
                      <a16:creationId xmlns:a16="http://schemas.microsoft.com/office/drawing/2014/main" id="{7FC8B7F5-046A-AF97-EF24-03497E53B358}"/>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49" name="Freeform 37">
                  <a:extLst>
                    <a:ext uri="{FF2B5EF4-FFF2-40B4-BE49-F238E27FC236}">
                      <a16:creationId xmlns:a16="http://schemas.microsoft.com/office/drawing/2014/main" id="{9349242D-6977-927A-5E4F-4224DE99561D}"/>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19" name="Freeform 38">
                <a:extLst>
                  <a:ext uri="{FF2B5EF4-FFF2-40B4-BE49-F238E27FC236}">
                    <a16:creationId xmlns:a16="http://schemas.microsoft.com/office/drawing/2014/main" id="{292347EB-AC25-95D8-1D61-934F7ED56581}"/>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0" name="Freeform 39">
                <a:extLst>
                  <a:ext uri="{FF2B5EF4-FFF2-40B4-BE49-F238E27FC236}">
                    <a16:creationId xmlns:a16="http://schemas.microsoft.com/office/drawing/2014/main" id="{83CC184C-2222-C32D-B036-EC807F915B2F}"/>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21" name="Freeform 40">
                <a:extLst>
                  <a:ext uri="{FF2B5EF4-FFF2-40B4-BE49-F238E27FC236}">
                    <a16:creationId xmlns:a16="http://schemas.microsoft.com/office/drawing/2014/main" id="{D3D1EFBF-F074-00DD-208C-55B66A14E521}"/>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22" name="Freeform 41">
                <a:extLst>
                  <a:ext uri="{FF2B5EF4-FFF2-40B4-BE49-F238E27FC236}">
                    <a16:creationId xmlns:a16="http://schemas.microsoft.com/office/drawing/2014/main" id="{F0CCE480-3176-0A84-CC3B-4A3C02B8FBD5}"/>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3" name="Freeform 42">
                <a:extLst>
                  <a:ext uri="{FF2B5EF4-FFF2-40B4-BE49-F238E27FC236}">
                    <a16:creationId xmlns:a16="http://schemas.microsoft.com/office/drawing/2014/main" id="{71402BA3-375E-BC14-32A7-DD3D77A1811A}"/>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24" name="Freeform 42">
                <a:extLst>
                  <a:ext uri="{FF2B5EF4-FFF2-40B4-BE49-F238E27FC236}">
                    <a16:creationId xmlns:a16="http://schemas.microsoft.com/office/drawing/2014/main" id="{28FC0D16-763C-CBCC-A965-2DDF8CE4E9DB}"/>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279205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 Image_4">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77AC0536-3A5A-CE0F-5701-1A3ED7D04562}"/>
              </a:ext>
            </a:extLst>
          </p:cNvPr>
          <p:cNvSpPr/>
          <p:nvPr userDrawn="1"/>
        </p:nvSpPr>
        <p:spPr>
          <a:xfrm rot="9855707" flipV="1">
            <a:off x="11615524" y="4245552"/>
            <a:ext cx="8860" cy="7557"/>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C6224EDC-D15B-89F4-1018-6D0B80F6BC16}"/>
              </a:ext>
            </a:extLst>
          </p:cNvPr>
          <p:cNvSpPr/>
          <p:nvPr userDrawn="1"/>
        </p:nvSpPr>
        <p:spPr>
          <a:xfrm rot="10360931" flipV="1">
            <a:off x="6260394" y="5770739"/>
            <a:ext cx="476868" cy="1136437"/>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241649 w 1563565"/>
              <a:gd name="connsiteY11" fmla="*/ 2847214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87914 w 1563565"/>
              <a:gd name="connsiteY12" fmla="*/ 3198009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456687 w 1563565"/>
              <a:gd name="connsiteY10" fmla="*/ 2924466 h 3270982"/>
              <a:gd name="connsiteX11" fmla="*/ 187914 w 1563565"/>
              <a:gd name="connsiteY11" fmla="*/ 3198009 h 3270982"/>
              <a:gd name="connsiteX12" fmla="*/ 0 w 1563565"/>
              <a:gd name="connsiteY12"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32109 w 1563565"/>
              <a:gd name="connsiteY7" fmla="*/ 196800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732109 w 1563565"/>
              <a:gd name="connsiteY6" fmla="*/ 1968009 h 3270982"/>
              <a:gd name="connsiteX7" fmla="*/ 512193 w 1563565"/>
              <a:gd name="connsiteY7" fmla="*/ 2270745 h 3270982"/>
              <a:gd name="connsiteX8" fmla="*/ 456687 w 1563565"/>
              <a:gd name="connsiteY8" fmla="*/ 2924466 h 3270982"/>
              <a:gd name="connsiteX9" fmla="*/ 187914 w 1563565"/>
              <a:gd name="connsiteY9" fmla="*/ 3198009 h 3270982"/>
              <a:gd name="connsiteX10" fmla="*/ 0 w 1563565"/>
              <a:gd name="connsiteY10" fmla="*/ 3270982 h 3270982"/>
              <a:gd name="connsiteX0" fmla="*/ 967331 w 1563837"/>
              <a:gd name="connsiteY0" fmla="*/ 0 h 3270982"/>
              <a:gd name="connsiteX1" fmla="*/ 1209867 w 1563837"/>
              <a:gd name="connsiteY1" fmla="*/ 370350 h 3270982"/>
              <a:gd name="connsiteX2" fmla="*/ 1433322 w 1563837"/>
              <a:gd name="connsiteY2" fmla="*/ 616269 h 3270982"/>
              <a:gd name="connsiteX3" fmla="*/ 1562481 w 1563837"/>
              <a:gd name="connsiteY3" fmla="*/ 913068 h 3270982"/>
              <a:gd name="connsiteX4" fmla="*/ 1488281 w 1563837"/>
              <a:gd name="connsiteY4" fmla="*/ 1219487 h 3270982"/>
              <a:gd name="connsiteX5" fmla="*/ 1218273 w 1563837"/>
              <a:gd name="connsiteY5" fmla="*/ 1616958 h 3270982"/>
              <a:gd name="connsiteX6" fmla="*/ 732109 w 1563837"/>
              <a:gd name="connsiteY6" fmla="*/ 1968009 h 3270982"/>
              <a:gd name="connsiteX7" fmla="*/ 512193 w 1563837"/>
              <a:gd name="connsiteY7" fmla="*/ 2270745 h 3270982"/>
              <a:gd name="connsiteX8" fmla="*/ 456687 w 1563837"/>
              <a:gd name="connsiteY8" fmla="*/ 2924466 h 3270982"/>
              <a:gd name="connsiteX9" fmla="*/ 187914 w 1563837"/>
              <a:gd name="connsiteY9" fmla="*/ 3198009 h 3270982"/>
              <a:gd name="connsiteX10" fmla="*/ 0 w 1563837"/>
              <a:gd name="connsiteY10" fmla="*/ 3270982 h 3270982"/>
              <a:gd name="connsiteX0" fmla="*/ 1209867 w 1563837"/>
              <a:gd name="connsiteY0" fmla="*/ 0 h 2900632"/>
              <a:gd name="connsiteX1" fmla="*/ 1433322 w 1563837"/>
              <a:gd name="connsiteY1" fmla="*/ 245919 h 2900632"/>
              <a:gd name="connsiteX2" fmla="*/ 1562481 w 1563837"/>
              <a:gd name="connsiteY2" fmla="*/ 542718 h 2900632"/>
              <a:gd name="connsiteX3" fmla="*/ 1488281 w 1563837"/>
              <a:gd name="connsiteY3" fmla="*/ 849137 h 2900632"/>
              <a:gd name="connsiteX4" fmla="*/ 1218273 w 1563837"/>
              <a:gd name="connsiteY4" fmla="*/ 1246608 h 2900632"/>
              <a:gd name="connsiteX5" fmla="*/ 732109 w 1563837"/>
              <a:gd name="connsiteY5" fmla="*/ 1597659 h 2900632"/>
              <a:gd name="connsiteX6" fmla="*/ 512193 w 1563837"/>
              <a:gd name="connsiteY6" fmla="*/ 1900395 h 2900632"/>
              <a:gd name="connsiteX7" fmla="*/ 456687 w 1563837"/>
              <a:gd name="connsiteY7" fmla="*/ 2554116 h 2900632"/>
              <a:gd name="connsiteX8" fmla="*/ 187914 w 1563837"/>
              <a:gd name="connsiteY8" fmla="*/ 2827659 h 2900632"/>
              <a:gd name="connsiteX9" fmla="*/ 0 w 1563837"/>
              <a:gd name="connsiteY9" fmla="*/ 2900632 h 2900632"/>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255624 w 1563837"/>
              <a:gd name="connsiteY1" fmla="*/ 274827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488504"/>
              <a:gd name="connsiteY0" fmla="*/ 0 h 2961654"/>
              <a:gd name="connsiteX1" fmla="*/ 1255624 w 1488504"/>
              <a:gd name="connsiteY1" fmla="*/ 274827 h 2961654"/>
              <a:gd name="connsiteX2" fmla="*/ 1488281 w 1488504"/>
              <a:gd name="connsiteY2" fmla="*/ 910159 h 2961654"/>
              <a:gd name="connsiteX3" fmla="*/ 1218273 w 1488504"/>
              <a:gd name="connsiteY3" fmla="*/ 1307630 h 2961654"/>
              <a:gd name="connsiteX4" fmla="*/ 732109 w 1488504"/>
              <a:gd name="connsiteY4" fmla="*/ 1658681 h 2961654"/>
              <a:gd name="connsiteX5" fmla="*/ 512193 w 1488504"/>
              <a:gd name="connsiteY5" fmla="*/ 1961417 h 2961654"/>
              <a:gd name="connsiteX6" fmla="*/ 456687 w 1488504"/>
              <a:gd name="connsiteY6" fmla="*/ 2615138 h 2961654"/>
              <a:gd name="connsiteX7" fmla="*/ 187914 w 1488504"/>
              <a:gd name="connsiteY7" fmla="*/ 2888681 h 2961654"/>
              <a:gd name="connsiteX8" fmla="*/ 0 w 1488504"/>
              <a:gd name="connsiteY8" fmla="*/ 2961654 h 2961654"/>
              <a:gd name="connsiteX0" fmla="*/ 804435 w 1376011"/>
              <a:gd name="connsiteY0" fmla="*/ 0 h 2961654"/>
              <a:gd name="connsiteX1" fmla="*/ 1255624 w 1376011"/>
              <a:gd name="connsiteY1" fmla="*/ 274827 h 2961654"/>
              <a:gd name="connsiteX2" fmla="*/ 1375240 w 1376011"/>
              <a:gd name="connsiteY2" fmla="*/ 839095 h 2961654"/>
              <a:gd name="connsiteX3" fmla="*/ 1218273 w 1376011"/>
              <a:gd name="connsiteY3" fmla="*/ 1307630 h 2961654"/>
              <a:gd name="connsiteX4" fmla="*/ 732109 w 1376011"/>
              <a:gd name="connsiteY4" fmla="*/ 1658681 h 2961654"/>
              <a:gd name="connsiteX5" fmla="*/ 512193 w 1376011"/>
              <a:gd name="connsiteY5" fmla="*/ 1961417 h 2961654"/>
              <a:gd name="connsiteX6" fmla="*/ 456687 w 1376011"/>
              <a:gd name="connsiteY6" fmla="*/ 2615138 h 2961654"/>
              <a:gd name="connsiteX7" fmla="*/ 187914 w 1376011"/>
              <a:gd name="connsiteY7" fmla="*/ 2888681 h 2961654"/>
              <a:gd name="connsiteX8" fmla="*/ 0 w 1376011"/>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512193 w 1384277"/>
              <a:gd name="connsiteY5" fmla="*/ 1961417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50195 w 1384277"/>
              <a:gd name="connsiteY5" fmla="*/ 1993868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40533"/>
              <a:gd name="connsiteY0" fmla="*/ 0 h 2961654"/>
              <a:gd name="connsiteX1" fmla="*/ 1255624 w 1340533"/>
              <a:gd name="connsiteY1" fmla="*/ 274827 h 2961654"/>
              <a:gd name="connsiteX2" fmla="*/ 1324904 w 1340533"/>
              <a:gd name="connsiteY2" fmla="*/ 791064 h 2961654"/>
              <a:gd name="connsiteX3" fmla="*/ 1063021 w 1340533"/>
              <a:gd name="connsiteY3" fmla="*/ 1230569 h 2961654"/>
              <a:gd name="connsiteX4" fmla="*/ 644801 w 1340533"/>
              <a:gd name="connsiteY4" fmla="*/ 1557015 h 2961654"/>
              <a:gd name="connsiteX5" fmla="*/ 450195 w 1340533"/>
              <a:gd name="connsiteY5" fmla="*/ 1993868 h 2961654"/>
              <a:gd name="connsiteX6" fmla="*/ 456687 w 1340533"/>
              <a:gd name="connsiteY6" fmla="*/ 2615138 h 2961654"/>
              <a:gd name="connsiteX7" fmla="*/ 187914 w 1340533"/>
              <a:gd name="connsiteY7" fmla="*/ 2888681 h 2961654"/>
              <a:gd name="connsiteX8" fmla="*/ 0 w 1340533"/>
              <a:gd name="connsiteY8" fmla="*/ 2961654 h 2961654"/>
              <a:gd name="connsiteX0" fmla="*/ 631492 w 1167590"/>
              <a:gd name="connsiteY0" fmla="*/ 0 h 3058096"/>
              <a:gd name="connsiteX1" fmla="*/ 1082681 w 1167590"/>
              <a:gd name="connsiteY1" fmla="*/ 274827 h 3058096"/>
              <a:gd name="connsiteX2" fmla="*/ 1151961 w 1167590"/>
              <a:gd name="connsiteY2" fmla="*/ 791064 h 3058096"/>
              <a:gd name="connsiteX3" fmla="*/ 890078 w 1167590"/>
              <a:gd name="connsiteY3" fmla="*/ 1230569 h 3058096"/>
              <a:gd name="connsiteX4" fmla="*/ 471858 w 1167590"/>
              <a:gd name="connsiteY4" fmla="*/ 1557015 h 3058096"/>
              <a:gd name="connsiteX5" fmla="*/ 277252 w 1167590"/>
              <a:gd name="connsiteY5" fmla="*/ 1993868 h 3058096"/>
              <a:gd name="connsiteX6" fmla="*/ 283744 w 1167590"/>
              <a:gd name="connsiteY6" fmla="*/ 2615138 h 3058096"/>
              <a:gd name="connsiteX7" fmla="*/ 14971 w 1167590"/>
              <a:gd name="connsiteY7" fmla="*/ 2888681 h 3058096"/>
              <a:gd name="connsiteX8" fmla="*/ 140567 w 116759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0512 w 1100850"/>
              <a:gd name="connsiteY5" fmla="*/ 1993868 h 3058096"/>
              <a:gd name="connsiteX6" fmla="*/ 217004 w 1100850"/>
              <a:gd name="connsiteY6" fmla="*/ 2615138 h 3058096"/>
              <a:gd name="connsiteX7" fmla="*/ 19936 w 1100850"/>
              <a:gd name="connsiteY7" fmla="*/ 2845485 h 3058096"/>
              <a:gd name="connsiteX8" fmla="*/ 73827 w 110085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7004 w 1100850"/>
              <a:gd name="connsiteY5" fmla="*/ 2615138 h 3058096"/>
              <a:gd name="connsiteX6" fmla="*/ 19936 w 1100850"/>
              <a:gd name="connsiteY6" fmla="*/ 2845485 h 3058096"/>
              <a:gd name="connsiteX7" fmla="*/ 73827 w 1100850"/>
              <a:gd name="connsiteY7" fmla="*/ 3058096 h 3058096"/>
              <a:gd name="connsiteX0" fmla="*/ 490926 w 1027024"/>
              <a:gd name="connsiteY0" fmla="*/ 0 h 3058096"/>
              <a:gd name="connsiteX1" fmla="*/ 942115 w 1027024"/>
              <a:gd name="connsiteY1" fmla="*/ 274827 h 3058096"/>
              <a:gd name="connsiteX2" fmla="*/ 1011395 w 1027024"/>
              <a:gd name="connsiteY2" fmla="*/ 791064 h 3058096"/>
              <a:gd name="connsiteX3" fmla="*/ 749512 w 1027024"/>
              <a:gd name="connsiteY3" fmla="*/ 1230569 h 3058096"/>
              <a:gd name="connsiteX4" fmla="*/ 331292 w 1027024"/>
              <a:gd name="connsiteY4" fmla="*/ 1557015 h 3058096"/>
              <a:gd name="connsiteX5" fmla="*/ 143178 w 1027024"/>
              <a:gd name="connsiteY5" fmla="*/ 2615138 h 3058096"/>
              <a:gd name="connsiteX6" fmla="*/ 1 w 1027024"/>
              <a:gd name="connsiteY6" fmla="*/ 3058096 h 3058096"/>
              <a:gd name="connsiteX0" fmla="*/ 490925 w 1027023"/>
              <a:gd name="connsiteY0" fmla="*/ 0 h 3058096"/>
              <a:gd name="connsiteX1" fmla="*/ 942114 w 1027023"/>
              <a:gd name="connsiteY1" fmla="*/ 274827 h 3058096"/>
              <a:gd name="connsiteX2" fmla="*/ 1011394 w 1027023"/>
              <a:gd name="connsiteY2" fmla="*/ 791064 h 3058096"/>
              <a:gd name="connsiteX3" fmla="*/ 749511 w 1027023"/>
              <a:gd name="connsiteY3" fmla="*/ 1230569 h 3058096"/>
              <a:gd name="connsiteX4" fmla="*/ 331291 w 1027023"/>
              <a:gd name="connsiteY4" fmla="*/ 1557015 h 3058096"/>
              <a:gd name="connsiteX5" fmla="*/ 0 w 1027023"/>
              <a:gd name="connsiteY5" fmla="*/ 3058096 h 3058096"/>
              <a:gd name="connsiteX0" fmla="*/ 159634 w 695732"/>
              <a:gd name="connsiteY0" fmla="*/ 0 h 1557015"/>
              <a:gd name="connsiteX1" fmla="*/ 610823 w 695732"/>
              <a:gd name="connsiteY1" fmla="*/ 274827 h 1557015"/>
              <a:gd name="connsiteX2" fmla="*/ 680103 w 695732"/>
              <a:gd name="connsiteY2" fmla="*/ 791064 h 1557015"/>
              <a:gd name="connsiteX3" fmla="*/ 418220 w 695732"/>
              <a:gd name="connsiteY3" fmla="*/ 1230569 h 1557015"/>
              <a:gd name="connsiteX4" fmla="*/ 0 w 695732"/>
              <a:gd name="connsiteY4" fmla="*/ 1557015 h 1557015"/>
              <a:gd name="connsiteX0" fmla="*/ 159634 w 689757"/>
              <a:gd name="connsiteY0" fmla="*/ 0 h 1557015"/>
              <a:gd name="connsiteX1" fmla="*/ 610823 w 689757"/>
              <a:gd name="connsiteY1" fmla="*/ 274827 h 1557015"/>
              <a:gd name="connsiteX2" fmla="*/ 680103 w 689757"/>
              <a:gd name="connsiteY2" fmla="*/ 791064 h 1557015"/>
              <a:gd name="connsiteX3" fmla="*/ 499100 w 689757"/>
              <a:gd name="connsiteY3" fmla="*/ 1118903 h 1557015"/>
              <a:gd name="connsiteX4" fmla="*/ 0 w 689757"/>
              <a:gd name="connsiteY4" fmla="*/ 1557015 h 1557015"/>
              <a:gd name="connsiteX0" fmla="*/ 0 w 530123"/>
              <a:gd name="connsiteY0" fmla="*/ 0 h 1313188"/>
              <a:gd name="connsiteX1" fmla="*/ 451189 w 530123"/>
              <a:gd name="connsiteY1" fmla="*/ 274827 h 1313188"/>
              <a:gd name="connsiteX2" fmla="*/ 520469 w 530123"/>
              <a:gd name="connsiteY2" fmla="*/ 791064 h 1313188"/>
              <a:gd name="connsiteX3" fmla="*/ 339466 w 530123"/>
              <a:gd name="connsiteY3" fmla="*/ 1118903 h 1313188"/>
              <a:gd name="connsiteX4" fmla="*/ 63500 w 530123"/>
              <a:gd name="connsiteY4" fmla="*/ 1313188 h 1313188"/>
              <a:gd name="connsiteX0" fmla="*/ 0 w 530123"/>
              <a:gd name="connsiteY0" fmla="*/ 0 h 1313188"/>
              <a:gd name="connsiteX1" fmla="*/ 451189 w 530123"/>
              <a:gd name="connsiteY1" fmla="*/ 274827 h 1313188"/>
              <a:gd name="connsiteX2" fmla="*/ 520469 w 530123"/>
              <a:gd name="connsiteY2" fmla="*/ 791064 h 1313188"/>
              <a:gd name="connsiteX3" fmla="*/ 339466 w 530123"/>
              <a:gd name="connsiteY3" fmla="*/ 1118903 h 1313188"/>
              <a:gd name="connsiteX4" fmla="*/ 63500 w 530123"/>
              <a:gd name="connsiteY4" fmla="*/ 1313188 h 131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123" h="1313188">
                <a:moveTo>
                  <a:pt x="0" y="0"/>
                </a:moveTo>
                <a:cubicBezTo>
                  <a:pt x="122229" y="35465"/>
                  <a:pt x="364444" y="142983"/>
                  <a:pt x="451189" y="274827"/>
                </a:cubicBezTo>
                <a:cubicBezTo>
                  <a:pt x="537934" y="406671"/>
                  <a:pt x="539089" y="650385"/>
                  <a:pt x="520469" y="791064"/>
                </a:cubicBezTo>
                <a:cubicBezTo>
                  <a:pt x="501849" y="931743"/>
                  <a:pt x="415627" y="1031882"/>
                  <a:pt x="339466" y="1118903"/>
                </a:cubicBezTo>
                <a:cubicBezTo>
                  <a:pt x="263305" y="1205924"/>
                  <a:pt x="177585" y="1169963"/>
                  <a:pt x="63500" y="1313188"/>
                </a:cubicBezTo>
              </a:path>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ABFB807D-6B6C-64A1-65DC-0A2E95875E7B}"/>
              </a:ext>
            </a:extLst>
          </p:cNvPr>
          <p:cNvSpPr/>
          <p:nvPr userDrawn="1"/>
        </p:nvSpPr>
        <p:spPr>
          <a:xfrm rot="9855707" flipV="1">
            <a:off x="9682980" y="5120656"/>
            <a:ext cx="2457030" cy="1147202"/>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78019 w 2024747"/>
              <a:gd name="connsiteY0" fmla="*/ 1851594 h 2145194"/>
              <a:gd name="connsiteX1" fmla="*/ 327134 w 2024747"/>
              <a:gd name="connsiteY1" fmla="*/ 1830221 h 2145194"/>
              <a:gd name="connsiteX2" fmla="*/ 521121 w 2024747"/>
              <a:gd name="connsiteY2" fmla="*/ 1714581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27134 w 2024747"/>
              <a:gd name="connsiteY1" fmla="*/ 1830221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39324 w 2024747"/>
              <a:gd name="connsiteY1" fmla="*/ 1805047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1 w 3145744"/>
              <a:gd name="connsiteY0" fmla="*/ 1974405 h 2145194"/>
              <a:gd name="connsiteX1" fmla="*/ 1460321 w 3145744"/>
              <a:gd name="connsiteY1" fmla="*/ 1805047 h 2145194"/>
              <a:gd name="connsiteX2" fmla="*/ 1770327 w 3145744"/>
              <a:gd name="connsiteY2" fmla="*/ 1677906 h 2145194"/>
              <a:gd name="connsiteX3" fmla="*/ 2102833 w 3145744"/>
              <a:gd name="connsiteY3" fmla="*/ 1651126 h 2145194"/>
              <a:gd name="connsiteX4" fmla="*/ 2431360 w 3145744"/>
              <a:gd name="connsiteY4" fmla="*/ 1934997 h 2145194"/>
              <a:gd name="connsiteX5" fmla="*/ 2867071 w 3145744"/>
              <a:gd name="connsiteY5" fmla="*/ 2140084 h 2145194"/>
              <a:gd name="connsiteX6" fmla="*/ 3126168 w 3145744"/>
              <a:gd name="connsiteY6" fmla="*/ 1721402 h 2145194"/>
              <a:gd name="connsiteX7" fmla="*/ 3120615 w 3145744"/>
              <a:gd name="connsiteY7" fmla="*/ 1450143 h 2145194"/>
              <a:gd name="connsiteX8" fmla="*/ 2947479 w 3145744"/>
              <a:gd name="connsiteY8" fmla="*/ 1149330 h 2145194"/>
              <a:gd name="connsiteX9" fmla="*/ 2295207 w 3145744"/>
              <a:gd name="connsiteY9" fmla="*/ 666127 h 2145194"/>
              <a:gd name="connsiteX10" fmla="*/ 2055463 w 3145744"/>
              <a:gd name="connsiteY10" fmla="*/ 522871 h 2145194"/>
              <a:gd name="connsiteX11" fmla="*/ 1775809 w 3145744"/>
              <a:gd name="connsiteY11" fmla="*/ 352469 h 2145194"/>
              <a:gd name="connsiteX12" fmla="*/ 1523457 w 3145744"/>
              <a:gd name="connsiteY12" fmla="*/ 274151 h 2145194"/>
              <a:gd name="connsiteX13" fmla="*/ 1120997 w 3145744"/>
              <a:gd name="connsiteY13" fmla="*/ 0 h 2145194"/>
              <a:gd name="connsiteX0" fmla="*/ 0 w 3145745"/>
              <a:gd name="connsiteY0" fmla="*/ 1974405 h 2145194"/>
              <a:gd name="connsiteX1" fmla="*/ 1222106 w 3145745"/>
              <a:gd name="connsiteY1" fmla="*/ 1873569 h 2145194"/>
              <a:gd name="connsiteX2" fmla="*/ 1770328 w 3145745"/>
              <a:gd name="connsiteY2" fmla="*/ 1677906 h 2145194"/>
              <a:gd name="connsiteX3" fmla="*/ 2102834 w 3145745"/>
              <a:gd name="connsiteY3" fmla="*/ 1651126 h 2145194"/>
              <a:gd name="connsiteX4" fmla="*/ 2431361 w 3145745"/>
              <a:gd name="connsiteY4" fmla="*/ 1934997 h 2145194"/>
              <a:gd name="connsiteX5" fmla="*/ 2867072 w 3145745"/>
              <a:gd name="connsiteY5" fmla="*/ 2140084 h 2145194"/>
              <a:gd name="connsiteX6" fmla="*/ 3126169 w 3145745"/>
              <a:gd name="connsiteY6" fmla="*/ 1721402 h 2145194"/>
              <a:gd name="connsiteX7" fmla="*/ 3120616 w 3145745"/>
              <a:gd name="connsiteY7" fmla="*/ 1450143 h 2145194"/>
              <a:gd name="connsiteX8" fmla="*/ 2947480 w 3145745"/>
              <a:gd name="connsiteY8" fmla="*/ 1149330 h 2145194"/>
              <a:gd name="connsiteX9" fmla="*/ 2295208 w 3145745"/>
              <a:gd name="connsiteY9" fmla="*/ 666127 h 2145194"/>
              <a:gd name="connsiteX10" fmla="*/ 2055464 w 3145745"/>
              <a:gd name="connsiteY10" fmla="*/ 522871 h 2145194"/>
              <a:gd name="connsiteX11" fmla="*/ 1775810 w 3145745"/>
              <a:gd name="connsiteY11" fmla="*/ 352469 h 2145194"/>
              <a:gd name="connsiteX12" fmla="*/ 1523458 w 3145745"/>
              <a:gd name="connsiteY12" fmla="*/ 274151 h 2145194"/>
              <a:gd name="connsiteX13" fmla="*/ 1120998 w 3145745"/>
              <a:gd name="connsiteY13" fmla="*/ 0 h 2145194"/>
              <a:gd name="connsiteX0" fmla="*/ 0 w 3089520"/>
              <a:gd name="connsiteY0" fmla="*/ 1927115 h 2145194"/>
              <a:gd name="connsiteX1" fmla="*/ 1165881 w 3089520"/>
              <a:gd name="connsiteY1" fmla="*/ 1873569 h 2145194"/>
              <a:gd name="connsiteX2" fmla="*/ 1714103 w 3089520"/>
              <a:gd name="connsiteY2" fmla="*/ 1677906 h 2145194"/>
              <a:gd name="connsiteX3" fmla="*/ 2046609 w 3089520"/>
              <a:gd name="connsiteY3" fmla="*/ 1651126 h 2145194"/>
              <a:gd name="connsiteX4" fmla="*/ 2375136 w 3089520"/>
              <a:gd name="connsiteY4" fmla="*/ 1934997 h 2145194"/>
              <a:gd name="connsiteX5" fmla="*/ 2810847 w 3089520"/>
              <a:gd name="connsiteY5" fmla="*/ 2140084 h 2145194"/>
              <a:gd name="connsiteX6" fmla="*/ 3069944 w 3089520"/>
              <a:gd name="connsiteY6" fmla="*/ 1721402 h 2145194"/>
              <a:gd name="connsiteX7" fmla="*/ 3064391 w 3089520"/>
              <a:gd name="connsiteY7" fmla="*/ 1450143 h 2145194"/>
              <a:gd name="connsiteX8" fmla="*/ 2891255 w 3089520"/>
              <a:gd name="connsiteY8" fmla="*/ 1149330 h 2145194"/>
              <a:gd name="connsiteX9" fmla="*/ 2238983 w 3089520"/>
              <a:gd name="connsiteY9" fmla="*/ 666127 h 2145194"/>
              <a:gd name="connsiteX10" fmla="*/ 1999239 w 3089520"/>
              <a:gd name="connsiteY10" fmla="*/ 522871 h 2145194"/>
              <a:gd name="connsiteX11" fmla="*/ 1719585 w 3089520"/>
              <a:gd name="connsiteY11" fmla="*/ 352469 h 2145194"/>
              <a:gd name="connsiteX12" fmla="*/ 1467233 w 3089520"/>
              <a:gd name="connsiteY12" fmla="*/ 274151 h 2145194"/>
              <a:gd name="connsiteX13" fmla="*/ 1064773 w 3089520"/>
              <a:gd name="connsiteY13" fmla="*/ 0 h 2145194"/>
              <a:gd name="connsiteX0" fmla="*/ 0 w 3089520"/>
              <a:gd name="connsiteY0" fmla="*/ 1927115 h 2145194"/>
              <a:gd name="connsiteX1" fmla="*/ 1165881 w 3089520"/>
              <a:gd name="connsiteY1" fmla="*/ 1873569 h 2145194"/>
              <a:gd name="connsiteX2" fmla="*/ 1714103 w 3089520"/>
              <a:gd name="connsiteY2" fmla="*/ 1677906 h 2145194"/>
              <a:gd name="connsiteX3" fmla="*/ 2046609 w 3089520"/>
              <a:gd name="connsiteY3" fmla="*/ 1651126 h 2145194"/>
              <a:gd name="connsiteX4" fmla="*/ 2375136 w 3089520"/>
              <a:gd name="connsiteY4" fmla="*/ 1934997 h 2145194"/>
              <a:gd name="connsiteX5" fmla="*/ 2810847 w 3089520"/>
              <a:gd name="connsiteY5" fmla="*/ 2140084 h 2145194"/>
              <a:gd name="connsiteX6" fmla="*/ 3069944 w 3089520"/>
              <a:gd name="connsiteY6" fmla="*/ 1721402 h 2145194"/>
              <a:gd name="connsiteX7" fmla="*/ 3064391 w 3089520"/>
              <a:gd name="connsiteY7" fmla="*/ 1450143 h 2145194"/>
              <a:gd name="connsiteX8" fmla="*/ 2891255 w 3089520"/>
              <a:gd name="connsiteY8" fmla="*/ 1149330 h 2145194"/>
              <a:gd name="connsiteX9" fmla="*/ 2238983 w 3089520"/>
              <a:gd name="connsiteY9" fmla="*/ 666127 h 2145194"/>
              <a:gd name="connsiteX10" fmla="*/ 1999239 w 3089520"/>
              <a:gd name="connsiteY10" fmla="*/ 522871 h 2145194"/>
              <a:gd name="connsiteX11" fmla="*/ 1719585 w 3089520"/>
              <a:gd name="connsiteY11" fmla="*/ 352469 h 2145194"/>
              <a:gd name="connsiteX12" fmla="*/ 1467233 w 3089520"/>
              <a:gd name="connsiteY12" fmla="*/ 274151 h 2145194"/>
              <a:gd name="connsiteX13" fmla="*/ 1064773 w 3089520"/>
              <a:gd name="connsiteY13" fmla="*/ 0 h 2145194"/>
              <a:gd name="connsiteX0" fmla="*/ 0 w 3089520"/>
              <a:gd name="connsiteY0" fmla="*/ 1927115 h 2145194"/>
              <a:gd name="connsiteX1" fmla="*/ 837840 w 3089520"/>
              <a:gd name="connsiteY1" fmla="*/ 2010363 h 2145194"/>
              <a:gd name="connsiteX2" fmla="*/ 1714103 w 3089520"/>
              <a:gd name="connsiteY2" fmla="*/ 1677906 h 2145194"/>
              <a:gd name="connsiteX3" fmla="*/ 2046609 w 3089520"/>
              <a:gd name="connsiteY3" fmla="*/ 1651126 h 2145194"/>
              <a:gd name="connsiteX4" fmla="*/ 2375136 w 3089520"/>
              <a:gd name="connsiteY4" fmla="*/ 1934997 h 2145194"/>
              <a:gd name="connsiteX5" fmla="*/ 2810847 w 3089520"/>
              <a:gd name="connsiteY5" fmla="*/ 2140084 h 2145194"/>
              <a:gd name="connsiteX6" fmla="*/ 3069944 w 3089520"/>
              <a:gd name="connsiteY6" fmla="*/ 1721402 h 2145194"/>
              <a:gd name="connsiteX7" fmla="*/ 3064391 w 3089520"/>
              <a:gd name="connsiteY7" fmla="*/ 1450143 h 2145194"/>
              <a:gd name="connsiteX8" fmla="*/ 2891255 w 3089520"/>
              <a:gd name="connsiteY8" fmla="*/ 1149330 h 2145194"/>
              <a:gd name="connsiteX9" fmla="*/ 2238983 w 3089520"/>
              <a:gd name="connsiteY9" fmla="*/ 666127 h 2145194"/>
              <a:gd name="connsiteX10" fmla="*/ 1999239 w 3089520"/>
              <a:gd name="connsiteY10" fmla="*/ 522871 h 2145194"/>
              <a:gd name="connsiteX11" fmla="*/ 1719585 w 3089520"/>
              <a:gd name="connsiteY11" fmla="*/ 352469 h 2145194"/>
              <a:gd name="connsiteX12" fmla="*/ 1467233 w 3089520"/>
              <a:gd name="connsiteY12" fmla="*/ 274151 h 2145194"/>
              <a:gd name="connsiteX13" fmla="*/ 1064773 w 3089520"/>
              <a:gd name="connsiteY13" fmla="*/ 0 h 2145194"/>
              <a:gd name="connsiteX0" fmla="*/ 0 w 3103453"/>
              <a:gd name="connsiteY0" fmla="*/ 1826459 h 2145194"/>
              <a:gd name="connsiteX1" fmla="*/ 851773 w 3103453"/>
              <a:gd name="connsiteY1" fmla="*/ 2010363 h 2145194"/>
              <a:gd name="connsiteX2" fmla="*/ 1728036 w 3103453"/>
              <a:gd name="connsiteY2" fmla="*/ 1677906 h 2145194"/>
              <a:gd name="connsiteX3" fmla="*/ 2060542 w 3103453"/>
              <a:gd name="connsiteY3" fmla="*/ 1651126 h 2145194"/>
              <a:gd name="connsiteX4" fmla="*/ 2389069 w 3103453"/>
              <a:gd name="connsiteY4" fmla="*/ 1934997 h 2145194"/>
              <a:gd name="connsiteX5" fmla="*/ 2824780 w 3103453"/>
              <a:gd name="connsiteY5" fmla="*/ 2140084 h 2145194"/>
              <a:gd name="connsiteX6" fmla="*/ 3083877 w 3103453"/>
              <a:gd name="connsiteY6" fmla="*/ 1721402 h 2145194"/>
              <a:gd name="connsiteX7" fmla="*/ 3078324 w 3103453"/>
              <a:gd name="connsiteY7" fmla="*/ 1450143 h 2145194"/>
              <a:gd name="connsiteX8" fmla="*/ 2905188 w 3103453"/>
              <a:gd name="connsiteY8" fmla="*/ 1149330 h 2145194"/>
              <a:gd name="connsiteX9" fmla="*/ 2252916 w 3103453"/>
              <a:gd name="connsiteY9" fmla="*/ 666127 h 2145194"/>
              <a:gd name="connsiteX10" fmla="*/ 2013172 w 3103453"/>
              <a:gd name="connsiteY10" fmla="*/ 522871 h 2145194"/>
              <a:gd name="connsiteX11" fmla="*/ 1733518 w 3103453"/>
              <a:gd name="connsiteY11" fmla="*/ 352469 h 2145194"/>
              <a:gd name="connsiteX12" fmla="*/ 1481166 w 3103453"/>
              <a:gd name="connsiteY12" fmla="*/ 274151 h 2145194"/>
              <a:gd name="connsiteX13" fmla="*/ 1078706 w 3103453"/>
              <a:gd name="connsiteY13" fmla="*/ 0 h 2145194"/>
              <a:gd name="connsiteX0" fmla="*/ 0 w 3103453"/>
              <a:gd name="connsiteY0" fmla="*/ 1552309 h 1871044"/>
              <a:gd name="connsiteX1" fmla="*/ 851773 w 3103453"/>
              <a:gd name="connsiteY1" fmla="*/ 1736213 h 1871044"/>
              <a:gd name="connsiteX2" fmla="*/ 1728036 w 3103453"/>
              <a:gd name="connsiteY2" fmla="*/ 1403756 h 1871044"/>
              <a:gd name="connsiteX3" fmla="*/ 2060542 w 3103453"/>
              <a:gd name="connsiteY3" fmla="*/ 1376976 h 1871044"/>
              <a:gd name="connsiteX4" fmla="*/ 2389069 w 3103453"/>
              <a:gd name="connsiteY4" fmla="*/ 1660847 h 1871044"/>
              <a:gd name="connsiteX5" fmla="*/ 2824780 w 3103453"/>
              <a:gd name="connsiteY5" fmla="*/ 1865934 h 1871044"/>
              <a:gd name="connsiteX6" fmla="*/ 3083877 w 3103453"/>
              <a:gd name="connsiteY6" fmla="*/ 1447252 h 1871044"/>
              <a:gd name="connsiteX7" fmla="*/ 3078324 w 3103453"/>
              <a:gd name="connsiteY7" fmla="*/ 1175993 h 1871044"/>
              <a:gd name="connsiteX8" fmla="*/ 2905188 w 3103453"/>
              <a:gd name="connsiteY8" fmla="*/ 875180 h 1871044"/>
              <a:gd name="connsiteX9" fmla="*/ 2252916 w 3103453"/>
              <a:gd name="connsiteY9" fmla="*/ 391977 h 1871044"/>
              <a:gd name="connsiteX10" fmla="*/ 2013172 w 3103453"/>
              <a:gd name="connsiteY10" fmla="*/ 248721 h 1871044"/>
              <a:gd name="connsiteX11" fmla="*/ 1733518 w 3103453"/>
              <a:gd name="connsiteY11" fmla="*/ 78319 h 1871044"/>
              <a:gd name="connsiteX12" fmla="*/ 1481166 w 3103453"/>
              <a:gd name="connsiteY12" fmla="*/ 1 h 1871044"/>
              <a:gd name="connsiteX0" fmla="*/ 0 w 3103453"/>
              <a:gd name="connsiteY0" fmla="*/ 1473990 h 1792725"/>
              <a:gd name="connsiteX1" fmla="*/ 851773 w 3103453"/>
              <a:gd name="connsiteY1" fmla="*/ 1657894 h 1792725"/>
              <a:gd name="connsiteX2" fmla="*/ 1728036 w 3103453"/>
              <a:gd name="connsiteY2" fmla="*/ 1325437 h 1792725"/>
              <a:gd name="connsiteX3" fmla="*/ 2060542 w 3103453"/>
              <a:gd name="connsiteY3" fmla="*/ 1298657 h 1792725"/>
              <a:gd name="connsiteX4" fmla="*/ 2389069 w 3103453"/>
              <a:gd name="connsiteY4" fmla="*/ 1582528 h 1792725"/>
              <a:gd name="connsiteX5" fmla="*/ 2824780 w 3103453"/>
              <a:gd name="connsiteY5" fmla="*/ 1787615 h 1792725"/>
              <a:gd name="connsiteX6" fmla="*/ 3083877 w 3103453"/>
              <a:gd name="connsiteY6" fmla="*/ 1368933 h 1792725"/>
              <a:gd name="connsiteX7" fmla="*/ 3078324 w 3103453"/>
              <a:gd name="connsiteY7" fmla="*/ 1097674 h 1792725"/>
              <a:gd name="connsiteX8" fmla="*/ 2905188 w 3103453"/>
              <a:gd name="connsiteY8" fmla="*/ 796861 h 1792725"/>
              <a:gd name="connsiteX9" fmla="*/ 2252916 w 3103453"/>
              <a:gd name="connsiteY9" fmla="*/ 313658 h 1792725"/>
              <a:gd name="connsiteX10" fmla="*/ 2013172 w 3103453"/>
              <a:gd name="connsiteY10" fmla="*/ 170402 h 1792725"/>
              <a:gd name="connsiteX11" fmla="*/ 1733518 w 3103453"/>
              <a:gd name="connsiteY11" fmla="*/ 0 h 1792725"/>
              <a:gd name="connsiteX0" fmla="*/ 0 w 3103453"/>
              <a:gd name="connsiteY0" fmla="*/ 1303588 h 1622323"/>
              <a:gd name="connsiteX1" fmla="*/ 851773 w 3103453"/>
              <a:gd name="connsiteY1" fmla="*/ 1487492 h 1622323"/>
              <a:gd name="connsiteX2" fmla="*/ 1728036 w 3103453"/>
              <a:gd name="connsiteY2" fmla="*/ 1155035 h 1622323"/>
              <a:gd name="connsiteX3" fmla="*/ 2060542 w 3103453"/>
              <a:gd name="connsiteY3" fmla="*/ 1128255 h 1622323"/>
              <a:gd name="connsiteX4" fmla="*/ 2389069 w 3103453"/>
              <a:gd name="connsiteY4" fmla="*/ 1412126 h 1622323"/>
              <a:gd name="connsiteX5" fmla="*/ 2824780 w 3103453"/>
              <a:gd name="connsiteY5" fmla="*/ 1617213 h 1622323"/>
              <a:gd name="connsiteX6" fmla="*/ 3083877 w 3103453"/>
              <a:gd name="connsiteY6" fmla="*/ 1198531 h 1622323"/>
              <a:gd name="connsiteX7" fmla="*/ 3078324 w 3103453"/>
              <a:gd name="connsiteY7" fmla="*/ 927272 h 1622323"/>
              <a:gd name="connsiteX8" fmla="*/ 2905188 w 3103453"/>
              <a:gd name="connsiteY8" fmla="*/ 626459 h 1622323"/>
              <a:gd name="connsiteX9" fmla="*/ 2252916 w 3103453"/>
              <a:gd name="connsiteY9" fmla="*/ 143256 h 1622323"/>
              <a:gd name="connsiteX10" fmla="*/ 2013172 w 3103453"/>
              <a:gd name="connsiteY10" fmla="*/ 0 h 1622323"/>
              <a:gd name="connsiteX0" fmla="*/ 0 w 3103453"/>
              <a:gd name="connsiteY0" fmla="*/ 1160332 h 1479067"/>
              <a:gd name="connsiteX1" fmla="*/ 851773 w 3103453"/>
              <a:gd name="connsiteY1" fmla="*/ 1344236 h 1479067"/>
              <a:gd name="connsiteX2" fmla="*/ 1728036 w 3103453"/>
              <a:gd name="connsiteY2" fmla="*/ 1011779 h 1479067"/>
              <a:gd name="connsiteX3" fmla="*/ 2060542 w 3103453"/>
              <a:gd name="connsiteY3" fmla="*/ 984999 h 1479067"/>
              <a:gd name="connsiteX4" fmla="*/ 2389069 w 3103453"/>
              <a:gd name="connsiteY4" fmla="*/ 1268870 h 1479067"/>
              <a:gd name="connsiteX5" fmla="*/ 2824780 w 3103453"/>
              <a:gd name="connsiteY5" fmla="*/ 1473957 h 1479067"/>
              <a:gd name="connsiteX6" fmla="*/ 3083877 w 3103453"/>
              <a:gd name="connsiteY6" fmla="*/ 1055275 h 1479067"/>
              <a:gd name="connsiteX7" fmla="*/ 3078324 w 3103453"/>
              <a:gd name="connsiteY7" fmla="*/ 784016 h 1479067"/>
              <a:gd name="connsiteX8" fmla="*/ 2905188 w 3103453"/>
              <a:gd name="connsiteY8" fmla="*/ 483203 h 1479067"/>
              <a:gd name="connsiteX9" fmla="*/ 2252916 w 3103453"/>
              <a:gd name="connsiteY9" fmla="*/ 0 h 147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3453" h="1479067">
                <a:moveTo>
                  <a:pt x="0" y="1160332"/>
                </a:moveTo>
                <a:cubicBezTo>
                  <a:pt x="389983" y="1338750"/>
                  <a:pt x="563767" y="1368995"/>
                  <a:pt x="851773" y="1344236"/>
                </a:cubicBezTo>
                <a:cubicBezTo>
                  <a:pt x="1139779" y="1319477"/>
                  <a:pt x="1526575" y="1071652"/>
                  <a:pt x="1728036" y="1011779"/>
                </a:cubicBezTo>
                <a:cubicBezTo>
                  <a:pt x="1929497" y="951906"/>
                  <a:pt x="1950370" y="942151"/>
                  <a:pt x="2060542" y="984999"/>
                </a:cubicBezTo>
                <a:cubicBezTo>
                  <a:pt x="2170714" y="1027847"/>
                  <a:pt x="2261696" y="1187377"/>
                  <a:pt x="2389069" y="1268870"/>
                </a:cubicBezTo>
                <a:cubicBezTo>
                  <a:pt x="2516442" y="1350363"/>
                  <a:pt x="2708979" y="1509556"/>
                  <a:pt x="2824780" y="1473957"/>
                </a:cubicBezTo>
                <a:cubicBezTo>
                  <a:pt x="2940581" y="1438358"/>
                  <a:pt x="3041620" y="1170265"/>
                  <a:pt x="3083877" y="1055275"/>
                </a:cubicBezTo>
                <a:cubicBezTo>
                  <a:pt x="3126134" y="940285"/>
                  <a:pt x="3088325" y="860216"/>
                  <a:pt x="3078324" y="784016"/>
                </a:cubicBezTo>
                <a:cubicBezTo>
                  <a:pt x="3059369" y="639808"/>
                  <a:pt x="3042756" y="613872"/>
                  <a:pt x="2905188" y="483203"/>
                </a:cubicBezTo>
                <a:cubicBezTo>
                  <a:pt x="2767620" y="352534"/>
                  <a:pt x="2484659" y="141351"/>
                  <a:pt x="2252916" y="0"/>
                </a:cubicBezTo>
              </a:path>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80682CA2-AFC9-3A81-C464-FABA8423EA16}"/>
              </a:ext>
            </a:extLst>
          </p:cNvPr>
          <p:cNvSpPr/>
          <p:nvPr userDrawn="1"/>
        </p:nvSpPr>
        <p:spPr>
          <a:xfrm rot="9855707" flipV="1">
            <a:off x="11615524" y="4245552"/>
            <a:ext cx="8860" cy="7557"/>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A7F78823-F362-3E54-28BB-9C145CBF85B3}"/>
              </a:ext>
            </a:extLst>
          </p:cNvPr>
          <p:cNvSpPr/>
          <p:nvPr userDrawn="1"/>
        </p:nvSpPr>
        <p:spPr>
          <a:xfrm rot="9855707" flipV="1">
            <a:off x="11615524" y="4245552"/>
            <a:ext cx="8860" cy="7557"/>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083DC0EA-90A2-9130-55E9-ACF0998B7A40}"/>
              </a:ext>
            </a:extLst>
          </p:cNvPr>
          <p:cNvSpPr/>
          <p:nvPr userDrawn="1"/>
        </p:nvSpPr>
        <p:spPr>
          <a:xfrm rot="9855707" flipV="1">
            <a:off x="10213888" y="5245792"/>
            <a:ext cx="1801730" cy="523129"/>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0 w 1803093"/>
              <a:gd name="connsiteY0" fmla="*/ 1055585 h 1055584"/>
              <a:gd name="connsiteX1" fmla="*/ 1181585 w 1803093"/>
              <a:gd name="connsiteY1" fmla="*/ 1024906 h 1055584"/>
              <a:gd name="connsiteX2" fmla="*/ 1531271 w 1803093"/>
              <a:gd name="connsiteY2" fmla="*/ 882930 h 1055584"/>
              <a:gd name="connsiteX3" fmla="*/ 1792189 w 1803093"/>
              <a:gd name="connsiteY3" fmla="*/ 869227 h 1055584"/>
              <a:gd name="connsiteX4" fmla="*/ 1705725 w 1803093"/>
              <a:gd name="connsiteY4" fmla="*/ 609334 h 1055584"/>
              <a:gd name="connsiteX5" fmla="*/ 1273876 w 1803093"/>
              <a:gd name="connsiteY5" fmla="*/ 277619 h 1055584"/>
              <a:gd name="connsiteX6" fmla="*/ 767660 w 1803093"/>
              <a:gd name="connsiteY6" fmla="*/ 0 h 1055584"/>
              <a:gd name="connsiteX0" fmla="*/ 0 w 1803093"/>
              <a:gd name="connsiteY0" fmla="*/ 1055585 h 1172862"/>
              <a:gd name="connsiteX1" fmla="*/ 367001 w 1803093"/>
              <a:gd name="connsiteY1" fmla="*/ 1172714 h 1172862"/>
              <a:gd name="connsiteX2" fmla="*/ 1181585 w 1803093"/>
              <a:gd name="connsiteY2" fmla="*/ 1024906 h 1172862"/>
              <a:gd name="connsiteX3" fmla="*/ 1531271 w 1803093"/>
              <a:gd name="connsiteY3" fmla="*/ 882930 h 1172862"/>
              <a:gd name="connsiteX4" fmla="*/ 1792189 w 1803093"/>
              <a:gd name="connsiteY4" fmla="*/ 869227 h 1172862"/>
              <a:gd name="connsiteX5" fmla="*/ 1705725 w 1803093"/>
              <a:gd name="connsiteY5" fmla="*/ 609334 h 1172862"/>
              <a:gd name="connsiteX6" fmla="*/ 1273876 w 1803093"/>
              <a:gd name="connsiteY6" fmla="*/ 277619 h 1172862"/>
              <a:gd name="connsiteX7" fmla="*/ 767660 w 1803093"/>
              <a:gd name="connsiteY7" fmla="*/ 0 h 1172862"/>
              <a:gd name="connsiteX0" fmla="*/ 0 w 1803093"/>
              <a:gd name="connsiteY0" fmla="*/ 777966 h 895243"/>
              <a:gd name="connsiteX1" fmla="*/ 367001 w 1803093"/>
              <a:gd name="connsiteY1" fmla="*/ 895095 h 895243"/>
              <a:gd name="connsiteX2" fmla="*/ 1181585 w 1803093"/>
              <a:gd name="connsiteY2" fmla="*/ 747287 h 895243"/>
              <a:gd name="connsiteX3" fmla="*/ 1531271 w 1803093"/>
              <a:gd name="connsiteY3" fmla="*/ 605311 h 895243"/>
              <a:gd name="connsiteX4" fmla="*/ 1792189 w 1803093"/>
              <a:gd name="connsiteY4" fmla="*/ 591608 h 895243"/>
              <a:gd name="connsiteX5" fmla="*/ 1705725 w 1803093"/>
              <a:gd name="connsiteY5" fmla="*/ 331715 h 895243"/>
              <a:gd name="connsiteX6" fmla="*/ 1273876 w 1803093"/>
              <a:gd name="connsiteY6" fmla="*/ 0 h 895243"/>
              <a:gd name="connsiteX0" fmla="*/ 0 w 1803093"/>
              <a:gd name="connsiteY0" fmla="*/ 446251 h 563528"/>
              <a:gd name="connsiteX1" fmla="*/ 367001 w 1803093"/>
              <a:gd name="connsiteY1" fmla="*/ 563380 h 563528"/>
              <a:gd name="connsiteX2" fmla="*/ 1181585 w 1803093"/>
              <a:gd name="connsiteY2" fmla="*/ 415572 h 563528"/>
              <a:gd name="connsiteX3" fmla="*/ 1531271 w 1803093"/>
              <a:gd name="connsiteY3" fmla="*/ 273596 h 563528"/>
              <a:gd name="connsiteX4" fmla="*/ 1792189 w 1803093"/>
              <a:gd name="connsiteY4" fmla="*/ 259893 h 563528"/>
              <a:gd name="connsiteX5" fmla="*/ 1705725 w 1803093"/>
              <a:gd name="connsiteY5" fmla="*/ 0 h 563528"/>
              <a:gd name="connsiteX0" fmla="*/ 0 w 1803093"/>
              <a:gd name="connsiteY0" fmla="*/ 446251 h 565684"/>
              <a:gd name="connsiteX1" fmla="*/ 367001 w 1803093"/>
              <a:gd name="connsiteY1" fmla="*/ 563380 h 565684"/>
              <a:gd name="connsiteX2" fmla="*/ 729291 w 1803093"/>
              <a:gd name="connsiteY2" fmla="*/ 522383 h 565684"/>
              <a:gd name="connsiteX3" fmla="*/ 1181585 w 1803093"/>
              <a:gd name="connsiteY3" fmla="*/ 415572 h 565684"/>
              <a:gd name="connsiteX4" fmla="*/ 1531271 w 1803093"/>
              <a:gd name="connsiteY4" fmla="*/ 273596 h 565684"/>
              <a:gd name="connsiteX5" fmla="*/ 1792189 w 1803093"/>
              <a:gd name="connsiteY5" fmla="*/ 259893 h 565684"/>
              <a:gd name="connsiteX6" fmla="*/ 1705725 w 1803093"/>
              <a:gd name="connsiteY6" fmla="*/ 0 h 565684"/>
              <a:gd name="connsiteX0" fmla="*/ 0 w 1798936"/>
              <a:gd name="connsiteY0" fmla="*/ 464535 h 565684"/>
              <a:gd name="connsiteX1" fmla="*/ 362844 w 1798936"/>
              <a:gd name="connsiteY1" fmla="*/ 563380 h 565684"/>
              <a:gd name="connsiteX2" fmla="*/ 725134 w 1798936"/>
              <a:gd name="connsiteY2" fmla="*/ 522383 h 565684"/>
              <a:gd name="connsiteX3" fmla="*/ 1177428 w 1798936"/>
              <a:gd name="connsiteY3" fmla="*/ 415572 h 565684"/>
              <a:gd name="connsiteX4" fmla="*/ 1527114 w 1798936"/>
              <a:gd name="connsiteY4" fmla="*/ 273596 h 565684"/>
              <a:gd name="connsiteX5" fmla="*/ 1788032 w 1798936"/>
              <a:gd name="connsiteY5" fmla="*/ 259893 h 565684"/>
              <a:gd name="connsiteX6" fmla="*/ 1701568 w 1798936"/>
              <a:gd name="connsiteY6" fmla="*/ 0 h 565684"/>
              <a:gd name="connsiteX0" fmla="*/ 0 w 1788357"/>
              <a:gd name="connsiteY0" fmla="*/ 558175 h 659324"/>
              <a:gd name="connsiteX1" fmla="*/ 362844 w 1788357"/>
              <a:gd name="connsiteY1" fmla="*/ 657020 h 659324"/>
              <a:gd name="connsiteX2" fmla="*/ 725134 w 1788357"/>
              <a:gd name="connsiteY2" fmla="*/ 616023 h 659324"/>
              <a:gd name="connsiteX3" fmla="*/ 1177428 w 1788357"/>
              <a:gd name="connsiteY3" fmla="*/ 509212 h 659324"/>
              <a:gd name="connsiteX4" fmla="*/ 1527114 w 1788357"/>
              <a:gd name="connsiteY4" fmla="*/ 367236 h 659324"/>
              <a:gd name="connsiteX5" fmla="*/ 1788032 w 1788357"/>
              <a:gd name="connsiteY5" fmla="*/ 353533 h 659324"/>
              <a:gd name="connsiteX6" fmla="*/ 1574099 w 1788357"/>
              <a:gd name="connsiteY6" fmla="*/ 0 h 659324"/>
              <a:gd name="connsiteX0" fmla="*/ 0 w 1789694"/>
              <a:gd name="connsiteY0" fmla="*/ 558175 h 659324"/>
              <a:gd name="connsiteX1" fmla="*/ 362844 w 1789694"/>
              <a:gd name="connsiteY1" fmla="*/ 657020 h 659324"/>
              <a:gd name="connsiteX2" fmla="*/ 725134 w 1789694"/>
              <a:gd name="connsiteY2" fmla="*/ 616023 h 659324"/>
              <a:gd name="connsiteX3" fmla="*/ 1177428 w 1789694"/>
              <a:gd name="connsiteY3" fmla="*/ 509212 h 659324"/>
              <a:gd name="connsiteX4" fmla="*/ 1527114 w 1789694"/>
              <a:gd name="connsiteY4" fmla="*/ 367236 h 659324"/>
              <a:gd name="connsiteX5" fmla="*/ 1788032 w 1789694"/>
              <a:gd name="connsiteY5" fmla="*/ 353533 h 659324"/>
              <a:gd name="connsiteX6" fmla="*/ 1574099 w 1789694"/>
              <a:gd name="connsiteY6" fmla="*/ 0 h 659324"/>
              <a:gd name="connsiteX0" fmla="*/ 0 w 1804435"/>
              <a:gd name="connsiteY0" fmla="*/ 558175 h 659324"/>
              <a:gd name="connsiteX1" fmla="*/ 362844 w 1804435"/>
              <a:gd name="connsiteY1" fmla="*/ 657020 h 659324"/>
              <a:gd name="connsiteX2" fmla="*/ 725134 w 1804435"/>
              <a:gd name="connsiteY2" fmla="*/ 616023 h 659324"/>
              <a:gd name="connsiteX3" fmla="*/ 1177428 w 1804435"/>
              <a:gd name="connsiteY3" fmla="*/ 509212 h 659324"/>
              <a:gd name="connsiteX4" fmla="*/ 1527114 w 1804435"/>
              <a:gd name="connsiteY4" fmla="*/ 367236 h 659324"/>
              <a:gd name="connsiteX5" fmla="*/ 1803278 w 1804435"/>
              <a:gd name="connsiteY5" fmla="*/ 420576 h 659324"/>
              <a:gd name="connsiteX6" fmla="*/ 1574099 w 1804435"/>
              <a:gd name="connsiteY6" fmla="*/ 0 h 659324"/>
              <a:gd name="connsiteX0" fmla="*/ 0 w 1832405"/>
              <a:gd name="connsiteY0" fmla="*/ 558175 h 659324"/>
              <a:gd name="connsiteX1" fmla="*/ 362844 w 1832405"/>
              <a:gd name="connsiteY1" fmla="*/ 657020 h 659324"/>
              <a:gd name="connsiteX2" fmla="*/ 725134 w 1832405"/>
              <a:gd name="connsiteY2" fmla="*/ 616023 h 659324"/>
              <a:gd name="connsiteX3" fmla="*/ 1177428 w 1832405"/>
              <a:gd name="connsiteY3" fmla="*/ 509212 h 659324"/>
              <a:gd name="connsiteX4" fmla="*/ 1527114 w 1832405"/>
              <a:gd name="connsiteY4" fmla="*/ 367236 h 659324"/>
              <a:gd name="connsiteX5" fmla="*/ 1803278 w 1832405"/>
              <a:gd name="connsiteY5" fmla="*/ 420576 h 659324"/>
              <a:gd name="connsiteX6" fmla="*/ 1574099 w 1832405"/>
              <a:gd name="connsiteY6" fmla="*/ 0 h 65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2405" h="659324">
                <a:moveTo>
                  <a:pt x="0" y="558175"/>
                </a:moveTo>
                <a:cubicBezTo>
                  <a:pt x="82650" y="551554"/>
                  <a:pt x="165913" y="662133"/>
                  <a:pt x="362844" y="657020"/>
                </a:cubicBezTo>
                <a:cubicBezTo>
                  <a:pt x="490950" y="667419"/>
                  <a:pt x="589370" y="640658"/>
                  <a:pt x="725134" y="616023"/>
                </a:cubicBezTo>
                <a:cubicBezTo>
                  <a:pt x="860898" y="591388"/>
                  <a:pt x="1043765" y="550676"/>
                  <a:pt x="1177428" y="509212"/>
                </a:cubicBezTo>
                <a:cubicBezTo>
                  <a:pt x="1311091" y="467748"/>
                  <a:pt x="1422806" y="382009"/>
                  <a:pt x="1527114" y="367236"/>
                </a:cubicBezTo>
                <a:cubicBezTo>
                  <a:pt x="1631422" y="352463"/>
                  <a:pt x="1719529" y="521451"/>
                  <a:pt x="1803278" y="420576"/>
                </a:cubicBezTo>
                <a:cubicBezTo>
                  <a:pt x="1887027" y="319701"/>
                  <a:pt x="1783930" y="127859"/>
                  <a:pt x="1574099" y="0"/>
                </a:cubicBezTo>
              </a:path>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DBF59EFF-D5DD-26EB-7783-D90E43DC7C5E}"/>
              </a:ext>
            </a:extLst>
          </p:cNvPr>
          <p:cNvSpPr/>
          <p:nvPr userDrawn="1"/>
        </p:nvSpPr>
        <p:spPr>
          <a:xfrm rot="9855707" flipV="1">
            <a:off x="9930976" y="5221021"/>
            <a:ext cx="2212415" cy="742859"/>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0 w 1303916"/>
              <a:gd name="connsiteY0" fmla="*/ 524232 h 524231"/>
              <a:gd name="connsiteX1" fmla="*/ 266295 w 1303916"/>
              <a:gd name="connsiteY1" fmla="*/ 446086 h 524231"/>
              <a:gd name="connsiteX2" fmla="*/ 567798 w 1303916"/>
              <a:gd name="connsiteY2" fmla="*/ 302609 h 524231"/>
              <a:gd name="connsiteX3" fmla="*/ 859739 w 1303916"/>
              <a:gd name="connsiteY3" fmla="*/ 360045 h 524231"/>
              <a:gd name="connsiteX4" fmla="*/ 1070241 w 1303916"/>
              <a:gd name="connsiteY4" fmla="*/ 386334 h 524231"/>
              <a:gd name="connsiteX5" fmla="*/ 1247121 w 1303916"/>
              <a:gd name="connsiteY5" fmla="*/ 0 h 524231"/>
              <a:gd name="connsiteX0" fmla="*/ 0 w 1357318"/>
              <a:gd name="connsiteY0" fmla="*/ 548682 h 548682"/>
              <a:gd name="connsiteX1" fmla="*/ 319697 w 1357318"/>
              <a:gd name="connsiteY1" fmla="*/ 446086 h 548682"/>
              <a:gd name="connsiteX2" fmla="*/ 621200 w 1357318"/>
              <a:gd name="connsiteY2" fmla="*/ 302609 h 548682"/>
              <a:gd name="connsiteX3" fmla="*/ 913141 w 1357318"/>
              <a:gd name="connsiteY3" fmla="*/ 360045 h 548682"/>
              <a:gd name="connsiteX4" fmla="*/ 1123643 w 1357318"/>
              <a:gd name="connsiteY4" fmla="*/ 386334 h 548682"/>
              <a:gd name="connsiteX5" fmla="*/ 1300523 w 1357318"/>
              <a:gd name="connsiteY5" fmla="*/ 0 h 548682"/>
              <a:gd name="connsiteX0" fmla="*/ 1 w 2272669"/>
              <a:gd name="connsiteY0" fmla="*/ 476088 h 476089"/>
              <a:gd name="connsiteX1" fmla="*/ 1235048 w 2272669"/>
              <a:gd name="connsiteY1" fmla="*/ 446086 h 476089"/>
              <a:gd name="connsiteX2" fmla="*/ 1536551 w 2272669"/>
              <a:gd name="connsiteY2" fmla="*/ 302609 h 476089"/>
              <a:gd name="connsiteX3" fmla="*/ 1828492 w 2272669"/>
              <a:gd name="connsiteY3" fmla="*/ 360045 h 476089"/>
              <a:gd name="connsiteX4" fmla="*/ 2038994 w 2272669"/>
              <a:gd name="connsiteY4" fmla="*/ 386334 h 476089"/>
              <a:gd name="connsiteX5" fmla="*/ 2215874 w 2272669"/>
              <a:gd name="connsiteY5" fmla="*/ 0 h 476089"/>
              <a:gd name="connsiteX0" fmla="*/ 0 w 2272668"/>
              <a:gd name="connsiteY0" fmla="*/ 476088 h 587334"/>
              <a:gd name="connsiteX1" fmla="*/ 418007 w 2272668"/>
              <a:gd name="connsiteY1" fmla="*/ 587185 h 587334"/>
              <a:gd name="connsiteX2" fmla="*/ 1235047 w 2272668"/>
              <a:gd name="connsiteY2" fmla="*/ 446086 h 587334"/>
              <a:gd name="connsiteX3" fmla="*/ 1536550 w 2272668"/>
              <a:gd name="connsiteY3" fmla="*/ 302609 h 587334"/>
              <a:gd name="connsiteX4" fmla="*/ 1828491 w 2272668"/>
              <a:gd name="connsiteY4" fmla="*/ 360045 h 587334"/>
              <a:gd name="connsiteX5" fmla="*/ 2038993 w 2272668"/>
              <a:gd name="connsiteY5" fmla="*/ 386334 h 587334"/>
              <a:gd name="connsiteX6" fmla="*/ 2215873 w 2272668"/>
              <a:gd name="connsiteY6" fmla="*/ 0 h 587334"/>
              <a:gd name="connsiteX0" fmla="*/ 0 w 2338781"/>
              <a:gd name="connsiteY0" fmla="*/ 475808 h 587334"/>
              <a:gd name="connsiteX1" fmla="*/ 484120 w 2338781"/>
              <a:gd name="connsiteY1" fmla="*/ 587185 h 587334"/>
              <a:gd name="connsiteX2" fmla="*/ 1301160 w 2338781"/>
              <a:gd name="connsiteY2" fmla="*/ 446086 h 587334"/>
              <a:gd name="connsiteX3" fmla="*/ 1602663 w 2338781"/>
              <a:gd name="connsiteY3" fmla="*/ 302609 h 587334"/>
              <a:gd name="connsiteX4" fmla="*/ 1894604 w 2338781"/>
              <a:gd name="connsiteY4" fmla="*/ 360045 h 587334"/>
              <a:gd name="connsiteX5" fmla="*/ 2105106 w 2338781"/>
              <a:gd name="connsiteY5" fmla="*/ 386334 h 587334"/>
              <a:gd name="connsiteX6" fmla="*/ 2281986 w 2338781"/>
              <a:gd name="connsiteY6" fmla="*/ 0 h 587334"/>
              <a:gd name="connsiteX0" fmla="*/ 0 w 2184483"/>
              <a:gd name="connsiteY0" fmla="*/ 829734 h 941260"/>
              <a:gd name="connsiteX1" fmla="*/ 484120 w 2184483"/>
              <a:gd name="connsiteY1" fmla="*/ 941111 h 941260"/>
              <a:gd name="connsiteX2" fmla="*/ 1301160 w 2184483"/>
              <a:gd name="connsiteY2" fmla="*/ 800012 h 941260"/>
              <a:gd name="connsiteX3" fmla="*/ 1602663 w 2184483"/>
              <a:gd name="connsiteY3" fmla="*/ 656535 h 941260"/>
              <a:gd name="connsiteX4" fmla="*/ 1894604 w 2184483"/>
              <a:gd name="connsiteY4" fmla="*/ 713971 h 941260"/>
              <a:gd name="connsiteX5" fmla="*/ 2105106 w 2184483"/>
              <a:gd name="connsiteY5" fmla="*/ 740260 h 941260"/>
              <a:gd name="connsiteX6" fmla="*/ 2079296 w 2184483"/>
              <a:gd name="connsiteY6" fmla="*/ 0 h 941260"/>
              <a:gd name="connsiteX0" fmla="*/ 0 w 2332071"/>
              <a:gd name="connsiteY0" fmla="*/ 829734 h 941260"/>
              <a:gd name="connsiteX1" fmla="*/ 484120 w 2332071"/>
              <a:gd name="connsiteY1" fmla="*/ 941111 h 941260"/>
              <a:gd name="connsiteX2" fmla="*/ 1301160 w 2332071"/>
              <a:gd name="connsiteY2" fmla="*/ 800012 h 941260"/>
              <a:gd name="connsiteX3" fmla="*/ 1602663 w 2332071"/>
              <a:gd name="connsiteY3" fmla="*/ 656535 h 941260"/>
              <a:gd name="connsiteX4" fmla="*/ 1894604 w 2332071"/>
              <a:gd name="connsiteY4" fmla="*/ 713971 h 941260"/>
              <a:gd name="connsiteX5" fmla="*/ 2314471 w 2332071"/>
              <a:gd name="connsiteY5" fmla="*/ 787199 h 941260"/>
              <a:gd name="connsiteX6" fmla="*/ 2079296 w 2332071"/>
              <a:gd name="connsiteY6" fmla="*/ 0 h 941260"/>
              <a:gd name="connsiteX0" fmla="*/ 0 w 2380586"/>
              <a:gd name="connsiteY0" fmla="*/ 829734 h 941260"/>
              <a:gd name="connsiteX1" fmla="*/ 484120 w 2380586"/>
              <a:gd name="connsiteY1" fmla="*/ 941111 h 941260"/>
              <a:gd name="connsiteX2" fmla="*/ 1301160 w 2380586"/>
              <a:gd name="connsiteY2" fmla="*/ 800012 h 941260"/>
              <a:gd name="connsiteX3" fmla="*/ 1602663 w 2380586"/>
              <a:gd name="connsiteY3" fmla="*/ 656535 h 941260"/>
              <a:gd name="connsiteX4" fmla="*/ 1894604 w 2380586"/>
              <a:gd name="connsiteY4" fmla="*/ 713971 h 941260"/>
              <a:gd name="connsiteX5" fmla="*/ 2314471 w 2380586"/>
              <a:gd name="connsiteY5" fmla="*/ 787199 h 941260"/>
              <a:gd name="connsiteX6" fmla="*/ 2079296 w 2380586"/>
              <a:gd name="connsiteY6" fmla="*/ 0 h 941260"/>
              <a:gd name="connsiteX0" fmla="*/ 0 w 2373194"/>
              <a:gd name="connsiteY0" fmla="*/ 812684 h 924210"/>
              <a:gd name="connsiteX1" fmla="*/ 484120 w 2373194"/>
              <a:gd name="connsiteY1" fmla="*/ 924061 h 924210"/>
              <a:gd name="connsiteX2" fmla="*/ 1301160 w 2373194"/>
              <a:gd name="connsiteY2" fmla="*/ 782962 h 924210"/>
              <a:gd name="connsiteX3" fmla="*/ 1602663 w 2373194"/>
              <a:gd name="connsiteY3" fmla="*/ 639485 h 924210"/>
              <a:gd name="connsiteX4" fmla="*/ 1894604 w 2373194"/>
              <a:gd name="connsiteY4" fmla="*/ 696921 h 924210"/>
              <a:gd name="connsiteX5" fmla="*/ 2314471 w 2373194"/>
              <a:gd name="connsiteY5" fmla="*/ 770149 h 924210"/>
              <a:gd name="connsiteX6" fmla="*/ 2027684 w 2373194"/>
              <a:gd name="connsiteY6" fmla="*/ 0 h 924210"/>
              <a:gd name="connsiteX0" fmla="*/ 0 w 2378571"/>
              <a:gd name="connsiteY0" fmla="*/ 812684 h 924210"/>
              <a:gd name="connsiteX1" fmla="*/ 484120 w 2378571"/>
              <a:gd name="connsiteY1" fmla="*/ 924061 h 924210"/>
              <a:gd name="connsiteX2" fmla="*/ 1301160 w 2378571"/>
              <a:gd name="connsiteY2" fmla="*/ 782962 h 924210"/>
              <a:gd name="connsiteX3" fmla="*/ 1602663 w 2378571"/>
              <a:gd name="connsiteY3" fmla="*/ 639485 h 924210"/>
              <a:gd name="connsiteX4" fmla="*/ 1894604 w 2378571"/>
              <a:gd name="connsiteY4" fmla="*/ 696921 h 924210"/>
              <a:gd name="connsiteX5" fmla="*/ 2314471 w 2378571"/>
              <a:gd name="connsiteY5" fmla="*/ 770149 h 924210"/>
              <a:gd name="connsiteX6" fmla="*/ 2027684 w 2378571"/>
              <a:gd name="connsiteY6" fmla="*/ 0 h 924210"/>
              <a:gd name="connsiteX0" fmla="*/ 0 w 2378571"/>
              <a:gd name="connsiteY0" fmla="*/ 812684 h 924210"/>
              <a:gd name="connsiteX1" fmla="*/ 484120 w 2378571"/>
              <a:gd name="connsiteY1" fmla="*/ 924061 h 924210"/>
              <a:gd name="connsiteX2" fmla="*/ 1055456 w 2378571"/>
              <a:gd name="connsiteY2" fmla="*/ 842363 h 924210"/>
              <a:gd name="connsiteX3" fmla="*/ 1602663 w 2378571"/>
              <a:gd name="connsiteY3" fmla="*/ 639485 h 924210"/>
              <a:gd name="connsiteX4" fmla="*/ 1894604 w 2378571"/>
              <a:gd name="connsiteY4" fmla="*/ 696921 h 924210"/>
              <a:gd name="connsiteX5" fmla="*/ 2314471 w 2378571"/>
              <a:gd name="connsiteY5" fmla="*/ 770149 h 924210"/>
              <a:gd name="connsiteX6" fmla="*/ 2027684 w 2378571"/>
              <a:gd name="connsiteY6" fmla="*/ 0 h 924210"/>
              <a:gd name="connsiteX0" fmla="*/ 0 w 2378571"/>
              <a:gd name="connsiteY0" fmla="*/ 812684 h 936261"/>
              <a:gd name="connsiteX1" fmla="*/ 484120 w 2378571"/>
              <a:gd name="connsiteY1" fmla="*/ 924061 h 936261"/>
              <a:gd name="connsiteX2" fmla="*/ 1055456 w 2378571"/>
              <a:gd name="connsiteY2" fmla="*/ 842363 h 936261"/>
              <a:gd name="connsiteX3" fmla="*/ 1602663 w 2378571"/>
              <a:gd name="connsiteY3" fmla="*/ 639485 h 936261"/>
              <a:gd name="connsiteX4" fmla="*/ 1894604 w 2378571"/>
              <a:gd name="connsiteY4" fmla="*/ 696921 h 936261"/>
              <a:gd name="connsiteX5" fmla="*/ 2314471 w 2378571"/>
              <a:gd name="connsiteY5" fmla="*/ 770149 h 936261"/>
              <a:gd name="connsiteX6" fmla="*/ 2027684 w 2378571"/>
              <a:gd name="connsiteY6" fmla="*/ 0 h 936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571" h="936261">
                <a:moveTo>
                  <a:pt x="0" y="812684"/>
                </a:moveTo>
                <a:cubicBezTo>
                  <a:pt x="64674" y="806535"/>
                  <a:pt x="278279" y="929061"/>
                  <a:pt x="484120" y="924061"/>
                </a:cubicBezTo>
                <a:cubicBezTo>
                  <a:pt x="689961" y="919061"/>
                  <a:pt x="855633" y="988556"/>
                  <a:pt x="1055456" y="842363"/>
                </a:cubicBezTo>
                <a:cubicBezTo>
                  <a:pt x="1255279" y="696170"/>
                  <a:pt x="1462805" y="663725"/>
                  <a:pt x="1602663" y="639485"/>
                </a:cubicBezTo>
                <a:cubicBezTo>
                  <a:pt x="1742521" y="615245"/>
                  <a:pt x="1775969" y="675144"/>
                  <a:pt x="1894604" y="696921"/>
                </a:cubicBezTo>
                <a:cubicBezTo>
                  <a:pt x="2013239" y="718698"/>
                  <a:pt x="2243605" y="773578"/>
                  <a:pt x="2314471" y="770149"/>
                </a:cubicBezTo>
                <a:cubicBezTo>
                  <a:pt x="2499088" y="415408"/>
                  <a:pt x="2248032" y="311837"/>
                  <a:pt x="2027684" y="0"/>
                </a:cubicBezTo>
              </a:path>
            </a:pathLst>
          </a:custGeom>
          <a:noFill/>
          <a:ln w="6350" cap="rnd">
            <a:solidFill>
              <a:schemeClr val="tx1">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69103519-E721-6A17-BF70-0FFE35E995F4}"/>
              </a:ext>
            </a:extLst>
          </p:cNvPr>
          <p:cNvSpPr/>
          <p:nvPr userDrawn="1"/>
        </p:nvSpPr>
        <p:spPr>
          <a:xfrm rot="9855707" flipV="1">
            <a:off x="6940630" y="5279710"/>
            <a:ext cx="2963682" cy="973245"/>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623855"/>
              <a:gd name="connsiteY0" fmla="*/ 0 h 1340931"/>
              <a:gd name="connsiteX1" fmla="*/ 957418 w 4623855"/>
              <a:gd name="connsiteY1" fmla="*/ 537574 h 1340931"/>
              <a:gd name="connsiteX2" fmla="*/ 1255517 w 4623855"/>
              <a:gd name="connsiteY2" fmla="*/ 734955 h 1340931"/>
              <a:gd name="connsiteX3" fmla="*/ 1437595 w 4623855"/>
              <a:gd name="connsiteY3" fmla="*/ 883118 h 1340931"/>
              <a:gd name="connsiteX4" fmla="*/ 1748300 w 4623855"/>
              <a:gd name="connsiteY4" fmla="*/ 1080952 h 1340931"/>
              <a:gd name="connsiteX5" fmla="*/ 1892931 w 4623855"/>
              <a:gd name="connsiteY5" fmla="*/ 1331621 h 1340931"/>
              <a:gd name="connsiteX6" fmla="*/ 2128824 w 4623855"/>
              <a:gd name="connsiteY6" fmla="*/ 1237162 h 1340931"/>
              <a:gd name="connsiteX7" fmla="*/ 2421242 w 4623855"/>
              <a:gd name="connsiteY7" fmla="*/ 1094192 h 1340931"/>
              <a:gd name="connsiteX8" fmla="*/ 2579071 w 4623855"/>
              <a:gd name="connsiteY8" fmla="*/ 848161 h 1340931"/>
              <a:gd name="connsiteX9" fmla="*/ 2714135 w 4623855"/>
              <a:gd name="connsiteY9" fmla="*/ 540980 h 1340931"/>
              <a:gd name="connsiteX10" fmla="*/ 2842914 w 4623855"/>
              <a:gd name="connsiteY10" fmla="*/ 377531 h 1340931"/>
              <a:gd name="connsiteX11" fmla="*/ 3107093 w 4623855"/>
              <a:gd name="connsiteY11" fmla="*/ 114374 h 1340931"/>
              <a:gd name="connsiteX12" fmla="*/ 3334404 w 4623855"/>
              <a:gd name="connsiteY12" fmla="*/ 291616 h 1340931"/>
              <a:gd name="connsiteX13" fmla="*/ 3631919 w 4623855"/>
              <a:gd name="connsiteY13" fmla="*/ 248305 h 1340931"/>
              <a:gd name="connsiteX14" fmla="*/ 4051965 w 4623855"/>
              <a:gd name="connsiteY14" fmla="*/ 292938 h 1340931"/>
              <a:gd name="connsiteX15" fmla="*/ 4357484 w 4623855"/>
              <a:gd name="connsiteY15" fmla="*/ 386485 h 1340931"/>
              <a:gd name="connsiteX16" fmla="*/ 4623855 w 4623855"/>
              <a:gd name="connsiteY16" fmla="*/ 366696 h 1340931"/>
              <a:gd name="connsiteX0" fmla="*/ 0 w 4609141"/>
              <a:gd name="connsiteY0" fmla="*/ 0 h 1348204"/>
              <a:gd name="connsiteX1" fmla="*/ 942704 w 4609141"/>
              <a:gd name="connsiteY1" fmla="*/ 544847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141"/>
              <a:gd name="connsiteY0" fmla="*/ 0 h 1348204"/>
              <a:gd name="connsiteX1" fmla="*/ 999616 w 4609141"/>
              <a:gd name="connsiteY1" fmla="*/ 513654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3609525"/>
              <a:gd name="connsiteY0" fmla="*/ 392078 h 1226628"/>
              <a:gd name="connsiteX1" fmla="*/ 241187 w 3609525"/>
              <a:gd name="connsiteY1" fmla="*/ 620652 h 1226628"/>
              <a:gd name="connsiteX2" fmla="*/ 423265 w 3609525"/>
              <a:gd name="connsiteY2" fmla="*/ 768815 h 1226628"/>
              <a:gd name="connsiteX3" fmla="*/ 733970 w 3609525"/>
              <a:gd name="connsiteY3" fmla="*/ 966649 h 1226628"/>
              <a:gd name="connsiteX4" fmla="*/ 878601 w 3609525"/>
              <a:gd name="connsiteY4" fmla="*/ 1217318 h 1226628"/>
              <a:gd name="connsiteX5" fmla="*/ 1114494 w 3609525"/>
              <a:gd name="connsiteY5" fmla="*/ 1122859 h 1226628"/>
              <a:gd name="connsiteX6" fmla="*/ 1406912 w 3609525"/>
              <a:gd name="connsiteY6" fmla="*/ 979889 h 1226628"/>
              <a:gd name="connsiteX7" fmla="*/ 1564741 w 3609525"/>
              <a:gd name="connsiteY7" fmla="*/ 733858 h 1226628"/>
              <a:gd name="connsiteX8" fmla="*/ 1699805 w 3609525"/>
              <a:gd name="connsiteY8" fmla="*/ 426677 h 1226628"/>
              <a:gd name="connsiteX9" fmla="*/ 1828584 w 3609525"/>
              <a:gd name="connsiteY9" fmla="*/ 263228 h 1226628"/>
              <a:gd name="connsiteX10" fmla="*/ 2092763 w 3609525"/>
              <a:gd name="connsiteY10" fmla="*/ 71 h 1226628"/>
              <a:gd name="connsiteX11" fmla="*/ 2320074 w 3609525"/>
              <a:gd name="connsiteY11" fmla="*/ 177313 h 1226628"/>
              <a:gd name="connsiteX12" fmla="*/ 2617589 w 3609525"/>
              <a:gd name="connsiteY12" fmla="*/ 134002 h 1226628"/>
              <a:gd name="connsiteX13" fmla="*/ 3037635 w 3609525"/>
              <a:gd name="connsiteY13" fmla="*/ 178635 h 1226628"/>
              <a:gd name="connsiteX14" fmla="*/ 3343154 w 3609525"/>
              <a:gd name="connsiteY14" fmla="*/ 272182 h 1226628"/>
              <a:gd name="connsiteX15" fmla="*/ 3609525 w 3609525"/>
              <a:gd name="connsiteY15" fmla="*/ 252393 h 1226628"/>
              <a:gd name="connsiteX0" fmla="*/ 0 w 3368338"/>
              <a:gd name="connsiteY0" fmla="*/ 620652 h 1226628"/>
              <a:gd name="connsiteX1" fmla="*/ 182078 w 3368338"/>
              <a:gd name="connsiteY1" fmla="*/ 768815 h 1226628"/>
              <a:gd name="connsiteX2" fmla="*/ 492783 w 3368338"/>
              <a:gd name="connsiteY2" fmla="*/ 966649 h 1226628"/>
              <a:gd name="connsiteX3" fmla="*/ 637414 w 3368338"/>
              <a:gd name="connsiteY3" fmla="*/ 1217318 h 1226628"/>
              <a:gd name="connsiteX4" fmla="*/ 873307 w 3368338"/>
              <a:gd name="connsiteY4" fmla="*/ 1122859 h 1226628"/>
              <a:gd name="connsiteX5" fmla="*/ 1165725 w 3368338"/>
              <a:gd name="connsiteY5" fmla="*/ 979889 h 1226628"/>
              <a:gd name="connsiteX6" fmla="*/ 1323554 w 3368338"/>
              <a:gd name="connsiteY6" fmla="*/ 733858 h 1226628"/>
              <a:gd name="connsiteX7" fmla="*/ 1458618 w 3368338"/>
              <a:gd name="connsiteY7" fmla="*/ 426677 h 1226628"/>
              <a:gd name="connsiteX8" fmla="*/ 1587397 w 3368338"/>
              <a:gd name="connsiteY8" fmla="*/ 263228 h 1226628"/>
              <a:gd name="connsiteX9" fmla="*/ 1851576 w 3368338"/>
              <a:gd name="connsiteY9" fmla="*/ 71 h 1226628"/>
              <a:gd name="connsiteX10" fmla="*/ 2078887 w 3368338"/>
              <a:gd name="connsiteY10" fmla="*/ 177313 h 1226628"/>
              <a:gd name="connsiteX11" fmla="*/ 2376402 w 3368338"/>
              <a:gd name="connsiteY11" fmla="*/ 134002 h 1226628"/>
              <a:gd name="connsiteX12" fmla="*/ 2796448 w 3368338"/>
              <a:gd name="connsiteY12" fmla="*/ 178635 h 1226628"/>
              <a:gd name="connsiteX13" fmla="*/ 3101967 w 3368338"/>
              <a:gd name="connsiteY13" fmla="*/ 272182 h 1226628"/>
              <a:gd name="connsiteX14" fmla="*/ 3368338 w 3368338"/>
              <a:gd name="connsiteY14" fmla="*/ 252393 h 1226628"/>
              <a:gd name="connsiteX0" fmla="*/ 0 w 3186260"/>
              <a:gd name="connsiteY0" fmla="*/ 768815 h 1226628"/>
              <a:gd name="connsiteX1" fmla="*/ 310705 w 3186260"/>
              <a:gd name="connsiteY1" fmla="*/ 966649 h 1226628"/>
              <a:gd name="connsiteX2" fmla="*/ 455336 w 3186260"/>
              <a:gd name="connsiteY2" fmla="*/ 1217318 h 1226628"/>
              <a:gd name="connsiteX3" fmla="*/ 691229 w 3186260"/>
              <a:gd name="connsiteY3" fmla="*/ 1122859 h 1226628"/>
              <a:gd name="connsiteX4" fmla="*/ 983647 w 3186260"/>
              <a:gd name="connsiteY4" fmla="*/ 979889 h 1226628"/>
              <a:gd name="connsiteX5" fmla="*/ 1141476 w 3186260"/>
              <a:gd name="connsiteY5" fmla="*/ 733858 h 1226628"/>
              <a:gd name="connsiteX6" fmla="*/ 1276540 w 3186260"/>
              <a:gd name="connsiteY6" fmla="*/ 426677 h 1226628"/>
              <a:gd name="connsiteX7" fmla="*/ 1405319 w 3186260"/>
              <a:gd name="connsiteY7" fmla="*/ 263228 h 1226628"/>
              <a:gd name="connsiteX8" fmla="*/ 1669498 w 3186260"/>
              <a:gd name="connsiteY8" fmla="*/ 71 h 1226628"/>
              <a:gd name="connsiteX9" fmla="*/ 1896809 w 3186260"/>
              <a:gd name="connsiteY9" fmla="*/ 177313 h 1226628"/>
              <a:gd name="connsiteX10" fmla="*/ 2194324 w 3186260"/>
              <a:gd name="connsiteY10" fmla="*/ 134002 h 1226628"/>
              <a:gd name="connsiteX11" fmla="*/ 2614370 w 3186260"/>
              <a:gd name="connsiteY11" fmla="*/ 178635 h 1226628"/>
              <a:gd name="connsiteX12" fmla="*/ 2919889 w 3186260"/>
              <a:gd name="connsiteY12" fmla="*/ 272182 h 1226628"/>
              <a:gd name="connsiteX13" fmla="*/ 3186260 w 3186260"/>
              <a:gd name="connsiteY13" fmla="*/ 252393 h 122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86260" h="1226628">
                <a:moveTo>
                  <a:pt x="0" y="768815"/>
                </a:moveTo>
                <a:cubicBezTo>
                  <a:pt x="82130" y="826481"/>
                  <a:pt x="234816" y="891899"/>
                  <a:pt x="310705" y="966649"/>
                </a:cubicBezTo>
                <a:cubicBezTo>
                  <a:pt x="386594" y="1041399"/>
                  <a:pt x="404854" y="1190362"/>
                  <a:pt x="455336" y="1217318"/>
                </a:cubicBezTo>
                <a:cubicBezTo>
                  <a:pt x="528298" y="1256370"/>
                  <a:pt x="603177" y="1162430"/>
                  <a:pt x="691229" y="1122859"/>
                </a:cubicBezTo>
                <a:cubicBezTo>
                  <a:pt x="779281" y="1083288"/>
                  <a:pt x="905256" y="1061233"/>
                  <a:pt x="983647" y="979889"/>
                </a:cubicBezTo>
                <a:cubicBezTo>
                  <a:pt x="1051751" y="909309"/>
                  <a:pt x="1101281" y="823584"/>
                  <a:pt x="1141476" y="733858"/>
                </a:cubicBezTo>
                <a:cubicBezTo>
                  <a:pt x="1187291" y="631655"/>
                  <a:pt x="1221867" y="524308"/>
                  <a:pt x="1276540" y="426677"/>
                </a:cubicBezTo>
                <a:cubicBezTo>
                  <a:pt x="1310735" y="365717"/>
                  <a:pt x="1339826" y="334329"/>
                  <a:pt x="1405319" y="263228"/>
                </a:cubicBezTo>
                <a:cubicBezTo>
                  <a:pt x="1470812" y="192127"/>
                  <a:pt x="1569200" y="5215"/>
                  <a:pt x="1669498" y="71"/>
                </a:cubicBezTo>
                <a:cubicBezTo>
                  <a:pt x="1744841" y="-3834"/>
                  <a:pt x="1809338" y="154991"/>
                  <a:pt x="1896809" y="177313"/>
                </a:cubicBezTo>
                <a:cubicBezTo>
                  <a:pt x="1984280" y="199635"/>
                  <a:pt x="2074731" y="133782"/>
                  <a:pt x="2194324" y="134002"/>
                </a:cubicBezTo>
                <a:cubicBezTo>
                  <a:pt x="2313917" y="134222"/>
                  <a:pt x="2493443" y="155605"/>
                  <a:pt x="2614370" y="178635"/>
                </a:cubicBezTo>
                <a:cubicBezTo>
                  <a:pt x="2735297" y="201665"/>
                  <a:pt x="2824574" y="259889"/>
                  <a:pt x="2919889" y="272182"/>
                </a:cubicBezTo>
                <a:cubicBezTo>
                  <a:pt x="3015204" y="284475"/>
                  <a:pt x="3055778" y="223078"/>
                  <a:pt x="3186260" y="252393"/>
                </a:cubicBezTo>
              </a:path>
            </a:pathLst>
          </a:custGeom>
          <a:noFill/>
          <a:ln w="6350" cap="rnd">
            <a:solidFill>
              <a:schemeClr val="tx1">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6806CAAA-CB6C-6EAC-518F-9D69F2FB1AE7}"/>
              </a:ext>
            </a:extLst>
          </p:cNvPr>
          <p:cNvSpPr/>
          <p:nvPr userDrawn="1"/>
        </p:nvSpPr>
        <p:spPr>
          <a:xfrm rot="9855707" flipV="1">
            <a:off x="6663652" y="5078702"/>
            <a:ext cx="3027902" cy="1014668"/>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700671"/>
              <a:gd name="connsiteY0" fmla="*/ 0 h 1062437"/>
              <a:gd name="connsiteX1" fmla="*/ 370853 w 4700671"/>
              <a:gd name="connsiteY1" fmla="*/ 314064 h 1062437"/>
              <a:gd name="connsiteX2" fmla="*/ 1155449 w 4700671"/>
              <a:gd name="connsiteY2" fmla="*/ 556217 h 1062437"/>
              <a:gd name="connsiteX3" fmla="*/ 1536762 w 4700671"/>
              <a:gd name="connsiteY3" fmla="*/ 869317 h 1062437"/>
              <a:gd name="connsiteX4" fmla="*/ 1912250 w 4700671"/>
              <a:gd name="connsiteY4" fmla="*/ 1061010 h 1062437"/>
              <a:gd name="connsiteX5" fmla="*/ 2182842 w 4700671"/>
              <a:gd name="connsiteY5" fmla="*/ 924372 h 1062437"/>
              <a:gd name="connsiteX6" fmla="*/ 2333623 w 4700671"/>
              <a:gd name="connsiteY6" fmla="*/ 687390 h 1062437"/>
              <a:gd name="connsiteX7" fmla="*/ 2542503 w 4700671"/>
              <a:gd name="connsiteY7" fmla="*/ 505079 h 1062437"/>
              <a:gd name="connsiteX8" fmla="*/ 2747484 w 4700671"/>
              <a:gd name="connsiteY8" fmla="*/ 143988 h 1062437"/>
              <a:gd name="connsiteX9" fmla="*/ 3094385 w 4700671"/>
              <a:gd name="connsiteY9" fmla="*/ 112842 h 1062437"/>
              <a:gd name="connsiteX10" fmla="*/ 3318623 w 4700671"/>
              <a:gd name="connsiteY10" fmla="*/ 317915 h 1062437"/>
              <a:gd name="connsiteX11" fmla="*/ 3958595 w 4700671"/>
              <a:gd name="connsiteY11" fmla="*/ 228306 h 1062437"/>
              <a:gd name="connsiteX12" fmla="*/ 4334218 w 4700671"/>
              <a:gd name="connsiteY12" fmla="*/ 328091 h 1062437"/>
              <a:gd name="connsiteX13" fmla="*/ 4700671 w 4700671"/>
              <a:gd name="connsiteY13" fmla="*/ 325355 h 1062437"/>
              <a:gd name="connsiteX0" fmla="*/ 0 w 4718894"/>
              <a:gd name="connsiteY0" fmla="*/ 0 h 1063428"/>
              <a:gd name="connsiteX1" fmla="*/ 389076 w 4718894"/>
              <a:gd name="connsiteY1" fmla="*/ 315055 h 1063428"/>
              <a:gd name="connsiteX2" fmla="*/ 1173672 w 4718894"/>
              <a:gd name="connsiteY2" fmla="*/ 557208 h 1063428"/>
              <a:gd name="connsiteX3" fmla="*/ 1554985 w 4718894"/>
              <a:gd name="connsiteY3" fmla="*/ 870308 h 1063428"/>
              <a:gd name="connsiteX4" fmla="*/ 1930473 w 4718894"/>
              <a:gd name="connsiteY4" fmla="*/ 1062001 h 1063428"/>
              <a:gd name="connsiteX5" fmla="*/ 2201065 w 4718894"/>
              <a:gd name="connsiteY5" fmla="*/ 925363 h 1063428"/>
              <a:gd name="connsiteX6" fmla="*/ 2351846 w 4718894"/>
              <a:gd name="connsiteY6" fmla="*/ 688381 h 1063428"/>
              <a:gd name="connsiteX7" fmla="*/ 2560726 w 4718894"/>
              <a:gd name="connsiteY7" fmla="*/ 506070 h 1063428"/>
              <a:gd name="connsiteX8" fmla="*/ 2765707 w 4718894"/>
              <a:gd name="connsiteY8" fmla="*/ 144979 h 1063428"/>
              <a:gd name="connsiteX9" fmla="*/ 3112608 w 4718894"/>
              <a:gd name="connsiteY9" fmla="*/ 113833 h 1063428"/>
              <a:gd name="connsiteX10" fmla="*/ 3336846 w 4718894"/>
              <a:gd name="connsiteY10" fmla="*/ 318906 h 1063428"/>
              <a:gd name="connsiteX11" fmla="*/ 3976818 w 4718894"/>
              <a:gd name="connsiteY11" fmla="*/ 229297 h 1063428"/>
              <a:gd name="connsiteX12" fmla="*/ 4352441 w 4718894"/>
              <a:gd name="connsiteY12" fmla="*/ 329082 h 1063428"/>
              <a:gd name="connsiteX13" fmla="*/ 4718894 w 4718894"/>
              <a:gd name="connsiteY13" fmla="*/ 326346 h 1063428"/>
              <a:gd name="connsiteX0" fmla="*/ 0 w 4329818"/>
              <a:gd name="connsiteY0" fmla="*/ 221718 h 970091"/>
              <a:gd name="connsiteX1" fmla="*/ 784596 w 4329818"/>
              <a:gd name="connsiteY1" fmla="*/ 463871 h 970091"/>
              <a:gd name="connsiteX2" fmla="*/ 1165909 w 4329818"/>
              <a:gd name="connsiteY2" fmla="*/ 776971 h 970091"/>
              <a:gd name="connsiteX3" fmla="*/ 1541397 w 4329818"/>
              <a:gd name="connsiteY3" fmla="*/ 968664 h 970091"/>
              <a:gd name="connsiteX4" fmla="*/ 1811989 w 4329818"/>
              <a:gd name="connsiteY4" fmla="*/ 832026 h 970091"/>
              <a:gd name="connsiteX5" fmla="*/ 1962770 w 4329818"/>
              <a:gd name="connsiteY5" fmla="*/ 595044 h 970091"/>
              <a:gd name="connsiteX6" fmla="*/ 2171650 w 4329818"/>
              <a:gd name="connsiteY6" fmla="*/ 412733 h 970091"/>
              <a:gd name="connsiteX7" fmla="*/ 2376631 w 4329818"/>
              <a:gd name="connsiteY7" fmla="*/ 51642 h 970091"/>
              <a:gd name="connsiteX8" fmla="*/ 2723532 w 4329818"/>
              <a:gd name="connsiteY8" fmla="*/ 20496 h 970091"/>
              <a:gd name="connsiteX9" fmla="*/ 2947770 w 4329818"/>
              <a:gd name="connsiteY9" fmla="*/ 225569 h 970091"/>
              <a:gd name="connsiteX10" fmla="*/ 3587742 w 4329818"/>
              <a:gd name="connsiteY10" fmla="*/ 135960 h 970091"/>
              <a:gd name="connsiteX11" fmla="*/ 3963365 w 4329818"/>
              <a:gd name="connsiteY11" fmla="*/ 235745 h 970091"/>
              <a:gd name="connsiteX12" fmla="*/ 4329818 w 4329818"/>
              <a:gd name="connsiteY12" fmla="*/ 233009 h 970091"/>
              <a:gd name="connsiteX0" fmla="*/ 0 w 3545222"/>
              <a:gd name="connsiteY0" fmla="*/ 463871 h 970091"/>
              <a:gd name="connsiteX1" fmla="*/ 381313 w 3545222"/>
              <a:gd name="connsiteY1" fmla="*/ 776971 h 970091"/>
              <a:gd name="connsiteX2" fmla="*/ 756801 w 3545222"/>
              <a:gd name="connsiteY2" fmla="*/ 968664 h 970091"/>
              <a:gd name="connsiteX3" fmla="*/ 1027393 w 3545222"/>
              <a:gd name="connsiteY3" fmla="*/ 832026 h 970091"/>
              <a:gd name="connsiteX4" fmla="*/ 1178174 w 3545222"/>
              <a:gd name="connsiteY4" fmla="*/ 595044 h 970091"/>
              <a:gd name="connsiteX5" fmla="*/ 1387054 w 3545222"/>
              <a:gd name="connsiteY5" fmla="*/ 412733 h 970091"/>
              <a:gd name="connsiteX6" fmla="*/ 1592035 w 3545222"/>
              <a:gd name="connsiteY6" fmla="*/ 51642 h 970091"/>
              <a:gd name="connsiteX7" fmla="*/ 1938936 w 3545222"/>
              <a:gd name="connsiteY7" fmla="*/ 20496 h 970091"/>
              <a:gd name="connsiteX8" fmla="*/ 2163174 w 3545222"/>
              <a:gd name="connsiteY8" fmla="*/ 225569 h 970091"/>
              <a:gd name="connsiteX9" fmla="*/ 2803146 w 3545222"/>
              <a:gd name="connsiteY9" fmla="*/ 135960 h 970091"/>
              <a:gd name="connsiteX10" fmla="*/ 3178769 w 3545222"/>
              <a:gd name="connsiteY10" fmla="*/ 235745 h 970091"/>
              <a:gd name="connsiteX11" fmla="*/ 3545222 w 3545222"/>
              <a:gd name="connsiteY11" fmla="*/ 233009 h 970091"/>
              <a:gd name="connsiteX0" fmla="*/ 0 w 3163909"/>
              <a:gd name="connsiteY0" fmla="*/ 776971 h 970091"/>
              <a:gd name="connsiteX1" fmla="*/ 375488 w 3163909"/>
              <a:gd name="connsiteY1" fmla="*/ 968664 h 970091"/>
              <a:gd name="connsiteX2" fmla="*/ 646080 w 3163909"/>
              <a:gd name="connsiteY2" fmla="*/ 832026 h 970091"/>
              <a:gd name="connsiteX3" fmla="*/ 796861 w 3163909"/>
              <a:gd name="connsiteY3" fmla="*/ 595044 h 970091"/>
              <a:gd name="connsiteX4" fmla="*/ 1005741 w 3163909"/>
              <a:gd name="connsiteY4" fmla="*/ 412733 h 970091"/>
              <a:gd name="connsiteX5" fmla="*/ 1210722 w 3163909"/>
              <a:gd name="connsiteY5" fmla="*/ 51642 h 970091"/>
              <a:gd name="connsiteX6" fmla="*/ 1557623 w 3163909"/>
              <a:gd name="connsiteY6" fmla="*/ 20496 h 970091"/>
              <a:gd name="connsiteX7" fmla="*/ 1781861 w 3163909"/>
              <a:gd name="connsiteY7" fmla="*/ 225569 h 970091"/>
              <a:gd name="connsiteX8" fmla="*/ 2421833 w 3163909"/>
              <a:gd name="connsiteY8" fmla="*/ 135960 h 970091"/>
              <a:gd name="connsiteX9" fmla="*/ 2797456 w 3163909"/>
              <a:gd name="connsiteY9" fmla="*/ 235745 h 970091"/>
              <a:gd name="connsiteX10" fmla="*/ 3163909 w 3163909"/>
              <a:gd name="connsiteY10" fmla="*/ 233009 h 970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63909" h="970091">
                <a:moveTo>
                  <a:pt x="0" y="776971"/>
                </a:moveTo>
                <a:cubicBezTo>
                  <a:pt x="126134" y="861103"/>
                  <a:pt x="251187" y="952185"/>
                  <a:pt x="375488" y="968664"/>
                </a:cubicBezTo>
                <a:cubicBezTo>
                  <a:pt x="479025" y="982380"/>
                  <a:pt x="575851" y="894296"/>
                  <a:pt x="646080" y="832026"/>
                </a:cubicBezTo>
                <a:cubicBezTo>
                  <a:pt x="716309" y="769756"/>
                  <a:pt x="736918" y="664926"/>
                  <a:pt x="796861" y="595044"/>
                </a:cubicBezTo>
                <a:cubicBezTo>
                  <a:pt x="856804" y="525162"/>
                  <a:pt x="955068" y="494077"/>
                  <a:pt x="1005741" y="412733"/>
                </a:cubicBezTo>
                <a:cubicBezTo>
                  <a:pt x="1078036" y="296814"/>
                  <a:pt x="1118742" y="117015"/>
                  <a:pt x="1210722" y="51642"/>
                </a:cubicBezTo>
                <a:cubicBezTo>
                  <a:pt x="1302702" y="-13731"/>
                  <a:pt x="1462433" y="-8492"/>
                  <a:pt x="1557623" y="20496"/>
                </a:cubicBezTo>
                <a:cubicBezTo>
                  <a:pt x="1652813" y="49484"/>
                  <a:pt x="1637826" y="206325"/>
                  <a:pt x="1781861" y="225569"/>
                </a:cubicBezTo>
                <a:cubicBezTo>
                  <a:pt x="1925896" y="244813"/>
                  <a:pt x="2252567" y="134264"/>
                  <a:pt x="2421833" y="135960"/>
                </a:cubicBezTo>
                <a:cubicBezTo>
                  <a:pt x="2591099" y="137656"/>
                  <a:pt x="2680932" y="282685"/>
                  <a:pt x="2797456" y="235745"/>
                </a:cubicBezTo>
                <a:cubicBezTo>
                  <a:pt x="2913980" y="188805"/>
                  <a:pt x="2969335" y="201114"/>
                  <a:pt x="3163909" y="233009"/>
                </a:cubicBezTo>
              </a:path>
            </a:pathLst>
          </a:custGeom>
          <a:noFill/>
          <a:ln w="6350" cap="rnd">
            <a:solidFill>
              <a:schemeClr val="tx1">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4F06A912-DC12-092D-6C5D-C859FC0A0198}"/>
              </a:ext>
            </a:extLst>
          </p:cNvPr>
          <p:cNvSpPr/>
          <p:nvPr userDrawn="1"/>
        </p:nvSpPr>
        <p:spPr>
          <a:xfrm rot="9855707" flipV="1">
            <a:off x="6853633" y="5563299"/>
            <a:ext cx="3470651" cy="1798172"/>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562819 w 4202879"/>
              <a:gd name="connsiteY23" fmla="*/ 2110139 h 2376136"/>
              <a:gd name="connsiteX24" fmla="*/ 3328653 w 4202879"/>
              <a:gd name="connsiteY24" fmla="*/ 2376136 h 2376136"/>
              <a:gd name="connsiteX0" fmla="*/ 0 w 4202879"/>
              <a:gd name="connsiteY0" fmla="*/ 2055307 h 2110139"/>
              <a:gd name="connsiteX1" fmla="*/ 47086 w 4202879"/>
              <a:gd name="connsiteY1" fmla="*/ 1923802 h 2110139"/>
              <a:gd name="connsiteX2" fmla="*/ 355521 w 4202879"/>
              <a:gd name="connsiteY2" fmla="*/ 1735407 h 2110139"/>
              <a:gd name="connsiteX3" fmla="*/ 565423 w 4202879"/>
              <a:gd name="connsiteY3" fmla="*/ 1682785 h 2110139"/>
              <a:gd name="connsiteX4" fmla="*/ 797364 w 4202879"/>
              <a:gd name="connsiteY4" fmla="*/ 1582355 h 2110139"/>
              <a:gd name="connsiteX5" fmla="*/ 869791 w 4202879"/>
              <a:gd name="connsiteY5" fmla="*/ 1456680 h 2110139"/>
              <a:gd name="connsiteX6" fmla="*/ 893970 w 4202879"/>
              <a:gd name="connsiteY6" fmla="*/ 1329821 h 2110139"/>
              <a:gd name="connsiteX7" fmla="*/ 878993 w 4202879"/>
              <a:gd name="connsiteY7" fmla="*/ 1171168 h 2110139"/>
              <a:gd name="connsiteX8" fmla="*/ 920075 w 4202879"/>
              <a:gd name="connsiteY8" fmla="*/ 1077917 h 2110139"/>
              <a:gd name="connsiteX9" fmla="*/ 1077769 w 4202879"/>
              <a:gd name="connsiteY9" fmla="*/ 961551 h 2110139"/>
              <a:gd name="connsiteX10" fmla="*/ 1341270 w 4202879"/>
              <a:gd name="connsiteY10" fmla="*/ 806212 h 2110139"/>
              <a:gd name="connsiteX11" fmla="*/ 1660937 w 4202879"/>
              <a:gd name="connsiteY11" fmla="*/ 603063 h 2110139"/>
              <a:gd name="connsiteX12" fmla="*/ 1859607 w 4202879"/>
              <a:gd name="connsiteY12" fmla="*/ 391079 h 2110139"/>
              <a:gd name="connsiteX13" fmla="*/ 2084273 w 4202879"/>
              <a:gd name="connsiteY13" fmla="*/ 157636 h 2110139"/>
              <a:gd name="connsiteX14" fmla="*/ 2272244 w 4202879"/>
              <a:gd name="connsiteY14" fmla="*/ 55628 h 2110139"/>
              <a:gd name="connsiteX15" fmla="*/ 2624328 w 4202879"/>
              <a:gd name="connsiteY15" fmla="*/ 7030 h 2110139"/>
              <a:gd name="connsiteX16" fmla="*/ 3032578 w 4202879"/>
              <a:gd name="connsiteY16" fmla="*/ 7030 h 2110139"/>
              <a:gd name="connsiteX17" fmla="*/ 3381452 w 4202879"/>
              <a:gd name="connsiteY17" fmla="*/ 69987 h 2110139"/>
              <a:gd name="connsiteX18" fmla="*/ 3825990 w 4202879"/>
              <a:gd name="connsiteY18" fmla="*/ 84724 h 2110139"/>
              <a:gd name="connsiteX19" fmla="*/ 4202879 w 4202879"/>
              <a:gd name="connsiteY19" fmla="*/ 260337 h 2110139"/>
              <a:gd name="connsiteX20" fmla="*/ 3993793 w 4202879"/>
              <a:gd name="connsiteY20" fmla="*/ 795302 h 2110139"/>
              <a:gd name="connsiteX21" fmla="*/ 3795052 w 4202879"/>
              <a:gd name="connsiteY21" fmla="*/ 1300394 h 2110139"/>
              <a:gd name="connsiteX22" fmla="*/ 3713591 w 4202879"/>
              <a:gd name="connsiteY22" fmla="*/ 1701868 h 2110139"/>
              <a:gd name="connsiteX23" fmla="*/ 3562819 w 4202879"/>
              <a:gd name="connsiteY23" fmla="*/ 2110139 h 2110139"/>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22" fmla="*/ 3713591 w 4202879"/>
              <a:gd name="connsiteY22" fmla="*/ 1701868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0" fmla="*/ 0 w 4222830"/>
              <a:gd name="connsiteY0" fmla="*/ 2055307 h 2055307"/>
              <a:gd name="connsiteX1" fmla="*/ 47086 w 4222830"/>
              <a:gd name="connsiteY1" fmla="*/ 1923802 h 2055307"/>
              <a:gd name="connsiteX2" fmla="*/ 355521 w 4222830"/>
              <a:gd name="connsiteY2" fmla="*/ 1735407 h 2055307"/>
              <a:gd name="connsiteX3" fmla="*/ 565423 w 4222830"/>
              <a:gd name="connsiteY3" fmla="*/ 1682785 h 2055307"/>
              <a:gd name="connsiteX4" fmla="*/ 797364 w 4222830"/>
              <a:gd name="connsiteY4" fmla="*/ 1582355 h 2055307"/>
              <a:gd name="connsiteX5" fmla="*/ 869791 w 4222830"/>
              <a:gd name="connsiteY5" fmla="*/ 1456680 h 2055307"/>
              <a:gd name="connsiteX6" fmla="*/ 893970 w 4222830"/>
              <a:gd name="connsiteY6" fmla="*/ 1329821 h 2055307"/>
              <a:gd name="connsiteX7" fmla="*/ 878993 w 4222830"/>
              <a:gd name="connsiteY7" fmla="*/ 1171168 h 2055307"/>
              <a:gd name="connsiteX8" fmla="*/ 920075 w 4222830"/>
              <a:gd name="connsiteY8" fmla="*/ 1077917 h 2055307"/>
              <a:gd name="connsiteX9" fmla="*/ 1077769 w 4222830"/>
              <a:gd name="connsiteY9" fmla="*/ 961551 h 2055307"/>
              <a:gd name="connsiteX10" fmla="*/ 1341270 w 4222830"/>
              <a:gd name="connsiteY10" fmla="*/ 806212 h 2055307"/>
              <a:gd name="connsiteX11" fmla="*/ 1660937 w 4222830"/>
              <a:gd name="connsiteY11" fmla="*/ 603063 h 2055307"/>
              <a:gd name="connsiteX12" fmla="*/ 1859607 w 4222830"/>
              <a:gd name="connsiteY12" fmla="*/ 391079 h 2055307"/>
              <a:gd name="connsiteX13" fmla="*/ 2084273 w 4222830"/>
              <a:gd name="connsiteY13" fmla="*/ 157636 h 2055307"/>
              <a:gd name="connsiteX14" fmla="*/ 2272244 w 4222830"/>
              <a:gd name="connsiteY14" fmla="*/ 55628 h 2055307"/>
              <a:gd name="connsiteX15" fmla="*/ 2624328 w 4222830"/>
              <a:gd name="connsiteY15" fmla="*/ 7030 h 2055307"/>
              <a:gd name="connsiteX16" fmla="*/ 3032578 w 4222830"/>
              <a:gd name="connsiteY16" fmla="*/ 7030 h 2055307"/>
              <a:gd name="connsiteX17" fmla="*/ 3381452 w 4222830"/>
              <a:gd name="connsiteY17" fmla="*/ 69987 h 2055307"/>
              <a:gd name="connsiteX18" fmla="*/ 3825990 w 4222830"/>
              <a:gd name="connsiteY18" fmla="*/ 84724 h 2055307"/>
              <a:gd name="connsiteX19" fmla="*/ 4202879 w 4222830"/>
              <a:gd name="connsiteY19" fmla="*/ 260337 h 2055307"/>
              <a:gd name="connsiteX20" fmla="*/ 4160364 w 4222830"/>
              <a:gd name="connsiteY20" fmla="*/ 582945 h 2055307"/>
              <a:gd name="connsiteX21" fmla="*/ 3795052 w 4222830"/>
              <a:gd name="connsiteY21" fmla="*/ 1300394 h 2055307"/>
              <a:gd name="connsiteX0" fmla="*/ 0 w 4222830"/>
              <a:gd name="connsiteY0" fmla="*/ 2055307 h 2055307"/>
              <a:gd name="connsiteX1" fmla="*/ 47086 w 4222830"/>
              <a:gd name="connsiteY1" fmla="*/ 1923802 h 2055307"/>
              <a:gd name="connsiteX2" fmla="*/ 355521 w 4222830"/>
              <a:gd name="connsiteY2" fmla="*/ 1735407 h 2055307"/>
              <a:gd name="connsiteX3" fmla="*/ 565423 w 4222830"/>
              <a:gd name="connsiteY3" fmla="*/ 1682785 h 2055307"/>
              <a:gd name="connsiteX4" fmla="*/ 797364 w 4222830"/>
              <a:gd name="connsiteY4" fmla="*/ 1582355 h 2055307"/>
              <a:gd name="connsiteX5" fmla="*/ 869791 w 4222830"/>
              <a:gd name="connsiteY5" fmla="*/ 1456680 h 2055307"/>
              <a:gd name="connsiteX6" fmla="*/ 893970 w 4222830"/>
              <a:gd name="connsiteY6" fmla="*/ 1329821 h 2055307"/>
              <a:gd name="connsiteX7" fmla="*/ 878993 w 4222830"/>
              <a:gd name="connsiteY7" fmla="*/ 1171168 h 2055307"/>
              <a:gd name="connsiteX8" fmla="*/ 920075 w 4222830"/>
              <a:gd name="connsiteY8" fmla="*/ 1077917 h 2055307"/>
              <a:gd name="connsiteX9" fmla="*/ 1077769 w 4222830"/>
              <a:gd name="connsiteY9" fmla="*/ 961551 h 2055307"/>
              <a:gd name="connsiteX10" fmla="*/ 1341270 w 4222830"/>
              <a:gd name="connsiteY10" fmla="*/ 806212 h 2055307"/>
              <a:gd name="connsiteX11" fmla="*/ 1660937 w 4222830"/>
              <a:gd name="connsiteY11" fmla="*/ 603063 h 2055307"/>
              <a:gd name="connsiteX12" fmla="*/ 1859607 w 4222830"/>
              <a:gd name="connsiteY12" fmla="*/ 391079 h 2055307"/>
              <a:gd name="connsiteX13" fmla="*/ 2084273 w 4222830"/>
              <a:gd name="connsiteY13" fmla="*/ 157636 h 2055307"/>
              <a:gd name="connsiteX14" fmla="*/ 2272244 w 4222830"/>
              <a:gd name="connsiteY14" fmla="*/ 55628 h 2055307"/>
              <a:gd name="connsiteX15" fmla="*/ 2624328 w 4222830"/>
              <a:gd name="connsiteY15" fmla="*/ 7030 h 2055307"/>
              <a:gd name="connsiteX16" fmla="*/ 3032578 w 4222830"/>
              <a:gd name="connsiteY16" fmla="*/ 7030 h 2055307"/>
              <a:gd name="connsiteX17" fmla="*/ 3381452 w 4222830"/>
              <a:gd name="connsiteY17" fmla="*/ 69987 h 2055307"/>
              <a:gd name="connsiteX18" fmla="*/ 3825990 w 4222830"/>
              <a:gd name="connsiteY18" fmla="*/ 84724 h 2055307"/>
              <a:gd name="connsiteX19" fmla="*/ 4202879 w 4222830"/>
              <a:gd name="connsiteY19" fmla="*/ 260337 h 2055307"/>
              <a:gd name="connsiteX20" fmla="*/ 4160364 w 4222830"/>
              <a:gd name="connsiteY20" fmla="*/ 582945 h 2055307"/>
              <a:gd name="connsiteX21" fmla="*/ 3929627 w 4222830"/>
              <a:gd name="connsiteY21" fmla="*/ 949250 h 2055307"/>
              <a:gd name="connsiteX0" fmla="*/ 0 w 4222830"/>
              <a:gd name="connsiteY0" fmla="*/ 2055307 h 2055307"/>
              <a:gd name="connsiteX1" fmla="*/ 47086 w 4222830"/>
              <a:gd name="connsiteY1" fmla="*/ 1923802 h 2055307"/>
              <a:gd name="connsiteX2" fmla="*/ 355521 w 4222830"/>
              <a:gd name="connsiteY2" fmla="*/ 1735407 h 2055307"/>
              <a:gd name="connsiteX3" fmla="*/ 565423 w 4222830"/>
              <a:gd name="connsiteY3" fmla="*/ 1682785 h 2055307"/>
              <a:gd name="connsiteX4" fmla="*/ 797364 w 4222830"/>
              <a:gd name="connsiteY4" fmla="*/ 1582355 h 2055307"/>
              <a:gd name="connsiteX5" fmla="*/ 893970 w 4222830"/>
              <a:gd name="connsiteY5" fmla="*/ 1329821 h 2055307"/>
              <a:gd name="connsiteX6" fmla="*/ 878993 w 4222830"/>
              <a:gd name="connsiteY6" fmla="*/ 1171168 h 2055307"/>
              <a:gd name="connsiteX7" fmla="*/ 920075 w 4222830"/>
              <a:gd name="connsiteY7" fmla="*/ 1077917 h 2055307"/>
              <a:gd name="connsiteX8" fmla="*/ 1077769 w 4222830"/>
              <a:gd name="connsiteY8" fmla="*/ 961551 h 2055307"/>
              <a:gd name="connsiteX9" fmla="*/ 1341270 w 4222830"/>
              <a:gd name="connsiteY9" fmla="*/ 806212 h 2055307"/>
              <a:gd name="connsiteX10" fmla="*/ 1660937 w 4222830"/>
              <a:gd name="connsiteY10" fmla="*/ 603063 h 2055307"/>
              <a:gd name="connsiteX11" fmla="*/ 1859607 w 4222830"/>
              <a:gd name="connsiteY11" fmla="*/ 391079 h 2055307"/>
              <a:gd name="connsiteX12" fmla="*/ 2084273 w 4222830"/>
              <a:gd name="connsiteY12" fmla="*/ 157636 h 2055307"/>
              <a:gd name="connsiteX13" fmla="*/ 2272244 w 4222830"/>
              <a:gd name="connsiteY13" fmla="*/ 55628 h 2055307"/>
              <a:gd name="connsiteX14" fmla="*/ 2624328 w 4222830"/>
              <a:gd name="connsiteY14" fmla="*/ 7030 h 2055307"/>
              <a:gd name="connsiteX15" fmla="*/ 3032578 w 4222830"/>
              <a:gd name="connsiteY15" fmla="*/ 7030 h 2055307"/>
              <a:gd name="connsiteX16" fmla="*/ 3381452 w 4222830"/>
              <a:gd name="connsiteY16" fmla="*/ 69987 h 2055307"/>
              <a:gd name="connsiteX17" fmla="*/ 3825990 w 4222830"/>
              <a:gd name="connsiteY17" fmla="*/ 84724 h 2055307"/>
              <a:gd name="connsiteX18" fmla="*/ 4202879 w 4222830"/>
              <a:gd name="connsiteY18" fmla="*/ 260337 h 2055307"/>
              <a:gd name="connsiteX19" fmla="*/ 4160364 w 4222830"/>
              <a:gd name="connsiteY19" fmla="*/ 582945 h 2055307"/>
              <a:gd name="connsiteX20" fmla="*/ 3929627 w 4222830"/>
              <a:gd name="connsiteY20" fmla="*/ 949250 h 2055307"/>
              <a:gd name="connsiteX0" fmla="*/ 0 w 4222830"/>
              <a:gd name="connsiteY0" fmla="*/ 2055307 h 2055307"/>
              <a:gd name="connsiteX1" fmla="*/ 47086 w 4222830"/>
              <a:gd name="connsiteY1" fmla="*/ 1923802 h 2055307"/>
              <a:gd name="connsiteX2" fmla="*/ 355521 w 4222830"/>
              <a:gd name="connsiteY2" fmla="*/ 1735407 h 2055307"/>
              <a:gd name="connsiteX3" fmla="*/ 565423 w 4222830"/>
              <a:gd name="connsiteY3" fmla="*/ 1682785 h 2055307"/>
              <a:gd name="connsiteX4" fmla="*/ 778376 w 4222830"/>
              <a:gd name="connsiteY4" fmla="*/ 1515980 h 2055307"/>
              <a:gd name="connsiteX5" fmla="*/ 893970 w 4222830"/>
              <a:gd name="connsiteY5" fmla="*/ 1329821 h 2055307"/>
              <a:gd name="connsiteX6" fmla="*/ 878993 w 4222830"/>
              <a:gd name="connsiteY6" fmla="*/ 1171168 h 2055307"/>
              <a:gd name="connsiteX7" fmla="*/ 920075 w 4222830"/>
              <a:gd name="connsiteY7" fmla="*/ 1077917 h 2055307"/>
              <a:gd name="connsiteX8" fmla="*/ 1077769 w 4222830"/>
              <a:gd name="connsiteY8" fmla="*/ 961551 h 2055307"/>
              <a:gd name="connsiteX9" fmla="*/ 1341270 w 4222830"/>
              <a:gd name="connsiteY9" fmla="*/ 806212 h 2055307"/>
              <a:gd name="connsiteX10" fmla="*/ 1660937 w 4222830"/>
              <a:gd name="connsiteY10" fmla="*/ 603063 h 2055307"/>
              <a:gd name="connsiteX11" fmla="*/ 1859607 w 4222830"/>
              <a:gd name="connsiteY11" fmla="*/ 391079 h 2055307"/>
              <a:gd name="connsiteX12" fmla="*/ 2084273 w 4222830"/>
              <a:gd name="connsiteY12" fmla="*/ 157636 h 2055307"/>
              <a:gd name="connsiteX13" fmla="*/ 2272244 w 4222830"/>
              <a:gd name="connsiteY13" fmla="*/ 55628 h 2055307"/>
              <a:gd name="connsiteX14" fmla="*/ 2624328 w 4222830"/>
              <a:gd name="connsiteY14" fmla="*/ 7030 h 2055307"/>
              <a:gd name="connsiteX15" fmla="*/ 3032578 w 4222830"/>
              <a:gd name="connsiteY15" fmla="*/ 7030 h 2055307"/>
              <a:gd name="connsiteX16" fmla="*/ 3381452 w 4222830"/>
              <a:gd name="connsiteY16" fmla="*/ 69987 h 2055307"/>
              <a:gd name="connsiteX17" fmla="*/ 3825990 w 4222830"/>
              <a:gd name="connsiteY17" fmla="*/ 84724 h 2055307"/>
              <a:gd name="connsiteX18" fmla="*/ 4202879 w 4222830"/>
              <a:gd name="connsiteY18" fmla="*/ 260337 h 2055307"/>
              <a:gd name="connsiteX19" fmla="*/ 4160364 w 4222830"/>
              <a:gd name="connsiteY19" fmla="*/ 582945 h 2055307"/>
              <a:gd name="connsiteX20" fmla="*/ 3929627 w 4222830"/>
              <a:gd name="connsiteY20" fmla="*/ 949250 h 2055307"/>
              <a:gd name="connsiteX0" fmla="*/ 0 w 4222830"/>
              <a:gd name="connsiteY0" fmla="*/ 2055307 h 2055307"/>
              <a:gd name="connsiteX1" fmla="*/ 47086 w 4222830"/>
              <a:gd name="connsiteY1" fmla="*/ 1923802 h 2055307"/>
              <a:gd name="connsiteX2" fmla="*/ 355521 w 4222830"/>
              <a:gd name="connsiteY2" fmla="*/ 1735407 h 2055307"/>
              <a:gd name="connsiteX3" fmla="*/ 564621 w 4222830"/>
              <a:gd name="connsiteY3" fmla="*/ 1623431 h 2055307"/>
              <a:gd name="connsiteX4" fmla="*/ 778376 w 4222830"/>
              <a:gd name="connsiteY4" fmla="*/ 1515980 h 2055307"/>
              <a:gd name="connsiteX5" fmla="*/ 893970 w 4222830"/>
              <a:gd name="connsiteY5" fmla="*/ 1329821 h 2055307"/>
              <a:gd name="connsiteX6" fmla="*/ 878993 w 4222830"/>
              <a:gd name="connsiteY6" fmla="*/ 1171168 h 2055307"/>
              <a:gd name="connsiteX7" fmla="*/ 920075 w 4222830"/>
              <a:gd name="connsiteY7" fmla="*/ 1077917 h 2055307"/>
              <a:gd name="connsiteX8" fmla="*/ 1077769 w 4222830"/>
              <a:gd name="connsiteY8" fmla="*/ 961551 h 2055307"/>
              <a:gd name="connsiteX9" fmla="*/ 1341270 w 4222830"/>
              <a:gd name="connsiteY9" fmla="*/ 806212 h 2055307"/>
              <a:gd name="connsiteX10" fmla="*/ 1660937 w 4222830"/>
              <a:gd name="connsiteY10" fmla="*/ 603063 h 2055307"/>
              <a:gd name="connsiteX11" fmla="*/ 1859607 w 4222830"/>
              <a:gd name="connsiteY11" fmla="*/ 391079 h 2055307"/>
              <a:gd name="connsiteX12" fmla="*/ 2084273 w 4222830"/>
              <a:gd name="connsiteY12" fmla="*/ 157636 h 2055307"/>
              <a:gd name="connsiteX13" fmla="*/ 2272244 w 4222830"/>
              <a:gd name="connsiteY13" fmla="*/ 55628 h 2055307"/>
              <a:gd name="connsiteX14" fmla="*/ 2624328 w 4222830"/>
              <a:gd name="connsiteY14" fmla="*/ 7030 h 2055307"/>
              <a:gd name="connsiteX15" fmla="*/ 3032578 w 4222830"/>
              <a:gd name="connsiteY15" fmla="*/ 7030 h 2055307"/>
              <a:gd name="connsiteX16" fmla="*/ 3381452 w 4222830"/>
              <a:gd name="connsiteY16" fmla="*/ 69987 h 2055307"/>
              <a:gd name="connsiteX17" fmla="*/ 3825990 w 4222830"/>
              <a:gd name="connsiteY17" fmla="*/ 84724 h 2055307"/>
              <a:gd name="connsiteX18" fmla="*/ 4202879 w 4222830"/>
              <a:gd name="connsiteY18" fmla="*/ 260337 h 2055307"/>
              <a:gd name="connsiteX19" fmla="*/ 4160364 w 4222830"/>
              <a:gd name="connsiteY19" fmla="*/ 582945 h 2055307"/>
              <a:gd name="connsiteX20" fmla="*/ 3929627 w 4222830"/>
              <a:gd name="connsiteY20" fmla="*/ 949250 h 2055307"/>
              <a:gd name="connsiteX0" fmla="*/ 0 w 4222830"/>
              <a:gd name="connsiteY0" fmla="*/ 2055307 h 2055307"/>
              <a:gd name="connsiteX1" fmla="*/ 47086 w 4222830"/>
              <a:gd name="connsiteY1" fmla="*/ 1923802 h 2055307"/>
              <a:gd name="connsiteX2" fmla="*/ 348070 w 4222830"/>
              <a:gd name="connsiteY2" fmla="*/ 1590639 h 2055307"/>
              <a:gd name="connsiteX3" fmla="*/ 564621 w 4222830"/>
              <a:gd name="connsiteY3" fmla="*/ 1623431 h 2055307"/>
              <a:gd name="connsiteX4" fmla="*/ 778376 w 4222830"/>
              <a:gd name="connsiteY4" fmla="*/ 1515980 h 2055307"/>
              <a:gd name="connsiteX5" fmla="*/ 893970 w 4222830"/>
              <a:gd name="connsiteY5" fmla="*/ 1329821 h 2055307"/>
              <a:gd name="connsiteX6" fmla="*/ 878993 w 4222830"/>
              <a:gd name="connsiteY6" fmla="*/ 1171168 h 2055307"/>
              <a:gd name="connsiteX7" fmla="*/ 920075 w 4222830"/>
              <a:gd name="connsiteY7" fmla="*/ 1077917 h 2055307"/>
              <a:gd name="connsiteX8" fmla="*/ 1077769 w 4222830"/>
              <a:gd name="connsiteY8" fmla="*/ 961551 h 2055307"/>
              <a:gd name="connsiteX9" fmla="*/ 1341270 w 4222830"/>
              <a:gd name="connsiteY9" fmla="*/ 806212 h 2055307"/>
              <a:gd name="connsiteX10" fmla="*/ 1660937 w 4222830"/>
              <a:gd name="connsiteY10" fmla="*/ 603063 h 2055307"/>
              <a:gd name="connsiteX11" fmla="*/ 1859607 w 4222830"/>
              <a:gd name="connsiteY11" fmla="*/ 391079 h 2055307"/>
              <a:gd name="connsiteX12" fmla="*/ 2084273 w 4222830"/>
              <a:gd name="connsiteY12" fmla="*/ 157636 h 2055307"/>
              <a:gd name="connsiteX13" fmla="*/ 2272244 w 4222830"/>
              <a:gd name="connsiteY13" fmla="*/ 55628 h 2055307"/>
              <a:gd name="connsiteX14" fmla="*/ 2624328 w 4222830"/>
              <a:gd name="connsiteY14" fmla="*/ 7030 h 2055307"/>
              <a:gd name="connsiteX15" fmla="*/ 3032578 w 4222830"/>
              <a:gd name="connsiteY15" fmla="*/ 7030 h 2055307"/>
              <a:gd name="connsiteX16" fmla="*/ 3381452 w 4222830"/>
              <a:gd name="connsiteY16" fmla="*/ 69987 h 2055307"/>
              <a:gd name="connsiteX17" fmla="*/ 3825990 w 4222830"/>
              <a:gd name="connsiteY17" fmla="*/ 84724 h 2055307"/>
              <a:gd name="connsiteX18" fmla="*/ 4202879 w 4222830"/>
              <a:gd name="connsiteY18" fmla="*/ 260337 h 2055307"/>
              <a:gd name="connsiteX19" fmla="*/ 4160364 w 4222830"/>
              <a:gd name="connsiteY19" fmla="*/ 582945 h 2055307"/>
              <a:gd name="connsiteX20" fmla="*/ 3929627 w 4222830"/>
              <a:gd name="connsiteY20" fmla="*/ 949250 h 2055307"/>
              <a:gd name="connsiteX0" fmla="*/ 0 w 4222830"/>
              <a:gd name="connsiteY0" fmla="*/ 2055307 h 2055307"/>
              <a:gd name="connsiteX1" fmla="*/ 31870 w 4222830"/>
              <a:gd name="connsiteY1" fmla="*/ 1877122 h 2055307"/>
              <a:gd name="connsiteX2" fmla="*/ 348070 w 4222830"/>
              <a:gd name="connsiteY2" fmla="*/ 1590639 h 2055307"/>
              <a:gd name="connsiteX3" fmla="*/ 564621 w 4222830"/>
              <a:gd name="connsiteY3" fmla="*/ 1623431 h 2055307"/>
              <a:gd name="connsiteX4" fmla="*/ 778376 w 4222830"/>
              <a:gd name="connsiteY4" fmla="*/ 1515980 h 2055307"/>
              <a:gd name="connsiteX5" fmla="*/ 893970 w 4222830"/>
              <a:gd name="connsiteY5" fmla="*/ 1329821 h 2055307"/>
              <a:gd name="connsiteX6" fmla="*/ 878993 w 4222830"/>
              <a:gd name="connsiteY6" fmla="*/ 1171168 h 2055307"/>
              <a:gd name="connsiteX7" fmla="*/ 920075 w 4222830"/>
              <a:gd name="connsiteY7" fmla="*/ 1077917 h 2055307"/>
              <a:gd name="connsiteX8" fmla="*/ 1077769 w 4222830"/>
              <a:gd name="connsiteY8" fmla="*/ 961551 h 2055307"/>
              <a:gd name="connsiteX9" fmla="*/ 1341270 w 4222830"/>
              <a:gd name="connsiteY9" fmla="*/ 806212 h 2055307"/>
              <a:gd name="connsiteX10" fmla="*/ 1660937 w 4222830"/>
              <a:gd name="connsiteY10" fmla="*/ 603063 h 2055307"/>
              <a:gd name="connsiteX11" fmla="*/ 1859607 w 4222830"/>
              <a:gd name="connsiteY11" fmla="*/ 391079 h 2055307"/>
              <a:gd name="connsiteX12" fmla="*/ 2084273 w 4222830"/>
              <a:gd name="connsiteY12" fmla="*/ 157636 h 2055307"/>
              <a:gd name="connsiteX13" fmla="*/ 2272244 w 4222830"/>
              <a:gd name="connsiteY13" fmla="*/ 55628 h 2055307"/>
              <a:gd name="connsiteX14" fmla="*/ 2624328 w 4222830"/>
              <a:gd name="connsiteY14" fmla="*/ 7030 h 2055307"/>
              <a:gd name="connsiteX15" fmla="*/ 3032578 w 4222830"/>
              <a:gd name="connsiteY15" fmla="*/ 7030 h 2055307"/>
              <a:gd name="connsiteX16" fmla="*/ 3381452 w 4222830"/>
              <a:gd name="connsiteY16" fmla="*/ 69987 h 2055307"/>
              <a:gd name="connsiteX17" fmla="*/ 3825990 w 4222830"/>
              <a:gd name="connsiteY17" fmla="*/ 84724 h 2055307"/>
              <a:gd name="connsiteX18" fmla="*/ 4202879 w 4222830"/>
              <a:gd name="connsiteY18" fmla="*/ 260337 h 2055307"/>
              <a:gd name="connsiteX19" fmla="*/ 4160364 w 4222830"/>
              <a:gd name="connsiteY19" fmla="*/ 582945 h 2055307"/>
              <a:gd name="connsiteX20" fmla="*/ 3929627 w 4222830"/>
              <a:gd name="connsiteY20" fmla="*/ 949250 h 2055307"/>
              <a:gd name="connsiteX0" fmla="*/ 1 w 4190961"/>
              <a:gd name="connsiteY0" fmla="*/ 1877122 h 1877122"/>
              <a:gd name="connsiteX1" fmla="*/ 316201 w 4190961"/>
              <a:gd name="connsiteY1" fmla="*/ 1590639 h 1877122"/>
              <a:gd name="connsiteX2" fmla="*/ 532752 w 4190961"/>
              <a:gd name="connsiteY2" fmla="*/ 1623431 h 1877122"/>
              <a:gd name="connsiteX3" fmla="*/ 746507 w 4190961"/>
              <a:gd name="connsiteY3" fmla="*/ 1515980 h 1877122"/>
              <a:gd name="connsiteX4" fmla="*/ 862101 w 4190961"/>
              <a:gd name="connsiteY4" fmla="*/ 1329821 h 1877122"/>
              <a:gd name="connsiteX5" fmla="*/ 847124 w 4190961"/>
              <a:gd name="connsiteY5" fmla="*/ 1171168 h 1877122"/>
              <a:gd name="connsiteX6" fmla="*/ 888206 w 4190961"/>
              <a:gd name="connsiteY6" fmla="*/ 1077917 h 1877122"/>
              <a:gd name="connsiteX7" fmla="*/ 1045900 w 4190961"/>
              <a:gd name="connsiteY7" fmla="*/ 961551 h 1877122"/>
              <a:gd name="connsiteX8" fmla="*/ 1309401 w 4190961"/>
              <a:gd name="connsiteY8" fmla="*/ 806212 h 1877122"/>
              <a:gd name="connsiteX9" fmla="*/ 1629068 w 4190961"/>
              <a:gd name="connsiteY9" fmla="*/ 603063 h 1877122"/>
              <a:gd name="connsiteX10" fmla="*/ 1827738 w 4190961"/>
              <a:gd name="connsiteY10" fmla="*/ 391079 h 1877122"/>
              <a:gd name="connsiteX11" fmla="*/ 2052404 w 4190961"/>
              <a:gd name="connsiteY11" fmla="*/ 157636 h 1877122"/>
              <a:gd name="connsiteX12" fmla="*/ 2240375 w 4190961"/>
              <a:gd name="connsiteY12" fmla="*/ 55628 h 1877122"/>
              <a:gd name="connsiteX13" fmla="*/ 2592459 w 4190961"/>
              <a:gd name="connsiteY13" fmla="*/ 7030 h 1877122"/>
              <a:gd name="connsiteX14" fmla="*/ 3000709 w 4190961"/>
              <a:gd name="connsiteY14" fmla="*/ 7030 h 1877122"/>
              <a:gd name="connsiteX15" fmla="*/ 3349583 w 4190961"/>
              <a:gd name="connsiteY15" fmla="*/ 69987 h 1877122"/>
              <a:gd name="connsiteX16" fmla="*/ 3794121 w 4190961"/>
              <a:gd name="connsiteY16" fmla="*/ 84724 h 1877122"/>
              <a:gd name="connsiteX17" fmla="*/ 4171010 w 4190961"/>
              <a:gd name="connsiteY17" fmla="*/ 260337 h 1877122"/>
              <a:gd name="connsiteX18" fmla="*/ 4128495 w 4190961"/>
              <a:gd name="connsiteY18" fmla="*/ 582945 h 1877122"/>
              <a:gd name="connsiteX19" fmla="*/ 3897758 w 4190961"/>
              <a:gd name="connsiteY19" fmla="*/ 949250 h 187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90961" h="1877122">
                <a:moveTo>
                  <a:pt x="1" y="1877122"/>
                </a:moveTo>
                <a:cubicBezTo>
                  <a:pt x="58013" y="1799677"/>
                  <a:pt x="227409" y="1632921"/>
                  <a:pt x="316201" y="1590639"/>
                </a:cubicBezTo>
                <a:cubicBezTo>
                  <a:pt x="404993" y="1548357"/>
                  <a:pt x="461034" y="1635874"/>
                  <a:pt x="532752" y="1623431"/>
                </a:cubicBezTo>
                <a:cubicBezTo>
                  <a:pt x="604470" y="1610988"/>
                  <a:pt x="691615" y="1564915"/>
                  <a:pt x="746507" y="1515980"/>
                </a:cubicBezTo>
                <a:cubicBezTo>
                  <a:pt x="801399" y="1467045"/>
                  <a:pt x="848496" y="1398352"/>
                  <a:pt x="862101" y="1329821"/>
                </a:cubicBezTo>
                <a:cubicBezTo>
                  <a:pt x="860924" y="1276568"/>
                  <a:pt x="841239" y="1224184"/>
                  <a:pt x="847124" y="1171168"/>
                </a:cubicBezTo>
                <a:cubicBezTo>
                  <a:pt x="850762" y="1138191"/>
                  <a:pt x="865097" y="1106319"/>
                  <a:pt x="888206" y="1077917"/>
                </a:cubicBezTo>
                <a:cubicBezTo>
                  <a:pt x="926720" y="1030582"/>
                  <a:pt x="987272" y="996185"/>
                  <a:pt x="1045900" y="961551"/>
                </a:cubicBezTo>
                <a:lnTo>
                  <a:pt x="1309401" y="806212"/>
                </a:lnTo>
                <a:cubicBezTo>
                  <a:pt x="1420878" y="742387"/>
                  <a:pt x="1535993" y="681088"/>
                  <a:pt x="1629068" y="603063"/>
                </a:cubicBezTo>
                <a:cubicBezTo>
                  <a:pt x="1706097" y="538450"/>
                  <a:pt x="1767185" y="464685"/>
                  <a:pt x="1827738" y="391079"/>
                </a:cubicBezTo>
                <a:cubicBezTo>
                  <a:pt x="1895138" y="309189"/>
                  <a:pt x="1962858" y="226825"/>
                  <a:pt x="2052404" y="157636"/>
                </a:cubicBezTo>
                <a:cubicBezTo>
                  <a:pt x="2106644" y="115665"/>
                  <a:pt x="2168909" y="79690"/>
                  <a:pt x="2240375" y="55628"/>
                </a:cubicBezTo>
                <a:cubicBezTo>
                  <a:pt x="2349712" y="18785"/>
                  <a:pt x="2472101" y="12789"/>
                  <a:pt x="2592459" y="7030"/>
                </a:cubicBezTo>
                <a:cubicBezTo>
                  <a:pt x="2728649" y="482"/>
                  <a:pt x="2865267" y="-4804"/>
                  <a:pt x="3000709" y="7030"/>
                </a:cubicBezTo>
                <a:cubicBezTo>
                  <a:pt x="3119889" y="17444"/>
                  <a:pt x="3217348" y="57038"/>
                  <a:pt x="3349583" y="69987"/>
                </a:cubicBezTo>
                <a:cubicBezTo>
                  <a:pt x="3481818" y="82936"/>
                  <a:pt x="3657217" y="52999"/>
                  <a:pt x="3794121" y="84724"/>
                </a:cubicBezTo>
                <a:cubicBezTo>
                  <a:pt x="3931026" y="116449"/>
                  <a:pt x="4142927" y="156488"/>
                  <a:pt x="4171010" y="260337"/>
                </a:cubicBezTo>
                <a:cubicBezTo>
                  <a:pt x="4171078" y="404765"/>
                  <a:pt x="4237131" y="413786"/>
                  <a:pt x="4128495" y="582945"/>
                </a:cubicBezTo>
                <a:cubicBezTo>
                  <a:pt x="4049871" y="723062"/>
                  <a:pt x="3907600" y="832804"/>
                  <a:pt x="3897758" y="94925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6286ACAB-F440-9A22-B828-F89E560E5953}"/>
              </a:ext>
            </a:extLst>
          </p:cNvPr>
          <p:cNvSpPr/>
          <p:nvPr userDrawn="1"/>
        </p:nvSpPr>
        <p:spPr>
          <a:xfrm rot="9855707" flipV="1">
            <a:off x="7267714" y="5764337"/>
            <a:ext cx="2191438" cy="1416317"/>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928607 w 3462212"/>
              <a:gd name="connsiteY8" fmla="*/ 104305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014 h 2250247"/>
              <a:gd name="connsiteX1" fmla="*/ 183705 w 3462212"/>
              <a:gd name="connsiteY1" fmla="*/ 1829120 h 2250247"/>
              <a:gd name="connsiteX2" fmla="*/ 444380 w 3462212"/>
              <a:gd name="connsiteY2" fmla="*/ 1840826 h 2250247"/>
              <a:gd name="connsiteX3" fmla="*/ 629613 w 3462212"/>
              <a:gd name="connsiteY3" fmla="*/ 1935317 h 2250247"/>
              <a:gd name="connsiteX4" fmla="*/ 785489 w 3462212"/>
              <a:gd name="connsiteY4" fmla="*/ 1935317 h 2250247"/>
              <a:gd name="connsiteX5" fmla="*/ 941365 w 3462212"/>
              <a:gd name="connsiteY5" fmla="*/ 1842145 h 2250247"/>
              <a:gd name="connsiteX6" fmla="*/ 1027380 w 3462212"/>
              <a:gd name="connsiteY6" fmla="*/ 1622035 h 2250247"/>
              <a:gd name="connsiteX7" fmla="*/ 1075737 w 3462212"/>
              <a:gd name="connsiteY7" fmla="*/ 1330606 h 2250247"/>
              <a:gd name="connsiteX8" fmla="*/ 928607 w 3462212"/>
              <a:gd name="connsiteY8" fmla="*/ 1042902 h 2250247"/>
              <a:gd name="connsiteX9" fmla="*/ 1279968 w 3462212"/>
              <a:gd name="connsiteY9" fmla="*/ 894410 h 2250247"/>
              <a:gd name="connsiteX10" fmla="*/ 1532557 w 3462212"/>
              <a:gd name="connsiteY10" fmla="*/ 658442 h 2250247"/>
              <a:gd name="connsiteX11" fmla="*/ 1871161 w 3462212"/>
              <a:gd name="connsiteY11" fmla="*/ 374902 h 2250247"/>
              <a:gd name="connsiteX12" fmla="*/ 2106286 w 3462212"/>
              <a:gd name="connsiteY12" fmla="*/ 51655 h 2250247"/>
              <a:gd name="connsiteX13" fmla="*/ 2465028 w 3462212"/>
              <a:gd name="connsiteY13" fmla="*/ 25961 h 2250247"/>
              <a:gd name="connsiteX14" fmla="*/ 2728423 w 3462212"/>
              <a:gd name="connsiteY14" fmla="*/ 163 h 2250247"/>
              <a:gd name="connsiteX15" fmla="*/ 3024020 w 3462212"/>
              <a:gd name="connsiteY15" fmla="*/ 43791 h 2250247"/>
              <a:gd name="connsiteX16" fmla="*/ 3268584 w 3462212"/>
              <a:gd name="connsiteY16" fmla="*/ 146903 h 2250247"/>
              <a:gd name="connsiteX17" fmla="*/ 3400282 w 3462212"/>
              <a:gd name="connsiteY17" fmla="*/ 303505 h 2250247"/>
              <a:gd name="connsiteX18" fmla="*/ 3448638 w 3462212"/>
              <a:gd name="connsiteY18" fmla="*/ 505706 h 2250247"/>
              <a:gd name="connsiteX19" fmla="*/ 3441363 w 3462212"/>
              <a:gd name="connsiteY19" fmla="*/ 822697 h 2250247"/>
              <a:gd name="connsiteX20" fmla="*/ 3461155 w 3462212"/>
              <a:gd name="connsiteY20" fmla="*/ 1239879 h 2250247"/>
              <a:gd name="connsiteX21" fmla="*/ 3421892 w 3462212"/>
              <a:gd name="connsiteY21" fmla="*/ 1483184 h 2250247"/>
              <a:gd name="connsiteX22" fmla="*/ 3338017 w 3462212"/>
              <a:gd name="connsiteY22" fmla="*/ 1715523 h 2250247"/>
              <a:gd name="connsiteX23" fmla="*/ 2936747 w 3462212"/>
              <a:gd name="connsiteY23" fmla="*/ 2250247 h 2250247"/>
              <a:gd name="connsiteX0" fmla="*/ 0 w 3462212"/>
              <a:gd name="connsiteY0" fmla="*/ 1938014 h 1945227"/>
              <a:gd name="connsiteX1" fmla="*/ 183705 w 3462212"/>
              <a:gd name="connsiteY1" fmla="*/ 1829120 h 1945227"/>
              <a:gd name="connsiteX2" fmla="*/ 444380 w 3462212"/>
              <a:gd name="connsiteY2" fmla="*/ 1840826 h 1945227"/>
              <a:gd name="connsiteX3" fmla="*/ 629613 w 3462212"/>
              <a:gd name="connsiteY3" fmla="*/ 1935317 h 1945227"/>
              <a:gd name="connsiteX4" fmla="*/ 785489 w 3462212"/>
              <a:gd name="connsiteY4" fmla="*/ 1935317 h 1945227"/>
              <a:gd name="connsiteX5" fmla="*/ 941365 w 3462212"/>
              <a:gd name="connsiteY5" fmla="*/ 1842145 h 1945227"/>
              <a:gd name="connsiteX6" fmla="*/ 1027380 w 3462212"/>
              <a:gd name="connsiteY6" fmla="*/ 1622035 h 1945227"/>
              <a:gd name="connsiteX7" fmla="*/ 1075737 w 3462212"/>
              <a:gd name="connsiteY7" fmla="*/ 1330606 h 1945227"/>
              <a:gd name="connsiteX8" fmla="*/ 928607 w 3462212"/>
              <a:gd name="connsiteY8" fmla="*/ 1042902 h 1945227"/>
              <a:gd name="connsiteX9" fmla="*/ 1279968 w 3462212"/>
              <a:gd name="connsiteY9" fmla="*/ 894410 h 1945227"/>
              <a:gd name="connsiteX10" fmla="*/ 1532557 w 3462212"/>
              <a:gd name="connsiteY10" fmla="*/ 658442 h 1945227"/>
              <a:gd name="connsiteX11" fmla="*/ 1871161 w 3462212"/>
              <a:gd name="connsiteY11" fmla="*/ 374902 h 1945227"/>
              <a:gd name="connsiteX12" fmla="*/ 2106286 w 3462212"/>
              <a:gd name="connsiteY12" fmla="*/ 51655 h 1945227"/>
              <a:gd name="connsiteX13" fmla="*/ 2465028 w 3462212"/>
              <a:gd name="connsiteY13" fmla="*/ 25961 h 1945227"/>
              <a:gd name="connsiteX14" fmla="*/ 2728423 w 3462212"/>
              <a:gd name="connsiteY14" fmla="*/ 163 h 1945227"/>
              <a:gd name="connsiteX15" fmla="*/ 3024020 w 3462212"/>
              <a:gd name="connsiteY15" fmla="*/ 43791 h 1945227"/>
              <a:gd name="connsiteX16" fmla="*/ 3268584 w 3462212"/>
              <a:gd name="connsiteY16" fmla="*/ 146903 h 1945227"/>
              <a:gd name="connsiteX17" fmla="*/ 3400282 w 3462212"/>
              <a:gd name="connsiteY17" fmla="*/ 303505 h 1945227"/>
              <a:gd name="connsiteX18" fmla="*/ 3448638 w 3462212"/>
              <a:gd name="connsiteY18" fmla="*/ 505706 h 1945227"/>
              <a:gd name="connsiteX19" fmla="*/ 3441363 w 3462212"/>
              <a:gd name="connsiteY19" fmla="*/ 822697 h 1945227"/>
              <a:gd name="connsiteX20" fmla="*/ 3461155 w 3462212"/>
              <a:gd name="connsiteY20" fmla="*/ 1239879 h 1945227"/>
              <a:gd name="connsiteX21" fmla="*/ 3421892 w 3462212"/>
              <a:gd name="connsiteY21" fmla="*/ 1483184 h 1945227"/>
              <a:gd name="connsiteX22" fmla="*/ 3338017 w 3462212"/>
              <a:gd name="connsiteY22" fmla="*/ 1715523 h 1945227"/>
              <a:gd name="connsiteX0" fmla="*/ 0 w 3462212"/>
              <a:gd name="connsiteY0" fmla="*/ 1938014 h 1945227"/>
              <a:gd name="connsiteX1" fmla="*/ 183705 w 3462212"/>
              <a:gd name="connsiteY1" fmla="*/ 1829120 h 1945227"/>
              <a:gd name="connsiteX2" fmla="*/ 444380 w 3462212"/>
              <a:gd name="connsiteY2" fmla="*/ 1840826 h 1945227"/>
              <a:gd name="connsiteX3" fmla="*/ 629613 w 3462212"/>
              <a:gd name="connsiteY3" fmla="*/ 1935317 h 1945227"/>
              <a:gd name="connsiteX4" fmla="*/ 785489 w 3462212"/>
              <a:gd name="connsiteY4" fmla="*/ 1935317 h 1945227"/>
              <a:gd name="connsiteX5" fmla="*/ 941365 w 3462212"/>
              <a:gd name="connsiteY5" fmla="*/ 1842145 h 1945227"/>
              <a:gd name="connsiteX6" fmla="*/ 1027380 w 3462212"/>
              <a:gd name="connsiteY6" fmla="*/ 1622035 h 1945227"/>
              <a:gd name="connsiteX7" fmla="*/ 1075737 w 3462212"/>
              <a:gd name="connsiteY7" fmla="*/ 1330606 h 1945227"/>
              <a:gd name="connsiteX8" fmla="*/ 928607 w 3462212"/>
              <a:gd name="connsiteY8" fmla="*/ 1042902 h 1945227"/>
              <a:gd name="connsiteX9" fmla="*/ 1279968 w 3462212"/>
              <a:gd name="connsiteY9" fmla="*/ 894410 h 1945227"/>
              <a:gd name="connsiteX10" fmla="*/ 1532557 w 3462212"/>
              <a:gd name="connsiteY10" fmla="*/ 658442 h 1945227"/>
              <a:gd name="connsiteX11" fmla="*/ 1871161 w 3462212"/>
              <a:gd name="connsiteY11" fmla="*/ 374902 h 1945227"/>
              <a:gd name="connsiteX12" fmla="*/ 2106286 w 3462212"/>
              <a:gd name="connsiteY12" fmla="*/ 51655 h 1945227"/>
              <a:gd name="connsiteX13" fmla="*/ 2465028 w 3462212"/>
              <a:gd name="connsiteY13" fmla="*/ 25961 h 1945227"/>
              <a:gd name="connsiteX14" fmla="*/ 2728423 w 3462212"/>
              <a:gd name="connsiteY14" fmla="*/ 163 h 1945227"/>
              <a:gd name="connsiteX15" fmla="*/ 3024020 w 3462212"/>
              <a:gd name="connsiteY15" fmla="*/ 43791 h 1945227"/>
              <a:gd name="connsiteX16" fmla="*/ 3268584 w 3462212"/>
              <a:gd name="connsiteY16" fmla="*/ 146903 h 1945227"/>
              <a:gd name="connsiteX17" fmla="*/ 3400282 w 3462212"/>
              <a:gd name="connsiteY17" fmla="*/ 303505 h 1945227"/>
              <a:gd name="connsiteX18" fmla="*/ 3448638 w 3462212"/>
              <a:gd name="connsiteY18" fmla="*/ 505706 h 1945227"/>
              <a:gd name="connsiteX19" fmla="*/ 3441363 w 3462212"/>
              <a:gd name="connsiteY19" fmla="*/ 822697 h 1945227"/>
              <a:gd name="connsiteX20" fmla="*/ 3461155 w 3462212"/>
              <a:gd name="connsiteY20" fmla="*/ 1239879 h 1945227"/>
              <a:gd name="connsiteX21" fmla="*/ 3421892 w 3462212"/>
              <a:gd name="connsiteY21" fmla="*/ 1483184 h 1945227"/>
              <a:gd name="connsiteX0" fmla="*/ 0 w 3546063"/>
              <a:gd name="connsiteY0" fmla="*/ 1938014 h 1945227"/>
              <a:gd name="connsiteX1" fmla="*/ 183705 w 3546063"/>
              <a:gd name="connsiteY1" fmla="*/ 1829120 h 1945227"/>
              <a:gd name="connsiteX2" fmla="*/ 444380 w 3546063"/>
              <a:gd name="connsiteY2" fmla="*/ 1840826 h 1945227"/>
              <a:gd name="connsiteX3" fmla="*/ 629613 w 3546063"/>
              <a:gd name="connsiteY3" fmla="*/ 1935317 h 1945227"/>
              <a:gd name="connsiteX4" fmla="*/ 785489 w 3546063"/>
              <a:gd name="connsiteY4" fmla="*/ 1935317 h 1945227"/>
              <a:gd name="connsiteX5" fmla="*/ 941365 w 3546063"/>
              <a:gd name="connsiteY5" fmla="*/ 1842145 h 1945227"/>
              <a:gd name="connsiteX6" fmla="*/ 1027380 w 3546063"/>
              <a:gd name="connsiteY6" fmla="*/ 1622035 h 1945227"/>
              <a:gd name="connsiteX7" fmla="*/ 1075737 w 3546063"/>
              <a:gd name="connsiteY7" fmla="*/ 1330606 h 1945227"/>
              <a:gd name="connsiteX8" fmla="*/ 928607 w 3546063"/>
              <a:gd name="connsiteY8" fmla="*/ 1042902 h 1945227"/>
              <a:gd name="connsiteX9" fmla="*/ 1279968 w 3546063"/>
              <a:gd name="connsiteY9" fmla="*/ 894410 h 1945227"/>
              <a:gd name="connsiteX10" fmla="*/ 1532557 w 3546063"/>
              <a:gd name="connsiteY10" fmla="*/ 658442 h 1945227"/>
              <a:gd name="connsiteX11" fmla="*/ 1871161 w 3546063"/>
              <a:gd name="connsiteY11" fmla="*/ 374902 h 1945227"/>
              <a:gd name="connsiteX12" fmla="*/ 2106286 w 3546063"/>
              <a:gd name="connsiteY12" fmla="*/ 51655 h 1945227"/>
              <a:gd name="connsiteX13" fmla="*/ 2465028 w 3546063"/>
              <a:gd name="connsiteY13" fmla="*/ 25961 h 1945227"/>
              <a:gd name="connsiteX14" fmla="*/ 2728423 w 3546063"/>
              <a:gd name="connsiteY14" fmla="*/ 163 h 1945227"/>
              <a:gd name="connsiteX15" fmla="*/ 3024020 w 3546063"/>
              <a:gd name="connsiteY15" fmla="*/ 43791 h 1945227"/>
              <a:gd name="connsiteX16" fmla="*/ 3268584 w 3546063"/>
              <a:gd name="connsiteY16" fmla="*/ 146903 h 1945227"/>
              <a:gd name="connsiteX17" fmla="*/ 3541172 w 3546063"/>
              <a:gd name="connsiteY17" fmla="*/ 290978 h 1945227"/>
              <a:gd name="connsiteX18" fmla="*/ 3448638 w 3546063"/>
              <a:gd name="connsiteY18" fmla="*/ 505706 h 1945227"/>
              <a:gd name="connsiteX19" fmla="*/ 3441363 w 3546063"/>
              <a:gd name="connsiteY19" fmla="*/ 822697 h 1945227"/>
              <a:gd name="connsiteX20" fmla="*/ 3461155 w 3546063"/>
              <a:gd name="connsiteY20" fmla="*/ 1239879 h 1945227"/>
              <a:gd name="connsiteX21" fmla="*/ 3421892 w 3546063"/>
              <a:gd name="connsiteY21" fmla="*/ 1483184 h 1945227"/>
              <a:gd name="connsiteX0" fmla="*/ 0 w 3568240"/>
              <a:gd name="connsiteY0" fmla="*/ 1938014 h 1945227"/>
              <a:gd name="connsiteX1" fmla="*/ 183705 w 3568240"/>
              <a:gd name="connsiteY1" fmla="*/ 1829120 h 1945227"/>
              <a:gd name="connsiteX2" fmla="*/ 444380 w 3568240"/>
              <a:gd name="connsiteY2" fmla="*/ 1840826 h 1945227"/>
              <a:gd name="connsiteX3" fmla="*/ 629613 w 3568240"/>
              <a:gd name="connsiteY3" fmla="*/ 1935317 h 1945227"/>
              <a:gd name="connsiteX4" fmla="*/ 785489 w 3568240"/>
              <a:gd name="connsiteY4" fmla="*/ 1935317 h 1945227"/>
              <a:gd name="connsiteX5" fmla="*/ 941365 w 3568240"/>
              <a:gd name="connsiteY5" fmla="*/ 1842145 h 1945227"/>
              <a:gd name="connsiteX6" fmla="*/ 1027380 w 3568240"/>
              <a:gd name="connsiteY6" fmla="*/ 1622035 h 1945227"/>
              <a:gd name="connsiteX7" fmla="*/ 1075737 w 3568240"/>
              <a:gd name="connsiteY7" fmla="*/ 1330606 h 1945227"/>
              <a:gd name="connsiteX8" fmla="*/ 928607 w 3568240"/>
              <a:gd name="connsiteY8" fmla="*/ 1042902 h 1945227"/>
              <a:gd name="connsiteX9" fmla="*/ 1279968 w 3568240"/>
              <a:gd name="connsiteY9" fmla="*/ 894410 h 1945227"/>
              <a:gd name="connsiteX10" fmla="*/ 1532557 w 3568240"/>
              <a:gd name="connsiteY10" fmla="*/ 658442 h 1945227"/>
              <a:gd name="connsiteX11" fmla="*/ 1871161 w 3568240"/>
              <a:gd name="connsiteY11" fmla="*/ 374902 h 1945227"/>
              <a:gd name="connsiteX12" fmla="*/ 2106286 w 3568240"/>
              <a:gd name="connsiteY12" fmla="*/ 51655 h 1945227"/>
              <a:gd name="connsiteX13" fmla="*/ 2465028 w 3568240"/>
              <a:gd name="connsiteY13" fmla="*/ 25961 h 1945227"/>
              <a:gd name="connsiteX14" fmla="*/ 2728423 w 3568240"/>
              <a:gd name="connsiteY14" fmla="*/ 163 h 1945227"/>
              <a:gd name="connsiteX15" fmla="*/ 3024020 w 3568240"/>
              <a:gd name="connsiteY15" fmla="*/ 43791 h 1945227"/>
              <a:gd name="connsiteX16" fmla="*/ 3268584 w 3568240"/>
              <a:gd name="connsiteY16" fmla="*/ 146903 h 1945227"/>
              <a:gd name="connsiteX17" fmla="*/ 3541172 w 3568240"/>
              <a:gd name="connsiteY17" fmla="*/ 290978 h 1945227"/>
              <a:gd name="connsiteX18" fmla="*/ 3561235 w 3568240"/>
              <a:gd name="connsiteY18" fmla="*/ 483725 h 1945227"/>
              <a:gd name="connsiteX19" fmla="*/ 3441363 w 3568240"/>
              <a:gd name="connsiteY19" fmla="*/ 822697 h 1945227"/>
              <a:gd name="connsiteX20" fmla="*/ 3461155 w 3568240"/>
              <a:gd name="connsiteY20" fmla="*/ 1239879 h 1945227"/>
              <a:gd name="connsiteX21" fmla="*/ 3421892 w 3568240"/>
              <a:gd name="connsiteY21" fmla="*/ 1483184 h 1945227"/>
              <a:gd name="connsiteX0" fmla="*/ 0 w 3568240"/>
              <a:gd name="connsiteY0" fmla="*/ 1938014 h 1945227"/>
              <a:gd name="connsiteX1" fmla="*/ 183705 w 3568240"/>
              <a:gd name="connsiteY1" fmla="*/ 1829120 h 1945227"/>
              <a:gd name="connsiteX2" fmla="*/ 444380 w 3568240"/>
              <a:gd name="connsiteY2" fmla="*/ 1840826 h 1945227"/>
              <a:gd name="connsiteX3" fmla="*/ 629613 w 3568240"/>
              <a:gd name="connsiteY3" fmla="*/ 1935317 h 1945227"/>
              <a:gd name="connsiteX4" fmla="*/ 785489 w 3568240"/>
              <a:gd name="connsiteY4" fmla="*/ 1935317 h 1945227"/>
              <a:gd name="connsiteX5" fmla="*/ 941365 w 3568240"/>
              <a:gd name="connsiteY5" fmla="*/ 1842145 h 1945227"/>
              <a:gd name="connsiteX6" fmla="*/ 1027380 w 3568240"/>
              <a:gd name="connsiteY6" fmla="*/ 1622035 h 1945227"/>
              <a:gd name="connsiteX7" fmla="*/ 1075737 w 3568240"/>
              <a:gd name="connsiteY7" fmla="*/ 1330606 h 1945227"/>
              <a:gd name="connsiteX8" fmla="*/ 928607 w 3568240"/>
              <a:gd name="connsiteY8" fmla="*/ 1042902 h 1945227"/>
              <a:gd name="connsiteX9" fmla="*/ 1279968 w 3568240"/>
              <a:gd name="connsiteY9" fmla="*/ 894410 h 1945227"/>
              <a:gd name="connsiteX10" fmla="*/ 1532557 w 3568240"/>
              <a:gd name="connsiteY10" fmla="*/ 658442 h 1945227"/>
              <a:gd name="connsiteX11" fmla="*/ 1871161 w 3568240"/>
              <a:gd name="connsiteY11" fmla="*/ 374902 h 1945227"/>
              <a:gd name="connsiteX12" fmla="*/ 2106286 w 3568240"/>
              <a:gd name="connsiteY12" fmla="*/ 51655 h 1945227"/>
              <a:gd name="connsiteX13" fmla="*/ 2465028 w 3568240"/>
              <a:gd name="connsiteY13" fmla="*/ 25961 h 1945227"/>
              <a:gd name="connsiteX14" fmla="*/ 2728423 w 3568240"/>
              <a:gd name="connsiteY14" fmla="*/ 163 h 1945227"/>
              <a:gd name="connsiteX15" fmla="*/ 3024020 w 3568240"/>
              <a:gd name="connsiteY15" fmla="*/ 43791 h 1945227"/>
              <a:gd name="connsiteX16" fmla="*/ 3268584 w 3568240"/>
              <a:gd name="connsiteY16" fmla="*/ 146903 h 1945227"/>
              <a:gd name="connsiteX17" fmla="*/ 3541172 w 3568240"/>
              <a:gd name="connsiteY17" fmla="*/ 290978 h 1945227"/>
              <a:gd name="connsiteX18" fmla="*/ 3561235 w 3568240"/>
              <a:gd name="connsiteY18" fmla="*/ 483725 h 1945227"/>
              <a:gd name="connsiteX19" fmla="*/ 3441363 w 3568240"/>
              <a:gd name="connsiteY19" fmla="*/ 822697 h 1945227"/>
              <a:gd name="connsiteX20" fmla="*/ 3461155 w 3568240"/>
              <a:gd name="connsiteY20" fmla="*/ 1239879 h 1945227"/>
              <a:gd name="connsiteX0" fmla="*/ 0 w 3568240"/>
              <a:gd name="connsiteY0" fmla="*/ 1938014 h 1945227"/>
              <a:gd name="connsiteX1" fmla="*/ 183705 w 3568240"/>
              <a:gd name="connsiteY1" fmla="*/ 1829120 h 1945227"/>
              <a:gd name="connsiteX2" fmla="*/ 444380 w 3568240"/>
              <a:gd name="connsiteY2" fmla="*/ 1840826 h 1945227"/>
              <a:gd name="connsiteX3" fmla="*/ 629613 w 3568240"/>
              <a:gd name="connsiteY3" fmla="*/ 1935317 h 1945227"/>
              <a:gd name="connsiteX4" fmla="*/ 785489 w 3568240"/>
              <a:gd name="connsiteY4" fmla="*/ 1935317 h 1945227"/>
              <a:gd name="connsiteX5" fmla="*/ 941365 w 3568240"/>
              <a:gd name="connsiteY5" fmla="*/ 1842145 h 1945227"/>
              <a:gd name="connsiteX6" fmla="*/ 1027380 w 3568240"/>
              <a:gd name="connsiteY6" fmla="*/ 1622035 h 1945227"/>
              <a:gd name="connsiteX7" fmla="*/ 1075737 w 3568240"/>
              <a:gd name="connsiteY7" fmla="*/ 1330606 h 1945227"/>
              <a:gd name="connsiteX8" fmla="*/ 928607 w 3568240"/>
              <a:gd name="connsiteY8" fmla="*/ 1042902 h 1945227"/>
              <a:gd name="connsiteX9" fmla="*/ 1279968 w 3568240"/>
              <a:gd name="connsiteY9" fmla="*/ 894410 h 1945227"/>
              <a:gd name="connsiteX10" fmla="*/ 1532557 w 3568240"/>
              <a:gd name="connsiteY10" fmla="*/ 658442 h 1945227"/>
              <a:gd name="connsiteX11" fmla="*/ 1871161 w 3568240"/>
              <a:gd name="connsiteY11" fmla="*/ 374902 h 1945227"/>
              <a:gd name="connsiteX12" fmla="*/ 2106286 w 3568240"/>
              <a:gd name="connsiteY12" fmla="*/ 51655 h 1945227"/>
              <a:gd name="connsiteX13" fmla="*/ 2465028 w 3568240"/>
              <a:gd name="connsiteY13" fmla="*/ 25961 h 1945227"/>
              <a:gd name="connsiteX14" fmla="*/ 2728423 w 3568240"/>
              <a:gd name="connsiteY14" fmla="*/ 163 h 1945227"/>
              <a:gd name="connsiteX15" fmla="*/ 3024020 w 3568240"/>
              <a:gd name="connsiteY15" fmla="*/ 43791 h 1945227"/>
              <a:gd name="connsiteX16" fmla="*/ 3268584 w 3568240"/>
              <a:gd name="connsiteY16" fmla="*/ 146903 h 1945227"/>
              <a:gd name="connsiteX17" fmla="*/ 3541172 w 3568240"/>
              <a:gd name="connsiteY17" fmla="*/ 290978 h 1945227"/>
              <a:gd name="connsiteX18" fmla="*/ 3561235 w 3568240"/>
              <a:gd name="connsiteY18" fmla="*/ 483725 h 1945227"/>
              <a:gd name="connsiteX19" fmla="*/ 3441363 w 3568240"/>
              <a:gd name="connsiteY19" fmla="*/ 822697 h 1945227"/>
              <a:gd name="connsiteX0" fmla="*/ 0 w 3568240"/>
              <a:gd name="connsiteY0" fmla="*/ 1938014 h 1945227"/>
              <a:gd name="connsiteX1" fmla="*/ 183705 w 3568240"/>
              <a:gd name="connsiteY1" fmla="*/ 1829120 h 1945227"/>
              <a:gd name="connsiteX2" fmla="*/ 444380 w 3568240"/>
              <a:gd name="connsiteY2" fmla="*/ 1840826 h 1945227"/>
              <a:gd name="connsiteX3" fmla="*/ 629613 w 3568240"/>
              <a:gd name="connsiteY3" fmla="*/ 1935317 h 1945227"/>
              <a:gd name="connsiteX4" fmla="*/ 785489 w 3568240"/>
              <a:gd name="connsiteY4" fmla="*/ 1935317 h 1945227"/>
              <a:gd name="connsiteX5" fmla="*/ 941365 w 3568240"/>
              <a:gd name="connsiteY5" fmla="*/ 1842145 h 1945227"/>
              <a:gd name="connsiteX6" fmla="*/ 1027380 w 3568240"/>
              <a:gd name="connsiteY6" fmla="*/ 1622035 h 1945227"/>
              <a:gd name="connsiteX7" fmla="*/ 1075737 w 3568240"/>
              <a:gd name="connsiteY7" fmla="*/ 1330606 h 1945227"/>
              <a:gd name="connsiteX8" fmla="*/ 928607 w 3568240"/>
              <a:gd name="connsiteY8" fmla="*/ 1042902 h 1945227"/>
              <a:gd name="connsiteX9" fmla="*/ 1279968 w 3568240"/>
              <a:gd name="connsiteY9" fmla="*/ 894410 h 1945227"/>
              <a:gd name="connsiteX10" fmla="*/ 1532557 w 3568240"/>
              <a:gd name="connsiteY10" fmla="*/ 658442 h 1945227"/>
              <a:gd name="connsiteX11" fmla="*/ 1871161 w 3568240"/>
              <a:gd name="connsiteY11" fmla="*/ 374902 h 1945227"/>
              <a:gd name="connsiteX12" fmla="*/ 2106286 w 3568240"/>
              <a:gd name="connsiteY12" fmla="*/ 51655 h 1945227"/>
              <a:gd name="connsiteX13" fmla="*/ 2465028 w 3568240"/>
              <a:gd name="connsiteY13" fmla="*/ 25961 h 1945227"/>
              <a:gd name="connsiteX14" fmla="*/ 2728423 w 3568240"/>
              <a:gd name="connsiteY14" fmla="*/ 163 h 1945227"/>
              <a:gd name="connsiteX15" fmla="*/ 3024020 w 3568240"/>
              <a:gd name="connsiteY15" fmla="*/ 43791 h 1945227"/>
              <a:gd name="connsiteX16" fmla="*/ 3268584 w 3568240"/>
              <a:gd name="connsiteY16" fmla="*/ 146903 h 1945227"/>
              <a:gd name="connsiteX17" fmla="*/ 3541172 w 3568240"/>
              <a:gd name="connsiteY17" fmla="*/ 290978 h 1945227"/>
              <a:gd name="connsiteX18" fmla="*/ 3561235 w 3568240"/>
              <a:gd name="connsiteY18" fmla="*/ 483725 h 1945227"/>
              <a:gd name="connsiteX19" fmla="*/ 3451046 w 3568240"/>
              <a:gd name="connsiteY19" fmla="*/ 852402 h 1945227"/>
              <a:gd name="connsiteX0" fmla="*/ 0 w 3384535"/>
              <a:gd name="connsiteY0" fmla="*/ 1829120 h 1945227"/>
              <a:gd name="connsiteX1" fmla="*/ 260675 w 3384535"/>
              <a:gd name="connsiteY1" fmla="*/ 1840826 h 1945227"/>
              <a:gd name="connsiteX2" fmla="*/ 445908 w 3384535"/>
              <a:gd name="connsiteY2" fmla="*/ 1935317 h 1945227"/>
              <a:gd name="connsiteX3" fmla="*/ 601784 w 3384535"/>
              <a:gd name="connsiteY3" fmla="*/ 1935317 h 1945227"/>
              <a:gd name="connsiteX4" fmla="*/ 757660 w 3384535"/>
              <a:gd name="connsiteY4" fmla="*/ 1842145 h 1945227"/>
              <a:gd name="connsiteX5" fmla="*/ 843675 w 3384535"/>
              <a:gd name="connsiteY5" fmla="*/ 1622035 h 1945227"/>
              <a:gd name="connsiteX6" fmla="*/ 892032 w 3384535"/>
              <a:gd name="connsiteY6" fmla="*/ 1330606 h 1945227"/>
              <a:gd name="connsiteX7" fmla="*/ 744902 w 3384535"/>
              <a:gd name="connsiteY7" fmla="*/ 1042902 h 1945227"/>
              <a:gd name="connsiteX8" fmla="*/ 1096263 w 3384535"/>
              <a:gd name="connsiteY8" fmla="*/ 894410 h 1945227"/>
              <a:gd name="connsiteX9" fmla="*/ 1348852 w 3384535"/>
              <a:gd name="connsiteY9" fmla="*/ 658442 h 1945227"/>
              <a:gd name="connsiteX10" fmla="*/ 1687456 w 3384535"/>
              <a:gd name="connsiteY10" fmla="*/ 374902 h 1945227"/>
              <a:gd name="connsiteX11" fmla="*/ 1922581 w 3384535"/>
              <a:gd name="connsiteY11" fmla="*/ 51655 h 1945227"/>
              <a:gd name="connsiteX12" fmla="*/ 2281323 w 3384535"/>
              <a:gd name="connsiteY12" fmla="*/ 25961 h 1945227"/>
              <a:gd name="connsiteX13" fmla="*/ 2544718 w 3384535"/>
              <a:gd name="connsiteY13" fmla="*/ 163 h 1945227"/>
              <a:gd name="connsiteX14" fmla="*/ 2840315 w 3384535"/>
              <a:gd name="connsiteY14" fmla="*/ 43791 h 1945227"/>
              <a:gd name="connsiteX15" fmla="*/ 3084879 w 3384535"/>
              <a:gd name="connsiteY15" fmla="*/ 146903 h 1945227"/>
              <a:gd name="connsiteX16" fmla="*/ 3357467 w 3384535"/>
              <a:gd name="connsiteY16" fmla="*/ 290978 h 1945227"/>
              <a:gd name="connsiteX17" fmla="*/ 3377530 w 3384535"/>
              <a:gd name="connsiteY17" fmla="*/ 483725 h 1945227"/>
              <a:gd name="connsiteX18" fmla="*/ 3267341 w 3384535"/>
              <a:gd name="connsiteY18" fmla="*/ 852402 h 1945227"/>
              <a:gd name="connsiteX0" fmla="*/ 0 w 3123860"/>
              <a:gd name="connsiteY0" fmla="*/ 1840826 h 1945227"/>
              <a:gd name="connsiteX1" fmla="*/ 185233 w 3123860"/>
              <a:gd name="connsiteY1" fmla="*/ 1935317 h 1945227"/>
              <a:gd name="connsiteX2" fmla="*/ 341109 w 3123860"/>
              <a:gd name="connsiteY2" fmla="*/ 1935317 h 1945227"/>
              <a:gd name="connsiteX3" fmla="*/ 496985 w 3123860"/>
              <a:gd name="connsiteY3" fmla="*/ 1842145 h 1945227"/>
              <a:gd name="connsiteX4" fmla="*/ 583000 w 3123860"/>
              <a:gd name="connsiteY4" fmla="*/ 1622035 h 1945227"/>
              <a:gd name="connsiteX5" fmla="*/ 631357 w 3123860"/>
              <a:gd name="connsiteY5" fmla="*/ 1330606 h 1945227"/>
              <a:gd name="connsiteX6" fmla="*/ 484227 w 3123860"/>
              <a:gd name="connsiteY6" fmla="*/ 1042902 h 1945227"/>
              <a:gd name="connsiteX7" fmla="*/ 835588 w 3123860"/>
              <a:gd name="connsiteY7" fmla="*/ 894410 h 1945227"/>
              <a:gd name="connsiteX8" fmla="*/ 1088177 w 3123860"/>
              <a:gd name="connsiteY8" fmla="*/ 658442 h 1945227"/>
              <a:gd name="connsiteX9" fmla="*/ 1426781 w 3123860"/>
              <a:gd name="connsiteY9" fmla="*/ 374902 h 1945227"/>
              <a:gd name="connsiteX10" fmla="*/ 1661906 w 3123860"/>
              <a:gd name="connsiteY10" fmla="*/ 51655 h 1945227"/>
              <a:gd name="connsiteX11" fmla="*/ 2020648 w 3123860"/>
              <a:gd name="connsiteY11" fmla="*/ 25961 h 1945227"/>
              <a:gd name="connsiteX12" fmla="*/ 2284043 w 3123860"/>
              <a:gd name="connsiteY12" fmla="*/ 163 h 1945227"/>
              <a:gd name="connsiteX13" fmla="*/ 2579640 w 3123860"/>
              <a:gd name="connsiteY13" fmla="*/ 43791 h 1945227"/>
              <a:gd name="connsiteX14" fmla="*/ 2824204 w 3123860"/>
              <a:gd name="connsiteY14" fmla="*/ 146903 h 1945227"/>
              <a:gd name="connsiteX15" fmla="*/ 3096792 w 3123860"/>
              <a:gd name="connsiteY15" fmla="*/ 290978 h 1945227"/>
              <a:gd name="connsiteX16" fmla="*/ 3116855 w 3123860"/>
              <a:gd name="connsiteY16" fmla="*/ 483725 h 1945227"/>
              <a:gd name="connsiteX17" fmla="*/ 3006666 w 3123860"/>
              <a:gd name="connsiteY17" fmla="*/ 852402 h 1945227"/>
              <a:gd name="connsiteX0" fmla="*/ 0 w 3123860"/>
              <a:gd name="connsiteY0" fmla="*/ 1840826 h 1935317"/>
              <a:gd name="connsiteX1" fmla="*/ 185233 w 3123860"/>
              <a:gd name="connsiteY1" fmla="*/ 1935317 h 1935317"/>
              <a:gd name="connsiteX2" fmla="*/ 496985 w 3123860"/>
              <a:gd name="connsiteY2" fmla="*/ 1842145 h 1935317"/>
              <a:gd name="connsiteX3" fmla="*/ 583000 w 3123860"/>
              <a:gd name="connsiteY3" fmla="*/ 1622035 h 1935317"/>
              <a:gd name="connsiteX4" fmla="*/ 631357 w 3123860"/>
              <a:gd name="connsiteY4" fmla="*/ 1330606 h 1935317"/>
              <a:gd name="connsiteX5" fmla="*/ 484227 w 3123860"/>
              <a:gd name="connsiteY5" fmla="*/ 1042902 h 1935317"/>
              <a:gd name="connsiteX6" fmla="*/ 835588 w 3123860"/>
              <a:gd name="connsiteY6" fmla="*/ 894410 h 1935317"/>
              <a:gd name="connsiteX7" fmla="*/ 1088177 w 3123860"/>
              <a:gd name="connsiteY7" fmla="*/ 658442 h 1935317"/>
              <a:gd name="connsiteX8" fmla="*/ 1426781 w 3123860"/>
              <a:gd name="connsiteY8" fmla="*/ 374902 h 1935317"/>
              <a:gd name="connsiteX9" fmla="*/ 1661906 w 3123860"/>
              <a:gd name="connsiteY9" fmla="*/ 51655 h 1935317"/>
              <a:gd name="connsiteX10" fmla="*/ 2020648 w 3123860"/>
              <a:gd name="connsiteY10" fmla="*/ 25961 h 1935317"/>
              <a:gd name="connsiteX11" fmla="*/ 2284043 w 3123860"/>
              <a:gd name="connsiteY11" fmla="*/ 163 h 1935317"/>
              <a:gd name="connsiteX12" fmla="*/ 2579640 w 3123860"/>
              <a:gd name="connsiteY12" fmla="*/ 43791 h 1935317"/>
              <a:gd name="connsiteX13" fmla="*/ 2824204 w 3123860"/>
              <a:gd name="connsiteY13" fmla="*/ 146903 h 1935317"/>
              <a:gd name="connsiteX14" fmla="*/ 3096792 w 3123860"/>
              <a:gd name="connsiteY14" fmla="*/ 290978 h 1935317"/>
              <a:gd name="connsiteX15" fmla="*/ 3116855 w 3123860"/>
              <a:gd name="connsiteY15" fmla="*/ 483725 h 1935317"/>
              <a:gd name="connsiteX16" fmla="*/ 3006666 w 3123860"/>
              <a:gd name="connsiteY16" fmla="*/ 852402 h 1935317"/>
              <a:gd name="connsiteX0" fmla="*/ 0 w 3123860"/>
              <a:gd name="connsiteY0" fmla="*/ 1840826 h 1935319"/>
              <a:gd name="connsiteX1" fmla="*/ 185233 w 3123860"/>
              <a:gd name="connsiteY1" fmla="*/ 1935317 h 1935319"/>
              <a:gd name="connsiteX2" fmla="*/ 496985 w 3123860"/>
              <a:gd name="connsiteY2" fmla="*/ 1842145 h 1935319"/>
              <a:gd name="connsiteX3" fmla="*/ 485872 w 3123860"/>
              <a:gd name="connsiteY3" fmla="*/ 1478501 h 1935319"/>
              <a:gd name="connsiteX4" fmla="*/ 631357 w 3123860"/>
              <a:gd name="connsiteY4" fmla="*/ 1330606 h 1935319"/>
              <a:gd name="connsiteX5" fmla="*/ 484227 w 3123860"/>
              <a:gd name="connsiteY5" fmla="*/ 1042902 h 1935319"/>
              <a:gd name="connsiteX6" fmla="*/ 835588 w 3123860"/>
              <a:gd name="connsiteY6" fmla="*/ 894410 h 1935319"/>
              <a:gd name="connsiteX7" fmla="*/ 1088177 w 3123860"/>
              <a:gd name="connsiteY7" fmla="*/ 658442 h 1935319"/>
              <a:gd name="connsiteX8" fmla="*/ 1426781 w 3123860"/>
              <a:gd name="connsiteY8" fmla="*/ 374902 h 1935319"/>
              <a:gd name="connsiteX9" fmla="*/ 1661906 w 3123860"/>
              <a:gd name="connsiteY9" fmla="*/ 51655 h 1935319"/>
              <a:gd name="connsiteX10" fmla="*/ 2020648 w 3123860"/>
              <a:gd name="connsiteY10" fmla="*/ 25961 h 1935319"/>
              <a:gd name="connsiteX11" fmla="*/ 2284043 w 3123860"/>
              <a:gd name="connsiteY11" fmla="*/ 163 h 1935319"/>
              <a:gd name="connsiteX12" fmla="*/ 2579640 w 3123860"/>
              <a:gd name="connsiteY12" fmla="*/ 43791 h 1935319"/>
              <a:gd name="connsiteX13" fmla="*/ 2824204 w 3123860"/>
              <a:gd name="connsiteY13" fmla="*/ 146903 h 1935319"/>
              <a:gd name="connsiteX14" fmla="*/ 3096792 w 3123860"/>
              <a:gd name="connsiteY14" fmla="*/ 290978 h 1935319"/>
              <a:gd name="connsiteX15" fmla="*/ 3116855 w 3123860"/>
              <a:gd name="connsiteY15" fmla="*/ 483725 h 1935319"/>
              <a:gd name="connsiteX16" fmla="*/ 3006666 w 3123860"/>
              <a:gd name="connsiteY16" fmla="*/ 852402 h 1935319"/>
              <a:gd name="connsiteX0" fmla="*/ 0 w 3123860"/>
              <a:gd name="connsiteY0" fmla="*/ 1840826 h 1935319"/>
              <a:gd name="connsiteX1" fmla="*/ 185233 w 3123860"/>
              <a:gd name="connsiteY1" fmla="*/ 1935317 h 1935319"/>
              <a:gd name="connsiteX2" fmla="*/ 496985 w 3123860"/>
              <a:gd name="connsiteY2" fmla="*/ 1842145 h 1935319"/>
              <a:gd name="connsiteX3" fmla="*/ 485872 w 3123860"/>
              <a:gd name="connsiteY3" fmla="*/ 1478501 h 1935319"/>
              <a:gd name="connsiteX4" fmla="*/ 597018 w 3123860"/>
              <a:gd name="connsiteY4" fmla="*/ 1249648 h 1935319"/>
              <a:gd name="connsiteX5" fmla="*/ 484227 w 3123860"/>
              <a:gd name="connsiteY5" fmla="*/ 1042902 h 1935319"/>
              <a:gd name="connsiteX6" fmla="*/ 835588 w 3123860"/>
              <a:gd name="connsiteY6" fmla="*/ 894410 h 1935319"/>
              <a:gd name="connsiteX7" fmla="*/ 1088177 w 3123860"/>
              <a:gd name="connsiteY7" fmla="*/ 658442 h 1935319"/>
              <a:gd name="connsiteX8" fmla="*/ 1426781 w 3123860"/>
              <a:gd name="connsiteY8" fmla="*/ 374902 h 1935319"/>
              <a:gd name="connsiteX9" fmla="*/ 1661906 w 3123860"/>
              <a:gd name="connsiteY9" fmla="*/ 51655 h 1935319"/>
              <a:gd name="connsiteX10" fmla="*/ 2020648 w 3123860"/>
              <a:gd name="connsiteY10" fmla="*/ 25961 h 1935319"/>
              <a:gd name="connsiteX11" fmla="*/ 2284043 w 3123860"/>
              <a:gd name="connsiteY11" fmla="*/ 163 h 1935319"/>
              <a:gd name="connsiteX12" fmla="*/ 2579640 w 3123860"/>
              <a:gd name="connsiteY12" fmla="*/ 43791 h 1935319"/>
              <a:gd name="connsiteX13" fmla="*/ 2824204 w 3123860"/>
              <a:gd name="connsiteY13" fmla="*/ 146903 h 1935319"/>
              <a:gd name="connsiteX14" fmla="*/ 3096792 w 3123860"/>
              <a:gd name="connsiteY14" fmla="*/ 290978 h 1935319"/>
              <a:gd name="connsiteX15" fmla="*/ 3116855 w 3123860"/>
              <a:gd name="connsiteY15" fmla="*/ 483725 h 1935319"/>
              <a:gd name="connsiteX16" fmla="*/ 3006666 w 3123860"/>
              <a:gd name="connsiteY16" fmla="*/ 852402 h 1935319"/>
              <a:gd name="connsiteX0" fmla="*/ 0 w 2938627"/>
              <a:gd name="connsiteY0" fmla="*/ 1935317 h 1935319"/>
              <a:gd name="connsiteX1" fmla="*/ 311752 w 2938627"/>
              <a:gd name="connsiteY1" fmla="*/ 1842145 h 1935319"/>
              <a:gd name="connsiteX2" fmla="*/ 300639 w 2938627"/>
              <a:gd name="connsiteY2" fmla="*/ 1478501 h 1935319"/>
              <a:gd name="connsiteX3" fmla="*/ 411785 w 2938627"/>
              <a:gd name="connsiteY3" fmla="*/ 1249648 h 1935319"/>
              <a:gd name="connsiteX4" fmla="*/ 298994 w 2938627"/>
              <a:gd name="connsiteY4" fmla="*/ 1042902 h 1935319"/>
              <a:gd name="connsiteX5" fmla="*/ 650355 w 2938627"/>
              <a:gd name="connsiteY5" fmla="*/ 894410 h 1935319"/>
              <a:gd name="connsiteX6" fmla="*/ 902944 w 2938627"/>
              <a:gd name="connsiteY6" fmla="*/ 658442 h 1935319"/>
              <a:gd name="connsiteX7" fmla="*/ 1241548 w 2938627"/>
              <a:gd name="connsiteY7" fmla="*/ 374902 h 1935319"/>
              <a:gd name="connsiteX8" fmla="*/ 1476673 w 2938627"/>
              <a:gd name="connsiteY8" fmla="*/ 51655 h 1935319"/>
              <a:gd name="connsiteX9" fmla="*/ 1835415 w 2938627"/>
              <a:gd name="connsiteY9" fmla="*/ 25961 h 1935319"/>
              <a:gd name="connsiteX10" fmla="*/ 2098810 w 2938627"/>
              <a:gd name="connsiteY10" fmla="*/ 163 h 1935319"/>
              <a:gd name="connsiteX11" fmla="*/ 2394407 w 2938627"/>
              <a:gd name="connsiteY11" fmla="*/ 43791 h 1935319"/>
              <a:gd name="connsiteX12" fmla="*/ 2638971 w 2938627"/>
              <a:gd name="connsiteY12" fmla="*/ 146903 h 1935319"/>
              <a:gd name="connsiteX13" fmla="*/ 2911559 w 2938627"/>
              <a:gd name="connsiteY13" fmla="*/ 290978 h 1935319"/>
              <a:gd name="connsiteX14" fmla="*/ 2931622 w 2938627"/>
              <a:gd name="connsiteY14" fmla="*/ 483725 h 1935319"/>
              <a:gd name="connsiteX15" fmla="*/ 2821433 w 2938627"/>
              <a:gd name="connsiteY15" fmla="*/ 852402 h 1935319"/>
              <a:gd name="connsiteX0" fmla="*/ 19380 w 2646255"/>
              <a:gd name="connsiteY0" fmla="*/ 1842145 h 1842145"/>
              <a:gd name="connsiteX1" fmla="*/ 8267 w 2646255"/>
              <a:gd name="connsiteY1" fmla="*/ 1478501 h 1842145"/>
              <a:gd name="connsiteX2" fmla="*/ 119413 w 2646255"/>
              <a:gd name="connsiteY2" fmla="*/ 1249648 h 1842145"/>
              <a:gd name="connsiteX3" fmla="*/ 6622 w 2646255"/>
              <a:gd name="connsiteY3" fmla="*/ 1042902 h 1842145"/>
              <a:gd name="connsiteX4" fmla="*/ 357983 w 2646255"/>
              <a:gd name="connsiteY4" fmla="*/ 894410 h 1842145"/>
              <a:gd name="connsiteX5" fmla="*/ 610572 w 2646255"/>
              <a:gd name="connsiteY5" fmla="*/ 658442 h 1842145"/>
              <a:gd name="connsiteX6" fmla="*/ 949176 w 2646255"/>
              <a:gd name="connsiteY6" fmla="*/ 374902 h 1842145"/>
              <a:gd name="connsiteX7" fmla="*/ 1184301 w 2646255"/>
              <a:gd name="connsiteY7" fmla="*/ 51655 h 1842145"/>
              <a:gd name="connsiteX8" fmla="*/ 1543043 w 2646255"/>
              <a:gd name="connsiteY8" fmla="*/ 25961 h 1842145"/>
              <a:gd name="connsiteX9" fmla="*/ 1806438 w 2646255"/>
              <a:gd name="connsiteY9" fmla="*/ 163 h 1842145"/>
              <a:gd name="connsiteX10" fmla="*/ 2102035 w 2646255"/>
              <a:gd name="connsiteY10" fmla="*/ 43791 h 1842145"/>
              <a:gd name="connsiteX11" fmla="*/ 2346599 w 2646255"/>
              <a:gd name="connsiteY11" fmla="*/ 146903 h 1842145"/>
              <a:gd name="connsiteX12" fmla="*/ 2619187 w 2646255"/>
              <a:gd name="connsiteY12" fmla="*/ 290978 h 1842145"/>
              <a:gd name="connsiteX13" fmla="*/ 2639250 w 2646255"/>
              <a:gd name="connsiteY13" fmla="*/ 483725 h 1842145"/>
              <a:gd name="connsiteX14" fmla="*/ 2529061 w 2646255"/>
              <a:gd name="connsiteY14" fmla="*/ 852402 h 1842145"/>
              <a:gd name="connsiteX0" fmla="*/ 8267 w 2646255"/>
              <a:gd name="connsiteY0" fmla="*/ 1478501 h 1478501"/>
              <a:gd name="connsiteX1" fmla="*/ 119413 w 2646255"/>
              <a:gd name="connsiteY1" fmla="*/ 1249648 h 1478501"/>
              <a:gd name="connsiteX2" fmla="*/ 6622 w 2646255"/>
              <a:gd name="connsiteY2" fmla="*/ 1042902 h 1478501"/>
              <a:gd name="connsiteX3" fmla="*/ 357983 w 2646255"/>
              <a:gd name="connsiteY3" fmla="*/ 894410 h 1478501"/>
              <a:gd name="connsiteX4" fmla="*/ 610572 w 2646255"/>
              <a:gd name="connsiteY4" fmla="*/ 658442 h 1478501"/>
              <a:gd name="connsiteX5" fmla="*/ 949176 w 2646255"/>
              <a:gd name="connsiteY5" fmla="*/ 374902 h 1478501"/>
              <a:gd name="connsiteX6" fmla="*/ 1184301 w 2646255"/>
              <a:gd name="connsiteY6" fmla="*/ 51655 h 1478501"/>
              <a:gd name="connsiteX7" fmla="*/ 1543043 w 2646255"/>
              <a:gd name="connsiteY7" fmla="*/ 25961 h 1478501"/>
              <a:gd name="connsiteX8" fmla="*/ 1806438 w 2646255"/>
              <a:gd name="connsiteY8" fmla="*/ 163 h 1478501"/>
              <a:gd name="connsiteX9" fmla="*/ 2102035 w 2646255"/>
              <a:gd name="connsiteY9" fmla="*/ 43791 h 1478501"/>
              <a:gd name="connsiteX10" fmla="*/ 2346599 w 2646255"/>
              <a:gd name="connsiteY10" fmla="*/ 146903 h 1478501"/>
              <a:gd name="connsiteX11" fmla="*/ 2619187 w 2646255"/>
              <a:gd name="connsiteY11" fmla="*/ 290978 h 1478501"/>
              <a:gd name="connsiteX12" fmla="*/ 2639250 w 2646255"/>
              <a:gd name="connsiteY12" fmla="*/ 483725 h 1478501"/>
              <a:gd name="connsiteX13" fmla="*/ 2529061 w 2646255"/>
              <a:gd name="connsiteY13" fmla="*/ 852402 h 147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6255" h="1478501">
                <a:moveTo>
                  <a:pt x="8267" y="1478501"/>
                </a:moveTo>
                <a:cubicBezTo>
                  <a:pt x="24939" y="1379751"/>
                  <a:pt x="119687" y="1322248"/>
                  <a:pt x="119413" y="1249648"/>
                </a:cubicBezTo>
                <a:cubicBezTo>
                  <a:pt x="119139" y="1177048"/>
                  <a:pt x="-33140" y="1102108"/>
                  <a:pt x="6622" y="1042902"/>
                </a:cubicBezTo>
                <a:cubicBezTo>
                  <a:pt x="46384" y="983696"/>
                  <a:pt x="257325" y="958487"/>
                  <a:pt x="357983" y="894410"/>
                </a:cubicBezTo>
                <a:cubicBezTo>
                  <a:pt x="458641" y="830333"/>
                  <a:pt x="520386" y="733705"/>
                  <a:pt x="610572" y="658442"/>
                </a:cubicBezTo>
                <a:lnTo>
                  <a:pt x="949176" y="374902"/>
                </a:lnTo>
                <a:cubicBezTo>
                  <a:pt x="1057979" y="282283"/>
                  <a:pt x="1049395" y="122816"/>
                  <a:pt x="1184301" y="51655"/>
                </a:cubicBezTo>
                <a:cubicBezTo>
                  <a:pt x="1258655" y="12445"/>
                  <a:pt x="1439354" y="34543"/>
                  <a:pt x="1543043" y="25961"/>
                </a:cubicBezTo>
                <a:cubicBezTo>
                  <a:pt x="1646732" y="17379"/>
                  <a:pt x="1717321" y="-1967"/>
                  <a:pt x="1806438" y="163"/>
                </a:cubicBezTo>
                <a:cubicBezTo>
                  <a:pt x="1907431" y="2609"/>
                  <a:pt x="2006712" y="18861"/>
                  <a:pt x="2102035" y="43791"/>
                </a:cubicBezTo>
                <a:cubicBezTo>
                  <a:pt x="2191687" y="67221"/>
                  <a:pt x="2260407" y="105705"/>
                  <a:pt x="2346599" y="146903"/>
                </a:cubicBezTo>
                <a:cubicBezTo>
                  <a:pt x="2432791" y="188101"/>
                  <a:pt x="2570412" y="234841"/>
                  <a:pt x="2619187" y="290978"/>
                </a:cubicBezTo>
                <a:cubicBezTo>
                  <a:pt x="2667962" y="347115"/>
                  <a:pt x="2635078" y="414931"/>
                  <a:pt x="2639250" y="483725"/>
                </a:cubicBezTo>
                <a:cubicBezTo>
                  <a:pt x="2645669" y="589363"/>
                  <a:pt x="2528740" y="746606"/>
                  <a:pt x="2529061" y="85240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5" name="Freeform: Shape 24">
            <a:extLst>
              <a:ext uri="{FF2B5EF4-FFF2-40B4-BE49-F238E27FC236}">
                <a16:creationId xmlns:a16="http://schemas.microsoft.com/office/drawing/2014/main" id="{1BDE874A-6555-5B1B-B123-35E0834853FD}"/>
              </a:ext>
            </a:extLst>
          </p:cNvPr>
          <p:cNvSpPr/>
          <p:nvPr userDrawn="1"/>
        </p:nvSpPr>
        <p:spPr>
          <a:xfrm rot="9855707" flipV="1">
            <a:off x="7489847" y="5873940"/>
            <a:ext cx="1706048" cy="1235180"/>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24849 w 2058039"/>
              <a:gd name="connsiteY4" fmla="*/ 1063612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82858"/>
              <a:gd name="connsiteY0" fmla="*/ 1940306 h 2057019"/>
              <a:gd name="connsiteX1" fmla="*/ 4023 w 2082858"/>
              <a:gd name="connsiteY1" fmla="*/ 1931975 h 2057019"/>
              <a:gd name="connsiteX2" fmla="*/ 35315 w 2082858"/>
              <a:gd name="connsiteY2" fmla="*/ 1830687 h 2057019"/>
              <a:gd name="connsiteX3" fmla="*/ 109241 w 2082858"/>
              <a:gd name="connsiteY3" fmla="*/ 1467230 h 2057019"/>
              <a:gd name="connsiteX4" fmla="*/ 24849 w 2082858"/>
              <a:gd name="connsiteY4" fmla="*/ 1063612 h 2057019"/>
              <a:gd name="connsiteX5" fmla="*/ 203387 w 2082858"/>
              <a:gd name="connsiteY5" fmla="*/ 923660 h 2057019"/>
              <a:gd name="connsiteX6" fmla="*/ 404945 w 2082858"/>
              <a:gd name="connsiteY6" fmla="*/ 642803 h 2057019"/>
              <a:gd name="connsiteX7" fmla="*/ 774468 w 2082858"/>
              <a:gd name="connsiteY7" fmla="*/ 330546 h 2057019"/>
              <a:gd name="connsiteX8" fmla="*/ 1197696 w 2082858"/>
              <a:gd name="connsiteY8" fmla="*/ 71147 h 2057019"/>
              <a:gd name="connsiteX9" fmla="*/ 1448466 w 2082858"/>
              <a:gd name="connsiteY9" fmla="*/ 1722 h 2057019"/>
              <a:gd name="connsiteX10" fmla="*/ 1723950 w 2082858"/>
              <a:gd name="connsiteY10" fmla="*/ 44719 h 2057019"/>
              <a:gd name="connsiteX11" fmla="*/ 1952360 w 2082858"/>
              <a:gd name="connsiteY11" fmla="*/ 241319 h 2057019"/>
              <a:gd name="connsiteX12" fmla="*/ 2082556 w 2082858"/>
              <a:gd name="connsiteY12" fmla="*/ 463354 h 2057019"/>
              <a:gd name="connsiteX13" fmla="*/ 2037412 w 2082858"/>
              <a:gd name="connsiteY13" fmla="*/ 925395 h 2057019"/>
              <a:gd name="connsiteX14" fmla="*/ 2053139 w 2082858"/>
              <a:gd name="connsiteY14" fmla="*/ 1222821 h 2057019"/>
              <a:gd name="connsiteX15" fmla="*/ 1952360 w 2082858"/>
              <a:gd name="connsiteY15" fmla="*/ 1540047 h 2057019"/>
              <a:gd name="connsiteX16" fmla="*/ 1436465 w 2082858"/>
              <a:gd name="connsiteY16" fmla="*/ 2057019 h 2057019"/>
              <a:gd name="connsiteX0" fmla="*/ 0 w 2082858"/>
              <a:gd name="connsiteY0" fmla="*/ 1940306 h 2057019"/>
              <a:gd name="connsiteX1" fmla="*/ 35315 w 2082858"/>
              <a:gd name="connsiteY1" fmla="*/ 1830687 h 2057019"/>
              <a:gd name="connsiteX2" fmla="*/ 109241 w 2082858"/>
              <a:gd name="connsiteY2" fmla="*/ 1467230 h 2057019"/>
              <a:gd name="connsiteX3" fmla="*/ 24849 w 2082858"/>
              <a:gd name="connsiteY3" fmla="*/ 1063612 h 2057019"/>
              <a:gd name="connsiteX4" fmla="*/ 203387 w 2082858"/>
              <a:gd name="connsiteY4" fmla="*/ 923660 h 2057019"/>
              <a:gd name="connsiteX5" fmla="*/ 404945 w 2082858"/>
              <a:gd name="connsiteY5" fmla="*/ 642803 h 2057019"/>
              <a:gd name="connsiteX6" fmla="*/ 774468 w 2082858"/>
              <a:gd name="connsiteY6" fmla="*/ 330546 h 2057019"/>
              <a:gd name="connsiteX7" fmla="*/ 1197696 w 2082858"/>
              <a:gd name="connsiteY7" fmla="*/ 71147 h 2057019"/>
              <a:gd name="connsiteX8" fmla="*/ 1448466 w 2082858"/>
              <a:gd name="connsiteY8" fmla="*/ 1722 h 2057019"/>
              <a:gd name="connsiteX9" fmla="*/ 1723950 w 2082858"/>
              <a:gd name="connsiteY9" fmla="*/ 44719 h 2057019"/>
              <a:gd name="connsiteX10" fmla="*/ 1952360 w 2082858"/>
              <a:gd name="connsiteY10" fmla="*/ 241319 h 2057019"/>
              <a:gd name="connsiteX11" fmla="*/ 2082556 w 2082858"/>
              <a:gd name="connsiteY11" fmla="*/ 463354 h 2057019"/>
              <a:gd name="connsiteX12" fmla="*/ 2037412 w 2082858"/>
              <a:gd name="connsiteY12" fmla="*/ 925395 h 2057019"/>
              <a:gd name="connsiteX13" fmla="*/ 2053139 w 2082858"/>
              <a:gd name="connsiteY13" fmla="*/ 1222821 h 2057019"/>
              <a:gd name="connsiteX14" fmla="*/ 1952360 w 2082858"/>
              <a:gd name="connsiteY14" fmla="*/ 1540047 h 2057019"/>
              <a:gd name="connsiteX15" fmla="*/ 1436465 w 2082858"/>
              <a:gd name="connsiteY15" fmla="*/ 2057019 h 2057019"/>
              <a:gd name="connsiteX0" fmla="*/ 0 w 2082858"/>
              <a:gd name="connsiteY0" fmla="*/ 1940306 h 1940306"/>
              <a:gd name="connsiteX1" fmla="*/ 35315 w 2082858"/>
              <a:gd name="connsiteY1" fmla="*/ 1830687 h 1940306"/>
              <a:gd name="connsiteX2" fmla="*/ 109241 w 2082858"/>
              <a:gd name="connsiteY2" fmla="*/ 1467230 h 1940306"/>
              <a:gd name="connsiteX3" fmla="*/ 24849 w 2082858"/>
              <a:gd name="connsiteY3" fmla="*/ 1063612 h 1940306"/>
              <a:gd name="connsiteX4" fmla="*/ 203387 w 2082858"/>
              <a:gd name="connsiteY4" fmla="*/ 923660 h 1940306"/>
              <a:gd name="connsiteX5" fmla="*/ 404945 w 2082858"/>
              <a:gd name="connsiteY5" fmla="*/ 642803 h 1940306"/>
              <a:gd name="connsiteX6" fmla="*/ 774468 w 2082858"/>
              <a:gd name="connsiteY6" fmla="*/ 330546 h 1940306"/>
              <a:gd name="connsiteX7" fmla="*/ 1197696 w 2082858"/>
              <a:gd name="connsiteY7" fmla="*/ 71147 h 1940306"/>
              <a:gd name="connsiteX8" fmla="*/ 1448466 w 2082858"/>
              <a:gd name="connsiteY8" fmla="*/ 1722 h 1940306"/>
              <a:gd name="connsiteX9" fmla="*/ 1723950 w 2082858"/>
              <a:gd name="connsiteY9" fmla="*/ 44719 h 1940306"/>
              <a:gd name="connsiteX10" fmla="*/ 1952360 w 2082858"/>
              <a:gd name="connsiteY10" fmla="*/ 241319 h 1940306"/>
              <a:gd name="connsiteX11" fmla="*/ 2082556 w 2082858"/>
              <a:gd name="connsiteY11" fmla="*/ 463354 h 1940306"/>
              <a:gd name="connsiteX12" fmla="*/ 2037412 w 2082858"/>
              <a:gd name="connsiteY12" fmla="*/ 925395 h 1940306"/>
              <a:gd name="connsiteX13" fmla="*/ 2053139 w 2082858"/>
              <a:gd name="connsiteY13" fmla="*/ 1222821 h 1940306"/>
              <a:gd name="connsiteX14" fmla="*/ 1952360 w 2082858"/>
              <a:gd name="connsiteY14" fmla="*/ 1540047 h 1940306"/>
              <a:gd name="connsiteX0" fmla="*/ 0 w 2082879"/>
              <a:gd name="connsiteY0" fmla="*/ 1940306 h 1940306"/>
              <a:gd name="connsiteX1" fmla="*/ 35315 w 2082879"/>
              <a:gd name="connsiteY1" fmla="*/ 1830687 h 1940306"/>
              <a:gd name="connsiteX2" fmla="*/ 109241 w 2082879"/>
              <a:gd name="connsiteY2" fmla="*/ 1467230 h 1940306"/>
              <a:gd name="connsiteX3" fmla="*/ 24849 w 2082879"/>
              <a:gd name="connsiteY3" fmla="*/ 1063612 h 1940306"/>
              <a:gd name="connsiteX4" fmla="*/ 203387 w 2082879"/>
              <a:gd name="connsiteY4" fmla="*/ 923660 h 1940306"/>
              <a:gd name="connsiteX5" fmla="*/ 404945 w 2082879"/>
              <a:gd name="connsiteY5" fmla="*/ 642803 h 1940306"/>
              <a:gd name="connsiteX6" fmla="*/ 774468 w 2082879"/>
              <a:gd name="connsiteY6" fmla="*/ 330546 h 1940306"/>
              <a:gd name="connsiteX7" fmla="*/ 1197696 w 2082879"/>
              <a:gd name="connsiteY7" fmla="*/ 71147 h 1940306"/>
              <a:gd name="connsiteX8" fmla="*/ 1448466 w 2082879"/>
              <a:gd name="connsiteY8" fmla="*/ 1722 h 1940306"/>
              <a:gd name="connsiteX9" fmla="*/ 1723950 w 2082879"/>
              <a:gd name="connsiteY9" fmla="*/ 44719 h 1940306"/>
              <a:gd name="connsiteX10" fmla="*/ 1952360 w 2082879"/>
              <a:gd name="connsiteY10" fmla="*/ 241319 h 1940306"/>
              <a:gd name="connsiteX11" fmla="*/ 2082556 w 2082879"/>
              <a:gd name="connsiteY11" fmla="*/ 463354 h 1940306"/>
              <a:gd name="connsiteX12" fmla="*/ 2040472 w 2082879"/>
              <a:gd name="connsiteY12" fmla="*/ 784108 h 1940306"/>
              <a:gd name="connsiteX13" fmla="*/ 2053139 w 2082879"/>
              <a:gd name="connsiteY13" fmla="*/ 1222821 h 1940306"/>
              <a:gd name="connsiteX14" fmla="*/ 1952360 w 2082879"/>
              <a:gd name="connsiteY14" fmla="*/ 1540047 h 1940306"/>
              <a:gd name="connsiteX0" fmla="*/ 0 w 2083065"/>
              <a:gd name="connsiteY0" fmla="*/ 1940306 h 1940306"/>
              <a:gd name="connsiteX1" fmla="*/ 35315 w 2083065"/>
              <a:gd name="connsiteY1" fmla="*/ 1830687 h 1940306"/>
              <a:gd name="connsiteX2" fmla="*/ 109241 w 2083065"/>
              <a:gd name="connsiteY2" fmla="*/ 1467230 h 1940306"/>
              <a:gd name="connsiteX3" fmla="*/ 24849 w 2083065"/>
              <a:gd name="connsiteY3" fmla="*/ 1063612 h 1940306"/>
              <a:gd name="connsiteX4" fmla="*/ 203387 w 2083065"/>
              <a:gd name="connsiteY4" fmla="*/ 923660 h 1940306"/>
              <a:gd name="connsiteX5" fmla="*/ 404945 w 2083065"/>
              <a:gd name="connsiteY5" fmla="*/ 642803 h 1940306"/>
              <a:gd name="connsiteX6" fmla="*/ 774468 w 2083065"/>
              <a:gd name="connsiteY6" fmla="*/ 330546 h 1940306"/>
              <a:gd name="connsiteX7" fmla="*/ 1197696 w 2083065"/>
              <a:gd name="connsiteY7" fmla="*/ 71147 h 1940306"/>
              <a:gd name="connsiteX8" fmla="*/ 1448466 w 2083065"/>
              <a:gd name="connsiteY8" fmla="*/ 1722 h 1940306"/>
              <a:gd name="connsiteX9" fmla="*/ 1723950 w 2083065"/>
              <a:gd name="connsiteY9" fmla="*/ 44719 h 1940306"/>
              <a:gd name="connsiteX10" fmla="*/ 1952360 w 2083065"/>
              <a:gd name="connsiteY10" fmla="*/ 241319 h 1940306"/>
              <a:gd name="connsiteX11" fmla="*/ 2082556 w 2083065"/>
              <a:gd name="connsiteY11" fmla="*/ 463354 h 1940306"/>
              <a:gd name="connsiteX12" fmla="*/ 2040472 w 2083065"/>
              <a:gd name="connsiteY12" fmla="*/ 784108 h 1940306"/>
              <a:gd name="connsiteX13" fmla="*/ 1952360 w 2083065"/>
              <a:gd name="connsiteY13" fmla="*/ 1540047 h 1940306"/>
              <a:gd name="connsiteX0" fmla="*/ 0 w 2083065"/>
              <a:gd name="connsiteY0" fmla="*/ 1940306 h 1940306"/>
              <a:gd name="connsiteX1" fmla="*/ 35315 w 2083065"/>
              <a:gd name="connsiteY1" fmla="*/ 1830687 h 1940306"/>
              <a:gd name="connsiteX2" fmla="*/ 109241 w 2083065"/>
              <a:gd name="connsiteY2" fmla="*/ 1467230 h 1940306"/>
              <a:gd name="connsiteX3" fmla="*/ 24849 w 2083065"/>
              <a:gd name="connsiteY3" fmla="*/ 1063612 h 1940306"/>
              <a:gd name="connsiteX4" fmla="*/ 203387 w 2083065"/>
              <a:gd name="connsiteY4" fmla="*/ 923660 h 1940306"/>
              <a:gd name="connsiteX5" fmla="*/ 404945 w 2083065"/>
              <a:gd name="connsiteY5" fmla="*/ 642803 h 1940306"/>
              <a:gd name="connsiteX6" fmla="*/ 774468 w 2083065"/>
              <a:gd name="connsiteY6" fmla="*/ 330546 h 1940306"/>
              <a:gd name="connsiteX7" fmla="*/ 1197696 w 2083065"/>
              <a:gd name="connsiteY7" fmla="*/ 71147 h 1940306"/>
              <a:gd name="connsiteX8" fmla="*/ 1448466 w 2083065"/>
              <a:gd name="connsiteY8" fmla="*/ 1722 h 1940306"/>
              <a:gd name="connsiteX9" fmla="*/ 1723950 w 2083065"/>
              <a:gd name="connsiteY9" fmla="*/ 44719 h 1940306"/>
              <a:gd name="connsiteX10" fmla="*/ 1952360 w 2083065"/>
              <a:gd name="connsiteY10" fmla="*/ 241319 h 1940306"/>
              <a:gd name="connsiteX11" fmla="*/ 2082556 w 2083065"/>
              <a:gd name="connsiteY11" fmla="*/ 463354 h 1940306"/>
              <a:gd name="connsiteX12" fmla="*/ 2040472 w 2083065"/>
              <a:gd name="connsiteY12" fmla="*/ 784108 h 1940306"/>
              <a:gd name="connsiteX0" fmla="*/ 10969 w 2058719"/>
              <a:gd name="connsiteY0" fmla="*/ 1830687 h 1830687"/>
              <a:gd name="connsiteX1" fmla="*/ 84895 w 2058719"/>
              <a:gd name="connsiteY1" fmla="*/ 1467230 h 1830687"/>
              <a:gd name="connsiteX2" fmla="*/ 503 w 2058719"/>
              <a:gd name="connsiteY2" fmla="*/ 1063612 h 1830687"/>
              <a:gd name="connsiteX3" fmla="*/ 179041 w 2058719"/>
              <a:gd name="connsiteY3" fmla="*/ 923660 h 1830687"/>
              <a:gd name="connsiteX4" fmla="*/ 380599 w 2058719"/>
              <a:gd name="connsiteY4" fmla="*/ 642803 h 1830687"/>
              <a:gd name="connsiteX5" fmla="*/ 750122 w 2058719"/>
              <a:gd name="connsiteY5" fmla="*/ 330546 h 1830687"/>
              <a:gd name="connsiteX6" fmla="*/ 1173350 w 2058719"/>
              <a:gd name="connsiteY6" fmla="*/ 71147 h 1830687"/>
              <a:gd name="connsiteX7" fmla="*/ 1424120 w 2058719"/>
              <a:gd name="connsiteY7" fmla="*/ 1722 h 1830687"/>
              <a:gd name="connsiteX8" fmla="*/ 1699604 w 2058719"/>
              <a:gd name="connsiteY8" fmla="*/ 44719 h 1830687"/>
              <a:gd name="connsiteX9" fmla="*/ 1928014 w 2058719"/>
              <a:gd name="connsiteY9" fmla="*/ 241319 h 1830687"/>
              <a:gd name="connsiteX10" fmla="*/ 2058210 w 2058719"/>
              <a:gd name="connsiteY10" fmla="*/ 463354 h 1830687"/>
              <a:gd name="connsiteX11" fmla="*/ 2016126 w 2058719"/>
              <a:gd name="connsiteY11" fmla="*/ 784108 h 1830687"/>
              <a:gd name="connsiteX0" fmla="*/ 84894 w 2058718"/>
              <a:gd name="connsiteY0" fmla="*/ 1467230 h 1467230"/>
              <a:gd name="connsiteX1" fmla="*/ 502 w 2058718"/>
              <a:gd name="connsiteY1" fmla="*/ 1063612 h 1467230"/>
              <a:gd name="connsiteX2" fmla="*/ 179040 w 2058718"/>
              <a:gd name="connsiteY2" fmla="*/ 923660 h 1467230"/>
              <a:gd name="connsiteX3" fmla="*/ 380598 w 2058718"/>
              <a:gd name="connsiteY3" fmla="*/ 642803 h 1467230"/>
              <a:gd name="connsiteX4" fmla="*/ 750121 w 2058718"/>
              <a:gd name="connsiteY4" fmla="*/ 330546 h 1467230"/>
              <a:gd name="connsiteX5" fmla="*/ 1173349 w 2058718"/>
              <a:gd name="connsiteY5" fmla="*/ 71147 h 1467230"/>
              <a:gd name="connsiteX6" fmla="*/ 1424119 w 2058718"/>
              <a:gd name="connsiteY6" fmla="*/ 1722 h 1467230"/>
              <a:gd name="connsiteX7" fmla="*/ 1699603 w 2058718"/>
              <a:gd name="connsiteY7" fmla="*/ 44719 h 1467230"/>
              <a:gd name="connsiteX8" fmla="*/ 1928013 w 2058718"/>
              <a:gd name="connsiteY8" fmla="*/ 241319 h 1467230"/>
              <a:gd name="connsiteX9" fmla="*/ 2058209 w 2058718"/>
              <a:gd name="connsiteY9" fmla="*/ 463354 h 1467230"/>
              <a:gd name="connsiteX10" fmla="*/ 2016125 w 2058718"/>
              <a:gd name="connsiteY10" fmla="*/ 784108 h 1467230"/>
              <a:gd name="connsiteX0" fmla="*/ 7698 w 2060128"/>
              <a:gd name="connsiteY0" fmla="*/ 1256076 h 1256076"/>
              <a:gd name="connsiteX1" fmla="*/ 1912 w 2060128"/>
              <a:gd name="connsiteY1" fmla="*/ 1063612 h 1256076"/>
              <a:gd name="connsiteX2" fmla="*/ 180450 w 2060128"/>
              <a:gd name="connsiteY2" fmla="*/ 923660 h 1256076"/>
              <a:gd name="connsiteX3" fmla="*/ 382008 w 2060128"/>
              <a:gd name="connsiteY3" fmla="*/ 642803 h 1256076"/>
              <a:gd name="connsiteX4" fmla="*/ 751531 w 2060128"/>
              <a:gd name="connsiteY4" fmla="*/ 330546 h 1256076"/>
              <a:gd name="connsiteX5" fmla="*/ 1174759 w 2060128"/>
              <a:gd name="connsiteY5" fmla="*/ 71147 h 1256076"/>
              <a:gd name="connsiteX6" fmla="*/ 1425529 w 2060128"/>
              <a:gd name="connsiteY6" fmla="*/ 1722 h 1256076"/>
              <a:gd name="connsiteX7" fmla="*/ 1701013 w 2060128"/>
              <a:gd name="connsiteY7" fmla="*/ 44719 h 1256076"/>
              <a:gd name="connsiteX8" fmla="*/ 1929423 w 2060128"/>
              <a:gd name="connsiteY8" fmla="*/ 241319 h 1256076"/>
              <a:gd name="connsiteX9" fmla="*/ 2059619 w 2060128"/>
              <a:gd name="connsiteY9" fmla="*/ 463354 h 1256076"/>
              <a:gd name="connsiteX10" fmla="*/ 2017535 w 2060128"/>
              <a:gd name="connsiteY10" fmla="*/ 784108 h 125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0128" h="1256076">
                <a:moveTo>
                  <a:pt x="7698" y="1256076"/>
                </a:moveTo>
                <a:cubicBezTo>
                  <a:pt x="16257" y="1177499"/>
                  <a:pt x="-6540" y="1142267"/>
                  <a:pt x="1912" y="1063612"/>
                </a:cubicBezTo>
                <a:cubicBezTo>
                  <a:pt x="13038" y="959237"/>
                  <a:pt x="117101" y="993795"/>
                  <a:pt x="180450" y="923660"/>
                </a:cubicBezTo>
                <a:cubicBezTo>
                  <a:pt x="243799" y="853525"/>
                  <a:pt x="298347" y="729663"/>
                  <a:pt x="382008" y="642803"/>
                </a:cubicBezTo>
                <a:cubicBezTo>
                  <a:pt x="490703" y="529908"/>
                  <a:pt x="618336" y="428137"/>
                  <a:pt x="751531" y="330546"/>
                </a:cubicBezTo>
                <a:cubicBezTo>
                  <a:pt x="882158" y="234850"/>
                  <a:pt x="1016744" y="140573"/>
                  <a:pt x="1174759" y="71147"/>
                </a:cubicBezTo>
                <a:cubicBezTo>
                  <a:pt x="1252536" y="36987"/>
                  <a:pt x="1335769" y="8586"/>
                  <a:pt x="1425529" y="1722"/>
                </a:cubicBezTo>
                <a:cubicBezTo>
                  <a:pt x="1520958" y="-5536"/>
                  <a:pt x="1616816" y="10401"/>
                  <a:pt x="1701013" y="44719"/>
                </a:cubicBezTo>
                <a:cubicBezTo>
                  <a:pt x="1807033" y="87873"/>
                  <a:pt x="1869655" y="171547"/>
                  <a:pt x="1929423" y="241319"/>
                </a:cubicBezTo>
                <a:cubicBezTo>
                  <a:pt x="1989191" y="311091"/>
                  <a:pt x="2054805" y="342017"/>
                  <a:pt x="2059619" y="463354"/>
                </a:cubicBezTo>
                <a:cubicBezTo>
                  <a:pt x="2064005" y="572857"/>
                  <a:pt x="2039234" y="604659"/>
                  <a:pt x="2017535" y="784108"/>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6" name="Freeform: Shape 25">
            <a:extLst>
              <a:ext uri="{FF2B5EF4-FFF2-40B4-BE49-F238E27FC236}">
                <a16:creationId xmlns:a16="http://schemas.microsoft.com/office/drawing/2014/main" id="{823506C3-4F3C-2223-E55B-B29177A2A92D}"/>
              </a:ext>
            </a:extLst>
          </p:cNvPr>
          <p:cNvSpPr/>
          <p:nvPr userDrawn="1"/>
        </p:nvSpPr>
        <p:spPr>
          <a:xfrm rot="9855707" flipV="1">
            <a:off x="7649044" y="6060346"/>
            <a:ext cx="1331132" cy="1016849"/>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683 w 1324130"/>
              <a:gd name="connsiteY0" fmla="*/ 1829690 h 2118604"/>
              <a:gd name="connsiteX1" fmla="*/ 14495 w 1324130"/>
              <a:gd name="connsiteY1" fmla="*/ 1664146 h 2118604"/>
              <a:gd name="connsiteX2" fmla="*/ 97839 w 1324130"/>
              <a:gd name="connsiteY2" fmla="*/ 1271049 h 2118604"/>
              <a:gd name="connsiteX3" fmla="*/ 97839 w 1324130"/>
              <a:gd name="connsiteY3" fmla="*/ 991109 h 2118604"/>
              <a:gd name="connsiteX4" fmla="*/ 195756 w 1324130"/>
              <a:gd name="connsiteY4" fmla="*/ 588964 h 2118604"/>
              <a:gd name="connsiteX5" fmla="*/ 373778 w 1324130"/>
              <a:gd name="connsiteY5" fmla="*/ 336170 h 2118604"/>
              <a:gd name="connsiteX6" fmla="*/ 706867 w 1324130"/>
              <a:gd name="connsiteY6" fmla="*/ 86234 h 2118604"/>
              <a:gd name="connsiteX7" fmla="*/ 953755 w 1324130"/>
              <a:gd name="connsiteY7" fmla="*/ 33 h 2118604"/>
              <a:gd name="connsiteX8" fmla="*/ 1105965 w 1324130"/>
              <a:gd name="connsiteY8" fmla="*/ 60326 h 2118604"/>
              <a:gd name="connsiteX9" fmla="*/ 1146160 w 1324130"/>
              <a:gd name="connsiteY9" fmla="*/ 221204 h 2118604"/>
              <a:gd name="connsiteX10" fmla="*/ 1177783 w 1324130"/>
              <a:gd name="connsiteY10" fmla="*/ 448089 h 2118604"/>
              <a:gd name="connsiteX11" fmla="*/ 1281129 w 1324130"/>
              <a:gd name="connsiteY11" fmla="*/ 789941 h 2118604"/>
              <a:gd name="connsiteX12" fmla="*/ 1306942 w 1324130"/>
              <a:gd name="connsiteY12" fmla="*/ 942151 h 2118604"/>
              <a:gd name="connsiteX13" fmla="*/ 1321325 w 1324130"/>
              <a:gd name="connsiteY13" fmla="*/ 1272478 h 2118604"/>
              <a:gd name="connsiteX14" fmla="*/ 1215121 w 1324130"/>
              <a:gd name="connsiteY14" fmla="*/ 1660240 h 2118604"/>
              <a:gd name="connsiteX15" fmla="*/ 1085962 w 1324130"/>
              <a:gd name="connsiteY15" fmla="*/ 1844073 h 2118604"/>
              <a:gd name="connsiteX16" fmla="*/ 750526 w 1324130"/>
              <a:gd name="connsiteY16" fmla="*/ 2118604 h 2118604"/>
              <a:gd name="connsiteX0" fmla="*/ 683 w 1324130"/>
              <a:gd name="connsiteY0" fmla="*/ 1829690 h 1844073"/>
              <a:gd name="connsiteX1" fmla="*/ 14495 w 1324130"/>
              <a:gd name="connsiteY1" fmla="*/ 1664146 h 1844073"/>
              <a:gd name="connsiteX2" fmla="*/ 97839 w 1324130"/>
              <a:gd name="connsiteY2" fmla="*/ 1271049 h 1844073"/>
              <a:gd name="connsiteX3" fmla="*/ 97839 w 1324130"/>
              <a:gd name="connsiteY3" fmla="*/ 991109 h 1844073"/>
              <a:gd name="connsiteX4" fmla="*/ 195756 w 1324130"/>
              <a:gd name="connsiteY4" fmla="*/ 588964 h 1844073"/>
              <a:gd name="connsiteX5" fmla="*/ 373778 w 1324130"/>
              <a:gd name="connsiteY5" fmla="*/ 336170 h 1844073"/>
              <a:gd name="connsiteX6" fmla="*/ 706867 w 1324130"/>
              <a:gd name="connsiteY6" fmla="*/ 86234 h 1844073"/>
              <a:gd name="connsiteX7" fmla="*/ 953755 w 1324130"/>
              <a:gd name="connsiteY7" fmla="*/ 33 h 1844073"/>
              <a:gd name="connsiteX8" fmla="*/ 1105965 w 1324130"/>
              <a:gd name="connsiteY8" fmla="*/ 60326 h 1844073"/>
              <a:gd name="connsiteX9" fmla="*/ 1146160 w 1324130"/>
              <a:gd name="connsiteY9" fmla="*/ 221204 h 1844073"/>
              <a:gd name="connsiteX10" fmla="*/ 1177783 w 1324130"/>
              <a:gd name="connsiteY10" fmla="*/ 448089 h 1844073"/>
              <a:gd name="connsiteX11" fmla="*/ 1281129 w 1324130"/>
              <a:gd name="connsiteY11" fmla="*/ 789941 h 1844073"/>
              <a:gd name="connsiteX12" fmla="*/ 1306942 w 1324130"/>
              <a:gd name="connsiteY12" fmla="*/ 942151 h 1844073"/>
              <a:gd name="connsiteX13" fmla="*/ 1321325 w 1324130"/>
              <a:gd name="connsiteY13" fmla="*/ 1272478 h 1844073"/>
              <a:gd name="connsiteX14" fmla="*/ 1215121 w 1324130"/>
              <a:gd name="connsiteY14" fmla="*/ 1660240 h 1844073"/>
              <a:gd name="connsiteX15" fmla="*/ 1085962 w 1324130"/>
              <a:gd name="connsiteY15" fmla="*/ 1844073 h 1844073"/>
              <a:gd name="connsiteX0" fmla="*/ 683 w 1324130"/>
              <a:gd name="connsiteY0" fmla="*/ 1829690 h 1829690"/>
              <a:gd name="connsiteX1" fmla="*/ 14495 w 1324130"/>
              <a:gd name="connsiteY1" fmla="*/ 1664146 h 1829690"/>
              <a:gd name="connsiteX2" fmla="*/ 97839 w 1324130"/>
              <a:gd name="connsiteY2" fmla="*/ 1271049 h 1829690"/>
              <a:gd name="connsiteX3" fmla="*/ 97839 w 1324130"/>
              <a:gd name="connsiteY3" fmla="*/ 991109 h 1829690"/>
              <a:gd name="connsiteX4" fmla="*/ 195756 w 1324130"/>
              <a:gd name="connsiteY4" fmla="*/ 588964 h 1829690"/>
              <a:gd name="connsiteX5" fmla="*/ 373778 w 1324130"/>
              <a:gd name="connsiteY5" fmla="*/ 336170 h 1829690"/>
              <a:gd name="connsiteX6" fmla="*/ 706867 w 1324130"/>
              <a:gd name="connsiteY6" fmla="*/ 86234 h 1829690"/>
              <a:gd name="connsiteX7" fmla="*/ 953755 w 1324130"/>
              <a:gd name="connsiteY7" fmla="*/ 33 h 1829690"/>
              <a:gd name="connsiteX8" fmla="*/ 1105965 w 1324130"/>
              <a:gd name="connsiteY8" fmla="*/ 60326 h 1829690"/>
              <a:gd name="connsiteX9" fmla="*/ 1146160 w 1324130"/>
              <a:gd name="connsiteY9" fmla="*/ 221204 h 1829690"/>
              <a:gd name="connsiteX10" fmla="*/ 1177783 w 1324130"/>
              <a:gd name="connsiteY10" fmla="*/ 448089 h 1829690"/>
              <a:gd name="connsiteX11" fmla="*/ 1281129 w 1324130"/>
              <a:gd name="connsiteY11" fmla="*/ 789941 h 1829690"/>
              <a:gd name="connsiteX12" fmla="*/ 1306942 w 1324130"/>
              <a:gd name="connsiteY12" fmla="*/ 942151 h 1829690"/>
              <a:gd name="connsiteX13" fmla="*/ 1321325 w 1324130"/>
              <a:gd name="connsiteY13" fmla="*/ 1272478 h 1829690"/>
              <a:gd name="connsiteX14" fmla="*/ 1215121 w 1324130"/>
              <a:gd name="connsiteY14" fmla="*/ 1660240 h 1829690"/>
              <a:gd name="connsiteX0" fmla="*/ 0 w 1309635"/>
              <a:gd name="connsiteY0" fmla="*/ 1664146 h 1664147"/>
              <a:gd name="connsiteX1" fmla="*/ 83344 w 1309635"/>
              <a:gd name="connsiteY1" fmla="*/ 1271049 h 1664147"/>
              <a:gd name="connsiteX2" fmla="*/ 83344 w 1309635"/>
              <a:gd name="connsiteY2" fmla="*/ 991109 h 1664147"/>
              <a:gd name="connsiteX3" fmla="*/ 181261 w 1309635"/>
              <a:gd name="connsiteY3" fmla="*/ 588964 h 1664147"/>
              <a:gd name="connsiteX4" fmla="*/ 359283 w 1309635"/>
              <a:gd name="connsiteY4" fmla="*/ 336170 h 1664147"/>
              <a:gd name="connsiteX5" fmla="*/ 692372 w 1309635"/>
              <a:gd name="connsiteY5" fmla="*/ 86234 h 1664147"/>
              <a:gd name="connsiteX6" fmla="*/ 939260 w 1309635"/>
              <a:gd name="connsiteY6" fmla="*/ 33 h 1664147"/>
              <a:gd name="connsiteX7" fmla="*/ 1091470 w 1309635"/>
              <a:gd name="connsiteY7" fmla="*/ 60326 h 1664147"/>
              <a:gd name="connsiteX8" fmla="*/ 1131665 w 1309635"/>
              <a:gd name="connsiteY8" fmla="*/ 221204 h 1664147"/>
              <a:gd name="connsiteX9" fmla="*/ 1163288 w 1309635"/>
              <a:gd name="connsiteY9" fmla="*/ 448089 h 1664147"/>
              <a:gd name="connsiteX10" fmla="*/ 1266634 w 1309635"/>
              <a:gd name="connsiteY10" fmla="*/ 789941 h 1664147"/>
              <a:gd name="connsiteX11" fmla="*/ 1292447 w 1309635"/>
              <a:gd name="connsiteY11" fmla="*/ 942151 h 1664147"/>
              <a:gd name="connsiteX12" fmla="*/ 1306830 w 1309635"/>
              <a:gd name="connsiteY12" fmla="*/ 1272478 h 1664147"/>
              <a:gd name="connsiteX13" fmla="*/ 1200626 w 1309635"/>
              <a:gd name="connsiteY13" fmla="*/ 1660240 h 1664147"/>
              <a:gd name="connsiteX0" fmla="*/ 587 w 1226878"/>
              <a:gd name="connsiteY0" fmla="*/ 1271049 h 1660240"/>
              <a:gd name="connsiteX1" fmla="*/ 587 w 1226878"/>
              <a:gd name="connsiteY1" fmla="*/ 991109 h 1660240"/>
              <a:gd name="connsiteX2" fmla="*/ 98504 w 1226878"/>
              <a:gd name="connsiteY2" fmla="*/ 588964 h 1660240"/>
              <a:gd name="connsiteX3" fmla="*/ 276526 w 1226878"/>
              <a:gd name="connsiteY3" fmla="*/ 336170 h 1660240"/>
              <a:gd name="connsiteX4" fmla="*/ 609615 w 1226878"/>
              <a:gd name="connsiteY4" fmla="*/ 86234 h 1660240"/>
              <a:gd name="connsiteX5" fmla="*/ 856503 w 1226878"/>
              <a:gd name="connsiteY5" fmla="*/ 33 h 1660240"/>
              <a:gd name="connsiteX6" fmla="*/ 1008713 w 1226878"/>
              <a:gd name="connsiteY6" fmla="*/ 60326 h 1660240"/>
              <a:gd name="connsiteX7" fmla="*/ 1048908 w 1226878"/>
              <a:gd name="connsiteY7" fmla="*/ 221204 h 1660240"/>
              <a:gd name="connsiteX8" fmla="*/ 1080531 w 1226878"/>
              <a:gd name="connsiteY8" fmla="*/ 448089 h 1660240"/>
              <a:gd name="connsiteX9" fmla="*/ 1183877 w 1226878"/>
              <a:gd name="connsiteY9" fmla="*/ 789941 h 1660240"/>
              <a:gd name="connsiteX10" fmla="*/ 1209690 w 1226878"/>
              <a:gd name="connsiteY10" fmla="*/ 942151 h 1660240"/>
              <a:gd name="connsiteX11" fmla="*/ 1224073 w 1226878"/>
              <a:gd name="connsiteY11" fmla="*/ 1272478 h 1660240"/>
              <a:gd name="connsiteX12" fmla="*/ 1117869 w 1226878"/>
              <a:gd name="connsiteY12" fmla="*/ 1660240 h 1660240"/>
              <a:gd name="connsiteX0" fmla="*/ 0 w 1362667"/>
              <a:gd name="connsiteY0" fmla="*/ 1227721 h 1660240"/>
              <a:gd name="connsiteX1" fmla="*/ 136376 w 1362667"/>
              <a:gd name="connsiteY1" fmla="*/ 991109 h 1660240"/>
              <a:gd name="connsiteX2" fmla="*/ 234293 w 1362667"/>
              <a:gd name="connsiteY2" fmla="*/ 588964 h 1660240"/>
              <a:gd name="connsiteX3" fmla="*/ 412315 w 1362667"/>
              <a:gd name="connsiteY3" fmla="*/ 336170 h 1660240"/>
              <a:gd name="connsiteX4" fmla="*/ 745404 w 1362667"/>
              <a:gd name="connsiteY4" fmla="*/ 86234 h 1660240"/>
              <a:gd name="connsiteX5" fmla="*/ 992292 w 1362667"/>
              <a:gd name="connsiteY5" fmla="*/ 33 h 1660240"/>
              <a:gd name="connsiteX6" fmla="*/ 1144502 w 1362667"/>
              <a:gd name="connsiteY6" fmla="*/ 60326 h 1660240"/>
              <a:gd name="connsiteX7" fmla="*/ 1184697 w 1362667"/>
              <a:gd name="connsiteY7" fmla="*/ 221204 h 1660240"/>
              <a:gd name="connsiteX8" fmla="*/ 1216320 w 1362667"/>
              <a:gd name="connsiteY8" fmla="*/ 448089 h 1660240"/>
              <a:gd name="connsiteX9" fmla="*/ 1319666 w 1362667"/>
              <a:gd name="connsiteY9" fmla="*/ 789941 h 1660240"/>
              <a:gd name="connsiteX10" fmla="*/ 1345479 w 1362667"/>
              <a:gd name="connsiteY10" fmla="*/ 942151 h 1660240"/>
              <a:gd name="connsiteX11" fmla="*/ 1359862 w 1362667"/>
              <a:gd name="connsiteY11" fmla="*/ 1272478 h 1660240"/>
              <a:gd name="connsiteX12" fmla="*/ 1253658 w 1362667"/>
              <a:gd name="connsiteY12" fmla="*/ 1660240 h 1660240"/>
              <a:gd name="connsiteX0" fmla="*/ 0 w 1362667"/>
              <a:gd name="connsiteY0" fmla="*/ 1227721 h 1272478"/>
              <a:gd name="connsiteX1" fmla="*/ 136376 w 1362667"/>
              <a:gd name="connsiteY1" fmla="*/ 991109 h 1272478"/>
              <a:gd name="connsiteX2" fmla="*/ 234293 w 1362667"/>
              <a:gd name="connsiteY2" fmla="*/ 588964 h 1272478"/>
              <a:gd name="connsiteX3" fmla="*/ 412315 w 1362667"/>
              <a:gd name="connsiteY3" fmla="*/ 336170 h 1272478"/>
              <a:gd name="connsiteX4" fmla="*/ 745404 w 1362667"/>
              <a:gd name="connsiteY4" fmla="*/ 86234 h 1272478"/>
              <a:gd name="connsiteX5" fmla="*/ 992292 w 1362667"/>
              <a:gd name="connsiteY5" fmla="*/ 33 h 1272478"/>
              <a:gd name="connsiteX6" fmla="*/ 1144502 w 1362667"/>
              <a:gd name="connsiteY6" fmla="*/ 60326 h 1272478"/>
              <a:gd name="connsiteX7" fmla="*/ 1184697 w 1362667"/>
              <a:gd name="connsiteY7" fmla="*/ 221204 h 1272478"/>
              <a:gd name="connsiteX8" fmla="*/ 1216320 w 1362667"/>
              <a:gd name="connsiteY8" fmla="*/ 448089 h 1272478"/>
              <a:gd name="connsiteX9" fmla="*/ 1319666 w 1362667"/>
              <a:gd name="connsiteY9" fmla="*/ 789941 h 1272478"/>
              <a:gd name="connsiteX10" fmla="*/ 1345479 w 1362667"/>
              <a:gd name="connsiteY10" fmla="*/ 942151 h 1272478"/>
              <a:gd name="connsiteX11" fmla="*/ 1359862 w 1362667"/>
              <a:gd name="connsiteY11" fmla="*/ 1272478 h 1272478"/>
              <a:gd name="connsiteX0" fmla="*/ 0 w 1345479"/>
              <a:gd name="connsiteY0" fmla="*/ 1227721 h 1227721"/>
              <a:gd name="connsiteX1" fmla="*/ 136376 w 1345479"/>
              <a:gd name="connsiteY1" fmla="*/ 991109 h 1227721"/>
              <a:gd name="connsiteX2" fmla="*/ 234293 w 1345479"/>
              <a:gd name="connsiteY2" fmla="*/ 588964 h 1227721"/>
              <a:gd name="connsiteX3" fmla="*/ 412315 w 1345479"/>
              <a:gd name="connsiteY3" fmla="*/ 336170 h 1227721"/>
              <a:gd name="connsiteX4" fmla="*/ 745404 w 1345479"/>
              <a:gd name="connsiteY4" fmla="*/ 86234 h 1227721"/>
              <a:gd name="connsiteX5" fmla="*/ 992292 w 1345479"/>
              <a:gd name="connsiteY5" fmla="*/ 33 h 1227721"/>
              <a:gd name="connsiteX6" fmla="*/ 1144502 w 1345479"/>
              <a:gd name="connsiteY6" fmla="*/ 60326 h 1227721"/>
              <a:gd name="connsiteX7" fmla="*/ 1184697 w 1345479"/>
              <a:gd name="connsiteY7" fmla="*/ 221204 h 1227721"/>
              <a:gd name="connsiteX8" fmla="*/ 1216320 w 1345479"/>
              <a:gd name="connsiteY8" fmla="*/ 448089 h 1227721"/>
              <a:gd name="connsiteX9" fmla="*/ 1319666 w 1345479"/>
              <a:gd name="connsiteY9" fmla="*/ 789941 h 1227721"/>
              <a:gd name="connsiteX10" fmla="*/ 1345479 w 1345479"/>
              <a:gd name="connsiteY10" fmla="*/ 942151 h 1227721"/>
              <a:gd name="connsiteX0" fmla="*/ 0 w 1319666"/>
              <a:gd name="connsiteY0" fmla="*/ 1227721 h 1227721"/>
              <a:gd name="connsiteX1" fmla="*/ 136376 w 1319666"/>
              <a:gd name="connsiteY1" fmla="*/ 991109 h 1227721"/>
              <a:gd name="connsiteX2" fmla="*/ 234293 w 1319666"/>
              <a:gd name="connsiteY2" fmla="*/ 588964 h 1227721"/>
              <a:gd name="connsiteX3" fmla="*/ 412315 w 1319666"/>
              <a:gd name="connsiteY3" fmla="*/ 336170 h 1227721"/>
              <a:gd name="connsiteX4" fmla="*/ 745404 w 1319666"/>
              <a:gd name="connsiteY4" fmla="*/ 86234 h 1227721"/>
              <a:gd name="connsiteX5" fmla="*/ 992292 w 1319666"/>
              <a:gd name="connsiteY5" fmla="*/ 33 h 1227721"/>
              <a:gd name="connsiteX6" fmla="*/ 1144502 w 1319666"/>
              <a:gd name="connsiteY6" fmla="*/ 60326 h 1227721"/>
              <a:gd name="connsiteX7" fmla="*/ 1184697 w 1319666"/>
              <a:gd name="connsiteY7" fmla="*/ 221204 h 1227721"/>
              <a:gd name="connsiteX8" fmla="*/ 1216320 w 1319666"/>
              <a:gd name="connsiteY8" fmla="*/ 448089 h 1227721"/>
              <a:gd name="connsiteX9" fmla="*/ 1319666 w 1319666"/>
              <a:gd name="connsiteY9" fmla="*/ 789941 h 1227721"/>
              <a:gd name="connsiteX0" fmla="*/ 0 w 1319666"/>
              <a:gd name="connsiteY0" fmla="*/ 1227721 h 1227721"/>
              <a:gd name="connsiteX1" fmla="*/ 136376 w 1319666"/>
              <a:gd name="connsiteY1" fmla="*/ 991109 h 1227721"/>
              <a:gd name="connsiteX2" fmla="*/ 234293 w 1319666"/>
              <a:gd name="connsiteY2" fmla="*/ 588964 h 1227721"/>
              <a:gd name="connsiteX3" fmla="*/ 412315 w 1319666"/>
              <a:gd name="connsiteY3" fmla="*/ 336170 h 1227721"/>
              <a:gd name="connsiteX4" fmla="*/ 745404 w 1319666"/>
              <a:gd name="connsiteY4" fmla="*/ 86234 h 1227721"/>
              <a:gd name="connsiteX5" fmla="*/ 992292 w 1319666"/>
              <a:gd name="connsiteY5" fmla="*/ 33 h 1227721"/>
              <a:gd name="connsiteX6" fmla="*/ 1144502 w 1319666"/>
              <a:gd name="connsiteY6" fmla="*/ 60326 h 1227721"/>
              <a:gd name="connsiteX7" fmla="*/ 1184697 w 1319666"/>
              <a:gd name="connsiteY7" fmla="*/ 221204 h 1227721"/>
              <a:gd name="connsiteX8" fmla="*/ 1216320 w 1319666"/>
              <a:gd name="connsiteY8" fmla="*/ 448089 h 1227721"/>
              <a:gd name="connsiteX9" fmla="*/ 1319666 w 1319666"/>
              <a:gd name="connsiteY9" fmla="*/ 789941 h 1227721"/>
              <a:gd name="connsiteX0" fmla="*/ 0 w 1321536"/>
              <a:gd name="connsiteY0" fmla="*/ 1227721 h 1227721"/>
              <a:gd name="connsiteX1" fmla="*/ 136376 w 1321536"/>
              <a:gd name="connsiteY1" fmla="*/ 991109 h 1227721"/>
              <a:gd name="connsiteX2" fmla="*/ 234293 w 1321536"/>
              <a:gd name="connsiteY2" fmla="*/ 588964 h 1227721"/>
              <a:gd name="connsiteX3" fmla="*/ 412315 w 1321536"/>
              <a:gd name="connsiteY3" fmla="*/ 336170 h 1227721"/>
              <a:gd name="connsiteX4" fmla="*/ 745404 w 1321536"/>
              <a:gd name="connsiteY4" fmla="*/ 86234 h 1227721"/>
              <a:gd name="connsiteX5" fmla="*/ 992292 w 1321536"/>
              <a:gd name="connsiteY5" fmla="*/ 33 h 1227721"/>
              <a:gd name="connsiteX6" fmla="*/ 1144502 w 1321536"/>
              <a:gd name="connsiteY6" fmla="*/ 60326 h 1227721"/>
              <a:gd name="connsiteX7" fmla="*/ 1184697 w 1321536"/>
              <a:gd name="connsiteY7" fmla="*/ 221204 h 1227721"/>
              <a:gd name="connsiteX8" fmla="*/ 1216320 w 1321536"/>
              <a:gd name="connsiteY8" fmla="*/ 448089 h 1227721"/>
              <a:gd name="connsiteX9" fmla="*/ 1321536 w 1321536"/>
              <a:gd name="connsiteY9" fmla="*/ 741617 h 122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1536" h="1227721">
                <a:moveTo>
                  <a:pt x="0" y="1227721"/>
                </a:moveTo>
                <a:cubicBezTo>
                  <a:pt x="7143" y="1134567"/>
                  <a:pt x="133327" y="1084454"/>
                  <a:pt x="136376" y="991109"/>
                </a:cubicBezTo>
                <a:cubicBezTo>
                  <a:pt x="140948" y="851759"/>
                  <a:pt x="173714" y="714408"/>
                  <a:pt x="234293" y="588964"/>
                </a:cubicBezTo>
                <a:cubicBezTo>
                  <a:pt x="279346" y="495524"/>
                  <a:pt x="340211" y="410751"/>
                  <a:pt x="412315" y="336170"/>
                </a:cubicBezTo>
                <a:cubicBezTo>
                  <a:pt x="509279" y="235967"/>
                  <a:pt x="624151" y="155386"/>
                  <a:pt x="745404" y="86234"/>
                </a:cubicBezTo>
                <a:cubicBezTo>
                  <a:pt x="822557" y="42229"/>
                  <a:pt x="903900" y="1367"/>
                  <a:pt x="992292" y="33"/>
                </a:cubicBezTo>
                <a:cubicBezTo>
                  <a:pt x="1050204" y="-824"/>
                  <a:pt x="1109354" y="14892"/>
                  <a:pt x="1144502" y="60326"/>
                </a:cubicBezTo>
                <a:cubicBezTo>
                  <a:pt x="1178887" y="104903"/>
                  <a:pt x="1180982" y="164244"/>
                  <a:pt x="1184697" y="221204"/>
                </a:cubicBezTo>
                <a:cubicBezTo>
                  <a:pt x="1189650" y="297594"/>
                  <a:pt x="1193514" y="361354"/>
                  <a:pt x="1216320" y="448089"/>
                </a:cubicBezTo>
                <a:cubicBezTo>
                  <a:pt x="1239127" y="534825"/>
                  <a:pt x="1318877" y="590688"/>
                  <a:pt x="1321536" y="741617"/>
                </a:cubicBezTo>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FC5CE120-2768-1F00-5EC9-8D03221BB207}"/>
              </a:ext>
            </a:extLst>
          </p:cNvPr>
          <p:cNvSpPr/>
          <p:nvPr userDrawn="1"/>
        </p:nvSpPr>
        <p:spPr>
          <a:xfrm rot="9974844" flipV="1">
            <a:off x="7995040" y="6394245"/>
            <a:ext cx="425104" cy="495314"/>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347574 w 708590"/>
              <a:gd name="connsiteY0" fmla="*/ 780731 h 913732"/>
              <a:gd name="connsiteX1" fmla="*/ 166695 w 708590"/>
              <a:gd name="connsiteY1" fmla="*/ 818069 h 913732"/>
              <a:gd name="connsiteX2" fmla="*/ 14485 w 708590"/>
              <a:gd name="connsiteY2" fmla="*/ 720438 h 913732"/>
              <a:gd name="connsiteX3" fmla="*/ 23248 w 708590"/>
              <a:gd name="connsiteY3" fmla="*/ 533652 h 913732"/>
              <a:gd name="connsiteX4" fmla="*/ 132310 w 708590"/>
              <a:gd name="connsiteY4" fmla="*/ 280859 h 913732"/>
              <a:gd name="connsiteX5" fmla="*/ 255754 w 708590"/>
              <a:gd name="connsiteY5" fmla="*/ 97026 h 913732"/>
              <a:gd name="connsiteX6" fmla="*/ 445206 w 708590"/>
              <a:gd name="connsiteY6" fmla="*/ 2253 h 913732"/>
              <a:gd name="connsiteX7" fmla="*/ 597415 w 708590"/>
              <a:gd name="connsiteY7" fmla="*/ 33875 h 913732"/>
              <a:gd name="connsiteX8" fmla="*/ 703619 w 708590"/>
              <a:gd name="connsiteY8" fmla="*/ 214851 h 913732"/>
              <a:gd name="connsiteX9" fmla="*/ 686379 w 708590"/>
              <a:gd name="connsiteY9" fmla="*/ 418781 h 913732"/>
              <a:gd name="connsiteX10" fmla="*/ 585890 w 708590"/>
              <a:gd name="connsiteY10" fmla="*/ 616996 h 913732"/>
              <a:gd name="connsiteX11" fmla="*/ 499992 w 708590"/>
              <a:gd name="connsiteY11" fmla="*/ 913731 h 913732"/>
              <a:gd name="connsiteX0" fmla="*/ 347574 w 708590"/>
              <a:gd name="connsiteY0" fmla="*/ 780731 h 819436"/>
              <a:gd name="connsiteX1" fmla="*/ 166695 w 708590"/>
              <a:gd name="connsiteY1" fmla="*/ 818069 h 819436"/>
              <a:gd name="connsiteX2" fmla="*/ 14485 w 708590"/>
              <a:gd name="connsiteY2" fmla="*/ 720438 h 819436"/>
              <a:gd name="connsiteX3" fmla="*/ 23248 w 708590"/>
              <a:gd name="connsiteY3" fmla="*/ 533652 h 819436"/>
              <a:gd name="connsiteX4" fmla="*/ 132310 w 708590"/>
              <a:gd name="connsiteY4" fmla="*/ 280859 h 819436"/>
              <a:gd name="connsiteX5" fmla="*/ 255754 w 708590"/>
              <a:gd name="connsiteY5" fmla="*/ 97026 h 819436"/>
              <a:gd name="connsiteX6" fmla="*/ 445206 w 708590"/>
              <a:gd name="connsiteY6" fmla="*/ 2253 h 819436"/>
              <a:gd name="connsiteX7" fmla="*/ 597415 w 708590"/>
              <a:gd name="connsiteY7" fmla="*/ 33875 h 819436"/>
              <a:gd name="connsiteX8" fmla="*/ 703619 w 708590"/>
              <a:gd name="connsiteY8" fmla="*/ 214851 h 819436"/>
              <a:gd name="connsiteX9" fmla="*/ 686379 w 708590"/>
              <a:gd name="connsiteY9" fmla="*/ 418781 h 819436"/>
              <a:gd name="connsiteX10" fmla="*/ 585890 w 708590"/>
              <a:gd name="connsiteY10" fmla="*/ 616996 h 819436"/>
              <a:gd name="connsiteX0" fmla="*/ 166695 w 708590"/>
              <a:gd name="connsiteY0" fmla="*/ 818069 h 818069"/>
              <a:gd name="connsiteX1" fmla="*/ 14485 w 708590"/>
              <a:gd name="connsiteY1" fmla="*/ 720438 h 818069"/>
              <a:gd name="connsiteX2" fmla="*/ 23248 w 708590"/>
              <a:gd name="connsiteY2" fmla="*/ 533652 h 818069"/>
              <a:gd name="connsiteX3" fmla="*/ 132310 w 708590"/>
              <a:gd name="connsiteY3" fmla="*/ 280859 h 818069"/>
              <a:gd name="connsiteX4" fmla="*/ 255754 w 708590"/>
              <a:gd name="connsiteY4" fmla="*/ 97026 h 818069"/>
              <a:gd name="connsiteX5" fmla="*/ 445206 w 708590"/>
              <a:gd name="connsiteY5" fmla="*/ 2253 h 818069"/>
              <a:gd name="connsiteX6" fmla="*/ 597415 w 708590"/>
              <a:gd name="connsiteY6" fmla="*/ 33875 h 818069"/>
              <a:gd name="connsiteX7" fmla="*/ 703619 w 708590"/>
              <a:gd name="connsiteY7" fmla="*/ 214851 h 818069"/>
              <a:gd name="connsiteX8" fmla="*/ 686379 w 708590"/>
              <a:gd name="connsiteY8" fmla="*/ 418781 h 818069"/>
              <a:gd name="connsiteX9" fmla="*/ 585890 w 708590"/>
              <a:gd name="connsiteY9" fmla="*/ 616996 h 818069"/>
              <a:gd name="connsiteX0" fmla="*/ 14485 w 708590"/>
              <a:gd name="connsiteY0" fmla="*/ 720438 h 720438"/>
              <a:gd name="connsiteX1" fmla="*/ 23248 w 708590"/>
              <a:gd name="connsiteY1" fmla="*/ 533652 h 720438"/>
              <a:gd name="connsiteX2" fmla="*/ 132310 w 708590"/>
              <a:gd name="connsiteY2" fmla="*/ 280859 h 720438"/>
              <a:gd name="connsiteX3" fmla="*/ 255754 w 708590"/>
              <a:gd name="connsiteY3" fmla="*/ 97026 h 720438"/>
              <a:gd name="connsiteX4" fmla="*/ 445206 w 708590"/>
              <a:gd name="connsiteY4" fmla="*/ 2253 h 720438"/>
              <a:gd name="connsiteX5" fmla="*/ 597415 w 708590"/>
              <a:gd name="connsiteY5" fmla="*/ 33875 h 720438"/>
              <a:gd name="connsiteX6" fmla="*/ 703619 w 708590"/>
              <a:gd name="connsiteY6" fmla="*/ 214851 h 720438"/>
              <a:gd name="connsiteX7" fmla="*/ 686379 w 708590"/>
              <a:gd name="connsiteY7" fmla="*/ 418781 h 720438"/>
              <a:gd name="connsiteX8" fmla="*/ 585890 w 708590"/>
              <a:gd name="connsiteY8" fmla="*/ 616996 h 72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8590" h="720438">
                <a:moveTo>
                  <a:pt x="14485" y="720438"/>
                </a:moveTo>
                <a:cubicBezTo>
                  <a:pt x="-12661" y="662145"/>
                  <a:pt x="3055" y="595660"/>
                  <a:pt x="23248" y="533652"/>
                </a:cubicBez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path>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945648F8-DF59-8E58-C361-34DF408964AC}"/>
              </a:ext>
            </a:extLst>
          </p:cNvPr>
          <p:cNvSpPr/>
          <p:nvPr userDrawn="1"/>
        </p:nvSpPr>
        <p:spPr>
          <a:xfrm rot="15299357" flipV="1">
            <a:off x="7917062" y="6205134"/>
            <a:ext cx="706641" cy="806824"/>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3817 w 414856"/>
              <a:gd name="connsiteY0" fmla="*/ 99448 h 632532"/>
              <a:gd name="connsiteX1" fmla="*/ 85286 w 414856"/>
              <a:gd name="connsiteY1" fmla="*/ 509138 h 632532"/>
              <a:gd name="connsiteX2" fmla="*/ 236740 w 414856"/>
              <a:gd name="connsiteY2" fmla="*/ 628362 h 632532"/>
              <a:gd name="connsiteX3" fmla="*/ 344373 w 414856"/>
              <a:gd name="connsiteY3" fmla="*/ 590453 h 632532"/>
              <a:gd name="connsiteX4" fmla="*/ 414544 w 414856"/>
              <a:gd name="connsiteY4" fmla="*/ 447257 h 632532"/>
              <a:gd name="connsiteX5" fmla="*/ 399074 w 414856"/>
              <a:gd name="connsiteY5" fmla="*/ 262930 h 632532"/>
              <a:gd name="connsiteX6" fmla="*/ 300911 w 414856"/>
              <a:gd name="connsiteY6" fmla="*/ 82013 h 632532"/>
              <a:gd name="connsiteX7" fmla="*/ 162385 w 414856"/>
              <a:gd name="connsiteY7" fmla="*/ 3101 h 632532"/>
              <a:gd name="connsiteX8" fmla="*/ 41196 w 414856"/>
              <a:gd name="connsiteY8" fmla="*/ 169873 h 632532"/>
              <a:gd name="connsiteX0" fmla="*/ 3817 w 414856"/>
              <a:gd name="connsiteY0" fmla="*/ 96502 h 629586"/>
              <a:gd name="connsiteX1" fmla="*/ 85286 w 414856"/>
              <a:gd name="connsiteY1" fmla="*/ 506192 h 629586"/>
              <a:gd name="connsiteX2" fmla="*/ 236740 w 414856"/>
              <a:gd name="connsiteY2" fmla="*/ 625416 h 629586"/>
              <a:gd name="connsiteX3" fmla="*/ 344373 w 414856"/>
              <a:gd name="connsiteY3" fmla="*/ 587507 h 629586"/>
              <a:gd name="connsiteX4" fmla="*/ 414544 w 414856"/>
              <a:gd name="connsiteY4" fmla="*/ 444311 h 629586"/>
              <a:gd name="connsiteX5" fmla="*/ 399074 w 414856"/>
              <a:gd name="connsiteY5" fmla="*/ 259984 h 629586"/>
              <a:gd name="connsiteX6" fmla="*/ 300911 w 414856"/>
              <a:gd name="connsiteY6" fmla="*/ 79067 h 629586"/>
              <a:gd name="connsiteX7" fmla="*/ 162385 w 414856"/>
              <a:gd name="connsiteY7" fmla="*/ 155 h 629586"/>
              <a:gd name="connsiteX0" fmla="*/ 0 w 329570"/>
              <a:gd name="connsiteY0" fmla="*/ 506192 h 629586"/>
              <a:gd name="connsiteX1" fmla="*/ 151454 w 329570"/>
              <a:gd name="connsiteY1" fmla="*/ 625416 h 629586"/>
              <a:gd name="connsiteX2" fmla="*/ 259087 w 329570"/>
              <a:gd name="connsiteY2" fmla="*/ 587507 h 629586"/>
              <a:gd name="connsiteX3" fmla="*/ 329258 w 329570"/>
              <a:gd name="connsiteY3" fmla="*/ 444311 h 629586"/>
              <a:gd name="connsiteX4" fmla="*/ 313788 w 329570"/>
              <a:gd name="connsiteY4" fmla="*/ 259984 h 629586"/>
              <a:gd name="connsiteX5" fmla="*/ 215625 w 329570"/>
              <a:gd name="connsiteY5" fmla="*/ 79067 h 629586"/>
              <a:gd name="connsiteX6" fmla="*/ 77099 w 329570"/>
              <a:gd name="connsiteY6" fmla="*/ 155 h 629586"/>
              <a:gd name="connsiteX0" fmla="*/ 74355 w 252471"/>
              <a:gd name="connsiteY0" fmla="*/ 625416 h 629586"/>
              <a:gd name="connsiteX1" fmla="*/ 181988 w 252471"/>
              <a:gd name="connsiteY1" fmla="*/ 587507 h 629586"/>
              <a:gd name="connsiteX2" fmla="*/ 252159 w 252471"/>
              <a:gd name="connsiteY2" fmla="*/ 444311 h 629586"/>
              <a:gd name="connsiteX3" fmla="*/ 236689 w 252471"/>
              <a:gd name="connsiteY3" fmla="*/ 259984 h 629586"/>
              <a:gd name="connsiteX4" fmla="*/ 138526 w 252471"/>
              <a:gd name="connsiteY4" fmla="*/ 79067 h 629586"/>
              <a:gd name="connsiteX5" fmla="*/ 0 w 252471"/>
              <a:gd name="connsiteY5" fmla="*/ 155 h 629586"/>
              <a:gd name="connsiteX0" fmla="*/ 47189 w 252471"/>
              <a:gd name="connsiteY0" fmla="*/ 585256 h 600772"/>
              <a:gd name="connsiteX1" fmla="*/ 181988 w 252471"/>
              <a:gd name="connsiteY1" fmla="*/ 587507 h 600772"/>
              <a:gd name="connsiteX2" fmla="*/ 252159 w 252471"/>
              <a:gd name="connsiteY2" fmla="*/ 444311 h 600772"/>
              <a:gd name="connsiteX3" fmla="*/ 236689 w 252471"/>
              <a:gd name="connsiteY3" fmla="*/ 259984 h 600772"/>
              <a:gd name="connsiteX4" fmla="*/ 138526 w 252471"/>
              <a:gd name="connsiteY4" fmla="*/ 79067 h 600772"/>
              <a:gd name="connsiteX5" fmla="*/ 0 w 252471"/>
              <a:gd name="connsiteY5" fmla="*/ 155 h 600772"/>
              <a:gd name="connsiteX0" fmla="*/ 47189 w 253642"/>
              <a:gd name="connsiteY0" fmla="*/ 585256 h 593780"/>
              <a:gd name="connsiteX1" fmla="*/ 181988 w 253642"/>
              <a:gd name="connsiteY1" fmla="*/ 587507 h 593780"/>
              <a:gd name="connsiteX2" fmla="*/ 247472 w 253642"/>
              <a:gd name="connsiteY2" fmla="*/ 548853 h 593780"/>
              <a:gd name="connsiteX3" fmla="*/ 252159 w 253642"/>
              <a:gd name="connsiteY3" fmla="*/ 444311 h 593780"/>
              <a:gd name="connsiteX4" fmla="*/ 236689 w 253642"/>
              <a:gd name="connsiteY4" fmla="*/ 259984 h 593780"/>
              <a:gd name="connsiteX5" fmla="*/ 138526 w 253642"/>
              <a:gd name="connsiteY5" fmla="*/ 79067 h 593780"/>
              <a:gd name="connsiteX6" fmla="*/ 0 w 253642"/>
              <a:gd name="connsiteY6" fmla="*/ 155 h 593780"/>
              <a:gd name="connsiteX0" fmla="*/ 82409 w 288862"/>
              <a:gd name="connsiteY0" fmla="*/ 612872 h 621396"/>
              <a:gd name="connsiteX1" fmla="*/ 217208 w 288862"/>
              <a:gd name="connsiteY1" fmla="*/ 615123 h 621396"/>
              <a:gd name="connsiteX2" fmla="*/ 282692 w 288862"/>
              <a:gd name="connsiteY2" fmla="*/ 576469 h 621396"/>
              <a:gd name="connsiteX3" fmla="*/ 287379 w 288862"/>
              <a:gd name="connsiteY3" fmla="*/ 471927 h 621396"/>
              <a:gd name="connsiteX4" fmla="*/ 271909 w 288862"/>
              <a:gd name="connsiteY4" fmla="*/ 287600 h 621396"/>
              <a:gd name="connsiteX5" fmla="*/ 173746 w 288862"/>
              <a:gd name="connsiteY5" fmla="*/ 106683 h 621396"/>
              <a:gd name="connsiteX6" fmla="*/ 0 w 288862"/>
              <a:gd name="connsiteY6" fmla="*/ 99 h 62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862" h="621396">
                <a:moveTo>
                  <a:pt x="82409" y="612872"/>
                </a:moveTo>
                <a:cubicBezTo>
                  <a:pt x="125590" y="626424"/>
                  <a:pt x="183828" y="621190"/>
                  <a:pt x="217208" y="615123"/>
                </a:cubicBezTo>
                <a:cubicBezTo>
                  <a:pt x="250589" y="609056"/>
                  <a:pt x="270997" y="600335"/>
                  <a:pt x="282692" y="576469"/>
                </a:cubicBezTo>
                <a:cubicBezTo>
                  <a:pt x="294387" y="552603"/>
                  <a:pt x="285513" y="516310"/>
                  <a:pt x="287379" y="471927"/>
                </a:cubicBezTo>
                <a:cubicBezTo>
                  <a:pt x="288998" y="398394"/>
                  <a:pt x="284386" y="359894"/>
                  <a:pt x="271909" y="287600"/>
                </a:cubicBezTo>
                <a:cubicBezTo>
                  <a:pt x="261145" y="225497"/>
                  <a:pt x="219064" y="154600"/>
                  <a:pt x="173746" y="106683"/>
                </a:cubicBezTo>
                <a:cubicBezTo>
                  <a:pt x="128428" y="58766"/>
                  <a:pt x="49516" y="-2807"/>
                  <a:pt x="0" y="99"/>
                </a:cubicBezTo>
              </a:path>
            </a:pathLst>
          </a:custGeom>
          <a:noFill/>
          <a:ln w="6350" cap="rnd">
            <a:solidFill>
              <a:schemeClr val="tx1">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10C6483B-C44E-F706-77D7-A0B359D77804}"/>
              </a:ext>
            </a:extLst>
          </p:cNvPr>
          <p:cNvSpPr/>
          <p:nvPr userDrawn="1"/>
        </p:nvSpPr>
        <p:spPr>
          <a:xfrm rot="20655707" flipV="1">
            <a:off x="6447105" y="5969022"/>
            <a:ext cx="593187" cy="945938"/>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691806 w 1123765"/>
              <a:gd name="connsiteY1" fmla="*/ 340823 h 2396853"/>
              <a:gd name="connsiteX2" fmla="*/ 666139 w 1123765"/>
              <a:gd name="connsiteY2" fmla="*/ 797649 h 2396853"/>
              <a:gd name="connsiteX3" fmla="*/ 482401 w 1123765"/>
              <a:gd name="connsiteY3" fmla="*/ 1403208 h 2396853"/>
              <a:gd name="connsiteX4" fmla="*/ 39515 w 1123765"/>
              <a:gd name="connsiteY4" fmla="*/ 1812513 h 2396853"/>
              <a:gd name="connsiteX5" fmla="*/ 134368 w 1123765"/>
              <a:gd name="connsiteY5" fmla="*/ 2305627 h 2396853"/>
              <a:gd name="connsiteX6" fmla="*/ 683877 w 1123765"/>
              <a:gd name="connsiteY6" fmla="*/ 2396853 h 2396853"/>
              <a:gd name="connsiteX0" fmla="*/ 1123765 w 1123765"/>
              <a:gd name="connsiteY0" fmla="*/ 0 h 2396853"/>
              <a:gd name="connsiteX1" fmla="*/ 666139 w 1123765"/>
              <a:gd name="connsiteY1" fmla="*/ 797649 h 2396853"/>
              <a:gd name="connsiteX2" fmla="*/ 482401 w 1123765"/>
              <a:gd name="connsiteY2" fmla="*/ 1403208 h 2396853"/>
              <a:gd name="connsiteX3" fmla="*/ 39515 w 1123765"/>
              <a:gd name="connsiteY3" fmla="*/ 1812513 h 2396853"/>
              <a:gd name="connsiteX4" fmla="*/ 134368 w 1123765"/>
              <a:gd name="connsiteY4" fmla="*/ 2305627 h 2396853"/>
              <a:gd name="connsiteX5" fmla="*/ 683877 w 1123765"/>
              <a:gd name="connsiteY5" fmla="*/ 2396853 h 2396853"/>
              <a:gd name="connsiteX0" fmla="*/ 666139 w 683877"/>
              <a:gd name="connsiteY0" fmla="*/ 0 h 1599204"/>
              <a:gd name="connsiteX1" fmla="*/ 482401 w 683877"/>
              <a:gd name="connsiteY1" fmla="*/ 605559 h 1599204"/>
              <a:gd name="connsiteX2" fmla="*/ 39515 w 683877"/>
              <a:gd name="connsiteY2" fmla="*/ 1014864 h 1599204"/>
              <a:gd name="connsiteX3" fmla="*/ 134368 w 683877"/>
              <a:gd name="connsiteY3" fmla="*/ 1507978 h 1599204"/>
              <a:gd name="connsiteX4" fmla="*/ 683877 w 683877"/>
              <a:gd name="connsiteY4" fmla="*/ 1599204 h 1599204"/>
              <a:gd name="connsiteX0" fmla="*/ 482401 w 683877"/>
              <a:gd name="connsiteY0" fmla="*/ 0 h 993645"/>
              <a:gd name="connsiteX1" fmla="*/ 39515 w 683877"/>
              <a:gd name="connsiteY1" fmla="*/ 409305 h 993645"/>
              <a:gd name="connsiteX2" fmla="*/ 134368 w 683877"/>
              <a:gd name="connsiteY2" fmla="*/ 902419 h 993645"/>
              <a:gd name="connsiteX3" fmla="*/ 683877 w 683877"/>
              <a:gd name="connsiteY3" fmla="*/ 993645 h 993645"/>
              <a:gd name="connsiteX0" fmla="*/ 465442 w 683877"/>
              <a:gd name="connsiteY0" fmla="*/ 0 h 937360"/>
              <a:gd name="connsiteX1" fmla="*/ 39515 w 683877"/>
              <a:gd name="connsiteY1" fmla="*/ 353020 h 937360"/>
              <a:gd name="connsiteX2" fmla="*/ 134368 w 683877"/>
              <a:gd name="connsiteY2" fmla="*/ 846134 h 937360"/>
              <a:gd name="connsiteX3" fmla="*/ 683877 w 683877"/>
              <a:gd name="connsiteY3" fmla="*/ 937360 h 937360"/>
            </a:gdLst>
            <a:ahLst/>
            <a:cxnLst>
              <a:cxn ang="0">
                <a:pos x="connsiteX0" y="connsiteY0"/>
              </a:cxn>
              <a:cxn ang="0">
                <a:pos x="connsiteX1" y="connsiteY1"/>
              </a:cxn>
              <a:cxn ang="0">
                <a:pos x="connsiteX2" y="connsiteY2"/>
              </a:cxn>
              <a:cxn ang="0">
                <a:pos x="connsiteX3" y="connsiteY3"/>
              </a:cxn>
            </a:cxnLst>
            <a:rect l="l" t="t" r="r" b="b"/>
            <a:pathLst>
              <a:path w="683877" h="937360">
                <a:moveTo>
                  <a:pt x="465442" y="0"/>
                </a:moveTo>
                <a:cubicBezTo>
                  <a:pt x="361005" y="169144"/>
                  <a:pt x="173197" y="135481"/>
                  <a:pt x="39515" y="353020"/>
                </a:cubicBezTo>
                <a:cubicBezTo>
                  <a:pt x="-23776" y="548446"/>
                  <a:pt x="-23661" y="749328"/>
                  <a:pt x="134368" y="846134"/>
                </a:cubicBezTo>
                <a:cubicBezTo>
                  <a:pt x="220647" y="898824"/>
                  <a:pt x="667881" y="915062"/>
                  <a:pt x="683877" y="937360"/>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CE990048-7AF8-F94B-89DC-F7EFC6F62040}"/>
              </a:ext>
            </a:extLst>
          </p:cNvPr>
          <p:cNvSpPr/>
          <p:nvPr userDrawn="1"/>
        </p:nvSpPr>
        <p:spPr>
          <a:xfrm rot="19180400" flipV="1">
            <a:off x="10348779" y="5800025"/>
            <a:ext cx="1839445" cy="777745"/>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609623"/>
              <a:gd name="connsiteY0" fmla="*/ 0 h 448232"/>
              <a:gd name="connsiteX1" fmla="*/ 73251 w 609623"/>
              <a:gd name="connsiteY1" fmla="*/ 412752 h 448232"/>
              <a:gd name="connsiteX2" fmla="*/ 383956 w 609623"/>
              <a:gd name="connsiteY2" fmla="*/ 407175 h 448232"/>
              <a:gd name="connsiteX3" fmla="*/ 609623 w 609623"/>
              <a:gd name="connsiteY3" fmla="*/ 244293 h 448232"/>
              <a:gd name="connsiteX0" fmla="*/ 13893 w 1117063"/>
              <a:gd name="connsiteY0" fmla="*/ 40916 h 489148"/>
              <a:gd name="connsiteX1" fmla="*/ 73251 w 1117063"/>
              <a:gd name="connsiteY1" fmla="*/ 453668 h 489148"/>
              <a:gd name="connsiteX2" fmla="*/ 383956 w 1117063"/>
              <a:gd name="connsiteY2" fmla="*/ 448091 h 489148"/>
              <a:gd name="connsiteX3" fmla="*/ 1117063 w 1117063"/>
              <a:gd name="connsiteY3" fmla="*/ 0 h 489148"/>
              <a:gd name="connsiteX0" fmla="*/ 13893 w 1117063"/>
              <a:gd name="connsiteY0" fmla="*/ 40916 h 496597"/>
              <a:gd name="connsiteX1" fmla="*/ 73251 w 1117063"/>
              <a:gd name="connsiteY1" fmla="*/ 453668 h 496597"/>
              <a:gd name="connsiteX2" fmla="*/ 383956 w 1117063"/>
              <a:gd name="connsiteY2" fmla="*/ 448091 h 496597"/>
              <a:gd name="connsiteX3" fmla="*/ 809249 w 1117063"/>
              <a:gd name="connsiteY3" fmla="*/ 93123 h 496597"/>
              <a:gd name="connsiteX4" fmla="*/ 1117063 w 1117063"/>
              <a:gd name="connsiteY4" fmla="*/ 0 h 496597"/>
              <a:gd name="connsiteX0" fmla="*/ 5459 w 1229756"/>
              <a:gd name="connsiteY0" fmla="*/ 150795 h 489257"/>
              <a:gd name="connsiteX1" fmla="*/ 185944 w 1229756"/>
              <a:gd name="connsiteY1" fmla="*/ 453668 h 489257"/>
              <a:gd name="connsiteX2" fmla="*/ 496649 w 1229756"/>
              <a:gd name="connsiteY2" fmla="*/ 448091 h 489257"/>
              <a:gd name="connsiteX3" fmla="*/ 921942 w 1229756"/>
              <a:gd name="connsiteY3" fmla="*/ 93123 h 489257"/>
              <a:gd name="connsiteX4" fmla="*/ 1229756 w 1229756"/>
              <a:gd name="connsiteY4" fmla="*/ 0 h 489257"/>
              <a:gd name="connsiteX0" fmla="*/ 5459 w 1229756"/>
              <a:gd name="connsiteY0" fmla="*/ 167634 h 506096"/>
              <a:gd name="connsiteX1" fmla="*/ 185944 w 1229756"/>
              <a:gd name="connsiteY1" fmla="*/ 470507 h 506096"/>
              <a:gd name="connsiteX2" fmla="*/ 496649 w 1229756"/>
              <a:gd name="connsiteY2" fmla="*/ 464930 h 506096"/>
              <a:gd name="connsiteX3" fmla="*/ 921942 w 1229756"/>
              <a:gd name="connsiteY3" fmla="*/ 109962 h 506096"/>
              <a:gd name="connsiteX4" fmla="*/ 1229756 w 1229756"/>
              <a:gd name="connsiteY4" fmla="*/ 16839 h 506096"/>
              <a:gd name="connsiteX0" fmla="*/ 5459 w 1229756"/>
              <a:gd name="connsiteY0" fmla="*/ 173332 h 511794"/>
              <a:gd name="connsiteX1" fmla="*/ 185944 w 1229756"/>
              <a:gd name="connsiteY1" fmla="*/ 476205 h 511794"/>
              <a:gd name="connsiteX2" fmla="*/ 496649 w 1229756"/>
              <a:gd name="connsiteY2" fmla="*/ 470628 h 511794"/>
              <a:gd name="connsiteX3" fmla="*/ 891467 w 1229756"/>
              <a:gd name="connsiteY3" fmla="*/ 84616 h 511794"/>
              <a:gd name="connsiteX4" fmla="*/ 1229756 w 1229756"/>
              <a:gd name="connsiteY4" fmla="*/ 22537 h 511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756" h="511794">
                <a:moveTo>
                  <a:pt x="5459" y="173332"/>
                </a:moveTo>
                <a:cubicBezTo>
                  <a:pt x="-28535" y="493492"/>
                  <a:pt x="104079" y="426656"/>
                  <a:pt x="185944" y="476205"/>
                </a:cubicBezTo>
                <a:cubicBezTo>
                  <a:pt x="267809" y="525754"/>
                  <a:pt x="363879" y="523260"/>
                  <a:pt x="496649" y="470628"/>
                </a:cubicBezTo>
                <a:cubicBezTo>
                  <a:pt x="629420" y="417996"/>
                  <a:pt x="769283" y="159298"/>
                  <a:pt x="891467" y="84616"/>
                </a:cubicBezTo>
                <a:cubicBezTo>
                  <a:pt x="1013652" y="9934"/>
                  <a:pt x="1085391" y="-26869"/>
                  <a:pt x="1229756" y="22537"/>
                </a:cubicBezTo>
              </a:path>
            </a:pathLst>
          </a:custGeom>
          <a:noFill/>
          <a:ln w="6350" cap="rnd">
            <a:solidFill>
              <a:schemeClr val="tx1">
                <a:alpha val="35000"/>
              </a:schemeClr>
            </a:solidFill>
            <a:prstDash val="dash"/>
            <a:round/>
          </a:ln>
        </p:spPr>
        <p:txBody>
          <a:bodyPr rtlCol="0" anchor="ctr"/>
          <a:lstStyle/>
          <a:p>
            <a:endParaRPr lang="en-US"/>
          </a:p>
        </p:txBody>
      </p:sp>
      <p:sp>
        <p:nvSpPr>
          <p:cNvPr id="7" name="Picture Placeholder 6">
            <a:extLst>
              <a:ext uri="{FF2B5EF4-FFF2-40B4-BE49-F238E27FC236}">
                <a16:creationId xmlns:a16="http://schemas.microsoft.com/office/drawing/2014/main" id="{E5EEE60C-FA52-7476-DC61-A4252B31EDC3}"/>
              </a:ext>
            </a:extLst>
          </p:cNvPr>
          <p:cNvSpPr>
            <a:spLocks noGrp="1"/>
          </p:cNvSpPr>
          <p:nvPr userDrawn="1">
            <p:ph type="pic" sz="quarter" idx="13"/>
          </p:nvPr>
        </p:nvSpPr>
        <p:spPr>
          <a:xfrm>
            <a:off x="0" y="0"/>
            <a:ext cx="12192000" cy="5510349"/>
          </a:xfrm>
        </p:spPr>
        <p:txBody>
          <a:bodyPr/>
          <a:lstStyle/>
          <a:p>
            <a:r>
              <a:rPr lang="en-US"/>
              <a:t>Click icon to add picture</a:t>
            </a:r>
          </a:p>
        </p:txBody>
      </p:sp>
      <p:sp>
        <p:nvSpPr>
          <p:cNvPr id="2" name="Title 1">
            <a:extLst>
              <a:ext uri="{FF2B5EF4-FFF2-40B4-BE49-F238E27FC236}">
                <a16:creationId xmlns:a16="http://schemas.microsoft.com/office/drawing/2014/main" id="{10AEAA03-0A50-BC60-FCD6-3297CB201AF5}"/>
              </a:ext>
            </a:extLst>
          </p:cNvPr>
          <p:cNvSpPr>
            <a:spLocks noGrp="1"/>
          </p:cNvSpPr>
          <p:nvPr userDrawn="1">
            <p:ph type="title"/>
          </p:nvPr>
        </p:nvSpPr>
        <p:spPr>
          <a:xfrm>
            <a:off x="294064" y="5796345"/>
            <a:ext cx="10144906" cy="554470"/>
          </a:xfrm>
        </p:spPr>
        <p:txBody>
          <a:bodyPr anchor="t">
            <a:normAutofit/>
          </a:bodyPr>
          <a:lstStyle>
            <a:lvl1pPr>
              <a:defRPr sz="4000"/>
            </a:lvl1pPr>
          </a:lstStyle>
          <a:p>
            <a:r>
              <a:rPr lang="en-US"/>
              <a:t>Click to edit Master title style</a:t>
            </a:r>
          </a:p>
        </p:txBody>
      </p:sp>
      <p:sp>
        <p:nvSpPr>
          <p:cNvPr id="3" name="Date Placeholder 2">
            <a:extLst>
              <a:ext uri="{FF2B5EF4-FFF2-40B4-BE49-F238E27FC236}">
                <a16:creationId xmlns:a16="http://schemas.microsoft.com/office/drawing/2014/main" id="{DD669614-1D2C-3A4F-4987-77DB1A11AD64}"/>
              </a:ext>
            </a:extLst>
          </p:cNvPr>
          <p:cNvSpPr>
            <a:spLocks noGrp="1"/>
          </p:cNvSpPr>
          <p:nvPr userDrawn="1">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userDrawn="1">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31" name="Freeform: Shape 30">
            <a:extLst>
              <a:ext uri="{FF2B5EF4-FFF2-40B4-BE49-F238E27FC236}">
                <a16:creationId xmlns:a16="http://schemas.microsoft.com/office/drawing/2014/main" id="{14254174-A432-4097-312F-9F719A6FDCDB}"/>
              </a:ext>
            </a:extLst>
          </p:cNvPr>
          <p:cNvSpPr/>
          <p:nvPr userDrawn="1"/>
        </p:nvSpPr>
        <p:spPr>
          <a:xfrm>
            <a:off x="5791901" y="5521315"/>
            <a:ext cx="388441" cy="1347314"/>
          </a:xfrm>
          <a:custGeom>
            <a:avLst/>
            <a:gdLst>
              <a:gd name="connsiteX0" fmla="*/ 56880 w 56880"/>
              <a:gd name="connsiteY0" fmla="*/ 0 h 975642"/>
              <a:gd name="connsiteX1" fmla="*/ 1974 w 56880"/>
              <a:gd name="connsiteY1" fmla="*/ 644092 h 975642"/>
              <a:gd name="connsiteX2" fmla="*/ 4086 w 56880"/>
              <a:gd name="connsiteY2" fmla="*/ 965083 h 975642"/>
              <a:gd name="connsiteX3" fmla="*/ 6197 w 56880"/>
              <a:gd name="connsiteY3" fmla="*/ 975642 h 975642"/>
              <a:gd name="connsiteX0" fmla="*/ 378391 w 378391"/>
              <a:gd name="connsiteY0" fmla="*/ 0 h 1106572"/>
              <a:gd name="connsiteX1" fmla="*/ 25725 w 378391"/>
              <a:gd name="connsiteY1" fmla="*/ 775022 h 1106572"/>
              <a:gd name="connsiteX2" fmla="*/ 27837 w 378391"/>
              <a:gd name="connsiteY2" fmla="*/ 1096013 h 1106572"/>
              <a:gd name="connsiteX3" fmla="*/ 29948 w 378391"/>
              <a:gd name="connsiteY3" fmla="*/ 1106572 h 1106572"/>
              <a:gd name="connsiteX0" fmla="*/ 378391 w 378391"/>
              <a:gd name="connsiteY0" fmla="*/ 0 h 1106572"/>
              <a:gd name="connsiteX1" fmla="*/ 25725 w 378391"/>
              <a:gd name="connsiteY1" fmla="*/ 775022 h 1106572"/>
              <a:gd name="connsiteX2" fmla="*/ 27837 w 378391"/>
              <a:gd name="connsiteY2" fmla="*/ 1096013 h 1106572"/>
              <a:gd name="connsiteX3" fmla="*/ 29948 w 378391"/>
              <a:gd name="connsiteY3" fmla="*/ 1106572 h 1106572"/>
              <a:gd name="connsiteX0" fmla="*/ 355106 w 355106"/>
              <a:gd name="connsiteY0" fmla="*/ 0 h 1106572"/>
              <a:gd name="connsiteX1" fmla="*/ 40453 w 355106"/>
              <a:gd name="connsiteY1" fmla="*/ 242854 h 1106572"/>
              <a:gd name="connsiteX2" fmla="*/ 2440 w 355106"/>
              <a:gd name="connsiteY2" fmla="*/ 775022 h 1106572"/>
              <a:gd name="connsiteX3" fmla="*/ 4552 w 355106"/>
              <a:gd name="connsiteY3" fmla="*/ 1096013 h 1106572"/>
              <a:gd name="connsiteX4" fmla="*/ 6663 w 355106"/>
              <a:gd name="connsiteY4" fmla="*/ 1106572 h 1106572"/>
              <a:gd name="connsiteX0" fmla="*/ 355106 w 355106"/>
              <a:gd name="connsiteY0" fmla="*/ 0 h 1345203"/>
              <a:gd name="connsiteX1" fmla="*/ 40453 w 355106"/>
              <a:gd name="connsiteY1" fmla="*/ 242854 h 1345203"/>
              <a:gd name="connsiteX2" fmla="*/ 2440 w 355106"/>
              <a:gd name="connsiteY2" fmla="*/ 775022 h 1345203"/>
              <a:gd name="connsiteX3" fmla="*/ 4552 w 355106"/>
              <a:gd name="connsiteY3" fmla="*/ 1096013 h 1345203"/>
              <a:gd name="connsiteX4" fmla="*/ 270636 w 355106"/>
              <a:gd name="connsiteY4" fmla="*/ 1345203 h 1345203"/>
              <a:gd name="connsiteX0" fmla="*/ 358019 w 358019"/>
              <a:gd name="connsiteY0" fmla="*/ 0 h 1345203"/>
              <a:gd name="connsiteX1" fmla="*/ 43366 w 358019"/>
              <a:gd name="connsiteY1" fmla="*/ 242854 h 1345203"/>
              <a:gd name="connsiteX2" fmla="*/ 5353 w 358019"/>
              <a:gd name="connsiteY2" fmla="*/ 775022 h 1345203"/>
              <a:gd name="connsiteX3" fmla="*/ 1130 w 358019"/>
              <a:gd name="connsiteY3" fmla="*/ 1165702 h 1345203"/>
              <a:gd name="connsiteX4" fmla="*/ 273549 w 358019"/>
              <a:gd name="connsiteY4" fmla="*/ 1345203 h 1345203"/>
              <a:gd name="connsiteX0" fmla="*/ 358019 w 358019"/>
              <a:gd name="connsiteY0" fmla="*/ 0 h 1345203"/>
              <a:gd name="connsiteX1" fmla="*/ 43366 w 358019"/>
              <a:gd name="connsiteY1" fmla="*/ 242854 h 1345203"/>
              <a:gd name="connsiteX2" fmla="*/ 5353 w 358019"/>
              <a:gd name="connsiteY2" fmla="*/ 775022 h 1345203"/>
              <a:gd name="connsiteX3" fmla="*/ 1130 w 358019"/>
              <a:gd name="connsiteY3" fmla="*/ 1165702 h 1345203"/>
              <a:gd name="connsiteX4" fmla="*/ 273549 w 358019"/>
              <a:gd name="connsiteY4" fmla="*/ 1345203 h 1345203"/>
              <a:gd name="connsiteX0" fmla="*/ 362172 w 362172"/>
              <a:gd name="connsiteY0" fmla="*/ 0 h 1345203"/>
              <a:gd name="connsiteX1" fmla="*/ 47519 w 362172"/>
              <a:gd name="connsiteY1" fmla="*/ 242854 h 1345203"/>
              <a:gd name="connsiteX2" fmla="*/ 9506 w 362172"/>
              <a:gd name="connsiteY2" fmla="*/ 775022 h 1345203"/>
              <a:gd name="connsiteX3" fmla="*/ 129878 w 362172"/>
              <a:gd name="connsiteY3" fmla="*/ 1121355 h 1345203"/>
              <a:gd name="connsiteX4" fmla="*/ 277702 w 362172"/>
              <a:gd name="connsiteY4" fmla="*/ 1345203 h 1345203"/>
              <a:gd name="connsiteX0" fmla="*/ 362172 w 362172"/>
              <a:gd name="connsiteY0" fmla="*/ 0 h 1345203"/>
              <a:gd name="connsiteX1" fmla="*/ 47519 w 362172"/>
              <a:gd name="connsiteY1" fmla="*/ 242854 h 1345203"/>
              <a:gd name="connsiteX2" fmla="*/ 9506 w 362172"/>
              <a:gd name="connsiteY2" fmla="*/ 775022 h 1345203"/>
              <a:gd name="connsiteX3" fmla="*/ 129878 w 362172"/>
              <a:gd name="connsiteY3" fmla="*/ 1121355 h 1345203"/>
              <a:gd name="connsiteX4" fmla="*/ 277702 w 362172"/>
              <a:gd name="connsiteY4" fmla="*/ 1345203 h 1345203"/>
              <a:gd name="connsiteX0" fmla="*/ 373030 w 373030"/>
              <a:gd name="connsiteY0" fmla="*/ 0 h 1345203"/>
              <a:gd name="connsiteX1" fmla="*/ 58377 w 373030"/>
              <a:gd name="connsiteY1" fmla="*/ 242854 h 1345203"/>
              <a:gd name="connsiteX2" fmla="*/ 20364 w 373030"/>
              <a:gd name="connsiteY2" fmla="*/ 775022 h 1345203"/>
              <a:gd name="connsiteX3" fmla="*/ 288560 w 373030"/>
              <a:gd name="connsiteY3" fmla="*/ 1345203 h 1345203"/>
              <a:gd name="connsiteX0" fmla="*/ 366813 w 366813"/>
              <a:gd name="connsiteY0" fmla="*/ 0 h 1347314"/>
              <a:gd name="connsiteX1" fmla="*/ 52160 w 366813"/>
              <a:gd name="connsiteY1" fmla="*/ 242854 h 1347314"/>
              <a:gd name="connsiteX2" fmla="*/ 14147 w 366813"/>
              <a:gd name="connsiteY2" fmla="*/ 775022 h 1347314"/>
              <a:gd name="connsiteX3" fmla="*/ 197871 w 366813"/>
              <a:gd name="connsiteY3" fmla="*/ 1347314 h 1347314"/>
              <a:gd name="connsiteX0" fmla="*/ 388441 w 388441"/>
              <a:gd name="connsiteY0" fmla="*/ 0 h 1347314"/>
              <a:gd name="connsiteX1" fmla="*/ 73788 w 388441"/>
              <a:gd name="connsiteY1" fmla="*/ 242854 h 1347314"/>
              <a:gd name="connsiteX2" fmla="*/ 8322 w 388441"/>
              <a:gd name="connsiteY2" fmla="*/ 741234 h 1347314"/>
              <a:gd name="connsiteX3" fmla="*/ 219499 w 388441"/>
              <a:gd name="connsiteY3" fmla="*/ 1347314 h 1347314"/>
            </a:gdLst>
            <a:ahLst/>
            <a:cxnLst>
              <a:cxn ang="0">
                <a:pos x="connsiteX0" y="connsiteY0"/>
              </a:cxn>
              <a:cxn ang="0">
                <a:pos x="connsiteX1" y="connsiteY1"/>
              </a:cxn>
              <a:cxn ang="0">
                <a:pos x="connsiteX2" y="connsiteY2"/>
              </a:cxn>
              <a:cxn ang="0">
                <a:pos x="connsiteX3" y="connsiteY3"/>
              </a:cxn>
            </a:cxnLst>
            <a:rect l="l" t="t" r="r" b="b"/>
            <a:pathLst>
              <a:path w="388441" h="1347314">
                <a:moveTo>
                  <a:pt x="388441" y="0"/>
                </a:moveTo>
                <a:cubicBezTo>
                  <a:pt x="350077" y="40476"/>
                  <a:pt x="132566" y="113684"/>
                  <a:pt x="73788" y="242854"/>
                </a:cubicBezTo>
                <a:cubicBezTo>
                  <a:pt x="15010" y="372024"/>
                  <a:pt x="-15963" y="557157"/>
                  <a:pt x="8322" y="741234"/>
                </a:cubicBezTo>
                <a:cubicBezTo>
                  <a:pt x="32607" y="925311"/>
                  <a:pt x="163625" y="1228526"/>
                  <a:pt x="219499" y="1347314"/>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03F276E4-556C-C15A-2593-7C867D13CF7F}"/>
              </a:ext>
            </a:extLst>
          </p:cNvPr>
          <p:cNvSpPr/>
          <p:nvPr userDrawn="1"/>
        </p:nvSpPr>
        <p:spPr>
          <a:xfrm>
            <a:off x="6070943" y="5529762"/>
            <a:ext cx="335784" cy="1328309"/>
          </a:xfrm>
          <a:custGeom>
            <a:avLst/>
            <a:gdLst>
              <a:gd name="connsiteX0" fmla="*/ 56880 w 56880"/>
              <a:gd name="connsiteY0" fmla="*/ 0 h 975642"/>
              <a:gd name="connsiteX1" fmla="*/ 1974 w 56880"/>
              <a:gd name="connsiteY1" fmla="*/ 644092 h 975642"/>
              <a:gd name="connsiteX2" fmla="*/ 4086 w 56880"/>
              <a:gd name="connsiteY2" fmla="*/ 965083 h 975642"/>
              <a:gd name="connsiteX3" fmla="*/ 6197 w 56880"/>
              <a:gd name="connsiteY3" fmla="*/ 975642 h 975642"/>
              <a:gd name="connsiteX0" fmla="*/ 378391 w 378391"/>
              <a:gd name="connsiteY0" fmla="*/ 0 h 1106572"/>
              <a:gd name="connsiteX1" fmla="*/ 25725 w 378391"/>
              <a:gd name="connsiteY1" fmla="*/ 775022 h 1106572"/>
              <a:gd name="connsiteX2" fmla="*/ 27837 w 378391"/>
              <a:gd name="connsiteY2" fmla="*/ 1096013 h 1106572"/>
              <a:gd name="connsiteX3" fmla="*/ 29948 w 378391"/>
              <a:gd name="connsiteY3" fmla="*/ 1106572 h 1106572"/>
              <a:gd name="connsiteX0" fmla="*/ 378391 w 378391"/>
              <a:gd name="connsiteY0" fmla="*/ 0 h 1106572"/>
              <a:gd name="connsiteX1" fmla="*/ 25725 w 378391"/>
              <a:gd name="connsiteY1" fmla="*/ 775022 h 1106572"/>
              <a:gd name="connsiteX2" fmla="*/ 27837 w 378391"/>
              <a:gd name="connsiteY2" fmla="*/ 1096013 h 1106572"/>
              <a:gd name="connsiteX3" fmla="*/ 29948 w 378391"/>
              <a:gd name="connsiteY3" fmla="*/ 1106572 h 1106572"/>
              <a:gd name="connsiteX0" fmla="*/ 355106 w 355106"/>
              <a:gd name="connsiteY0" fmla="*/ 0 h 1106572"/>
              <a:gd name="connsiteX1" fmla="*/ 40453 w 355106"/>
              <a:gd name="connsiteY1" fmla="*/ 242854 h 1106572"/>
              <a:gd name="connsiteX2" fmla="*/ 2440 w 355106"/>
              <a:gd name="connsiteY2" fmla="*/ 775022 h 1106572"/>
              <a:gd name="connsiteX3" fmla="*/ 4552 w 355106"/>
              <a:gd name="connsiteY3" fmla="*/ 1096013 h 1106572"/>
              <a:gd name="connsiteX4" fmla="*/ 6663 w 355106"/>
              <a:gd name="connsiteY4" fmla="*/ 1106572 h 1106572"/>
              <a:gd name="connsiteX0" fmla="*/ 355106 w 355106"/>
              <a:gd name="connsiteY0" fmla="*/ 0 h 1345203"/>
              <a:gd name="connsiteX1" fmla="*/ 40453 w 355106"/>
              <a:gd name="connsiteY1" fmla="*/ 242854 h 1345203"/>
              <a:gd name="connsiteX2" fmla="*/ 2440 w 355106"/>
              <a:gd name="connsiteY2" fmla="*/ 775022 h 1345203"/>
              <a:gd name="connsiteX3" fmla="*/ 4552 w 355106"/>
              <a:gd name="connsiteY3" fmla="*/ 1096013 h 1345203"/>
              <a:gd name="connsiteX4" fmla="*/ 270636 w 355106"/>
              <a:gd name="connsiteY4" fmla="*/ 1345203 h 1345203"/>
              <a:gd name="connsiteX0" fmla="*/ 358019 w 358019"/>
              <a:gd name="connsiteY0" fmla="*/ 0 h 1345203"/>
              <a:gd name="connsiteX1" fmla="*/ 43366 w 358019"/>
              <a:gd name="connsiteY1" fmla="*/ 242854 h 1345203"/>
              <a:gd name="connsiteX2" fmla="*/ 5353 w 358019"/>
              <a:gd name="connsiteY2" fmla="*/ 775022 h 1345203"/>
              <a:gd name="connsiteX3" fmla="*/ 1130 w 358019"/>
              <a:gd name="connsiteY3" fmla="*/ 1165702 h 1345203"/>
              <a:gd name="connsiteX4" fmla="*/ 273549 w 358019"/>
              <a:gd name="connsiteY4" fmla="*/ 1345203 h 1345203"/>
              <a:gd name="connsiteX0" fmla="*/ 358019 w 358019"/>
              <a:gd name="connsiteY0" fmla="*/ 0 h 1345203"/>
              <a:gd name="connsiteX1" fmla="*/ 43366 w 358019"/>
              <a:gd name="connsiteY1" fmla="*/ 242854 h 1345203"/>
              <a:gd name="connsiteX2" fmla="*/ 5353 w 358019"/>
              <a:gd name="connsiteY2" fmla="*/ 775022 h 1345203"/>
              <a:gd name="connsiteX3" fmla="*/ 1130 w 358019"/>
              <a:gd name="connsiteY3" fmla="*/ 1165702 h 1345203"/>
              <a:gd name="connsiteX4" fmla="*/ 273549 w 358019"/>
              <a:gd name="connsiteY4" fmla="*/ 1345203 h 1345203"/>
              <a:gd name="connsiteX0" fmla="*/ 362172 w 362172"/>
              <a:gd name="connsiteY0" fmla="*/ 0 h 1345203"/>
              <a:gd name="connsiteX1" fmla="*/ 47519 w 362172"/>
              <a:gd name="connsiteY1" fmla="*/ 242854 h 1345203"/>
              <a:gd name="connsiteX2" fmla="*/ 9506 w 362172"/>
              <a:gd name="connsiteY2" fmla="*/ 775022 h 1345203"/>
              <a:gd name="connsiteX3" fmla="*/ 129878 w 362172"/>
              <a:gd name="connsiteY3" fmla="*/ 1121355 h 1345203"/>
              <a:gd name="connsiteX4" fmla="*/ 277702 w 362172"/>
              <a:gd name="connsiteY4" fmla="*/ 1345203 h 1345203"/>
              <a:gd name="connsiteX0" fmla="*/ 362172 w 362172"/>
              <a:gd name="connsiteY0" fmla="*/ 0 h 1345203"/>
              <a:gd name="connsiteX1" fmla="*/ 47519 w 362172"/>
              <a:gd name="connsiteY1" fmla="*/ 242854 h 1345203"/>
              <a:gd name="connsiteX2" fmla="*/ 9506 w 362172"/>
              <a:gd name="connsiteY2" fmla="*/ 775022 h 1345203"/>
              <a:gd name="connsiteX3" fmla="*/ 129878 w 362172"/>
              <a:gd name="connsiteY3" fmla="*/ 1121355 h 1345203"/>
              <a:gd name="connsiteX4" fmla="*/ 277702 w 362172"/>
              <a:gd name="connsiteY4" fmla="*/ 1345203 h 1345203"/>
              <a:gd name="connsiteX0" fmla="*/ 352666 w 352666"/>
              <a:gd name="connsiteY0" fmla="*/ 0 h 1345203"/>
              <a:gd name="connsiteX1" fmla="*/ 120372 w 352666"/>
              <a:gd name="connsiteY1" fmla="*/ 274531 h 1345203"/>
              <a:gd name="connsiteX2" fmla="*/ 0 w 352666"/>
              <a:gd name="connsiteY2" fmla="*/ 775022 h 1345203"/>
              <a:gd name="connsiteX3" fmla="*/ 120372 w 352666"/>
              <a:gd name="connsiteY3" fmla="*/ 1121355 h 1345203"/>
              <a:gd name="connsiteX4" fmla="*/ 268196 w 352666"/>
              <a:gd name="connsiteY4" fmla="*/ 1345203 h 1345203"/>
              <a:gd name="connsiteX0" fmla="*/ 202730 w 268196"/>
              <a:gd name="connsiteY0" fmla="*/ 0 h 1417004"/>
              <a:gd name="connsiteX1" fmla="*/ 120372 w 268196"/>
              <a:gd name="connsiteY1" fmla="*/ 346332 h 1417004"/>
              <a:gd name="connsiteX2" fmla="*/ 0 w 268196"/>
              <a:gd name="connsiteY2" fmla="*/ 846823 h 1417004"/>
              <a:gd name="connsiteX3" fmla="*/ 120372 w 268196"/>
              <a:gd name="connsiteY3" fmla="*/ 1193156 h 1417004"/>
              <a:gd name="connsiteX4" fmla="*/ 268196 w 268196"/>
              <a:gd name="connsiteY4" fmla="*/ 1417004 h 1417004"/>
              <a:gd name="connsiteX0" fmla="*/ 202730 w 268196"/>
              <a:gd name="connsiteY0" fmla="*/ 0 h 1417004"/>
              <a:gd name="connsiteX1" fmla="*/ 120372 w 268196"/>
              <a:gd name="connsiteY1" fmla="*/ 346332 h 1417004"/>
              <a:gd name="connsiteX2" fmla="*/ 0 w 268196"/>
              <a:gd name="connsiteY2" fmla="*/ 846823 h 1417004"/>
              <a:gd name="connsiteX3" fmla="*/ 120372 w 268196"/>
              <a:gd name="connsiteY3" fmla="*/ 1193156 h 1417004"/>
              <a:gd name="connsiteX4" fmla="*/ 268196 w 268196"/>
              <a:gd name="connsiteY4" fmla="*/ 1417004 h 1417004"/>
              <a:gd name="connsiteX0" fmla="*/ 224248 w 289714"/>
              <a:gd name="connsiteY0" fmla="*/ 0 h 1417004"/>
              <a:gd name="connsiteX1" fmla="*/ 141890 w 289714"/>
              <a:gd name="connsiteY1" fmla="*/ 346332 h 1417004"/>
              <a:gd name="connsiteX2" fmla="*/ 21518 w 289714"/>
              <a:gd name="connsiteY2" fmla="*/ 846823 h 1417004"/>
              <a:gd name="connsiteX3" fmla="*/ 141890 w 289714"/>
              <a:gd name="connsiteY3" fmla="*/ 1193156 h 1417004"/>
              <a:gd name="connsiteX4" fmla="*/ 289714 w 289714"/>
              <a:gd name="connsiteY4" fmla="*/ 1417004 h 1417004"/>
              <a:gd name="connsiteX0" fmla="*/ 325613 w 325613"/>
              <a:gd name="connsiteY0" fmla="*/ 0 h 1328309"/>
              <a:gd name="connsiteX1" fmla="*/ 141890 w 325613"/>
              <a:gd name="connsiteY1" fmla="*/ 257637 h 1328309"/>
              <a:gd name="connsiteX2" fmla="*/ 21518 w 325613"/>
              <a:gd name="connsiteY2" fmla="*/ 758128 h 1328309"/>
              <a:gd name="connsiteX3" fmla="*/ 141890 w 325613"/>
              <a:gd name="connsiteY3" fmla="*/ 1104461 h 1328309"/>
              <a:gd name="connsiteX4" fmla="*/ 289714 w 325613"/>
              <a:gd name="connsiteY4" fmla="*/ 1328309 h 1328309"/>
              <a:gd name="connsiteX0" fmla="*/ 335784 w 335784"/>
              <a:gd name="connsiteY0" fmla="*/ 0 h 1328309"/>
              <a:gd name="connsiteX1" fmla="*/ 152061 w 335784"/>
              <a:gd name="connsiteY1" fmla="*/ 257637 h 1328309"/>
              <a:gd name="connsiteX2" fmla="*/ 31689 w 335784"/>
              <a:gd name="connsiteY2" fmla="*/ 758128 h 1328309"/>
              <a:gd name="connsiteX3" fmla="*/ 152061 w 335784"/>
              <a:gd name="connsiteY3" fmla="*/ 1104461 h 1328309"/>
              <a:gd name="connsiteX4" fmla="*/ 299885 w 335784"/>
              <a:gd name="connsiteY4" fmla="*/ 1328309 h 1328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784" h="1328309">
                <a:moveTo>
                  <a:pt x="335784" y="0"/>
                </a:moveTo>
                <a:cubicBezTo>
                  <a:pt x="250961" y="46812"/>
                  <a:pt x="210839" y="128467"/>
                  <a:pt x="152061" y="257637"/>
                </a:cubicBezTo>
                <a:cubicBezTo>
                  <a:pt x="19371" y="386807"/>
                  <a:pt x="-42223" y="490285"/>
                  <a:pt x="31689" y="758128"/>
                </a:cubicBezTo>
                <a:cubicBezTo>
                  <a:pt x="69233" y="894180"/>
                  <a:pt x="114798" y="991134"/>
                  <a:pt x="152061" y="1104461"/>
                </a:cubicBezTo>
                <a:cubicBezTo>
                  <a:pt x="166890" y="1209415"/>
                  <a:pt x="299885" y="1328309"/>
                  <a:pt x="299885" y="1328309"/>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576413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 Image_5">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81420529-1DE3-0427-C10C-AC4887CC5849}"/>
              </a:ext>
            </a:extLst>
          </p:cNvPr>
          <p:cNvSpPr/>
          <p:nvPr userDrawn="1"/>
        </p:nvSpPr>
        <p:spPr>
          <a:xfrm rot="8844" flipV="1">
            <a:off x="89" y="3869456"/>
            <a:ext cx="6326265" cy="2985780"/>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613066 w 6972991"/>
              <a:gd name="connsiteY4" fmla="*/ 2937906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5878703"/>
              <a:gd name="connsiteY0" fmla="*/ 3826789 h 4233000"/>
              <a:gd name="connsiteX1" fmla="*/ 437090 w 5878703"/>
              <a:gd name="connsiteY1" fmla="*/ 3206535 h 4233000"/>
              <a:gd name="connsiteX2" fmla="*/ 1081173 w 5878703"/>
              <a:gd name="connsiteY2" fmla="*/ 2807000 h 4233000"/>
              <a:gd name="connsiteX3" fmla="*/ 1518778 w 5878703"/>
              <a:gd name="connsiteY3" fmla="*/ 2937906 h 4233000"/>
              <a:gd name="connsiteX4" fmla="*/ 2078265 w 5878703"/>
              <a:gd name="connsiteY4" fmla="*/ 3404411 h 4233000"/>
              <a:gd name="connsiteX5" fmla="*/ 2349574 w 5878703"/>
              <a:gd name="connsiteY5" fmla="*/ 4033071 h 4233000"/>
              <a:gd name="connsiteX6" fmla="*/ 2507498 w 5878703"/>
              <a:gd name="connsiteY6" fmla="*/ 4124035 h 4233000"/>
              <a:gd name="connsiteX7" fmla="*/ 2746767 w 5878703"/>
              <a:gd name="connsiteY7" fmla="*/ 4152801 h 4233000"/>
              <a:gd name="connsiteX8" fmla="*/ 3400372 w 5878703"/>
              <a:gd name="connsiteY8" fmla="*/ 4128417 h 4233000"/>
              <a:gd name="connsiteX9" fmla="*/ 3656118 w 5878703"/>
              <a:gd name="connsiteY9" fmla="*/ 4178423 h 4233000"/>
              <a:gd name="connsiteX10" fmla="*/ 3990065 w 5878703"/>
              <a:gd name="connsiteY10" fmla="*/ 4228715 h 4233000"/>
              <a:gd name="connsiteX11" fmla="*/ 4297151 w 5878703"/>
              <a:gd name="connsiteY11" fmla="*/ 4166897 h 4233000"/>
              <a:gd name="connsiteX12" fmla="*/ 5001121 w 5878703"/>
              <a:gd name="connsiteY12" fmla="*/ 3703334 h 4233000"/>
              <a:gd name="connsiteX13" fmla="*/ 5247482 w 5878703"/>
              <a:gd name="connsiteY13" fmla="*/ 3413534 h 4233000"/>
              <a:gd name="connsiteX14" fmla="*/ 5454629 w 5878703"/>
              <a:gd name="connsiteY14" fmla="*/ 3020849 h 4233000"/>
              <a:gd name="connsiteX15" fmla="*/ 5591217 w 5878703"/>
              <a:gd name="connsiteY15" fmla="*/ 2856257 h 4233000"/>
              <a:gd name="connsiteX16" fmla="*/ 5838486 w 5878703"/>
              <a:gd name="connsiteY16" fmla="*/ 2529074 h 4233000"/>
              <a:gd name="connsiteX17" fmla="*/ 5847916 w 5878703"/>
              <a:gd name="connsiteY17" fmla="*/ 2193872 h 4233000"/>
              <a:gd name="connsiteX18" fmla="*/ 5537981 w 5878703"/>
              <a:gd name="connsiteY18" fmla="*/ 1656928 h 4233000"/>
              <a:gd name="connsiteX19" fmla="*/ 4781359 w 5878703"/>
              <a:gd name="connsiteY19" fmla="*/ 1140562 h 4233000"/>
              <a:gd name="connsiteX20" fmla="*/ 4689387 w 5878703"/>
              <a:gd name="connsiteY20" fmla="*/ 550641 h 4233000"/>
              <a:gd name="connsiteX21" fmla="*/ 4559626 w 5878703"/>
              <a:gd name="connsiteY21" fmla="*/ 278351 h 4233000"/>
              <a:gd name="connsiteX22" fmla="*/ 4167617 w 5878703"/>
              <a:gd name="connsiteY22" fmla="*/ 0 h 4233000"/>
              <a:gd name="connsiteX0" fmla="*/ 0 w 5878703"/>
              <a:gd name="connsiteY0" fmla="*/ 3826789 h 4256913"/>
              <a:gd name="connsiteX1" fmla="*/ 437090 w 5878703"/>
              <a:gd name="connsiteY1" fmla="*/ 3206535 h 4256913"/>
              <a:gd name="connsiteX2" fmla="*/ 1081173 w 5878703"/>
              <a:gd name="connsiteY2" fmla="*/ 2807000 h 4256913"/>
              <a:gd name="connsiteX3" fmla="*/ 1518778 w 5878703"/>
              <a:gd name="connsiteY3" fmla="*/ 2937906 h 4256913"/>
              <a:gd name="connsiteX4" fmla="*/ 2078265 w 5878703"/>
              <a:gd name="connsiteY4" fmla="*/ 3404411 h 4256913"/>
              <a:gd name="connsiteX5" fmla="*/ 2349574 w 5878703"/>
              <a:gd name="connsiteY5" fmla="*/ 4033071 h 4256913"/>
              <a:gd name="connsiteX6" fmla="*/ 2507498 w 5878703"/>
              <a:gd name="connsiteY6" fmla="*/ 4124035 h 4256913"/>
              <a:gd name="connsiteX7" fmla="*/ 2746767 w 5878703"/>
              <a:gd name="connsiteY7" fmla="*/ 4152801 h 4256913"/>
              <a:gd name="connsiteX8" fmla="*/ 3400372 w 5878703"/>
              <a:gd name="connsiteY8" fmla="*/ 4128417 h 4256913"/>
              <a:gd name="connsiteX9" fmla="*/ 3693142 w 5878703"/>
              <a:gd name="connsiteY9" fmla="*/ 3832945 h 4256913"/>
              <a:gd name="connsiteX10" fmla="*/ 3990065 w 5878703"/>
              <a:gd name="connsiteY10" fmla="*/ 4228715 h 4256913"/>
              <a:gd name="connsiteX11" fmla="*/ 4297151 w 5878703"/>
              <a:gd name="connsiteY11" fmla="*/ 4166897 h 4256913"/>
              <a:gd name="connsiteX12" fmla="*/ 5001121 w 5878703"/>
              <a:gd name="connsiteY12" fmla="*/ 3703334 h 4256913"/>
              <a:gd name="connsiteX13" fmla="*/ 5247482 w 5878703"/>
              <a:gd name="connsiteY13" fmla="*/ 3413534 h 4256913"/>
              <a:gd name="connsiteX14" fmla="*/ 5454629 w 5878703"/>
              <a:gd name="connsiteY14" fmla="*/ 3020849 h 4256913"/>
              <a:gd name="connsiteX15" fmla="*/ 5591217 w 5878703"/>
              <a:gd name="connsiteY15" fmla="*/ 2856257 h 4256913"/>
              <a:gd name="connsiteX16" fmla="*/ 5838486 w 5878703"/>
              <a:gd name="connsiteY16" fmla="*/ 2529074 h 4256913"/>
              <a:gd name="connsiteX17" fmla="*/ 5847916 w 5878703"/>
              <a:gd name="connsiteY17" fmla="*/ 2193872 h 4256913"/>
              <a:gd name="connsiteX18" fmla="*/ 5537981 w 5878703"/>
              <a:gd name="connsiteY18" fmla="*/ 1656928 h 4256913"/>
              <a:gd name="connsiteX19" fmla="*/ 4781359 w 5878703"/>
              <a:gd name="connsiteY19" fmla="*/ 1140562 h 4256913"/>
              <a:gd name="connsiteX20" fmla="*/ 4689387 w 5878703"/>
              <a:gd name="connsiteY20" fmla="*/ 550641 h 4256913"/>
              <a:gd name="connsiteX21" fmla="*/ 4559626 w 5878703"/>
              <a:gd name="connsiteY21" fmla="*/ 278351 h 4256913"/>
              <a:gd name="connsiteX22" fmla="*/ 4167617 w 5878703"/>
              <a:gd name="connsiteY22" fmla="*/ 0 h 4256913"/>
              <a:gd name="connsiteX0" fmla="*/ 0 w 5878703"/>
              <a:gd name="connsiteY0" fmla="*/ 3826789 h 4167859"/>
              <a:gd name="connsiteX1" fmla="*/ 437090 w 5878703"/>
              <a:gd name="connsiteY1" fmla="*/ 3206535 h 4167859"/>
              <a:gd name="connsiteX2" fmla="*/ 1081173 w 5878703"/>
              <a:gd name="connsiteY2" fmla="*/ 2807000 h 4167859"/>
              <a:gd name="connsiteX3" fmla="*/ 1518778 w 5878703"/>
              <a:gd name="connsiteY3" fmla="*/ 2937906 h 4167859"/>
              <a:gd name="connsiteX4" fmla="*/ 2078265 w 5878703"/>
              <a:gd name="connsiteY4" fmla="*/ 3404411 h 4167859"/>
              <a:gd name="connsiteX5" fmla="*/ 2349574 w 5878703"/>
              <a:gd name="connsiteY5" fmla="*/ 4033071 h 4167859"/>
              <a:gd name="connsiteX6" fmla="*/ 2507498 w 5878703"/>
              <a:gd name="connsiteY6" fmla="*/ 4124035 h 4167859"/>
              <a:gd name="connsiteX7" fmla="*/ 2746767 w 5878703"/>
              <a:gd name="connsiteY7" fmla="*/ 4152801 h 4167859"/>
              <a:gd name="connsiteX8" fmla="*/ 3400372 w 5878703"/>
              <a:gd name="connsiteY8" fmla="*/ 4128417 h 4167859"/>
              <a:gd name="connsiteX9" fmla="*/ 3693142 w 5878703"/>
              <a:gd name="connsiteY9" fmla="*/ 3832945 h 4167859"/>
              <a:gd name="connsiteX10" fmla="*/ 4297151 w 5878703"/>
              <a:gd name="connsiteY10" fmla="*/ 4166897 h 4167859"/>
              <a:gd name="connsiteX11" fmla="*/ 5001121 w 5878703"/>
              <a:gd name="connsiteY11" fmla="*/ 3703334 h 4167859"/>
              <a:gd name="connsiteX12" fmla="*/ 5247482 w 5878703"/>
              <a:gd name="connsiteY12" fmla="*/ 3413534 h 4167859"/>
              <a:gd name="connsiteX13" fmla="*/ 5454629 w 5878703"/>
              <a:gd name="connsiteY13" fmla="*/ 3020849 h 4167859"/>
              <a:gd name="connsiteX14" fmla="*/ 5591217 w 5878703"/>
              <a:gd name="connsiteY14" fmla="*/ 2856257 h 4167859"/>
              <a:gd name="connsiteX15" fmla="*/ 5838486 w 5878703"/>
              <a:gd name="connsiteY15" fmla="*/ 2529074 h 4167859"/>
              <a:gd name="connsiteX16" fmla="*/ 5847916 w 5878703"/>
              <a:gd name="connsiteY16" fmla="*/ 2193872 h 4167859"/>
              <a:gd name="connsiteX17" fmla="*/ 5537981 w 5878703"/>
              <a:gd name="connsiteY17" fmla="*/ 1656928 h 4167859"/>
              <a:gd name="connsiteX18" fmla="*/ 4781359 w 5878703"/>
              <a:gd name="connsiteY18" fmla="*/ 1140562 h 4167859"/>
              <a:gd name="connsiteX19" fmla="*/ 4689387 w 5878703"/>
              <a:gd name="connsiteY19" fmla="*/ 550641 h 4167859"/>
              <a:gd name="connsiteX20" fmla="*/ 4559626 w 5878703"/>
              <a:gd name="connsiteY20" fmla="*/ 278351 h 4167859"/>
              <a:gd name="connsiteX21" fmla="*/ 4167617 w 5878703"/>
              <a:gd name="connsiteY21" fmla="*/ 0 h 4167859"/>
              <a:gd name="connsiteX0" fmla="*/ 0 w 5878703"/>
              <a:gd name="connsiteY0" fmla="*/ 3826789 h 4167956"/>
              <a:gd name="connsiteX1" fmla="*/ 437090 w 5878703"/>
              <a:gd name="connsiteY1" fmla="*/ 3206535 h 4167956"/>
              <a:gd name="connsiteX2" fmla="*/ 1081173 w 5878703"/>
              <a:gd name="connsiteY2" fmla="*/ 2807000 h 4167956"/>
              <a:gd name="connsiteX3" fmla="*/ 1518778 w 5878703"/>
              <a:gd name="connsiteY3" fmla="*/ 2937906 h 4167956"/>
              <a:gd name="connsiteX4" fmla="*/ 2078265 w 5878703"/>
              <a:gd name="connsiteY4" fmla="*/ 3404411 h 4167956"/>
              <a:gd name="connsiteX5" fmla="*/ 2349574 w 5878703"/>
              <a:gd name="connsiteY5" fmla="*/ 4033071 h 4167956"/>
              <a:gd name="connsiteX6" fmla="*/ 2507498 w 5878703"/>
              <a:gd name="connsiteY6" fmla="*/ 4124035 h 4167956"/>
              <a:gd name="connsiteX7" fmla="*/ 2746767 w 5878703"/>
              <a:gd name="connsiteY7" fmla="*/ 4152801 h 4167956"/>
              <a:gd name="connsiteX8" fmla="*/ 3254246 w 5878703"/>
              <a:gd name="connsiteY8" fmla="*/ 3926994 h 4167956"/>
              <a:gd name="connsiteX9" fmla="*/ 3693142 w 5878703"/>
              <a:gd name="connsiteY9" fmla="*/ 3832945 h 4167956"/>
              <a:gd name="connsiteX10" fmla="*/ 4297151 w 5878703"/>
              <a:gd name="connsiteY10" fmla="*/ 4166897 h 4167956"/>
              <a:gd name="connsiteX11" fmla="*/ 5001121 w 5878703"/>
              <a:gd name="connsiteY11" fmla="*/ 3703334 h 4167956"/>
              <a:gd name="connsiteX12" fmla="*/ 5247482 w 5878703"/>
              <a:gd name="connsiteY12" fmla="*/ 3413534 h 4167956"/>
              <a:gd name="connsiteX13" fmla="*/ 5454629 w 5878703"/>
              <a:gd name="connsiteY13" fmla="*/ 3020849 h 4167956"/>
              <a:gd name="connsiteX14" fmla="*/ 5591217 w 5878703"/>
              <a:gd name="connsiteY14" fmla="*/ 2856257 h 4167956"/>
              <a:gd name="connsiteX15" fmla="*/ 5838486 w 5878703"/>
              <a:gd name="connsiteY15" fmla="*/ 2529074 h 4167956"/>
              <a:gd name="connsiteX16" fmla="*/ 5847916 w 5878703"/>
              <a:gd name="connsiteY16" fmla="*/ 2193872 h 4167956"/>
              <a:gd name="connsiteX17" fmla="*/ 5537981 w 5878703"/>
              <a:gd name="connsiteY17" fmla="*/ 1656928 h 4167956"/>
              <a:gd name="connsiteX18" fmla="*/ 4781359 w 5878703"/>
              <a:gd name="connsiteY18" fmla="*/ 1140562 h 4167956"/>
              <a:gd name="connsiteX19" fmla="*/ 4689387 w 5878703"/>
              <a:gd name="connsiteY19" fmla="*/ 550641 h 4167956"/>
              <a:gd name="connsiteX20" fmla="*/ 4559626 w 5878703"/>
              <a:gd name="connsiteY20" fmla="*/ 278351 h 4167956"/>
              <a:gd name="connsiteX21" fmla="*/ 4167617 w 5878703"/>
              <a:gd name="connsiteY21" fmla="*/ 0 h 4167956"/>
              <a:gd name="connsiteX0" fmla="*/ 0 w 5878703"/>
              <a:gd name="connsiteY0" fmla="*/ 3548438 h 3889605"/>
              <a:gd name="connsiteX1" fmla="*/ 437090 w 5878703"/>
              <a:gd name="connsiteY1" fmla="*/ 2928184 h 3889605"/>
              <a:gd name="connsiteX2" fmla="*/ 1081173 w 5878703"/>
              <a:gd name="connsiteY2" fmla="*/ 2528649 h 3889605"/>
              <a:gd name="connsiteX3" fmla="*/ 1518778 w 5878703"/>
              <a:gd name="connsiteY3" fmla="*/ 2659555 h 3889605"/>
              <a:gd name="connsiteX4" fmla="*/ 2078265 w 5878703"/>
              <a:gd name="connsiteY4" fmla="*/ 3126060 h 3889605"/>
              <a:gd name="connsiteX5" fmla="*/ 2349574 w 5878703"/>
              <a:gd name="connsiteY5" fmla="*/ 3754720 h 3889605"/>
              <a:gd name="connsiteX6" fmla="*/ 2507498 w 5878703"/>
              <a:gd name="connsiteY6" fmla="*/ 3845684 h 3889605"/>
              <a:gd name="connsiteX7" fmla="*/ 2746767 w 5878703"/>
              <a:gd name="connsiteY7" fmla="*/ 3874450 h 3889605"/>
              <a:gd name="connsiteX8" fmla="*/ 3254246 w 5878703"/>
              <a:gd name="connsiteY8" fmla="*/ 3648643 h 3889605"/>
              <a:gd name="connsiteX9" fmla="*/ 3693142 w 5878703"/>
              <a:gd name="connsiteY9" fmla="*/ 3554594 h 3889605"/>
              <a:gd name="connsiteX10" fmla="*/ 4297151 w 5878703"/>
              <a:gd name="connsiteY10" fmla="*/ 3888546 h 3889605"/>
              <a:gd name="connsiteX11" fmla="*/ 5001121 w 5878703"/>
              <a:gd name="connsiteY11" fmla="*/ 3424983 h 3889605"/>
              <a:gd name="connsiteX12" fmla="*/ 5247482 w 5878703"/>
              <a:gd name="connsiteY12" fmla="*/ 3135183 h 3889605"/>
              <a:gd name="connsiteX13" fmla="*/ 5454629 w 5878703"/>
              <a:gd name="connsiteY13" fmla="*/ 2742498 h 3889605"/>
              <a:gd name="connsiteX14" fmla="*/ 5591217 w 5878703"/>
              <a:gd name="connsiteY14" fmla="*/ 2577906 h 3889605"/>
              <a:gd name="connsiteX15" fmla="*/ 5838486 w 5878703"/>
              <a:gd name="connsiteY15" fmla="*/ 2250723 h 3889605"/>
              <a:gd name="connsiteX16" fmla="*/ 5847916 w 5878703"/>
              <a:gd name="connsiteY16" fmla="*/ 1915521 h 3889605"/>
              <a:gd name="connsiteX17" fmla="*/ 5537981 w 5878703"/>
              <a:gd name="connsiteY17" fmla="*/ 1378577 h 3889605"/>
              <a:gd name="connsiteX18" fmla="*/ 4781359 w 5878703"/>
              <a:gd name="connsiteY18" fmla="*/ 862211 h 3889605"/>
              <a:gd name="connsiteX19" fmla="*/ 4689387 w 5878703"/>
              <a:gd name="connsiteY19" fmla="*/ 272290 h 3889605"/>
              <a:gd name="connsiteX20" fmla="*/ 4559626 w 5878703"/>
              <a:gd name="connsiteY20" fmla="*/ 0 h 3889605"/>
              <a:gd name="connsiteX0" fmla="*/ 0 w 6446120"/>
              <a:gd name="connsiteY0" fmla="*/ 3906516 h 3906516"/>
              <a:gd name="connsiteX1" fmla="*/ 1004507 w 6446120"/>
              <a:gd name="connsiteY1" fmla="*/ 2928184 h 3906516"/>
              <a:gd name="connsiteX2" fmla="*/ 1648590 w 6446120"/>
              <a:gd name="connsiteY2" fmla="*/ 2528649 h 3906516"/>
              <a:gd name="connsiteX3" fmla="*/ 2086195 w 6446120"/>
              <a:gd name="connsiteY3" fmla="*/ 2659555 h 3906516"/>
              <a:gd name="connsiteX4" fmla="*/ 2645682 w 6446120"/>
              <a:gd name="connsiteY4" fmla="*/ 3126060 h 3906516"/>
              <a:gd name="connsiteX5" fmla="*/ 2916991 w 6446120"/>
              <a:gd name="connsiteY5" fmla="*/ 3754720 h 3906516"/>
              <a:gd name="connsiteX6" fmla="*/ 3074915 w 6446120"/>
              <a:gd name="connsiteY6" fmla="*/ 3845684 h 3906516"/>
              <a:gd name="connsiteX7" fmla="*/ 3314184 w 6446120"/>
              <a:gd name="connsiteY7" fmla="*/ 3874450 h 3906516"/>
              <a:gd name="connsiteX8" fmla="*/ 3821663 w 6446120"/>
              <a:gd name="connsiteY8" fmla="*/ 3648643 h 3906516"/>
              <a:gd name="connsiteX9" fmla="*/ 4260559 w 6446120"/>
              <a:gd name="connsiteY9" fmla="*/ 3554594 h 3906516"/>
              <a:gd name="connsiteX10" fmla="*/ 4864568 w 6446120"/>
              <a:gd name="connsiteY10" fmla="*/ 3888546 h 3906516"/>
              <a:gd name="connsiteX11" fmla="*/ 5568538 w 6446120"/>
              <a:gd name="connsiteY11" fmla="*/ 3424983 h 3906516"/>
              <a:gd name="connsiteX12" fmla="*/ 5814899 w 6446120"/>
              <a:gd name="connsiteY12" fmla="*/ 3135183 h 3906516"/>
              <a:gd name="connsiteX13" fmla="*/ 6022046 w 6446120"/>
              <a:gd name="connsiteY13" fmla="*/ 2742498 h 3906516"/>
              <a:gd name="connsiteX14" fmla="*/ 6158634 w 6446120"/>
              <a:gd name="connsiteY14" fmla="*/ 2577906 h 3906516"/>
              <a:gd name="connsiteX15" fmla="*/ 6405903 w 6446120"/>
              <a:gd name="connsiteY15" fmla="*/ 2250723 h 3906516"/>
              <a:gd name="connsiteX16" fmla="*/ 6415333 w 6446120"/>
              <a:gd name="connsiteY16" fmla="*/ 1915521 h 3906516"/>
              <a:gd name="connsiteX17" fmla="*/ 6105398 w 6446120"/>
              <a:gd name="connsiteY17" fmla="*/ 1378577 h 3906516"/>
              <a:gd name="connsiteX18" fmla="*/ 5348776 w 6446120"/>
              <a:gd name="connsiteY18" fmla="*/ 862211 h 3906516"/>
              <a:gd name="connsiteX19" fmla="*/ 5256804 w 6446120"/>
              <a:gd name="connsiteY19" fmla="*/ 272290 h 3906516"/>
              <a:gd name="connsiteX20" fmla="*/ 5127043 w 6446120"/>
              <a:gd name="connsiteY20" fmla="*/ 0 h 3906516"/>
              <a:gd name="connsiteX0" fmla="*/ 0 w 6446120"/>
              <a:gd name="connsiteY0" fmla="*/ 3906516 h 3906516"/>
              <a:gd name="connsiteX1" fmla="*/ 1004507 w 6446120"/>
              <a:gd name="connsiteY1" fmla="*/ 2928184 h 3906516"/>
              <a:gd name="connsiteX2" fmla="*/ 1648590 w 6446120"/>
              <a:gd name="connsiteY2" fmla="*/ 2528649 h 3906516"/>
              <a:gd name="connsiteX3" fmla="*/ 2086195 w 6446120"/>
              <a:gd name="connsiteY3" fmla="*/ 2659555 h 3906516"/>
              <a:gd name="connsiteX4" fmla="*/ 2645682 w 6446120"/>
              <a:gd name="connsiteY4" fmla="*/ 3126060 h 3906516"/>
              <a:gd name="connsiteX5" fmla="*/ 2916991 w 6446120"/>
              <a:gd name="connsiteY5" fmla="*/ 3754720 h 3906516"/>
              <a:gd name="connsiteX6" fmla="*/ 3074915 w 6446120"/>
              <a:gd name="connsiteY6" fmla="*/ 3845684 h 3906516"/>
              <a:gd name="connsiteX7" fmla="*/ 3314184 w 6446120"/>
              <a:gd name="connsiteY7" fmla="*/ 3874450 h 3906516"/>
              <a:gd name="connsiteX8" fmla="*/ 3821663 w 6446120"/>
              <a:gd name="connsiteY8" fmla="*/ 3648643 h 3906516"/>
              <a:gd name="connsiteX9" fmla="*/ 4260559 w 6446120"/>
              <a:gd name="connsiteY9" fmla="*/ 3554594 h 3906516"/>
              <a:gd name="connsiteX10" fmla="*/ 4864568 w 6446120"/>
              <a:gd name="connsiteY10" fmla="*/ 3888546 h 3906516"/>
              <a:gd name="connsiteX11" fmla="*/ 5568538 w 6446120"/>
              <a:gd name="connsiteY11" fmla="*/ 3424983 h 3906516"/>
              <a:gd name="connsiteX12" fmla="*/ 5814899 w 6446120"/>
              <a:gd name="connsiteY12" fmla="*/ 3135183 h 3906516"/>
              <a:gd name="connsiteX13" fmla="*/ 6022046 w 6446120"/>
              <a:gd name="connsiteY13" fmla="*/ 2742498 h 3906516"/>
              <a:gd name="connsiteX14" fmla="*/ 6158634 w 6446120"/>
              <a:gd name="connsiteY14" fmla="*/ 2577906 h 3906516"/>
              <a:gd name="connsiteX15" fmla="*/ 6405903 w 6446120"/>
              <a:gd name="connsiteY15" fmla="*/ 2250723 h 3906516"/>
              <a:gd name="connsiteX16" fmla="*/ 6415333 w 6446120"/>
              <a:gd name="connsiteY16" fmla="*/ 1915521 h 3906516"/>
              <a:gd name="connsiteX17" fmla="*/ 6105398 w 6446120"/>
              <a:gd name="connsiteY17" fmla="*/ 1378577 h 3906516"/>
              <a:gd name="connsiteX18" fmla="*/ 5348776 w 6446120"/>
              <a:gd name="connsiteY18" fmla="*/ 862211 h 3906516"/>
              <a:gd name="connsiteX19" fmla="*/ 5256804 w 6446120"/>
              <a:gd name="connsiteY19" fmla="*/ 272290 h 3906516"/>
              <a:gd name="connsiteX20" fmla="*/ 5127043 w 6446120"/>
              <a:gd name="connsiteY20" fmla="*/ 0 h 390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46120" h="3906516">
                <a:moveTo>
                  <a:pt x="0" y="3906516"/>
                </a:moveTo>
                <a:cubicBezTo>
                  <a:pt x="396057" y="3870192"/>
                  <a:pt x="729742" y="3157829"/>
                  <a:pt x="1004507" y="2928184"/>
                </a:cubicBezTo>
                <a:cubicBezTo>
                  <a:pt x="1279272" y="2698540"/>
                  <a:pt x="1468309" y="2573421"/>
                  <a:pt x="1648590" y="2528649"/>
                </a:cubicBezTo>
                <a:cubicBezTo>
                  <a:pt x="1828871" y="2483878"/>
                  <a:pt x="1920013" y="2559987"/>
                  <a:pt x="2086195" y="2659555"/>
                </a:cubicBezTo>
                <a:cubicBezTo>
                  <a:pt x="2252377" y="2759123"/>
                  <a:pt x="2507216" y="2943532"/>
                  <a:pt x="2645682" y="3126060"/>
                </a:cubicBezTo>
                <a:cubicBezTo>
                  <a:pt x="2784148" y="3308588"/>
                  <a:pt x="2845452" y="3634783"/>
                  <a:pt x="2916991" y="3754720"/>
                </a:cubicBezTo>
                <a:cubicBezTo>
                  <a:pt x="2988530" y="3874657"/>
                  <a:pt x="3016623" y="3826539"/>
                  <a:pt x="3074915" y="3845684"/>
                </a:cubicBezTo>
                <a:cubicBezTo>
                  <a:pt x="3151592" y="3870925"/>
                  <a:pt x="3189726" y="3907290"/>
                  <a:pt x="3314184" y="3874450"/>
                </a:cubicBezTo>
                <a:cubicBezTo>
                  <a:pt x="3438642" y="3841610"/>
                  <a:pt x="3663934" y="3701952"/>
                  <a:pt x="3821663" y="3648643"/>
                </a:cubicBezTo>
                <a:cubicBezTo>
                  <a:pt x="3979392" y="3595334"/>
                  <a:pt x="4086742" y="3514610"/>
                  <a:pt x="4260559" y="3554594"/>
                </a:cubicBezTo>
                <a:cubicBezTo>
                  <a:pt x="4434376" y="3594578"/>
                  <a:pt x="4646572" y="3910148"/>
                  <a:pt x="4864568" y="3888546"/>
                </a:cubicBezTo>
                <a:cubicBezTo>
                  <a:pt x="5082564" y="3866944"/>
                  <a:pt x="5410150" y="3550543"/>
                  <a:pt x="5568538" y="3424983"/>
                </a:cubicBezTo>
                <a:cubicBezTo>
                  <a:pt x="5726926" y="3299423"/>
                  <a:pt x="5739314" y="3248930"/>
                  <a:pt x="5814899" y="3135183"/>
                </a:cubicBezTo>
                <a:cubicBezTo>
                  <a:pt x="5890484" y="3021436"/>
                  <a:pt x="5964757" y="2835378"/>
                  <a:pt x="6022046" y="2742498"/>
                </a:cubicBezTo>
                <a:cubicBezTo>
                  <a:pt x="6079335" y="2649619"/>
                  <a:pt x="6113962" y="2633533"/>
                  <a:pt x="6158634" y="2577906"/>
                </a:cubicBezTo>
                <a:cubicBezTo>
                  <a:pt x="6244265" y="2471226"/>
                  <a:pt x="6363120" y="2361121"/>
                  <a:pt x="6405903" y="2250723"/>
                </a:cubicBezTo>
                <a:cubicBezTo>
                  <a:pt x="6448686" y="2140326"/>
                  <a:pt x="6465417" y="2060879"/>
                  <a:pt x="6415333" y="1915521"/>
                </a:cubicBezTo>
                <a:cubicBezTo>
                  <a:pt x="6365249" y="1770163"/>
                  <a:pt x="6283158" y="1554129"/>
                  <a:pt x="6105398" y="1378577"/>
                </a:cubicBezTo>
                <a:cubicBezTo>
                  <a:pt x="5927639" y="1203025"/>
                  <a:pt x="5490208" y="1046592"/>
                  <a:pt x="5348776" y="862211"/>
                </a:cubicBezTo>
                <a:cubicBezTo>
                  <a:pt x="5207344" y="677830"/>
                  <a:pt x="5293759" y="415992"/>
                  <a:pt x="5256804" y="272290"/>
                </a:cubicBezTo>
                <a:cubicBezTo>
                  <a:pt x="5219849" y="128588"/>
                  <a:pt x="5214005" y="91774"/>
                  <a:pt x="512704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98D3C3A3-9545-118C-3528-CD1F148E3E92}"/>
              </a:ext>
            </a:extLst>
          </p:cNvPr>
          <p:cNvSpPr/>
          <p:nvPr userDrawn="1"/>
        </p:nvSpPr>
        <p:spPr>
          <a:xfrm rot="8844">
            <a:off x="-653524" y="4381034"/>
            <a:ext cx="9299" cy="7280"/>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E78D3039-E64C-7608-9055-0CFFAF7312E8}"/>
              </a:ext>
            </a:extLst>
          </p:cNvPr>
          <p:cNvSpPr/>
          <p:nvPr userDrawn="1"/>
        </p:nvSpPr>
        <p:spPr>
          <a:xfrm rot="8844">
            <a:off x="4481002" y="4462958"/>
            <a:ext cx="1492844" cy="2399030"/>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95511 w 1563565"/>
              <a:gd name="connsiteY0" fmla="*/ 1 h 3190800"/>
              <a:gd name="connsiteX1" fmla="*/ 1209867 w 1563565"/>
              <a:gd name="connsiteY1" fmla="*/ 290168 h 3190800"/>
              <a:gd name="connsiteX2" fmla="*/ 1433322 w 1563565"/>
              <a:gd name="connsiteY2" fmla="*/ 536087 h 3190800"/>
              <a:gd name="connsiteX3" fmla="*/ 1562481 w 1563565"/>
              <a:gd name="connsiteY3" fmla="*/ 832886 h 3190800"/>
              <a:gd name="connsiteX4" fmla="*/ 1488281 w 1563565"/>
              <a:gd name="connsiteY4" fmla="*/ 1139305 h 3190800"/>
              <a:gd name="connsiteX5" fmla="*/ 1299305 w 1563565"/>
              <a:gd name="connsiteY5" fmla="*/ 1393051 h 3190800"/>
              <a:gd name="connsiteX6" fmla="*/ 1040892 w 1563565"/>
              <a:gd name="connsiteY6" fmla="*/ 1558215 h 3190800"/>
              <a:gd name="connsiteX7" fmla="*/ 765714 w 1563565"/>
              <a:gd name="connsiteY7" fmla="*/ 1675467 h 3190800"/>
              <a:gd name="connsiteX8" fmla="*/ 593408 w 1563565"/>
              <a:gd name="connsiteY8" fmla="*/ 1802340 h 3190800"/>
              <a:gd name="connsiteX9" fmla="*/ 478535 w 1563565"/>
              <a:gd name="connsiteY9" fmla="*/ 2005794 h 3190800"/>
              <a:gd name="connsiteX10" fmla="*/ 385191 w 1563565"/>
              <a:gd name="connsiteY10" fmla="*/ 2288306 h 3190800"/>
              <a:gd name="connsiteX11" fmla="*/ 320611 w 1563565"/>
              <a:gd name="connsiteY11" fmla="*/ 2510905 h 3190800"/>
              <a:gd name="connsiteX12" fmla="*/ 241649 w 1563565"/>
              <a:gd name="connsiteY12" fmla="*/ 2767032 h 3190800"/>
              <a:gd name="connsiteX13" fmla="*/ 112490 w 1563565"/>
              <a:gd name="connsiteY13" fmla="*/ 3013635 h 3190800"/>
              <a:gd name="connsiteX14" fmla="*/ 0 w 1563565"/>
              <a:gd name="connsiteY14" fmla="*/ 3190800 h 3190800"/>
              <a:gd name="connsiteX0" fmla="*/ 995511 w 1563565"/>
              <a:gd name="connsiteY0" fmla="*/ 0 h 3190799"/>
              <a:gd name="connsiteX1" fmla="*/ 1209867 w 1563565"/>
              <a:gd name="connsiteY1" fmla="*/ 290167 h 3190799"/>
              <a:gd name="connsiteX2" fmla="*/ 1433322 w 1563565"/>
              <a:gd name="connsiteY2" fmla="*/ 536086 h 3190799"/>
              <a:gd name="connsiteX3" fmla="*/ 1562481 w 1563565"/>
              <a:gd name="connsiteY3" fmla="*/ 832885 h 3190799"/>
              <a:gd name="connsiteX4" fmla="*/ 1488281 w 1563565"/>
              <a:gd name="connsiteY4" fmla="*/ 1139304 h 3190799"/>
              <a:gd name="connsiteX5" fmla="*/ 1299305 w 1563565"/>
              <a:gd name="connsiteY5" fmla="*/ 1393050 h 3190799"/>
              <a:gd name="connsiteX6" fmla="*/ 1040892 w 1563565"/>
              <a:gd name="connsiteY6" fmla="*/ 1558214 h 3190799"/>
              <a:gd name="connsiteX7" fmla="*/ 765714 w 1563565"/>
              <a:gd name="connsiteY7" fmla="*/ 1675466 h 3190799"/>
              <a:gd name="connsiteX8" fmla="*/ 593408 w 1563565"/>
              <a:gd name="connsiteY8" fmla="*/ 1802339 h 3190799"/>
              <a:gd name="connsiteX9" fmla="*/ 478535 w 1563565"/>
              <a:gd name="connsiteY9" fmla="*/ 2005793 h 3190799"/>
              <a:gd name="connsiteX10" fmla="*/ 385191 w 1563565"/>
              <a:gd name="connsiteY10" fmla="*/ 2288305 h 3190799"/>
              <a:gd name="connsiteX11" fmla="*/ 457091 w 1563565"/>
              <a:gd name="connsiteY11" fmla="*/ 2702078 h 3190799"/>
              <a:gd name="connsiteX12" fmla="*/ 241649 w 1563565"/>
              <a:gd name="connsiteY12" fmla="*/ 2767031 h 3190799"/>
              <a:gd name="connsiteX13" fmla="*/ 112490 w 1563565"/>
              <a:gd name="connsiteY13" fmla="*/ 3013634 h 3190799"/>
              <a:gd name="connsiteX14" fmla="*/ 0 w 1563565"/>
              <a:gd name="connsiteY14" fmla="*/ 3190799 h 3190799"/>
              <a:gd name="connsiteX0" fmla="*/ 995511 w 1563565"/>
              <a:gd name="connsiteY0" fmla="*/ 0 h 3190799"/>
              <a:gd name="connsiteX1" fmla="*/ 1209867 w 1563565"/>
              <a:gd name="connsiteY1" fmla="*/ 290167 h 3190799"/>
              <a:gd name="connsiteX2" fmla="*/ 1433322 w 1563565"/>
              <a:gd name="connsiteY2" fmla="*/ 536086 h 3190799"/>
              <a:gd name="connsiteX3" fmla="*/ 1562481 w 1563565"/>
              <a:gd name="connsiteY3" fmla="*/ 832885 h 3190799"/>
              <a:gd name="connsiteX4" fmla="*/ 1488281 w 1563565"/>
              <a:gd name="connsiteY4" fmla="*/ 1139304 h 3190799"/>
              <a:gd name="connsiteX5" fmla="*/ 1299305 w 1563565"/>
              <a:gd name="connsiteY5" fmla="*/ 1393050 h 3190799"/>
              <a:gd name="connsiteX6" fmla="*/ 1040892 w 1563565"/>
              <a:gd name="connsiteY6" fmla="*/ 1558214 h 3190799"/>
              <a:gd name="connsiteX7" fmla="*/ 765714 w 1563565"/>
              <a:gd name="connsiteY7" fmla="*/ 1675466 h 3190799"/>
              <a:gd name="connsiteX8" fmla="*/ 593408 w 1563565"/>
              <a:gd name="connsiteY8" fmla="*/ 1802339 h 3190799"/>
              <a:gd name="connsiteX9" fmla="*/ 478535 w 1563565"/>
              <a:gd name="connsiteY9" fmla="*/ 2005793 h 3190799"/>
              <a:gd name="connsiteX10" fmla="*/ 385191 w 1563565"/>
              <a:gd name="connsiteY10" fmla="*/ 2288305 h 3190799"/>
              <a:gd name="connsiteX11" fmla="*/ 457091 w 1563565"/>
              <a:gd name="connsiteY11" fmla="*/ 2702078 h 3190799"/>
              <a:gd name="connsiteX12" fmla="*/ 409963 w 1563565"/>
              <a:gd name="connsiteY12" fmla="*/ 2862285 h 3190799"/>
              <a:gd name="connsiteX13" fmla="*/ 112490 w 1563565"/>
              <a:gd name="connsiteY13" fmla="*/ 3013634 h 3190799"/>
              <a:gd name="connsiteX14" fmla="*/ 0 w 1563565"/>
              <a:gd name="connsiteY14" fmla="*/ 3190799 h 3190799"/>
              <a:gd name="connsiteX0" fmla="*/ 941574 w 1509628"/>
              <a:gd name="connsiteY0" fmla="*/ 0 h 3138828"/>
              <a:gd name="connsiteX1" fmla="*/ 1155930 w 1509628"/>
              <a:gd name="connsiteY1" fmla="*/ 290167 h 3138828"/>
              <a:gd name="connsiteX2" fmla="*/ 1379385 w 1509628"/>
              <a:gd name="connsiteY2" fmla="*/ 536086 h 3138828"/>
              <a:gd name="connsiteX3" fmla="*/ 1508544 w 1509628"/>
              <a:gd name="connsiteY3" fmla="*/ 832885 h 3138828"/>
              <a:gd name="connsiteX4" fmla="*/ 1434344 w 1509628"/>
              <a:gd name="connsiteY4" fmla="*/ 1139304 h 3138828"/>
              <a:gd name="connsiteX5" fmla="*/ 1245368 w 1509628"/>
              <a:gd name="connsiteY5" fmla="*/ 1393050 h 3138828"/>
              <a:gd name="connsiteX6" fmla="*/ 986955 w 1509628"/>
              <a:gd name="connsiteY6" fmla="*/ 1558214 h 3138828"/>
              <a:gd name="connsiteX7" fmla="*/ 711777 w 1509628"/>
              <a:gd name="connsiteY7" fmla="*/ 1675466 h 3138828"/>
              <a:gd name="connsiteX8" fmla="*/ 539471 w 1509628"/>
              <a:gd name="connsiteY8" fmla="*/ 1802339 h 3138828"/>
              <a:gd name="connsiteX9" fmla="*/ 424598 w 1509628"/>
              <a:gd name="connsiteY9" fmla="*/ 2005793 h 3138828"/>
              <a:gd name="connsiteX10" fmla="*/ 331254 w 1509628"/>
              <a:gd name="connsiteY10" fmla="*/ 2288305 h 3138828"/>
              <a:gd name="connsiteX11" fmla="*/ 403154 w 1509628"/>
              <a:gd name="connsiteY11" fmla="*/ 2702078 h 3138828"/>
              <a:gd name="connsiteX12" fmla="*/ 356026 w 1509628"/>
              <a:gd name="connsiteY12" fmla="*/ 2862285 h 3138828"/>
              <a:gd name="connsiteX13" fmla="*/ 58553 w 1509628"/>
              <a:gd name="connsiteY13" fmla="*/ 3013634 h 3138828"/>
              <a:gd name="connsiteX14" fmla="*/ 0 w 1509628"/>
              <a:gd name="connsiteY14" fmla="*/ 3138828 h 3138828"/>
              <a:gd name="connsiteX0" fmla="*/ 941574 w 1509628"/>
              <a:gd name="connsiteY0" fmla="*/ 0 h 3138828"/>
              <a:gd name="connsiteX1" fmla="*/ 1155930 w 1509628"/>
              <a:gd name="connsiteY1" fmla="*/ 290167 h 3138828"/>
              <a:gd name="connsiteX2" fmla="*/ 1379385 w 1509628"/>
              <a:gd name="connsiteY2" fmla="*/ 536086 h 3138828"/>
              <a:gd name="connsiteX3" fmla="*/ 1508544 w 1509628"/>
              <a:gd name="connsiteY3" fmla="*/ 832885 h 3138828"/>
              <a:gd name="connsiteX4" fmla="*/ 1434344 w 1509628"/>
              <a:gd name="connsiteY4" fmla="*/ 1139304 h 3138828"/>
              <a:gd name="connsiteX5" fmla="*/ 1245368 w 1509628"/>
              <a:gd name="connsiteY5" fmla="*/ 1393050 h 3138828"/>
              <a:gd name="connsiteX6" fmla="*/ 986955 w 1509628"/>
              <a:gd name="connsiteY6" fmla="*/ 1558214 h 3138828"/>
              <a:gd name="connsiteX7" fmla="*/ 866219 w 1509628"/>
              <a:gd name="connsiteY7" fmla="*/ 1840685 h 3138828"/>
              <a:gd name="connsiteX8" fmla="*/ 539471 w 1509628"/>
              <a:gd name="connsiteY8" fmla="*/ 1802339 h 3138828"/>
              <a:gd name="connsiteX9" fmla="*/ 424598 w 1509628"/>
              <a:gd name="connsiteY9" fmla="*/ 2005793 h 3138828"/>
              <a:gd name="connsiteX10" fmla="*/ 331254 w 1509628"/>
              <a:gd name="connsiteY10" fmla="*/ 2288305 h 3138828"/>
              <a:gd name="connsiteX11" fmla="*/ 403154 w 1509628"/>
              <a:gd name="connsiteY11" fmla="*/ 2702078 h 3138828"/>
              <a:gd name="connsiteX12" fmla="*/ 356026 w 1509628"/>
              <a:gd name="connsiteY12" fmla="*/ 2862285 h 3138828"/>
              <a:gd name="connsiteX13" fmla="*/ 58553 w 1509628"/>
              <a:gd name="connsiteY13" fmla="*/ 3013634 h 3138828"/>
              <a:gd name="connsiteX14" fmla="*/ 0 w 1509628"/>
              <a:gd name="connsiteY14" fmla="*/ 3138828 h 3138828"/>
              <a:gd name="connsiteX0" fmla="*/ 941574 w 1509628"/>
              <a:gd name="connsiteY0" fmla="*/ 0 h 3138828"/>
              <a:gd name="connsiteX1" fmla="*/ 1155930 w 1509628"/>
              <a:gd name="connsiteY1" fmla="*/ 290167 h 3138828"/>
              <a:gd name="connsiteX2" fmla="*/ 1379385 w 1509628"/>
              <a:gd name="connsiteY2" fmla="*/ 536086 h 3138828"/>
              <a:gd name="connsiteX3" fmla="*/ 1508544 w 1509628"/>
              <a:gd name="connsiteY3" fmla="*/ 832885 h 3138828"/>
              <a:gd name="connsiteX4" fmla="*/ 1434344 w 1509628"/>
              <a:gd name="connsiteY4" fmla="*/ 1139304 h 3138828"/>
              <a:gd name="connsiteX5" fmla="*/ 1245368 w 1509628"/>
              <a:gd name="connsiteY5" fmla="*/ 1393050 h 3138828"/>
              <a:gd name="connsiteX6" fmla="*/ 1135352 w 1509628"/>
              <a:gd name="connsiteY6" fmla="*/ 1702738 h 3138828"/>
              <a:gd name="connsiteX7" fmla="*/ 866219 w 1509628"/>
              <a:gd name="connsiteY7" fmla="*/ 1840685 h 3138828"/>
              <a:gd name="connsiteX8" fmla="*/ 539471 w 1509628"/>
              <a:gd name="connsiteY8" fmla="*/ 1802339 h 3138828"/>
              <a:gd name="connsiteX9" fmla="*/ 424598 w 1509628"/>
              <a:gd name="connsiteY9" fmla="*/ 2005793 h 3138828"/>
              <a:gd name="connsiteX10" fmla="*/ 331254 w 1509628"/>
              <a:gd name="connsiteY10" fmla="*/ 2288305 h 3138828"/>
              <a:gd name="connsiteX11" fmla="*/ 403154 w 1509628"/>
              <a:gd name="connsiteY11" fmla="*/ 2702078 h 3138828"/>
              <a:gd name="connsiteX12" fmla="*/ 356026 w 1509628"/>
              <a:gd name="connsiteY12" fmla="*/ 2862285 h 3138828"/>
              <a:gd name="connsiteX13" fmla="*/ 58553 w 1509628"/>
              <a:gd name="connsiteY13" fmla="*/ 3013634 h 3138828"/>
              <a:gd name="connsiteX14" fmla="*/ 0 w 1509628"/>
              <a:gd name="connsiteY14" fmla="*/ 3138828 h 313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628" h="3138828">
                <a:moveTo>
                  <a:pt x="941574" y="0"/>
                </a:moveTo>
                <a:cubicBezTo>
                  <a:pt x="1063645" y="90084"/>
                  <a:pt x="1082961" y="200819"/>
                  <a:pt x="1155930" y="290167"/>
                </a:cubicBezTo>
                <a:cubicBezTo>
                  <a:pt x="1228899" y="379515"/>
                  <a:pt x="1320616" y="445633"/>
                  <a:pt x="1379385" y="536086"/>
                </a:cubicBezTo>
                <a:cubicBezTo>
                  <a:pt x="1438154" y="626539"/>
                  <a:pt x="1500733" y="722871"/>
                  <a:pt x="1508544" y="832885"/>
                </a:cubicBezTo>
                <a:cubicBezTo>
                  <a:pt x="1516164" y="939470"/>
                  <a:pt x="1482826" y="1043578"/>
                  <a:pt x="1434344" y="1139304"/>
                </a:cubicBezTo>
                <a:cubicBezTo>
                  <a:pt x="1386338" y="1234268"/>
                  <a:pt x="1295200" y="1299144"/>
                  <a:pt x="1245368" y="1393050"/>
                </a:cubicBezTo>
                <a:cubicBezTo>
                  <a:pt x="1195536" y="1486956"/>
                  <a:pt x="1198544" y="1628132"/>
                  <a:pt x="1135352" y="1702738"/>
                </a:cubicBezTo>
                <a:cubicBezTo>
                  <a:pt x="1072161" y="1777344"/>
                  <a:pt x="965532" y="1824085"/>
                  <a:pt x="866219" y="1840685"/>
                </a:cubicBezTo>
                <a:cubicBezTo>
                  <a:pt x="766906" y="1857285"/>
                  <a:pt x="613075" y="1774821"/>
                  <a:pt x="539471" y="1802339"/>
                </a:cubicBezTo>
                <a:cubicBezTo>
                  <a:pt x="465868" y="1829857"/>
                  <a:pt x="453460" y="1932736"/>
                  <a:pt x="424598" y="2005793"/>
                </a:cubicBezTo>
                <a:cubicBezTo>
                  <a:pt x="388118" y="2098090"/>
                  <a:pt x="334828" y="2172258"/>
                  <a:pt x="331254" y="2288305"/>
                </a:cubicBezTo>
                <a:cubicBezTo>
                  <a:pt x="327680" y="2404352"/>
                  <a:pt x="399025" y="2606415"/>
                  <a:pt x="403154" y="2702078"/>
                </a:cubicBezTo>
                <a:cubicBezTo>
                  <a:pt x="407283" y="2797741"/>
                  <a:pt x="413459" y="2810359"/>
                  <a:pt x="356026" y="2862285"/>
                </a:cubicBezTo>
                <a:cubicBezTo>
                  <a:pt x="298593" y="2914211"/>
                  <a:pt x="106559" y="2934005"/>
                  <a:pt x="58553" y="3013634"/>
                </a:cubicBezTo>
                <a:cubicBezTo>
                  <a:pt x="22358" y="3073546"/>
                  <a:pt x="39148" y="3080821"/>
                  <a:pt x="0" y="3138828"/>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02FED3EE-E80C-E1CA-F313-9A2885799D3A}"/>
              </a:ext>
            </a:extLst>
          </p:cNvPr>
          <p:cNvSpPr/>
          <p:nvPr userDrawn="1"/>
        </p:nvSpPr>
        <p:spPr>
          <a:xfrm rot="8844">
            <a:off x="-4664" y="4569039"/>
            <a:ext cx="1890769" cy="183524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619116 w 2597267"/>
              <a:gd name="connsiteY0" fmla="*/ 2883410 h 2883410"/>
              <a:gd name="connsiteX1" fmla="*/ 783945 w 2597267"/>
              <a:gd name="connsiteY1" fmla="*/ 2332871 h 2883410"/>
              <a:gd name="connsiteX2" fmla="*/ 1086320 w 2597267"/>
              <a:gd name="connsiteY2" fmla="*/ 2235207 h 2883410"/>
              <a:gd name="connsiteX3" fmla="*/ 1554356 w 2597267"/>
              <a:gd name="connsiteY3" fmla="*/ 2301550 h 2883410"/>
              <a:gd name="connsiteX4" fmla="*/ 1882883 w 2597267"/>
              <a:gd name="connsiteY4" fmla="*/ 2585421 h 2883410"/>
              <a:gd name="connsiteX5" fmla="*/ 2318594 w 2597267"/>
              <a:gd name="connsiteY5" fmla="*/ 2790508 h 2883410"/>
              <a:gd name="connsiteX6" fmla="*/ 2577691 w 2597267"/>
              <a:gd name="connsiteY6" fmla="*/ 2371826 h 2883410"/>
              <a:gd name="connsiteX7" fmla="*/ 2572138 w 2597267"/>
              <a:gd name="connsiteY7" fmla="*/ 2100567 h 2883410"/>
              <a:gd name="connsiteX8" fmla="*/ 2399002 w 2597267"/>
              <a:gd name="connsiteY8" fmla="*/ 1799754 h 2883410"/>
              <a:gd name="connsiteX9" fmla="*/ 1746730 w 2597267"/>
              <a:gd name="connsiteY9" fmla="*/ 1316551 h 2883410"/>
              <a:gd name="connsiteX10" fmla="*/ 1506986 w 2597267"/>
              <a:gd name="connsiteY10" fmla="*/ 1173295 h 2883410"/>
              <a:gd name="connsiteX11" fmla="*/ 1227332 w 2597267"/>
              <a:gd name="connsiteY11" fmla="*/ 1002893 h 2883410"/>
              <a:gd name="connsiteX12" fmla="*/ 974980 w 2597267"/>
              <a:gd name="connsiteY12" fmla="*/ 924575 h 2883410"/>
              <a:gd name="connsiteX13" fmla="*/ 536154 w 2597267"/>
              <a:gd name="connsiteY13" fmla="*/ 611899 h 2883410"/>
              <a:gd name="connsiteX14" fmla="*/ 0 w 2597267"/>
              <a:gd name="connsiteY14" fmla="*/ 0 h 2883410"/>
              <a:gd name="connsiteX0" fmla="*/ 619116 w 2597267"/>
              <a:gd name="connsiteY0" fmla="*/ 2883410 h 2883410"/>
              <a:gd name="connsiteX1" fmla="*/ 783945 w 2597267"/>
              <a:gd name="connsiteY1" fmla="*/ 2332871 h 2883410"/>
              <a:gd name="connsiteX2" fmla="*/ 1086320 w 2597267"/>
              <a:gd name="connsiteY2" fmla="*/ 2235207 h 2883410"/>
              <a:gd name="connsiteX3" fmla="*/ 1554356 w 2597267"/>
              <a:gd name="connsiteY3" fmla="*/ 2301550 h 2883410"/>
              <a:gd name="connsiteX4" fmla="*/ 1882883 w 2597267"/>
              <a:gd name="connsiteY4" fmla="*/ 2585421 h 2883410"/>
              <a:gd name="connsiteX5" fmla="*/ 2318594 w 2597267"/>
              <a:gd name="connsiteY5" fmla="*/ 2790508 h 2883410"/>
              <a:gd name="connsiteX6" fmla="*/ 2577691 w 2597267"/>
              <a:gd name="connsiteY6" fmla="*/ 2371826 h 2883410"/>
              <a:gd name="connsiteX7" fmla="*/ 2572138 w 2597267"/>
              <a:gd name="connsiteY7" fmla="*/ 2100567 h 2883410"/>
              <a:gd name="connsiteX8" fmla="*/ 2399002 w 2597267"/>
              <a:gd name="connsiteY8" fmla="*/ 1799754 h 2883410"/>
              <a:gd name="connsiteX9" fmla="*/ 1746730 w 2597267"/>
              <a:gd name="connsiteY9" fmla="*/ 1316551 h 2883410"/>
              <a:gd name="connsiteX10" fmla="*/ 1506986 w 2597267"/>
              <a:gd name="connsiteY10" fmla="*/ 1173295 h 2883410"/>
              <a:gd name="connsiteX11" fmla="*/ 1227332 w 2597267"/>
              <a:gd name="connsiteY11" fmla="*/ 1002893 h 2883410"/>
              <a:gd name="connsiteX12" fmla="*/ 974980 w 2597267"/>
              <a:gd name="connsiteY12" fmla="*/ 924575 h 2883410"/>
              <a:gd name="connsiteX13" fmla="*/ 536154 w 2597267"/>
              <a:gd name="connsiteY13" fmla="*/ 611899 h 2883410"/>
              <a:gd name="connsiteX14" fmla="*/ 0 w 2597267"/>
              <a:gd name="connsiteY14" fmla="*/ 0 h 2883410"/>
              <a:gd name="connsiteX0" fmla="*/ 619116 w 2597267"/>
              <a:gd name="connsiteY0" fmla="*/ 2883410 h 2883410"/>
              <a:gd name="connsiteX1" fmla="*/ 783945 w 2597267"/>
              <a:gd name="connsiteY1" fmla="*/ 2332871 h 2883410"/>
              <a:gd name="connsiteX2" fmla="*/ 1086320 w 2597267"/>
              <a:gd name="connsiteY2" fmla="*/ 2235207 h 2883410"/>
              <a:gd name="connsiteX3" fmla="*/ 1554356 w 2597267"/>
              <a:gd name="connsiteY3" fmla="*/ 2301550 h 2883410"/>
              <a:gd name="connsiteX4" fmla="*/ 1916418 w 2597267"/>
              <a:gd name="connsiteY4" fmla="*/ 2549062 h 2883410"/>
              <a:gd name="connsiteX5" fmla="*/ 2318594 w 2597267"/>
              <a:gd name="connsiteY5" fmla="*/ 2790508 h 2883410"/>
              <a:gd name="connsiteX6" fmla="*/ 2577691 w 2597267"/>
              <a:gd name="connsiteY6" fmla="*/ 2371826 h 2883410"/>
              <a:gd name="connsiteX7" fmla="*/ 2572138 w 2597267"/>
              <a:gd name="connsiteY7" fmla="*/ 2100567 h 2883410"/>
              <a:gd name="connsiteX8" fmla="*/ 2399002 w 2597267"/>
              <a:gd name="connsiteY8" fmla="*/ 1799754 h 2883410"/>
              <a:gd name="connsiteX9" fmla="*/ 1746730 w 2597267"/>
              <a:gd name="connsiteY9" fmla="*/ 1316551 h 2883410"/>
              <a:gd name="connsiteX10" fmla="*/ 1506986 w 2597267"/>
              <a:gd name="connsiteY10" fmla="*/ 1173295 h 2883410"/>
              <a:gd name="connsiteX11" fmla="*/ 1227332 w 2597267"/>
              <a:gd name="connsiteY11" fmla="*/ 1002893 h 2883410"/>
              <a:gd name="connsiteX12" fmla="*/ 974980 w 2597267"/>
              <a:gd name="connsiteY12" fmla="*/ 924575 h 2883410"/>
              <a:gd name="connsiteX13" fmla="*/ 536154 w 2597267"/>
              <a:gd name="connsiteY13" fmla="*/ 611899 h 2883410"/>
              <a:gd name="connsiteX14" fmla="*/ 0 w 2597267"/>
              <a:gd name="connsiteY14" fmla="*/ 0 h 2883410"/>
              <a:gd name="connsiteX0" fmla="*/ 619116 w 2597267"/>
              <a:gd name="connsiteY0" fmla="*/ 2883410 h 2883410"/>
              <a:gd name="connsiteX1" fmla="*/ 783945 w 2597267"/>
              <a:gd name="connsiteY1" fmla="*/ 2332871 h 2883410"/>
              <a:gd name="connsiteX2" fmla="*/ 1086320 w 2597267"/>
              <a:gd name="connsiteY2" fmla="*/ 2235207 h 2883410"/>
              <a:gd name="connsiteX3" fmla="*/ 1554356 w 2597267"/>
              <a:gd name="connsiteY3" fmla="*/ 2301550 h 2883410"/>
              <a:gd name="connsiteX4" fmla="*/ 1916418 w 2597267"/>
              <a:gd name="connsiteY4" fmla="*/ 2549062 h 2883410"/>
              <a:gd name="connsiteX5" fmla="*/ 2108085 w 2597267"/>
              <a:gd name="connsiteY5" fmla="*/ 2747773 h 2883410"/>
              <a:gd name="connsiteX6" fmla="*/ 2318594 w 2597267"/>
              <a:gd name="connsiteY6" fmla="*/ 2790508 h 2883410"/>
              <a:gd name="connsiteX7" fmla="*/ 2577691 w 2597267"/>
              <a:gd name="connsiteY7" fmla="*/ 2371826 h 2883410"/>
              <a:gd name="connsiteX8" fmla="*/ 2572138 w 2597267"/>
              <a:gd name="connsiteY8" fmla="*/ 2100567 h 2883410"/>
              <a:gd name="connsiteX9" fmla="*/ 2399002 w 2597267"/>
              <a:gd name="connsiteY9" fmla="*/ 1799754 h 2883410"/>
              <a:gd name="connsiteX10" fmla="*/ 1746730 w 2597267"/>
              <a:gd name="connsiteY10" fmla="*/ 1316551 h 2883410"/>
              <a:gd name="connsiteX11" fmla="*/ 1506986 w 2597267"/>
              <a:gd name="connsiteY11" fmla="*/ 1173295 h 2883410"/>
              <a:gd name="connsiteX12" fmla="*/ 1227332 w 2597267"/>
              <a:gd name="connsiteY12" fmla="*/ 1002893 h 2883410"/>
              <a:gd name="connsiteX13" fmla="*/ 974980 w 2597267"/>
              <a:gd name="connsiteY13" fmla="*/ 924575 h 2883410"/>
              <a:gd name="connsiteX14" fmla="*/ 536154 w 2597267"/>
              <a:gd name="connsiteY14" fmla="*/ 611899 h 2883410"/>
              <a:gd name="connsiteX15" fmla="*/ 0 w 2597267"/>
              <a:gd name="connsiteY15" fmla="*/ 0 h 2883410"/>
              <a:gd name="connsiteX0" fmla="*/ 82962 w 2061113"/>
              <a:gd name="connsiteY0" fmla="*/ 2271511 h 2271511"/>
              <a:gd name="connsiteX1" fmla="*/ 247791 w 2061113"/>
              <a:gd name="connsiteY1" fmla="*/ 1720972 h 2271511"/>
              <a:gd name="connsiteX2" fmla="*/ 550166 w 2061113"/>
              <a:gd name="connsiteY2" fmla="*/ 1623308 h 2271511"/>
              <a:gd name="connsiteX3" fmla="*/ 1018202 w 2061113"/>
              <a:gd name="connsiteY3" fmla="*/ 1689651 h 2271511"/>
              <a:gd name="connsiteX4" fmla="*/ 1380264 w 2061113"/>
              <a:gd name="connsiteY4" fmla="*/ 1937163 h 2271511"/>
              <a:gd name="connsiteX5" fmla="*/ 1571931 w 2061113"/>
              <a:gd name="connsiteY5" fmla="*/ 2135874 h 2271511"/>
              <a:gd name="connsiteX6" fmla="*/ 1782440 w 2061113"/>
              <a:gd name="connsiteY6" fmla="*/ 2178609 h 2271511"/>
              <a:gd name="connsiteX7" fmla="*/ 2041537 w 2061113"/>
              <a:gd name="connsiteY7" fmla="*/ 1759927 h 2271511"/>
              <a:gd name="connsiteX8" fmla="*/ 2035984 w 2061113"/>
              <a:gd name="connsiteY8" fmla="*/ 1488668 h 2271511"/>
              <a:gd name="connsiteX9" fmla="*/ 1862848 w 2061113"/>
              <a:gd name="connsiteY9" fmla="*/ 1187855 h 2271511"/>
              <a:gd name="connsiteX10" fmla="*/ 1210576 w 2061113"/>
              <a:gd name="connsiteY10" fmla="*/ 704652 h 2271511"/>
              <a:gd name="connsiteX11" fmla="*/ 970832 w 2061113"/>
              <a:gd name="connsiteY11" fmla="*/ 561396 h 2271511"/>
              <a:gd name="connsiteX12" fmla="*/ 691178 w 2061113"/>
              <a:gd name="connsiteY12" fmla="*/ 390994 h 2271511"/>
              <a:gd name="connsiteX13" fmla="*/ 438826 w 2061113"/>
              <a:gd name="connsiteY13" fmla="*/ 312676 h 2271511"/>
              <a:gd name="connsiteX14" fmla="*/ 0 w 2061113"/>
              <a:gd name="connsiteY14" fmla="*/ 0 h 2271511"/>
              <a:gd name="connsiteX0" fmla="*/ 22312 w 2000463"/>
              <a:gd name="connsiteY0" fmla="*/ 2401181 h 2401181"/>
              <a:gd name="connsiteX1" fmla="*/ 187141 w 2000463"/>
              <a:gd name="connsiteY1" fmla="*/ 1850642 h 2401181"/>
              <a:gd name="connsiteX2" fmla="*/ 489516 w 2000463"/>
              <a:gd name="connsiteY2" fmla="*/ 1752978 h 2401181"/>
              <a:gd name="connsiteX3" fmla="*/ 957552 w 2000463"/>
              <a:gd name="connsiteY3" fmla="*/ 1819321 h 2401181"/>
              <a:gd name="connsiteX4" fmla="*/ 1319614 w 2000463"/>
              <a:gd name="connsiteY4" fmla="*/ 2066833 h 2401181"/>
              <a:gd name="connsiteX5" fmla="*/ 1511281 w 2000463"/>
              <a:gd name="connsiteY5" fmla="*/ 2265544 h 2401181"/>
              <a:gd name="connsiteX6" fmla="*/ 1721790 w 2000463"/>
              <a:gd name="connsiteY6" fmla="*/ 2308279 h 2401181"/>
              <a:gd name="connsiteX7" fmla="*/ 1980887 w 2000463"/>
              <a:gd name="connsiteY7" fmla="*/ 1889597 h 2401181"/>
              <a:gd name="connsiteX8" fmla="*/ 1975334 w 2000463"/>
              <a:gd name="connsiteY8" fmla="*/ 1618338 h 2401181"/>
              <a:gd name="connsiteX9" fmla="*/ 1802198 w 2000463"/>
              <a:gd name="connsiteY9" fmla="*/ 1317525 h 2401181"/>
              <a:gd name="connsiteX10" fmla="*/ 1149926 w 2000463"/>
              <a:gd name="connsiteY10" fmla="*/ 834322 h 2401181"/>
              <a:gd name="connsiteX11" fmla="*/ 910182 w 2000463"/>
              <a:gd name="connsiteY11" fmla="*/ 691066 h 2401181"/>
              <a:gd name="connsiteX12" fmla="*/ 630528 w 2000463"/>
              <a:gd name="connsiteY12" fmla="*/ 520664 h 2401181"/>
              <a:gd name="connsiteX13" fmla="*/ 378176 w 2000463"/>
              <a:gd name="connsiteY13" fmla="*/ 442346 h 2401181"/>
              <a:gd name="connsiteX14" fmla="*/ 0 w 2000463"/>
              <a:gd name="connsiteY14" fmla="*/ -1 h 2401181"/>
              <a:gd name="connsiteX0" fmla="*/ 22312 w 2000463"/>
              <a:gd name="connsiteY0" fmla="*/ 2401182 h 2401182"/>
              <a:gd name="connsiteX1" fmla="*/ 187141 w 2000463"/>
              <a:gd name="connsiteY1" fmla="*/ 1850643 h 2401182"/>
              <a:gd name="connsiteX2" fmla="*/ 489516 w 2000463"/>
              <a:gd name="connsiteY2" fmla="*/ 1752979 h 2401182"/>
              <a:gd name="connsiteX3" fmla="*/ 957552 w 2000463"/>
              <a:gd name="connsiteY3" fmla="*/ 1819322 h 2401182"/>
              <a:gd name="connsiteX4" fmla="*/ 1319614 w 2000463"/>
              <a:gd name="connsiteY4" fmla="*/ 2066834 h 2401182"/>
              <a:gd name="connsiteX5" fmla="*/ 1511281 w 2000463"/>
              <a:gd name="connsiteY5" fmla="*/ 2265545 h 2401182"/>
              <a:gd name="connsiteX6" fmla="*/ 1721790 w 2000463"/>
              <a:gd name="connsiteY6" fmla="*/ 2308280 h 2401182"/>
              <a:gd name="connsiteX7" fmla="*/ 1980887 w 2000463"/>
              <a:gd name="connsiteY7" fmla="*/ 1889598 h 2401182"/>
              <a:gd name="connsiteX8" fmla="*/ 1975334 w 2000463"/>
              <a:gd name="connsiteY8" fmla="*/ 1618339 h 2401182"/>
              <a:gd name="connsiteX9" fmla="*/ 1802198 w 2000463"/>
              <a:gd name="connsiteY9" fmla="*/ 1317526 h 2401182"/>
              <a:gd name="connsiteX10" fmla="*/ 1149926 w 2000463"/>
              <a:gd name="connsiteY10" fmla="*/ 834323 h 2401182"/>
              <a:gd name="connsiteX11" fmla="*/ 910182 w 2000463"/>
              <a:gd name="connsiteY11" fmla="*/ 691067 h 2401182"/>
              <a:gd name="connsiteX12" fmla="*/ 630528 w 2000463"/>
              <a:gd name="connsiteY12" fmla="*/ 520665 h 2401182"/>
              <a:gd name="connsiteX13" fmla="*/ 409367 w 2000463"/>
              <a:gd name="connsiteY13" fmla="*/ 289463 h 2401182"/>
              <a:gd name="connsiteX14" fmla="*/ 0 w 2000463"/>
              <a:gd name="connsiteY14" fmla="*/ 0 h 2401182"/>
              <a:gd name="connsiteX0" fmla="*/ 22312 w 2000463"/>
              <a:gd name="connsiteY0" fmla="*/ 2401182 h 2401182"/>
              <a:gd name="connsiteX1" fmla="*/ 187141 w 2000463"/>
              <a:gd name="connsiteY1" fmla="*/ 1850643 h 2401182"/>
              <a:gd name="connsiteX2" fmla="*/ 489516 w 2000463"/>
              <a:gd name="connsiteY2" fmla="*/ 1752979 h 2401182"/>
              <a:gd name="connsiteX3" fmla="*/ 957552 w 2000463"/>
              <a:gd name="connsiteY3" fmla="*/ 1819322 h 2401182"/>
              <a:gd name="connsiteX4" fmla="*/ 1319614 w 2000463"/>
              <a:gd name="connsiteY4" fmla="*/ 2066834 h 2401182"/>
              <a:gd name="connsiteX5" fmla="*/ 1511281 w 2000463"/>
              <a:gd name="connsiteY5" fmla="*/ 2265545 h 2401182"/>
              <a:gd name="connsiteX6" fmla="*/ 1721790 w 2000463"/>
              <a:gd name="connsiteY6" fmla="*/ 2308280 h 2401182"/>
              <a:gd name="connsiteX7" fmla="*/ 1980887 w 2000463"/>
              <a:gd name="connsiteY7" fmla="*/ 1889598 h 2401182"/>
              <a:gd name="connsiteX8" fmla="*/ 1975334 w 2000463"/>
              <a:gd name="connsiteY8" fmla="*/ 1618339 h 2401182"/>
              <a:gd name="connsiteX9" fmla="*/ 1802198 w 2000463"/>
              <a:gd name="connsiteY9" fmla="*/ 1317526 h 2401182"/>
              <a:gd name="connsiteX10" fmla="*/ 1149926 w 2000463"/>
              <a:gd name="connsiteY10" fmla="*/ 834323 h 2401182"/>
              <a:gd name="connsiteX11" fmla="*/ 910182 w 2000463"/>
              <a:gd name="connsiteY11" fmla="*/ 691067 h 2401182"/>
              <a:gd name="connsiteX12" fmla="*/ 794273 w 2000463"/>
              <a:gd name="connsiteY12" fmla="*/ 468354 h 2401182"/>
              <a:gd name="connsiteX13" fmla="*/ 409367 w 2000463"/>
              <a:gd name="connsiteY13" fmla="*/ 289463 h 2401182"/>
              <a:gd name="connsiteX14" fmla="*/ 0 w 2000463"/>
              <a:gd name="connsiteY14" fmla="*/ 0 h 2401182"/>
              <a:gd name="connsiteX0" fmla="*/ 22312 w 2000463"/>
              <a:gd name="connsiteY0" fmla="*/ 2401182 h 2401182"/>
              <a:gd name="connsiteX1" fmla="*/ 187141 w 2000463"/>
              <a:gd name="connsiteY1" fmla="*/ 1850643 h 2401182"/>
              <a:gd name="connsiteX2" fmla="*/ 489516 w 2000463"/>
              <a:gd name="connsiteY2" fmla="*/ 1752979 h 2401182"/>
              <a:gd name="connsiteX3" fmla="*/ 957552 w 2000463"/>
              <a:gd name="connsiteY3" fmla="*/ 1819322 h 2401182"/>
              <a:gd name="connsiteX4" fmla="*/ 1319614 w 2000463"/>
              <a:gd name="connsiteY4" fmla="*/ 2066834 h 2401182"/>
              <a:gd name="connsiteX5" fmla="*/ 1511281 w 2000463"/>
              <a:gd name="connsiteY5" fmla="*/ 2265545 h 2401182"/>
              <a:gd name="connsiteX6" fmla="*/ 1721790 w 2000463"/>
              <a:gd name="connsiteY6" fmla="*/ 2308280 h 2401182"/>
              <a:gd name="connsiteX7" fmla="*/ 1980887 w 2000463"/>
              <a:gd name="connsiteY7" fmla="*/ 1889598 h 2401182"/>
              <a:gd name="connsiteX8" fmla="*/ 1975334 w 2000463"/>
              <a:gd name="connsiteY8" fmla="*/ 1618339 h 2401182"/>
              <a:gd name="connsiteX9" fmla="*/ 1802198 w 2000463"/>
              <a:gd name="connsiteY9" fmla="*/ 1317526 h 2401182"/>
              <a:gd name="connsiteX10" fmla="*/ 1149926 w 2000463"/>
              <a:gd name="connsiteY10" fmla="*/ 834323 h 2401182"/>
              <a:gd name="connsiteX11" fmla="*/ 1008844 w 2000463"/>
              <a:gd name="connsiteY11" fmla="*/ 657090 h 2401182"/>
              <a:gd name="connsiteX12" fmla="*/ 794273 w 2000463"/>
              <a:gd name="connsiteY12" fmla="*/ 468354 h 2401182"/>
              <a:gd name="connsiteX13" fmla="*/ 409367 w 2000463"/>
              <a:gd name="connsiteY13" fmla="*/ 289463 h 2401182"/>
              <a:gd name="connsiteX14" fmla="*/ 0 w 2000463"/>
              <a:gd name="connsiteY14" fmla="*/ 0 h 2401182"/>
              <a:gd name="connsiteX0" fmla="*/ 22312 w 2006828"/>
              <a:gd name="connsiteY0" fmla="*/ 2401182 h 2401182"/>
              <a:gd name="connsiteX1" fmla="*/ 187141 w 2006828"/>
              <a:gd name="connsiteY1" fmla="*/ 1850643 h 2401182"/>
              <a:gd name="connsiteX2" fmla="*/ 489516 w 2006828"/>
              <a:gd name="connsiteY2" fmla="*/ 1752979 h 2401182"/>
              <a:gd name="connsiteX3" fmla="*/ 957552 w 2006828"/>
              <a:gd name="connsiteY3" fmla="*/ 1819322 h 2401182"/>
              <a:gd name="connsiteX4" fmla="*/ 1319614 w 2006828"/>
              <a:gd name="connsiteY4" fmla="*/ 2066834 h 2401182"/>
              <a:gd name="connsiteX5" fmla="*/ 1511281 w 2006828"/>
              <a:gd name="connsiteY5" fmla="*/ 2265545 h 2401182"/>
              <a:gd name="connsiteX6" fmla="*/ 1721790 w 2006828"/>
              <a:gd name="connsiteY6" fmla="*/ 2308280 h 2401182"/>
              <a:gd name="connsiteX7" fmla="*/ 1980887 w 2006828"/>
              <a:gd name="connsiteY7" fmla="*/ 1889598 h 2401182"/>
              <a:gd name="connsiteX8" fmla="*/ 1975334 w 2006828"/>
              <a:gd name="connsiteY8" fmla="*/ 1618339 h 2401182"/>
              <a:gd name="connsiteX9" fmla="*/ 1783038 w 2006828"/>
              <a:gd name="connsiteY9" fmla="*/ 1195877 h 2401182"/>
              <a:gd name="connsiteX10" fmla="*/ 1149926 w 2006828"/>
              <a:gd name="connsiteY10" fmla="*/ 834323 h 2401182"/>
              <a:gd name="connsiteX11" fmla="*/ 1008844 w 2006828"/>
              <a:gd name="connsiteY11" fmla="*/ 657090 h 2401182"/>
              <a:gd name="connsiteX12" fmla="*/ 794273 w 2006828"/>
              <a:gd name="connsiteY12" fmla="*/ 468354 h 2401182"/>
              <a:gd name="connsiteX13" fmla="*/ 409367 w 2006828"/>
              <a:gd name="connsiteY13" fmla="*/ 289463 h 2401182"/>
              <a:gd name="connsiteX14" fmla="*/ 0 w 2006828"/>
              <a:gd name="connsiteY14" fmla="*/ 0 h 240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06828" h="2401182">
                <a:moveTo>
                  <a:pt x="22312" y="2401182"/>
                </a:moveTo>
                <a:cubicBezTo>
                  <a:pt x="120997" y="2097826"/>
                  <a:pt x="109274" y="1958677"/>
                  <a:pt x="187141" y="1850643"/>
                </a:cubicBezTo>
                <a:cubicBezTo>
                  <a:pt x="265008" y="1742609"/>
                  <a:pt x="361114" y="1758199"/>
                  <a:pt x="489516" y="1752979"/>
                </a:cubicBezTo>
                <a:cubicBezTo>
                  <a:pt x="617918" y="1747759"/>
                  <a:pt x="819202" y="1767013"/>
                  <a:pt x="957552" y="1819322"/>
                </a:cubicBezTo>
                <a:cubicBezTo>
                  <a:pt x="1095902" y="1871631"/>
                  <a:pt x="1227326" y="1992464"/>
                  <a:pt x="1319614" y="2066834"/>
                </a:cubicBezTo>
                <a:cubicBezTo>
                  <a:pt x="1411902" y="2141204"/>
                  <a:pt x="1444252" y="2225304"/>
                  <a:pt x="1511281" y="2265545"/>
                </a:cubicBezTo>
                <a:cubicBezTo>
                  <a:pt x="1578310" y="2305786"/>
                  <a:pt x="1643522" y="2370938"/>
                  <a:pt x="1721790" y="2308280"/>
                </a:cubicBezTo>
                <a:cubicBezTo>
                  <a:pt x="1800058" y="2245622"/>
                  <a:pt x="1938630" y="2004588"/>
                  <a:pt x="1980887" y="1889598"/>
                </a:cubicBezTo>
                <a:cubicBezTo>
                  <a:pt x="2023144" y="1774608"/>
                  <a:pt x="2008309" y="1733959"/>
                  <a:pt x="1975334" y="1618339"/>
                </a:cubicBezTo>
                <a:cubicBezTo>
                  <a:pt x="1942359" y="1502719"/>
                  <a:pt x="1920606" y="1326546"/>
                  <a:pt x="1783038" y="1195877"/>
                </a:cubicBezTo>
                <a:cubicBezTo>
                  <a:pt x="1645470" y="1065208"/>
                  <a:pt x="1278958" y="924121"/>
                  <a:pt x="1149926" y="834323"/>
                </a:cubicBezTo>
                <a:cubicBezTo>
                  <a:pt x="1020894" y="744525"/>
                  <a:pt x="1068119" y="718085"/>
                  <a:pt x="1008844" y="657090"/>
                </a:cubicBezTo>
                <a:cubicBezTo>
                  <a:pt x="949569" y="596095"/>
                  <a:pt x="894186" y="529625"/>
                  <a:pt x="794273" y="468354"/>
                </a:cubicBezTo>
                <a:cubicBezTo>
                  <a:pt x="694360" y="407083"/>
                  <a:pt x="541746" y="367522"/>
                  <a:pt x="409367" y="289463"/>
                </a:cubicBezTo>
                <a:cubicBezTo>
                  <a:pt x="276988" y="211404"/>
                  <a:pt x="93630" y="63913"/>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D61FA94D-B0CB-0CB5-5935-52E519A02D23}"/>
              </a:ext>
            </a:extLst>
          </p:cNvPr>
          <p:cNvSpPr/>
          <p:nvPr userDrawn="1"/>
        </p:nvSpPr>
        <p:spPr>
          <a:xfrm rot="8844">
            <a:off x="-653524" y="4381034"/>
            <a:ext cx="9299" cy="7280"/>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8E317CB9-4632-779D-2121-035A45B48F6B}"/>
              </a:ext>
            </a:extLst>
          </p:cNvPr>
          <p:cNvSpPr/>
          <p:nvPr userDrawn="1"/>
        </p:nvSpPr>
        <p:spPr>
          <a:xfrm rot="8844">
            <a:off x="-653524" y="4381034"/>
            <a:ext cx="9299" cy="7280"/>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59C7E793-1C46-B006-FD03-2DE598952090}"/>
              </a:ext>
            </a:extLst>
          </p:cNvPr>
          <p:cNvSpPr/>
          <p:nvPr userDrawn="1"/>
        </p:nvSpPr>
        <p:spPr>
          <a:xfrm rot="8844">
            <a:off x="-9865" y="4890739"/>
            <a:ext cx="907064" cy="941165"/>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40220"/>
              <a:gd name="connsiteY0" fmla="*/ 1110917 h 1110917"/>
              <a:gd name="connsiteX1" fmla="*/ 627530 w 1240220"/>
              <a:gd name="connsiteY1" fmla="*/ 928697 h 1110917"/>
              <a:gd name="connsiteX2" fmla="*/ 956134 w 1240220"/>
              <a:gd name="connsiteY2" fmla="*/ 842951 h 1110917"/>
              <a:gd name="connsiteX3" fmla="*/ 1217052 w 1240220"/>
              <a:gd name="connsiteY3" fmla="*/ 829248 h 1110917"/>
              <a:gd name="connsiteX4" fmla="*/ 1150415 w 1240220"/>
              <a:gd name="connsiteY4" fmla="*/ 506100 h 1110917"/>
              <a:gd name="connsiteX5" fmla="*/ 537155 w 1240220"/>
              <a:gd name="connsiteY5" fmla="*/ 195284 h 1110917"/>
              <a:gd name="connsiteX6" fmla="*/ 352074 w 1240220"/>
              <a:gd name="connsiteY6" fmla="*/ -1 h 1110917"/>
              <a:gd name="connsiteX0" fmla="*/ 0 w 1240220"/>
              <a:gd name="connsiteY0" fmla="*/ 1110918 h 1110918"/>
              <a:gd name="connsiteX1" fmla="*/ 606170 w 1240220"/>
              <a:gd name="connsiteY1" fmla="*/ 788934 h 1110918"/>
              <a:gd name="connsiteX2" fmla="*/ 956134 w 1240220"/>
              <a:gd name="connsiteY2" fmla="*/ 842952 h 1110918"/>
              <a:gd name="connsiteX3" fmla="*/ 1217052 w 1240220"/>
              <a:gd name="connsiteY3" fmla="*/ 829249 h 1110918"/>
              <a:gd name="connsiteX4" fmla="*/ 1150415 w 1240220"/>
              <a:gd name="connsiteY4" fmla="*/ 506101 h 1110918"/>
              <a:gd name="connsiteX5" fmla="*/ 537155 w 1240220"/>
              <a:gd name="connsiteY5" fmla="*/ 195285 h 1110918"/>
              <a:gd name="connsiteX6" fmla="*/ 352074 w 1240220"/>
              <a:gd name="connsiteY6" fmla="*/ 0 h 1110918"/>
              <a:gd name="connsiteX0" fmla="*/ 0 w 917965"/>
              <a:gd name="connsiteY0" fmla="*/ 1156411 h 1156411"/>
              <a:gd name="connsiteX1" fmla="*/ 283915 w 917965"/>
              <a:gd name="connsiteY1" fmla="*/ 788934 h 1156411"/>
              <a:gd name="connsiteX2" fmla="*/ 633879 w 917965"/>
              <a:gd name="connsiteY2" fmla="*/ 842952 h 1156411"/>
              <a:gd name="connsiteX3" fmla="*/ 894797 w 917965"/>
              <a:gd name="connsiteY3" fmla="*/ 829249 h 1156411"/>
              <a:gd name="connsiteX4" fmla="*/ 828160 w 917965"/>
              <a:gd name="connsiteY4" fmla="*/ 506101 h 1156411"/>
              <a:gd name="connsiteX5" fmla="*/ 214900 w 917965"/>
              <a:gd name="connsiteY5" fmla="*/ 195285 h 1156411"/>
              <a:gd name="connsiteX6" fmla="*/ 29819 w 917965"/>
              <a:gd name="connsiteY6" fmla="*/ 0 h 1156411"/>
              <a:gd name="connsiteX0" fmla="*/ 0 w 893830"/>
              <a:gd name="connsiteY0" fmla="*/ 1156411 h 1156411"/>
              <a:gd name="connsiteX1" fmla="*/ 283915 w 893830"/>
              <a:gd name="connsiteY1" fmla="*/ 788934 h 1156411"/>
              <a:gd name="connsiteX2" fmla="*/ 633879 w 893830"/>
              <a:gd name="connsiteY2" fmla="*/ 842952 h 1156411"/>
              <a:gd name="connsiteX3" fmla="*/ 854654 w 893830"/>
              <a:gd name="connsiteY3" fmla="*/ 896719 h 1156411"/>
              <a:gd name="connsiteX4" fmla="*/ 828160 w 893830"/>
              <a:gd name="connsiteY4" fmla="*/ 506101 h 1156411"/>
              <a:gd name="connsiteX5" fmla="*/ 214900 w 893830"/>
              <a:gd name="connsiteY5" fmla="*/ 195285 h 1156411"/>
              <a:gd name="connsiteX6" fmla="*/ 29819 w 893830"/>
              <a:gd name="connsiteY6" fmla="*/ 0 h 1156411"/>
              <a:gd name="connsiteX0" fmla="*/ 0 w 893373"/>
              <a:gd name="connsiteY0" fmla="*/ 1156411 h 1156411"/>
              <a:gd name="connsiteX1" fmla="*/ 283915 w 893373"/>
              <a:gd name="connsiteY1" fmla="*/ 788934 h 1156411"/>
              <a:gd name="connsiteX2" fmla="*/ 641831 w 893373"/>
              <a:gd name="connsiteY2" fmla="*/ 990531 h 1156411"/>
              <a:gd name="connsiteX3" fmla="*/ 854654 w 893373"/>
              <a:gd name="connsiteY3" fmla="*/ 896719 h 1156411"/>
              <a:gd name="connsiteX4" fmla="*/ 828160 w 893373"/>
              <a:gd name="connsiteY4" fmla="*/ 506101 h 1156411"/>
              <a:gd name="connsiteX5" fmla="*/ 214900 w 893373"/>
              <a:gd name="connsiteY5" fmla="*/ 195285 h 1156411"/>
              <a:gd name="connsiteX6" fmla="*/ 29819 w 893373"/>
              <a:gd name="connsiteY6" fmla="*/ 0 h 1156411"/>
              <a:gd name="connsiteX0" fmla="*/ 0 w 892856"/>
              <a:gd name="connsiteY0" fmla="*/ 1156411 h 1156411"/>
              <a:gd name="connsiteX1" fmla="*/ 283915 w 892856"/>
              <a:gd name="connsiteY1" fmla="*/ 788934 h 1156411"/>
              <a:gd name="connsiteX2" fmla="*/ 641831 w 892856"/>
              <a:gd name="connsiteY2" fmla="*/ 990531 h 1156411"/>
              <a:gd name="connsiteX3" fmla="*/ 854654 w 892856"/>
              <a:gd name="connsiteY3" fmla="*/ 896719 h 1156411"/>
              <a:gd name="connsiteX4" fmla="*/ 828160 w 892856"/>
              <a:gd name="connsiteY4" fmla="*/ 506101 h 1156411"/>
              <a:gd name="connsiteX5" fmla="*/ 222630 w 892856"/>
              <a:gd name="connsiteY5" fmla="*/ 226334 h 1156411"/>
              <a:gd name="connsiteX6" fmla="*/ 29819 w 892856"/>
              <a:gd name="connsiteY6" fmla="*/ 0 h 1156411"/>
              <a:gd name="connsiteX0" fmla="*/ 0 w 875929"/>
              <a:gd name="connsiteY0" fmla="*/ 1156411 h 1156411"/>
              <a:gd name="connsiteX1" fmla="*/ 283915 w 875929"/>
              <a:gd name="connsiteY1" fmla="*/ 788934 h 1156411"/>
              <a:gd name="connsiteX2" fmla="*/ 641831 w 875929"/>
              <a:gd name="connsiteY2" fmla="*/ 990531 h 1156411"/>
              <a:gd name="connsiteX3" fmla="*/ 854654 w 875929"/>
              <a:gd name="connsiteY3" fmla="*/ 896719 h 1156411"/>
              <a:gd name="connsiteX4" fmla="*/ 828160 w 875929"/>
              <a:gd name="connsiteY4" fmla="*/ 506101 h 1156411"/>
              <a:gd name="connsiteX5" fmla="*/ 498967 w 875929"/>
              <a:gd name="connsiteY5" fmla="*/ 274278 h 1156411"/>
              <a:gd name="connsiteX6" fmla="*/ 222630 w 875929"/>
              <a:gd name="connsiteY6" fmla="*/ 226334 h 1156411"/>
              <a:gd name="connsiteX7" fmla="*/ 29819 w 875929"/>
              <a:gd name="connsiteY7" fmla="*/ 0 h 1156411"/>
              <a:gd name="connsiteX0" fmla="*/ 2925 w 878854"/>
              <a:gd name="connsiteY0" fmla="*/ 1231395 h 1231395"/>
              <a:gd name="connsiteX1" fmla="*/ 286840 w 878854"/>
              <a:gd name="connsiteY1" fmla="*/ 863918 h 1231395"/>
              <a:gd name="connsiteX2" fmla="*/ 644756 w 878854"/>
              <a:gd name="connsiteY2" fmla="*/ 1065515 h 1231395"/>
              <a:gd name="connsiteX3" fmla="*/ 857579 w 878854"/>
              <a:gd name="connsiteY3" fmla="*/ 971703 h 1231395"/>
              <a:gd name="connsiteX4" fmla="*/ 831085 w 878854"/>
              <a:gd name="connsiteY4" fmla="*/ 581085 h 1231395"/>
              <a:gd name="connsiteX5" fmla="*/ 501892 w 878854"/>
              <a:gd name="connsiteY5" fmla="*/ 349262 h 1231395"/>
              <a:gd name="connsiteX6" fmla="*/ 225555 w 878854"/>
              <a:gd name="connsiteY6" fmla="*/ 301318 h 1231395"/>
              <a:gd name="connsiteX7" fmla="*/ 0 w 878854"/>
              <a:gd name="connsiteY7" fmla="*/ 0 h 1231395"/>
              <a:gd name="connsiteX0" fmla="*/ 2925 w 878854"/>
              <a:gd name="connsiteY0" fmla="*/ 1231395 h 1231395"/>
              <a:gd name="connsiteX1" fmla="*/ 286840 w 878854"/>
              <a:gd name="connsiteY1" fmla="*/ 863918 h 1231395"/>
              <a:gd name="connsiteX2" fmla="*/ 644756 w 878854"/>
              <a:gd name="connsiteY2" fmla="*/ 1065515 h 1231395"/>
              <a:gd name="connsiteX3" fmla="*/ 857579 w 878854"/>
              <a:gd name="connsiteY3" fmla="*/ 971703 h 1231395"/>
              <a:gd name="connsiteX4" fmla="*/ 831085 w 878854"/>
              <a:gd name="connsiteY4" fmla="*/ 581085 h 1231395"/>
              <a:gd name="connsiteX5" fmla="*/ 501892 w 878854"/>
              <a:gd name="connsiteY5" fmla="*/ 349262 h 1231395"/>
              <a:gd name="connsiteX6" fmla="*/ 225555 w 878854"/>
              <a:gd name="connsiteY6" fmla="*/ 301318 h 1231395"/>
              <a:gd name="connsiteX7" fmla="*/ 0 w 878854"/>
              <a:gd name="connsiteY7" fmla="*/ 0 h 1231395"/>
              <a:gd name="connsiteX0" fmla="*/ 2925 w 878854"/>
              <a:gd name="connsiteY0" fmla="*/ 1231395 h 1231395"/>
              <a:gd name="connsiteX1" fmla="*/ 286840 w 878854"/>
              <a:gd name="connsiteY1" fmla="*/ 863918 h 1231395"/>
              <a:gd name="connsiteX2" fmla="*/ 644756 w 878854"/>
              <a:gd name="connsiteY2" fmla="*/ 1065515 h 1231395"/>
              <a:gd name="connsiteX3" fmla="*/ 857579 w 878854"/>
              <a:gd name="connsiteY3" fmla="*/ 971703 h 1231395"/>
              <a:gd name="connsiteX4" fmla="*/ 831085 w 878854"/>
              <a:gd name="connsiteY4" fmla="*/ 581085 h 1231395"/>
              <a:gd name="connsiteX5" fmla="*/ 501892 w 878854"/>
              <a:gd name="connsiteY5" fmla="*/ 349262 h 1231395"/>
              <a:gd name="connsiteX6" fmla="*/ 237238 w 878854"/>
              <a:gd name="connsiteY6" fmla="*/ 394504 h 1231395"/>
              <a:gd name="connsiteX7" fmla="*/ 0 w 878854"/>
              <a:gd name="connsiteY7" fmla="*/ 0 h 123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854" h="1231395">
                <a:moveTo>
                  <a:pt x="2925" y="1231395"/>
                </a:moveTo>
                <a:cubicBezTo>
                  <a:pt x="156359" y="1056746"/>
                  <a:pt x="179868" y="891565"/>
                  <a:pt x="286840" y="863918"/>
                </a:cubicBezTo>
                <a:cubicBezTo>
                  <a:pt x="393812" y="836271"/>
                  <a:pt x="549633" y="1047551"/>
                  <a:pt x="644756" y="1065515"/>
                </a:cubicBezTo>
                <a:cubicBezTo>
                  <a:pt x="739879" y="1083479"/>
                  <a:pt x="826524" y="1052441"/>
                  <a:pt x="857579" y="971703"/>
                </a:cubicBezTo>
                <a:cubicBezTo>
                  <a:pt x="888634" y="890965"/>
                  <a:pt x="890366" y="684825"/>
                  <a:pt x="831085" y="581085"/>
                </a:cubicBezTo>
                <a:cubicBezTo>
                  <a:pt x="771804" y="477345"/>
                  <a:pt x="602814" y="395890"/>
                  <a:pt x="501892" y="349262"/>
                </a:cubicBezTo>
                <a:cubicBezTo>
                  <a:pt x="400970" y="302634"/>
                  <a:pt x="313856" y="453170"/>
                  <a:pt x="237238" y="394504"/>
                </a:cubicBezTo>
                <a:cubicBezTo>
                  <a:pt x="85695" y="271631"/>
                  <a:pt x="83131" y="125310"/>
                  <a:pt x="0"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55F22203-7F36-58C2-4778-D0E77D2D19B9}"/>
              </a:ext>
            </a:extLst>
          </p:cNvPr>
          <p:cNvSpPr/>
          <p:nvPr userDrawn="1"/>
        </p:nvSpPr>
        <p:spPr>
          <a:xfrm rot="8844">
            <a:off x="-5058" y="4740141"/>
            <a:ext cx="1439791" cy="856269"/>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474673 w 1474673"/>
              <a:gd name="connsiteY0" fmla="*/ 1120321 h 1120321"/>
              <a:gd name="connsiteX1" fmla="*/ 1219880 w 1474673"/>
              <a:gd name="connsiteY1" fmla="*/ 898008 h 1120321"/>
              <a:gd name="connsiteX2" fmla="*/ 834289 w 1474673"/>
              <a:gd name="connsiteY2" fmla="*/ 571758 h 1120321"/>
              <a:gd name="connsiteX3" fmla="*/ 242900 w 1474673"/>
              <a:gd name="connsiteY3" fmla="*/ 242974 h 1120321"/>
              <a:gd name="connsiteX4" fmla="*/ 0 w 1474673"/>
              <a:gd name="connsiteY4" fmla="*/ 1 h 112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673" h="1120321">
                <a:moveTo>
                  <a:pt x="1474673" y="1120321"/>
                </a:moveTo>
                <a:cubicBezTo>
                  <a:pt x="1401902" y="1033739"/>
                  <a:pt x="1326611" y="989435"/>
                  <a:pt x="1219880" y="898008"/>
                </a:cubicBezTo>
                <a:cubicBezTo>
                  <a:pt x="1113149" y="806581"/>
                  <a:pt x="1017116" y="633265"/>
                  <a:pt x="834289" y="571758"/>
                </a:cubicBezTo>
                <a:cubicBezTo>
                  <a:pt x="611520" y="496814"/>
                  <a:pt x="422066" y="394993"/>
                  <a:pt x="242900" y="242974"/>
                </a:cubicBezTo>
                <a:cubicBezTo>
                  <a:pt x="128696" y="146104"/>
                  <a:pt x="135731" y="61818"/>
                  <a:pt x="0" y="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9AFC9FF9-4E84-2DCC-1F23-C84800011261}"/>
              </a:ext>
            </a:extLst>
          </p:cNvPr>
          <p:cNvSpPr/>
          <p:nvPr userDrawn="1"/>
        </p:nvSpPr>
        <p:spPr>
          <a:xfrm rot="8844">
            <a:off x="-11166" y="5594113"/>
            <a:ext cx="1511852" cy="371080"/>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425157"/>
              <a:gd name="connsiteY0" fmla="*/ 319373 h 386829"/>
              <a:gd name="connsiteX1" fmla="*/ 290009 w 1425157"/>
              <a:gd name="connsiteY1" fmla="*/ 334538 h 386829"/>
              <a:gd name="connsiteX2" fmla="*/ 543116 w 1425157"/>
              <a:gd name="connsiteY2" fmla="*/ 278702 h 386829"/>
              <a:gd name="connsiteX3" fmla="*/ 689039 w 1425157"/>
              <a:gd name="connsiteY3" fmla="*/ 302609 h 386829"/>
              <a:gd name="connsiteX4" fmla="*/ 980980 w 1425157"/>
              <a:gd name="connsiteY4" fmla="*/ 360045 h 386829"/>
              <a:gd name="connsiteX5" fmla="*/ 1191482 w 1425157"/>
              <a:gd name="connsiteY5" fmla="*/ 386334 h 386829"/>
              <a:gd name="connsiteX6" fmla="*/ 1368362 w 1425157"/>
              <a:gd name="connsiteY6" fmla="*/ 0 h 386829"/>
              <a:gd name="connsiteX0" fmla="*/ 0 w 1548479"/>
              <a:gd name="connsiteY0" fmla="*/ 485512 h 485512"/>
              <a:gd name="connsiteX1" fmla="*/ 413331 w 1548479"/>
              <a:gd name="connsiteY1" fmla="*/ 334538 h 485512"/>
              <a:gd name="connsiteX2" fmla="*/ 666438 w 1548479"/>
              <a:gd name="connsiteY2" fmla="*/ 278702 h 485512"/>
              <a:gd name="connsiteX3" fmla="*/ 812361 w 1548479"/>
              <a:gd name="connsiteY3" fmla="*/ 302609 h 485512"/>
              <a:gd name="connsiteX4" fmla="*/ 1104302 w 1548479"/>
              <a:gd name="connsiteY4" fmla="*/ 360045 h 485512"/>
              <a:gd name="connsiteX5" fmla="*/ 1314804 w 1548479"/>
              <a:gd name="connsiteY5" fmla="*/ 386334 h 485512"/>
              <a:gd name="connsiteX6" fmla="*/ 1491684 w 1548479"/>
              <a:gd name="connsiteY6" fmla="*/ 0 h 485512"/>
              <a:gd name="connsiteX0" fmla="*/ 0 w 1548479"/>
              <a:gd name="connsiteY0" fmla="*/ 485512 h 485512"/>
              <a:gd name="connsiteX1" fmla="*/ 413331 w 1548479"/>
              <a:gd name="connsiteY1" fmla="*/ 334538 h 485512"/>
              <a:gd name="connsiteX2" fmla="*/ 666438 w 1548479"/>
              <a:gd name="connsiteY2" fmla="*/ 278702 h 485512"/>
              <a:gd name="connsiteX3" fmla="*/ 812361 w 1548479"/>
              <a:gd name="connsiteY3" fmla="*/ 302609 h 485512"/>
              <a:gd name="connsiteX4" fmla="*/ 1104302 w 1548479"/>
              <a:gd name="connsiteY4" fmla="*/ 360045 h 485512"/>
              <a:gd name="connsiteX5" fmla="*/ 1314804 w 1548479"/>
              <a:gd name="connsiteY5" fmla="*/ 386334 h 485512"/>
              <a:gd name="connsiteX6" fmla="*/ 1491684 w 1548479"/>
              <a:gd name="connsiteY6" fmla="*/ 0 h 485512"/>
              <a:gd name="connsiteX0" fmla="*/ 0 w 1548479"/>
              <a:gd name="connsiteY0" fmla="*/ 485512 h 485512"/>
              <a:gd name="connsiteX1" fmla="*/ 340020 w 1548479"/>
              <a:gd name="connsiteY1" fmla="*/ 169047 h 485512"/>
              <a:gd name="connsiteX2" fmla="*/ 666438 w 1548479"/>
              <a:gd name="connsiteY2" fmla="*/ 278702 h 485512"/>
              <a:gd name="connsiteX3" fmla="*/ 812361 w 1548479"/>
              <a:gd name="connsiteY3" fmla="*/ 302609 h 485512"/>
              <a:gd name="connsiteX4" fmla="*/ 1104302 w 1548479"/>
              <a:gd name="connsiteY4" fmla="*/ 360045 h 485512"/>
              <a:gd name="connsiteX5" fmla="*/ 1314804 w 1548479"/>
              <a:gd name="connsiteY5" fmla="*/ 386334 h 485512"/>
              <a:gd name="connsiteX6" fmla="*/ 1491684 w 1548479"/>
              <a:gd name="connsiteY6" fmla="*/ 0 h 48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8479" h="485512">
                <a:moveTo>
                  <a:pt x="0" y="485512"/>
                </a:moveTo>
                <a:cubicBezTo>
                  <a:pt x="141586" y="214328"/>
                  <a:pt x="228947" y="203515"/>
                  <a:pt x="340020" y="169047"/>
                </a:cubicBezTo>
                <a:cubicBezTo>
                  <a:pt x="451093" y="134579"/>
                  <a:pt x="587715" y="256442"/>
                  <a:pt x="666438" y="278702"/>
                </a:cubicBezTo>
                <a:cubicBezTo>
                  <a:pt x="745161" y="300962"/>
                  <a:pt x="763878" y="293751"/>
                  <a:pt x="812361" y="302609"/>
                </a:cubicBezTo>
                <a:cubicBezTo>
                  <a:pt x="909897" y="320516"/>
                  <a:pt x="1007242" y="339471"/>
                  <a:pt x="1104302" y="360045"/>
                </a:cubicBezTo>
                <a:cubicBezTo>
                  <a:pt x="1173930" y="374809"/>
                  <a:pt x="1243938" y="389763"/>
                  <a:pt x="1314804" y="386334"/>
                </a:cubicBezTo>
                <a:cubicBezTo>
                  <a:pt x="1379669" y="383191"/>
                  <a:pt x="1669230" y="391287"/>
                  <a:pt x="1491684"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9584D94B-4E29-C8ED-BFF5-6459EDAC74B2}"/>
              </a:ext>
            </a:extLst>
          </p:cNvPr>
          <p:cNvSpPr/>
          <p:nvPr userDrawn="1"/>
        </p:nvSpPr>
        <p:spPr>
          <a:xfrm rot="8844">
            <a:off x="-7786" y="5035461"/>
            <a:ext cx="701289" cy="654808"/>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1666 w 591478"/>
              <a:gd name="connsiteY0" fmla="*/ 787379 h 787379"/>
              <a:gd name="connsiteX1" fmla="*/ 207109 w 591478"/>
              <a:gd name="connsiteY1" fmla="*/ 518761 h 787379"/>
              <a:gd name="connsiteX2" fmla="*/ 580843 w 591478"/>
              <a:gd name="connsiteY2" fmla="*/ 551013 h 787379"/>
              <a:gd name="connsiteX3" fmla="*/ 463052 w 591478"/>
              <a:gd name="connsiteY3" fmla="*/ 290579 h 787379"/>
              <a:gd name="connsiteX4" fmla="*/ 0 w 591478"/>
              <a:gd name="connsiteY4" fmla="*/ 0 h 787379"/>
              <a:gd name="connsiteX0" fmla="*/ 1666 w 591478"/>
              <a:gd name="connsiteY0" fmla="*/ 787379 h 787379"/>
              <a:gd name="connsiteX1" fmla="*/ 207109 w 591478"/>
              <a:gd name="connsiteY1" fmla="*/ 518761 h 787379"/>
              <a:gd name="connsiteX2" fmla="*/ 580843 w 591478"/>
              <a:gd name="connsiteY2" fmla="*/ 551013 h 787379"/>
              <a:gd name="connsiteX3" fmla="*/ 463052 w 591478"/>
              <a:gd name="connsiteY3" fmla="*/ 290579 h 787379"/>
              <a:gd name="connsiteX4" fmla="*/ 0 w 591478"/>
              <a:gd name="connsiteY4" fmla="*/ 0 h 787379"/>
              <a:gd name="connsiteX0" fmla="*/ 1666 w 591478"/>
              <a:gd name="connsiteY0" fmla="*/ 787379 h 787379"/>
              <a:gd name="connsiteX1" fmla="*/ 207109 w 591478"/>
              <a:gd name="connsiteY1" fmla="*/ 518761 h 787379"/>
              <a:gd name="connsiteX2" fmla="*/ 580843 w 591478"/>
              <a:gd name="connsiteY2" fmla="*/ 551013 h 787379"/>
              <a:gd name="connsiteX3" fmla="*/ 463052 w 591478"/>
              <a:gd name="connsiteY3" fmla="*/ 290579 h 787379"/>
              <a:gd name="connsiteX4" fmla="*/ 0 w 591478"/>
              <a:gd name="connsiteY4" fmla="*/ 0 h 787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78" h="787379">
                <a:moveTo>
                  <a:pt x="1666" y="787379"/>
                </a:moveTo>
                <a:cubicBezTo>
                  <a:pt x="45945" y="600571"/>
                  <a:pt x="110580" y="558155"/>
                  <a:pt x="207109" y="518761"/>
                </a:cubicBezTo>
                <a:cubicBezTo>
                  <a:pt x="303638" y="479367"/>
                  <a:pt x="538186" y="589043"/>
                  <a:pt x="580843" y="551013"/>
                </a:cubicBezTo>
                <a:cubicBezTo>
                  <a:pt x="623500" y="512983"/>
                  <a:pt x="528370" y="356287"/>
                  <a:pt x="463052" y="290579"/>
                </a:cubicBezTo>
                <a:cubicBezTo>
                  <a:pt x="319979" y="173884"/>
                  <a:pt x="140138" y="522595"/>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A6DB71B0-A616-D7DE-335D-4C87FD9228F3}"/>
              </a:ext>
            </a:extLst>
          </p:cNvPr>
          <p:cNvSpPr/>
          <p:nvPr userDrawn="1"/>
        </p:nvSpPr>
        <p:spPr>
          <a:xfrm rot="8844">
            <a:off x="-10204" y="4338382"/>
            <a:ext cx="4909422" cy="1123045"/>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11005"/>
              <a:gd name="connsiteY0" fmla="*/ 0 h 1567167"/>
              <a:gd name="connsiteX1" fmla="*/ 523849 w 5211005"/>
              <a:gd name="connsiteY1" fmla="*/ 505166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028362"/>
              <a:gd name="connsiteY0" fmla="*/ -1 h 1469363"/>
              <a:gd name="connsiteX1" fmla="*/ 341206 w 5028362"/>
              <a:gd name="connsiteY1" fmla="*/ 407362 h 1469363"/>
              <a:gd name="connsiteX2" fmla="*/ 1032711 w 5028362"/>
              <a:gd name="connsiteY2" fmla="*/ 769718 h 1469363"/>
              <a:gd name="connsiteX3" fmla="*/ 1330810 w 5028362"/>
              <a:gd name="connsiteY3" fmla="*/ 967099 h 1469363"/>
              <a:gd name="connsiteX4" fmla="*/ 1512888 w 5028362"/>
              <a:gd name="connsiteY4" fmla="*/ 1115262 h 1469363"/>
              <a:gd name="connsiteX5" fmla="*/ 1823593 w 5028362"/>
              <a:gd name="connsiteY5" fmla="*/ 1313096 h 1469363"/>
              <a:gd name="connsiteX6" fmla="*/ 1969802 w 5028362"/>
              <a:gd name="connsiteY6" fmla="*/ 1402822 h 1469363"/>
              <a:gd name="connsiteX7" fmla="*/ 2204117 w 5028362"/>
              <a:gd name="connsiteY7" fmla="*/ 1469306 h 1469363"/>
              <a:gd name="connsiteX8" fmla="*/ 2496535 w 5028362"/>
              <a:gd name="connsiteY8" fmla="*/ 1326336 h 1469363"/>
              <a:gd name="connsiteX9" fmla="*/ 2654364 w 5028362"/>
              <a:gd name="connsiteY9" fmla="*/ 1080305 h 1469363"/>
              <a:gd name="connsiteX10" fmla="*/ 2789428 w 5028362"/>
              <a:gd name="connsiteY10" fmla="*/ 773124 h 1469363"/>
              <a:gd name="connsiteX11" fmla="*/ 2918207 w 5028362"/>
              <a:gd name="connsiteY11" fmla="*/ 609675 h 1469363"/>
              <a:gd name="connsiteX12" fmla="*/ 3182386 w 5028362"/>
              <a:gd name="connsiteY12" fmla="*/ 346518 h 1469363"/>
              <a:gd name="connsiteX13" fmla="*/ 3409697 w 5028362"/>
              <a:gd name="connsiteY13" fmla="*/ 523760 h 1469363"/>
              <a:gd name="connsiteX14" fmla="*/ 3751739 w 5028362"/>
              <a:gd name="connsiteY14" fmla="*/ 581957 h 1469363"/>
              <a:gd name="connsiteX15" fmla="*/ 4133692 w 5028362"/>
              <a:gd name="connsiteY15" fmla="*/ 618629 h 1469363"/>
              <a:gd name="connsiteX16" fmla="*/ 4432777 w 5028362"/>
              <a:gd name="connsiteY16" fmla="*/ 618629 h 1469363"/>
              <a:gd name="connsiteX17" fmla="*/ 4664801 w 5028362"/>
              <a:gd name="connsiteY17" fmla="*/ 514233 h 1469363"/>
              <a:gd name="connsiteX18" fmla="*/ 5028362 w 5028362"/>
              <a:gd name="connsiteY18" fmla="*/ 295963 h 1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28362" h="1469363">
                <a:moveTo>
                  <a:pt x="0" y="-1"/>
                </a:moveTo>
                <a:cubicBezTo>
                  <a:pt x="116135" y="96408"/>
                  <a:pt x="169088" y="279076"/>
                  <a:pt x="341206" y="407362"/>
                </a:cubicBezTo>
                <a:cubicBezTo>
                  <a:pt x="513325" y="535649"/>
                  <a:pt x="867777" y="676428"/>
                  <a:pt x="1032711" y="769718"/>
                </a:cubicBezTo>
                <a:cubicBezTo>
                  <a:pt x="1197645" y="863008"/>
                  <a:pt x="1250780" y="909508"/>
                  <a:pt x="1330810" y="967099"/>
                </a:cubicBezTo>
                <a:cubicBezTo>
                  <a:pt x="1410840" y="1024690"/>
                  <a:pt x="1430758" y="1057596"/>
                  <a:pt x="1512888" y="1115262"/>
                </a:cubicBezTo>
                <a:cubicBezTo>
                  <a:pt x="1595018" y="1172928"/>
                  <a:pt x="1721581" y="1244612"/>
                  <a:pt x="1823593" y="1313096"/>
                </a:cubicBezTo>
                <a:cubicBezTo>
                  <a:pt x="1871123" y="1345005"/>
                  <a:pt x="1919320" y="1375866"/>
                  <a:pt x="1969802" y="1402822"/>
                </a:cubicBezTo>
                <a:cubicBezTo>
                  <a:pt x="2042764" y="1441874"/>
                  <a:pt x="2121726" y="1470830"/>
                  <a:pt x="2204117" y="1469306"/>
                </a:cubicBezTo>
                <a:cubicBezTo>
                  <a:pt x="2316417" y="1467306"/>
                  <a:pt x="2418144" y="1407680"/>
                  <a:pt x="2496535" y="1326336"/>
                </a:cubicBezTo>
                <a:cubicBezTo>
                  <a:pt x="2564639" y="1255756"/>
                  <a:pt x="2614169" y="1170031"/>
                  <a:pt x="2654364" y="1080305"/>
                </a:cubicBezTo>
                <a:cubicBezTo>
                  <a:pt x="2700179" y="978102"/>
                  <a:pt x="2734755" y="870755"/>
                  <a:pt x="2789428" y="773124"/>
                </a:cubicBezTo>
                <a:cubicBezTo>
                  <a:pt x="2823623" y="712164"/>
                  <a:pt x="2852714" y="680776"/>
                  <a:pt x="2918207" y="609675"/>
                </a:cubicBezTo>
                <a:cubicBezTo>
                  <a:pt x="2983700" y="538574"/>
                  <a:pt x="3082088" y="351662"/>
                  <a:pt x="3182386" y="346518"/>
                </a:cubicBezTo>
                <a:cubicBezTo>
                  <a:pt x="3257729" y="342613"/>
                  <a:pt x="3314805" y="484520"/>
                  <a:pt x="3409697" y="523760"/>
                </a:cubicBezTo>
                <a:cubicBezTo>
                  <a:pt x="3504589" y="563000"/>
                  <a:pt x="3636963" y="566813"/>
                  <a:pt x="3751739" y="581957"/>
                </a:cubicBezTo>
                <a:cubicBezTo>
                  <a:pt x="3878612" y="598626"/>
                  <a:pt x="4005866" y="613485"/>
                  <a:pt x="4133692" y="618629"/>
                </a:cubicBezTo>
                <a:cubicBezTo>
                  <a:pt x="4233324" y="622629"/>
                  <a:pt x="4344259" y="636028"/>
                  <a:pt x="4432777" y="618629"/>
                </a:cubicBezTo>
                <a:cubicBezTo>
                  <a:pt x="4521295" y="601230"/>
                  <a:pt x="4565537" y="568011"/>
                  <a:pt x="4664801" y="514233"/>
                </a:cubicBezTo>
                <a:cubicBezTo>
                  <a:pt x="4764065" y="460455"/>
                  <a:pt x="4914525" y="289503"/>
                  <a:pt x="5028362" y="29596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406DABCD-D54B-6374-7278-B1AEACA077C3}"/>
              </a:ext>
            </a:extLst>
          </p:cNvPr>
          <p:cNvSpPr/>
          <p:nvPr userDrawn="1"/>
        </p:nvSpPr>
        <p:spPr>
          <a:xfrm rot="8844">
            <a:off x="-18512" y="4072237"/>
            <a:ext cx="5426989" cy="1236150"/>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323323"/>
              <a:gd name="connsiteY0" fmla="*/ 0 h 1119039"/>
              <a:gd name="connsiteX1" fmla="*/ 375102 w 5323323"/>
              <a:gd name="connsiteY1" fmla="*/ 369467 h 1119039"/>
              <a:gd name="connsiteX2" fmla="*/ 1139666 w 5323323"/>
              <a:gd name="connsiteY2" fmla="*/ 680220 h 1119039"/>
              <a:gd name="connsiteX3" fmla="*/ 1614426 w 5323323"/>
              <a:gd name="connsiteY3" fmla="*/ 992232 h 1119039"/>
              <a:gd name="connsiteX4" fmla="*/ 1968565 w 5323323"/>
              <a:gd name="connsiteY4" fmla="*/ 1114343 h 1119039"/>
              <a:gd name="connsiteX5" fmla="*/ 2260506 w 5323323"/>
              <a:gd name="connsiteY5" fmla="*/ 1047287 h 1119039"/>
              <a:gd name="connsiteX6" fmla="*/ 2411287 w 5323323"/>
              <a:gd name="connsiteY6" fmla="*/ 810305 h 1119039"/>
              <a:gd name="connsiteX7" fmla="*/ 2554829 w 5323323"/>
              <a:gd name="connsiteY7" fmla="*/ 561321 h 1119039"/>
              <a:gd name="connsiteX8" fmla="*/ 2825148 w 5323323"/>
              <a:gd name="connsiteY8" fmla="*/ 266903 h 1119039"/>
              <a:gd name="connsiteX9" fmla="*/ 3172049 w 5323323"/>
              <a:gd name="connsiteY9" fmla="*/ 235757 h 1119039"/>
              <a:gd name="connsiteX10" fmla="*/ 3497423 w 5323323"/>
              <a:gd name="connsiteY10" fmla="*/ 329102 h 1119039"/>
              <a:gd name="connsiteX11" fmla="*/ 3815653 w 5323323"/>
              <a:gd name="connsiteY11" fmla="*/ 443973 h 1119039"/>
              <a:gd name="connsiteX12" fmla="*/ 4109976 w 5323323"/>
              <a:gd name="connsiteY12" fmla="*/ 443973 h 1119039"/>
              <a:gd name="connsiteX13" fmla="*/ 4649488 w 5323323"/>
              <a:gd name="connsiteY13" fmla="*/ 122777 h 1119039"/>
              <a:gd name="connsiteX14" fmla="*/ 5323323 w 5323323"/>
              <a:gd name="connsiteY14" fmla="*/ 265880 h 1119039"/>
              <a:gd name="connsiteX0" fmla="*/ 0 w 5402411"/>
              <a:gd name="connsiteY0" fmla="*/ 0 h 1226877"/>
              <a:gd name="connsiteX1" fmla="*/ 454190 w 5402411"/>
              <a:gd name="connsiteY1" fmla="*/ 477305 h 1226877"/>
              <a:gd name="connsiteX2" fmla="*/ 1218754 w 5402411"/>
              <a:gd name="connsiteY2" fmla="*/ 788058 h 1226877"/>
              <a:gd name="connsiteX3" fmla="*/ 1693514 w 5402411"/>
              <a:gd name="connsiteY3" fmla="*/ 1100070 h 1226877"/>
              <a:gd name="connsiteX4" fmla="*/ 2047653 w 5402411"/>
              <a:gd name="connsiteY4" fmla="*/ 1222181 h 1226877"/>
              <a:gd name="connsiteX5" fmla="*/ 2339594 w 5402411"/>
              <a:gd name="connsiteY5" fmla="*/ 1155125 h 1226877"/>
              <a:gd name="connsiteX6" fmla="*/ 2490375 w 5402411"/>
              <a:gd name="connsiteY6" fmla="*/ 918143 h 1226877"/>
              <a:gd name="connsiteX7" fmla="*/ 2633917 w 5402411"/>
              <a:gd name="connsiteY7" fmla="*/ 669159 h 1226877"/>
              <a:gd name="connsiteX8" fmla="*/ 2904236 w 5402411"/>
              <a:gd name="connsiteY8" fmla="*/ 374741 h 1226877"/>
              <a:gd name="connsiteX9" fmla="*/ 3251137 w 5402411"/>
              <a:gd name="connsiteY9" fmla="*/ 343595 h 1226877"/>
              <a:gd name="connsiteX10" fmla="*/ 3576511 w 5402411"/>
              <a:gd name="connsiteY10" fmla="*/ 436940 h 1226877"/>
              <a:gd name="connsiteX11" fmla="*/ 3894741 w 5402411"/>
              <a:gd name="connsiteY11" fmla="*/ 551811 h 1226877"/>
              <a:gd name="connsiteX12" fmla="*/ 4189064 w 5402411"/>
              <a:gd name="connsiteY12" fmla="*/ 551811 h 1226877"/>
              <a:gd name="connsiteX13" fmla="*/ 4728576 w 5402411"/>
              <a:gd name="connsiteY13" fmla="*/ 230615 h 1226877"/>
              <a:gd name="connsiteX14" fmla="*/ 5402411 w 5402411"/>
              <a:gd name="connsiteY14" fmla="*/ 373718 h 122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2411" h="1226877">
                <a:moveTo>
                  <a:pt x="0" y="0"/>
                </a:moveTo>
                <a:cubicBezTo>
                  <a:pt x="165765" y="124263"/>
                  <a:pt x="251064" y="345962"/>
                  <a:pt x="454190" y="477305"/>
                </a:cubicBezTo>
                <a:cubicBezTo>
                  <a:pt x="657316" y="608648"/>
                  <a:pt x="1006671" y="696088"/>
                  <a:pt x="1218754" y="788058"/>
                </a:cubicBezTo>
                <a:cubicBezTo>
                  <a:pt x="1415870" y="873538"/>
                  <a:pt x="1555364" y="1027716"/>
                  <a:pt x="1693514" y="1100070"/>
                </a:cubicBezTo>
                <a:cubicBezTo>
                  <a:pt x="1831664" y="1172424"/>
                  <a:pt x="1923352" y="1205702"/>
                  <a:pt x="2047653" y="1222181"/>
                </a:cubicBezTo>
                <a:cubicBezTo>
                  <a:pt x="2151190" y="1235897"/>
                  <a:pt x="2259584" y="1221323"/>
                  <a:pt x="2339594" y="1155125"/>
                </a:cubicBezTo>
                <a:cubicBezTo>
                  <a:pt x="2412461" y="1094736"/>
                  <a:pt x="2448560" y="1003868"/>
                  <a:pt x="2490375" y="918143"/>
                </a:cubicBezTo>
                <a:cubicBezTo>
                  <a:pt x="2532380" y="831941"/>
                  <a:pt x="2583244" y="750503"/>
                  <a:pt x="2633917" y="669159"/>
                </a:cubicBezTo>
                <a:cubicBezTo>
                  <a:pt x="2706212" y="553240"/>
                  <a:pt x="2782888" y="434654"/>
                  <a:pt x="2904236" y="374741"/>
                </a:cubicBezTo>
                <a:cubicBezTo>
                  <a:pt x="3010631" y="322163"/>
                  <a:pt x="3133312" y="324354"/>
                  <a:pt x="3251137" y="343595"/>
                </a:cubicBezTo>
                <a:cubicBezTo>
                  <a:pt x="3362770" y="361883"/>
                  <a:pt x="3471450" y="394934"/>
                  <a:pt x="3576511" y="436940"/>
                </a:cubicBezTo>
                <a:cubicBezTo>
                  <a:pt x="3681571" y="478945"/>
                  <a:pt x="3783965" y="529332"/>
                  <a:pt x="3894741" y="551811"/>
                </a:cubicBezTo>
                <a:cubicBezTo>
                  <a:pt x="3991610" y="571528"/>
                  <a:pt x="4050092" y="605344"/>
                  <a:pt x="4189064" y="551811"/>
                </a:cubicBezTo>
                <a:cubicBezTo>
                  <a:pt x="4328037" y="498278"/>
                  <a:pt x="4526352" y="260297"/>
                  <a:pt x="4728576" y="230615"/>
                </a:cubicBezTo>
                <a:cubicBezTo>
                  <a:pt x="5056433" y="185376"/>
                  <a:pt x="5402411" y="373718"/>
                  <a:pt x="5402411" y="373718"/>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02E655F7-8431-AA1B-E277-4D031DAB76CC}"/>
              </a:ext>
            </a:extLst>
          </p:cNvPr>
          <p:cNvSpPr/>
          <p:nvPr userDrawn="1"/>
        </p:nvSpPr>
        <p:spPr>
          <a:xfrm rot="8844">
            <a:off x="1107331" y="4845230"/>
            <a:ext cx="3569761" cy="2056199"/>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990565 w 4022684"/>
              <a:gd name="connsiteY25" fmla="*/ 1669784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43580"/>
              <a:gd name="connsiteY0" fmla="*/ 2235228 h 2235228"/>
              <a:gd name="connsiteX1" fmla="*/ 5714 w 4043580"/>
              <a:gd name="connsiteY1" fmla="*/ 2199838 h 2235228"/>
              <a:gd name="connsiteX2" fmla="*/ 182412 w 4043580"/>
              <a:gd name="connsiteY2" fmla="*/ 1923802 h 2235228"/>
              <a:gd name="connsiteX3" fmla="*/ 490847 w 4043580"/>
              <a:gd name="connsiteY3" fmla="*/ 1735407 h 2235228"/>
              <a:gd name="connsiteX4" fmla="*/ 700749 w 4043580"/>
              <a:gd name="connsiteY4" fmla="*/ 1682785 h 2235228"/>
              <a:gd name="connsiteX5" fmla="*/ 932690 w 4043580"/>
              <a:gd name="connsiteY5" fmla="*/ 1582355 h 2235228"/>
              <a:gd name="connsiteX6" fmla="*/ 1005117 w 4043580"/>
              <a:gd name="connsiteY6" fmla="*/ 1456680 h 2235228"/>
              <a:gd name="connsiteX7" fmla="*/ 1029296 w 4043580"/>
              <a:gd name="connsiteY7" fmla="*/ 1329821 h 2235228"/>
              <a:gd name="connsiteX8" fmla="*/ 1014319 w 4043580"/>
              <a:gd name="connsiteY8" fmla="*/ 1171168 h 2235228"/>
              <a:gd name="connsiteX9" fmla="*/ 1055401 w 4043580"/>
              <a:gd name="connsiteY9" fmla="*/ 1077917 h 2235228"/>
              <a:gd name="connsiteX10" fmla="*/ 1213095 w 4043580"/>
              <a:gd name="connsiteY10" fmla="*/ 961551 h 2235228"/>
              <a:gd name="connsiteX11" fmla="*/ 1476596 w 4043580"/>
              <a:gd name="connsiteY11" fmla="*/ 806212 h 2235228"/>
              <a:gd name="connsiteX12" fmla="*/ 1796263 w 4043580"/>
              <a:gd name="connsiteY12" fmla="*/ 603063 h 2235228"/>
              <a:gd name="connsiteX13" fmla="*/ 1994933 w 4043580"/>
              <a:gd name="connsiteY13" fmla="*/ 391079 h 2235228"/>
              <a:gd name="connsiteX14" fmla="*/ 2219599 w 4043580"/>
              <a:gd name="connsiteY14" fmla="*/ 157636 h 2235228"/>
              <a:gd name="connsiteX15" fmla="*/ 2407570 w 4043580"/>
              <a:gd name="connsiteY15" fmla="*/ 55628 h 2235228"/>
              <a:gd name="connsiteX16" fmla="*/ 2759654 w 4043580"/>
              <a:gd name="connsiteY16" fmla="*/ 7030 h 2235228"/>
              <a:gd name="connsiteX17" fmla="*/ 3167904 w 4043580"/>
              <a:gd name="connsiteY17" fmla="*/ 7030 h 2235228"/>
              <a:gd name="connsiteX18" fmla="*/ 3516778 w 4043580"/>
              <a:gd name="connsiteY18" fmla="*/ 69987 h 2235228"/>
              <a:gd name="connsiteX19" fmla="*/ 3813765 w 4043580"/>
              <a:gd name="connsiteY19" fmla="*/ 179173 h 2235228"/>
              <a:gd name="connsiteX20" fmla="*/ 4019748 w 4043580"/>
              <a:gd name="connsiteY20" fmla="*/ 217381 h 2235228"/>
              <a:gd name="connsiteX21" fmla="*/ 4022170 w 4043580"/>
              <a:gd name="connsiteY21" fmla="*/ 519437 h 2235228"/>
              <a:gd name="connsiteX22" fmla="*/ 3982265 w 4043580"/>
              <a:gd name="connsiteY22" fmla="*/ 802267 h 2235228"/>
              <a:gd name="connsiteX23" fmla="*/ 3961724 w 4043580"/>
              <a:gd name="connsiteY23" fmla="*/ 951294 h 2235228"/>
              <a:gd name="connsiteX24" fmla="*/ 3930378 w 4043580"/>
              <a:gd name="connsiteY24" fmla="*/ 1300394 h 2235228"/>
              <a:gd name="connsiteX25" fmla="*/ 3990565 w 4043580"/>
              <a:gd name="connsiteY25" fmla="*/ 1669784 h 2235228"/>
              <a:gd name="connsiteX26" fmla="*/ 3735988 w 4043580"/>
              <a:gd name="connsiteY26" fmla="*/ 1942895 h 2235228"/>
              <a:gd name="connsiteX27" fmla="*/ 3590223 w 4043580"/>
              <a:gd name="connsiteY27" fmla="*/ 2125096 h 2235228"/>
              <a:gd name="connsiteX28" fmla="*/ 3457048 w 4043580"/>
              <a:gd name="connsiteY28" fmla="*/ 2217338 h 2235228"/>
              <a:gd name="connsiteX0" fmla="*/ 0 w 4043580"/>
              <a:gd name="connsiteY0" fmla="*/ 2228269 h 2228269"/>
              <a:gd name="connsiteX1" fmla="*/ 5714 w 4043580"/>
              <a:gd name="connsiteY1" fmla="*/ 2192879 h 2228269"/>
              <a:gd name="connsiteX2" fmla="*/ 182412 w 4043580"/>
              <a:gd name="connsiteY2" fmla="*/ 1916843 h 2228269"/>
              <a:gd name="connsiteX3" fmla="*/ 490847 w 4043580"/>
              <a:gd name="connsiteY3" fmla="*/ 1728448 h 2228269"/>
              <a:gd name="connsiteX4" fmla="*/ 700749 w 4043580"/>
              <a:gd name="connsiteY4" fmla="*/ 1675826 h 2228269"/>
              <a:gd name="connsiteX5" fmla="*/ 932690 w 4043580"/>
              <a:gd name="connsiteY5" fmla="*/ 1575396 h 2228269"/>
              <a:gd name="connsiteX6" fmla="*/ 1005117 w 4043580"/>
              <a:gd name="connsiteY6" fmla="*/ 1449721 h 2228269"/>
              <a:gd name="connsiteX7" fmla="*/ 1029296 w 4043580"/>
              <a:gd name="connsiteY7" fmla="*/ 1322862 h 2228269"/>
              <a:gd name="connsiteX8" fmla="*/ 1014319 w 4043580"/>
              <a:gd name="connsiteY8" fmla="*/ 1164209 h 2228269"/>
              <a:gd name="connsiteX9" fmla="*/ 1055401 w 4043580"/>
              <a:gd name="connsiteY9" fmla="*/ 1070958 h 2228269"/>
              <a:gd name="connsiteX10" fmla="*/ 1213095 w 4043580"/>
              <a:gd name="connsiteY10" fmla="*/ 954592 h 2228269"/>
              <a:gd name="connsiteX11" fmla="*/ 1476596 w 4043580"/>
              <a:gd name="connsiteY11" fmla="*/ 799253 h 2228269"/>
              <a:gd name="connsiteX12" fmla="*/ 1796263 w 4043580"/>
              <a:gd name="connsiteY12" fmla="*/ 596104 h 2228269"/>
              <a:gd name="connsiteX13" fmla="*/ 1994933 w 4043580"/>
              <a:gd name="connsiteY13" fmla="*/ 384120 h 2228269"/>
              <a:gd name="connsiteX14" fmla="*/ 2219599 w 4043580"/>
              <a:gd name="connsiteY14" fmla="*/ 150677 h 2228269"/>
              <a:gd name="connsiteX15" fmla="*/ 2407570 w 4043580"/>
              <a:gd name="connsiteY15" fmla="*/ 48669 h 2228269"/>
              <a:gd name="connsiteX16" fmla="*/ 2759654 w 4043580"/>
              <a:gd name="connsiteY16" fmla="*/ 71 h 2228269"/>
              <a:gd name="connsiteX17" fmla="*/ 3181671 w 4043580"/>
              <a:gd name="connsiteY17" fmla="*/ 38644 h 2228269"/>
              <a:gd name="connsiteX18" fmla="*/ 3516778 w 4043580"/>
              <a:gd name="connsiteY18" fmla="*/ 63028 h 2228269"/>
              <a:gd name="connsiteX19" fmla="*/ 3813765 w 4043580"/>
              <a:gd name="connsiteY19" fmla="*/ 172214 h 2228269"/>
              <a:gd name="connsiteX20" fmla="*/ 4019748 w 4043580"/>
              <a:gd name="connsiteY20" fmla="*/ 210422 h 2228269"/>
              <a:gd name="connsiteX21" fmla="*/ 4022170 w 4043580"/>
              <a:gd name="connsiteY21" fmla="*/ 512478 h 2228269"/>
              <a:gd name="connsiteX22" fmla="*/ 3982265 w 4043580"/>
              <a:gd name="connsiteY22" fmla="*/ 795308 h 2228269"/>
              <a:gd name="connsiteX23" fmla="*/ 3961724 w 4043580"/>
              <a:gd name="connsiteY23" fmla="*/ 944335 h 2228269"/>
              <a:gd name="connsiteX24" fmla="*/ 3930378 w 4043580"/>
              <a:gd name="connsiteY24" fmla="*/ 1293435 h 2228269"/>
              <a:gd name="connsiteX25" fmla="*/ 3990565 w 4043580"/>
              <a:gd name="connsiteY25" fmla="*/ 1662825 h 2228269"/>
              <a:gd name="connsiteX26" fmla="*/ 3735988 w 4043580"/>
              <a:gd name="connsiteY26" fmla="*/ 1935936 h 2228269"/>
              <a:gd name="connsiteX27" fmla="*/ 3590223 w 4043580"/>
              <a:gd name="connsiteY27" fmla="*/ 2118137 h 2228269"/>
              <a:gd name="connsiteX28" fmla="*/ 3457048 w 4043580"/>
              <a:gd name="connsiteY28" fmla="*/ 2210379 h 2228269"/>
              <a:gd name="connsiteX0" fmla="*/ 0 w 4043580"/>
              <a:gd name="connsiteY0" fmla="*/ 2228269 h 2228269"/>
              <a:gd name="connsiteX1" fmla="*/ 5714 w 4043580"/>
              <a:gd name="connsiteY1" fmla="*/ 2192879 h 2228269"/>
              <a:gd name="connsiteX2" fmla="*/ 182412 w 4043580"/>
              <a:gd name="connsiteY2" fmla="*/ 1916843 h 2228269"/>
              <a:gd name="connsiteX3" fmla="*/ 490847 w 4043580"/>
              <a:gd name="connsiteY3" fmla="*/ 1728448 h 2228269"/>
              <a:gd name="connsiteX4" fmla="*/ 700749 w 4043580"/>
              <a:gd name="connsiteY4" fmla="*/ 1675826 h 2228269"/>
              <a:gd name="connsiteX5" fmla="*/ 932690 w 4043580"/>
              <a:gd name="connsiteY5" fmla="*/ 1575396 h 2228269"/>
              <a:gd name="connsiteX6" fmla="*/ 1005117 w 4043580"/>
              <a:gd name="connsiteY6" fmla="*/ 1449721 h 2228269"/>
              <a:gd name="connsiteX7" fmla="*/ 1029296 w 4043580"/>
              <a:gd name="connsiteY7" fmla="*/ 1322862 h 2228269"/>
              <a:gd name="connsiteX8" fmla="*/ 1014319 w 4043580"/>
              <a:gd name="connsiteY8" fmla="*/ 1164209 h 2228269"/>
              <a:gd name="connsiteX9" fmla="*/ 1055401 w 4043580"/>
              <a:gd name="connsiteY9" fmla="*/ 1070958 h 2228269"/>
              <a:gd name="connsiteX10" fmla="*/ 1213095 w 4043580"/>
              <a:gd name="connsiteY10" fmla="*/ 954592 h 2228269"/>
              <a:gd name="connsiteX11" fmla="*/ 1476596 w 4043580"/>
              <a:gd name="connsiteY11" fmla="*/ 799253 h 2228269"/>
              <a:gd name="connsiteX12" fmla="*/ 1796263 w 4043580"/>
              <a:gd name="connsiteY12" fmla="*/ 596104 h 2228269"/>
              <a:gd name="connsiteX13" fmla="*/ 1994933 w 4043580"/>
              <a:gd name="connsiteY13" fmla="*/ 384120 h 2228269"/>
              <a:gd name="connsiteX14" fmla="*/ 2219599 w 4043580"/>
              <a:gd name="connsiteY14" fmla="*/ 150677 h 2228269"/>
              <a:gd name="connsiteX15" fmla="*/ 2407570 w 4043580"/>
              <a:gd name="connsiteY15" fmla="*/ 48669 h 2228269"/>
              <a:gd name="connsiteX16" fmla="*/ 2759654 w 4043580"/>
              <a:gd name="connsiteY16" fmla="*/ 71 h 2228269"/>
              <a:gd name="connsiteX17" fmla="*/ 3181671 w 4043580"/>
              <a:gd name="connsiteY17" fmla="*/ 38644 h 2228269"/>
              <a:gd name="connsiteX18" fmla="*/ 3516778 w 4043580"/>
              <a:gd name="connsiteY18" fmla="*/ 63028 h 2228269"/>
              <a:gd name="connsiteX19" fmla="*/ 3813765 w 4043580"/>
              <a:gd name="connsiteY19" fmla="*/ 172214 h 2228269"/>
              <a:gd name="connsiteX20" fmla="*/ 4019748 w 4043580"/>
              <a:gd name="connsiteY20" fmla="*/ 210422 h 2228269"/>
              <a:gd name="connsiteX21" fmla="*/ 4022170 w 4043580"/>
              <a:gd name="connsiteY21" fmla="*/ 512478 h 2228269"/>
              <a:gd name="connsiteX22" fmla="*/ 3961724 w 4043580"/>
              <a:gd name="connsiteY22" fmla="*/ 944335 h 2228269"/>
              <a:gd name="connsiteX23" fmla="*/ 3930378 w 4043580"/>
              <a:gd name="connsiteY23" fmla="*/ 1293435 h 2228269"/>
              <a:gd name="connsiteX24" fmla="*/ 3990565 w 4043580"/>
              <a:gd name="connsiteY24" fmla="*/ 1662825 h 2228269"/>
              <a:gd name="connsiteX25" fmla="*/ 3735988 w 4043580"/>
              <a:gd name="connsiteY25" fmla="*/ 1935936 h 2228269"/>
              <a:gd name="connsiteX26" fmla="*/ 3590223 w 4043580"/>
              <a:gd name="connsiteY26" fmla="*/ 2118137 h 2228269"/>
              <a:gd name="connsiteX27" fmla="*/ 3457048 w 4043580"/>
              <a:gd name="connsiteY27" fmla="*/ 2210379 h 2228269"/>
              <a:gd name="connsiteX0" fmla="*/ 0 w 4048132"/>
              <a:gd name="connsiteY0" fmla="*/ 2228269 h 2228269"/>
              <a:gd name="connsiteX1" fmla="*/ 5714 w 4048132"/>
              <a:gd name="connsiteY1" fmla="*/ 2192879 h 2228269"/>
              <a:gd name="connsiteX2" fmla="*/ 182412 w 4048132"/>
              <a:gd name="connsiteY2" fmla="*/ 1916843 h 2228269"/>
              <a:gd name="connsiteX3" fmla="*/ 490847 w 4048132"/>
              <a:gd name="connsiteY3" fmla="*/ 1728448 h 2228269"/>
              <a:gd name="connsiteX4" fmla="*/ 700749 w 4048132"/>
              <a:gd name="connsiteY4" fmla="*/ 1675826 h 2228269"/>
              <a:gd name="connsiteX5" fmla="*/ 932690 w 4048132"/>
              <a:gd name="connsiteY5" fmla="*/ 1575396 h 2228269"/>
              <a:gd name="connsiteX6" fmla="*/ 1005117 w 4048132"/>
              <a:gd name="connsiteY6" fmla="*/ 1449721 h 2228269"/>
              <a:gd name="connsiteX7" fmla="*/ 1029296 w 4048132"/>
              <a:gd name="connsiteY7" fmla="*/ 1322862 h 2228269"/>
              <a:gd name="connsiteX8" fmla="*/ 1014319 w 4048132"/>
              <a:gd name="connsiteY8" fmla="*/ 1164209 h 2228269"/>
              <a:gd name="connsiteX9" fmla="*/ 1055401 w 4048132"/>
              <a:gd name="connsiteY9" fmla="*/ 1070958 h 2228269"/>
              <a:gd name="connsiteX10" fmla="*/ 1213095 w 4048132"/>
              <a:gd name="connsiteY10" fmla="*/ 954592 h 2228269"/>
              <a:gd name="connsiteX11" fmla="*/ 1476596 w 4048132"/>
              <a:gd name="connsiteY11" fmla="*/ 799253 h 2228269"/>
              <a:gd name="connsiteX12" fmla="*/ 1796263 w 4048132"/>
              <a:gd name="connsiteY12" fmla="*/ 596104 h 2228269"/>
              <a:gd name="connsiteX13" fmla="*/ 1994933 w 4048132"/>
              <a:gd name="connsiteY13" fmla="*/ 384120 h 2228269"/>
              <a:gd name="connsiteX14" fmla="*/ 2219599 w 4048132"/>
              <a:gd name="connsiteY14" fmla="*/ 150677 h 2228269"/>
              <a:gd name="connsiteX15" fmla="*/ 2407570 w 4048132"/>
              <a:gd name="connsiteY15" fmla="*/ 48669 h 2228269"/>
              <a:gd name="connsiteX16" fmla="*/ 2759654 w 4048132"/>
              <a:gd name="connsiteY16" fmla="*/ 71 h 2228269"/>
              <a:gd name="connsiteX17" fmla="*/ 3181671 w 4048132"/>
              <a:gd name="connsiteY17" fmla="*/ 38644 h 2228269"/>
              <a:gd name="connsiteX18" fmla="*/ 3516778 w 4048132"/>
              <a:gd name="connsiteY18" fmla="*/ 63028 h 2228269"/>
              <a:gd name="connsiteX19" fmla="*/ 3813765 w 4048132"/>
              <a:gd name="connsiteY19" fmla="*/ 172214 h 2228269"/>
              <a:gd name="connsiteX20" fmla="*/ 4019748 w 4048132"/>
              <a:gd name="connsiteY20" fmla="*/ 210422 h 2228269"/>
              <a:gd name="connsiteX21" fmla="*/ 4022170 w 4048132"/>
              <a:gd name="connsiteY21" fmla="*/ 512478 h 2228269"/>
              <a:gd name="connsiteX22" fmla="*/ 3961724 w 4048132"/>
              <a:gd name="connsiteY22" fmla="*/ 944335 h 2228269"/>
              <a:gd name="connsiteX23" fmla="*/ 3930378 w 4048132"/>
              <a:gd name="connsiteY23" fmla="*/ 1293435 h 2228269"/>
              <a:gd name="connsiteX24" fmla="*/ 3990565 w 4048132"/>
              <a:gd name="connsiteY24" fmla="*/ 1662825 h 2228269"/>
              <a:gd name="connsiteX25" fmla="*/ 3735988 w 4048132"/>
              <a:gd name="connsiteY25" fmla="*/ 1935936 h 2228269"/>
              <a:gd name="connsiteX26" fmla="*/ 3590223 w 4048132"/>
              <a:gd name="connsiteY26" fmla="*/ 2118137 h 2228269"/>
              <a:gd name="connsiteX27" fmla="*/ 3457048 w 4048132"/>
              <a:gd name="connsiteY27" fmla="*/ 2210379 h 2228269"/>
              <a:gd name="connsiteX0" fmla="*/ 0 w 4106658"/>
              <a:gd name="connsiteY0" fmla="*/ 2228269 h 2228269"/>
              <a:gd name="connsiteX1" fmla="*/ 5714 w 4106658"/>
              <a:gd name="connsiteY1" fmla="*/ 2192879 h 2228269"/>
              <a:gd name="connsiteX2" fmla="*/ 182412 w 4106658"/>
              <a:gd name="connsiteY2" fmla="*/ 1916843 h 2228269"/>
              <a:gd name="connsiteX3" fmla="*/ 490847 w 4106658"/>
              <a:gd name="connsiteY3" fmla="*/ 1728448 h 2228269"/>
              <a:gd name="connsiteX4" fmla="*/ 700749 w 4106658"/>
              <a:gd name="connsiteY4" fmla="*/ 1675826 h 2228269"/>
              <a:gd name="connsiteX5" fmla="*/ 932690 w 4106658"/>
              <a:gd name="connsiteY5" fmla="*/ 1575396 h 2228269"/>
              <a:gd name="connsiteX6" fmla="*/ 1005117 w 4106658"/>
              <a:gd name="connsiteY6" fmla="*/ 1449721 h 2228269"/>
              <a:gd name="connsiteX7" fmla="*/ 1029296 w 4106658"/>
              <a:gd name="connsiteY7" fmla="*/ 1322862 h 2228269"/>
              <a:gd name="connsiteX8" fmla="*/ 1014319 w 4106658"/>
              <a:gd name="connsiteY8" fmla="*/ 1164209 h 2228269"/>
              <a:gd name="connsiteX9" fmla="*/ 1055401 w 4106658"/>
              <a:gd name="connsiteY9" fmla="*/ 1070958 h 2228269"/>
              <a:gd name="connsiteX10" fmla="*/ 1213095 w 4106658"/>
              <a:gd name="connsiteY10" fmla="*/ 954592 h 2228269"/>
              <a:gd name="connsiteX11" fmla="*/ 1476596 w 4106658"/>
              <a:gd name="connsiteY11" fmla="*/ 799253 h 2228269"/>
              <a:gd name="connsiteX12" fmla="*/ 1796263 w 4106658"/>
              <a:gd name="connsiteY12" fmla="*/ 596104 h 2228269"/>
              <a:gd name="connsiteX13" fmla="*/ 1994933 w 4106658"/>
              <a:gd name="connsiteY13" fmla="*/ 384120 h 2228269"/>
              <a:gd name="connsiteX14" fmla="*/ 2219599 w 4106658"/>
              <a:gd name="connsiteY14" fmla="*/ 150677 h 2228269"/>
              <a:gd name="connsiteX15" fmla="*/ 2407570 w 4106658"/>
              <a:gd name="connsiteY15" fmla="*/ 48669 h 2228269"/>
              <a:gd name="connsiteX16" fmla="*/ 2759654 w 4106658"/>
              <a:gd name="connsiteY16" fmla="*/ 71 h 2228269"/>
              <a:gd name="connsiteX17" fmla="*/ 3181671 w 4106658"/>
              <a:gd name="connsiteY17" fmla="*/ 38644 h 2228269"/>
              <a:gd name="connsiteX18" fmla="*/ 3516778 w 4106658"/>
              <a:gd name="connsiteY18" fmla="*/ 63028 h 2228269"/>
              <a:gd name="connsiteX19" fmla="*/ 3813765 w 4106658"/>
              <a:gd name="connsiteY19" fmla="*/ 172214 h 2228269"/>
              <a:gd name="connsiteX20" fmla="*/ 4019748 w 4106658"/>
              <a:gd name="connsiteY20" fmla="*/ 210422 h 2228269"/>
              <a:gd name="connsiteX21" fmla="*/ 4104168 w 4106658"/>
              <a:gd name="connsiteY21" fmla="*/ 523004 h 2228269"/>
              <a:gd name="connsiteX22" fmla="*/ 3961724 w 4106658"/>
              <a:gd name="connsiteY22" fmla="*/ 944335 h 2228269"/>
              <a:gd name="connsiteX23" fmla="*/ 3930378 w 4106658"/>
              <a:gd name="connsiteY23" fmla="*/ 1293435 h 2228269"/>
              <a:gd name="connsiteX24" fmla="*/ 3990565 w 4106658"/>
              <a:gd name="connsiteY24" fmla="*/ 1662825 h 2228269"/>
              <a:gd name="connsiteX25" fmla="*/ 3735988 w 4106658"/>
              <a:gd name="connsiteY25" fmla="*/ 1935936 h 2228269"/>
              <a:gd name="connsiteX26" fmla="*/ 3590223 w 4106658"/>
              <a:gd name="connsiteY26" fmla="*/ 2118137 h 2228269"/>
              <a:gd name="connsiteX27" fmla="*/ 3457048 w 4106658"/>
              <a:gd name="connsiteY27" fmla="*/ 2210379 h 222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06658" h="2228269">
                <a:moveTo>
                  <a:pt x="0" y="2228269"/>
                </a:moveTo>
                <a:lnTo>
                  <a:pt x="5714" y="2192879"/>
                </a:lnTo>
                <a:cubicBezTo>
                  <a:pt x="34133" y="2092990"/>
                  <a:pt x="97200" y="1998970"/>
                  <a:pt x="182412" y="1916843"/>
                </a:cubicBezTo>
                <a:cubicBezTo>
                  <a:pt x="264897" y="1837320"/>
                  <a:pt x="366639" y="1768604"/>
                  <a:pt x="490847" y="1728448"/>
                </a:cubicBezTo>
                <a:cubicBezTo>
                  <a:pt x="558567" y="1706595"/>
                  <a:pt x="630354" y="1692631"/>
                  <a:pt x="700749" y="1675826"/>
                </a:cubicBezTo>
                <a:cubicBezTo>
                  <a:pt x="788369" y="1654999"/>
                  <a:pt x="876309" y="1628412"/>
                  <a:pt x="932690" y="1575396"/>
                </a:cubicBezTo>
                <a:cubicBezTo>
                  <a:pt x="971097" y="1539264"/>
                  <a:pt x="990248" y="1494611"/>
                  <a:pt x="1005117" y="1449721"/>
                </a:cubicBezTo>
                <a:cubicBezTo>
                  <a:pt x="1018919" y="1408066"/>
                  <a:pt x="1030259" y="1365701"/>
                  <a:pt x="1029296" y="1322862"/>
                </a:cubicBezTo>
                <a:cubicBezTo>
                  <a:pt x="1028119" y="1269609"/>
                  <a:pt x="1008434" y="1217225"/>
                  <a:pt x="1014319" y="1164209"/>
                </a:cubicBezTo>
                <a:cubicBezTo>
                  <a:pt x="1017957" y="1131232"/>
                  <a:pt x="1032292" y="1099360"/>
                  <a:pt x="1055401" y="1070958"/>
                </a:cubicBezTo>
                <a:cubicBezTo>
                  <a:pt x="1093915" y="1023623"/>
                  <a:pt x="1154467" y="989226"/>
                  <a:pt x="1213095" y="954592"/>
                </a:cubicBezTo>
                <a:lnTo>
                  <a:pt x="1476596" y="799253"/>
                </a:lnTo>
                <a:cubicBezTo>
                  <a:pt x="1588073" y="735428"/>
                  <a:pt x="1703188" y="674129"/>
                  <a:pt x="1796263" y="596104"/>
                </a:cubicBezTo>
                <a:cubicBezTo>
                  <a:pt x="1873292" y="531491"/>
                  <a:pt x="1934380" y="457726"/>
                  <a:pt x="1994933" y="384120"/>
                </a:cubicBezTo>
                <a:cubicBezTo>
                  <a:pt x="2062333" y="302230"/>
                  <a:pt x="2130053" y="219866"/>
                  <a:pt x="2219599" y="150677"/>
                </a:cubicBezTo>
                <a:cubicBezTo>
                  <a:pt x="2273839" y="108706"/>
                  <a:pt x="2336104" y="72731"/>
                  <a:pt x="2407570" y="48669"/>
                </a:cubicBezTo>
                <a:cubicBezTo>
                  <a:pt x="2516907" y="11826"/>
                  <a:pt x="2630637" y="1742"/>
                  <a:pt x="2759654" y="71"/>
                </a:cubicBezTo>
                <a:cubicBezTo>
                  <a:pt x="2888671" y="-1600"/>
                  <a:pt x="3046229" y="26810"/>
                  <a:pt x="3181671" y="38644"/>
                </a:cubicBezTo>
                <a:cubicBezTo>
                  <a:pt x="3300851" y="49058"/>
                  <a:pt x="3411429" y="40766"/>
                  <a:pt x="3516778" y="63028"/>
                </a:cubicBezTo>
                <a:cubicBezTo>
                  <a:pt x="3622127" y="85290"/>
                  <a:pt x="3729937" y="147648"/>
                  <a:pt x="3813765" y="172214"/>
                </a:cubicBezTo>
                <a:cubicBezTo>
                  <a:pt x="3897593" y="196780"/>
                  <a:pt x="3971348" y="151957"/>
                  <a:pt x="4019748" y="210422"/>
                </a:cubicBezTo>
                <a:cubicBezTo>
                  <a:pt x="4068148" y="268887"/>
                  <a:pt x="4118532" y="442095"/>
                  <a:pt x="4104168" y="523004"/>
                </a:cubicBezTo>
                <a:cubicBezTo>
                  <a:pt x="4094497" y="645323"/>
                  <a:pt x="3977023" y="814176"/>
                  <a:pt x="3961724" y="944335"/>
                </a:cubicBezTo>
                <a:cubicBezTo>
                  <a:pt x="3949100" y="1060545"/>
                  <a:pt x="3940220" y="1176989"/>
                  <a:pt x="3930378" y="1293435"/>
                </a:cubicBezTo>
                <a:cubicBezTo>
                  <a:pt x="3920964" y="1403726"/>
                  <a:pt x="4019985" y="1554584"/>
                  <a:pt x="3990565" y="1662825"/>
                </a:cubicBezTo>
                <a:cubicBezTo>
                  <a:pt x="3960930" y="1771618"/>
                  <a:pt x="3802712" y="1860051"/>
                  <a:pt x="3735988" y="1935936"/>
                </a:cubicBezTo>
                <a:cubicBezTo>
                  <a:pt x="3669264" y="2011821"/>
                  <a:pt x="3644384" y="2059934"/>
                  <a:pt x="3590223" y="2118137"/>
                </a:cubicBezTo>
                <a:cubicBezTo>
                  <a:pt x="3551795" y="2154848"/>
                  <a:pt x="3457048" y="2210379"/>
                  <a:pt x="3457048" y="2210379"/>
                </a:cubicBezTo>
              </a:path>
            </a:pathLst>
          </a:custGeom>
          <a:noFill/>
          <a:ln w="9525" cap="rnd">
            <a:solidFill>
              <a:schemeClr val="tx1">
                <a:lumMod val="85000"/>
                <a:alpha val="35000"/>
              </a:schemeClr>
            </a:solidFill>
            <a:prstDash val="solid"/>
            <a:round/>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FE17C727-209C-CDD5-B0D0-1B7CE6E23DB0}"/>
              </a:ext>
            </a:extLst>
          </p:cNvPr>
          <p:cNvSpPr/>
          <p:nvPr userDrawn="1"/>
        </p:nvSpPr>
        <p:spPr>
          <a:xfrm rot="8844">
            <a:off x="1290086" y="4942468"/>
            <a:ext cx="3090650" cy="1945226"/>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55488" h="2108009">
                <a:moveTo>
                  <a:pt x="0" y="2108009"/>
                </a:moveTo>
                <a:cubicBezTo>
                  <a:pt x="21825" y="2059569"/>
                  <a:pt x="58734" y="2015390"/>
                  <a:pt x="107518" y="1979098"/>
                </a:cubicBezTo>
                <a:cubicBezTo>
                  <a:pt x="147210" y="1949514"/>
                  <a:pt x="194282" y="1925846"/>
                  <a:pt x="247240" y="1911724"/>
                </a:cubicBezTo>
                <a:cubicBezTo>
                  <a:pt x="331007" y="1889319"/>
                  <a:pt x="422372" y="1890660"/>
                  <a:pt x="510633" y="1901784"/>
                </a:cubicBezTo>
                <a:cubicBezTo>
                  <a:pt x="581992" y="1910778"/>
                  <a:pt x="651745" y="1925688"/>
                  <a:pt x="722889" y="1935471"/>
                </a:cubicBezTo>
                <a:cubicBezTo>
                  <a:pt x="774777" y="1942572"/>
                  <a:pt x="828055" y="1945885"/>
                  <a:pt x="878765" y="1935471"/>
                </a:cubicBezTo>
                <a:cubicBezTo>
                  <a:pt x="945202" y="1921823"/>
                  <a:pt x="997517" y="1885453"/>
                  <a:pt x="1034641" y="1842299"/>
                </a:cubicBezTo>
                <a:cubicBezTo>
                  <a:pt x="1090593" y="1777134"/>
                  <a:pt x="1107175" y="1699030"/>
                  <a:pt x="1120656" y="1622189"/>
                </a:cubicBezTo>
                <a:cubicBezTo>
                  <a:pt x="1137665" y="1525073"/>
                  <a:pt x="1148793" y="1427483"/>
                  <a:pt x="1169013" y="1330760"/>
                </a:cubicBezTo>
                <a:cubicBezTo>
                  <a:pt x="1182920" y="1264412"/>
                  <a:pt x="1201749" y="1198695"/>
                  <a:pt x="1228174" y="1134476"/>
                </a:cubicBezTo>
                <a:cubicBezTo>
                  <a:pt x="1262730" y="1050297"/>
                  <a:pt x="1310551" y="969275"/>
                  <a:pt x="1373244" y="894564"/>
                </a:cubicBezTo>
                <a:cubicBezTo>
                  <a:pt x="1444923" y="809202"/>
                  <a:pt x="1535647" y="733859"/>
                  <a:pt x="1625833" y="658596"/>
                </a:cubicBezTo>
                <a:lnTo>
                  <a:pt x="1964437" y="375056"/>
                </a:lnTo>
                <a:cubicBezTo>
                  <a:pt x="2073240" y="282437"/>
                  <a:pt x="2180224" y="187450"/>
                  <a:pt x="2315130" y="116289"/>
                </a:cubicBezTo>
                <a:cubicBezTo>
                  <a:pt x="2389484" y="77079"/>
                  <a:pt x="2471006" y="45917"/>
                  <a:pt x="2558304" y="26115"/>
                </a:cubicBezTo>
                <a:cubicBezTo>
                  <a:pt x="2643463" y="6786"/>
                  <a:pt x="2732582" y="-1813"/>
                  <a:pt x="2821699" y="317"/>
                </a:cubicBezTo>
                <a:cubicBezTo>
                  <a:pt x="2922692" y="2763"/>
                  <a:pt x="3021973" y="19015"/>
                  <a:pt x="3117296" y="43945"/>
                </a:cubicBezTo>
                <a:cubicBezTo>
                  <a:pt x="3206948" y="67375"/>
                  <a:pt x="3293605" y="98381"/>
                  <a:pt x="3361860" y="147057"/>
                </a:cubicBezTo>
                <a:cubicBezTo>
                  <a:pt x="3422520" y="190290"/>
                  <a:pt x="3465421" y="244963"/>
                  <a:pt x="3493558" y="303659"/>
                </a:cubicBezTo>
                <a:cubicBezTo>
                  <a:pt x="3524689" y="368509"/>
                  <a:pt x="3537742" y="437066"/>
                  <a:pt x="3541914" y="505860"/>
                </a:cubicBezTo>
                <a:cubicBezTo>
                  <a:pt x="3548333" y="611498"/>
                  <a:pt x="3534318" y="717055"/>
                  <a:pt x="3534639" y="822851"/>
                </a:cubicBezTo>
                <a:cubicBezTo>
                  <a:pt x="3535174" y="962096"/>
                  <a:pt x="3560957" y="1100867"/>
                  <a:pt x="3554431" y="1240033"/>
                </a:cubicBezTo>
                <a:cubicBezTo>
                  <a:pt x="3550580" y="1321766"/>
                  <a:pt x="3535495" y="1402947"/>
                  <a:pt x="3515168" y="1483338"/>
                </a:cubicBezTo>
                <a:cubicBezTo>
                  <a:pt x="3495162" y="1562310"/>
                  <a:pt x="3469058" y="1640413"/>
                  <a:pt x="3431293" y="1715677"/>
                </a:cubicBezTo>
                <a:cubicBezTo>
                  <a:pt x="3371168" y="1835435"/>
                  <a:pt x="3281302" y="1945490"/>
                  <a:pt x="3174425" y="204600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2" name="Freeform: Shape 21">
            <a:extLst>
              <a:ext uri="{FF2B5EF4-FFF2-40B4-BE49-F238E27FC236}">
                <a16:creationId xmlns:a16="http://schemas.microsoft.com/office/drawing/2014/main" id="{5B7BE927-0F19-F534-A879-9565905FEED1}"/>
              </a:ext>
            </a:extLst>
          </p:cNvPr>
          <p:cNvSpPr/>
          <p:nvPr userDrawn="1"/>
        </p:nvSpPr>
        <p:spPr>
          <a:xfrm rot="8844">
            <a:off x="2463441" y="5135158"/>
            <a:ext cx="1770096" cy="1754234"/>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1940306"/>
              <a:gd name="connsiteX1" fmla="*/ 35315 w 2058039"/>
              <a:gd name="connsiteY1" fmla="*/ 1830687 h 1940306"/>
              <a:gd name="connsiteX2" fmla="*/ 109241 w 2058039"/>
              <a:gd name="connsiteY2" fmla="*/ 1467230 h 1940306"/>
              <a:gd name="connsiteX3" fmla="*/ 124968 w 2058039"/>
              <a:gd name="connsiteY3" fmla="*/ 1230947 h 1940306"/>
              <a:gd name="connsiteX4" fmla="*/ 203387 w 2058039"/>
              <a:gd name="connsiteY4" fmla="*/ 923660 h 1940306"/>
              <a:gd name="connsiteX5" fmla="*/ 404945 w 2058039"/>
              <a:gd name="connsiteY5" fmla="*/ 642803 h 1940306"/>
              <a:gd name="connsiteX6" fmla="*/ 774468 w 2058039"/>
              <a:gd name="connsiteY6" fmla="*/ 330546 h 1940306"/>
              <a:gd name="connsiteX7" fmla="*/ 1197696 w 2058039"/>
              <a:gd name="connsiteY7" fmla="*/ 71147 h 1940306"/>
              <a:gd name="connsiteX8" fmla="*/ 1448466 w 2058039"/>
              <a:gd name="connsiteY8" fmla="*/ 1722 h 1940306"/>
              <a:gd name="connsiteX9" fmla="*/ 1723950 w 2058039"/>
              <a:gd name="connsiteY9" fmla="*/ 44719 h 1940306"/>
              <a:gd name="connsiteX10" fmla="*/ 1952360 w 2058039"/>
              <a:gd name="connsiteY10" fmla="*/ 241319 h 1940306"/>
              <a:gd name="connsiteX11" fmla="*/ 1976966 w 2058039"/>
              <a:gd name="connsiteY11" fmla="*/ 599885 h 1940306"/>
              <a:gd name="connsiteX12" fmla="*/ 2037412 w 2058039"/>
              <a:gd name="connsiteY12" fmla="*/ 925395 h 1940306"/>
              <a:gd name="connsiteX13" fmla="*/ 2053139 w 2058039"/>
              <a:gd name="connsiteY13" fmla="*/ 1222821 h 1940306"/>
              <a:gd name="connsiteX14" fmla="*/ 1952360 w 2058039"/>
              <a:gd name="connsiteY14" fmla="*/ 1540047 h 1940306"/>
              <a:gd name="connsiteX15" fmla="*/ 1584998 w 2058039"/>
              <a:gd name="connsiteY15" fmla="*/ 1901034 h 1940306"/>
              <a:gd name="connsiteX0" fmla="*/ 0 w 2022724"/>
              <a:gd name="connsiteY0" fmla="*/ 1830687 h 1901034"/>
              <a:gd name="connsiteX1" fmla="*/ 73926 w 2022724"/>
              <a:gd name="connsiteY1" fmla="*/ 1467230 h 1901034"/>
              <a:gd name="connsiteX2" fmla="*/ 89653 w 2022724"/>
              <a:gd name="connsiteY2" fmla="*/ 1230947 h 1901034"/>
              <a:gd name="connsiteX3" fmla="*/ 168072 w 2022724"/>
              <a:gd name="connsiteY3" fmla="*/ 923660 h 1901034"/>
              <a:gd name="connsiteX4" fmla="*/ 369630 w 2022724"/>
              <a:gd name="connsiteY4" fmla="*/ 642803 h 1901034"/>
              <a:gd name="connsiteX5" fmla="*/ 739153 w 2022724"/>
              <a:gd name="connsiteY5" fmla="*/ 330546 h 1901034"/>
              <a:gd name="connsiteX6" fmla="*/ 1162381 w 2022724"/>
              <a:gd name="connsiteY6" fmla="*/ 71147 h 1901034"/>
              <a:gd name="connsiteX7" fmla="*/ 1413151 w 2022724"/>
              <a:gd name="connsiteY7" fmla="*/ 1722 h 1901034"/>
              <a:gd name="connsiteX8" fmla="*/ 1688635 w 2022724"/>
              <a:gd name="connsiteY8" fmla="*/ 44719 h 1901034"/>
              <a:gd name="connsiteX9" fmla="*/ 1917045 w 2022724"/>
              <a:gd name="connsiteY9" fmla="*/ 241319 h 1901034"/>
              <a:gd name="connsiteX10" fmla="*/ 1941651 w 2022724"/>
              <a:gd name="connsiteY10" fmla="*/ 599885 h 1901034"/>
              <a:gd name="connsiteX11" fmla="*/ 2002097 w 2022724"/>
              <a:gd name="connsiteY11" fmla="*/ 925395 h 1901034"/>
              <a:gd name="connsiteX12" fmla="*/ 2017824 w 2022724"/>
              <a:gd name="connsiteY12" fmla="*/ 1222821 h 1901034"/>
              <a:gd name="connsiteX13" fmla="*/ 1917045 w 2022724"/>
              <a:gd name="connsiteY13" fmla="*/ 1540047 h 1901034"/>
              <a:gd name="connsiteX14" fmla="*/ 1549683 w 2022724"/>
              <a:gd name="connsiteY14" fmla="*/ 1901034 h 1901034"/>
              <a:gd name="connsiteX0" fmla="*/ 0 w 2036321"/>
              <a:gd name="connsiteY0" fmla="*/ 1854314 h 1901034"/>
              <a:gd name="connsiteX1" fmla="*/ 87523 w 2036321"/>
              <a:gd name="connsiteY1" fmla="*/ 1467230 h 1901034"/>
              <a:gd name="connsiteX2" fmla="*/ 103250 w 2036321"/>
              <a:gd name="connsiteY2" fmla="*/ 1230947 h 1901034"/>
              <a:gd name="connsiteX3" fmla="*/ 181669 w 2036321"/>
              <a:gd name="connsiteY3" fmla="*/ 923660 h 1901034"/>
              <a:gd name="connsiteX4" fmla="*/ 383227 w 2036321"/>
              <a:gd name="connsiteY4" fmla="*/ 642803 h 1901034"/>
              <a:gd name="connsiteX5" fmla="*/ 752750 w 2036321"/>
              <a:gd name="connsiteY5" fmla="*/ 330546 h 1901034"/>
              <a:gd name="connsiteX6" fmla="*/ 1175978 w 2036321"/>
              <a:gd name="connsiteY6" fmla="*/ 71147 h 1901034"/>
              <a:gd name="connsiteX7" fmla="*/ 1426748 w 2036321"/>
              <a:gd name="connsiteY7" fmla="*/ 1722 h 1901034"/>
              <a:gd name="connsiteX8" fmla="*/ 1702232 w 2036321"/>
              <a:gd name="connsiteY8" fmla="*/ 44719 h 1901034"/>
              <a:gd name="connsiteX9" fmla="*/ 1930642 w 2036321"/>
              <a:gd name="connsiteY9" fmla="*/ 241319 h 1901034"/>
              <a:gd name="connsiteX10" fmla="*/ 1955248 w 2036321"/>
              <a:gd name="connsiteY10" fmla="*/ 599885 h 1901034"/>
              <a:gd name="connsiteX11" fmla="*/ 2015694 w 2036321"/>
              <a:gd name="connsiteY11" fmla="*/ 925395 h 1901034"/>
              <a:gd name="connsiteX12" fmla="*/ 2031421 w 2036321"/>
              <a:gd name="connsiteY12" fmla="*/ 1222821 h 1901034"/>
              <a:gd name="connsiteX13" fmla="*/ 1930642 w 2036321"/>
              <a:gd name="connsiteY13" fmla="*/ 1540047 h 1901034"/>
              <a:gd name="connsiteX14" fmla="*/ 1563280 w 2036321"/>
              <a:gd name="connsiteY14" fmla="*/ 1901034 h 190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6321" h="1901034">
                <a:moveTo>
                  <a:pt x="0" y="1854314"/>
                </a:moveTo>
                <a:cubicBezTo>
                  <a:pt x="32310" y="1733924"/>
                  <a:pt x="74150" y="1589434"/>
                  <a:pt x="87523" y="1467230"/>
                </a:cubicBezTo>
                <a:cubicBezTo>
                  <a:pt x="96082" y="1388653"/>
                  <a:pt x="94798" y="1309602"/>
                  <a:pt x="103250" y="1230947"/>
                </a:cubicBezTo>
                <a:cubicBezTo>
                  <a:pt x="114376" y="1126572"/>
                  <a:pt x="134811" y="1022433"/>
                  <a:pt x="181669" y="923660"/>
                </a:cubicBezTo>
                <a:cubicBezTo>
                  <a:pt x="229277" y="823151"/>
                  <a:pt x="299566" y="729663"/>
                  <a:pt x="383227" y="642803"/>
                </a:cubicBezTo>
                <a:cubicBezTo>
                  <a:pt x="491922" y="529908"/>
                  <a:pt x="619555" y="428137"/>
                  <a:pt x="752750" y="330546"/>
                </a:cubicBezTo>
                <a:cubicBezTo>
                  <a:pt x="883377" y="234850"/>
                  <a:pt x="1017963" y="140573"/>
                  <a:pt x="1175978" y="71147"/>
                </a:cubicBezTo>
                <a:cubicBezTo>
                  <a:pt x="1253755" y="36987"/>
                  <a:pt x="1336988" y="8586"/>
                  <a:pt x="1426748" y="1722"/>
                </a:cubicBezTo>
                <a:cubicBezTo>
                  <a:pt x="1522177" y="-5536"/>
                  <a:pt x="1618035" y="10401"/>
                  <a:pt x="1702232" y="44719"/>
                </a:cubicBezTo>
                <a:cubicBezTo>
                  <a:pt x="1808252" y="87873"/>
                  <a:pt x="1891592" y="156825"/>
                  <a:pt x="1930642" y="241319"/>
                </a:cubicBezTo>
                <a:cubicBezTo>
                  <a:pt x="1983277" y="355397"/>
                  <a:pt x="1950434" y="478548"/>
                  <a:pt x="1955248" y="599885"/>
                </a:cubicBezTo>
                <a:cubicBezTo>
                  <a:pt x="1959634" y="709388"/>
                  <a:pt x="1995687" y="816682"/>
                  <a:pt x="2015694" y="925395"/>
                </a:cubicBezTo>
                <a:cubicBezTo>
                  <a:pt x="2033882" y="1023933"/>
                  <a:pt x="2042439" y="1123653"/>
                  <a:pt x="2031421" y="1222821"/>
                </a:cubicBezTo>
                <a:cubicBezTo>
                  <a:pt x="2019224" y="1331613"/>
                  <a:pt x="1982956" y="1437882"/>
                  <a:pt x="1930642" y="1540047"/>
                </a:cubicBezTo>
                <a:cubicBezTo>
                  <a:pt x="1871586" y="1655467"/>
                  <a:pt x="1666626" y="1804075"/>
                  <a:pt x="1563280" y="1901034"/>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9916B0A0-1F6A-335C-6D3E-85DF251918BB}"/>
              </a:ext>
            </a:extLst>
          </p:cNvPr>
          <p:cNvSpPr/>
          <p:nvPr userDrawn="1"/>
        </p:nvSpPr>
        <p:spPr>
          <a:xfrm rot="8844">
            <a:off x="2735867" y="5313394"/>
            <a:ext cx="1292809" cy="1609773"/>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130" h="2106185">
                <a:moveTo>
                  <a:pt x="69129" y="2106185"/>
                </a:moveTo>
                <a:cubicBezTo>
                  <a:pt x="-10214" y="2025412"/>
                  <a:pt x="5922" y="1943228"/>
                  <a:pt x="683" y="1829690"/>
                </a:cubicBezTo>
                <a:cubicBezTo>
                  <a:pt x="-2079" y="1774255"/>
                  <a:pt x="3732" y="1718819"/>
                  <a:pt x="14495" y="1664146"/>
                </a:cubicBez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34063" y="1786352"/>
                  <a:pt x="1085962" y="1844073"/>
                </a:cubicBezTo>
                <a:cubicBezTo>
                  <a:pt x="1014239" y="1930084"/>
                  <a:pt x="936610" y="2011237"/>
                  <a:pt x="849075" y="2081055"/>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C70749E2-5288-1319-C416-FEA24788C6D6}"/>
              </a:ext>
            </a:extLst>
          </p:cNvPr>
          <p:cNvSpPr/>
          <p:nvPr userDrawn="1"/>
        </p:nvSpPr>
        <p:spPr>
          <a:xfrm rot="20090419">
            <a:off x="3169445" y="5969921"/>
            <a:ext cx="446219" cy="387256"/>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lumMod val="85000"/>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E1418225-BCBB-84AD-E66D-0B4EF40E75C5}"/>
              </a:ext>
            </a:extLst>
          </p:cNvPr>
          <p:cNvSpPr/>
          <p:nvPr userDrawn="1"/>
        </p:nvSpPr>
        <p:spPr>
          <a:xfrm rot="14914380">
            <a:off x="2901109" y="5790625"/>
            <a:ext cx="977608" cy="866184"/>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lumMod val="85000"/>
                <a:alpha val="35000"/>
              </a:schemeClr>
            </a:solidFill>
            <a:prstDash val="solid"/>
            <a:round/>
          </a:ln>
        </p:spPr>
        <p:txBody>
          <a:bodyPr rtlCol="0" anchor="ctr"/>
          <a:lstStyle/>
          <a:p>
            <a:endParaRPr lang="en-US"/>
          </a:p>
        </p:txBody>
      </p:sp>
      <p:sp>
        <p:nvSpPr>
          <p:cNvPr id="26" name="Freeform: Shape 25">
            <a:extLst>
              <a:ext uri="{FF2B5EF4-FFF2-40B4-BE49-F238E27FC236}">
                <a16:creationId xmlns:a16="http://schemas.microsoft.com/office/drawing/2014/main" id="{B98205B6-3989-A5AF-8A67-26058DD0C0CD}"/>
              </a:ext>
            </a:extLst>
          </p:cNvPr>
          <p:cNvSpPr/>
          <p:nvPr userDrawn="1"/>
        </p:nvSpPr>
        <p:spPr>
          <a:xfrm rot="10808844">
            <a:off x="4235945" y="4559389"/>
            <a:ext cx="1171915" cy="2394297"/>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03835 w 1287151"/>
              <a:gd name="connsiteY2" fmla="*/ 397468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03835 w 1287151"/>
              <a:gd name="connsiteY2" fmla="*/ 397468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03835 w 1287151"/>
              <a:gd name="connsiteY2" fmla="*/ 397468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03835 w 1287151"/>
              <a:gd name="connsiteY2" fmla="*/ 397468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7151" h="2588625">
                <a:moveTo>
                  <a:pt x="1287151" y="0"/>
                </a:moveTo>
                <a:cubicBezTo>
                  <a:pt x="1256128" y="26176"/>
                  <a:pt x="1202127" y="59397"/>
                  <a:pt x="1138241" y="125642"/>
                </a:cubicBezTo>
                <a:cubicBezTo>
                  <a:pt x="1074355" y="191887"/>
                  <a:pt x="991469" y="316827"/>
                  <a:pt x="903835" y="397468"/>
                </a:cubicBezTo>
                <a:cubicBezTo>
                  <a:pt x="816201" y="478109"/>
                  <a:pt x="753840" y="506401"/>
                  <a:pt x="795371" y="737424"/>
                </a:cubicBezTo>
                <a:cubicBezTo>
                  <a:pt x="836902" y="968447"/>
                  <a:pt x="741836" y="1130673"/>
                  <a:pt x="643091" y="1309854"/>
                </a:cubicBezTo>
                <a:cubicBezTo>
                  <a:pt x="544346" y="1489035"/>
                  <a:pt x="370669" y="1678466"/>
                  <a:pt x="202901" y="1812513"/>
                </a:cubicBezTo>
                <a:cubicBezTo>
                  <a:pt x="33547" y="1922000"/>
                  <a:pt x="-8679" y="2117530"/>
                  <a:pt x="1395" y="2229179"/>
                </a:cubicBezTo>
                <a:cubicBezTo>
                  <a:pt x="11469" y="2340828"/>
                  <a:pt x="175438" y="2429720"/>
                  <a:pt x="263343" y="2482410"/>
                </a:cubicBezTo>
                <a:cubicBezTo>
                  <a:pt x="349622" y="2535100"/>
                  <a:pt x="513584" y="2566327"/>
                  <a:pt x="529580" y="2588625"/>
                </a:cubicBezTo>
              </a:path>
            </a:pathLst>
          </a:custGeom>
          <a:noFill/>
          <a:ln w="6350">
            <a:solidFill>
              <a:schemeClr val="tx1">
                <a:lumMod val="8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CBAFB3CC-161F-C6F0-2C58-FD1DAE2A5F1E}"/>
              </a:ext>
            </a:extLst>
          </p:cNvPr>
          <p:cNvSpPr/>
          <p:nvPr userDrawn="1"/>
        </p:nvSpPr>
        <p:spPr>
          <a:xfrm rot="12284151">
            <a:off x="159071" y="6006362"/>
            <a:ext cx="971081" cy="90945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728473"/>
              <a:gd name="connsiteY0" fmla="*/ 16551 h 464783"/>
              <a:gd name="connsiteX1" fmla="*/ 73251 w 728473"/>
              <a:gd name="connsiteY1" fmla="*/ 429303 h 464783"/>
              <a:gd name="connsiteX2" fmla="*/ 383956 w 728473"/>
              <a:gd name="connsiteY2" fmla="*/ 423726 h 464783"/>
              <a:gd name="connsiteX3" fmla="*/ 609623 w 728473"/>
              <a:gd name="connsiteY3" fmla="*/ 260844 h 464783"/>
              <a:gd name="connsiteX4" fmla="*/ 728473 w 728473"/>
              <a:gd name="connsiteY4" fmla="*/ 3 h 464783"/>
              <a:gd name="connsiteX0" fmla="*/ 13893 w 728473"/>
              <a:gd name="connsiteY0" fmla="*/ 16548 h 464780"/>
              <a:gd name="connsiteX1" fmla="*/ 73251 w 728473"/>
              <a:gd name="connsiteY1" fmla="*/ 429300 h 464780"/>
              <a:gd name="connsiteX2" fmla="*/ 383956 w 728473"/>
              <a:gd name="connsiteY2" fmla="*/ 423723 h 464780"/>
              <a:gd name="connsiteX3" fmla="*/ 609623 w 728473"/>
              <a:gd name="connsiteY3" fmla="*/ 260841 h 464780"/>
              <a:gd name="connsiteX4" fmla="*/ 728473 w 728473"/>
              <a:gd name="connsiteY4" fmla="*/ 0 h 464780"/>
              <a:gd name="connsiteX0" fmla="*/ 13893 w 667341"/>
              <a:gd name="connsiteY0" fmla="*/ 149474 h 597706"/>
              <a:gd name="connsiteX1" fmla="*/ 73251 w 667341"/>
              <a:gd name="connsiteY1" fmla="*/ 562226 h 597706"/>
              <a:gd name="connsiteX2" fmla="*/ 383956 w 667341"/>
              <a:gd name="connsiteY2" fmla="*/ 556649 h 597706"/>
              <a:gd name="connsiteX3" fmla="*/ 609623 w 667341"/>
              <a:gd name="connsiteY3" fmla="*/ 393767 h 597706"/>
              <a:gd name="connsiteX4" fmla="*/ 652993 w 667341"/>
              <a:gd name="connsiteY4" fmla="*/ 0 h 597706"/>
              <a:gd name="connsiteX0" fmla="*/ 13893 w 652993"/>
              <a:gd name="connsiteY0" fmla="*/ 149474 h 601231"/>
              <a:gd name="connsiteX1" fmla="*/ 73251 w 652993"/>
              <a:gd name="connsiteY1" fmla="*/ 562226 h 601231"/>
              <a:gd name="connsiteX2" fmla="*/ 383956 w 652993"/>
              <a:gd name="connsiteY2" fmla="*/ 556649 h 601231"/>
              <a:gd name="connsiteX3" fmla="*/ 570911 w 652993"/>
              <a:gd name="connsiteY3" fmla="*/ 320541 h 601231"/>
              <a:gd name="connsiteX4" fmla="*/ 652993 w 652993"/>
              <a:gd name="connsiteY4" fmla="*/ 0 h 601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993" h="601231">
                <a:moveTo>
                  <a:pt x="13893" y="149474"/>
                </a:moveTo>
                <a:cubicBezTo>
                  <a:pt x="-20101" y="469634"/>
                  <a:pt x="11574" y="494364"/>
                  <a:pt x="73251" y="562226"/>
                </a:cubicBezTo>
                <a:cubicBezTo>
                  <a:pt x="134928" y="630088"/>
                  <a:pt x="301013" y="596930"/>
                  <a:pt x="383956" y="556649"/>
                </a:cubicBezTo>
                <a:cubicBezTo>
                  <a:pt x="466899" y="516368"/>
                  <a:pt x="468769" y="359475"/>
                  <a:pt x="570911" y="320541"/>
                </a:cubicBezTo>
                <a:cubicBezTo>
                  <a:pt x="674587" y="281022"/>
                  <a:pt x="643773" y="44646"/>
                  <a:pt x="65299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3" name="Date Placeholder 2">
            <a:extLst>
              <a:ext uri="{FF2B5EF4-FFF2-40B4-BE49-F238E27FC236}">
                <a16:creationId xmlns:a16="http://schemas.microsoft.com/office/drawing/2014/main" id="{DD669614-1D2C-3A4F-4987-77DB1A11AD64}"/>
              </a:ext>
            </a:extLst>
          </p:cNvPr>
          <p:cNvSpPr>
            <a:spLocks noGrp="1"/>
          </p:cNvSpPr>
          <p:nvPr userDrawn="1">
            <p:ph type="dt" sz="half" idx="10"/>
          </p:nvPr>
        </p:nvSpPr>
        <p:spPr>
          <a:xfrm>
            <a:off x="5105401" y="6418800"/>
            <a:ext cx="1981200" cy="294462"/>
          </a:xfrm>
          <a:prstGeom prst="rect">
            <a:avLst/>
          </a:prstGeom>
        </p:spPr>
        <p:txBody>
          <a:bodyPr/>
          <a:lstStyle/>
          <a:p>
            <a:fld id="{B6B7AB81-1455-4BE7-BD92-E6565D4D21FD}" type="datetime1">
              <a:rPr lang="en-US" smtClean="0"/>
              <a:t>3/25/2026</a:t>
            </a:fld>
            <a:endParaRPr lang="en-US"/>
          </a:p>
        </p:txBody>
      </p:sp>
      <p:sp>
        <p:nvSpPr>
          <p:cNvPr id="4" name="Footer Placeholder 3">
            <a:extLst>
              <a:ext uri="{FF2B5EF4-FFF2-40B4-BE49-F238E27FC236}">
                <a16:creationId xmlns:a16="http://schemas.microsoft.com/office/drawing/2014/main" id="{1392D68E-EE37-8A0A-F9CD-38A498DBD64F}"/>
              </a:ext>
            </a:extLst>
          </p:cNvPr>
          <p:cNvSpPr>
            <a:spLocks noGrp="1"/>
          </p:cNvSpPr>
          <p:nvPr userDrawn="1">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F1B7DA30-BDA4-7320-36A7-855BBB88D806}"/>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7" name="Picture Placeholder 6">
            <a:extLst>
              <a:ext uri="{FF2B5EF4-FFF2-40B4-BE49-F238E27FC236}">
                <a16:creationId xmlns:a16="http://schemas.microsoft.com/office/drawing/2014/main" id="{E5EEE60C-FA52-7476-DC61-A4252B31EDC3}"/>
              </a:ext>
            </a:extLst>
          </p:cNvPr>
          <p:cNvSpPr>
            <a:spLocks noGrp="1"/>
          </p:cNvSpPr>
          <p:nvPr userDrawn="1">
            <p:ph type="pic" sz="quarter" idx="13"/>
          </p:nvPr>
        </p:nvSpPr>
        <p:spPr>
          <a:xfrm>
            <a:off x="3695700" y="304800"/>
            <a:ext cx="8191500" cy="5791200"/>
          </a:xfrm>
        </p:spPr>
        <p:txBody>
          <a:bodyPr/>
          <a:lstStyle/>
          <a:p>
            <a:r>
              <a:rPr lang="en-US"/>
              <a:t>Click icon to add picture</a:t>
            </a:r>
          </a:p>
        </p:txBody>
      </p:sp>
      <p:sp>
        <p:nvSpPr>
          <p:cNvPr id="2" name="Title 1">
            <a:extLst>
              <a:ext uri="{FF2B5EF4-FFF2-40B4-BE49-F238E27FC236}">
                <a16:creationId xmlns:a16="http://schemas.microsoft.com/office/drawing/2014/main" id="{10AEAA03-0A50-BC60-FCD6-3297CB201AF5}"/>
              </a:ext>
            </a:extLst>
          </p:cNvPr>
          <p:cNvSpPr>
            <a:spLocks noGrp="1"/>
          </p:cNvSpPr>
          <p:nvPr userDrawn="1">
            <p:ph type="title"/>
          </p:nvPr>
        </p:nvSpPr>
        <p:spPr>
          <a:xfrm>
            <a:off x="294063" y="304800"/>
            <a:ext cx="4811337" cy="5445162"/>
          </a:xfrm>
        </p:spPr>
        <p:txBody>
          <a:bodyPr anchor="t">
            <a:normAutofit/>
          </a:bodyPr>
          <a:lstStyle>
            <a:lvl1pPr>
              <a:defRPr sz="8000">
                <a:solidFill>
                  <a:schemeClr val="accent1"/>
                </a:solidFill>
              </a:defRPr>
            </a:lvl1pPr>
          </a:lstStyle>
          <a:p>
            <a:r>
              <a:rPr lang="en-US"/>
              <a:t>Click to edit Master title style</a:t>
            </a:r>
          </a:p>
        </p:txBody>
      </p:sp>
    </p:spTree>
    <p:extLst>
      <p:ext uri="{BB962C8B-B14F-4D97-AF65-F5344CB8AC3E}">
        <p14:creationId xmlns:p14="http://schemas.microsoft.com/office/powerpoint/2010/main" val="7278862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Title + Subtitle_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1714501" y="1652227"/>
            <a:ext cx="7254937" cy="2189112"/>
          </a:xfrm>
        </p:spPr>
        <p:txBody>
          <a:bodyPr anchor="t">
            <a:normAutofit/>
          </a:bodyPr>
          <a:lstStyle>
            <a:lvl1pPr algn="l">
              <a:defRPr sz="6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1714500" y="3948897"/>
            <a:ext cx="7254937" cy="1379848"/>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7" name="Group 6">
            <a:extLst>
              <a:ext uri="{FF2B5EF4-FFF2-40B4-BE49-F238E27FC236}">
                <a16:creationId xmlns:a16="http://schemas.microsoft.com/office/drawing/2014/main" id="{181EFA4C-DAF3-8FAF-5703-1AEDBA3CBD70}"/>
              </a:ext>
            </a:extLst>
          </p:cNvPr>
          <p:cNvGrpSpPr/>
          <p:nvPr userDrawn="1"/>
        </p:nvGrpSpPr>
        <p:grpSpPr>
          <a:xfrm rot="16200000" flipH="1">
            <a:off x="1237961" y="2701384"/>
            <a:ext cx="3126948" cy="6218131"/>
            <a:chOff x="10030515" y="-322949"/>
            <a:chExt cx="2609048" cy="5719839"/>
          </a:xfrm>
        </p:grpSpPr>
        <p:sp>
          <p:nvSpPr>
            <p:cNvPr id="8" name="Freeform: Shape 7">
              <a:extLst>
                <a:ext uri="{FF2B5EF4-FFF2-40B4-BE49-F238E27FC236}">
                  <a16:creationId xmlns:a16="http://schemas.microsoft.com/office/drawing/2014/main" id="{04120404-DA2F-D00F-E303-02D4BB8CB5D4}"/>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6EE7D68A-B05E-16BB-BC28-1F84B69666DA}"/>
                </a:ext>
              </a:extLst>
            </p:cNvPr>
            <p:cNvSpPr/>
            <p:nvPr userDrawn="1"/>
          </p:nvSpPr>
          <p:spPr>
            <a:xfrm rot="16133597" flipH="1">
              <a:off x="10592641" y="-116120"/>
              <a:ext cx="1418146" cy="159746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504"/>
                <a:gd name="connsiteX1" fmla="*/ 797621 w 2610943"/>
                <a:gd name="connsiteY1" fmla="*/ 1883453 h 2346504"/>
                <a:gd name="connsiteX2" fmla="*/ 1099996 w 2610943"/>
                <a:gd name="connsiteY2" fmla="*/ 1785789 h 2346504"/>
                <a:gd name="connsiteX3" fmla="*/ 1896559 w 2610943"/>
                <a:gd name="connsiteY3" fmla="*/ 2136003 h 2346504"/>
                <a:gd name="connsiteX4" fmla="*/ 2332270 w 2610943"/>
                <a:gd name="connsiteY4" fmla="*/ 2341090 h 2346504"/>
                <a:gd name="connsiteX5" fmla="*/ 2591367 w 2610943"/>
                <a:gd name="connsiteY5" fmla="*/ 1922408 h 2346504"/>
                <a:gd name="connsiteX6" fmla="*/ 2585814 w 2610943"/>
                <a:gd name="connsiteY6" fmla="*/ 1651149 h 2346504"/>
                <a:gd name="connsiteX7" fmla="*/ 2412678 w 2610943"/>
                <a:gd name="connsiteY7" fmla="*/ 1350336 h 2346504"/>
                <a:gd name="connsiteX8" fmla="*/ 1760406 w 2610943"/>
                <a:gd name="connsiteY8" fmla="*/ 867133 h 2346504"/>
                <a:gd name="connsiteX9" fmla="*/ 1520662 w 2610943"/>
                <a:gd name="connsiteY9" fmla="*/ 723877 h 2346504"/>
                <a:gd name="connsiteX10" fmla="*/ 1241008 w 2610943"/>
                <a:gd name="connsiteY10" fmla="*/ 553475 h 2346504"/>
                <a:gd name="connsiteX11" fmla="*/ 988656 w 2610943"/>
                <a:gd name="connsiteY11" fmla="*/ 475157 h 2346504"/>
                <a:gd name="connsiteX12" fmla="*/ 237642 w 2610943"/>
                <a:gd name="connsiteY12" fmla="*/ 0 h 2346504"/>
                <a:gd name="connsiteX0" fmla="*/ 0 w 2610943"/>
                <a:gd name="connsiteY0" fmla="*/ 2205526 h 2345351"/>
                <a:gd name="connsiteX1" fmla="*/ 797621 w 2610943"/>
                <a:gd name="connsiteY1" fmla="*/ 1883453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0 w 2610943"/>
                <a:gd name="connsiteY0" fmla="*/ 2205526 h 2345351"/>
                <a:gd name="connsiteX1" fmla="*/ 895580 w 2610943"/>
                <a:gd name="connsiteY1" fmla="*/ 2182431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520"/>
                <a:gd name="connsiteX1" fmla="*/ 657938 w 2373301"/>
                <a:gd name="connsiteY1" fmla="*/ 2182431 h 2345520"/>
                <a:gd name="connsiteX2" fmla="*/ 949417 w 2373301"/>
                <a:gd name="connsiteY2" fmla="*/ 2031381 h 2345520"/>
                <a:gd name="connsiteX3" fmla="*/ 1658917 w 2373301"/>
                <a:gd name="connsiteY3" fmla="*/ 2136003 h 2345520"/>
                <a:gd name="connsiteX4" fmla="*/ 2094628 w 2373301"/>
                <a:gd name="connsiteY4" fmla="*/ 2341090 h 2345520"/>
                <a:gd name="connsiteX5" fmla="*/ 2353725 w 2373301"/>
                <a:gd name="connsiteY5" fmla="*/ 1922408 h 2345520"/>
                <a:gd name="connsiteX6" fmla="*/ 2348172 w 2373301"/>
                <a:gd name="connsiteY6" fmla="*/ 1651149 h 2345520"/>
                <a:gd name="connsiteX7" fmla="*/ 2175036 w 2373301"/>
                <a:gd name="connsiteY7" fmla="*/ 1350336 h 2345520"/>
                <a:gd name="connsiteX8" fmla="*/ 1522764 w 2373301"/>
                <a:gd name="connsiteY8" fmla="*/ 867133 h 2345520"/>
                <a:gd name="connsiteX9" fmla="*/ 1283020 w 2373301"/>
                <a:gd name="connsiteY9" fmla="*/ 723877 h 2345520"/>
                <a:gd name="connsiteX10" fmla="*/ 1003366 w 2373301"/>
                <a:gd name="connsiteY10" fmla="*/ 553475 h 2345520"/>
                <a:gd name="connsiteX11" fmla="*/ 751014 w 2373301"/>
                <a:gd name="connsiteY11" fmla="*/ 475157 h 2345520"/>
                <a:gd name="connsiteX12" fmla="*/ 0 w 2373301"/>
                <a:gd name="connsiteY12" fmla="*/ 0 h 234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3301" h="2345520">
                  <a:moveTo>
                    <a:pt x="98273" y="2232989"/>
                  </a:moveTo>
                  <a:cubicBezTo>
                    <a:pt x="298445" y="2101319"/>
                    <a:pt x="516081" y="2216032"/>
                    <a:pt x="657938" y="2182431"/>
                  </a:cubicBezTo>
                  <a:cubicBezTo>
                    <a:pt x="799795" y="2148830"/>
                    <a:pt x="782587" y="2039119"/>
                    <a:pt x="949417" y="2031381"/>
                  </a:cubicBezTo>
                  <a:cubicBezTo>
                    <a:pt x="1116247" y="2023643"/>
                    <a:pt x="1468049" y="2084385"/>
                    <a:pt x="1658917" y="2136003"/>
                  </a:cubicBezTo>
                  <a:cubicBezTo>
                    <a:pt x="1849785" y="2187621"/>
                    <a:pt x="1978827" y="2376689"/>
                    <a:pt x="2094628" y="2341090"/>
                  </a:cubicBezTo>
                  <a:cubicBezTo>
                    <a:pt x="2210429" y="2305491"/>
                    <a:pt x="2311468" y="2037398"/>
                    <a:pt x="2353725" y="1922408"/>
                  </a:cubicBezTo>
                  <a:cubicBezTo>
                    <a:pt x="2395982" y="1807418"/>
                    <a:pt x="2358173" y="1727349"/>
                    <a:pt x="2348172" y="1651149"/>
                  </a:cubicBezTo>
                  <a:cubicBezTo>
                    <a:pt x="2329217" y="1506941"/>
                    <a:pt x="2312604" y="1481005"/>
                    <a:pt x="2175036" y="1350336"/>
                  </a:cubicBezTo>
                  <a:cubicBezTo>
                    <a:pt x="2037468" y="1219667"/>
                    <a:pt x="1754507" y="1008484"/>
                    <a:pt x="1522764" y="867133"/>
                  </a:cubicBezTo>
                  <a:cubicBezTo>
                    <a:pt x="1443230" y="818651"/>
                    <a:pt x="1362934" y="771597"/>
                    <a:pt x="1283020" y="723877"/>
                  </a:cubicBezTo>
                  <a:cubicBezTo>
                    <a:pt x="1189294" y="667870"/>
                    <a:pt x="1092034" y="594928"/>
                    <a:pt x="1003366" y="553475"/>
                  </a:cubicBezTo>
                  <a:cubicBezTo>
                    <a:pt x="914698" y="512022"/>
                    <a:pt x="918242" y="567403"/>
                    <a:pt x="751014" y="475157"/>
                  </a:cubicBezTo>
                  <a:cubicBezTo>
                    <a:pt x="583786" y="382911"/>
                    <a:pt x="174145" y="236166"/>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6D50676D-EF6B-62D4-A243-831484D115C0}"/>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E91D36A4-A75C-B95D-F17A-C83B1381D3EC}"/>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D74C2FA5-17F0-478C-1DD5-9443D6EDEFAE}"/>
                </a:ext>
              </a:extLst>
            </p:cNvPr>
            <p:cNvSpPr/>
            <p:nvPr userDrawn="1"/>
          </p:nvSpPr>
          <p:spPr>
            <a:xfrm rot="16133597" flipH="1">
              <a:off x="10991204" y="-125803"/>
              <a:ext cx="808788" cy="940297"/>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205" h="1234558">
                  <a:moveTo>
                    <a:pt x="0" y="1234558"/>
                  </a:moveTo>
                  <a:cubicBezTo>
                    <a:pt x="167544" y="1137542"/>
                    <a:pt x="393133" y="1099268"/>
                    <a:pt x="541697" y="1043815"/>
                  </a:cubicBezTo>
                  <a:cubicBezTo>
                    <a:pt x="690261" y="988362"/>
                    <a:pt x="789616" y="927786"/>
                    <a:pt x="891383" y="901839"/>
                  </a:cubicBezTo>
                  <a:cubicBezTo>
                    <a:pt x="993150" y="875893"/>
                    <a:pt x="1123225" y="933735"/>
                    <a:pt x="1152301" y="888136"/>
                  </a:cubicBezTo>
                  <a:cubicBezTo>
                    <a:pt x="1181377" y="842537"/>
                    <a:pt x="1152222" y="726844"/>
                    <a:pt x="1065837" y="628243"/>
                  </a:cubicBezTo>
                  <a:cubicBezTo>
                    <a:pt x="979452" y="529642"/>
                    <a:pt x="823456" y="436244"/>
                    <a:pt x="633988" y="296528"/>
                  </a:cubicBezTo>
                  <a:cubicBezTo>
                    <a:pt x="482445" y="173655"/>
                    <a:pt x="265317" y="125063"/>
                    <a:pt x="11123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7E522534-7C6D-3E4F-2C58-42D778FF57B0}"/>
                </a:ext>
              </a:extLst>
            </p:cNvPr>
            <p:cNvSpPr/>
            <p:nvPr userDrawn="1"/>
          </p:nvSpPr>
          <p:spPr>
            <a:xfrm rot="16133597" flipH="1">
              <a:off x="10639840" y="106815"/>
              <a:ext cx="992624" cy="76171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351647 w 1351647"/>
                <a:gd name="connsiteY0" fmla="*/ 1016994 h 1016994"/>
                <a:gd name="connsiteX1" fmla="*/ 1096854 w 1351647"/>
                <a:gd name="connsiteY1" fmla="*/ 794681 h 1016994"/>
                <a:gd name="connsiteX2" fmla="*/ 711263 w 1351647"/>
                <a:gd name="connsiteY2" fmla="*/ 468431 h 1016994"/>
                <a:gd name="connsiteX3" fmla="*/ 119874 w 1351647"/>
                <a:gd name="connsiteY3" fmla="*/ 139647 h 1016994"/>
                <a:gd name="connsiteX4" fmla="*/ 0 w 1351647"/>
                <a:gd name="connsiteY4" fmla="*/ 0 h 1016994"/>
                <a:gd name="connsiteX0" fmla="*/ 1351647 w 1351647"/>
                <a:gd name="connsiteY0" fmla="*/ 1016994 h 1016994"/>
                <a:gd name="connsiteX1" fmla="*/ 1096854 w 1351647"/>
                <a:gd name="connsiteY1" fmla="*/ 794681 h 1016994"/>
                <a:gd name="connsiteX2" fmla="*/ 711263 w 1351647"/>
                <a:gd name="connsiteY2" fmla="*/ 468431 h 1016994"/>
                <a:gd name="connsiteX3" fmla="*/ 357285 w 1351647"/>
                <a:gd name="connsiteY3" fmla="*/ 254824 h 1016994"/>
                <a:gd name="connsiteX4" fmla="*/ 0 w 1351647"/>
                <a:gd name="connsiteY4" fmla="*/ 0 h 101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647" h="1016994">
                  <a:moveTo>
                    <a:pt x="1351647" y="1016994"/>
                  </a:moveTo>
                  <a:cubicBezTo>
                    <a:pt x="1278876" y="930412"/>
                    <a:pt x="1203585" y="886108"/>
                    <a:pt x="1096854" y="794681"/>
                  </a:cubicBezTo>
                  <a:cubicBezTo>
                    <a:pt x="990123" y="703254"/>
                    <a:pt x="834524" y="558407"/>
                    <a:pt x="711263" y="468431"/>
                  </a:cubicBezTo>
                  <a:cubicBezTo>
                    <a:pt x="588002" y="378455"/>
                    <a:pt x="536451" y="406843"/>
                    <a:pt x="357285" y="254824"/>
                  </a:cubicBezTo>
                  <a:cubicBezTo>
                    <a:pt x="243081" y="157954"/>
                    <a:pt x="135731" y="61817"/>
                    <a:pt x="0"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E2C084A4-ACE3-F65F-8695-B67BC2E5201A}"/>
                </a:ext>
              </a:extLst>
            </p:cNvPr>
            <p:cNvSpPr/>
            <p:nvPr userDrawn="1"/>
          </p:nvSpPr>
          <p:spPr>
            <a:xfrm rot="16133597" flipH="1">
              <a:off x="11239040" y="341822"/>
              <a:ext cx="1010891" cy="373497"/>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0 w 1303916"/>
                <a:gd name="connsiteY0" fmla="*/ 524232 h 524232"/>
                <a:gd name="connsiteX1" fmla="*/ 266295 w 1303916"/>
                <a:gd name="connsiteY1" fmla="*/ 446086 h 524232"/>
                <a:gd name="connsiteX2" fmla="*/ 567798 w 1303916"/>
                <a:gd name="connsiteY2" fmla="*/ 302609 h 524232"/>
                <a:gd name="connsiteX3" fmla="*/ 859739 w 1303916"/>
                <a:gd name="connsiteY3" fmla="*/ 360045 h 524232"/>
                <a:gd name="connsiteX4" fmla="*/ 1070241 w 1303916"/>
                <a:gd name="connsiteY4" fmla="*/ 386334 h 524232"/>
                <a:gd name="connsiteX5" fmla="*/ 1247121 w 1303916"/>
                <a:gd name="connsiteY5" fmla="*/ 0 h 52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916" h="524232">
                  <a:moveTo>
                    <a:pt x="0" y="524232"/>
                  </a:moveTo>
                  <a:cubicBezTo>
                    <a:pt x="87128" y="492799"/>
                    <a:pt x="171662" y="483023"/>
                    <a:pt x="266295" y="446086"/>
                  </a:cubicBezTo>
                  <a:cubicBezTo>
                    <a:pt x="360928" y="409149"/>
                    <a:pt x="468891" y="316949"/>
                    <a:pt x="567798" y="302609"/>
                  </a:cubicBezTo>
                  <a:cubicBezTo>
                    <a:pt x="666705" y="288269"/>
                    <a:pt x="762679" y="339471"/>
                    <a:pt x="859739" y="360045"/>
                  </a:cubicBezTo>
                  <a:cubicBezTo>
                    <a:pt x="929367" y="374809"/>
                    <a:pt x="999375" y="389763"/>
                    <a:pt x="1070241" y="386334"/>
                  </a:cubicBezTo>
                  <a:cubicBezTo>
                    <a:pt x="1135106" y="383191"/>
                    <a:pt x="1424667" y="391287"/>
                    <a:pt x="1247121"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89AF0AE5-8055-BC5A-3316-60C8AC16BB8D}"/>
                </a:ext>
              </a:extLst>
            </p:cNvPr>
            <p:cNvSpPr/>
            <p:nvPr userDrawn="1"/>
          </p:nvSpPr>
          <p:spPr>
            <a:xfrm rot="15744483" flipH="1">
              <a:off x="11257762" y="-111420"/>
              <a:ext cx="205453" cy="546231"/>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701A7B52-7EE5-6A0C-8A2C-52AA74406D82}"/>
                </a:ext>
              </a:extLst>
            </p:cNvPr>
            <p:cNvSpPr/>
            <p:nvPr userDrawn="1"/>
          </p:nvSpPr>
          <p:spPr>
            <a:xfrm rot="16133597" flipH="1">
              <a:off x="9188819" y="1181125"/>
              <a:ext cx="3591322" cy="1251471"/>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65029 w 4890269"/>
                <a:gd name="connsiteY12" fmla="*/ 444322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57799 w 4890269"/>
                <a:gd name="connsiteY12" fmla="*/ 506674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90269" h="1670879">
                  <a:moveTo>
                    <a:pt x="0" y="0"/>
                  </a:moveTo>
                  <a:cubicBezTo>
                    <a:pt x="116135" y="96409"/>
                    <a:pt x="55377" y="185361"/>
                    <a:pt x="257936" y="329948"/>
                  </a:cubicBezTo>
                  <a:cubicBezTo>
                    <a:pt x="460495" y="474535"/>
                    <a:pt x="1006101" y="745030"/>
                    <a:pt x="1215354" y="867522"/>
                  </a:cubicBezTo>
                  <a:cubicBezTo>
                    <a:pt x="1424607" y="990015"/>
                    <a:pt x="1433423" y="1007312"/>
                    <a:pt x="1513453" y="1064903"/>
                  </a:cubicBezTo>
                  <a:cubicBezTo>
                    <a:pt x="1593483" y="1122494"/>
                    <a:pt x="1613401" y="1155400"/>
                    <a:pt x="1695531" y="1213066"/>
                  </a:cubicBezTo>
                  <a:cubicBezTo>
                    <a:pt x="1777661" y="1270732"/>
                    <a:pt x="1930347" y="1336150"/>
                    <a:pt x="2006236" y="1410900"/>
                  </a:cubicBezTo>
                  <a:cubicBezTo>
                    <a:pt x="2082125" y="1485650"/>
                    <a:pt x="2100385" y="1634613"/>
                    <a:pt x="2150867" y="1661569"/>
                  </a:cubicBezTo>
                  <a:cubicBezTo>
                    <a:pt x="2223829" y="1700621"/>
                    <a:pt x="2298708" y="1606681"/>
                    <a:pt x="2386760" y="1567110"/>
                  </a:cubicBezTo>
                  <a:cubicBezTo>
                    <a:pt x="2474812" y="1527539"/>
                    <a:pt x="2600787" y="1505484"/>
                    <a:pt x="2679178" y="1424140"/>
                  </a:cubicBezTo>
                  <a:cubicBezTo>
                    <a:pt x="2747282" y="1353560"/>
                    <a:pt x="2796812" y="1267835"/>
                    <a:pt x="2837007" y="1178109"/>
                  </a:cubicBezTo>
                  <a:cubicBezTo>
                    <a:pt x="2882822" y="1075906"/>
                    <a:pt x="2917398" y="968559"/>
                    <a:pt x="2972071" y="870928"/>
                  </a:cubicBezTo>
                  <a:cubicBezTo>
                    <a:pt x="3006266" y="809968"/>
                    <a:pt x="3036562" y="768188"/>
                    <a:pt x="3100850" y="707479"/>
                  </a:cubicBezTo>
                  <a:cubicBezTo>
                    <a:pt x="3165138" y="646770"/>
                    <a:pt x="3257501" y="511818"/>
                    <a:pt x="3357799" y="506674"/>
                  </a:cubicBezTo>
                  <a:cubicBezTo>
                    <a:pt x="3433142" y="502769"/>
                    <a:pt x="3503664" y="609634"/>
                    <a:pt x="3592340" y="621564"/>
                  </a:cubicBezTo>
                  <a:cubicBezTo>
                    <a:pt x="3681016" y="633494"/>
                    <a:pt x="3770262" y="578033"/>
                    <a:pt x="3889855" y="578253"/>
                  </a:cubicBezTo>
                  <a:cubicBezTo>
                    <a:pt x="4009448" y="578473"/>
                    <a:pt x="4188974" y="599856"/>
                    <a:pt x="4309901" y="622886"/>
                  </a:cubicBezTo>
                  <a:cubicBezTo>
                    <a:pt x="4430828" y="645916"/>
                    <a:pt x="4520105" y="704140"/>
                    <a:pt x="4615420" y="716433"/>
                  </a:cubicBezTo>
                  <a:cubicBezTo>
                    <a:pt x="4710735" y="728726"/>
                    <a:pt x="4759787" y="619471"/>
                    <a:pt x="4890269" y="64878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F21295D3-CE3D-3723-5550-BB70D1F69CE3}"/>
                </a:ext>
              </a:extLst>
            </p:cNvPr>
            <p:cNvSpPr/>
            <p:nvPr userDrawn="1"/>
          </p:nvSpPr>
          <p:spPr>
            <a:xfrm rot="16133597" flipH="1">
              <a:off x="8384101" y="1640964"/>
              <a:ext cx="5402340" cy="2109512"/>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511699"/>
                <a:gd name="connsiteY0" fmla="*/ 0 h 1439517"/>
                <a:gd name="connsiteX1" fmla="*/ 177481 w 4511699"/>
                <a:gd name="connsiteY1" fmla="*/ 377080 h 1439517"/>
                <a:gd name="connsiteX2" fmla="*/ 548334 w 4511699"/>
                <a:gd name="connsiteY2" fmla="*/ 691144 h 1439517"/>
                <a:gd name="connsiteX3" fmla="*/ 1332930 w 4511699"/>
                <a:gd name="connsiteY3" fmla="*/ 933297 h 1439517"/>
                <a:gd name="connsiteX4" fmla="*/ 1714243 w 4511699"/>
                <a:gd name="connsiteY4" fmla="*/ 1246397 h 1439517"/>
                <a:gd name="connsiteX5" fmla="*/ 2089731 w 4511699"/>
                <a:gd name="connsiteY5" fmla="*/ 1438090 h 1439517"/>
                <a:gd name="connsiteX6" fmla="*/ 2360323 w 4511699"/>
                <a:gd name="connsiteY6" fmla="*/ 1301452 h 1439517"/>
                <a:gd name="connsiteX7" fmla="*/ 2511104 w 4511699"/>
                <a:gd name="connsiteY7" fmla="*/ 1064470 h 1439517"/>
                <a:gd name="connsiteX8" fmla="*/ 2719984 w 4511699"/>
                <a:gd name="connsiteY8" fmla="*/ 882159 h 1439517"/>
                <a:gd name="connsiteX9" fmla="*/ 2924965 w 4511699"/>
                <a:gd name="connsiteY9" fmla="*/ 521068 h 1439517"/>
                <a:gd name="connsiteX10" fmla="*/ 3271866 w 4511699"/>
                <a:gd name="connsiteY10" fmla="*/ 489922 h 1439517"/>
                <a:gd name="connsiteX11" fmla="*/ 3496104 w 4511699"/>
                <a:gd name="connsiteY11" fmla="*/ 694995 h 1439517"/>
                <a:gd name="connsiteX12" fmla="*/ 4136076 w 4511699"/>
                <a:gd name="connsiteY12" fmla="*/ 605386 h 1439517"/>
                <a:gd name="connsiteX13" fmla="*/ 4511699 w 4511699"/>
                <a:gd name="connsiteY13" fmla="*/ 705171 h 1439517"/>
                <a:gd name="connsiteX0" fmla="*/ 0 w 4653702"/>
                <a:gd name="connsiteY0" fmla="*/ 0 h 1439517"/>
                <a:gd name="connsiteX1" fmla="*/ 177481 w 4653702"/>
                <a:gd name="connsiteY1" fmla="*/ 377080 h 1439517"/>
                <a:gd name="connsiteX2" fmla="*/ 548334 w 4653702"/>
                <a:gd name="connsiteY2" fmla="*/ 691144 h 1439517"/>
                <a:gd name="connsiteX3" fmla="*/ 1332930 w 4653702"/>
                <a:gd name="connsiteY3" fmla="*/ 933297 h 1439517"/>
                <a:gd name="connsiteX4" fmla="*/ 1714243 w 4653702"/>
                <a:gd name="connsiteY4" fmla="*/ 1246397 h 1439517"/>
                <a:gd name="connsiteX5" fmla="*/ 2089731 w 4653702"/>
                <a:gd name="connsiteY5" fmla="*/ 1438090 h 1439517"/>
                <a:gd name="connsiteX6" fmla="*/ 2360323 w 4653702"/>
                <a:gd name="connsiteY6" fmla="*/ 1301452 h 1439517"/>
                <a:gd name="connsiteX7" fmla="*/ 2511104 w 4653702"/>
                <a:gd name="connsiteY7" fmla="*/ 1064470 h 1439517"/>
                <a:gd name="connsiteX8" fmla="*/ 2719984 w 4653702"/>
                <a:gd name="connsiteY8" fmla="*/ 882159 h 1439517"/>
                <a:gd name="connsiteX9" fmla="*/ 2924965 w 4653702"/>
                <a:gd name="connsiteY9" fmla="*/ 521068 h 1439517"/>
                <a:gd name="connsiteX10" fmla="*/ 3271866 w 4653702"/>
                <a:gd name="connsiteY10" fmla="*/ 489922 h 1439517"/>
                <a:gd name="connsiteX11" fmla="*/ 3496104 w 4653702"/>
                <a:gd name="connsiteY11" fmla="*/ 694995 h 1439517"/>
                <a:gd name="connsiteX12" fmla="*/ 4136076 w 4653702"/>
                <a:gd name="connsiteY12" fmla="*/ 605386 h 1439517"/>
                <a:gd name="connsiteX13" fmla="*/ 4653702 w 4653702"/>
                <a:gd name="connsiteY13" fmla="*/ 726235 h 1439517"/>
                <a:gd name="connsiteX0" fmla="*/ 1 w 4824389"/>
                <a:gd name="connsiteY0" fmla="*/ 0 h 1402430"/>
                <a:gd name="connsiteX1" fmla="*/ 348168 w 4824389"/>
                <a:gd name="connsiteY1" fmla="*/ 339993 h 1402430"/>
                <a:gd name="connsiteX2" fmla="*/ 719021 w 4824389"/>
                <a:gd name="connsiteY2" fmla="*/ 654057 h 1402430"/>
                <a:gd name="connsiteX3" fmla="*/ 1503617 w 4824389"/>
                <a:gd name="connsiteY3" fmla="*/ 896210 h 1402430"/>
                <a:gd name="connsiteX4" fmla="*/ 1884930 w 4824389"/>
                <a:gd name="connsiteY4" fmla="*/ 1209310 h 1402430"/>
                <a:gd name="connsiteX5" fmla="*/ 2260418 w 4824389"/>
                <a:gd name="connsiteY5" fmla="*/ 1401003 h 1402430"/>
                <a:gd name="connsiteX6" fmla="*/ 2531010 w 4824389"/>
                <a:gd name="connsiteY6" fmla="*/ 1264365 h 1402430"/>
                <a:gd name="connsiteX7" fmla="*/ 2681791 w 4824389"/>
                <a:gd name="connsiteY7" fmla="*/ 1027383 h 1402430"/>
                <a:gd name="connsiteX8" fmla="*/ 2890671 w 4824389"/>
                <a:gd name="connsiteY8" fmla="*/ 845072 h 1402430"/>
                <a:gd name="connsiteX9" fmla="*/ 3095652 w 4824389"/>
                <a:gd name="connsiteY9" fmla="*/ 483981 h 1402430"/>
                <a:gd name="connsiteX10" fmla="*/ 3442553 w 4824389"/>
                <a:gd name="connsiteY10" fmla="*/ 452835 h 1402430"/>
                <a:gd name="connsiteX11" fmla="*/ 3666791 w 4824389"/>
                <a:gd name="connsiteY11" fmla="*/ 657908 h 1402430"/>
                <a:gd name="connsiteX12" fmla="*/ 4306763 w 4824389"/>
                <a:gd name="connsiteY12" fmla="*/ 568299 h 1402430"/>
                <a:gd name="connsiteX13" fmla="*/ 4824389 w 4824389"/>
                <a:gd name="connsiteY13" fmla="*/ 689148 h 1402430"/>
                <a:gd name="connsiteX0" fmla="*/ 0 w 6316287"/>
                <a:gd name="connsiteY0" fmla="*/ 0 h 1822722"/>
                <a:gd name="connsiteX1" fmla="*/ 348167 w 6316287"/>
                <a:gd name="connsiteY1" fmla="*/ 339993 h 1822722"/>
                <a:gd name="connsiteX2" fmla="*/ 719020 w 6316287"/>
                <a:gd name="connsiteY2" fmla="*/ 654057 h 1822722"/>
                <a:gd name="connsiteX3" fmla="*/ 1503616 w 6316287"/>
                <a:gd name="connsiteY3" fmla="*/ 896210 h 1822722"/>
                <a:gd name="connsiteX4" fmla="*/ 1884929 w 6316287"/>
                <a:gd name="connsiteY4" fmla="*/ 1209310 h 1822722"/>
                <a:gd name="connsiteX5" fmla="*/ 2260417 w 6316287"/>
                <a:gd name="connsiteY5" fmla="*/ 1401003 h 1822722"/>
                <a:gd name="connsiteX6" fmla="*/ 2531009 w 6316287"/>
                <a:gd name="connsiteY6" fmla="*/ 1264365 h 1822722"/>
                <a:gd name="connsiteX7" fmla="*/ 2681790 w 6316287"/>
                <a:gd name="connsiteY7" fmla="*/ 1027383 h 1822722"/>
                <a:gd name="connsiteX8" fmla="*/ 2890670 w 6316287"/>
                <a:gd name="connsiteY8" fmla="*/ 845072 h 1822722"/>
                <a:gd name="connsiteX9" fmla="*/ 3095651 w 6316287"/>
                <a:gd name="connsiteY9" fmla="*/ 483981 h 1822722"/>
                <a:gd name="connsiteX10" fmla="*/ 3442552 w 6316287"/>
                <a:gd name="connsiteY10" fmla="*/ 452835 h 1822722"/>
                <a:gd name="connsiteX11" fmla="*/ 3666790 w 6316287"/>
                <a:gd name="connsiteY11" fmla="*/ 657908 h 1822722"/>
                <a:gd name="connsiteX12" fmla="*/ 4306762 w 6316287"/>
                <a:gd name="connsiteY12" fmla="*/ 568299 h 1822722"/>
                <a:gd name="connsiteX13" fmla="*/ 6316287 w 6316287"/>
                <a:gd name="connsiteY13" fmla="*/ 1821477 h 1822722"/>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306762 w 6316287"/>
                <a:gd name="connsiteY12" fmla="*/ 568299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5918597 w 6316287"/>
                <a:gd name="connsiteY14" fmla="*/ 1484033 h 1821477"/>
                <a:gd name="connsiteX15" fmla="*/ 6316287 w 6316287"/>
                <a:gd name="connsiteY15" fmla="*/ 1821477 h 1821477"/>
                <a:gd name="connsiteX0" fmla="*/ 0 w 6712751"/>
                <a:gd name="connsiteY0" fmla="*/ 0 h 2140501"/>
                <a:gd name="connsiteX1" fmla="*/ 348167 w 6712751"/>
                <a:gd name="connsiteY1" fmla="*/ 339993 h 2140501"/>
                <a:gd name="connsiteX2" fmla="*/ 719020 w 6712751"/>
                <a:gd name="connsiteY2" fmla="*/ 654057 h 2140501"/>
                <a:gd name="connsiteX3" fmla="*/ 1503616 w 6712751"/>
                <a:gd name="connsiteY3" fmla="*/ 896210 h 2140501"/>
                <a:gd name="connsiteX4" fmla="*/ 1884929 w 6712751"/>
                <a:gd name="connsiteY4" fmla="*/ 1209310 h 2140501"/>
                <a:gd name="connsiteX5" fmla="*/ 2260417 w 6712751"/>
                <a:gd name="connsiteY5" fmla="*/ 1401003 h 2140501"/>
                <a:gd name="connsiteX6" fmla="*/ 2531009 w 6712751"/>
                <a:gd name="connsiteY6" fmla="*/ 1264365 h 2140501"/>
                <a:gd name="connsiteX7" fmla="*/ 2681790 w 6712751"/>
                <a:gd name="connsiteY7" fmla="*/ 1027383 h 2140501"/>
                <a:gd name="connsiteX8" fmla="*/ 2890670 w 6712751"/>
                <a:gd name="connsiteY8" fmla="*/ 845072 h 2140501"/>
                <a:gd name="connsiteX9" fmla="*/ 3099662 w 6712751"/>
                <a:gd name="connsiteY9" fmla="*/ 642910 h 2140501"/>
                <a:gd name="connsiteX10" fmla="*/ 3589813 w 6712751"/>
                <a:gd name="connsiteY10" fmla="*/ 561257 h 2140501"/>
                <a:gd name="connsiteX11" fmla="*/ 4399049 w 6712751"/>
                <a:gd name="connsiteY11" fmla="*/ 681645 h 2140501"/>
                <a:gd name="connsiteX12" fmla="*/ 4685825 w 6712751"/>
                <a:gd name="connsiteY12" fmla="*/ 555782 h 2140501"/>
                <a:gd name="connsiteX13" fmla="*/ 5471577 w 6712751"/>
                <a:gd name="connsiteY13" fmla="*/ 951469 h 2140501"/>
                <a:gd name="connsiteX14" fmla="*/ 5918597 w 6712751"/>
                <a:gd name="connsiteY14" fmla="*/ 1484033 h 2140501"/>
                <a:gd name="connsiteX15" fmla="*/ 6712750 w 6712751"/>
                <a:gd name="connsiteY15" fmla="*/ 2140501 h 2140501"/>
                <a:gd name="connsiteX0" fmla="*/ 0 w 6712750"/>
                <a:gd name="connsiteY0" fmla="*/ 0 h 2140501"/>
                <a:gd name="connsiteX1" fmla="*/ 348167 w 6712750"/>
                <a:gd name="connsiteY1" fmla="*/ 339993 h 2140501"/>
                <a:gd name="connsiteX2" fmla="*/ 719020 w 6712750"/>
                <a:gd name="connsiteY2" fmla="*/ 654057 h 2140501"/>
                <a:gd name="connsiteX3" fmla="*/ 1503616 w 6712750"/>
                <a:gd name="connsiteY3" fmla="*/ 896210 h 2140501"/>
                <a:gd name="connsiteX4" fmla="*/ 1884929 w 6712750"/>
                <a:gd name="connsiteY4" fmla="*/ 1209310 h 2140501"/>
                <a:gd name="connsiteX5" fmla="*/ 2260417 w 6712750"/>
                <a:gd name="connsiteY5" fmla="*/ 1401003 h 2140501"/>
                <a:gd name="connsiteX6" fmla="*/ 2531009 w 6712750"/>
                <a:gd name="connsiteY6" fmla="*/ 1264365 h 2140501"/>
                <a:gd name="connsiteX7" fmla="*/ 2681790 w 6712750"/>
                <a:gd name="connsiteY7" fmla="*/ 1027383 h 2140501"/>
                <a:gd name="connsiteX8" fmla="*/ 2890670 w 6712750"/>
                <a:gd name="connsiteY8" fmla="*/ 845072 h 2140501"/>
                <a:gd name="connsiteX9" fmla="*/ 3099662 w 6712750"/>
                <a:gd name="connsiteY9" fmla="*/ 642910 h 2140501"/>
                <a:gd name="connsiteX10" fmla="*/ 3589813 w 6712750"/>
                <a:gd name="connsiteY10" fmla="*/ 561257 h 2140501"/>
                <a:gd name="connsiteX11" fmla="*/ 4399049 w 6712750"/>
                <a:gd name="connsiteY11" fmla="*/ 681645 h 2140501"/>
                <a:gd name="connsiteX12" fmla="*/ 4685825 w 6712750"/>
                <a:gd name="connsiteY12" fmla="*/ 555782 h 2140501"/>
                <a:gd name="connsiteX13" fmla="*/ 5471577 w 6712750"/>
                <a:gd name="connsiteY13" fmla="*/ 951469 h 2140501"/>
                <a:gd name="connsiteX14" fmla="*/ 5918597 w 6712750"/>
                <a:gd name="connsiteY14" fmla="*/ 1484033 h 2140501"/>
                <a:gd name="connsiteX15" fmla="*/ 6117286 w 6712750"/>
                <a:gd name="connsiteY15" fmla="*/ 1840544 h 2140501"/>
                <a:gd name="connsiteX16" fmla="*/ 6712750 w 6712750"/>
                <a:gd name="connsiteY16" fmla="*/ 2140501 h 2140501"/>
                <a:gd name="connsiteX0" fmla="*/ 0 w 6712750"/>
                <a:gd name="connsiteY0" fmla="*/ 0 h 2140501"/>
                <a:gd name="connsiteX1" fmla="*/ 171239 w 6712750"/>
                <a:gd name="connsiteY1" fmla="*/ 68512 h 2140501"/>
                <a:gd name="connsiteX2" fmla="*/ 348167 w 6712750"/>
                <a:gd name="connsiteY2" fmla="*/ 339993 h 2140501"/>
                <a:gd name="connsiteX3" fmla="*/ 719020 w 6712750"/>
                <a:gd name="connsiteY3" fmla="*/ 654057 h 2140501"/>
                <a:gd name="connsiteX4" fmla="*/ 1503616 w 6712750"/>
                <a:gd name="connsiteY4" fmla="*/ 896210 h 2140501"/>
                <a:gd name="connsiteX5" fmla="*/ 1884929 w 6712750"/>
                <a:gd name="connsiteY5" fmla="*/ 1209310 h 2140501"/>
                <a:gd name="connsiteX6" fmla="*/ 2260417 w 6712750"/>
                <a:gd name="connsiteY6" fmla="*/ 1401003 h 2140501"/>
                <a:gd name="connsiteX7" fmla="*/ 2531009 w 6712750"/>
                <a:gd name="connsiteY7" fmla="*/ 1264365 h 2140501"/>
                <a:gd name="connsiteX8" fmla="*/ 2681790 w 6712750"/>
                <a:gd name="connsiteY8" fmla="*/ 1027383 h 2140501"/>
                <a:gd name="connsiteX9" fmla="*/ 2890670 w 6712750"/>
                <a:gd name="connsiteY9" fmla="*/ 845072 h 2140501"/>
                <a:gd name="connsiteX10" fmla="*/ 3099662 w 6712750"/>
                <a:gd name="connsiteY10" fmla="*/ 642910 h 2140501"/>
                <a:gd name="connsiteX11" fmla="*/ 3589813 w 6712750"/>
                <a:gd name="connsiteY11" fmla="*/ 561257 h 2140501"/>
                <a:gd name="connsiteX12" fmla="*/ 4399049 w 6712750"/>
                <a:gd name="connsiteY12" fmla="*/ 681645 h 2140501"/>
                <a:gd name="connsiteX13" fmla="*/ 4685825 w 6712750"/>
                <a:gd name="connsiteY13" fmla="*/ 555782 h 2140501"/>
                <a:gd name="connsiteX14" fmla="*/ 5471577 w 6712750"/>
                <a:gd name="connsiteY14" fmla="*/ 951469 h 2140501"/>
                <a:gd name="connsiteX15" fmla="*/ 5918597 w 6712750"/>
                <a:gd name="connsiteY15" fmla="*/ 1484033 h 2140501"/>
                <a:gd name="connsiteX16" fmla="*/ 6117286 w 6712750"/>
                <a:gd name="connsiteY16" fmla="*/ 1840544 h 2140501"/>
                <a:gd name="connsiteX17" fmla="*/ 6712750 w 6712750"/>
                <a:gd name="connsiteY17" fmla="*/ 2140501 h 2140501"/>
                <a:gd name="connsiteX0" fmla="*/ 0 w 6664543"/>
                <a:gd name="connsiteY0" fmla="*/ 0 h 2143677"/>
                <a:gd name="connsiteX1" fmla="*/ 123032 w 6664543"/>
                <a:gd name="connsiteY1" fmla="*/ 71688 h 2143677"/>
                <a:gd name="connsiteX2" fmla="*/ 299960 w 6664543"/>
                <a:gd name="connsiteY2" fmla="*/ 343169 h 2143677"/>
                <a:gd name="connsiteX3" fmla="*/ 670813 w 6664543"/>
                <a:gd name="connsiteY3" fmla="*/ 657233 h 2143677"/>
                <a:gd name="connsiteX4" fmla="*/ 1455409 w 6664543"/>
                <a:gd name="connsiteY4" fmla="*/ 899386 h 2143677"/>
                <a:gd name="connsiteX5" fmla="*/ 1836722 w 6664543"/>
                <a:gd name="connsiteY5" fmla="*/ 1212486 h 2143677"/>
                <a:gd name="connsiteX6" fmla="*/ 2212210 w 6664543"/>
                <a:gd name="connsiteY6" fmla="*/ 1404179 h 2143677"/>
                <a:gd name="connsiteX7" fmla="*/ 2482802 w 6664543"/>
                <a:gd name="connsiteY7" fmla="*/ 1267541 h 2143677"/>
                <a:gd name="connsiteX8" fmla="*/ 2633583 w 6664543"/>
                <a:gd name="connsiteY8" fmla="*/ 1030559 h 2143677"/>
                <a:gd name="connsiteX9" fmla="*/ 2842463 w 6664543"/>
                <a:gd name="connsiteY9" fmla="*/ 848248 h 2143677"/>
                <a:gd name="connsiteX10" fmla="*/ 3051455 w 6664543"/>
                <a:gd name="connsiteY10" fmla="*/ 646086 h 2143677"/>
                <a:gd name="connsiteX11" fmla="*/ 3541606 w 6664543"/>
                <a:gd name="connsiteY11" fmla="*/ 564433 h 2143677"/>
                <a:gd name="connsiteX12" fmla="*/ 4350842 w 6664543"/>
                <a:gd name="connsiteY12" fmla="*/ 684821 h 2143677"/>
                <a:gd name="connsiteX13" fmla="*/ 4637618 w 6664543"/>
                <a:gd name="connsiteY13" fmla="*/ 558958 h 2143677"/>
                <a:gd name="connsiteX14" fmla="*/ 5423370 w 6664543"/>
                <a:gd name="connsiteY14" fmla="*/ 954645 h 2143677"/>
                <a:gd name="connsiteX15" fmla="*/ 5870390 w 6664543"/>
                <a:gd name="connsiteY15" fmla="*/ 1487209 h 2143677"/>
                <a:gd name="connsiteX16" fmla="*/ 6069079 w 6664543"/>
                <a:gd name="connsiteY16" fmla="*/ 1843720 h 2143677"/>
                <a:gd name="connsiteX17" fmla="*/ 6664543 w 6664543"/>
                <a:gd name="connsiteY17" fmla="*/ 2143677 h 2143677"/>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069079 w 7149782"/>
                <a:gd name="connsiteY16" fmla="*/ 1843720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943026 w 7149782"/>
                <a:gd name="connsiteY13" fmla="*/ 67022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482802 w 7149782"/>
                <a:gd name="connsiteY6" fmla="*/ 1267541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40689 w 7149782"/>
                <a:gd name="connsiteY5" fmla="*/ 1085516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49782" h="2136503">
                  <a:moveTo>
                    <a:pt x="0" y="0"/>
                  </a:moveTo>
                  <a:cubicBezTo>
                    <a:pt x="22899" y="21767"/>
                    <a:pt x="65004" y="15023"/>
                    <a:pt x="123032" y="71688"/>
                  </a:cubicBezTo>
                  <a:cubicBezTo>
                    <a:pt x="181060" y="128353"/>
                    <a:pt x="208663" y="245578"/>
                    <a:pt x="299960" y="343169"/>
                  </a:cubicBezTo>
                  <a:cubicBezTo>
                    <a:pt x="391257" y="440760"/>
                    <a:pt x="478238" y="564530"/>
                    <a:pt x="670813" y="657233"/>
                  </a:cubicBezTo>
                  <a:cubicBezTo>
                    <a:pt x="863388" y="749936"/>
                    <a:pt x="1243763" y="828006"/>
                    <a:pt x="1455409" y="899386"/>
                  </a:cubicBezTo>
                  <a:cubicBezTo>
                    <a:pt x="1667055" y="970766"/>
                    <a:pt x="1796222" y="1043863"/>
                    <a:pt x="1940689" y="1085516"/>
                  </a:cubicBezTo>
                  <a:cubicBezTo>
                    <a:pt x="2085156" y="1127169"/>
                    <a:pt x="2206732" y="1158465"/>
                    <a:pt x="2322214" y="1149306"/>
                  </a:cubicBezTo>
                  <a:cubicBezTo>
                    <a:pt x="2437696" y="1140147"/>
                    <a:pt x="2546875" y="1080735"/>
                    <a:pt x="2633583" y="1030559"/>
                  </a:cubicBezTo>
                  <a:cubicBezTo>
                    <a:pt x="2720291" y="980383"/>
                    <a:pt x="2772818" y="912327"/>
                    <a:pt x="2842463" y="848248"/>
                  </a:cubicBezTo>
                  <a:cubicBezTo>
                    <a:pt x="2912108" y="784169"/>
                    <a:pt x="2934931" y="693388"/>
                    <a:pt x="3051455" y="646086"/>
                  </a:cubicBezTo>
                  <a:cubicBezTo>
                    <a:pt x="3167979" y="598784"/>
                    <a:pt x="3325042" y="557977"/>
                    <a:pt x="3541606" y="564433"/>
                  </a:cubicBezTo>
                  <a:cubicBezTo>
                    <a:pt x="3758170" y="570889"/>
                    <a:pt x="4117272" y="667189"/>
                    <a:pt x="4350842" y="684821"/>
                  </a:cubicBezTo>
                  <a:cubicBezTo>
                    <a:pt x="4584412" y="702453"/>
                    <a:pt x="4634551" y="555746"/>
                    <a:pt x="4943026" y="670228"/>
                  </a:cubicBezTo>
                  <a:cubicBezTo>
                    <a:pt x="5251501" y="784710"/>
                    <a:pt x="5199849" y="800204"/>
                    <a:pt x="5423370" y="954645"/>
                  </a:cubicBezTo>
                  <a:cubicBezTo>
                    <a:pt x="5646891" y="1109086"/>
                    <a:pt x="5818922" y="1259859"/>
                    <a:pt x="5956667" y="1408745"/>
                  </a:cubicBezTo>
                  <a:cubicBezTo>
                    <a:pt x="6094412" y="1557631"/>
                    <a:pt x="6226603" y="1730024"/>
                    <a:pt x="6358962" y="1839435"/>
                  </a:cubicBezTo>
                  <a:cubicBezTo>
                    <a:pt x="6491321" y="1948846"/>
                    <a:pt x="7080665" y="2087217"/>
                    <a:pt x="7149782" y="213650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FE775EA8-0D75-825F-095F-9351FC892E1F}"/>
                </a:ext>
              </a:extLst>
            </p:cNvPr>
            <p:cNvSpPr/>
            <p:nvPr userDrawn="1"/>
          </p:nvSpPr>
          <p:spPr>
            <a:xfrm rot="20600577" flipH="1">
              <a:off x="11117491" y="1589994"/>
              <a:ext cx="1522072" cy="2909878"/>
            </a:xfrm>
            <a:custGeom>
              <a:avLst/>
              <a:gdLst>
                <a:gd name="connsiteX0" fmla="*/ 190374 w 1383614"/>
                <a:gd name="connsiteY0" fmla="*/ 6514 h 2825426"/>
                <a:gd name="connsiteX1" fmla="*/ 25284 w 1383614"/>
                <a:gd name="connsiteY1" fmla="*/ 125592 h 2825426"/>
                <a:gd name="connsiteX2" fmla="*/ 1047 w 1383614"/>
                <a:gd name="connsiteY2" fmla="*/ 222271 h 2825426"/>
                <a:gd name="connsiteX3" fmla="*/ 0 w 1383614"/>
                <a:gd name="connsiteY3" fmla="*/ 235839 h 2825426"/>
                <a:gd name="connsiteX4" fmla="*/ 774798 w 1383614"/>
                <a:gd name="connsiteY4" fmla="*/ 2825426 h 2825426"/>
                <a:gd name="connsiteX5" fmla="*/ 785738 w 1383614"/>
                <a:gd name="connsiteY5" fmla="*/ 2808766 h 2825426"/>
                <a:gd name="connsiteX6" fmla="*/ 1111632 w 1383614"/>
                <a:gd name="connsiteY6" fmla="*/ 2240225 h 2825426"/>
                <a:gd name="connsiteX7" fmla="*/ 1162743 w 1383614"/>
                <a:gd name="connsiteY7" fmla="*/ 1942743 h 2825426"/>
                <a:gd name="connsiteX8" fmla="*/ 1144796 w 1383614"/>
                <a:gd name="connsiteY8" fmla="*/ 1708779 h 2825426"/>
                <a:gd name="connsiteX9" fmla="*/ 1383477 w 1383614"/>
                <a:gd name="connsiteY9" fmla="*/ 1434656 h 2825426"/>
                <a:gd name="connsiteX10" fmla="*/ 1220077 w 1383614"/>
                <a:gd name="connsiteY10" fmla="*/ 930471 h 2825426"/>
                <a:gd name="connsiteX11" fmla="*/ 1290018 w 1383614"/>
                <a:gd name="connsiteY11" fmla="*/ 580651 h 2825426"/>
                <a:gd name="connsiteX12" fmla="*/ 1110362 w 1383614"/>
                <a:gd name="connsiteY12" fmla="*/ 287906 h 2825426"/>
                <a:gd name="connsiteX13" fmla="*/ 819707 w 1383614"/>
                <a:gd name="connsiteY13" fmla="*/ 274579 h 2825426"/>
                <a:gd name="connsiteX14" fmla="*/ 591601 w 1383614"/>
                <a:gd name="connsiteY14" fmla="*/ 217648 h 2825426"/>
                <a:gd name="connsiteX15" fmla="*/ 260123 w 1383614"/>
                <a:gd name="connsiteY15" fmla="*/ 1910 h 2825426"/>
                <a:gd name="connsiteX16" fmla="*/ 190374 w 1383614"/>
                <a:gd name="connsiteY16" fmla="*/ 6514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16" fmla="*/ 91440 w 1383614"/>
                <a:gd name="connsiteY16" fmla="*/ 327279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0" fmla="*/ 749514 w 1358330"/>
                <a:gd name="connsiteY0" fmla="*/ 2825426 h 2825426"/>
                <a:gd name="connsiteX1" fmla="*/ 760454 w 1358330"/>
                <a:gd name="connsiteY1" fmla="*/ 2808766 h 2825426"/>
                <a:gd name="connsiteX2" fmla="*/ 1086348 w 1358330"/>
                <a:gd name="connsiteY2" fmla="*/ 2240225 h 2825426"/>
                <a:gd name="connsiteX3" fmla="*/ 1137459 w 1358330"/>
                <a:gd name="connsiteY3" fmla="*/ 1942743 h 2825426"/>
                <a:gd name="connsiteX4" fmla="*/ 1119512 w 1358330"/>
                <a:gd name="connsiteY4" fmla="*/ 1708779 h 2825426"/>
                <a:gd name="connsiteX5" fmla="*/ 1358193 w 1358330"/>
                <a:gd name="connsiteY5" fmla="*/ 1434656 h 2825426"/>
                <a:gd name="connsiteX6" fmla="*/ 1194793 w 1358330"/>
                <a:gd name="connsiteY6" fmla="*/ 930471 h 2825426"/>
                <a:gd name="connsiteX7" fmla="*/ 1264734 w 1358330"/>
                <a:gd name="connsiteY7" fmla="*/ 580651 h 2825426"/>
                <a:gd name="connsiteX8" fmla="*/ 1085078 w 1358330"/>
                <a:gd name="connsiteY8" fmla="*/ 287906 h 2825426"/>
                <a:gd name="connsiteX9" fmla="*/ 794423 w 1358330"/>
                <a:gd name="connsiteY9" fmla="*/ 274579 h 2825426"/>
                <a:gd name="connsiteX10" fmla="*/ 566317 w 1358330"/>
                <a:gd name="connsiteY10" fmla="*/ 217648 h 2825426"/>
                <a:gd name="connsiteX11" fmla="*/ 234839 w 1358330"/>
                <a:gd name="connsiteY11" fmla="*/ 1910 h 2825426"/>
                <a:gd name="connsiteX12" fmla="*/ 165090 w 1358330"/>
                <a:gd name="connsiteY12" fmla="*/ 6514 h 2825426"/>
                <a:gd name="connsiteX13" fmla="*/ 0 w 1358330"/>
                <a:gd name="connsiteY13" fmla="*/ 125592 h 2825426"/>
                <a:gd name="connsiteX0" fmla="*/ 833727 w 1442543"/>
                <a:gd name="connsiteY0" fmla="*/ 2851568 h 2851568"/>
                <a:gd name="connsiteX1" fmla="*/ 844667 w 1442543"/>
                <a:gd name="connsiteY1" fmla="*/ 2834908 h 2851568"/>
                <a:gd name="connsiteX2" fmla="*/ 1170561 w 1442543"/>
                <a:gd name="connsiteY2" fmla="*/ 2266367 h 2851568"/>
                <a:gd name="connsiteX3" fmla="*/ 1221672 w 1442543"/>
                <a:gd name="connsiteY3" fmla="*/ 1968885 h 2851568"/>
                <a:gd name="connsiteX4" fmla="*/ 1203725 w 1442543"/>
                <a:gd name="connsiteY4" fmla="*/ 1734921 h 2851568"/>
                <a:gd name="connsiteX5" fmla="*/ 1442406 w 1442543"/>
                <a:gd name="connsiteY5" fmla="*/ 1460798 h 2851568"/>
                <a:gd name="connsiteX6" fmla="*/ 1279006 w 1442543"/>
                <a:gd name="connsiteY6" fmla="*/ 956613 h 2851568"/>
                <a:gd name="connsiteX7" fmla="*/ 1348947 w 1442543"/>
                <a:gd name="connsiteY7" fmla="*/ 606793 h 2851568"/>
                <a:gd name="connsiteX8" fmla="*/ 1169291 w 1442543"/>
                <a:gd name="connsiteY8" fmla="*/ 314048 h 2851568"/>
                <a:gd name="connsiteX9" fmla="*/ 878636 w 1442543"/>
                <a:gd name="connsiteY9" fmla="*/ 300721 h 2851568"/>
                <a:gd name="connsiteX10" fmla="*/ 650530 w 1442543"/>
                <a:gd name="connsiteY10" fmla="*/ 243790 h 2851568"/>
                <a:gd name="connsiteX11" fmla="*/ 319052 w 1442543"/>
                <a:gd name="connsiteY11" fmla="*/ 28052 h 2851568"/>
                <a:gd name="connsiteX12" fmla="*/ 249303 w 1442543"/>
                <a:gd name="connsiteY12" fmla="*/ 32656 h 2851568"/>
                <a:gd name="connsiteX13" fmla="*/ 0 w 1442543"/>
                <a:gd name="connsiteY13" fmla="*/ 13107 h 2851568"/>
                <a:gd name="connsiteX0" fmla="*/ 833727 w 1451784"/>
                <a:gd name="connsiteY0" fmla="*/ 2851568 h 2851568"/>
                <a:gd name="connsiteX1" fmla="*/ 844667 w 1451784"/>
                <a:gd name="connsiteY1" fmla="*/ 2834908 h 2851568"/>
                <a:gd name="connsiteX2" fmla="*/ 1170561 w 1451784"/>
                <a:gd name="connsiteY2" fmla="*/ 2266367 h 2851568"/>
                <a:gd name="connsiteX3" fmla="*/ 1221672 w 1451784"/>
                <a:gd name="connsiteY3" fmla="*/ 1968885 h 2851568"/>
                <a:gd name="connsiteX4" fmla="*/ 1203725 w 1451784"/>
                <a:gd name="connsiteY4" fmla="*/ 1734921 h 2851568"/>
                <a:gd name="connsiteX5" fmla="*/ 1442406 w 1451784"/>
                <a:gd name="connsiteY5" fmla="*/ 1460798 h 2851568"/>
                <a:gd name="connsiteX6" fmla="*/ 1433177 w 1451784"/>
                <a:gd name="connsiteY6" fmla="*/ 1067187 h 2851568"/>
                <a:gd name="connsiteX7" fmla="*/ 1348947 w 1451784"/>
                <a:gd name="connsiteY7" fmla="*/ 606793 h 2851568"/>
                <a:gd name="connsiteX8" fmla="*/ 1169291 w 1451784"/>
                <a:gd name="connsiteY8" fmla="*/ 314048 h 2851568"/>
                <a:gd name="connsiteX9" fmla="*/ 878636 w 1451784"/>
                <a:gd name="connsiteY9" fmla="*/ 300721 h 2851568"/>
                <a:gd name="connsiteX10" fmla="*/ 650530 w 1451784"/>
                <a:gd name="connsiteY10" fmla="*/ 243790 h 2851568"/>
                <a:gd name="connsiteX11" fmla="*/ 319052 w 1451784"/>
                <a:gd name="connsiteY11" fmla="*/ 28052 h 2851568"/>
                <a:gd name="connsiteX12" fmla="*/ 249303 w 1451784"/>
                <a:gd name="connsiteY12" fmla="*/ 32656 h 2851568"/>
                <a:gd name="connsiteX13" fmla="*/ 0 w 1451784"/>
                <a:gd name="connsiteY13" fmla="*/ 13107 h 2851568"/>
                <a:gd name="connsiteX0" fmla="*/ 833727 w 1455848"/>
                <a:gd name="connsiteY0" fmla="*/ 2851568 h 2851568"/>
                <a:gd name="connsiteX1" fmla="*/ 844667 w 1455848"/>
                <a:gd name="connsiteY1" fmla="*/ 2834908 h 2851568"/>
                <a:gd name="connsiteX2" fmla="*/ 1170561 w 1455848"/>
                <a:gd name="connsiteY2" fmla="*/ 2266367 h 2851568"/>
                <a:gd name="connsiteX3" fmla="*/ 1221672 w 1455848"/>
                <a:gd name="connsiteY3" fmla="*/ 1968885 h 2851568"/>
                <a:gd name="connsiteX4" fmla="*/ 1203725 w 1455848"/>
                <a:gd name="connsiteY4" fmla="*/ 1734921 h 2851568"/>
                <a:gd name="connsiteX5" fmla="*/ 1442406 w 1455848"/>
                <a:gd name="connsiteY5" fmla="*/ 1460798 h 2851568"/>
                <a:gd name="connsiteX6" fmla="*/ 1433177 w 1455848"/>
                <a:gd name="connsiteY6" fmla="*/ 1067187 h 2851568"/>
                <a:gd name="connsiteX7" fmla="*/ 1385599 w 1455848"/>
                <a:gd name="connsiteY7" fmla="*/ 538844 h 2851568"/>
                <a:gd name="connsiteX8" fmla="*/ 1169291 w 1455848"/>
                <a:gd name="connsiteY8" fmla="*/ 314048 h 2851568"/>
                <a:gd name="connsiteX9" fmla="*/ 878636 w 1455848"/>
                <a:gd name="connsiteY9" fmla="*/ 300721 h 2851568"/>
                <a:gd name="connsiteX10" fmla="*/ 650530 w 1455848"/>
                <a:gd name="connsiteY10" fmla="*/ 243790 h 2851568"/>
                <a:gd name="connsiteX11" fmla="*/ 319052 w 1455848"/>
                <a:gd name="connsiteY11" fmla="*/ 28052 h 2851568"/>
                <a:gd name="connsiteX12" fmla="*/ 249303 w 1455848"/>
                <a:gd name="connsiteY12" fmla="*/ 32656 h 2851568"/>
                <a:gd name="connsiteX13" fmla="*/ 0 w 1455848"/>
                <a:gd name="connsiteY13" fmla="*/ 13107 h 2851568"/>
                <a:gd name="connsiteX0" fmla="*/ 924662 w 1546783"/>
                <a:gd name="connsiteY0" fmla="*/ 3036853 h 3036853"/>
                <a:gd name="connsiteX1" fmla="*/ 935602 w 1546783"/>
                <a:gd name="connsiteY1" fmla="*/ 3020193 h 3036853"/>
                <a:gd name="connsiteX2" fmla="*/ 1261496 w 1546783"/>
                <a:gd name="connsiteY2" fmla="*/ 2451652 h 3036853"/>
                <a:gd name="connsiteX3" fmla="*/ 1312607 w 1546783"/>
                <a:gd name="connsiteY3" fmla="*/ 2154170 h 3036853"/>
                <a:gd name="connsiteX4" fmla="*/ 1294660 w 1546783"/>
                <a:gd name="connsiteY4" fmla="*/ 1920206 h 3036853"/>
                <a:gd name="connsiteX5" fmla="*/ 1533341 w 1546783"/>
                <a:gd name="connsiteY5" fmla="*/ 1646083 h 3036853"/>
                <a:gd name="connsiteX6" fmla="*/ 1524112 w 1546783"/>
                <a:gd name="connsiteY6" fmla="*/ 1252472 h 3036853"/>
                <a:gd name="connsiteX7" fmla="*/ 1476534 w 1546783"/>
                <a:gd name="connsiteY7" fmla="*/ 724129 h 3036853"/>
                <a:gd name="connsiteX8" fmla="*/ 1260226 w 1546783"/>
                <a:gd name="connsiteY8" fmla="*/ 499333 h 3036853"/>
                <a:gd name="connsiteX9" fmla="*/ 969571 w 1546783"/>
                <a:gd name="connsiteY9" fmla="*/ 486006 h 3036853"/>
                <a:gd name="connsiteX10" fmla="*/ 741465 w 1546783"/>
                <a:gd name="connsiteY10" fmla="*/ 429075 h 3036853"/>
                <a:gd name="connsiteX11" fmla="*/ 409987 w 1546783"/>
                <a:gd name="connsiteY11" fmla="*/ 213337 h 3036853"/>
                <a:gd name="connsiteX12" fmla="*/ 340238 w 1546783"/>
                <a:gd name="connsiteY12" fmla="*/ 217941 h 3036853"/>
                <a:gd name="connsiteX13" fmla="*/ 0 w 1546783"/>
                <a:gd name="connsiteY13" fmla="*/ 4757 h 3036853"/>
                <a:gd name="connsiteX0" fmla="*/ 924662 w 1546783"/>
                <a:gd name="connsiteY0" fmla="*/ 3048865 h 3048865"/>
                <a:gd name="connsiteX1" fmla="*/ 935602 w 1546783"/>
                <a:gd name="connsiteY1" fmla="*/ 3032205 h 3048865"/>
                <a:gd name="connsiteX2" fmla="*/ 1261496 w 1546783"/>
                <a:gd name="connsiteY2" fmla="*/ 2463664 h 3048865"/>
                <a:gd name="connsiteX3" fmla="*/ 1312607 w 1546783"/>
                <a:gd name="connsiteY3" fmla="*/ 2166182 h 3048865"/>
                <a:gd name="connsiteX4" fmla="*/ 1294660 w 1546783"/>
                <a:gd name="connsiteY4" fmla="*/ 1932218 h 3048865"/>
                <a:gd name="connsiteX5" fmla="*/ 1533341 w 1546783"/>
                <a:gd name="connsiteY5" fmla="*/ 1658095 h 3048865"/>
                <a:gd name="connsiteX6" fmla="*/ 1524112 w 1546783"/>
                <a:gd name="connsiteY6" fmla="*/ 1264484 h 3048865"/>
                <a:gd name="connsiteX7" fmla="*/ 1476534 w 1546783"/>
                <a:gd name="connsiteY7" fmla="*/ 736141 h 3048865"/>
                <a:gd name="connsiteX8" fmla="*/ 1260226 w 1546783"/>
                <a:gd name="connsiteY8" fmla="*/ 511345 h 3048865"/>
                <a:gd name="connsiteX9" fmla="*/ 969571 w 1546783"/>
                <a:gd name="connsiteY9" fmla="*/ 498018 h 3048865"/>
                <a:gd name="connsiteX10" fmla="*/ 741465 w 1546783"/>
                <a:gd name="connsiteY10" fmla="*/ 441087 h 3048865"/>
                <a:gd name="connsiteX11" fmla="*/ 409987 w 1546783"/>
                <a:gd name="connsiteY11" fmla="*/ 225349 h 3048865"/>
                <a:gd name="connsiteX12" fmla="*/ 252349 w 1546783"/>
                <a:gd name="connsiteY12" fmla="*/ 12560 h 3048865"/>
                <a:gd name="connsiteX13" fmla="*/ 0 w 1546783"/>
                <a:gd name="connsiteY13" fmla="*/ 16769 h 3048865"/>
                <a:gd name="connsiteX0" fmla="*/ 899951 w 1522072"/>
                <a:gd name="connsiteY0" fmla="*/ 3072449 h 3072449"/>
                <a:gd name="connsiteX1" fmla="*/ 910891 w 1522072"/>
                <a:gd name="connsiteY1" fmla="*/ 3055789 h 3072449"/>
                <a:gd name="connsiteX2" fmla="*/ 1236785 w 1522072"/>
                <a:gd name="connsiteY2" fmla="*/ 2487248 h 3072449"/>
                <a:gd name="connsiteX3" fmla="*/ 1287896 w 1522072"/>
                <a:gd name="connsiteY3" fmla="*/ 2189766 h 3072449"/>
                <a:gd name="connsiteX4" fmla="*/ 1269949 w 1522072"/>
                <a:gd name="connsiteY4" fmla="*/ 1955802 h 3072449"/>
                <a:gd name="connsiteX5" fmla="*/ 1508630 w 1522072"/>
                <a:gd name="connsiteY5" fmla="*/ 1681679 h 3072449"/>
                <a:gd name="connsiteX6" fmla="*/ 1499401 w 1522072"/>
                <a:gd name="connsiteY6" fmla="*/ 1288068 h 3072449"/>
                <a:gd name="connsiteX7" fmla="*/ 1451823 w 1522072"/>
                <a:gd name="connsiteY7" fmla="*/ 759725 h 3072449"/>
                <a:gd name="connsiteX8" fmla="*/ 1235515 w 1522072"/>
                <a:gd name="connsiteY8" fmla="*/ 534929 h 3072449"/>
                <a:gd name="connsiteX9" fmla="*/ 944860 w 1522072"/>
                <a:gd name="connsiteY9" fmla="*/ 521602 h 3072449"/>
                <a:gd name="connsiteX10" fmla="*/ 716754 w 1522072"/>
                <a:gd name="connsiteY10" fmla="*/ 464671 h 3072449"/>
                <a:gd name="connsiteX11" fmla="*/ 385276 w 1522072"/>
                <a:gd name="connsiteY11" fmla="*/ 248933 h 3072449"/>
                <a:gd name="connsiteX12" fmla="*/ 227638 w 1522072"/>
                <a:gd name="connsiteY12" fmla="*/ 36144 h 3072449"/>
                <a:gd name="connsiteX13" fmla="*/ 0 w 1522072"/>
                <a:gd name="connsiteY13" fmla="*/ 12651 h 3072449"/>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27638 w 1522072"/>
                <a:gd name="connsiteY12" fmla="*/ 23493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881174 w 1522072"/>
                <a:gd name="connsiteY1" fmla="*/ 290987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333247 w 1522072"/>
                <a:gd name="connsiteY1" fmla="*/ 2440659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2072" h="2909878">
                  <a:moveTo>
                    <a:pt x="881174" y="2909878"/>
                  </a:moveTo>
                  <a:cubicBezTo>
                    <a:pt x="998773" y="2786579"/>
                    <a:pt x="1279618" y="2511282"/>
                    <a:pt x="1333247" y="2440659"/>
                  </a:cubicBezTo>
                  <a:cubicBezTo>
                    <a:pt x="1368659" y="2388027"/>
                    <a:pt x="1298446" y="2260033"/>
                    <a:pt x="1287896" y="2177115"/>
                  </a:cubicBezTo>
                  <a:cubicBezTo>
                    <a:pt x="1277346" y="2094197"/>
                    <a:pt x="1233161" y="2027832"/>
                    <a:pt x="1269949" y="1943151"/>
                  </a:cubicBezTo>
                  <a:cubicBezTo>
                    <a:pt x="1306738" y="1858470"/>
                    <a:pt x="1502474" y="1768763"/>
                    <a:pt x="1508630" y="1669028"/>
                  </a:cubicBezTo>
                  <a:cubicBezTo>
                    <a:pt x="1515065" y="1563728"/>
                    <a:pt x="1447994" y="1402123"/>
                    <a:pt x="1499401" y="1275417"/>
                  </a:cubicBezTo>
                  <a:cubicBezTo>
                    <a:pt x="1570432" y="1122449"/>
                    <a:pt x="1451867" y="877678"/>
                    <a:pt x="1451823" y="747074"/>
                  </a:cubicBezTo>
                  <a:cubicBezTo>
                    <a:pt x="1433462" y="653165"/>
                    <a:pt x="1320009" y="561965"/>
                    <a:pt x="1235515" y="522278"/>
                  </a:cubicBezTo>
                  <a:cubicBezTo>
                    <a:pt x="1151021" y="482591"/>
                    <a:pt x="1031320" y="520661"/>
                    <a:pt x="944860" y="508951"/>
                  </a:cubicBezTo>
                  <a:cubicBezTo>
                    <a:pt x="858400" y="497242"/>
                    <a:pt x="810017" y="497465"/>
                    <a:pt x="716754" y="452020"/>
                  </a:cubicBezTo>
                  <a:cubicBezTo>
                    <a:pt x="608650" y="314554"/>
                    <a:pt x="479663" y="251625"/>
                    <a:pt x="385276" y="236282"/>
                  </a:cubicBezTo>
                  <a:cubicBezTo>
                    <a:pt x="298774" y="251267"/>
                    <a:pt x="266373" y="45397"/>
                    <a:pt x="243690" y="51690"/>
                  </a:cubicBezTo>
                  <a:cubicBezTo>
                    <a:pt x="158233" y="-13065"/>
                    <a:pt x="75621" y="20328"/>
                    <a:pt x="0" y="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505E8CFA-88C8-D06A-AE3E-D3C48308F14A}"/>
                </a:ext>
              </a:extLst>
            </p:cNvPr>
            <p:cNvSpPr/>
            <p:nvPr userDrawn="1"/>
          </p:nvSpPr>
          <p:spPr>
            <a:xfrm rot="20600577" flipH="1">
              <a:off x="11313434" y="1939400"/>
              <a:ext cx="1244250" cy="2416155"/>
            </a:xfrm>
            <a:custGeom>
              <a:avLst/>
              <a:gdLst>
                <a:gd name="connsiteX0" fmla="*/ 83720 w 1156968"/>
                <a:gd name="connsiteY0" fmla="*/ 13223 h 2333145"/>
                <a:gd name="connsiteX1" fmla="*/ 40860 w 1156968"/>
                <a:gd name="connsiteY1" fmla="*/ 64904 h 2333145"/>
                <a:gd name="connsiteX2" fmla="*/ 9872 w 1156968"/>
                <a:gd name="connsiteY2" fmla="*/ 185286 h 2333145"/>
                <a:gd name="connsiteX3" fmla="*/ 0 w 1156968"/>
                <a:gd name="connsiteY3" fmla="*/ 258175 h 2333145"/>
                <a:gd name="connsiteX4" fmla="*/ 620826 w 1156968"/>
                <a:gd name="connsiteY4" fmla="*/ 2333145 h 2333145"/>
                <a:gd name="connsiteX5" fmla="*/ 659194 w 1156968"/>
                <a:gd name="connsiteY5" fmla="*/ 2290086 h 2333145"/>
                <a:gd name="connsiteX6" fmla="*/ 962325 w 1156968"/>
                <a:gd name="connsiteY6" fmla="*/ 2001856 h 2333145"/>
                <a:gd name="connsiteX7" fmla="*/ 999270 w 1156968"/>
                <a:gd name="connsiteY7" fmla="*/ 1684363 h 2333145"/>
                <a:gd name="connsiteX8" fmla="*/ 960874 w 1156968"/>
                <a:gd name="connsiteY8" fmla="*/ 1422659 h 2333145"/>
                <a:gd name="connsiteX9" fmla="*/ 1156968 w 1156968"/>
                <a:gd name="connsiteY9" fmla="*/ 1126567 h 2333145"/>
                <a:gd name="connsiteX10" fmla="*/ 1089803 w 1156968"/>
                <a:gd name="connsiteY10" fmla="*/ 764138 h 2333145"/>
                <a:gd name="connsiteX11" fmla="*/ 1054522 w 1156968"/>
                <a:gd name="connsiteY11" fmla="*/ 517973 h 2333145"/>
                <a:gd name="connsiteX12" fmla="*/ 878340 w 1156968"/>
                <a:gd name="connsiteY12" fmla="*/ 355369 h 2333145"/>
                <a:gd name="connsiteX13" fmla="*/ 675059 w 1156968"/>
                <a:gd name="connsiteY13" fmla="*/ 341054 h 2333145"/>
                <a:gd name="connsiteX14" fmla="*/ 481788 w 1156968"/>
                <a:gd name="connsiteY14" fmla="*/ 301602 h 2333145"/>
                <a:gd name="connsiteX15" fmla="*/ 238536 w 1156968"/>
                <a:gd name="connsiteY15" fmla="*/ 39904 h 2333145"/>
                <a:gd name="connsiteX16" fmla="*/ 83720 w 1156968"/>
                <a:gd name="connsiteY16" fmla="*/ 13223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16" fmla="*/ 91440 w 1156968"/>
                <a:gd name="connsiteY16" fmla="*/ 349615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0" fmla="*/ 610954 w 1147096"/>
                <a:gd name="connsiteY0" fmla="*/ 2333145 h 2333145"/>
                <a:gd name="connsiteX1" fmla="*/ 649322 w 1147096"/>
                <a:gd name="connsiteY1" fmla="*/ 2290086 h 2333145"/>
                <a:gd name="connsiteX2" fmla="*/ 952453 w 1147096"/>
                <a:gd name="connsiteY2" fmla="*/ 2001856 h 2333145"/>
                <a:gd name="connsiteX3" fmla="*/ 989398 w 1147096"/>
                <a:gd name="connsiteY3" fmla="*/ 1684363 h 2333145"/>
                <a:gd name="connsiteX4" fmla="*/ 951002 w 1147096"/>
                <a:gd name="connsiteY4" fmla="*/ 1422659 h 2333145"/>
                <a:gd name="connsiteX5" fmla="*/ 1147096 w 1147096"/>
                <a:gd name="connsiteY5" fmla="*/ 1126567 h 2333145"/>
                <a:gd name="connsiteX6" fmla="*/ 1079931 w 1147096"/>
                <a:gd name="connsiteY6" fmla="*/ 764138 h 2333145"/>
                <a:gd name="connsiteX7" fmla="*/ 1044650 w 1147096"/>
                <a:gd name="connsiteY7" fmla="*/ 517973 h 2333145"/>
                <a:gd name="connsiteX8" fmla="*/ 868468 w 1147096"/>
                <a:gd name="connsiteY8" fmla="*/ 355369 h 2333145"/>
                <a:gd name="connsiteX9" fmla="*/ 665187 w 1147096"/>
                <a:gd name="connsiteY9" fmla="*/ 341054 h 2333145"/>
                <a:gd name="connsiteX10" fmla="*/ 471916 w 1147096"/>
                <a:gd name="connsiteY10" fmla="*/ 301602 h 2333145"/>
                <a:gd name="connsiteX11" fmla="*/ 228664 w 1147096"/>
                <a:gd name="connsiteY11" fmla="*/ 39904 h 2333145"/>
                <a:gd name="connsiteX12" fmla="*/ 73848 w 1147096"/>
                <a:gd name="connsiteY12" fmla="*/ 13223 h 2333145"/>
                <a:gd name="connsiteX13" fmla="*/ 30988 w 1147096"/>
                <a:gd name="connsiteY13" fmla="*/ 64904 h 2333145"/>
                <a:gd name="connsiteX14" fmla="*/ 0 w 1147096"/>
                <a:gd name="connsiteY14" fmla="*/ 185286 h 2333145"/>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306758 w 1225190"/>
                <a:gd name="connsiteY11" fmla="*/ 100756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72610 w 1225190"/>
                <a:gd name="connsiteY4" fmla="*/ 1544106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44250"/>
                <a:gd name="connsiteY0" fmla="*/ 2393997 h 2393997"/>
                <a:gd name="connsiteX1" fmla="*/ 727416 w 1244250"/>
                <a:gd name="connsiteY1" fmla="*/ 2350938 h 2393997"/>
                <a:gd name="connsiteX2" fmla="*/ 1030547 w 1244250"/>
                <a:gd name="connsiteY2" fmla="*/ 2062708 h 2393997"/>
                <a:gd name="connsiteX3" fmla="*/ 1067492 w 1244250"/>
                <a:gd name="connsiteY3" fmla="*/ 1745215 h 2393997"/>
                <a:gd name="connsiteX4" fmla="*/ 1072610 w 1244250"/>
                <a:gd name="connsiteY4" fmla="*/ 1544106 h 2393997"/>
                <a:gd name="connsiteX5" fmla="*/ 1244250 w 1244250"/>
                <a:gd name="connsiteY5" fmla="*/ 1242639 h 2393997"/>
                <a:gd name="connsiteX6" fmla="*/ 1158025 w 1244250"/>
                <a:gd name="connsiteY6" fmla="*/ 824990 h 2393997"/>
                <a:gd name="connsiteX7" fmla="*/ 1122744 w 1244250"/>
                <a:gd name="connsiteY7" fmla="*/ 578825 h 2393997"/>
                <a:gd name="connsiteX8" fmla="*/ 946562 w 1244250"/>
                <a:gd name="connsiteY8" fmla="*/ 416221 h 2393997"/>
                <a:gd name="connsiteX9" fmla="*/ 725176 w 1244250"/>
                <a:gd name="connsiteY9" fmla="*/ 315939 h 2393997"/>
                <a:gd name="connsiteX10" fmla="*/ 471270 w 1244250"/>
                <a:gd name="connsiteY10" fmla="*/ 370781 h 2393997"/>
                <a:gd name="connsiteX11" fmla="*/ 291183 w 1244250"/>
                <a:gd name="connsiteY11" fmla="*/ 57185 h 2393997"/>
                <a:gd name="connsiteX12" fmla="*/ 151942 w 1244250"/>
                <a:gd name="connsiteY12" fmla="*/ 74075 h 2393997"/>
                <a:gd name="connsiteX13" fmla="*/ 109082 w 1244250"/>
                <a:gd name="connsiteY13" fmla="*/ 125756 h 2393997"/>
                <a:gd name="connsiteX14" fmla="*/ 0 w 1244250"/>
                <a:gd name="connsiteY14" fmla="*/ 10583 h 2393997"/>
                <a:gd name="connsiteX0" fmla="*/ 727416 w 1244250"/>
                <a:gd name="connsiteY0" fmla="*/ 2350938 h 2350938"/>
                <a:gd name="connsiteX1" fmla="*/ 1030547 w 1244250"/>
                <a:gd name="connsiteY1" fmla="*/ 2062708 h 2350938"/>
                <a:gd name="connsiteX2" fmla="*/ 1067492 w 1244250"/>
                <a:gd name="connsiteY2" fmla="*/ 1745215 h 2350938"/>
                <a:gd name="connsiteX3" fmla="*/ 1072610 w 1244250"/>
                <a:gd name="connsiteY3" fmla="*/ 1544106 h 2350938"/>
                <a:gd name="connsiteX4" fmla="*/ 1244250 w 1244250"/>
                <a:gd name="connsiteY4" fmla="*/ 1242639 h 2350938"/>
                <a:gd name="connsiteX5" fmla="*/ 1158025 w 1244250"/>
                <a:gd name="connsiteY5" fmla="*/ 824990 h 2350938"/>
                <a:gd name="connsiteX6" fmla="*/ 1122744 w 1244250"/>
                <a:gd name="connsiteY6" fmla="*/ 578825 h 2350938"/>
                <a:gd name="connsiteX7" fmla="*/ 946562 w 1244250"/>
                <a:gd name="connsiteY7" fmla="*/ 416221 h 2350938"/>
                <a:gd name="connsiteX8" fmla="*/ 725176 w 1244250"/>
                <a:gd name="connsiteY8" fmla="*/ 315939 h 2350938"/>
                <a:gd name="connsiteX9" fmla="*/ 471270 w 1244250"/>
                <a:gd name="connsiteY9" fmla="*/ 370781 h 2350938"/>
                <a:gd name="connsiteX10" fmla="*/ 291183 w 1244250"/>
                <a:gd name="connsiteY10" fmla="*/ 57185 h 2350938"/>
                <a:gd name="connsiteX11" fmla="*/ 151942 w 1244250"/>
                <a:gd name="connsiteY11" fmla="*/ 74075 h 2350938"/>
                <a:gd name="connsiteX12" fmla="*/ 109082 w 1244250"/>
                <a:gd name="connsiteY12" fmla="*/ 125756 h 2350938"/>
                <a:gd name="connsiteX13" fmla="*/ 0 w 1244250"/>
                <a:gd name="connsiteY13" fmla="*/ 10583 h 2350938"/>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2744 w 1244250"/>
                <a:gd name="connsiteY6" fmla="*/ 578825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31166 w 1244250"/>
                <a:gd name="connsiteY6" fmla="*/ 530614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4250" h="2416155">
                  <a:moveTo>
                    <a:pt x="721545" y="2416155"/>
                  </a:moveTo>
                  <a:cubicBezTo>
                    <a:pt x="827155" y="2310879"/>
                    <a:pt x="972889" y="2174531"/>
                    <a:pt x="1030547" y="2062708"/>
                  </a:cubicBezTo>
                  <a:cubicBezTo>
                    <a:pt x="1088205" y="1950885"/>
                    <a:pt x="1060481" y="1831649"/>
                    <a:pt x="1067492" y="1745215"/>
                  </a:cubicBezTo>
                  <a:cubicBezTo>
                    <a:pt x="1074503" y="1658781"/>
                    <a:pt x="1070092" y="1618016"/>
                    <a:pt x="1072610" y="1544106"/>
                  </a:cubicBezTo>
                  <a:cubicBezTo>
                    <a:pt x="1076877" y="1418260"/>
                    <a:pt x="1244600" y="1368556"/>
                    <a:pt x="1244250" y="1242639"/>
                  </a:cubicBezTo>
                  <a:cubicBezTo>
                    <a:pt x="1244040" y="1146969"/>
                    <a:pt x="1162222" y="920517"/>
                    <a:pt x="1158025" y="824990"/>
                  </a:cubicBezTo>
                  <a:cubicBezTo>
                    <a:pt x="1155298" y="762781"/>
                    <a:pt x="1208088" y="619272"/>
                    <a:pt x="1131166" y="530614"/>
                  </a:cubicBezTo>
                  <a:cubicBezTo>
                    <a:pt x="1054244" y="441956"/>
                    <a:pt x="1014227" y="452000"/>
                    <a:pt x="946562" y="416221"/>
                  </a:cubicBezTo>
                  <a:cubicBezTo>
                    <a:pt x="878897" y="380442"/>
                    <a:pt x="804391" y="323512"/>
                    <a:pt x="725176" y="315939"/>
                  </a:cubicBezTo>
                  <a:cubicBezTo>
                    <a:pt x="645961" y="308366"/>
                    <a:pt x="544023" y="420972"/>
                    <a:pt x="471270" y="370781"/>
                  </a:cubicBezTo>
                  <a:cubicBezTo>
                    <a:pt x="398516" y="320589"/>
                    <a:pt x="364672" y="96634"/>
                    <a:pt x="291183" y="57185"/>
                  </a:cubicBezTo>
                  <a:cubicBezTo>
                    <a:pt x="236068" y="27597"/>
                    <a:pt x="197751" y="43722"/>
                    <a:pt x="151942" y="74075"/>
                  </a:cubicBezTo>
                  <a:cubicBezTo>
                    <a:pt x="136673" y="84193"/>
                    <a:pt x="134406" y="136338"/>
                    <a:pt x="109082" y="125756"/>
                  </a:cubicBezTo>
                  <a:cubicBezTo>
                    <a:pt x="83758" y="115174"/>
                    <a:pt x="8132" y="-41525"/>
                    <a:pt x="0" y="10583"/>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D967788A-F708-1217-9EBA-DADCA2072776}"/>
                </a:ext>
              </a:extLst>
            </p:cNvPr>
            <p:cNvSpPr/>
            <p:nvPr userDrawn="1"/>
          </p:nvSpPr>
          <p:spPr>
            <a:xfrm rot="20600577" flipH="1">
              <a:off x="11479400" y="2098810"/>
              <a:ext cx="998923" cy="2093216"/>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109241 w 2058039"/>
                <a:gd name="connsiteY2" fmla="*/ 1467230 h 2057019"/>
                <a:gd name="connsiteX3" fmla="*/ 124968 w 2058039"/>
                <a:gd name="connsiteY3" fmla="*/ 1230947 h 2057019"/>
                <a:gd name="connsiteX4" fmla="*/ 203387 w 2058039"/>
                <a:gd name="connsiteY4" fmla="*/ 923660 h 2057019"/>
                <a:gd name="connsiteX5" fmla="*/ 404945 w 2058039"/>
                <a:gd name="connsiteY5" fmla="*/ 642803 h 2057019"/>
                <a:gd name="connsiteX6" fmla="*/ 774468 w 2058039"/>
                <a:gd name="connsiteY6" fmla="*/ 330546 h 2057019"/>
                <a:gd name="connsiteX7" fmla="*/ 1197696 w 2058039"/>
                <a:gd name="connsiteY7" fmla="*/ 71147 h 2057019"/>
                <a:gd name="connsiteX8" fmla="*/ 1448466 w 2058039"/>
                <a:gd name="connsiteY8" fmla="*/ 1722 h 2057019"/>
                <a:gd name="connsiteX9" fmla="*/ 1723950 w 2058039"/>
                <a:gd name="connsiteY9" fmla="*/ 44719 h 2057019"/>
                <a:gd name="connsiteX10" fmla="*/ 1952360 w 2058039"/>
                <a:gd name="connsiteY10" fmla="*/ 241319 h 2057019"/>
                <a:gd name="connsiteX11" fmla="*/ 1976966 w 2058039"/>
                <a:gd name="connsiteY11" fmla="*/ 599885 h 2057019"/>
                <a:gd name="connsiteX12" fmla="*/ 2037412 w 2058039"/>
                <a:gd name="connsiteY12" fmla="*/ 925395 h 2057019"/>
                <a:gd name="connsiteX13" fmla="*/ 2053139 w 2058039"/>
                <a:gd name="connsiteY13" fmla="*/ 1222821 h 2057019"/>
                <a:gd name="connsiteX14" fmla="*/ 1952360 w 2058039"/>
                <a:gd name="connsiteY14" fmla="*/ 1540047 h 2057019"/>
                <a:gd name="connsiteX15" fmla="*/ 1436465 w 2058039"/>
                <a:gd name="connsiteY15" fmla="*/ 2057019 h 2057019"/>
                <a:gd name="connsiteX0" fmla="*/ 0 w 2058039"/>
                <a:gd name="connsiteY0" fmla="*/ 1940306 h 2057019"/>
                <a:gd name="connsiteX1" fmla="*/ 109241 w 2058039"/>
                <a:gd name="connsiteY1" fmla="*/ 1467230 h 2057019"/>
                <a:gd name="connsiteX2" fmla="*/ 124968 w 2058039"/>
                <a:gd name="connsiteY2" fmla="*/ 1230947 h 2057019"/>
                <a:gd name="connsiteX3" fmla="*/ 203387 w 2058039"/>
                <a:gd name="connsiteY3" fmla="*/ 923660 h 2057019"/>
                <a:gd name="connsiteX4" fmla="*/ 404945 w 2058039"/>
                <a:gd name="connsiteY4" fmla="*/ 642803 h 2057019"/>
                <a:gd name="connsiteX5" fmla="*/ 774468 w 2058039"/>
                <a:gd name="connsiteY5" fmla="*/ 330546 h 2057019"/>
                <a:gd name="connsiteX6" fmla="*/ 1197696 w 2058039"/>
                <a:gd name="connsiteY6" fmla="*/ 71147 h 2057019"/>
                <a:gd name="connsiteX7" fmla="*/ 1448466 w 2058039"/>
                <a:gd name="connsiteY7" fmla="*/ 1722 h 2057019"/>
                <a:gd name="connsiteX8" fmla="*/ 1723950 w 2058039"/>
                <a:gd name="connsiteY8" fmla="*/ 44719 h 2057019"/>
                <a:gd name="connsiteX9" fmla="*/ 1952360 w 2058039"/>
                <a:gd name="connsiteY9" fmla="*/ 241319 h 2057019"/>
                <a:gd name="connsiteX10" fmla="*/ 1976966 w 2058039"/>
                <a:gd name="connsiteY10" fmla="*/ 599885 h 2057019"/>
                <a:gd name="connsiteX11" fmla="*/ 2037412 w 2058039"/>
                <a:gd name="connsiteY11" fmla="*/ 925395 h 2057019"/>
                <a:gd name="connsiteX12" fmla="*/ 2053139 w 2058039"/>
                <a:gd name="connsiteY12" fmla="*/ 1222821 h 2057019"/>
                <a:gd name="connsiteX13" fmla="*/ 1952360 w 2058039"/>
                <a:gd name="connsiteY13" fmla="*/ 1540047 h 2057019"/>
                <a:gd name="connsiteX14" fmla="*/ 1436465 w 2058039"/>
                <a:gd name="connsiteY14" fmla="*/ 2057019 h 2057019"/>
                <a:gd name="connsiteX0" fmla="*/ 0 w 2058039"/>
                <a:gd name="connsiteY0" fmla="*/ 1940306 h 2057019"/>
                <a:gd name="connsiteX1" fmla="*/ 124968 w 2058039"/>
                <a:gd name="connsiteY1" fmla="*/ 1230947 h 2057019"/>
                <a:gd name="connsiteX2" fmla="*/ 203387 w 2058039"/>
                <a:gd name="connsiteY2" fmla="*/ 923660 h 2057019"/>
                <a:gd name="connsiteX3" fmla="*/ 404945 w 2058039"/>
                <a:gd name="connsiteY3" fmla="*/ 642803 h 2057019"/>
                <a:gd name="connsiteX4" fmla="*/ 774468 w 2058039"/>
                <a:gd name="connsiteY4" fmla="*/ 330546 h 2057019"/>
                <a:gd name="connsiteX5" fmla="*/ 1197696 w 2058039"/>
                <a:gd name="connsiteY5" fmla="*/ 71147 h 2057019"/>
                <a:gd name="connsiteX6" fmla="*/ 1448466 w 2058039"/>
                <a:gd name="connsiteY6" fmla="*/ 1722 h 2057019"/>
                <a:gd name="connsiteX7" fmla="*/ 1723950 w 2058039"/>
                <a:gd name="connsiteY7" fmla="*/ 44719 h 2057019"/>
                <a:gd name="connsiteX8" fmla="*/ 1952360 w 2058039"/>
                <a:gd name="connsiteY8" fmla="*/ 241319 h 2057019"/>
                <a:gd name="connsiteX9" fmla="*/ 1976966 w 2058039"/>
                <a:gd name="connsiteY9" fmla="*/ 599885 h 2057019"/>
                <a:gd name="connsiteX10" fmla="*/ 2037412 w 2058039"/>
                <a:gd name="connsiteY10" fmla="*/ 925395 h 2057019"/>
                <a:gd name="connsiteX11" fmla="*/ 2053139 w 2058039"/>
                <a:gd name="connsiteY11" fmla="*/ 1222821 h 2057019"/>
                <a:gd name="connsiteX12" fmla="*/ 1952360 w 2058039"/>
                <a:gd name="connsiteY12" fmla="*/ 1540047 h 2057019"/>
                <a:gd name="connsiteX13" fmla="*/ 1436465 w 2058039"/>
                <a:gd name="connsiteY13" fmla="*/ 2057019 h 2057019"/>
                <a:gd name="connsiteX0" fmla="*/ 1 w 1933072"/>
                <a:gd name="connsiteY0" fmla="*/ 1230947 h 2057019"/>
                <a:gd name="connsiteX1" fmla="*/ 78420 w 1933072"/>
                <a:gd name="connsiteY1" fmla="*/ 923660 h 2057019"/>
                <a:gd name="connsiteX2" fmla="*/ 279978 w 1933072"/>
                <a:gd name="connsiteY2" fmla="*/ 642803 h 2057019"/>
                <a:gd name="connsiteX3" fmla="*/ 649501 w 1933072"/>
                <a:gd name="connsiteY3" fmla="*/ 330546 h 2057019"/>
                <a:gd name="connsiteX4" fmla="*/ 1072729 w 1933072"/>
                <a:gd name="connsiteY4" fmla="*/ 71147 h 2057019"/>
                <a:gd name="connsiteX5" fmla="*/ 1323499 w 1933072"/>
                <a:gd name="connsiteY5" fmla="*/ 1722 h 2057019"/>
                <a:gd name="connsiteX6" fmla="*/ 1598983 w 1933072"/>
                <a:gd name="connsiteY6" fmla="*/ 44719 h 2057019"/>
                <a:gd name="connsiteX7" fmla="*/ 1827393 w 1933072"/>
                <a:gd name="connsiteY7" fmla="*/ 241319 h 2057019"/>
                <a:gd name="connsiteX8" fmla="*/ 1851999 w 1933072"/>
                <a:gd name="connsiteY8" fmla="*/ 599885 h 2057019"/>
                <a:gd name="connsiteX9" fmla="*/ 1912445 w 1933072"/>
                <a:gd name="connsiteY9" fmla="*/ 925395 h 2057019"/>
                <a:gd name="connsiteX10" fmla="*/ 1928172 w 1933072"/>
                <a:gd name="connsiteY10" fmla="*/ 1222821 h 2057019"/>
                <a:gd name="connsiteX11" fmla="*/ 1827393 w 1933072"/>
                <a:gd name="connsiteY11" fmla="*/ 1540047 h 2057019"/>
                <a:gd name="connsiteX12" fmla="*/ 1311498 w 1933072"/>
                <a:gd name="connsiteY12" fmla="*/ 2057019 h 2057019"/>
                <a:gd name="connsiteX0" fmla="*/ 1 w 1854653"/>
                <a:gd name="connsiteY0" fmla="*/ 923660 h 2057019"/>
                <a:gd name="connsiteX1" fmla="*/ 201559 w 1854653"/>
                <a:gd name="connsiteY1" fmla="*/ 642803 h 2057019"/>
                <a:gd name="connsiteX2" fmla="*/ 571082 w 1854653"/>
                <a:gd name="connsiteY2" fmla="*/ 330546 h 2057019"/>
                <a:gd name="connsiteX3" fmla="*/ 994310 w 1854653"/>
                <a:gd name="connsiteY3" fmla="*/ 71147 h 2057019"/>
                <a:gd name="connsiteX4" fmla="*/ 1245080 w 1854653"/>
                <a:gd name="connsiteY4" fmla="*/ 1722 h 2057019"/>
                <a:gd name="connsiteX5" fmla="*/ 1520564 w 1854653"/>
                <a:gd name="connsiteY5" fmla="*/ 44719 h 2057019"/>
                <a:gd name="connsiteX6" fmla="*/ 1748974 w 1854653"/>
                <a:gd name="connsiteY6" fmla="*/ 241319 h 2057019"/>
                <a:gd name="connsiteX7" fmla="*/ 1773580 w 1854653"/>
                <a:gd name="connsiteY7" fmla="*/ 599885 h 2057019"/>
                <a:gd name="connsiteX8" fmla="*/ 1834026 w 1854653"/>
                <a:gd name="connsiteY8" fmla="*/ 925395 h 2057019"/>
                <a:gd name="connsiteX9" fmla="*/ 1849753 w 1854653"/>
                <a:gd name="connsiteY9" fmla="*/ 1222821 h 2057019"/>
                <a:gd name="connsiteX10" fmla="*/ 1748974 w 1854653"/>
                <a:gd name="connsiteY10" fmla="*/ 1540047 h 2057019"/>
                <a:gd name="connsiteX11" fmla="*/ 1233079 w 1854653"/>
                <a:gd name="connsiteY11" fmla="*/ 2057019 h 2057019"/>
                <a:gd name="connsiteX0" fmla="*/ -1 w 1653093"/>
                <a:gd name="connsiteY0" fmla="*/ 642803 h 2057019"/>
                <a:gd name="connsiteX1" fmla="*/ 369522 w 1653093"/>
                <a:gd name="connsiteY1" fmla="*/ 330546 h 2057019"/>
                <a:gd name="connsiteX2" fmla="*/ 792750 w 1653093"/>
                <a:gd name="connsiteY2" fmla="*/ 71147 h 2057019"/>
                <a:gd name="connsiteX3" fmla="*/ 1043520 w 1653093"/>
                <a:gd name="connsiteY3" fmla="*/ 1722 h 2057019"/>
                <a:gd name="connsiteX4" fmla="*/ 1319004 w 1653093"/>
                <a:gd name="connsiteY4" fmla="*/ 44719 h 2057019"/>
                <a:gd name="connsiteX5" fmla="*/ 1547414 w 1653093"/>
                <a:gd name="connsiteY5" fmla="*/ 241319 h 2057019"/>
                <a:gd name="connsiteX6" fmla="*/ 1572020 w 1653093"/>
                <a:gd name="connsiteY6" fmla="*/ 599885 h 2057019"/>
                <a:gd name="connsiteX7" fmla="*/ 1632466 w 1653093"/>
                <a:gd name="connsiteY7" fmla="*/ 925395 h 2057019"/>
                <a:gd name="connsiteX8" fmla="*/ 1648193 w 1653093"/>
                <a:gd name="connsiteY8" fmla="*/ 1222821 h 2057019"/>
                <a:gd name="connsiteX9" fmla="*/ 1547414 w 1653093"/>
                <a:gd name="connsiteY9" fmla="*/ 1540047 h 2057019"/>
                <a:gd name="connsiteX10" fmla="*/ 1031519 w 1653093"/>
                <a:gd name="connsiteY10" fmla="*/ 2057019 h 2057019"/>
                <a:gd name="connsiteX0" fmla="*/ 0 w 1653094"/>
                <a:gd name="connsiteY0" fmla="*/ 888999 h 2303215"/>
                <a:gd name="connsiteX1" fmla="*/ 471510 w 1653094"/>
                <a:gd name="connsiteY1" fmla="*/ 16186 h 2303215"/>
                <a:gd name="connsiteX2" fmla="*/ 792751 w 1653094"/>
                <a:gd name="connsiteY2" fmla="*/ 317343 h 2303215"/>
                <a:gd name="connsiteX3" fmla="*/ 1043521 w 1653094"/>
                <a:gd name="connsiteY3" fmla="*/ 247918 h 2303215"/>
                <a:gd name="connsiteX4" fmla="*/ 1319005 w 1653094"/>
                <a:gd name="connsiteY4" fmla="*/ 290915 h 2303215"/>
                <a:gd name="connsiteX5" fmla="*/ 1547415 w 1653094"/>
                <a:gd name="connsiteY5" fmla="*/ 487515 h 2303215"/>
                <a:gd name="connsiteX6" fmla="*/ 1572021 w 1653094"/>
                <a:gd name="connsiteY6" fmla="*/ 846081 h 2303215"/>
                <a:gd name="connsiteX7" fmla="*/ 1632467 w 1653094"/>
                <a:gd name="connsiteY7" fmla="*/ 1171591 h 2303215"/>
                <a:gd name="connsiteX8" fmla="*/ 1648194 w 1653094"/>
                <a:gd name="connsiteY8" fmla="*/ 1469017 h 2303215"/>
                <a:gd name="connsiteX9" fmla="*/ 1547415 w 1653094"/>
                <a:gd name="connsiteY9" fmla="*/ 1786243 h 2303215"/>
                <a:gd name="connsiteX10" fmla="*/ 1031520 w 1653094"/>
                <a:gd name="connsiteY10" fmla="*/ 2303215 h 2303215"/>
                <a:gd name="connsiteX0" fmla="*/ 0 w 1344195"/>
                <a:gd name="connsiteY0" fmla="*/ 110459 h 2303208"/>
                <a:gd name="connsiteX1" fmla="*/ 162611 w 1344195"/>
                <a:gd name="connsiteY1" fmla="*/ 16179 h 2303208"/>
                <a:gd name="connsiteX2" fmla="*/ 483852 w 1344195"/>
                <a:gd name="connsiteY2" fmla="*/ 317336 h 2303208"/>
                <a:gd name="connsiteX3" fmla="*/ 734622 w 1344195"/>
                <a:gd name="connsiteY3" fmla="*/ 247911 h 2303208"/>
                <a:gd name="connsiteX4" fmla="*/ 1010106 w 1344195"/>
                <a:gd name="connsiteY4" fmla="*/ 290908 h 2303208"/>
                <a:gd name="connsiteX5" fmla="*/ 1238516 w 1344195"/>
                <a:gd name="connsiteY5" fmla="*/ 487508 h 2303208"/>
                <a:gd name="connsiteX6" fmla="*/ 1263122 w 1344195"/>
                <a:gd name="connsiteY6" fmla="*/ 846074 h 2303208"/>
                <a:gd name="connsiteX7" fmla="*/ 1323568 w 1344195"/>
                <a:gd name="connsiteY7" fmla="*/ 1171584 h 2303208"/>
                <a:gd name="connsiteX8" fmla="*/ 1339295 w 1344195"/>
                <a:gd name="connsiteY8" fmla="*/ 1469010 h 2303208"/>
                <a:gd name="connsiteX9" fmla="*/ 1238516 w 1344195"/>
                <a:gd name="connsiteY9" fmla="*/ 1786236 h 2303208"/>
                <a:gd name="connsiteX10" fmla="*/ 722621 w 1344195"/>
                <a:gd name="connsiteY10" fmla="*/ 2303208 h 2303208"/>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888348 w 1344195"/>
                <a:gd name="connsiteY10"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23642"/>
                <a:gd name="connsiteY0" fmla="*/ 110459 h 2337246"/>
                <a:gd name="connsiteX1" fmla="*/ 162611 w 1323642"/>
                <a:gd name="connsiteY1" fmla="*/ 16179 h 2337246"/>
                <a:gd name="connsiteX2" fmla="*/ 483852 w 1323642"/>
                <a:gd name="connsiteY2" fmla="*/ 317336 h 2337246"/>
                <a:gd name="connsiteX3" fmla="*/ 734622 w 1323642"/>
                <a:gd name="connsiteY3" fmla="*/ 247911 h 2337246"/>
                <a:gd name="connsiteX4" fmla="*/ 1010106 w 1323642"/>
                <a:gd name="connsiteY4" fmla="*/ 290908 h 2337246"/>
                <a:gd name="connsiteX5" fmla="*/ 1238516 w 1323642"/>
                <a:gd name="connsiteY5" fmla="*/ 487508 h 2337246"/>
                <a:gd name="connsiteX6" fmla="*/ 1263122 w 1323642"/>
                <a:gd name="connsiteY6" fmla="*/ 846074 h 2337246"/>
                <a:gd name="connsiteX7" fmla="*/ 1323568 w 1323642"/>
                <a:gd name="connsiteY7" fmla="*/ 1171584 h 2337246"/>
                <a:gd name="connsiteX8" fmla="*/ 1248573 w 1323642"/>
                <a:gd name="connsiteY8" fmla="*/ 1440493 h 2337246"/>
                <a:gd name="connsiteX9" fmla="*/ 1260960 w 1323642"/>
                <a:gd name="connsiteY9" fmla="*/ 1777764 h 2337246"/>
                <a:gd name="connsiteX10" fmla="*/ 1184943 w 1323642"/>
                <a:gd name="connsiteY10" fmla="*/ 2095546 h 2337246"/>
                <a:gd name="connsiteX11" fmla="*/ 888348 w 1323642"/>
                <a:gd name="connsiteY11" fmla="*/ 2337246 h 2337246"/>
                <a:gd name="connsiteX0" fmla="*/ 0 w 1447523"/>
                <a:gd name="connsiteY0" fmla="*/ 110459 h 2337246"/>
                <a:gd name="connsiteX1" fmla="*/ 162611 w 1447523"/>
                <a:gd name="connsiteY1" fmla="*/ 16179 h 2337246"/>
                <a:gd name="connsiteX2" fmla="*/ 483852 w 1447523"/>
                <a:gd name="connsiteY2" fmla="*/ 317336 h 2337246"/>
                <a:gd name="connsiteX3" fmla="*/ 734622 w 1447523"/>
                <a:gd name="connsiteY3" fmla="*/ 247911 h 2337246"/>
                <a:gd name="connsiteX4" fmla="*/ 1010106 w 1447523"/>
                <a:gd name="connsiteY4" fmla="*/ 290908 h 2337246"/>
                <a:gd name="connsiteX5" fmla="*/ 1238516 w 1447523"/>
                <a:gd name="connsiteY5" fmla="*/ 487508 h 2337246"/>
                <a:gd name="connsiteX6" fmla="*/ 1263122 w 1447523"/>
                <a:gd name="connsiteY6" fmla="*/ 846074 h 2337246"/>
                <a:gd name="connsiteX7" fmla="*/ 1447499 w 1447523"/>
                <a:gd name="connsiteY7" fmla="*/ 1141279 h 2337246"/>
                <a:gd name="connsiteX8" fmla="*/ 1248573 w 1447523"/>
                <a:gd name="connsiteY8" fmla="*/ 1440493 h 2337246"/>
                <a:gd name="connsiteX9" fmla="*/ 1260960 w 1447523"/>
                <a:gd name="connsiteY9" fmla="*/ 1777764 h 2337246"/>
                <a:gd name="connsiteX10" fmla="*/ 1184943 w 1447523"/>
                <a:gd name="connsiteY10" fmla="*/ 2095546 h 2337246"/>
                <a:gd name="connsiteX11" fmla="*/ 888348 w 1447523"/>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228861 h 2455648"/>
                <a:gd name="connsiteX1" fmla="*/ 228361 w 1447522"/>
                <a:gd name="connsiteY1" fmla="*/ 5165 h 2455648"/>
                <a:gd name="connsiteX2" fmla="*/ 483852 w 1447522"/>
                <a:gd name="connsiteY2" fmla="*/ 435738 h 2455648"/>
                <a:gd name="connsiteX3" fmla="*/ 734622 w 1447522"/>
                <a:gd name="connsiteY3" fmla="*/ 366313 h 2455648"/>
                <a:gd name="connsiteX4" fmla="*/ 1010106 w 1447522"/>
                <a:gd name="connsiteY4" fmla="*/ 409310 h 2455648"/>
                <a:gd name="connsiteX5" fmla="*/ 1238516 w 1447522"/>
                <a:gd name="connsiteY5" fmla="*/ 605910 h 2455648"/>
                <a:gd name="connsiteX6" fmla="*/ 1263122 w 1447522"/>
                <a:gd name="connsiteY6" fmla="*/ 964476 h 2455648"/>
                <a:gd name="connsiteX7" fmla="*/ 1447499 w 1447522"/>
                <a:gd name="connsiteY7" fmla="*/ 1259681 h 2455648"/>
                <a:gd name="connsiteX8" fmla="*/ 1248573 w 1447522"/>
                <a:gd name="connsiteY8" fmla="*/ 1558895 h 2455648"/>
                <a:gd name="connsiteX9" fmla="*/ 1260960 w 1447522"/>
                <a:gd name="connsiteY9" fmla="*/ 1896166 h 2455648"/>
                <a:gd name="connsiteX10" fmla="*/ 1184943 w 1447522"/>
                <a:gd name="connsiteY10" fmla="*/ 2213948 h 2455648"/>
                <a:gd name="connsiteX11" fmla="*/ 888348 w 1447522"/>
                <a:gd name="connsiteY11" fmla="*/ 2455648 h 2455648"/>
                <a:gd name="connsiteX0" fmla="*/ 0 w 1436049"/>
                <a:gd name="connsiteY0" fmla="*/ 143213 h 2468249"/>
                <a:gd name="connsiteX1" fmla="*/ 216888 w 1436049"/>
                <a:gd name="connsiteY1" fmla="*/ 17766 h 2468249"/>
                <a:gd name="connsiteX2" fmla="*/ 472379 w 1436049"/>
                <a:gd name="connsiteY2" fmla="*/ 448339 h 2468249"/>
                <a:gd name="connsiteX3" fmla="*/ 723149 w 1436049"/>
                <a:gd name="connsiteY3" fmla="*/ 378914 h 2468249"/>
                <a:gd name="connsiteX4" fmla="*/ 998633 w 1436049"/>
                <a:gd name="connsiteY4" fmla="*/ 421911 h 2468249"/>
                <a:gd name="connsiteX5" fmla="*/ 1227043 w 1436049"/>
                <a:gd name="connsiteY5" fmla="*/ 618511 h 2468249"/>
                <a:gd name="connsiteX6" fmla="*/ 1251649 w 1436049"/>
                <a:gd name="connsiteY6" fmla="*/ 977077 h 2468249"/>
                <a:gd name="connsiteX7" fmla="*/ 1436026 w 1436049"/>
                <a:gd name="connsiteY7" fmla="*/ 1272282 h 2468249"/>
                <a:gd name="connsiteX8" fmla="*/ 1237100 w 1436049"/>
                <a:gd name="connsiteY8" fmla="*/ 1571496 h 2468249"/>
                <a:gd name="connsiteX9" fmla="*/ 1249487 w 1436049"/>
                <a:gd name="connsiteY9" fmla="*/ 1908767 h 2468249"/>
                <a:gd name="connsiteX10" fmla="*/ 1173470 w 1436049"/>
                <a:gd name="connsiteY10" fmla="*/ 2226549 h 2468249"/>
                <a:gd name="connsiteX11" fmla="*/ 876875 w 1436049"/>
                <a:gd name="connsiteY11" fmla="*/ 2468249 h 2468249"/>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227043 w 1436049"/>
                <a:gd name="connsiteY5" fmla="*/ 609716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318163 w 1436049"/>
                <a:gd name="connsiteY5" fmla="*/ 569538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6049" h="2459454">
                  <a:moveTo>
                    <a:pt x="0" y="134418"/>
                  </a:moveTo>
                  <a:cubicBezTo>
                    <a:pt x="159489" y="140335"/>
                    <a:pt x="138158" y="-41883"/>
                    <a:pt x="216888" y="8971"/>
                  </a:cubicBezTo>
                  <a:cubicBezTo>
                    <a:pt x="295618" y="59825"/>
                    <a:pt x="388002" y="379353"/>
                    <a:pt x="472379" y="439544"/>
                  </a:cubicBezTo>
                  <a:cubicBezTo>
                    <a:pt x="556756" y="499735"/>
                    <a:pt x="633389" y="376983"/>
                    <a:pt x="723149" y="370119"/>
                  </a:cubicBezTo>
                  <a:cubicBezTo>
                    <a:pt x="818578" y="362861"/>
                    <a:pt x="899464" y="379880"/>
                    <a:pt x="998633" y="413116"/>
                  </a:cubicBezTo>
                  <a:cubicBezTo>
                    <a:pt x="1097802" y="446352"/>
                    <a:pt x="1279113" y="485044"/>
                    <a:pt x="1318163" y="569538"/>
                  </a:cubicBezTo>
                  <a:cubicBezTo>
                    <a:pt x="1370798" y="683616"/>
                    <a:pt x="1246835" y="846945"/>
                    <a:pt x="1251649" y="968282"/>
                  </a:cubicBezTo>
                  <a:cubicBezTo>
                    <a:pt x="1256035" y="1077785"/>
                    <a:pt x="1438451" y="1164417"/>
                    <a:pt x="1436026" y="1263487"/>
                  </a:cubicBezTo>
                  <a:cubicBezTo>
                    <a:pt x="1433601" y="1362557"/>
                    <a:pt x="1248118" y="1463533"/>
                    <a:pt x="1237100" y="1562701"/>
                  </a:cubicBezTo>
                  <a:cubicBezTo>
                    <a:pt x="1224903" y="1671493"/>
                    <a:pt x="1212475" y="1703331"/>
                    <a:pt x="1249487" y="1899972"/>
                  </a:cubicBezTo>
                  <a:cubicBezTo>
                    <a:pt x="1262252" y="2087940"/>
                    <a:pt x="1231831" y="2125919"/>
                    <a:pt x="1173470" y="2217754"/>
                  </a:cubicBezTo>
                  <a:cubicBezTo>
                    <a:pt x="1115109" y="2309589"/>
                    <a:pt x="907279" y="2415373"/>
                    <a:pt x="876875" y="2459454"/>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BC967DAF-61A7-9AFD-CA41-1355E19E828D}"/>
                </a:ext>
              </a:extLst>
            </p:cNvPr>
            <p:cNvSpPr/>
            <p:nvPr userDrawn="1"/>
          </p:nvSpPr>
          <p:spPr>
            <a:xfrm rot="20148086" flipH="1">
              <a:off x="11690795" y="2532728"/>
              <a:ext cx="843753" cy="152725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56 h 2037856"/>
                <a:gd name="connsiteX1" fmla="*/ 683 w 1324130"/>
                <a:gd name="connsiteY1" fmla="*/ 1829690 h 2037856"/>
                <a:gd name="connsiteX2" fmla="*/ 14495 w 1324130"/>
                <a:gd name="connsiteY2" fmla="*/ 1664146 h 2037856"/>
                <a:gd name="connsiteX3" fmla="*/ 97839 w 1324130"/>
                <a:gd name="connsiteY3" fmla="*/ 1271049 h 2037856"/>
                <a:gd name="connsiteX4" fmla="*/ 97839 w 1324130"/>
                <a:gd name="connsiteY4" fmla="*/ 991109 h 2037856"/>
                <a:gd name="connsiteX5" fmla="*/ 195756 w 1324130"/>
                <a:gd name="connsiteY5" fmla="*/ 588964 h 2037856"/>
                <a:gd name="connsiteX6" fmla="*/ 373778 w 1324130"/>
                <a:gd name="connsiteY6" fmla="*/ 336170 h 2037856"/>
                <a:gd name="connsiteX7" fmla="*/ 706867 w 1324130"/>
                <a:gd name="connsiteY7" fmla="*/ 86234 h 2037856"/>
                <a:gd name="connsiteX8" fmla="*/ 953755 w 1324130"/>
                <a:gd name="connsiteY8" fmla="*/ 33 h 2037856"/>
                <a:gd name="connsiteX9" fmla="*/ 1105965 w 1324130"/>
                <a:gd name="connsiteY9" fmla="*/ 60326 h 2037856"/>
                <a:gd name="connsiteX10" fmla="*/ 1146160 w 1324130"/>
                <a:gd name="connsiteY10" fmla="*/ 221204 h 2037856"/>
                <a:gd name="connsiteX11" fmla="*/ 1177783 w 1324130"/>
                <a:gd name="connsiteY11" fmla="*/ 448089 h 2037856"/>
                <a:gd name="connsiteX12" fmla="*/ 1281129 w 1324130"/>
                <a:gd name="connsiteY12" fmla="*/ 789941 h 2037856"/>
                <a:gd name="connsiteX13" fmla="*/ 1306942 w 1324130"/>
                <a:gd name="connsiteY13" fmla="*/ 942151 h 2037856"/>
                <a:gd name="connsiteX14" fmla="*/ 1321325 w 1324130"/>
                <a:gd name="connsiteY14" fmla="*/ 1272478 h 2037856"/>
                <a:gd name="connsiteX15" fmla="*/ 1215121 w 1324130"/>
                <a:gd name="connsiteY15" fmla="*/ 1660240 h 2037856"/>
                <a:gd name="connsiteX16" fmla="*/ 1085962 w 1324130"/>
                <a:gd name="connsiteY16" fmla="*/ 1844073 h 2037856"/>
                <a:gd name="connsiteX0" fmla="*/ 203012 w 1324130"/>
                <a:gd name="connsiteY0" fmla="*/ 2037856 h 2067769"/>
                <a:gd name="connsiteX1" fmla="*/ 683 w 1324130"/>
                <a:gd name="connsiteY1" fmla="*/ 1829690 h 2067769"/>
                <a:gd name="connsiteX2" fmla="*/ 14495 w 1324130"/>
                <a:gd name="connsiteY2" fmla="*/ 1664146 h 2067769"/>
                <a:gd name="connsiteX3" fmla="*/ 97839 w 1324130"/>
                <a:gd name="connsiteY3" fmla="*/ 1271049 h 2067769"/>
                <a:gd name="connsiteX4" fmla="*/ 97839 w 1324130"/>
                <a:gd name="connsiteY4" fmla="*/ 991109 h 2067769"/>
                <a:gd name="connsiteX5" fmla="*/ 195756 w 1324130"/>
                <a:gd name="connsiteY5" fmla="*/ 588964 h 2067769"/>
                <a:gd name="connsiteX6" fmla="*/ 373778 w 1324130"/>
                <a:gd name="connsiteY6" fmla="*/ 336170 h 2067769"/>
                <a:gd name="connsiteX7" fmla="*/ 706867 w 1324130"/>
                <a:gd name="connsiteY7" fmla="*/ 86234 h 2067769"/>
                <a:gd name="connsiteX8" fmla="*/ 953755 w 1324130"/>
                <a:gd name="connsiteY8" fmla="*/ 33 h 2067769"/>
                <a:gd name="connsiteX9" fmla="*/ 1105965 w 1324130"/>
                <a:gd name="connsiteY9" fmla="*/ 60326 h 2067769"/>
                <a:gd name="connsiteX10" fmla="*/ 1146160 w 1324130"/>
                <a:gd name="connsiteY10" fmla="*/ 221204 h 2067769"/>
                <a:gd name="connsiteX11" fmla="*/ 1177783 w 1324130"/>
                <a:gd name="connsiteY11" fmla="*/ 448089 h 2067769"/>
                <a:gd name="connsiteX12" fmla="*/ 1281129 w 1324130"/>
                <a:gd name="connsiteY12" fmla="*/ 789941 h 2067769"/>
                <a:gd name="connsiteX13" fmla="*/ 1306942 w 1324130"/>
                <a:gd name="connsiteY13" fmla="*/ 942151 h 2067769"/>
                <a:gd name="connsiteX14" fmla="*/ 1321325 w 1324130"/>
                <a:gd name="connsiteY14" fmla="*/ 1272478 h 2067769"/>
                <a:gd name="connsiteX15" fmla="*/ 1215121 w 1324130"/>
                <a:gd name="connsiteY15" fmla="*/ 1660240 h 2067769"/>
                <a:gd name="connsiteX16" fmla="*/ 1130241 w 1324130"/>
                <a:gd name="connsiteY16" fmla="*/ 2067769 h 2067769"/>
                <a:gd name="connsiteX0" fmla="*/ 203012 w 1308451"/>
                <a:gd name="connsiteY0" fmla="*/ 2037856 h 2067769"/>
                <a:gd name="connsiteX1" fmla="*/ 683 w 1308451"/>
                <a:gd name="connsiteY1" fmla="*/ 1829690 h 2067769"/>
                <a:gd name="connsiteX2" fmla="*/ 14495 w 1308451"/>
                <a:gd name="connsiteY2" fmla="*/ 1664146 h 2067769"/>
                <a:gd name="connsiteX3" fmla="*/ 97839 w 1308451"/>
                <a:gd name="connsiteY3" fmla="*/ 1271049 h 2067769"/>
                <a:gd name="connsiteX4" fmla="*/ 97839 w 1308451"/>
                <a:gd name="connsiteY4" fmla="*/ 991109 h 2067769"/>
                <a:gd name="connsiteX5" fmla="*/ 195756 w 1308451"/>
                <a:gd name="connsiteY5" fmla="*/ 588964 h 2067769"/>
                <a:gd name="connsiteX6" fmla="*/ 373778 w 1308451"/>
                <a:gd name="connsiteY6" fmla="*/ 336170 h 2067769"/>
                <a:gd name="connsiteX7" fmla="*/ 706867 w 1308451"/>
                <a:gd name="connsiteY7" fmla="*/ 86234 h 2067769"/>
                <a:gd name="connsiteX8" fmla="*/ 953755 w 1308451"/>
                <a:gd name="connsiteY8" fmla="*/ 33 h 2067769"/>
                <a:gd name="connsiteX9" fmla="*/ 1105965 w 1308451"/>
                <a:gd name="connsiteY9" fmla="*/ 60326 h 2067769"/>
                <a:gd name="connsiteX10" fmla="*/ 1146160 w 1308451"/>
                <a:gd name="connsiteY10" fmla="*/ 221204 h 2067769"/>
                <a:gd name="connsiteX11" fmla="*/ 1177783 w 1308451"/>
                <a:gd name="connsiteY11" fmla="*/ 448089 h 2067769"/>
                <a:gd name="connsiteX12" fmla="*/ 1281129 w 1308451"/>
                <a:gd name="connsiteY12" fmla="*/ 789941 h 2067769"/>
                <a:gd name="connsiteX13" fmla="*/ 1306942 w 1308451"/>
                <a:gd name="connsiteY13" fmla="*/ 942151 h 2067769"/>
                <a:gd name="connsiteX14" fmla="*/ 1230305 w 1308451"/>
                <a:gd name="connsiteY14" fmla="*/ 1214322 h 2067769"/>
                <a:gd name="connsiteX15" fmla="*/ 1215121 w 1308451"/>
                <a:gd name="connsiteY15" fmla="*/ 1660240 h 2067769"/>
                <a:gd name="connsiteX16" fmla="*/ 1130241 w 1308451"/>
                <a:gd name="connsiteY16" fmla="*/ 2067769 h 2067769"/>
                <a:gd name="connsiteX0" fmla="*/ 203012 w 1314071"/>
                <a:gd name="connsiteY0" fmla="*/ 2037856 h 2067769"/>
                <a:gd name="connsiteX1" fmla="*/ 683 w 1314071"/>
                <a:gd name="connsiteY1" fmla="*/ 1829690 h 2067769"/>
                <a:gd name="connsiteX2" fmla="*/ 14495 w 1314071"/>
                <a:gd name="connsiteY2" fmla="*/ 1664146 h 2067769"/>
                <a:gd name="connsiteX3" fmla="*/ 97839 w 1314071"/>
                <a:gd name="connsiteY3" fmla="*/ 1271049 h 2067769"/>
                <a:gd name="connsiteX4" fmla="*/ 97839 w 1314071"/>
                <a:gd name="connsiteY4" fmla="*/ 991109 h 2067769"/>
                <a:gd name="connsiteX5" fmla="*/ 195756 w 1314071"/>
                <a:gd name="connsiteY5" fmla="*/ 588964 h 2067769"/>
                <a:gd name="connsiteX6" fmla="*/ 373778 w 1314071"/>
                <a:gd name="connsiteY6" fmla="*/ 336170 h 2067769"/>
                <a:gd name="connsiteX7" fmla="*/ 706867 w 1314071"/>
                <a:gd name="connsiteY7" fmla="*/ 86234 h 2067769"/>
                <a:gd name="connsiteX8" fmla="*/ 953755 w 1314071"/>
                <a:gd name="connsiteY8" fmla="*/ 33 h 2067769"/>
                <a:gd name="connsiteX9" fmla="*/ 1105965 w 1314071"/>
                <a:gd name="connsiteY9" fmla="*/ 60326 h 2067769"/>
                <a:gd name="connsiteX10" fmla="*/ 1146160 w 1314071"/>
                <a:gd name="connsiteY10" fmla="*/ 221204 h 2067769"/>
                <a:gd name="connsiteX11" fmla="*/ 1177783 w 1314071"/>
                <a:gd name="connsiteY11" fmla="*/ 448089 h 2067769"/>
                <a:gd name="connsiteX12" fmla="*/ 1281129 w 1314071"/>
                <a:gd name="connsiteY12" fmla="*/ 789941 h 2067769"/>
                <a:gd name="connsiteX13" fmla="*/ 1306942 w 1314071"/>
                <a:gd name="connsiteY13" fmla="*/ 942151 h 2067769"/>
                <a:gd name="connsiteX14" fmla="*/ 1230305 w 1314071"/>
                <a:gd name="connsiteY14" fmla="*/ 1214322 h 2067769"/>
                <a:gd name="connsiteX15" fmla="*/ 1312315 w 1314071"/>
                <a:gd name="connsiteY15" fmla="*/ 1748838 h 2067769"/>
                <a:gd name="connsiteX16" fmla="*/ 1130241 w 1314071"/>
                <a:gd name="connsiteY16"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373778 w 1314071"/>
                <a:gd name="connsiteY5" fmla="*/ 336170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290575 w 1314071"/>
                <a:gd name="connsiteY5" fmla="*/ 48964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77783 w 1314071"/>
                <a:gd name="connsiteY10" fmla="*/ 457157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11771 w 1314071"/>
                <a:gd name="connsiteY10" fmla="*/ 513234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30305 w 1371522"/>
                <a:gd name="connsiteY13" fmla="*/ 1223390 h 2076837"/>
                <a:gd name="connsiteX14" fmla="*/ 1312315 w 1371522"/>
                <a:gd name="connsiteY14" fmla="*/ 1757906 h 2076837"/>
                <a:gd name="connsiteX15" fmla="*/ 1130241 w 1371522"/>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58541 w 1371522"/>
                <a:gd name="connsiteY13" fmla="*/ 1221558 h 2076837"/>
                <a:gd name="connsiteX14" fmla="*/ 1312315 w 1371522"/>
                <a:gd name="connsiteY14" fmla="*/ 1757906 h 2076837"/>
                <a:gd name="connsiteX15" fmla="*/ 1130241 w 1371522"/>
                <a:gd name="connsiteY15" fmla="*/ 2076837 h 2076837"/>
                <a:gd name="connsiteX0" fmla="*/ 683 w 1371022"/>
                <a:gd name="connsiteY0" fmla="*/ 1838758 h 2076837"/>
                <a:gd name="connsiteX1" fmla="*/ 14495 w 1371022"/>
                <a:gd name="connsiteY1" fmla="*/ 1673214 h 2076837"/>
                <a:gd name="connsiteX2" fmla="*/ 97839 w 1371022"/>
                <a:gd name="connsiteY2" fmla="*/ 1280117 h 2076837"/>
                <a:gd name="connsiteX3" fmla="*/ 97839 w 1371022"/>
                <a:gd name="connsiteY3" fmla="*/ 1000177 h 2076837"/>
                <a:gd name="connsiteX4" fmla="*/ 195756 w 1371022"/>
                <a:gd name="connsiteY4" fmla="*/ 598032 h 2076837"/>
                <a:gd name="connsiteX5" fmla="*/ 290575 w 1371022"/>
                <a:gd name="connsiteY5" fmla="*/ 58032 h 2076837"/>
                <a:gd name="connsiteX6" fmla="*/ 705437 w 1371022"/>
                <a:gd name="connsiteY6" fmla="*/ 240112 h 2076837"/>
                <a:gd name="connsiteX7" fmla="*/ 953755 w 1371022"/>
                <a:gd name="connsiteY7" fmla="*/ 9101 h 2076837"/>
                <a:gd name="connsiteX8" fmla="*/ 1105965 w 1371022"/>
                <a:gd name="connsiteY8" fmla="*/ 69394 h 2076837"/>
                <a:gd name="connsiteX9" fmla="*/ 1146160 w 1371022"/>
                <a:gd name="connsiteY9" fmla="*/ 230272 h 2076837"/>
                <a:gd name="connsiteX10" fmla="*/ 1111771 w 1371022"/>
                <a:gd name="connsiteY10" fmla="*/ 513234 h 2076837"/>
                <a:gd name="connsiteX11" fmla="*/ 1370351 w 1371022"/>
                <a:gd name="connsiteY11" fmla="*/ 828419 h 2076837"/>
                <a:gd name="connsiteX12" fmla="*/ 1240489 w 1371022"/>
                <a:gd name="connsiteY12" fmla="*/ 981623 h 2076837"/>
                <a:gd name="connsiteX13" fmla="*/ 1258541 w 1371022"/>
                <a:gd name="connsiteY13" fmla="*/ 1221558 h 2076837"/>
                <a:gd name="connsiteX14" fmla="*/ 1312315 w 1371022"/>
                <a:gd name="connsiteY14" fmla="*/ 1757906 h 2076837"/>
                <a:gd name="connsiteX15" fmla="*/ 1130241 w 1371022"/>
                <a:gd name="connsiteY15" fmla="*/ 2076837 h 2076837"/>
                <a:gd name="connsiteX0" fmla="*/ 0 w 1356527"/>
                <a:gd name="connsiteY0" fmla="*/ 1673214 h 2076837"/>
                <a:gd name="connsiteX1" fmla="*/ 83344 w 1356527"/>
                <a:gd name="connsiteY1" fmla="*/ 1280117 h 2076837"/>
                <a:gd name="connsiteX2" fmla="*/ 83344 w 1356527"/>
                <a:gd name="connsiteY2" fmla="*/ 1000177 h 2076837"/>
                <a:gd name="connsiteX3" fmla="*/ 181261 w 1356527"/>
                <a:gd name="connsiteY3" fmla="*/ 598032 h 2076837"/>
                <a:gd name="connsiteX4" fmla="*/ 276080 w 1356527"/>
                <a:gd name="connsiteY4" fmla="*/ 58032 h 2076837"/>
                <a:gd name="connsiteX5" fmla="*/ 690942 w 1356527"/>
                <a:gd name="connsiteY5" fmla="*/ 240112 h 2076837"/>
                <a:gd name="connsiteX6" fmla="*/ 939260 w 1356527"/>
                <a:gd name="connsiteY6" fmla="*/ 9101 h 2076837"/>
                <a:gd name="connsiteX7" fmla="*/ 1091470 w 1356527"/>
                <a:gd name="connsiteY7" fmla="*/ 69394 h 2076837"/>
                <a:gd name="connsiteX8" fmla="*/ 1131665 w 1356527"/>
                <a:gd name="connsiteY8" fmla="*/ 230272 h 2076837"/>
                <a:gd name="connsiteX9" fmla="*/ 1097276 w 1356527"/>
                <a:gd name="connsiteY9" fmla="*/ 513234 h 2076837"/>
                <a:gd name="connsiteX10" fmla="*/ 1355856 w 1356527"/>
                <a:gd name="connsiteY10" fmla="*/ 828419 h 2076837"/>
                <a:gd name="connsiteX11" fmla="*/ 1225994 w 1356527"/>
                <a:gd name="connsiteY11" fmla="*/ 981623 h 2076837"/>
                <a:gd name="connsiteX12" fmla="*/ 1244046 w 1356527"/>
                <a:gd name="connsiteY12" fmla="*/ 1221558 h 2076837"/>
                <a:gd name="connsiteX13" fmla="*/ 1297820 w 1356527"/>
                <a:gd name="connsiteY13" fmla="*/ 1757906 h 2076837"/>
                <a:gd name="connsiteX14" fmla="*/ 1115746 w 1356527"/>
                <a:gd name="connsiteY14" fmla="*/ 2076837 h 2076837"/>
                <a:gd name="connsiteX0" fmla="*/ 0 w 1356527"/>
                <a:gd name="connsiteY0" fmla="*/ 1673214 h 1957040"/>
                <a:gd name="connsiteX1" fmla="*/ 83344 w 1356527"/>
                <a:gd name="connsiteY1" fmla="*/ 1280117 h 1957040"/>
                <a:gd name="connsiteX2" fmla="*/ 83344 w 1356527"/>
                <a:gd name="connsiteY2" fmla="*/ 1000177 h 1957040"/>
                <a:gd name="connsiteX3" fmla="*/ 181261 w 1356527"/>
                <a:gd name="connsiteY3" fmla="*/ 598032 h 1957040"/>
                <a:gd name="connsiteX4" fmla="*/ 276080 w 1356527"/>
                <a:gd name="connsiteY4" fmla="*/ 58032 h 1957040"/>
                <a:gd name="connsiteX5" fmla="*/ 690942 w 1356527"/>
                <a:gd name="connsiteY5" fmla="*/ 240112 h 1957040"/>
                <a:gd name="connsiteX6" fmla="*/ 939260 w 1356527"/>
                <a:gd name="connsiteY6" fmla="*/ 9101 h 1957040"/>
                <a:gd name="connsiteX7" fmla="*/ 1091470 w 1356527"/>
                <a:gd name="connsiteY7" fmla="*/ 69394 h 1957040"/>
                <a:gd name="connsiteX8" fmla="*/ 1131665 w 1356527"/>
                <a:gd name="connsiteY8" fmla="*/ 230272 h 1957040"/>
                <a:gd name="connsiteX9" fmla="*/ 1097276 w 1356527"/>
                <a:gd name="connsiteY9" fmla="*/ 513234 h 1957040"/>
                <a:gd name="connsiteX10" fmla="*/ 1355856 w 1356527"/>
                <a:gd name="connsiteY10" fmla="*/ 828419 h 1957040"/>
                <a:gd name="connsiteX11" fmla="*/ 1225994 w 1356527"/>
                <a:gd name="connsiteY11" fmla="*/ 981623 h 1957040"/>
                <a:gd name="connsiteX12" fmla="*/ 1244046 w 1356527"/>
                <a:gd name="connsiteY12" fmla="*/ 1221558 h 1957040"/>
                <a:gd name="connsiteX13" fmla="*/ 1297820 w 1356527"/>
                <a:gd name="connsiteY13" fmla="*/ 1757906 h 1957040"/>
                <a:gd name="connsiteX14" fmla="*/ 1030192 w 1356527"/>
                <a:gd name="connsiteY14" fmla="*/ 1957039 h 1957040"/>
                <a:gd name="connsiteX0" fmla="*/ 587 w 1273770"/>
                <a:gd name="connsiteY0" fmla="*/ 1280117 h 1957039"/>
                <a:gd name="connsiteX1" fmla="*/ 587 w 1273770"/>
                <a:gd name="connsiteY1" fmla="*/ 1000177 h 1957039"/>
                <a:gd name="connsiteX2" fmla="*/ 98504 w 1273770"/>
                <a:gd name="connsiteY2" fmla="*/ 598032 h 1957039"/>
                <a:gd name="connsiteX3" fmla="*/ 193323 w 1273770"/>
                <a:gd name="connsiteY3" fmla="*/ 58032 h 1957039"/>
                <a:gd name="connsiteX4" fmla="*/ 608185 w 1273770"/>
                <a:gd name="connsiteY4" fmla="*/ 240112 h 1957039"/>
                <a:gd name="connsiteX5" fmla="*/ 856503 w 1273770"/>
                <a:gd name="connsiteY5" fmla="*/ 9101 h 1957039"/>
                <a:gd name="connsiteX6" fmla="*/ 1008713 w 1273770"/>
                <a:gd name="connsiteY6" fmla="*/ 69394 h 1957039"/>
                <a:gd name="connsiteX7" fmla="*/ 1048908 w 1273770"/>
                <a:gd name="connsiteY7" fmla="*/ 230272 h 1957039"/>
                <a:gd name="connsiteX8" fmla="*/ 1014519 w 1273770"/>
                <a:gd name="connsiteY8" fmla="*/ 513234 h 1957039"/>
                <a:gd name="connsiteX9" fmla="*/ 1273099 w 1273770"/>
                <a:gd name="connsiteY9" fmla="*/ 828419 h 1957039"/>
                <a:gd name="connsiteX10" fmla="*/ 1143237 w 1273770"/>
                <a:gd name="connsiteY10" fmla="*/ 981623 h 1957039"/>
                <a:gd name="connsiteX11" fmla="*/ 1161289 w 1273770"/>
                <a:gd name="connsiteY11" fmla="*/ 1221558 h 1957039"/>
                <a:gd name="connsiteX12" fmla="*/ 1215063 w 1273770"/>
                <a:gd name="connsiteY12" fmla="*/ 1757906 h 1957039"/>
                <a:gd name="connsiteX13" fmla="*/ 947435 w 1273770"/>
                <a:gd name="connsiteY13" fmla="*/ 1957039 h 1957039"/>
                <a:gd name="connsiteX0" fmla="*/ 0 w 1273183"/>
                <a:gd name="connsiteY0" fmla="*/ 1000177 h 1957039"/>
                <a:gd name="connsiteX1" fmla="*/ 97917 w 1273183"/>
                <a:gd name="connsiteY1" fmla="*/ 598032 h 1957039"/>
                <a:gd name="connsiteX2" fmla="*/ 192736 w 1273183"/>
                <a:gd name="connsiteY2" fmla="*/ 58032 h 1957039"/>
                <a:gd name="connsiteX3" fmla="*/ 607598 w 1273183"/>
                <a:gd name="connsiteY3" fmla="*/ 240112 h 1957039"/>
                <a:gd name="connsiteX4" fmla="*/ 855916 w 1273183"/>
                <a:gd name="connsiteY4" fmla="*/ 9101 h 1957039"/>
                <a:gd name="connsiteX5" fmla="*/ 1008126 w 1273183"/>
                <a:gd name="connsiteY5" fmla="*/ 69394 h 1957039"/>
                <a:gd name="connsiteX6" fmla="*/ 1048321 w 1273183"/>
                <a:gd name="connsiteY6" fmla="*/ 230272 h 1957039"/>
                <a:gd name="connsiteX7" fmla="*/ 1013932 w 1273183"/>
                <a:gd name="connsiteY7" fmla="*/ 513234 h 1957039"/>
                <a:gd name="connsiteX8" fmla="*/ 1272512 w 1273183"/>
                <a:gd name="connsiteY8" fmla="*/ 828419 h 1957039"/>
                <a:gd name="connsiteX9" fmla="*/ 1142650 w 1273183"/>
                <a:gd name="connsiteY9" fmla="*/ 981623 h 1957039"/>
                <a:gd name="connsiteX10" fmla="*/ 1160702 w 1273183"/>
                <a:gd name="connsiteY10" fmla="*/ 1221558 h 1957039"/>
                <a:gd name="connsiteX11" fmla="*/ 1214476 w 1273183"/>
                <a:gd name="connsiteY11" fmla="*/ 1757906 h 1957039"/>
                <a:gd name="connsiteX12" fmla="*/ 946848 w 1273183"/>
                <a:gd name="connsiteY12" fmla="*/ 1957039 h 1957039"/>
                <a:gd name="connsiteX0" fmla="*/ 1 w 1175267"/>
                <a:gd name="connsiteY0" fmla="*/ 598032 h 1957039"/>
                <a:gd name="connsiteX1" fmla="*/ 94820 w 1175267"/>
                <a:gd name="connsiteY1" fmla="*/ 58032 h 1957039"/>
                <a:gd name="connsiteX2" fmla="*/ 509682 w 1175267"/>
                <a:gd name="connsiteY2" fmla="*/ 240112 h 1957039"/>
                <a:gd name="connsiteX3" fmla="*/ 758000 w 1175267"/>
                <a:gd name="connsiteY3" fmla="*/ 9101 h 1957039"/>
                <a:gd name="connsiteX4" fmla="*/ 910210 w 1175267"/>
                <a:gd name="connsiteY4" fmla="*/ 69394 h 1957039"/>
                <a:gd name="connsiteX5" fmla="*/ 950405 w 1175267"/>
                <a:gd name="connsiteY5" fmla="*/ 230272 h 1957039"/>
                <a:gd name="connsiteX6" fmla="*/ 916016 w 1175267"/>
                <a:gd name="connsiteY6" fmla="*/ 513234 h 1957039"/>
                <a:gd name="connsiteX7" fmla="*/ 1174596 w 1175267"/>
                <a:gd name="connsiteY7" fmla="*/ 828419 h 1957039"/>
                <a:gd name="connsiteX8" fmla="*/ 1044734 w 1175267"/>
                <a:gd name="connsiteY8" fmla="*/ 981623 h 1957039"/>
                <a:gd name="connsiteX9" fmla="*/ 1062786 w 1175267"/>
                <a:gd name="connsiteY9" fmla="*/ 1221558 h 1957039"/>
                <a:gd name="connsiteX10" fmla="*/ 1116560 w 1175267"/>
                <a:gd name="connsiteY10" fmla="*/ 1757906 h 1957039"/>
                <a:gd name="connsiteX11" fmla="*/ 848932 w 1175267"/>
                <a:gd name="connsiteY11" fmla="*/ 1957039 h 1957039"/>
                <a:gd name="connsiteX0" fmla="*/ 0 w 1080447"/>
                <a:gd name="connsiteY0" fmla="*/ 58032 h 1957039"/>
                <a:gd name="connsiteX1" fmla="*/ 414862 w 1080447"/>
                <a:gd name="connsiteY1" fmla="*/ 240112 h 1957039"/>
                <a:gd name="connsiteX2" fmla="*/ 663180 w 1080447"/>
                <a:gd name="connsiteY2" fmla="*/ 9101 h 1957039"/>
                <a:gd name="connsiteX3" fmla="*/ 815390 w 1080447"/>
                <a:gd name="connsiteY3" fmla="*/ 69394 h 1957039"/>
                <a:gd name="connsiteX4" fmla="*/ 855585 w 1080447"/>
                <a:gd name="connsiteY4" fmla="*/ 230272 h 1957039"/>
                <a:gd name="connsiteX5" fmla="*/ 821196 w 1080447"/>
                <a:gd name="connsiteY5" fmla="*/ 513234 h 1957039"/>
                <a:gd name="connsiteX6" fmla="*/ 1079776 w 1080447"/>
                <a:gd name="connsiteY6" fmla="*/ 828419 h 1957039"/>
                <a:gd name="connsiteX7" fmla="*/ 949914 w 1080447"/>
                <a:gd name="connsiteY7" fmla="*/ 981623 h 1957039"/>
                <a:gd name="connsiteX8" fmla="*/ 967966 w 1080447"/>
                <a:gd name="connsiteY8" fmla="*/ 1221558 h 1957039"/>
                <a:gd name="connsiteX9" fmla="*/ 1021740 w 1080447"/>
                <a:gd name="connsiteY9" fmla="*/ 1757906 h 1957039"/>
                <a:gd name="connsiteX10" fmla="*/ 754112 w 1080447"/>
                <a:gd name="connsiteY10" fmla="*/ 1957039 h 1957039"/>
                <a:gd name="connsiteX0" fmla="*/ 0 w 1206318"/>
                <a:gd name="connsiteY0" fmla="*/ 6951 h 2018396"/>
                <a:gd name="connsiteX1" fmla="*/ 540733 w 1206318"/>
                <a:gd name="connsiteY1" fmla="*/ 301469 h 2018396"/>
                <a:gd name="connsiteX2" fmla="*/ 789051 w 1206318"/>
                <a:gd name="connsiteY2" fmla="*/ 70458 h 2018396"/>
                <a:gd name="connsiteX3" fmla="*/ 941261 w 1206318"/>
                <a:gd name="connsiteY3" fmla="*/ 130751 h 2018396"/>
                <a:gd name="connsiteX4" fmla="*/ 981456 w 1206318"/>
                <a:gd name="connsiteY4" fmla="*/ 291629 h 2018396"/>
                <a:gd name="connsiteX5" fmla="*/ 947067 w 1206318"/>
                <a:gd name="connsiteY5" fmla="*/ 574591 h 2018396"/>
                <a:gd name="connsiteX6" fmla="*/ 1205647 w 1206318"/>
                <a:gd name="connsiteY6" fmla="*/ 889776 h 2018396"/>
                <a:gd name="connsiteX7" fmla="*/ 1075785 w 1206318"/>
                <a:gd name="connsiteY7" fmla="*/ 1042980 h 2018396"/>
                <a:gd name="connsiteX8" fmla="*/ 1093837 w 1206318"/>
                <a:gd name="connsiteY8" fmla="*/ 1282915 h 2018396"/>
                <a:gd name="connsiteX9" fmla="*/ 1147611 w 1206318"/>
                <a:gd name="connsiteY9" fmla="*/ 1819263 h 2018396"/>
                <a:gd name="connsiteX10" fmla="*/ 879983 w 1206318"/>
                <a:gd name="connsiteY10" fmla="*/ 2018396 h 2018396"/>
                <a:gd name="connsiteX0" fmla="*/ 0 w 1206318"/>
                <a:gd name="connsiteY0" fmla="*/ 7982 h 2019427"/>
                <a:gd name="connsiteX1" fmla="*/ 398976 w 1206318"/>
                <a:gd name="connsiteY1" fmla="*/ 252773 h 2019427"/>
                <a:gd name="connsiteX2" fmla="*/ 789051 w 1206318"/>
                <a:gd name="connsiteY2" fmla="*/ 71489 h 2019427"/>
                <a:gd name="connsiteX3" fmla="*/ 941261 w 1206318"/>
                <a:gd name="connsiteY3" fmla="*/ 131782 h 2019427"/>
                <a:gd name="connsiteX4" fmla="*/ 981456 w 1206318"/>
                <a:gd name="connsiteY4" fmla="*/ 292660 h 2019427"/>
                <a:gd name="connsiteX5" fmla="*/ 947067 w 1206318"/>
                <a:gd name="connsiteY5" fmla="*/ 575622 h 2019427"/>
                <a:gd name="connsiteX6" fmla="*/ 1205647 w 1206318"/>
                <a:gd name="connsiteY6" fmla="*/ 890807 h 2019427"/>
                <a:gd name="connsiteX7" fmla="*/ 1075785 w 1206318"/>
                <a:gd name="connsiteY7" fmla="*/ 1044011 h 2019427"/>
                <a:gd name="connsiteX8" fmla="*/ 1093837 w 1206318"/>
                <a:gd name="connsiteY8" fmla="*/ 1283946 h 2019427"/>
                <a:gd name="connsiteX9" fmla="*/ 1147611 w 1206318"/>
                <a:gd name="connsiteY9" fmla="*/ 1820294 h 2019427"/>
                <a:gd name="connsiteX10" fmla="*/ 879983 w 1206318"/>
                <a:gd name="connsiteY10" fmla="*/ 2019427 h 2019427"/>
                <a:gd name="connsiteX0" fmla="*/ 0 w 1206318"/>
                <a:gd name="connsiteY0" fmla="*/ 7983 h 2019428"/>
                <a:gd name="connsiteX1" fmla="*/ 398976 w 1206318"/>
                <a:gd name="connsiteY1" fmla="*/ 252774 h 2019428"/>
                <a:gd name="connsiteX2" fmla="*/ 789051 w 1206318"/>
                <a:gd name="connsiteY2" fmla="*/ 71490 h 2019428"/>
                <a:gd name="connsiteX3" fmla="*/ 941261 w 1206318"/>
                <a:gd name="connsiteY3" fmla="*/ 131783 h 2019428"/>
                <a:gd name="connsiteX4" fmla="*/ 981456 w 1206318"/>
                <a:gd name="connsiteY4" fmla="*/ 292661 h 2019428"/>
                <a:gd name="connsiteX5" fmla="*/ 947067 w 1206318"/>
                <a:gd name="connsiteY5" fmla="*/ 575623 h 2019428"/>
                <a:gd name="connsiteX6" fmla="*/ 1205647 w 1206318"/>
                <a:gd name="connsiteY6" fmla="*/ 890808 h 2019428"/>
                <a:gd name="connsiteX7" fmla="*/ 1075785 w 1206318"/>
                <a:gd name="connsiteY7" fmla="*/ 1044012 h 2019428"/>
                <a:gd name="connsiteX8" fmla="*/ 1034208 w 1206318"/>
                <a:gd name="connsiteY8" fmla="*/ 1255784 h 2019428"/>
                <a:gd name="connsiteX9" fmla="*/ 1147611 w 1206318"/>
                <a:gd name="connsiteY9" fmla="*/ 1820295 h 2019428"/>
                <a:gd name="connsiteX10" fmla="*/ 879983 w 120631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1025970 w 1206138"/>
                <a:gd name="connsiteY3" fmla="*/ 126291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150610"/>
                <a:gd name="connsiteY0" fmla="*/ 7983 h 2019428"/>
                <a:gd name="connsiteX1" fmla="*/ 398976 w 1150610"/>
                <a:gd name="connsiteY1" fmla="*/ 252774 h 2019428"/>
                <a:gd name="connsiteX2" fmla="*/ 789051 w 1150610"/>
                <a:gd name="connsiteY2" fmla="*/ 71490 h 2019428"/>
                <a:gd name="connsiteX3" fmla="*/ 1025970 w 1150610"/>
                <a:gd name="connsiteY3" fmla="*/ 126291 h 2019428"/>
                <a:gd name="connsiteX4" fmla="*/ 981456 w 1150610"/>
                <a:gd name="connsiteY4" fmla="*/ 292661 h 2019428"/>
                <a:gd name="connsiteX5" fmla="*/ 947067 w 1150610"/>
                <a:gd name="connsiteY5" fmla="*/ 575623 h 2019428"/>
                <a:gd name="connsiteX6" fmla="*/ 1111302 w 1150610"/>
                <a:gd name="connsiteY6" fmla="*/ 841566 h 2019428"/>
                <a:gd name="connsiteX7" fmla="*/ 1018872 w 1150610"/>
                <a:gd name="connsiteY7" fmla="*/ 1021999 h 2019428"/>
                <a:gd name="connsiteX8" fmla="*/ 1034208 w 1150610"/>
                <a:gd name="connsiteY8" fmla="*/ 1255784 h 2019428"/>
                <a:gd name="connsiteX9" fmla="*/ 1147611 w 1150610"/>
                <a:gd name="connsiteY9" fmla="*/ 1820295 h 2019428"/>
                <a:gd name="connsiteX10" fmla="*/ 879983 w 1150610"/>
                <a:gd name="connsiteY10" fmla="*/ 2019428 h 2019428"/>
                <a:gd name="connsiteX0" fmla="*/ 0 w 1150609"/>
                <a:gd name="connsiteY0" fmla="*/ 7983 h 2019428"/>
                <a:gd name="connsiteX1" fmla="*/ 398976 w 1150609"/>
                <a:gd name="connsiteY1" fmla="*/ 252774 h 2019428"/>
                <a:gd name="connsiteX2" fmla="*/ 789051 w 1150609"/>
                <a:gd name="connsiteY2" fmla="*/ 71490 h 2019428"/>
                <a:gd name="connsiteX3" fmla="*/ 1025970 w 1150609"/>
                <a:gd name="connsiteY3" fmla="*/ 126291 h 2019428"/>
                <a:gd name="connsiteX4" fmla="*/ 981456 w 1150609"/>
                <a:gd name="connsiteY4" fmla="*/ 292661 h 2019428"/>
                <a:gd name="connsiteX5" fmla="*/ 1014875 w 1150609"/>
                <a:gd name="connsiteY5" fmla="*/ 548294 h 2019428"/>
                <a:gd name="connsiteX6" fmla="*/ 1111302 w 1150609"/>
                <a:gd name="connsiteY6" fmla="*/ 841566 h 2019428"/>
                <a:gd name="connsiteX7" fmla="*/ 1018872 w 1150609"/>
                <a:gd name="connsiteY7" fmla="*/ 1021999 h 2019428"/>
                <a:gd name="connsiteX8" fmla="*/ 1034208 w 1150609"/>
                <a:gd name="connsiteY8" fmla="*/ 1255784 h 2019428"/>
                <a:gd name="connsiteX9" fmla="*/ 1147611 w 1150609"/>
                <a:gd name="connsiteY9" fmla="*/ 1820295 h 2019428"/>
                <a:gd name="connsiteX10" fmla="*/ 879983 w 1150609"/>
                <a:gd name="connsiteY10" fmla="*/ 2019428 h 2019428"/>
                <a:gd name="connsiteX0" fmla="*/ 0 w 1150609"/>
                <a:gd name="connsiteY0" fmla="*/ 8898 h 2020343"/>
                <a:gd name="connsiteX1" fmla="*/ 369247 w 1150609"/>
                <a:gd name="connsiteY1" fmla="*/ 219239 h 2020343"/>
                <a:gd name="connsiteX2" fmla="*/ 789051 w 1150609"/>
                <a:gd name="connsiteY2" fmla="*/ 72405 h 2020343"/>
                <a:gd name="connsiteX3" fmla="*/ 1025970 w 1150609"/>
                <a:gd name="connsiteY3" fmla="*/ 127206 h 2020343"/>
                <a:gd name="connsiteX4" fmla="*/ 981456 w 1150609"/>
                <a:gd name="connsiteY4" fmla="*/ 293576 h 2020343"/>
                <a:gd name="connsiteX5" fmla="*/ 1014875 w 1150609"/>
                <a:gd name="connsiteY5" fmla="*/ 549209 h 2020343"/>
                <a:gd name="connsiteX6" fmla="*/ 1111302 w 1150609"/>
                <a:gd name="connsiteY6" fmla="*/ 842481 h 2020343"/>
                <a:gd name="connsiteX7" fmla="*/ 1018872 w 1150609"/>
                <a:gd name="connsiteY7" fmla="*/ 1022914 h 2020343"/>
                <a:gd name="connsiteX8" fmla="*/ 1034208 w 1150609"/>
                <a:gd name="connsiteY8" fmla="*/ 1256699 h 2020343"/>
                <a:gd name="connsiteX9" fmla="*/ 1147611 w 1150609"/>
                <a:gd name="connsiteY9" fmla="*/ 1821210 h 2020343"/>
                <a:gd name="connsiteX10" fmla="*/ 879983 w 1150609"/>
                <a:gd name="connsiteY10" fmla="*/ 2020343 h 2020343"/>
                <a:gd name="connsiteX0" fmla="*/ 0 w 1150609"/>
                <a:gd name="connsiteY0" fmla="*/ 9974 h 2021419"/>
                <a:gd name="connsiteX1" fmla="*/ 351296 w 1150609"/>
                <a:gd name="connsiteY1" fmla="*/ 187869 h 2021419"/>
                <a:gd name="connsiteX2" fmla="*/ 789051 w 1150609"/>
                <a:gd name="connsiteY2" fmla="*/ 73481 h 2021419"/>
                <a:gd name="connsiteX3" fmla="*/ 1025970 w 1150609"/>
                <a:gd name="connsiteY3" fmla="*/ 128282 h 2021419"/>
                <a:gd name="connsiteX4" fmla="*/ 981456 w 1150609"/>
                <a:gd name="connsiteY4" fmla="*/ 294652 h 2021419"/>
                <a:gd name="connsiteX5" fmla="*/ 1014875 w 1150609"/>
                <a:gd name="connsiteY5" fmla="*/ 550285 h 2021419"/>
                <a:gd name="connsiteX6" fmla="*/ 1111302 w 1150609"/>
                <a:gd name="connsiteY6" fmla="*/ 843557 h 2021419"/>
                <a:gd name="connsiteX7" fmla="*/ 1018872 w 1150609"/>
                <a:gd name="connsiteY7" fmla="*/ 1023990 h 2021419"/>
                <a:gd name="connsiteX8" fmla="*/ 1034208 w 1150609"/>
                <a:gd name="connsiteY8" fmla="*/ 1257775 h 2021419"/>
                <a:gd name="connsiteX9" fmla="*/ 1147611 w 1150609"/>
                <a:gd name="connsiteY9" fmla="*/ 1822286 h 2021419"/>
                <a:gd name="connsiteX10" fmla="*/ 879983 w 1150609"/>
                <a:gd name="connsiteY10" fmla="*/ 2021419 h 2021419"/>
                <a:gd name="connsiteX0" fmla="*/ 0 w 1150609"/>
                <a:gd name="connsiteY0" fmla="*/ 9917 h 2021362"/>
                <a:gd name="connsiteX1" fmla="*/ 351296 w 1150609"/>
                <a:gd name="connsiteY1" fmla="*/ 187812 h 2021362"/>
                <a:gd name="connsiteX2" fmla="*/ 664942 w 1150609"/>
                <a:gd name="connsiteY2" fmla="*/ 63676 h 2021362"/>
                <a:gd name="connsiteX3" fmla="*/ 1025970 w 1150609"/>
                <a:gd name="connsiteY3" fmla="*/ 128225 h 2021362"/>
                <a:gd name="connsiteX4" fmla="*/ 981456 w 1150609"/>
                <a:gd name="connsiteY4" fmla="*/ 294595 h 2021362"/>
                <a:gd name="connsiteX5" fmla="*/ 1014875 w 1150609"/>
                <a:gd name="connsiteY5" fmla="*/ 550228 h 2021362"/>
                <a:gd name="connsiteX6" fmla="*/ 1111302 w 1150609"/>
                <a:gd name="connsiteY6" fmla="*/ 843500 h 2021362"/>
                <a:gd name="connsiteX7" fmla="*/ 1018872 w 1150609"/>
                <a:gd name="connsiteY7" fmla="*/ 1023933 h 2021362"/>
                <a:gd name="connsiteX8" fmla="*/ 1034208 w 1150609"/>
                <a:gd name="connsiteY8" fmla="*/ 1257718 h 2021362"/>
                <a:gd name="connsiteX9" fmla="*/ 1147611 w 1150609"/>
                <a:gd name="connsiteY9" fmla="*/ 1822229 h 2021362"/>
                <a:gd name="connsiteX10" fmla="*/ 879983 w 1150609"/>
                <a:gd name="connsiteY10" fmla="*/ 2021362 h 2021362"/>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81456 w 1148931"/>
                <a:gd name="connsiteY4" fmla="*/ 294595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989724 w 1148931"/>
                <a:gd name="connsiteY3" fmla="*/ 144812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8931" h="2117316">
                  <a:moveTo>
                    <a:pt x="0" y="9917"/>
                  </a:moveTo>
                  <a:cubicBezTo>
                    <a:pt x="84947" y="-49736"/>
                    <a:pt x="240472" y="178852"/>
                    <a:pt x="351296" y="187812"/>
                  </a:cubicBezTo>
                  <a:cubicBezTo>
                    <a:pt x="462120" y="196772"/>
                    <a:pt x="558537" y="70843"/>
                    <a:pt x="664942" y="63676"/>
                  </a:cubicBezTo>
                  <a:cubicBezTo>
                    <a:pt x="771347" y="56509"/>
                    <a:pt x="934461" y="95153"/>
                    <a:pt x="989724" y="144812"/>
                  </a:cubicBezTo>
                  <a:cubicBezTo>
                    <a:pt x="1044987" y="194471"/>
                    <a:pt x="992805" y="304668"/>
                    <a:pt x="996520" y="361628"/>
                  </a:cubicBezTo>
                  <a:cubicBezTo>
                    <a:pt x="1001473" y="438018"/>
                    <a:pt x="995745" y="469916"/>
                    <a:pt x="1014875" y="550228"/>
                  </a:cubicBezTo>
                  <a:cubicBezTo>
                    <a:pt x="1034005" y="630540"/>
                    <a:pt x="1084061" y="727486"/>
                    <a:pt x="1111302" y="843500"/>
                  </a:cubicBezTo>
                  <a:cubicBezTo>
                    <a:pt x="1123113" y="893602"/>
                    <a:pt x="1012586" y="972879"/>
                    <a:pt x="1018872" y="1023933"/>
                  </a:cubicBezTo>
                  <a:cubicBezTo>
                    <a:pt x="1005919" y="1130938"/>
                    <a:pt x="1041637" y="1147514"/>
                    <a:pt x="1034208" y="1257718"/>
                  </a:cubicBezTo>
                  <a:cubicBezTo>
                    <a:pt x="1025064" y="1393068"/>
                    <a:pt x="1163836" y="1678963"/>
                    <a:pt x="1147611" y="1822229"/>
                  </a:cubicBezTo>
                  <a:cubicBezTo>
                    <a:pt x="1131386" y="1965495"/>
                    <a:pt x="1014292" y="2040922"/>
                    <a:pt x="936859" y="2117316"/>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22" name="Freeform: Shape 21">
              <a:extLst>
                <a:ext uri="{FF2B5EF4-FFF2-40B4-BE49-F238E27FC236}">
                  <a16:creationId xmlns:a16="http://schemas.microsoft.com/office/drawing/2014/main" id="{DC82E82E-DFFE-257A-BD4B-29CD31405BBA}"/>
                </a:ext>
              </a:extLst>
            </p:cNvPr>
            <p:cNvSpPr/>
            <p:nvPr userDrawn="1"/>
          </p:nvSpPr>
          <p:spPr>
            <a:xfrm rot="519002" flipH="1">
              <a:off x="11921411" y="3093930"/>
              <a:ext cx="342354" cy="706216"/>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18817 w 704159"/>
                <a:gd name="connsiteY0" fmla="*/ 533652 h 819436"/>
                <a:gd name="connsiteX1" fmla="*/ 127879 w 704159"/>
                <a:gd name="connsiteY1" fmla="*/ 280859 h 819436"/>
                <a:gd name="connsiteX2" fmla="*/ 251323 w 704159"/>
                <a:gd name="connsiteY2" fmla="*/ 97026 h 819436"/>
                <a:gd name="connsiteX3" fmla="*/ 440775 w 704159"/>
                <a:gd name="connsiteY3" fmla="*/ 2253 h 819436"/>
                <a:gd name="connsiteX4" fmla="*/ 592984 w 704159"/>
                <a:gd name="connsiteY4" fmla="*/ 33875 h 819436"/>
                <a:gd name="connsiteX5" fmla="*/ 699188 w 704159"/>
                <a:gd name="connsiteY5" fmla="*/ 214851 h 819436"/>
                <a:gd name="connsiteX6" fmla="*/ 681948 w 704159"/>
                <a:gd name="connsiteY6" fmla="*/ 418781 h 819436"/>
                <a:gd name="connsiteX7" fmla="*/ 581459 w 704159"/>
                <a:gd name="connsiteY7" fmla="*/ 616996 h 819436"/>
                <a:gd name="connsiteX8" fmla="*/ 343143 w 704159"/>
                <a:gd name="connsiteY8" fmla="*/ 780731 h 819436"/>
                <a:gd name="connsiteX9" fmla="*/ 162264 w 704159"/>
                <a:gd name="connsiteY9" fmla="*/ 818069 h 819436"/>
                <a:gd name="connsiteX10" fmla="*/ 10054 w 704159"/>
                <a:gd name="connsiteY10" fmla="*/ 720438 h 819436"/>
                <a:gd name="connsiteX11" fmla="*/ 211865 w 704159"/>
                <a:gd name="connsiteY11" fmla="*/ 686367 h 819436"/>
                <a:gd name="connsiteX0" fmla="*/ 8763 w 694105"/>
                <a:gd name="connsiteY0" fmla="*/ 533652 h 819436"/>
                <a:gd name="connsiteX1" fmla="*/ 117825 w 694105"/>
                <a:gd name="connsiteY1" fmla="*/ 280859 h 819436"/>
                <a:gd name="connsiteX2" fmla="*/ 241269 w 694105"/>
                <a:gd name="connsiteY2" fmla="*/ 97026 h 819436"/>
                <a:gd name="connsiteX3" fmla="*/ 430721 w 694105"/>
                <a:gd name="connsiteY3" fmla="*/ 2253 h 819436"/>
                <a:gd name="connsiteX4" fmla="*/ 582930 w 694105"/>
                <a:gd name="connsiteY4" fmla="*/ 33875 h 819436"/>
                <a:gd name="connsiteX5" fmla="*/ 689134 w 694105"/>
                <a:gd name="connsiteY5" fmla="*/ 214851 h 819436"/>
                <a:gd name="connsiteX6" fmla="*/ 671894 w 694105"/>
                <a:gd name="connsiteY6" fmla="*/ 418781 h 819436"/>
                <a:gd name="connsiteX7" fmla="*/ 571405 w 694105"/>
                <a:gd name="connsiteY7" fmla="*/ 616996 h 819436"/>
                <a:gd name="connsiteX8" fmla="*/ 333089 w 694105"/>
                <a:gd name="connsiteY8" fmla="*/ 780731 h 819436"/>
                <a:gd name="connsiteX9" fmla="*/ 152210 w 694105"/>
                <a:gd name="connsiteY9" fmla="*/ 818069 h 819436"/>
                <a:gd name="connsiteX10" fmla="*/ 0 w 694105"/>
                <a:gd name="connsiteY10" fmla="*/ 720438 h 819436"/>
                <a:gd name="connsiteX0" fmla="*/ 117825 w 694105"/>
                <a:gd name="connsiteY0" fmla="*/ 280859 h 819436"/>
                <a:gd name="connsiteX1" fmla="*/ 241269 w 694105"/>
                <a:gd name="connsiteY1" fmla="*/ 97026 h 819436"/>
                <a:gd name="connsiteX2" fmla="*/ 430721 w 694105"/>
                <a:gd name="connsiteY2" fmla="*/ 2253 h 819436"/>
                <a:gd name="connsiteX3" fmla="*/ 582930 w 694105"/>
                <a:gd name="connsiteY3" fmla="*/ 33875 h 819436"/>
                <a:gd name="connsiteX4" fmla="*/ 689134 w 694105"/>
                <a:gd name="connsiteY4" fmla="*/ 214851 h 819436"/>
                <a:gd name="connsiteX5" fmla="*/ 671894 w 694105"/>
                <a:gd name="connsiteY5" fmla="*/ 418781 h 819436"/>
                <a:gd name="connsiteX6" fmla="*/ 571405 w 694105"/>
                <a:gd name="connsiteY6" fmla="*/ 616996 h 819436"/>
                <a:gd name="connsiteX7" fmla="*/ 333089 w 694105"/>
                <a:gd name="connsiteY7" fmla="*/ 780731 h 819436"/>
                <a:gd name="connsiteX8" fmla="*/ 152210 w 694105"/>
                <a:gd name="connsiteY8" fmla="*/ 818069 h 819436"/>
                <a:gd name="connsiteX9" fmla="*/ 0 w 694105"/>
                <a:gd name="connsiteY9" fmla="*/ 720438 h 819436"/>
                <a:gd name="connsiteX0" fmla="*/ -1 w 576279"/>
                <a:gd name="connsiteY0" fmla="*/ 280859 h 819436"/>
                <a:gd name="connsiteX1" fmla="*/ 123443 w 576279"/>
                <a:gd name="connsiteY1" fmla="*/ 97026 h 819436"/>
                <a:gd name="connsiteX2" fmla="*/ 312895 w 576279"/>
                <a:gd name="connsiteY2" fmla="*/ 2253 h 819436"/>
                <a:gd name="connsiteX3" fmla="*/ 465104 w 576279"/>
                <a:gd name="connsiteY3" fmla="*/ 33875 h 819436"/>
                <a:gd name="connsiteX4" fmla="*/ 571308 w 576279"/>
                <a:gd name="connsiteY4" fmla="*/ 214851 h 819436"/>
                <a:gd name="connsiteX5" fmla="*/ 554068 w 576279"/>
                <a:gd name="connsiteY5" fmla="*/ 418781 h 819436"/>
                <a:gd name="connsiteX6" fmla="*/ 453579 w 576279"/>
                <a:gd name="connsiteY6" fmla="*/ 616996 h 819436"/>
                <a:gd name="connsiteX7" fmla="*/ 215263 w 576279"/>
                <a:gd name="connsiteY7" fmla="*/ 780731 h 819436"/>
                <a:gd name="connsiteX8" fmla="*/ 34384 w 576279"/>
                <a:gd name="connsiteY8" fmla="*/ 818069 h 819436"/>
                <a:gd name="connsiteX0" fmla="*/ 9288 w 585568"/>
                <a:gd name="connsiteY0" fmla="*/ 280859 h 1207312"/>
                <a:gd name="connsiteX1" fmla="*/ 132732 w 585568"/>
                <a:gd name="connsiteY1" fmla="*/ 97026 h 1207312"/>
                <a:gd name="connsiteX2" fmla="*/ 322184 w 585568"/>
                <a:gd name="connsiteY2" fmla="*/ 2253 h 1207312"/>
                <a:gd name="connsiteX3" fmla="*/ 474393 w 585568"/>
                <a:gd name="connsiteY3" fmla="*/ 33875 h 1207312"/>
                <a:gd name="connsiteX4" fmla="*/ 580597 w 585568"/>
                <a:gd name="connsiteY4" fmla="*/ 214851 h 1207312"/>
                <a:gd name="connsiteX5" fmla="*/ 563357 w 585568"/>
                <a:gd name="connsiteY5" fmla="*/ 418781 h 1207312"/>
                <a:gd name="connsiteX6" fmla="*/ 462868 w 585568"/>
                <a:gd name="connsiteY6" fmla="*/ 616996 h 1207312"/>
                <a:gd name="connsiteX7" fmla="*/ 224552 w 585568"/>
                <a:gd name="connsiteY7" fmla="*/ 780731 h 1207312"/>
                <a:gd name="connsiteX8" fmla="*/ 0 w 585568"/>
                <a:gd name="connsiteY8" fmla="*/ 1207212 h 1207312"/>
                <a:gd name="connsiteX0" fmla="*/ 132732 w 585568"/>
                <a:gd name="connsiteY0" fmla="*/ 97026 h 1207312"/>
                <a:gd name="connsiteX1" fmla="*/ 322184 w 585568"/>
                <a:gd name="connsiteY1" fmla="*/ 2253 h 1207312"/>
                <a:gd name="connsiteX2" fmla="*/ 474393 w 585568"/>
                <a:gd name="connsiteY2" fmla="*/ 33875 h 1207312"/>
                <a:gd name="connsiteX3" fmla="*/ 580597 w 585568"/>
                <a:gd name="connsiteY3" fmla="*/ 214851 h 1207312"/>
                <a:gd name="connsiteX4" fmla="*/ 563357 w 585568"/>
                <a:gd name="connsiteY4" fmla="*/ 418781 h 1207312"/>
                <a:gd name="connsiteX5" fmla="*/ 462868 w 585568"/>
                <a:gd name="connsiteY5" fmla="*/ 616996 h 1207312"/>
                <a:gd name="connsiteX6" fmla="*/ 224552 w 585568"/>
                <a:gd name="connsiteY6" fmla="*/ 780731 h 1207312"/>
                <a:gd name="connsiteX7" fmla="*/ 0 w 585568"/>
                <a:gd name="connsiteY7" fmla="*/ 1207212 h 1207312"/>
                <a:gd name="connsiteX0" fmla="*/ 322184 w 585568"/>
                <a:gd name="connsiteY0" fmla="*/ 2253 h 1207312"/>
                <a:gd name="connsiteX1" fmla="*/ 474393 w 585568"/>
                <a:gd name="connsiteY1" fmla="*/ 33875 h 1207312"/>
                <a:gd name="connsiteX2" fmla="*/ 580597 w 585568"/>
                <a:gd name="connsiteY2" fmla="*/ 214851 h 1207312"/>
                <a:gd name="connsiteX3" fmla="*/ 563357 w 585568"/>
                <a:gd name="connsiteY3" fmla="*/ 418781 h 1207312"/>
                <a:gd name="connsiteX4" fmla="*/ 462868 w 585568"/>
                <a:gd name="connsiteY4" fmla="*/ 616996 h 1207312"/>
                <a:gd name="connsiteX5" fmla="*/ 224552 w 585568"/>
                <a:gd name="connsiteY5" fmla="*/ 780731 h 1207312"/>
                <a:gd name="connsiteX6" fmla="*/ 0 w 585568"/>
                <a:gd name="connsiteY6" fmla="*/ 1207212 h 1207312"/>
                <a:gd name="connsiteX0" fmla="*/ 258629 w 585568"/>
                <a:gd name="connsiteY0" fmla="*/ 16216 h 1187842"/>
                <a:gd name="connsiteX1" fmla="*/ 474393 w 585568"/>
                <a:gd name="connsiteY1" fmla="*/ 14405 h 1187842"/>
                <a:gd name="connsiteX2" fmla="*/ 580597 w 585568"/>
                <a:gd name="connsiteY2" fmla="*/ 195381 h 1187842"/>
                <a:gd name="connsiteX3" fmla="*/ 563357 w 585568"/>
                <a:gd name="connsiteY3" fmla="*/ 399311 h 1187842"/>
                <a:gd name="connsiteX4" fmla="*/ 462868 w 585568"/>
                <a:gd name="connsiteY4" fmla="*/ 597526 h 1187842"/>
                <a:gd name="connsiteX5" fmla="*/ 224552 w 585568"/>
                <a:gd name="connsiteY5" fmla="*/ 761261 h 1187842"/>
                <a:gd name="connsiteX6" fmla="*/ 0 w 585568"/>
                <a:gd name="connsiteY6" fmla="*/ 1187742 h 1187842"/>
                <a:gd name="connsiteX0" fmla="*/ 258629 w 722777"/>
                <a:gd name="connsiteY0" fmla="*/ 7837 h 1179463"/>
                <a:gd name="connsiteX1" fmla="*/ 474393 w 722777"/>
                <a:gd name="connsiteY1" fmla="*/ 6026 h 1179463"/>
                <a:gd name="connsiteX2" fmla="*/ 722052 w 722777"/>
                <a:gd name="connsiteY2" fmla="*/ 72558 h 1179463"/>
                <a:gd name="connsiteX3" fmla="*/ 563357 w 722777"/>
                <a:gd name="connsiteY3" fmla="*/ 390932 h 1179463"/>
                <a:gd name="connsiteX4" fmla="*/ 462868 w 722777"/>
                <a:gd name="connsiteY4" fmla="*/ 589147 h 1179463"/>
                <a:gd name="connsiteX5" fmla="*/ 224552 w 722777"/>
                <a:gd name="connsiteY5" fmla="*/ 752882 h 1179463"/>
                <a:gd name="connsiteX6" fmla="*/ 0 w 722777"/>
                <a:gd name="connsiteY6" fmla="*/ 1179363 h 117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77" h="1179463">
                  <a:moveTo>
                    <a:pt x="258629" y="7837"/>
                  </a:moveTo>
                  <a:cubicBezTo>
                    <a:pt x="311969" y="883"/>
                    <a:pt x="397156" y="-4761"/>
                    <a:pt x="474393" y="6026"/>
                  </a:cubicBezTo>
                  <a:cubicBezTo>
                    <a:pt x="551630" y="16813"/>
                    <a:pt x="710050" y="644"/>
                    <a:pt x="722052" y="72558"/>
                  </a:cubicBezTo>
                  <a:cubicBezTo>
                    <a:pt x="733482" y="140661"/>
                    <a:pt x="606554" y="304834"/>
                    <a:pt x="563357" y="390932"/>
                  </a:cubicBezTo>
                  <a:cubicBezTo>
                    <a:pt x="520160" y="477030"/>
                    <a:pt x="511160" y="531997"/>
                    <a:pt x="462868" y="589147"/>
                  </a:cubicBezTo>
                  <a:cubicBezTo>
                    <a:pt x="400003" y="663537"/>
                    <a:pt x="301697" y="654513"/>
                    <a:pt x="224552" y="752882"/>
                  </a:cubicBezTo>
                  <a:cubicBezTo>
                    <a:pt x="147407" y="851251"/>
                    <a:pt x="62293" y="1186125"/>
                    <a:pt x="0" y="117936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162EEFED-B9BD-F2A6-DE86-8EA5BB1C35E9}"/>
                </a:ext>
              </a:extLst>
            </p:cNvPr>
            <p:cNvSpPr/>
            <p:nvPr userDrawn="1"/>
          </p:nvSpPr>
          <p:spPr>
            <a:xfrm rot="5695041" flipH="1">
              <a:off x="11382449" y="3147740"/>
              <a:ext cx="1244306" cy="44825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19030 w 448600"/>
                <a:gd name="connsiteY0" fmla="*/ 506192 h 629586"/>
                <a:gd name="connsiteX1" fmla="*/ 270484 w 448600"/>
                <a:gd name="connsiteY1" fmla="*/ 625416 h 629586"/>
                <a:gd name="connsiteX2" fmla="*/ 378117 w 448600"/>
                <a:gd name="connsiteY2" fmla="*/ 587507 h 629586"/>
                <a:gd name="connsiteX3" fmla="*/ 448288 w 448600"/>
                <a:gd name="connsiteY3" fmla="*/ 444311 h 629586"/>
                <a:gd name="connsiteX4" fmla="*/ 432818 w 448600"/>
                <a:gd name="connsiteY4" fmla="*/ 259984 h 629586"/>
                <a:gd name="connsiteX5" fmla="*/ 334655 w 448600"/>
                <a:gd name="connsiteY5" fmla="*/ 79067 h 629586"/>
                <a:gd name="connsiteX6" fmla="*/ 196129 w 448600"/>
                <a:gd name="connsiteY6" fmla="*/ 155 h 629586"/>
                <a:gd name="connsiteX7" fmla="*/ 37561 w 448600"/>
                <a:gd name="connsiteY7" fmla="*/ 96502 h 629586"/>
                <a:gd name="connsiteX8" fmla="*/ 3965 w 448600"/>
                <a:gd name="connsiteY8" fmla="*/ 355452 h 629586"/>
                <a:gd name="connsiteX9" fmla="*/ 119030 w 448600"/>
                <a:gd name="connsiteY9" fmla="*/ 506192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9" fmla="*/ 77645 w 448600"/>
                <a:gd name="connsiteY9" fmla="*/ 178364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0" fmla="*/ 7433 w 480317"/>
                <a:gd name="connsiteY0" fmla="*/ 269195 h 629586"/>
                <a:gd name="connsiteX1" fmla="*/ 35682 w 480317"/>
                <a:gd name="connsiteY1" fmla="*/ 355452 h 629586"/>
                <a:gd name="connsiteX2" fmla="*/ 150747 w 480317"/>
                <a:gd name="connsiteY2" fmla="*/ 506192 h 629586"/>
                <a:gd name="connsiteX3" fmla="*/ 302201 w 480317"/>
                <a:gd name="connsiteY3" fmla="*/ 625416 h 629586"/>
                <a:gd name="connsiteX4" fmla="*/ 409834 w 480317"/>
                <a:gd name="connsiteY4" fmla="*/ 587507 h 629586"/>
                <a:gd name="connsiteX5" fmla="*/ 480005 w 480317"/>
                <a:gd name="connsiteY5" fmla="*/ 444311 h 629586"/>
                <a:gd name="connsiteX6" fmla="*/ 464535 w 480317"/>
                <a:gd name="connsiteY6" fmla="*/ 259984 h 629586"/>
                <a:gd name="connsiteX7" fmla="*/ 366372 w 480317"/>
                <a:gd name="connsiteY7" fmla="*/ 79067 h 629586"/>
                <a:gd name="connsiteX8" fmla="*/ 227846 w 480317"/>
                <a:gd name="connsiteY8" fmla="*/ 155 h 629586"/>
                <a:gd name="connsiteX0" fmla="*/ 11530 w 484414"/>
                <a:gd name="connsiteY0" fmla="*/ 269195 h 629586"/>
                <a:gd name="connsiteX1" fmla="*/ 18959 w 484414"/>
                <a:gd name="connsiteY1" fmla="*/ 367091 h 629586"/>
                <a:gd name="connsiteX2" fmla="*/ 154844 w 484414"/>
                <a:gd name="connsiteY2" fmla="*/ 506192 h 629586"/>
                <a:gd name="connsiteX3" fmla="*/ 306298 w 484414"/>
                <a:gd name="connsiteY3" fmla="*/ 625416 h 629586"/>
                <a:gd name="connsiteX4" fmla="*/ 413931 w 484414"/>
                <a:gd name="connsiteY4" fmla="*/ 587507 h 629586"/>
                <a:gd name="connsiteX5" fmla="*/ 484102 w 484414"/>
                <a:gd name="connsiteY5" fmla="*/ 444311 h 629586"/>
                <a:gd name="connsiteX6" fmla="*/ 468632 w 484414"/>
                <a:gd name="connsiteY6" fmla="*/ 259984 h 629586"/>
                <a:gd name="connsiteX7" fmla="*/ 370469 w 484414"/>
                <a:gd name="connsiteY7" fmla="*/ 79067 h 629586"/>
                <a:gd name="connsiteX8" fmla="*/ 231943 w 484414"/>
                <a:gd name="connsiteY8" fmla="*/ 155 h 629586"/>
                <a:gd name="connsiteX0" fmla="*/ 11530 w 484414"/>
                <a:gd name="connsiteY0" fmla="*/ 190128 h 550519"/>
                <a:gd name="connsiteX1" fmla="*/ 18959 w 484414"/>
                <a:gd name="connsiteY1" fmla="*/ 288024 h 550519"/>
                <a:gd name="connsiteX2" fmla="*/ 154844 w 484414"/>
                <a:gd name="connsiteY2" fmla="*/ 427125 h 550519"/>
                <a:gd name="connsiteX3" fmla="*/ 306298 w 484414"/>
                <a:gd name="connsiteY3" fmla="*/ 546349 h 550519"/>
                <a:gd name="connsiteX4" fmla="*/ 413931 w 484414"/>
                <a:gd name="connsiteY4" fmla="*/ 508440 h 550519"/>
                <a:gd name="connsiteX5" fmla="*/ 484102 w 484414"/>
                <a:gd name="connsiteY5" fmla="*/ 365244 h 550519"/>
                <a:gd name="connsiteX6" fmla="*/ 468632 w 484414"/>
                <a:gd name="connsiteY6" fmla="*/ 180917 h 550519"/>
                <a:gd name="connsiteX7" fmla="*/ 370469 w 484414"/>
                <a:gd name="connsiteY7" fmla="*/ 0 h 550519"/>
                <a:gd name="connsiteX0" fmla="*/ 11530 w 484414"/>
                <a:gd name="connsiteY0" fmla="*/ 9211 h 369602"/>
                <a:gd name="connsiteX1" fmla="*/ 18959 w 484414"/>
                <a:gd name="connsiteY1" fmla="*/ 107107 h 369602"/>
                <a:gd name="connsiteX2" fmla="*/ 154844 w 484414"/>
                <a:gd name="connsiteY2" fmla="*/ 246208 h 369602"/>
                <a:gd name="connsiteX3" fmla="*/ 306298 w 484414"/>
                <a:gd name="connsiteY3" fmla="*/ 365432 h 369602"/>
                <a:gd name="connsiteX4" fmla="*/ 413931 w 484414"/>
                <a:gd name="connsiteY4" fmla="*/ 327523 h 369602"/>
                <a:gd name="connsiteX5" fmla="*/ 484102 w 484414"/>
                <a:gd name="connsiteY5" fmla="*/ 184327 h 369602"/>
                <a:gd name="connsiteX6" fmla="*/ 468632 w 484414"/>
                <a:gd name="connsiteY6" fmla="*/ 0 h 369602"/>
                <a:gd name="connsiteX0" fmla="*/ 11530 w 484414"/>
                <a:gd name="connsiteY0" fmla="*/ 9211 h 414414"/>
                <a:gd name="connsiteX1" fmla="*/ 18959 w 484414"/>
                <a:gd name="connsiteY1" fmla="*/ 107107 h 414414"/>
                <a:gd name="connsiteX2" fmla="*/ 154844 w 484414"/>
                <a:gd name="connsiteY2" fmla="*/ 246208 h 414414"/>
                <a:gd name="connsiteX3" fmla="*/ 306298 w 484414"/>
                <a:gd name="connsiteY3" fmla="*/ 365432 h 414414"/>
                <a:gd name="connsiteX4" fmla="*/ 413918 w 484414"/>
                <a:gd name="connsiteY4" fmla="*/ 404004 h 414414"/>
                <a:gd name="connsiteX5" fmla="*/ 484102 w 484414"/>
                <a:gd name="connsiteY5" fmla="*/ 184327 h 414414"/>
                <a:gd name="connsiteX6" fmla="*/ 468632 w 484414"/>
                <a:gd name="connsiteY6" fmla="*/ 0 h 414414"/>
                <a:gd name="connsiteX0" fmla="*/ 11530 w 471262"/>
                <a:gd name="connsiteY0" fmla="*/ 9211 h 412937"/>
                <a:gd name="connsiteX1" fmla="*/ 18959 w 471262"/>
                <a:gd name="connsiteY1" fmla="*/ 107107 h 412937"/>
                <a:gd name="connsiteX2" fmla="*/ 154844 w 471262"/>
                <a:gd name="connsiteY2" fmla="*/ 246208 h 412937"/>
                <a:gd name="connsiteX3" fmla="*/ 306298 w 471262"/>
                <a:gd name="connsiteY3" fmla="*/ 365432 h 412937"/>
                <a:gd name="connsiteX4" fmla="*/ 413918 w 471262"/>
                <a:gd name="connsiteY4" fmla="*/ 404004 h 412937"/>
                <a:gd name="connsiteX5" fmla="*/ 443615 w 471262"/>
                <a:gd name="connsiteY5" fmla="*/ 205622 h 412937"/>
                <a:gd name="connsiteX6" fmla="*/ 468632 w 471262"/>
                <a:gd name="connsiteY6" fmla="*/ 0 h 412937"/>
                <a:gd name="connsiteX0" fmla="*/ 11530 w 527214"/>
                <a:gd name="connsiteY0" fmla="*/ 0 h 403726"/>
                <a:gd name="connsiteX1" fmla="*/ 18959 w 527214"/>
                <a:gd name="connsiteY1" fmla="*/ 97896 h 403726"/>
                <a:gd name="connsiteX2" fmla="*/ 154844 w 527214"/>
                <a:gd name="connsiteY2" fmla="*/ 236997 h 403726"/>
                <a:gd name="connsiteX3" fmla="*/ 306298 w 527214"/>
                <a:gd name="connsiteY3" fmla="*/ 356221 h 403726"/>
                <a:gd name="connsiteX4" fmla="*/ 413918 w 527214"/>
                <a:gd name="connsiteY4" fmla="*/ 394793 h 403726"/>
                <a:gd name="connsiteX5" fmla="*/ 443615 w 527214"/>
                <a:gd name="connsiteY5" fmla="*/ 196411 h 403726"/>
                <a:gd name="connsiteX6" fmla="*/ 526067 w 527214"/>
                <a:gd name="connsiteY6" fmla="*/ 75178 h 403726"/>
                <a:gd name="connsiteX0" fmla="*/ 11530 w 527214"/>
                <a:gd name="connsiteY0" fmla="*/ 0 h 403615"/>
                <a:gd name="connsiteX1" fmla="*/ 18959 w 527214"/>
                <a:gd name="connsiteY1" fmla="*/ 97896 h 403615"/>
                <a:gd name="connsiteX2" fmla="*/ 184584 w 527214"/>
                <a:gd name="connsiteY2" fmla="*/ 242223 h 403615"/>
                <a:gd name="connsiteX3" fmla="*/ 306298 w 527214"/>
                <a:gd name="connsiteY3" fmla="*/ 356221 h 403615"/>
                <a:gd name="connsiteX4" fmla="*/ 413918 w 527214"/>
                <a:gd name="connsiteY4" fmla="*/ 394793 h 403615"/>
                <a:gd name="connsiteX5" fmla="*/ 443615 w 527214"/>
                <a:gd name="connsiteY5" fmla="*/ 196411 h 403615"/>
                <a:gd name="connsiteX6" fmla="*/ 526067 w 527214"/>
                <a:gd name="connsiteY6" fmla="*/ 75178 h 403615"/>
                <a:gd name="connsiteX0" fmla="*/ 11530 w 527214"/>
                <a:gd name="connsiteY0" fmla="*/ 0 h 416562"/>
                <a:gd name="connsiteX1" fmla="*/ 18959 w 527214"/>
                <a:gd name="connsiteY1" fmla="*/ 97896 h 416562"/>
                <a:gd name="connsiteX2" fmla="*/ 184584 w 527214"/>
                <a:gd name="connsiteY2" fmla="*/ 242223 h 416562"/>
                <a:gd name="connsiteX3" fmla="*/ 306298 w 527214"/>
                <a:gd name="connsiteY3" fmla="*/ 356221 h 416562"/>
                <a:gd name="connsiteX4" fmla="*/ 413918 w 527214"/>
                <a:gd name="connsiteY4" fmla="*/ 394793 h 416562"/>
                <a:gd name="connsiteX5" fmla="*/ 443615 w 527214"/>
                <a:gd name="connsiteY5" fmla="*/ 196411 h 416562"/>
                <a:gd name="connsiteX6" fmla="*/ 526067 w 527214"/>
                <a:gd name="connsiteY6" fmla="*/ 75178 h 416562"/>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2371"/>
                <a:gd name="connsiteX1" fmla="*/ 18959 w 527214"/>
                <a:gd name="connsiteY1" fmla="*/ 97896 h 402371"/>
                <a:gd name="connsiteX2" fmla="*/ 184584 w 527214"/>
                <a:gd name="connsiteY2" fmla="*/ 242223 h 402371"/>
                <a:gd name="connsiteX3" fmla="*/ 306298 w 527214"/>
                <a:gd name="connsiteY3" fmla="*/ 356221 h 402371"/>
                <a:gd name="connsiteX4" fmla="*/ 419229 w 527214"/>
                <a:gd name="connsiteY4" fmla="*/ 395726 h 402371"/>
                <a:gd name="connsiteX5" fmla="*/ 443615 w 527214"/>
                <a:gd name="connsiteY5" fmla="*/ 196411 h 402371"/>
                <a:gd name="connsiteX6" fmla="*/ 526067 w 527214"/>
                <a:gd name="connsiteY6" fmla="*/ 75178 h 402371"/>
                <a:gd name="connsiteX0" fmla="*/ 11530 w 545426"/>
                <a:gd name="connsiteY0" fmla="*/ 0 h 402371"/>
                <a:gd name="connsiteX1" fmla="*/ 18959 w 545426"/>
                <a:gd name="connsiteY1" fmla="*/ 97896 h 402371"/>
                <a:gd name="connsiteX2" fmla="*/ 184584 w 545426"/>
                <a:gd name="connsiteY2" fmla="*/ 242223 h 402371"/>
                <a:gd name="connsiteX3" fmla="*/ 306298 w 545426"/>
                <a:gd name="connsiteY3" fmla="*/ 356221 h 402371"/>
                <a:gd name="connsiteX4" fmla="*/ 419229 w 545426"/>
                <a:gd name="connsiteY4" fmla="*/ 395726 h 402371"/>
                <a:gd name="connsiteX5" fmla="*/ 443615 w 545426"/>
                <a:gd name="connsiteY5" fmla="*/ 196411 h 402371"/>
                <a:gd name="connsiteX6" fmla="*/ 544454 w 545426"/>
                <a:gd name="connsiteY6" fmla="*/ 95892 h 402371"/>
                <a:gd name="connsiteX0" fmla="*/ 11530 w 545455"/>
                <a:gd name="connsiteY0" fmla="*/ 0 h 401306"/>
                <a:gd name="connsiteX1" fmla="*/ 18959 w 545455"/>
                <a:gd name="connsiteY1" fmla="*/ 97896 h 401306"/>
                <a:gd name="connsiteX2" fmla="*/ 184584 w 545455"/>
                <a:gd name="connsiteY2" fmla="*/ 242223 h 401306"/>
                <a:gd name="connsiteX3" fmla="*/ 306298 w 545455"/>
                <a:gd name="connsiteY3" fmla="*/ 356221 h 401306"/>
                <a:gd name="connsiteX4" fmla="*/ 419229 w 545455"/>
                <a:gd name="connsiteY4" fmla="*/ 395726 h 401306"/>
                <a:gd name="connsiteX5" fmla="*/ 447132 w 545455"/>
                <a:gd name="connsiteY5" fmla="*/ 214512 h 401306"/>
                <a:gd name="connsiteX6" fmla="*/ 544454 w 545455"/>
                <a:gd name="connsiteY6" fmla="*/ 95892 h 40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455" h="401306">
                  <a:moveTo>
                    <a:pt x="11530" y="0"/>
                  </a:moveTo>
                  <a:cubicBezTo>
                    <a:pt x="-11858" y="53086"/>
                    <a:pt x="5381" y="29614"/>
                    <a:pt x="18959" y="97896"/>
                  </a:cubicBezTo>
                  <a:cubicBezTo>
                    <a:pt x="32537" y="166178"/>
                    <a:pt x="148804" y="191099"/>
                    <a:pt x="184584" y="242223"/>
                  </a:cubicBezTo>
                  <a:cubicBezTo>
                    <a:pt x="275278" y="267377"/>
                    <a:pt x="238479" y="351815"/>
                    <a:pt x="306298" y="356221"/>
                  </a:cubicBezTo>
                  <a:cubicBezTo>
                    <a:pt x="374117" y="360627"/>
                    <a:pt x="395757" y="419344"/>
                    <a:pt x="419229" y="395726"/>
                  </a:cubicBezTo>
                  <a:cubicBezTo>
                    <a:pt x="442701" y="372108"/>
                    <a:pt x="446084" y="263280"/>
                    <a:pt x="447132" y="214512"/>
                  </a:cubicBezTo>
                  <a:cubicBezTo>
                    <a:pt x="448751" y="140979"/>
                    <a:pt x="556931" y="168186"/>
                    <a:pt x="544454" y="95892"/>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962BE705-BEB7-8529-BA5B-BF96AFC58618}"/>
                </a:ext>
              </a:extLst>
            </p:cNvPr>
            <p:cNvSpPr/>
            <p:nvPr userDrawn="1"/>
          </p:nvSpPr>
          <p:spPr>
            <a:xfrm rot="5333597" flipH="1">
              <a:off x="10967283" y="3510827"/>
              <a:ext cx="1156134" cy="1309973"/>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270944 w 1123765"/>
                <a:gd name="connsiteY4" fmla="*/ 127716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819454 w 976388"/>
                <a:gd name="connsiteY0" fmla="*/ 0 h 2498494"/>
                <a:gd name="connsiteX1" fmla="*/ 974855 w 976388"/>
                <a:gd name="connsiteY1" fmla="*/ 227283 h 2498494"/>
                <a:gd name="connsiteX2" fmla="*/ 691806 w 976388"/>
                <a:gd name="connsiteY2" fmla="*/ 442464 h 2498494"/>
                <a:gd name="connsiteX3" fmla="*/ 219665 w 976388"/>
                <a:gd name="connsiteY3" fmla="*/ 683669 h 2498494"/>
                <a:gd name="connsiteX4" fmla="*/ 270944 w 976388"/>
                <a:gd name="connsiteY4" fmla="*/ 1378809 h 2498494"/>
                <a:gd name="connsiteX5" fmla="*/ 39515 w 976388"/>
                <a:gd name="connsiteY5" fmla="*/ 1914154 h 2498494"/>
                <a:gd name="connsiteX6" fmla="*/ 134368 w 976388"/>
                <a:gd name="connsiteY6" fmla="*/ 2407268 h 2498494"/>
                <a:gd name="connsiteX7" fmla="*/ 683877 w 976388"/>
                <a:gd name="connsiteY7" fmla="*/ 2498494 h 2498494"/>
                <a:gd name="connsiteX0" fmla="*/ 819454 w 819453"/>
                <a:gd name="connsiteY0" fmla="*/ 0 h 2498494"/>
                <a:gd name="connsiteX1" fmla="*/ 465475 w 819453"/>
                <a:gd name="connsiteY1" fmla="*/ 128077 h 2498494"/>
                <a:gd name="connsiteX2" fmla="*/ 691806 w 819453"/>
                <a:gd name="connsiteY2" fmla="*/ 442464 h 2498494"/>
                <a:gd name="connsiteX3" fmla="*/ 219665 w 819453"/>
                <a:gd name="connsiteY3" fmla="*/ 683669 h 2498494"/>
                <a:gd name="connsiteX4" fmla="*/ 270944 w 819453"/>
                <a:gd name="connsiteY4" fmla="*/ 1378809 h 2498494"/>
                <a:gd name="connsiteX5" fmla="*/ 39515 w 819453"/>
                <a:gd name="connsiteY5" fmla="*/ 1914154 h 2498494"/>
                <a:gd name="connsiteX6" fmla="*/ 134368 w 819453"/>
                <a:gd name="connsiteY6" fmla="*/ 2407268 h 2498494"/>
                <a:gd name="connsiteX7" fmla="*/ 683877 w 819453"/>
                <a:gd name="connsiteY7" fmla="*/ 2498494 h 2498494"/>
                <a:gd name="connsiteX0" fmla="*/ 819454 w 819454"/>
                <a:gd name="connsiteY0" fmla="*/ 0 h 2498494"/>
                <a:gd name="connsiteX1" fmla="*/ 465475 w 819454"/>
                <a:gd name="connsiteY1" fmla="*/ 128077 h 2498494"/>
                <a:gd name="connsiteX2" fmla="*/ 219665 w 819454"/>
                <a:gd name="connsiteY2" fmla="*/ 683669 h 2498494"/>
                <a:gd name="connsiteX3" fmla="*/ 270944 w 819454"/>
                <a:gd name="connsiteY3" fmla="*/ 1378809 h 2498494"/>
                <a:gd name="connsiteX4" fmla="*/ 39515 w 819454"/>
                <a:gd name="connsiteY4" fmla="*/ 1914154 h 2498494"/>
                <a:gd name="connsiteX5" fmla="*/ 134368 w 819454"/>
                <a:gd name="connsiteY5" fmla="*/ 2407268 h 2498494"/>
                <a:gd name="connsiteX6" fmla="*/ 683877 w 819454"/>
                <a:gd name="connsiteY6" fmla="*/ 2498494 h 2498494"/>
                <a:gd name="connsiteX0" fmla="*/ 465475 w 683877"/>
                <a:gd name="connsiteY0" fmla="*/ 0 h 2370417"/>
                <a:gd name="connsiteX1" fmla="*/ 219665 w 683877"/>
                <a:gd name="connsiteY1" fmla="*/ 555592 h 2370417"/>
                <a:gd name="connsiteX2" fmla="*/ 270944 w 683877"/>
                <a:gd name="connsiteY2" fmla="*/ 1250732 h 2370417"/>
                <a:gd name="connsiteX3" fmla="*/ 39515 w 683877"/>
                <a:gd name="connsiteY3" fmla="*/ 1786077 h 2370417"/>
                <a:gd name="connsiteX4" fmla="*/ 134368 w 683877"/>
                <a:gd name="connsiteY4" fmla="*/ 2279191 h 2370417"/>
                <a:gd name="connsiteX5" fmla="*/ 683877 w 683877"/>
                <a:gd name="connsiteY5" fmla="*/ 2370417 h 2370417"/>
                <a:gd name="connsiteX0" fmla="*/ 219665 w 683877"/>
                <a:gd name="connsiteY0" fmla="*/ 0 h 1814825"/>
                <a:gd name="connsiteX1" fmla="*/ 270944 w 683877"/>
                <a:gd name="connsiteY1" fmla="*/ 695140 h 1814825"/>
                <a:gd name="connsiteX2" fmla="*/ 39515 w 683877"/>
                <a:gd name="connsiteY2" fmla="*/ 1230485 h 1814825"/>
                <a:gd name="connsiteX3" fmla="*/ 134368 w 683877"/>
                <a:gd name="connsiteY3" fmla="*/ 1723599 h 1814825"/>
                <a:gd name="connsiteX4" fmla="*/ 683877 w 683877"/>
                <a:gd name="connsiteY4" fmla="*/ 1814825 h 1814825"/>
                <a:gd name="connsiteX0" fmla="*/ 603 w 1870434"/>
                <a:gd name="connsiteY0" fmla="*/ 0 h 1458569"/>
                <a:gd name="connsiteX1" fmla="*/ 1457501 w 1870434"/>
                <a:gd name="connsiteY1" fmla="*/ 338884 h 1458569"/>
                <a:gd name="connsiteX2" fmla="*/ 1226072 w 1870434"/>
                <a:gd name="connsiteY2" fmla="*/ 874229 h 1458569"/>
                <a:gd name="connsiteX3" fmla="*/ 1320925 w 1870434"/>
                <a:gd name="connsiteY3" fmla="*/ 1367343 h 1458569"/>
                <a:gd name="connsiteX4" fmla="*/ 1870434 w 1870434"/>
                <a:gd name="connsiteY4" fmla="*/ 1458569 h 1458569"/>
                <a:gd name="connsiteX0" fmla="*/ 1527 w 1871358"/>
                <a:gd name="connsiteY0" fmla="*/ 0 h 1458569"/>
                <a:gd name="connsiteX1" fmla="*/ 665279 w 1871358"/>
                <a:gd name="connsiteY1" fmla="*/ 493190 h 1458569"/>
                <a:gd name="connsiteX2" fmla="*/ 1226996 w 1871358"/>
                <a:gd name="connsiteY2" fmla="*/ 874229 h 1458569"/>
                <a:gd name="connsiteX3" fmla="*/ 1321849 w 1871358"/>
                <a:gd name="connsiteY3" fmla="*/ 1367343 h 1458569"/>
                <a:gd name="connsiteX4" fmla="*/ 1871358 w 1871358"/>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321751 w 1871260"/>
                <a:gd name="connsiteY3" fmla="*/ 1367343 h 1458569"/>
                <a:gd name="connsiteX4" fmla="*/ 1871260 w 1871260"/>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555268 w 1871260"/>
                <a:gd name="connsiteY3" fmla="*/ 1156328 h 1458569"/>
                <a:gd name="connsiteX4" fmla="*/ 1871260 w 1871260"/>
                <a:gd name="connsiteY4" fmla="*/ 1458569 h 1458569"/>
                <a:gd name="connsiteX0" fmla="*/ 1967 w 1690163"/>
                <a:gd name="connsiteY0" fmla="*/ 0 h 1375116"/>
                <a:gd name="connsiteX1" fmla="*/ 484084 w 1690163"/>
                <a:gd name="connsiteY1" fmla="*/ 409737 h 1375116"/>
                <a:gd name="connsiteX2" fmla="*/ 827013 w 1690163"/>
                <a:gd name="connsiteY2" fmla="*/ 808144 h 1375116"/>
                <a:gd name="connsiteX3" fmla="*/ 1374171 w 1690163"/>
                <a:gd name="connsiteY3" fmla="*/ 1072875 h 1375116"/>
                <a:gd name="connsiteX4" fmla="*/ 1690163 w 1690163"/>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196" h="1375116">
                  <a:moveTo>
                    <a:pt x="0" y="0"/>
                  </a:moveTo>
                  <a:cubicBezTo>
                    <a:pt x="245563" y="168772"/>
                    <a:pt x="344609" y="275046"/>
                    <a:pt x="482117" y="409737"/>
                  </a:cubicBezTo>
                  <a:cubicBezTo>
                    <a:pt x="619625" y="544428"/>
                    <a:pt x="610044" y="595447"/>
                    <a:pt x="825046" y="808144"/>
                  </a:cubicBezTo>
                  <a:cubicBezTo>
                    <a:pt x="1061591" y="1035229"/>
                    <a:pt x="1214175" y="976069"/>
                    <a:pt x="1372204" y="1072875"/>
                  </a:cubicBezTo>
                  <a:cubicBezTo>
                    <a:pt x="1458483" y="1125565"/>
                    <a:pt x="1672200" y="1352818"/>
                    <a:pt x="1688196" y="1375116"/>
                  </a:cubicBezTo>
                </a:path>
              </a:pathLst>
            </a:custGeom>
            <a:noFill/>
            <a:ln w="6350">
              <a:solidFill>
                <a:schemeClr val="tx1">
                  <a:lumMod val="8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DED37466-05B9-7BA3-9564-5C3E12FB6EC6}"/>
                </a:ext>
              </a:extLst>
            </p:cNvPr>
            <p:cNvSpPr/>
            <p:nvPr userDrawn="1"/>
          </p:nvSpPr>
          <p:spPr>
            <a:xfrm rot="3858290" flipH="1">
              <a:off x="11717903" y="316988"/>
              <a:ext cx="852897" cy="476707"/>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31758 w 836460"/>
                <a:gd name="connsiteY0" fmla="*/ 0 h 549008"/>
                <a:gd name="connsiteX1" fmla="*/ 33248 w 836460"/>
                <a:gd name="connsiteY1" fmla="*/ 506669 h 549008"/>
                <a:gd name="connsiteX2" fmla="*/ 343953 w 836460"/>
                <a:gd name="connsiteY2" fmla="*/ 501092 h 549008"/>
                <a:gd name="connsiteX3" fmla="*/ 569620 w 836460"/>
                <a:gd name="connsiteY3" fmla="*/ 338210 h 549008"/>
                <a:gd name="connsiteX4" fmla="*/ 836460 w 836460"/>
                <a:gd name="connsiteY4" fmla="*/ 67964 h 549008"/>
                <a:gd name="connsiteX0" fmla="*/ 12800 w 882551"/>
                <a:gd name="connsiteY0" fmla="*/ 63160 h 471484"/>
                <a:gd name="connsiteX1" fmla="*/ 79339 w 882551"/>
                <a:gd name="connsiteY1" fmla="*/ 438708 h 471484"/>
                <a:gd name="connsiteX2" fmla="*/ 390044 w 882551"/>
                <a:gd name="connsiteY2" fmla="*/ 433131 h 471484"/>
                <a:gd name="connsiteX3" fmla="*/ 615711 w 882551"/>
                <a:gd name="connsiteY3" fmla="*/ 270249 h 471484"/>
                <a:gd name="connsiteX4" fmla="*/ 882551 w 882551"/>
                <a:gd name="connsiteY4" fmla="*/ 3 h 471484"/>
                <a:gd name="connsiteX0" fmla="*/ 2133 w 871884"/>
                <a:gd name="connsiteY0" fmla="*/ 63160 h 471484"/>
                <a:gd name="connsiteX1" fmla="*/ 68672 w 871884"/>
                <a:gd name="connsiteY1" fmla="*/ 438708 h 471484"/>
                <a:gd name="connsiteX2" fmla="*/ 379377 w 871884"/>
                <a:gd name="connsiteY2" fmla="*/ 433131 h 471484"/>
                <a:gd name="connsiteX3" fmla="*/ 605044 w 871884"/>
                <a:gd name="connsiteY3" fmla="*/ 270249 h 471484"/>
                <a:gd name="connsiteX4" fmla="*/ 871884 w 871884"/>
                <a:gd name="connsiteY4" fmla="*/ 3 h 471484"/>
                <a:gd name="connsiteX0" fmla="*/ 12775 w 837862"/>
                <a:gd name="connsiteY0" fmla="*/ 288158 h 455602"/>
                <a:gd name="connsiteX1" fmla="*/ 34650 w 837862"/>
                <a:gd name="connsiteY1" fmla="*/ 438708 h 455602"/>
                <a:gd name="connsiteX2" fmla="*/ 345355 w 837862"/>
                <a:gd name="connsiteY2" fmla="*/ 433131 h 455602"/>
                <a:gd name="connsiteX3" fmla="*/ 571022 w 837862"/>
                <a:gd name="connsiteY3" fmla="*/ 270249 h 455602"/>
                <a:gd name="connsiteX4" fmla="*/ 837862 w 837862"/>
                <a:gd name="connsiteY4" fmla="*/ 3 h 455602"/>
                <a:gd name="connsiteX0" fmla="*/ 12775 w 759002"/>
                <a:gd name="connsiteY0" fmla="*/ 157212 h 324656"/>
                <a:gd name="connsiteX1" fmla="*/ 34650 w 759002"/>
                <a:gd name="connsiteY1" fmla="*/ 307762 h 324656"/>
                <a:gd name="connsiteX2" fmla="*/ 345355 w 759002"/>
                <a:gd name="connsiteY2" fmla="*/ 302185 h 324656"/>
                <a:gd name="connsiteX3" fmla="*/ 571022 w 759002"/>
                <a:gd name="connsiteY3" fmla="*/ 139303 h 324656"/>
                <a:gd name="connsiteX4" fmla="*/ 759002 w 759002"/>
                <a:gd name="connsiteY4" fmla="*/ 5 h 324656"/>
                <a:gd name="connsiteX0" fmla="*/ 12775 w 759002"/>
                <a:gd name="connsiteY0" fmla="*/ 157212 h 324838"/>
                <a:gd name="connsiteX1" fmla="*/ 34650 w 759002"/>
                <a:gd name="connsiteY1" fmla="*/ 307762 h 324838"/>
                <a:gd name="connsiteX2" fmla="*/ 345355 w 759002"/>
                <a:gd name="connsiteY2" fmla="*/ 302185 h 324838"/>
                <a:gd name="connsiteX3" fmla="*/ 502924 w 759002"/>
                <a:gd name="connsiteY3" fmla="*/ 136177 h 324838"/>
                <a:gd name="connsiteX4" fmla="*/ 759002 w 759002"/>
                <a:gd name="connsiteY4" fmla="*/ 5 h 324838"/>
                <a:gd name="connsiteX0" fmla="*/ 12775 w 759002"/>
                <a:gd name="connsiteY0" fmla="*/ 157207 h 324833"/>
                <a:gd name="connsiteX1" fmla="*/ 34650 w 759002"/>
                <a:gd name="connsiteY1" fmla="*/ 307757 h 324833"/>
                <a:gd name="connsiteX2" fmla="*/ 345355 w 759002"/>
                <a:gd name="connsiteY2" fmla="*/ 302180 h 324833"/>
                <a:gd name="connsiteX3" fmla="*/ 502924 w 759002"/>
                <a:gd name="connsiteY3" fmla="*/ 136172 h 324833"/>
                <a:gd name="connsiteX4" fmla="*/ 759002 w 759002"/>
                <a:gd name="connsiteY4" fmla="*/ 0 h 324833"/>
                <a:gd name="connsiteX0" fmla="*/ 12775 w 718737"/>
                <a:gd name="connsiteY0" fmla="*/ 171359 h 338985"/>
                <a:gd name="connsiteX1" fmla="*/ 34650 w 718737"/>
                <a:gd name="connsiteY1" fmla="*/ 321909 h 338985"/>
                <a:gd name="connsiteX2" fmla="*/ 345355 w 718737"/>
                <a:gd name="connsiteY2" fmla="*/ 316332 h 338985"/>
                <a:gd name="connsiteX3" fmla="*/ 502924 w 718737"/>
                <a:gd name="connsiteY3" fmla="*/ 150324 h 338985"/>
                <a:gd name="connsiteX4" fmla="*/ 718737 w 718737"/>
                <a:gd name="connsiteY4" fmla="*/ 0 h 338985"/>
                <a:gd name="connsiteX0" fmla="*/ 111293 w 689724"/>
                <a:gd name="connsiteY0" fmla="*/ 197976 h 337252"/>
                <a:gd name="connsiteX1" fmla="*/ 5637 w 689724"/>
                <a:gd name="connsiteY1" fmla="*/ 321909 h 337252"/>
                <a:gd name="connsiteX2" fmla="*/ 316342 w 689724"/>
                <a:gd name="connsiteY2" fmla="*/ 316332 h 337252"/>
                <a:gd name="connsiteX3" fmla="*/ 473911 w 689724"/>
                <a:gd name="connsiteY3" fmla="*/ 150324 h 337252"/>
                <a:gd name="connsiteX4" fmla="*/ 689724 w 689724"/>
                <a:gd name="connsiteY4" fmla="*/ 0 h 337252"/>
                <a:gd name="connsiteX0" fmla="*/ 113701 w 692132"/>
                <a:gd name="connsiteY0" fmla="*/ 197976 h 337252"/>
                <a:gd name="connsiteX1" fmla="*/ 8045 w 692132"/>
                <a:gd name="connsiteY1" fmla="*/ 321909 h 337252"/>
                <a:gd name="connsiteX2" fmla="*/ 318750 w 692132"/>
                <a:gd name="connsiteY2" fmla="*/ 316332 h 337252"/>
                <a:gd name="connsiteX3" fmla="*/ 476319 w 692132"/>
                <a:gd name="connsiteY3" fmla="*/ 150324 h 337252"/>
                <a:gd name="connsiteX4" fmla="*/ 692132 w 692132"/>
                <a:gd name="connsiteY4" fmla="*/ 0 h 337252"/>
                <a:gd name="connsiteX0" fmla="*/ 93686 w 672117"/>
                <a:gd name="connsiteY0" fmla="*/ 197976 h 343756"/>
                <a:gd name="connsiteX1" fmla="*/ 9947 w 672117"/>
                <a:gd name="connsiteY1" fmla="*/ 332040 h 343756"/>
                <a:gd name="connsiteX2" fmla="*/ 298735 w 672117"/>
                <a:gd name="connsiteY2" fmla="*/ 316332 h 343756"/>
                <a:gd name="connsiteX3" fmla="*/ 456304 w 672117"/>
                <a:gd name="connsiteY3" fmla="*/ 150324 h 343756"/>
                <a:gd name="connsiteX4" fmla="*/ 672117 w 672117"/>
                <a:gd name="connsiteY4" fmla="*/ 0 h 343756"/>
                <a:gd name="connsiteX0" fmla="*/ 26326 w 733493"/>
                <a:gd name="connsiteY0" fmla="*/ 286598 h 337504"/>
                <a:gd name="connsiteX1" fmla="*/ 71323 w 733493"/>
                <a:gd name="connsiteY1" fmla="*/ 332040 h 337504"/>
                <a:gd name="connsiteX2" fmla="*/ 360111 w 733493"/>
                <a:gd name="connsiteY2" fmla="*/ 316332 h 337504"/>
                <a:gd name="connsiteX3" fmla="*/ 517680 w 733493"/>
                <a:gd name="connsiteY3" fmla="*/ 150324 h 337504"/>
                <a:gd name="connsiteX4" fmla="*/ 733493 w 733493"/>
                <a:gd name="connsiteY4" fmla="*/ 0 h 337504"/>
                <a:gd name="connsiteX0" fmla="*/ 12565 w 719732"/>
                <a:gd name="connsiteY0" fmla="*/ 286598 h 337504"/>
                <a:gd name="connsiteX1" fmla="*/ 57562 w 719732"/>
                <a:gd name="connsiteY1" fmla="*/ 332040 h 337504"/>
                <a:gd name="connsiteX2" fmla="*/ 346350 w 719732"/>
                <a:gd name="connsiteY2" fmla="*/ 316332 h 337504"/>
                <a:gd name="connsiteX3" fmla="*/ 503919 w 719732"/>
                <a:gd name="connsiteY3" fmla="*/ 150324 h 337504"/>
                <a:gd name="connsiteX4" fmla="*/ 719732 w 719732"/>
                <a:gd name="connsiteY4" fmla="*/ 0 h 337504"/>
                <a:gd name="connsiteX0" fmla="*/ 11873 w 722612"/>
                <a:gd name="connsiteY0" fmla="*/ 280487 h 337919"/>
                <a:gd name="connsiteX1" fmla="*/ 60442 w 722612"/>
                <a:gd name="connsiteY1" fmla="*/ 332040 h 337919"/>
                <a:gd name="connsiteX2" fmla="*/ 349230 w 722612"/>
                <a:gd name="connsiteY2" fmla="*/ 316332 h 337919"/>
                <a:gd name="connsiteX3" fmla="*/ 506799 w 722612"/>
                <a:gd name="connsiteY3" fmla="*/ 150324 h 337919"/>
                <a:gd name="connsiteX4" fmla="*/ 722612 w 722612"/>
                <a:gd name="connsiteY4" fmla="*/ 0 h 337919"/>
                <a:gd name="connsiteX0" fmla="*/ 11461 w 722200"/>
                <a:gd name="connsiteY0" fmla="*/ 280487 h 332311"/>
                <a:gd name="connsiteX1" fmla="*/ 60030 w 722200"/>
                <a:gd name="connsiteY1" fmla="*/ 332040 h 332311"/>
                <a:gd name="connsiteX2" fmla="*/ 335425 w 722200"/>
                <a:gd name="connsiteY2" fmla="*/ 293418 h 332311"/>
                <a:gd name="connsiteX3" fmla="*/ 506387 w 722200"/>
                <a:gd name="connsiteY3" fmla="*/ 150324 h 332311"/>
                <a:gd name="connsiteX4" fmla="*/ 722200 w 722200"/>
                <a:gd name="connsiteY4" fmla="*/ 0 h 332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200" h="332311">
                  <a:moveTo>
                    <a:pt x="11461" y="280487"/>
                  </a:moveTo>
                  <a:cubicBezTo>
                    <a:pt x="-15155" y="300476"/>
                    <a:pt x="6036" y="329885"/>
                    <a:pt x="60030" y="332040"/>
                  </a:cubicBezTo>
                  <a:cubicBezTo>
                    <a:pt x="114024" y="334195"/>
                    <a:pt x="261032" y="323704"/>
                    <a:pt x="335425" y="293418"/>
                  </a:cubicBezTo>
                  <a:cubicBezTo>
                    <a:pt x="409818" y="263132"/>
                    <a:pt x="404245" y="189258"/>
                    <a:pt x="506387" y="150324"/>
                  </a:cubicBezTo>
                  <a:cubicBezTo>
                    <a:pt x="610063" y="110805"/>
                    <a:pt x="677424" y="61539"/>
                    <a:pt x="72220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DA0A690F-250B-A1FA-9171-AD85B2C42EAB}"/>
                </a:ext>
              </a:extLst>
            </p:cNvPr>
            <p:cNvSpPr/>
            <p:nvPr userDrawn="1"/>
          </p:nvSpPr>
          <p:spPr>
            <a:xfrm rot="20907709" flipH="1">
              <a:off x="11334433" y="43865"/>
              <a:ext cx="704622" cy="3336823"/>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812331"/>
                <a:gd name="connsiteX1" fmla="*/ 560492 w 1319958"/>
                <a:gd name="connsiteY1" fmla="*/ 899702 h 5812331"/>
                <a:gd name="connsiteX2" fmla="*/ 574870 w 1319958"/>
                <a:gd name="connsiteY2" fmla="*/ 1891556 h 5812331"/>
                <a:gd name="connsiteX3" fmla="*/ 923760 w 1319958"/>
                <a:gd name="connsiteY3" fmla="*/ 2170234 h 5812331"/>
                <a:gd name="connsiteX4" fmla="*/ 1182107 w 1319958"/>
                <a:gd name="connsiteY4" fmla="*/ 2719448 h 5812331"/>
                <a:gd name="connsiteX5" fmla="*/ 1303516 w 1319958"/>
                <a:gd name="connsiteY5" fmla="*/ 3450464 h 5812331"/>
                <a:gd name="connsiteX6" fmla="*/ 809674 w 1319958"/>
                <a:gd name="connsiteY6" fmla="*/ 4438741 h 5812331"/>
                <a:gd name="connsiteX7" fmla="*/ 87431 w 1319958"/>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304377"/>
                <a:gd name="connsiteY0" fmla="*/ 0 h 5812331"/>
                <a:gd name="connsiteX1" fmla="*/ 560492 w 1304377"/>
                <a:gd name="connsiteY1" fmla="*/ 899702 h 5812331"/>
                <a:gd name="connsiteX2" fmla="*/ 574870 w 1304377"/>
                <a:gd name="connsiteY2" fmla="*/ 1891556 h 5812331"/>
                <a:gd name="connsiteX3" fmla="*/ 923760 w 1304377"/>
                <a:gd name="connsiteY3" fmla="*/ 2170234 h 5812331"/>
                <a:gd name="connsiteX4" fmla="*/ 1182107 w 1304377"/>
                <a:gd name="connsiteY4" fmla="*/ 2719448 h 5812331"/>
                <a:gd name="connsiteX5" fmla="*/ 1303516 w 1304377"/>
                <a:gd name="connsiteY5" fmla="*/ 3450464 h 5812331"/>
                <a:gd name="connsiteX6" fmla="*/ 1226337 w 1304377"/>
                <a:gd name="connsiteY6" fmla="*/ 4572869 h 5812331"/>
                <a:gd name="connsiteX7" fmla="*/ 87431 w 1304377"/>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923760 w 1487839"/>
                <a:gd name="connsiteY3" fmla="*/ 2170234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757113 w 1487839"/>
                <a:gd name="connsiteY3" fmla="*/ 2272202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705098"/>
                <a:gd name="connsiteX1" fmla="*/ 560492 w 1879346"/>
                <a:gd name="connsiteY1" fmla="*/ 899702 h 5705098"/>
                <a:gd name="connsiteX2" fmla="*/ 574870 w 1879346"/>
                <a:gd name="connsiteY2" fmla="*/ 1891556 h 5705098"/>
                <a:gd name="connsiteX3" fmla="*/ 757113 w 1879346"/>
                <a:gd name="connsiteY3" fmla="*/ 2272202 h 5705098"/>
                <a:gd name="connsiteX4" fmla="*/ 1182107 w 1879346"/>
                <a:gd name="connsiteY4" fmla="*/ 2719448 h 5705098"/>
                <a:gd name="connsiteX5" fmla="*/ 1879044 w 1879346"/>
                <a:gd name="connsiteY5" fmla="*/ 3715331 h 5705098"/>
                <a:gd name="connsiteX6" fmla="*/ 1226337 w 1879346"/>
                <a:gd name="connsiteY6" fmla="*/ 4572869 h 5705098"/>
                <a:gd name="connsiteX7" fmla="*/ 702240 w 1879346"/>
                <a:gd name="connsiteY7" fmla="*/ 5705098 h 5705098"/>
                <a:gd name="connsiteX0" fmla="*/ 264359 w 1583213"/>
                <a:gd name="connsiteY0" fmla="*/ 0 h 4805396"/>
                <a:gd name="connsiteX1" fmla="*/ 278737 w 1583213"/>
                <a:gd name="connsiteY1" fmla="*/ 991854 h 4805396"/>
                <a:gd name="connsiteX2" fmla="*/ 460980 w 1583213"/>
                <a:gd name="connsiteY2" fmla="*/ 1372500 h 4805396"/>
                <a:gd name="connsiteX3" fmla="*/ 885974 w 1583213"/>
                <a:gd name="connsiteY3" fmla="*/ 1819746 h 4805396"/>
                <a:gd name="connsiteX4" fmla="*/ 1582911 w 1583213"/>
                <a:gd name="connsiteY4" fmla="*/ 2815629 h 4805396"/>
                <a:gd name="connsiteX5" fmla="*/ 930204 w 1583213"/>
                <a:gd name="connsiteY5" fmla="*/ 3673167 h 4805396"/>
                <a:gd name="connsiteX6" fmla="*/ 406107 w 1583213"/>
                <a:gd name="connsiteY6" fmla="*/ 4805396 h 4805396"/>
                <a:gd name="connsiteX0" fmla="*/ 0 w 1304476"/>
                <a:gd name="connsiteY0" fmla="*/ 0 h 3813542"/>
                <a:gd name="connsiteX1" fmla="*/ 182243 w 1304476"/>
                <a:gd name="connsiteY1" fmla="*/ 380646 h 3813542"/>
                <a:gd name="connsiteX2" fmla="*/ 607237 w 1304476"/>
                <a:gd name="connsiteY2" fmla="*/ 827892 h 3813542"/>
                <a:gd name="connsiteX3" fmla="*/ 1304174 w 1304476"/>
                <a:gd name="connsiteY3" fmla="*/ 1823775 h 3813542"/>
                <a:gd name="connsiteX4" fmla="*/ 651467 w 1304476"/>
                <a:gd name="connsiteY4" fmla="*/ 2681313 h 3813542"/>
                <a:gd name="connsiteX5" fmla="*/ 127370 w 1304476"/>
                <a:gd name="connsiteY5" fmla="*/ 3813542 h 3813542"/>
                <a:gd name="connsiteX0" fmla="*/ 0 w 1428165"/>
                <a:gd name="connsiteY0" fmla="*/ -1 h 3948297"/>
                <a:gd name="connsiteX1" fmla="*/ 305932 w 1428165"/>
                <a:gd name="connsiteY1" fmla="*/ 515401 h 3948297"/>
                <a:gd name="connsiteX2" fmla="*/ 730926 w 1428165"/>
                <a:gd name="connsiteY2" fmla="*/ 962647 h 3948297"/>
                <a:gd name="connsiteX3" fmla="*/ 1427863 w 1428165"/>
                <a:gd name="connsiteY3" fmla="*/ 1958530 h 3948297"/>
                <a:gd name="connsiteX4" fmla="*/ 775156 w 1428165"/>
                <a:gd name="connsiteY4" fmla="*/ 2816068 h 3948297"/>
                <a:gd name="connsiteX5" fmla="*/ 251059 w 1428165"/>
                <a:gd name="connsiteY5" fmla="*/ 3948297 h 3948297"/>
                <a:gd name="connsiteX0" fmla="*/ 0 w 1418473"/>
                <a:gd name="connsiteY0" fmla="*/ -1 h 3754574"/>
                <a:gd name="connsiteX1" fmla="*/ 296240 w 1418473"/>
                <a:gd name="connsiteY1" fmla="*/ 321678 h 3754574"/>
                <a:gd name="connsiteX2" fmla="*/ 721234 w 1418473"/>
                <a:gd name="connsiteY2" fmla="*/ 768924 h 3754574"/>
                <a:gd name="connsiteX3" fmla="*/ 1418171 w 1418473"/>
                <a:gd name="connsiteY3" fmla="*/ 1764807 h 3754574"/>
                <a:gd name="connsiteX4" fmla="*/ 765464 w 1418473"/>
                <a:gd name="connsiteY4" fmla="*/ 2622345 h 3754574"/>
                <a:gd name="connsiteX5" fmla="*/ 241367 w 1418473"/>
                <a:gd name="connsiteY5" fmla="*/ 3754574 h 3754574"/>
                <a:gd name="connsiteX0" fmla="*/ 0 w 1418473"/>
                <a:gd name="connsiteY0" fmla="*/ 0 h 3754575"/>
                <a:gd name="connsiteX1" fmla="*/ 296240 w 1418473"/>
                <a:gd name="connsiteY1" fmla="*/ 321679 h 3754575"/>
                <a:gd name="connsiteX2" fmla="*/ 721234 w 1418473"/>
                <a:gd name="connsiteY2" fmla="*/ 768925 h 3754575"/>
                <a:gd name="connsiteX3" fmla="*/ 1418171 w 1418473"/>
                <a:gd name="connsiteY3" fmla="*/ 1764808 h 3754575"/>
                <a:gd name="connsiteX4" fmla="*/ 765464 w 1418473"/>
                <a:gd name="connsiteY4" fmla="*/ 2622346 h 3754575"/>
                <a:gd name="connsiteX5" fmla="*/ 241367 w 1418473"/>
                <a:gd name="connsiteY5" fmla="*/ 3754575 h 3754575"/>
                <a:gd name="connsiteX0" fmla="*/ -1 w 1357720"/>
                <a:gd name="connsiteY0" fmla="*/ 1 h 3921505"/>
                <a:gd name="connsiteX1" fmla="*/ 235487 w 1357720"/>
                <a:gd name="connsiteY1" fmla="*/ 488609 h 3921505"/>
                <a:gd name="connsiteX2" fmla="*/ 660481 w 1357720"/>
                <a:gd name="connsiteY2" fmla="*/ 935855 h 3921505"/>
                <a:gd name="connsiteX3" fmla="*/ 1357418 w 1357720"/>
                <a:gd name="connsiteY3" fmla="*/ 1931738 h 3921505"/>
                <a:gd name="connsiteX4" fmla="*/ 704711 w 1357720"/>
                <a:gd name="connsiteY4" fmla="*/ 2789276 h 3921505"/>
                <a:gd name="connsiteX5" fmla="*/ 180614 w 1357720"/>
                <a:gd name="connsiteY5" fmla="*/ 3921505 h 3921505"/>
                <a:gd name="connsiteX0" fmla="*/ 1 w 1359664"/>
                <a:gd name="connsiteY0" fmla="*/ 0 h 3921504"/>
                <a:gd name="connsiteX1" fmla="*/ 235489 w 1359664"/>
                <a:gd name="connsiteY1" fmla="*/ 488608 h 3921504"/>
                <a:gd name="connsiteX2" fmla="*/ 570343 w 1359664"/>
                <a:gd name="connsiteY2" fmla="*/ 1209523 h 3921504"/>
                <a:gd name="connsiteX3" fmla="*/ 1357420 w 1359664"/>
                <a:gd name="connsiteY3" fmla="*/ 1931737 h 3921504"/>
                <a:gd name="connsiteX4" fmla="*/ 704713 w 1359664"/>
                <a:gd name="connsiteY4" fmla="*/ 2789275 h 3921504"/>
                <a:gd name="connsiteX5" fmla="*/ 180616 w 1359664"/>
                <a:gd name="connsiteY5" fmla="*/ 3921504 h 3921504"/>
                <a:gd name="connsiteX0" fmla="*/ -1 w 1110917"/>
                <a:gd name="connsiteY0" fmla="*/ 0 h 3921504"/>
                <a:gd name="connsiteX1" fmla="*/ 235487 w 1110917"/>
                <a:gd name="connsiteY1" fmla="*/ 488608 h 3921504"/>
                <a:gd name="connsiteX2" fmla="*/ 570341 w 1110917"/>
                <a:gd name="connsiteY2" fmla="*/ 1209523 h 3921504"/>
                <a:gd name="connsiteX3" fmla="*/ 1078155 w 1110917"/>
                <a:gd name="connsiteY3" fmla="*/ 1988260 h 3921504"/>
                <a:gd name="connsiteX4" fmla="*/ 704711 w 1110917"/>
                <a:gd name="connsiteY4" fmla="*/ 2789275 h 3921504"/>
                <a:gd name="connsiteX5" fmla="*/ 180614 w 1110917"/>
                <a:gd name="connsiteY5" fmla="*/ 3921504 h 3921504"/>
                <a:gd name="connsiteX0" fmla="*/ 1 w 1109062"/>
                <a:gd name="connsiteY0" fmla="*/ 0 h 3921504"/>
                <a:gd name="connsiteX1" fmla="*/ 235489 w 1109062"/>
                <a:gd name="connsiteY1" fmla="*/ 488608 h 3921504"/>
                <a:gd name="connsiteX2" fmla="*/ 595628 w 1109062"/>
                <a:gd name="connsiteY2" fmla="*/ 1353628 h 3921504"/>
                <a:gd name="connsiteX3" fmla="*/ 1078157 w 1109062"/>
                <a:gd name="connsiteY3" fmla="*/ 1988260 h 3921504"/>
                <a:gd name="connsiteX4" fmla="*/ 704713 w 1109062"/>
                <a:gd name="connsiteY4" fmla="*/ 2789275 h 3921504"/>
                <a:gd name="connsiteX5" fmla="*/ 180616 w 1109062"/>
                <a:gd name="connsiteY5" fmla="*/ 3921504 h 3921504"/>
                <a:gd name="connsiteX0" fmla="*/ -1 w 1109062"/>
                <a:gd name="connsiteY0" fmla="*/ 0 h 3921504"/>
                <a:gd name="connsiteX1" fmla="*/ 595626 w 1109062"/>
                <a:gd name="connsiteY1" fmla="*/ 1353628 h 3921504"/>
                <a:gd name="connsiteX2" fmla="*/ 1078155 w 1109062"/>
                <a:gd name="connsiteY2" fmla="*/ 1988260 h 3921504"/>
                <a:gd name="connsiteX3" fmla="*/ 704711 w 1109062"/>
                <a:gd name="connsiteY3" fmla="*/ 2789275 h 3921504"/>
                <a:gd name="connsiteX4" fmla="*/ 180614 w 1109062"/>
                <a:gd name="connsiteY4" fmla="*/ 3921504 h 3921504"/>
                <a:gd name="connsiteX0" fmla="*/ 1 w 1515635"/>
                <a:gd name="connsiteY0" fmla="*/ 0 h 3921504"/>
                <a:gd name="connsiteX1" fmla="*/ 595628 w 1515635"/>
                <a:gd name="connsiteY1" fmla="*/ 1353628 h 3921504"/>
                <a:gd name="connsiteX2" fmla="*/ 1514839 w 1515635"/>
                <a:gd name="connsiteY2" fmla="*/ 2513975 h 3921504"/>
                <a:gd name="connsiteX3" fmla="*/ 704713 w 1515635"/>
                <a:gd name="connsiteY3" fmla="*/ 2789275 h 3921504"/>
                <a:gd name="connsiteX4" fmla="*/ 180616 w 1515635"/>
                <a:gd name="connsiteY4" fmla="*/ 3921504 h 3921504"/>
                <a:gd name="connsiteX0" fmla="*/ -1 w 1516156"/>
                <a:gd name="connsiteY0" fmla="*/ 0 h 3921504"/>
                <a:gd name="connsiteX1" fmla="*/ 595626 w 1516156"/>
                <a:gd name="connsiteY1" fmla="*/ 1353628 h 3921504"/>
                <a:gd name="connsiteX2" fmla="*/ 1514837 w 1516156"/>
                <a:gd name="connsiteY2" fmla="*/ 2513975 h 3921504"/>
                <a:gd name="connsiteX3" fmla="*/ 731787 w 1516156"/>
                <a:gd name="connsiteY3" fmla="*/ 2940885 h 3921504"/>
                <a:gd name="connsiteX4" fmla="*/ 180614 w 1516156"/>
                <a:gd name="connsiteY4" fmla="*/ 3921504 h 3921504"/>
                <a:gd name="connsiteX0" fmla="*/ 1 w 1516156"/>
                <a:gd name="connsiteY0" fmla="*/ 0 h 3921504"/>
                <a:gd name="connsiteX1" fmla="*/ 595628 w 1516156"/>
                <a:gd name="connsiteY1" fmla="*/ 1353628 h 3921504"/>
                <a:gd name="connsiteX2" fmla="*/ 1514839 w 1516156"/>
                <a:gd name="connsiteY2" fmla="*/ 2513975 h 3921504"/>
                <a:gd name="connsiteX3" fmla="*/ 731789 w 1516156"/>
                <a:gd name="connsiteY3" fmla="*/ 2940885 h 3921504"/>
                <a:gd name="connsiteX4" fmla="*/ 180616 w 1516156"/>
                <a:gd name="connsiteY4" fmla="*/ 3921504 h 3921504"/>
                <a:gd name="connsiteX0" fmla="*/ -1 w 1516156"/>
                <a:gd name="connsiteY0" fmla="*/ 0 h 3921504"/>
                <a:gd name="connsiteX1" fmla="*/ 595626 w 1516156"/>
                <a:gd name="connsiteY1" fmla="*/ 1353628 h 3921504"/>
                <a:gd name="connsiteX2" fmla="*/ 1514837 w 1516156"/>
                <a:gd name="connsiteY2" fmla="*/ 2513975 h 3921504"/>
                <a:gd name="connsiteX3" fmla="*/ 731787 w 1516156"/>
                <a:gd name="connsiteY3" fmla="*/ 2940885 h 3921504"/>
                <a:gd name="connsiteX4" fmla="*/ 180614 w 1516156"/>
                <a:gd name="connsiteY4" fmla="*/ 3921504 h 3921504"/>
                <a:gd name="connsiteX0" fmla="*/ 1 w 1516156"/>
                <a:gd name="connsiteY0" fmla="*/ 0 h 3921504"/>
                <a:gd name="connsiteX1" fmla="*/ 595628 w 1516156"/>
                <a:gd name="connsiteY1" fmla="*/ 1353628 h 3921504"/>
                <a:gd name="connsiteX2" fmla="*/ 1514839 w 1516156"/>
                <a:gd name="connsiteY2" fmla="*/ 2513975 h 3921504"/>
                <a:gd name="connsiteX3" fmla="*/ 731789 w 1516156"/>
                <a:gd name="connsiteY3" fmla="*/ 2940885 h 3921504"/>
                <a:gd name="connsiteX4" fmla="*/ 180616 w 1516156"/>
                <a:gd name="connsiteY4" fmla="*/ 3921504 h 3921504"/>
                <a:gd name="connsiteX0" fmla="*/ -1 w 1518828"/>
                <a:gd name="connsiteY0" fmla="*/ 0 h 3921504"/>
                <a:gd name="connsiteX1" fmla="*/ 480382 w 1518828"/>
                <a:gd name="connsiteY1" fmla="*/ 1522245 h 3921504"/>
                <a:gd name="connsiteX2" fmla="*/ 1514837 w 1518828"/>
                <a:gd name="connsiteY2" fmla="*/ 2513975 h 3921504"/>
                <a:gd name="connsiteX3" fmla="*/ 731787 w 1518828"/>
                <a:gd name="connsiteY3" fmla="*/ 2940885 h 3921504"/>
                <a:gd name="connsiteX4" fmla="*/ 180614 w 1518828"/>
                <a:gd name="connsiteY4" fmla="*/ 3921504 h 3921504"/>
                <a:gd name="connsiteX0" fmla="*/ 1 w 1518828"/>
                <a:gd name="connsiteY0" fmla="*/ 0 h 3921504"/>
                <a:gd name="connsiteX1" fmla="*/ 480384 w 1518828"/>
                <a:gd name="connsiteY1" fmla="*/ 1522245 h 3921504"/>
                <a:gd name="connsiteX2" fmla="*/ 1514839 w 1518828"/>
                <a:gd name="connsiteY2" fmla="*/ 2513975 h 3921504"/>
                <a:gd name="connsiteX3" fmla="*/ 731789 w 1518828"/>
                <a:gd name="connsiteY3" fmla="*/ 2940885 h 3921504"/>
                <a:gd name="connsiteX4" fmla="*/ 180616 w 1518828"/>
                <a:gd name="connsiteY4" fmla="*/ 3921504 h 3921504"/>
                <a:gd name="connsiteX0" fmla="*/ -1 w 1534668"/>
                <a:gd name="connsiteY0" fmla="*/ 0 h 3921504"/>
                <a:gd name="connsiteX1" fmla="*/ 480382 w 1534668"/>
                <a:gd name="connsiteY1" fmla="*/ 1522245 h 3921504"/>
                <a:gd name="connsiteX2" fmla="*/ 1514837 w 1534668"/>
                <a:gd name="connsiteY2" fmla="*/ 2513975 h 3921504"/>
                <a:gd name="connsiteX3" fmla="*/ 929692 w 1534668"/>
                <a:gd name="connsiteY3" fmla="*/ 3156501 h 3921504"/>
                <a:gd name="connsiteX4" fmla="*/ 180614 w 1534668"/>
                <a:gd name="connsiteY4" fmla="*/ 3921504 h 3921504"/>
                <a:gd name="connsiteX0" fmla="*/ 1 w 1527800"/>
                <a:gd name="connsiteY0" fmla="*/ 0 h 3921504"/>
                <a:gd name="connsiteX1" fmla="*/ 480384 w 1527800"/>
                <a:gd name="connsiteY1" fmla="*/ 1522245 h 3921504"/>
                <a:gd name="connsiteX2" fmla="*/ 1514839 w 1527800"/>
                <a:gd name="connsiteY2" fmla="*/ 2513975 h 3921504"/>
                <a:gd name="connsiteX3" fmla="*/ 870553 w 1527800"/>
                <a:gd name="connsiteY3" fmla="*/ 3291882 h 3921504"/>
                <a:gd name="connsiteX4" fmla="*/ 180616 w 1527800"/>
                <a:gd name="connsiteY4" fmla="*/ 3921504 h 3921504"/>
                <a:gd name="connsiteX0" fmla="*/ -1 w 1527800"/>
                <a:gd name="connsiteY0" fmla="*/ 0 h 3921504"/>
                <a:gd name="connsiteX1" fmla="*/ 480382 w 1527800"/>
                <a:gd name="connsiteY1" fmla="*/ 1522245 h 3921504"/>
                <a:gd name="connsiteX2" fmla="*/ 1514837 w 1527800"/>
                <a:gd name="connsiteY2" fmla="*/ 2513975 h 3921504"/>
                <a:gd name="connsiteX3" fmla="*/ 870551 w 1527800"/>
                <a:gd name="connsiteY3" fmla="*/ 3291882 h 3921504"/>
                <a:gd name="connsiteX4" fmla="*/ 180614 w 1527800"/>
                <a:gd name="connsiteY4" fmla="*/ 3921504 h 3921504"/>
                <a:gd name="connsiteX0" fmla="*/ 1 w 1527800"/>
                <a:gd name="connsiteY0" fmla="*/ 0 h 3921504"/>
                <a:gd name="connsiteX1" fmla="*/ 480384 w 1527800"/>
                <a:gd name="connsiteY1" fmla="*/ 1522245 h 3921504"/>
                <a:gd name="connsiteX2" fmla="*/ 1514839 w 1527800"/>
                <a:gd name="connsiteY2" fmla="*/ 2513975 h 3921504"/>
                <a:gd name="connsiteX3" fmla="*/ 870553 w 1527800"/>
                <a:gd name="connsiteY3" fmla="*/ 3291882 h 3921504"/>
                <a:gd name="connsiteX4" fmla="*/ 180616 w 1527800"/>
                <a:gd name="connsiteY4" fmla="*/ 3921504 h 3921504"/>
                <a:gd name="connsiteX0" fmla="*/ -1 w 1527800"/>
                <a:gd name="connsiteY0" fmla="*/ 0 h 3921504"/>
                <a:gd name="connsiteX1" fmla="*/ 480382 w 1527800"/>
                <a:gd name="connsiteY1" fmla="*/ 1522245 h 3921504"/>
                <a:gd name="connsiteX2" fmla="*/ 1514837 w 1527800"/>
                <a:gd name="connsiteY2" fmla="*/ 2513975 h 3921504"/>
                <a:gd name="connsiteX3" fmla="*/ 870551 w 1527800"/>
                <a:gd name="connsiteY3" fmla="*/ 3291882 h 3921504"/>
                <a:gd name="connsiteX4" fmla="*/ 180614 w 1527800"/>
                <a:gd name="connsiteY4" fmla="*/ 3921504 h 3921504"/>
                <a:gd name="connsiteX0" fmla="*/ 1 w 1318623"/>
                <a:gd name="connsiteY0" fmla="*/ 0 h 3921504"/>
                <a:gd name="connsiteX1" fmla="*/ 480384 w 1318623"/>
                <a:gd name="connsiteY1" fmla="*/ 1522245 h 3921504"/>
                <a:gd name="connsiteX2" fmla="*/ 1275905 w 1318623"/>
                <a:gd name="connsiteY2" fmla="*/ 2547832 h 3921504"/>
                <a:gd name="connsiteX3" fmla="*/ 870553 w 1318623"/>
                <a:gd name="connsiteY3" fmla="*/ 3291882 h 3921504"/>
                <a:gd name="connsiteX4" fmla="*/ 180616 w 1318623"/>
                <a:gd name="connsiteY4" fmla="*/ 3921504 h 3921504"/>
                <a:gd name="connsiteX0" fmla="*/ -1 w 1318621"/>
                <a:gd name="connsiteY0" fmla="*/ 0 h 3921504"/>
                <a:gd name="connsiteX1" fmla="*/ 480382 w 1318621"/>
                <a:gd name="connsiteY1" fmla="*/ 1522245 h 3921504"/>
                <a:gd name="connsiteX2" fmla="*/ 1275903 w 1318621"/>
                <a:gd name="connsiteY2" fmla="*/ 2547832 h 3921504"/>
                <a:gd name="connsiteX3" fmla="*/ 870551 w 1318621"/>
                <a:gd name="connsiteY3" fmla="*/ 3291882 h 3921504"/>
                <a:gd name="connsiteX4" fmla="*/ 180614 w 1318621"/>
                <a:gd name="connsiteY4" fmla="*/ 3921504 h 3921504"/>
                <a:gd name="connsiteX0" fmla="*/ 1 w 1318623"/>
                <a:gd name="connsiteY0" fmla="*/ 0 h 4443711"/>
                <a:gd name="connsiteX1" fmla="*/ 480384 w 1318623"/>
                <a:gd name="connsiteY1" fmla="*/ 1522245 h 4443711"/>
                <a:gd name="connsiteX2" fmla="*/ 1275905 w 1318623"/>
                <a:gd name="connsiteY2" fmla="*/ 2547832 h 4443711"/>
                <a:gd name="connsiteX3" fmla="*/ 870553 w 1318623"/>
                <a:gd name="connsiteY3" fmla="*/ 3291882 h 4443711"/>
                <a:gd name="connsiteX4" fmla="*/ 323692 w 1318623"/>
                <a:gd name="connsiteY4" fmla="*/ 4443711 h 444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623" h="4443711">
                  <a:moveTo>
                    <a:pt x="1" y="0"/>
                  </a:moveTo>
                  <a:cubicBezTo>
                    <a:pt x="445319" y="554277"/>
                    <a:pt x="179703" y="1258868"/>
                    <a:pt x="480384" y="1522245"/>
                  </a:cubicBezTo>
                  <a:cubicBezTo>
                    <a:pt x="906908" y="2005988"/>
                    <a:pt x="1210877" y="2252893"/>
                    <a:pt x="1275905" y="2547832"/>
                  </a:cubicBezTo>
                  <a:cubicBezTo>
                    <a:pt x="1340933" y="2842771"/>
                    <a:pt x="1405586" y="2997232"/>
                    <a:pt x="870553" y="3291882"/>
                  </a:cubicBezTo>
                  <a:cubicBezTo>
                    <a:pt x="490555" y="3568729"/>
                    <a:pt x="739899" y="4367212"/>
                    <a:pt x="323692" y="4443711"/>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 name="Group 26">
            <a:extLst>
              <a:ext uri="{FF2B5EF4-FFF2-40B4-BE49-F238E27FC236}">
                <a16:creationId xmlns:a16="http://schemas.microsoft.com/office/drawing/2014/main" id="{FB4BEA0E-9D35-F107-027A-74404241DDC0}"/>
              </a:ext>
            </a:extLst>
          </p:cNvPr>
          <p:cNvGrpSpPr/>
          <p:nvPr userDrawn="1"/>
        </p:nvGrpSpPr>
        <p:grpSpPr>
          <a:xfrm rot="10800000">
            <a:off x="8804080" y="-778298"/>
            <a:ext cx="3701928" cy="4866988"/>
            <a:chOff x="-319839" y="2776946"/>
            <a:chExt cx="3701928" cy="4866988"/>
          </a:xfrm>
        </p:grpSpPr>
        <p:sp>
          <p:nvSpPr>
            <p:cNvPr id="28" name="Freeform: Shape 27">
              <a:extLst>
                <a:ext uri="{FF2B5EF4-FFF2-40B4-BE49-F238E27FC236}">
                  <a16:creationId xmlns:a16="http://schemas.microsoft.com/office/drawing/2014/main" id="{F9FED089-A660-6F72-4557-EA636D09F639}"/>
                </a:ext>
              </a:extLst>
            </p:cNvPr>
            <p:cNvSpPr/>
            <p:nvPr/>
          </p:nvSpPr>
          <p:spPr>
            <a:xfrm rot="5400000" flipH="1" flipV="1">
              <a:off x="-83419" y="6214415"/>
              <a:ext cx="701097" cy="59200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76" h="730673">
                  <a:moveTo>
                    <a:pt x="0" y="730673"/>
                  </a:moveTo>
                  <a:cubicBezTo>
                    <a:pt x="123149" y="583977"/>
                    <a:pt x="159024" y="437621"/>
                    <a:pt x="245224" y="384606"/>
                  </a:cubicBezTo>
                  <a:cubicBezTo>
                    <a:pt x="331424" y="331591"/>
                    <a:pt x="433673" y="438267"/>
                    <a:pt x="517201" y="412584"/>
                  </a:cubicBezTo>
                  <a:cubicBezTo>
                    <a:pt x="600729" y="386901"/>
                    <a:pt x="737918" y="299271"/>
                    <a:pt x="746392" y="230507"/>
                  </a:cubicBezTo>
                  <a:cubicBezTo>
                    <a:pt x="754866" y="161743"/>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9" name="Freeform: Shape 28">
              <a:extLst>
                <a:ext uri="{FF2B5EF4-FFF2-40B4-BE49-F238E27FC236}">
                  <a16:creationId xmlns:a16="http://schemas.microsoft.com/office/drawing/2014/main" id="{0A874819-1A3B-332A-1FA2-A05AB60CF129}"/>
                </a:ext>
              </a:extLst>
            </p:cNvPr>
            <p:cNvSpPr/>
            <p:nvPr/>
          </p:nvSpPr>
          <p:spPr>
            <a:xfrm rot="5866011" flipH="1" flipV="1">
              <a:off x="-415891" y="2872998"/>
              <a:ext cx="3894032" cy="3701928"/>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00281"/>
                <a:gd name="connsiteY0" fmla="*/ 2872818 h 2873348"/>
                <a:gd name="connsiteX1" fmla="*/ 295832 w 3200281"/>
                <a:gd name="connsiteY1" fmla="*/ 2861327 h 2873348"/>
                <a:gd name="connsiteX2" fmla="*/ 607384 w 3200281"/>
                <a:gd name="connsiteY2" fmla="*/ 2478772 h 2873348"/>
                <a:gd name="connsiteX3" fmla="*/ 653701 w 3200281"/>
                <a:gd name="connsiteY3" fmla="*/ 2120920 h 2873348"/>
                <a:gd name="connsiteX4" fmla="*/ 841475 w 3200281"/>
                <a:gd name="connsiteY4" fmla="*/ 1879294 h 2873348"/>
                <a:gd name="connsiteX5" fmla="*/ 1146884 w 3200281"/>
                <a:gd name="connsiteY5" fmla="*/ 1559335 h 2873348"/>
                <a:gd name="connsiteX6" fmla="*/ 1365849 w 3200281"/>
                <a:gd name="connsiteY6" fmla="*/ 1261329 h 2873348"/>
                <a:gd name="connsiteX7" fmla="*/ 1806191 w 3200281"/>
                <a:gd name="connsiteY7" fmla="*/ 1206460 h 2873348"/>
                <a:gd name="connsiteX8" fmla="*/ 2309860 w 3200281"/>
                <a:gd name="connsiteY8" fmla="*/ 1213613 h 2873348"/>
                <a:gd name="connsiteX9" fmla="*/ 2650678 w 3200281"/>
                <a:gd name="connsiteY9" fmla="*/ 1114639 h 2873348"/>
                <a:gd name="connsiteX10" fmla="*/ 2906329 w 3200281"/>
                <a:gd name="connsiteY10" fmla="*/ 979670 h 2873348"/>
                <a:gd name="connsiteX11" fmla="*/ 3116069 w 3200281"/>
                <a:gd name="connsiteY11" fmla="*/ 770024 h 2873348"/>
                <a:gd name="connsiteX12" fmla="*/ 3199885 w 3200281"/>
                <a:gd name="connsiteY12" fmla="*/ 371619 h 2873348"/>
                <a:gd name="connsiteX13" fmla="*/ 3139407 w 3200281"/>
                <a:gd name="connsiteY13" fmla="*/ 0 h 2873348"/>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199885 w 3555536"/>
                <a:gd name="connsiteY12" fmla="*/ 196067 h 2697796"/>
                <a:gd name="connsiteX13" fmla="*/ 3555536 w 3555536"/>
                <a:gd name="connsiteY13" fmla="*/ 0 h 2697796"/>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329027 w 3555536"/>
                <a:gd name="connsiteY12" fmla="*/ 199090 h 2697796"/>
                <a:gd name="connsiteX13" fmla="*/ 3555536 w 3555536"/>
                <a:gd name="connsiteY13" fmla="*/ 0 h 2697796"/>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365849 w 3555536"/>
                <a:gd name="connsiteY6" fmla="*/ 1085777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451227 w 3555536"/>
                <a:gd name="connsiteY6" fmla="*/ 1114720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764"/>
                <a:gd name="connsiteX1" fmla="*/ 295832 w 3555536"/>
                <a:gd name="connsiteY1" fmla="*/ 2685775 h 2730764"/>
                <a:gd name="connsiteX2" fmla="*/ 493310 w 3555536"/>
                <a:gd name="connsiteY2" fmla="*/ 2294331 h 2730764"/>
                <a:gd name="connsiteX3" fmla="*/ 653701 w 3555536"/>
                <a:gd name="connsiteY3" fmla="*/ 1945368 h 2730764"/>
                <a:gd name="connsiteX4" fmla="*/ 841475 w 3555536"/>
                <a:gd name="connsiteY4" fmla="*/ 1703742 h 2730764"/>
                <a:gd name="connsiteX5" fmla="*/ 1146884 w 3555536"/>
                <a:gd name="connsiteY5" fmla="*/ 1383783 h 2730764"/>
                <a:gd name="connsiteX6" fmla="*/ 1451227 w 3555536"/>
                <a:gd name="connsiteY6" fmla="*/ 1114720 h 2730764"/>
                <a:gd name="connsiteX7" fmla="*/ 1806191 w 3555536"/>
                <a:gd name="connsiteY7" fmla="*/ 1030908 h 2730764"/>
                <a:gd name="connsiteX8" fmla="*/ 2309860 w 3555536"/>
                <a:gd name="connsiteY8" fmla="*/ 1038061 h 2730764"/>
                <a:gd name="connsiteX9" fmla="*/ 2650678 w 3555536"/>
                <a:gd name="connsiteY9" fmla="*/ 939087 h 2730764"/>
                <a:gd name="connsiteX10" fmla="*/ 2906329 w 3555536"/>
                <a:gd name="connsiteY10" fmla="*/ 804118 h 2730764"/>
                <a:gd name="connsiteX11" fmla="*/ 3116069 w 3555536"/>
                <a:gd name="connsiteY11" fmla="*/ 594472 h 2730764"/>
                <a:gd name="connsiteX12" fmla="*/ 3329027 w 3555536"/>
                <a:gd name="connsiteY12" fmla="*/ 199090 h 2730764"/>
                <a:gd name="connsiteX13" fmla="*/ 3555536 w 3555536"/>
                <a:gd name="connsiteY13" fmla="*/ 0 h 2730764"/>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301139 w 3595477"/>
                <a:gd name="connsiteY5" fmla="*/ 1362970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5477" h="2703932">
                  <a:moveTo>
                    <a:pt x="0" y="2621026"/>
                  </a:moveTo>
                  <a:cubicBezTo>
                    <a:pt x="93426" y="2658411"/>
                    <a:pt x="246898" y="2740224"/>
                    <a:pt x="335773" y="2685775"/>
                  </a:cubicBezTo>
                  <a:cubicBezTo>
                    <a:pt x="424648" y="2631326"/>
                    <a:pt x="473606" y="2417732"/>
                    <a:pt x="533251" y="2294331"/>
                  </a:cubicBezTo>
                  <a:cubicBezTo>
                    <a:pt x="592896" y="2170930"/>
                    <a:pt x="654627" y="2045281"/>
                    <a:pt x="693642" y="1945368"/>
                  </a:cubicBezTo>
                  <a:cubicBezTo>
                    <a:pt x="612361" y="1769406"/>
                    <a:pt x="771317" y="1780565"/>
                    <a:pt x="872566" y="1683499"/>
                  </a:cubicBezTo>
                  <a:cubicBezTo>
                    <a:pt x="973815" y="1586433"/>
                    <a:pt x="1198039" y="1457767"/>
                    <a:pt x="1301139" y="1362970"/>
                  </a:cubicBezTo>
                  <a:cubicBezTo>
                    <a:pt x="1404239" y="1268174"/>
                    <a:pt x="1400336" y="1170064"/>
                    <a:pt x="1491168" y="1114720"/>
                  </a:cubicBezTo>
                  <a:cubicBezTo>
                    <a:pt x="1582000" y="1059376"/>
                    <a:pt x="1703027" y="1043685"/>
                    <a:pt x="1846132" y="1030908"/>
                  </a:cubicBezTo>
                  <a:cubicBezTo>
                    <a:pt x="1989238" y="1018132"/>
                    <a:pt x="2178923" y="1076351"/>
                    <a:pt x="2349801" y="1038061"/>
                  </a:cubicBezTo>
                  <a:cubicBezTo>
                    <a:pt x="2464768" y="1012248"/>
                    <a:pt x="2591208" y="978078"/>
                    <a:pt x="2690619" y="939087"/>
                  </a:cubicBezTo>
                  <a:cubicBezTo>
                    <a:pt x="2790031" y="900097"/>
                    <a:pt x="2865879" y="857362"/>
                    <a:pt x="2946270" y="804118"/>
                  </a:cubicBezTo>
                  <a:cubicBezTo>
                    <a:pt x="3029804" y="748777"/>
                    <a:pt x="3085560" y="695310"/>
                    <a:pt x="3156010" y="594472"/>
                  </a:cubicBezTo>
                  <a:cubicBezTo>
                    <a:pt x="3226460" y="493634"/>
                    <a:pt x="3362301" y="329202"/>
                    <a:pt x="3368968" y="199090"/>
                  </a:cubicBezTo>
                  <a:cubicBezTo>
                    <a:pt x="3375159" y="78790"/>
                    <a:pt x="3593762" y="120491"/>
                    <a:pt x="3595477"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0" name="Freeform: Shape 29">
              <a:extLst>
                <a:ext uri="{FF2B5EF4-FFF2-40B4-BE49-F238E27FC236}">
                  <a16:creationId xmlns:a16="http://schemas.microsoft.com/office/drawing/2014/main" id="{031F0D45-1C84-D297-BB18-61C3FCFC5824}"/>
                </a:ext>
              </a:extLst>
            </p:cNvPr>
            <p:cNvSpPr/>
            <p:nvPr/>
          </p:nvSpPr>
          <p:spPr>
            <a:xfrm rot="6828273" flipH="1" flipV="1">
              <a:off x="143748" y="5903620"/>
              <a:ext cx="566308" cy="983673"/>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1" name="Freeform: Shape 30">
              <a:extLst>
                <a:ext uri="{FF2B5EF4-FFF2-40B4-BE49-F238E27FC236}">
                  <a16:creationId xmlns:a16="http://schemas.microsoft.com/office/drawing/2014/main" id="{DD6A6211-7DBB-E59B-C700-9C106918A02B}"/>
                </a:ext>
              </a:extLst>
            </p:cNvPr>
            <p:cNvSpPr/>
            <p:nvPr/>
          </p:nvSpPr>
          <p:spPr>
            <a:xfrm rot="8192339" flipH="1" flipV="1">
              <a:off x="605509" y="4921618"/>
              <a:ext cx="1672669" cy="2722316"/>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2" name="Freeform: Shape 31">
              <a:extLst>
                <a:ext uri="{FF2B5EF4-FFF2-40B4-BE49-F238E27FC236}">
                  <a16:creationId xmlns:a16="http://schemas.microsoft.com/office/drawing/2014/main" id="{180E704C-B65E-C51D-0BF1-D0F1A76912F4}"/>
                </a:ext>
              </a:extLst>
            </p:cNvPr>
            <p:cNvSpPr/>
            <p:nvPr/>
          </p:nvSpPr>
          <p:spPr>
            <a:xfrm rot="8192339" flipH="1" flipV="1">
              <a:off x="754087" y="5170661"/>
              <a:ext cx="1421356" cy="238090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4239" h="2496976">
                  <a:moveTo>
                    <a:pt x="1836368" y="2496976"/>
                  </a:moveTo>
                  <a:cubicBezTo>
                    <a:pt x="1777956" y="2366576"/>
                    <a:pt x="2249182" y="2537626"/>
                    <a:pt x="2188900" y="2358138"/>
                  </a:cubicBezTo>
                  <a:cubicBezTo>
                    <a:pt x="2131931" y="2092601"/>
                    <a:pt x="1981707" y="2079783"/>
                    <a:pt x="1904596" y="1970065"/>
                  </a:cubicBezTo>
                  <a:cubicBezTo>
                    <a:pt x="1827485" y="1860347"/>
                    <a:pt x="1790521" y="1795094"/>
                    <a:pt x="1726235" y="1699828"/>
                  </a:cubicBezTo>
                  <a:cubicBezTo>
                    <a:pt x="1661949" y="1604562"/>
                    <a:pt x="1518500" y="1509245"/>
                    <a:pt x="1518881" y="1398470"/>
                  </a:cubicBezTo>
                  <a:cubicBezTo>
                    <a:pt x="1519357" y="1253499"/>
                    <a:pt x="1520099" y="1129449"/>
                    <a:pt x="1539907" y="985487"/>
                  </a:cubicBezTo>
                  <a:cubicBezTo>
                    <a:pt x="1559715" y="841525"/>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3" name="Freeform: Shape 32">
              <a:extLst>
                <a:ext uri="{FF2B5EF4-FFF2-40B4-BE49-F238E27FC236}">
                  <a16:creationId xmlns:a16="http://schemas.microsoft.com/office/drawing/2014/main" id="{519983D5-F43A-458D-7C17-BB08AE4FC87A}"/>
                </a:ext>
              </a:extLst>
            </p:cNvPr>
            <p:cNvSpPr/>
            <p:nvPr/>
          </p:nvSpPr>
          <p:spPr>
            <a:xfrm rot="8192339" flipH="1" flipV="1">
              <a:off x="1005150" y="5699429"/>
              <a:ext cx="901169" cy="169358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4" name="Oval 55">
              <a:extLst>
                <a:ext uri="{FF2B5EF4-FFF2-40B4-BE49-F238E27FC236}">
                  <a16:creationId xmlns:a16="http://schemas.microsoft.com/office/drawing/2014/main" id="{A8BADC3B-00E5-EEE7-8491-D8BF2D23580F}"/>
                </a:ext>
              </a:extLst>
            </p:cNvPr>
            <p:cNvSpPr/>
            <p:nvPr/>
          </p:nvSpPr>
          <p:spPr>
            <a:xfrm rot="9035553">
              <a:off x="1107570" y="6082478"/>
              <a:ext cx="669239" cy="99352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55">
              <a:extLst>
                <a:ext uri="{FF2B5EF4-FFF2-40B4-BE49-F238E27FC236}">
                  <a16:creationId xmlns:a16="http://schemas.microsoft.com/office/drawing/2014/main" id="{4EA970B8-70C0-BE26-94F9-961547CA6E85}"/>
                </a:ext>
              </a:extLst>
            </p:cNvPr>
            <p:cNvSpPr/>
            <p:nvPr/>
          </p:nvSpPr>
          <p:spPr>
            <a:xfrm rot="9035553">
              <a:off x="1229760" y="6396891"/>
              <a:ext cx="348484" cy="44344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9AF4B75D-931D-4A7C-D27D-A5BFBA2ECCDE}"/>
                </a:ext>
              </a:extLst>
            </p:cNvPr>
            <p:cNvSpPr/>
            <p:nvPr/>
          </p:nvSpPr>
          <p:spPr>
            <a:xfrm rot="4926481" flipH="1" flipV="1">
              <a:off x="-1063893" y="3680824"/>
              <a:ext cx="2962371" cy="124654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247" h="910494">
                  <a:moveTo>
                    <a:pt x="2735247" y="300203"/>
                  </a:moveTo>
                  <a:cubicBezTo>
                    <a:pt x="2547635" y="373823"/>
                    <a:pt x="2540641" y="526925"/>
                    <a:pt x="2444563" y="608280"/>
                  </a:cubicBezTo>
                  <a:cubicBezTo>
                    <a:pt x="2348485" y="689635"/>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45125" y="599671"/>
                    <a:pt x="627577" y="525864"/>
                  </a:cubicBezTo>
                  <a:cubicBezTo>
                    <a:pt x="610029" y="452057"/>
                    <a:pt x="718950" y="416001"/>
                    <a:pt x="687653" y="351409"/>
                  </a:cubicBezTo>
                  <a:cubicBezTo>
                    <a:pt x="656356" y="286817"/>
                    <a:pt x="535638" y="190783"/>
                    <a:pt x="439794" y="138311"/>
                  </a:cubicBezTo>
                  <a:cubicBezTo>
                    <a:pt x="343950" y="85839"/>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Freeform: Shape 36">
              <a:extLst>
                <a:ext uri="{FF2B5EF4-FFF2-40B4-BE49-F238E27FC236}">
                  <a16:creationId xmlns:a16="http://schemas.microsoft.com/office/drawing/2014/main" id="{E5D840DA-B838-E2E2-33BD-DA09FCD1668A}"/>
                </a:ext>
              </a:extLst>
            </p:cNvPr>
            <p:cNvSpPr/>
            <p:nvPr/>
          </p:nvSpPr>
          <p:spPr>
            <a:xfrm rot="5546150" flipH="1" flipV="1">
              <a:off x="-457298" y="3725918"/>
              <a:ext cx="1599118" cy="7502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8" name="Freeform: Shape 37">
              <a:extLst>
                <a:ext uri="{FF2B5EF4-FFF2-40B4-BE49-F238E27FC236}">
                  <a16:creationId xmlns:a16="http://schemas.microsoft.com/office/drawing/2014/main" id="{E33755B9-34B8-FCC7-6733-BA46DA6E1835}"/>
                </a:ext>
              </a:extLst>
            </p:cNvPr>
            <p:cNvSpPr/>
            <p:nvPr/>
          </p:nvSpPr>
          <p:spPr>
            <a:xfrm rot="5546150" flipH="1" flipV="1">
              <a:off x="-240589" y="3741506"/>
              <a:ext cx="1024918" cy="61000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548" h="669935">
                  <a:moveTo>
                    <a:pt x="1113111" y="0"/>
                  </a:moveTo>
                  <a:cubicBezTo>
                    <a:pt x="1140906" y="152507"/>
                    <a:pt x="1055779" y="277518"/>
                    <a:pt x="1001841" y="378123"/>
                  </a:cubicBezTo>
                  <a:cubicBezTo>
                    <a:pt x="947903" y="478728"/>
                    <a:pt x="917138" y="557775"/>
                    <a:pt x="789485" y="603632"/>
                  </a:cubicBezTo>
                  <a:cubicBezTo>
                    <a:pt x="661832" y="649489"/>
                    <a:pt x="346575" y="695517"/>
                    <a:pt x="235921" y="653265"/>
                  </a:cubicBezTo>
                  <a:cubicBezTo>
                    <a:pt x="125267" y="611013"/>
                    <a:pt x="164878" y="444923"/>
                    <a:pt x="125558" y="350122"/>
                  </a:cubicBezTo>
                  <a:cubicBezTo>
                    <a:pt x="86238" y="255321"/>
                    <a:pt x="11000" y="157707"/>
                    <a:pt x="0" y="84461"/>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9" name="Freeform: Shape 38">
              <a:extLst>
                <a:ext uri="{FF2B5EF4-FFF2-40B4-BE49-F238E27FC236}">
                  <a16:creationId xmlns:a16="http://schemas.microsoft.com/office/drawing/2014/main" id="{334F2D42-BBC7-CAF7-D943-E00FE3FB35FE}"/>
                </a:ext>
              </a:extLst>
            </p:cNvPr>
            <p:cNvSpPr/>
            <p:nvPr/>
          </p:nvSpPr>
          <p:spPr>
            <a:xfrm rot="5546150" flipH="1" flipV="1">
              <a:off x="-175960" y="3870591"/>
              <a:ext cx="761803" cy="46233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60" h="809192">
                  <a:moveTo>
                    <a:pt x="1389985" y="0"/>
                  </a:moveTo>
                  <a:cubicBezTo>
                    <a:pt x="1397893" y="130824"/>
                    <a:pt x="1232613" y="344318"/>
                    <a:pt x="1174085" y="478607"/>
                  </a:cubicBezTo>
                  <a:cubicBezTo>
                    <a:pt x="1115557" y="612896"/>
                    <a:pt x="1157246" y="782098"/>
                    <a:pt x="1038814" y="805735"/>
                  </a:cubicBezTo>
                  <a:cubicBezTo>
                    <a:pt x="920382" y="829372"/>
                    <a:pt x="571860" y="727938"/>
                    <a:pt x="463492" y="620431"/>
                  </a:cubicBezTo>
                  <a:cubicBezTo>
                    <a:pt x="355124" y="512924"/>
                    <a:pt x="465853" y="256824"/>
                    <a:pt x="388604" y="160693"/>
                  </a:cubicBezTo>
                  <a:cubicBezTo>
                    <a:pt x="311355" y="64562"/>
                    <a:pt x="133525" y="90487"/>
                    <a:pt x="0" y="43646"/>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0" name="Freeform: Shape 39">
              <a:extLst>
                <a:ext uri="{FF2B5EF4-FFF2-40B4-BE49-F238E27FC236}">
                  <a16:creationId xmlns:a16="http://schemas.microsoft.com/office/drawing/2014/main" id="{BFA1C385-52BA-A436-DE62-E330B61BC0F1}"/>
                </a:ext>
              </a:extLst>
            </p:cNvPr>
            <p:cNvSpPr/>
            <p:nvPr/>
          </p:nvSpPr>
          <p:spPr>
            <a:xfrm rot="4926481" flipH="1" flipV="1">
              <a:off x="-731413" y="3617447"/>
              <a:ext cx="2144660" cy="1062448"/>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228" h="776025">
                  <a:moveTo>
                    <a:pt x="1980228" y="269864"/>
                  </a:moveTo>
                  <a:cubicBezTo>
                    <a:pt x="1946069" y="372021"/>
                    <a:pt x="1898940" y="438345"/>
                    <a:pt x="1830044" y="505496"/>
                  </a:cubicBezTo>
                  <a:cubicBezTo>
                    <a:pt x="1761148" y="572647"/>
                    <a:pt x="1649005" y="627717"/>
                    <a:pt x="1566854" y="672771"/>
                  </a:cubicBezTo>
                  <a:cubicBezTo>
                    <a:pt x="1484704" y="717825"/>
                    <a:pt x="1440561" y="771486"/>
                    <a:pt x="1337141" y="775819"/>
                  </a:cubicBezTo>
                  <a:cubicBezTo>
                    <a:pt x="1233721" y="780152"/>
                    <a:pt x="1104867" y="715031"/>
                    <a:pt x="946333" y="698772"/>
                  </a:cubicBezTo>
                  <a:cubicBezTo>
                    <a:pt x="787799" y="682513"/>
                    <a:pt x="488585" y="730037"/>
                    <a:pt x="385937" y="678267"/>
                  </a:cubicBezTo>
                  <a:cubicBezTo>
                    <a:pt x="283289" y="626497"/>
                    <a:pt x="350282" y="467651"/>
                    <a:pt x="330444" y="388152"/>
                  </a:cubicBezTo>
                  <a:cubicBezTo>
                    <a:pt x="310606" y="308653"/>
                    <a:pt x="321986" y="265963"/>
                    <a:pt x="266912" y="201271"/>
                  </a:cubicBezTo>
                  <a:cubicBezTo>
                    <a:pt x="211838" y="136579"/>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1" name="Freeform: Shape 40">
              <a:extLst>
                <a:ext uri="{FF2B5EF4-FFF2-40B4-BE49-F238E27FC236}">
                  <a16:creationId xmlns:a16="http://schemas.microsoft.com/office/drawing/2014/main" id="{2AB26C83-BCD3-9AD2-AEF2-ABBD4D44AE32}"/>
                </a:ext>
              </a:extLst>
            </p:cNvPr>
            <p:cNvSpPr/>
            <p:nvPr/>
          </p:nvSpPr>
          <p:spPr>
            <a:xfrm rot="5546150" flipH="1" flipV="1">
              <a:off x="-25094" y="3915308"/>
              <a:ext cx="292368" cy="26757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Tree>
    <p:extLst>
      <p:ext uri="{BB962C8B-B14F-4D97-AF65-F5344CB8AC3E}">
        <p14:creationId xmlns:p14="http://schemas.microsoft.com/office/powerpoint/2010/main" val="4880431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 Subtitle_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304800" y="304800"/>
            <a:ext cx="11582400" cy="4218791"/>
          </a:xfrm>
        </p:spPr>
        <p:txBody>
          <a:bodyPr anchor="b">
            <a:noAutofit/>
          </a:bodyPr>
          <a:lstStyle>
            <a:lvl1pPr algn="l">
              <a:defRPr sz="115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294066" y="4425300"/>
            <a:ext cx="11593134" cy="2432700"/>
          </a:xfrm>
        </p:spPr>
        <p:txBody>
          <a:bodyPr anchor="t">
            <a:noAutofit/>
          </a:bodyPr>
          <a:lstStyle>
            <a:lvl1pPr marL="0" indent="0" algn="l">
              <a:lnSpc>
                <a:spcPct val="80000"/>
              </a:lnSpc>
              <a:buNone/>
              <a:defRPr sz="11500" cap="all" baseline="0">
                <a:ln w="9525">
                  <a:solidFill>
                    <a:schemeClr val="tx1"/>
                  </a:solidFill>
                </a:ln>
                <a:no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110384967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 Subtitle_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921932" y="304800"/>
            <a:ext cx="8016021" cy="4041289"/>
          </a:xfrm>
        </p:spPr>
        <p:txBody>
          <a:bodyPr anchor="b">
            <a:noAutofit/>
          </a:bodyPr>
          <a:lstStyle>
            <a:lvl1pPr algn="l">
              <a:defRPr sz="8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921932" y="4404049"/>
            <a:ext cx="6774802" cy="1394324"/>
          </a:xfrm>
        </p:spPr>
        <p:txBody>
          <a:bodyPr>
            <a:normAutofit/>
          </a:bodyPr>
          <a:lstStyle>
            <a:lvl1pPr marL="0" indent="0" algn="l">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a:xfrm>
            <a:off x="1714500" y="6418800"/>
            <a:ext cx="2607602" cy="294462"/>
          </a:xfrm>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28" name="Group 27">
            <a:extLst>
              <a:ext uri="{FF2B5EF4-FFF2-40B4-BE49-F238E27FC236}">
                <a16:creationId xmlns:a16="http://schemas.microsoft.com/office/drawing/2014/main" id="{3ABCF253-756E-096E-6C1D-DAAE236EBE01}"/>
              </a:ext>
            </a:extLst>
          </p:cNvPr>
          <p:cNvGrpSpPr/>
          <p:nvPr userDrawn="1"/>
        </p:nvGrpSpPr>
        <p:grpSpPr>
          <a:xfrm flipH="1" flipV="1">
            <a:off x="7362879" y="-271205"/>
            <a:ext cx="5695840" cy="8439423"/>
            <a:chOff x="-866895" y="-1333785"/>
            <a:chExt cx="5695840" cy="8439423"/>
          </a:xfrm>
        </p:grpSpPr>
        <p:sp>
          <p:nvSpPr>
            <p:cNvPr id="29" name="Freeform: Shape 28">
              <a:extLst>
                <a:ext uri="{FF2B5EF4-FFF2-40B4-BE49-F238E27FC236}">
                  <a16:creationId xmlns:a16="http://schemas.microsoft.com/office/drawing/2014/main" id="{C6879E87-F6F6-4BF5-B09C-A6C69C3993B9}"/>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265F63DD-BB2A-3FD3-47AE-504503978692}"/>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31" name="Freeform: Shape 30">
              <a:extLst>
                <a:ext uri="{FF2B5EF4-FFF2-40B4-BE49-F238E27FC236}">
                  <a16:creationId xmlns:a16="http://schemas.microsoft.com/office/drawing/2014/main" id="{0D0D8527-295D-BAFE-676F-A15743004BCC}"/>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6A344DFA-6D54-4B08-F770-28DB645E1C04}"/>
                </a:ext>
              </a:extLst>
            </p:cNvPr>
            <p:cNvSpPr/>
            <p:nvPr userDrawn="1"/>
          </p:nvSpPr>
          <p:spPr>
            <a:xfrm rot="15058907" flipV="1">
              <a:off x="1120027" y="4934675"/>
              <a:ext cx="1017560" cy="1603990"/>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33" name="Freeform: Shape 32">
              <a:extLst>
                <a:ext uri="{FF2B5EF4-FFF2-40B4-BE49-F238E27FC236}">
                  <a16:creationId xmlns:a16="http://schemas.microsoft.com/office/drawing/2014/main" id="{B789A34B-8012-6A93-C35C-6739BAF78A63}"/>
                </a:ext>
              </a:extLst>
            </p:cNvPr>
            <p:cNvSpPr/>
            <p:nvPr userDrawn="1"/>
          </p:nvSpPr>
          <p:spPr>
            <a:xfrm rot="15058907" flipV="1">
              <a:off x="492563" y="4312855"/>
              <a:ext cx="2100446" cy="3036660"/>
            </a:xfrm>
            <a:custGeom>
              <a:avLst/>
              <a:gdLst>
                <a:gd name="connsiteX0" fmla="*/ 2095140 w 2101044"/>
                <a:gd name="connsiteY0" fmla="*/ 257650 h 3035159"/>
                <a:gd name="connsiteX1" fmla="*/ 1926182 w 2101044"/>
                <a:gd name="connsiteY1" fmla="*/ 42531 h 3035159"/>
                <a:gd name="connsiteX2" fmla="*/ 1684894 w 2101044"/>
                <a:gd name="connsiteY2" fmla="*/ 6503 h 3035159"/>
                <a:gd name="connsiteX3" fmla="*/ 1210537 w 2101044"/>
                <a:gd name="connsiteY3" fmla="*/ 129215 h 3035159"/>
                <a:gd name="connsiteX4" fmla="*/ 999090 w 2101044"/>
                <a:gd name="connsiteY4" fmla="*/ 212204 h 3035159"/>
                <a:gd name="connsiteX5" fmla="*/ 694151 w 2101044"/>
                <a:gd name="connsiteY5" fmla="*/ 450356 h 3035159"/>
                <a:gd name="connsiteX6" fmla="*/ 399726 w 2101044"/>
                <a:gd name="connsiteY6" fmla="*/ 711308 h 3035159"/>
                <a:gd name="connsiteX7" fmla="*/ 275431 w 2101044"/>
                <a:gd name="connsiteY7" fmla="*/ 935065 h 3035159"/>
                <a:gd name="connsiteX8" fmla="*/ 171284 w 2101044"/>
                <a:gd name="connsiteY8" fmla="*/ 1225522 h 3035159"/>
                <a:gd name="connsiteX9" fmla="*/ 2582 w 2101044"/>
                <a:gd name="connsiteY9" fmla="*/ 1509049 h 3035159"/>
                <a:gd name="connsiteX10" fmla="*/ 41828 w 2101044"/>
                <a:gd name="connsiteY10" fmla="*/ 1787345 h 3035159"/>
                <a:gd name="connsiteX11" fmla="*/ 34552 w 2101044"/>
                <a:gd name="connsiteY11" fmla="*/ 1811682 h 3035159"/>
                <a:gd name="connsiteX12" fmla="*/ 342792 w 2101044"/>
                <a:gd name="connsiteY12" fmla="*/ 2705952 h 3035159"/>
                <a:gd name="connsiteX13" fmla="*/ 347240 w 2101044"/>
                <a:gd name="connsiteY13" fmla="*/ 2706828 h 3035159"/>
                <a:gd name="connsiteX14" fmla="*/ 411885 w 2101044"/>
                <a:gd name="connsiteY14" fmla="*/ 2733850 h 3035159"/>
                <a:gd name="connsiteX15" fmla="*/ 665964 w 2101044"/>
                <a:gd name="connsiteY15" fmla="*/ 2975840 h 3035159"/>
                <a:gd name="connsiteX16" fmla="*/ 971709 w 2101044"/>
                <a:gd name="connsiteY16" fmla="*/ 3015398 h 3035159"/>
                <a:gd name="connsiteX17" fmla="*/ 1097765 w 2101044"/>
                <a:gd name="connsiteY17" fmla="*/ 2712040 h 3035159"/>
                <a:gd name="connsiteX18" fmla="*/ 1287543 w 2101044"/>
                <a:gd name="connsiteY18" fmla="*/ 2378433 h 3035159"/>
                <a:gd name="connsiteX19" fmla="*/ 1800522 w 2101044"/>
                <a:gd name="connsiteY19" fmla="*/ 2028136 h 3035159"/>
                <a:gd name="connsiteX20" fmla="*/ 1969626 w 2101044"/>
                <a:gd name="connsiteY20" fmla="*/ 1684173 h 3035159"/>
                <a:gd name="connsiteX21" fmla="*/ 2042558 w 2101044"/>
                <a:gd name="connsiteY21" fmla="*/ 1470344 h 3035159"/>
                <a:gd name="connsiteX22" fmla="*/ 2076699 w 2101044"/>
                <a:gd name="connsiteY22" fmla="*/ 1246423 h 3035159"/>
                <a:gd name="connsiteX23" fmla="*/ 2059489 w 2101044"/>
                <a:gd name="connsiteY23" fmla="*/ 862476 h 3035159"/>
                <a:gd name="connsiteX24" fmla="*/ 2067534 w 2101044"/>
                <a:gd name="connsiteY24" fmla="*/ 477981 h 3035159"/>
                <a:gd name="connsiteX25" fmla="*/ 2095140 w 2101044"/>
                <a:gd name="connsiteY25" fmla="*/ 257650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342792 w 2101044"/>
                <a:gd name="connsiteY24" fmla="*/ 2705952 h 3035159"/>
                <a:gd name="connsiteX25" fmla="*/ 438680 w 2101044"/>
                <a:gd name="connsiteY25"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438680 w 2101044"/>
                <a:gd name="connsiteY24"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23" fmla="*/ 34552 w 2101044"/>
                <a:gd name="connsiteY23" fmla="*/ 1811682 h 3036660"/>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286945 w 2100446"/>
                <a:gd name="connsiteY5" fmla="*/ 237843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00446" h="3036660">
                  <a:moveTo>
                    <a:pt x="351274" y="2648423"/>
                  </a:moveTo>
                  <a:cubicBezTo>
                    <a:pt x="372816" y="2654711"/>
                    <a:pt x="442128" y="2637497"/>
                    <a:pt x="494477" y="2692066"/>
                  </a:cubicBezTo>
                  <a:cubicBezTo>
                    <a:pt x="546826" y="2746635"/>
                    <a:pt x="585927" y="2921951"/>
                    <a:pt x="665366" y="2975840"/>
                  </a:cubicBezTo>
                  <a:cubicBezTo>
                    <a:pt x="744805" y="3029729"/>
                    <a:pt x="899144" y="3059365"/>
                    <a:pt x="971111" y="3015398"/>
                  </a:cubicBezTo>
                  <a:cubicBezTo>
                    <a:pt x="1043078" y="2971431"/>
                    <a:pt x="1044527" y="2818200"/>
                    <a:pt x="1097167" y="2712040"/>
                  </a:cubicBezTo>
                  <a:cubicBezTo>
                    <a:pt x="1149806" y="2605879"/>
                    <a:pt x="1169819" y="2492417"/>
                    <a:pt x="1286945" y="2378433"/>
                  </a:cubicBezTo>
                  <a:cubicBezTo>
                    <a:pt x="1404071" y="2264449"/>
                    <a:pt x="1686243" y="2143845"/>
                    <a:pt x="1799924" y="2028136"/>
                  </a:cubicBezTo>
                  <a:cubicBezTo>
                    <a:pt x="1913605" y="1912426"/>
                    <a:pt x="1928689" y="1777139"/>
                    <a:pt x="1969028" y="1684173"/>
                  </a:cubicBezTo>
                  <a:cubicBezTo>
                    <a:pt x="2009368" y="1591209"/>
                    <a:pt x="2024565" y="1543025"/>
                    <a:pt x="2041960" y="1470344"/>
                  </a:cubicBezTo>
                  <a:cubicBezTo>
                    <a:pt x="2059636" y="1396358"/>
                    <a:pt x="2072752" y="1321645"/>
                    <a:pt x="2076101" y="1246423"/>
                  </a:cubicBezTo>
                  <a:cubicBezTo>
                    <a:pt x="2081775" y="1118344"/>
                    <a:pt x="2059357" y="990628"/>
                    <a:pt x="2058891" y="862476"/>
                  </a:cubicBezTo>
                  <a:cubicBezTo>
                    <a:pt x="2058612" y="765109"/>
                    <a:pt x="2072518" y="575203"/>
                    <a:pt x="2066936" y="477981"/>
                  </a:cubicBezTo>
                  <a:cubicBezTo>
                    <a:pt x="2063308" y="414667"/>
                    <a:pt x="2118101" y="330225"/>
                    <a:pt x="2094542" y="257650"/>
                  </a:cubicBezTo>
                  <a:cubicBezTo>
                    <a:pt x="2070983" y="185075"/>
                    <a:pt x="1993958" y="84388"/>
                    <a:pt x="1925584" y="42531"/>
                  </a:cubicBezTo>
                  <a:cubicBezTo>
                    <a:pt x="1857210" y="673"/>
                    <a:pt x="1803570" y="-7944"/>
                    <a:pt x="1684296" y="6503"/>
                  </a:cubicBezTo>
                  <a:cubicBezTo>
                    <a:pt x="1565022" y="20951"/>
                    <a:pt x="1324240" y="94931"/>
                    <a:pt x="1209939" y="129215"/>
                  </a:cubicBezTo>
                  <a:cubicBezTo>
                    <a:pt x="1095638" y="163498"/>
                    <a:pt x="1063145" y="176118"/>
                    <a:pt x="998492" y="212204"/>
                  </a:cubicBezTo>
                  <a:cubicBezTo>
                    <a:pt x="881187" y="277696"/>
                    <a:pt x="788161" y="365115"/>
                    <a:pt x="693553" y="450356"/>
                  </a:cubicBezTo>
                  <a:cubicBezTo>
                    <a:pt x="595411" y="537340"/>
                    <a:pt x="468914" y="630523"/>
                    <a:pt x="399128" y="711308"/>
                  </a:cubicBezTo>
                  <a:cubicBezTo>
                    <a:pt x="329341" y="792092"/>
                    <a:pt x="312907" y="849362"/>
                    <a:pt x="274833" y="935065"/>
                  </a:cubicBezTo>
                  <a:cubicBezTo>
                    <a:pt x="236760" y="1020767"/>
                    <a:pt x="216160" y="1129858"/>
                    <a:pt x="170686" y="1225522"/>
                  </a:cubicBezTo>
                  <a:cubicBezTo>
                    <a:pt x="125211" y="1321186"/>
                    <a:pt x="19400" y="1413204"/>
                    <a:pt x="1984" y="1509049"/>
                  </a:cubicBezTo>
                  <a:cubicBezTo>
                    <a:pt x="-15432" y="1604894"/>
                    <a:pt x="88151" y="1711550"/>
                    <a:pt x="66189" y="180059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4" name="Freeform: Shape 33">
              <a:extLst>
                <a:ext uri="{FF2B5EF4-FFF2-40B4-BE49-F238E27FC236}">
                  <a16:creationId xmlns:a16="http://schemas.microsoft.com/office/drawing/2014/main" id="{A57B1F9E-6D14-CFE4-88B7-68444938360B}"/>
                </a:ext>
              </a:extLst>
            </p:cNvPr>
            <p:cNvSpPr/>
            <p:nvPr userDrawn="1"/>
          </p:nvSpPr>
          <p:spPr>
            <a:xfrm rot="8899819" flipV="1">
              <a:off x="-866895" y="1075400"/>
              <a:ext cx="4754557" cy="207334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362558"/>
                <a:gd name="connsiteY0" fmla="*/ 90496 h 2549244"/>
                <a:gd name="connsiteX1" fmla="*/ 770307 w 4362558"/>
                <a:gd name="connsiteY1" fmla="*/ 732895 h 2549244"/>
                <a:gd name="connsiteX2" fmla="*/ 1011088 w 4362558"/>
                <a:gd name="connsiteY2" fmla="*/ 1154722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770307 w 4362558"/>
                <a:gd name="connsiteY1" fmla="*/ 732895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836198 w 4362558"/>
                <a:gd name="connsiteY1" fmla="*/ 535182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211255"/>
                <a:gd name="connsiteY0" fmla="*/ -1 h 2605538"/>
                <a:gd name="connsiteX1" fmla="*/ 684895 w 4211255"/>
                <a:gd name="connsiteY1" fmla="*/ 591476 h 2605538"/>
                <a:gd name="connsiteX2" fmla="*/ 870284 w 4211255"/>
                <a:gd name="connsiteY2" fmla="*/ 1101282 h 2605538"/>
                <a:gd name="connsiteX3" fmla="*/ 1135503 w 4211255"/>
                <a:gd name="connsiteY3" fmla="*/ 1148728 h 2605538"/>
                <a:gd name="connsiteX4" fmla="*/ 1245327 w 4211255"/>
                <a:gd name="connsiteY4" fmla="*/ 945406 h 2605538"/>
                <a:gd name="connsiteX5" fmla="*/ 1233454 w 4211255"/>
                <a:gd name="connsiteY5" fmla="*/ 553797 h 2605538"/>
                <a:gd name="connsiteX6" fmla="*/ 1210213 w 4211255"/>
                <a:gd name="connsiteY6" fmla="*/ 419113 h 2605538"/>
                <a:gd name="connsiteX7" fmla="*/ 1210213 w 4211255"/>
                <a:gd name="connsiteY7" fmla="*/ 314338 h 2605538"/>
                <a:gd name="connsiteX8" fmla="*/ 1331987 w 4211255"/>
                <a:gd name="connsiteY8" fmla="*/ 57430 h 2605538"/>
                <a:gd name="connsiteX9" fmla="*/ 1514251 w 4211255"/>
                <a:gd name="connsiteY9" fmla="*/ 231185 h 2605538"/>
                <a:gd name="connsiteX10" fmla="*/ 1623884 w 4211255"/>
                <a:gd name="connsiteY10" fmla="*/ 315957 h 2605538"/>
                <a:gd name="connsiteX11" fmla="*/ 1677033 w 4211255"/>
                <a:gd name="connsiteY11" fmla="*/ 543700 h 2605538"/>
                <a:gd name="connsiteX12" fmla="*/ 1572354 w 4211255"/>
                <a:gd name="connsiteY12" fmla="*/ 874503 h 2605538"/>
                <a:gd name="connsiteX13" fmla="*/ 1540826 w 4211255"/>
                <a:gd name="connsiteY13" fmla="*/ 1100627 h 2605538"/>
                <a:gd name="connsiteX14" fmla="*/ 1640552 w 4211255"/>
                <a:gd name="connsiteY14" fmla="*/ 1353325 h 2605538"/>
                <a:gd name="connsiteX15" fmla="*/ 1821623 w 4211255"/>
                <a:gd name="connsiteY15" fmla="*/ 1689081 h 2605538"/>
                <a:gd name="connsiteX16" fmla="*/ 1932970 w 4211255"/>
                <a:gd name="connsiteY16" fmla="*/ 1920158 h 2605538"/>
                <a:gd name="connsiteX17" fmla="*/ 2103372 w 4211255"/>
                <a:gd name="connsiteY17" fmla="*/ 2218290 h 2605538"/>
                <a:gd name="connsiteX18" fmla="*/ 2263678 w 4211255"/>
                <a:gd name="connsiteY18" fmla="*/ 2409838 h 2605538"/>
                <a:gd name="connsiteX19" fmla="*/ 2421602 w 4211255"/>
                <a:gd name="connsiteY19" fmla="*/ 2500802 h 2605538"/>
                <a:gd name="connsiteX20" fmla="*/ 2660871 w 4211255"/>
                <a:gd name="connsiteY20" fmla="*/ 2529568 h 2605538"/>
                <a:gd name="connsiteX21" fmla="*/ 2888137 w 4211255"/>
                <a:gd name="connsiteY21" fmla="*/ 2529568 h 2605538"/>
                <a:gd name="connsiteX22" fmla="*/ 3186555 w 4211255"/>
                <a:gd name="connsiteY22" fmla="*/ 2505184 h 2605538"/>
                <a:gd name="connsiteX23" fmla="*/ 3314476 w 4211255"/>
                <a:gd name="connsiteY23" fmla="*/ 2505184 h 2605538"/>
                <a:gd name="connsiteX24" fmla="*/ 3570222 w 4211255"/>
                <a:gd name="connsiteY24" fmla="*/ 2555190 h 2605538"/>
                <a:gd name="connsiteX25" fmla="*/ 3904169 w 4211255"/>
                <a:gd name="connsiteY25" fmla="*/ 2605482 h 2605538"/>
                <a:gd name="connsiteX26" fmla="*/ 4211255 w 4211255"/>
                <a:gd name="connsiteY26" fmla="*/ 2543664 h 2605538"/>
                <a:gd name="connsiteX0" fmla="*/ 0 w 4211255"/>
                <a:gd name="connsiteY0" fmla="*/ 0 h 2605539"/>
                <a:gd name="connsiteX1" fmla="*/ 684895 w 4211255"/>
                <a:gd name="connsiteY1" fmla="*/ 591477 h 2605539"/>
                <a:gd name="connsiteX2" fmla="*/ 870284 w 4211255"/>
                <a:gd name="connsiteY2" fmla="*/ 1101283 h 2605539"/>
                <a:gd name="connsiteX3" fmla="*/ 1135503 w 4211255"/>
                <a:gd name="connsiteY3" fmla="*/ 1148729 h 2605539"/>
                <a:gd name="connsiteX4" fmla="*/ 1245327 w 4211255"/>
                <a:gd name="connsiteY4" fmla="*/ 945407 h 2605539"/>
                <a:gd name="connsiteX5" fmla="*/ 1233454 w 4211255"/>
                <a:gd name="connsiteY5" fmla="*/ 553798 h 2605539"/>
                <a:gd name="connsiteX6" fmla="*/ 1210213 w 4211255"/>
                <a:gd name="connsiteY6" fmla="*/ 419114 h 2605539"/>
                <a:gd name="connsiteX7" fmla="*/ 1210213 w 4211255"/>
                <a:gd name="connsiteY7" fmla="*/ 314339 h 2605539"/>
                <a:gd name="connsiteX8" fmla="*/ 1331987 w 4211255"/>
                <a:gd name="connsiteY8" fmla="*/ 57431 h 2605539"/>
                <a:gd name="connsiteX9" fmla="*/ 1514251 w 4211255"/>
                <a:gd name="connsiteY9" fmla="*/ 231186 h 2605539"/>
                <a:gd name="connsiteX10" fmla="*/ 1623884 w 4211255"/>
                <a:gd name="connsiteY10" fmla="*/ 315958 h 2605539"/>
                <a:gd name="connsiteX11" fmla="*/ 1677033 w 4211255"/>
                <a:gd name="connsiteY11" fmla="*/ 543701 h 2605539"/>
                <a:gd name="connsiteX12" fmla="*/ 1572354 w 4211255"/>
                <a:gd name="connsiteY12" fmla="*/ 874504 h 2605539"/>
                <a:gd name="connsiteX13" fmla="*/ 1540826 w 4211255"/>
                <a:gd name="connsiteY13" fmla="*/ 1100628 h 2605539"/>
                <a:gd name="connsiteX14" fmla="*/ 1640552 w 4211255"/>
                <a:gd name="connsiteY14" fmla="*/ 1353326 h 2605539"/>
                <a:gd name="connsiteX15" fmla="*/ 1821623 w 4211255"/>
                <a:gd name="connsiteY15" fmla="*/ 1689082 h 2605539"/>
                <a:gd name="connsiteX16" fmla="*/ 1932970 w 4211255"/>
                <a:gd name="connsiteY16" fmla="*/ 1920159 h 2605539"/>
                <a:gd name="connsiteX17" fmla="*/ 2103372 w 4211255"/>
                <a:gd name="connsiteY17" fmla="*/ 2218291 h 2605539"/>
                <a:gd name="connsiteX18" fmla="*/ 2263678 w 4211255"/>
                <a:gd name="connsiteY18" fmla="*/ 2409839 h 2605539"/>
                <a:gd name="connsiteX19" fmla="*/ 2421602 w 4211255"/>
                <a:gd name="connsiteY19" fmla="*/ 2500803 h 2605539"/>
                <a:gd name="connsiteX20" fmla="*/ 2660871 w 4211255"/>
                <a:gd name="connsiteY20" fmla="*/ 2529569 h 2605539"/>
                <a:gd name="connsiteX21" fmla="*/ 2888137 w 4211255"/>
                <a:gd name="connsiteY21" fmla="*/ 2529569 h 2605539"/>
                <a:gd name="connsiteX22" fmla="*/ 3186555 w 4211255"/>
                <a:gd name="connsiteY22" fmla="*/ 2505185 h 2605539"/>
                <a:gd name="connsiteX23" fmla="*/ 3314476 w 4211255"/>
                <a:gd name="connsiteY23" fmla="*/ 2505185 h 2605539"/>
                <a:gd name="connsiteX24" fmla="*/ 3570222 w 4211255"/>
                <a:gd name="connsiteY24" fmla="*/ 2555191 h 2605539"/>
                <a:gd name="connsiteX25" fmla="*/ 3904169 w 4211255"/>
                <a:gd name="connsiteY25" fmla="*/ 2605483 h 2605539"/>
                <a:gd name="connsiteX26" fmla="*/ 4211255 w 4211255"/>
                <a:gd name="connsiteY26" fmla="*/ 2543665 h 260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11255" h="2605539">
                  <a:moveTo>
                    <a:pt x="0" y="0"/>
                  </a:moveTo>
                  <a:cubicBezTo>
                    <a:pt x="344900" y="287435"/>
                    <a:pt x="539848" y="407930"/>
                    <a:pt x="684895" y="591477"/>
                  </a:cubicBezTo>
                  <a:cubicBezTo>
                    <a:pt x="829942" y="775024"/>
                    <a:pt x="795183" y="1008408"/>
                    <a:pt x="870284" y="1101283"/>
                  </a:cubicBezTo>
                  <a:cubicBezTo>
                    <a:pt x="945385" y="1194158"/>
                    <a:pt x="1072996" y="1174708"/>
                    <a:pt x="1135503" y="1148729"/>
                  </a:cubicBezTo>
                  <a:cubicBezTo>
                    <a:pt x="1198010" y="1122750"/>
                    <a:pt x="1229002" y="1044562"/>
                    <a:pt x="1245327" y="945407"/>
                  </a:cubicBezTo>
                  <a:cubicBezTo>
                    <a:pt x="1261652" y="846252"/>
                    <a:pt x="1245630" y="660208"/>
                    <a:pt x="1233454" y="553798"/>
                  </a:cubicBezTo>
                  <a:cubicBezTo>
                    <a:pt x="1226215" y="508840"/>
                    <a:pt x="1217643" y="464072"/>
                    <a:pt x="1210213" y="419114"/>
                  </a:cubicBezTo>
                  <a:cubicBezTo>
                    <a:pt x="1204403" y="384062"/>
                    <a:pt x="1189917" y="374619"/>
                    <a:pt x="1210213" y="314339"/>
                  </a:cubicBezTo>
                  <a:cubicBezTo>
                    <a:pt x="1230509" y="254059"/>
                    <a:pt x="1277409" y="71432"/>
                    <a:pt x="1331987" y="57431"/>
                  </a:cubicBezTo>
                  <a:cubicBezTo>
                    <a:pt x="1392280" y="42000"/>
                    <a:pt x="1465602" y="188098"/>
                    <a:pt x="1514251" y="231186"/>
                  </a:cubicBezTo>
                  <a:cubicBezTo>
                    <a:pt x="1562900" y="274274"/>
                    <a:pt x="1595690" y="278335"/>
                    <a:pt x="1623884" y="315958"/>
                  </a:cubicBezTo>
                  <a:cubicBezTo>
                    <a:pt x="1672271" y="380347"/>
                    <a:pt x="1685415" y="463215"/>
                    <a:pt x="1677033" y="543701"/>
                  </a:cubicBezTo>
                  <a:cubicBezTo>
                    <a:pt x="1665032" y="659144"/>
                    <a:pt x="1609120" y="764014"/>
                    <a:pt x="1572354" y="874504"/>
                  </a:cubicBezTo>
                  <a:cubicBezTo>
                    <a:pt x="1547970" y="947656"/>
                    <a:pt x="1531872" y="1024142"/>
                    <a:pt x="1540826" y="1100628"/>
                  </a:cubicBezTo>
                  <a:cubicBezTo>
                    <a:pt x="1551398" y="1191306"/>
                    <a:pt x="1596071" y="1273126"/>
                    <a:pt x="1640552" y="1353326"/>
                  </a:cubicBezTo>
                  <a:cubicBezTo>
                    <a:pt x="1702179" y="1464578"/>
                    <a:pt x="1765044" y="1575259"/>
                    <a:pt x="1821623" y="1689082"/>
                  </a:cubicBezTo>
                  <a:cubicBezTo>
                    <a:pt x="1859723" y="1765663"/>
                    <a:pt x="1894965" y="1843578"/>
                    <a:pt x="1932970" y="1920159"/>
                  </a:cubicBezTo>
                  <a:cubicBezTo>
                    <a:pt x="1983929" y="2022743"/>
                    <a:pt x="2039936" y="2122851"/>
                    <a:pt x="2103372" y="2218291"/>
                  </a:cubicBezTo>
                  <a:cubicBezTo>
                    <a:pt x="2149664" y="2288014"/>
                    <a:pt x="2200051" y="2355547"/>
                    <a:pt x="2263678" y="2409839"/>
                  </a:cubicBezTo>
                  <a:cubicBezTo>
                    <a:pt x="2310351" y="2449654"/>
                    <a:pt x="2363310" y="2481658"/>
                    <a:pt x="2421602" y="2500803"/>
                  </a:cubicBezTo>
                  <a:cubicBezTo>
                    <a:pt x="2498279" y="2526044"/>
                    <a:pt x="2580003" y="2527663"/>
                    <a:pt x="2660871" y="2529569"/>
                  </a:cubicBezTo>
                  <a:cubicBezTo>
                    <a:pt x="2736690" y="2531283"/>
                    <a:pt x="2812508" y="2533188"/>
                    <a:pt x="2888137" y="2529569"/>
                  </a:cubicBezTo>
                  <a:cubicBezTo>
                    <a:pt x="2987864" y="2524806"/>
                    <a:pt x="3086829" y="2510804"/>
                    <a:pt x="3186555" y="2505185"/>
                  </a:cubicBezTo>
                  <a:cubicBezTo>
                    <a:pt x="3229132" y="2502803"/>
                    <a:pt x="3271899" y="2501946"/>
                    <a:pt x="3314476" y="2505185"/>
                  </a:cubicBezTo>
                  <a:cubicBezTo>
                    <a:pt x="3401249" y="2511757"/>
                    <a:pt x="3485545" y="2534903"/>
                    <a:pt x="3570222" y="2555191"/>
                  </a:cubicBezTo>
                  <a:cubicBezTo>
                    <a:pt x="3680046" y="2581575"/>
                    <a:pt x="3791298" y="2603673"/>
                    <a:pt x="3904169" y="2605483"/>
                  </a:cubicBezTo>
                  <a:cubicBezTo>
                    <a:pt x="4010182" y="2607197"/>
                    <a:pt x="4064371" y="2569680"/>
                    <a:pt x="4211255" y="2543665"/>
                  </a:cubicBezTo>
                </a:path>
              </a:pathLst>
            </a:custGeom>
            <a:noFill/>
            <a:ln w="6350" cap="rnd">
              <a:solidFill>
                <a:schemeClr val="tx1">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142BEDE7-D1BB-0B69-DBBD-F173F498C946}"/>
                </a:ext>
              </a:extLst>
            </p:cNvPr>
            <p:cNvSpPr/>
            <p:nvPr userDrawn="1"/>
          </p:nvSpPr>
          <p:spPr>
            <a:xfrm rot="8899819" flipV="1">
              <a:off x="-864058" y="948113"/>
              <a:ext cx="4490870" cy="2071205"/>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509905 w 4509905"/>
                <a:gd name="connsiteY0" fmla="*/ 2518395 h 2569167"/>
                <a:gd name="connsiteX1" fmla="*/ 4050648 w 4509905"/>
                <a:gd name="connsiteY1" fmla="*/ 2522727 h 2569167"/>
                <a:gd name="connsiteX2" fmla="*/ 3772003 w 4509905"/>
                <a:gd name="connsiteY2" fmla="*/ 2537946 h 2569167"/>
                <a:gd name="connsiteX3" fmla="*/ 3245652 w 4509905"/>
                <a:gd name="connsiteY3" fmla="*/ 2470890 h 2569167"/>
                <a:gd name="connsiteX4" fmla="*/ 2683391 w 4509905"/>
                <a:gd name="connsiteY4" fmla="*/ 2470890 h 2569167"/>
                <a:gd name="connsiteX5" fmla="*/ 2439932 w 4509905"/>
                <a:gd name="connsiteY5" fmla="*/ 2445839 h 2569167"/>
                <a:gd name="connsiteX6" fmla="*/ 2073600 w 4509905"/>
                <a:gd name="connsiteY6" fmla="*/ 2255434 h 2569167"/>
                <a:gd name="connsiteX7" fmla="*/ 1878338 w 4509905"/>
                <a:gd name="connsiteY7" fmla="*/ 1936538 h 2569167"/>
                <a:gd name="connsiteX8" fmla="*/ 1718794 w 4509905"/>
                <a:gd name="connsiteY8" fmla="*/ 1596114 h 2569167"/>
                <a:gd name="connsiteX9" fmla="*/ 1625735 w 4509905"/>
                <a:gd name="connsiteY9" fmla="*/ 1291885 h 2569167"/>
                <a:gd name="connsiteX10" fmla="*/ 1692219 w 4509905"/>
                <a:gd name="connsiteY10" fmla="*/ 848020 h 2569167"/>
                <a:gd name="connsiteX11" fmla="*/ 1756989 w 4509905"/>
                <a:gd name="connsiteY11" fmla="*/ 427396 h 2569167"/>
                <a:gd name="connsiteX12" fmla="*/ 1642308 w 4509905"/>
                <a:gd name="connsiteY12" fmla="*/ 222895 h 2569167"/>
                <a:gd name="connsiteX13" fmla="*/ 1506101 w 4509905"/>
                <a:gd name="connsiteY13" fmla="*/ 139741 h 2569167"/>
                <a:gd name="connsiteX14" fmla="*/ 1190104 w 4509905"/>
                <a:gd name="connsiteY14" fmla="*/ 204 h 2569167"/>
                <a:gd name="connsiteX15" fmla="*/ 999275 w 4509905"/>
                <a:gd name="connsiteY15" fmla="*/ 103165 h 2569167"/>
                <a:gd name="connsiteX16" fmla="*/ 626552 w 4509905"/>
                <a:gd name="connsiteY16" fmla="*/ 492237 h 2569167"/>
                <a:gd name="connsiteX17" fmla="*/ 0 w 4509905"/>
                <a:gd name="connsiteY17" fmla="*/ 132496 h 2569167"/>
                <a:gd name="connsiteX0" fmla="*/ 4050648 w 4050648"/>
                <a:gd name="connsiteY0" fmla="*/ 2522727 h 2540045"/>
                <a:gd name="connsiteX1" fmla="*/ 3772003 w 4050648"/>
                <a:gd name="connsiteY1" fmla="*/ 2537946 h 2540045"/>
                <a:gd name="connsiteX2" fmla="*/ 3245652 w 4050648"/>
                <a:gd name="connsiteY2" fmla="*/ 2470890 h 2540045"/>
                <a:gd name="connsiteX3" fmla="*/ 2683391 w 4050648"/>
                <a:gd name="connsiteY3" fmla="*/ 2470890 h 2540045"/>
                <a:gd name="connsiteX4" fmla="*/ 2439932 w 4050648"/>
                <a:gd name="connsiteY4" fmla="*/ 2445839 h 2540045"/>
                <a:gd name="connsiteX5" fmla="*/ 2073600 w 4050648"/>
                <a:gd name="connsiteY5" fmla="*/ 2255434 h 2540045"/>
                <a:gd name="connsiteX6" fmla="*/ 1878338 w 4050648"/>
                <a:gd name="connsiteY6" fmla="*/ 1936538 h 2540045"/>
                <a:gd name="connsiteX7" fmla="*/ 1718794 w 4050648"/>
                <a:gd name="connsiteY7" fmla="*/ 1596114 h 2540045"/>
                <a:gd name="connsiteX8" fmla="*/ 1625735 w 4050648"/>
                <a:gd name="connsiteY8" fmla="*/ 1291885 h 2540045"/>
                <a:gd name="connsiteX9" fmla="*/ 1692219 w 4050648"/>
                <a:gd name="connsiteY9" fmla="*/ 848020 h 2540045"/>
                <a:gd name="connsiteX10" fmla="*/ 1756989 w 4050648"/>
                <a:gd name="connsiteY10" fmla="*/ 427396 h 2540045"/>
                <a:gd name="connsiteX11" fmla="*/ 1642308 w 4050648"/>
                <a:gd name="connsiteY11" fmla="*/ 222895 h 2540045"/>
                <a:gd name="connsiteX12" fmla="*/ 1506101 w 4050648"/>
                <a:gd name="connsiteY12" fmla="*/ 139741 h 2540045"/>
                <a:gd name="connsiteX13" fmla="*/ 1190104 w 4050648"/>
                <a:gd name="connsiteY13" fmla="*/ 204 h 2540045"/>
                <a:gd name="connsiteX14" fmla="*/ 999275 w 4050648"/>
                <a:gd name="connsiteY14" fmla="*/ 103165 h 2540045"/>
                <a:gd name="connsiteX15" fmla="*/ 626552 w 4050648"/>
                <a:gd name="connsiteY15" fmla="*/ 492237 h 2540045"/>
                <a:gd name="connsiteX16" fmla="*/ 0 w 4050648"/>
                <a:gd name="connsiteY16" fmla="*/ 132496 h 2540045"/>
                <a:gd name="connsiteX0" fmla="*/ 3772003 w 3772003"/>
                <a:gd name="connsiteY0" fmla="*/ 2537946 h 2537946"/>
                <a:gd name="connsiteX1" fmla="*/ 3245652 w 3772003"/>
                <a:gd name="connsiteY1" fmla="*/ 2470890 h 2537946"/>
                <a:gd name="connsiteX2" fmla="*/ 2683391 w 3772003"/>
                <a:gd name="connsiteY2" fmla="*/ 2470890 h 2537946"/>
                <a:gd name="connsiteX3" fmla="*/ 2439932 w 3772003"/>
                <a:gd name="connsiteY3" fmla="*/ 2445839 h 2537946"/>
                <a:gd name="connsiteX4" fmla="*/ 2073600 w 3772003"/>
                <a:gd name="connsiteY4" fmla="*/ 2255434 h 2537946"/>
                <a:gd name="connsiteX5" fmla="*/ 1878338 w 3772003"/>
                <a:gd name="connsiteY5" fmla="*/ 1936538 h 2537946"/>
                <a:gd name="connsiteX6" fmla="*/ 1718794 w 3772003"/>
                <a:gd name="connsiteY6" fmla="*/ 1596114 h 2537946"/>
                <a:gd name="connsiteX7" fmla="*/ 1625735 w 3772003"/>
                <a:gd name="connsiteY7" fmla="*/ 1291885 h 2537946"/>
                <a:gd name="connsiteX8" fmla="*/ 1692219 w 3772003"/>
                <a:gd name="connsiteY8" fmla="*/ 848020 h 2537946"/>
                <a:gd name="connsiteX9" fmla="*/ 1756989 w 3772003"/>
                <a:gd name="connsiteY9" fmla="*/ 427396 h 2537946"/>
                <a:gd name="connsiteX10" fmla="*/ 1642308 w 3772003"/>
                <a:gd name="connsiteY10" fmla="*/ 222895 h 2537946"/>
                <a:gd name="connsiteX11" fmla="*/ 1506101 w 3772003"/>
                <a:gd name="connsiteY11" fmla="*/ 139741 h 2537946"/>
                <a:gd name="connsiteX12" fmla="*/ 1190104 w 3772003"/>
                <a:gd name="connsiteY12" fmla="*/ 204 h 2537946"/>
                <a:gd name="connsiteX13" fmla="*/ 999275 w 3772003"/>
                <a:gd name="connsiteY13" fmla="*/ 103165 h 2537946"/>
                <a:gd name="connsiteX14" fmla="*/ 626552 w 3772003"/>
                <a:gd name="connsiteY14" fmla="*/ 492237 h 2537946"/>
                <a:gd name="connsiteX15" fmla="*/ 0 w 3772003"/>
                <a:gd name="connsiteY15" fmla="*/ 132496 h 2537946"/>
                <a:gd name="connsiteX0" fmla="*/ 3947635 w 3947635"/>
                <a:gd name="connsiteY0" fmla="*/ 2571169 h 2571169"/>
                <a:gd name="connsiteX1" fmla="*/ 3245652 w 3947635"/>
                <a:gd name="connsiteY1" fmla="*/ 2470890 h 2571169"/>
                <a:gd name="connsiteX2" fmla="*/ 2683391 w 3947635"/>
                <a:gd name="connsiteY2" fmla="*/ 2470890 h 2571169"/>
                <a:gd name="connsiteX3" fmla="*/ 2439932 w 3947635"/>
                <a:gd name="connsiteY3" fmla="*/ 2445839 h 2571169"/>
                <a:gd name="connsiteX4" fmla="*/ 2073600 w 3947635"/>
                <a:gd name="connsiteY4" fmla="*/ 2255434 h 2571169"/>
                <a:gd name="connsiteX5" fmla="*/ 1878338 w 3947635"/>
                <a:gd name="connsiteY5" fmla="*/ 1936538 h 2571169"/>
                <a:gd name="connsiteX6" fmla="*/ 1718794 w 3947635"/>
                <a:gd name="connsiteY6" fmla="*/ 1596114 h 2571169"/>
                <a:gd name="connsiteX7" fmla="*/ 1625735 w 3947635"/>
                <a:gd name="connsiteY7" fmla="*/ 1291885 h 2571169"/>
                <a:gd name="connsiteX8" fmla="*/ 1692219 w 3947635"/>
                <a:gd name="connsiteY8" fmla="*/ 848020 h 2571169"/>
                <a:gd name="connsiteX9" fmla="*/ 1756989 w 3947635"/>
                <a:gd name="connsiteY9" fmla="*/ 427396 h 2571169"/>
                <a:gd name="connsiteX10" fmla="*/ 1642308 w 3947635"/>
                <a:gd name="connsiteY10" fmla="*/ 222895 h 2571169"/>
                <a:gd name="connsiteX11" fmla="*/ 1506101 w 3947635"/>
                <a:gd name="connsiteY11" fmla="*/ 139741 h 2571169"/>
                <a:gd name="connsiteX12" fmla="*/ 1190104 w 3947635"/>
                <a:gd name="connsiteY12" fmla="*/ 204 h 2571169"/>
                <a:gd name="connsiteX13" fmla="*/ 999275 w 3947635"/>
                <a:gd name="connsiteY13" fmla="*/ 103165 h 2571169"/>
                <a:gd name="connsiteX14" fmla="*/ 626552 w 3947635"/>
                <a:gd name="connsiteY14" fmla="*/ 492237 h 2571169"/>
                <a:gd name="connsiteX15" fmla="*/ 0 w 3947635"/>
                <a:gd name="connsiteY15" fmla="*/ 132496 h 2571169"/>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73600 w 3947635"/>
                <a:gd name="connsiteY4" fmla="*/ 2255434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88214 w 3947635"/>
                <a:gd name="connsiteY4" fmla="*/ 2333568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7635" h="2602850">
                  <a:moveTo>
                    <a:pt x="3947635" y="2571169"/>
                  </a:moveTo>
                  <a:cubicBezTo>
                    <a:pt x="3667298" y="2676271"/>
                    <a:pt x="3456359" y="2487603"/>
                    <a:pt x="3245652" y="2470890"/>
                  </a:cubicBezTo>
                  <a:cubicBezTo>
                    <a:pt x="3034945" y="2454177"/>
                    <a:pt x="2871128" y="2474128"/>
                    <a:pt x="2683391" y="2470890"/>
                  </a:cubicBezTo>
                  <a:cubicBezTo>
                    <a:pt x="2601666" y="2469461"/>
                    <a:pt x="2539128" y="2468726"/>
                    <a:pt x="2439932" y="2445839"/>
                  </a:cubicBezTo>
                  <a:cubicBezTo>
                    <a:pt x="2340736" y="2422952"/>
                    <a:pt x="2186036" y="2434438"/>
                    <a:pt x="2088214" y="2333568"/>
                  </a:cubicBezTo>
                  <a:cubicBezTo>
                    <a:pt x="2000965" y="2243557"/>
                    <a:pt x="1939908" y="2059447"/>
                    <a:pt x="1878338" y="1936538"/>
                  </a:cubicBezTo>
                  <a:cubicBezTo>
                    <a:pt x="1816768" y="1813629"/>
                    <a:pt x="1768800" y="1710985"/>
                    <a:pt x="1718794" y="1596114"/>
                  </a:cubicBezTo>
                  <a:cubicBezTo>
                    <a:pt x="1676122" y="1498197"/>
                    <a:pt x="1637546" y="1397803"/>
                    <a:pt x="1625735" y="1291885"/>
                  </a:cubicBezTo>
                  <a:cubicBezTo>
                    <a:pt x="1609066" y="1141771"/>
                    <a:pt x="1647642" y="992896"/>
                    <a:pt x="1692219" y="848020"/>
                  </a:cubicBezTo>
                  <a:cubicBezTo>
                    <a:pt x="1734891" y="709432"/>
                    <a:pt x="1785183" y="568462"/>
                    <a:pt x="1756989" y="427396"/>
                  </a:cubicBezTo>
                  <a:cubicBezTo>
                    <a:pt x="1741273" y="348720"/>
                    <a:pt x="1702506" y="275949"/>
                    <a:pt x="1642308" y="222895"/>
                  </a:cubicBezTo>
                  <a:cubicBezTo>
                    <a:pt x="1602208" y="187557"/>
                    <a:pt x="1581468" y="176856"/>
                    <a:pt x="1506101" y="139741"/>
                  </a:cubicBezTo>
                  <a:cubicBezTo>
                    <a:pt x="1430734" y="102626"/>
                    <a:pt x="1299546" y="-5321"/>
                    <a:pt x="1190104" y="204"/>
                  </a:cubicBezTo>
                  <a:cubicBezTo>
                    <a:pt x="1123905" y="3537"/>
                    <a:pt x="1093200" y="21160"/>
                    <a:pt x="999275" y="103165"/>
                  </a:cubicBezTo>
                  <a:cubicBezTo>
                    <a:pt x="905350" y="185170"/>
                    <a:pt x="852878" y="591877"/>
                    <a:pt x="626552" y="492237"/>
                  </a:cubicBezTo>
                  <a:cubicBezTo>
                    <a:pt x="289397" y="284309"/>
                    <a:pt x="108863" y="295482"/>
                    <a:pt x="0" y="132496"/>
                  </a:cubicBezTo>
                </a:path>
              </a:pathLst>
            </a:custGeom>
            <a:noFill/>
            <a:ln w="6350" cap="rnd">
              <a:solidFill>
                <a:schemeClr val="tx1">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69F816B6-3E3E-F2B7-672A-19C865B2AC90}"/>
                </a:ext>
              </a:extLst>
            </p:cNvPr>
            <p:cNvSpPr/>
            <p:nvPr userDrawn="1"/>
          </p:nvSpPr>
          <p:spPr>
            <a:xfrm rot="8899819" flipV="1">
              <a:off x="-842504" y="874618"/>
              <a:ext cx="4265806" cy="2040537"/>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3886622"/>
                <a:gd name="connsiteY0" fmla="*/ 251066 h 2542606"/>
                <a:gd name="connsiteX1" fmla="*/ 650747 w 3886622"/>
                <a:gd name="connsiteY1" fmla="*/ 123344 h 2542606"/>
                <a:gd name="connsiteX2" fmla="*/ 1173830 w 3886622"/>
                <a:gd name="connsiteY2" fmla="*/ 40670 h 2542606"/>
                <a:gd name="connsiteX3" fmla="*/ 1774476 w 3886622"/>
                <a:gd name="connsiteY3" fmla="*/ 261745 h 2542606"/>
                <a:gd name="connsiteX4" fmla="*/ 2039267 w 3886622"/>
                <a:gd name="connsiteY4" fmla="*/ 572068 h 2542606"/>
                <a:gd name="connsiteX5" fmla="*/ 1920304 w 3886622"/>
                <a:gd name="connsiteY5" fmla="*/ 746091 h 2542606"/>
                <a:gd name="connsiteX6" fmla="*/ 1776762 w 3886622"/>
                <a:gd name="connsiteY6" fmla="*/ 1062036 h 2542606"/>
                <a:gd name="connsiteX7" fmla="*/ 1745139 w 3886622"/>
                <a:gd name="connsiteY7" fmla="*/ 1576195 h 2542606"/>
                <a:gd name="connsiteX8" fmla="*/ 1868583 w 3886622"/>
                <a:gd name="connsiteY8" fmla="*/ 1906522 h 2542606"/>
                <a:gd name="connsiteX9" fmla="*/ 2003552 w 3886622"/>
                <a:gd name="connsiteY9" fmla="*/ 2162173 h 2542606"/>
                <a:gd name="connsiteX10" fmla="*/ 2213198 w 3886622"/>
                <a:gd name="connsiteY10" fmla="*/ 2371914 h 2542606"/>
                <a:gd name="connsiteX11" fmla="*/ 2585435 w 3886622"/>
                <a:gd name="connsiteY11" fmla="*/ 2467735 h 2542606"/>
                <a:gd name="connsiteX12" fmla="*/ 2946813 w 3886622"/>
                <a:gd name="connsiteY12" fmla="*/ 2467735 h 2542606"/>
                <a:gd name="connsiteX13" fmla="*/ 3202940 w 3886622"/>
                <a:gd name="connsiteY13" fmla="*/ 2482975 h 2542606"/>
                <a:gd name="connsiteX14" fmla="*/ 3518599 w 3886622"/>
                <a:gd name="connsiteY14" fmla="*/ 2516218 h 2542606"/>
                <a:gd name="connsiteX15" fmla="*/ 3886622 w 3886622"/>
                <a:gd name="connsiteY15" fmla="*/ 2542240 h 2542606"/>
                <a:gd name="connsiteX0" fmla="*/ 0 w 3753495"/>
                <a:gd name="connsiteY0" fmla="*/ 251066 h 2600288"/>
                <a:gd name="connsiteX1" fmla="*/ 650747 w 3753495"/>
                <a:gd name="connsiteY1" fmla="*/ 123344 h 2600288"/>
                <a:gd name="connsiteX2" fmla="*/ 1173830 w 3753495"/>
                <a:gd name="connsiteY2" fmla="*/ 40670 h 2600288"/>
                <a:gd name="connsiteX3" fmla="*/ 1774476 w 3753495"/>
                <a:gd name="connsiteY3" fmla="*/ 261745 h 2600288"/>
                <a:gd name="connsiteX4" fmla="*/ 2039267 w 3753495"/>
                <a:gd name="connsiteY4" fmla="*/ 572068 h 2600288"/>
                <a:gd name="connsiteX5" fmla="*/ 1920304 w 3753495"/>
                <a:gd name="connsiteY5" fmla="*/ 746091 h 2600288"/>
                <a:gd name="connsiteX6" fmla="*/ 1776762 w 3753495"/>
                <a:gd name="connsiteY6" fmla="*/ 1062036 h 2600288"/>
                <a:gd name="connsiteX7" fmla="*/ 1745139 w 3753495"/>
                <a:gd name="connsiteY7" fmla="*/ 1576195 h 2600288"/>
                <a:gd name="connsiteX8" fmla="*/ 1868583 w 3753495"/>
                <a:gd name="connsiteY8" fmla="*/ 1906522 h 2600288"/>
                <a:gd name="connsiteX9" fmla="*/ 2003552 w 3753495"/>
                <a:gd name="connsiteY9" fmla="*/ 2162173 h 2600288"/>
                <a:gd name="connsiteX10" fmla="*/ 2213198 w 3753495"/>
                <a:gd name="connsiteY10" fmla="*/ 2371914 h 2600288"/>
                <a:gd name="connsiteX11" fmla="*/ 2585435 w 3753495"/>
                <a:gd name="connsiteY11" fmla="*/ 2467735 h 2600288"/>
                <a:gd name="connsiteX12" fmla="*/ 2946813 w 3753495"/>
                <a:gd name="connsiteY12" fmla="*/ 2467735 h 2600288"/>
                <a:gd name="connsiteX13" fmla="*/ 3202940 w 3753495"/>
                <a:gd name="connsiteY13" fmla="*/ 2482975 h 2600288"/>
                <a:gd name="connsiteX14" fmla="*/ 3518599 w 3753495"/>
                <a:gd name="connsiteY14" fmla="*/ 2516218 h 2600288"/>
                <a:gd name="connsiteX15" fmla="*/ 3753495 w 3753495"/>
                <a:gd name="connsiteY15" fmla="*/ 2600174 h 2600288"/>
                <a:gd name="connsiteX0" fmla="*/ 0 w 3753495"/>
                <a:gd name="connsiteY0" fmla="*/ 212566 h 2561788"/>
                <a:gd name="connsiteX1" fmla="*/ 575162 w 3753495"/>
                <a:gd name="connsiteY1" fmla="*/ 116273 h 2561788"/>
                <a:gd name="connsiteX2" fmla="*/ 1173830 w 3753495"/>
                <a:gd name="connsiteY2" fmla="*/ 2170 h 2561788"/>
                <a:gd name="connsiteX3" fmla="*/ 1774476 w 3753495"/>
                <a:gd name="connsiteY3" fmla="*/ 223245 h 2561788"/>
                <a:gd name="connsiteX4" fmla="*/ 2039267 w 3753495"/>
                <a:gd name="connsiteY4" fmla="*/ 533568 h 2561788"/>
                <a:gd name="connsiteX5" fmla="*/ 1920304 w 3753495"/>
                <a:gd name="connsiteY5" fmla="*/ 707591 h 2561788"/>
                <a:gd name="connsiteX6" fmla="*/ 1776762 w 3753495"/>
                <a:gd name="connsiteY6" fmla="*/ 1023536 h 2561788"/>
                <a:gd name="connsiteX7" fmla="*/ 1745139 w 3753495"/>
                <a:gd name="connsiteY7" fmla="*/ 1537695 h 2561788"/>
                <a:gd name="connsiteX8" fmla="*/ 1868583 w 3753495"/>
                <a:gd name="connsiteY8" fmla="*/ 1868022 h 2561788"/>
                <a:gd name="connsiteX9" fmla="*/ 2003552 w 3753495"/>
                <a:gd name="connsiteY9" fmla="*/ 2123673 h 2561788"/>
                <a:gd name="connsiteX10" fmla="*/ 2213198 w 3753495"/>
                <a:gd name="connsiteY10" fmla="*/ 2333414 h 2561788"/>
                <a:gd name="connsiteX11" fmla="*/ 2585435 w 3753495"/>
                <a:gd name="connsiteY11" fmla="*/ 2429235 h 2561788"/>
                <a:gd name="connsiteX12" fmla="*/ 2946813 w 3753495"/>
                <a:gd name="connsiteY12" fmla="*/ 2429235 h 2561788"/>
                <a:gd name="connsiteX13" fmla="*/ 3202940 w 3753495"/>
                <a:gd name="connsiteY13" fmla="*/ 2444475 h 2561788"/>
                <a:gd name="connsiteX14" fmla="*/ 3518599 w 3753495"/>
                <a:gd name="connsiteY14" fmla="*/ 2477718 h 2561788"/>
                <a:gd name="connsiteX15" fmla="*/ 3753495 w 3753495"/>
                <a:gd name="connsiteY15" fmla="*/ 2561674 h 2561788"/>
                <a:gd name="connsiteX0" fmla="*/ 0 w 3753495"/>
                <a:gd name="connsiteY0" fmla="*/ 215910 h 2565132"/>
                <a:gd name="connsiteX1" fmla="*/ 575162 w 3753495"/>
                <a:gd name="connsiteY1" fmla="*/ 119617 h 2565132"/>
                <a:gd name="connsiteX2" fmla="*/ 1173830 w 3753495"/>
                <a:gd name="connsiteY2" fmla="*/ 5514 h 2565132"/>
                <a:gd name="connsiteX3" fmla="*/ 1774476 w 3753495"/>
                <a:gd name="connsiteY3" fmla="*/ 226589 h 2565132"/>
                <a:gd name="connsiteX4" fmla="*/ 2039267 w 3753495"/>
                <a:gd name="connsiteY4" fmla="*/ 536912 h 2565132"/>
                <a:gd name="connsiteX5" fmla="*/ 1920304 w 3753495"/>
                <a:gd name="connsiteY5" fmla="*/ 710935 h 2565132"/>
                <a:gd name="connsiteX6" fmla="*/ 1776762 w 3753495"/>
                <a:gd name="connsiteY6" fmla="*/ 1026880 h 2565132"/>
                <a:gd name="connsiteX7" fmla="*/ 1745139 w 3753495"/>
                <a:gd name="connsiteY7" fmla="*/ 1541039 h 2565132"/>
                <a:gd name="connsiteX8" fmla="*/ 1868583 w 3753495"/>
                <a:gd name="connsiteY8" fmla="*/ 1871366 h 2565132"/>
                <a:gd name="connsiteX9" fmla="*/ 2003552 w 3753495"/>
                <a:gd name="connsiteY9" fmla="*/ 2127017 h 2565132"/>
                <a:gd name="connsiteX10" fmla="*/ 2213198 w 3753495"/>
                <a:gd name="connsiteY10" fmla="*/ 2336758 h 2565132"/>
                <a:gd name="connsiteX11" fmla="*/ 2585435 w 3753495"/>
                <a:gd name="connsiteY11" fmla="*/ 2432579 h 2565132"/>
                <a:gd name="connsiteX12" fmla="*/ 2946813 w 3753495"/>
                <a:gd name="connsiteY12" fmla="*/ 2432579 h 2565132"/>
                <a:gd name="connsiteX13" fmla="*/ 3202940 w 3753495"/>
                <a:gd name="connsiteY13" fmla="*/ 2447819 h 2565132"/>
                <a:gd name="connsiteX14" fmla="*/ 3518599 w 3753495"/>
                <a:gd name="connsiteY14" fmla="*/ 2481062 h 2565132"/>
                <a:gd name="connsiteX15" fmla="*/ 3753495 w 3753495"/>
                <a:gd name="connsiteY15" fmla="*/ 2565018 h 2565132"/>
                <a:gd name="connsiteX0" fmla="*/ 0 w 3797938"/>
                <a:gd name="connsiteY0" fmla="*/ 118046 h 2561525"/>
                <a:gd name="connsiteX1" fmla="*/ 619605 w 3797938"/>
                <a:gd name="connsiteY1" fmla="*/ 116010 h 2561525"/>
                <a:gd name="connsiteX2" fmla="*/ 1218273 w 3797938"/>
                <a:gd name="connsiteY2" fmla="*/ 1907 h 2561525"/>
                <a:gd name="connsiteX3" fmla="*/ 1818919 w 3797938"/>
                <a:gd name="connsiteY3" fmla="*/ 222982 h 2561525"/>
                <a:gd name="connsiteX4" fmla="*/ 2083710 w 3797938"/>
                <a:gd name="connsiteY4" fmla="*/ 533305 h 2561525"/>
                <a:gd name="connsiteX5" fmla="*/ 1964747 w 3797938"/>
                <a:gd name="connsiteY5" fmla="*/ 707328 h 2561525"/>
                <a:gd name="connsiteX6" fmla="*/ 1821205 w 3797938"/>
                <a:gd name="connsiteY6" fmla="*/ 1023273 h 2561525"/>
                <a:gd name="connsiteX7" fmla="*/ 1789582 w 3797938"/>
                <a:gd name="connsiteY7" fmla="*/ 1537432 h 2561525"/>
                <a:gd name="connsiteX8" fmla="*/ 1913026 w 3797938"/>
                <a:gd name="connsiteY8" fmla="*/ 1867759 h 2561525"/>
                <a:gd name="connsiteX9" fmla="*/ 2047995 w 3797938"/>
                <a:gd name="connsiteY9" fmla="*/ 2123410 h 2561525"/>
                <a:gd name="connsiteX10" fmla="*/ 2257641 w 3797938"/>
                <a:gd name="connsiteY10" fmla="*/ 2333151 h 2561525"/>
                <a:gd name="connsiteX11" fmla="*/ 2629878 w 3797938"/>
                <a:gd name="connsiteY11" fmla="*/ 2428972 h 2561525"/>
                <a:gd name="connsiteX12" fmla="*/ 2991256 w 3797938"/>
                <a:gd name="connsiteY12" fmla="*/ 2428972 h 2561525"/>
                <a:gd name="connsiteX13" fmla="*/ 3247383 w 3797938"/>
                <a:gd name="connsiteY13" fmla="*/ 2444212 h 2561525"/>
                <a:gd name="connsiteX14" fmla="*/ 3563042 w 3797938"/>
                <a:gd name="connsiteY14" fmla="*/ 2477455 h 2561525"/>
                <a:gd name="connsiteX15" fmla="*/ 3797938 w 3797938"/>
                <a:gd name="connsiteY15" fmla="*/ 2561411 h 2561525"/>
                <a:gd name="connsiteX0" fmla="*/ 0 w 3797938"/>
                <a:gd name="connsiteY0" fmla="*/ 118046 h 2561525"/>
                <a:gd name="connsiteX1" fmla="*/ 619605 w 3797938"/>
                <a:gd name="connsiteY1" fmla="*/ 116010 h 2561525"/>
                <a:gd name="connsiteX2" fmla="*/ 1218273 w 3797938"/>
                <a:gd name="connsiteY2" fmla="*/ 1907 h 2561525"/>
                <a:gd name="connsiteX3" fmla="*/ 1818919 w 3797938"/>
                <a:gd name="connsiteY3" fmla="*/ 222982 h 2561525"/>
                <a:gd name="connsiteX4" fmla="*/ 2083710 w 3797938"/>
                <a:gd name="connsiteY4" fmla="*/ 533305 h 2561525"/>
                <a:gd name="connsiteX5" fmla="*/ 1964747 w 3797938"/>
                <a:gd name="connsiteY5" fmla="*/ 707328 h 2561525"/>
                <a:gd name="connsiteX6" fmla="*/ 1821205 w 3797938"/>
                <a:gd name="connsiteY6" fmla="*/ 1023273 h 2561525"/>
                <a:gd name="connsiteX7" fmla="*/ 1789582 w 3797938"/>
                <a:gd name="connsiteY7" fmla="*/ 1537432 h 2561525"/>
                <a:gd name="connsiteX8" fmla="*/ 1913026 w 3797938"/>
                <a:gd name="connsiteY8" fmla="*/ 1867759 h 2561525"/>
                <a:gd name="connsiteX9" fmla="*/ 2047995 w 3797938"/>
                <a:gd name="connsiteY9" fmla="*/ 2123410 h 2561525"/>
                <a:gd name="connsiteX10" fmla="*/ 2257641 w 3797938"/>
                <a:gd name="connsiteY10" fmla="*/ 2333151 h 2561525"/>
                <a:gd name="connsiteX11" fmla="*/ 2629878 w 3797938"/>
                <a:gd name="connsiteY11" fmla="*/ 2428972 h 2561525"/>
                <a:gd name="connsiteX12" fmla="*/ 2991256 w 3797938"/>
                <a:gd name="connsiteY12" fmla="*/ 2428972 h 2561525"/>
                <a:gd name="connsiteX13" fmla="*/ 3247383 w 3797938"/>
                <a:gd name="connsiteY13" fmla="*/ 2444212 h 2561525"/>
                <a:gd name="connsiteX14" fmla="*/ 3563042 w 3797938"/>
                <a:gd name="connsiteY14" fmla="*/ 2477455 h 2561525"/>
                <a:gd name="connsiteX15" fmla="*/ 3797938 w 3797938"/>
                <a:gd name="connsiteY15" fmla="*/ 2561411 h 2561525"/>
                <a:gd name="connsiteX0" fmla="*/ 0 w 3797938"/>
                <a:gd name="connsiteY0" fmla="*/ 120830 h 2564309"/>
                <a:gd name="connsiteX1" fmla="*/ 619605 w 3797938"/>
                <a:gd name="connsiteY1" fmla="*/ 118794 h 2564309"/>
                <a:gd name="connsiteX2" fmla="*/ 1218273 w 3797938"/>
                <a:gd name="connsiteY2" fmla="*/ 4691 h 2564309"/>
                <a:gd name="connsiteX3" fmla="*/ 1818919 w 3797938"/>
                <a:gd name="connsiteY3" fmla="*/ 225766 h 2564309"/>
                <a:gd name="connsiteX4" fmla="*/ 2083710 w 3797938"/>
                <a:gd name="connsiteY4" fmla="*/ 536089 h 2564309"/>
                <a:gd name="connsiteX5" fmla="*/ 1964747 w 3797938"/>
                <a:gd name="connsiteY5" fmla="*/ 710112 h 2564309"/>
                <a:gd name="connsiteX6" fmla="*/ 1821205 w 3797938"/>
                <a:gd name="connsiteY6" fmla="*/ 1026057 h 2564309"/>
                <a:gd name="connsiteX7" fmla="*/ 1789582 w 3797938"/>
                <a:gd name="connsiteY7" fmla="*/ 1540216 h 2564309"/>
                <a:gd name="connsiteX8" fmla="*/ 1913026 w 3797938"/>
                <a:gd name="connsiteY8" fmla="*/ 1870543 h 2564309"/>
                <a:gd name="connsiteX9" fmla="*/ 2047995 w 3797938"/>
                <a:gd name="connsiteY9" fmla="*/ 2126194 h 2564309"/>
                <a:gd name="connsiteX10" fmla="*/ 2257641 w 3797938"/>
                <a:gd name="connsiteY10" fmla="*/ 2335935 h 2564309"/>
                <a:gd name="connsiteX11" fmla="*/ 2629878 w 3797938"/>
                <a:gd name="connsiteY11" fmla="*/ 2431756 h 2564309"/>
                <a:gd name="connsiteX12" fmla="*/ 2991256 w 3797938"/>
                <a:gd name="connsiteY12" fmla="*/ 2431756 h 2564309"/>
                <a:gd name="connsiteX13" fmla="*/ 3247383 w 3797938"/>
                <a:gd name="connsiteY13" fmla="*/ 2446996 h 2564309"/>
                <a:gd name="connsiteX14" fmla="*/ 3563042 w 3797938"/>
                <a:gd name="connsiteY14" fmla="*/ 2480239 h 2564309"/>
                <a:gd name="connsiteX15" fmla="*/ 3797938 w 3797938"/>
                <a:gd name="connsiteY15" fmla="*/ 2564195 h 256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97938" h="2564309">
                  <a:moveTo>
                    <a:pt x="0" y="120830"/>
                  </a:moveTo>
                  <a:cubicBezTo>
                    <a:pt x="296091" y="359990"/>
                    <a:pt x="416078" y="218800"/>
                    <a:pt x="619605" y="118794"/>
                  </a:cubicBezTo>
                  <a:cubicBezTo>
                    <a:pt x="823132" y="18788"/>
                    <a:pt x="1018387" y="-13138"/>
                    <a:pt x="1218273" y="4691"/>
                  </a:cubicBezTo>
                  <a:cubicBezTo>
                    <a:pt x="1418159" y="22520"/>
                    <a:pt x="1674680" y="137200"/>
                    <a:pt x="1818919" y="225766"/>
                  </a:cubicBezTo>
                  <a:cubicBezTo>
                    <a:pt x="1963158" y="314332"/>
                    <a:pt x="2059517" y="441697"/>
                    <a:pt x="2083710" y="536089"/>
                  </a:cubicBezTo>
                  <a:cubicBezTo>
                    <a:pt x="2105903" y="622957"/>
                    <a:pt x="2008498" y="628451"/>
                    <a:pt x="1964747" y="710112"/>
                  </a:cubicBezTo>
                  <a:cubicBezTo>
                    <a:pt x="1920996" y="791773"/>
                    <a:pt x="1861496" y="917472"/>
                    <a:pt x="1821205" y="1026057"/>
                  </a:cubicBezTo>
                  <a:cubicBezTo>
                    <a:pt x="1760245" y="1190268"/>
                    <a:pt x="1751292" y="1369338"/>
                    <a:pt x="1789582" y="1540216"/>
                  </a:cubicBezTo>
                  <a:cubicBezTo>
                    <a:pt x="1815395" y="1655183"/>
                    <a:pt x="1863687" y="1763387"/>
                    <a:pt x="1913026" y="1870543"/>
                  </a:cubicBezTo>
                  <a:cubicBezTo>
                    <a:pt x="1953412" y="1958268"/>
                    <a:pt x="1994751" y="2045803"/>
                    <a:pt x="2047995" y="2126194"/>
                  </a:cubicBezTo>
                  <a:cubicBezTo>
                    <a:pt x="2103336" y="2209728"/>
                    <a:pt x="2171820" y="2284500"/>
                    <a:pt x="2257641" y="2335935"/>
                  </a:cubicBezTo>
                  <a:cubicBezTo>
                    <a:pt x="2368988" y="2402705"/>
                    <a:pt x="2499766" y="2425089"/>
                    <a:pt x="2629878" y="2431756"/>
                  </a:cubicBezTo>
                  <a:cubicBezTo>
                    <a:pt x="2750178" y="2437948"/>
                    <a:pt x="2870765" y="2430042"/>
                    <a:pt x="2991256" y="2431756"/>
                  </a:cubicBezTo>
                  <a:cubicBezTo>
                    <a:pt x="3076791" y="2432994"/>
                    <a:pt x="3162135" y="2439757"/>
                    <a:pt x="3247383" y="2446996"/>
                  </a:cubicBezTo>
                  <a:cubicBezTo>
                    <a:pt x="3352825" y="2455950"/>
                    <a:pt x="3471283" y="2460706"/>
                    <a:pt x="3563042" y="2480239"/>
                  </a:cubicBezTo>
                  <a:cubicBezTo>
                    <a:pt x="3654801" y="2499772"/>
                    <a:pt x="3674008" y="2567464"/>
                    <a:pt x="3797938" y="2564195"/>
                  </a:cubicBezTo>
                </a:path>
              </a:pathLst>
            </a:custGeom>
            <a:noFill/>
            <a:ln w="6350" cap="rnd">
              <a:solidFill>
                <a:schemeClr val="tx1">
                  <a:alpha val="35000"/>
                </a:schemeClr>
              </a:solidFill>
              <a:prstDash val="dash"/>
              <a:round/>
            </a:ln>
          </p:spPr>
          <p:txBody>
            <a:bodyPr rtlCol="0" anchor="ctr"/>
            <a:lstStyle/>
            <a:p>
              <a:endParaRPr lang="en-US"/>
            </a:p>
          </p:txBody>
        </p:sp>
        <p:sp>
          <p:nvSpPr>
            <p:cNvPr id="37" name="Freeform: Shape 36">
              <a:extLst>
                <a:ext uri="{FF2B5EF4-FFF2-40B4-BE49-F238E27FC236}">
                  <a16:creationId xmlns:a16="http://schemas.microsoft.com/office/drawing/2014/main" id="{C6ECF194-85AF-AAC4-2320-26A9ADAD5E8A}"/>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ED67CA69-55FE-87E4-DFE3-9EF5DE980561}"/>
                </a:ext>
              </a:extLst>
            </p:cNvPr>
            <p:cNvSpPr/>
            <p:nvPr userDrawn="1"/>
          </p:nvSpPr>
          <p:spPr>
            <a:xfrm rot="8899819" flipV="1">
              <a:off x="-169955" y="-255381"/>
              <a:ext cx="2620228" cy="134597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 name="connsiteX0" fmla="*/ 0 w 2359266"/>
                <a:gd name="connsiteY0" fmla="*/ 1458246 h 1959543"/>
                <a:gd name="connsiteX1" fmla="*/ 679659 w 2359266"/>
                <a:gd name="connsiteY1" fmla="*/ 1218735 h 1959543"/>
                <a:gd name="connsiteX2" fmla="*/ 1084676 w 2359266"/>
                <a:gd name="connsiteY2" fmla="*/ 1260970 h 1959543"/>
                <a:gd name="connsiteX3" fmla="*/ 1541203 w 2359266"/>
                <a:gd name="connsiteY3" fmla="*/ 1415462 h 1959543"/>
                <a:gd name="connsiteX4" fmla="*/ 1527480 w 2359266"/>
                <a:gd name="connsiteY4" fmla="*/ 1422660 h 1959543"/>
                <a:gd name="connsiteX5" fmla="*/ 1883952 w 2359266"/>
                <a:gd name="connsiteY5" fmla="*/ 1618795 h 1959543"/>
                <a:gd name="connsiteX6" fmla="*/ 2114809 w 2359266"/>
                <a:gd name="connsiteY6" fmla="*/ 1936097 h 1959543"/>
                <a:gd name="connsiteX7" fmla="*/ 2310462 w 2359266"/>
                <a:gd name="connsiteY7" fmla="*/ 1896677 h 1959543"/>
                <a:gd name="connsiteX8" fmla="*/ 2354706 w 2359266"/>
                <a:gd name="connsiteY8" fmla="*/ 1489786 h 1959543"/>
                <a:gd name="connsiteX9" fmla="*/ 2235334 w 2359266"/>
                <a:gd name="connsiteY9" fmla="*/ 1126304 h 1959543"/>
                <a:gd name="connsiteX10" fmla="*/ 1883582 w 2359266"/>
                <a:gd name="connsiteY10" fmla="*/ 512718 h 1959543"/>
                <a:gd name="connsiteX11" fmla="*/ 1585297 w 2359266"/>
                <a:gd name="connsiteY11" fmla="*/ 221367 h 1959543"/>
                <a:gd name="connsiteX12" fmla="*/ 1405994 w 2359266"/>
                <a:gd name="connsiteY12" fmla="*/ 1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1883582 w 2359266"/>
                <a:gd name="connsiteY10" fmla="*/ 512717 h 1959543"/>
                <a:gd name="connsiteX11" fmla="*/ 1712026 w 2359266"/>
                <a:gd name="connsiteY11" fmla="*/ 206654 h 1959543"/>
                <a:gd name="connsiteX12" fmla="*/ 1405994 w 2359266"/>
                <a:gd name="connsiteY12" fmla="*/ 0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2025284 w 2359266"/>
                <a:gd name="connsiteY10" fmla="*/ 575195 h 1959543"/>
                <a:gd name="connsiteX11" fmla="*/ 1712026 w 2359266"/>
                <a:gd name="connsiteY11" fmla="*/ 206654 h 1959543"/>
                <a:gd name="connsiteX12" fmla="*/ 1405994 w 2359266"/>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1800" h="1959543">
                  <a:moveTo>
                    <a:pt x="0" y="1454922"/>
                  </a:moveTo>
                  <a:cubicBezTo>
                    <a:pt x="210352" y="1651069"/>
                    <a:pt x="600991" y="1251060"/>
                    <a:pt x="802193" y="1218734"/>
                  </a:cubicBezTo>
                  <a:cubicBezTo>
                    <a:pt x="1003395" y="1186409"/>
                    <a:pt x="1063619" y="1228181"/>
                    <a:pt x="1207210" y="1260969"/>
                  </a:cubicBezTo>
                  <a:cubicBezTo>
                    <a:pt x="1350801" y="1293757"/>
                    <a:pt x="1589936" y="1388513"/>
                    <a:pt x="1663737" y="1415461"/>
                  </a:cubicBezTo>
                  <a:cubicBezTo>
                    <a:pt x="1737538" y="1442409"/>
                    <a:pt x="1592889" y="1388770"/>
                    <a:pt x="1650014" y="1422659"/>
                  </a:cubicBezTo>
                  <a:cubicBezTo>
                    <a:pt x="1707139" y="1456548"/>
                    <a:pt x="1908598" y="1533221"/>
                    <a:pt x="2006486" y="1618794"/>
                  </a:cubicBezTo>
                  <a:cubicBezTo>
                    <a:pt x="2104374" y="1704367"/>
                    <a:pt x="2166258" y="1889782"/>
                    <a:pt x="2237343" y="1936096"/>
                  </a:cubicBezTo>
                  <a:cubicBezTo>
                    <a:pt x="2308428" y="1982410"/>
                    <a:pt x="2389020" y="1955319"/>
                    <a:pt x="2432996" y="1896676"/>
                  </a:cubicBezTo>
                  <a:cubicBezTo>
                    <a:pt x="2476972" y="1838033"/>
                    <a:pt x="2489761" y="1618180"/>
                    <a:pt x="2477240" y="1489785"/>
                  </a:cubicBezTo>
                  <a:cubicBezTo>
                    <a:pt x="2464719" y="1361390"/>
                    <a:pt x="2412772" y="1278735"/>
                    <a:pt x="2357868" y="1126303"/>
                  </a:cubicBezTo>
                  <a:cubicBezTo>
                    <a:pt x="2302964" y="973871"/>
                    <a:pt x="2235036" y="728470"/>
                    <a:pt x="2147818" y="575195"/>
                  </a:cubicBezTo>
                  <a:cubicBezTo>
                    <a:pt x="2060600" y="421920"/>
                    <a:pt x="1953158" y="299064"/>
                    <a:pt x="1834560" y="206654"/>
                  </a:cubicBezTo>
                  <a:cubicBezTo>
                    <a:pt x="1715962" y="114244"/>
                    <a:pt x="1650099" y="60499"/>
                    <a:pt x="1528528" y="0"/>
                  </a:cubicBezTo>
                </a:path>
              </a:pathLst>
            </a:custGeom>
            <a:noFill/>
            <a:ln w="6350" cap="rnd">
              <a:solidFill>
                <a:schemeClr val="tx1">
                  <a:alpha val="35000"/>
                </a:schemeClr>
              </a:solidFill>
              <a:prstDash val="dash"/>
              <a:round/>
            </a:ln>
          </p:spPr>
          <p:txBody>
            <a:bodyPr rtlCol="0" anchor="ctr"/>
            <a:lstStyle/>
            <a:p>
              <a:endParaRPr lang="en-US"/>
            </a:p>
          </p:txBody>
        </p:sp>
        <p:sp>
          <p:nvSpPr>
            <p:cNvPr id="39" name="Freeform: Shape 38">
              <a:extLst>
                <a:ext uri="{FF2B5EF4-FFF2-40B4-BE49-F238E27FC236}">
                  <a16:creationId xmlns:a16="http://schemas.microsoft.com/office/drawing/2014/main" id="{FE964CC8-D525-BC53-539A-F46E0EDDB1DE}"/>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40" name="Freeform: Shape 39">
              <a:extLst>
                <a:ext uri="{FF2B5EF4-FFF2-40B4-BE49-F238E27FC236}">
                  <a16:creationId xmlns:a16="http://schemas.microsoft.com/office/drawing/2014/main" id="{545A2046-7798-FCC4-481E-64FFB60AB514}"/>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41" name="Freeform: Shape 40">
              <a:extLst>
                <a:ext uri="{FF2B5EF4-FFF2-40B4-BE49-F238E27FC236}">
                  <a16:creationId xmlns:a16="http://schemas.microsoft.com/office/drawing/2014/main" id="{EA8DCCD7-A320-E3F4-A1F0-5A41462A79EF}"/>
                </a:ext>
              </a:extLst>
            </p:cNvPr>
            <p:cNvSpPr/>
            <p:nvPr userDrawn="1"/>
          </p:nvSpPr>
          <p:spPr>
            <a:xfrm rot="8899819" flipV="1">
              <a:off x="443548" y="-83842"/>
              <a:ext cx="1197270" cy="458709"/>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 name="connsiteX0" fmla="*/ 0 w 1487348"/>
                <a:gd name="connsiteY0" fmla="*/ 746241 h 848563"/>
                <a:gd name="connsiteX1" fmla="*/ 740458 w 1487348"/>
                <a:gd name="connsiteY1" fmla="*/ 719578 h 848563"/>
                <a:gd name="connsiteX2" fmla="*/ 1124849 w 1487348"/>
                <a:gd name="connsiteY2" fmla="*/ 735259 h 848563"/>
                <a:gd name="connsiteX3" fmla="*/ 1479080 w 1487348"/>
                <a:gd name="connsiteY3" fmla="*/ 788978 h 848563"/>
                <a:gd name="connsiteX4" fmla="*/ 1306884 w 1487348"/>
                <a:gd name="connsiteY4" fmla="*/ 454972 h 848563"/>
                <a:gd name="connsiteX5" fmla="*/ 784508 w 1487348"/>
                <a:gd name="connsiteY5" fmla="*/ 0 h 84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48" h="848563">
                  <a:moveTo>
                    <a:pt x="0" y="746241"/>
                  </a:moveTo>
                  <a:cubicBezTo>
                    <a:pt x="158877" y="696425"/>
                    <a:pt x="482874" y="594644"/>
                    <a:pt x="740458" y="719578"/>
                  </a:cubicBezTo>
                  <a:cubicBezTo>
                    <a:pt x="998042" y="844512"/>
                    <a:pt x="1001745" y="723692"/>
                    <a:pt x="1124849" y="735259"/>
                  </a:cubicBezTo>
                  <a:cubicBezTo>
                    <a:pt x="1247953" y="746826"/>
                    <a:pt x="1441630" y="944910"/>
                    <a:pt x="1479080" y="788978"/>
                  </a:cubicBezTo>
                  <a:cubicBezTo>
                    <a:pt x="1516530" y="633046"/>
                    <a:pt x="1421107" y="575587"/>
                    <a:pt x="1306884" y="454972"/>
                  </a:cubicBezTo>
                  <a:cubicBezTo>
                    <a:pt x="1192661" y="334357"/>
                    <a:pt x="973976" y="139716"/>
                    <a:pt x="784508" y="0"/>
                  </a:cubicBezTo>
                </a:path>
              </a:pathLst>
            </a:custGeom>
            <a:noFill/>
            <a:ln w="9525" cap="rnd">
              <a:solidFill>
                <a:schemeClr val="tx1">
                  <a:alpha val="35000"/>
                </a:schemeClr>
              </a:solidFill>
              <a:prstDash val="solid"/>
              <a:round/>
            </a:ln>
          </p:spPr>
          <p:txBody>
            <a:bodyPr rtlCol="0" anchor="ctr"/>
            <a:lstStyle/>
            <a:p>
              <a:endParaRPr lang="en-US"/>
            </a:p>
          </p:txBody>
        </p:sp>
        <p:sp>
          <p:nvSpPr>
            <p:cNvPr id="42" name="Freeform: Shape 41">
              <a:extLst>
                <a:ext uri="{FF2B5EF4-FFF2-40B4-BE49-F238E27FC236}">
                  <a16:creationId xmlns:a16="http://schemas.microsoft.com/office/drawing/2014/main" id="{9D6F9F8C-2099-A6B5-4F69-D00E37510349}"/>
                </a:ext>
              </a:extLst>
            </p:cNvPr>
            <p:cNvSpPr/>
            <p:nvPr userDrawn="1"/>
          </p:nvSpPr>
          <p:spPr>
            <a:xfrm rot="8574055" flipV="1">
              <a:off x="159780" y="114799"/>
              <a:ext cx="754635" cy="434085"/>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878068 w 878068"/>
                <a:gd name="connsiteY0" fmla="*/ 505090 h 505090"/>
                <a:gd name="connsiteX1" fmla="*/ 623275 w 878068"/>
                <a:gd name="connsiteY1" fmla="*/ 282777 h 505090"/>
                <a:gd name="connsiteX2" fmla="*/ 0 w 878068"/>
                <a:gd name="connsiteY2" fmla="*/ 0 h 505090"/>
                <a:gd name="connsiteX0" fmla="*/ 827490 w 827490"/>
                <a:gd name="connsiteY0" fmla="*/ 616321 h 616321"/>
                <a:gd name="connsiteX1" fmla="*/ 623275 w 827490"/>
                <a:gd name="connsiteY1" fmla="*/ 282777 h 616321"/>
                <a:gd name="connsiteX2" fmla="*/ 0 w 827490"/>
                <a:gd name="connsiteY2" fmla="*/ 0 h 616321"/>
                <a:gd name="connsiteX0" fmla="*/ 827490 w 827490"/>
                <a:gd name="connsiteY0" fmla="*/ 616321 h 616321"/>
                <a:gd name="connsiteX1" fmla="*/ 578231 w 827490"/>
                <a:gd name="connsiteY1" fmla="*/ 308799 h 616321"/>
                <a:gd name="connsiteX2" fmla="*/ 0 w 827490"/>
                <a:gd name="connsiteY2" fmla="*/ 0 h 616321"/>
                <a:gd name="connsiteX0" fmla="*/ 671868 w 671868"/>
                <a:gd name="connsiteY0" fmla="*/ 545508 h 545508"/>
                <a:gd name="connsiteX1" fmla="*/ 422609 w 671868"/>
                <a:gd name="connsiteY1" fmla="*/ 237986 h 545508"/>
                <a:gd name="connsiteX2" fmla="*/ 0 w 671868"/>
                <a:gd name="connsiteY2" fmla="*/ 0 h 545508"/>
              </a:gdLst>
              <a:ahLst/>
              <a:cxnLst>
                <a:cxn ang="0">
                  <a:pos x="connsiteX0" y="connsiteY0"/>
                </a:cxn>
                <a:cxn ang="0">
                  <a:pos x="connsiteX1" y="connsiteY1"/>
                </a:cxn>
                <a:cxn ang="0">
                  <a:pos x="connsiteX2" y="connsiteY2"/>
                </a:cxn>
              </a:cxnLst>
              <a:rect l="l" t="t" r="r" b="b"/>
              <a:pathLst>
                <a:path w="671868" h="545508">
                  <a:moveTo>
                    <a:pt x="671868" y="545508"/>
                  </a:moveTo>
                  <a:cubicBezTo>
                    <a:pt x="599097" y="458926"/>
                    <a:pt x="568954" y="322168"/>
                    <a:pt x="422609" y="237986"/>
                  </a:cubicBezTo>
                  <a:cubicBezTo>
                    <a:pt x="276264" y="153804"/>
                    <a:pt x="133922" y="8296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6301B819-40DB-58DC-38EC-F639CFC104B1}"/>
                </a:ext>
              </a:extLst>
            </p:cNvPr>
            <p:cNvSpPr/>
            <p:nvPr userDrawn="1"/>
          </p:nvSpPr>
          <p:spPr>
            <a:xfrm rot="8899819" flipV="1">
              <a:off x="243565" y="240007"/>
              <a:ext cx="1980692" cy="370076"/>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60818"/>
                <a:gd name="connsiteY0" fmla="*/ 451295 h 479312"/>
                <a:gd name="connsiteX1" fmla="*/ 335661 w 1760818"/>
                <a:gd name="connsiteY1" fmla="*/ 319373 h 479312"/>
                <a:gd name="connsiteX2" fmla="*/ 629984 w 1760818"/>
                <a:gd name="connsiteY2" fmla="*/ 264319 h 479312"/>
                <a:gd name="connsiteX3" fmla="*/ 878777 w 1760818"/>
                <a:gd name="connsiteY3" fmla="*/ 278702 h 479312"/>
                <a:gd name="connsiteX4" fmla="*/ 1024700 w 1760818"/>
                <a:gd name="connsiteY4" fmla="*/ 302609 h 479312"/>
                <a:gd name="connsiteX5" fmla="*/ 1316641 w 1760818"/>
                <a:gd name="connsiteY5" fmla="*/ 360045 h 479312"/>
                <a:gd name="connsiteX6" fmla="*/ 1527143 w 1760818"/>
                <a:gd name="connsiteY6" fmla="*/ 386334 h 479312"/>
                <a:gd name="connsiteX7" fmla="*/ 1704023 w 1760818"/>
                <a:gd name="connsiteY7" fmla="*/ 0 h 479312"/>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024700 w 1760818"/>
                <a:gd name="connsiteY4" fmla="*/ 302609 h 479311"/>
                <a:gd name="connsiteX5" fmla="*/ 1316641 w 1760818"/>
                <a:gd name="connsiteY5" fmla="*/ 360045 h 479311"/>
                <a:gd name="connsiteX6" fmla="*/ 1527143 w 1760818"/>
                <a:gd name="connsiteY6" fmla="*/ 386334 h 479311"/>
                <a:gd name="connsiteX7" fmla="*/ 1704023 w 1760818"/>
                <a:gd name="connsiteY7" fmla="*/ 0 h 479311"/>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316641 w 1760818"/>
                <a:gd name="connsiteY4" fmla="*/ 360045 h 479311"/>
                <a:gd name="connsiteX5" fmla="*/ 1527143 w 1760818"/>
                <a:gd name="connsiteY5" fmla="*/ 386334 h 479311"/>
                <a:gd name="connsiteX6" fmla="*/ 1704023 w 1760818"/>
                <a:gd name="connsiteY6" fmla="*/ 0 h 479311"/>
                <a:gd name="connsiteX0" fmla="*/ 0 w 1778975"/>
                <a:gd name="connsiteY0" fmla="*/ 451295 h 567158"/>
                <a:gd name="connsiteX1" fmla="*/ 335661 w 1778975"/>
                <a:gd name="connsiteY1" fmla="*/ 319373 h 567158"/>
                <a:gd name="connsiteX2" fmla="*/ 629984 w 1778975"/>
                <a:gd name="connsiteY2" fmla="*/ 264319 h 567158"/>
                <a:gd name="connsiteX3" fmla="*/ 878777 w 1778975"/>
                <a:gd name="connsiteY3" fmla="*/ 278702 h 567158"/>
                <a:gd name="connsiteX4" fmla="*/ 1316641 w 1778975"/>
                <a:gd name="connsiteY4" fmla="*/ 360045 h 567158"/>
                <a:gd name="connsiteX5" fmla="*/ 1631590 w 1778975"/>
                <a:gd name="connsiteY5" fmla="*/ 567105 h 567158"/>
                <a:gd name="connsiteX6" fmla="*/ 1704023 w 1778975"/>
                <a:gd name="connsiteY6" fmla="*/ 0 h 567158"/>
                <a:gd name="connsiteX0" fmla="*/ 0 w 1747224"/>
                <a:gd name="connsiteY0" fmla="*/ 349207 h 465070"/>
                <a:gd name="connsiteX1" fmla="*/ 335661 w 1747224"/>
                <a:gd name="connsiteY1" fmla="*/ 217285 h 465070"/>
                <a:gd name="connsiteX2" fmla="*/ 629984 w 1747224"/>
                <a:gd name="connsiteY2" fmla="*/ 162231 h 465070"/>
                <a:gd name="connsiteX3" fmla="*/ 878777 w 1747224"/>
                <a:gd name="connsiteY3" fmla="*/ 176614 h 465070"/>
                <a:gd name="connsiteX4" fmla="*/ 1316641 w 1747224"/>
                <a:gd name="connsiteY4" fmla="*/ 257957 h 465070"/>
                <a:gd name="connsiteX5" fmla="*/ 1631590 w 1747224"/>
                <a:gd name="connsiteY5" fmla="*/ 465017 h 465070"/>
                <a:gd name="connsiteX6" fmla="*/ 1661322 w 1747224"/>
                <a:gd name="connsiteY6" fmla="*/ 0 h 465070"/>
                <a:gd name="connsiteX0" fmla="*/ 0 w 1763452"/>
                <a:gd name="connsiteY0" fmla="*/ 287483 h 465070"/>
                <a:gd name="connsiteX1" fmla="*/ 351889 w 1763452"/>
                <a:gd name="connsiteY1" fmla="*/ 217285 h 465070"/>
                <a:gd name="connsiteX2" fmla="*/ 646212 w 1763452"/>
                <a:gd name="connsiteY2" fmla="*/ 162231 h 465070"/>
                <a:gd name="connsiteX3" fmla="*/ 895005 w 1763452"/>
                <a:gd name="connsiteY3" fmla="*/ 176614 h 465070"/>
                <a:gd name="connsiteX4" fmla="*/ 1332869 w 1763452"/>
                <a:gd name="connsiteY4" fmla="*/ 257957 h 465070"/>
                <a:gd name="connsiteX5" fmla="*/ 1647818 w 1763452"/>
                <a:gd name="connsiteY5" fmla="*/ 465017 h 465070"/>
                <a:gd name="connsiteX6" fmla="*/ 1677550 w 1763452"/>
                <a:gd name="connsiteY6" fmla="*/ 0 h 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3452" h="465070">
                  <a:moveTo>
                    <a:pt x="0" y="287483"/>
                  </a:moveTo>
                  <a:cubicBezTo>
                    <a:pt x="61697" y="391423"/>
                    <a:pt x="244187" y="238160"/>
                    <a:pt x="351889" y="217285"/>
                  </a:cubicBezTo>
                  <a:cubicBezTo>
                    <a:pt x="459591" y="196410"/>
                    <a:pt x="532248" y="119186"/>
                    <a:pt x="646212" y="162231"/>
                  </a:cubicBezTo>
                  <a:cubicBezTo>
                    <a:pt x="724155" y="191671"/>
                    <a:pt x="780562" y="160660"/>
                    <a:pt x="895005" y="176614"/>
                  </a:cubicBezTo>
                  <a:cubicBezTo>
                    <a:pt x="1009448" y="192568"/>
                    <a:pt x="1207400" y="209890"/>
                    <a:pt x="1332869" y="257957"/>
                  </a:cubicBezTo>
                  <a:cubicBezTo>
                    <a:pt x="1458338" y="306024"/>
                    <a:pt x="1576952" y="468446"/>
                    <a:pt x="1647818" y="465017"/>
                  </a:cubicBezTo>
                  <a:cubicBezTo>
                    <a:pt x="1712683" y="461874"/>
                    <a:pt x="1855096" y="391287"/>
                    <a:pt x="1677550" y="0"/>
                  </a:cubicBezTo>
                </a:path>
              </a:pathLst>
            </a:custGeom>
            <a:noFill/>
            <a:ln w="6350" cap="rnd">
              <a:solidFill>
                <a:schemeClr val="tx1">
                  <a:alpha val="35000"/>
                </a:schemeClr>
              </a:solidFill>
              <a:prstDash val="dash"/>
              <a:round/>
            </a:ln>
          </p:spPr>
          <p:txBody>
            <a:bodyPr rtlCol="0" anchor="ctr"/>
            <a:lstStyle/>
            <a:p>
              <a:endParaRPr lang="en-US"/>
            </a:p>
          </p:txBody>
        </p:sp>
        <p:sp>
          <p:nvSpPr>
            <p:cNvPr id="44" name="Freeform: Shape 43">
              <a:extLst>
                <a:ext uri="{FF2B5EF4-FFF2-40B4-BE49-F238E27FC236}">
                  <a16:creationId xmlns:a16="http://schemas.microsoft.com/office/drawing/2014/main" id="{0BFCF97B-7688-2E4C-3919-782D7CE7756D}"/>
                </a:ext>
              </a:extLst>
            </p:cNvPr>
            <p:cNvSpPr/>
            <p:nvPr userDrawn="1"/>
          </p:nvSpPr>
          <p:spPr>
            <a:xfrm rot="8899819" flipV="1">
              <a:off x="-557806" y="1751239"/>
              <a:ext cx="1992046" cy="1540720"/>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388752"/>
                <a:gd name="connsiteY0" fmla="*/ 0 h 1728516"/>
                <a:gd name="connsiteX1" fmla="*/ 939053 w 2388752"/>
                <a:gd name="connsiteY1" fmla="*/ 214042 h 1728516"/>
                <a:gd name="connsiteX2" fmla="*/ 660243 w 2388752"/>
                <a:gd name="connsiteY2" fmla="*/ 293448 h 1728516"/>
                <a:gd name="connsiteX3" fmla="*/ 436318 w 2388752"/>
                <a:gd name="connsiteY3" fmla="*/ 198732 h 1728516"/>
                <a:gd name="connsiteX4" fmla="*/ 193413 w 2388752"/>
                <a:gd name="connsiteY4" fmla="*/ 459846 h 1728516"/>
                <a:gd name="connsiteX5" fmla="*/ 308 w 2388752"/>
                <a:gd name="connsiteY5" fmla="*/ 858140 h 1728516"/>
                <a:gd name="connsiteX6" fmla="*/ 66423 w 2388752"/>
                <a:gd name="connsiteY6" fmla="*/ 1140531 h 1728516"/>
                <a:gd name="connsiteX7" fmla="*/ 207642 w 2388752"/>
                <a:gd name="connsiteY7" fmla="*/ 1363350 h 1728516"/>
                <a:gd name="connsiteX8" fmla="*/ 258654 w 2388752"/>
                <a:gd name="connsiteY8" fmla="*/ 1422551 h 1728516"/>
                <a:gd name="connsiteX9" fmla="*/ 449960 w 2388752"/>
                <a:gd name="connsiteY9" fmla="*/ 1572107 h 1728516"/>
                <a:gd name="connsiteX10" fmla="*/ 583477 w 2388752"/>
                <a:gd name="connsiteY10" fmla="*/ 1621529 h 1728516"/>
                <a:gd name="connsiteX11" fmla="*/ 958027 w 2388752"/>
                <a:gd name="connsiteY11" fmla="*/ 1666875 h 1728516"/>
                <a:gd name="connsiteX12" fmla="*/ 1200345 w 2388752"/>
                <a:gd name="connsiteY12" fmla="*/ 1666875 h 1728516"/>
                <a:gd name="connsiteX13" fmla="*/ 1775812 w 2388752"/>
                <a:gd name="connsiteY13" fmla="*/ 1683016 h 1728516"/>
                <a:gd name="connsiteX14" fmla="*/ 2058355 w 2388752"/>
                <a:gd name="connsiteY14" fmla="*/ 1669870 h 1728516"/>
                <a:gd name="connsiteX15" fmla="*/ 2388752 w 2388752"/>
                <a:gd name="connsiteY15" fmla="*/ 1715135 h 1728516"/>
                <a:gd name="connsiteX0" fmla="*/ 973740 w 2058355"/>
                <a:gd name="connsiteY0" fmla="*/ 0 h 1683289"/>
                <a:gd name="connsiteX1" fmla="*/ 939053 w 2058355"/>
                <a:gd name="connsiteY1" fmla="*/ 214042 h 1683289"/>
                <a:gd name="connsiteX2" fmla="*/ 660243 w 2058355"/>
                <a:gd name="connsiteY2" fmla="*/ 293448 h 1683289"/>
                <a:gd name="connsiteX3" fmla="*/ 436318 w 2058355"/>
                <a:gd name="connsiteY3" fmla="*/ 198732 h 1683289"/>
                <a:gd name="connsiteX4" fmla="*/ 193413 w 2058355"/>
                <a:gd name="connsiteY4" fmla="*/ 459846 h 1683289"/>
                <a:gd name="connsiteX5" fmla="*/ 308 w 2058355"/>
                <a:gd name="connsiteY5" fmla="*/ 858140 h 1683289"/>
                <a:gd name="connsiteX6" fmla="*/ 66423 w 2058355"/>
                <a:gd name="connsiteY6" fmla="*/ 1140531 h 1683289"/>
                <a:gd name="connsiteX7" fmla="*/ 207642 w 2058355"/>
                <a:gd name="connsiteY7" fmla="*/ 1363350 h 1683289"/>
                <a:gd name="connsiteX8" fmla="*/ 258654 w 2058355"/>
                <a:gd name="connsiteY8" fmla="*/ 1422551 h 1683289"/>
                <a:gd name="connsiteX9" fmla="*/ 449960 w 2058355"/>
                <a:gd name="connsiteY9" fmla="*/ 1572107 h 1683289"/>
                <a:gd name="connsiteX10" fmla="*/ 583477 w 2058355"/>
                <a:gd name="connsiteY10" fmla="*/ 1621529 h 1683289"/>
                <a:gd name="connsiteX11" fmla="*/ 958027 w 2058355"/>
                <a:gd name="connsiteY11" fmla="*/ 1666875 h 1683289"/>
                <a:gd name="connsiteX12" fmla="*/ 1200345 w 2058355"/>
                <a:gd name="connsiteY12" fmla="*/ 1666875 h 1683289"/>
                <a:gd name="connsiteX13" fmla="*/ 1775812 w 2058355"/>
                <a:gd name="connsiteY13" fmla="*/ 1683016 h 1683289"/>
                <a:gd name="connsiteX14" fmla="*/ 2058355 w 2058355"/>
                <a:gd name="connsiteY14" fmla="*/ 1669870 h 1683289"/>
                <a:gd name="connsiteX0" fmla="*/ 973740 w 1992046"/>
                <a:gd name="connsiteY0" fmla="*/ 0 h 1728025"/>
                <a:gd name="connsiteX1" fmla="*/ 939053 w 1992046"/>
                <a:gd name="connsiteY1" fmla="*/ 214042 h 1728025"/>
                <a:gd name="connsiteX2" fmla="*/ 660243 w 1992046"/>
                <a:gd name="connsiteY2" fmla="*/ 293448 h 1728025"/>
                <a:gd name="connsiteX3" fmla="*/ 436318 w 1992046"/>
                <a:gd name="connsiteY3" fmla="*/ 198732 h 1728025"/>
                <a:gd name="connsiteX4" fmla="*/ 193413 w 1992046"/>
                <a:gd name="connsiteY4" fmla="*/ 459846 h 1728025"/>
                <a:gd name="connsiteX5" fmla="*/ 308 w 1992046"/>
                <a:gd name="connsiteY5" fmla="*/ 858140 h 1728025"/>
                <a:gd name="connsiteX6" fmla="*/ 66423 w 1992046"/>
                <a:gd name="connsiteY6" fmla="*/ 1140531 h 1728025"/>
                <a:gd name="connsiteX7" fmla="*/ 207642 w 1992046"/>
                <a:gd name="connsiteY7" fmla="*/ 1363350 h 1728025"/>
                <a:gd name="connsiteX8" fmla="*/ 258654 w 1992046"/>
                <a:gd name="connsiteY8" fmla="*/ 1422551 h 1728025"/>
                <a:gd name="connsiteX9" fmla="*/ 449960 w 1992046"/>
                <a:gd name="connsiteY9" fmla="*/ 1572107 h 1728025"/>
                <a:gd name="connsiteX10" fmla="*/ 583477 w 1992046"/>
                <a:gd name="connsiteY10" fmla="*/ 1621529 h 1728025"/>
                <a:gd name="connsiteX11" fmla="*/ 958027 w 1992046"/>
                <a:gd name="connsiteY11" fmla="*/ 1666875 h 1728025"/>
                <a:gd name="connsiteX12" fmla="*/ 1200345 w 1992046"/>
                <a:gd name="connsiteY12" fmla="*/ 1666875 h 1728025"/>
                <a:gd name="connsiteX13" fmla="*/ 1775812 w 1992046"/>
                <a:gd name="connsiteY13" fmla="*/ 1683016 h 1728025"/>
                <a:gd name="connsiteX14" fmla="*/ 1992046 w 1992046"/>
                <a:gd name="connsiteY14" fmla="*/ 1728025 h 1728025"/>
                <a:gd name="connsiteX0" fmla="*/ 1041326 w 1992046"/>
                <a:gd name="connsiteY0" fmla="*/ 1 h 1691318"/>
                <a:gd name="connsiteX1" fmla="*/ 939053 w 1992046"/>
                <a:gd name="connsiteY1" fmla="*/ 177335 h 1691318"/>
                <a:gd name="connsiteX2" fmla="*/ 660243 w 1992046"/>
                <a:gd name="connsiteY2" fmla="*/ 256741 h 1691318"/>
                <a:gd name="connsiteX3" fmla="*/ 436318 w 1992046"/>
                <a:gd name="connsiteY3" fmla="*/ 162025 h 1691318"/>
                <a:gd name="connsiteX4" fmla="*/ 193413 w 1992046"/>
                <a:gd name="connsiteY4" fmla="*/ 423139 h 1691318"/>
                <a:gd name="connsiteX5" fmla="*/ 308 w 1992046"/>
                <a:gd name="connsiteY5" fmla="*/ 821433 h 1691318"/>
                <a:gd name="connsiteX6" fmla="*/ 66423 w 1992046"/>
                <a:gd name="connsiteY6" fmla="*/ 1103824 h 1691318"/>
                <a:gd name="connsiteX7" fmla="*/ 207642 w 1992046"/>
                <a:gd name="connsiteY7" fmla="*/ 1326643 h 1691318"/>
                <a:gd name="connsiteX8" fmla="*/ 258654 w 1992046"/>
                <a:gd name="connsiteY8" fmla="*/ 1385844 h 1691318"/>
                <a:gd name="connsiteX9" fmla="*/ 449960 w 1992046"/>
                <a:gd name="connsiteY9" fmla="*/ 1535400 h 1691318"/>
                <a:gd name="connsiteX10" fmla="*/ 583477 w 1992046"/>
                <a:gd name="connsiteY10" fmla="*/ 1584822 h 1691318"/>
                <a:gd name="connsiteX11" fmla="*/ 958027 w 1992046"/>
                <a:gd name="connsiteY11" fmla="*/ 1630168 h 1691318"/>
                <a:gd name="connsiteX12" fmla="*/ 1200345 w 1992046"/>
                <a:gd name="connsiteY12" fmla="*/ 1630168 h 1691318"/>
                <a:gd name="connsiteX13" fmla="*/ 1775812 w 1992046"/>
                <a:gd name="connsiteY13" fmla="*/ 1646309 h 1691318"/>
                <a:gd name="connsiteX14" fmla="*/ 1992046 w 1992046"/>
                <a:gd name="connsiteY14" fmla="*/ 1691318 h 1691318"/>
                <a:gd name="connsiteX0" fmla="*/ 1041326 w 1992046"/>
                <a:gd name="connsiteY0" fmla="*/ 0 h 1691317"/>
                <a:gd name="connsiteX1" fmla="*/ 1005420 w 1992046"/>
                <a:gd name="connsiteY1" fmla="*/ 251982 h 1691317"/>
                <a:gd name="connsiteX2" fmla="*/ 660243 w 1992046"/>
                <a:gd name="connsiteY2" fmla="*/ 256740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378591 w 1992046"/>
                <a:gd name="connsiteY3" fmla="*/ 246478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2046" h="1691317">
                  <a:moveTo>
                    <a:pt x="1041326" y="0"/>
                  </a:moveTo>
                  <a:cubicBezTo>
                    <a:pt x="1029879" y="22454"/>
                    <a:pt x="1066479" y="198139"/>
                    <a:pt x="1005420" y="251982"/>
                  </a:cubicBezTo>
                  <a:cubicBezTo>
                    <a:pt x="944361" y="305825"/>
                    <a:pt x="779442" y="323975"/>
                    <a:pt x="674971" y="323058"/>
                  </a:cubicBezTo>
                  <a:cubicBezTo>
                    <a:pt x="570500" y="322141"/>
                    <a:pt x="458851" y="229798"/>
                    <a:pt x="378591" y="246478"/>
                  </a:cubicBezTo>
                  <a:cubicBezTo>
                    <a:pt x="298331" y="263158"/>
                    <a:pt x="256460" y="327312"/>
                    <a:pt x="193413" y="423138"/>
                  </a:cubicBezTo>
                  <a:cubicBezTo>
                    <a:pt x="130366" y="518964"/>
                    <a:pt x="5549" y="676409"/>
                    <a:pt x="308" y="821432"/>
                  </a:cubicBezTo>
                  <a:cubicBezTo>
                    <a:pt x="-3224" y="917865"/>
                    <a:pt x="23951" y="1013048"/>
                    <a:pt x="66423" y="1103823"/>
                  </a:cubicBezTo>
                  <a:cubicBezTo>
                    <a:pt x="102905" y="1181868"/>
                    <a:pt x="150513" y="1256418"/>
                    <a:pt x="207642" y="1326642"/>
                  </a:cubicBezTo>
                  <a:cubicBezTo>
                    <a:pt x="223931" y="1346693"/>
                    <a:pt x="240848" y="1366543"/>
                    <a:pt x="258654" y="1385843"/>
                  </a:cubicBezTo>
                  <a:cubicBezTo>
                    <a:pt x="312072" y="1443745"/>
                    <a:pt x="373494" y="1496709"/>
                    <a:pt x="449960" y="1535399"/>
                  </a:cubicBezTo>
                  <a:cubicBezTo>
                    <a:pt x="491471" y="1556448"/>
                    <a:pt x="536511" y="1572590"/>
                    <a:pt x="583477" y="1584821"/>
                  </a:cubicBezTo>
                  <a:cubicBezTo>
                    <a:pt x="703833" y="1616189"/>
                    <a:pt x="831037" y="1627172"/>
                    <a:pt x="958027" y="1630167"/>
                  </a:cubicBezTo>
                  <a:cubicBezTo>
                    <a:pt x="1038799" y="1632081"/>
                    <a:pt x="1119572" y="1630417"/>
                    <a:pt x="1200345" y="1630167"/>
                  </a:cubicBezTo>
                  <a:cubicBezTo>
                    <a:pt x="1392381" y="1629502"/>
                    <a:pt x="1643862" y="1636116"/>
                    <a:pt x="1775812" y="1646308"/>
                  </a:cubicBezTo>
                  <a:cubicBezTo>
                    <a:pt x="1907762" y="1656500"/>
                    <a:pt x="1889889" y="1685964"/>
                    <a:pt x="1992046" y="1691317"/>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45" name="Freeform: Shape 44">
              <a:extLst>
                <a:ext uri="{FF2B5EF4-FFF2-40B4-BE49-F238E27FC236}">
                  <a16:creationId xmlns:a16="http://schemas.microsoft.com/office/drawing/2014/main" id="{4D902192-D049-BC39-10D0-BA8EFBFB9955}"/>
                </a:ext>
              </a:extLst>
            </p:cNvPr>
            <p:cNvSpPr/>
            <p:nvPr userDrawn="1"/>
          </p:nvSpPr>
          <p:spPr>
            <a:xfrm rot="8899819" flipV="1">
              <a:off x="-371031" y="2110595"/>
              <a:ext cx="1669674" cy="1022139"/>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58427 w 2166893"/>
                <a:gd name="connsiteY0" fmla="*/ 0 h 1032028"/>
                <a:gd name="connsiteX1" fmla="*/ 902551 w 2166893"/>
                <a:gd name="connsiteY1" fmla="*/ 98263 h 1032028"/>
                <a:gd name="connsiteX2" fmla="*/ 746675 w 2166893"/>
                <a:gd name="connsiteY2" fmla="*/ 98263 h 1032028"/>
                <a:gd name="connsiteX3" fmla="*/ 534419 w 2166893"/>
                <a:gd name="connsiteY3" fmla="*/ 62736 h 1032028"/>
                <a:gd name="connsiteX4" fmla="*/ 271026 w 2166893"/>
                <a:gd name="connsiteY4" fmla="*/ 73219 h 1032028"/>
                <a:gd name="connsiteX5" fmla="*/ 131304 w 2166893"/>
                <a:gd name="connsiteY5" fmla="*/ 144274 h 1032028"/>
                <a:gd name="connsiteX6" fmla="*/ 23786 w 2166893"/>
                <a:gd name="connsiteY6" fmla="*/ 280229 h 1032028"/>
                <a:gd name="connsiteX7" fmla="*/ 2282 w 2166893"/>
                <a:gd name="connsiteY7" fmla="*/ 443307 h 1032028"/>
                <a:gd name="connsiteX8" fmla="*/ 88298 w 2166893"/>
                <a:gd name="connsiteY8" fmla="*/ 683764 h 1032028"/>
                <a:gd name="connsiteX9" fmla="*/ 151164 w 2166893"/>
                <a:gd name="connsiteY9" fmla="*/ 773676 h 1032028"/>
                <a:gd name="connsiteX10" fmla="*/ 231762 w 2166893"/>
                <a:gd name="connsiteY10" fmla="*/ 854165 h 1032028"/>
                <a:gd name="connsiteX11" fmla="*/ 524683 w 2166893"/>
                <a:gd name="connsiteY11" fmla="*/ 995360 h 1032028"/>
                <a:gd name="connsiteX12" fmla="*/ 627068 w 2166893"/>
                <a:gd name="connsiteY12" fmla="*/ 1011501 h 1032028"/>
                <a:gd name="connsiteX13" fmla="*/ 1017130 w 2166893"/>
                <a:gd name="connsiteY13" fmla="*/ 1028642 h 1032028"/>
                <a:gd name="connsiteX14" fmla="*/ 1282851 w 2166893"/>
                <a:gd name="connsiteY14" fmla="*/ 952591 h 1032028"/>
                <a:gd name="connsiteX15" fmla="*/ 1535467 w 2166893"/>
                <a:gd name="connsiteY15" fmla="*/ 1004429 h 1032028"/>
                <a:gd name="connsiteX16" fmla="*/ 1846173 w 2166893"/>
                <a:gd name="connsiteY16" fmla="*/ 957932 h 1032028"/>
                <a:gd name="connsiteX17" fmla="*/ 2166893 w 2166893"/>
                <a:gd name="connsiteY17" fmla="*/ 1001677 h 1032028"/>
                <a:gd name="connsiteX0" fmla="*/ 1058427 w 1846173"/>
                <a:gd name="connsiteY0" fmla="*/ 0 h 1032028"/>
                <a:gd name="connsiteX1" fmla="*/ 902551 w 1846173"/>
                <a:gd name="connsiteY1" fmla="*/ 98263 h 1032028"/>
                <a:gd name="connsiteX2" fmla="*/ 746675 w 1846173"/>
                <a:gd name="connsiteY2" fmla="*/ 98263 h 1032028"/>
                <a:gd name="connsiteX3" fmla="*/ 534419 w 1846173"/>
                <a:gd name="connsiteY3" fmla="*/ 62736 h 1032028"/>
                <a:gd name="connsiteX4" fmla="*/ 271026 w 1846173"/>
                <a:gd name="connsiteY4" fmla="*/ 73219 h 1032028"/>
                <a:gd name="connsiteX5" fmla="*/ 131304 w 1846173"/>
                <a:gd name="connsiteY5" fmla="*/ 144274 h 1032028"/>
                <a:gd name="connsiteX6" fmla="*/ 23786 w 1846173"/>
                <a:gd name="connsiteY6" fmla="*/ 280229 h 1032028"/>
                <a:gd name="connsiteX7" fmla="*/ 2282 w 1846173"/>
                <a:gd name="connsiteY7" fmla="*/ 443307 h 1032028"/>
                <a:gd name="connsiteX8" fmla="*/ 88298 w 1846173"/>
                <a:gd name="connsiteY8" fmla="*/ 683764 h 1032028"/>
                <a:gd name="connsiteX9" fmla="*/ 151164 w 1846173"/>
                <a:gd name="connsiteY9" fmla="*/ 773676 h 1032028"/>
                <a:gd name="connsiteX10" fmla="*/ 231762 w 1846173"/>
                <a:gd name="connsiteY10" fmla="*/ 854165 h 1032028"/>
                <a:gd name="connsiteX11" fmla="*/ 524683 w 1846173"/>
                <a:gd name="connsiteY11" fmla="*/ 995360 h 1032028"/>
                <a:gd name="connsiteX12" fmla="*/ 627068 w 1846173"/>
                <a:gd name="connsiteY12" fmla="*/ 1011501 h 1032028"/>
                <a:gd name="connsiteX13" fmla="*/ 1017130 w 1846173"/>
                <a:gd name="connsiteY13" fmla="*/ 1028642 h 1032028"/>
                <a:gd name="connsiteX14" fmla="*/ 1282851 w 1846173"/>
                <a:gd name="connsiteY14" fmla="*/ 952591 h 1032028"/>
                <a:gd name="connsiteX15" fmla="*/ 1535467 w 1846173"/>
                <a:gd name="connsiteY15" fmla="*/ 1004429 h 1032028"/>
                <a:gd name="connsiteX16" fmla="*/ 1846173 w 1846173"/>
                <a:gd name="connsiteY16" fmla="*/ 957932 h 1032028"/>
                <a:gd name="connsiteX0" fmla="*/ 1058427 w 1535467"/>
                <a:gd name="connsiteY0" fmla="*/ 0 h 1032028"/>
                <a:gd name="connsiteX1" fmla="*/ 902551 w 1535467"/>
                <a:gd name="connsiteY1" fmla="*/ 98263 h 1032028"/>
                <a:gd name="connsiteX2" fmla="*/ 746675 w 1535467"/>
                <a:gd name="connsiteY2" fmla="*/ 98263 h 1032028"/>
                <a:gd name="connsiteX3" fmla="*/ 534419 w 1535467"/>
                <a:gd name="connsiteY3" fmla="*/ 62736 h 1032028"/>
                <a:gd name="connsiteX4" fmla="*/ 271026 w 1535467"/>
                <a:gd name="connsiteY4" fmla="*/ 73219 h 1032028"/>
                <a:gd name="connsiteX5" fmla="*/ 131304 w 1535467"/>
                <a:gd name="connsiteY5" fmla="*/ 144274 h 1032028"/>
                <a:gd name="connsiteX6" fmla="*/ 23786 w 1535467"/>
                <a:gd name="connsiteY6" fmla="*/ 280229 h 1032028"/>
                <a:gd name="connsiteX7" fmla="*/ 2282 w 1535467"/>
                <a:gd name="connsiteY7" fmla="*/ 443307 h 1032028"/>
                <a:gd name="connsiteX8" fmla="*/ 88298 w 1535467"/>
                <a:gd name="connsiteY8" fmla="*/ 683764 h 1032028"/>
                <a:gd name="connsiteX9" fmla="*/ 151164 w 1535467"/>
                <a:gd name="connsiteY9" fmla="*/ 773676 h 1032028"/>
                <a:gd name="connsiteX10" fmla="*/ 231762 w 1535467"/>
                <a:gd name="connsiteY10" fmla="*/ 854165 h 1032028"/>
                <a:gd name="connsiteX11" fmla="*/ 524683 w 1535467"/>
                <a:gd name="connsiteY11" fmla="*/ 995360 h 1032028"/>
                <a:gd name="connsiteX12" fmla="*/ 627068 w 1535467"/>
                <a:gd name="connsiteY12" fmla="*/ 1011501 h 1032028"/>
                <a:gd name="connsiteX13" fmla="*/ 1017130 w 1535467"/>
                <a:gd name="connsiteY13" fmla="*/ 1028642 h 1032028"/>
                <a:gd name="connsiteX14" fmla="*/ 1282851 w 1535467"/>
                <a:gd name="connsiteY14" fmla="*/ 952591 h 1032028"/>
                <a:gd name="connsiteX15" fmla="*/ 1535467 w 1535467"/>
                <a:gd name="connsiteY15" fmla="*/ 1004429 h 1032028"/>
                <a:gd name="connsiteX0" fmla="*/ 1058427 w 1669674"/>
                <a:gd name="connsiteY0" fmla="*/ 0 h 1032028"/>
                <a:gd name="connsiteX1" fmla="*/ 902551 w 1669674"/>
                <a:gd name="connsiteY1" fmla="*/ 98263 h 1032028"/>
                <a:gd name="connsiteX2" fmla="*/ 746675 w 1669674"/>
                <a:gd name="connsiteY2" fmla="*/ 98263 h 1032028"/>
                <a:gd name="connsiteX3" fmla="*/ 534419 w 1669674"/>
                <a:gd name="connsiteY3" fmla="*/ 62736 h 1032028"/>
                <a:gd name="connsiteX4" fmla="*/ 271026 w 1669674"/>
                <a:gd name="connsiteY4" fmla="*/ 73219 h 1032028"/>
                <a:gd name="connsiteX5" fmla="*/ 131304 w 1669674"/>
                <a:gd name="connsiteY5" fmla="*/ 144274 h 1032028"/>
                <a:gd name="connsiteX6" fmla="*/ 23786 w 1669674"/>
                <a:gd name="connsiteY6" fmla="*/ 280229 h 1032028"/>
                <a:gd name="connsiteX7" fmla="*/ 2282 w 1669674"/>
                <a:gd name="connsiteY7" fmla="*/ 443307 h 1032028"/>
                <a:gd name="connsiteX8" fmla="*/ 88298 w 1669674"/>
                <a:gd name="connsiteY8" fmla="*/ 683764 h 1032028"/>
                <a:gd name="connsiteX9" fmla="*/ 151164 w 1669674"/>
                <a:gd name="connsiteY9" fmla="*/ 773676 h 1032028"/>
                <a:gd name="connsiteX10" fmla="*/ 231762 w 1669674"/>
                <a:gd name="connsiteY10" fmla="*/ 854165 h 1032028"/>
                <a:gd name="connsiteX11" fmla="*/ 524683 w 1669674"/>
                <a:gd name="connsiteY11" fmla="*/ 995360 h 1032028"/>
                <a:gd name="connsiteX12" fmla="*/ 627068 w 1669674"/>
                <a:gd name="connsiteY12" fmla="*/ 1011501 h 1032028"/>
                <a:gd name="connsiteX13" fmla="*/ 1017130 w 1669674"/>
                <a:gd name="connsiteY13" fmla="*/ 1028642 h 1032028"/>
                <a:gd name="connsiteX14" fmla="*/ 1282851 w 1669674"/>
                <a:gd name="connsiteY14" fmla="*/ 952591 h 1032028"/>
                <a:gd name="connsiteX15" fmla="*/ 1669674 w 1669674"/>
                <a:gd name="connsiteY15" fmla="*/ 998358 h 1032028"/>
                <a:gd name="connsiteX0" fmla="*/ 1058427 w 1669674"/>
                <a:gd name="connsiteY0" fmla="*/ 33984 h 1066012"/>
                <a:gd name="connsiteX1" fmla="*/ 902551 w 1669674"/>
                <a:gd name="connsiteY1" fmla="*/ 132247 h 1066012"/>
                <a:gd name="connsiteX2" fmla="*/ 746675 w 1669674"/>
                <a:gd name="connsiteY2" fmla="*/ 132247 h 1066012"/>
                <a:gd name="connsiteX3" fmla="*/ 534419 w 1669674"/>
                <a:gd name="connsiteY3" fmla="*/ 96720 h 1066012"/>
                <a:gd name="connsiteX4" fmla="*/ 265476 w 1669674"/>
                <a:gd name="connsiteY4" fmla="*/ 3740 h 1066012"/>
                <a:gd name="connsiteX5" fmla="*/ 131304 w 1669674"/>
                <a:gd name="connsiteY5" fmla="*/ 178258 h 1066012"/>
                <a:gd name="connsiteX6" fmla="*/ 23786 w 1669674"/>
                <a:gd name="connsiteY6" fmla="*/ 314213 h 1066012"/>
                <a:gd name="connsiteX7" fmla="*/ 2282 w 1669674"/>
                <a:gd name="connsiteY7" fmla="*/ 477291 h 1066012"/>
                <a:gd name="connsiteX8" fmla="*/ 88298 w 1669674"/>
                <a:gd name="connsiteY8" fmla="*/ 717748 h 1066012"/>
                <a:gd name="connsiteX9" fmla="*/ 151164 w 1669674"/>
                <a:gd name="connsiteY9" fmla="*/ 807660 h 1066012"/>
                <a:gd name="connsiteX10" fmla="*/ 231762 w 1669674"/>
                <a:gd name="connsiteY10" fmla="*/ 888149 h 1066012"/>
                <a:gd name="connsiteX11" fmla="*/ 524683 w 1669674"/>
                <a:gd name="connsiteY11" fmla="*/ 1029344 h 1066012"/>
                <a:gd name="connsiteX12" fmla="*/ 627068 w 1669674"/>
                <a:gd name="connsiteY12" fmla="*/ 1045485 h 1066012"/>
                <a:gd name="connsiteX13" fmla="*/ 1017130 w 1669674"/>
                <a:gd name="connsiteY13" fmla="*/ 1062626 h 1066012"/>
                <a:gd name="connsiteX14" fmla="*/ 1282851 w 1669674"/>
                <a:gd name="connsiteY14" fmla="*/ 986575 h 1066012"/>
                <a:gd name="connsiteX15" fmla="*/ 1669674 w 1669674"/>
                <a:gd name="connsiteY15" fmla="*/ 1032342 h 1066012"/>
                <a:gd name="connsiteX0" fmla="*/ 1058427 w 1669674"/>
                <a:gd name="connsiteY0" fmla="*/ 32796 h 1064824"/>
                <a:gd name="connsiteX1" fmla="*/ 902551 w 1669674"/>
                <a:gd name="connsiteY1" fmla="*/ 131059 h 1064824"/>
                <a:gd name="connsiteX2" fmla="*/ 746675 w 1669674"/>
                <a:gd name="connsiteY2" fmla="*/ 131059 h 1064824"/>
                <a:gd name="connsiteX3" fmla="*/ 546549 w 1669674"/>
                <a:gd name="connsiteY3" fmla="*/ 77007 h 1064824"/>
                <a:gd name="connsiteX4" fmla="*/ 265476 w 1669674"/>
                <a:gd name="connsiteY4" fmla="*/ 2552 h 1064824"/>
                <a:gd name="connsiteX5" fmla="*/ 131304 w 1669674"/>
                <a:gd name="connsiteY5" fmla="*/ 177070 h 1064824"/>
                <a:gd name="connsiteX6" fmla="*/ 23786 w 1669674"/>
                <a:gd name="connsiteY6" fmla="*/ 313025 h 1064824"/>
                <a:gd name="connsiteX7" fmla="*/ 2282 w 1669674"/>
                <a:gd name="connsiteY7" fmla="*/ 476103 h 1064824"/>
                <a:gd name="connsiteX8" fmla="*/ 88298 w 1669674"/>
                <a:gd name="connsiteY8" fmla="*/ 716560 h 1064824"/>
                <a:gd name="connsiteX9" fmla="*/ 151164 w 1669674"/>
                <a:gd name="connsiteY9" fmla="*/ 806472 h 1064824"/>
                <a:gd name="connsiteX10" fmla="*/ 231762 w 1669674"/>
                <a:gd name="connsiteY10" fmla="*/ 886961 h 1064824"/>
                <a:gd name="connsiteX11" fmla="*/ 524683 w 1669674"/>
                <a:gd name="connsiteY11" fmla="*/ 1028156 h 1064824"/>
                <a:gd name="connsiteX12" fmla="*/ 627068 w 1669674"/>
                <a:gd name="connsiteY12" fmla="*/ 1044297 h 1064824"/>
                <a:gd name="connsiteX13" fmla="*/ 1017130 w 1669674"/>
                <a:gd name="connsiteY13" fmla="*/ 1061438 h 1064824"/>
                <a:gd name="connsiteX14" fmla="*/ 1282851 w 1669674"/>
                <a:gd name="connsiteY14" fmla="*/ 985387 h 1064824"/>
                <a:gd name="connsiteX15" fmla="*/ 1669674 w 1669674"/>
                <a:gd name="connsiteY15" fmla="*/ 1031154 h 1064824"/>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9674" h="1122047">
                  <a:moveTo>
                    <a:pt x="1060433" y="0"/>
                  </a:moveTo>
                  <a:cubicBezTo>
                    <a:pt x="1040805" y="98478"/>
                    <a:pt x="954844" y="156902"/>
                    <a:pt x="902551" y="188282"/>
                  </a:cubicBezTo>
                  <a:cubicBezTo>
                    <a:pt x="850258" y="219662"/>
                    <a:pt x="806009" y="197291"/>
                    <a:pt x="746675" y="188282"/>
                  </a:cubicBezTo>
                  <a:cubicBezTo>
                    <a:pt x="687341" y="179273"/>
                    <a:pt x="626749" y="155648"/>
                    <a:pt x="546549" y="134230"/>
                  </a:cubicBezTo>
                  <a:cubicBezTo>
                    <a:pt x="466349" y="112812"/>
                    <a:pt x="334684" y="43098"/>
                    <a:pt x="265476" y="59775"/>
                  </a:cubicBezTo>
                  <a:cubicBezTo>
                    <a:pt x="196269" y="76452"/>
                    <a:pt x="171586" y="182548"/>
                    <a:pt x="131304" y="234293"/>
                  </a:cubicBezTo>
                  <a:cubicBezTo>
                    <a:pt x="91022" y="286038"/>
                    <a:pt x="45610" y="319162"/>
                    <a:pt x="23786" y="370248"/>
                  </a:cubicBezTo>
                  <a:cubicBezTo>
                    <a:pt x="1319" y="422582"/>
                    <a:pt x="-3602" y="478246"/>
                    <a:pt x="2282" y="533326"/>
                  </a:cubicBezTo>
                  <a:cubicBezTo>
                    <a:pt x="11161" y="616779"/>
                    <a:pt x="43256" y="697653"/>
                    <a:pt x="88298" y="773783"/>
                  </a:cubicBezTo>
                  <a:cubicBezTo>
                    <a:pt x="106699" y="804859"/>
                    <a:pt x="127453" y="835062"/>
                    <a:pt x="151164" y="863695"/>
                  </a:cubicBezTo>
                  <a:cubicBezTo>
                    <a:pt x="174874" y="892327"/>
                    <a:pt x="201539" y="919389"/>
                    <a:pt x="231762" y="944184"/>
                  </a:cubicBezTo>
                  <a:cubicBezTo>
                    <a:pt x="312107" y="1010081"/>
                    <a:pt x="412458" y="1060501"/>
                    <a:pt x="524683" y="1085379"/>
                  </a:cubicBezTo>
                  <a:cubicBezTo>
                    <a:pt x="558277" y="1092867"/>
                    <a:pt x="592512" y="1097859"/>
                    <a:pt x="627068" y="1101520"/>
                  </a:cubicBezTo>
                  <a:cubicBezTo>
                    <a:pt x="756304" y="1115165"/>
                    <a:pt x="907833" y="1128479"/>
                    <a:pt x="1017130" y="1118661"/>
                  </a:cubicBezTo>
                  <a:cubicBezTo>
                    <a:pt x="1126427" y="1108843"/>
                    <a:pt x="1174094" y="1047657"/>
                    <a:pt x="1282851" y="1042610"/>
                  </a:cubicBezTo>
                  <a:cubicBezTo>
                    <a:pt x="1391608" y="1037563"/>
                    <a:pt x="1575787" y="1087487"/>
                    <a:pt x="1669674" y="1088377"/>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6" name="Freeform: Shape 45">
              <a:extLst>
                <a:ext uri="{FF2B5EF4-FFF2-40B4-BE49-F238E27FC236}">
                  <a16:creationId xmlns:a16="http://schemas.microsoft.com/office/drawing/2014/main" id="{5FB8041A-E45E-2A1B-BEAE-09F9C9118356}"/>
                </a:ext>
              </a:extLst>
            </p:cNvPr>
            <p:cNvSpPr/>
            <p:nvPr userDrawn="1"/>
          </p:nvSpPr>
          <p:spPr>
            <a:xfrm rot="8532079" flipV="1">
              <a:off x="-265003" y="2326916"/>
              <a:ext cx="1254573" cy="688704"/>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87285 w 1736717"/>
                <a:gd name="connsiteY0" fmla="*/ 1 h 900382"/>
                <a:gd name="connsiteX1" fmla="*/ 1050987 w 1736717"/>
                <a:gd name="connsiteY1" fmla="*/ 169315 h 900382"/>
                <a:gd name="connsiteX2" fmla="*/ 961147 w 1736717"/>
                <a:gd name="connsiteY2" fmla="*/ 389751 h 900382"/>
                <a:gd name="connsiteX3" fmla="*/ 699038 w 1736717"/>
                <a:gd name="connsiteY3" fmla="*/ 465146 h 900382"/>
                <a:gd name="connsiteX4" fmla="*/ 443601 w 1736717"/>
                <a:gd name="connsiteY4" fmla="*/ 389646 h 900382"/>
                <a:gd name="connsiteX5" fmla="*/ 134723 w 1736717"/>
                <a:gd name="connsiteY5" fmla="*/ 341890 h 900382"/>
                <a:gd name="connsiteX6" fmla="*/ 20904 w 1736717"/>
                <a:gd name="connsiteY6" fmla="*/ 524280 h 900382"/>
                <a:gd name="connsiteX7" fmla="*/ 2519 w 1736717"/>
                <a:gd name="connsiteY7" fmla="*/ 640074 h 900382"/>
                <a:gd name="connsiteX8" fmla="*/ 52852 w 1736717"/>
                <a:gd name="connsiteY8" fmla="*/ 764232 h 900382"/>
                <a:gd name="connsiteX9" fmla="*/ 85202 w 1736717"/>
                <a:gd name="connsiteY9" fmla="*/ 799134 h 900382"/>
                <a:gd name="connsiteX10" fmla="*/ 403278 w 1736717"/>
                <a:gd name="connsiteY10" fmla="*/ 894410 h 900382"/>
                <a:gd name="connsiteX11" fmla="*/ 804257 w 1736717"/>
                <a:gd name="connsiteY11" fmla="*/ 883170 h 900382"/>
                <a:gd name="connsiteX12" fmla="*/ 1076201 w 1736717"/>
                <a:gd name="connsiteY12" fmla="*/ 827146 h 900382"/>
                <a:gd name="connsiteX13" fmla="*/ 1548418 w 1736717"/>
                <a:gd name="connsiteY13" fmla="*/ 889023 h 900382"/>
                <a:gd name="connsiteX14" fmla="*/ 1736717 w 1736717"/>
                <a:gd name="connsiteY14" fmla="*/ 802199 h 900382"/>
                <a:gd name="connsiteX0" fmla="*/ 1224796 w 1874228"/>
                <a:gd name="connsiteY0" fmla="*/ 0 h 900381"/>
                <a:gd name="connsiteX1" fmla="*/ 1188498 w 1874228"/>
                <a:gd name="connsiteY1" fmla="*/ 169314 h 900381"/>
                <a:gd name="connsiteX2" fmla="*/ 1098658 w 1874228"/>
                <a:gd name="connsiteY2" fmla="*/ 389750 h 900381"/>
                <a:gd name="connsiteX3" fmla="*/ 836549 w 1874228"/>
                <a:gd name="connsiteY3" fmla="*/ 465145 h 900381"/>
                <a:gd name="connsiteX4" fmla="*/ 581112 w 1874228"/>
                <a:gd name="connsiteY4" fmla="*/ 389645 h 900381"/>
                <a:gd name="connsiteX5" fmla="*/ 272234 w 1874228"/>
                <a:gd name="connsiteY5" fmla="*/ 341889 h 900381"/>
                <a:gd name="connsiteX6" fmla="*/ 2308 w 1874228"/>
                <a:gd name="connsiteY6" fmla="*/ 410971 h 900381"/>
                <a:gd name="connsiteX7" fmla="*/ 140030 w 1874228"/>
                <a:gd name="connsiteY7" fmla="*/ 640073 h 900381"/>
                <a:gd name="connsiteX8" fmla="*/ 190363 w 1874228"/>
                <a:gd name="connsiteY8" fmla="*/ 764231 h 900381"/>
                <a:gd name="connsiteX9" fmla="*/ 222713 w 1874228"/>
                <a:gd name="connsiteY9" fmla="*/ 799133 h 900381"/>
                <a:gd name="connsiteX10" fmla="*/ 540789 w 1874228"/>
                <a:gd name="connsiteY10" fmla="*/ 894409 h 900381"/>
                <a:gd name="connsiteX11" fmla="*/ 941768 w 1874228"/>
                <a:gd name="connsiteY11" fmla="*/ 883169 h 900381"/>
                <a:gd name="connsiteX12" fmla="*/ 1213712 w 1874228"/>
                <a:gd name="connsiteY12" fmla="*/ 827145 h 900381"/>
                <a:gd name="connsiteX13" fmla="*/ 1685929 w 1874228"/>
                <a:gd name="connsiteY13" fmla="*/ 889022 h 900381"/>
                <a:gd name="connsiteX14" fmla="*/ 1874228 w 1874228"/>
                <a:gd name="connsiteY14" fmla="*/ 802198 h 900381"/>
                <a:gd name="connsiteX0" fmla="*/ 1222489 w 1871921"/>
                <a:gd name="connsiteY0" fmla="*/ 0 h 900381"/>
                <a:gd name="connsiteX1" fmla="*/ 1186191 w 1871921"/>
                <a:gd name="connsiteY1" fmla="*/ 169314 h 900381"/>
                <a:gd name="connsiteX2" fmla="*/ 1096351 w 1871921"/>
                <a:gd name="connsiteY2" fmla="*/ 389750 h 900381"/>
                <a:gd name="connsiteX3" fmla="*/ 834242 w 1871921"/>
                <a:gd name="connsiteY3" fmla="*/ 465145 h 900381"/>
                <a:gd name="connsiteX4" fmla="*/ 578805 w 1871921"/>
                <a:gd name="connsiteY4" fmla="*/ 389645 h 900381"/>
                <a:gd name="connsiteX5" fmla="*/ 136401 w 1871921"/>
                <a:gd name="connsiteY5" fmla="*/ 237443 h 900381"/>
                <a:gd name="connsiteX6" fmla="*/ 1 w 1871921"/>
                <a:gd name="connsiteY6" fmla="*/ 410971 h 900381"/>
                <a:gd name="connsiteX7" fmla="*/ 137723 w 1871921"/>
                <a:gd name="connsiteY7" fmla="*/ 640073 h 900381"/>
                <a:gd name="connsiteX8" fmla="*/ 188056 w 1871921"/>
                <a:gd name="connsiteY8" fmla="*/ 764231 h 900381"/>
                <a:gd name="connsiteX9" fmla="*/ 220406 w 1871921"/>
                <a:gd name="connsiteY9" fmla="*/ 799133 h 900381"/>
                <a:gd name="connsiteX10" fmla="*/ 538482 w 1871921"/>
                <a:gd name="connsiteY10" fmla="*/ 894409 h 900381"/>
                <a:gd name="connsiteX11" fmla="*/ 939461 w 1871921"/>
                <a:gd name="connsiteY11" fmla="*/ 883169 h 900381"/>
                <a:gd name="connsiteX12" fmla="*/ 1211405 w 1871921"/>
                <a:gd name="connsiteY12" fmla="*/ 827145 h 900381"/>
                <a:gd name="connsiteX13" fmla="*/ 1683622 w 1871921"/>
                <a:gd name="connsiteY13" fmla="*/ 889022 h 900381"/>
                <a:gd name="connsiteX14" fmla="*/ 1871921 w 1871921"/>
                <a:gd name="connsiteY14" fmla="*/ 802198 h 900381"/>
                <a:gd name="connsiteX0" fmla="*/ 1222489 w 1871921"/>
                <a:gd name="connsiteY0" fmla="*/ 0 h 904629"/>
                <a:gd name="connsiteX1" fmla="*/ 1186191 w 1871921"/>
                <a:gd name="connsiteY1" fmla="*/ 169314 h 904629"/>
                <a:gd name="connsiteX2" fmla="*/ 1096351 w 1871921"/>
                <a:gd name="connsiteY2" fmla="*/ 389750 h 904629"/>
                <a:gd name="connsiteX3" fmla="*/ 834242 w 1871921"/>
                <a:gd name="connsiteY3" fmla="*/ 465145 h 904629"/>
                <a:gd name="connsiteX4" fmla="*/ 578805 w 1871921"/>
                <a:gd name="connsiteY4" fmla="*/ 389645 h 904629"/>
                <a:gd name="connsiteX5" fmla="*/ 136401 w 1871921"/>
                <a:gd name="connsiteY5" fmla="*/ 237443 h 904629"/>
                <a:gd name="connsiteX6" fmla="*/ 1 w 1871921"/>
                <a:gd name="connsiteY6" fmla="*/ 410971 h 904629"/>
                <a:gd name="connsiteX7" fmla="*/ 137723 w 1871921"/>
                <a:gd name="connsiteY7" fmla="*/ 640073 h 904629"/>
                <a:gd name="connsiteX8" fmla="*/ 188056 w 1871921"/>
                <a:gd name="connsiteY8" fmla="*/ 764231 h 904629"/>
                <a:gd name="connsiteX9" fmla="*/ 538482 w 1871921"/>
                <a:gd name="connsiteY9" fmla="*/ 894409 h 904629"/>
                <a:gd name="connsiteX10" fmla="*/ 939461 w 1871921"/>
                <a:gd name="connsiteY10" fmla="*/ 883169 h 904629"/>
                <a:gd name="connsiteX11" fmla="*/ 1211405 w 1871921"/>
                <a:gd name="connsiteY11" fmla="*/ 827145 h 904629"/>
                <a:gd name="connsiteX12" fmla="*/ 1683622 w 1871921"/>
                <a:gd name="connsiteY12" fmla="*/ 889022 h 904629"/>
                <a:gd name="connsiteX13" fmla="*/ 1871921 w 1871921"/>
                <a:gd name="connsiteY13" fmla="*/ 802198 h 904629"/>
                <a:gd name="connsiteX0" fmla="*/ 1222489 w 1871921"/>
                <a:gd name="connsiteY0" fmla="*/ 0 h 913280"/>
                <a:gd name="connsiteX1" fmla="*/ 1186191 w 1871921"/>
                <a:gd name="connsiteY1" fmla="*/ 169314 h 913280"/>
                <a:gd name="connsiteX2" fmla="*/ 1096351 w 1871921"/>
                <a:gd name="connsiteY2" fmla="*/ 389750 h 913280"/>
                <a:gd name="connsiteX3" fmla="*/ 834242 w 1871921"/>
                <a:gd name="connsiteY3" fmla="*/ 465145 h 913280"/>
                <a:gd name="connsiteX4" fmla="*/ 578805 w 1871921"/>
                <a:gd name="connsiteY4" fmla="*/ 389645 h 913280"/>
                <a:gd name="connsiteX5" fmla="*/ 136401 w 1871921"/>
                <a:gd name="connsiteY5" fmla="*/ 237443 h 913280"/>
                <a:gd name="connsiteX6" fmla="*/ 1 w 1871921"/>
                <a:gd name="connsiteY6" fmla="*/ 410971 h 913280"/>
                <a:gd name="connsiteX7" fmla="*/ 137723 w 1871921"/>
                <a:gd name="connsiteY7" fmla="*/ 640073 h 913280"/>
                <a:gd name="connsiteX8" fmla="*/ 216110 w 1871921"/>
                <a:gd name="connsiteY8" fmla="*/ 893899 h 913280"/>
                <a:gd name="connsiteX9" fmla="*/ 538482 w 1871921"/>
                <a:gd name="connsiteY9" fmla="*/ 894409 h 913280"/>
                <a:gd name="connsiteX10" fmla="*/ 939461 w 1871921"/>
                <a:gd name="connsiteY10" fmla="*/ 883169 h 913280"/>
                <a:gd name="connsiteX11" fmla="*/ 1211405 w 1871921"/>
                <a:gd name="connsiteY11" fmla="*/ 827145 h 913280"/>
                <a:gd name="connsiteX12" fmla="*/ 1683622 w 1871921"/>
                <a:gd name="connsiteY12" fmla="*/ 889022 h 913280"/>
                <a:gd name="connsiteX13" fmla="*/ 1871921 w 1871921"/>
                <a:gd name="connsiteY13" fmla="*/ 802198 h 913280"/>
                <a:gd name="connsiteX0" fmla="*/ 1222489 w 1871921"/>
                <a:gd name="connsiteY0" fmla="*/ 0 h 943360"/>
                <a:gd name="connsiteX1" fmla="*/ 1186191 w 1871921"/>
                <a:gd name="connsiteY1" fmla="*/ 169314 h 943360"/>
                <a:gd name="connsiteX2" fmla="*/ 1096351 w 1871921"/>
                <a:gd name="connsiteY2" fmla="*/ 389750 h 943360"/>
                <a:gd name="connsiteX3" fmla="*/ 834242 w 1871921"/>
                <a:gd name="connsiteY3" fmla="*/ 465145 h 943360"/>
                <a:gd name="connsiteX4" fmla="*/ 578805 w 1871921"/>
                <a:gd name="connsiteY4" fmla="*/ 389645 h 943360"/>
                <a:gd name="connsiteX5" fmla="*/ 136401 w 1871921"/>
                <a:gd name="connsiteY5" fmla="*/ 237443 h 943360"/>
                <a:gd name="connsiteX6" fmla="*/ 1 w 1871921"/>
                <a:gd name="connsiteY6" fmla="*/ 410971 h 943360"/>
                <a:gd name="connsiteX7" fmla="*/ 137723 w 1871921"/>
                <a:gd name="connsiteY7" fmla="*/ 640073 h 943360"/>
                <a:gd name="connsiteX8" fmla="*/ 216110 w 1871921"/>
                <a:gd name="connsiteY8" fmla="*/ 893899 h 943360"/>
                <a:gd name="connsiteX9" fmla="*/ 579416 w 1871921"/>
                <a:gd name="connsiteY9" fmla="*/ 942857 h 943360"/>
                <a:gd name="connsiteX10" fmla="*/ 939461 w 1871921"/>
                <a:gd name="connsiteY10" fmla="*/ 883169 h 943360"/>
                <a:gd name="connsiteX11" fmla="*/ 1211405 w 1871921"/>
                <a:gd name="connsiteY11" fmla="*/ 827145 h 943360"/>
                <a:gd name="connsiteX12" fmla="*/ 1683622 w 1871921"/>
                <a:gd name="connsiteY12" fmla="*/ 889022 h 943360"/>
                <a:gd name="connsiteX13" fmla="*/ 1871921 w 1871921"/>
                <a:gd name="connsiteY13" fmla="*/ 802198 h 94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1921" h="943360">
                  <a:moveTo>
                    <a:pt x="1222489" y="0"/>
                  </a:moveTo>
                  <a:cubicBezTo>
                    <a:pt x="1214042" y="38134"/>
                    <a:pt x="1194638" y="131180"/>
                    <a:pt x="1186191" y="169314"/>
                  </a:cubicBezTo>
                  <a:cubicBezTo>
                    <a:pt x="1167475" y="246212"/>
                    <a:pt x="1155009" y="340445"/>
                    <a:pt x="1096351" y="389750"/>
                  </a:cubicBezTo>
                  <a:cubicBezTo>
                    <a:pt x="1037693" y="439055"/>
                    <a:pt x="920500" y="465163"/>
                    <a:pt x="834242" y="465145"/>
                  </a:cubicBezTo>
                  <a:cubicBezTo>
                    <a:pt x="747984" y="465128"/>
                    <a:pt x="695112" y="427595"/>
                    <a:pt x="578805" y="389645"/>
                  </a:cubicBezTo>
                  <a:cubicBezTo>
                    <a:pt x="462498" y="351695"/>
                    <a:pt x="232868" y="233889"/>
                    <a:pt x="136401" y="237443"/>
                  </a:cubicBezTo>
                  <a:cubicBezTo>
                    <a:pt x="39934" y="240997"/>
                    <a:pt x="-219" y="343866"/>
                    <a:pt x="1" y="410971"/>
                  </a:cubicBezTo>
                  <a:cubicBezTo>
                    <a:pt x="221" y="478076"/>
                    <a:pt x="101705" y="559585"/>
                    <a:pt x="137723" y="640073"/>
                  </a:cubicBezTo>
                  <a:cubicBezTo>
                    <a:pt x="173741" y="720561"/>
                    <a:pt x="142495" y="843435"/>
                    <a:pt x="216110" y="893899"/>
                  </a:cubicBezTo>
                  <a:cubicBezTo>
                    <a:pt x="289725" y="944363"/>
                    <a:pt x="458858" y="944645"/>
                    <a:pt x="579416" y="942857"/>
                  </a:cubicBezTo>
                  <a:cubicBezTo>
                    <a:pt x="699974" y="941069"/>
                    <a:pt x="834130" y="902454"/>
                    <a:pt x="939461" y="883169"/>
                  </a:cubicBezTo>
                  <a:cubicBezTo>
                    <a:pt x="1044793" y="863884"/>
                    <a:pt x="1087378" y="826170"/>
                    <a:pt x="1211405" y="827145"/>
                  </a:cubicBezTo>
                  <a:cubicBezTo>
                    <a:pt x="1335432" y="828120"/>
                    <a:pt x="1527172" y="907310"/>
                    <a:pt x="1683622" y="889022"/>
                  </a:cubicBezTo>
                  <a:cubicBezTo>
                    <a:pt x="1784631" y="892461"/>
                    <a:pt x="1871921" y="802198"/>
                    <a:pt x="1871921" y="802198"/>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7" name="Freeform: Shape 46">
              <a:extLst>
                <a:ext uri="{FF2B5EF4-FFF2-40B4-BE49-F238E27FC236}">
                  <a16:creationId xmlns:a16="http://schemas.microsoft.com/office/drawing/2014/main" id="{62BB8927-F860-9445-5A68-356D2F48F3F7}"/>
                </a:ext>
              </a:extLst>
            </p:cNvPr>
            <p:cNvSpPr/>
            <p:nvPr userDrawn="1"/>
          </p:nvSpPr>
          <p:spPr>
            <a:xfrm rot="16200000" flipV="1">
              <a:off x="10932" y="2308893"/>
              <a:ext cx="6802204" cy="2238304"/>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 name="connsiteX0" fmla="*/ 0 w 6317860"/>
                <a:gd name="connsiteY0" fmla="*/ 1131766 h 2572757"/>
                <a:gd name="connsiteX1" fmla="*/ 587477 w 6317860"/>
                <a:gd name="connsiteY1" fmla="*/ 102642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827957 w 6317860"/>
                <a:gd name="connsiteY14" fmla="*/ 1968816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197697 w 6608926"/>
                <a:gd name="connsiteY23" fmla="*/ 1344267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319416 w 6608926"/>
                <a:gd name="connsiteY23" fmla="*/ 1686968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6319416 w 6608926"/>
                <a:gd name="connsiteY22" fmla="*/ 1686968 h 2572757"/>
                <a:gd name="connsiteX23" fmla="*/ 6608926 w 6608926"/>
                <a:gd name="connsiteY23"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820214 w 6608926"/>
                <a:gd name="connsiteY21" fmla="*/ 1935591 h 2572757"/>
                <a:gd name="connsiteX22" fmla="*/ 6319416 w 6608926"/>
                <a:gd name="connsiteY22" fmla="*/ 1686968 h 2572757"/>
                <a:gd name="connsiteX23" fmla="*/ 6608926 w 6608926"/>
                <a:gd name="connsiteY23" fmla="*/ 1359699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319416 w 6620914"/>
                <a:gd name="connsiteY22" fmla="*/ 1686968 h 2562382"/>
                <a:gd name="connsiteX23" fmla="*/ 6620914 w 6620914"/>
                <a:gd name="connsiteY23" fmla="*/ 1232673 h 2562382"/>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243751 w 6620914"/>
                <a:gd name="connsiteY22" fmla="*/ 1837306 h 2562382"/>
                <a:gd name="connsiteX23" fmla="*/ 6620914 w 6620914"/>
                <a:gd name="connsiteY23" fmla="*/ 1232673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626699 w 6613820"/>
                <a:gd name="connsiteY16" fmla="*/ 2321843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700001 w 6613820"/>
                <a:gd name="connsiteY16" fmla="*/ 2435987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13820" h="2562382">
                  <a:moveTo>
                    <a:pt x="0" y="1131766"/>
                  </a:moveTo>
                  <a:cubicBezTo>
                    <a:pt x="139871" y="1187658"/>
                    <a:pt x="380671" y="843100"/>
                    <a:pt x="539847" y="788041"/>
                  </a:cubicBezTo>
                  <a:cubicBezTo>
                    <a:pt x="699023" y="732982"/>
                    <a:pt x="825643" y="803517"/>
                    <a:pt x="955059" y="801413"/>
                  </a:cubicBezTo>
                  <a:cubicBezTo>
                    <a:pt x="1084475" y="799309"/>
                    <a:pt x="1199823" y="796482"/>
                    <a:pt x="1316344" y="775414"/>
                  </a:cubicBezTo>
                  <a:cubicBezTo>
                    <a:pt x="1432865" y="754346"/>
                    <a:pt x="1557424" y="738588"/>
                    <a:pt x="1654183" y="675003"/>
                  </a:cubicBezTo>
                  <a:cubicBezTo>
                    <a:pt x="1750942" y="611418"/>
                    <a:pt x="1909075" y="500316"/>
                    <a:pt x="1896899" y="393906"/>
                  </a:cubicBezTo>
                  <a:cubicBezTo>
                    <a:pt x="1891047" y="288728"/>
                    <a:pt x="1919634" y="170846"/>
                    <a:pt x="1948775" y="106613"/>
                  </a:cubicBezTo>
                  <a:cubicBezTo>
                    <a:pt x="1977916" y="42380"/>
                    <a:pt x="2017165" y="22507"/>
                    <a:pt x="2071743" y="8506"/>
                  </a:cubicBezTo>
                  <a:cubicBezTo>
                    <a:pt x="2132036" y="-6925"/>
                    <a:pt x="2195663" y="-1019"/>
                    <a:pt x="2252813" y="23460"/>
                  </a:cubicBezTo>
                  <a:cubicBezTo>
                    <a:pt x="2296057" y="41938"/>
                    <a:pt x="2334252" y="70609"/>
                    <a:pt x="2362446" y="108232"/>
                  </a:cubicBezTo>
                  <a:cubicBezTo>
                    <a:pt x="2410833" y="172621"/>
                    <a:pt x="2423977" y="255489"/>
                    <a:pt x="2415595" y="335975"/>
                  </a:cubicBezTo>
                  <a:cubicBezTo>
                    <a:pt x="2403594" y="451418"/>
                    <a:pt x="2336099" y="566920"/>
                    <a:pt x="2310916" y="666778"/>
                  </a:cubicBezTo>
                  <a:cubicBezTo>
                    <a:pt x="2285733" y="766636"/>
                    <a:pt x="2255545" y="858637"/>
                    <a:pt x="2264499" y="935123"/>
                  </a:cubicBezTo>
                  <a:cubicBezTo>
                    <a:pt x="2275071" y="1025801"/>
                    <a:pt x="2509058" y="1280376"/>
                    <a:pt x="2602968" y="1452658"/>
                  </a:cubicBezTo>
                  <a:cubicBezTo>
                    <a:pt x="2696878" y="1624940"/>
                    <a:pt x="2718819" y="1835555"/>
                    <a:pt x="2827957" y="1968816"/>
                  </a:cubicBezTo>
                  <a:cubicBezTo>
                    <a:pt x="2937096" y="2102077"/>
                    <a:pt x="3112458" y="2174360"/>
                    <a:pt x="3257799" y="2252222"/>
                  </a:cubicBezTo>
                  <a:cubicBezTo>
                    <a:pt x="3403140" y="2330084"/>
                    <a:pt x="3547737" y="2393133"/>
                    <a:pt x="3700001" y="2435987"/>
                  </a:cubicBezTo>
                  <a:cubicBezTo>
                    <a:pt x="3852265" y="2478841"/>
                    <a:pt x="4029219" y="2489639"/>
                    <a:pt x="4171381" y="2509348"/>
                  </a:cubicBezTo>
                  <a:cubicBezTo>
                    <a:pt x="4313543" y="2529057"/>
                    <a:pt x="4422688" y="2555729"/>
                    <a:pt x="4552971" y="2554243"/>
                  </a:cubicBezTo>
                  <a:cubicBezTo>
                    <a:pt x="4683254" y="2552757"/>
                    <a:pt x="4816818" y="2594996"/>
                    <a:pt x="4953079" y="2500430"/>
                  </a:cubicBezTo>
                  <a:cubicBezTo>
                    <a:pt x="5089340" y="2405864"/>
                    <a:pt x="5226014" y="2080988"/>
                    <a:pt x="5370536" y="1986848"/>
                  </a:cubicBezTo>
                  <a:cubicBezTo>
                    <a:pt x="5515058" y="1892708"/>
                    <a:pt x="5674678" y="1960515"/>
                    <a:pt x="5820214" y="1935591"/>
                  </a:cubicBezTo>
                  <a:cubicBezTo>
                    <a:pt x="5965750" y="1910667"/>
                    <a:pt x="6084956" y="1917711"/>
                    <a:pt x="6243751" y="1837306"/>
                  </a:cubicBezTo>
                  <a:cubicBezTo>
                    <a:pt x="6321471" y="1771614"/>
                    <a:pt x="6474053" y="1791596"/>
                    <a:pt x="6613820" y="1628004"/>
                  </a:cubicBezTo>
                </a:path>
              </a:pathLst>
            </a:custGeom>
            <a:noFill/>
            <a:ln w="6350" cap="rnd">
              <a:solidFill>
                <a:schemeClr val="tx1">
                  <a:alpha val="35000"/>
                </a:schemeClr>
              </a:solidFill>
              <a:prstDash val="dash"/>
              <a:round/>
            </a:ln>
          </p:spPr>
          <p:txBody>
            <a:bodyPr rtlCol="0" anchor="ctr"/>
            <a:lstStyle/>
            <a:p>
              <a:endParaRPr lang="en-US"/>
            </a:p>
          </p:txBody>
        </p:sp>
        <p:sp>
          <p:nvSpPr>
            <p:cNvPr id="48" name="Freeform: Shape 47">
              <a:extLst>
                <a:ext uri="{FF2B5EF4-FFF2-40B4-BE49-F238E27FC236}">
                  <a16:creationId xmlns:a16="http://schemas.microsoft.com/office/drawing/2014/main" id="{B812377B-22B2-E665-DBB5-011C17DE86C8}"/>
                </a:ext>
              </a:extLst>
            </p:cNvPr>
            <p:cNvSpPr/>
            <p:nvPr userDrawn="1"/>
          </p:nvSpPr>
          <p:spPr>
            <a:xfrm rot="16200000" flipV="1">
              <a:off x="198596" y="2299012"/>
              <a:ext cx="6844038" cy="2217814"/>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57295 w 5917272"/>
                <a:gd name="connsiteY12" fmla="*/ 1237313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43732 w 5917272"/>
                <a:gd name="connsiteY9" fmla="*/ 2280706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90"/>
                <a:gd name="connsiteX1" fmla="*/ 5709091 w 5917272"/>
                <a:gd name="connsiteY1" fmla="*/ 1435768 h 2483890"/>
                <a:gd name="connsiteX2" fmla="*/ 5419775 w 5917272"/>
                <a:gd name="connsiteY2" fmla="*/ 1614360 h 2483890"/>
                <a:gd name="connsiteX3" fmla="*/ 5114202 w 5917272"/>
                <a:gd name="connsiteY3" fmla="*/ 1978282 h 2483890"/>
                <a:gd name="connsiteX4" fmla="*/ 4771336 w 5917272"/>
                <a:gd name="connsiteY4" fmla="*/ 2252393 h 2483890"/>
                <a:gd name="connsiteX5" fmla="*/ 4588265 w 5917272"/>
                <a:gd name="connsiteY5" fmla="*/ 2406793 h 2483890"/>
                <a:gd name="connsiteX6" fmla="*/ 4303563 w 5917272"/>
                <a:gd name="connsiteY6" fmla="*/ 2483374 h 2483890"/>
                <a:gd name="connsiteX7" fmla="*/ 3777212 w 5917272"/>
                <a:gd name="connsiteY7" fmla="*/ 2416318 h 2483890"/>
                <a:gd name="connsiteX8" fmla="*/ 3256590 w 5917272"/>
                <a:gd name="connsiteY8" fmla="*/ 2341042 h 2483890"/>
                <a:gd name="connsiteX9" fmla="*/ 2943732 w 5917272"/>
                <a:gd name="connsiteY9" fmla="*/ 2280706 h 2483890"/>
                <a:gd name="connsiteX10" fmla="*/ 2652748 w 5917272"/>
                <a:gd name="connsiteY10" fmla="*/ 2104416 h 2483890"/>
                <a:gd name="connsiteX11" fmla="*/ 2431709 w 5917272"/>
                <a:gd name="connsiteY11" fmla="*/ 1783167 h 2483890"/>
                <a:gd name="connsiteX12" fmla="*/ 2187037 w 5917272"/>
                <a:gd name="connsiteY12" fmla="*/ 1180856 h 2483890"/>
                <a:gd name="connsiteX13" fmla="*/ 2223779 w 5917272"/>
                <a:gd name="connsiteY13" fmla="*/ 793448 h 2483890"/>
                <a:gd name="connsiteX14" fmla="*/ 2288549 w 5917272"/>
                <a:gd name="connsiteY14" fmla="*/ 372824 h 2483890"/>
                <a:gd name="connsiteX15" fmla="*/ 2173868 w 5917272"/>
                <a:gd name="connsiteY15" fmla="*/ 168323 h 2483890"/>
                <a:gd name="connsiteX16" fmla="*/ 2037661 w 5917272"/>
                <a:gd name="connsiteY16" fmla="*/ 85169 h 2483890"/>
                <a:gd name="connsiteX17" fmla="*/ 1723622 w 5917272"/>
                <a:gd name="connsiteY17" fmla="*/ 3731 h 2483890"/>
                <a:gd name="connsiteX18" fmla="*/ 1530835 w 5917272"/>
                <a:gd name="connsiteY18" fmla="*/ 48593 h 2483890"/>
                <a:gd name="connsiteX19" fmla="*/ 1158112 w 5917272"/>
                <a:gd name="connsiteY19" fmla="*/ 437665 h 2483890"/>
                <a:gd name="connsiteX20" fmla="*/ 503936 w 5917272"/>
                <a:gd name="connsiteY20" fmla="*/ 237742 h 2483890"/>
                <a:gd name="connsiteX21" fmla="*/ 0 w 5917272"/>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14202 w 6270217"/>
                <a:gd name="connsiteY3" fmla="*/ 1978282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832026 w 6270217"/>
                <a:gd name="connsiteY1" fmla="*/ 1616899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830826 w 6583227"/>
                <a:gd name="connsiteY20" fmla="*/ 237742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7091 w 6583227"/>
                <a:gd name="connsiteY20" fmla="*/ 561401 h 2483890"/>
                <a:gd name="connsiteX21" fmla="*/ 0 w 6583227"/>
                <a:gd name="connsiteY21" fmla="*/ 913479 h 2483890"/>
                <a:gd name="connsiteX0" fmla="*/ 6583227 w 6583227"/>
                <a:gd name="connsiteY0" fmla="*/ 1034211 h 2483746"/>
                <a:gd name="connsiteX1" fmla="*/ 6158916 w 6583227"/>
                <a:gd name="connsiteY1" fmla="*/ 1616899 h 2483746"/>
                <a:gd name="connsiteX2" fmla="*/ 5865634 w 6583227"/>
                <a:gd name="connsiteY2" fmla="*/ 1760205 h 2483746"/>
                <a:gd name="connsiteX3" fmla="*/ 5458938 w 6583227"/>
                <a:gd name="connsiteY3" fmla="*/ 1853608 h 2483746"/>
                <a:gd name="connsiteX4" fmla="*/ 5098226 w 6583227"/>
                <a:gd name="connsiteY4" fmla="*/ 2252393 h 2483746"/>
                <a:gd name="connsiteX5" fmla="*/ 4915155 w 6583227"/>
                <a:gd name="connsiteY5" fmla="*/ 2406793 h 2483746"/>
                <a:gd name="connsiteX6" fmla="*/ 4630453 w 6583227"/>
                <a:gd name="connsiteY6" fmla="*/ 2483374 h 2483746"/>
                <a:gd name="connsiteX7" fmla="*/ 4104102 w 6583227"/>
                <a:gd name="connsiteY7" fmla="*/ 2416318 h 2483746"/>
                <a:gd name="connsiteX8" fmla="*/ 3703161 w 6583227"/>
                <a:gd name="connsiteY8" fmla="*/ 2469107 h 2483746"/>
                <a:gd name="connsiteX9" fmla="*/ 3270622 w 6583227"/>
                <a:gd name="connsiteY9" fmla="*/ 2280706 h 2483746"/>
                <a:gd name="connsiteX10" fmla="*/ 2979638 w 6583227"/>
                <a:gd name="connsiteY10" fmla="*/ 2104416 h 2483746"/>
                <a:gd name="connsiteX11" fmla="*/ 2758599 w 6583227"/>
                <a:gd name="connsiteY11" fmla="*/ 1783167 h 2483746"/>
                <a:gd name="connsiteX12" fmla="*/ 2513927 w 6583227"/>
                <a:gd name="connsiteY12" fmla="*/ 1180856 h 2483746"/>
                <a:gd name="connsiteX13" fmla="*/ 2550669 w 6583227"/>
                <a:gd name="connsiteY13" fmla="*/ 793448 h 2483746"/>
                <a:gd name="connsiteX14" fmla="*/ 2615439 w 6583227"/>
                <a:gd name="connsiteY14" fmla="*/ 372824 h 2483746"/>
                <a:gd name="connsiteX15" fmla="*/ 2500758 w 6583227"/>
                <a:gd name="connsiteY15" fmla="*/ 168323 h 2483746"/>
                <a:gd name="connsiteX16" fmla="*/ 2364551 w 6583227"/>
                <a:gd name="connsiteY16" fmla="*/ 85169 h 2483746"/>
                <a:gd name="connsiteX17" fmla="*/ 2050512 w 6583227"/>
                <a:gd name="connsiteY17" fmla="*/ 3731 h 2483746"/>
                <a:gd name="connsiteX18" fmla="*/ 1857725 w 6583227"/>
                <a:gd name="connsiteY18" fmla="*/ 48593 h 2483746"/>
                <a:gd name="connsiteX19" fmla="*/ 1485002 w 6583227"/>
                <a:gd name="connsiteY19" fmla="*/ 437665 h 2483746"/>
                <a:gd name="connsiteX20" fmla="*/ 757091 w 6583227"/>
                <a:gd name="connsiteY20" fmla="*/ 561401 h 2483746"/>
                <a:gd name="connsiteX21" fmla="*/ 0 w 6583227"/>
                <a:gd name="connsiteY21" fmla="*/ 913479 h 248374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513927 w 6583227"/>
                <a:gd name="connsiteY12" fmla="*/ 1180856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604199 w 6604199"/>
                <a:gd name="connsiteY0" fmla="*/ 1167505 h 2538926"/>
                <a:gd name="connsiteX1" fmla="*/ 6158916 w 6604199"/>
                <a:gd name="connsiteY1" fmla="*/ 1616899 h 2538926"/>
                <a:gd name="connsiteX2" fmla="*/ 5865634 w 6604199"/>
                <a:gd name="connsiteY2" fmla="*/ 1760205 h 2538926"/>
                <a:gd name="connsiteX3" fmla="*/ 5458938 w 6604199"/>
                <a:gd name="connsiteY3" fmla="*/ 1853608 h 2538926"/>
                <a:gd name="connsiteX4" fmla="*/ 5098226 w 6604199"/>
                <a:gd name="connsiteY4" fmla="*/ 2252393 h 2538926"/>
                <a:gd name="connsiteX5" fmla="*/ 4915155 w 6604199"/>
                <a:gd name="connsiteY5" fmla="*/ 2406793 h 2538926"/>
                <a:gd name="connsiteX6" fmla="*/ 4630453 w 6604199"/>
                <a:gd name="connsiteY6" fmla="*/ 2483374 h 2538926"/>
                <a:gd name="connsiteX7" fmla="*/ 4228477 w 6604199"/>
                <a:gd name="connsiteY7" fmla="*/ 2538814 h 2538926"/>
                <a:gd name="connsiteX8" fmla="*/ 3703161 w 6604199"/>
                <a:gd name="connsiteY8" fmla="*/ 2469107 h 2538926"/>
                <a:gd name="connsiteX9" fmla="*/ 3270622 w 6604199"/>
                <a:gd name="connsiteY9" fmla="*/ 2280706 h 2538926"/>
                <a:gd name="connsiteX10" fmla="*/ 2979638 w 6604199"/>
                <a:gd name="connsiteY10" fmla="*/ 2104416 h 2538926"/>
                <a:gd name="connsiteX11" fmla="*/ 2758599 w 6604199"/>
                <a:gd name="connsiteY11" fmla="*/ 1783167 h 2538926"/>
                <a:gd name="connsiteX12" fmla="*/ 2513927 w 6604199"/>
                <a:gd name="connsiteY12" fmla="*/ 1180856 h 2538926"/>
                <a:gd name="connsiteX13" fmla="*/ 2550669 w 6604199"/>
                <a:gd name="connsiteY13" fmla="*/ 793448 h 2538926"/>
                <a:gd name="connsiteX14" fmla="*/ 2615439 w 6604199"/>
                <a:gd name="connsiteY14" fmla="*/ 372824 h 2538926"/>
                <a:gd name="connsiteX15" fmla="*/ 2500758 w 6604199"/>
                <a:gd name="connsiteY15" fmla="*/ 168323 h 2538926"/>
                <a:gd name="connsiteX16" fmla="*/ 2364551 w 6604199"/>
                <a:gd name="connsiteY16" fmla="*/ 85169 h 2538926"/>
                <a:gd name="connsiteX17" fmla="*/ 2050512 w 6604199"/>
                <a:gd name="connsiteY17" fmla="*/ 3731 h 2538926"/>
                <a:gd name="connsiteX18" fmla="*/ 1857725 w 6604199"/>
                <a:gd name="connsiteY18" fmla="*/ 48593 h 2538926"/>
                <a:gd name="connsiteX19" fmla="*/ 1485002 w 6604199"/>
                <a:gd name="connsiteY19" fmla="*/ 437665 h 2538926"/>
                <a:gd name="connsiteX20" fmla="*/ 757091 w 6604199"/>
                <a:gd name="connsiteY20" fmla="*/ 561401 h 2538926"/>
                <a:gd name="connsiteX21" fmla="*/ 0 w 6604199"/>
                <a:gd name="connsiteY21" fmla="*/ 913479 h 2538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04199" h="2538926">
                  <a:moveTo>
                    <a:pt x="6604199" y="1167505"/>
                  </a:moveTo>
                  <a:cubicBezTo>
                    <a:pt x="6258509" y="1446662"/>
                    <a:pt x="6282010" y="1518116"/>
                    <a:pt x="6158916" y="1616899"/>
                  </a:cubicBezTo>
                  <a:cubicBezTo>
                    <a:pt x="6035822" y="1715682"/>
                    <a:pt x="5982297" y="1720753"/>
                    <a:pt x="5865634" y="1760205"/>
                  </a:cubicBezTo>
                  <a:cubicBezTo>
                    <a:pt x="5748971" y="1799657"/>
                    <a:pt x="5586839" y="1771577"/>
                    <a:pt x="5458938" y="1853608"/>
                  </a:cubicBezTo>
                  <a:cubicBezTo>
                    <a:pt x="5331037" y="1935639"/>
                    <a:pt x="5188857" y="2160196"/>
                    <a:pt x="5098226" y="2252393"/>
                  </a:cubicBezTo>
                  <a:cubicBezTo>
                    <a:pt x="5007596" y="2344591"/>
                    <a:pt x="4984116" y="2366026"/>
                    <a:pt x="4915155" y="2406793"/>
                  </a:cubicBezTo>
                  <a:cubicBezTo>
                    <a:pt x="4829240" y="2457561"/>
                    <a:pt x="4744899" y="2461371"/>
                    <a:pt x="4630453" y="2483374"/>
                  </a:cubicBezTo>
                  <a:cubicBezTo>
                    <a:pt x="4516007" y="2505377"/>
                    <a:pt x="4383026" y="2541192"/>
                    <a:pt x="4228477" y="2538814"/>
                  </a:cubicBezTo>
                  <a:cubicBezTo>
                    <a:pt x="4073928" y="2536436"/>
                    <a:pt x="3862803" y="2512125"/>
                    <a:pt x="3703161" y="2469107"/>
                  </a:cubicBezTo>
                  <a:cubicBezTo>
                    <a:pt x="3543519" y="2426089"/>
                    <a:pt x="3391209" y="2341488"/>
                    <a:pt x="3270622" y="2280706"/>
                  </a:cubicBezTo>
                  <a:cubicBezTo>
                    <a:pt x="3150035" y="2219924"/>
                    <a:pt x="3064975" y="2187339"/>
                    <a:pt x="2979638" y="2104416"/>
                  </a:cubicBezTo>
                  <a:cubicBezTo>
                    <a:pt x="2894301" y="2021493"/>
                    <a:pt x="2836217" y="1937093"/>
                    <a:pt x="2758599" y="1783167"/>
                  </a:cubicBezTo>
                  <a:cubicBezTo>
                    <a:pt x="2680981" y="1629241"/>
                    <a:pt x="2548582" y="1345809"/>
                    <a:pt x="2513927" y="1180856"/>
                  </a:cubicBezTo>
                  <a:cubicBezTo>
                    <a:pt x="2497258" y="1030742"/>
                    <a:pt x="2533750" y="928120"/>
                    <a:pt x="2550669" y="793448"/>
                  </a:cubicBezTo>
                  <a:cubicBezTo>
                    <a:pt x="2567588" y="658776"/>
                    <a:pt x="2643633" y="513890"/>
                    <a:pt x="2615439" y="372824"/>
                  </a:cubicBezTo>
                  <a:cubicBezTo>
                    <a:pt x="2599723" y="294148"/>
                    <a:pt x="2560956" y="221377"/>
                    <a:pt x="2500758" y="168323"/>
                  </a:cubicBezTo>
                  <a:cubicBezTo>
                    <a:pt x="2460658" y="132985"/>
                    <a:pt x="2412938" y="108029"/>
                    <a:pt x="2364551" y="85169"/>
                  </a:cubicBezTo>
                  <a:cubicBezTo>
                    <a:pt x="2264919" y="38306"/>
                    <a:pt x="2159954" y="-1794"/>
                    <a:pt x="2050512" y="3731"/>
                  </a:cubicBezTo>
                  <a:cubicBezTo>
                    <a:pt x="1984313" y="7064"/>
                    <a:pt x="1951977" y="-23729"/>
                    <a:pt x="1857725" y="48593"/>
                  </a:cubicBezTo>
                  <a:cubicBezTo>
                    <a:pt x="1763473" y="120915"/>
                    <a:pt x="1668441" y="352197"/>
                    <a:pt x="1485002" y="437665"/>
                  </a:cubicBezTo>
                  <a:cubicBezTo>
                    <a:pt x="1301563" y="523133"/>
                    <a:pt x="1024806" y="545005"/>
                    <a:pt x="757091" y="561401"/>
                  </a:cubicBezTo>
                  <a:cubicBezTo>
                    <a:pt x="331841" y="602184"/>
                    <a:pt x="179640" y="853071"/>
                    <a:pt x="0" y="913479"/>
                  </a:cubicBezTo>
                </a:path>
              </a:pathLst>
            </a:custGeom>
            <a:noFill/>
            <a:ln w="6350" cap="rnd">
              <a:solidFill>
                <a:schemeClr val="tx1">
                  <a:alpha val="35000"/>
                </a:schemeClr>
              </a:solidFill>
              <a:prstDash val="dash"/>
              <a:round/>
            </a:ln>
          </p:spPr>
          <p:txBody>
            <a:bodyPr rtlCol="0" anchor="ctr"/>
            <a:lstStyle/>
            <a:p>
              <a:endParaRPr lang="en-US"/>
            </a:p>
          </p:txBody>
        </p:sp>
        <p:sp>
          <p:nvSpPr>
            <p:cNvPr id="49" name="Freeform: Shape 48">
              <a:extLst>
                <a:ext uri="{FF2B5EF4-FFF2-40B4-BE49-F238E27FC236}">
                  <a16:creationId xmlns:a16="http://schemas.microsoft.com/office/drawing/2014/main" id="{94E2ECD0-CDEA-87A1-7BFC-2E0068B019DF}"/>
                </a:ext>
              </a:extLst>
            </p:cNvPr>
            <p:cNvSpPr/>
            <p:nvPr userDrawn="1"/>
          </p:nvSpPr>
          <p:spPr>
            <a:xfrm rot="16200000" flipV="1">
              <a:off x="302334" y="2328606"/>
              <a:ext cx="6878404" cy="2174818"/>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777675 w 5742377"/>
                <a:gd name="connsiteY16" fmla="*/ 2239314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691319 w 5742377"/>
                <a:gd name="connsiteY16" fmla="*/ 2067593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486937"/>
                <a:gd name="connsiteX1" fmla="*/ 643106 w 5742377"/>
                <a:gd name="connsiteY1" fmla="*/ 366424 h 2486937"/>
                <a:gd name="connsiteX2" fmla="*/ 1077182 w 5742377"/>
                <a:gd name="connsiteY2" fmla="*/ 209214 h 2486937"/>
                <a:gd name="connsiteX3" fmla="*/ 1684632 w 5742377"/>
                <a:gd name="connsiteY3" fmla="*/ 9612 h 2486937"/>
                <a:gd name="connsiteX4" fmla="*/ 2285278 w 5742377"/>
                <a:gd name="connsiteY4" fmla="*/ 230687 h 2486937"/>
                <a:gd name="connsiteX5" fmla="*/ 2460157 w 5742377"/>
                <a:gd name="connsiteY5" fmla="*/ 453667 h 2486937"/>
                <a:gd name="connsiteX6" fmla="*/ 2431106 w 5742377"/>
                <a:gd name="connsiteY6" fmla="*/ 715033 h 2486937"/>
                <a:gd name="connsiteX7" fmla="*/ 2337771 w 5742377"/>
                <a:gd name="connsiteY7" fmla="*/ 1113310 h 2486937"/>
                <a:gd name="connsiteX8" fmla="*/ 2322215 w 5742377"/>
                <a:gd name="connsiteY8" fmla="*/ 1547490 h 2486937"/>
                <a:gd name="connsiteX9" fmla="*/ 2405492 w 5742377"/>
                <a:gd name="connsiteY9" fmla="*/ 1875464 h 2486937"/>
                <a:gd name="connsiteX10" fmla="*/ 2632843 w 5742377"/>
                <a:gd name="connsiteY10" fmla="*/ 2154638 h 2486937"/>
                <a:gd name="connsiteX11" fmla="*/ 3035989 w 5742377"/>
                <a:gd name="connsiteY11" fmla="*/ 2314355 h 2486937"/>
                <a:gd name="connsiteX12" fmla="*/ 3713742 w 5742377"/>
                <a:gd name="connsiteY12" fmla="*/ 2451917 h 2486937"/>
                <a:gd name="connsiteX13" fmla="*/ 4029401 w 5742377"/>
                <a:gd name="connsiteY13" fmla="*/ 2485160 h 2486937"/>
                <a:gd name="connsiteX14" fmla="*/ 4458597 w 5742377"/>
                <a:gd name="connsiteY14" fmla="*/ 2413055 h 2486937"/>
                <a:gd name="connsiteX15" fmla="*/ 4691319 w 5742377"/>
                <a:gd name="connsiteY15" fmla="*/ 2067593 h 2486937"/>
                <a:gd name="connsiteX16" fmla="*/ 5190753 w 5742377"/>
                <a:gd name="connsiteY16" fmla="*/ 1700730 h 2486937"/>
                <a:gd name="connsiteX17" fmla="*/ 5455294 w 5742377"/>
                <a:gd name="connsiteY17" fmla="*/ 1492940 h 2486937"/>
                <a:gd name="connsiteX18" fmla="*/ 5742377 w 5742377"/>
                <a:gd name="connsiteY18" fmla="*/ 1141087 h 2486937"/>
                <a:gd name="connsiteX0" fmla="*/ 0 w 5742377"/>
                <a:gd name="connsiteY0" fmla="*/ 151629 h 2511607"/>
                <a:gd name="connsiteX1" fmla="*/ 643106 w 5742377"/>
                <a:gd name="connsiteY1" fmla="*/ 366424 h 2511607"/>
                <a:gd name="connsiteX2" fmla="*/ 1077182 w 5742377"/>
                <a:gd name="connsiteY2" fmla="*/ 209214 h 2511607"/>
                <a:gd name="connsiteX3" fmla="*/ 1684632 w 5742377"/>
                <a:gd name="connsiteY3" fmla="*/ 9612 h 2511607"/>
                <a:gd name="connsiteX4" fmla="*/ 2285278 w 5742377"/>
                <a:gd name="connsiteY4" fmla="*/ 230687 h 2511607"/>
                <a:gd name="connsiteX5" fmla="*/ 2460157 w 5742377"/>
                <a:gd name="connsiteY5" fmla="*/ 453667 h 2511607"/>
                <a:gd name="connsiteX6" fmla="*/ 2431106 w 5742377"/>
                <a:gd name="connsiteY6" fmla="*/ 715033 h 2511607"/>
                <a:gd name="connsiteX7" fmla="*/ 2337771 w 5742377"/>
                <a:gd name="connsiteY7" fmla="*/ 1113310 h 2511607"/>
                <a:gd name="connsiteX8" fmla="*/ 2322215 w 5742377"/>
                <a:gd name="connsiteY8" fmla="*/ 1547490 h 2511607"/>
                <a:gd name="connsiteX9" fmla="*/ 2405492 w 5742377"/>
                <a:gd name="connsiteY9" fmla="*/ 1875464 h 2511607"/>
                <a:gd name="connsiteX10" fmla="*/ 2632843 w 5742377"/>
                <a:gd name="connsiteY10" fmla="*/ 2154638 h 2511607"/>
                <a:gd name="connsiteX11" fmla="*/ 3035989 w 5742377"/>
                <a:gd name="connsiteY11" fmla="*/ 2314355 h 2511607"/>
                <a:gd name="connsiteX12" fmla="*/ 3713742 w 5742377"/>
                <a:gd name="connsiteY12" fmla="*/ 2451917 h 2511607"/>
                <a:gd name="connsiteX13" fmla="*/ 4029401 w 5742377"/>
                <a:gd name="connsiteY13" fmla="*/ 2485160 h 2511607"/>
                <a:gd name="connsiteX14" fmla="*/ 4691319 w 5742377"/>
                <a:gd name="connsiteY14" fmla="*/ 2067593 h 2511607"/>
                <a:gd name="connsiteX15" fmla="*/ 5190753 w 5742377"/>
                <a:gd name="connsiteY15" fmla="*/ 1700730 h 2511607"/>
                <a:gd name="connsiteX16" fmla="*/ 5455294 w 5742377"/>
                <a:gd name="connsiteY16" fmla="*/ 1492940 h 2511607"/>
                <a:gd name="connsiteX17" fmla="*/ 5742377 w 5742377"/>
                <a:gd name="connsiteY17" fmla="*/ 1141087 h 2511607"/>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190753 w 5742377"/>
                <a:gd name="connsiteY15" fmla="*/ 1700730 h 2451939"/>
                <a:gd name="connsiteX16" fmla="*/ 5455294 w 5742377"/>
                <a:gd name="connsiteY16" fmla="*/ 1492940 h 2451939"/>
                <a:gd name="connsiteX17" fmla="*/ 5742377 w 5742377"/>
                <a:gd name="connsiteY17" fmla="*/ 1141087 h 2451939"/>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098372 w 5742377"/>
                <a:gd name="connsiteY15" fmla="*/ 1613693 h 2451939"/>
                <a:gd name="connsiteX16" fmla="*/ 5455294 w 5742377"/>
                <a:gd name="connsiteY16" fmla="*/ 1492940 h 2451939"/>
                <a:gd name="connsiteX17" fmla="*/ 5742377 w 5742377"/>
                <a:gd name="connsiteY17" fmla="*/ 1141087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5598 h 2449311"/>
                <a:gd name="connsiteX1" fmla="*/ 1101149 w 6666632"/>
                <a:gd name="connsiteY1" fmla="*/ 465852 h 2449311"/>
                <a:gd name="connsiteX2" fmla="*/ 1619864 w 6666632"/>
                <a:gd name="connsiteY2" fmla="*/ 206586 h 2449311"/>
                <a:gd name="connsiteX3" fmla="*/ 2227314 w 6666632"/>
                <a:gd name="connsiteY3" fmla="*/ 6984 h 2449311"/>
                <a:gd name="connsiteX4" fmla="*/ 2827960 w 6666632"/>
                <a:gd name="connsiteY4" fmla="*/ 228059 h 2449311"/>
                <a:gd name="connsiteX5" fmla="*/ 3002839 w 6666632"/>
                <a:gd name="connsiteY5" fmla="*/ 451039 h 2449311"/>
                <a:gd name="connsiteX6" fmla="*/ 2973788 w 6666632"/>
                <a:gd name="connsiteY6" fmla="*/ 712405 h 2449311"/>
                <a:gd name="connsiteX7" fmla="*/ 2880453 w 6666632"/>
                <a:gd name="connsiteY7" fmla="*/ 1110682 h 2449311"/>
                <a:gd name="connsiteX8" fmla="*/ 2864897 w 6666632"/>
                <a:gd name="connsiteY8" fmla="*/ 1544862 h 2449311"/>
                <a:gd name="connsiteX9" fmla="*/ 2948174 w 6666632"/>
                <a:gd name="connsiteY9" fmla="*/ 1872836 h 2449311"/>
                <a:gd name="connsiteX10" fmla="*/ 3175525 w 6666632"/>
                <a:gd name="connsiteY10" fmla="*/ 2152010 h 2449311"/>
                <a:gd name="connsiteX11" fmla="*/ 3578671 w 6666632"/>
                <a:gd name="connsiteY11" fmla="*/ 2311727 h 2449311"/>
                <a:gd name="connsiteX12" fmla="*/ 4256424 w 6666632"/>
                <a:gd name="connsiteY12" fmla="*/ 2449289 h 2449311"/>
                <a:gd name="connsiteX13" fmla="*/ 4805043 w 6666632"/>
                <a:gd name="connsiteY13" fmla="*/ 2320222 h 2449311"/>
                <a:gd name="connsiteX14" fmla="*/ 5234001 w 6666632"/>
                <a:gd name="connsiteY14" fmla="*/ 2064965 h 2449311"/>
                <a:gd name="connsiteX15" fmla="*/ 5641054 w 6666632"/>
                <a:gd name="connsiteY15" fmla="*/ 1611065 h 2449311"/>
                <a:gd name="connsiteX16" fmla="*/ 5997976 w 6666632"/>
                <a:gd name="connsiteY16" fmla="*/ 1490312 h 2449311"/>
                <a:gd name="connsiteX17" fmla="*/ 6666632 w 6666632"/>
                <a:gd name="connsiteY17" fmla="*/ 1002022 h 2449311"/>
                <a:gd name="connsiteX0" fmla="*/ 0 w 6666632"/>
                <a:gd name="connsiteY0" fmla="*/ 399415 h 2443128"/>
                <a:gd name="connsiteX1" fmla="*/ 1101149 w 6666632"/>
                <a:gd name="connsiteY1" fmla="*/ 459669 h 2443128"/>
                <a:gd name="connsiteX2" fmla="*/ 1587502 w 6666632"/>
                <a:gd name="connsiteY2" fmla="*/ 159581 h 2443128"/>
                <a:gd name="connsiteX3" fmla="*/ 2227314 w 6666632"/>
                <a:gd name="connsiteY3" fmla="*/ 801 h 2443128"/>
                <a:gd name="connsiteX4" fmla="*/ 2827960 w 6666632"/>
                <a:gd name="connsiteY4" fmla="*/ 221876 h 2443128"/>
                <a:gd name="connsiteX5" fmla="*/ 3002839 w 6666632"/>
                <a:gd name="connsiteY5" fmla="*/ 444856 h 2443128"/>
                <a:gd name="connsiteX6" fmla="*/ 2973788 w 6666632"/>
                <a:gd name="connsiteY6" fmla="*/ 706222 h 2443128"/>
                <a:gd name="connsiteX7" fmla="*/ 2880453 w 6666632"/>
                <a:gd name="connsiteY7" fmla="*/ 1104499 h 2443128"/>
                <a:gd name="connsiteX8" fmla="*/ 2864897 w 6666632"/>
                <a:gd name="connsiteY8" fmla="*/ 1538679 h 2443128"/>
                <a:gd name="connsiteX9" fmla="*/ 2948174 w 6666632"/>
                <a:gd name="connsiteY9" fmla="*/ 1866653 h 2443128"/>
                <a:gd name="connsiteX10" fmla="*/ 3175525 w 6666632"/>
                <a:gd name="connsiteY10" fmla="*/ 2145827 h 2443128"/>
                <a:gd name="connsiteX11" fmla="*/ 3578671 w 6666632"/>
                <a:gd name="connsiteY11" fmla="*/ 2305544 h 2443128"/>
                <a:gd name="connsiteX12" fmla="*/ 4256424 w 6666632"/>
                <a:gd name="connsiteY12" fmla="*/ 2443106 h 2443128"/>
                <a:gd name="connsiteX13" fmla="*/ 4805043 w 6666632"/>
                <a:gd name="connsiteY13" fmla="*/ 2314039 h 2443128"/>
                <a:gd name="connsiteX14" fmla="*/ 5234001 w 6666632"/>
                <a:gd name="connsiteY14" fmla="*/ 2058782 h 2443128"/>
                <a:gd name="connsiteX15" fmla="*/ 5641054 w 6666632"/>
                <a:gd name="connsiteY15" fmla="*/ 1604882 h 2443128"/>
                <a:gd name="connsiteX16" fmla="*/ 5997976 w 6666632"/>
                <a:gd name="connsiteY16" fmla="*/ 1484129 h 2443128"/>
                <a:gd name="connsiteX17" fmla="*/ 6666632 w 6666632"/>
                <a:gd name="connsiteY17" fmla="*/ 995839 h 2443128"/>
                <a:gd name="connsiteX0" fmla="*/ 0 w 6666632"/>
                <a:gd name="connsiteY0" fmla="*/ 399359 h 2443072"/>
                <a:gd name="connsiteX1" fmla="*/ 1051362 w 6666632"/>
                <a:gd name="connsiteY1" fmla="*/ 412959 h 2443072"/>
                <a:gd name="connsiteX2" fmla="*/ 1587502 w 6666632"/>
                <a:gd name="connsiteY2" fmla="*/ 159525 h 2443072"/>
                <a:gd name="connsiteX3" fmla="*/ 2227314 w 6666632"/>
                <a:gd name="connsiteY3" fmla="*/ 745 h 2443072"/>
                <a:gd name="connsiteX4" fmla="*/ 2827960 w 6666632"/>
                <a:gd name="connsiteY4" fmla="*/ 221820 h 2443072"/>
                <a:gd name="connsiteX5" fmla="*/ 3002839 w 6666632"/>
                <a:gd name="connsiteY5" fmla="*/ 444800 h 2443072"/>
                <a:gd name="connsiteX6" fmla="*/ 2973788 w 6666632"/>
                <a:gd name="connsiteY6" fmla="*/ 706166 h 2443072"/>
                <a:gd name="connsiteX7" fmla="*/ 2880453 w 6666632"/>
                <a:gd name="connsiteY7" fmla="*/ 1104443 h 2443072"/>
                <a:gd name="connsiteX8" fmla="*/ 2864897 w 6666632"/>
                <a:gd name="connsiteY8" fmla="*/ 1538623 h 2443072"/>
                <a:gd name="connsiteX9" fmla="*/ 2948174 w 6666632"/>
                <a:gd name="connsiteY9" fmla="*/ 1866597 h 2443072"/>
                <a:gd name="connsiteX10" fmla="*/ 3175525 w 6666632"/>
                <a:gd name="connsiteY10" fmla="*/ 2145771 h 2443072"/>
                <a:gd name="connsiteX11" fmla="*/ 3578671 w 6666632"/>
                <a:gd name="connsiteY11" fmla="*/ 2305488 h 2443072"/>
                <a:gd name="connsiteX12" fmla="*/ 4256424 w 6666632"/>
                <a:gd name="connsiteY12" fmla="*/ 2443050 h 2443072"/>
                <a:gd name="connsiteX13" fmla="*/ 4805043 w 6666632"/>
                <a:gd name="connsiteY13" fmla="*/ 2313983 h 2443072"/>
                <a:gd name="connsiteX14" fmla="*/ 5234001 w 6666632"/>
                <a:gd name="connsiteY14" fmla="*/ 2058726 h 2443072"/>
                <a:gd name="connsiteX15" fmla="*/ 5641054 w 6666632"/>
                <a:gd name="connsiteY15" fmla="*/ 1604826 h 2443072"/>
                <a:gd name="connsiteX16" fmla="*/ 5997976 w 6666632"/>
                <a:gd name="connsiteY16" fmla="*/ 1484073 h 2443072"/>
                <a:gd name="connsiteX17" fmla="*/ 6666632 w 6666632"/>
                <a:gd name="connsiteY17" fmla="*/ 995783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175525 w 6678516"/>
                <a:gd name="connsiteY10" fmla="*/ 2145771 h 2443072"/>
                <a:gd name="connsiteX11" fmla="*/ 3578671 w 6678516"/>
                <a:gd name="connsiteY11" fmla="*/ 2305488 h 2443072"/>
                <a:gd name="connsiteX12" fmla="*/ 4256424 w 6678516"/>
                <a:gd name="connsiteY12" fmla="*/ 2443050 h 2443072"/>
                <a:gd name="connsiteX13" fmla="*/ 4805043 w 6678516"/>
                <a:gd name="connsiteY13" fmla="*/ 2313983 h 2443072"/>
                <a:gd name="connsiteX14" fmla="*/ 5234001 w 6678516"/>
                <a:gd name="connsiteY14" fmla="*/ 2058726 h 2443072"/>
                <a:gd name="connsiteX15" fmla="*/ 5641054 w 6678516"/>
                <a:gd name="connsiteY15" fmla="*/ 1604826 h 2443072"/>
                <a:gd name="connsiteX16" fmla="*/ 5997976 w 6678516"/>
                <a:gd name="connsiteY16" fmla="*/ 1484073 h 2443072"/>
                <a:gd name="connsiteX17" fmla="*/ 6678516 w 6678516"/>
                <a:gd name="connsiteY17"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578671 w 6678516"/>
                <a:gd name="connsiteY10" fmla="*/ 2305488 h 2443072"/>
                <a:gd name="connsiteX11" fmla="*/ 4256424 w 6678516"/>
                <a:gd name="connsiteY11" fmla="*/ 2443050 h 2443072"/>
                <a:gd name="connsiteX12" fmla="*/ 4805043 w 6678516"/>
                <a:gd name="connsiteY12" fmla="*/ 2313983 h 2443072"/>
                <a:gd name="connsiteX13" fmla="*/ 5234001 w 6678516"/>
                <a:gd name="connsiteY13" fmla="*/ 2058726 h 2443072"/>
                <a:gd name="connsiteX14" fmla="*/ 5641054 w 6678516"/>
                <a:gd name="connsiteY14" fmla="*/ 1604826 h 2443072"/>
                <a:gd name="connsiteX15" fmla="*/ 5997976 w 6678516"/>
                <a:gd name="connsiteY15" fmla="*/ 1484073 h 2443072"/>
                <a:gd name="connsiteX16" fmla="*/ 6678516 w 6678516"/>
                <a:gd name="connsiteY16"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987409 w 6678516"/>
                <a:gd name="connsiteY7" fmla="*/ 1213020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88"/>
                <a:gd name="connsiteX1" fmla="*/ 1051362 w 6678516"/>
                <a:gd name="connsiteY1" fmla="*/ 412959 h 2443088"/>
                <a:gd name="connsiteX2" fmla="*/ 1587502 w 6678516"/>
                <a:gd name="connsiteY2" fmla="*/ 159525 h 2443088"/>
                <a:gd name="connsiteX3" fmla="*/ 2227314 w 6678516"/>
                <a:gd name="connsiteY3" fmla="*/ 745 h 2443088"/>
                <a:gd name="connsiteX4" fmla="*/ 2827960 w 6678516"/>
                <a:gd name="connsiteY4" fmla="*/ 221820 h 2443088"/>
                <a:gd name="connsiteX5" fmla="*/ 3002839 w 6678516"/>
                <a:gd name="connsiteY5" fmla="*/ 444800 h 2443088"/>
                <a:gd name="connsiteX6" fmla="*/ 2973788 w 6678516"/>
                <a:gd name="connsiteY6" fmla="*/ 706166 h 2443088"/>
                <a:gd name="connsiteX7" fmla="*/ 2987409 w 6678516"/>
                <a:gd name="connsiteY7" fmla="*/ 1213020 h 2443088"/>
                <a:gd name="connsiteX8" fmla="*/ 3083564 w 6678516"/>
                <a:gd name="connsiteY8" fmla="*/ 1789185 h 2443088"/>
                <a:gd name="connsiteX9" fmla="*/ 3578671 w 6678516"/>
                <a:gd name="connsiteY9" fmla="*/ 2305488 h 2443088"/>
                <a:gd name="connsiteX10" fmla="*/ 4256424 w 6678516"/>
                <a:gd name="connsiteY10" fmla="*/ 2443050 h 2443088"/>
                <a:gd name="connsiteX11" fmla="*/ 4805043 w 6678516"/>
                <a:gd name="connsiteY11" fmla="*/ 2313983 h 2443088"/>
                <a:gd name="connsiteX12" fmla="*/ 5198348 w 6678516"/>
                <a:gd name="connsiteY12" fmla="*/ 1886117 h 2443088"/>
                <a:gd name="connsiteX13" fmla="*/ 5641054 w 6678516"/>
                <a:gd name="connsiteY13" fmla="*/ 1604826 h 2443088"/>
                <a:gd name="connsiteX14" fmla="*/ 5997976 w 6678516"/>
                <a:gd name="connsiteY14" fmla="*/ 1484073 h 2443088"/>
                <a:gd name="connsiteX15" fmla="*/ 6678516 w 6678516"/>
                <a:gd name="connsiteY15" fmla="*/ 1416171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3179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413183 h 2456912"/>
                <a:gd name="connsiteX1" fmla="*/ 1051362 w 6645240"/>
                <a:gd name="connsiteY1" fmla="*/ 426783 h 2456912"/>
                <a:gd name="connsiteX2" fmla="*/ 1587502 w 6645240"/>
                <a:gd name="connsiteY2" fmla="*/ 173349 h 2456912"/>
                <a:gd name="connsiteX3" fmla="*/ 2227314 w 6645240"/>
                <a:gd name="connsiteY3" fmla="*/ 14569 h 2456912"/>
                <a:gd name="connsiteX4" fmla="*/ 2675844 w 6645240"/>
                <a:gd name="connsiteY4" fmla="*/ 57466 h 2456912"/>
                <a:gd name="connsiteX5" fmla="*/ 3002839 w 6645240"/>
                <a:gd name="connsiteY5" fmla="*/ 458624 h 2456912"/>
                <a:gd name="connsiteX6" fmla="*/ 2973788 w 6645240"/>
                <a:gd name="connsiteY6" fmla="*/ 719990 h 2456912"/>
                <a:gd name="connsiteX7" fmla="*/ 2987409 w 6645240"/>
                <a:gd name="connsiteY7" fmla="*/ 1226844 h 2456912"/>
                <a:gd name="connsiteX8" fmla="*/ 3083564 w 6645240"/>
                <a:gd name="connsiteY8" fmla="*/ 1803009 h 2456912"/>
                <a:gd name="connsiteX9" fmla="*/ 3578671 w 6645240"/>
                <a:gd name="connsiteY9" fmla="*/ 2319312 h 2456912"/>
                <a:gd name="connsiteX10" fmla="*/ 4256424 w 6645240"/>
                <a:gd name="connsiteY10" fmla="*/ 2456874 h 2456912"/>
                <a:gd name="connsiteX11" fmla="*/ 4805043 w 6645240"/>
                <a:gd name="connsiteY11" fmla="*/ 2327807 h 2456912"/>
                <a:gd name="connsiteX12" fmla="*/ 5131798 w 6645240"/>
                <a:gd name="connsiteY12" fmla="*/ 1899941 h 2456912"/>
                <a:gd name="connsiteX13" fmla="*/ 5462793 w 6645240"/>
                <a:gd name="connsiteY13" fmla="*/ 1643706 h 2456912"/>
                <a:gd name="connsiteX14" fmla="*/ 5914787 w 6645240"/>
                <a:gd name="connsiteY14" fmla="*/ 1497897 h 2456912"/>
                <a:gd name="connsiteX15" fmla="*/ 6645240 w 6645240"/>
                <a:gd name="connsiteY15" fmla="*/ 956714 h 2456912"/>
                <a:gd name="connsiteX0" fmla="*/ 0 w 6645240"/>
                <a:gd name="connsiteY0" fmla="*/ 406683 h 2450412"/>
                <a:gd name="connsiteX1" fmla="*/ 1051362 w 6645240"/>
                <a:gd name="connsiteY1" fmla="*/ 420283 h 2450412"/>
                <a:gd name="connsiteX2" fmla="*/ 1601763 w 6645240"/>
                <a:gd name="connsiteY2" fmla="*/ 44352 h 2450412"/>
                <a:gd name="connsiteX3" fmla="*/ 2227314 w 6645240"/>
                <a:gd name="connsiteY3" fmla="*/ 8069 h 2450412"/>
                <a:gd name="connsiteX4" fmla="*/ 2675844 w 6645240"/>
                <a:gd name="connsiteY4" fmla="*/ 50966 h 2450412"/>
                <a:gd name="connsiteX5" fmla="*/ 3002839 w 6645240"/>
                <a:gd name="connsiteY5" fmla="*/ 452124 h 2450412"/>
                <a:gd name="connsiteX6" fmla="*/ 2973788 w 6645240"/>
                <a:gd name="connsiteY6" fmla="*/ 713490 h 2450412"/>
                <a:gd name="connsiteX7" fmla="*/ 2987409 w 6645240"/>
                <a:gd name="connsiteY7" fmla="*/ 1220344 h 2450412"/>
                <a:gd name="connsiteX8" fmla="*/ 3083564 w 6645240"/>
                <a:gd name="connsiteY8" fmla="*/ 1796509 h 2450412"/>
                <a:gd name="connsiteX9" fmla="*/ 3578671 w 6645240"/>
                <a:gd name="connsiteY9" fmla="*/ 2312812 h 2450412"/>
                <a:gd name="connsiteX10" fmla="*/ 4256424 w 6645240"/>
                <a:gd name="connsiteY10" fmla="*/ 2450374 h 2450412"/>
                <a:gd name="connsiteX11" fmla="*/ 4805043 w 6645240"/>
                <a:gd name="connsiteY11" fmla="*/ 2321307 h 2450412"/>
                <a:gd name="connsiteX12" fmla="*/ 5131798 w 6645240"/>
                <a:gd name="connsiteY12" fmla="*/ 1893441 h 2450412"/>
                <a:gd name="connsiteX13" fmla="*/ 5462793 w 6645240"/>
                <a:gd name="connsiteY13" fmla="*/ 1637206 h 2450412"/>
                <a:gd name="connsiteX14" fmla="*/ 5914787 w 6645240"/>
                <a:gd name="connsiteY14" fmla="*/ 1491397 h 2450412"/>
                <a:gd name="connsiteX15" fmla="*/ 6645240 w 6645240"/>
                <a:gd name="connsiteY15" fmla="*/ 950214 h 2450412"/>
                <a:gd name="connsiteX0" fmla="*/ 0 w 6645240"/>
                <a:gd name="connsiteY0" fmla="*/ 446032 h 2489761"/>
                <a:gd name="connsiteX1" fmla="*/ 1051362 w 6645240"/>
                <a:gd name="connsiteY1" fmla="*/ 459632 h 2489761"/>
                <a:gd name="connsiteX2" fmla="*/ 1601763 w 6645240"/>
                <a:gd name="connsiteY2" fmla="*/ 83701 h 2489761"/>
                <a:gd name="connsiteX3" fmla="*/ 2148879 w 6645240"/>
                <a:gd name="connsiteY3" fmla="*/ 88 h 2489761"/>
                <a:gd name="connsiteX4" fmla="*/ 2675844 w 6645240"/>
                <a:gd name="connsiteY4" fmla="*/ 90315 h 2489761"/>
                <a:gd name="connsiteX5" fmla="*/ 3002839 w 6645240"/>
                <a:gd name="connsiteY5" fmla="*/ 491473 h 2489761"/>
                <a:gd name="connsiteX6" fmla="*/ 2973788 w 6645240"/>
                <a:gd name="connsiteY6" fmla="*/ 752839 h 2489761"/>
                <a:gd name="connsiteX7" fmla="*/ 2987409 w 6645240"/>
                <a:gd name="connsiteY7" fmla="*/ 1259693 h 2489761"/>
                <a:gd name="connsiteX8" fmla="*/ 3083564 w 6645240"/>
                <a:gd name="connsiteY8" fmla="*/ 1835858 h 2489761"/>
                <a:gd name="connsiteX9" fmla="*/ 3578671 w 6645240"/>
                <a:gd name="connsiteY9" fmla="*/ 2352161 h 2489761"/>
                <a:gd name="connsiteX10" fmla="*/ 4256424 w 6645240"/>
                <a:gd name="connsiteY10" fmla="*/ 2489723 h 2489761"/>
                <a:gd name="connsiteX11" fmla="*/ 4805043 w 6645240"/>
                <a:gd name="connsiteY11" fmla="*/ 2360656 h 2489761"/>
                <a:gd name="connsiteX12" fmla="*/ 5131798 w 6645240"/>
                <a:gd name="connsiteY12" fmla="*/ 1932790 h 2489761"/>
                <a:gd name="connsiteX13" fmla="*/ 5462793 w 6645240"/>
                <a:gd name="connsiteY13" fmla="*/ 1676555 h 2489761"/>
                <a:gd name="connsiteX14" fmla="*/ 5914787 w 6645240"/>
                <a:gd name="connsiteY14" fmla="*/ 1530746 h 2489761"/>
                <a:gd name="connsiteX15" fmla="*/ 6645240 w 6645240"/>
                <a:gd name="connsiteY15" fmla="*/ 989563 h 2489761"/>
                <a:gd name="connsiteX0" fmla="*/ 0 w 6645240"/>
                <a:gd name="connsiteY0" fmla="*/ 445978 h 2489707"/>
                <a:gd name="connsiteX1" fmla="*/ 932521 w 6645240"/>
                <a:gd name="connsiteY1" fmla="*/ 351000 h 2489707"/>
                <a:gd name="connsiteX2" fmla="*/ 1601763 w 6645240"/>
                <a:gd name="connsiteY2" fmla="*/ 83647 h 2489707"/>
                <a:gd name="connsiteX3" fmla="*/ 2148879 w 6645240"/>
                <a:gd name="connsiteY3" fmla="*/ 34 h 2489707"/>
                <a:gd name="connsiteX4" fmla="*/ 2675844 w 6645240"/>
                <a:gd name="connsiteY4" fmla="*/ 90261 h 2489707"/>
                <a:gd name="connsiteX5" fmla="*/ 3002839 w 6645240"/>
                <a:gd name="connsiteY5" fmla="*/ 491419 h 2489707"/>
                <a:gd name="connsiteX6" fmla="*/ 2973788 w 6645240"/>
                <a:gd name="connsiteY6" fmla="*/ 752785 h 2489707"/>
                <a:gd name="connsiteX7" fmla="*/ 2987409 w 6645240"/>
                <a:gd name="connsiteY7" fmla="*/ 1259639 h 2489707"/>
                <a:gd name="connsiteX8" fmla="*/ 3083564 w 6645240"/>
                <a:gd name="connsiteY8" fmla="*/ 1835804 h 2489707"/>
                <a:gd name="connsiteX9" fmla="*/ 3578671 w 6645240"/>
                <a:gd name="connsiteY9" fmla="*/ 2352107 h 2489707"/>
                <a:gd name="connsiteX10" fmla="*/ 4256424 w 6645240"/>
                <a:gd name="connsiteY10" fmla="*/ 2489669 h 2489707"/>
                <a:gd name="connsiteX11" fmla="*/ 4805043 w 6645240"/>
                <a:gd name="connsiteY11" fmla="*/ 2360602 h 2489707"/>
                <a:gd name="connsiteX12" fmla="*/ 5131798 w 6645240"/>
                <a:gd name="connsiteY12" fmla="*/ 1932736 h 2489707"/>
                <a:gd name="connsiteX13" fmla="*/ 5462793 w 6645240"/>
                <a:gd name="connsiteY13" fmla="*/ 1676501 h 2489707"/>
                <a:gd name="connsiteX14" fmla="*/ 5914787 w 6645240"/>
                <a:gd name="connsiteY14" fmla="*/ 1530692 h 2489707"/>
                <a:gd name="connsiteX15" fmla="*/ 6645240 w 6645240"/>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2990426 w 6661878"/>
                <a:gd name="connsiteY6" fmla="*/ 752785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8799 w 6661878"/>
                <a:gd name="connsiteY7" fmla="*/ 1318103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722572"/>
                <a:gd name="connsiteY0" fmla="*/ 393080 h 2489707"/>
                <a:gd name="connsiteX1" fmla="*/ 949159 w 6722572"/>
                <a:gd name="connsiteY1" fmla="*/ 351000 h 2489707"/>
                <a:gd name="connsiteX2" fmla="*/ 1618401 w 6722572"/>
                <a:gd name="connsiteY2" fmla="*/ 83647 h 2489707"/>
                <a:gd name="connsiteX3" fmla="*/ 2165517 w 6722572"/>
                <a:gd name="connsiteY3" fmla="*/ 34 h 2489707"/>
                <a:gd name="connsiteX4" fmla="*/ 2692482 w 6722572"/>
                <a:gd name="connsiteY4" fmla="*/ 90261 h 2489707"/>
                <a:gd name="connsiteX5" fmla="*/ 3019477 w 6722572"/>
                <a:gd name="connsiteY5" fmla="*/ 491419 h 2489707"/>
                <a:gd name="connsiteX6" fmla="*/ 3016570 w 6722572"/>
                <a:gd name="connsiteY6" fmla="*/ 917043 h 2489707"/>
                <a:gd name="connsiteX7" fmla="*/ 3008799 w 6722572"/>
                <a:gd name="connsiteY7" fmla="*/ 1318103 h 2489707"/>
                <a:gd name="connsiteX8" fmla="*/ 3100202 w 6722572"/>
                <a:gd name="connsiteY8" fmla="*/ 1835804 h 2489707"/>
                <a:gd name="connsiteX9" fmla="*/ 3595309 w 6722572"/>
                <a:gd name="connsiteY9" fmla="*/ 2352107 h 2489707"/>
                <a:gd name="connsiteX10" fmla="*/ 4273062 w 6722572"/>
                <a:gd name="connsiteY10" fmla="*/ 2489669 h 2489707"/>
                <a:gd name="connsiteX11" fmla="*/ 4821681 w 6722572"/>
                <a:gd name="connsiteY11" fmla="*/ 2360602 h 2489707"/>
                <a:gd name="connsiteX12" fmla="*/ 5148436 w 6722572"/>
                <a:gd name="connsiteY12" fmla="*/ 1932736 h 2489707"/>
                <a:gd name="connsiteX13" fmla="*/ 5479431 w 6722572"/>
                <a:gd name="connsiteY13" fmla="*/ 1676501 h 2489707"/>
                <a:gd name="connsiteX14" fmla="*/ 5931425 w 6722572"/>
                <a:gd name="connsiteY14" fmla="*/ 1530692 h 2489707"/>
                <a:gd name="connsiteX15" fmla="*/ 6722572 w 6722572"/>
                <a:gd name="connsiteY15" fmla="*/ 957522 h 2489707"/>
                <a:gd name="connsiteX0" fmla="*/ 0 w 6722572"/>
                <a:gd name="connsiteY0" fmla="*/ 393080 h 2489707"/>
                <a:gd name="connsiteX1" fmla="*/ 949159 w 6722572"/>
                <a:gd name="connsiteY1" fmla="*/ 351000 h 2489707"/>
                <a:gd name="connsiteX2" fmla="*/ 1618401 w 6722572"/>
                <a:gd name="connsiteY2" fmla="*/ 83647 h 2489707"/>
                <a:gd name="connsiteX3" fmla="*/ 2165517 w 6722572"/>
                <a:gd name="connsiteY3" fmla="*/ 34 h 2489707"/>
                <a:gd name="connsiteX4" fmla="*/ 2692482 w 6722572"/>
                <a:gd name="connsiteY4" fmla="*/ 90261 h 2489707"/>
                <a:gd name="connsiteX5" fmla="*/ 3019477 w 6722572"/>
                <a:gd name="connsiteY5" fmla="*/ 491419 h 2489707"/>
                <a:gd name="connsiteX6" fmla="*/ 3016570 w 6722572"/>
                <a:gd name="connsiteY6" fmla="*/ 917043 h 2489707"/>
                <a:gd name="connsiteX7" fmla="*/ 3008799 w 6722572"/>
                <a:gd name="connsiteY7" fmla="*/ 1318103 h 2489707"/>
                <a:gd name="connsiteX8" fmla="*/ 3100202 w 6722572"/>
                <a:gd name="connsiteY8" fmla="*/ 1835804 h 2489707"/>
                <a:gd name="connsiteX9" fmla="*/ 3595309 w 6722572"/>
                <a:gd name="connsiteY9" fmla="*/ 2352107 h 2489707"/>
                <a:gd name="connsiteX10" fmla="*/ 4273062 w 6722572"/>
                <a:gd name="connsiteY10" fmla="*/ 2489669 h 2489707"/>
                <a:gd name="connsiteX11" fmla="*/ 4821681 w 6722572"/>
                <a:gd name="connsiteY11" fmla="*/ 2360602 h 2489707"/>
                <a:gd name="connsiteX12" fmla="*/ 5148436 w 6722572"/>
                <a:gd name="connsiteY12" fmla="*/ 1932736 h 2489707"/>
                <a:gd name="connsiteX13" fmla="*/ 5479431 w 6722572"/>
                <a:gd name="connsiteY13" fmla="*/ 1676501 h 2489707"/>
                <a:gd name="connsiteX14" fmla="*/ 6051292 w 6722572"/>
                <a:gd name="connsiteY14" fmla="*/ 1505810 h 2489707"/>
                <a:gd name="connsiteX15" fmla="*/ 6722572 w 6722572"/>
                <a:gd name="connsiteY15" fmla="*/ 957522 h 248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22572" h="2489707">
                  <a:moveTo>
                    <a:pt x="0" y="393080"/>
                  </a:moveTo>
                  <a:cubicBezTo>
                    <a:pt x="319843" y="263299"/>
                    <a:pt x="679426" y="402572"/>
                    <a:pt x="949159" y="351000"/>
                  </a:cubicBezTo>
                  <a:cubicBezTo>
                    <a:pt x="1218892" y="299428"/>
                    <a:pt x="1415675" y="142141"/>
                    <a:pt x="1618401" y="83647"/>
                  </a:cubicBezTo>
                  <a:cubicBezTo>
                    <a:pt x="1821127" y="25153"/>
                    <a:pt x="1986504" y="-1068"/>
                    <a:pt x="2165517" y="34"/>
                  </a:cubicBezTo>
                  <a:cubicBezTo>
                    <a:pt x="2344530" y="1136"/>
                    <a:pt x="2550155" y="8364"/>
                    <a:pt x="2692482" y="90261"/>
                  </a:cubicBezTo>
                  <a:cubicBezTo>
                    <a:pt x="2834809" y="172158"/>
                    <a:pt x="2965462" y="353622"/>
                    <a:pt x="3019477" y="491419"/>
                  </a:cubicBezTo>
                  <a:cubicBezTo>
                    <a:pt x="3073492" y="629216"/>
                    <a:pt x="3018350" y="779262"/>
                    <a:pt x="3016570" y="917043"/>
                  </a:cubicBezTo>
                  <a:cubicBezTo>
                    <a:pt x="3014790" y="1054824"/>
                    <a:pt x="2994860" y="1164976"/>
                    <a:pt x="3008799" y="1318103"/>
                  </a:cubicBezTo>
                  <a:cubicBezTo>
                    <a:pt x="3022738" y="1471230"/>
                    <a:pt x="3002450" y="1663470"/>
                    <a:pt x="3100202" y="1835804"/>
                  </a:cubicBezTo>
                  <a:cubicBezTo>
                    <a:pt x="3197954" y="2008138"/>
                    <a:pt x="3399832" y="2243130"/>
                    <a:pt x="3595309" y="2352107"/>
                  </a:cubicBezTo>
                  <a:cubicBezTo>
                    <a:pt x="3790786" y="2461084"/>
                    <a:pt x="4068667" y="2488253"/>
                    <a:pt x="4273062" y="2489669"/>
                  </a:cubicBezTo>
                  <a:cubicBezTo>
                    <a:pt x="4477457" y="2491085"/>
                    <a:pt x="4675785" y="2453424"/>
                    <a:pt x="4821681" y="2360602"/>
                  </a:cubicBezTo>
                  <a:cubicBezTo>
                    <a:pt x="4967577" y="2267780"/>
                    <a:pt x="5038811" y="2046753"/>
                    <a:pt x="5148436" y="1932736"/>
                  </a:cubicBezTo>
                  <a:cubicBezTo>
                    <a:pt x="5258061" y="1818719"/>
                    <a:pt x="5328955" y="1747655"/>
                    <a:pt x="5479431" y="1676501"/>
                  </a:cubicBezTo>
                  <a:cubicBezTo>
                    <a:pt x="5629907" y="1605347"/>
                    <a:pt x="5962423" y="1598869"/>
                    <a:pt x="6051292" y="1505810"/>
                  </a:cubicBezTo>
                  <a:cubicBezTo>
                    <a:pt x="6156066" y="1396082"/>
                    <a:pt x="6350791" y="1038399"/>
                    <a:pt x="6722572" y="957522"/>
                  </a:cubicBezTo>
                </a:path>
              </a:pathLst>
            </a:custGeom>
            <a:noFill/>
            <a:ln w="6350" cap="rnd">
              <a:solidFill>
                <a:schemeClr val="tx1">
                  <a:alpha val="35000"/>
                </a:schemeClr>
              </a:solidFill>
              <a:prstDash val="dash"/>
              <a:round/>
            </a:ln>
          </p:spPr>
          <p:txBody>
            <a:bodyPr rtlCol="0" anchor="ctr"/>
            <a:lstStyle/>
            <a:p>
              <a:endParaRPr lang="en-US"/>
            </a:p>
          </p:txBody>
        </p:sp>
        <p:sp>
          <p:nvSpPr>
            <p:cNvPr id="50" name="Freeform: Shape 49">
              <a:extLst>
                <a:ext uri="{FF2B5EF4-FFF2-40B4-BE49-F238E27FC236}">
                  <a16:creationId xmlns:a16="http://schemas.microsoft.com/office/drawing/2014/main" id="{5B82608B-3829-CE1D-29F8-C99565D7C51C}"/>
                </a:ext>
              </a:extLst>
            </p:cNvPr>
            <p:cNvSpPr/>
            <p:nvPr userDrawn="1"/>
          </p:nvSpPr>
          <p:spPr>
            <a:xfrm rot="624225" flipH="1" flipV="1">
              <a:off x="-7058" y="2951375"/>
              <a:ext cx="3821419" cy="3648889"/>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343270"/>
                <a:gd name="connsiteY0" fmla="*/ 414875 h 3611829"/>
                <a:gd name="connsiteX1" fmla="*/ 306305 w 5343270"/>
                <a:gd name="connsiteY1" fmla="*/ 566132 h 3611829"/>
                <a:gd name="connsiteX2" fmla="*/ 638097 w 5343270"/>
                <a:gd name="connsiteY2" fmla="*/ 593719 h 3611829"/>
                <a:gd name="connsiteX3" fmla="*/ 857395 w 5343270"/>
                <a:gd name="connsiteY3" fmla="*/ 699696 h 3611829"/>
                <a:gd name="connsiteX4" fmla="*/ 874902 w 5343270"/>
                <a:gd name="connsiteY4" fmla="*/ 1504535 h 3611829"/>
                <a:gd name="connsiteX5" fmla="*/ 1486778 w 5343270"/>
                <a:gd name="connsiteY5" fmla="*/ 1677576 h 3611829"/>
                <a:gd name="connsiteX6" fmla="*/ 1959639 w 5343270"/>
                <a:gd name="connsiteY6" fmla="*/ 1873559 h 3611829"/>
                <a:gd name="connsiteX7" fmla="*/ 2396775 w 5343270"/>
                <a:gd name="connsiteY7" fmla="*/ 2052926 h 3611829"/>
                <a:gd name="connsiteX8" fmla="*/ 2775012 w 5343270"/>
                <a:gd name="connsiteY8" fmla="*/ 2873583 h 3611829"/>
                <a:gd name="connsiteX9" fmla="*/ 3124296 w 5343270"/>
                <a:gd name="connsiteY9" fmla="*/ 3595425 h 3611829"/>
                <a:gd name="connsiteX10" fmla="*/ 3534341 w 5343270"/>
                <a:gd name="connsiteY10" fmla="*/ 2334266 h 3611829"/>
                <a:gd name="connsiteX11" fmla="*/ 4061109 w 5343270"/>
                <a:gd name="connsiteY11" fmla="*/ 1595913 h 3611829"/>
                <a:gd name="connsiteX12" fmla="*/ 4581333 w 5343270"/>
                <a:gd name="connsiteY12" fmla="*/ 1230907 h 3611829"/>
                <a:gd name="connsiteX13" fmla="*/ 4948576 w 5343270"/>
                <a:gd name="connsiteY13" fmla="*/ 792513 h 3611829"/>
                <a:gd name="connsiteX14" fmla="*/ 5181725 w 5343270"/>
                <a:gd name="connsiteY14" fmla="*/ 307181 h 3611829"/>
                <a:gd name="connsiteX15" fmla="*/ 5343270 w 5343270"/>
                <a:gd name="connsiteY15" fmla="*/ -1 h 3611829"/>
                <a:gd name="connsiteX0" fmla="*/ 1087547 w 5061767"/>
                <a:gd name="connsiteY0" fmla="*/ 0 h 4965306"/>
                <a:gd name="connsiteX1" fmla="*/ 24802 w 5061767"/>
                <a:gd name="connsiteY1" fmla="*/ 1919609 h 4965306"/>
                <a:gd name="connsiteX2" fmla="*/ 356594 w 5061767"/>
                <a:gd name="connsiteY2" fmla="*/ 1947196 h 4965306"/>
                <a:gd name="connsiteX3" fmla="*/ 575892 w 5061767"/>
                <a:gd name="connsiteY3" fmla="*/ 2053173 h 4965306"/>
                <a:gd name="connsiteX4" fmla="*/ 593399 w 5061767"/>
                <a:gd name="connsiteY4" fmla="*/ 2858012 h 4965306"/>
                <a:gd name="connsiteX5" fmla="*/ 1205275 w 5061767"/>
                <a:gd name="connsiteY5" fmla="*/ 3031053 h 4965306"/>
                <a:gd name="connsiteX6" fmla="*/ 1678136 w 5061767"/>
                <a:gd name="connsiteY6" fmla="*/ 3227036 h 4965306"/>
                <a:gd name="connsiteX7" fmla="*/ 2115272 w 5061767"/>
                <a:gd name="connsiteY7" fmla="*/ 3406403 h 4965306"/>
                <a:gd name="connsiteX8" fmla="*/ 2493509 w 5061767"/>
                <a:gd name="connsiteY8" fmla="*/ 4227060 h 4965306"/>
                <a:gd name="connsiteX9" fmla="*/ 2842793 w 5061767"/>
                <a:gd name="connsiteY9" fmla="*/ 4948902 h 4965306"/>
                <a:gd name="connsiteX10" fmla="*/ 3252838 w 5061767"/>
                <a:gd name="connsiteY10" fmla="*/ 3687743 h 4965306"/>
                <a:gd name="connsiteX11" fmla="*/ 3779606 w 5061767"/>
                <a:gd name="connsiteY11" fmla="*/ 2949390 h 4965306"/>
                <a:gd name="connsiteX12" fmla="*/ 4299830 w 5061767"/>
                <a:gd name="connsiteY12" fmla="*/ 2584384 h 4965306"/>
                <a:gd name="connsiteX13" fmla="*/ 4667073 w 5061767"/>
                <a:gd name="connsiteY13" fmla="*/ 2145990 h 4965306"/>
                <a:gd name="connsiteX14" fmla="*/ 4900222 w 5061767"/>
                <a:gd name="connsiteY14" fmla="*/ 1660658 h 4965306"/>
                <a:gd name="connsiteX15" fmla="*/ 5061767 w 5061767"/>
                <a:gd name="connsiteY15" fmla="*/ 1353476 h 4965306"/>
                <a:gd name="connsiteX0" fmla="*/ 741491 w 4715711"/>
                <a:gd name="connsiteY0" fmla="*/ 0 h 4965306"/>
                <a:gd name="connsiteX1" fmla="*/ 611438 w 4715711"/>
                <a:gd name="connsiteY1" fmla="*/ 869951 h 4965306"/>
                <a:gd name="connsiteX2" fmla="*/ 10538 w 4715711"/>
                <a:gd name="connsiteY2" fmla="*/ 1947196 h 4965306"/>
                <a:gd name="connsiteX3" fmla="*/ 229836 w 4715711"/>
                <a:gd name="connsiteY3" fmla="*/ 2053173 h 4965306"/>
                <a:gd name="connsiteX4" fmla="*/ 247343 w 4715711"/>
                <a:gd name="connsiteY4" fmla="*/ 2858012 h 4965306"/>
                <a:gd name="connsiteX5" fmla="*/ 859219 w 4715711"/>
                <a:gd name="connsiteY5" fmla="*/ 3031053 h 4965306"/>
                <a:gd name="connsiteX6" fmla="*/ 1332080 w 4715711"/>
                <a:gd name="connsiteY6" fmla="*/ 3227036 h 4965306"/>
                <a:gd name="connsiteX7" fmla="*/ 1769216 w 4715711"/>
                <a:gd name="connsiteY7" fmla="*/ 3406403 h 4965306"/>
                <a:gd name="connsiteX8" fmla="*/ 2147453 w 4715711"/>
                <a:gd name="connsiteY8" fmla="*/ 4227060 h 4965306"/>
                <a:gd name="connsiteX9" fmla="*/ 2496737 w 4715711"/>
                <a:gd name="connsiteY9" fmla="*/ 4948902 h 4965306"/>
                <a:gd name="connsiteX10" fmla="*/ 2906782 w 4715711"/>
                <a:gd name="connsiteY10" fmla="*/ 3687743 h 4965306"/>
                <a:gd name="connsiteX11" fmla="*/ 3433550 w 4715711"/>
                <a:gd name="connsiteY11" fmla="*/ 2949390 h 4965306"/>
                <a:gd name="connsiteX12" fmla="*/ 3953774 w 4715711"/>
                <a:gd name="connsiteY12" fmla="*/ 2584384 h 4965306"/>
                <a:gd name="connsiteX13" fmla="*/ 4321017 w 4715711"/>
                <a:gd name="connsiteY13" fmla="*/ 2145990 h 4965306"/>
                <a:gd name="connsiteX14" fmla="*/ 4554166 w 4715711"/>
                <a:gd name="connsiteY14" fmla="*/ 1660658 h 4965306"/>
                <a:gd name="connsiteX15" fmla="*/ 4715711 w 4715711"/>
                <a:gd name="connsiteY15" fmla="*/ 1353476 h 4965306"/>
                <a:gd name="connsiteX0" fmla="*/ 565042 w 4539262"/>
                <a:gd name="connsiteY0" fmla="*/ 0 h 4965306"/>
                <a:gd name="connsiteX1" fmla="*/ 434989 w 4539262"/>
                <a:gd name="connsiteY1" fmla="*/ 869951 h 4965306"/>
                <a:gd name="connsiteX2" fmla="*/ 53387 w 4539262"/>
                <a:gd name="connsiteY2" fmla="*/ 2053173 h 4965306"/>
                <a:gd name="connsiteX3" fmla="*/ 70894 w 4539262"/>
                <a:gd name="connsiteY3" fmla="*/ 2858012 h 4965306"/>
                <a:gd name="connsiteX4" fmla="*/ 682770 w 4539262"/>
                <a:gd name="connsiteY4" fmla="*/ 3031053 h 4965306"/>
                <a:gd name="connsiteX5" fmla="*/ 1155631 w 4539262"/>
                <a:gd name="connsiteY5" fmla="*/ 3227036 h 4965306"/>
                <a:gd name="connsiteX6" fmla="*/ 1592767 w 4539262"/>
                <a:gd name="connsiteY6" fmla="*/ 3406403 h 4965306"/>
                <a:gd name="connsiteX7" fmla="*/ 1971004 w 4539262"/>
                <a:gd name="connsiteY7" fmla="*/ 4227060 h 4965306"/>
                <a:gd name="connsiteX8" fmla="*/ 2320288 w 4539262"/>
                <a:gd name="connsiteY8" fmla="*/ 4948902 h 4965306"/>
                <a:gd name="connsiteX9" fmla="*/ 2730333 w 4539262"/>
                <a:gd name="connsiteY9" fmla="*/ 3687743 h 4965306"/>
                <a:gd name="connsiteX10" fmla="*/ 3257101 w 4539262"/>
                <a:gd name="connsiteY10" fmla="*/ 2949390 h 4965306"/>
                <a:gd name="connsiteX11" fmla="*/ 3777325 w 4539262"/>
                <a:gd name="connsiteY11" fmla="*/ 2584384 h 4965306"/>
                <a:gd name="connsiteX12" fmla="*/ 4144568 w 4539262"/>
                <a:gd name="connsiteY12" fmla="*/ 2145990 h 4965306"/>
                <a:gd name="connsiteX13" fmla="*/ 4377717 w 4539262"/>
                <a:gd name="connsiteY13" fmla="*/ 1660658 h 4965306"/>
                <a:gd name="connsiteX14" fmla="*/ 4539262 w 4539262"/>
                <a:gd name="connsiteY14" fmla="*/ 1353476 h 4965306"/>
                <a:gd name="connsiteX0" fmla="*/ 494657 w 4468877"/>
                <a:gd name="connsiteY0" fmla="*/ 0 h 4965306"/>
                <a:gd name="connsiteX1" fmla="*/ 364604 w 4468877"/>
                <a:gd name="connsiteY1" fmla="*/ 869951 h 4965306"/>
                <a:gd name="connsiteX2" fmla="*/ 504804 w 4468877"/>
                <a:gd name="connsiteY2" fmla="*/ 1388721 h 4965306"/>
                <a:gd name="connsiteX3" fmla="*/ 509 w 4468877"/>
                <a:gd name="connsiteY3" fmla="*/ 2858012 h 4965306"/>
                <a:gd name="connsiteX4" fmla="*/ 612385 w 4468877"/>
                <a:gd name="connsiteY4" fmla="*/ 3031053 h 4965306"/>
                <a:gd name="connsiteX5" fmla="*/ 1085246 w 4468877"/>
                <a:gd name="connsiteY5" fmla="*/ 3227036 h 4965306"/>
                <a:gd name="connsiteX6" fmla="*/ 1522382 w 4468877"/>
                <a:gd name="connsiteY6" fmla="*/ 3406403 h 4965306"/>
                <a:gd name="connsiteX7" fmla="*/ 1900619 w 4468877"/>
                <a:gd name="connsiteY7" fmla="*/ 4227060 h 4965306"/>
                <a:gd name="connsiteX8" fmla="*/ 2249903 w 4468877"/>
                <a:gd name="connsiteY8" fmla="*/ 4948902 h 4965306"/>
                <a:gd name="connsiteX9" fmla="*/ 2659948 w 4468877"/>
                <a:gd name="connsiteY9" fmla="*/ 3687743 h 4965306"/>
                <a:gd name="connsiteX10" fmla="*/ 3186716 w 4468877"/>
                <a:gd name="connsiteY10" fmla="*/ 2949390 h 4965306"/>
                <a:gd name="connsiteX11" fmla="*/ 3706940 w 4468877"/>
                <a:gd name="connsiteY11" fmla="*/ 2584384 h 4965306"/>
                <a:gd name="connsiteX12" fmla="*/ 4074183 w 4468877"/>
                <a:gd name="connsiteY12" fmla="*/ 2145990 h 4965306"/>
                <a:gd name="connsiteX13" fmla="*/ 4307332 w 4468877"/>
                <a:gd name="connsiteY13" fmla="*/ 1660658 h 4965306"/>
                <a:gd name="connsiteX14" fmla="*/ 4468877 w 4468877"/>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247789 w 4104281"/>
                <a:gd name="connsiteY4" fmla="*/ 3031053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332675 w 4104281"/>
                <a:gd name="connsiteY4" fmla="*/ 2626454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452193 w 4113371"/>
                <a:gd name="connsiteY0" fmla="*/ 0 h 4970354"/>
                <a:gd name="connsiteX1" fmla="*/ 9098 w 4113371"/>
                <a:gd name="connsiteY1" fmla="*/ 874999 h 4970354"/>
                <a:gd name="connsiteX2" fmla="*/ 149298 w 4113371"/>
                <a:gd name="connsiteY2" fmla="*/ 1393769 h 4970354"/>
                <a:gd name="connsiteX3" fmla="*/ 101088 w 4113371"/>
                <a:gd name="connsiteY3" fmla="*/ 2410445 h 4970354"/>
                <a:gd name="connsiteX4" fmla="*/ 341765 w 4113371"/>
                <a:gd name="connsiteY4" fmla="*/ 2631502 h 4970354"/>
                <a:gd name="connsiteX5" fmla="*/ 729740 w 4113371"/>
                <a:gd name="connsiteY5" fmla="*/ 3232084 h 4970354"/>
                <a:gd name="connsiteX6" fmla="*/ 1166876 w 4113371"/>
                <a:gd name="connsiteY6" fmla="*/ 3411451 h 4970354"/>
                <a:gd name="connsiteX7" fmla="*/ 1545113 w 4113371"/>
                <a:gd name="connsiteY7" fmla="*/ 4232108 h 4970354"/>
                <a:gd name="connsiteX8" fmla="*/ 1894397 w 4113371"/>
                <a:gd name="connsiteY8" fmla="*/ 4953950 h 4970354"/>
                <a:gd name="connsiteX9" fmla="*/ 2304442 w 4113371"/>
                <a:gd name="connsiteY9" fmla="*/ 3692791 h 4970354"/>
                <a:gd name="connsiteX10" fmla="*/ 2831210 w 4113371"/>
                <a:gd name="connsiteY10" fmla="*/ 2954438 h 4970354"/>
                <a:gd name="connsiteX11" fmla="*/ 3351434 w 4113371"/>
                <a:gd name="connsiteY11" fmla="*/ 2589432 h 4970354"/>
                <a:gd name="connsiteX12" fmla="*/ 3718677 w 4113371"/>
                <a:gd name="connsiteY12" fmla="*/ 2151038 h 4970354"/>
                <a:gd name="connsiteX13" fmla="*/ 3951826 w 4113371"/>
                <a:gd name="connsiteY13" fmla="*/ 1665706 h 4970354"/>
                <a:gd name="connsiteX14" fmla="*/ 4113371 w 4113371"/>
                <a:gd name="connsiteY14" fmla="*/ 1358524 h 4970354"/>
                <a:gd name="connsiteX0" fmla="*/ 452193 w 3951826"/>
                <a:gd name="connsiteY0" fmla="*/ 0 h 4970354"/>
                <a:gd name="connsiteX1" fmla="*/ 9098 w 3951826"/>
                <a:gd name="connsiteY1" fmla="*/ 874999 h 4970354"/>
                <a:gd name="connsiteX2" fmla="*/ 149298 w 3951826"/>
                <a:gd name="connsiteY2" fmla="*/ 1393769 h 4970354"/>
                <a:gd name="connsiteX3" fmla="*/ 101088 w 3951826"/>
                <a:gd name="connsiteY3" fmla="*/ 2410445 h 4970354"/>
                <a:gd name="connsiteX4" fmla="*/ 341765 w 3951826"/>
                <a:gd name="connsiteY4" fmla="*/ 2631502 h 4970354"/>
                <a:gd name="connsiteX5" fmla="*/ 729740 w 3951826"/>
                <a:gd name="connsiteY5" fmla="*/ 3232084 h 4970354"/>
                <a:gd name="connsiteX6" fmla="*/ 1166876 w 3951826"/>
                <a:gd name="connsiteY6" fmla="*/ 3411451 h 4970354"/>
                <a:gd name="connsiteX7" fmla="*/ 1545113 w 3951826"/>
                <a:gd name="connsiteY7" fmla="*/ 4232108 h 4970354"/>
                <a:gd name="connsiteX8" fmla="*/ 1894397 w 3951826"/>
                <a:gd name="connsiteY8" fmla="*/ 4953950 h 4970354"/>
                <a:gd name="connsiteX9" fmla="*/ 2304442 w 3951826"/>
                <a:gd name="connsiteY9" fmla="*/ 3692791 h 4970354"/>
                <a:gd name="connsiteX10" fmla="*/ 2831210 w 3951826"/>
                <a:gd name="connsiteY10" fmla="*/ 2954438 h 4970354"/>
                <a:gd name="connsiteX11" fmla="*/ 3351434 w 3951826"/>
                <a:gd name="connsiteY11" fmla="*/ 2589432 h 4970354"/>
                <a:gd name="connsiteX12" fmla="*/ 3718677 w 3951826"/>
                <a:gd name="connsiteY12" fmla="*/ 2151038 h 4970354"/>
                <a:gd name="connsiteX13" fmla="*/ 3951826 w 3951826"/>
                <a:gd name="connsiteY13" fmla="*/ 1665706 h 4970354"/>
                <a:gd name="connsiteX0" fmla="*/ 452193 w 3726611"/>
                <a:gd name="connsiteY0" fmla="*/ 0 h 4970354"/>
                <a:gd name="connsiteX1" fmla="*/ 9098 w 3726611"/>
                <a:gd name="connsiteY1" fmla="*/ 874999 h 4970354"/>
                <a:gd name="connsiteX2" fmla="*/ 149298 w 3726611"/>
                <a:gd name="connsiteY2" fmla="*/ 1393769 h 4970354"/>
                <a:gd name="connsiteX3" fmla="*/ 101088 w 3726611"/>
                <a:gd name="connsiteY3" fmla="*/ 2410445 h 4970354"/>
                <a:gd name="connsiteX4" fmla="*/ 341765 w 3726611"/>
                <a:gd name="connsiteY4" fmla="*/ 2631502 h 4970354"/>
                <a:gd name="connsiteX5" fmla="*/ 729740 w 3726611"/>
                <a:gd name="connsiteY5" fmla="*/ 3232084 h 4970354"/>
                <a:gd name="connsiteX6" fmla="*/ 1166876 w 3726611"/>
                <a:gd name="connsiteY6" fmla="*/ 3411451 h 4970354"/>
                <a:gd name="connsiteX7" fmla="*/ 1545113 w 3726611"/>
                <a:gd name="connsiteY7" fmla="*/ 4232108 h 4970354"/>
                <a:gd name="connsiteX8" fmla="*/ 1894397 w 3726611"/>
                <a:gd name="connsiteY8" fmla="*/ 4953950 h 4970354"/>
                <a:gd name="connsiteX9" fmla="*/ 2304442 w 3726611"/>
                <a:gd name="connsiteY9" fmla="*/ 3692791 h 4970354"/>
                <a:gd name="connsiteX10" fmla="*/ 2831210 w 3726611"/>
                <a:gd name="connsiteY10" fmla="*/ 2954438 h 4970354"/>
                <a:gd name="connsiteX11" fmla="*/ 3351434 w 3726611"/>
                <a:gd name="connsiteY11" fmla="*/ 2589432 h 4970354"/>
                <a:gd name="connsiteX12" fmla="*/ 3718677 w 3726611"/>
                <a:gd name="connsiteY12" fmla="*/ 2151038 h 4970354"/>
                <a:gd name="connsiteX13" fmla="*/ 3641598 w 3726611"/>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351434 w 3641598"/>
                <a:gd name="connsiteY11" fmla="*/ 258943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483539 w 3641598"/>
                <a:gd name="connsiteY12" fmla="*/ 2038436 h 4970354"/>
                <a:gd name="connsiteX13" fmla="*/ 3641598 w 3641598"/>
                <a:gd name="connsiteY13" fmla="*/ 1503119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359285 w 3585069"/>
                <a:gd name="connsiteY0" fmla="*/ 0 h 4970354"/>
                <a:gd name="connsiteX1" fmla="*/ 57569 w 3585069"/>
                <a:gd name="connsiteY1" fmla="*/ 831215 h 4970354"/>
                <a:gd name="connsiteX2" fmla="*/ 56390 w 3585069"/>
                <a:gd name="connsiteY2" fmla="*/ 1393769 h 4970354"/>
                <a:gd name="connsiteX3" fmla="*/ 8180 w 3585069"/>
                <a:gd name="connsiteY3" fmla="*/ 2410445 h 4970354"/>
                <a:gd name="connsiteX4" fmla="*/ 248857 w 3585069"/>
                <a:gd name="connsiteY4" fmla="*/ 2631502 h 4970354"/>
                <a:gd name="connsiteX5" fmla="*/ 636832 w 3585069"/>
                <a:gd name="connsiteY5" fmla="*/ 3232084 h 4970354"/>
                <a:gd name="connsiteX6" fmla="*/ 1073968 w 3585069"/>
                <a:gd name="connsiteY6" fmla="*/ 3411451 h 4970354"/>
                <a:gd name="connsiteX7" fmla="*/ 1452205 w 3585069"/>
                <a:gd name="connsiteY7" fmla="*/ 4232108 h 4970354"/>
                <a:gd name="connsiteX8" fmla="*/ 1801489 w 3585069"/>
                <a:gd name="connsiteY8" fmla="*/ 4953950 h 4970354"/>
                <a:gd name="connsiteX9" fmla="*/ 2211534 w 3585069"/>
                <a:gd name="connsiteY9" fmla="*/ 3692791 h 4970354"/>
                <a:gd name="connsiteX10" fmla="*/ 2738302 w 3585069"/>
                <a:gd name="connsiteY10" fmla="*/ 2954438 h 4970354"/>
                <a:gd name="connsiteX11" fmla="*/ 3064507 w 3585069"/>
                <a:gd name="connsiteY11" fmla="*/ 2605202 h 4970354"/>
                <a:gd name="connsiteX12" fmla="*/ 3390631 w 3585069"/>
                <a:gd name="connsiteY12" fmla="*/ 2038436 h 4970354"/>
                <a:gd name="connsiteX13" fmla="*/ 3585069 w 3585069"/>
                <a:gd name="connsiteY13" fmla="*/ 1632728 h 4970354"/>
                <a:gd name="connsiteX0" fmla="*/ 353401 w 3579185"/>
                <a:gd name="connsiteY0" fmla="*/ 0 h 4970354"/>
                <a:gd name="connsiteX1" fmla="*/ 51685 w 3579185"/>
                <a:gd name="connsiteY1" fmla="*/ 831215 h 4970354"/>
                <a:gd name="connsiteX2" fmla="*/ 117760 w 3579185"/>
                <a:gd name="connsiteY2" fmla="*/ 1383203 h 4970354"/>
                <a:gd name="connsiteX3" fmla="*/ 2296 w 3579185"/>
                <a:gd name="connsiteY3" fmla="*/ 2410445 h 4970354"/>
                <a:gd name="connsiteX4" fmla="*/ 242973 w 3579185"/>
                <a:gd name="connsiteY4" fmla="*/ 2631502 h 4970354"/>
                <a:gd name="connsiteX5" fmla="*/ 630948 w 3579185"/>
                <a:gd name="connsiteY5" fmla="*/ 3232084 h 4970354"/>
                <a:gd name="connsiteX6" fmla="*/ 1068084 w 3579185"/>
                <a:gd name="connsiteY6" fmla="*/ 3411451 h 4970354"/>
                <a:gd name="connsiteX7" fmla="*/ 1446321 w 3579185"/>
                <a:gd name="connsiteY7" fmla="*/ 4232108 h 4970354"/>
                <a:gd name="connsiteX8" fmla="*/ 1795605 w 3579185"/>
                <a:gd name="connsiteY8" fmla="*/ 4953950 h 4970354"/>
                <a:gd name="connsiteX9" fmla="*/ 2205650 w 3579185"/>
                <a:gd name="connsiteY9" fmla="*/ 3692791 h 4970354"/>
                <a:gd name="connsiteX10" fmla="*/ 2732418 w 3579185"/>
                <a:gd name="connsiteY10" fmla="*/ 2954438 h 4970354"/>
                <a:gd name="connsiteX11" fmla="*/ 3058623 w 3579185"/>
                <a:gd name="connsiteY11" fmla="*/ 2605202 h 4970354"/>
                <a:gd name="connsiteX12" fmla="*/ 3384747 w 3579185"/>
                <a:gd name="connsiteY12" fmla="*/ 2038436 h 4970354"/>
                <a:gd name="connsiteX13" fmla="*/ 3579185 w 3579185"/>
                <a:gd name="connsiteY13" fmla="*/ 1632728 h 4970354"/>
                <a:gd name="connsiteX0" fmla="*/ 353401 w 3384747"/>
                <a:gd name="connsiteY0" fmla="*/ 0 h 4970354"/>
                <a:gd name="connsiteX1" fmla="*/ 51685 w 3384747"/>
                <a:gd name="connsiteY1" fmla="*/ 831215 h 4970354"/>
                <a:gd name="connsiteX2" fmla="*/ 117760 w 3384747"/>
                <a:gd name="connsiteY2" fmla="*/ 1383203 h 4970354"/>
                <a:gd name="connsiteX3" fmla="*/ 2296 w 3384747"/>
                <a:gd name="connsiteY3" fmla="*/ 2410445 h 4970354"/>
                <a:gd name="connsiteX4" fmla="*/ 242973 w 3384747"/>
                <a:gd name="connsiteY4" fmla="*/ 2631502 h 4970354"/>
                <a:gd name="connsiteX5" fmla="*/ 630948 w 3384747"/>
                <a:gd name="connsiteY5" fmla="*/ 3232084 h 4970354"/>
                <a:gd name="connsiteX6" fmla="*/ 1068084 w 3384747"/>
                <a:gd name="connsiteY6" fmla="*/ 3411451 h 4970354"/>
                <a:gd name="connsiteX7" fmla="*/ 1446321 w 3384747"/>
                <a:gd name="connsiteY7" fmla="*/ 4232108 h 4970354"/>
                <a:gd name="connsiteX8" fmla="*/ 1795605 w 3384747"/>
                <a:gd name="connsiteY8" fmla="*/ 4953950 h 4970354"/>
                <a:gd name="connsiteX9" fmla="*/ 2205650 w 3384747"/>
                <a:gd name="connsiteY9" fmla="*/ 3692791 h 4970354"/>
                <a:gd name="connsiteX10" fmla="*/ 2732418 w 3384747"/>
                <a:gd name="connsiteY10" fmla="*/ 2954438 h 4970354"/>
                <a:gd name="connsiteX11" fmla="*/ 3058623 w 3384747"/>
                <a:gd name="connsiteY11" fmla="*/ 2605202 h 4970354"/>
                <a:gd name="connsiteX12" fmla="*/ 3384747 w 3384747"/>
                <a:gd name="connsiteY12" fmla="*/ 2038436 h 4970354"/>
                <a:gd name="connsiteX0" fmla="*/ 353401 w 3384747"/>
                <a:gd name="connsiteY0" fmla="*/ 0 h 4592452"/>
                <a:gd name="connsiteX1" fmla="*/ 51685 w 3384747"/>
                <a:gd name="connsiteY1" fmla="*/ 831215 h 4592452"/>
                <a:gd name="connsiteX2" fmla="*/ 117760 w 3384747"/>
                <a:gd name="connsiteY2" fmla="*/ 1383203 h 4592452"/>
                <a:gd name="connsiteX3" fmla="*/ 2296 w 3384747"/>
                <a:gd name="connsiteY3" fmla="*/ 2410445 h 4592452"/>
                <a:gd name="connsiteX4" fmla="*/ 242973 w 3384747"/>
                <a:gd name="connsiteY4" fmla="*/ 2631502 h 4592452"/>
                <a:gd name="connsiteX5" fmla="*/ 630948 w 3384747"/>
                <a:gd name="connsiteY5" fmla="*/ 3232084 h 4592452"/>
                <a:gd name="connsiteX6" fmla="*/ 1068084 w 3384747"/>
                <a:gd name="connsiteY6" fmla="*/ 3411451 h 4592452"/>
                <a:gd name="connsiteX7" fmla="*/ 1446321 w 3384747"/>
                <a:gd name="connsiteY7" fmla="*/ 4232108 h 4592452"/>
                <a:gd name="connsiteX8" fmla="*/ 1827316 w 3384747"/>
                <a:gd name="connsiteY8" fmla="*/ 4572821 h 4592452"/>
                <a:gd name="connsiteX9" fmla="*/ 2205650 w 3384747"/>
                <a:gd name="connsiteY9" fmla="*/ 3692791 h 4592452"/>
                <a:gd name="connsiteX10" fmla="*/ 2732418 w 3384747"/>
                <a:gd name="connsiteY10" fmla="*/ 2954438 h 4592452"/>
                <a:gd name="connsiteX11" fmla="*/ 3058623 w 3384747"/>
                <a:gd name="connsiteY11" fmla="*/ 2605202 h 4592452"/>
                <a:gd name="connsiteX12" fmla="*/ 3384747 w 3384747"/>
                <a:gd name="connsiteY12" fmla="*/ 2038436 h 4592452"/>
                <a:gd name="connsiteX0" fmla="*/ 353401 w 3384747"/>
                <a:gd name="connsiteY0" fmla="*/ 0 h 4585499"/>
                <a:gd name="connsiteX1" fmla="*/ 51685 w 3384747"/>
                <a:gd name="connsiteY1" fmla="*/ 831215 h 4585499"/>
                <a:gd name="connsiteX2" fmla="*/ 117760 w 3384747"/>
                <a:gd name="connsiteY2" fmla="*/ 1383203 h 4585499"/>
                <a:gd name="connsiteX3" fmla="*/ 2296 w 3384747"/>
                <a:gd name="connsiteY3" fmla="*/ 2410445 h 4585499"/>
                <a:gd name="connsiteX4" fmla="*/ 242973 w 3384747"/>
                <a:gd name="connsiteY4" fmla="*/ 2631502 h 4585499"/>
                <a:gd name="connsiteX5" fmla="*/ 630948 w 3384747"/>
                <a:gd name="connsiteY5" fmla="*/ 3232084 h 4585499"/>
                <a:gd name="connsiteX6" fmla="*/ 1068084 w 3384747"/>
                <a:gd name="connsiteY6" fmla="*/ 3411451 h 4585499"/>
                <a:gd name="connsiteX7" fmla="*/ 1546416 w 3384747"/>
                <a:gd name="connsiteY7" fmla="*/ 4159425 h 4585499"/>
                <a:gd name="connsiteX8" fmla="*/ 1827316 w 3384747"/>
                <a:gd name="connsiteY8" fmla="*/ 4572821 h 4585499"/>
                <a:gd name="connsiteX9" fmla="*/ 2205650 w 3384747"/>
                <a:gd name="connsiteY9" fmla="*/ 3692791 h 4585499"/>
                <a:gd name="connsiteX10" fmla="*/ 2732418 w 3384747"/>
                <a:gd name="connsiteY10" fmla="*/ 2954438 h 4585499"/>
                <a:gd name="connsiteX11" fmla="*/ 3058623 w 3384747"/>
                <a:gd name="connsiteY11" fmla="*/ 2605202 h 4585499"/>
                <a:gd name="connsiteX12" fmla="*/ 3384747 w 3384747"/>
                <a:gd name="connsiteY12" fmla="*/ 2038436 h 458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84747" h="4585499">
                  <a:moveTo>
                    <a:pt x="353401" y="0"/>
                  </a:moveTo>
                  <a:cubicBezTo>
                    <a:pt x="442777" y="469680"/>
                    <a:pt x="90958" y="600681"/>
                    <a:pt x="51685" y="831215"/>
                  </a:cubicBezTo>
                  <a:cubicBezTo>
                    <a:pt x="12412" y="1061749"/>
                    <a:pt x="125992" y="1119998"/>
                    <a:pt x="117760" y="1383203"/>
                  </a:cubicBezTo>
                  <a:cubicBezTo>
                    <a:pt x="109529" y="1646408"/>
                    <a:pt x="-18573" y="2202395"/>
                    <a:pt x="2296" y="2410445"/>
                  </a:cubicBezTo>
                  <a:cubicBezTo>
                    <a:pt x="23165" y="2618495"/>
                    <a:pt x="138198" y="2494562"/>
                    <a:pt x="242973" y="2631502"/>
                  </a:cubicBezTo>
                  <a:cubicBezTo>
                    <a:pt x="347748" y="2768442"/>
                    <a:pt x="493430" y="3102093"/>
                    <a:pt x="630948" y="3232084"/>
                  </a:cubicBezTo>
                  <a:cubicBezTo>
                    <a:pt x="768466" y="3362075"/>
                    <a:pt x="915506" y="3256894"/>
                    <a:pt x="1068084" y="3411451"/>
                  </a:cubicBezTo>
                  <a:cubicBezTo>
                    <a:pt x="1220662" y="3566008"/>
                    <a:pt x="1419877" y="3965863"/>
                    <a:pt x="1546416" y="4159425"/>
                  </a:cubicBezTo>
                  <a:cubicBezTo>
                    <a:pt x="1672955" y="4352987"/>
                    <a:pt x="1717444" y="4650593"/>
                    <a:pt x="1827316" y="4572821"/>
                  </a:cubicBezTo>
                  <a:cubicBezTo>
                    <a:pt x="1937188" y="4495049"/>
                    <a:pt x="2054800" y="3962521"/>
                    <a:pt x="2205650" y="3692791"/>
                  </a:cubicBezTo>
                  <a:cubicBezTo>
                    <a:pt x="2356500" y="3423061"/>
                    <a:pt x="2590256" y="3135703"/>
                    <a:pt x="2732418" y="2954438"/>
                  </a:cubicBezTo>
                  <a:cubicBezTo>
                    <a:pt x="2874580" y="2773173"/>
                    <a:pt x="2949902" y="2757869"/>
                    <a:pt x="3058623" y="2605202"/>
                  </a:cubicBezTo>
                  <a:cubicBezTo>
                    <a:pt x="3167344" y="2452535"/>
                    <a:pt x="3297987" y="2200515"/>
                    <a:pt x="3384747" y="2038436"/>
                  </a:cubicBezTo>
                </a:path>
              </a:pathLst>
            </a:custGeom>
            <a:noFill/>
            <a:ln w="6350" cap="rnd">
              <a:solidFill>
                <a:schemeClr val="tx1">
                  <a:alpha val="35000"/>
                </a:schemeClr>
              </a:solidFill>
              <a:prstDash val="dash"/>
              <a:round/>
            </a:ln>
          </p:spPr>
          <p:txBody>
            <a:bodyPr rtlCol="0" anchor="ctr"/>
            <a:lstStyle/>
            <a:p>
              <a:endParaRPr lang="en-US"/>
            </a:p>
          </p:txBody>
        </p:sp>
        <p:sp>
          <p:nvSpPr>
            <p:cNvPr id="51" name="Freeform: Shape 50">
              <a:extLst>
                <a:ext uri="{FF2B5EF4-FFF2-40B4-BE49-F238E27FC236}">
                  <a16:creationId xmlns:a16="http://schemas.microsoft.com/office/drawing/2014/main" id="{FDA27684-1024-323D-1A09-E781DA79715E}"/>
                </a:ext>
              </a:extLst>
            </p:cNvPr>
            <p:cNvSpPr/>
            <p:nvPr userDrawn="1"/>
          </p:nvSpPr>
          <p:spPr>
            <a:xfrm rot="624225" flipH="1" flipV="1">
              <a:off x="145834" y="3438899"/>
              <a:ext cx="3419921" cy="3191911"/>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484724 w 6565997"/>
                <a:gd name="connsiteY5" fmla="*/ 2146688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5939826"/>
                <a:gd name="connsiteY0" fmla="*/ 1253643 h 3271214"/>
                <a:gd name="connsiteX1" fmla="*/ 407772 w 5939826"/>
                <a:gd name="connsiteY1" fmla="*/ 1404901 h 3271214"/>
                <a:gd name="connsiteX2" fmla="*/ 2016509 w 5939826"/>
                <a:gd name="connsiteY2" fmla="*/ 797275 h 3271214"/>
                <a:gd name="connsiteX3" fmla="*/ 1789406 w 5939826"/>
                <a:gd name="connsiteY3" fmla="*/ 1616170 h 3271214"/>
                <a:gd name="connsiteX4" fmla="*/ 1858553 w 5939826"/>
                <a:gd name="connsiteY4" fmla="*/ 2146688 h 3271214"/>
                <a:gd name="connsiteX5" fmla="*/ 2111839 w 5939826"/>
                <a:gd name="connsiteY5" fmla="*/ 2621037 h 3271214"/>
                <a:gd name="connsiteX6" fmla="*/ 2640294 w 5939826"/>
                <a:gd name="connsiteY6" fmla="*/ 2788233 h 3271214"/>
                <a:gd name="connsiteX7" fmla="*/ 3165660 w 5939826"/>
                <a:gd name="connsiteY7" fmla="*/ 3255900 h 3271214"/>
                <a:gd name="connsiteX8" fmla="*/ 3686541 w 5939826"/>
                <a:gd name="connsiteY8" fmla="*/ 3081744 h 3271214"/>
                <a:gd name="connsiteX9" fmla="*/ 4213309 w 5939826"/>
                <a:gd name="connsiteY9" fmla="*/ 2343391 h 3271214"/>
                <a:gd name="connsiteX10" fmla="*/ 4733533 w 5939826"/>
                <a:gd name="connsiteY10" fmla="*/ 1978385 h 3271214"/>
                <a:gd name="connsiteX11" fmla="*/ 5100776 w 5939826"/>
                <a:gd name="connsiteY11" fmla="*/ 1539991 h 3271214"/>
                <a:gd name="connsiteX12" fmla="*/ 5333925 w 5939826"/>
                <a:gd name="connsiteY12" fmla="*/ 1054659 h 3271214"/>
                <a:gd name="connsiteX13" fmla="*/ 5495470 w 5939826"/>
                <a:gd name="connsiteY13" fmla="*/ 747477 h 3271214"/>
                <a:gd name="connsiteX14" fmla="*/ 5613103 w 5939826"/>
                <a:gd name="connsiteY14" fmla="*/ 440296 h 3271214"/>
                <a:gd name="connsiteX15" fmla="*/ 5939826 w 5939826"/>
                <a:gd name="connsiteY15" fmla="*/ 0 h 3271214"/>
                <a:gd name="connsiteX0" fmla="*/ 1818177 w 5532686"/>
                <a:gd name="connsiteY0" fmla="*/ 0 h 3547556"/>
                <a:gd name="connsiteX1" fmla="*/ 632 w 5532686"/>
                <a:gd name="connsiteY1" fmla="*/ 1681243 h 3547556"/>
                <a:gd name="connsiteX2" fmla="*/ 1609369 w 5532686"/>
                <a:gd name="connsiteY2" fmla="*/ 1073617 h 3547556"/>
                <a:gd name="connsiteX3" fmla="*/ 1382266 w 5532686"/>
                <a:gd name="connsiteY3" fmla="*/ 1892512 h 3547556"/>
                <a:gd name="connsiteX4" fmla="*/ 1451413 w 5532686"/>
                <a:gd name="connsiteY4" fmla="*/ 2423030 h 3547556"/>
                <a:gd name="connsiteX5" fmla="*/ 1704699 w 5532686"/>
                <a:gd name="connsiteY5" fmla="*/ 2897379 h 3547556"/>
                <a:gd name="connsiteX6" fmla="*/ 2233154 w 5532686"/>
                <a:gd name="connsiteY6" fmla="*/ 3064575 h 3547556"/>
                <a:gd name="connsiteX7" fmla="*/ 2758520 w 5532686"/>
                <a:gd name="connsiteY7" fmla="*/ 3532242 h 3547556"/>
                <a:gd name="connsiteX8" fmla="*/ 3279401 w 5532686"/>
                <a:gd name="connsiteY8" fmla="*/ 3358086 h 3547556"/>
                <a:gd name="connsiteX9" fmla="*/ 3806169 w 5532686"/>
                <a:gd name="connsiteY9" fmla="*/ 2619733 h 3547556"/>
                <a:gd name="connsiteX10" fmla="*/ 4326393 w 5532686"/>
                <a:gd name="connsiteY10" fmla="*/ 2254727 h 3547556"/>
                <a:gd name="connsiteX11" fmla="*/ 4693636 w 5532686"/>
                <a:gd name="connsiteY11" fmla="*/ 1816333 h 3547556"/>
                <a:gd name="connsiteX12" fmla="*/ 4926785 w 5532686"/>
                <a:gd name="connsiteY12" fmla="*/ 1331001 h 3547556"/>
                <a:gd name="connsiteX13" fmla="*/ 5088330 w 5532686"/>
                <a:gd name="connsiteY13" fmla="*/ 1023819 h 3547556"/>
                <a:gd name="connsiteX14" fmla="*/ 5205963 w 5532686"/>
                <a:gd name="connsiteY14" fmla="*/ 716638 h 3547556"/>
                <a:gd name="connsiteX15" fmla="*/ 5532686 w 5532686"/>
                <a:gd name="connsiteY15" fmla="*/ 276342 h 3547556"/>
                <a:gd name="connsiteX0" fmla="*/ 444012 w 4158521"/>
                <a:gd name="connsiteY0" fmla="*/ 0 h 3547556"/>
                <a:gd name="connsiteX1" fmla="*/ 463988 w 4158521"/>
                <a:gd name="connsiteY1" fmla="*/ 510774 h 3547556"/>
                <a:gd name="connsiteX2" fmla="*/ 235204 w 4158521"/>
                <a:gd name="connsiteY2" fmla="*/ 1073617 h 3547556"/>
                <a:gd name="connsiteX3" fmla="*/ 8101 w 4158521"/>
                <a:gd name="connsiteY3" fmla="*/ 1892512 h 3547556"/>
                <a:gd name="connsiteX4" fmla="*/ 77248 w 4158521"/>
                <a:gd name="connsiteY4" fmla="*/ 2423030 h 3547556"/>
                <a:gd name="connsiteX5" fmla="*/ 330534 w 4158521"/>
                <a:gd name="connsiteY5" fmla="*/ 2897379 h 3547556"/>
                <a:gd name="connsiteX6" fmla="*/ 858989 w 4158521"/>
                <a:gd name="connsiteY6" fmla="*/ 3064575 h 3547556"/>
                <a:gd name="connsiteX7" fmla="*/ 1384355 w 4158521"/>
                <a:gd name="connsiteY7" fmla="*/ 3532242 h 3547556"/>
                <a:gd name="connsiteX8" fmla="*/ 1905236 w 4158521"/>
                <a:gd name="connsiteY8" fmla="*/ 3358086 h 3547556"/>
                <a:gd name="connsiteX9" fmla="*/ 2432004 w 4158521"/>
                <a:gd name="connsiteY9" fmla="*/ 2619733 h 3547556"/>
                <a:gd name="connsiteX10" fmla="*/ 2952228 w 4158521"/>
                <a:gd name="connsiteY10" fmla="*/ 2254727 h 3547556"/>
                <a:gd name="connsiteX11" fmla="*/ 3319471 w 4158521"/>
                <a:gd name="connsiteY11" fmla="*/ 1816333 h 3547556"/>
                <a:gd name="connsiteX12" fmla="*/ 3552620 w 4158521"/>
                <a:gd name="connsiteY12" fmla="*/ 1331001 h 3547556"/>
                <a:gd name="connsiteX13" fmla="*/ 3714165 w 4158521"/>
                <a:gd name="connsiteY13" fmla="*/ 1023819 h 3547556"/>
                <a:gd name="connsiteX14" fmla="*/ 3831798 w 4158521"/>
                <a:gd name="connsiteY14" fmla="*/ 716638 h 3547556"/>
                <a:gd name="connsiteX15" fmla="*/ 4158521 w 4158521"/>
                <a:gd name="connsiteY15" fmla="*/ 276342 h 3547556"/>
                <a:gd name="connsiteX0" fmla="*/ 457965 w 4172474"/>
                <a:gd name="connsiteY0" fmla="*/ 0 h 3547556"/>
                <a:gd name="connsiteX1" fmla="*/ 477941 w 4172474"/>
                <a:gd name="connsiteY1" fmla="*/ 510774 h 3547556"/>
                <a:gd name="connsiteX2" fmla="*/ 450557 w 4172474"/>
                <a:gd name="connsiteY2" fmla="*/ 1114757 h 3547556"/>
                <a:gd name="connsiteX3" fmla="*/ 22054 w 4172474"/>
                <a:gd name="connsiteY3" fmla="*/ 1892512 h 3547556"/>
                <a:gd name="connsiteX4" fmla="*/ 91201 w 4172474"/>
                <a:gd name="connsiteY4" fmla="*/ 2423030 h 3547556"/>
                <a:gd name="connsiteX5" fmla="*/ 344487 w 4172474"/>
                <a:gd name="connsiteY5" fmla="*/ 2897379 h 3547556"/>
                <a:gd name="connsiteX6" fmla="*/ 872942 w 4172474"/>
                <a:gd name="connsiteY6" fmla="*/ 3064575 h 3547556"/>
                <a:gd name="connsiteX7" fmla="*/ 1398308 w 4172474"/>
                <a:gd name="connsiteY7" fmla="*/ 3532242 h 3547556"/>
                <a:gd name="connsiteX8" fmla="*/ 1919189 w 4172474"/>
                <a:gd name="connsiteY8" fmla="*/ 3358086 h 3547556"/>
                <a:gd name="connsiteX9" fmla="*/ 2445957 w 4172474"/>
                <a:gd name="connsiteY9" fmla="*/ 2619733 h 3547556"/>
                <a:gd name="connsiteX10" fmla="*/ 2966181 w 4172474"/>
                <a:gd name="connsiteY10" fmla="*/ 2254727 h 3547556"/>
                <a:gd name="connsiteX11" fmla="*/ 3333424 w 4172474"/>
                <a:gd name="connsiteY11" fmla="*/ 1816333 h 3547556"/>
                <a:gd name="connsiteX12" fmla="*/ 3566573 w 4172474"/>
                <a:gd name="connsiteY12" fmla="*/ 1331001 h 3547556"/>
                <a:gd name="connsiteX13" fmla="*/ 3728118 w 4172474"/>
                <a:gd name="connsiteY13" fmla="*/ 1023819 h 3547556"/>
                <a:gd name="connsiteX14" fmla="*/ 3845751 w 4172474"/>
                <a:gd name="connsiteY14" fmla="*/ 716638 h 3547556"/>
                <a:gd name="connsiteX15" fmla="*/ 4172474 w 4172474"/>
                <a:gd name="connsiteY15" fmla="*/ 276342 h 3547556"/>
                <a:gd name="connsiteX0" fmla="*/ 376036 w 4090545"/>
                <a:gd name="connsiteY0" fmla="*/ 0 h 3547556"/>
                <a:gd name="connsiteX1" fmla="*/ 396012 w 4090545"/>
                <a:gd name="connsiteY1" fmla="*/ 510774 h 3547556"/>
                <a:gd name="connsiteX2" fmla="*/ 368628 w 4090545"/>
                <a:gd name="connsiteY2" fmla="*/ 1114757 h 3547556"/>
                <a:gd name="connsiteX3" fmla="*/ 85077 w 4090545"/>
                <a:gd name="connsiteY3" fmla="*/ 1796348 h 3547556"/>
                <a:gd name="connsiteX4" fmla="*/ 9272 w 4090545"/>
                <a:gd name="connsiteY4" fmla="*/ 2423030 h 3547556"/>
                <a:gd name="connsiteX5" fmla="*/ 262558 w 4090545"/>
                <a:gd name="connsiteY5" fmla="*/ 2897379 h 3547556"/>
                <a:gd name="connsiteX6" fmla="*/ 791013 w 4090545"/>
                <a:gd name="connsiteY6" fmla="*/ 3064575 h 3547556"/>
                <a:gd name="connsiteX7" fmla="*/ 1316379 w 4090545"/>
                <a:gd name="connsiteY7" fmla="*/ 3532242 h 3547556"/>
                <a:gd name="connsiteX8" fmla="*/ 1837260 w 4090545"/>
                <a:gd name="connsiteY8" fmla="*/ 3358086 h 3547556"/>
                <a:gd name="connsiteX9" fmla="*/ 2364028 w 4090545"/>
                <a:gd name="connsiteY9" fmla="*/ 2619733 h 3547556"/>
                <a:gd name="connsiteX10" fmla="*/ 2884252 w 4090545"/>
                <a:gd name="connsiteY10" fmla="*/ 2254727 h 3547556"/>
                <a:gd name="connsiteX11" fmla="*/ 3251495 w 4090545"/>
                <a:gd name="connsiteY11" fmla="*/ 1816333 h 3547556"/>
                <a:gd name="connsiteX12" fmla="*/ 3484644 w 4090545"/>
                <a:gd name="connsiteY12" fmla="*/ 1331001 h 3547556"/>
                <a:gd name="connsiteX13" fmla="*/ 3646189 w 4090545"/>
                <a:gd name="connsiteY13" fmla="*/ 1023819 h 3547556"/>
                <a:gd name="connsiteX14" fmla="*/ 3763822 w 4090545"/>
                <a:gd name="connsiteY14" fmla="*/ 716638 h 3547556"/>
                <a:gd name="connsiteX15" fmla="*/ 4090545 w 4090545"/>
                <a:gd name="connsiteY15" fmla="*/ 276342 h 3547556"/>
                <a:gd name="connsiteX0" fmla="*/ 309383 w 4023892"/>
                <a:gd name="connsiteY0" fmla="*/ 0 h 3547556"/>
                <a:gd name="connsiteX1" fmla="*/ 329359 w 4023892"/>
                <a:gd name="connsiteY1" fmla="*/ 510774 h 3547556"/>
                <a:gd name="connsiteX2" fmla="*/ 301975 w 4023892"/>
                <a:gd name="connsiteY2" fmla="*/ 1114757 h 3547556"/>
                <a:gd name="connsiteX3" fmla="*/ 18424 w 4023892"/>
                <a:gd name="connsiteY3" fmla="*/ 1796348 h 3547556"/>
                <a:gd name="connsiteX4" fmla="*/ 46143 w 4023892"/>
                <a:gd name="connsiteY4" fmla="*/ 2295614 h 3547556"/>
                <a:gd name="connsiteX5" fmla="*/ 195905 w 4023892"/>
                <a:gd name="connsiteY5" fmla="*/ 2897379 h 3547556"/>
                <a:gd name="connsiteX6" fmla="*/ 724360 w 4023892"/>
                <a:gd name="connsiteY6" fmla="*/ 3064575 h 3547556"/>
                <a:gd name="connsiteX7" fmla="*/ 1249726 w 4023892"/>
                <a:gd name="connsiteY7" fmla="*/ 3532242 h 3547556"/>
                <a:gd name="connsiteX8" fmla="*/ 1770607 w 4023892"/>
                <a:gd name="connsiteY8" fmla="*/ 3358086 h 3547556"/>
                <a:gd name="connsiteX9" fmla="*/ 2297375 w 4023892"/>
                <a:gd name="connsiteY9" fmla="*/ 2619733 h 3547556"/>
                <a:gd name="connsiteX10" fmla="*/ 2817599 w 4023892"/>
                <a:gd name="connsiteY10" fmla="*/ 2254727 h 3547556"/>
                <a:gd name="connsiteX11" fmla="*/ 3184842 w 4023892"/>
                <a:gd name="connsiteY11" fmla="*/ 1816333 h 3547556"/>
                <a:gd name="connsiteX12" fmla="*/ 3417991 w 4023892"/>
                <a:gd name="connsiteY12" fmla="*/ 1331001 h 3547556"/>
                <a:gd name="connsiteX13" fmla="*/ 3579536 w 4023892"/>
                <a:gd name="connsiteY13" fmla="*/ 1023819 h 3547556"/>
                <a:gd name="connsiteX14" fmla="*/ 3697169 w 4023892"/>
                <a:gd name="connsiteY14" fmla="*/ 716638 h 3547556"/>
                <a:gd name="connsiteX15" fmla="*/ 4023892 w 4023892"/>
                <a:gd name="connsiteY15" fmla="*/ 276342 h 3547556"/>
                <a:gd name="connsiteX0" fmla="*/ 312977 w 4027486"/>
                <a:gd name="connsiteY0" fmla="*/ 0 h 3547556"/>
                <a:gd name="connsiteX1" fmla="*/ 332953 w 4027486"/>
                <a:gd name="connsiteY1" fmla="*/ 510774 h 3547556"/>
                <a:gd name="connsiteX2" fmla="*/ 305569 w 4027486"/>
                <a:gd name="connsiteY2" fmla="*/ 1114757 h 3547556"/>
                <a:gd name="connsiteX3" fmla="*/ 22018 w 4027486"/>
                <a:gd name="connsiteY3" fmla="*/ 1796348 h 3547556"/>
                <a:gd name="connsiteX4" fmla="*/ 49737 w 4027486"/>
                <a:gd name="connsiteY4" fmla="*/ 2295614 h 3547556"/>
                <a:gd name="connsiteX5" fmla="*/ 295614 w 4027486"/>
                <a:gd name="connsiteY5" fmla="*/ 2792281 h 3547556"/>
                <a:gd name="connsiteX6" fmla="*/ 727954 w 4027486"/>
                <a:gd name="connsiteY6" fmla="*/ 3064575 h 3547556"/>
                <a:gd name="connsiteX7" fmla="*/ 1253320 w 4027486"/>
                <a:gd name="connsiteY7" fmla="*/ 3532242 h 3547556"/>
                <a:gd name="connsiteX8" fmla="*/ 1774201 w 4027486"/>
                <a:gd name="connsiteY8" fmla="*/ 3358086 h 3547556"/>
                <a:gd name="connsiteX9" fmla="*/ 2300969 w 4027486"/>
                <a:gd name="connsiteY9" fmla="*/ 2619733 h 3547556"/>
                <a:gd name="connsiteX10" fmla="*/ 2821193 w 4027486"/>
                <a:gd name="connsiteY10" fmla="*/ 2254727 h 3547556"/>
                <a:gd name="connsiteX11" fmla="*/ 3188436 w 4027486"/>
                <a:gd name="connsiteY11" fmla="*/ 1816333 h 3547556"/>
                <a:gd name="connsiteX12" fmla="*/ 3421585 w 4027486"/>
                <a:gd name="connsiteY12" fmla="*/ 1331001 h 3547556"/>
                <a:gd name="connsiteX13" fmla="*/ 3583130 w 4027486"/>
                <a:gd name="connsiteY13" fmla="*/ 1023819 h 3547556"/>
                <a:gd name="connsiteX14" fmla="*/ 3700763 w 4027486"/>
                <a:gd name="connsiteY14" fmla="*/ 716638 h 3547556"/>
                <a:gd name="connsiteX15" fmla="*/ 4027486 w 4027486"/>
                <a:gd name="connsiteY15" fmla="*/ 276342 h 3547556"/>
                <a:gd name="connsiteX0" fmla="*/ 312977 w 4027486"/>
                <a:gd name="connsiteY0" fmla="*/ 0 h 3814033"/>
                <a:gd name="connsiteX1" fmla="*/ 332953 w 4027486"/>
                <a:gd name="connsiteY1" fmla="*/ 510774 h 3814033"/>
                <a:gd name="connsiteX2" fmla="*/ 305569 w 4027486"/>
                <a:gd name="connsiteY2" fmla="*/ 1114757 h 3814033"/>
                <a:gd name="connsiteX3" fmla="*/ 22018 w 4027486"/>
                <a:gd name="connsiteY3" fmla="*/ 1796348 h 3814033"/>
                <a:gd name="connsiteX4" fmla="*/ 49737 w 4027486"/>
                <a:gd name="connsiteY4" fmla="*/ 2295614 h 3814033"/>
                <a:gd name="connsiteX5" fmla="*/ 295614 w 4027486"/>
                <a:gd name="connsiteY5" fmla="*/ 2792281 h 3814033"/>
                <a:gd name="connsiteX6" fmla="*/ 727954 w 4027486"/>
                <a:gd name="connsiteY6" fmla="*/ 3064575 h 3814033"/>
                <a:gd name="connsiteX7" fmla="*/ 1329484 w 4027486"/>
                <a:gd name="connsiteY7" fmla="*/ 3808744 h 3814033"/>
                <a:gd name="connsiteX8" fmla="*/ 1774201 w 4027486"/>
                <a:gd name="connsiteY8" fmla="*/ 3358086 h 3814033"/>
                <a:gd name="connsiteX9" fmla="*/ 2300969 w 4027486"/>
                <a:gd name="connsiteY9" fmla="*/ 2619733 h 3814033"/>
                <a:gd name="connsiteX10" fmla="*/ 2821193 w 4027486"/>
                <a:gd name="connsiteY10" fmla="*/ 2254727 h 3814033"/>
                <a:gd name="connsiteX11" fmla="*/ 3188436 w 4027486"/>
                <a:gd name="connsiteY11" fmla="*/ 1816333 h 3814033"/>
                <a:gd name="connsiteX12" fmla="*/ 3421585 w 4027486"/>
                <a:gd name="connsiteY12" fmla="*/ 1331001 h 3814033"/>
                <a:gd name="connsiteX13" fmla="*/ 3583130 w 4027486"/>
                <a:gd name="connsiteY13" fmla="*/ 1023819 h 3814033"/>
                <a:gd name="connsiteX14" fmla="*/ 3700763 w 4027486"/>
                <a:gd name="connsiteY14" fmla="*/ 716638 h 3814033"/>
                <a:gd name="connsiteX15" fmla="*/ 4027486 w 4027486"/>
                <a:gd name="connsiteY15" fmla="*/ 276342 h 3814033"/>
                <a:gd name="connsiteX0" fmla="*/ 186400 w 4027486"/>
                <a:gd name="connsiteY0" fmla="*/ 0 h 3886682"/>
                <a:gd name="connsiteX1" fmla="*/ 332953 w 4027486"/>
                <a:gd name="connsiteY1" fmla="*/ 583425 h 3886682"/>
                <a:gd name="connsiteX2" fmla="*/ 305569 w 4027486"/>
                <a:gd name="connsiteY2" fmla="*/ 1187408 h 3886682"/>
                <a:gd name="connsiteX3" fmla="*/ 22018 w 4027486"/>
                <a:gd name="connsiteY3" fmla="*/ 1868999 h 3886682"/>
                <a:gd name="connsiteX4" fmla="*/ 49737 w 4027486"/>
                <a:gd name="connsiteY4" fmla="*/ 2368265 h 3886682"/>
                <a:gd name="connsiteX5" fmla="*/ 295614 w 4027486"/>
                <a:gd name="connsiteY5" fmla="*/ 2864932 h 3886682"/>
                <a:gd name="connsiteX6" fmla="*/ 727954 w 4027486"/>
                <a:gd name="connsiteY6" fmla="*/ 3137226 h 3886682"/>
                <a:gd name="connsiteX7" fmla="*/ 1329484 w 4027486"/>
                <a:gd name="connsiteY7" fmla="*/ 3881395 h 3886682"/>
                <a:gd name="connsiteX8" fmla="*/ 1774201 w 4027486"/>
                <a:gd name="connsiteY8" fmla="*/ 3430737 h 3886682"/>
                <a:gd name="connsiteX9" fmla="*/ 2300969 w 4027486"/>
                <a:gd name="connsiteY9" fmla="*/ 2692384 h 3886682"/>
                <a:gd name="connsiteX10" fmla="*/ 2821193 w 4027486"/>
                <a:gd name="connsiteY10" fmla="*/ 2327378 h 3886682"/>
                <a:gd name="connsiteX11" fmla="*/ 3188436 w 4027486"/>
                <a:gd name="connsiteY11" fmla="*/ 1888984 h 3886682"/>
                <a:gd name="connsiteX12" fmla="*/ 3421585 w 4027486"/>
                <a:gd name="connsiteY12" fmla="*/ 1403652 h 3886682"/>
                <a:gd name="connsiteX13" fmla="*/ 3583130 w 4027486"/>
                <a:gd name="connsiteY13" fmla="*/ 1096470 h 3886682"/>
                <a:gd name="connsiteX14" fmla="*/ 3700763 w 4027486"/>
                <a:gd name="connsiteY14" fmla="*/ 789289 h 3886682"/>
                <a:gd name="connsiteX15" fmla="*/ 4027486 w 4027486"/>
                <a:gd name="connsiteY15" fmla="*/ 348993 h 3886682"/>
                <a:gd name="connsiteX0" fmla="*/ 186400 w 4027486"/>
                <a:gd name="connsiteY0" fmla="*/ 0 h 3886683"/>
                <a:gd name="connsiteX1" fmla="*/ 179971 w 4027486"/>
                <a:gd name="connsiteY1" fmla="*/ 585574 h 3886683"/>
                <a:gd name="connsiteX2" fmla="*/ 305569 w 4027486"/>
                <a:gd name="connsiteY2" fmla="*/ 1187408 h 3886683"/>
                <a:gd name="connsiteX3" fmla="*/ 22018 w 4027486"/>
                <a:gd name="connsiteY3" fmla="*/ 1868999 h 3886683"/>
                <a:gd name="connsiteX4" fmla="*/ 49737 w 4027486"/>
                <a:gd name="connsiteY4" fmla="*/ 2368265 h 3886683"/>
                <a:gd name="connsiteX5" fmla="*/ 295614 w 4027486"/>
                <a:gd name="connsiteY5" fmla="*/ 2864932 h 3886683"/>
                <a:gd name="connsiteX6" fmla="*/ 727954 w 4027486"/>
                <a:gd name="connsiteY6" fmla="*/ 3137226 h 3886683"/>
                <a:gd name="connsiteX7" fmla="*/ 1329484 w 4027486"/>
                <a:gd name="connsiteY7" fmla="*/ 3881395 h 3886683"/>
                <a:gd name="connsiteX8" fmla="*/ 1774201 w 4027486"/>
                <a:gd name="connsiteY8" fmla="*/ 3430737 h 3886683"/>
                <a:gd name="connsiteX9" fmla="*/ 2300969 w 4027486"/>
                <a:gd name="connsiteY9" fmla="*/ 2692384 h 3886683"/>
                <a:gd name="connsiteX10" fmla="*/ 2821193 w 4027486"/>
                <a:gd name="connsiteY10" fmla="*/ 2327378 h 3886683"/>
                <a:gd name="connsiteX11" fmla="*/ 3188436 w 4027486"/>
                <a:gd name="connsiteY11" fmla="*/ 1888984 h 3886683"/>
                <a:gd name="connsiteX12" fmla="*/ 3421585 w 4027486"/>
                <a:gd name="connsiteY12" fmla="*/ 1403652 h 3886683"/>
                <a:gd name="connsiteX13" fmla="*/ 3583130 w 4027486"/>
                <a:gd name="connsiteY13" fmla="*/ 1096470 h 3886683"/>
                <a:gd name="connsiteX14" fmla="*/ 3700763 w 4027486"/>
                <a:gd name="connsiteY14" fmla="*/ 789289 h 3886683"/>
                <a:gd name="connsiteX15" fmla="*/ 4027486 w 4027486"/>
                <a:gd name="connsiteY15" fmla="*/ 348993 h 3886683"/>
                <a:gd name="connsiteX0" fmla="*/ 260231 w 4101317"/>
                <a:gd name="connsiteY0" fmla="*/ 0 h 3886683"/>
                <a:gd name="connsiteX1" fmla="*/ 253802 w 4101317"/>
                <a:gd name="connsiteY1" fmla="*/ 585574 h 3886683"/>
                <a:gd name="connsiteX2" fmla="*/ 4464 w 4101317"/>
                <a:gd name="connsiteY2" fmla="*/ 1077942 h 3886683"/>
                <a:gd name="connsiteX3" fmla="*/ 95849 w 4101317"/>
                <a:gd name="connsiteY3" fmla="*/ 1868999 h 3886683"/>
                <a:gd name="connsiteX4" fmla="*/ 123568 w 4101317"/>
                <a:gd name="connsiteY4" fmla="*/ 2368265 h 3886683"/>
                <a:gd name="connsiteX5" fmla="*/ 369445 w 4101317"/>
                <a:gd name="connsiteY5" fmla="*/ 2864932 h 3886683"/>
                <a:gd name="connsiteX6" fmla="*/ 801785 w 4101317"/>
                <a:gd name="connsiteY6" fmla="*/ 3137226 h 3886683"/>
                <a:gd name="connsiteX7" fmla="*/ 1403315 w 4101317"/>
                <a:gd name="connsiteY7" fmla="*/ 3881395 h 3886683"/>
                <a:gd name="connsiteX8" fmla="*/ 1848032 w 4101317"/>
                <a:gd name="connsiteY8" fmla="*/ 3430737 h 3886683"/>
                <a:gd name="connsiteX9" fmla="*/ 2374800 w 4101317"/>
                <a:gd name="connsiteY9" fmla="*/ 2692384 h 3886683"/>
                <a:gd name="connsiteX10" fmla="*/ 2895024 w 4101317"/>
                <a:gd name="connsiteY10" fmla="*/ 2327378 h 3886683"/>
                <a:gd name="connsiteX11" fmla="*/ 3262267 w 4101317"/>
                <a:gd name="connsiteY11" fmla="*/ 1888984 h 3886683"/>
                <a:gd name="connsiteX12" fmla="*/ 3495416 w 4101317"/>
                <a:gd name="connsiteY12" fmla="*/ 1403652 h 3886683"/>
                <a:gd name="connsiteX13" fmla="*/ 3656961 w 4101317"/>
                <a:gd name="connsiteY13" fmla="*/ 1096470 h 3886683"/>
                <a:gd name="connsiteX14" fmla="*/ 3774594 w 4101317"/>
                <a:gd name="connsiteY14" fmla="*/ 789289 h 3886683"/>
                <a:gd name="connsiteX15" fmla="*/ 4101317 w 4101317"/>
                <a:gd name="connsiteY15" fmla="*/ 348993 h 3886683"/>
                <a:gd name="connsiteX0" fmla="*/ 295824 w 4136910"/>
                <a:gd name="connsiteY0" fmla="*/ 0 h 3886683"/>
                <a:gd name="connsiteX1" fmla="*/ 289395 w 4136910"/>
                <a:gd name="connsiteY1" fmla="*/ 585574 h 3886683"/>
                <a:gd name="connsiteX2" fmla="*/ 40057 w 4136910"/>
                <a:gd name="connsiteY2" fmla="*/ 1077942 h 3886683"/>
                <a:gd name="connsiteX3" fmla="*/ 12057 w 4136910"/>
                <a:gd name="connsiteY3" fmla="*/ 1959078 h 3886683"/>
                <a:gd name="connsiteX4" fmla="*/ 159161 w 4136910"/>
                <a:gd name="connsiteY4" fmla="*/ 2368265 h 3886683"/>
                <a:gd name="connsiteX5" fmla="*/ 405038 w 4136910"/>
                <a:gd name="connsiteY5" fmla="*/ 2864932 h 3886683"/>
                <a:gd name="connsiteX6" fmla="*/ 837378 w 4136910"/>
                <a:gd name="connsiteY6" fmla="*/ 3137226 h 3886683"/>
                <a:gd name="connsiteX7" fmla="*/ 1438908 w 4136910"/>
                <a:gd name="connsiteY7" fmla="*/ 3881395 h 3886683"/>
                <a:gd name="connsiteX8" fmla="*/ 1883625 w 4136910"/>
                <a:gd name="connsiteY8" fmla="*/ 3430737 h 3886683"/>
                <a:gd name="connsiteX9" fmla="*/ 2410393 w 4136910"/>
                <a:gd name="connsiteY9" fmla="*/ 2692384 h 3886683"/>
                <a:gd name="connsiteX10" fmla="*/ 2930617 w 4136910"/>
                <a:gd name="connsiteY10" fmla="*/ 2327378 h 3886683"/>
                <a:gd name="connsiteX11" fmla="*/ 3297860 w 4136910"/>
                <a:gd name="connsiteY11" fmla="*/ 1888984 h 3886683"/>
                <a:gd name="connsiteX12" fmla="*/ 3531009 w 4136910"/>
                <a:gd name="connsiteY12" fmla="*/ 1403652 h 3886683"/>
                <a:gd name="connsiteX13" fmla="*/ 3692554 w 4136910"/>
                <a:gd name="connsiteY13" fmla="*/ 1096470 h 3886683"/>
                <a:gd name="connsiteX14" fmla="*/ 3810187 w 4136910"/>
                <a:gd name="connsiteY14" fmla="*/ 789289 h 3886683"/>
                <a:gd name="connsiteX15" fmla="*/ 4136910 w 4136910"/>
                <a:gd name="connsiteY15" fmla="*/ 348993 h 3886683"/>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3810187 w 4136910"/>
                <a:gd name="connsiteY14" fmla="*/ 789289 h 3883449"/>
                <a:gd name="connsiteX15" fmla="*/ 4136910 w 4136910"/>
                <a:gd name="connsiteY15" fmla="*/ 348993 h 3883449"/>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4136910 w 4136910"/>
                <a:gd name="connsiteY14" fmla="*/ 348993 h 3883449"/>
                <a:gd name="connsiteX0" fmla="*/ 295824 w 4136910"/>
                <a:gd name="connsiteY0" fmla="*/ 0 h 3881789"/>
                <a:gd name="connsiteX1" fmla="*/ 289395 w 4136910"/>
                <a:gd name="connsiteY1" fmla="*/ 585574 h 3881789"/>
                <a:gd name="connsiteX2" fmla="*/ 40057 w 4136910"/>
                <a:gd name="connsiteY2" fmla="*/ 1077942 h 3881789"/>
                <a:gd name="connsiteX3" fmla="*/ 12057 w 4136910"/>
                <a:gd name="connsiteY3" fmla="*/ 1959078 h 3881789"/>
                <a:gd name="connsiteX4" fmla="*/ 159161 w 4136910"/>
                <a:gd name="connsiteY4" fmla="*/ 2368265 h 3881789"/>
                <a:gd name="connsiteX5" fmla="*/ 405038 w 4136910"/>
                <a:gd name="connsiteY5" fmla="*/ 2864932 h 3881789"/>
                <a:gd name="connsiteX6" fmla="*/ 1000888 w 4136910"/>
                <a:gd name="connsiteY6" fmla="*/ 3358678 h 3881789"/>
                <a:gd name="connsiteX7" fmla="*/ 1438908 w 4136910"/>
                <a:gd name="connsiteY7" fmla="*/ 3881395 h 3881789"/>
                <a:gd name="connsiteX8" fmla="*/ 1883625 w 4136910"/>
                <a:gd name="connsiteY8" fmla="*/ 3430737 h 3881789"/>
                <a:gd name="connsiteX9" fmla="*/ 2410393 w 4136910"/>
                <a:gd name="connsiteY9" fmla="*/ 2692384 h 3881789"/>
                <a:gd name="connsiteX10" fmla="*/ 2930617 w 4136910"/>
                <a:gd name="connsiteY10" fmla="*/ 2327378 h 3881789"/>
                <a:gd name="connsiteX11" fmla="*/ 3297860 w 4136910"/>
                <a:gd name="connsiteY11" fmla="*/ 1888984 h 3881789"/>
                <a:gd name="connsiteX12" fmla="*/ 3531009 w 4136910"/>
                <a:gd name="connsiteY12" fmla="*/ 1403652 h 3881789"/>
                <a:gd name="connsiteX13" fmla="*/ 3692554 w 4136910"/>
                <a:gd name="connsiteY13" fmla="*/ 1096470 h 3881789"/>
                <a:gd name="connsiteX14" fmla="*/ 4136910 w 4136910"/>
                <a:gd name="connsiteY14" fmla="*/ 348993 h 3881789"/>
                <a:gd name="connsiteX0" fmla="*/ 295824 w 3692554"/>
                <a:gd name="connsiteY0" fmla="*/ 0 h 3881789"/>
                <a:gd name="connsiteX1" fmla="*/ 289395 w 3692554"/>
                <a:gd name="connsiteY1" fmla="*/ 585574 h 3881789"/>
                <a:gd name="connsiteX2" fmla="*/ 40057 w 3692554"/>
                <a:gd name="connsiteY2" fmla="*/ 1077942 h 3881789"/>
                <a:gd name="connsiteX3" fmla="*/ 12057 w 3692554"/>
                <a:gd name="connsiteY3" fmla="*/ 1959078 h 3881789"/>
                <a:gd name="connsiteX4" fmla="*/ 159161 w 3692554"/>
                <a:gd name="connsiteY4" fmla="*/ 2368265 h 3881789"/>
                <a:gd name="connsiteX5" fmla="*/ 405038 w 3692554"/>
                <a:gd name="connsiteY5" fmla="*/ 2864932 h 3881789"/>
                <a:gd name="connsiteX6" fmla="*/ 1000888 w 3692554"/>
                <a:gd name="connsiteY6" fmla="*/ 3358678 h 3881789"/>
                <a:gd name="connsiteX7" fmla="*/ 1438908 w 3692554"/>
                <a:gd name="connsiteY7" fmla="*/ 3881395 h 3881789"/>
                <a:gd name="connsiteX8" fmla="*/ 1883625 w 3692554"/>
                <a:gd name="connsiteY8" fmla="*/ 3430737 h 3881789"/>
                <a:gd name="connsiteX9" fmla="*/ 2410393 w 3692554"/>
                <a:gd name="connsiteY9" fmla="*/ 2692384 h 3881789"/>
                <a:gd name="connsiteX10" fmla="*/ 2930617 w 3692554"/>
                <a:gd name="connsiteY10" fmla="*/ 2327378 h 3881789"/>
                <a:gd name="connsiteX11" fmla="*/ 3297860 w 3692554"/>
                <a:gd name="connsiteY11" fmla="*/ 1888984 h 3881789"/>
                <a:gd name="connsiteX12" fmla="*/ 3531009 w 3692554"/>
                <a:gd name="connsiteY12" fmla="*/ 1403652 h 3881789"/>
                <a:gd name="connsiteX13" fmla="*/ 3692554 w 3692554"/>
                <a:gd name="connsiteY13" fmla="*/ 1096470 h 3881789"/>
                <a:gd name="connsiteX0" fmla="*/ 295824 w 3531009"/>
                <a:gd name="connsiteY0" fmla="*/ 0 h 3881789"/>
                <a:gd name="connsiteX1" fmla="*/ 289395 w 3531009"/>
                <a:gd name="connsiteY1" fmla="*/ 585574 h 3881789"/>
                <a:gd name="connsiteX2" fmla="*/ 40057 w 3531009"/>
                <a:gd name="connsiteY2" fmla="*/ 1077942 h 3881789"/>
                <a:gd name="connsiteX3" fmla="*/ 12057 w 3531009"/>
                <a:gd name="connsiteY3" fmla="*/ 1959078 h 3881789"/>
                <a:gd name="connsiteX4" fmla="*/ 159161 w 3531009"/>
                <a:gd name="connsiteY4" fmla="*/ 2368265 h 3881789"/>
                <a:gd name="connsiteX5" fmla="*/ 405038 w 3531009"/>
                <a:gd name="connsiteY5" fmla="*/ 2864932 h 3881789"/>
                <a:gd name="connsiteX6" fmla="*/ 1000888 w 3531009"/>
                <a:gd name="connsiteY6" fmla="*/ 3358678 h 3881789"/>
                <a:gd name="connsiteX7" fmla="*/ 1438908 w 3531009"/>
                <a:gd name="connsiteY7" fmla="*/ 3881395 h 3881789"/>
                <a:gd name="connsiteX8" fmla="*/ 1883625 w 3531009"/>
                <a:gd name="connsiteY8" fmla="*/ 3430737 h 3881789"/>
                <a:gd name="connsiteX9" fmla="*/ 2410393 w 3531009"/>
                <a:gd name="connsiteY9" fmla="*/ 2692384 h 3881789"/>
                <a:gd name="connsiteX10" fmla="*/ 2930617 w 3531009"/>
                <a:gd name="connsiteY10" fmla="*/ 2327378 h 3881789"/>
                <a:gd name="connsiteX11" fmla="*/ 3297860 w 3531009"/>
                <a:gd name="connsiteY11" fmla="*/ 1888984 h 3881789"/>
                <a:gd name="connsiteX12" fmla="*/ 3531009 w 3531009"/>
                <a:gd name="connsiteY12" fmla="*/ 1403652 h 3881789"/>
                <a:gd name="connsiteX0" fmla="*/ 295824 w 3308880"/>
                <a:gd name="connsiteY0" fmla="*/ 0 h 3881789"/>
                <a:gd name="connsiteX1" fmla="*/ 289395 w 3308880"/>
                <a:gd name="connsiteY1" fmla="*/ 585574 h 3881789"/>
                <a:gd name="connsiteX2" fmla="*/ 40057 w 3308880"/>
                <a:gd name="connsiteY2" fmla="*/ 1077942 h 3881789"/>
                <a:gd name="connsiteX3" fmla="*/ 12057 w 3308880"/>
                <a:gd name="connsiteY3" fmla="*/ 1959078 h 3881789"/>
                <a:gd name="connsiteX4" fmla="*/ 159161 w 3308880"/>
                <a:gd name="connsiteY4" fmla="*/ 2368265 h 3881789"/>
                <a:gd name="connsiteX5" fmla="*/ 405038 w 3308880"/>
                <a:gd name="connsiteY5" fmla="*/ 2864932 h 3881789"/>
                <a:gd name="connsiteX6" fmla="*/ 1000888 w 3308880"/>
                <a:gd name="connsiteY6" fmla="*/ 3358678 h 3881789"/>
                <a:gd name="connsiteX7" fmla="*/ 1438908 w 3308880"/>
                <a:gd name="connsiteY7" fmla="*/ 3881395 h 3881789"/>
                <a:gd name="connsiteX8" fmla="*/ 1883625 w 3308880"/>
                <a:gd name="connsiteY8" fmla="*/ 3430737 h 3881789"/>
                <a:gd name="connsiteX9" fmla="*/ 2410393 w 3308880"/>
                <a:gd name="connsiteY9" fmla="*/ 2692384 h 3881789"/>
                <a:gd name="connsiteX10" fmla="*/ 2930617 w 3308880"/>
                <a:gd name="connsiteY10" fmla="*/ 2327378 h 3881789"/>
                <a:gd name="connsiteX11" fmla="*/ 3297860 w 3308880"/>
                <a:gd name="connsiteY11" fmla="*/ 1888984 h 3881789"/>
                <a:gd name="connsiteX12" fmla="*/ 3253346 w 3308880"/>
                <a:gd name="connsiteY12" fmla="*/ 1010663 h 3881789"/>
                <a:gd name="connsiteX0" fmla="*/ 295824 w 3253346"/>
                <a:gd name="connsiteY0" fmla="*/ 0 h 3881789"/>
                <a:gd name="connsiteX1" fmla="*/ 289395 w 3253346"/>
                <a:gd name="connsiteY1" fmla="*/ 585574 h 3881789"/>
                <a:gd name="connsiteX2" fmla="*/ 40057 w 3253346"/>
                <a:gd name="connsiteY2" fmla="*/ 1077942 h 3881789"/>
                <a:gd name="connsiteX3" fmla="*/ 12057 w 3253346"/>
                <a:gd name="connsiteY3" fmla="*/ 1959078 h 3881789"/>
                <a:gd name="connsiteX4" fmla="*/ 159161 w 3253346"/>
                <a:gd name="connsiteY4" fmla="*/ 2368265 h 3881789"/>
                <a:gd name="connsiteX5" fmla="*/ 405038 w 3253346"/>
                <a:gd name="connsiteY5" fmla="*/ 2864932 h 3881789"/>
                <a:gd name="connsiteX6" fmla="*/ 1000888 w 3253346"/>
                <a:gd name="connsiteY6" fmla="*/ 3358678 h 3881789"/>
                <a:gd name="connsiteX7" fmla="*/ 1438908 w 3253346"/>
                <a:gd name="connsiteY7" fmla="*/ 3881395 h 3881789"/>
                <a:gd name="connsiteX8" fmla="*/ 1883625 w 3253346"/>
                <a:gd name="connsiteY8" fmla="*/ 3430737 h 3881789"/>
                <a:gd name="connsiteX9" fmla="*/ 2410393 w 3253346"/>
                <a:gd name="connsiteY9" fmla="*/ 2692384 h 3881789"/>
                <a:gd name="connsiteX10" fmla="*/ 2930617 w 3253346"/>
                <a:gd name="connsiteY10" fmla="*/ 2327378 h 3881789"/>
                <a:gd name="connsiteX11" fmla="*/ 3104190 w 3253346"/>
                <a:gd name="connsiteY11" fmla="*/ 1715817 h 3881789"/>
                <a:gd name="connsiteX12" fmla="*/ 3253346 w 3253346"/>
                <a:gd name="connsiteY12" fmla="*/ 1010663 h 3881789"/>
                <a:gd name="connsiteX0" fmla="*/ 295824 w 3253346"/>
                <a:gd name="connsiteY0" fmla="*/ 0 h 3881647"/>
                <a:gd name="connsiteX1" fmla="*/ 289395 w 3253346"/>
                <a:gd name="connsiteY1" fmla="*/ 585574 h 3881647"/>
                <a:gd name="connsiteX2" fmla="*/ 40057 w 3253346"/>
                <a:gd name="connsiteY2" fmla="*/ 1077942 h 3881647"/>
                <a:gd name="connsiteX3" fmla="*/ 12057 w 3253346"/>
                <a:gd name="connsiteY3" fmla="*/ 1959078 h 3881647"/>
                <a:gd name="connsiteX4" fmla="*/ 159161 w 3253346"/>
                <a:gd name="connsiteY4" fmla="*/ 2368265 h 3881647"/>
                <a:gd name="connsiteX5" fmla="*/ 405038 w 3253346"/>
                <a:gd name="connsiteY5" fmla="*/ 2864932 h 3881647"/>
                <a:gd name="connsiteX6" fmla="*/ 1146228 w 3253346"/>
                <a:gd name="connsiteY6" fmla="*/ 3373596 h 3881647"/>
                <a:gd name="connsiteX7" fmla="*/ 1438908 w 3253346"/>
                <a:gd name="connsiteY7" fmla="*/ 3881395 h 3881647"/>
                <a:gd name="connsiteX8" fmla="*/ 1883625 w 3253346"/>
                <a:gd name="connsiteY8" fmla="*/ 3430737 h 3881647"/>
                <a:gd name="connsiteX9" fmla="*/ 2410393 w 3253346"/>
                <a:gd name="connsiteY9" fmla="*/ 2692384 h 3881647"/>
                <a:gd name="connsiteX10" fmla="*/ 2930617 w 3253346"/>
                <a:gd name="connsiteY10" fmla="*/ 2327378 h 3881647"/>
                <a:gd name="connsiteX11" fmla="*/ 3104190 w 3253346"/>
                <a:gd name="connsiteY11" fmla="*/ 1715817 h 3881647"/>
                <a:gd name="connsiteX12" fmla="*/ 3253346 w 3253346"/>
                <a:gd name="connsiteY12" fmla="*/ 1010663 h 3881647"/>
                <a:gd name="connsiteX0" fmla="*/ 295824 w 3253346"/>
                <a:gd name="connsiteY0" fmla="*/ 0 h 3952112"/>
                <a:gd name="connsiteX1" fmla="*/ 289395 w 3253346"/>
                <a:gd name="connsiteY1" fmla="*/ 585574 h 3952112"/>
                <a:gd name="connsiteX2" fmla="*/ 40057 w 3253346"/>
                <a:gd name="connsiteY2" fmla="*/ 1077942 h 3952112"/>
                <a:gd name="connsiteX3" fmla="*/ 12057 w 3253346"/>
                <a:gd name="connsiteY3" fmla="*/ 1959078 h 3952112"/>
                <a:gd name="connsiteX4" fmla="*/ 159161 w 3253346"/>
                <a:gd name="connsiteY4" fmla="*/ 2368265 h 3952112"/>
                <a:gd name="connsiteX5" fmla="*/ 405038 w 3253346"/>
                <a:gd name="connsiteY5" fmla="*/ 2864932 h 3952112"/>
                <a:gd name="connsiteX6" fmla="*/ 1146228 w 3253346"/>
                <a:gd name="connsiteY6" fmla="*/ 3373596 h 3952112"/>
                <a:gd name="connsiteX7" fmla="*/ 1558701 w 3253346"/>
                <a:gd name="connsiteY7" fmla="*/ 3951905 h 3952112"/>
                <a:gd name="connsiteX8" fmla="*/ 1883625 w 3253346"/>
                <a:gd name="connsiteY8" fmla="*/ 3430737 h 3952112"/>
                <a:gd name="connsiteX9" fmla="*/ 2410393 w 3253346"/>
                <a:gd name="connsiteY9" fmla="*/ 2692384 h 3952112"/>
                <a:gd name="connsiteX10" fmla="*/ 2930617 w 3253346"/>
                <a:gd name="connsiteY10" fmla="*/ 2327378 h 3952112"/>
                <a:gd name="connsiteX11" fmla="*/ 3104190 w 3253346"/>
                <a:gd name="connsiteY11" fmla="*/ 1715817 h 3952112"/>
                <a:gd name="connsiteX12" fmla="*/ 3253346 w 3253346"/>
                <a:gd name="connsiteY12" fmla="*/ 1010663 h 3952112"/>
                <a:gd name="connsiteX0" fmla="*/ 309089 w 3266611"/>
                <a:gd name="connsiteY0" fmla="*/ 0 h 3952112"/>
                <a:gd name="connsiteX1" fmla="*/ 302660 w 3266611"/>
                <a:gd name="connsiteY1" fmla="*/ 585574 h 3952112"/>
                <a:gd name="connsiteX2" fmla="*/ 53322 w 3266611"/>
                <a:gd name="connsiteY2" fmla="*/ 1077942 h 3952112"/>
                <a:gd name="connsiteX3" fmla="*/ 8347 w 3266611"/>
                <a:gd name="connsiteY3" fmla="*/ 2142591 h 3952112"/>
                <a:gd name="connsiteX4" fmla="*/ 172426 w 3266611"/>
                <a:gd name="connsiteY4" fmla="*/ 2368265 h 3952112"/>
                <a:gd name="connsiteX5" fmla="*/ 418303 w 3266611"/>
                <a:gd name="connsiteY5" fmla="*/ 2864932 h 3952112"/>
                <a:gd name="connsiteX6" fmla="*/ 1159493 w 3266611"/>
                <a:gd name="connsiteY6" fmla="*/ 3373596 h 3952112"/>
                <a:gd name="connsiteX7" fmla="*/ 1571966 w 3266611"/>
                <a:gd name="connsiteY7" fmla="*/ 3951905 h 3952112"/>
                <a:gd name="connsiteX8" fmla="*/ 1896890 w 3266611"/>
                <a:gd name="connsiteY8" fmla="*/ 3430737 h 3952112"/>
                <a:gd name="connsiteX9" fmla="*/ 2423658 w 3266611"/>
                <a:gd name="connsiteY9" fmla="*/ 2692384 h 3952112"/>
                <a:gd name="connsiteX10" fmla="*/ 2943882 w 3266611"/>
                <a:gd name="connsiteY10" fmla="*/ 2327378 h 3952112"/>
                <a:gd name="connsiteX11" fmla="*/ 3117455 w 3266611"/>
                <a:gd name="connsiteY11" fmla="*/ 1715817 h 3952112"/>
                <a:gd name="connsiteX12" fmla="*/ 3266611 w 3266611"/>
                <a:gd name="connsiteY12" fmla="*/ 1010663 h 39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66611" h="3952112">
                  <a:moveTo>
                    <a:pt x="309089" y="0"/>
                  </a:moveTo>
                  <a:cubicBezTo>
                    <a:pt x="481413" y="131923"/>
                    <a:pt x="345288" y="405917"/>
                    <a:pt x="302660" y="585574"/>
                  </a:cubicBezTo>
                  <a:cubicBezTo>
                    <a:pt x="260032" y="765231"/>
                    <a:pt x="102374" y="818439"/>
                    <a:pt x="53322" y="1077942"/>
                  </a:cubicBezTo>
                  <a:cubicBezTo>
                    <a:pt x="4270" y="1337445"/>
                    <a:pt x="-11504" y="1927537"/>
                    <a:pt x="8347" y="2142591"/>
                  </a:cubicBezTo>
                  <a:cubicBezTo>
                    <a:pt x="28198" y="2357645"/>
                    <a:pt x="104100" y="2247875"/>
                    <a:pt x="172426" y="2368265"/>
                  </a:cubicBezTo>
                  <a:cubicBezTo>
                    <a:pt x="240752" y="2488655"/>
                    <a:pt x="253792" y="2697377"/>
                    <a:pt x="418303" y="2864932"/>
                  </a:cubicBezTo>
                  <a:cubicBezTo>
                    <a:pt x="582814" y="3032487"/>
                    <a:pt x="967216" y="3192434"/>
                    <a:pt x="1159493" y="3373596"/>
                  </a:cubicBezTo>
                  <a:cubicBezTo>
                    <a:pt x="1351770" y="3554758"/>
                    <a:pt x="1449067" y="3942382"/>
                    <a:pt x="1571966" y="3951905"/>
                  </a:cubicBezTo>
                  <a:cubicBezTo>
                    <a:pt x="1694866" y="3961429"/>
                    <a:pt x="1754941" y="3640657"/>
                    <a:pt x="1896890" y="3430737"/>
                  </a:cubicBezTo>
                  <a:cubicBezTo>
                    <a:pt x="2038839" y="3220817"/>
                    <a:pt x="2249159" y="2876277"/>
                    <a:pt x="2423658" y="2692384"/>
                  </a:cubicBezTo>
                  <a:cubicBezTo>
                    <a:pt x="2598157" y="2508491"/>
                    <a:pt x="2828249" y="2490139"/>
                    <a:pt x="2943882" y="2327378"/>
                  </a:cubicBezTo>
                  <a:cubicBezTo>
                    <a:pt x="3059515" y="2164617"/>
                    <a:pt x="3063667" y="1935269"/>
                    <a:pt x="3117455" y="1715817"/>
                  </a:cubicBezTo>
                  <a:cubicBezTo>
                    <a:pt x="3171243" y="1496365"/>
                    <a:pt x="3200829" y="1142749"/>
                    <a:pt x="3266611" y="1010663"/>
                  </a:cubicBezTo>
                </a:path>
              </a:pathLst>
            </a:custGeom>
            <a:noFill/>
            <a:ln w="6350" cap="rnd">
              <a:solidFill>
                <a:schemeClr val="tx1">
                  <a:alpha val="35000"/>
                </a:schemeClr>
              </a:solidFill>
              <a:prstDash val="dash"/>
              <a:round/>
            </a:ln>
          </p:spPr>
          <p:txBody>
            <a:bodyPr rtlCol="0" anchor="ctr"/>
            <a:lstStyle/>
            <a:p>
              <a:endParaRPr lang="en-US"/>
            </a:p>
          </p:txBody>
        </p:sp>
        <p:sp>
          <p:nvSpPr>
            <p:cNvPr id="52" name="Freeform: Shape 51">
              <a:extLst>
                <a:ext uri="{FF2B5EF4-FFF2-40B4-BE49-F238E27FC236}">
                  <a16:creationId xmlns:a16="http://schemas.microsoft.com/office/drawing/2014/main" id="{CD7CA44D-C963-C5B7-F240-C83DD938E6BD}"/>
                </a:ext>
              </a:extLst>
            </p:cNvPr>
            <p:cNvSpPr/>
            <p:nvPr userDrawn="1"/>
          </p:nvSpPr>
          <p:spPr>
            <a:xfrm rot="15058907" flipV="1">
              <a:off x="225103" y="3966770"/>
              <a:ext cx="2957961" cy="3319775"/>
            </a:xfrm>
            <a:custGeom>
              <a:avLst/>
              <a:gdLst>
                <a:gd name="connsiteX0" fmla="*/ 2945346 w 2954692"/>
                <a:gd name="connsiteY0" fmla="*/ 598797 h 3672211"/>
                <a:gd name="connsiteX1" fmla="*/ 2271224 w 2954692"/>
                <a:gd name="connsiteY1" fmla="*/ 191779 h 3672211"/>
                <a:gd name="connsiteX2" fmla="*/ 1964175 w 2954692"/>
                <a:gd name="connsiteY2" fmla="*/ 127631 h 3672211"/>
                <a:gd name="connsiteX3" fmla="*/ 1574288 w 2954692"/>
                <a:gd name="connsiteY3" fmla="*/ 80 h 3672211"/>
                <a:gd name="connsiteX4" fmla="*/ 1147931 w 2954692"/>
                <a:gd name="connsiteY4" fmla="*/ 112767 h 3672211"/>
                <a:gd name="connsiteX5" fmla="*/ 818293 w 2954692"/>
                <a:gd name="connsiteY5" fmla="*/ 356583 h 3672211"/>
                <a:gd name="connsiteX6" fmla="*/ 642019 w 2954692"/>
                <a:gd name="connsiteY6" fmla="*/ 601856 h 3672211"/>
                <a:gd name="connsiteX7" fmla="*/ 475633 w 2954692"/>
                <a:gd name="connsiteY7" fmla="*/ 941939 h 3672211"/>
                <a:gd name="connsiteX8" fmla="*/ 243723 w 2954692"/>
                <a:gd name="connsiteY8" fmla="*/ 1100218 h 3672211"/>
                <a:gd name="connsiteX9" fmla="*/ 40300 w 2954692"/>
                <a:gd name="connsiteY9" fmla="*/ 1141029 h 3672211"/>
                <a:gd name="connsiteX10" fmla="*/ 0 w 2954692"/>
                <a:gd name="connsiteY10" fmla="*/ 1147693 h 3672211"/>
                <a:gd name="connsiteX11" fmla="*/ 870159 w 2954692"/>
                <a:gd name="connsiteY11" fmla="*/ 3672211 h 3672211"/>
                <a:gd name="connsiteX12" fmla="*/ 1892650 w 2954692"/>
                <a:gd name="connsiteY12" fmla="*/ 3319775 h 3672211"/>
                <a:gd name="connsiteX13" fmla="*/ 1894129 w 2954692"/>
                <a:gd name="connsiteY13" fmla="*/ 3316208 h 3672211"/>
                <a:gd name="connsiteX14" fmla="*/ 2086439 w 2954692"/>
                <a:gd name="connsiteY14" fmla="*/ 2859270 h 3672211"/>
                <a:gd name="connsiteX15" fmla="*/ 2402185 w 2954692"/>
                <a:gd name="connsiteY15" fmla="*/ 2490877 h 3672211"/>
                <a:gd name="connsiteX16" fmla="*/ 2554506 w 2954692"/>
                <a:gd name="connsiteY16" fmla="*/ 2152317 h 3672211"/>
                <a:gd name="connsiteX17" fmla="*/ 2690046 w 2954692"/>
                <a:gd name="connsiteY17" fmla="*/ 1781326 h 3672211"/>
                <a:gd name="connsiteX18" fmla="*/ 2719345 w 2954692"/>
                <a:gd name="connsiteY18" fmla="*/ 1422242 h 3672211"/>
                <a:gd name="connsiteX19" fmla="*/ 2662826 w 2954692"/>
                <a:gd name="connsiteY19" fmla="*/ 1089767 h 3672211"/>
                <a:gd name="connsiteX20" fmla="*/ 2945346 w 2954692"/>
                <a:gd name="connsiteY20" fmla="*/ 598797 h 3672211"/>
                <a:gd name="connsiteX0" fmla="*/ 2945346 w 2957961"/>
                <a:gd name="connsiteY0" fmla="*/ 598797 h 3672211"/>
                <a:gd name="connsiteX1" fmla="*/ 2271224 w 2957961"/>
                <a:gd name="connsiteY1" fmla="*/ 191779 h 3672211"/>
                <a:gd name="connsiteX2" fmla="*/ 1964175 w 2957961"/>
                <a:gd name="connsiteY2" fmla="*/ 127631 h 3672211"/>
                <a:gd name="connsiteX3" fmla="*/ 1574288 w 2957961"/>
                <a:gd name="connsiteY3" fmla="*/ 80 h 3672211"/>
                <a:gd name="connsiteX4" fmla="*/ 1147931 w 2957961"/>
                <a:gd name="connsiteY4" fmla="*/ 112767 h 3672211"/>
                <a:gd name="connsiteX5" fmla="*/ 818293 w 2957961"/>
                <a:gd name="connsiteY5" fmla="*/ 356583 h 3672211"/>
                <a:gd name="connsiteX6" fmla="*/ 642019 w 2957961"/>
                <a:gd name="connsiteY6" fmla="*/ 601856 h 3672211"/>
                <a:gd name="connsiteX7" fmla="*/ 475633 w 2957961"/>
                <a:gd name="connsiteY7" fmla="*/ 941939 h 3672211"/>
                <a:gd name="connsiteX8" fmla="*/ 243723 w 2957961"/>
                <a:gd name="connsiteY8" fmla="*/ 1100218 h 3672211"/>
                <a:gd name="connsiteX9" fmla="*/ 40300 w 2957961"/>
                <a:gd name="connsiteY9" fmla="*/ 1141029 h 3672211"/>
                <a:gd name="connsiteX10" fmla="*/ 0 w 2957961"/>
                <a:gd name="connsiteY10" fmla="*/ 1147693 h 3672211"/>
                <a:gd name="connsiteX11" fmla="*/ 870159 w 2957961"/>
                <a:gd name="connsiteY11" fmla="*/ 3672211 h 3672211"/>
                <a:gd name="connsiteX12" fmla="*/ 1892650 w 2957961"/>
                <a:gd name="connsiteY12" fmla="*/ 3319775 h 3672211"/>
                <a:gd name="connsiteX13" fmla="*/ 1894129 w 2957961"/>
                <a:gd name="connsiteY13" fmla="*/ 3316208 h 3672211"/>
                <a:gd name="connsiteX14" fmla="*/ 2086439 w 2957961"/>
                <a:gd name="connsiteY14" fmla="*/ 2859270 h 3672211"/>
                <a:gd name="connsiteX15" fmla="*/ 2402185 w 2957961"/>
                <a:gd name="connsiteY15" fmla="*/ 2490877 h 3672211"/>
                <a:gd name="connsiteX16" fmla="*/ 2554506 w 2957961"/>
                <a:gd name="connsiteY16" fmla="*/ 2152317 h 3672211"/>
                <a:gd name="connsiteX17" fmla="*/ 2690046 w 2957961"/>
                <a:gd name="connsiteY17" fmla="*/ 1781326 h 3672211"/>
                <a:gd name="connsiteX18" fmla="*/ 2719345 w 2957961"/>
                <a:gd name="connsiteY18" fmla="*/ 1422242 h 3672211"/>
                <a:gd name="connsiteX19" fmla="*/ 2752252 w 2957961"/>
                <a:gd name="connsiteY19" fmla="*/ 1081971 h 3672211"/>
                <a:gd name="connsiteX20" fmla="*/ 2945346 w 2957961"/>
                <a:gd name="connsiteY20" fmla="*/ 598797 h 3672211"/>
                <a:gd name="connsiteX0" fmla="*/ 870159 w 2957961"/>
                <a:gd name="connsiteY0" fmla="*/ 3672211 h 3763651"/>
                <a:gd name="connsiteX1" fmla="*/ 1892650 w 2957961"/>
                <a:gd name="connsiteY1" fmla="*/ 3319775 h 3763651"/>
                <a:gd name="connsiteX2" fmla="*/ 1894129 w 2957961"/>
                <a:gd name="connsiteY2" fmla="*/ 3316208 h 3763651"/>
                <a:gd name="connsiteX3" fmla="*/ 2086439 w 2957961"/>
                <a:gd name="connsiteY3" fmla="*/ 2859270 h 3763651"/>
                <a:gd name="connsiteX4" fmla="*/ 2402185 w 2957961"/>
                <a:gd name="connsiteY4" fmla="*/ 2490877 h 3763651"/>
                <a:gd name="connsiteX5" fmla="*/ 2554506 w 2957961"/>
                <a:gd name="connsiteY5" fmla="*/ 2152317 h 3763651"/>
                <a:gd name="connsiteX6" fmla="*/ 2690046 w 2957961"/>
                <a:gd name="connsiteY6" fmla="*/ 1781326 h 3763651"/>
                <a:gd name="connsiteX7" fmla="*/ 2719345 w 2957961"/>
                <a:gd name="connsiteY7" fmla="*/ 1422242 h 3763651"/>
                <a:gd name="connsiteX8" fmla="*/ 2752252 w 2957961"/>
                <a:gd name="connsiteY8" fmla="*/ 1081971 h 3763651"/>
                <a:gd name="connsiteX9" fmla="*/ 2945346 w 2957961"/>
                <a:gd name="connsiteY9" fmla="*/ 598797 h 3763651"/>
                <a:gd name="connsiteX10" fmla="*/ 2271224 w 2957961"/>
                <a:gd name="connsiteY10" fmla="*/ 191779 h 3763651"/>
                <a:gd name="connsiteX11" fmla="*/ 1964175 w 2957961"/>
                <a:gd name="connsiteY11" fmla="*/ 127631 h 3763651"/>
                <a:gd name="connsiteX12" fmla="*/ 1574288 w 2957961"/>
                <a:gd name="connsiteY12" fmla="*/ 80 h 3763651"/>
                <a:gd name="connsiteX13" fmla="*/ 1147931 w 2957961"/>
                <a:gd name="connsiteY13" fmla="*/ 112767 h 3763651"/>
                <a:gd name="connsiteX14" fmla="*/ 818293 w 2957961"/>
                <a:gd name="connsiteY14" fmla="*/ 356583 h 3763651"/>
                <a:gd name="connsiteX15" fmla="*/ 642019 w 2957961"/>
                <a:gd name="connsiteY15" fmla="*/ 601856 h 3763651"/>
                <a:gd name="connsiteX16" fmla="*/ 475633 w 2957961"/>
                <a:gd name="connsiteY16" fmla="*/ 941939 h 3763651"/>
                <a:gd name="connsiteX17" fmla="*/ 243723 w 2957961"/>
                <a:gd name="connsiteY17" fmla="*/ 1100218 h 3763651"/>
                <a:gd name="connsiteX18" fmla="*/ 40300 w 2957961"/>
                <a:gd name="connsiteY18" fmla="*/ 1141029 h 3763651"/>
                <a:gd name="connsiteX19" fmla="*/ 0 w 2957961"/>
                <a:gd name="connsiteY19" fmla="*/ 1147693 h 3763651"/>
                <a:gd name="connsiteX20" fmla="*/ 961599 w 2957961"/>
                <a:gd name="connsiteY20" fmla="*/ 3763651 h 3763651"/>
                <a:gd name="connsiteX0" fmla="*/ 870159 w 2957961"/>
                <a:gd name="connsiteY0" fmla="*/ 3672211 h 3672211"/>
                <a:gd name="connsiteX1" fmla="*/ 1892650 w 2957961"/>
                <a:gd name="connsiteY1" fmla="*/ 3319775 h 3672211"/>
                <a:gd name="connsiteX2" fmla="*/ 1894129 w 2957961"/>
                <a:gd name="connsiteY2" fmla="*/ 3316208 h 3672211"/>
                <a:gd name="connsiteX3" fmla="*/ 2086439 w 2957961"/>
                <a:gd name="connsiteY3" fmla="*/ 2859270 h 3672211"/>
                <a:gd name="connsiteX4" fmla="*/ 2402185 w 2957961"/>
                <a:gd name="connsiteY4" fmla="*/ 2490877 h 3672211"/>
                <a:gd name="connsiteX5" fmla="*/ 2554506 w 2957961"/>
                <a:gd name="connsiteY5" fmla="*/ 2152317 h 3672211"/>
                <a:gd name="connsiteX6" fmla="*/ 2690046 w 2957961"/>
                <a:gd name="connsiteY6" fmla="*/ 1781326 h 3672211"/>
                <a:gd name="connsiteX7" fmla="*/ 2719345 w 2957961"/>
                <a:gd name="connsiteY7" fmla="*/ 1422242 h 3672211"/>
                <a:gd name="connsiteX8" fmla="*/ 2752252 w 2957961"/>
                <a:gd name="connsiteY8" fmla="*/ 1081971 h 3672211"/>
                <a:gd name="connsiteX9" fmla="*/ 2945346 w 2957961"/>
                <a:gd name="connsiteY9" fmla="*/ 598797 h 3672211"/>
                <a:gd name="connsiteX10" fmla="*/ 2271224 w 2957961"/>
                <a:gd name="connsiteY10" fmla="*/ 191779 h 3672211"/>
                <a:gd name="connsiteX11" fmla="*/ 1964175 w 2957961"/>
                <a:gd name="connsiteY11" fmla="*/ 127631 h 3672211"/>
                <a:gd name="connsiteX12" fmla="*/ 1574288 w 2957961"/>
                <a:gd name="connsiteY12" fmla="*/ 80 h 3672211"/>
                <a:gd name="connsiteX13" fmla="*/ 1147931 w 2957961"/>
                <a:gd name="connsiteY13" fmla="*/ 112767 h 3672211"/>
                <a:gd name="connsiteX14" fmla="*/ 818293 w 2957961"/>
                <a:gd name="connsiteY14" fmla="*/ 356583 h 3672211"/>
                <a:gd name="connsiteX15" fmla="*/ 642019 w 2957961"/>
                <a:gd name="connsiteY15" fmla="*/ 601856 h 3672211"/>
                <a:gd name="connsiteX16" fmla="*/ 475633 w 2957961"/>
                <a:gd name="connsiteY16" fmla="*/ 941939 h 3672211"/>
                <a:gd name="connsiteX17" fmla="*/ 243723 w 2957961"/>
                <a:gd name="connsiteY17" fmla="*/ 1100218 h 3672211"/>
                <a:gd name="connsiteX18" fmla="*/ 40300 w 2957961"/>
                <a:gd name="connsiteY18" fmla="*/ 1141029 h 3672211"/>
                <a:gd name="connsiteX19" fmla="*/ 0 w 2957961"/>
                <a:gd name="connsiteY19" fmla="*/ 1147693 h 3672211"/>
                <a:gd name="connsiteX0" fmla="*/ 1892650 w 2957961"/>
                <a:gd name="connsiteY0" fmla="*/ 3319775 h 3319775"/>
                <a:gd name="connsiteX1" fmla="*/ 1894129 w 2957961"/>
                <a:gd name="connsiteY1" fmla="*/ 3316208 h 3319775"/>
                <a:gd name="connsiteX2" fmla="*/ 2086439 w 2957961"/>
                <a:gd name="connsiteY2" fmla="*/ 2859270 h 3319775"/>
                <a:gd name="connsiteX3" fmla="*/ 2402185 w 2957961"/>
                <a:gd name="connsiteY3" fmla="*/ 2490877 h 3319775"/>
                <a:gd name="connsiteX4" fmla="*/ 2554506 w 2957961"/>
                <a:gd name="connsiteY4" fmla="*/ 2152317 h 3319775"/>
                <a:gd name="connsiteX5" fmla="*/ 2690046 w 2957961"/>
                <a:gd name="connsiteY5" fmla="*/ 1781326 h 3319775"/>
                <a:gd name="connsiteX6" fmla="*/ 2719345 w 2957961"/>
                <a:gd name="connsiteY6" fmla="*/ 1422242 h 3319775"/>
                <a:gd name="connsiteX7" fmla="*/ 2752252 w 2957961"/>
                <a:gd name="connsiteY7" fmla="*/ 1081971 h 3319775"/>
                <a:gd name="connsiteX8" fmla="*/ 2945346 w 2957961"/>
                <a:gd name="connsiteY8" fmla="*/ 598797 h 3319775"/>
                <a:gd name="connsiteX9" fmla="*/ 2271224 w 2957961"/>
                <a:gd name="connsiteY9" fmla="*/ 191779 h 3319775"/>
                <a:gd name="connsiteX10" fmla="*/ 1964175 w 2957961"/>
                <a:gd name="connsiteY10" fmla="*/ 127631 h 3319775"/>
                <a:gd name="connsiteX11" fmla="*/ 1574288 w 2957961"/>
                <a:gd name="connsiteY11" fmla="*/ 80 h 3319775"/>
                <a:gd name="connsiteX12" fmla="*/ 1147931 w 2957961"/>
                <a:gd name="connsiteY12" fmla="*/ 112767 h 3319775"/>
                <a:gd name="connsiteX13" fmla="*/ 818293 w 2957961"/>
                <a:gd name="connsiteY13" fmla="*/ 356583 h 3319775"/>
                <a:gd name="connsiteX14" fmla="*/ 642019 w 2957961"/>
                <a:gd name="connsiteY14" fmla="*/ 601856 h 3319775"/>
                <a:gd name="connsiteX15" fmla="*/ 475633 w 2957961"/>
                <a:gd name="connsiteY15" fmla="*/ 941939 h 3319775"/>
                <a:gd name="connsiteX16" fmla="*/ 243723 w 2957961"/>
                <a:gd name="connsiteY16" fmla="*/ 1100218 h 3319775"/>
                <a:gd name="connsiteX17" fmla="*/ 40300 w 2957961"/>
                <a:gd name="connsiteY17" fmla="*/ 1141029 h 3319775"/>
                <a:gd name="connsiteX18" fmla="*/ 0 w 2957961"/>
                <a:gd name="connsiteY18" fmla="*/ 1147693 h 331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7961" h="3319775">
                  <a:moveTo>
                    <a:pt x="1892650" y="3319775"/>
                  </a:moveTo>
                  <a:lnTo>
                    <a:pt x="1894129" y="3316208"/>
                  </a:lnTo>
                  <a:cubicBezTo>
                    <a:pt x="1990323" y="3115789"/>
                    <a:pt x="2001763" y="2996825"/>
                    <a:pt x="2086439" y="2859270"/>
                  </a:cubicBezTo>
                  <a:cubicBezTo>
                    <a:pt x="2171115" y="2721714"/>
                    <a:pt x="2324174" y="2608703"/>
                    <a:pt x="2402185" y="2490877"/>
                  </a:cubicBezTo>
                  <a:cubicBezTo>
                    <a:pt x="2480196" y="2373051"/>
                    <a:pt x="2506529" y="2270575"/>
                    <a:pt x="2554506" y="2152317"/>
                  </a:cubicBezTo>
                  <a:cubicBezTo>
                    <a:pt x="2602482" y="2034058"/>
                    <a:pt x="2662572" y="1903005"/>
                    <a:pt x="2690046" y="1781326"/>
                  </a:cubicBezTo>
                  <a:cubicBezTo>
                    <a:pt x="2717519" y="1659647"/>
                    <a:pt x="2711059" y="1534621"/>
                    <a:pt x="2719345" y="1422242"/>
                  </a:cubicBezTo>
                  <a:cubicBezTo>
                    <a:pt x="2728006" y="1303592"/>
                    <a:pt x="2741141" y="1200380"/>
                    <a:pt x="2752252" y="1081971"/>
                  </a:cubicBezTo>
                  <a:cubicBezTo>
                    <a:pt x="2803937" y="940859"/>
                    <a:pt x="3010612" y="748461"/>
                    <a:pt x="2945346" y="598797"/>
                  </a:cubicBezTo>
                  <a:cubicBezTo>
                    <a:pt x="2877065" y="474440"/>
                    <a:pt x="2434752" y="270306"/>
                    <a:pt x="2271224" y="191779"/>
                  </a:cubicBezTo>
                  <a:cubicBezTo>
                    <a:pt x="2107695" y="113251"/>
                    <a:pt x="2080331" y="159581"/>
                    <a:pt x="1964175" y="127631"/>
                  </a:cubicBezTo>
                  <a:cubicBezTo>
                    <a:pt x="1848019" y="95681"/>
                    <a:pt x="1710329" y="2557"/>
                    <a:pt x="1574288" y="80"/>
                  </a:cubicBezTo>
                  <a:cubicBezTo>
                    <a:pt x="1438247" y="-2397"/>
                    <a:pt x="1273930" y="53350"/>
                    <a:pt x="1147931" y="112767"/>
                  </a:cubicBezTo>
                  <a:cubicBezTo>
                    <a:pt x="1021931" y="172184"/>
                    <a:pt x="902612" y="275069"/>
                    <a:pt x="818293" y="356583"/>
                  </a:cubicBezTo>
                  <a:cubicBezTo>
                    <a:pt x="733973" y="438099"/>
                    <a:pt x="699129" y="504297"/>
                    <a:pt x="642019" y="601856"/>
                  </a:cubicBezTo>
                  <a:cubicBezTo>
                    <a:pt x="584910" y="699415"/>
                    <a:pt x="542016" y="858878"/>
                    <a:pt x="475633" y="941939"/>
                  </a:cubicBezTo>
                  <a:cubicBezTo>
                    <a:pt x="409250" y="1024999"/>
                    <a:pt x="347735" y="1059671"/>
                    <a:pt x="243723" y="1100218"/>
                  </a:cubicBezTo>
                  <a:cubicBezTo>
                    <a:pt x="191717" y="1120492"/>
                    <a:pt x="114785" y="1130479"/>
                    <a:pt x="40300" y="1141029"/>
                  </a:cubicBezTo>
                  <a:lnTo>
                    <a:pt x="0" y="1147693"/>
                  </a:ln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53" name="Freeform: Shape 52">
              <a:extLst>
                <a:ext uri="{FF2B5EF4-FFF2-40B4-BE49-F238E27FC236}">
                  <a16:creationId xmlns:a16="http://schemas.microsoft.com/office/drawing/2014/main" id="{F06E9C25-37AD-9657-80DA-53F24B10EFC5}"/>
                </a:ext>
              </a:extLst>
            </p:cNvPr>
            <p:cNvSpPr/>
            <p:nvPr userDrawn="1"/>
          </p:nvSpPr>
          <p:spPr>
            <a:xfrm rot="15058907" flipV="1">
              <a:off x="356303" y="4176561"/>
              <a:ext cx="2472003" cy="3246871"/>
            </a:xfrm>
            <a:custGeom>
              <a:avLst/>
              <a:gdLst>
                <a:gd name="connsiteX0" fmla="*/ 2447781 w 2472003"/>
                <a:gd name="connsiteY0" fmla="*/ 402400 h 3497624"/>
                <a:gd name="connsiteX1" fmla="*/ 2393746 w 2472003"/>
                <a:gd name="connsiteY1" fmla="*/ 296214 h 3497624"/>
                <a:gd name="connsiteX2" fmla="*/ 2209330 w 2472003"/>
                <a:gd name="connsiteY2" fmla="*/ 128591 h 3497624"/>
                <a:gd name="connsiteX3" fmla="*/ 2013352 w 2472003"/>
                <a:gd name="connsiteY3" fmla="*/ 92352 h 3497624"/>
                <a:gd name="connsiteX4" fmla="*/ 1388288 w 2472003"/>
                <a:gd name="connsiteY4" fmla="*/ 0 h 3497624"/>
                <a:gd name="connsiteX5" fmla="*/ 1061898 w 2472003"/>
                <a:gd name="connsiteY5" fmla="*/ 212208 h 3497624"/>
                <a:gd name="connsiteX6" fmla="*/ 638071 w 2472003"/>
                <a:gd name="connsiteY6" fmla="*/ 653867 h 3497624"/>
                <a:gd name="connsiteX7" fmla="*/ 395183 w 2472003"/>
                <a:gd name="connsiteY7" fmla="*/ 901396 h 3497624"/>
                <a:gd name="connsiteX8" fmla="*/ 161044 w 2472003"/>
                <a:gd name="connsiteY8" fmla="*/ 1171030 h 3497624"/>
                <a:gd name="connsiteX9" fmla="*/ 74629 w 2472003"/>
                <a:gd name="connsiteY9" fmla="*/ 1225508 h 3497624"/>
                <a:gd name="connsiteX10" fmla="*/ 0 w 2472003"/>
                <a:gd name="connsiteY10" fmla="*/ 1260822 h 3497624"/>
                <a:gd name="connsiteX11" fmla="*/ 770988 w 2472003"/>
                <a:gd name="connsiteY11" fmla="*/ 3497624 h 3497624"/>
                <a:gd name="connsiteX12" fmla="*/ 1498476 w 2472003"/>
                <a:gd name="connsiteY12" fmla="*/ 3246871 h 3497624"/>
                <a:gd name="connsiteX13" fmla="*/ 1514003 w 2472003"/>
                <a:gd name="connsiteY13" fmla="*/ 3138424 h 3497624"/>
                <a:gd name="connsiteX14" fmla="*/ 1536677 w 2472003"/>
                <a:gd name="connsiteY14" fmla="*/ 2991332 h 3497624"/>
                <a:gd name="connsiteX15" fmla="*/ 1599320 w 2472003"/>
                <a:gd name="connsiteY15" fmla="*/ 2564362 h 3497624"/>
                <a:gd name="connsiteX16" fmla="*/ 2118542 w 2472003"/>
                <a:gd name="connsiteY16" fmla="*/ 2176537 h 3497624"/>
                <a:gd name="connsiteX17" fmla="*/ 2289704 w 2472003"/>
                <a:gd name="connsiteY17" fmla="*/ 1795726 h 3497624"/>
                <a:gd name="connsiteX18" fmla="*/ 2363524 w 2472003"/>
                <a:gd name="connsiteY18" fmla="*/ 1558989 h 3497624"/>
                <a:gd name="connsiteX19" fmla="*/ 2398080 w 2472003"/>
                <a:gd name="connsiteY19" fmla="*/ 1311080 h 3497624"/>
                <a:gd name="connsiteX20" fmla="*/ 2380661 w 2472003"/>
                <a:gd name="connsiteY20" fmla="*/ 886001 h 3497624"/>
                <a:gd name="connsiteX21" fmla="*/ 2471766 w 2472003"/>
                <a:gd name="connsiteY21" fmla="*/ 513097 h 3497624"/>
                <a:gd name="connsiteX22" fmla="*/ 2447781 w 2472003"/>
                <a:gd name="connsiteY22" fmla="*/ 402400 h 3497624"/>
                <a:gd name="connsiteX0" fmla="*/ 770988 w 2472003"/>
                <a:gd name="connsiteY0" fmla="*/ 3497624 h 3589064"/>
                <a:gd name="connsiteX1" fmla="*/ 1498476 w 2472003"/>
                <a:gd name="connsiteY1" fmla="*/ 3246871 h 3589064"/>
                <a:gd name="connsiteX2" fmla="*/ 1514003 w 2472003"/>
                <a:gd name="connsiteY2" fmla="*/ 3138424 h 3589064"/>
                <a:gd name="connsiteX3" fmla="*/ 1536677 w 2472003"/>
                <a:gd name="connsiteY3" fmla="*/ 2991332 h 3589064"/>
                <a:gd name="connsiteX4" fmla="*/ 1599320 w 2472003"/>
                <a:gd name="connsiteY4" fmla="*/ 2564362 h 3589064"/>
                <a:gd name="connsiteX5" fmla="*/ 2118542 w 2472003"/>
                <a:gd name="connsiteY5" fmla="*/ 2176537 h 3589064"/>
                <a:gd name="connsiteX6" fmla="*/ 2289704 w 2472003"/>
                <a:gd name="connsiteY6" fmla="*/ 1795726 h 3589064"/>
                <a:gd name="connsiteX7" fmla="*/ 2363524 w 2472003"/>
                <a:gd name="connsiteY7" fmla="*/ 1558989 h 3589064"/>
                <a:gd name="connsiteX8" fmla="*/ 2398080 w 2472003"/>
                <a:gd name="connsiteY8" fmla="*/ 1311080 h 3589064"/>
                <a:gd name="connsiteX9" fmla="*/ 2380661 w 2472003"/>
                <a:gd name="connsiteY9" fmla="*/ 886001 h 3589064"/>
                <a:gd name="connsiteX10" fmla="*/ 2471766 w 2472003"/>
                <a:gd name="connsiteY10" fmla="*/ 513097 h 3589064"/>
                <a:gd name="connsiteX11" fmla="*/ 2447781 w 2472003"/>
                <a:gd name="connsiteY11" fmla="*/ 402400 h 3589064"/>
                <a:gd name="connsiteX12" fmla="*/ 2393746 w 2472003"/>
                <a:gd name="connsiteY12" fmla="*/ 296214 h 3589064"/>
                <a:gd name="connsiteX13" fmla="*/ 2209330 w 2472003"/>
                <a:gd name="connsiteY13" fmla="*/ 128591 h 3589064"/>
                <a:gd name="connsiteX14" fmla="*/ 2013352 w 2472003"/>
                <a:gd name="connsiteY14" fmla="*/ 92352 h 3589064"/>
                <a:gd name="connsiteX15" fmla="*/ 1388288 w 2472003"/>
                <a:gd name="connsiteY15" fmla="*/ 0 h 3589064"/>
                <a:gd name="connsiteX16" fmla="*/ 1061898 w 2472003"/>
                <a:gd name="connsiteY16" fmla="*/ 212208 h 3589064"/>
                <a:gd name="connsiteX17" fmla="*/ 638071 w 2472003"/>
                <a:gd name="connsiteY17" fmla="*/ 653867 h 3589064"/>
                <a:gd name="connsiteX18" fmla="*/ 395183 w 2472003"/>
                <a:gd name="connsiteY18" fmla="*/ 901396 h 3589064"/>
                <a:gd name="connsiteX19" fmla="*/ 161044 w 2472003"/>
                <a:gd name="connsiteY19" fmla="*/ 1171030 h 3589064"/>
                <a:gd name="connsiteX20" fmla="*/ 74629 w 2472003"/>
                <a:gd name="connsiteY20" fmla="*/ 1225508 h 3589064"/>
                <a:gd name="connsiteX21" fmla="*/ 0 w 2472003"/>
                <a:gd name="connsiteY21" fmla="*/ 1260822 h 3589064"/>
                <a:gd name="connsiteX22" fmla="*/ 862428 w 2472003"/>
                <a:gd name="connsiteY22" fmla="*/ 3589064 h 3589064"/>
                <a:gd name="connsiteX0" fmla="*/ 770988 w 2472003"/>
                <a:gd name="connsiteY0" fmla="*/ 3497624 h 3497624"/>
                <a:gd name="connsiteX1" fmla="*/ 1498476 w 2472003"/>
                <a:gd name="connsiteY1" fmla="*/ 3246871 h 3497624"/>
                <a:gd name="connsiteX2" fmla="*/ 1514003 w 2472003"/>
                <a:gd name="connsiteY2" fmla="*/ 3138424 h 3497624"/>
                <a:gd name="connsiteX3" fmla="*/ 1536677 w 2472003"/>
                <a:gd name="connsiteY3" fmla="*/ 2991332 h 3497624"/>
                <a:gd name="connsiteX4" fmla="*/ 1599320 w 2472003"/>
                <a:gd name="connsiteY4" fmla="*/ 2564362 h 3497624"/>
                <a:gd name="connsiteX5" fmla="*/ 2118542 w 2472003"/>
                <a:gd name="connsiteY5" fmla="*/ 2176537 h 3497624"/>
                <a:gd name="connsiteX6" fmla="*/ 2289704 w 2472003"/>
                <a:gd name="connsiteY6" fmla="*/ 1795726 h 3497624"/>
                <a:gd name="connsiteX7" fmla="*/ 2363524 w 2472003"/>
                <a:gd name="connsiteY7" fmla="*/ 1558989 h 3497624"/>
                <a:gd name="connsiteX8" fmla="*/ 2398080 w 2472003"/>
                <a:gd name="connsiteY8" fmla="*/ 1311080 h 3497624"/>
                <a:gd name="connsiteX9" fmla="*/ 2380661 w 2472003"/>
                <a:gd name="connsiteY9" fmla="*/ 886001 h 3497624"/>
                <a:gd name="connsiteX10" fmla="*/ 2471766 w 2472003"/>
                <a:gd name="connsiteY10" fmla="*/ 513097 h 3497624"/>
                <a:gd name="connsiteX11" fmla="*/ 2447781 w 2472003"/>
                <a:gd name="connsiteY11" fmla="*/ 402400 h 3497624"/>
                <a:gd name="connsiteX12" fmla="*/ 2393746 w 2472003"/>
                <a:gd name="connsiteY12" fmla="*/ 296214 h 3497624"/>
                <a:gd name="connsiteX13" fmla="*/ 2209330 w 2472003"/>
                <a:gd name="connsiteY13" fmla="*/ 128591 h 3497624"/>
                <a:gd name="connsiteX14" fmla="*/ 2013352 w 2472003"/>
                <a:gd name="connsiteY14" fmla="*/ 92352 h 3497624"/>
                <a:gd name="connsiteX15" fmla="*/ 1388288 w 2472003"/>
                <a:gd name="connsiteY15" fmla="*/ 0 h 3497624"/>
                <a:gd name="connsiteX16" fmla="*/ 1061898 w 2472003"/>
                <a:gd name="connsiteY16" fmla="*/ 212208 h 3497624"/>
                <a:gd name="connsiteX17" fmla="*/ 638071 w 2472003"/>
                <a:gd name="connsiteY17" fmla="*/ 653867 h 3497624"/>
                <a:gd name="connsiteX18" fmla="*/ 395183 w 2472003"/>
                <a:gd name="connsiteY18" fmla="*/ 901396 h 3497624"/>
                <a:gd name="connsiteX19" fmla="*/ 161044 w 2472003"/>
                <a:gd name="connsiteY19" fmla="*/ 1171030 h 3497624"/>
                <a:gd name="connsiteX20" fmla="*/ 74629 w 2472003"/>
                <a:gd name="connsiteY20" fmla="*/ 1225508 h 3497624"/>
                <a:gd name="connsiteX21" fmla="*/ 0 w 2472003"/>
                <a:gd name="connsiteY21" fmla="*/ 1260822 h 3497624"/>
                <a:gd name="connsiteX0" fmla="*/ 1498476 w 2472003"/>
                <a:gd name="connsiteY0" fmla="*/ 3246871 h 3246871"/>
                <a:gd name="connsiteX1" fmla="*/ 1514003 w 2472003"/>
                <a:gd name="connsiteY1" fmla="*/ 3138424 h 3246871"/>
                <a:gd name="connsiteX2" fmla="*/ 1536677 w 2472003"/>
                <a:gd name="connsiteY2" fmla="*/ 2991332 h 3246871"/>
                <a:gd name="connsiteX3" fmla="*/ 1599320 w 2472003"/>
                <a:gd name="connsiteY3" fmla="*/ 2564362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342431 w 2472003"/>
                <a:gd name="connsiteY5" fmla="*/ 1782753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2003" h="3246871">
                  <a:moveTo>
                    <a:pt x="1498476" y="3246871"/>
                  </a:moveTo>
                  <a:lnTo>
                    <a:pt x="1514003" y="3138424"/>
                  </a:lnTo>
                  <a:cubicBezTo>
                    <a:pt x="1521203" y="3083874"/>
                    <a:pt x="1504723" y="3075788"/>
                    <a:pt x="1536677" y="2991332"/>
                  </a:cubicBezTo>
                  <a:cubicBezTo>
                    <a:pt x="1568631" y="2906876"/>
                    <a:pt x="1599106" y="2762142"/>
                    <a:pt x="1705725" y="2631686"/>
                  </a:cubicBezTo>
                  <a:cubicBezTo>
                    <a:pt x="1812344" y="2501230"/>
                    <a:pt x="2070274" y="2350085"/>
                    <a:pt x="2176392" y="2208596"/>
                  </a:cubicBezTo>
                  <a:cubicBezTo>
                    <a:pt x="2282510" y="2067107"/>
                    <a:pt x="2311242" y="1891021"/>
                    <a:pt x="2342431" y="1782753"/>
                  </a:cubicBezTo>
                  <a:cubicBezTo>
                    <a:pt x="2373620" y="1674485"/>
                    <a:pt x="2354249" y="1637601"/>
                    <a:pt x="2363524" y="1558989"/>
                  </a:cubicBezTo>
                  <a:cubicBezTo>
                    <a:pt x="2372799" y="1480377"/>
                    <a:pt x="2394691" y="1394359"/>
                    <a:pt x="2398080" y="1311080"/>
                  </a:cubicBezTo>
                  <a:cubicBezTo>
                    <a:pt x="2403824" y="1169279"/>
                    <a:pt x="2381132" y="1027882"/>
                    <a:pt x="2380661" y="886001"/>
                  </a:cubicBezTo>
                  <a:cubicBezTo>
                    <a:pt x="2380379" y="778203"/>
                    <a:pt x="2477415" y="620733"/>
                    <a:pt x="2471766" y="513097"/>
                  </a:cubicBezTo>
                  <a:cubicBezTo>
                    <a:pt x="2469929" y="478048"/>
                    <a:pt x="2461360" y="439849"/>
                    <a:pt x="2447781" y="402400"/>
                  </a:cubicBezTo>
                  <a:cubicBezTo>
                    <a:pt x="2434202" y="364952"/>
                    <a:pt x="2415616" y="328255"/>
                    <a:pt x="2393746" y="296214"/>
                  </a:cubicBezTo>
                  <a:cubicBezTo>
                    <a:pt x="2350006" y="232129"/>
                    <a:pt x="2272729" y="162568"/>
                    <a:pt x="2209330" y="128591"/>
                  </a:cubicBezTo>
                  <a:cubicBezTo>
                    <a:pt x="2145931" y="94614"/>
                    <a:pt x="2150193" y="113784"/>
                    <a:pt x="2013352" y="92352"/>
                  </a:cubicBezTo>
                  <a:lnTo>
                    <a:pt x="1388288" y="0"/>
                  </a:lnTo>
                  <a:cubicBezTo>
                    <a:pt x="1229712" y="19976"/>
                    <a:pt x="1157658" y="117836"/>
                    <a:pt x="1061898" y="212208"/>
                  </a:cubicBezTo>
                  <a:lnTo>
                    <a:pt x="638071" y="653867"/>
                  </a:lnTo>
                  <a:cubicBezTo>
                    <a:pt x="558696" y="730555"/>
                    <a:pt x="474688" y="815202"/>
                    <a:pt x="395183" y="901396"/>
                  </a:cubicBezTo>
                  <a:cubicBezTo>
                    <a:pt x="315678" y="987590"/>
                    <a:pt x="256699" y="1088127"/>
                    <a:pt x="161044" y="1171030"/>
                  </a:cubicBezTo>
                  <a:cubicBezTo>
                    <a:pt x="137130" y="1191755"/>
                    <a:pt x="107062" y="1209205"/>
                    <a:pt x="74629" y="1225508"/>
                  </a:cubicBezTo>
                  <a:lnTo>
                    <a:pt x="0" y="1260822"/>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54" name="Freeform: Shape 53">
              <a:extLst>
                <a:ext uri="{FF2B5EF4-FFF2-40B4-BE49-F238E27FC236}">
                  <a16:creationId xmlns:a16="http://schemas.microsoft.com/office/drawing/2014/main" id="{F027E238-0220-E426-CF2C-C30D53431F80}"/>
                </a:ext>
              </a:extLst>
            </p:cNvPr>
            <p:cNvSpPr/>
            <p:nvPr userDrawn="1"/>
          </p:nvSpPr>
          <p:spPr>
            <a:xfrm rot="15058907" flipV="1">
              <a:off x="714150" y="4505130"/>
              <a:ext cx="1820580" cy="2531154"/>
            </a:xfrm>
            <a:custGeom>
              <a:avLst/>
              <a:gdLst>
                <a:gd name="connsiteX0" fmla="*/ 1727250 w 1820259"/>
                <a:gd name="connsiteY0" fmla="*/ 173661 h 2531154"/>
                <a:gd name="connsiteX1" fmla="*/ 1428197 w 1820259"/>
                <a:gd name="connsiteY1" fmla="*/ 6268 h 2531154"/>
                <a:gd name="connsiteX2" fmla="*/ 1013101 w 1820259"/>
                <a:gd name="connsiteY2" fmla="*/ 104381 h 2531154"/>
                <a:gd name="connsiteX3" fmla="*/ 690572 w 1820259"/>
                <a:gd name="connsiteY3" fmla="*/ 264577 h 2531154"/>
                <a:gd name="connsiteX4" fmla="*/ 365350 w 1820259"/>
                <a:gd name="connsiteY4" fmla="*/ 582744 h 2531154"/>
                <a:gd name="connsiteX5" fmla="*/ 187957 w 1820259"/>
                <a:gd name="connsiteY5" fmla="*/ 868918 h 2531154"/>
                <a:gd name="connsiteX6" fmla="*/ 118939 w 1820259"/>
                <a:gd name="connsiteY6" fmla="*/ 1182021 h 2531154"/>
                <a:gd name="connsiteX7" fmla="*/ 1617 w 1820259"/>
                <a:gd name="connsiteY7" fmla="*/ 1454035 h 2531154"/>
                <a:gd name="connsiteX8" fmla="*/ 40034 w 1820259"/>
                <a:gd name="connsiteY8" fmla="*/ 1793114 h 2531154"/>
                <a:gd name="connsiteX9" fmla="*/ 16095 w 1820259"/>
                <a:gd name="connsiteY9" fmla="*/ 1903941 h 2531154"/>
                <a:gd name="connsiteX10" fmla="*/ 1064 w 1820259"/>
                <a:gd name="connsiteY10" fmla="*/ 1933286 h 2531154"/>
                <a:gd name="connsiteX11" fmla="*/ 149993 w 1820259"/>
                <a:gd name="connsiteY11" fmla="*/ 2365361 h 2531154"/>
                <a:gd name="connsiteX12" fmla="*/ 216374 w 1820259"/>
                <a:gd name="connsiteY12" fmla="*/ 2348969 h 2531154"/>
                <a:gd name="connsiteX13" fmla="*/ 371438 w 1820259"/>
                <a:gd name="connsiteY13" fmla="*/ 2340960 h 2531154"/>
                <a:gd name="connsiteX14" fmla="*/ 606317 w 1820259"/>
                <a:gd name="connsiteY14" fmla="*/ 2521680 h 2531154"/>
                <a:gd name="connsiteX15" fmla="*/ 1314273 w 1820259"/>
                <a:gd name="connsiteY15" fmla="*/ 2001232 h 2531154"/>
                <a:gd name="connsiteX16" fmla="*/ 1573456 w 1820259"/>
                <a:gd name="connsiteY16" fmla="*/ 1777677 h 2531154"/>
                <a:gd name="connsiteX17" fmla="*/ 1671803 w 1820259"/>
                <a:gd name="connsiteY17" fmla="*/ 1460640 h 2531154"/>
                <a:gd name="connsiteX18" fmla="*/ 1815946 w 1820259"/>
                <a:gd name="connsiteY18" fmla="*/ 1173741 h 2531154"/>
                <a:gd name="connsiteX19" fmla="*/ 1802104 w 1820259"/>
                <a:gd name="connsiteY19" fmla="*/ 870686 h 2531154"/>
                <a:gd name="connsiteX20" fmla="*/ 1653120 w 1820259"/>
                <a:gd name="connsiteY20" fmla="*/ 522609 h 2531154"/>
                <a:gd name="connsiteX21" fmla="*/ 1727250 w 1820259"/>
                <a:gd name="connsiteY21" fmla="*/ 173661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21" fmla="*/ 92504 w 1820259"/>
                <a:gd name="connsiteY21" fmla="*/ 2024726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0" fmla="*/ 149993 w 1820259"/>
                <a:gd name="connsiteY0" fmla="*/ 2365361 h 2531154"/>
                <a:gd name="connsiteX1" fmla="*/ 216374 w 1820259"/>
                <a:gd name="connsiteY1" fmla="*/ 2348969 h 2531154"/>
                <a:gd name="connsiteX2" fmla="*/ 371438 w 1820259"/>
                <a:gd name="connsiteY2" fmla="*/ 2340960 h 2531154"/>
                <a:gd name="connsiteX3" fmla="*/ 606317 w 1820259"/>
                <a:gd name="connsiteY3" fmla="*/ 2521680 h 2531154"/>
                <a:gd name="connsiteX4" fmla="*/ 1314273 w 1820259"/>
                <a:gd name="connsiteY4" fmla="*/ 2001232 h 2531154"/>
                <a:gd name="connsiteX5" fmla="*/ 1573456 w 1820259"/>
                <a:gd name="connsiteY5" fmla="*/ 1777677 h 2531154"/>
                <a:gd name="connsiteX6" fmla="*/ 1671803 w 1820259"/>
                <a:gd name="connsiteY6" fmla="*/ 1460640 h 2531154"/>
                <a:gd name="connsiteX7" fmla="*/ 1815946 w 1820259"/>
                <a:gd name="connsiteY7" fmla="*/ 1173741 h 2531154"/>
                <a:gd name="connsiteX8" fmla="*/ 1802104 w 1820259"/>
                <a:gd name="connsiteY8" fmla="*/ 870686 h 2531154"/>
                <a:gd name="connsiteX9" fmla="*/ 1653120 w 1820259"/>
                <a:gd name="connsiteY9" fmla="*/ 522609 h 2531154"/>
                <a:gd name="connsiteX10" fmla="*/ 1727250 w 1820259"/>
                <a:gd name="connsiteY10" fmla="*/ 173661 h 2531154"/>
                <a:gd name="connsiteX11" fmla="*/ 1428197 w 1820259"/>
                <a:gd name="connsiteY11" fmla="*/ 6268 h 2531154"/>
                <a:gd name="connsiteX12" fmla="*/ 1013101 w 1820259"/>
                <a:gd name="connsiteY12" fmla="*/ 104381 h 2531154"/>
                <a:gd name="connsiteX13" fmla="*/ 690572 w 1820259"/>
                <a:gd name="connsiteY13" fmla="*/ 264577 h 2531154"/>
                <a:gd name="connsiteX14" fmla="*/ 365350 w 1820259"/>
                <a:gd name="connsiteY14" fmla="*/ 582744 h 2531154"/>
                <a:gd name="connsiteX15" fmla="*/ 187957 w 1820259"/>
                <a:gd name="connsiteY15" fmla="*/ 868918 h 2531154"/>
                <a:gd name="connsiteX16" fmla="*/ 118939 w 1820259"/>
                <a:gd name="connsiteY16" fmla="*/ 1182021 h 2531154"/>
                <a:gd name="connsiteX17" fmla="*/ 1617 w 1820259"/>
                <a:gd name="connsiteY17" fmla="*/ 1454035 h 2531154"/>
                <a:gd name="connsiteX18" fmla="*/ 40034 w 1820259"/>
                <a:gd name="connsiteY18" fmla="*/ 1793114 h 2531154"/>
                <a:gd name="connsiteX19" fmla="*/ 16095 w 1820259"/>
                <a:gd name="connsiteY19" fmla="*/ 1903941 h 2531154"/>
                <a:gd name="connsiteX0" fmla="*/ 150314 w 1820580"/>
                <a:gd name="connsiteY0" fmla="*/ 2365361 h 2531154"/>
                <a:gd name="connsiteX1" fmla="*/ 216695 w 1820580"/>
                <a:gd name="connsiteY1" fmla="*/ 2348969 h 2531154"/>
                <a:gd name="connsiteX2" fmla="*/ 371759 w 1820580"/>
                <a:gd name="connsiteY2" fmla="*/ 2340960 h 2531154"/>
                <a:gd name="connsiteX3" fmla="*/ 606638 w 1820580"/>
                <a:gd name="connsiteY3" fmla="*/ 2521680 h 2531154"/>
                <a:gd name="connsiteX4" fmla="*/ 1314594 w 1820580"/>
                <a:gd name="connsiteY4" fmla="*/ 2001232 h 2531154"/>
                <a:gd name="connsiteX5" fmla="*/ 1573777 w 1820580"/>
                <a:gd name="connsiteY5" fmla="*/ 1777677 h 2531154"/>
                <a:gd name="connsiteX6" fmla="*/ 1672124 w 1820580"/>
                <a:gd name="connsiteY6" fmla="*/ 1460640 h 2531154"/>
                <a:gd name="connsiteX7" fmla="*/ 1816267 w 1820580"/>
                <a:gd name="connsiteY7" fmla="*/ 1173741 h 2531154"/>
                <a:gd name="connsiteX8" fmla="*/ 1802425 w 1820580"/>
                <a:gd name="connsiteY8" fmla="*/ 870686 h 2531154"/>
                <a:gd name="connsiteX9" fmla="*/ 1653441 w 1820580"/>
                <a:gd name="connsiteY9" fmla="*/ 522609 h 2531154"/>
                <a:gd name="connsiteX10" fmla="*/ 1727571 w 1820580"/>
                <a:gd name="connsiteY10" fmla="*/ 173661 h 2531154"/>
                <a:gd name="connsiteX11" fmla="*/ 1428518 w 1820580"/>
                <a:gd name="connsiteY11" fmla="*/ 6268 h 2531154"/>
                <a:gd name="connsiteX12" fmla="*/ 1013422 w 1820580"/>
                <a:gd name="connsiteY12" fmla="*/ 104381 h 2531154"/>
                <a:gd name="connsiteX13" fmla="*/ 690893 w 1820580"/>
                <a:gd name="connsiteY13" fmla="*/ 264577 h 2531154"/>
                <a:gd name="connsiteX14" fmla="*/ 365671 w 1820580"/>
                <a:gd name="connsiteY14" fmla="*/ 582744 h 2531154"/>
                <a:gd name="connsiteX15" fmla="*/ 188278 w 1820580"/>
                <a:gd name="connsiteY15" fmla="*/ 868918 h 2531154"/>
                <a:gd name="connsiteX16" fmla="*/ 119260 w 1820580"/>
                <a:gd name="connsiteY16" fmla="*/ 1182021 h 2531154"/>
                <a:gd name="connsiteX17" fmla="*/ 1938 w 1820580"/>
                <a:gd name="connsiteY17" fmla="*/ 1454035 h 2531154"/>
                <a:gd name="connsiteX18" fmla="*/ 40355 w 1820580"/>
                <a:gd name="connsiteY18" fmla="*/ 1793114 h 2531154"/>
                <a:gd name="connsiteX19" fmla="*/ 30183 w 1820580"/>
                <a:gd name="connsiteY19" fmla="*/ 2015725 h 25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20580" h="2531154">
                  <a:moveTo>
                    <a:pt x="150314" y="2365361"/>
                  </a:moveTo>
                  <a:lnTo>
                    <a:pt x="216695" y="2348969"/>
                  </a:lnTo>
                  <a:cubicBezTo>
                    <a:pt x="271506" y="2336898"/>
                    <a:pt x="326366" y="2329643"/>
                    <a:pt x="371759" y="2340960"/>
                  </a:cubicBezTo>
                  <a:cubicBezTo>
                    <a:pt x="462546" y="2363594"/>
                    <a:pt x="449498" y="2578301"/>
                    <a:pt x="606638" y="2521680"/>
                  </a:cubicBezTo>
                  <a:cubicBezTo>
                    <a:pt x="763777" y="2465059"/>
                    <a:pt x="1153405" y="2125232"/>
                    <a:pt x="1314594" y="2001232"/>
                  </a:cubicBezTo>
                  <a:cubicBezTo>
                    <a:pt x="1475784" y="1877232"/>
                    <a:pt x="1514189" y="1867776"/>
                    <a:pt x="1573777" y="1777677"/>
                  </a:cubicBezTo>
                  <a:cubicBezTo>
                    <a:pt x="1633364" y="1687578"/>
                    <a:pt x="1631709" y="1561296"/>
                    <a:pt x="1672124" y="1460640"/>
                  </a:cubicBezTo>
                  <a:cubicBezTo>
                    <a:pt x="1712539" y="1359984"/>
                    <a:pt x="1805532" y="1284593"/>
                    <a:pt x="1816267" y="1173741"/>
                  </a:cubicBezTo>
                  <a:cubicBezTo>
                    <a:pt x="1825965" y="1072696"/>
                    <a:pt x="1818433" y="971088"/>
                    <a:pt x="1802425" y="870686"/>
                  </a:cubicBezTo>
                  <a:cubicBezTo>
                    <a:pt x="1784818" y="759915"/>
                    <a:pt x="1657301" y="634185"/>
                    <a:pt x="1653441" y="522609"/>
                  </a:cubicBezTo>
                  <a:cubicBezTo>
                    <a:pt x="1649204" y="398975"/>
                    <a:pt x="1765058" y="259718"/>
                    <a:pt x="1727571" y="173661"/>
                  </a:cubicBezTo>
                  <a:cubicBezTo>
                    <a:pt x="1690084" y="87604"/>
                    <a:pt x="1541249" y="-28319"/>
                    <a:pt x="1428518" y="6268"/>
                  </a:cubicBezTo>
                  <a:cubicBezTo>
                    <a:pt x="1301036" y="45381"/>
                    <a:pt x="1136360" y="61329"/>
                    <a:pt x="1013422" y="104381"/>
                  </a:cubicBezTo>
                  <a:cubicBezTo>
                    <a:pt x="890485" y="147432"/>
                    <a:pt x="798851" y="184849"/>
                    <a:pt x="690893" y="264577"/>
                  </a:cubicBezTo>
                  <a:cubicBezTo>
                    <a:pt x="582934" y="344305"/>
                    <a:pt x="461336" y="467712"/>
                    <a:pt x="365671" y="582744"/>
                  </a:cubicBezTo>
                  <a:cubicBezTo>
                    <a:pt x="292040" y="671249"/>
                    <a:pt x="230178" y="766506"/>
                    <a:pt x="188278" y="868918"/>
                  </a:cubicBezTo>
                  <a:cubicBezTo>
                    <a:pt x="147037" y="969561"/>
                    <a:pt x="129052" y="1075670"/>
                    <a:pt x="119260" y="1182021"/>
                  </a:cubicBezTo>
                  <a:cubicBezTo>
                    <a:pt x="111821" y="1262165"/>
                    <a:pt x="9471" y="1373971"/>
                    <a:pt x="1938" y="1454035"/>
                  </a:cubicBezTo>
                  <a:cubicBezTo>
                    <a:pt x="-9831" y="1578553"/>
                    <a:pt x="35648" y="1699499"/>
                    <a:pt x="40355" y="1793114"/>
                  </a:cubicBezTo>
                  <a:cubicBezTo>
                    <a:pt x="45062" y="1886729"/>
                    <a:pt x="42965" y="1984634"/>
                    <a:pt x="30183" y="201572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55" name="Freeform: Shape 54">
              <a:extLst>
                <a:ext uri="{FF2B5EF4-FFF2-40B4-BE49-F238E27FC236}">
                  <a16:creationId xmlns:a16="http://schemas.microsoft.com/office/drawing/2014/main" id="{BFB8E12B-79F6-20C6-3D53-2A15A56EF16B}"/>
                </a:ext>
              </a:extLst>
            </p:cNvPr>
            <p:cNvSpPr/>
            <p:nvPr userDrawn="1"/>
          </p:nvSpPr>
          <p:spPr>
            <a:xfrm rot="15058907" flipV="1">
              <a:off x="868320" y="4727467"/>
              <a:ext cx="1575851" cy="209171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56" name="Freeform: Shape 55">
              <a:extLst>
                <a:ext uri="{FF2B5EF4-FFF2-40B4-BE49-F238E27FC236}">
                  <a16:creationId xmlns:a16="http://schemas.microsoft.com/office/drawing/2014/main" id="{F7DE6EC4-1BC4-7DC5-E538-FC936C0651A5}"/>
                </a:ext>
              </a:extLst>
            </p:cNvPr>
            <p:cNvSpPr/>
            <p:nvPr userDrawn="1"/>
          </p:nvSpPr>
          <p:spPr>
            <a:xfrm rot="153371" flipV="1">
              <a:off x="1276208" y="5312438"/>
              <a:ext cx="860584" cy="699165"/>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grpSp>
      <p:sp>
        <p:nvSpPr>
          <p:cNvPr id="57" name="Freeform: Shape 56">
            <a:extLst>
              <a:ext uri="{FF2B5EF4-FFF2-40B4-BE49-F238E27FC236}">
                <a16:creationId xmlns:a16="http://schemas.microsoft.com/office/drawing/2014/main" id="{0EB49C43-ADDC-D52A-39C8-F4AF73AB3B72}"/>
              </a:ext>
            </a:extLst>
          </p:cNvPr>
          <p:cNvSpPr/>
          <p:nvPr userDrawn="1"/>
        </p:nvSpPr>
        <p:spPr>
          <a:xfrm rot="1297558" flipH="1">
            <a:off x="9998769" y="1367527"/>
            <a:ext cx="1161463" cy="5807249"/>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923760 w 1319958"/>
              <a:gd name="connsiteY2" fmla="*/ 2170234 h 5716803"/>
              <a:gd name="connsiteX3" fmla="*/ 1182107 w 1319958"/>
              <a:gd name="connsiteY3" fmla="*/ 2719448 h 5716803"/>
              <a:gd name="connsiteX4" fmla="*/ 1303516 w 1319958"/>
              <a:gd name="connsiteY4" fmla="*/ 3450464 h 5716803"/>
              <a:gd name="connsiteX5" fmla="*/ 809674 w 1319958"/>
              <a:gd name="connsiteY5" fmla="*/ 4438741 h 5716803"/>
              <a:gd name="connsiteX6" fmla="*/ 1065755 w 1319958"/>
              <a:gd name="connsiteY6" fmla="*/ 5716803 h 5716803"/>
              <a:gd name="connsiteX0" fmla="*/ 0 w 937405"/>
              <a:gd name="connsiteY0" fmla="*/ 0 h 5863671"/>
              <a:gd name="connsiteX1" fmla="*/ 177939 w 937405"/>
              <a:gd name="connsiteY1" fmla="*/ 1046570 h 5863671"/>
              <a:gd name="connsiteX2" fmla="*/ 541207 w 937405"/>
              <a:gd name="connsiteY2" fmla="*/ 2317102 h 5863671"/>
              <a:gd name="connsiteX3" fmla="*/ 799554 w 937405"/>
              <a:gd name="connsiteY3" fmla="*/ 2866316 h 5863671"/>
              <a:gd name="connsiteX4" fmla="*/ 920963 w 937405"/>
              <a:gd name="connsiteY4" fmla="*/ 3597332 h 5863671"/>
              <a:gd name="connsiteX5" fmla="*/ 427121 w 937405"/>
              <a:gd name="connsiteY5" fmla="*/ 4585609 h 5863671"/>
              <a:gd name="connsiteX6" fmla="*/ 683202 w 937405"/>
              <a:gd name="connsiteY6" fmla="*/ 5863671 h 5863671"/>
              <a:gd name="connsiteX0" fmla="*/ 80527 w 1017932"/>
              <a:gd name="connsiteY0" fmla="*/ 0 h 5863671"/>
              <a:gd name="connsiteX1" fmla="*/ 258466 w 1017932"/>
              <a:gd name="connsiteY1" fmla="*/ 1046570 h 5863671"/>
              <a:gd name="connsiteX2" fmla="*/ 621734 w 1017932"/>
              <a:gd name="connsiteY2" fmla="*/ 2317102 h 5863671"/>
              <a:gd name="connsiteX3" fmla="*/ 880081 w 1017932"/>
              <a:gd name="connsiteY3" fmla="*/ 2866316 h 5863671"/>
              <a:gd name="connsiteX4" fmla="*/ 1001490 w 1017932"/>
              <a:gd name="connsiteY4" fmla="*/ 3597332 h 5863671"/>
              <a:gd name="connsiteX5" fmla="*/ 507648 w 1017932"/>
              <a:gd name="connsiteY5" fmla="*/ 4585609 h 5863671"/>
              <a:gd name="connsiteX6" fmla="*/ 763729 w 1017932"/>
              <a:gd name="connsiteY6" fmla="*/ 5863671 h 5863671"/>
              <a:gd name="connsiteX0" fmla="*/ 86527 w 1023932"/>
              <a:gd name="connsiteY0" fmla="*/ 0 h 5863671"/>
              <a:gd name="connsiteX1" fmla="*/ 230034 w 1023932"/>
              <a:gd name="connsiteY1" fmla="*/ 1301585 h 5863671"/>
              <a:gd name="connsiteX2" fmla="*/ 627734 w 1023932"/>
              <a:gd name="connsiteY2" fmla="*/ 2317102 h 5863671"/>
              <a:gd name="connsiteX3" fmla="*/ 886081 w 1023932"/>
              <a:gd name="connsiteY3" fmla="*/ 2866316 h 5863671"/>
              <a:gd name="connsiteX4" fmla="*/ 1007490 w 1023932"/>
              <a:gd name="connsiteY4" fmla="*/ 3597332 h 5863671"/>
              <a:gd name="connsiteX5" fmla="*/ 513648 w 1023932"/>
              <a:gd name="connsiteY5" fmla="*/ 4585609 h 5863671"/>
              <a:gd name="connsiteX6" fmla="*/ 769729 w 1023932"/>
              <a:gd name="connsiteY6" fmla="*/ 5863671 h 5863671"/>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5095"/>
              <a:gd name="connsiteY0" fmla="*/ 0 h 6936538"/>
              <a:gd name="connsiteX1" fmla="*/ 230034 w 1025095"/>
              <a:gd name="connsiteY1" fmla="*/ 1301585 h 6936538"/>
              <a:gd name="connsiteX2" fmla="*/ 627734 w 1025095"/>
              <a:gd name="connsiteY2" fmla="*/ 2317102 h 6936538"/>
              <a:gd name="connsiteX3" fmla="*/ 886081 w 1025095"/>
              <a:gd name="connsiteY3" fmla="*/ 2866316 h 6936538"/>
              <a:gd name="connsiteX4" fmla="*/ 1007490 w 1025095"/>
              <a:gd name="connsiteY4" fmla="*/ 3597332 h 6936538"/>
              <a:gd name="connsiteX5" fmla="*/ 494866 w 1025095"/>
              <a:gd name="connsiteY5" fmla="*/ 4941764 h 6936538"/>
              <a:gd name="connsiteX6" fmla="*/ 815813 w 1025095"/>
              <a:gd name="connsiteY6" fmla="*/ 6936538 h 6936538"/>
              <a:gd name="connsiteX0" fmla="*/ 86527 w 936471"/>
              <a:gd name="connsiteY0" fmla="*/ 0 h 6936538"/>
              <a:gd name="connsiteX1" fmla="*/ 230034 w 936471"/>
              <a:gd name="connsiteY1" fmla="*/ 1301585 h 6936538"/>
              <a:gd name="connsiteX2" fmla="*/ 627734 w 936471"/>
              <a:gd name="connsiteY2" fmla="*/ 2317102 h 6936538"/>
              <a:gd name="connsiteX3" fmla="*/ 886081 w 936471"/>
              <a:gd name="connsiteY3" fmla="*/ 2866316 h 6936538"/>
              <a:gd name="connsiteX4" fmla="*/ 896176 w 936471"/>
              <a:gd name="connsiteY4" fmla="*/ 4018540 h 6936538"/>
              <a:gd name="connsiteX5" fmla="*/ 494866 w 936471"/>
              <a:gd name="connsiteY5" fmla="*/ 4941764 h 6936538"/>
              <a:gd name="connsiteX6" fmla="*/ 815813 w 936471"/>
              <a:gd name="connsiteY6" fmla="*/ 6936538 h 6936538"/>
              <a:gd name="connsiteX0" fmla="*/ 88068 w 938012"/>
              <a:gd name="connsiteY0" fmla="*/ 0 h 6936538"/>
              <a:gd name="connsiteX1" fmla="*/ 231575 w 938012"/>
              <a:gd name="connsiteY1" fmla="*/ 1301585 h 6936538"/>
              <a:gd name="connsiteX2" fmla="*/ 684342 w 938012"/>
              <a:gd name="connsiteY2" fmla="*/ 2215638 h 6936538"/>
              <a:gd name="connsiteX3" fmla="*/ 887622 w 938012"/>
              <a:gd name="connsiteY3" fmla="*/ 2866316 h 6936538"/>
              <a:gd name="connsiteX4" fmla="*/ 897717 w 938012"/>
              <a:gd name="connsiteY4" fmla="*/ 4018540 h 6936538"/>
              <a:gd name="connsiteX5" fmla="*/ 496407 w 938012"/>
              <a:gd name="connsiteY5" fmla="*/ 4941764 h 6936538"/>
              <a:gd name="connsiteX6" fmla="*/ 817354 w 938012"/>
              <a:gd name="connsiteY6" fmla="*/ 6936538 h 6936538"/>
              <a:gd name="connsiteX0" fmla="*/ 87927 w 937871"/>
              <a:gd name="connsiteY0" fmla="*/ 0 h 6936538"/>
              <a:gd name="connsiteX1" fmla="*/ 231434 w 937871"/>
              <a:gd name="connsiteY1" fmla="*/ 1301585 h 6936538"/>
              <a:gd name="connsiteX2" fmla="*/ 679217 w 937871"/>
              <a:gd name="connsiteY2" fmla="*/ 2163226 h 6936538"/>
              <a:gd name="connsiteX3" fmla="*/ 887481 w 937871"/>
              <a:gd name="connsiteY3" fmla="*/ 2866316 h 6936538"/>
              <a:gd name="connsiteX4" fmla="*/ 897576 w 937871"/>
              <a:gd name="connsiteY4" fmla="*/ 4018540 h 6936538"/>
              <a:gd name="connsiteX5" fmla="*/ 496266 w 937871"/>
              <a:gd name="connsiteY5" fmla="*/ 4941764 h 6936538"/>
              <a:gd name="connsiteX6" fmla="*/ 817213 w 937871"/>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817213 w 909347"/>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685028 w 909347"/>
              <a:gd name="connsiteY6" fmla="*/ 5738263 h 6936538"/>
              <a:gd name="connsiteX7" fmla="*/ 817213 w 909347"/>
              <a:gd name="connsiteY7" fmla="*/ 6936538 h 6936538"/>
              <a:gd name="connsiteX0" fmla="*/ 88922 w 904322"/>
              <a:gd name="connsiteY0" fmla="*/ 0 h 7173129"/>
              <a:gd name="connsiteX1" fmla="*/ 226409 w 904322"/>
              <a:gd name="connsiteY1" fmla="*/ 1538176 h 7173129"/>
              <a:gd name="connsiteX2" fmla="*/ 674192 w 904322"/>
              <a:gd name="connsiteY2" fmla="*/ 2399817 h 7173129"/>
              <a:gd name="connsiteX3" fmla="*/ 882456 w 904322"/>
              <a:gd name="connsiteY3" fmla="*/ 3102907 h 7173129"/>
              <a:gd name="connsiteX4" fmla="*/ 816921 w 904322"/>
              <a:gd name="connsiteY4" fmla="*/ 4238407 h 7173129"/>
              <a:gd name="connsiteX5" fmla="*/ 491241 w 904322"/>
              <a:gd name="connsiteY5" fmla="*/ 5178355 h 7173129"/>
              <a:gd name="connsiteX6" fmla="*/ 680003 w 904322"/>
              <a:gd name="connsiteY6" fmla="*/ 5974854 h 7173129"/>
              <a:gd name="connsiteX7" fmla="*/ 812188 w 904322"/>
              <a:gd name="connsiteY7" fmla="*/ 7173129 h 7173129"/>
              <a:gd name="connsiteX0" fmla="*/ 0 w 815400"/>
              <a:gd name="connsiteY0" fmla="*/ 0 h 7173129"/>
              <a:gd name="connsiteX1" fmla="*/ 137487 w 815400"/>
              <a:gd name="connsiteY1" fmla="*/ 1538176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815400"/>
              <a:gd name="connsiteY0" fmla="*/ 0 h 7173129"/>
              <a:gd name="connsiteX1" fmla="*/ 116083 w 815400"/>
              <a:gd name="connsiteY1" fmla="*/ 1405359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956324"/>
              <a:gd name="connsiteY0" fmla="*/ 0 h 7173129"/>
              <a:gd name="connsiteX1" fmla="*/ 116083 w 956324"/>
              <a:gd name="connsiteY1" fmla="*/ 1405359 h 7173129"/>
              <a:gd name="connsiteX2" fmla="*/ 585270 w 956324"/>
              <a:gd name="connsiteY2" fmla="*/ 2399817 h 7173129"/>
              <a:gd name="connsiteX3" fmla="*/ 946599 w 956324"/>
              <a:gd name="connsiteY3" fmla="*/ 2826617 h 7173129"/>
              <a:gd name="connsiteX4" fmla="*/ 727999 w 956324"/>
              <a:gd name="connsiteY4" fmla="*/ 4238407 h 7173129"/>
              <a:gd name="connsiteX5" fmla="*/ 402319 w 956324"/>
              <a:gd name="connsiteY5" fmla="*/ 5178355 h 7173129"/>
              <a:gd name="connsiteX6" fmla="*/ 591081 w 956324"/>
              <a:gd name="connsiteY6" fmla="*/ 5974854 h 7173129"/>
              <a:gd name="connsiteX7" fmla="*/ 723266 w 956324"/>
              <a:gd name="connsiteY7" fmla="*/ 7173129 h 7173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6324" h="7173129">
                <a:moveTo>
                  <a:pt x="0" y="0"/>
                </a:moveTo>
                <a:cubicBezTo>
                  <a:pt x="181390" y="677229"/>
                  <a:pt x="18538" y="1005390"/>
                  <a:pt x="116083" y="1405359"/>
                </a:cubicBezTo>
                <a:cubicBezTo>
                  <a:pt x="213628" y="1805328"/>
                  <a:pt x="481668" y="2096526"/>
                  <a:pt x="585270" y="2399817"/>
                </a:cubicBezTo>
                <a:cubicBezTo>
                  <a:pt x="688872" y="2703108"/>
                  <a:pt x="892969" y="2609293"/>
                  <a:pt x="946599" y="2826617"/>
                </a:cubicBezTo>
                <a:cubicBezTo>
                  <a:pt x="1000229" y="3043941"/>
                  <a:pt x="818712" y="3846451"/>
                  <a:pt x="727999" y="4238407"/>
                </a:cubicBezTo>
                <a:cubicBezTo>
                  <a:pt x="637286" y="4630363"/>
                  <a:pt x="438526" y="4876895"/>
                  <a:pt x="402319" y="5178355"/>
                </a:cubicBezTo>
                <a:cubicBezTo>
                  <a:pt x="366112" y="5479815"/>
                  <a:pt x="537590" y="5642392"/>
                  <a:pt x="591081" y="5974854"/>
                </a:cubicBezTo>
                <a:cubicBezTo>
                  <a:pt x="644572" y="6307316"/>
                  <a:pt x="687848" y="6985469"/>
                  <a:pt x="723266" y="7173129"/>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11A29A4D-C3DB-E9B8-5B1D-8EB337FEB495}"/>
              </a:ext>
            </a:extLst>
          </p:cNvPr>
          <p:cNvGrpSpPr/>
          <p:nvPr userDrawn="1"/>
        </p:nvGrpSpPr>
        <p:grpSpPr>
          <a:xfrm>
            <a:off x="10717175" y="6292721"/>
            <a:ext cx="1159651" cy="339792"/>
            <a:chOff x="10717175" y="6292721"/>
            <a:chExt cx="1159651" cy="339792"/>
          </a:xfrm>
        </p:grpSpPr>
        <p:sp>
          <p:nvSpPr>
            <p:cNvPr id="8" name="Freeform 24">
              <a:extLst>
                <a:ext uri="{FF2B5EF4-FFF2-40B4-BE49-F238E27FC236}">
                  <a16:creationId xmlns:a16="http://schemas.microsoft.com/office/drawing/2014/main" id="{FA3969E4-68F6-1C2B-386E-EAD337ED1DCE}"/>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9" name="Freeform 25">
              <a:extLst>
                <a:ext uri="{FF2B5EF4-FFF2-40B4-BE49-F238E27FC236}">
                  <a16:creationId xmlns:a16="http://schemas.microsoft.com/office/drawing/2014/main" id="{C6850525-9251-727F-F42C-47C830458721}"/>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10" name="Freeform 26">
              <a:extLst>
                <a:ext uri="{FF2B5EF4-FFF2-40B4-BE49-F238E27FC236}">
                  <a16:creationId xmlns:a16="http://schemas.microsoft.com/office/drawing/2014/main" id="{C5E7D7F3-DC23-C98F-C9FF-D8765B78919D}"/>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4EB0B577-5B42-1AB2-BCCD-9F05A7547846}"/>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12" name="Freeform 28">
              <a:extLst>
                <a:ext uri="{FF2B5EF4-FFF2-40B4-BE49-F238E27FC236}">
                  <a16:creationId xmlns:a16="http://schemas.microsoft.com/office/drawing/2014/main" id="{1329591A-F617-B503-3D9C-74304AC2B912}"/>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13" name="Freeform 29">
              <a:extLst>
                <a:ext uri="{FF2B5EF4-FFF2-40B4-BE49-F238E27FC236}">
                  <a16:creationId xmlns:a16="http://schemas.microsoft.com/office/drawing/2014/main" id="{612CCA11-B5A0-A000-A627-AE55FBB0FA4C}"/>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4" name="Freeform 30">
              <a:extLst>
                <a:ext uri="{FF2B5EF4-FFF2-40B4-BE49-F238E27FC236}">
                  <a16:creationId xmlns:a16="http://schemas.microsoft.com/office/drawing/2014/main" id="{E4EC0574-994D-A682-3F15-33F9B9B866C9}"/>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5" name="Freeform 31">
              <a:extLst>
                <a:ext uri="{FF2B5EF4-FFF2-40B4-BE49-F238E27FC236}">
                  <a16:creationId xmlns:a16="http://schemas.microsoft.com/office/drawing/2014/main" id="{2D90D30A-26D1-7CD3-1636-284CFE1853DE}"/>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6" name="Freeform 32">
              <a:extLst>
                <a:ext uri="{FF2B5EF4-FFF2-40B4-BE49-F238E27FC236}">
                  <a16:creationId xmlns:a16="http://schemas.microsoft.com/office/drawing/2014/main" id="{34BFA76A-C5D8-FD23-26BE-74D50BF7EC8F}"/>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7" name="Group 16">
              <a:extLst>
                <a:ext uri="{FF2B5EF4-FFF2-40B4-BE49-F238E27FC236}">
                  <a16:creationId xmlns:a16="http://schemas.microsoft.com/office/drawing/2014/main" id="{7AA41E4C-C8D1-3188-71C6-436F2ABF0DC7}"/>
                </a:ext>
              </a:extLst>
            </p:cNvPr>
            <p:cNvGrpSpPr/>
            <p:nvPr userDrawn="1"/>
          </p:nvGrpSpPr>
          <p:grpSpPr>
            <a:xfrm>
              <a:off x="10717905" y="6554391"/>
              <a:ext cx="1158921" cy="78122"/>
              <a:chOff x="10717904" y="6548918"/>
              <a:chExt cx="1248337" cy="84149"/>
            </a:xfrm>
          </p:grpSpPr>
          <p:grpSp>
            <p:nvGrpSpPr>
              <p:cNvPr id="18" name="Group 17">
                <a:extLst>
                  <a:ext uri="{FF2B5EF4-FFF2-40B4-BE49-F238E27FC236}">
                    <a16:creationId xmlns:a16="http://schemas.microsoft.com/office/drawing/2014/main" id="{DB7E0E8B-6718-FA56-6B1D-A52216F1102C}"/>
                  </a:ext>
                </a:extLst>
              </p:cNvPr>
              <p:cNvGrpSpPr/>
              <p:nvPr userDrawn="1"/>
            </p:nvGrpSpPr>
            <p:grpSpPr>
              <a:xfrm>
                <a:off x="11365302" y="6551088"/>
                <a:ext cx="491266" cy="81979"/>
                <a:chOff x="10719494" y="6551088"/>
                <a:chExt cx="491266" cy="81979"/>
              </a:xfrm>
            </p:grpSpPr>
            <p:sp>
              <p:nvSpPr>
                <p:cNvPr id="25" name="Freeform 33">
                  <a:extLst>
                    <a:ext uri="{FF2B5EF4-FFF2-40B4-BE49-F238E27FC236}">
                      <a16:creationId xmlns:a16="http://schemas.microsoft.com/office/drawing/2014/main" id="{564BFE01-7852-064A-65F6-33D58255A200}"/>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26" name="Freeform 34">
                  <a:extLst>
                    <a:ext uri="{FF2B5EF4-FFF2-40B4-BE49-F238E27FC236}">
                      <a16:creationId xmlns:a16="http://schemas.microsoft.com/office/drawing/2014/main" id="{38FB588E-CFEB-9CBA-C709-EF7FD5BE1F91}"/>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27" name="Freeform 35">
                  <a:extLst>
                    <a:ext uri="{FF2B5EF4-FFF2-40B4-BE49-F238E27FC236}">
                      <a16:creationId xmlns:a16="http://schemas.microsoft.com/office/drawing/2014/main" id="{0050AA75-19A7-6B28-C24C-11E9BCE02C3E}"/>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78" name="Freeform 36">
                  <a:extLst>
                    <a:ext uri="{FF2B5EF4-FFF2-40B4-BE49-F238E27FC236}">
                      <a16:creationId xmlns:a16="http://schemas.microsoft.com/office/drawing/2014/main" id="{2B4C9E8A-3CAC-8332-392B-749266E458DD}"/>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79" name="Freeform 37">
                  <a:extLst>
                    <a:ext uri="{FF2B5EF4-FFF2-40B4-BE49-F238E27FC236}">
                      <a16:creationId xmlns:a16="http://schemas.microsoft.com/office/drawing/2014/main" id="{25B43DB3-4735-1ECC-3A43-6CEB89FE25B9}"/>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19" name="Freeform 38">
                <a:extLst>
                  <a:ext uri="{FF2B5EF4-FFF2-40B4-BE49-F238E27FC236}">
                    <a16:creationId xmlns:a16="http://schemas.microsoft.com/office/drawing/2014/main" id="{B2237645-BE12-1926-50EF-6D06EA30DB2B}"/>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0" name="Freeform 39">
                <a:extLst>
                  <a:ext uri="{FF2B5EF4-FFF2-40B4-BE49-F238E27FC236}">
                    <a16:creationId xmlns:a16="http://schemas.microsoft.com/office/drawing/2014/main" id="{19C7B66C-4D97-8E89-A4DC-0D6D1675DDA6}"/>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21" name="Freeform 40">
                <a:extLst>
                  <a:ext uri="{FF2B5EF4-FFF2-40B4-BE49-F238E27FC236}">
                    <a16:creationId xmlns:a16="http://schemas.microsoft.com/office/drawing/2014/main" id="{8C25A802-0A1C-1763-92ED-C6DCFEB10FCA}"/>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22" name="Freeform 41">
                <a:extLst>
                  <a:ext uri="{FF2B5EF4-FFF2-40B4-BE49-F238E27FC236}">
                    <a16:creationId xmlns:a16="http://schemas.microsoft.com/office/drawing/2014/main" id="{762CF232-E319-1216-67D3-CAD8DF206130}"/>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3" name="Freeform 42">
                <a:extLst>
                  <a:ext uri="{FF2B5EF4-FFF2-40B4-BE49-F238E27FC236}">
                    <a16:creationId xmlns:a16="http://schemas.microsoft.com/office/drawing/2014/main" id="{4640AB42-A0F2-60D1-9F56-5308D5EE58A9}"/>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24" name="Freeform 42">
                <a:extLst>
                  <a:ext uri="{FF2B5EF4-FFF2-40B4-BE49-F238E27FC236}">
                    <a16:creationId xmlns:a16="http://schemas.microsoft.com/office/drawing/2014/main" id="{206EE128-A65B-7D5E-F345-F722F1BCA2C1}"/>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02830779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 Subtitle_4">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0E605F65-7624-C556-56FE-248E0F4E3DFF}"/>
              </a:ext>
            </a:extLst>
          </p:cNvPr>
          <p:cNvGrpSpPr/>
          <p:nvPr userDrawn="1"/>
        </p:nvGrpSpPr>
        <p:grpSpPr>
          <a:xfrm>
            <a:off x="7822498" y="-647563"/>
            <a:ext cx="4836253" cy="7809474"/>
            <a:chOff x="7822498" y="-647563"/>
            <a:chExt cx="4836253" cy="7809474"/>
          </a:xfrm>
        </p:grpSpPr>
        <p:sp>
          <p:nvSpPr>
            <p:cNvPr id="8" name="Freeform: Shape 7">
              <a:extLst>
                <a:ext uri="{FF2B5EF4-FFF2-40B4-BE49-F238E27FC236}">
                  <a16:creationId xmlns:a16="http://schemas.microsoft.com/office/drawing/2014/main" id="{5BEBB11A-5BDE-C28D-9833-765FA6BC9F6E}"/>
                </a:ext>
              </a:extLst>
            </p:cNvPr>
            <p:cNvSpPr/>
            <p:nvPr userDrawn="1"/>
          </p:nvSpPr>
          <p:spPr>
            <a:xfrm rot="9471250">
              <a:off x="8115109" y="193692"/>
              <a:ext cx="2539827" cy="6392866"/>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43134 w 2445472"/>
                <a:gd name="connsiteY0" fmla="*/ 4175357 h 4175357"/>
                <a:gd name="connsiteX1" fmla="*/ 524993 w 2445472"/>
                <a:gd name="connsiteY1" fmla="*/ 3590430 h 4175357"/>
                <a:gd name="connsiteX2" fmla="*/ 280820 w 2445472"/>
                <a:gd name="connsiteY2" fmla="*/ 2863215 h 4175357"/>
                <a:gd name="connsiteX3" fmla="*/ 43076 w 2445472"/>
                <a:gd name="connsiteY3" fmla="*/ 2348103 h 4175357"/>
                <a:gd name="connsiteX4" fmla="*/ 3167 w 2445472"/>
                <a:gd name="connsiteY4" fmla="*/ 2029110 h 4175357"/>
                <a:gd name="connsiteX5" fmla="*/ 117943 w 2445472"/>
                <a:gd name="connsiteY5" fmla="*/ 1661064 h 4175357"/>
                <a:gd name="connsiteX6" fmla="*/ 224242 w 2445472"/>
                <a:gd name="connsiteY6" fmla="*/ 1428464 h 4175357"/>
                <a:gd name="connsiteX7" fmla="*/ 447222 w 2445472"/>
                <a:gd name="connsiteY7" fmla="*/ 1253585 h 4175357"/>
                <a:gd name="connsiteX8" fmla="*/ 708588 w 2445472"/>
                <a:gd name="connsiteY8" fmla="*/ 1282636 h 4175357"/>
                <a:gd name="connsiteX9" fmla="*/ 1024532 w 2445472"/>
                <a:gd name="connsiteY9" fmla="*/ 1426178 h 4175357"/>
                <a:gd name="connsiteX10" fmla="*/ 1538692 w 2445472"/>
                <a:gd name="connsiteY10" fmla="*/ 1457801 h 4175357"/>
                <a:gd name="connsiteX11" fmla="*/ 1869019 w 2445472"/>
                <a:gd name="connsiteY11" fmla="*/ 1334357 h 4175357"/>
                <a:gd name="connsiteX12" fmla="*/ 2124670 w 2445472"/>
                <a:gd name="connsiteY12" fmla="*/ 1199388 h 4175357"/>
                <a:gd name="connsiteX13" fmla="*/ 2334410 w 2445472"/>
                <a:gd name="connsiteY13" fmla="*/ 989742 h 4175357"/>
                <a:gd name="connsiteX14" fmla="*/ 2430232 w 2445472"/>
                <a:gd name="connsiteY14" fmla="*/ 617505 h 4175357"/>
                <a:gd name="connsiteX15" fmla="*/ 2430232 w 2445472"/>
                <a:gd name="connsiteY15" fmla="*/ 256127 h 4175357"/>
                <a:gd name="connsiteX16" fmla="*/ 2445472 w 2445472"/>
                <a:gd name="connsiteY16" fmla="*/ 0 h 4175357"/>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430232 w 2520960"/>
                <a:gd name="connsiteY15" fmla="*/ 287130 h 4206360"/>
                <a:gd name="connsiteX16" fmla="*/ 2520960 w 2520960"/>
                <a:gd name="connsiteY16" fmla="*/ 0 h 4206360"/>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520960 w 2520960"/>
                <a:gd name="connsiteY15" fmla="*/ 0 h 4206360"/>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1024532 w 2520960"/>
                <a:gd name="connsiteY8" fmla="*/ 1457181 h 4489072"/>
                <a:gd name="connsiteX9" fmla="*/ 1538692 w 2520960"/>
                <a:gd name="connsiteY9" fmla="*/ 1488804 h 4489072"/>
                <a:gd name="connsiteX10" fmla="*/ 1869019 w 2520960"/>
                <a:gd name="connsiteY10" fmla="*/ 1365360 h 4489072"/>
                <a:gd name="connsiteX11" fmla="*/ 2124670 w 2520960"/>
                <a:gd name="connsiteY11" fmla="*/ 1230391 h 4489072"/>
                <a:gd name="connsiteX12" fmla="*/ 2334410 w 2520960"/>
                <a:gd name="connsiteY12" fmla="*/ 1020745 h 4489072"/>
                <a:gd name="connsiteX13" fmla="*/ 2430232 w 2520960"/>
                <a:gd name="connsiteY13" fmla="*/ 648508 h 4489072"/>
                <a:gd name="connsiteX14" fmla="*/ 2520960 w 2520960"/>
                <a:gd name="connsiteY14"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1024532 w 2520960"/>
                <a:gd name="connsiteY7" fmla="*/ 1457181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383358 w 2520960"/>
                <a:gd name="connsiteY11" fmla="*/ 551501 h 4489072"/>
                <a:gd name="connsiteX12" fmla="*/ 2520960 w 2520960"/>
                <a:gd name="connsiteY12" fmla="*/ 0 h 4489072"/>
                <a:gd name="connsiteX0" fmla="*/ 142161 w 2520960"/>
                <a:gd name="connsiteY0" fmla="*/ 4405792 h 4405792"/>
                <a:gd name="connsiteX1" fmla="*/ 524993 w 2520960"/>
                <a:gd name="connsiteY1" fmla="*/ 3621433 h 4405792"/>
                <a:gd name="connsiteX2" fmla="*/ 280820 w 2520960"/>
                <a:gd name="connsiteY2" fmla="*/ 2894218 h 4405792"/>
                <a:gd name="connsiteX3" fmla="*/ 43076 w 2520960"/>
                <a:gd name="connsiteY3" fmla="*/ 2379106 h 4405792"/>
                <a:gd name="connsiteX4" fmla="*/ 3167 w 2520960"/>
                <a:gd name="connsiteY4" fmla="*/ 2060113 h 4405792"/>
                <a:gd name="connsiteX5" fmla="*/ 117943 w 2520960"/>
                <a:gd name="connsiteY5" fmla="*/ 1692067 h 4405792"/>
                <a:gd name="connsiteX6" fmla="*/ 516481 w 2520960"/>
                <a:gd name="connsiteY6" fmla="*/ 1871903 h 4405792"/>
                <a:gd name="connsiteX7" fmla="*/ 859473 w 2520960"/>
                <a:gd name="connsiteY7" fmla="*/ 1632849 h 4405792"/>
                <a:gd name="connsiteX8" fmla="*/ 1538692 w 2520960"/>
                <a:gd name="connsiteY8" fmla="*/ 1488804 h 4405792"/>
                <a:gd name="connsiteX9" fmla="*/ 1869019 w 2520960"/>
                <a:gd name="connsiteY9" fmla="*/ 1365360 h 4405792"/>
                <a:gd name="connsiteX10" fmla="*/ 2090604 w 2520960"/>
                <a:gd name="connsiteY10" fmla="*/ 1070175 h 4405792"/>
                <a:gd name="connsiteX11" fmla="*/ 2383358 w 2520960"/>
                <a:gd name="connsiteY11" fmla="*/ 551501 h 4405792"/>
                <a:gd name="connsiteX12" fmla="*/ 2520960 w 2520960"/>
                <a:gd name="connsiteY12" fmla="*/ 0 h 4405792"/>
                <a:gd name="connsiteX0" fmla="*/ 286664 w 2520960"/>
                <a:gd name="connsiteY0" fmla="*/ 4402569 h 4402569"/>
                <a:gd name="connsiteX1" fmla="*/ 524993 w 2520960"/>
                <a:gd name="connsiteY1" fmla="*/ 3621433 h 4402569"/>
                <a:gd name="connsiteX2" fmla="*/ 280820 w 2520960"/>
                <a:gd name="connsiteY2" fmla="*/ 2894218 h 4402569"/>
                <a:gd name="connsiteX3" fmla="*/ 43076 w 2520960"/>
                <a:gd name="connsiteY3" fmla="*/ 2379106 h 4402569"/>
                <a:gd name="connsiteX4" fmla="*/ 3167 w 2520960"/>
                <a:gd name="connsiteY4" fmla="*/ 2060113 h 4402569"/>
                <a:gd name="connsiteX5" fmla="*/ 117943 w 2520960"/>
                <a:gd name="connsiteY5" fmla="*/ 1692067 h 4402569"/>
                <a:gd name="connsiteX6" fmla="*/ 516481 w 2520960"/>
                <a:gd name="connsiteY6" fmla="*/ 1871903 h 4402569"/>
                <a:gd name="connsiteX7" fmla="*/ 859473 w 2520960"/>
                <a:gd name="connsiteY7" fmla="*/ 1632849 h 4402569"/>
                <a:gd name="connsiteX8" fmla="*/ 1538692 w 2520960"/>
                <a:gd name="connsiteY8" fmla="*/ 1488804 h 4402569"/>
                <a:gd name="connsiteX9" fmla="*/ 1869019 w 2520960"/>
                <a:gd name="connsiteY9" fmla="*/ 1365360 h 4402569"/>
                <a:gd name="connsiteX10" fmla="*/ 2090604 w 2520960"/>
                <a:gd name="connsiteY10" fmla="*/ 1070175 h 4402569"/>
                <a:gd name="connsiteX11" fmla="*/ 2383358 w 2520960"/>
                <a:gd name="connsiteY11" fmla="*/ 551501 h 4402569"/>
                <a:gd name="connsiteX12" fmla="*/ 2520960 w 2520960"/>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865017 w 2526504"/>
                <a:gd name="connsiteY7" fmla="*/ 163284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943829 w 2526504"/>
                <a:gd name="connsiteY7" fmla="*/ 166097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322167 w 2556463"/>
                <a:gd name="connsiteY0" fmla="*/ 4402569 h 4402569"/>
                <a:gd name="connsiteX1" fmla="*/ 560496 w 2556463"/>
                <a:gd name="connsiteY1" fmla="*/ 3621433 h 4402569"/>
                <a:gd name="connsiteX2" fmla="*/ 413237 w 2556463"/>
                <a:gd name="connsiteY2" fmla="*/ 2877374 h 4402569"/>
                <a:gd name="connsiteX3" fmla="*/ 78579 w 2556463"/>
                <a:gd name="connsiteY3" fmla="*/ 2379106 h 4402569"/>
                <a:gd name="connsiteX4" fmla="*/ 38670 w 2556463"/>
                <a:gd name="connsiteY4" fmla="*/ 2060113 h 4402569"/>
                <a:gd name="connsiteX5" fmla="*/ 551984 w 2556463"/>
                <a:gd name="connsiteY5" fmla="*/ 1871903 h 4402569"/>
                <a:gd name="connsiteX6" fmla="*/ 973788 w 2556463"/>
                <a:gd name="connsiteY6" fmla="*/ 1660979 h 4402569"/>
                <a:gd name="connsiteX7" fmla="*/ 1574195 w 2556463"/>
                <a:gd name="connsiteY7" fmla="*/ 1488804 h 4402569"/>
                <a:gd name="connsiteX8" fmla="*/ 1904522 w 2556463"/>
                <a:gd name="connsiteY8" fmla="*/ 1365360 h 4402569"/>
                <a:gd name="connsiteX9" fmla="*/ 2126107 w 2556463"/>
                <a:gd name="connsiteY9" fmla="*/ 1070175 h 4402569"/>
                <a:gd name="connsiteX10" fmla="*/ 2418861 w 2556463"/>
                <a:gd name="connsiteY10" fmla="*/ 551501 h 4402569"/>
                <a:gd name="connsiteX11" fmla="*/ 2556463 w 2556463"/>
                <a:gd name="connsiteY11" fmla="*/ 0 h 4402569"/>
                <a:gd name="connsiteX0" fmla="*/ 259298 w 2493594"/>
                <a:gd name="connsiteY0" fmla="*/ 4402569 h 4402569"/>
                <a:gd name="connsiteX1" fmla="*/ 497627 w 2493594"/>
                <a:gd name="connsiteY1" fmla="*/ 3621433 h 4402569"/>
                <a:gd name="connsiteX2" fmla="*/ 350368 w 2493594"/>
                <a:gd name="connsiteY2" fmla="*/ 2877374 h 4402569"/>
                <a:gd name="connsiteX3" fmla="*/ 15710 w 2493594"/>
                <a:gd name="connsiteY3" fmla="*/ 2379106 h 4402569"/>
                <a:gd name="connsiteX4" fmla="*/ 99265 w 2493594"/>
                <a:gd name="connsiteY4" fmla="*/ 2003384 h 4402569"/>
                <a:gd name="connsiteX5" fmla="*/ 489115 w 2493594"/>
                <a:gd name="connsiteY5" fmla="*/ 1871903 h 4402569"/>
                <a:gd name="connsiteX6" fmla="*/ 910919 w 2493594"/>
                <a:gd name="connsiteY6" fmla="*/ 1660979 h 4402569"/>
                <a:gd name="connsiteX7" fmla="*/ 1511326 w 2493594"/>
                <a:gd name="connsiteY7" fmla="*/ 1488804 h 4402569"/>
                <a:gd name="connsiteX8" fmla="*/ 1841653 w 2493594"/>
                <a:gd name="connsiteY8" fmla="*/ 1365360 h 4402569"/>
                <a:gd name="connsiteX9" fmla="*/ 2063238 w 2493594"/>
                <a:gd name="connsiteY9" fmla="*/ 1070175 h 4402569"/>
                <a:gd name="connsiteX10" fmla="*/ 2355992 w 2493594"/>
                <a:gd name="connsiteY10" fmla="*/ 551501 h 4402569"/>
                <a:gd name="connsiteX11" fmla="*/ 2493594 w 2493594"/>
                <a:gd name="connsiteY11" fmla="*/ 0 h 4402569"/>
                <a:gd name="connsiteX0" fmla="*/ 259298 w 2493594"/>
                <a:gd name="connsiteY0" fmla="*/ 4402569 h 4402569"/>
                <a:gd name="connsiteX1" fmla="*/ 497627 w 2493594"/>
                <a:gd name="connsiteY1" fmla="*/ 3621433 h 4402569"/>
                <a:gd name="connsiteX2" fmla="*/ 573375 w 2493594"/>
                <a:gd name="connsiteY2" fmla="*/ 3140889 h 4402569"/>
                <a:gd name="connsiteX3" fmla="*/ 350368 w 2493594"/>
                <a:gd name="connsiteY3" fmla="*/ 2877374 h 4402569"/>
                <a:gd name="connsiteX4" fmla="*/ 15710 w 2493594"/>
                <a:gd name="connsiteY4" fmla="*/ 2379106 h 4402569"/>
                <a:gd name="connsiteX5" fmla="*/ 99265 w 2493594"/>
                <a:gd name="connsiteY5" fmla="*/ 2003384 h 4402569"/>
                <a:gd name="connsiteX6" fmla="*/ 489115 w 2493594"/>
                <a:gd name="connsiteY6" fmla="*/ 1871903 h 4402569"/>
                <a:gd name="connsiteX7" fmla="*/ 910919 w 2493594"/>
                <a:gd name="connsiteY7" fmla="*/ 1660979 h 4402569"/>
                <a:gd name="connsiteX8" fmla="*/ 1511326 w 2493594"/>
                <a:gd name="connsiteY8" fmla="*/ 1488804 h 4402569"/>
                <a:gd name="connsiteX9" fmla="*/ 1841653 w 2493594"/>
                <a:gd name="connsiteY9" fmla="*/ 1365360 h 4402569"/>
                <a:gd name="connsiteX10" fmla="*/ 2063238 w 2493594"/>
                <a:gd name="connsiteY10" fmla="*/ 1070175 h 4402569"/>
                <a:gd name="connsiteX11" fmla="*/ 2355992 w 2493594"/>
                <a:gd name="connsiteY11" fmla="*/ 551501 h 4402569"/>
                <a:gd name="connsiteX12" fmla="*/ 2493594 w 2493594"/>
                <a:gd name="connsiteY12" fmla="*/ 0 h 4402569"/>
                <a:gd name="connsiteX0" fmla="*/ 251896 w 2486192"/>
                <a:gd name="connsiteY0" fmla="*/ 4402569 h 4402569"/>
                <a:gd name="connsiteX1" fmla="*/ 490225 w 2486192"/>
                <a:gd name="connsiteY1" fmla="*/ 3621433 h 4402569"/>
                <a:gd name="connsiteX2" fmla="*/ 565973 w 2486192"/>
                <a:gd name="connsiteY2" fmla="*/ 3140889 h 4402569"/>
                <a:gd name="connsiteX3" fmla="*/ 342966 w 2486192"/>
                <a:gd name="connsiteY3" fmla="*/ 2877374 h 4402569"/>
                <a:gd name="connsiteX4" fmla="*/ 8308 w 2486192"/>
                <a:gd name="connsiteY4" fmla="*/ 2379106 h 4402569"/>
                <a:gd name="connsiteX5" fmla="*/ 133669 w 2486192"/>
                <a:gd name="connsiteY5" fmla="*/ 2049861 h 4402569"/>
                <a:gd name="connsiteX6" fmla="*/ 481713 w 2486192"/>
                <a:gd name="connsiteY6" fmla="*/ 1871903 h 4402569"/>
                <a:gd name="connsiteX7" fmla="*/ 903517 w 2486192"/>
                <a:gd name="connsiteY7" fmla="*/ 1660979 h 4402569"/>
                <a:gd name="connsiteX8" fmla="*/ 1503924 w 2486192"/>
                <a:gd name="connsiteY8" fmla="*/ 1488804 h 4402569"/>
                <a:gd name="connsiteX9" fmla="*/ 1834251 w 2486192"/>
                <a:gd name="connsiteY9" fmla="*/ 1365360 h 4402569"/>
                <a:gd name="connsiteX10" fmla="*/ 2055836 w 2486192"/>
                <a:gd name="connsiteY10" fmla="*/ 1070175 h 4402569"/>
                <a:gd name="connsiteX11" fmla="*/ 2348590 w 2486192"/>
                <a:gd name="connsiteY11" fmla="*/ 551501 h 4402569"/>
                <a:gd name="connsiteX12" fmla="*/ 2486192 w 2486192"/>
                <a:gd name="connsiteY12" fmla="*/ 0 h 4402569"/>
                <a:gd name="connsiteX0" fmla="*/ 251896 w 2486192"/>
                <a:gd name="connsiteY0" fmla="*/ 4402569 h 4402569"/>
                <a:gd name="connsiteX1" fmla="*/ 490225 w 2486192"/>
                <a:gd name="connsiteY1" fmla="*/ 3621433 h 4402569"/>
                <a:gd name="connsiteX2" fmla="*/ 477803 w 2486192"/>
                <a:gd name="connsiteY2" fmla="*/ 3284759 h 4402569"/>
                <a:gd name="connsiteX3" fmla="*/ 565973 w 2486192"/>
                <a:gd name="connsiteY3" fmla="*/ 3140889 h 4402569"/>
                <a:gd name="connsiteX4" fmla="*/ 342966 w 2486192"/>
                <a:gd name="connsiteY4" fmla="*/ 2877374 h 4402569"/>
                <a:gd name="connsiteX5" fmla="*/ 8308 w 2486192"/>
                <a:gd name="connsiteY5" fmla="*/ 2379106 h 4402569"/>
                <a:gd name="connsiteX6" fmla="*/ 133669 w 2486192"/>
                <a:gd name="connsiteY6" fmla="*/ 2049861 h 4402569"/>
                <a:gd name="connsiteX7" fmla="*/ 481713 w 2486192"/>
                <a:gd name="connsiteY7" fmla="*/ 1871903 h 4402569"/>
                <a:gd name="connsiteX8" fmla="*/ 903517 w 2486192"/>
                <a:gd name="connsiteY8" fmla="*/ 1660979 h 4402569"/>
                <a:gd name="connsiteX9" fmla="*/ 1503924 w 2486192"/>
                <a:gd name="connsiteY9" fmla="*/ 1488804 h 4402569"/>
                <a:gd name="connsiteX10" fmla="*/ 1834251 w 2486192"/>
                <a:gd name="connsiteY10" fmla="*/ 1365360 h 4402569"/>
                <a:gd name="connsiteX11" fmla="*/ 2055836 w 2486192"/>
                <a:gd name="connsiteY11" fmla="*/ 1070175 h 4402569"/>
                <a:gd name="connsiteX12" fmla="*/ 2348590 w 2486192"/>
                <a:gd name="connsiteY12" fmla="*/ 551501 h 4402569"/>
                <a:gd name="connsiteX13" fmla="*/ 2486192 w 2486192"/>
                <a:gd name="connsiteY13" fmla="*/ 0 h 4402569"/>
                <a:gd name="connsiteX0" fmla="*/ 251896 w 2486192"/>
                <a:gd name="connsiteY0" fmla="*/ 4402569 h 4402569"/>
                <a:gd name="connsiteX1" fmla="*/ 490225 w 2486192"/>
                <a:gd name="connsiteY1" fmla="*/ 3621433 h 4402569"/>
                <a:gd name="connsiteX2" fmla="*/ 477803 w 2486192"/>
                <a:gd name="connsiteY2" fmla="*/ 3284759 h 4402569"/>
                <a:gd name="connsiteX3" fmla="*/ 565973 w 2486192"/>
                <a:gd name="connsiteY3" fmla="*/ 3140889 h 4402569"/>
                <a:gd name="connsiteX4" fmla="*/ 342966 w 2486192"/>
                <a:gd name="connsiteY4" fmla="*/ 2877374 h 4402569"/>
                <a:gd name="connsiteX5" fmla="*/ 8308 w 2486192"/>
                <a:gd name="connsiteY5" fmla="*/ 2379106 h 4402569"/>
                <a:gd name="connsiteX6" fmla="*/ 133669 w 2486192"/>
                <a:gd name="connsiteY6" fmla="*/ 2049861 h 4402569"/>
                <a:gd name="connsiteX7" fmla="*/ 481713 w 2486192"/>
                <a:gd name="connsiteY7" fmla="*/ 1871903 h 4402569"/>
                <a:gd name="connsiteX8" fmla="*/ 903517 w 2486192"/>
                <a:gd name="connsiteY8" fmla="*/ 1660979 h 4402569"/>
                <a:gd name="connsiteX9" fmla="*/ 1503924 w 2486192"/>
                <a:gd name="connsiteY9" fmla="*/ 1488804 h 4402569"/>
                <a:gd name="connsiteX10" fmla="*/ 1834251 w 2486192"/>
                <a:gd name="connsiteY10" fmla="*/ 1365360 h 4402569"/>
                <a:gd name="connsiteX11" fmla="*/ 2055836 w 2486192"/>
                <a:gd name="connsiteY11" fmla="*/ 1070175 h 4402569"/>
                <a:gd name="connsiteX12" fmla="*/ 2348590 w 2486192"/>
                <a:gd name="connsiteY12" fmla="*/ 551501 h 4402569"/>
                <a:gd name="connsiteX13" fmla="*/ 2486192 w 2486192"/>
                <a:gd name="connsiteY13" fmla="*/ 0 h 4402569"/>
                <a:gd name="connsiteX0" fmla="*/ 251896 w 2486192"/>
                <a:gd name="connsiteY0" fmla="*/ 4402569 h 4402569"/>
                <a:gd name="connsiteX1" fmla="*/ 490225 w 2486192"/>
                <a:gd name="connsiteY1" fmla="*/ 3621433 h 4402569"/>
                <a:gd name="connsiteX2" fmla="*/ 477803 w 2486192"/>
                <a:gd name="connsiteY2" fmla="*/ 3284759 h 4402569"/>
                <a:gd name="connsiteX3" fmla="*/ 359386 w 2486192"/>
                <a:gd name="connsiteY3" fmla="*/ 3116273 h 4402569"/>
                <a:gd name="connsiteX4" fmla="*/ 342966 w 2486192"/>
                <a:gd name="connsiteY4" fmla="*/ 2877374 h 4402569"/>
                <a:gd name="connsiteX5" fmla="*/ 8308 w 2486192"/>
                <a:gd name="connsiteY5" fmla="*/ 2379106 h 4402569"/>
                <a:gd name="connsiteX6" fmla="*/ 133669 w 2486192"/>
                <a:gd name="connsiteY6" fmla="*/ 2049861 h 4402569"/>
                <a:gd name="connsiteX7" fmla="*/ 481713 w 2486192"/>
                <a:gd name="connsiteY7" fmla="*/ 1871903 h 4402569"/>
                <a:gd name="connsiteX8" fmla="*/ 903517 w 2486192"/>
                <a:gd name="connsiteY8" fmla="*/ 1660979 h 4402569"/>
                <a:gd name="connsiteX9" fmla="*/ 1503924 w 2486192"/>
                <a:gd name="connsiteY9" fmla="*/ 1488804 h 4402569"/>
                <a:gd name="connsiteX10" fmla="*/ 1834251 w 2486192"/>
                <a:gd name="connsiteY10" fmla="*/ 1365360 h 4402569"/>
                <a:gd name="connsiteX11" fmla="*/ 2055836 w 2486192"/>
                <a:gd name="connsiteY11" fmla="*/ 1070175 h 4402569"/>
                <a:gd name="connsiteX12" fmla="*/ 2348590 w 2486192"/>
                <a:gd name="connsiteY12" fmla="*/ 551501 h 4402569"/>
                <a:gd name="connsiteX13" fmla="*/ 2486192 w 2486192"/>
                <a:gd name="connsiteY13" fmla="*/ 0 h 4402569"/>
                <a:gd name="connsiteX0" fmla="*/ 251896 w 2486192"/>
                <a:gd name="connsiteY0" fmla="*/ 4402569 h 4402569"/>
                <a:gd name="connsiteX1" fmla="*/ 490225 w 2486192"/>
                <a:gd name="connsiteY1" fmla="*/ 3621433 h 4402569"/>
                <a:gd name="connsiteX2" fmla="*/ 538116 w 2486192"/>
                <a:gd name="connsiteY2" fmla="*/ 3239902 h 4402569"/>
                <a:gd name="connsiteX3" fmla="*/ 359386 w 2486192"/>
                <a:gd name="connsiteY3" fmla="*/ 3116273 h 4402569"/>
                <a:gd name="connsiteX4" fmla="*/ 342966 w 2486192"/>
                <a:gd name="connsiteY4" fmla="*/ 2877374 h 4402569"/>
                <a:gd name="connsiteX5" fmla="*/ 8308 w 2486192"/>
                <a:gd name="connsiteY5" fmla="*/ 2379106 h 4402569"/>
                <a:gd name="connsiteX6" fmla="*/ 133669 w 2486192"/>
                <a:gd name="connsiteY6" fmla="*/ 2049861 h 4402569"/>
                <a:gd name="connsiteX7" fmla="*/ 481713 w 2486192"/>
                <a:gd name="connsiteY7" fmla="*/ 1871903 h 4402569"/>
                <a:gd name="connsiteX8" fmla="*/ 903517 w 2486192"/>
                <a:gd name="connsiteY8" fmla="*/ 1660979 h 4402569"/>
                <a:gd name="connsiteX9" fmla="*/ 1503924 w 2486192"/>
                <a:gd name="connsiteY9" fmla="*/ 1488804 h 4402569"/>
                <a:gd name="connsiteX10" fmla="*/ 1834251 w 2486192"/>
                <a:gd name="connsiteY10" fmla="*/ 1365360 h 4402569"/>
                <a:gd name="connsiteX11" fmla="*/ 2055836 w 2486192"/>
                <a:gd name="connsiteY11" fmla="*/ 1070175 h 4402569"/>
                <a:gd name="connsiteX12" fmla="*/ 2348590 w 2486192"/>
                <a:gd name="connsiteY12" fmla="*/ 551501 h 4402569"/>
                <a:gd name="connsiteX13" fmla="*/ 2486192 w 2486192"/>
                <a:gd name="connsiteY13" fmla="*/ 0 h 4402569"/>
                <a:gd name="connsiteX0" fmla="*/ 251896 w 2486192"/>
                <a:gd name="connsiteY0" fmla="*/ 4402569 h 4402569"/>
                <a:gd name="connsiteX1" fmla="*/ 432702 w 2486192"/>
                <a:gd name="connsiteY1" fmla="*/ 4117381 h 4402569"/>
                <a:gd name="connsiteX2" fmla="*/ 490225 w 2486192"/>
                <a:gd name="connsiteY2" fmla="*/ 3621433 h 4402569"/>
                <a:gd name="connsiteX3" fmla="*/ 538116 w 2486192"/>
                <a:gd name="connsiteY3" fmla="*/ 3239902 h 4402569"/>
                <a:gd name="connsiteX4" fmla="*/ 359386 w 2486192"/>
                <a:gd name="connsiteY4" fmla="*/ 3116273 h 4402569"/>
                <a:gd name="connsiteX5" fmla="*/ 342966 w 2486192"/>
                <a:gd name="connsiteY5" fmla="*/ 2877374 h 4402569"/>
                <a:gd name="connsiteX6" fmla="*/ 8308 w 2486192"/>
                <a:gd name="connsiteY6" fmla="*/ 2379106 h 4402569"/>
                <a:gd name="connsiteX7" fmla="*/ 133669 w 2486192"/>
                <a:gd name="connsiteY7" fmla="*/ 2049861 h 4402569"/>
                <a:gd name="connsiteX8" fmla="*/ 481713 w 2486192"/>
                <a:gd name="connsiteY8" fmla="*/ 1871903 h 4402569"/>
                <a:gd name="connsiteX9" fmla="*/ 903517 w 2486192"/>
                <a:gd name="connsiteY9" fmla="*/ 1660979 h 4402569"/>
                <a:gd name="connsiteX10" fmla="*/ 1503924 w 2486192"/>
                <a:gd name="connsiteY10" fmla="*/ 1488804 h 4402569"/>
                <a:gd name="connsiteX11" fmla="*/ 1834251 w 2486192"/>
                <a:gd name="connsiteY11" fmla="*/ 1365360 h 4402569"/>
                <a:gd name="connsiteX12" fmla="*/ 2055836 w 2486192"/>
                <a:gd name="connsiteY12" fmla="*/ 1070175 h 4402569"/>
                <a:gd name="connsiteX13" fmla="*/ 2348590 w 2486192"/>
                <a:gd name="connsiteY13" fmla="*/ 551501 h 4402569"/>
                <a:gd name="connsiteX14" fmla="*/ 2486192 w 2486192"/>
                <a:gd name="connsiteY14" fmla="*/ 0 h 4402569"/>
                <a:gd name="connsiteX0" fmla="*/ 251896 w 2486192"/>
                <a:gd name="connsiteY0" fmla="*/ 4402569 h 4402569"/>
                <a:gd name="connsiteX1" fmla="*/ 432702 w 2486192"/>
                <a:gd name="connsiteY1" fmla="*/ 4117381 h 4402569"/>
                <a:gd name="connsiteX2" fmla="*/ 490225 w 2486192"/>
                <a:gd name="connsiteY2" fmla="*/ 3621433 h 4402569"/>
                <a:gd name="connsiteX3" fmla="*/ 538116 w 2486192"/>
                <a:gd name="connsiteY3" fmla="*/ 3239902 h 4402569"/>
                <a:gd name="connsiteX4" fmla="*/ 359386 w 2486192"/>
                <a:gd name="connsiteY4" fmla="*/ 3116273 h 4402569"/>
                <a:gd name="connsiteX5" fmla="*/ 342966 w 2486192"/>
                <a:gd name="connsiteY5" fmla="*/ 2877374 h 4402569"/>
                <a:gd name="connsiteX6" fmla="*/ 8308 w 2486192"/>
                <a:gd name="connsiteY6" fmla="*/ 2379106 h 4402569"/>
                <a:gd name="connsiteX7" fmla="*/ 133669 w 2486192"/>
                <a:gd name="connsiteY7" fmla="*/ 2049861 h 4402569"/>
                <a:gd name="connsiteX8" fmla="*/ 481713 w 2486192"/>
                <a:gd name="connsiteY8" fmla="*/ 1871903 h 4402569"/>
                <a:gd name="connsiteX9" fmla="*/ 903517 w 2486192"/>
                <a:gd name="connsiteY9" fmla="*/ 1660979 h 4402569"/>
                <a:gd name="connsiteX10" fmla="*/ 1477486 w 2486192"/>
                <a:gd name="connsiteY10" fmla="*/ 1619283 h 4402569"/>
                <a:gd name="connsiteX11" fmla="*/ 1834251 w 2486192"/>
                <a:gd name="connsiteY11" fmla="*/ 1365360 h 4402569"/>
                <a:gd name="connsiteX12" fmla="*/ 2055836 w 2486192"/>
                <a:gd name="connsiteY12" fmla="*/ 1070175 h 4402569"/>
                <a:gd name="connsiteX13" fmla="*/ 2348590 w 2486192"/>
                <a:gd name="connsiteY13" fmla="*/ 551501 h 4402569"/>
                <a:gd name="connsiteX14" fmla="*/ 2486192 w 2486192"/>
                <a:gd name="connsiteY14" fmla="*/ 0 h 4402569"/>
                <a:gd name="connsiteX0" fmla="*/ 251896 w 2486192"/>
                <a:gd name="connsiteY0" fmla="*/ 4402569 h 4402569"/>
                <a:gd name="connsiteX1" fmla="*/ 432702 w 2486192"/>
                <a:gd name="connsiteY1" fmla="*/ 4117381 h 4402569"/>
                <a:gd name="connsiteX2" fmla="*/ 490225 w 2486192"/>
                <a:gd name="connsiteY2" fmla="*/ 3621433 h 4402569"/>
                <a:gd name="connsiteX3" fmla="*/ 538116 w 2486192"/>
                <a:gd name="connsiteY3" fmla="*/ 3239902 h 4402569"/>
                <a:gd name="connsiteX4" fmla="*/ 359386 w 2486192"/>
                <a:gd name="connsiteY4" fmla="*/ 3116273 h 4402569"/>
                <a:gd name="connsiteX5" fmla="*/ 342966 w 2486192"/>
                <a:gd name="connsiteY5" fmla="*/ 2877374 h 4402569"/>
                <a:gd name="connsiteX6" fmla="*/ 8308 w 2486192"/>
                <a:gd name="connsiteY6" fmla="*/ 2379106 h 4402569"/>
                <a:gd name="connsiteX7" fmla="*/ 133669 w 2486192"/>
                <a:gd name="connsiteY7" fmla="*/ 2049861 h 4402569"/>
                <a:gd name="connsiteX8" fmla="*/ 481713 w 2486192"/>
                <a:gd name="connsiteY8" fmla="*/ 1871903 h 4402569"/>
                <a:gd name="connsiteX9" fmla="*/ 903517 w 2486192"/>
                <a:gd name="connsiteY9" fmla="*/ 1660979 h 4402569"/>
                <a:gd name="connsiteX10" fmla="*/ 1477486 w 2486192"/>
                <a:gd name="connsiteY10" fmla="*/ 1619283 h 4402569"/>
                <a:gd name="connsiteX11" fmla="*/ 1898037 w 2486192"/>
                <a:gd name="connsiteY11" fmla="*/ 1407775 h 4402569"/>
                <a:gd name="connsiteX12" fmla="*/ 2055836 w 2486192"/>
                <a:gd name="connsiteY12" fmla="*/ 1070175 h 4402569"/>
                <a:gd name="connsiteX13" fmla="*/ 2348590 w 2486192"/>
                <a:gd name="connsiteY13" fmla="*/ 551501 h 4402569"/>
                <a:gd name="connsiteX14" fmla="*/ 2486192 w 2486192"/>
                <a:gd name="connsiteY14" fmla="*/ 0 h 4402569"/>
                <a:gd name="connsiteX0" fmla="*/ 251896 w 2486192"/>
                <a:gd name="connsiteY0" fmla="*/ 4402569 h 4402569"/>
                <a:gd name="connsiteX1" fmla="*/ 432702 w 2486192"/>
                <a:gd name="connsiteY1" fmla="*/ 4117381 h 4402569"/>
                <a:gd name="connsiteX2" fmla="*/ 490225 w 2486192"/>
                <a:gd name="connsiteY2" fmla="*/ 3621433 h 4402569"/>
                <a:gd name="connsiteX3" fmla="*/ 538116 w 2486192"/>
                <a:gd name="connsiteY3" fmla="*/ 3239902 h 4402569"/>
                <a:gd name="connsiteX4" fmla="*/ 359386 w 2486192"/>
                <a:gd name="connsiteY4" fmla="*/ 3116273 h 4402569"/>
                <a:gd name="connsiteX5" fmla="*/ 342966 w 2486192"/>
                <a:gd name="connsiteY5" fmla="*/ 2877374 h 4402569"/>
                <a:gd name="connsiteX6" fmla="*/ 8308 w 2486192"/>
                <a:gd name="connsiteY6" fmla="*/ 2379106 h 4402569"/>
                <a:gd name="connsiteX7" fmla="*/ 133669 w 2486192"/>
                <a:gd name="connsiteY7" fmla="*/ 2049861 h 4402569"/>
                <a:gd name="connsiteX8" fmla="*/ 481713 w 2486192"/>
                <a:gd name="connsiteY8" fmla="*/ 1871903 h 4402569"/>
                <a:gd name="connsiteX9" fmla="*/ 903517 w 2486192"/>
                <a:gd name="connsiteY9" fmla="*/ 1660979 h 4402569"/>
                <a:gd name="connsiteX10" fmla="*/ 1477486 w 2486192"/>
                <a:gd name="connsiteY10" fmla="*/ 1619283 h 4402569"/>
                <a:gd name="connsiteX11" fmla="*/ 2005001 w 2486192"/>
                <a:gd name="connsiteY11" fmla="*/ 1434940 h 4402569"/>
                <a:gd name="connsiteX12" fmla="*/ 2055836 w 2486192"/>
                <a:gd name="connsiteY12" fmla="*/ 1070175 h 4402569"/>
                <a:gd name="connsiteX13" fmla="*/ 2348590 w 2486192"/>
                <a:gd name="connsiteY13" fmla="*/ 551501 h 4402569"/>
                <a:gd name="connsiteX14" fmla="*/ 2486192 w 2486192"/>
                <a:gd name="connsiteY14" fmla="*/ 0 h 4402569"/>
                <a:gd name="connsiteX0" fmla="*/ 252871 w 2487167"/>
                <a:gd name="connsiteY0" fmla="*/ 4402569 h 4402569"/>
                <a:gd name="connsiteX1" fmla="*/ 433677 w 2487167"/>
                <a:gd name="connsiteY1" fmla="*/ 4117381 h 4402569"/>
                <a:gd name="connsiteX2" fmla="*/ 491200 w 2487167"/>
                <a:gd name="connsiteY2" fmla="*/ 3621433 h 4402569"/>
                <a:gd name="connsiteX3" fmla="*/ 539091 w 2487167"/>
                <a:gd name="connsiteY3" fmla="*/ 3239902 h 4402569"/>
                <a:gd name="connsiteX4" fmla="*/ 360361 w 2487167"/>
                <a:gd name="connsiteY4" fmla="*/ 3116273 h 4402569"/>
                <a:gd name="connsiteX5" fmla="*/ 343941 w 2487167"/>
                <a:gd name="connsiteY5" fmla="*/ 2877374 h 4402569"/>
                <a:gd name="connsiteX6" fmla="*/ 9283 w 2487167"/>
                <a:gd name="connsiteY6" fmla="*/ 2379106 h 4402569"/>
                <a:gd name="connsiteX7" fmla="*/ 134644 w 2487167"/>
                <a:gd name="connsiteY7" fmla="*/ 2049861 h 4402569"/>
                <a:gd name="connsiteX8" fmla="*/ 561749 w 2487167"/>
                <a:gd name="connsiteY8" fmla="*/ 1904885 h 4402569"/>
                <a:gd name="connsiteX9" fmla="*/ 904492 w 2487167"/>
                <a:gd name="connsiteY9" fmla="*/ 1660979 h 4402569"/>
                <a:gd name="connsiteX10" fmla="*/ 1478461 w 2487167"/>
                <a:gd name="connsiteY10" fmla="*/ 1619283 h 4402569"/>
                <a:gd name="connsiteX11" fmla="*/ 2005976 w 2487167"/>
                <a:gd name="connsiteY11" fmla="*/ 1434940 h 4402569"/>
                <a:gd name="connsiteX12" fmla="*/ 2056811 w 2487167"/>
                <a:gd name="connsiteY12" fmla="*/ 1070175 h 4402569"/>
                <a:gd name="connsiteX13" fmla="*/ 2349565 w 2487167"/>
                <a:gd name="connsiteY13" fmla="*/ 551501 h 4402569"/>
                <a:gd name="connsiteX14" fmla="*/ 2487167 w 2487167"/>
                <a:gd name="connsiteY14" fmla="*/ 0 h 44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7167" h="4402569">
                  <a:moveTo>
                    <a:pt x="252871" y="4402569"/>
                  </a:moveTo>
                  <a:cubicBezTo>
                    <a:pt x="273720" y="4338576"/>
                    <a:pt x="393955" y="4247570"/>
                    <a:pt x="433677" y="4117381"/>
                  </a:cubicBezTo>
                  <a:cubicBezTo>
                    <a:pt x="473399" y="3987192"/>
                    <a:pt x="473631" y="3767679"/>
                    <a:pt x="491200" y="3621433"/>
                  </a:cubicBezTo>
                  <a:cubicBezTo>
                    <a:pt x="508769" y="3475187"/>
                    <a:pt x="606457" y="3342888"/>
                    <a:pt x="539091" y="3239902"/>
                  </a:cubicBezTo>
                  <a:cubicBezTo>
                    <a:pt x="551716" y="3159811"/>
                    <a:pt x="400090" y="3189685"/>
                    <a:pt x="360361" y="3116273"/>
                  </a:cubicBezTo>
                  <a:cubicBezTo>
                    <a:pt x="320632" y="3042861"/>
                    <a:pt x="402454" y="3000235"/>
                    <a:pt x="343941" y="2877374"/>
                  </a:cubicBezTo>
                  <a:cubicBezTo>
                    <a:pt x="285428" y="2754513"/>
                    <a:pt x="44166" y="2517025"/>
                    <a:pt x="9283" y="2379106"/>
                  </a:cubicBezTo>
                  <a:cubicBezTo>
                    <a:pt x="-25600" y="2241187"/>
                    <a:pt x="42566" y="2128898"/>
                    <a:pt x="134644" y="2049861"/>
                  </a:cubicBezTo>
                  <a:cubicBezTo>
                    <a:pt x="226722" y="1970824"/>
                    <a:pt x="433441" y="1969699"/>
                    <a:pt x="561749" y="1904885"/>
                  </a:cubicBezTo>
                  <a:cubicBezTo>
                    <a:pt x="690057" y="1840071"/>
                    <a:pt x="751707" y="1708579"/>
                    <a:pt x="904492" y="1660979"/>
                  </a:cubicBezTo>
                  <a:cubicBezTo>
                    <a:pt x="1057277" y="1613379"/>
                    <a:pt x="1294880" y="1656956"/>
                    <a:pt x="1478461" y="1619283"/>
                  </a:cubicBezTo>
                  <a:cubicBezTo>
                    <a:pt x="1662042" y="1581610"/>
                    <a:pt x="1909584" y="1526458"/>
                    <a:pt x="2005976" y="1434940"/>
                  </a:cubicBezTo>
                  <a:cubicBezTo>
                    <a:pt x="2102368" y="1343422"/>
                    <a:pt x="1999546" y="1217415"/>
                    <a:pt x="2056811" y="1070175"/>
                  </a:cubicBezTo>
                  <a:cubicBezTo>
                    <a:pt x="2114076" y="922935"/>
                    <a:pt x="2283517" y="756566"/>
                    <a:pt x="2349565" y="551501"/>
                  </a:cubicBezTo>
                  <a:cubicBezTo>
                    <a:pt x="2380657" y="381377"/>
                    <a:pt x="2468265" y="135106"/>
                    <a:pt x="2487167"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 name="Freeform: Shape 8">
              <a:extLst>
                <a:ext uri="{FF2B5EF4-FFF2-40B4-BE49-F238E27FC236}">
                  <a16:creationId xmlns:a16="http://schemas.microsoft.com/office/drawing/2014/main" id="{03C7E322-7059-00CD-2E42-D7779335A708}"/>
                </a:ext>
              </a:extLst>
            </p:cNvPr>
            <p:cNvSpPr/>
            <p:nvPr userDrawn="1"/>
          </p:nvSpPr>
          <p:spPr>
            <a:xfrm rot="9471250">
              <a:off x="10122426" y="-474993"/>
              <a:ext cx="2158348" cy="4155652"/>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43069 w 1859283"/>
                <a:gd name="connsiteY0" fmla="*/ 2687995 h 2687995"/>
                <a:gd name="connsiteX1" fmla="*/ 1513781 w 1859283"/>
                <a:gd name="connsiteY1" fmla="*/ 1570991 h 2687995"/>
                <a:gd name="connsiteX2" fmla="*/ 1503435 w 1859283"/>
                <a:gd name="connsiteY2" fmla="*/ 1183771 h 2687995"/>
                <a:gd name="connsiteX3" fmla="*/ 1426949 w 1859283"/>
                <a:gd name="connsiteY3" fmla="*/ 695233 h 2687995"/>
                <a:gd name="connsiteX4" fmla="*/ 1468478 w 1859283"/>
                <a:gd name="connsiteY4" fmla="*/ 397863 h 2687995"/>
                <a:gd name="connsiteX5" fmla="*/ 1468478 w 1859283"/>
                <a:gd name="connsiteY5" fmla="*/ 236700 h 2687995"/>
                <a:gd name="connsiteX6" fmla="*/ 1460192 w 1859283"/>
                <a:gd name="connsiteY6" fmla="*/ 67250 h 2687995"/>
                <a:gd name="connsiteX7" fmla="*/ 1425235 w 1859283"/>
                <a:gd name="connsiteY7" fmla="*/ 10767 h 2687995"/>
                <a:gd name="connsiteX8" fmla="*/ 1303886 w 1859283"/>
                <a:gd name="connsiteY8" fmla="*/ 34008 h 2687995"/>
                <a:gd name="connsiteX9" fmla="*/ 1114339 w 1859283"/>
                <a:gd name="connsiteY9" fmla="*/ 254988 h 2687995"/>
                <a:gd name="connsiteX10" fmla="*/ 871642 w 1859283"/>
                <a:gd name="connsiteY10" fmla="*/ 587315 h 2687995"/>
                <a:gd name="connsiteX11" fmla="*/ 657234 w 1859283"/>
                <a:gd name="connsiteY11" fmla="*/ 861444 h 2687995"/>
                <a:gd name="connsiteX12" fmla="*/ 437397 w 1859283"/>
                <a:gd name="connsiteY12" fmla="*/ 1145480 h 2687995"/>
                <a:gd name="connsiteX13" fmla="*/ 91286 w 1859283"/>
                <a:gd name="connsiteY13" fmla="*/ 2201375 h 2687995"/>
                <a:gd name="connsiteX0" fmla="*/ 1843069 w 1862117"/>
                <a:gd name="connsiteY0" fmla="*/ 2687995 h 2687995"/>
                <a:gd name="connsiteX1" fmla="*/ 1579506 w 1862117"/>
                <a:gd name="connsiteY1" fmla="*/ 1755725 h 2687995"/>
                <a:gd name="connsiteX2" fmla="*/ 1503435 w 1862117"/>
                <a:gd name="connsiteY2" fmla="*/ 1183771 h 2687995"/>
                <a:gd name="connsiteX3" fmla="*/ 1426949 w 1862117"/>
                <a:gd name="connsiteY3" fmla="*/ 695233 h 2687995"/>
                <a:gd name="connsiteX4" fmla="*/ 1468478 w 1862117"/>
                <a:gd name="connsiteY4" fmla="*/ 397863 h 2687995"/>
                <a:gd name="connsiteX5" fmla="*/ 1468478 w 1862117"/>
                <a:gd name="connsiteY5" fmla="*/ 236700 h 2687995"/>
                <a:gd name="connsiteX6" fmla="*/ 1460192 w 1862117"/>
                <a:gd name="connsiteY6" fmla="*/ 67250 h 2687995"/>
                <a:gd name="connsiteX7" fmla="*/ 1425235 w 1862117"/>
                <a:gd name="connsiteY7" fmla="*/ 10767 h 2687995"/>
                <a:gd name="connsiteX8" fmla="*/ 1303886 w 1862117"/>
                <a:gd name="connsiteY8" fmla="*/ 34008 h 2687995"/>
                <a:gd name="connsiteX9" fmla="*/ 1114339 w 1862117"/>
                <a:gd name="connsiteY9" fmla="*/ 254988 h 2687995"/>
                <a:gd name="connsiteX10" fmla="*/ 871642 w 1862117"/>
                <a:gd name="connsiteY10" fmla="*/ 587315 h 2687995"/>
                <a:gd name="connsiteX11" fmla="*/ 657234 w 1862117"/>
                <a:gd name="connsiteY11" fmla="*/ 861444 h 2687995"/>
                <a:gd name="connsiteX12" fmla="*/ 437397 w 1862117"/>
                <a:gd name="connsiteY12" fmla="*/ 1145480 h 2687995"/>
                <a:gd name="connsiteX13" fmla="*/ 91286 w 1862117"/>
                <a:gd name="connsiteY13" fmla="*/ 2201375 h 2687995"/>
                <a:gd name="connsiteX0" fmla="*/ 1843069 w 1927571"/>
                <a:gd name="connsiteY0" fmla="*/ 2687995 h 2687995"/>
                <a:gd name="connsiteX1" fmla="*/ 1919007 w 1927571"/>
                <a:gd name="connsiteY1" fmla="*/ 2121476 h 2687995"/>
                <a:gd name="connsiteX2" fmla="*/ 1579506 w 1927571"/>
                <a:gd name="connsiteY2" fmla="*/ 1755725 h 2687995"/>
                <a:gd name="connsiteX3" fmla="*/ 1503435 w 1927571"/>
                <a:gd name="connsiteY3" fmla="*/ 1183771 h 2687995"/>
                <a:gd name="connsiteX4" fmla="*/ 1426949 w 1927571"/>
                <a:gd name="connsiteY4" fmla="*/ 695233 h 2687995"/>
                <a:gd name="connsiteX5" fmla="*/ 1468478 w 1927571"/>
                <a:gd name="connsiteY5" fmla="*/ 397863 h 2687995"/>
                <a:gd name="connsiteX6" fmla="*/ 1468478 w 1927571"/>
                <a:gd name="connsiteY6" fmla="*/ 236700 h 2687995"/>
                <a:gd name="connsiteX7" fmla="*/ 1460192 w 1927571"/>
                <a:gd name="connsiteY7" fmla="*/ 67250 h 2687995"/>
                <a:gd name="connsiteX8" fmla="*/ 1425235 w 1927571"/>
                <a:gd name="connsiteY8" fmla="*/ 10767 h 2687995"/>
                <a:gd name="connsiteX9" fmla="*/ 1303886 w 1927571"/>
                <a:gd name="connsiteY9" fmla="*/ 34008 h 2687995"/>
                <a:gd name="connsiteX10" fmla="*/ 1114339 w 1927571"/>
                <a:gd name="connsiteY10" fmla="*/ 254988 h 2687995"/>
                <a:gd name="connsiteX11" fmla="*/ 871642 w 1927571"/>
                <a:gd name="connsiteY11" fmla="*/ 587315 h 2687995"/>
                <a:gd name="connsiteX12" fmla="*/ 657234 w 1927571"/>
                <a:gd name="connsiteY12" fmla="*/ 861444 h 2687995"/>
                <a:gd name="connsiteX13" fmla="*/ 437397 w 1927571"/>
                <a:gd name="connsiteY13" fmla="*/ 1145480 h 2687995"/>
                <a:gd name="connsiteX14" fmla="*/ 91286 w 1927571"/>
                <a:gd name="connsiteY14" fmla="*/ 2201375 h 2687995"/>
                <a:gd name="connsiteX0" fmla="*/ 1843069 w 1927571"/>
                <a:gd name="connsiteY0" fmla="*/ 2687995 h 2687995"/>
                <a:gd name="connsiteX1" fmla="*/ 1919007 w 1927571"/>
                <a:gd name="connsiteY1" fmla="*/ 2121476 h 2687995"/>
                <a:gd name="connsiteX2" fmla="*/ 1579506 w 1927571"/>
                <a:gd name="connsiteY2" fmla="*/ 1755725 h 2687995"/>
                <a:gd name="connsiteX3" fmla="*/ 1711132 w 1927571"/>
                <a:gd name="connsiteY3" fmla="*/ 1303415 h 2687995"/>
                <a:gd name="connsiteX4" fmla="*/ 1426949 w 1927571"/>
                <a:gd name="connsiteY4" fmla="*/ 695233 h 2687995"/>
                <a:gd name="connsiteX5" fmla="*/ 1468478 w 1927571"/>
                <a:gd name="connsiteY5" fmla="*/ 397863 h 2687995"/>
                <a:gd name="connsiteX6" fmla="*/ 1468478 w 1927571"/>
                <a:gd name="connsiteY6" fmla="*/ 236700 h 2687995"/>
                <a:gd name="connsiteX7" fmla="*/ 1460192 w 1927571"/>
                <a:gd name="connsiteY7" fmla="*/ 67250 h 2687995"/>
                <a:gd name="connsiteX8" fmla="*/ 1425235 w 1927571"/>
                <a:gd name="connsiteY8" fmla="*/ 10767 h 2687995"/>
                <a:gd name="connsiteX9" fmla="*/ 1303886 w 1927571"/>
                <a:gd name="connsiteY9" fmla="*/ 34008 h 2687995"/>
                <a:gd name="connsiteX10" fmla="*/ 1114339 w 1927571"/>
                <a:gd name="connsiteY10" fmla="*/ 254988 h 2687995"/>
                <a:gd name="connsiteX11" fmla="*/ 871642 w 1927571"/>
                <a:gd name="connsiteY11" fmla="*/ 587315 h 2687995"/>
                <a:gd name="connsiteX12" fmla="*/ 657234 w 1927571"/>
                <a:gd name="connsiteY12" fmla="*/ 861444 h 2687995"/>
                <a:gd name="connsiteX13" fmla="*/ 437397 w 1927571"/>
                <a:gd name="connsiteY13" fmla="*/ 1145480 h 2687995"/>
                <a:gd name="connsiteX14" fmla="*/ 91286 w 1927571"/>
                <a:gd name="connsiteY14"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595258 w 2085432"/>
                <a:gd name="connsiteY13" fmla="*/ 1145480 h 2687995"/>
                <a:gd name="connsiteX14" fmla="*/ 7726 w 2085432"/>
                <a:gd name="connsiteY14" fmla="*/ 1833783 h 2687995"/>
                <a:gd name="connsiteX15" fmla="*/ 249147 w 2085432"/>
                <a:gd name="connsiteY15"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478119 w 2085432"/>
                <a:gd name="connsiteY13" fmla="*/ 1373988 h 2687995"/>
                <a:gd name="connsiteX14" fmla="*/ 7726 w 2085432"/>
                <a:gd name="connsiteY14" fmla="*/ 1833783 h 2687995"/>
                <a:gd name="connsiteX15" fmla="*/ 249147 w 2085432"/>
                <a:gd name="connsiteY15"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478119 w 2085432"/>
                <a:gd name="connsiteY13" fmla="*/ 1373988 h 2687995"/>
                <a:gd name="connsiteX14" fmla="*/ 7726 w 2085432"/>
                <a:gd name="connsiteY14" fmla="*/ 1833783 h 2687995"/>
                <a:gd name="connsiteX15" fmla="*/ 249147 w 2085432"/>
                <a:gd name="connsiteY15" fmla="*/ 2201375 h 2687995"/>
                <a:gd name="connsiteX0" fmla="*/ 2000930 w 2085432"/>
                <a:gd name="connsiteY0" fmla="*/ 2689556 h 2689556"/>
                <a:gd name="connsiteX1" fmla="*/ 2076868 w 2085432"/>
                <a:gd name="connsiteY1" fmla="*/ 2123037 h 2689556"/>
                <a:gd name="connsiteX2" fmla="*/ 1737367 w 2085432"/>
                <a:gd name="connsiteY2" fmla="*/ 1757286 h 2689556"/>
                <a:gd name="connsiteX3" fmla="*/ 1868993 w 2085432"/>
                <a:gd name="connsiteY3" fmla="*/ 1304976 h 2689556"/>
                <a:gd name="connsiteX4" fmla="*/ 1584810 w 2085432"/>
                <a:gd name="connsiteY4" fmla="*/ 696794 h 2689556"/>
                <a:gd name="connsiteX5" fmla="*/ 1626339 w 2085432"/>
                <a:gd name="connsiteY5" fmla="*/ 399424 h 2689556"/>
                <a:gd name="connsiteX6" fmla="*/ 1626339 w 2085432"/>
                <a:gd name="connsiteY6" fmla="*/ 238261 h 2689556"/>
                <a:gd name="connsiteX7" fmla="*/ 1772711 w 2085432"/>
                <a:gd name="connsiteY7" fmla="*/ 10387 h 2689556"/>
                <a:gd name="connsiteX8" fmla="*/ 1583096 w 2085432"/>
                <a:gd name="connsiteY8" fmla="*/ 12328 h 2689556"/>
                <a:gd name="connsiteX9" fmla="*/ 1461747 w 2085432"/>
                <a:gd name="connsiteY9" fmla="*/ 35569 h 2689556"/>
                <a:gd name="connsiteX10" fmla="*/ 1272200 w 2085432"/>
                <a:gd name="connsiteY10" fmla="*/ 256549 h 2689556"/>
                <a:gd name="connsiteX11" fmla="*/ 1029503 w 2085432"/>
                <a:gd name="connsiteY11" fmla="*/ 588876 h 2689556"/>
                <a:gd name="connsiteX12" fmla="*/ 815095 w 2085432"/>
                <a:gd name="connsiteY12" fmla="*/ 863005 h 2689556"/>
                <a:gd name="connsiteX13" fmla="*/ 478119 w 2085432"/>
                <a:gd name="connsiteY13" fmla="*/ 1375549 h 2689556"/>
                <a:gd name="connsiteX14" fmla="*/ 7726 w 2085432"/>
                <a:gd name="connsiteY14" fmla="*/ 1835344 h 2689556"/>
                <a:gd name="connsiteX15" fmla="*/ 249147 w 2085432"/>
                <a:gd name="connsiteY15" fmla="*/ 2202936 h 2689556"/>
                <a:gd name="connsiteX0" fmla="*/ 2000930 w 2085432"/>
                <a:gd name="connsiteY0" fmla="*/ 2694880 h 2694880"/>
                <a:gd name="connsiteX1" fmla="*/ 2076868 w 2085432"/>
                <a:gd name="connsiteY1" fmla="*/ 2128361 h 2694880"/>
                <a:gd name="connsiteX2" fmla="*/ 1737367 w 2085432"/>
                <a:gd name="connsiteY2" fmla="*/ 1762610 h 2694880"/>
                <a:gd name="connsiteX3" fmla="*/ 1868993 w 2085432"/>
                <a:gd name="connsiteY3" fmla="*/ 1310300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4880 h 2694880"/>
                <a:gd name="connsiteX1" fmla="*/ 2076868 w 2085432"/>
                <a:gd name="connsiteY1" fmla="*/ 2128361 h 2694880"/>
                <a:gd name="connsiteX2" fmla="*/ 1737367 w 2085432"/>
                <a:gd name="connsiteY2" fmla="*/ 1762610 h 2694880"/>
                <a:gd name="connsiteX3" fmla="*/ 1932099 w 2085432"/>
                <a:gd name="connsiteY3" fmla="*/ 1365902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4880 h 2694880"/>
                <a:gd name="connsiteX1" fmla="*/ 2076868 w 2085432"/>
                <a:gd name="connsiteY1" fmla="*/ 2128361 h 2694880"/>
                <a:gd name="connsiteX2" fmla="*/ 1846428 w 2085432"/>
                <a:gd name="connsiteY2" fmla="*/ 1796255 h 2694880"/>
                <a:gd name="connsiteX3" fmla="*/ 1932099 w 2085432"/>
                <a:gd name="connsiteY3" fmla="*/ 1365902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3990 h 2693990"/>
                <a:gd name="connsiteX1" fmla="*/ 2076868 w 2085432"/>
                <a:gd name="connsiteY1" fmla="*/ 2127471 h 2693990"/>
                <a:gd name="connsiteX2" fmla="*/ 1846428 w 2085432"/>
                <a:gd name="connsiteY2" fmla="*/ 1795365 h 2693990"/>
                <a:gd name="connsiteX3" fmla="*/ 1932099 w 2085432"/>
                <a:gd name="connsiteY3" fmla="*/ 1365012 h 2693990"/>
                <a:gd name="connsiteX4" fmla="*/ 1584810 w 2085432"/>
                <a:gd name="connsiteY4" fmla="*/ 701228 h 2693990"/>
                <a:gd name="connsiteX5" fmla="*/ 1626339 w 2085432"/>
                <a:gd name="connsiteY5" fmla="*/ 403858 h 2693990"/>
                <a:gd name="connsiteX6" fmla="*/ 1848989 w 2085432"/>
                <a:gd name="connsiteY6" fmla="*/ 210957 h 2693990"/>
                <a:gd name="connsiteX7" fmla="*/ 1772711 w 2085432"/>
                <a:gd name="connsiteY7" fmla="*/ 14821 h 2693990"/>
                <a:gd name="connsiteX8" fmla="*/ 1583096 w 2085432"/>
                <a:gd name="connsiteY8" fmla="*/ 16762 h 2693990"/>
                <a:gd name="connsiteX9" fmla="*/ 1461747 w 2085432"/>
                <a:gd name="connsiteY9" fmla="*/ 40003 h 2693990"/>
                <a:gd name="connsiteX10" fmla="*/ 1272200 w 2085432"/>
                <a:gd name="connsiteY10" fmla="*/ 260983 h 2693990"/>
                <a:gd name="connsiteX11" fmla="*/ 1029503 w 2085432"/>
                <a:gd name="connsiteY11" fmla="*/ 593310 h 2693990"/>
                <a:gd name="connsiteX12" fmla="*/ 815095 w 2085432"/>
                <a:gd name="connsiteY12" fmla="*/ 867439 h 2693990"/>
                <a:gd name="connsiteX13" fmla="*/ 478119 w 2085432"/>
                <a:gd name="connsiteY13" fmla="*/ 1379983 h 2693990"/>
                <a:gd name="connsiteX14" fmla="*/ 7726 w 2085432"/>
                <a:gd name="connsiteY14" fmla="*/ 1839778 h 2693990"/>
                <a:gd name="connsiteX15" fmla="*/ 249147 w 2085432"/>
                <a:gd name="connsiteY15" fmla="*/ 2207370 h 2693990"/>
                <a:gd name="connsiteX0" fmla="*/ 2000930 w 2085432"/>
                <a:gd name="connsiteY0" fmla="*/ 2693990 h 2693990"/>
                <a:gd name="connsiteX1" fmla="*/ 2076868 w 2085432"/>
                <a:gd name="connsiteY1" fmla="*/ 2127471 h 2693990"/>
                <a:gd name="connsiteX2" fmla="*/ 1846428 w 2085432"/>
                <a:gd name="connsiteY2" fmla="*/ 1795365 h 2693990"/>
                <a:gd name="connsiteX3" fmla="*/ 1932099 w 2085432"/>
                <a:gd name="connsiteY3" fmla="*/ 1365012 h 2693990"/>
                <a:gd name="connsiteX4" fmla="*/ 1584810 w 2085432"/>
                <a:gd name="connsiteY4" fmla="*/ 701228 h 2693990"/>
                <a:gd name="connsiteX5" fmla="*/ 1774752 w 2085432"/>
                <a:gd name="connsiteY5" fmla="*/ 405187 h 2693990"/>
                <a:gd name="connsiteX6" fmla="*/ 1848989 w 2085432"/>
                <a:gd name="connsiteY6" fmla="*/ 210957 h 2693990"/>
                <a:gd name="connsiteX7" fmla="*/ 1772711 w 2085432"/>
                <a:gd name="connsiteY7" fmla="*/ 14821 h 2693990"/>
                <a:gd name="connsiteX8" fmla="*/ 1583096 w 2085432"/>
                <a:gd name="connsiteY8" fmla="*/ 16762 h 2693990"/>
                <a:gd name="connsiteX9" fmla="*/ 1461747 w 2085432"/>
                <a:gd name="connsiteY9" fmla="*/ 40003 h 2693990"/>
                <a:gd name="connsiteX10" fmla="*/ 1272200 w 2085432"/>
                <a:gd name="connsiteY10" fmla="*/ 260983 h 2693990"/>
                <a:gd name="connsiteX11" fmla="*/ 1029503 w 2085432"/>
                <a:gd name="connsiteY11" fmla="*/ 593310 h 2693990"/>
                <a:gd name="connsiteX12" fmla="*/ 815095 w 2085432"/>
                <a:gd name="connsiteY12" fmla="*/ 867439 h 2693990"/>
                <a:gd name="connsiteX13" fmla="*/ 478119 w 2085432"/>
                <a:gd name="connsiteY13" fmla="*/ 1379983 h 2693990"/>
                <a:gd name="connsiteX14" fmla="*/ 7726 w 2085432"/>
                <a:gd name="connsiteY14" fmla="*/ 1839778 h 2693990"/>
                <a:gd name="connsiteX15" fmla="*/ 249147 w 2085432"/>
                <a:gd name="connsiteY15" fmla="*/ 2207370 h 2693990"/>
                <a:gd name="connsiteX0" fmla="*/ 2002468 w 2086970"/>
                <a:gd name="connsiteY0" fmla="*/ 2693990 h 2693990"/>
                <a:gd name="connsiteX1" fmla="*/ 2078406 w 2086970"/>
                <a:gd name="connsiteY1" fmla="*/ 2127471 h 2693990"/>
                <a:gd name="connsiteX2" fmla="*/ 1847966 w 2086970"/>
                <a:gd name="connsiteY2" fmla="*/ 1795365 h 2693990"/>
                <a:gd name="connsiteX3" fmla="*/ 1933637 w 2086970"/>
                <a:gd name="connsiteY3" fmla="*/ 1365012 h 2693990"/>
                <a:gd name="connsiteX4" fmla="*/ 1586348 w 2086970"/>
                <a:gd name="connsiteY4" fmla="*/ 701228 h 2693990"/>
                <a:gd name="connsiteX5" fmla="*/ 1776290 w 2086970"/>
                <a:gd name="connsiteY5" fmla="*/ 405187 h 2693990"/>
                <a:gd name="connsiteX6" fmla="*/ 1850527 w 2086970"/>
                <a:gd name="connsiteY6" fmla="*/ 210957 h 2693990"/>
                <a:gd name="connsiteX7" fmla="*/ 1774249 w 2086970"/>
                <a:gd name="connsiteY7" fmla="*/ 14821 h 2693990"/>
                <a:gd name="connsiteX8" fmla="*/ 1584634 w 2086970"/>
                <a:gd name="connsiteY8" fmla="*/ 16762 h 2693990"/>
                <a:gd name="connsiteX9" fmla="*/ 1463285 w 2086970"/>
                <a:gd name="connsiteY9" fmla="*/ 40003 h 2693990"/>
                <a:gd name="connsiteX10" fmla="*/ 1273738 w 2086970"/>
                <a:gd name="connsiteY10" fmla="*/ 260983 h 2693990"/>
                <a:gd name="connsiteX11" fmla="*/ 1031041 w 2086970"/>
                <a:gd name="connsiteY11" fmla="*/ 593310 h 2693990"/>
                <a:gd name="connsiteX12" fmla="*/ 816633 w 2086970"/>
                <a:gd name="connsiteY12" fmla="*/ 867439 h 2693990"/>
                <a:gd name="connsiteX13" fmla="*/ 479657 w 2086970"/>
                <a:gd name="connsiteY13" fmla="*/ 1379983 h 2693990"/>
                <a:gd name="connsiteX14" fmla="*/ 9264 w 2086970"/>
                <a:gd name="connsiteY14" fmla="*/ 1839778 h 2693990"/>
                <a:gd name="connsiteX15" fmla="*/ 196899 w 2086970"/>
                <a:gd name="connsiteY15" fmla="*/ 2231511 h 2693990"/>
                <a:gd name="connsiteX0" fmla="*/ 2002468 w 2086970"/>
                <a:gd name="connsiteY0" fmla="*/ 2693990 h 2693990"/>
                <a:gd name="connsiteX1" fmla="*/ 2078406 w 2086970"/>
                <a:gd name="connsiteY1" fmla="*/ 2127471 h 2693990"/>
                <a:gd name="connsiteX2" fmla="*/ 1847966 w 2086970"/>
                <a:gd name="connsiteY2" fmla="*/ 1795365 h 2693990"/>
                <a:gd name="connsiteX3" fmla="*/ 1740240 w 2086970"/>
                <a:gd name="connsiteY3" fmla="*/ 1674438 h 2693990"/>
                <a:gd name="connsiteX4" fmla="*/ 1933637 w 2086970"/>
                <a:gd name="connsiteY4" fmla="*/ 1365012 h 2693990"/>
                <a:gd name="connsiteX5" fmla="*/ 1586348 w 2086970"/>
                <a:gd name="connsiteY5" fmla="*/ 701228 h 2693990"/>
                <a:gd name="connsiteX6" fmla="*/ 1776290 w 2086970"/>
                <a:gd name="connsiteY6" fmla="*/ 405187 h 2693990"/>
                <a:gd name="connsiteX7" fmla="*/ 1850527 w 2086970"/>
                <a:gd name="connsiteY7" fmla="*/ 210957 h 2693990"/>
                <a:gd name="connsiteX8" fmla="*/ 1774249 w 2086970"/>
                <a:gd name="connsiteY8" fmla="*/ 14821 h 2693990"/>
                <a:gd name="connsiteX9" fmla="*/ 1584634 w 2086970"/>
                <a:gd name="connsiteY9" fmla="*/ 16762 h 2693990"/>
                <a:gd name="connsiteX10" fmla="*/ 1463285 w 2086970"/>
                <a:gd name="connsiteY10" fmla="*/ 40003 h 2693990"/>
                <a:gd name="connsiteX11" fmla="*/ 1273738 w 2086970"/>
                <a:gd name="connsiteY11" fmla="*/ 260983 h 2693990"/>
                <a:gd name="connsiteX12" fmla="*/ 1031041 w 2086970"/>
                <a:gd name="connsiteY12" fmla="*/ 593310 h 2693990"/>
                <a:gd name="connsiteX13" fmla="*/ 816633 w 2086970"/>
                <a:gd name="connsiteY13" fmla="*/ 867439 h 2693990"/>
                <a:gd name="connsiteX14" fmla="*/ 479657 w 2086970"/>
                <a:gd name="connsiteY14" fmla="*/ 1379983 h 2693990"/>
                <a:gd name="connsiteX15" fmla="*/ 9264 w 2086970"/>
                <a:gd name="connsiteY15" fmla="*/ 1839778 h 2693990"/>
                <a:gd name="connsiteX16" fmla="*/ 196899 w 2086970"/>
                <a:gd name="connsiteY16" fmla="*/ 2231511 h 2693990"/>
                <a:gd name="connsiteX0" fmla="*/ 2002468 w 2087742"/>
                <a:gd name="connsiteY0" fmla="*/ 2693990 h 2693990"/>
                <a:gd name="connsiteX1" fmla="*/ 2078406 w 2087742"/>
                <a:gd name="connsiteY1" fmla="*/ 2127471 h 2693990"/>
                <a:gd name="connsiteX2" fmla="*/ 1723913 w 2087742"/>
                <a:gd name="connsiteY2" fmla="*/ 1885301 h 2693990"/>
                <a:gd name="connsiteX3" fmla="*/ 1740240 w 2087742"/>
                <a:gd name="connsiteY3" fmla="*/ 1674438 h 2693990"/>
                <a:gd name="connsiteX4" fmla="*/ 1933637 w 2087742"/>
                <a:gd name="connsiteY4" fmla="*/ 1365012 h 2693990"/>
                <a:gd name="connsiteX5" fmla="*/ 1586348 w 2087742"/>
                <a:gd name="connsiteY5" fmla="*/ 701228 h 2693990"/>
                <a:gd name="connsiteX6" fmla="*/ 1776290 w 2087742"/>
                <a:gd name="connsiteY6" fmla="*/ 405187 h 2693990"/>
                <a:gd name="connsiteX7" fmla="*/ 1850527 w 2087742"/>
                <a:gd name="connsiteY7" fmla="*/ 210957 h 2693990"/>
                <a:gd name="connsiteX8" fmla="*/ 1774249 w 2087742"/>
                <a:gd name="connsiteY8" fmla="*/ 14821 h 2693990"/>
                <a:gd name="connsiteX9" fmla="*/ 1584634 w 2087742"/>
                <a:gd name="connsiteY9" fmla="*/ 16762 h 2693990"/>
                <a:gd name="connsiteX10" fmla="*/ 1463285 w 2087742"/>
                <a:gd name="connsiteY10" fmla="*/ 40003 h 2693990"/>
                <a:gd name="connsiteX11" fmla="*/ 1273738 w 2087742"/>
                <a:gd name="connsiteY11" fmla="*/ 260983 h 2693990"/>
                <a:gd name="connsiteX12" fmla="*/ 1031041 w 2087742"/>
                <a:gd name="connsiteY12" fmla="*/ 593310 h 2693990"/>
                <a:gd name="connsiteX13" fmla="*/ 816633 w 2087742"/>
                <a:gd name="connsiteY13" fmla="*/ 867439 h 2693990"/>
                <a:gd name="connsiteX14" fmla="*/ 479657 w 2087742"/>
                <a:gd name="connsiteY14" fmla="*/ 1379983 h 2693990"/>
                <a:gd name="connsiteX15" fmla="*/ 9264 w 2087742"/>
                <a:gd name="connsiteY15" fmla="*/ 1839778 h 2693990"/>
                <a:gd name="connsiteX16" fmla="*/ 196899 w 2087742"/>
                <a:gd name="connsiteY16" fmla="*/ 2231511 h 2693990"/>
                <a:gd name="connsiteX0" fmla="*/ 2002468 w 2087742"/>
                <a:gd name="connsiteY0" fmla="*/ 2693990 h 2693990"/>
                <a:gd name="connsiteX1" fmla="*/ 2078406 w 2087742"/>
                <a:gd name="connsiteY1" fmla="*/ 2127471 h 2693990"/>
                <a:gd name="connsiteX2" fmla="*/ 1723913 w 2087742"/>
                <a:gd name="connsiteY2" fmla="*/ 1885301 h 2693990"/>
                <a:gd name="connsiteX3" fmla="*/ 1740240 w 2087742"/>
                <a:gd name="connsiteY3" fmla="*/ 1674438 h 2693990"/>
                <a:gd name="connsiteX4" fmla="*/ 1933637 w 2087742"/>
                <a:gd name="connsiteY4" fmla="*/ 1365012 h 2693990"/>
                <a:gd name="connsiteX5" fmla="*/ 1669607 w 2087742"/>
                <a:gd name="connsiteY5" fmla="*/ 1087486 h 2693990"/>
                <a:gd name="connsiteX6" fmla="*/ 1586348 w 2087742"/>
                <a:gd name="connsiteY6" fmla="*/ 701228 h 2693990"/>
                <a:gd name="connsiteX7" fmla="*/ 1776290 w 2087742"/>
                <a:gd name="connsiteY7" fmla="*/ 405187 h 2693990"/>
                <a:gd name="connsiteX8" fmla="*/ 1850527 w 2087742"/>
                <a:gd name="connsiteY8" fmla="*/ 210957 h 2693990"/>
                <a:gd name="connsiteX9" fmla="*/ 1774249 w 2087742"/>
                <a:gd name="connsiteY9" fmla="*/ 14821 h 2693990"/>
                <a:gd name="connsiteX10" fmla="*/ 1584634 w 2087742"/>
                <a:gd name="connsiteY10" fmla="*/ 16762 h 2693990"/>
                <a:gd name="connsiteX11" fmla="*/ 1463285 w 2087742"/>
                <a:gd name="connsiteY11" fmla="*/ 40003 h 2693990"/>
                <a:gd name="connsiteX12" fmla="*/ 1273738 w 2087742"/>
                <a:gd name="connsiteY12" fmla="*/ 260983 h 2693990"/>
                <a:gd name="connsiteX13" fmla="*/ 1031041 w 2087742"/>
                <a:gd name="connsiteY13" fmla="*/ 593310 h 2693990"/>
                <a:gd name="connsiteX14" fmla="*/ 816633 w 2087742"/>
                <a:gd name="connsiteY14" fmla="*/ 867439 h 2693990"/>
                <a:gd name="connsiteX15" fmla="*/ 479657 w 2087742"/>
                <a:gd name="connsiteY15" fmla="*/ 1379983 h 2693990"/>
                <a:gd name="connsiteX16" fmla="*/ 9264 w 2087742"/>
                <a:gd name="connsiteY16" fmla="*/ 1839778 h 2693990"/>
                <a:gd name="connsiteX17" fmla="*/ 196899 w 2087742"/>
                <a:gd name="connsiteY17" fmla="*/ 2231511 h 2693990"/>
                <a:gd name="connsiteX0" fmla="*/ 2002468 w 2109719"/>
                <a:gd name="connsiteY0" fmla="*/ 2693990 h 2693990"/>
                <a:gd name="connsiteX1" fmla="*/ 2083447 w 2109719"/>
                <a:gd name="connsiteY1" fmla="*/ 2360716 h 2693990"/>
                <a:gd name="connsiteX2" fmla="*/ 2078406 w 2109719"/>
                <a:gd name="connsiteY2" fmla="*/ 2127471 h 2693990"/>
                <a:gd name="connsiteX3" fmla="*/ 1723913 w 2109719"/>
                <a:gd name="connsiteY3" fmla="*/ 1885301 h 2693990"/>
                <a:gd name="connsiteX4" fmla="*/ 1740240 w 2109719"/>
                <a:gd name="connsiteY4" fmla="*/ 1674438 h 2693990"/>
                <a:gd name="connsiteX5" fmla="*/ 1933637 w 2109719"/>
                <a:gd name="connsiteY5" fmla="*/ 1365012 h 2693990"/>
                <a:gd name="connsiteX6" fmla="*/ 1669607 w 2109719"/>
                <a:gd name="connsiteY6" fmla="*/ 1087486 h 2693990"/>
                <a:gd name="connsiteX7" fmla="*/ 1586348 w 2109719"/>
                <a:gd name="connsiteY7" fmla="*/ 701228 h 2693990"/>
                <a:gd name="connsiteX8" fmla="*/ 1776290 w 2109719"/>
                <a:gd name="connsiteY8" fmla="*/ 405187 h 2693990"/>
                <a:gd name="connsiteX9" fmla="*/ 1850527 w 2109719"/>
                <a:gd name="connsiteY9" fmla="*/ 210957 h 2693990"/>
                <a:gd name="connsiteX10" fmla="*/ 1774249 w 2109719"/>
                <a:gd name="connsiteY10" fmla="*/ 14821 h 2693990"/>
                <a:gd name="connsiteX11" fmla="*/ 1584634 w 2109719"/>
                <a:gd name="connsiteY11" fmla="*/ 16762 h 2693990"/>
                <a:gd name="connsiteX12" fmla="*/ 1463285 w 2109719"/>
                <a:gd name="connsiteY12" fmla="*/ 40003 h 2693990"/>
                <a:gd name="connsiteX13" fmla="*/ 1273738 w 2109719"/>
                <a:gd name="connsiteY13" fmla="*/ 260983 h 2693990"/>
                <a:gd name="connsiteX14" fmla="*/ 1031041 w 2109719"/>
                <a:gd name="connsiteY14" fmla="*/ 593310 h 2693990"/>
                <a:gd name="connsiteX15" fmla="*/ 816633 w 2109719"/>
                <a:gd name="connsiteY15" fmla="*/ 867439 h 2693990"/>
                <a:gd name="connsiteX16" fmla="*/ 479657 w 2109719"/>
                <a:gd name="connsiteY16" fmla="*/ 1379983 h 2693990"/>
                <a:gd name="connsiteX17" fmla="*/ 9264 w 2109719"/>
                <a:gd name="connsiteY17" fmla="*/ 1839778 h 2693990"/>
                <a:gd name="connsiteX18" fmla="*/ 196899 w 2109719"/>
                <a:gd name="connsiteY18" fmla="*/ 2231511 h 2693990"/>
                <a:gd name="connsiteX0" fmla="*/ 1871662 w 2109719"/>
                <a:gd name="connsiteY0" fmla="*/ 2691238 h 2691238"/>
                <a:gd name="connsiteX1" fmla="*/ 2083447 w 2109719"/>
                <a:gd name="connsiteY1" fmla="*/ 2360716 h 2691238"/>
                <a:gd name="connsiteX2" fmla="*/ 2078406 w 2109719"/>
                <a:gd name="connsiteY2" fmla="*/ 2127471 h 2691238"/>
                <a:gd name="connsiteX3" fmla="*/ 1723913 w 2109719"/>
                <a:gd name="connsiteY3" fmla="*/ 1885301 h 2691238"/>
                <a:gd name="connsiteX4" fmla="*/ 1740240 w 2109719"/>
                <a:gd name="connsiteY4" fmla="*/ 1674438 h 2691238"/>
                <a:gd name="connsiteX5" fmla="*/ 1933637 w 2109719"/>
                <a:gd name="connsiteY5" fmla="*/ 1365012 h 2691238"/>
                <a:gd name="connsiteX6" fmla="*/ 1669607 w 2109719"/>
                <a:gd name="connsiteY6" fmla="*/ 1087486 h 2691238"/>
                <a:gd name="connsiteX7" fmla="*/ 1586348 w 2109719"/>
                <a:gd name="connsiteY7" fmla="*/ 701228 h 2691238"/>
                <a:gd name="connsiteX8" fmla="*/ 1776290 w 2109719"/>
                <a:gd name="connsiteY8" fmla="*/ 405187 h 2691238"/>
                <a:gd name="connsiteX9" fmla="*/ 1850527 w 2109719"/>
                <a:gd name="connsiteY9" fmla="*/ 210957 h 2691238"/>
                <a:gd name="connsiteX10" fmla="*/ 1774249 w 2109719"/>
                <a:gd name="connsiteY10" fmla="*/ 14821 h 2691238"/>
                <a:gd name="connsiteX11" fmla="*/ 1584634 w 2109719"/>
                <a:gd name="connsiteY11" fmla="*/ 16762 h 2691238"/>
                <a:gd name="connsiteX12" fmla="*/ 1463285 w 2109719"/>
                <a:gd name="connsiteY12" fmla="*/ 40003 h 2691238"/>
                <a:gd name="connsiteX13" fmla="*/ 1273738 w 2109719"/>
                <a:gd name="connsiteY13" fmla="*/ 260983 h 2691238"/>
                <a:gd name="connsiteX14" fmla="*/ 1031041 w 2109719"/>
                <a:gd name="connsiteY14" fmla="*/ 593310 h 2691238"/>
                <a:gd name="connsiteX15" fmla="*/ 816633 w 2109719"/>
                <a:gd name="connsiteY15" fmla="*/ 867439 h 2691238"/>
                <a:gd name="connsiteX16" fmla="*/ 479657 w 2109719"/>
                <a:gd name="connsiteY16" fmla="*/ 1379983 h 2691238"/>
                <a:gd name="connsiteX17" fmla="*/ 9264 w 2109719"/>
                <a:gd name="connsiteY17" fmla="*/ 1839778 h 2691238"/>
                <a:gd name="connsiteX18" fmla="*/ 196899 w 2109719"/>
                <a:gd name="connsiteY18" fmla="*/ 2231511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483537 w 2113599"/>
                <a:gd name="connsiteY16" fmla="*/ 1379983 h 2691238"/>
                <a:gd name="connsiteX17" fmla="*/ 13144 w 2113599"/>
                <a:gd name="connsiteY17" fmla="*/ 1839778 h 2691238"/>
                <a:gd name="connsiteX18" fmla="*/ 120788 w 2113599"/>
                <a:gd name="connsiteY18"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483537 w 2113599"/>
                <a:gd name="connsiteY16" fmla="*/ 1379983 h 2691238"/>
                <a:gd name="connsiteX17" fmla="*/ 13144 w 2113599"/>
                <a:gd name="connsiteY17" fmla="*/ 1839778 h 2691238"/>
                <a:gd name="connsiteX18" fmla="*/ 120788 w 2113599"/>
                <a:gd name="connsiteY18"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483537 w 2113599"/>
                <a:gd name="connsiteY16" fmla="*/ 1379983 h 2691238"/>
                <a:gd name="connsiteX17" fmla="*/ 13144 w 2113599"/>
                <a:gd name="connsiteY17" fmla="*/ 1839778 h 2691238"/>
                <a:gd name="connsiteX18" fmla="*/ 120788 w 2113599"/>
                <a:gd name="connsiteY18"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566820 w 2113599"/>
                <a:gd name="connsiteY16" fmla="*/ 1282923 h 2691238"/>
                <a:gd name="connsiteX17" fmla="*/ 483537 w 2113599"/>
                <a:gd name="connsiteY17" fmla="*/ 1379983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566820 w 2113599"/>
                <a:gd name="connsiteY16" fmla="*/ 1282923 h 2691238"/>
                <a:gd name="connsiteX17" fmla="*/ 483537 w 2113599"/>
                <a:gd name="connsiteY17" fmla="*/ 1379983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566820 w 2113599"/>
                <a:gd name="connsiteY16" fmla="*/ 1282923 h 2691238"/>
                <a:gd name="connsiteX17" fmla="*/ 483537 w 2113599"/>
                <a:gd name="connsiteY17" fmla="*/ 1379983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77618 w 2113599"/>
                <a:gd name="connsiteY13" fmla="*/ 260983 h 2691238"/>
                <a:gd name="connsiteX14" fmla="*/ 1034921 w 2113599"/>
                <a:gd name="connsiteY14" fmla="*/ 593310 h 2691238"/>
                <a:gd name="connsiteX15" fmla="*/ 820513 w 2113599"/>
                <a:gd name="connsiteY15" fmla="*/ 867439 h 2691238"/>
                <a:gd name="connsiteX16" fmla="*/ 566820 w 2113599"/>
                <a:gd name="connsiteY16" fmla="*/ 1282923 h 2691238"/>
                <a:gd name="connsiteX17" fmla="*/ 416713 w 2113599"/>
                <a:gd name="connsiteY17" fmla="*/ 1488567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325348 w 2113599"/>
                <a:gd name="connsiteY13" fmla="*/ 303037 h 2691238"/>
                <a:gd name="connsiteX14" fmla="*/ 1034921 w 2113599"/>
                <a:gd name="connsiteY14" fmla="*/ 593310 h 2691238"/>
                <a:gd name="connsiteX15" fmla="*/ 820513 w 2113599"/>
                <a:gd name="connsiteY15" fmla="*/ 867439 h 2691238"/>
                <a:gd name="connsiteX16" fmla="*/ 566820 w 2113599"/>
                <a:gd name="connsiteY16" fmla="*/ 1282923 h 2691238"/>
                <a:gd name="connsiteX17" fmla="*/ 416713 w 2113599"/>
                <a:gd name="connsiteY17" fmla="*/ 1488567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325348 w 2113599"/>
                <a:gd name="connsiteY13" fmla="*/ 303037 h 2691238"/>
                <a:gd name="connsiteX14" fmla="*/ 1034921 w 2113599"/>
                <a:gd name="connsiteY14" fmla="*/ 593310 h 2691238"/>
                <a:gd name="connsiteX15" fmla="*/ 891301 w 2113599"/>
                <a:gd name="connsiteY15" fmla="*/ 880002 h 2691238"/>
                <a:gd name="connsiteX16" fmla="*/ 566820 w 2113599"/>
                <a:gd name="connsiteY16" fmla="*/ 1282923 h 2691238"/>
                <a:gd name="connsiteX17" fmla="*/ 416713 w 2113599"/>
                <a:gd name="connsiteY17" fmla="*/ 1488567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16180 w 2113599"/>
                <a:gd name="connsiteY13" fmla="*/ 241201 h 2691238"/>
                <a:gd name="connsiteX14" fmla="*/ 1034921 w 2113599"/>
                <a:gd name="connsiteY14" fmla="*/ 593310 h 2691238"/>
                <a:gd name="connsiteX15" fmla="*/ 891301 w 2113599"/>
                <a:gd name="connsiteY15" fmla="*/ 880002 h 2691238"/>
                <a:gd name="connsiteX16" fmla="*/ 566820 w 2113599"/>
                <a:gd name="connsiteY16" fmla="*/ 1282923 h 2691238"/>
                <a:gd name="connsiteX17" fmla="*/ 416713 w 2113599"/>
                <a:gd name="connsiteY17" fmla="*/ 1488567 h 2691238"/>
                <a:gd name="connsiteX18" fmla="*/ 13144 w 2113599"/>
                <a:gd name="connsiteY18" fmla="*/ 1839778 h 2691238"/>
                <a:gd name="connsiteX19" fmla="*/ 120788 w 2113599"/>
                <a:gd name="connsiteY19" fmla="*/ 2209982 h 2691238"/>
                <a:gd name="connsiteX0" fmla="*/ 1875542 w 2113599"/>
                <a:gd name="connsiteY0" fmla="*/ 2691238 h 2691238"/>
                <a:gd name="connsiteX1" fmla="*/ 2087327 w 2113599"/>
                <a:gd name="connsiteY1" fmla="*/ 2360716 h 2691238"/>
                <a:gd name="connsiteX2" fmla="*/ 2082286 w 2113599"/>
                <a:gd name="connsiteY2" fmla="*/ 2127471 h 2691238"/>
                <a:gd name="connsiteX3" fmla="*/ 1727793 w 2113599"/>
                <a:gd name="connsiteY3" fmla="*/ 1885301 h 2691238"/>
                <a:gd name="connsiteX4" fmla="*/ 1744120 w 2113599"/>
                <a:gd name="connsiteY4" fmla="*/ 1674438 h 2691238"/>
                <a:gd name="connsiteX5" fmla="*/ 1937517 w 2113599"/>
                <a:gd name="connsiteY5" fmla="*/ 1365012 h 2691238"/>
                <a:gd name="connsiteX6" fmla="*/ 1673487 w 2113599"/>
                <a:gd name="connsiteY6" fmla="*/ 1087486 h 2691238"/>
                <a:gd name="connsiteX7" fmla="*/ 1590228 w 2113599"/>
                <a:gd name="connsiteY7" fmla="*/ 701228 h 2691238"/>
                <a:gd name="connsiteX8" fmla="*/ 1780170 w 2113599"/>
                <a:gd name="connsiteY8" fmla="*/ 405187 h 2691238"/>
                <a:gd name="connsiteX9" fmla="*/ 1854407 w 2113599"/>
                <a:gd name="connsiteY9" fmla="*/ 210957 h 2691238"/>
                <a:gd name="connsiteX10" fmla="*/ 1778129 w 2113599"/>
                <a:gd name="connsiteY10" fmla="*/ 14821 h 2691238"/>
                <a:gd name="connsiteX11" fmla="*/ 1588514 w 2113599"/>
                <a:gd name="connsiteY11" fmla="*/ 16762 h 2691238"/>
                <a:gd name="connsiteX12" fmla="*/ 1467165 w 2113599"/>
                <a:gd name="connsiteY12" fmla="*/ 40003 h 2691238"/>
                <a:gd name="connsiteX13" fmla="*/ 1287456 w 2113599"/>
                <a:gd name="connsiteY13" fmla="*/ 292839 h 2691238"/>
                <a:gd name="connsiteX14" fmla="*/ 1034921 w 2113599"/>
                <a:gd name="connsiteY14" fmla="*/ 593310 h 2691238"/>
                <a:gd name="connsiteX15" fmla="*/ 891301 w 2113599"/>
                <a:gd name="connsiteY15" fmla="*/ 880002 h 2691238"/>
                <a:gd name="connsiteX16" fmla="*/ 566820 w 2113599"/>
                <a:gd name="connsiteY16" fmla="*/ 1282923 h 2691238"/>
                <a:gd name="connsiteX17" fmla="*/ 416713 w 2113599"/>
                <a:gd name="connsiteY17" fmla="*/ 1488567 h 2691238"/>
                <a:gd name="connsiteX18" fmla="*/ 13144 w 2113599"/>
                <a:gd name="connsiteY18" fmla="*/ 1839778 h 2691238"/>
                <a:gd name="connsiteX19" fmla="*/ 120788 w 2113599"/>
                <a:gd name="connsiteY19" fmla="*/ 2209982 h 2691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3599" h="2691238">
                  <a:moveTo>
                    <a:pt x="1875542" y="2691238"/>
                  </a:moveTo>
                  <a:cubicBezTo>
                    <a:pt x="1884755" y="2642653"/>
                    <a:pt x="2074671" y="2455136"/>
                    <a:pt x="2087327" y="2360716"/>
                  </a:cubicBezTo>
                  <a:cubicBezTo>
                    <a:pt x="2099983" y="2266296"/>
                    <a:pt x="2142208" y="2206707"/>
                    <a:pt x="2082286" y="2127471"/>
                  </a:cubicBezTo>
                  <a:cubicBezTo>
                    <a:pt x="2022364" y="2048235"/>
                    <a:pt x="1784154" y="1960807"/>
                    <a:pt x="1727793" y="1885301"/>
                  </a:cubicBezTo>
                  <a:cubicBezTo>
                    <a:pt x="1671432" y="1809796"/>
                    <a:pt x="1729842" y="1746163"/>
                    <a:pt x="1744120" y="1674438"/>
                  </a:cubicBezTo>
                  <a:cubicBezTo>
                    <a:pt x="1758398" y="1602713"/>
                    <a:pt x="1949289" y="1462837"/>
                    <a:pt x="1937517" y="1365012"/>
                  </a:cubicBezTo>
                  <a:cubicBezTo>
                    <a:pt x="1925745" y="1267187"/>
                    <a:pt x="1731368" y="1198117"/>
                    <a:pt x="1673487" y="1087486"/>
                  </a:cubicBezTo>
                  <a:cubicBezTo>
                    <a:pt x="1615606" y="976855"/>
                    <a:pt x="1587828" y="809889"/>
                    <a:pt x="1590228" y="701228"/>
                  </a:cubicBezTo>
                  <a:cubicBezTo>
                    <a:pt x="1597944" y="601311"/>
                    <a:pt x="1736140" y="486899"/>
                    <a:pt x="1780170" y="405187"/>
                  </a:cubicBezTo>
                  <a:cubicBezTo>
                    <a:pt x="1824200" y="323475"/>
                    <a:pt x="1854026" y="264678"/>
                    <a:pt x="1854407" y="210957"/>
                  </a:cubicBezTo>
                  <a:cubicBezTo>
                    <a:pt x="1854788" y="153997"/>
                    <a:pt x="1822444" y="47187"/>
                    <a:pt x="1778129" y="14821"/>
                  </a:cubicBezTo>
                  <a:cubicBezTo>
                    <a:pt x="1733814" y="-17545"/>
                    <a:pt x="1640341" y="12565"/>
                    <a:pt x="1588514" y="16762"/>
                  </a:cubicBezTo>
                  <a:cubicBezTo>
                    <a:pt x="1536687" y="20959"/>
                    <a:pt x="1517341" y="-6010"/>
                    <a:pt x="1467165" y="40003"/>
                  </a:cubicBezTo>
                  <a:cubicBezTo>
                    <a:pt x="1416989" y="86016"/>
                    <a:pt x="1342701" y="211495"/>
                    <a:pt x="1287456" y="292839"/>
                  </a:cubicBezTo>
                  <a:cubicBezTo>
                    <a:pt x="1210399" y="406377"/>
                    <a:pt x="1100947" y="495450"/>
                    <a:pt x="1034921" y="593310"/>
                  </a:cubicBezTo>
                  <a:cubicBezTo>
                    <a:pt x="968895" y="691171"/>
                    <a:pt x="969318" y="765066"/>
                    <a:pt x="891301" y="880002"/>
                  </a:cubicBezTo>
                  <a:cubicBezTo>
                    <a:pt x="813284" y="994938"/>
                    <a:pt x="471420" y="1156706"/>
                    <a:pt x="566820" y="1282923"/>
                  </a:cubicBezTo>
                  <a:cubicBezTo>
                    <a:pt x="650861" y="1451518"/>
                    <a:pt x="501429" y="1392100"/>
                    <a:pt x="416713" y="1488567"/>
                  </a:cubicBezTo>
                  <a:cubicBezTo>
                    <a:pt x="394781" y="1665136"/>
                    <a:pt x="70829" y="1663796"/>
                    <a:pt x="13144" y="1839778"/>
                  </a:cubicBezTo>
                  <a:cubicBezTo>
                    <a:pt x="-44541" y="2015760"/>
                    <a:pt x="105406" y="2162322"/>
                    <a:pt x="120788" y="220998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0" name="Freeform: Shape 9">
              <a:extLst>
                <a:ext uri="{FF2B5EF4-FFF2-40B4-BE49-F238E27FC236}">
                  <a16:creationId xmlns:a16="http://schemas.microsoft.com/office/drawing/2014/main" id="{349AAA4F-D3FE-F285-D1BD-E377ABDC73C6}"/>
                </a:ext>
              </a:extLst>
            </p:cNvPr>
            <p:cNvSpPr/>
            <p:nvPr userDrawn="1"/>
          </p:nvSpPr>
          <p:spPr>
            <a:xfrm rot="9471250">
              <a:off x="10001610" y="-516857"/>
              <a:ext cx="2462405" cy="4614190"/>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3044767 h 3044767"/>
                <a:gd name="connsiteX1" fmla="*/ 486918 w 810782"/>
                <a:gd name="connsiteY1" fmla="*/ 2017504 h 3044767"/>
                <a:gd name="connsiteX2" fmla="*/ 376809 w 810782"/>
                <a:gd name="connsiteY2" fmla="*/ 1732802 h 3044767"/>
                <a:gd name="connsiteX3" fmla="*/ 319373 w 810782"/>
                <a:gd name="connsiteY3" fmla="*/ 1498296 h 3044767"/>
                <a:gd name="connsiteX4" fmla="*/ 264319 w 810782"/>
                <a:gd name="connsiteY4" fmla="*/ 1203973 h 3044767"/>
                <a:gd name="connsiteX5" fmla="*/ 278702 w 810782"/>
                <a:gd name="connsiteY5" fmla="*/ 955180 h 3044767"/>
                <a:gd name="connsiteX6" fmla="*/ 302609 w 810782"/>
                <a:gd name="connsiteY6" fmla="*/ 809257 h 3044767"/>
                <a:gd name="connsiteX7" fmla="*/ 360045 w 810782"/>
                <a:gd name="connsiteY7" fmla="*/ 517316 h 3044767"/>
                <a:gd name="connsiteX8" fmla="*/ 386334 w 810782"/>
                <a:gd name="connsiteY8" fmla="*/ 306814 h 3044767"/>
                <a:gd name="connsiteX9" fmla="*/ 216378 w 810782"/>
                <a:gd name="connsiteY9" fmla="*/ 3897 h 3044767"/>
                <a:gd name="connsiteX10" fmla="*/ 0 w 810782"/>
                <a:gd name="connsiteY10" fmla="*/ 129934 h 3044767"/>
                <a:gd name="connsiteX0" fmla="*/ 1340281 w 1340281"/>
                <a:gd name="connsiteY0" fmla="*/ 3041555 h 3041555"/>
                <a:gd name="connsiteX1" fmla="*/ 1016417 w 1340281"/>
                <a:gd name="connsiteY1" fmla="*/ 2014292 h 3041555"/>
                <a:gd name="connsiteX2" fmla="*/ 906308 w 1340281"/>
                <a:gd name="connsiteY2" fmla="*/ 1729590 h 3041555"/>
                <a:gd name="connsiteX3" fmla="*/ 848872 w 1340281"/>
                <a:gd name="connsiteY3" fmla="*/ 1495084 h 3041555"/>
                <a:gd name="connsiteX4" fmla="*/ 793818 w 1340281"/>
                <a:gd name="connsiteY4" fmla="*/ 1200761 h 3041555"/>
                <a:gd name="connsiteX5" fmla="*/ 808201 w 1340281"/>
                <a:gd name="connsiteY5" fmla="*/ 951968 h 3041555"/>
                <a:gd name="connsiteX6" fmla="*/ 832108 w 1340281"/>
                <a:gd name="connsiteY6" fmla="*/ 806045 h 3041555"/>
                <a:gd name="connsiteX7" fmla="*/ 889544 w 1340281"/>
                <a:gd name="connsiteY7" fmla="*/ 514104 h 3041555"/>
                <a:gd name="connsiteX8" fmla="*/ 915833 w 1340281"/>
                <a:gd name="connsiteY8" fmla="*/ 303602 h 3041555"/>
                <a:gd name="connsiteX9" fmla="*/ 745877 w 1340281"/>
                <a:gd name="connsiteY9" fmla="*/ 685 h 3041555"/>
                <a:gd name="connsiteX10" fmla="*/ 0 w 1340281"/>
                <a:gd name="connsiteY10" fmla="*/ 912744 h 3041555"/>
                <a:gd name="connsiteX0" fmla="*/ 1293033 w 1293033"/>
                <a:gd name="connsiteY0" fmla="*/ 3041701 h 3041701"/>
                <a:gd name="connsiteX1" fmla="*/ 969169 w 1293033"/>
                <a:gd name="connsiteY1" fmla="*/ 2014438 h 3041701"/>
                <a:gd name="connsiteX2" fmla="*/ 859060 w 1293033"/>
                <a:gd name="connsiteY2" fmla="*/ 1729736 h 3041701"/>
                <a:gd name="connsiteX3" fmla="*/ 801624 w 1293033"/>
                <a:gd name="connsiteY3" fmla="*/ 1495230 h 3041701"/>
                <a:gd name="connsiteX4" fmla="*/ 746570 w 1293033"/>
                <a:gd name="connsiteY4" fmla="*/ 1200907 h 3041701"/>
                <a:gd name="connsiteX5" fmla="*/ 760953 w 1293033"/>
                <a:gd name="connsiteY5" fmla="*/ 952114 h 3041701"/>
                <a:gd name="connsiteX6" fmla="*/ 784860 w 1293033"/>
                <a:gd name="connsiteY6" fmla="*/ 806191 h 3041701"/>
                <a:gd name="connsiteX7" fmla="*/ 842296 w 1293033"/>
                <a:gd name="connsiteY7" fmla="*/ 514250 h 3041701"/>
                <a:gd name="connsiteX8" fmla="*/ 868585 w 1293033"/>
                <a:gd name="connsiteY8" fmla="*/ 303748 h 3041701"/>
                <a:gd name="connsiteX9" fmla="*/ 698629 w 1293033"/>
                <a:gd name="connsiteY9" fmla="*/ 831 h 3041701"/>
                <a:gd name="connsiteX10" fmla="*/ 0 w 1293033"/>
                <a:gd name="connsiteY10" fmla="*/ 744072 h 3041701"/>
                <a:gd name="connsiteX0" fmla="*/ 1293033 w 1293033"/>
                <a:gd name="connsiteY0" fmla="*/ 3041959 h 3041959"/>
                <a:gd name="connsiteX1" fmla="*/ 969169 w 1293033"/>
                <a:gd name="connsiteY1" fmla="*/ 2014696 h 3041959"/>
                <a:gd name="connsiteX2" fmla="*/ 859060 w 1293033"/>
                <a:gd name="connsiteY2" fmla="*/ 1729994 h 3041959"/>
                <a:gd name="connsiteX3" fmla="*/ 801624 w 1293033"/>
                <a:gd name="connsiteY3" fmla="*/ 1495488 h 3041959"/>
                <a:gd name="connsiteX4" fmla="*/ 746570 w 1293033"/>
                <a:gd name="connsiteY4" fmla="*/ 1201165 h 3041959"/>
                <a:gd name="connsiteX5" fmla="*/ 760953 w 1293033"/>
                <a:gd name="connsiteY5" fmla="*/ 952372 h 3041959"/>
                <a:gd name="connsiteX6" fmla="*/ 784860 w 1293033"/>
                <a:gd name="connsiteY6" fmla="*/ 806449 h 3041959"/>
                <a:gd name="connsiteX7" fmla="*/ 842296 w 1293033"/>
                <a:gd name="connsiteY7" fmla="*/ 514508 h 3041959"/>
                <a:gd name="connsiteX8" fmla="*/ 868585 w 1293033"/>
                <a:gd name="connsiteY8" fmla="*/ 304006 h 3041959"/>
                <a:gd name="connsiteX9" fmla="*/ 698629 w 1293033"/>
                <a:gd name="connsiteY9" fmla="*/ 1089 h 3041959"/>
                <a:gd name="connsiteX10" fmla="*/ 0 w 1293033"/>
                <a:gd name="connsiteY10" fmla="*/ 744330 h 3041959"/>
                <a:gd name="connsiteX0" fmla="*/ 1293033 w 1293033"/>
                <a:gd name="connsiteY0" fmla="*/ 3040870 h 3040870"/>
                <a:gd name="connsiteX1" fmla="*/ 969169 w 1293033"/>
                <a:gd name="connsiteY1" fmla="*/ 2013607 h 3040870"/>
                <a:gd name="connsiteX2" fmla="*/ 859060 w 1293033"/>
                <a:gd name="connsiteY2" fmla="*/ 1728905 h 3040870"/>
                <a:gd name="connsiteX3" fmla="*/ 801624 w 1293033"/>
                <a:gd name="connsiteY3" fmla="*/ 1494399 h 3040870"/>
                <a:gd name="connsiteX4" fmla="*/ 746570 w 1293033"/>
                <a:gd name="connsiteY4" fmla="*/ 1200076 h 3040870"/>
                <a:gd name="connsiteX5" fmla="*/ 760953 w 1293033"/>
                <a:gd name="connsiteY5" fmla="*/ 951283 h 3040870"/>
                <a:gd name="connsiteX6" fmla="*/ 784860 w 1293033"/>
                <a:gd name="connsiteY6" fmla="*/ 805360 h 3040870"/>
                <a:gd name="connsiteX7" fmla="*/ 842296 w 1293033"/>
                <a:gd name="connsiteY7" fmla="*/ 513419 h 3040870"/>
                <a:gd name="connsiteX8" fmla="*/ 868585 w 1293033"/>
                <a:gd name="connsiteY8" fmla="*/ 302917 h 3040870"/>
                <a:gd name="connsiteX9" fmla="*/ 698629 w 1293033"/>
                <a:gd name="connsiteY9" fmla="*/ 0 h 3040870"/>
                <a:gd name="connsiteX10" fmla="*/ 339188 w 1293033"/>
                <a:gd name="connsiteY10" fmla="*/ 287614 h 3040870"/>
                <a:gd name="connsiteX11" fmla="*/ 0 w 1293033"/>
                <a:gd name="connsiteY11" fmla="*/ 74324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0 w 2115242"/>
                <a:gd name="connsiteY11" fmla="*/ 195701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557798 w 2115242"/>
                <a:gd name="connsiteY11" fmla="*/ 1220052 h 3040870"/>
                <a:gd name="connsiteX12" fmla="*/ 0 w 2115242"/>
                <a:gd name="connsiteY12" fmla="*/ 1957011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0 w 2195910"/>
                <a:gd name="connsiteY12" fmla="*/ 2192434 h 3040870"/>
                <a:gd name="connsiteX0" fmla="*/ 2206738 w 2206738"/>
                <a:gd name="connsiteY0" fmla="*/ 3040870 h 3040870"/>
                <a:gd name="connsiteX1" fmla="*/ 1882874 w 2206738"/>
                <a:gd name="connsiteY1" fmla="*/ 2013607 h 3040870"/>
                <a:gd name="connsiteX2" fmla="*/ 1772765 w 2206738"/>
                <a:gd name="connsiteY2" fmla="*/ 1728905 h 3040870"/>
                <a:gd name="connsiteX3" fmla="*/ 1715329 w 2206738"/>
                <a:gd name="connsiteY3" fmla="*/ 1494399 h 3040870"/>
                <a:gd name="connsiteX4" fmla="*/ 1660275 w 2206738"/>
                <a:gd name="connsiteY4" fmla="*/ 1200076 h 3040870"/>
                <a:gd name="connsiteX5" fmla="*/ 1674658 w 2206738"/>
                <a:gd name="connsiteY5" fmla="*/ 951283 h 3040870"/>
                <a:gd name="connsiteX6" fmla="*/ 1698565 w 2206738"/>
                <a:gd name="connsiteY6" fmla="*/ 805360 h 3040870"/>
                <a:gd name="connsiteX7" fmla="*/ 1756001 w 2206738"/>
                <a:gd name="connsiteY7" fmla="*/ 513419 h 3040870"/>
                <a:gd name="connsiteX8" fmla="*/ 1782290 w 2206738"/>
                <a:gd name="connsiteY8" fmla="*/ 302917 h 3040870"/>
                <a:gd name="connsiteX9" fmla="*/ 1612334 w 2206738"/>
                <a:gd name="connsiteY9" fmla="*/ 0 h 3040870"/>
                <a:gd name="connsiteX10" fmla="*/ 1252893 w 2206738"/>
                <a:gd name="connsiteY10" fmla="*/ 287614 h 3040870"/>
                <a:gd name="connsiteX11" fmla="*/ 649294 w 2206738"/>
                <a:gd name="connsiteY11" fmla="*/ 1220052 h 3040870"/>
                <a:gd name="connsiteX12" fmla="*/ 10828 w 2206738"/>
                <a:gd name="connsiteY12" fmla="*/ 2192434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135150 w 2195910"/>
                <a:gd name="connsiteY12" fmla="*/ 1874577 h 3040870"/>
                <a:gd name="connsiteX13" fmla="*/ 0 w 2195910"/>
                <a:gd name="connsiteY13" fmla="*/ 2192434 h 3040870"/>
                <a:gd name="connsiteX0" fmla="*/ 2196078 w 2196078"/>
                <a:gd name="connsiteY0" fmla="*/ 3040870 h 3040870"/>
                <a:gd name="connsiteX1" fmla="*/ 1872214 w 2196078"/>
                <a:gd name="connsiteY1" fmla="*/ 2013607 h 3040870"/>
                <a:gd name="connsiteX2" fmla="*/ 1762105 w 2196078"/>
                <a:gd name="connsiteY2" fmla="*/ 1728905 h 3040870"/>
                <a:gd name="connsiteX3" fmla="*/ 1704669 w 2196078"/>
                <a:gd name="connsiteY3" fmla="*/ 1494399 h 3040870"/>
                <a:gd name="connsiteX4" fmla="*/ 1649615 w 2196078"/>
                <a:gd name="connsiteY4" fmla="*/ 1200076 h 3040870"/>
                <a:gd name="connsiteX5" fmla="*/ 1663998 w 2196078"/>
                <a:gd name="connsiteY5" fmla="*/ 951283 h 3040870"/>
                <a:gd name="connsiteX6" fmla="*/ 1687905 w 2196078"/>
                <a:gd name="connsiteY6" fmla="*/ 805360 h 3040870"/>
                <a:gd name="connsiteX7" fmla="*/ 1745341 w 2196078"/>
                <a:gd name="connsiteY7" fmla="*/ 513419 h 3040870"/>
                <a:gd name="connsiteX8" fmla="*/ 1771630 w 2196078"/>
                <a:gd name="connsiteY8" fmla="*/ 302917 h 3040870"/>
                <a:gd name="connsiteX9" fmla="*/ 1601674 w 2196078"/>
                <a:gd name="connsiteY9" fmla="*/ 0 h 3040870"/>
                <a:gd name="connsiteX10" fmla="*/ 1242233 w 2196078"/>
                <a:gd name="connsiteY10" fmla="*/ 287614 h 3040870"/>
                <a:gd name="connsiteX11" fmla="*/ 638634 w 2196078"/>
                <a:gd name="connsiteY11" fmla="*/ 1220052 h 3040870"/>
                <a:gd name="connsiteX12" fmla="*/ 135318 w 2196078"/>
                <a:gd name="connsiteY12" fmla="*/ 1874577 h 3040870"/>
                <a:gd name="connsiteX13" fmla="*/ 0 w 2196078"/>
                <a:gd name="connsiteY13" fmla="*/ 2631735 h 3040870"/>
                <a:gd name="connsiteX0" fmla="*/ 2214219 w 2214219"/>
                <a:gd name="connsiteY0" fmla="*/ 3040870 h 3040870"/>
                <a:gd name="connsiteX1" fmla="*/ 1890355 w 2214219"/>
                <a:gd name="connsiteY1" fmla="*/ 2013607 h 3040870"/>
                <a:gd name="connsiteX2" fmla="*/ 1780246 w 2214219"/>
                <a:gd name="connsiteY2" fmla="*/ 1728905 h 3040870"/>
                <a:gd name="connsiteX3" fmla="*/ 1722810 w 2214219"/>
                <a:gd name="connsiteY3" fmla="*/ 1494399 h 3040870"/>
                <a:gd name="connsiteX4" fmla="*/ 1667756 w 2214219"/>
                <a:gd name="connsiteY4" fmla="*/ 1200076 h 3040870"/>
                <a:gd name="connsiteX5" fmla="*/ 1682139 w 2214219"/>
                <a:gd name="connsiteY5" fmla="*/ 951283 h 3040870"/>
                <a:gd name="connsiteX6" fmla="*/ 1706046 w 2214219"/>
                <a:gd name="connsiteY6" fmla="*/ 805360 h 3040870"/>
                <a:gd name="connsiteX7" fmla="*/ 1763482 w 2214219"/>
                <a:gd name="connsiteY7" fmla="*/ 513419 h 3040870"/>
                <a:gd name="connsiteX8" fmla="*/ 1789771 w 2214219"/>
                <a:gd name="connsiteY8" fmla="*/ 302917 h 3040870"/>
                <a:gd name="connsiteX9" fmla="*/ 1619815 w 2214219"/>
                <a:gd name="connsiteY9" fmla="*/ 0 h 3040870"/>
                <a:gd name="connsiteX10" fmla="*/ 1260374 w 2214219"/>
                <a:gd name="connsiteY10" fmla="*/ 287614 h 3040870"/>
                <a:gd name="connsiteX11" fmla="*/ 656775 w 2214219"/>
                <a:gd name="connsiteY11" fmla="*/ 1220052 h 3040870"/>
                <a:gd name="connsiteX12" fmla="*/ 153459 w 2214219"/>
                <a:gd name="connsiteY12" fmla="*/ 1874577 h 3040870"/>
                <a:gd name="connsiteX13" fmla="*/ 18141 w 2214219"/>
                <a:gd name="connsiteY13" fmla="*/ 2631735 h 3040870"/>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06046 w 2214219"/>
                <a:gd name="connsiteY6" fmla="*/ 806797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63482 w 2214219"/>
                <a:gd name="connsiteY6" fmla="*/ 514856 h 3042307"/>
                <a:gd name="connsiteX7" fmla="*/ 1789771 w 2214219"/>
                <a:gd name="connsiteY7" fmla="*/ 304354 h 3042307"/>
                <a:gd name="connsiteX8" fmla="*/ 1619815 w 2214219"/>
                <a:gd name="connsiteY8" fmla="*/ 1437 h 3042307"/>
                <a:gd name="connsiteX9" fmla="*/ 1260374 w 2214219"/>
                <a:gd name="connsiteY9" fmla="*/ 289051 h 3042307"/>
                <a:gd name="connsiteX10" fmla="*/ 656775 w 2214219"/>
                <a:gd name="connsiteY10" fmla="*/ 1221489 h 3042307"/>
                <a:gd name="connsiteX11" fmla="*/ 153459 w 2214219"/>
                <a:gd name="connsiteY11" fmla="*/ 1876014 h 3042307"/>
                <a:gd name="connsiteX12" fmla="*/ 18141 w 2214219"/>
                <a:gd name="connsiteY12" fmla="*/ 2633172 h 3042307"/>
                <a:gd name="connsiteX0" fmla="*/ 2214219 w 2214219"/>
                <a:gd name="connsiteY0" fmla="*/ 3042307 h 3042307"/>
                <a:gd name="connsiteX1" fmla="*/ 2147268 w 2214219"/>
                <a:gd name="connsiteY1" fmla="*/ 2663787 h 3042307"/>
                <a:gd name="connsiteX2" fmla="*/ 1890355 w 2214219"/>
                <a:gd name="connsiteY2" fmla="*/ 2015044 h 3042307"/>
                <a:gd name="connsiteX3" fmla="*/ 1780246 w 2214219"/>
                <a:gd name="connsiteY3" fmla="*/ 1730342 h 3042307"/>
                <a:gd name="connsiteX4" fmla="*/ 1722810 w 2214219"/>
                <a:gd name="connsiteY4" fmla="*/ 1495836 h 3042307"/>
                <a:gd name="connsiteX5" fmla="*/ 1667756 w 2214219"/>
                <a:gd name="connsiteY5" fmla="*/ 1201513 h 3042307"/>
                <a:gd name="connsiteX6" fmla="*/ 1682139 w 2214219"/>
                <a:gd name="connsiteY6" fmla="*/ 952720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117678 w 2163891"/>
                <a:gd name="connsiteY0" fmla="*/ 3025631 h 3025631"/>
                <a:gd name="connsiteX1" fmla="*/ 2147268 w 2163891"/>
                <a:gd name="connsiteY1" fmla="*/ 2663787 h 3025631"/>
                <a:gd name="connsiteX2" fmla="*/ 1890355 w 2163891"/>
                <a:gd name="connsiteY2" fmla="*/ 2015044 h 3025631"/>
                <a:gd name="connsiteX3" fmla="*/ 1780246 w 2163891"/>
                <a:gd name="connsiteY3" fmla="*/ 1730342 h 3025631"/>
                <a:gd name="connsiteX4" fmla="*/ 1722810 w 2163891"/>
                <a:gd name="connsiteY4" fmla="*/ 1495836 h 3025631"/>
                <a:gd name="connsiteX5" fmla="*/ 1667756 w 2163891"/>
                <a:gd name="connsiteY5" fmla="*/ 1201513 h 3025631"/>
                <a:gd name="connsiteX6" fmla="*/ 1682139 w 2163891"/>
                <a:gd name="connsiteY6" fmla="*/ 952720 h 3025631"/>
                <a:gd name="connsiteX7" fmla="*/ 1763482 w 2163891"/>
                <a:gd name="connsiteY7" fmla="*/ 514856 h 3025631"/>
                <a:gd name="connsiteX8" fmla="*/ 1789771 w 2163891"/>
                <a:gd name="connsiteY8" fmla="*/ 304354 h 3025631"/>
                <a:gd name="connsiteX9" fmla="*/ 1619815 w 2163891"/>
                <a:gd name="connsiteY9" fmla="*/ 1437 h 3025631"/>
                <a:gd name="connsiteX10" fmla="*/ 1260374 w 2163891"/>
                <a:gd name="connsiteY10" fmla="*/ 289051 h 3025631"/>
                <a:gd name="connsiteX11" fmla="*/ 656775 w 2163891"/>
                <a:gd name="connsiteY11" fmla="*/ 1221489 h 3025631"/>
                <a:gd name="connsiteX12" fmla="*/ 153459 w 2163891"/>
                <a:gd name="connsiteY12" fmla="*/ 1876014 h 3025631"/>
                <a:gd name="connsiteX13" fmla="*/ 18141 w 2163891"/>
                <a:gd name="connsiteY13" fmla="*/ 2633172 h 3025631"/>
                <a:gd name="connsiteX0" fmla="*/ 2117678 w 2177172"/>
                <a:gd name="connsiteY0" fmla="*/ 3025631 h 3025631"/>
                <a:gd name="connsiteX1" fmla="*/ 2147268 w 2177172"/>
                <a:gd name="connsiteY1" fmla="*/ 2663787 h 3025631"/>
                <a:gd name="connsiteX2" fmla="*/ 1890355 w 2177172"/>
                <a:gd name="connsiteY2" fmla="*/ 2015044 h 3025631"/>
                <a:gd name="connsiteX3" fmla="*/ 1780246 w 2177172"/>
                <a:gd name="connsiteY3" fmla="*/ 1730342 h 3025631"/>
                <a:gd name="connsiteX4" fmla="*/ 1722810 w 2177172"/>
                <a:gd name="connsiteY4" fmla="*/ 1495836 h 3025631"/>
                <a:gd name="connsiteX5" fmla="*/ 1667756 w 2177172"/>
                <a:gd name="connsiteY5" fmla="*/ 1201513 h 3025631"/>
                <a:gd name="connsiteX6" fmla="*/ 1682139 w 2177172"/>
                <a:gd name="connsiteY6" fmla="*/ 952720 h 3025631"/>
                <a:gd name="connsiteX7" fmla="*/ 1763482 w 2177172"/>
                <a:gd name="connsiteY7" fmla="*/ 514856 h 3025631"/>
                <a:gd name="connsiteX8" fmla="*/ 1789771 w 2177172"/>
                <a:gd name="connsiteY8" fmla="*/ 304354 h 3025631"/>
                <a:gd name="connsiteX9" fmla="*/ 1619815 w 2177172"/>
                <a:gd name="connsiteY9" fmla="*/ 1437 h 3025631"/>
                <a:gd name="connsiteX10" fmla="*/ 1260374 w 2177172"/>
                <a:gd name="connsiteY10" fmla="*/ 289051 h 3025631"/>
                <a:gd name="connsiteX11" fmla="*/ 656775 w 2177172"/>
                <a:gd name="connsiteY11" fmla="*/ 1221489 h 3025631"/>
                <a:gd name="connsiteX12" fmla="*/ 153459 w 2177172"/>
                <a:gd name="connsiteY12" fmla="*/ 1876014 h 3025631"/>
                <a:gd name="connsiteX13" fmla="*/ 18141 w 2177172"/>
                <a:gd name="connsiteY13" fmla="*/ 2633172 h 3025631"/>
                <a:gd name="connsiteX0" fmla="*/ 2117678 w 2172644"/>
                <a:gd name="connsiteY0" fmla="*/ 3025631 h 3025631"/>
                <a:gd name="connsiteX1" fmla="*/ 2147268 w 2172644"/>
                <a:gd name="connsiteY1" fmla="*/ 2663787 h 3025631"/>
                <a:gd name="connsiteX2" fmla="*/ 1890355 w 2172644"/>
                <a:gd name="connsiteY2" fmla="*/ 2015044 h 3025631"/>
                <a:gd name="connsiteX3" fmla="*/ 1780246 w 2172644"/>
                <a:gd name="connsiteY3" fmla="*/ 1730342 h 3025631"/>
                <a:gd name="connsiteX4" fmla="*/ 1722810 w 2172644"/>
                <a:gd name="connsiteY4" fmla="*/ 1495836 h 3025631"/>
                <a:gd name="connsiteX5" fmla="*/ 1667756 w 2172644"/>
                <a:gd name="connsiteY5" fmla="*/ 1201513 h 3025631"/>
                <a:gd name="connsiteX6" fmla="*/ 1682139 w 2172644"/>
                <a:gd name="connsiteY6" fmla="*/ 952720 h 3025631"/>
                <a:gd name="connsiteX7" fmla="*/ 1763482 w 2172644"/>
                <a:gd name="connsiteY7" fmla="*/ 514856 h 3025631"/>
                <a:gd name="connsiteX8" fmla="*/ 1789771 w 2172644"/>
                <a:gd name="connsiteY8" fmla="*/ 304354 h 3025631"/>
                <a:gd name="connsiteX9" fmla="*/ 1619815 w 2172644"/>
                <a:gd name="connsiteY9" fmla="*/ 1437 h 3025631"/>
                <a:gd name="connsiteX10" fmla="*/ 1260374 w 2172644"/>
                <a:gd name="connsiteY10" fmla="*/ 289051 h 3025631"/>
                <a:gd name="connsiteX11" fmla="*/ 656775 w 2172644"/>
                <a:gd name="connsiteY11" fmla="*/ 1221489 h 3025631"/>
                <a:gd name="connsiteX12" fmla="*/ 153459 w 2172644"/>
                <a:gd name="connsiteY12" fmla="*/ 1876014 h 3025631"/>
                <a:gd name="connsiteX13" fmla="*/ 18141 w 2172644"/>
                <a:gd name="connsiteY13" fmla="*/ 2633172 h 3025631"/>
                <a:gd name="connsiteX0" fmla="*/ 2322254 w 2377220"/>
                <a:gd name="connsiteY0" fmla="*/ 3025631 h 3025631"/>
                <a:gd name="connsiteX1" fmla="*/ 2351844 w 2377220"/>
                <a:gd name="connsiteY1" fmla="*/ 2663787 h 3025631"/>
                <a:gd name="connsiteX2" fmla="*/ 2094931 w 2377220"/>
                <a:gd name="connsiteY2" fmla="*/ 2015044 h 3025631"/>
                <a:gd name="connsiteX3" fmla="*/ 1984822 w 2377220"/>
                <a:gd name="connsiteY3" fmla="*/ 1730342 h 3025631"/>
                <a:gd name="connsiteX4" fmla="*/ 1927386 w 2377220"/>
                <a:gd name="connsiteY4" fmla="*/ 1495836 h 3025631"/>
                <a:gd name="connsiteX5" fmla="*/ 1872332 w 2377220"/>
                <a:gd name="connsiteY5" fmla="*/ 1201513 h 3025631"/>
                <a:gd name="connsiteX6" fmla="*/ 1886715 w 2377220"/>
                <a:gd name="connsiteY6" fmla="*/ 952720 h 3025631"/>
                <a:gd name="connsiteX7" fmla="*/ 1968058 w 2377220"/>
                <a:gd name="connsiteY7" fmla="*/ 514856 h 3025631"/>
                <a:gd name="connsiteX8" fmla="*/ 1994347 w 2377220"/>
                <a:gd name="connsiteY8" fmla="*/ 304354 h 3025631"/>
                <a:gd name="connsiteX9" fmla="*/ 1824391 w 2377220"/>
                <a:gd name="connsiteY9" fmla="*/ 1437 h 3025631"/>
                <a:gd name="connsiteX10" fmla="*/ 1464950 w 2377220"/>
                <a:gd name="connsiteY10" fmla="*/ 289051 h 3025631"/>
                <a:gd name="connsiteX11" fmla="*/ 861351 w 2377220"/>
                <a:gd name="connsiteY11" fmla="*/ 1221489 h 3025631"/>
                <a:gd name="connsiteX12" fmla="*/ 358035 w 2377220"/>
                <a:gd name="connsiteY12" fmla="*/ 1876014 h 3025631"/>
                <a:gd name="connsiteX13" fmla="*/ 7086 w 2377220"/>
                <a:gd name="connsiteY13" fmla="*/ 2545307 h 3025631"/>
                <a:gd name="connsiteX0" fmla="*/ 2325267 w 2380233"/>
                <a:gd name="connsiteY0" fmla="*/ 3025631 h 3025631"/>
                <a:gd name="connsiteX1" fmla="*/ 2354857 w 2380233"/>
                <a:gd name="connsiteY1" fmla="*/ 2663787 h 3025631"/>
                <a:gd name="connsiteX2" fmla="*/ 2097944 w 2380233"/>
                <a:gd name="connsiteY2" fmla="*/ 2015044 h 3025631"/>
                <a:gd name="connsiteX3" fmla="*/ 1987835 w 2380233"/>
                <a:gd name="connsiteY3" fmla="*/ 1730342 h 3025631"/>
                <a:gd name="connsiteX4" fmla="*/ 1930399 w 2380233"/>
                <a:gd name="connsiteY4" fmla="*/ 1495836 h 3025631"/>
                <a:gd name="connsiteX5" fmla="*/ 1875345 w 2380233"/>
                <a:gd name="connsiteY5" fmla="*/ 1201513 h 3025631"/>
                <a:gd name="connsiteX6" fmla="*/ 1889728 w 2380233"/>
                <a:gd name="connsiteY6" fmla="*/ 952720 h 3025631"/>
                <a:gd name="connsiteX7" fmla="*/ 1971071 w 2380233"/>
                <a:gd name="connsiteY7" fmla="*/ 514856 h 3025631"/>
                <a:gd name="connsiteX8" fmla="*/ 1997360 w 2380233"/>
                <a:gd name="connsiteY8" fmla="*/ 304354 h 3025631"/>
                <a:gd name="connsiteX9" fmla="*/ 1827404 w 2380233"/>
                <a:gd name="connsiteY9" fmla="*/ 1437 h 3025631"/>
                <a:gd name="connsiteX10" fmla="*/ 1467963 w 2380233"/>
                <a:gd name="connsiteY10" fmla="*/ 289051 h 3025631"/>
                <a:gd name="connsiteX11" fmla="*/ 864364 w 2380233"/>
                <a:gd name="connsiteY11" fmla="*/ 1221489 h 3025631"/>
                <a:gd name="connsiteX12" fmla="*/ 257106 w 2380233"/>
                <a:gd name="connsiteY12" fmla="*/ 1898563 h 3025631"/>
                <a:gd name="connsiteX13" fmla="*/ 10099 w 2380233"/>
                <a:gd name="connsiteY13" fmla="*/ 2545307 h 3025631"/>
                <a:gd name="connsiteX0" fmla="*/ 2427556 w 2441055"/>
                <a:gd name="connsiteY0" fmla="*/ 3237950 h 3237950"/>
                <a:gd name="connsiteX1" fmla="*/ 2354857 w 2441055"/>
                <a:gd name="connsiteY1" fmla="*/ 2663787 h 3237950"/>
                <a:gd name="connsiteX2" fmla="*/ 2097944 w 2441055"/>
                <a:gd name="connsiteY2" fmla="*/ 2015044 h 3237950"/>
                <a:gd name="connsiteX3" fmla="*/ 1987835 w 2441055"/>
                <a:gd name="connsiteY3" fmla="*/ 1730342 h 3237950"/>
                <a:gd name="connsiteX4" fmla="*/ 1930399 w 2441055"/>
                <a:gd name="connsiteY4" fmla="*/ 1495836 h 3237950"/>
                <a:gd name="connsiteX5" fmla="*/ 1875345 w 2441055"/>
                <a:gd name="connsiteY5" fmla="*/ 1201513 h 3237950"/>
                <a:gd name="connsiteX6" fmla="*/ 1889728 w 2441055"/>
                <a:gd name="connsiteY6" fmla="*/ 952720 h 3237950"/>
                <a:gd name="connsiteX7" fmla="*/ 1971071 w 2441055"/>
                <a:gd name="connsiteY7" fmla="*/ 514856 h 3237950"/>
                <a:gd name="connsiteX8" fmla="*/ 1997360 w 2441055"/>
                <a:gd name="connsiteY8" fmla="*/ 304354 h 3237950"/>
                <a:gd name="connsiteX9" fmla="*/ 1827404 w 2441055"/>
                <a:gd name="connsiteY9" fmla="*/ 1437 h 3237950"/>
                <a:gd name="connsiteX10" fmla="*/ 1467963 w 2441055"/>
                <a:gd name="connsiteY10" fmla="*/ 289051 h 3237950"/>
                <a:gd name="connsiteX11" fmla="*/ 864364 w 2441055"/>
                <a:gd name="connsiteY11" fmla="*/ 1221489 h 3237950"/>
                <a:gd name="connsiteX12" fmla="*/ 257106 w 2441055"/>
                <a:gd name="connsiteY12" fmla="*/ 1898563 h 3237950"/>
                <a:gd name="connsiteX13" fmla="*/ 10099 w 2441055"/>
                <a:gd name="connsiteY13" fmla="*/ 2545307 h 3237950"/>
                <a:gd name="connsiteX0" fmla="*/ 2210616 w 2356803"/>
                <a:gd name="connsiteY0" fmla="*/ 3186481 h 3186481"/>
                <a:gd name="connsiteX1" fmla="*/ 2354857 w 2356803"/>
                <a:gd name="connsiteY1" fmla="*/ 2663787 h 3186481"/>
                <a:gd name="connsiteX2" fmla="*/ 2097944 w 2356803"/>
                <a:gd name="connsiteY2" fmla="*/ 2015044 h 3186481"/>
                <a:gd name="connsiteX3" fmla="*/ 1987835 w 2356803"/>
                <a:gd name="connsiteY3" fmla="*/ 1730342 h 3186481"/>
                <a:gd name="connsiteX4" fmla="*/ 1930399 w 2356803"/>
                <a:gd name="connsiteY4" fmla="*/ 1495836 h 3186481"/>
                <a:gd name="connsiteX5" fmla="*/ 1875345 w 2356803"/>
                <a:gd name="connsiteY5" fmla="*/ 1201513 h 3186481"/>
                <a:gd name="connsiteX6" fmla="*/ 1889728 w 2356803"/>
                <a:gd name="connsiteY6" fmla="*/ 952720 h 3186481"/>
                <a:gd name="connsiteX7" fmla="*/ 1971071 w 2356803"/>
                <a:gd name="connsiteY7" fmla="*/ 514856 h 3186481"/>
                <a:gd name="connsiteX8" fmla="*/ 1997360 w 2356803"/>
                <a:gd name="connsiteY8" fmla="*/ 304354 h 3186481"/>
                <a:gd name="connsiteX9" fmla="*/ 1827404 w 2356803"/>
                <a:gd name="connsiteY9" fmla="*/ 1437 h 3186481"/>
                <a:gd name="connsiteX10" fmla="*/ 1467963 w 2356803"/>
                <a:gd name="connsiteY10" fmla="*/ 289051 h 3186481"/>
                <a:gd name="connsiteX11" fmla="*/ 864364 w 2356803"/>
                <a:gd name="connsiteY11" fmla="*/ 1221489 h 3186481"/>
                <a:gd name="connsiteX12" fmla="*/ 257106 w 2356803"/>
                <a:gd name="connsiteY12" fmla="*/ 1898563 h 3186481"/>
                <a:gd name="connsiteX13" fmla="*/ 10099 w 2356803"/>
                <a:gd name="connsiteY13" fmla="*/ 2545307 h 3186481"/>
                <a:gd name="connsiteX0" fmla="*/ 2210616 w 2355737"/>
                <a:gd name="connsiteY0" fmla="*/ 3186481 h 3186481"/>
                <a:gd name="connsiteX1" fmla="*/ 2354857 w 2355737"/>
                <a:gd name="connsiteY1" fmla="*/ 2663787 h 3186481"/>
                <a:gd name="connsiteX2" fmla="*/ 2257121 w 2355737"/>
                <a:gd name="connsiteY2" fmla="*/ 2035816 h 3186481"/>
                <a:gd name="connsiteX3" fmla="*/ 1987835 w 2355737"/>
                <a:gd name="connsiteY3" fmla="*/ 1730342 h 3186481"/>
                <a:gd name="connsiteX4" fmla="*/ 1930399 w 2355737"/>
                <a:gd name="connsiteY4" fmla="*/ 1495836 h 3186481"/>
                <a:gd name="connsiteX5" fmla="*/ 1875345 w 2355737"/>
                <a:gd name="connsiteY5" fmla="*/ 1201513 h 3186481"/>
                <a:gd name="connsiteX6" fmla="*/ 1889728 w 2355737"/>
                <a:gd name="connsiteY6" fmla="*/ 952720 h 3186481"/>
                <a:gd name="connsiteX7" fmla="*/ 1971071 w 2355737"/>
                <a:gd name="connsiteY7" fmla="*/ 514856 h 3186481"/>
                <a:gd name="connsiteX8" fmla="*/ 1997360 w 2355737"/>
                <a:gd name="connsiteY8" fmla="*/ 304354 h 3186481"/>
                <a:gd name="connsiteX9" fmla="*/ 1827404 w 2355737"/>
                <a:gd name="connsiteY9" fmla="*/ 1437 h 3186481"/>
                <a:gd name="connsiteX10" fmla="*/ 1467963 w 2355737"/>
                <a:gd name="connsiteY10" fmla="*/ 289051 h 3186481"/>
                <a:gd name="connsiteX11" fmla="*/ 864364 w 2355737"/>
                <a:gd name="connsiteY11" fmla="*/ 1221489 h 3186481"/>
                <a:gd name="connsiteX12" fmla="*/ 257106 w 2355737"/>
                <a:gd name="connsiteY12" fmla="*/ 1898563 h 3186481"/>
                <a:gd name="connsiteX13" fmla="*/ 10099 w 2355737"/>
                <a:gd name="connsiteY13" fmla="*/ 2545307 h 3186481"/>
                <a:gd name="connsiteX0" fmla="*/ 2210616 w 2355737"/>
                <a:gd name="connsiteY0" fmla="*/ 3186481 h 3186481"/>
                <a:gd name="connsiteX1" fmla="*/ 2354857 w 2355737"/>
                <a:gd name="connsiteY1" fmla="*/ 2663787 h 3186481"/>
                <a:gd name="connsiteX2" fmla="*/ 2257121 w 2355737"/>
                <a:gd name="connsiteY2" fmla="*/ 2035816 h 3186481"/>
                <a:gd name="connsiteX3" fmla="*/ 1987835 w 2355737"/>
                <a:gd name="connsiteY3" fmla="*/ 1730342 h 3186481"/>
                <a:gd name="connsiteX4" fmla="*/ 2062551 w 2355737"/>
                <a:gd name="connsiteY4" fmla="*/ 1537200 h 3186481"/>
                <a:gd name="connsiteX5" fmla="*/ 1875345 w 2355737"/>
                <a:gd name="connsiteY5" fmla="*/ 1201513 h 3186481"/>
                <a:gd name="connsiteX6" fmla="*/ 1889728 w 2355737"/>
                <a:gd name="connsiteY6" fmla="*/ 952720 h 3186481"/>
                <a:gd name="connsiteX7" fmla="*/ 1971071 w 2355737"/>
                <a:gd name="connsiteY7" fmla="*/ 514856 h 3186481"/>
                <a:gd name="connsiteX8" fmla="*/ 1997360 w 2355737"/>
                <a:gd name="connsiteY8" fmla="*/ 304354 h 3186481"/>
                <a:gd name="connsiteX9" fmla="*/ 1827404 w 2355737"/>
                <a:gd name="connsiteY9" fmla="*/ 1437 h 3186481"/>
                <a:gd name="connsiteX10" fmla="*/ 1467963 w 2355737"/>
                <a:gd name="connsiteY10" fmla="*/ 289051 h 3186481"/>
                <a:gd name="connsiteX11" fmla="*/ 864364 w 2355737"/>
                <a:gd name="connsiteY11" fmla="*/ 1221489 h 3186481"/>
                <a:gd name="connsiteX12" fmla="*/ 257106 w 2355737"/>
                <a:gd name="connsiteY12" fmla="*/ 1898563 h 3186481"/>
                <a:gd name="connsiteX13" fmla="*/ 10099 w 2355737"/>
                <a:gd name="connsiteY13" fmla="*/ 2545307 h 3186481"/>
                <a:gd name="connsiteX0" fmla="*/ 2210616 w 2355393"/>
                <a:gd name="connsiteY0" fmla="*/ 3186481 h 3186481"/>
                <a:gd name="connsiteX1" fmla="*/ 2354857 w 2355393"/>
                <a:gd name="connsiteY1" fmla="*/ 2663787 h 3186481"/>
                <a:gd name="connsiteX2" fmla="*/ 2257121 w 2355393"/>
                <a:gd name="connsiteY2" fmla="*/ 2035816 h 3186481"/>
                <a:gd name="connsiteX3" fmla="*/ 2191815 w 2355393"/>
                <a:gd name="connsiteY3" fmla="*/ 1778101 h 3186481"/>
                <a:gd name="connsiteX4" fmla="*/ 2062551 w 2355393"/>
                <a:gd name="connsiteY4" fmla="*/ 1537200 h 3186481"/>
                <a:gd name="connsiteX5" fmla="*/ 1875345 w 2355393"/>
                <a:gd name="connsiteY5" fmla="*/ 1201513 h 3186481"/>
                <a:gd name="connsiteX6" fmla="*/ 1889728 w 2355393"/>
                <a:gd name="connsiteY6" fmla="*/ 952720 h 3186481"/>
                <a:gd name="connsiteX7" fmla="*/ 1971071 w 2355393"/>
                <a:gd name="connsiteY7" fmla="*/ 514856 h 3186481"/>
                <a:gd name="connsiteX8" fmla="*/ 1997360 w 2355393"/>
                <a:gd name="connsiteY8" fmla="*/ 304354 h 3186481"/>
                <a:gd name="connsiteX9" fmla="*/ 1827404 w 2355393"/>
                <a:gd name="connsiteY9" fmla="*/ 1437 h 3186481"/>
                <a:gd name="connsiteX10" fmla="*/ 1467963 w 2355393"/>
                <a:gd name="connsiteY10" fmla="*/ 289051 h 3186481"/>
                <a:gd name="connsiteX11" fmla="*/ 864364 w 2355393"/>
                <a:gd name="connsiteY11" fmla="*/ 1221489 h 3186481"/>
                <a:gd name="connsiteX12" fmla="*/ 257106 w 2355393"/>
                <a:gd name="connsiteY12" fmla="*/ 1898563 h 3186481"/>
                <a:gd name="connsiteX13" fmla="*/ 10099 w 2355393"/>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1971071 w 2354895"/>
                <a:gd name="connsiteY7" fmla="*/ 514856 h 3186481"/>
                <a:gd name="connsiteX8" fmla="*/ 1997360 w 2354895"/>
                <a:gd name="connsiteY8" fmla="*/ 304354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1971071 w 2354895"/>
                <a:gd name="connsiteY7" fmla="*/ 514856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2119397 w 2354895"/>
                <a:gd name="connsiteY7" fmla="*/ 589179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2119397 w 2354895"/>
                <a:gd name="connsiteY7" fmla="*/ 589179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739018 w 2354895"/>
                <a:gd name="connsiteY11" fmla="*/ 1207605 h 3186481"/>
                <a:gd name="connsiteX12" fmla="*/ 257106 w 2354895"/>
                <a:gd name="connsiteY12" fmla="*/ 1898563 h 3186481"/>
                <a:gd name="connsiteX13" fmla="*/ 10099 w 2354895"/>
                <a:gd name="connsiteY13" fmla="*/ 2545307 h 3186481"/>
                <a:gd name="connsiteX0" fmla="*/ 2208097 w 2352376"/>
                <a:gd name="connsiteY0" fmla="*/ 3186481 h 3186481"/>
                <a:gd name="connsiteX1" fmla="*/ 2352338 w 2352376"/>
                <a:gd name="connsiteY1" fmla="*/ 2663787 h 3186481"/>
                <a:gd name="connsiteX2" fmla="*/ 2194024 w 2352376"/>
                <a:gd name="connsiteY2" fmla="*/ 2131791 h 3186481"/>
                <a:gd name="connsiteX3" fmla="*/ 2189296 w 2352376"/>
                <a:gd name="connsiteY3" fmla="*/ 1778101 h 3186481"/>
                <a:gd name="connsiteX4" fmla="*/ 2060032 w 2352376"/>
                <a:gd name="connsiteY4" fmla="*/ 1537200 h 3186481"/>
                <a:gd name="connsiteX5" fmla="*/ 1872826 w 2352376"/>
                <a:gd name="connsiteY5" fmla="*/ 1201513 h 3186481"/>
                <a:gd name="connsiteX6" fmla="*/ 1887209 w 2352376"/>
                <a:gd name="connsiteY6" fmla="*/ 952720 h 3186481"/>
                <a:gd name="connsiteX7" fmla="*/ 2116878 w 2352376"/>
                <a:gd name="connsiteY7" fmla="*/ 589179 h 3186481"/>
                <a:gd name="connsiteX8" fmla="*/ 2142817 w 2352376"/>
                <a:gd name="connsiteY8" fmla="*/ 318380 h 3186481"/>
                <a:gd name="connsiteX9" fmla="*/ 1824885 w 2352376"/>
                <a:gd name="connsiteY9" fmla="*/ 1437 h 3186481"/>
                <a:gd name="connsiteX10" fmla="*/ 1465444 w 2352376"/>
                <a:gd name="connsiteY10" fmla="*/ 289051 h 3186481"/>
                <a:gd name="connsiteX11" fmla="*/ 736499 w 2352376"/>
                <a:gd name="connsiteY11" fmla="*/ 1207605 h 3186481"/>
                <a:gd name="connsiteX12" fmla="*/ 335958 w 2352376"/>
                <a:gd name="connsiteY12" fmla="*/ 1822002 h 3186481"/>
                <a:gd name="connsiteX13" fmla="*/ 7580 w 2352376"/>
                <a:gd name="connsiteY13" fmla="*/ 2545307 h 3186481"/>
                <a:gd name="connsiteX0" fmla="*/ 2211585 w 2355864"/>
                <a:gd name="connsiteY0" fmla="*/ 3186481 h 3186481"/>
                <a:gd name="connsiteX1" fmla="*/ 2355826 w 2355864"/>
                <a:gd name="connsiteY1" fmla="*/ 2663787 h 3186481"/>
                <a:gd name="connsiteX2" fmla="*/ 2197512 w 2355864"/>
                <a:gd name="connsiteY2" fmla="*/ 2131791 h 3186481"/>
                <a:gd name="connsiteX3" fmla="*/ 2192784 w 2355864"/>
                <a:gd name="connsiteY3" fmla="*/ 1778101 h 3186481"/>
                <a:gd name="connsiteX4" fmla="*/ 2063520 w 2355864"/>
                <a:gd name="connsiteY4" fmla="*/ 1537200 h 3186481"/>
                <a:gd name="connsiteX5" fmla="*/ 1876314 w 2355864"/>
                <a:gd name="connsiteY5" fmla="*/ 1201513 h 3186481"/>
                <a:gd name="connsiteX6" fmla="*/ 1890697 w 2355864"/>
                <a:gd name="connsiteY6" fmla="*/ 952720 h 3186481"/>
                <a:gd name="connsiteX7" fmla="*/ 2120366 w 2355864"/>
                <a:gd name="connsiteY7" fmla="*/ 589179 h 3186481"/>
                <a:gd name="connsiteX8" fmla="*/ 2146305 w 2355864"/>
                <a:gd name="connsiteY8" fmla="*/ 318380 h 3186481"/>
                <a:gd name="connsiteX9" fmla="*/ 1828373 w 2355864"/>
                <a:gd name="connsiteY9" fmla="*/ 1437 h 3186481"/>
                <a:gd name="connsiteX10" fmla="*/ 1468932 w 2355864"/>
                <a:gd name="connsiteY10" fmla="*/ 289051 h 3186481"/>
                <a:gd name="connsiteX11" fmla="*/ 739987 w 2355864"/>
                <a:gd name="connsiteY11" fmla="*/ 1207605 h 3186481"/>
                <a:gd name="connsiteX12" fmla="*/ 339446 w 2355864"/>
                <a:gd name="connsiteY12" fmla="*/ 1822002 h 3186481"/>
                <a:gd name="connsiteX13" fmla="*/ 11068 w 2355864"/>
                <a:gd name="connsiteY13" fmla="*/ 2545307 h 3186481"/>
                <a:gd name="connsiteX0" fmla="*/ 2211585 w 2355864"/>
                <a:gd name="connsiteY0" fmla="*/ 3188190 h 3188190"/>
                <a:gd name="connsiteX1" fmla="*/ 2355826 w 2355864"/>
                <a:gd name="connsiteY1" fmla="*/ 2665496 h 3188190"/>
                <a:gd name="connsiteX2" fmla="*/ 2197512 w 2355864"/>
                <a:gd name="connsiteY2" fmla="*/ 2133500 h 3188190"/>
                <a:gd name="connsiteX3" fmla="*/ 2192784 w 2355864"/>
                <a:gd name="connsiteY3" fmla="*/ 1779810 h 3188190"/>
                <a:gd name="connsiteX4" fmla="*/ 2063520 w 2355864"/>
                <a:gd name="connsiteY4" fmla="*/ 1538909 h 3188190"/>
                <a:gd name="connsiteX5" fmla="*/ 1876314 w 2355864"/>
                <a:gd name="connsiteY5" fmla="*/ 1203222 h 3188190"/>
                <a:gd name="connsiteX6" fmla="*/ 1890697 w 2355864"/>
                <a:gd name="connsiteY6" fmla="*/ 954429 h 3188190"/>
                <a:gd name="connsiteX7" fmla="*/ 2120366 w 2355864"/>
                <a:gd name="connsiteY7" fmla="*/ 590888 h 3188190"/>
                <a:gd name="connsiteX8" fmla="*/ 2146305 w 2355864"/>
                <a:gd name="connsiteY8" fmla="*/ 320089 h 3188190"/>
                <a:gd name="connsiteX9" fmla="*/ 1828373 w 2355864"/>
                <a:gd name="connsiteY9" fmla="*/ 3146 h 3188190"/>
                <a:gd name="connsiteX10" fmla="*/ 1480766 w 2355864"/>
                <a:gd name="connsiteY10" fmla="*/ 180151 h 3188190"/>
                <a:gd name="connsiteX11" fmla="*/ 739987 w 2355864"/>
                <a:gd name="connsiteY11" fmla="*/ 1209314 h 3188190"/>
                <a:gd name="connsiteX12" fmla="*/ 339446 w 2355864"/>
                <a:gd name="connsiteY12" fmla="*/ 1823711 h 3188190"/>
                <a:gd name="connsiteX13" fmla="*/ 11068 w 2355864"/>
                <a:gd name="connsiteY13" fmla="*/ 2547016 h 3188190"/>
                <a:gd name="connsiteX0" fmla="*/ 2211585 w 2355864"/>
                <a:gd name="connsiteY0" fmla="*/ 3188190 h 3188190"/>
                <a:gd name="connsiteX1" fmla="*/ 2355826 w 2355864"/>
                <a:gd name="connsiteY1" fmla="*/ 2665496 h 3188190"/>
                <a:gd name="connsiteX2" fmla="*/ 1955688 w 2355864"/>
                <a:gd name="connsiteY2" fmla="*/ 2238707 h 3188190"/>
                <a:gd name="connsiteX3" fmla="*/ 2192784 w 2355864"/>
                <a:gd name="connsiteY3" fmla="*/ 1779810 h 3188190"/>
                <a:gd name="connsiteX4" fmla="*/ 2063520 w 2355864"/>
                <a:gd name="connsiteY4" fmla="*/ 1538909 h 3188190"/>
                <a:gd name="connsiteX5" fmla="*/ 1876314 w 2355864"/>
                <a:gd name="connsiteY5" fmla="*/ 1203222 h 3188190"/>
                <a:gd name="connsiteX6" fmla="*/ 1890697 w 2355864"/>
                <a:gd name="connsiteY6" fmla="*/ 954429 h 3188190"/>
                <a:gd name="connsiteX7" fmla="*/ 2120366 w 2355864"/>
                <a:gd name="connsiteY7" fmla="*/ 590888 h 3188190"/>
                <a:gd name="connsiteX8" fmla="*/ 2146305 w 2355864"/>
                <a:gd name="connsiteY8" fmla="*/ 320089 h 3188190"/>
                <a:gd name="connsiteX9" fmla="*/ 1828373 w 2355864"/>
                <a:gd name="connsiteY9" fmla="*/ 3146 h 3188190"/>
                <a:gd name="connsiteX10" fmla="*/ 1480766 w 2355864"/>
                <a:gd name="connsiteY10" fmla="*/ 180151 h 3188190"/>
                <a:gd name="connsiteX11" fmla="*/ 739987 w 2355864"/>
                <a:gd name="connsiteY11" fmla="*/ 1209314 h 3188190"/>
                <a:gd name="connsiteX12" fmla="*/ 339446 w 2355864"/>
                <a:gd name="connsiteY12" fmla="*/ 1823711 h 3188190"/>
                <a:gd name="connsiteX13" fmla="*/ 11068 w 2355864"/>
                <a:gd name="connsiteY13" fmla="*/ 2547016 h 3188190"/>
                <a:gd name="connsiteX0" fmla="*/ 2211585 w 2355864"/>
                <a:gd name="connsiteY0" fmla="*/ 3188190 h 3188190"/>
                <a:gd name="connsiteX1" fmla="*/ 2355826 w 2355864"/>
                <a:gd name="connsiteY1" fmla="*/ 2665496 h 3188190"/>
                <a:gd name="connsiteX2" fmla="*/ 2224854 w 2355864"/>
                <a:gd name="connsiteY2" fmla="*/ 2349719 h 3188190"/>
                <a:gd name="connsiteX3" fmla="*/ 1955688 w 2355864"/>
                <a:gd name="connsiteY3" fmla="*/ 2238707 h 3188190"/>
                <a:gd name="connsiteX4" fmla="*/ 2192784 w 2355864"/>
                <a:gd name="connsiteY4" fmla="*/ 1779810 h 3188190"/>
                <a:gd name="connsiteX5" fmla="*/ 2063520 w 2355864"/>
                <a:gd name="connsiteY5" fmla="*/ 1538909 h 3188190"/>
                <a:gd name="connsiteX6" fmla="*/ 1876314 w 2355864"/>
                <a:gd name="connsiteY6" fmla="*/ 1203222 h 3188190"/>
                <a:gd name="connsiteX7" fmla="*/ 1890697 w 2355864"/>
                <a:gd name="connsiteY7" fmla="*/ 954429 h 3188190"/>
                <a:gd name="connsiteX8" fmla="*/ 2120366 w 2355864"/>
                <a:gd name="connsiteY8" fmla="*/ 590888 h 3188190"/>
                <a:gd name="connsiteX9" fmla="*/ 2146305 w 2355864"/>
                <a:gd name="connsiteY9" fmla="*/ 320089 h 3188190"/>
                <a:gd name="connsiteX10" fmla="*/ 1828373 w 2355864"/>
                <a:gd name="connsiteY10" fmla="*/ 3146 h 3188190"/>
                <a:gd name="connsiteX11" fmla="*/ 1480766 w 2355864"/>
                <a:gd name="connsiteY11" fmla="*/ 180151 h 3188190"/>
                <a:gd name="connsiteX12" fmla="*/ 739987 w 2355864"/>
                <a:gd name="connsiteY12" fmla="*/ 1209314 h 3188190"/>
                <a:gd name="connsiteX13" fmla="*/ 339446 w 2355864"/>
                <a:gd name="connsiteY13" fmla="*/ 1823711 h 3188190"/>
                <a:gd name="connsiteX14" fmla="*/ 11068 w 2355864"/>
                <a:gd name="connsiteY14" fmla="*/ 2547016 h 3188190"/>
                <a:gd name="connsiteX0" fmla="*/ 2211585 w 2357297"/>
                <a:gd name="connsiteY0" fmla="*/ 3188190 h 3188190"/>
                <a:gd name="connsiteX1" fmla="*/ 2243989 w 2357297"/>
                <a:gd name="connsiteY1" fmla="*/ 2824676 h 3188190"/>
                <a:gd name="connsiteX2" fmla="*/ 2355826 w 2357297"/>
                <a:gd name="connsiteY2" fmla="*/ 2665496 h 3188190"/>
                <a:gd name="connsiteX3" fmla="*/ 2224854 w 2357297"/>
                <a:gd name="connsiteY3" fmla="*/ 2349719 h 3188190"/>
                <a:gd name="connsiteX4" fmla="*/ 1955688 w 2357297"/>
                <a:gd name="connsiteY4" fmla="*/ 2238707 h 3188190"/>
                <a:gd name="connsiteX5" fmla="*/ 2192784 w 2357297"/>
                <a:gd name="connsiteY5" fmla="*/ 1779810 h 3188190"/>
                <a:gd name="connsiteX6" fmla="*/ 2063520 w 2357297"/>
                <a:gd name="connsiteY6" fmla="*/ 1538909 h 3188190"/>
                <a:gd name="connsiteX7" fmla="*/ 1876314 w 2357297"/>
                <a:gd name="connsiteY7" fmla="*/ 1203222 h 3188190"/>
                <a:gd name="connsiteX8" fmla="*/ 1890697 w 2357297"/>
                <a:gd name="connsiteY8" fmla="*/ 954429 h 3188190"/>
                <a:gd name="connsiteX9" fmla="*/ 2120366 w 2357297"/>
                <a:gd name="connsiteY9" fmla="*/ 590888 h 3188190"/>
                <a:gd name="connsiteX10" fmla="*/ 2146305 w 2357297"/>
                <a:gd name="connsiteY10" fmla="*/ 320089 h 3188190"/>
                <a:gd name="connsiteX11" fmla="*/ 1828373 w 2357297"/>
                <a:gd name="connsiteY11" fmla="*/ 3146 h 3188190"/>
                <a:gd name="connsiteX12" fmla="*/ 1480766 w 2357297"/>
                <a:gd name="connsiteY12" fmla="*/ 180151 h 3188190"/>
                <a:gd name="connsiteX13" fmla="*/ 739987 w 2357297"/>
                <a:gd name="connsiteY13" fmla="*/ 1209314 h 3188190"/>
                <a:gd name="connsiteX14" fmla="*/ 339446 w 2357297"/>
                <a:gd name="connsiteY14" fmla="*/ 1823711 h 3188190"/>
                <a:gd name="connsiteX15" fmla="*/ 11068 w 2357297"/>
                <a:gd name="connsiteY15" fmla="*/ 2547016 h 3188190"/>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739987 w 2357297"/>
                <a:gd name="connsiteY13" fmla="*/ 1209314 h 3167395"/>
                <a:gd name="connsiteX14" fmla="*/ 339446 w 2357297"/>
                <a:gd name="connsiteY14" fmla="*/ 1823711 h 3167395"/>
                <a:gd name="connsiteX15" fmla="*/ 11068 w 2357297"/>
                <a:gd name="connsiteY15"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918041 w 2357297"/>
                <a:gd name="connsiteY13" fmla="*/ 1038756 h 3167395"/>
                <a:gd name="connsiteX14" fmla="*/ 739987 w 2357297"/>
                <a:gd name="connsiteY14" fmla="*/ 1209314 h 3167395"/>
                <a:gd name="connsiteX15" fmla="*/ 339446 w 2357297"/>
                <a:gd name="connsiteY15" fmla="*/ 1823711 h 3167395"/>
                <a:gd name="connsiteX16" fmla="*/ 11068 w 2357297"/>
                <a:gd name="connsiteY16"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918041 w 2357297"/>
                <a:gd name="connsiteY13" fmla="*/ 1038756 h 3167395"/>
                <a:gd name="connsiteX14" fmla="*/ 635467 w 2357297"/>
                <a:gd name="connsiteY14" fmla="*/ 1275345 h 3167395"/>
                <a:gd name="connsiteX15" fmla="*/ 339446 w 2357297"/>
                <a:gd name="connsiteY15" fmla="*/ 1823711 h 3167395"/>
                <a:gd name="connsiteX16" fmla="*/ 11068 w 2357297"/>
                <a:gd name="connsiteY16"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918041 w 2357297"/>
                <a:gd name="connsiteY13" fmla="*/ 1038756 h 3167395"/>
                <a:gd name="connsiteX14" fmla="*/ 635467 w 2357297"/>
                <a:gd name="connsiteY14" fmla="*/ 1275345 h 3167395"/>
                <a:gd name="connsiteX15" fmla="*/ 504258 w 2357297"/>
                <a:gd name="connsiteY15" fmla="*/ 1676860 h 3167395"/>
                <a:gd name="connsiteX16" fmla="*/ 339446 w 2357297"/>
                <a:gd name="connsiteY16" fmla="*/ 1823711 h 3167395"/>
                <a:gd name="connsiteX17" fmla="*/ 11068 w 2357297"/>
                <a:gd name="connsiteY17"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918041 w 2357297"/>
                <a:gd name="connsiteY13" fmla="*/ 1038756 h 3167395"/>
                <a:gd name="connsiteX14" fmla="*/ 571959 w 2357297"/>
                <a:gd name="connsiteY14" fmla="*/ 1370639 h 3167395"/>
                <a:gd name="connsiteX15" fmla="*/ 504258 w 2357297"/>
                <a:gd name="connsiteY15" fmla="*/ 1676860 h 3167395"/>
                <a:gd name="connsiteX16" fmla="*/ 339446 w 2357297"/>
                <a:gd name="connsiteY16" fmla="*/ 1823711 h 3167395"/>
                <a:gd name="connsiteX17" fmla="*/ 11068 w 2357297"/>
                <a:gd name="connsiteY17"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86859 w 2357297"/>
                <a:gd name="connsiteY13" fmla="*/ 430569 h 3167395"/>
                <a:gd name="connsiteX14" fmla="*/ 918041 w 2357297"/>
                <a:gd name="connsiteY14" fmla="*/ 1038756 h 3167395"/>
                <a:gd name="connsiteX15" fmla="*/ 571959 w 2357297"/>
                <a:gd name="connsiteY15" fmla="*/ 1370639 h 3167395"/>
                <a:gd name="connsiteX16" fmla="*/ 504258 w 2357297"/>
                <a:gd name="connsiteY16" fmla="*/ 1676860 h 3167395"/>
                <a:gd name="connsiteX17" fmla="*/ 339446 w 2357297"/>
                <a:gd name="connsiteY17" fmla="*/ 1823711 h 3167395"/>
                <a:gd name="connsiteX18" fmla="*/ 11068 w 2357297"/>
                <a:gd name="connsiteY18"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86859 w 2357297"/>
                <a:gd name="connsiteY13" fmla="*/ 430569 h 3167395"/>
                <a:gd name="connsiteX14" fmla="*/ 918041 w 2357297"/>
                <a:gd name="connsiteY14" fmla="*/ 1038756 h 3167395"/>
                <a:gd name="connsiteX15" fmla="*/ 571959 w 2357297"/>
                <a:gd name="connsiteY15" fmla="*/ 1370639 h 3167395"/>
                <a:gd name="connsiteX16" fmla="*/ 504258 w 2357297"/>
                <a:gd name="connsiteY16" fmla="*/ 1676860 h 3167395"/>
                <a:gd name="connsiteX17" fmla="*/ 339446 w 2357297"/>
                <a:gd name="connsiteY17" fmla="*/ 1823711 h 3167395"/>
                <a:gd name="connsiteX18" fmla="*/ 11068 w 2357297"/>
                <a:gd name="connsiteY18"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86859 w 2357297"/>
                <a:gd name="connsiteY13" fmla="*/ 430569 h 3167395"/>
                <a:gd name="connsiteX14" fmla="*/ 952595 w 2357297"/>
                <a:gd name="connsiteY14" fmla="*/ 952241 h 3167395"/>
                <a:gd name="connsiteX15" fmla="*/ 571959 w 2357297"/>
                <a:gd name="connsiteY15" fmla="*/ 1370639 h 3167395"/>
                <a:gd name="connsiteX16" fmla="*/ 504258 w 2357297"/>
                <a:gd name="connsiteY16" fmla="*/ 1676860 h 3167395"/>
                <a:gd name="connsiteX17" fmla="*/ 339446 w 2357297"/>
                <a:gd name="connsiteY17" fmla="*/ 1823711 h 3167395"/>
                <a:gd name="connsiteX18" fmla="*/ 11068 w 2357297"/>
                <a:gd name="connsiteY18"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86859 w 2357297"/>
                <a:gd name="connsiteY13" fmla="*/ 430569 h 3167395"/>
                <a:gd name="connsiteX14" fmla="*/ 952595 w 2357297"/>
                <a:gd name="connsiteY14" fmla="*/ 952241 h 3167395"/>
                <a:gd name="connsiteX15" fmla="*/ 571959 w 2357297"/>
                <a:gd name="connsiteY15" fmla="*/ 1370639 h 3167395"/>
                <a:gd name="connsiteX16" fmla="*/ 504258 w 2357297"/>
                <a:gd name="connsiteY16" fmla="*/ 1676860 h 3167395"/>
                <a:gd name="connsiteX17" fmla="*/ 339446 w 2357297"/>
                <a:gd name="connsiteY17" fmla="*/ 1823711 h 3167395"/>
                <a:gd name="connsiteX18" fmla="*/ 11068 w 2357297"/>
                <a:gd name="connsiteY18"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86859 w 2357297"/>
                <a:gd name="connsiteY13" fmla="*/ 430569 h 3167395"/>
                <a:gd name="connsiteX14" fmla="*/ 952595 w 2357297"/>
                <a:gd name="connsiteY14" fmla="*/ 952241 h 3167395"/>
                <a:gd name="connsiteX15" fmla="*/ 571959 w 2357297"/>
                <a:gd name="connsiteY15" fmla="*/ 1370639 h 3167395"/>
                <a:gd name="connsiteX16" fmla="*/ 504258 w 2357297"/>
                <a:gd name="connsiteY16" fmla="*/ 1676860 h 3167395"/>
                <a:gd name="connsiteX17" fmla="*/ 339446 w 2357297"/>
                <a:gd name="connsiteY17" fmla="*/ 1823711 h 3167395"/>
                <a:gd name="connsiteX18" fmla="*/ 11068 w 2357297"/>
                <a:gd name="connsiteY18" fmla="*/ 2547016 h 3167395"/>
                <a:gd name="connsiteX0" fmla="*/ 2069834 w 2357297"/>
                <a:gd name="connsiteY0" fmla="*/ 3167395 h 3167395"/>
                <a:gd name="connsiteX1" fmla="*/ 2243989 w 2357297"/>
                <a:gd name="connsiteY1" fmla="*/ 2824676 h 3167395"/>
                <a:gd name="connsiteX2" fmla="*/ 2355826 w 2357297"/>
                <a:gd name="connsiteY2" fmla="*/ 2665496 h 3167395"/>
                <a:gd name="connsiteX3" fmla="*/ 2224854 w 2357297"/>
                <a:gd name="connsiteY3" fmla="*/ 2349719 h 3167395"/>
                <a:gd name="connsiteX4" fmla="*/ 1955688 w 2357297"/>
                <a:gd name="connsiteY4" fmla="*/ 2238707 h 3167395"/>
                <a:gd name="connsiteX5" fmla="*/ 2192784 w 2357297"/>
                <a:gd name="connsiteY5" fmla="*/ 1779810 h 3167395"/>
                <a:gd name="connsiteX6" fmla="*/ 2063520 w 2357297"/>
                <a:gd name="connsiteY6" fmla="*/ 1538909 h 3167395"/>
                <a:gd name="connsiteX7" fmla="*/ 1876314 w 2357297"/>
                <a:gd name="connsiteY7" fmla="*/ 1203222 h 3167395"/>
                <a:gd name="connsiteX8" fmla="*/ 1890697 w 2357297"/>
                <a:gd name="connsiteY8" fmla="*/ 954429 h 3167395"/>
                <a:gd name="connsiteX9" fmla="*/ 2120366 w 2357297"/>
                <a:gd name="connsiteY9" fmla="*/ 590888 h 3167395"/>
                <a:gd name="connsiteX10" fmla="*/ 2146305 w 2357297"/>
                <a:gd name="connsiteY10" fmla="*/ 320089 h 3167395"/>
                <a:gd name="connsiteX11" fmla="*/ 1828373 w 2357297"/>
                <a:gd name="connsiteY11" fmla="*/ 3146 h 3167395"/>
                <a:gd name="connsiteX12" fmla="*/ 1480766 w 2357297"/>
                <a:gd name="connsiteY12" fmla="*/ 180151 h 3167395"/>
                <a:gd name="connsiteX13" fmla="*/ 1392891 w 2357297"/>
                <a:gd name="connsiteY13" fmla="*/ 301192 h 3167395"/>
                <a:gd name="connsiteX14" fmla="*/ 1386859 w 2357297"/>
                <a:gd name="connsiteY14" fmla="*/ 430569 h 3167395"/>
                <a:gd name="connsiteX15" fmla="*/ 952595 w 2357297"/>
                <a:gd name="connsiteY15" fmla="*/ 952241 h 3167395"/>
                <a:gd name="connsiteX16" fmla="*/ 571959 w 2357297"/>
                <a:gd name="connsiteY16" fmla="*/ 1370639 h 3167395"/>
                <a:gd name="connsiteX17" fmla="*/ 504258 w 2357297"/>
                <a:gd name="connsiteY17" fmla="*/ 1676860 h 3167395"/>
                <a:gd name="connsiteX18" fmla="*/ 339446 w 2357297"/>
                <a:gd name="connsiteY18" fmla="*/ 1823711 h 3167395"/>
                <a:gd name="connsiteX19" fmla="*/ 11068 w 2357297"/>
                <a:gd name="connsiteY19" fmla="*/ 2547016 h 3167395"/>
                <a:gd name="connsiteX0" fmla="*/ 2069834 w 2357297"/>
                <a:gd name="connsiteY0" fmla="*/ 3177647 h 3177647"/>
                <a:gd name="connsiteX1" fmla="*/ 2243989 w 2357297"/>
                <a:gd name="connsiteY1" fmla="*/ 2834928 h 3177647"/>
                <a:gd name="connsiteX2" fmla="*/ 2355826 w 2357297"/>
                <a:gd name="connsiteY2" fmla="*/ 2675748 h 3177647"/>
                <a:gd name="connsiteX3" fmla="*/ 2224854 w 2357297"/>
                <a:gd name="connsiteY3" fmla="*/ 2359971 h 3177647"/>
                <a:gd name="connsiteX4" fmla="*/ 1955688 w 2357297"/>
                <a:gd name="connsiteY4" fmla="*/ 2248959 h 3177647"/>
                <a:gd name="connsiteX5" fmla="*/ 2192784 w 2357297"/>
                <a:gd name="connsiteY5" fmla="*/ 1790062 h 3177647"/>
                <a:gd name="connsiteX6" fmla="*/ 2063520 w 2357297"/>
                <a:gd name="connsiteY6" fmla="*/ 1549161 h 3177647"/>
                <a:gd name="connsiteX7" fmla="*/ 1876314 w 2357297"/>
                <a:gd name="connsiteY7" fmla="*/ 1213474 h 3177647"/>
                <a:gd name="connsiteX8" fmla="*/ 1890697 w 2357297"/>
                <a:gd name="connsiteY8" fmla="*/ 964681 h 3177647"/>
                <a:gd name="connsiteX9" fmla="*/ 2120366 w 2357297"/>
                <a:gd name="connsiteY9" fmla="*/ 601140 h 3177647"/>
                <a:gd name="connsiteX10" fmla="*/ 2146305 w 2357297"/>
                <a:gd name="connsiteY10" fmla="*/ 330341 h 3177647"/>
                <a:gd name="connsiteX11" fmla="*/ 1828373 w 2357297"/>
                <a:gd name="connsiteY11" fmla="*/ 13398 h 3177647"/>
                <a:gd name="connsiteX12" fmla="*/ 1531017 w 2357297"/>
                <a:gd name="connsiteY12" fmla="*/ 101582 h 3177647"/>
                <a:gd name="connsiteX13" fmla="*/ 1392891 w 2357297"/>
                <a:gd name="connsiteY13" fmla="*/ 311444 h 3177647"/>
                <a:gd name="connsiteX14" fmla="*/ 1386859 w 2357297"/>
                <a:gd name="connsiteY14" fmla="*/ 440821 h 3177647"/>
                <a:gd name="connsiteX15" fmla="*/ 952595 w 2357297"/>
                <a:gd name="connsiteY15" fmla="*/ 962493 h 3177647"/>
                <a:gd name="connsiteX16" fmla="*/ 571959 w 2357297"/>
                <a:gd name="connsiteY16" fmla="*/ 1380891 h 3177647"/>
                <a:gd name="connsiteX17" fmla="*/ 504258 w 2357297"/>
                <a:gd name="connsiteY17" fmla="*/ 1687112 h 3177647"/>
                <a:gd name="connsiteX18" fmla="*/ 339446 w 2357297"/>
                <a:gd name="connsiteY18" fmla="*/ 1833963 h 3177647"/>
                <a:gd name="connsiteX19" fmla="*/ 11068 w 2357297"/>
                <a:gd name="connsiteY19" fmla="*/ 2557268 h 3177647"/>
                <a:gd name="connsiteX0" fmla="*/ 2069834 w 2357297"/>
                <a:gd name="connsiteY0" fmla="*/ 3177647 h 3177647"/>
                <a:gd name="connsiteX1" fmla="*/ 2243989 w 2357297"/>
                <a:gd name="connsiteY1" fmla="*/ 2834928 h 3177647"/>
                <a:gd name="connsiteX2" fmla="*/ 2355826 w 2357297"/>
                <a:gd name="connsiteY2" fmla="*/ 2675748 h 3177647"/>
                <a:gd name="connsiteX3" fmla="*/ 2224854 w 2357297"/>
                <a:gd name="connsiteY3" fmla="*/ 2359971 h 3177647"/>
                <a:gd name="connsiteX4" fmla="*/ 1955688 w 2357297"/>
                <a:gd name="connsiteY4" fmla="*/ 2248959 h 3177647"/>
                <a:gd name="connsiteX5" fmla="*/ 2192784 w 2357297"/>
                <a:gd name="connsiteY5" fmla="*/ 1790062 h 3177647"/>
                <a:gd name="connsiteX6" fmla="*/ 2063520 w 2357297"/>
                <a:gd name="connsiteY6" fmla="*/ 1549161 h 3177647"/>
                <a:gd name="connsiteX7" fmla="*/ 1876314 w 2357297"/>
                <a:gd name="connsiteY7" fmla="*/ 1213474 h 3177647"/>
                <a:gd name="connsiteX8" fmla="*/ 1890697 w 2357297"/>
                <a:gd name="connsiteY8" fmla="*/ 964681 h 3177647"/>
                <a:gd name="connsiteX9" fmla="*/ 2120366 w 2357297"/>
                <a:gd name="connsiteY9" fmla="*/ 601140 h 3177647"/>
                <a:gd name="connsiteX10" fmla="*/ 2146305 w 2357297"/>
                <a:gd name="connsiteY10" fmla="*/ 330341 h 3177647"/>
                <a:gd name="connsiteX11" fmla="*/ 1828373 w 2357297"/>
                <a:gd name="connsiteY11" fmla="*/ 13398 h 3177647"/>
                <a:gd name="connsiteX12" fmla="*/ 1531017 w 2357297"/>
                <a:gd name="connsiteY12" fmla="*/ 101582 h 3177647"/>
                <a:gd name="connsiteX13" fmla="*/ 1392891 w 2357297"/>
                <a:gd name="connsiteY13" fmla="*/ 311444 h 3177647"/>
                <a:gd name="connsiteX14" fmla="*/ 1306890 w 2357297"/>
                <a:gd name="connsiteY14" fmla="*/ 531294 h 3177647"/>
                <a:gd name="connsiteX15" fmla="*/ 952595 w 2357297"/>
                <a:gd name="connsiteY15" fmla="*/ 962493 h 3177647"/>
                <a:gd name="connsiteX16" fmla="*/ 571959 w 2357297"/>
                <a:gd name="connsiteY16" fmla="*/ 1380891 h 3177647"/>
                <a:gd name="connsiteX17" fmla="*/ 504258 w 2357297"/>
                <a:gd name="connsiteY17" fmla="*/ 1687112 h 3177647"/>
                <a:gd name="connsiteX18" fmla="*/ 339446 w 2357297"/>
                <a:gd name="connsiteY18" fmla="*/ 1833963 h 3177647"/>
                <a:gd name="connsiteX19" fmla="*/ 11068 w 2357297"/>
                <a:gd name="connsiteY19" fmla="*/ 2557268 h 317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7297" h="3177647">
                  <a:moveTo>
                    <a:pt x="2069834" y="3177647"/>
                  </a:moveTo>
                  <a:cubicBezTo>
                    <a:pt x="2086952" y="3130270"/>
                    <a:pt x="2219949" y="2922044"/>
                    <a:pt x="2243989" y="2834928"/>
                  </a:cubicBezTo>
                  <a:cubicBezTo>
                    <a:pt x="2268029" y="2747812"/>
                    <a:pt x="2370732" y="2768116"/>
                    <a:pt x="2355826" y="2675748"/>
                  </a:cubicBezTo>
                  <a:cubicBezTo>
                    <a:pt x="2350603" y="2553383"/>
                    <a:pt x="2291544" y="2431103"/>
                    <a:pt x="2224854" y="2359971"/>
                  </a:cubicBezTo>
                  <a:cubicBezTo>
                    <a:pt x="2158164" y="2288840"/>
                    <a:pt x="1961033" y="2343944"/>
                    <a:pt x="1955688" y="2248959"/>
                  </a:cubicBezTo>
                  <a:cubicBezTo>
                    <a:pt x="1950343" y="2153974"/>
                    <a:pt x="2174812" y="1906695"/>
                    <a:pt x="2192784" y="1790062"/>
                  </a:cubicBezTo>
                  <a:cubicBezTo>
                    <a:pt x="2210756" y="1673429"/>
                    <a:pt x="2081904" y="1627552"/>
                    <a:pt x="2063520" y="1549161"/>
                  </a:cubicBezTo>
                  <a:cubicBezTo>
                    <a:pt x="2040565" y="1451815"/>
                    <a:pt x="1882505" y="1313297"/>
                    <a:pt x="1876314" y="1213474"/>
                  </a:cubicBezTo>
                  <a:cubicBezTo>
                    <a:pt x="1871075" y="1130321"/>
                    <a:pt x="1878886" y="1047168"/>
                    <a:pt x="1890697" y="964681"/>
                  </a:cubicBezTo>
                  <a:cubicBezTo>
                    <a:pt x="1906651" y="850238"/>
                    <a:pt x="2077765" y="706863"/>
                    <a:pt x="2120366" y="601140"/>
                  </a:cubicBezTo>
                  <a:cubicBezTo>
                    <a:pt x="2162967" y="495417"/>
                    <a:pt x="2149734" y="401207"/>
                    <a:pt x="2146305" y="330341"/>
                  </a:cubicBezTo>
                  <a:cubicBezTo>
                    <a:pt x="2126590" y="257406"/>
                    <a:pt x="1892762" y="42878"/>
                    <a:pt x="1828373" y="13398"/>
                  </a:cubicBezTo>
                  <a:cubicBezTo>
                    <a:pt x="1689453" y="-6104"/>
                    <a:pt x="1647455" y="-22291"/>
                    <a:pt x="1531017" y="101582"/>
                  </a:cubicBezTo>
                  <a:cubicBezTo>
                    <a:pt x="1465017" y="153758"/>
                    <a:pt x="1408542" y="269708"/>
                    <a:pt x="1392891" y="311444"/>
                  </a:cubicBezTo>
                  <a:cubicBezTo>
                    <a:pt x="1377240" y="353180"/>
                    <a:pt x="1386853" y="425288"/>
                    <a:pt x="1306890" y="531294"/>
                  </a:cubicBezTo>
                  <a:cubicBezTo>
                    <a:pt x="1241147" y="675703"/>
                    <a:pt x="1049871" y="793380"/>
                    <a:pt x="952595" y="962493"/>
                  </a:cubicBezTo>
                  <a:cubicBezTo>
                    <a:pt x="880635" y="1163175"/>
                    <a:pt x="646682" y="1260121"/>
                    <a:pt x="571959" y="1380891"/>
                  </a:cubicBezTo>
                  <a:cubicBezTo>
                    <a:pt x="497236" y="1501661"/>
                    <a:pt x="553595" y="1595718"/>
                    <a:pt x="504258" y="1687112"/>
                  </a:cubicBezTo>
                  <a:cubicBezTo>
                    <a:pt x="454921" y="1778506"/>
                    <a:pt x="410669" y="1685724"/>
                    <a:pt x="339446" y="1833963"/>
                  </a:cubicBezTo>
                  <a:cubicBezTo>
                    <a:pt x="233035" y="1996027"/>
                    <a:pt x="-60337" y="2035754"/>
                    <a:pt x="11068" y="2557268"/>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AAF1F4E2-8E8C-1CE2-84A1-506683D1C0C4}"/>
                </a:ext>
              </a:extLst>
            </p:cNvPr>
            <p:cNvSpPr/>
            <p:nvPr userDrawn="1"/>
          </p:nvSpPr>
          <p:spPr>
            <a:xfrm rot="9221769">
              <a:off x="10053221" y="-267775"/>
              <a:ext cx="1439753" cy="1453866"/>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198983 w 1316657"/>
                <a:gd name="connsiteY0" fmla="*/ 1227398 h 1227398"/>
                <a:gd name="connsiteX1" fmla="*/ 1183721 w 1316657"/>
                <a:gd name="connsiteY1" fmla="*/ 443204 h 1227398"/>
                <a:gd name="connsiteX2" fmla="*/ 1065853 w 1316657"/>
                <a:gd name="connsiteY2" fmla="*/ 24362 h 1227398"/>
                <a:gd name="connsiteX3" fmla="*/ 671849 w 1316657"/>
                <a:gd name="connsiteY3" fmla="*/ 71741 h 1227398"/>
                <a:gd name="connsiteX4" fmla="*/ 175830 w 1316657"/>
                <a:gd name="connsiteY4" fmla="*/ 253435 h 1227398"/>
                <a:gd name="connsiteX5" fmla="*/ 40087 w 1316657"/>
                <a:gd name="connsiteY5" fmla="*/ 744956 h 1227398"/>
                <a:gd name="connsiteX0" fmla="*/ 1160008 w 1277682"/>
                <a:gd name="connsiteY0" fmla="*/ 1227398 h 1227398"/>
                <a:gd name="connsiteX1" fmla="*/ 1144746 w 1277682"/>
                <a:gd name="connsiteY1" fmla="*/ 443204 h 1227398"/>
                <a:gd name="connsiteX2" fmla="*/ 1026878 w 1277682"/>
                <a:gd name="connsiteY2" fmla="*/ 24362 h 1227398"/>
                <a:gd name="connsiteX3" fmla="*/ 632874 w 1277682"/>
                <a:gd name="connsiteY3" fmla="*/ 71741 h 1227398"/>
                <a:gd name="connsiteX4" fmla="*/ 136855 w 1277682"/>
                <a:gd name="connsiteY4" fmla="*/ 253435 h 1227398"/>
                <a:gd name="connsiteX5" fmla="*/ 1112 w 1277682"/>
                <a:gd name="connsiteY5" fmla="*/ 744956 h 1227398"/>
                <a:gd name="connsiteX0" fmla="*/ 1159961 w 1277635"/>
                <a:gd name="connsiteY0" fmla="*/ 1226139 h 1226139"/>
                <a:gd name="connsiteX1" fmla="*/ 1144699 w 1277635"/>
                <a:gd name="connsiteY1" fmla="*/ 441945 h 1226139"/>
                <a:gd name="connsiteX2" fmla="*/ 1026831 w 1277635"/>
                <a:gd name="connsiteY2" fmla="*/ 23103 h 1226139"/>
                <a:gd name="connsiteX3" fmla="*/ 632827 w 1277635"/>
                <a:gd name="connsiteY3" fmla="*/ 70482 h 1226139"/>
                <a:gd name="connsiteX4" fmla="*/ 141569 w 1277635"/>
                <a:gd name="connsiteY4" fmla="*/ 206319 h 1226139"/>
                <a:gd name="connsiteX5" fmla="*/ 1065 w 1277635"/>
                <a:gd name="connsiteY5" fmla="*/ 743697 h 1226139"/>
                <a:gd name="connsiteX0" fmla="*/ 1159961 w 1277635"/>
                <a:gd name="connsiteY0" fmla="*/ 1350197 h 1350197"/>
                <a:gd name="connsiteX1" fmla="*/ 1144699 w 1277635"/>
                <a:gd name="connsiteY1" fmla="*/ 566003 h 1350197"/>
                <a:gd name="connsiteX2" fmla="*/ 1026831 w 1277635"/>
                <a:gd name="connsiteY2" fmla="*/ 147161 h 1350197"/>
                <a:gd name="connsiteX3" fmla="*/ 857820 w 1277635"/>
                <a:gd name="connsiteY3" fmla="*/ 6745 h 1350197"/>
                <a:gd name="connsiteX4" fmla="*/ 141569 w 1277635"/>
                <a:gd name="connsiteY4" fmla="*/ 330377 h 1350197"/>
                <a:gd name="connsiteX5" fmla="*/ 1065 w 1277635"/>
                <a:gd name="connsiteY5" fmla="*/ 867755 h 1350197"/>
                <a:gd name="connsiteX0" fmla="*/ 1159961 w 1273690"/>
                <a:gd name="connsiteY0" fmla="*/ 1345845 h 1345845"/>
                <a:gd name="connsiteX1" fmla="*/ 1144699 w 1273690"/>
                <a:gd name="connsiteY1" fmla="*/ 561651 h 1345845"/>
                <a:gd name="connsiteX2" fmla="*/ 1135534 w 1273690"/>
                <a:gd name="connsiteY2" fmla="*/ 198721 h 1345845"/>
                <a:gd name="connsiteX3" fmla="*/ 857820 w 1273690"/>
                <a:gd name="connsiteY3" fmla="*/ 2393 h 1345845"/>
                <a:gd name="connsiteX4" fmla="*/ 141569 w 1273690"/>
                <a:gd name="connsiteY4" fmla="*/ 326025 h 1345845"/>
                <a:gd name="connsiteX5" fmla="*/ 1065 w 1273690"/>
                <a:gd name="connsiteY5" fmla="*/ 863403 h 1345845"/>
                <a:gd name="connsiteX0" fmla="*/ 1159961 w 1291569"/>
                <a:gd name="connsiteY0" fmla="*/ 1346005 h 1346005"/>
                <a:gd name="connsiteX1" fmla="*/ 1207719 w 1291569"/>
                <a:gd name="connsiteY1" fmla="*/ 617608 h 1346005"/>
                <a:gd name="connsiteX2" fmla="*/ 1135534 w 1291569"/>
                <a:gd name="connsiteY2" fmla="*/ 198881 h 1346005"/>
                <a:gd name="connsiteX3" fmla="*/ 857820 w 1291569"/>
                <a:gd name="connsiteY3" fmla="*/ 2553 h 1346005"/>
                <a:gd name="connsiteX4" fmla="*/ 141569 w 1291569"/>
                <a:gd name="connsiteY4" fmla="*/ 326185 h 1346005"/>
                <a:gd name="connsiteX5" fmla="*/ 1065 w 1291569"/>
                <a:gd name="connsiteY5" fmla="*/ 863563 h 1346005"/>
                <a:gd name="connsiteX0" fmla="*/ 1220822 w 1337286"/>
                <a:gd name="connsiteY0" fmla="*/ 1413468 h 1413468"/>
                <a:gd name="connsiteX1" fmla="*/ 1207719 w 1337286"/>
                <a:gd name="connsiteY1" fmla="*/ 617608 h 1413468"/>
                <a:gd name="connsiteX2" fmla="*/ 1135534 w 1337286"/>
                <a:gd name="connsiteY2" fmla="*/ 198881 h 1413468"/>
                <a:gd name="connsiteX3" fmla="*/ 857820 w 1337286"/>
                <a:gd name="connsiteY3" fmla="*/ 2553 h 1413468"/>
                <a:gd name="connsiteX4" fmla="*/ 141569 w 1337286"/>
                <a:gd name="connsiteY4" fmla="*/ 326185 h 1413468"/>
                <a:gd name="connsiteX5" fmla="*/ 1065 w 1337286"/>
                <a:gd name="connsiteY5" fmla="*/ 863563 h 1413468"/>
                <a:gd name="connsiteX0" fmla="*/ 1220822 w 1280809"/>
                <a:gd name="connsiteY0" fmla="*/ 1413468 h 1413468"/>
                <a:gd name="connsiteX1" fmla="*/ 1207719 w 1280809"/>
                <a:gd name="connsiteY1" fmla="*/ 617608 h 1413468"/>
                <a:gd name="connsiteX2" fmla="*/ 1135534 w 1280809"/>
                <a:gd name="connsiteY2" fmla="*/ 198881 h 1413468"/>
                <a:gd name="connsiteX3" fmla="*/ 857820 w 1280809"/>
                <a:gd name="connsiteY3" fmla="*/ 2553 h 1413468"/>
                <a:gd name="connsiteX4" fmla="*/ 141569 w 1280809"/>
                <a:gd name="connsiteY4" fmla="*/ 326185 h 1413468"/>
                <a:gd name="connsiteX5" fmla="*/ 1065 w 1280809"/>
                <a:gd name="connsiteY5" fmla="*/ 863563 h 1413468"/>
                <a:gd name="connsiteX0" fmla="*/ 1220822 w 1286940"/>
                <a:gd name="connsiteY0" fmla="*/ 1412131 h 1412131"/>
                <a:gd name="connsiteX1" fmla="*/ 1207719 w 1286940"/>
                <a:gd name="connsiteY1" fmla="*/ 616271 h 1412131"/>
                <a:gd name="connsiteX2" fmla="*/ 978471 w 1286940"/>
                <a:gd name="connsiteY2" fmla="*/ 443320 h 1412131"/>
                <a:gd name="connsiteX3" fmla="*/ 857820 w 1286940"/>
                <a:gd name="connsiteY3" fmla="*/ 1216 h 1412131"/>
                <a:gd name="connsiteX4" fmla="*/ 141569 w 1286940"/>
                <a:gd name="connsiteY4" fmla="*/ 324848 h 1412131"/>
                <a:gd name="connsiteX5" fmla="*/ 1065 w 1286940"/>
                <a:gd name="connsiteY5" fmla="*/ 862226 h 1412131"/>
                <a:gd name="connsiteX0" fmla="*/ 1220822 w 1251293"/>
                <a:gd name="connsiteY0" fmla="*/ 1412131 h 1412131"/>
                <a:gd name="connsiteX1" fmla="*/ 958023 w 1251293"/>
                <a:gd name="connsiteY1" fmla="*/ 828431 h 1412131"/>
                <a:gd name="connsiteX2" fmla="*/ 978471 w 1251293"/>
                <a:gd name="connsiteY2" fmla="*/ 443320 h 1412131"/>
                <a:gd name="connsiteX3" fmla="*/ 857820 w 1251293"/>
                <a:gd name="connsiteY3" fmla="*/ 1216 h 1412131"/>
                <a:gd name="connsiteX4" fmla="*/ 141569 w 1251293"/>
                <a:gd name="connsiteY4" fmla="*/ 324848 h 1412131"/>
                <a:gd name="connsiteX5" fmla="*/ 1065 w 1251293"/>
                <a:gd name="connsiteY5" fmla="*/ 862226 h 1412131"/>
                <a:gd name="connsiteX0" fmla="*/ 1019190 w 1067828"/>
                <a:gd name="connsiteY0" fmla="*/ 1309845 h 1309845"/>
                <a:gd name="connsiteX1" fmla="*/ 958023 w 1067828"/>
                <a:gd name="connsiteY1" fmla="*/ 828431 h 1309845"/>
                <a:gd name="connsiteX2" fmla="*/ 978471 w 1067828"/>
                <a:gd name="connsiteY2" fmla="*/ 443320 h 1309845"/>
                <a:gd name="connsiteX3" fmla="*/ 857820 w 1067828"/>
                <a:gd name="connsiteY3" fmla="*/ 1216 h 1309845"/>
                <a:gd name="connsiteX4" fmla="*/ 141569 w 1067828"/>
                <a:gd name="connsiteY4" fmla="*/ 324848 h 1309845"/>
                <a:gd name="connsiteX5" fmla="*/ 1065 w 1067828"/>
                <a:gd name="connsiteY5" fmla="*/ 862226 h 1309845"/>
                <a:gd name="connsiteX0" fmla="*/ 1019190 w 1051554"/>
                <a:gd name="connsiteY0" fmla="*/ 1309845 h 1309845"/>
                <a:gd name="connsiteX1" fmla="*/ 958023 w 1051554"/>
                <a:gd name="connsiteY1" fmla="*/ 828431 h 1309845"/>
                <a:gd name="connsiteX2" fmla="*/ 978471 w 1051554"/>
                <a:gd name="connsiteY2" fmla="*/ 443320 h 1309845"/>
                <a:gd name="connsiteX3" fmla="*/ 857820 w 1051554"/>
                <a:gd name="connsiteY3" fmla="*/ 1216 h 1309845"/>
                <a:gd name="connsiteX4" fmla="*/ 141569 w 1051554"/>
                <a:gd name="connsiteY4" fmla="*/ 324848 h 1309845"/>
                <a:gd name="connsiteX5" fmla="*/ 1065 w 1051554"/>
                <a:gd name="connsiteY5" fmla="*/ 862226 h 1309845"/>
                <a:gd name="connsiteX0" fmla="*/ 1019190 w 1051554"/>
                <a:gd name="connsiteY0" fmla="*/ 1208323 h 1208323"/>
                <a:gd name="connsiteX1" fmla="*/ 958023 w 1051554"/>
                <a:gd name="connsiteY1" fmla="*/ 726909 h 1208323"/>
                <a:gd name="connsiteX2" fmla="*/ 978471 w 1051554"/>
                <a:gd name="connsiteY2" fmla="*/ 341798 h 1208323"/>
                <a:gd name="connsiteX3" fmla="*/ 781483 w 1051554"/>
                <a:gd name="connsiteY3" fmla="*/ 2096 h 1208323"/>
                <a:gd name="connsiteX4" fmla="*/ 141569 w 1051554"/>
                <a:gd name="connsiteY4" fmla="*/ 223326 h 1208323"/>
                <a:gd name="connsiteX5" fmla="*/ 1065 w 1051554"/>
                <a:gd name="connsiteY5" fmla="*/ 760704 h 1208323"/>
                <a:gd name="connsiteX0" fmla="*/ 1019190 w 1051554"/>
                <a:gd name="connsiteY0" fmla="*/ 1210263 h 1210263"/>
                <a:gd name="connsiteX1" fmla="*/ 958023 w 1051554"/>
                <a:gd name="connsiteY1" fmla="*/ 728849 h 1210263"/>
                <a:gd name="connsiteX2" fmla="*/ 978471 w 1051554"/>
                <a:gd name="connsiteY2" fmla="*/ 343738 h 1210263"/>
                <a:gd name="connsiteX3" fmla="*/ 1040704 w 1051554"/>
                <a:gd name="connsiteY3" fmla="*/ 399138 h 1210263"/>
                <a:gd name="connsiteX4" fmla="*/ 781483 w 1051554"/>
                <a:gd name="connsiteY4" fmla="*/ 4036 h 1210263"/>
                <a:gd name="connsiteX5" fmla="*/ 141569 w 1051554"/>
                <a:gd name="connsiteY5" fmla="*/ 225266 h 1210263"/>
                <a:gd name="connsiteX6" fmla="*/ 1065 w 1051554"/>
                <a:gd name="connsiteY6" fmla="*/ 762644 h 1210263"/>
                <a:gd name="connsiteX0" fmla="*/ 1019190 w 1050228"/>
                <a:gd name="connsiteY0" fmla="*/ 1210263 h 1210263"/>
                <a:gd name="connsiteX1" fmla="*/ 958023 w 1050228"/>
                <a:gd name="connsiteY1" fmla="*/ 728849 h 1210263"/>
                <a:gd name="connsiteX2" fmla="*/ 1040704 w 1050228"/>
                <a:gd name="connsiteY2" fmla="*/ 399138 h 1210263"/>
                <a:gd name="connsiteX3" fmla="*/ 781483 w 1050228"/>
                <a:gd name="connsiteY3" fmla="*/ 4036 h 1210263"/>
                <a:gd name="connsiteX4" fmla="*/ 141569 w 1050228"/>
                <a:gd name="connsiteY4" fmla="*/ 225266 h 1210263"/>
                <a:gd name="connsiteX5" fmla="*/ 1065 w 1050228"/>
                <a:gd name="connsiteY5" fmla="*/ 762644 h 1210263"/>
                <a:gd name="connsiteX0" fmla="*/ 1019190 w 1050228"/>
                <a:gd name="connsiteY0" fmla="*/ 1130810 h 1130810"/>
                <a:gd name="connsiteX1" fmla="*/ 958023 w 1050228"/>
                <a:gd name="connsiteY1" fmla="*/ 649396 h 1130810"/>
                <a:gd name="connsiteX2" fmla="*/ 1040704 w 1050228"/>
                <a:gd name="connsiteY2" fmla="*/ 319685 h 1130810"/>
                <a:gd name="connsiteX3" fmla="*/ 764966 w 1050228"/>
                <a:gd name="connsiteY3" fmla="*/ 8136 h 1130810"/>
                <a:gd name="connsiteX4" fmla="*/ 141569 w 1050228"/>
                <a:gd name="connsiteY4" fmla="*/ 145813 h 1130810"/>
                <a:gd name="connsiteX5" fmla="*/ 1065 w 1050228"/>
                <a:gd name="connsiteY5" fmla="*/ 683191 h 1130810"/>
                <a:gd name="connsiteX0" fmla="*/ 1019190 w 1110534"/>
                <a:gd name="connsiteY0" fmla="*/ 1130810 h 1130810"/>
                <a:gd name="connsiteX1" fmla="*/ 1110327 w 1110534"/>
                <a:gd name="connsiteY1" fmla="*/ 782770 h 1130810"/>
                <a:gd name="connsiteX2" fmla="*/ 1040704 w 1110534"/>
                <a:gd name="connsiteY2" fmla="*/ 319685 h 1130810"/>
                <a:gd name="connsiteX3" fmla="*/ 764966 w 1110534"/>
                <a:gd name="connsiteY3" fmla="*/ 8136 h 1130810"/>
                <a:gd name="connsiteX4" fmla="*/ 141569 w 1110534"/>
                <a:gd name="connsiteY4" fmla="*/ 145813 h 1130810"/>
                <a:gd name="connsiteX5" fmla="*/ 1065 w 1110534"/>
                <a:gd name="connsiteY5" fmla="*/ 683191 h 1130810"/>
                <a:gd name="connsiteX0" fmla="*/ 1223278 w 1251757"/>
                <a:gd name="connsiteY0" fmla="*/ 1234188 h 1234188"/>
                <a:gd name="connsiteX1" fmla="*/ 1110327 w 1251757"/>
                <a:gd name="connsiteY1" fmla="*/ 782770 h 1234188"/>
                <a:gd name="connsiteX2" fmla="*/ 1040704 w 1251757"/>
                <a:gd name="connsiteY2" fmla="*/ 319685 h 1234188"/>
                <a:gd name="connsiteX3" fmla="*/ 764966 w 1251757"/>
                <a:gd name="connsiteY3" fmla="*/ 8136 h 1234188"/>
                <a:gd name="connsiteX4" fmla="*/ 141569 w 1251757"/>
                <a:gd name="connsiteY4" fmla="*/ 145813 h 1234188"/>
                <a:gd name="connsiteX5" fmla="*/ 1065 w 1251757"/>
                <a:gd name="connsiteY5" fmla="*/ 683191 h 1234188"/>
                <a:gd name="connsiteX0" fmla="*/ 1223278 w 1251757"/>
                <a:gd name="connsiteY0" fmla="*/ 1216379 h 1216379"/>
                <a:gd name="connsiteX1" fmla="*/ 1110327 w 1251757"/>
                <a:gd name="connsiteY1" fmla="*/ 764961 h 1216379"/>
                <a:gd name="connsiteX2" fmla="*/ 1040704 w 1251757"/>
                <a:gd name="connsiteY2" fmla="*/ 301876 h 1216379"/>
                <a:gd name="connsiteX3" fmla="*/ 668243 w 1251757"/>
                <a:gd name="connsiteY3" fmla="*/ 10440 h 1216379"/>
                <a:gd name="connsiteX4" fmla="*/ 141569 w 1251757"/>
                <a:gd name="connsiteY4" fmla="*/ 128004 h 1216379"/>
                <a:gd name="connsiteX5" fmla="*/ 1065 w 1251757"/>
                <a:gd name="connsiteY5" fmla="*/ 665382 h 1216379"/>
                <a:gd name="connsiteX0" fmla="*/ 1223278 w 1254562"/>
                <a:gd name="connsiteY0" fmla="*/ 1228071 h 1228071"/>
                <a:gd name="connsiteX1" fmla="*/ 1110327 w 1254562"/>
                <a:gd name="connsiteY1" fmla="*/ 776653 h 1228071"/>
                <a:gd name="connsiteX2" fmla="*/ 891008 w 1254562"/>
                <a:gd name="connsiteY2" fmla="*/ 479296 h 1228071"/>
                <a:gd name="connsiteX3" fmla="*/ 668243 w 1254562"/>
                <a:gd name="connsiteY3" fmla="*/ 22132 h 1228071"/>
                <a:gd name="connsiteX4" fmla="*/ 141569 w 1254562"/>
                <a:gd name="connsiteY4" fmla="*/ 139696 h 1228071"/>
                <a:gd name="connsiteX5" fmla="*/ 1065 w 1254562"/>
                <a:gd name="connsiteY5" fmla="*/ 677074 h 1228071"/>
                <a:gd name="connsiteX0" fmla="*/ 1223278 w 1247127"/>
                <a:gd name="connsiteY0" fmla="*/ 1228071 h 1228071"/>
                <a:gd name="connsiteX1" fmla="*/ 1038167 w 1247127"/>
                <a:gd name="connsiteY1" fmla="*/ 784640 h 1228071"/>
                <a:gd name="connsiteX2" fmla="*/ 891008 w 1247127"/>
                <a:gd name="connsiteY2" fmla="*/ 479296 h 1228071"/>
                <a:gd name="connsiteX3" fmla="*/ 668243 w 1247127"/>
                <a:gd name="connsiteY3" fmla="*/ 22132 h 1228071"/>
                <a:gd name="connsiteX4" fmla="*/ 141569 w 1247127"/>
                <a:gd name="connsiteY4" fmla="*/ 139696 h 1228071"/>
                <a:gd name="connsiteX5" fmla="*/ 1065 w 1247127"/>
                <a:gd name="connsiteY5" fmla="*/ 677074 h 1228071"/>
                <a:gd name="connsiteX0" fmla="*/ 1223278 w 1247127"/>
                <a:gd name="connsiteY0" fmla="*/ 1250798 h 1250798"/>
                <a:gd name="connsiteX1" fmla="*/ 1038167 w 1247127"/>
                <a:gd name="connsiteY1" fmla="*/ 807367 h 1250798"/>
                <a:gd name="connsiteX2" fmla="*/ 891008 w 1247127"/>
                <a:gd name="connsiteY2" fmla="*/ 502023 h 1250798"/>
                <a:gd name="connsiteX3" fmla="*/ 593641 w 1247127"/>
                <a:gd name="connsiteY3" fmla="*/ 18177 h 1250798"/>
                <a:gd name="connsiteX4" fmla="*/ 141569 w 1247127"/>
                <a:gd name="connsiteY4" fmla="*/ 162423 h 1250798"/>
                <a:gd name="connsiteX5" fmla="*/ 1065 w 1247127"/>
                <a:gd name="connsiteY5" fmla="*/ 699801 h 1250798"/>
                <a:gd name="connsiteX0" fmla="*/ 1107971 w 1143139"/>
                <a:gd name="connsiteY0" fmla="*/ 1206937 h 1206937"/>
                <a:gd name="connsiteX1" fmla="*/ 1038167 w 1143139"/>
                <a:gd name="connsiteY1" fmla="*/ 807367 h 1206937"/>
                <a:gd name="connsiteX2" fmla="*/ 891008 w 1143139"/>
                <a:gd name="connsiteY2" fmla="*/ 502023 h 1206937"/>
                <a:gd name="connsiteX3" fmla="*/ 593641 w 1143139"/>
                <a:gd name="connsiteY3" fmla="*/ 18177 h 1206937"/>
                <a:gd name="connsiteX4" fmla="*/ 141569 w 1143139"/>
                <a:gd name="connsiteY4" fmla="*/ 162423 h 1206937"/>
                <a:gd name="connsiteX5" fmla="*/ 1065 w 1143139"/>
                <a:gd name="connsiteY5" fmla="*/ 699801 h 1206937"/>
                <a:gd name="connsiteX0" fmla="*/ 1107971 w 1107971"/>
                <a:gd name="connsiteY0" fmla="*/ 1206937 h 1206937"/>
                <a:gd name="connsiteX1" fmla="*/ 891008 w 1107971"/>
                <a:gd name="connsiteY1" fmla="*/ 502023 h 1206937"/>
                <a:gd name="connsiteX2" fmla="*/ 593641 w 1107971"/>
                <a:gd name="connsiteY2" fmla="*/ 18177 h 1206937"/>
                <a:gd name="connsiteX3" fmla="*/ 141569 w 1107971"/>
                <a:gd name="connsiteY3" fmla="*/ 162423 h 1206937"/>
                <a:gd name="connsiteX4" fmla="*/ 1065 w 1107971"/>
                <a:gd name="connsiteY4" fmla="*/ 699801 h 1206937"/>
                <a:gd name="connsiteX0" fmla="*/ 1107971 w 1113314"/>
                <a:gd name="connsiteY0" fmla="*/ 1206937 h 1206937"/>
                <a:gd name="connsiteX1" fmla="*/ 891008 w 1113314"/>
                <a:gd name="connsiteY1" fmla="*/ 502023 h 1206937"/>
                <a:gd name="connsiteX2" fmla="*/ 593641 w 1113314"/>
                <a:gd name="connsiteY2" fmla="*/ 18177 h 1206937"/>
                <a:gd name="connsiteX3" fmla="*/ 141569 w 1113314"/>
                <a:gd name="connsiteY3" fmla="*/ 162423 h 1206937"/>
                <a:gd name="connsiteX4" fmla="*/ 1065 w 1113314"/>
                <a:gd name="connsiteY4" fmla="*/ 699801 h 1206937"/>
                <a:gd name="connsiteX0" fmla="*/ 1107971 w 1114292"/>
                <a:gd name="connsiteY0" fmla="*/ 1205686 h 1205686"/>
                <a:gd name="connsiteX1" fmla="*/ 922120 w 1114292"/>
                <a:gd name="connsiteY1" fmla="*/ 482014 h 1205686"/>
                <a:gd name="connsiteX2" fmla="*/ 593641 w 1114292"/>
                <a:gd name="connsiteY2" fmla="*/ 16926 h 1205686"/>
                <a:gd name="connsiteX3" fmla="*/ 141569 w 1114292"/>
                <a:gd name="connsiteY3" fmla="*/ 161172 h 1205686"/>
                <a:gd name="connsiteX4" fmla="*/ 1065 w 1114292"/>
                <a:gd name="connsiteY4" fmla="*/ 698550 h 1205686"/>
                <a:gd name="connsiteX0" fmla="*/ 1107971 w 1114292"/>
                <a:gd name="connsiteY0" fmla="*/ 1176985 h 1176985"/>
                <a:gd name="connsiteX1" fmla="*/ 922120 w 1114292"/>
                <a:gd name="connsiteY1" fmla="*/ 453313 h 1176985"/>
                <a:gd name="connsiteX2" fmla="*/ 512673 w 1114292"/>
                <a:gd name="connsiteY2" fmla="*/ 22092 h 1176985"/>
                <a:gd name="connsiteX3" fmla="*/ 141569 w 1114292"/>
                <a:gd name="connsiteY3" fmla="*/ 132471 h 1176985"/>
                <a:gd name="connsiteX4" fmla="*/ 1065 w 1114292"/>
                <a:gd name="connsiteY4" fmla="*/ 669849 h 1176985"/>
                <a:gd name="connsiteX0" fmla="*/ 1107971 w 1112550"/>
                <a:gd name="connsiteY0" fmla="*/ 1177949 h 1177949"/>
                <a:gd name="connsiteX1" fmla="*/ 857691 w 1112550"/>
                <a:gd name="connsiteY1" fmla="*/ 467584 h 1177949"/>
                <a:gd name="connsiteX2" fmla="*/ 512673 w 1112550"/>
                <a:gd name="connsiteY2" fmla="*/ 23056 h 1177949"/>
                <a:gd name="connsiteX3" fmla="*/ 141569 w 1112550"/>
                <a:gd name="connsiteY3" fmla="*/ 133435 h 1177949"/>
                <a:gd name="connsiteX4" fmla="*/ 1065 w 1112550"/>
                <a:gd name="connsiteY4" fmla="*/ 670813 h 1177949"/>
                <a:gd name="connsiteX0" fmla="*/ 1091195 w 1096130"/>
                <a:gd name="connsiteY0" fmla="*/ 1151933 h 1151933"/>
                <a:gd name="connsiteX1" fmla="*/ 857691 w 1096130"/>
                <a:gd name="connsiteY1" fmla="*/ 467584 h 1151933"/>
                <a:gd name="connsiteX2" fmla="*/ 512673 w 1096130"/>
                <a:gd name="connsiteY2" fmla="*/ 23056 h 1151933"/>
                <a:gd name="connsiteX3" fmla="*/ 141569 w 1096130"/>
                <a:gd name="connsiteY3" fmla="*/ 133435 h 1151933"/>
                <a:gd name="connsiteX4" fmla="*/ 1065 w 1096130"/>
                <a:gd name="connsiteY4" fmla="*/ 670813 h 1151933"/>
                <a:gd name="connsiteX0" fmla="*/ 1091407 w 1096342"/>
                <a:gd name="connsiteY0" fmla="*/ 1173456 h 1173456"/>
                <a:gd name="connsiteX1" fmla="*/ 857903 w 1096342"/>
                <a:gd name="connsiteY1" fmla="*/ 489107 h 1173456"/>
                <a:gd name="connsiteX2" fmla="*/ 512885 w 1096342"/>
                <a:gd name="connsiteY2" fmla="*/ 44579 h 1173456"/>
                <a:gd name="connsiteX3" fmla="*/ 122753 w 1096342"/>
                <a:gd name="connsiteY3" fmla="*/ 95414 h 1173456"/>
                <a:gd name="connsiteX4" fmla="*/ 1277 w 1096342"/>
                <a:gd name="connsiteY4" fmla="*/ 692336 h 1173456"/>
                <a:gd name="connsiteX0" fmla="*/ 1091407 w 1200737"/>
                <a:gd name="connsiteY0" fmla="*/ 1173456 h 1173456"/>
                <a:gd name="connsiteX1" fmla="*/ 1194400 w 1200737"/>
                <a:gd name="connsiteY1" fmla="*/ 754429 h 1173456"/>
                <a:gd name="connsiteX2" fmla="*/ 857903 w 1200737"/>
                <a:gd name="connsiteY2" fmla="*/ 489107 h 1173456"/>
                <a:gd name="connsiteX3" fmla="*/ 512885 w 1200737"/>
                <a:gd name="connsiteY3" fmla="*/ 44579 h 1173456"/>
                <a:gd name="connsiteX4" fmla="*/ 122753 w 1200737"/>
                <a:gd name="connsiteY4" fmla="*/ 95414 h 1173456"/>
                <a:gd name="connsiteX5" fmla="*/ 1277 w 1200737"/>
                <a:gd name="connsiteY5" fmla="*/ 692336 h 1173456"/>
                <a:gd name="connsiteX0" fmla="*/ 1041487 w 1150817"/>
                <a:gd name="connsiteY0" fmla="*/ 1173456 h 1173456"/>
                <a:gd name="connsiteX1" fmla="*/ 1144480 w 1150817"/>
                <a:gd name="connsiteY1" fmla="*/ 754429 h 1173456"/>
                <a:gd name="connsiteX2" fmla="*/ 807983 w 1150817"/>
                <a:gd name="connsiteY2" fmla="*/ 489107 h 1173456"/>
                <a:gd name="connsiteX3" fmla="*/ 462965 w 1150817"/>
                <a:gd name="connsiteY3" fmla="*/ 44579 h 1173456"/>
                <a:gd name="connsiteX4" fmla="*/ 72833 w 1150817"/>
                <a:gd name="connsiteY4" fmla="*/ 95414 h 1173456"/>
                <a:gd name="connsiteX5" fmla="*/ 2709 w 1150817"/>
                <a:gd name="connsiteY5" fmla="*/ 635385 h 1173456"/>
                <a:gd name="connsiteX0" fmla="*/ 1041487 w 1179411"/>
                <a:gd name="connsiteY0" fmla="*/ 1173456 h 1173456"/>
                <a:gd name="connsiteX1" fmla="*/ 1157238 w 1179411"/>
                <a:gd name="connsiteY1" fmla="*/ 1027472 h 1173456"/>
                <a:gd name="connsiteX2" fmla="*/ 1144480 w 1179411"/>
                <a:gd name="connsiteY2" fmla="*/ 754429 h 1173456"/>
                <a:gd name="connsiteX3" fmla="*/ 807983 w 1179411"/>
                <a:gd name="connsiteY3" fmla="*/ 489107 h 1173456"/>
                <a:gd name="connsiteX4" fmla="*/ 462965 w 1179411"/>
                <a:gd name="connsiteY4" fmla="*/ 44579 h 1173456"/>
                <a:gd name="connsiteX5" fmla="*/ 72833 w 1179411"/>
                <a:gd name="connsiteY5" fmla="*/ 95414 h 1173456"/>
                <a:gd name="connsiteX6" fmla="*/ 2709 w 1179411"/>
                <a:gd name="connsiteY6" fmla="*/ 635385 h 1173456"/>
                <a:gd name="connsiteX0" fmla="*/ 956251 w 1179411"/>
                <a:gd name="connsiteY0" fmla="*/ 1157761 h 1157761"/>
                <a:gd name="connsiteX1" fmla="*/ 1157238 w 1179411"/>
                <a:gd name="connsiteY1" fmla="*/ 1027472 h 1157761"/>
                <a:gd name="connsiteX2" fmla="*/ 1144480 w 1179411"/>
                <a:gd name="connsiteY2" fmla="*/ 754429 h 1157761"/>
                <a:gd name="connsiteX3" fmla="*/ 807983 w 1179411"/>
                <a:gd name="connsiteY3" fmla="*/ 489107 h 1157761"/>
                <a:gd name="connsiteX4" fmla="*/ 462965 w 1179411"/>
                <a:gd name="connsiteY4" fmla="*/ 44579 h 1157761"/>
                <a:gd name="connsiteX5" fmla="*/ 72833 w 1179411"/>
                <a:gd name="connsiteY5" fmla="*/ 95414 h 1157761"/>
                <a:gd name="connsiteX6" fmla="*/ 2709 w 1179411"/>
                <a:gd name="connsiteY6" fmla="*/ 635385 h 1157761"/>
                <a:gd name="connsiteX0" fmla="*/ 1008127 w 1231287"/>
                <a:gd name="connsiteY0" fmla="*/ 1141389 h 1141389"/>
                <a:gd name="connsiteX1" fmla="*/ 1209114 w 1231287"/>
                <a:gd name="connsiteY1" fmla="*/ 1011100 h 1141389"/>
                <a:gd name="connsiteX2" fmla="*/ 1196356 w 1231287"/>
                <a:gd name="connsiteY2" fmla="*/ 738057 h 1141389"/>
                <a:gd name="connsiteX3" fmla="*/ 859859 w 1231287"/>
                <a:gd name="connsiteY3" fmla="*/ 472735 h 1141389"/>
                <a:gd name="connsiteX4" fmla="*/ 514841 w 1231287"/>
                <a:gd name="connsiteY4" fmla="*/ 28207 h 1141389"/>
                <a:gd name="connsiteX5" fmla="*/ 124709 w 1231287"/>
                <a:gd name="connsiteY5" fmla="*/ 79042 h 1141389"/>
                <a:gd name="connsiteX6" fmla="*/ 1397 w 1231287"/>
                <a:gd name="connsiteY6" fmla="*/ 351753 h 1141389"/>
                <a:gd name="connsiteX7" fmla="*/ 54585 w 1231287"/>
                <a:gd name="connsiteY7" fmla="*/ 619013 h 1141389"/>
                <a:gd name="connsiteX0" fmla="*/ 1007447 w 1230607"/>
                <a:gd name="connsiteY0" fmla="*/ 1141389 h 1141389"/>
                <a:gd name="connsiteX1" fmla="*/ 1208434 w 1230607"/>
                <a:gd name="connsiteY1" fmla="*/ 1011100 h 1141389"/>
                <a:gd name="connsiteX2" fmla="*/ 1195676 w 1230607"/>
                <a:gd name="connsiteY2" fmla="*/ 738057 h 1141389"/>
                <a:gd name="connsiteX3" fmla="*/ 859179 w 1230607"/>
                <a:gd name="connsiteY3" fmla="*/ 472735 h 1141389"/>
                <a:gd name="connsiteX4" fmla="*/ 514161 w 1230607"/>
                <a:gd name="connsiteY4" fmla="*/ 28207 h 1141389"/>
                <a:gd name="connsiteX5" fmla="*/ 124029 w 1230607"/>
                <a:gd name="connsiteY5" fmla="*/ 79042 h 1141389"/>
                <a:gd name="connsiteX6" fmla="*/ 717 w 1230607"/>
                <a:gd name="connsiteY6" fmla="*/ 351753 h 1141389"/>
                <a:gd name="connsiteX7" fmla="*/ 123561 w 1230607"/>
                <a:gd name="connsiteY7" fmla="*/ 720570 h 1141389"/>
                <a:gd name="connsiteX0" fmla="*/ 1007447 w 1230607"/>
                <a:gd name="connsiteY0" fmla="*/ 1251826 h 1251826"/>
                <a:gd name="connsiteX1" fmla="*/ 1208434 w 1230607"/>
                <a:gd name="connsiteY1" fmla="*/ 1121537 h 1251826"/>
                <a:gd name="connsiteX2" fmla="*/ 1195676 w 1230607"/>
                <a:gd name="connsiteY2" fmla="*/ 848494 h 1251826"/>
                <a:gd name="connsiteX3" fmla="*/ 859179 w 1230607"/>
                <a:gd name="connsiteY3" fmla="*/ 583172 h 1251826"/>
                <a:gd name="connsiteX4" fmla="*/ 460368 w 1230607"/>
                <a:gd name="connsiteY4" fmla="*/ 13777 h 1251826"/>
                <a:gd name="connsiteX5" fmla="*/ 124029 w 1230607"/>
                <a:gd name="connsiteY5" fmla="*/ 189479 h 1251826"/>
                <a:gd name="connsiteX6" fmla="*/ 717 w 1230607"/>
                <a:gd name="connsiteY6" fmla="*/ 462190 h 1251826"/>
                <a:gd name="connsiteX7" fmla="*/ 123561 w 1230607"/>
                <a:gd name="connsiteY7" fmla="*/ 831007 h 125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0607" h="1251826">
                  <a:moveTo>
                    <a:pt x="1007447" y="1251826"/>
                  </a:moveTo>
                  <a:cubicBezTo>
                    <a:pt x="1016948" y="1220391"/>
                    <a:pt x="1191269" y="1191375"/>
                    <a:pt x="1208434" y="1121537"/>
                  </a:cubicBezTo>
                  <a:cubicBezTo>
                    <a:pt x="1225599" y="1051699"/>
                    <a:pt x="1253885" y="938222"/>
                    <a:pt x="1195676" y="848494"/>
                  </a:cubicBezTo>
                  <a:cubicBezTo>
                    <a:pt x="1137467" y="758767"/>
                    <a:pt x="981730" y="722291"/>
                    <a:pt x="859179" y="583172"/>
                  </a:cubicBezTo>
                  <a:cubicBezTo>
                    <a:pt x="736628" y="444053"/>
                    <a:pt x="582893" y="79393"/>
                    <a:pt x="460368" y="13777"/>
                  </a:cubicBezTo>
                  <a:cubicBezTo>
                    <a:pt x="337843" y="-51839"/>
                    <a:pt x="200139" y="135300"/>
                    <a:pt x="124029" y="189479"/>
                  </a:cubicBezTo>
                  <a:cubicBezTo>
                    <a:pt x="47919" y="243658"/>
                    <a:pt x="12404" y="372195"/>
                    <a:pt x="717" y="462190"/>
                  </a:cubicBezTo>
                  <a:cubicBezTo>
                    <a:pt x="-10970" y="552185"/>
                    <a:pt x="124160" y="786718"/>
                    <a:pt x="123561" y="831007"/>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C9E87826-8DFA-498C-DD8C-A4B31A318ECF}"/>
                </a:ext>
              </a:extLst>
            </p:cNvPr>
            <p:cNvSpPr/>
            <p:nvPr userDrawn="1"/>
          </p:nvSpPr>
          <p:spPr>
            <a:xfrm rot="9992071">
              <a:off x="11725592" y="2049649"/>
              <a:ext cx="728967" cy="2169177"/>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2726817 h 2726817"/>
                <a:gd name="connsiteX1" fmla="*/ 115157 w 1271168"/>
                <a:gd name="connsiteY1" fmla="*/ 2549937 h 2726817"/>
                <a:gd name="connsiteX2" fmla="*/ 277178 w 1271168"/>
                <a:gd name="connsiteY2" fmla="*/ 2326005 h 2726817"/>
                <a:gd name="connsiteX3" fmla="*/ 421958 w 1271168"/>
                <a:gd name="connsiteY3" fmla="*/ 2074449 h 2726817"/>
                <a:gd name="connsiteX4" fmla="*/ 690848 w 1271168"/>
                <a:gd name="connsiteY4" fmla="*/ 1616202 h 2726817"/>
                <a:gd name="connsiteX5" fmla="*/ 830580 w 1271168"/>
                <a:gd name="connsiteY5" fmla="*/ 1315974 h 2726817"/>
                <a:gd name="connsiteX6" fmla="*/ 917067 w 1271168"/>
                <a:gd name="connsiteY6" fmla="*/ 1141476 h 2726817"/>
                <a:gd name="connsiteX7" fmla="*/ 1114901 w 1271168"/>
                <a:gd name="connsiteY7" fmla="*/ 830770 h 2726817"/>
                <a:gd name="connsiteX8" fmla="*/ 1204627 w 1271168"/>
                <a:gd name="connsiteY8" fmla="*/ 684561 h 2726817"/>
                <a:gd name="connsiteX9" fmla="*/ 1271111 w 1271168"/>
                <a:gd name="connsiteY9" fmla="*/ 450246 h 2726817"/>
                <a:gd name="connsiteX10" fmla="*/ 1128141 w 1271168"/>
                <a:gd name="connsiteY10" fmla="*/ 157829 h 2726817"/>
                <a:gd name="connsiteX11" fmla="*/ 882110 w 1271168"/>
                <a:gd name="connsiteY11" fmla="*/ 0 h 2726817"/>
                <a:gd name="connsiteX0" fmla="*/ 0 w 1271168"/>
                <a:gd name="connsiteY0" fmla="*/ 2568988 h 2568988"/>
                <a:gd name="connsiteX1" fmla="*/ 115157 w 1271168"/>
                <a:gd name="connsiteY1" fmla="*/ 2392108 h 2568988"/>
                <a:gd name="connsiteX2" fmla="*/ 277178 w 1271168"/>
                <a:gd name="connsiteY2" fmla="*/ 2168176 h 2568988"/>
                <a:gd name="connsiteX3" fmla="*/ 421958 w 1271168"/>
                <a:gd name="connsiteY3" fmla="*/ 1916620 h 2568988"/>
                <a:gd name="connsiteX4" fmla="*/ 690848 w 1271168"/>
                <a:gd name="connsiteY4" fmla="*/ 1458373 h 2568988"/>
                <a:gd name="connsiteX5" fmla="*/ 830580 w 1271168"/>
                <a:gd name="connsiteY5" fmla="*/ 1158145 h 2568988"/>
                <a:gd name="connsiteX6" fmla="*/ 917067 w 1271168"/>
                <a:gd name="connsiteY6" fmla="*/ 983647 h 2568988"/>
                <a:gd name="connsiteX7" fmla="*/ 1114901 w 1271168"/>
                <a:gd name="connsiteY7" fmla="*/ 672941 h 2568988"/>
                <a:gd name="connsiteX8" fmla="*/ 1204627 w 1271168"/>
                <a:gd name="connsiteY8" fmla="*/ 526732 h 2568988"/>
                <a:gd name="connsiteX9" fmla="*/ 1271111 w 1271168"/>
                <a:gd name="connsiteY9" fmla="*/ 292417 h 2568988"/>
                <a:gd name="connsiteX10" fmla="*/ 1128141 w 1271168"/>
                <a:gd name="connsiteY10" fmla="*/ 0 h 2568988"/>
                <a:gd name="connsiteX0" fmla="*/ 0 w 1271168"/>
                <a:gd name="connsiteY0" fmla="*/ 2487251 h 2487251"/>
                <a:gd name="connsiteX1" fmla="*/ 115157 w 1271168"/>
                <a:gd name="connsiteY1" fmla="*/ 2310371 h 2487251"/>
                <a:gd name="connsiteX2" fmla="*/ 277178 w 1271168"/>
                <a:gd name="connsiteY2" fmla="*/ 2086439 h 2487251"/>
                <a:gd name="connsiteX3" fmla="*/ 421958 w 1271168"/>
                <a:gd name="connsiteY3" fmla="*/ 1834883 h 2487251"/>
                <a:gd name="connsiteX4" fmla="*/ 690848 w 1271168"/>
                <a:gd name="connsiteY4" fmla="*/ 1376636 h 2487251"/>
                <a:gd name="connsiteX5" fmla="*/ 830580 w 1271168"/>
                <a:gd name="connsiteY5" fmla="*/ 1076408 h 2487251"/>
                <a:gd name="connsiteX6" fmla="*/ 917067 w 1271168"/>
                <a:gd name="connsiteY6" fmla="*/ 901910 h 2487251"/>
                <a:gd name="connsiteX7" fmla="*/ 1114901 w 1271168"/>
                <a:gd name="connsiteY7" fmla="*/ 591204 h 2487251"/>
                <a:gd name="connsiteX8" fmla="*/ 1204627 w 1271168"/>
                <a:gd name="connsiteY8" fmla="*/ 444995 h 2487251"/>
                <a:gd name="connsiteX9" fmla="*/ 1271111 w 1271168"/>
                <a:gd name="connsiteY9" fmla="*/ 210680 h 2487251"/>
                <a:gd name="connsiteX10" fmla="*/ 1042750 w 1271168"/>
                <a:gd name="connsiteY10" fmla="*/ 0 h 2487251"/>
                <a:gd name="connsiteX0" fmla="*/ 0 w 1521838"/>
                <a:gd name="connsiteY0" fmla="*/ 2586070 h 2586070"/>
                <a:gd name="connsiteX1" fmla="*/ 115157 w 1521838"/>
                <a:gd name="connsiteY1" fmla="*/ 2409190 h 2586070"/>
                <a:gd name="connsiteX2" fmla="*/ 277178 w 1521838"/>
                <a:gd name="connsiteY2" fmla="*/ 2185258 h 2586070"/>
                <a:gd name="connsiteX3" fmla="*/ 421958 w 1521838"/>
                <a:gd name="connsiteY3" fmla="*/ 1933702 h 2586070"/>
                <a:gd name="connsiteX4" fmla="*/ 690848 w 1521838"/>
                <a:gd name="connsiteY4" fmla="*/ 1475455 h 2586070"/>
                <a:gd name="connsiteX5" fmla="*/ 830580 w 1521838"/>
                <a:gd name="connsiteY5" fmla="*/ 1175227 h 2586070"/>
                <a:gd name="connsiteX6" fmla="*/ 917067 w 1521838"/>
                <a:gd name="connsiteY6" fmla="*/ 1000729 h 2586070"/>
                <a:gd name="connsiteX7" fmla="*/ 1114901 w 1521838"/>
                <a:gd name="connsiteY7" fmla="*/ 690023 h 2586070"/>
                <a:gd name="connsiteX8" fmla="*/ 1204627 w 1521838"/>
                <a:gd name="connsiteY8" fmla="*/ 543814 h 2586070"/>
                <a:gd name="connsiteX9" fmla="*/ 1521833 w 1521838"/>
                <a:gd name="connsiteY9" fmla="*/ 28515 h 2586070"/>
                <a:gd name="connsiteX10" fmla="*/ 1042750 w 1521838"/>
                <a:gd name="connsiteY10" fmla="*/ 98819 h 2586070"/>
                <a:gd name="connsiteX0" fmla="*/ 0 w 1521838"/>
                <a:gd name="connsiteY0" fmla="*/ 2586071 h 2586071"/>
                <a:gd name="connsiteX1" fmla="*/ 115157 w 1521838"/>
                <a:gd name="connsiteY1" fmla="*/ 2409191 h 2586071"/>
                <a:gd name="connsiteX2" fmla="*/ 277178 w 1521838"/>
                <a:gd name="connsiteY2" fmla="*/ 2185259 h 2586071"/>
                <a:gd name="connsiteX3" fmla="*/ 421958 w 1521838"/>
                <a:gd name="connsiteY3" fmla="*/ 1933703 h 2586071"/>
                <a:gd name="connsiteX4" fmla="*/ 1003957 w 1521838"/>
                <a:gd name="connsiteY4" fmla="*/ 1370327 h 2586071"/>
                <a:gd name="connsiteX5" fmla="*/ 830580 w 1521838"/>
                <a:gd name="connsiteY5" fmla="*/ 1175228 h 2586071"/>
                <a:gd name="connsiteX6" fmla="*/ 917067 w 1521838"/>
                <a:gd name="connsiteY6" fmla="*/ 1000730 h 2586071"/>
                <a:gd name="connsiteX7" fmla="*/ 1114901 w 1521838"/>
                <a:gd name="connsiteY7" fmla="*/ 690024 h 2586071"/>
                <a:gd name="connsiteX8" fmla="*/ 1204627 w 1521838"/>
                <a:gd name="connsiteY8" fmla="*/ 543815 h 2586071"/>
                <a:gd name="connsiteX9" fmla="*/ 1521833 w 1521838"/>
                <a:gd name="connsiteY9" fmla="*/ 28516 h 2586071"/>
                <a:gd name="connsiteX10" fmla="*/ 1042750 w 1521838"/>
                <a:gd name="connsiteY10" fmla="*/ 98820 h 258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1838" h="2586071">
                  <a:moveTo>
                    <a:pt x="0" y="2586071"/>
                  </a:moveTo>
                  <a:cubicBezTo>
                    <a:pt x="0" y="2586071"/>
                    <a:pt x="67151" y="2475390"/>
                    <a:pt x="115157" y="2409191"/>
                  </a:cubicBezTo>
                  <a:cubicBezTo>
                    <a:pt x="169259" y="2334515"/>
                    <a:pt x="226981" y="2262506"/>
                    <a:pt x="277178" y="2185259"/>
                  </a:cubicBezTo>
                  <a:cubicBezTo>
                    <a:pt x="329946" y="2104106"/>
                    <a:pt x="300828" y="2069525"/>
                    <a:pt x="421958" y="1933703"/>
                  </a:cubicBezTo>
                  <a:cubicBezTo>
                    <a:pt x="543088" y="1797881"/>
                    <a:pt x="922804" y="1527775"/>
                    <a:pt x="1003957" y="1370327"/>
                  </a:cubicBezTo>
                  <a:cubicBezTo>
                    <a:pt x="1054535" y="1272219"/>
                    <a:pt x="845062" y="1236828"/>
                    <a:pt x="830580" y="1175228"/>
                  </a:cubicBezTo>
                  <a:cubicBezTo>
                    <a:pt x="816098" y="1113629"/>
                    <a:pt x="885635" y="1057594"/>
                    <a:pt x="917067" y="1000730"/>
                  </a:cubicBezTo>
                  <a:cubicBezTo>
                    <a:pt x="976408" y="893192"/>
                    <a:pt x="1046417" y="792037"/>
                    <a:pt x="1114901" y="690024"/>
                  </a:cubicBezTo>
                  <a:cubicBezTo>
                    <a:pt x="1146810" y="642494"/>
                    <a:pt x="1136805" y="654066"/>
                    <a:pt x="1204627" y="543815"/>
                  </a:cubicBezTo>
                  <a:cubicBezTo>
                    <a:pt x="1272449" y="433564"/>
                    <a:pt x="1523357" y="110908"/>
                    <a:pt x="1521833" y="28516"/>
                  </a:cubicBezTo>
                  <a:cubicBezTo>
                    <a:pt x="1519833" y="-83783"/>
                    <a:pt x="1124094" y="177210"/>
                    <a:pt x="1042750" y="9882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3" name="Freeform: Shape 12">
              <a:extLst>
                <a:ext uri="{FF2B5EF4-FFF2-40B4-BE49-F238E27FC236}">
                  <a16:creationId xmlns:a16="http://schemas.microsoft.com/office/drawing/2014/main" id="{7A30CABA-FA0A-29E2-CA83-8E65D21680B4}"/>
                </a:ext>
              </a:extLst>
            </p:cNvPr>
            <p:cNvSpPr/>
            <p:nvPr userDrawn="1"/>
          </p:nvSpPr>
          <p:spPr>
            <a:xfrm rot="15083216">
              <a:off x="10742861" y="5744874"/>
              <a:ext cx="1019807" cy="1609194"/>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46006"/>
                <a:gd name="connsiteY0" fmla="*/ 1201963 h 1201963"/>
                <a:gd name="connsiteX1" fmla="*/ 325775 w 546006"/>
                <a:gd name="connsiteY1" fmla="*/ 1111630 h 1201963"/>
                <a:gd name="connsiteX2" fmla="*/ 499044 w 546006"/>
                <a:gd name="connsiteY2" fmla="*/ 818542 h 1201963"/>
                <a:gd name="connsiteX3" fmla="*/ 543749 w 546006"/>
                <a:gd name="connsiteY3" fmla="*/ 502801 h 1201963"/>
                <a:gd name="connsiteX4" fmla="*/ 537353 w 546006"/>
                <a:gd name="connsiteY4" fmla="*/ 341723 h 1201963"/>
                <a:gd name="connsiteX5" fmla="*/ 361979 w 546006"/>
                <a:gd name="connsiteY5" fmla="*/ 0 h 1201963"/>
                <a:gd name="connsiteX0" fmla="*/ 0 w 220231"/>
                <a:gd name="connsiteY0" fmla="*/ 1111630 h 1111630"/>
                <a:gd name="connsiteX1" fmla="*/ 173269 w 220231"/>
                <a:gd name="connsiteY1" fmla="*/ 818542 h 1111630"/>
                <a:gd name="connsiteX2" fmla="*/ 217974 w 220231"/>
                <a:gd name="connsiteY2" fmla="*/ 502801 h 1111630"/>
                <a:gd name="connsiteX3" fmla="*/ 211578 w 220231"/>
                <a:gd name="connsiteY3" fmla="*/ 341723 h 1111630"/>
                <a:gd name="connsiteX4" fmla="*/ 36204 w 220231"/>
                <a:gd name="connsiteY4" fmla="*/ 0 h 1111630"/>
                <a:gd name="connsiteX0" fmla="*/ 0 w 544128"/>
                <a:gd name="connsiteY0" fmla="*/ 1221748 h 1221749"/>
                <a:gd name="connsiteX1" fmla="*/ 485270 w 544128"/>
                <a:gd name="connsiteY1" fmla="*/ 818542 h 1221749"/>
                <a:gd name="connsiteX2" fmla="*/ 529975 w 544128"/>
                <a:gd name="connsiteY2" fmla="*/ 502801 h 1221749"/>
                <a:gd name="connsiteX3" fmla="*/ 523579 w 544128"/>
                <a:gd name="connsiteY3" fmla="*/ 341723 h 1221749"/>
                <a:gd name="connsiteX4" fmla="*/ 348205 w 544128"/>
                <a:gd name="connsiteY4" fmla="*/ 0 h 1221749"/>
                <a:gd name="connsiteX0" fmla="*/ 0 w 544128"/>
                <a:gd name="connsiteY0" fmla="*/ 1221748 h 1273490"/>
                <a:gd name="connsiteX1" fmla="*/ 485270 w 544128"/>
                <a:gd name="connsiteY1" fmla="*/ 818542 h 1273490"/>
                <a:gd name="connsiteX2" fmla="*/ 529975 w 544128"/>
                <a:gd name="connsiteY2" fmla="*/ 502801 h 1273490"/>
                <a:gd name="connsiteX3" fmla="*/ 523579 w 544128"/>
                <a:gd name="connsiteY3" fmla="*/ 341723 h 1273490"/>
                <a:gd name="connsiteX4" fmla="*/ 348205 w 544128"/>
                <a:gd name="connsiteY4" fmla="*/ 0 h 1273490"/>
                <a:gd name="connsiteX0" fmla="*/ 0 w 576630"/>
                <a:gd name="connsiteY0" fmla="*/ 1221748 h 1284690"/>
                <a:gd name="connsiteX1" fmla="*/ 537332 w 576630"/>
                <a:gd name="connsiteY1" fmla="*/ 935943 h 1284690"/>
                <a:gd name="connsiteX2" fmla="*/ 529975 w 576630"/>
                <a:gd name="connsiteY2" fmla="*/ 502801 h 1284690"/>
                <a:gd name="connsiteX3" fmla="*/ 523579 w 576630"/>
                <a:gd name="connsiteY3" fmla="*/ 341723 h 1284690"/>
                <a:gd name="connsiteX4" fmla="*/ 348205 w 576630"/>
                <a:gd name="connsiteY4" fmla="*/ 0 h 1284690"/>
                <a:gd name="connsiteX0" fmla="*/ 0 w 562602"/>
                <a:gd name="connsiteY0" fmla="*/ 1221748 h 1285900"/>
                <a:gd name="connsiteX1" fmla="*/ 537332 w 562602"/>
                <a:gd name="connsiteY1" fmla="*/ 935943 h 1285900"/>
                <a:gd name="connsiteX2" fmla="*/ 529975 w 562602"/>
                <a:gd name="connsiteY2" fmla="*/ 502801 h 1285900"/>
                <a:gd name="connsiteX3" fmla="*/ 523579 w 562602"/>
                <a:gd name="connsiteY3" fmla="*/ 341723 h 1285900"/>
                <a:gd name="connsiteX4" fmla="*/ 348205 w 562602"/>
                <a:gd name="connsiteY4" fmla="*/ 0 h 1285900"/>
                <a:gd name="connsiteX0" fmla="*/ 0 w 562602"/>
                <a:gd name="connsiteY0" fmla="*/ 1210869 h 1275021"/>
                <a:gd name="connsiteX1" fmla="*/ 537332 w 562602"/>
                <a:gd name="connsiteY1" fmla="*/ 925064 h 1275021"/>
                <a:gd name="connsiteX2" fmla="*/ 529975 w 562602"/>
                <a:gd name="connsiteY2" fmla="*/ 491922 h 1275021"/>
                <a:gd name="connsiteX3" fmla="*/ 523579 w 562602"/>
                <a:gd name="connsiteY3" fmla="*/ 330844 h 1275021"/>
                <a:gd name="connsiteX4" fmla="*/ 294752 w 562602"/>
                <a:gd name="connsiteY4" fmla="*/ 1 h 1275021"/>
                <a:gd name="connsiteX0" fmla="*/ 0 w 562602"/>
                <a:gd name="connsiteY0" fmla="*/ 1469154 h 1533306"/>
                <a:gd name="connsiteX1" fmla="*/ 537332 w 562602"/>
                <a:gd name="connsiteY1" fmla="*/ 1183349 h 1533306"/>
                <a:gd name="connsiteX2" fmla="*/ 529975 w 562602"/>
                <a:gd name="connsiteY2" fmla="*/ 750207 h 1533306"/>
                <a:gd name="connsiteX3" fmla="*/ 523579 w 562602"/>
                <a:gd name="connsiteY3" fmla="*/ 589129 h 1533306"/>
                <a:gd name="connsiteX4" fmla="*/ 308943 w 562602"/>
                <a:gd name="connsiteY4" fmla="*/ 0 h 1533306"/>
                <a:gd name="connsiteX0" fmla="*/ 0 w 846259"/>
                <a:gd name="connsiteY0" fmla="*/ 1570726 h 1634878"/>
                <a:gd name="connsiteX1" fmla="*/ 537332 w 846259"/>
                <a:gd name="connsiteY1" fmla="*/ 1284921 h 1634878"/>
                <a:gd name="connsiteX2" fmla="*/ 529975 w 846259"/>
                <a:gd name="connsiteY2" fmla="*/ 851779 h 1634878"/>
                <a:gd name="connsiteX3" fmla="*/ 846076 w 846259"/>
                <a:gd name="connsiteY3" fmla="*/ 47186 h 1634878"/>
                <a:gd name="connsiteX4" fmla="*/ 308943 w 846259"/>
                <a:gd name="connsiteY4" fmla="*/ 101572 h 1634878"/>
                <a:gd name="connsiteX0" fmla="*/ 0 w 846486"/>
                <a:gd name="connsiteY0" fmla="*/ 1570726 h 1632185"/>
                <a:gd name="connsiteX1" fmla="*/ 537332 w 846486"/>
                <a:gd name="connsiteY1" fmla="*/ 1284921 h 1632185"/>
                <a:gd name="connsiteX2" fmla="*/ 717010 w 846486"/>
                <a:gd name="connsiteY2" fmla="*/ 937539 h 1632185"/>
                <a:gd name="connsiteX3" fmla="*/ 846076 w 846486"/>
                <a:gd name="connsiteY3" fmla="*/ 47186 h 1632185"/>
                <a:gd name="connsiteX4" fmla="*/ 308943 w 846486"/>
                <a:gd name="connsiteY4" fmla="*/ 101572 h 1632185"/>
                <a:gd name="connsiteX0" fmla="*/ 0 w 846486"/>
                <a:gd name="connsiteY0" fmla="*/ 1570726 h 1844554"/>
                <a:gd name="connsiteX1" fmla="*/ 594490 w 846486"/>
                <a:gd name="connsiteY1" fmla="*/ 1807302 h 1844554"/>
                <a:gd name="connsiteX2" fmla="*/ 717010 w 846486"/>
                <a:gd name="connsiteY2" fmla="*/ 937539 h 1844554"/>
                <a:gd name="connsiteX3" fmla="*/ 846076 w 846486"/>
                <a:gd name="connsiteY3" fmla="*/ 47186 h 1844554"/>
                <a:gd name="connsiteX4" fmla="*/ 308943 w 846486"/>
                <a:gd name="connsiteY4" fmla="*/ 101572 h 1844554"/>
                <a:gd name="connsiteX0" fmla="*/ 0 w 856498"/>
                <a:gd name="connsiteY0" fmla="*/ 1614040 h 1855201"/>
                <a:gd name="connsiteX1" fmla="*/ 604502 w 856498"/>
                <a:gd name="connsiteY1" fmla="*/ 1807302 h 1855201"/>
                <a:gd name="connsiteX2" fmla="*/ 727022 w 856498"/>
                <a:gd name="connsiteY2" fmla="*/ 937539 h 1855201"/>
                <a:gd name="connsiteX3" fmla="*/ 856088 w 856498"/>
                <a:gd name="connsiteY3" fmla="*/ 47186 h 1855201"/>
                <a:gd name="connsiteX4" fmla="*/ 318955 w 856498"/>
                <a:gd name="connsiteY4" fmla="*/ 101572 h 1855201"/>
                <a:gd name="connsiteX0" fmla="*/ 0 w 856498"/>
                <a:gd name="connsiteY0" fmla="*/ 1715572 h 1956733"/>
                <a:gd name="connsiteX1" fmla="*/ 604502 w 856498"/>
                <a:gd name="connsiteY1" fmla="*/ 1908834 h 1956733"/>
                <a:gd name="connsiteX2" fmla="*/ 727022 w 856498"/>
                <a:gd name="connsiteY2" fmla="*/ 1039071 h 1956733"/>
                <a:gd name="connsiteX3" fmla="*/ 856088 w 856498"/>
                <a:gd name="connsiteY3" fmla="*/ 148718 h 1956733"/>
                <a:gd name="connsiteX4" fmla="*/ 719679 w 856498"/>
                <a:gd name="connsiteY4" fmla="*/ 3101 h 1956733"/>
                <a:gd name="connsiteX5" fmla="*/ 318955 w 856498"/>
                <a:gd name="connsiteY5" fmla="*/ 203104 h 1956733"/>
                <a:gd name="connsiteX0" fmla="*/ 0 w 850144"/>
                <a:gd name="connsiteY0" fmla="*/ 1713148 h 1954309"/>
                <a:gd name="connsiteX1" fmla="*/ 604502 w 850144"/>
                <a:gd name="connsiteY1" fmla="*/ 1906410 h 1954309"/>
                <a:gd name="connsiteX2" fmla="*/ 727022 w 850144"/>
                <a:gd name="connsiteY2" fmla="*/ 1036647 h 1954309"/>
                <a:gd name="connsiteX3" fmla="*/ 849716 w 850144"/>
                <a:gd name="connsiteY3" fmla="*/ 227565 h 1954309"/>
                <a:gd name="connsiteX4" fmla="*/ 719679 w 850144"/>
                <a:gd name="connsiteY4" fmla="*/ 677 h 1954309"/>
                <a:gd name="connsiteX5" fmla="*/ 318955 w 850144"/>
                <a:gd name="connsiteY5" fmla="*/ 200680 h 1954309"/>
                <a:gd name="connsiteX0" fmla="*/ 0 w 850144"/>
                <a:gd name="connsiteY0" fmla="*/ 1713148 h 1954309"/>
                <a:gd name="connsiteX1" fmla="*/ 604502 w 850144"/>
                <a:gd name="connsiteY1" fmla="*/ 1906410 h 1954309"/>
                <a:gd name="connsiteX2" fmla="*/ 727022 w 850144"/>
                <a:gd name="connsiteY2" fmla="*/ 1036647 h 1954309"/>
                <a:gd name="connsiteX3" fmla="*/ 849716 w 850144"/>
                <a:gd name="connsiteY3" fmla="*/ 227565 h 1954309"/>
                <a:gd name="connsiteX4" fmla="*/ 719679 w 850144"/>
                <a:gd name="connsiteY4" fmla="*/ 677 h 1954309"/>
                <a:gd name="connsiteX5" fmla="*/ 318955 w 850144"/>
                <a:gd name="connsiteY5" fmla="*/ 200680 h 1954309"/>
                <a:gd name="connsiteX0" fmla="*/ 0 w 861426"/>
                <a:gd name="connsiteY0" fmla="*/ 1739507 h 1980668"/>
                <a:gd name="connsiteX1" fmla="*/ 604502 w 861426"/>
                <a:gd name="connsiteY1" fmla="*/ 1932769 h 1980668"/>
                <a:gd name="connsiteX2" fmla="*/ 727022 w 861426"/>
                <a:gd name="connsiteY2" fmla="*/ 1063006 h 1980668"/>
                <a:gd name="connsiteX3" fmla="*/ 849716 w 861426"/>
                <a:gd name="connsiteY3" fmla="*/ 253924 h 1980668"/>
                <a:gd name="connsiteX4" fmla="*/ 719679 w 861426"/>
                <a:gd name="connsiteY4" fmla="*/ 27036 h 1980668"/>
                <a:gd name="connsiteX5" fmla="*/ 318955 w 861426"/>
                <a:gd name="connsiteY5" fmla="*/ 227039 h 19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426" h="1980668">
                  <a:moveTo>
                    <a:pt x="0" y="1739507"/>
                  </a:moveTo>
                  <a:cubicBezTo>
                    <a:pt x="379831" y="1950435"/>
                    <a:pt x="483332" y="2045519"/>
                    <a:pt x="604502" y="1932769"/>
                  </a:cubicBezTo>
                  <a:cubicBezTo>
                    <a:pt x="725672" y="1820019"/>
                    <a:pt x="735785" y="1157208"/>
                    <a:pt x="727022" y="1063006"/>
                  </a:cubicBezTo>
                  <a:cubicBezTo>
                    <a:pt x="719116" y="977376"/>
                    <a:pt x="858837" y="334233"/>
                    <a:pt x="849716" y="253924"/>
                  </a:cubicBezTo>
                  <a:cubicBezTo>
                    <a:pt x="839979" y="100194"/>
                    <a:pt x="932126" y="-66384"/>
                    <a:pt x="719679" y="27036"/>
                  </a:cubicBezTo>
                  <a:cubicBezTo>
                    <a:pt x="659613" y="177153"/>
                    <a:pt x="377230" y="212637"/>
                    <a:pt x="318955" y="227039"/>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4" name="Freeform: Shape 13">
              <a:extLst>
                <a:ext uri="{FF2B5EF4-FFF2-40B4-BE49-F238E27FC236}">
                  <a16:creationId xmlns:a16="http://schemas.microsoft.com/office/drawing/2014/main" id="{4345A54C-830A-8A7C-A7C9-EF112F168A36}"/>
                </a:ext>
              </a:extLst>
            </p:cNvPr>
            <p:cNvSpPr/>
            <p:nvPr userDrawn="1"/>
          </p:nvSpPr>
          <p:spPr>
            <a:xfrm rot="9471250">
              <a:off x="8915097" y="3839751"/>
              <a:ext cx="3427253" cy="2468920"/>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2752916 w 2752916"/>
                <a:gd name="connsiteY0" fmla="*/ 0 h 1665434"/>
                <a:gd name="connsiteX1" fmla="*/ 2731104 w 2752916"/>
                <a:gd name="connsiteY1" fmla="*/ 596742 h 1665434"/>
                <a:gd name="connsiteX2" fmla="*/ 2731104 w 2752916"/>
                <a:gd name="connsiteY2" fmla="*/ 812483 h 1665434"/>
                <a:gd name="connsiteX3" fmla="*/ 2679192 w 2752916"/>
                <a:gd name="connsiteY3" fmla="*/ 1145953 h 1665434"/>
                <a:gd name="connsiteX4" fmla="*/ 2622614 w 2752916"/>
                <a:gd name="connsiteY4" fmla="*/ 1264825 h 1665434"/>
                <a:gd name="connsiteX5" fmla="*/ 2383632 w 2752916"/>
                <a:gd name="connsiteY5" fmla="*/ 1480566 h 1665434"/>
                <a:gd name="connsiteX6" fmla="*/ 2128552 w 2752916"/>
                <a:gd name="connsiteY6" fmla="*/ 1606296 h 1665434"/>
                <a:gd name="connsiteX7" fmla="*/ 1805274 w 2752916"/>
                <a:gd name="connsiteY7" fmla="*/ 1665161 h 1665434"/>
                <a:gd name="connsiteX8" fmla="*/ 1349312 w 2752916"/>
                <a:gd name="connsiteY8" fmla="*/ 1493235 h 1665434"/>
                <a:gd name="connsiteX9" fmla="*/ 1121855 w 2752916"/>
                <a:gd name="connsiteY9" fmla="*/ 1218629 h 1665434"/>
                <a:gd name="connsiteX10" fmla="*/ 1058323 w 2752916"/>
                <a:gd name="connsiteY10" fmla="*/ 1031748 h 1665434"/>
                <a:gd name="connsiteX11" fmla="*/ 937070 w 2752916"/>
                <a:gd name="connsiteY11" fmla="*/ 825246 h 1665434"/>
                <a:gd name="connsiteX12" fmla="*/ 785337 w 2752916"/>
                <a:gd name="connsiteY12" fmla="*/ 760667 h 1665434"/>
                <a:gd name="connsiteX13" fmla="*/ 632175 w 2752916"/>
                <a:gd name="connsiteY13" fmla="*/ 739140 h 1665434"/>
                <a:gd name="connsiteX14" fmla="*/ 440627 w 2752916"/>
                <a:gd name="connsiteY14" fmla="*/ 752475 h 1665434"/>
                <a:gd name="connsiteX15" fmla="*/ 328041 w 2752916"/>
                <a:gd name="connsiteY15" fmla="*/ 715899 h 1665434"/>
                <a:gd name="connsiteX16" fmla="*/ 187547 w 2752916"/>
                <a:gd name="connsiteY16" fmla="*/ 575501 h 1665434"/>
                <a:gd name="connsiteX17" fmla="*/ 0 w 2752916"/>
                <a:gd name="connsiteY17" fmla="*/ 340900 h 1665434"/>
                <a:gd name="connsiteX0" fmla="*/ 2732707 w 2732707"/>
                <a:gd name="connsiteY0" fmla="*/ 0 h 1501250"/>
                <a:gd name="connsiteX1" fmla="*/ 2731104 w 2732707"/>
                <a:gd name="connsiteY1" fmla="*/ 432558 h 1501250"/>
                <a:gd name="connsiteX2" fmla="*/ 2731104 w 2732707"/>
                <a:gd name="connsiteY2" fmla="*/ 648299 h 1501250"/>
                <a:gd name="connsiteX3" fmla="*/ 2679192 w 2732707"/>
                <a:gd name="connsiteY3" fmla="*/ 981769 h 1501250"/>
                <a:gd name="connsiteX4" fmla="*/ 2622614 w 2732707"/>
                <a:gd name="connsiteY4" fmla="*/ 1100641 h 1501250"/>
                <a:gd name="connsiteX5" fmla="*/ 2383632 w 2732707"/>
                <a:gd name="connsiteY5" fmla="*/ 1316382 h 1501250"/>
                <a:gd name="connsiteX6" fmla="*/ 2128552 w 2732707"/>
                <a:gd name="connsiteY6" fmla="*/ 1442112 h 1501250"/>
                <a:gd name="connsiteX7" fmla="*/ 1805274 w 2732707"/>
                <a:gd name="connsiteY7" fmla="*/ 1500977 h 1501250"/>
                <a:gd name="connsiteX8" fmla="*/ 1349312 w 2732707"/>
                <a:gd name="connsiteY8" fmla="*/ 1329051 h 1501250"/>
                <a:gd name="connsiteX9" fmla="*/ 1121855 w 2732707"/>
                <a:gd name="connsiteY9" fmla="*/ 1054445 h 1501250"/>
                <a:gd name="connsiteX10" fmla="*/ 1058323 w 2732707"/>
                <a:gd name="connsiteY10" fmla="*/ 867564 h 1501250"/>
                <a:gd name="connsiteX11" fmla="*/ 937070 w 2732707"/>
                <a:gd name="connsiteY11" fmla="*/ 661062 h 1501250"/>
                <a:gd name="connsiteX12" fmla="*/ 785337 w 2732707"/>
                <a:gd name="connsiteY12" fmla="*/ 596483 h 1501250"/>
                <a:gd name="connsiteX13" fmla="*/ 632175 w 2732707"/>
                <a:gd name="connsiteY13" fmla="*/ 574956 h 1501250"/>
                <a:gd name="connsiteX14" fmla="*/ 440627 w 2732707"/>
                <a:gd name="connsiteY14" fmla="*/ 588291 h 1501250"/>
                <a:gd name="connsiteX15" fmla="*/ 328041 w 2732707"/>
                <a:gd name="connsiteY15" fmla="*/ 551715 h 1501250"/>
                <a:gd name="connsiteX16" fmla="*/ 187547 w 2732707"/>
                <a:gd name="connsiteY16" fmla="*/ 411317 h 1501250"/>
                <a:gd name="connsiteX17" fmla="*/ 0 w 2732707"/>
                <a:gd name="connsiteY17" fmla="*/ 176716 h 1501250"/>
                <a:gd name="connsiteX0" fmla="*/ 2545160 w 2545160"/>
                <a:gd name="connsiteY0" fmla="*/ 0 h 1501250"/>
                <a:gd name="connsiteX1" fmla="*/ 2543557 w 2545160"/>
                <a:gd name="connsiteY1" fmla="*/ 432558 h 1501250"/>
                <a:gd name="connsiteX2" fmla="*/ 2543557 w 2545160"/>
                <a:gd name="connsiteY2" fmla="*/ 648299 h 1501250"/>
                <a:gd name="connsiteX3" fmla="*/ 2491645 w 2545160"/>
                <a:gd name="connsiteY3" fmla="*/ 981769 h 1501250"/>
                <a:gd name="connsiteX4" fmla="*/ 2435067 w 2545160"/>
                <a:gd name="connsiteY4" fmla="*/ 1100641 h 1501250"/>
                <a:gd name="connsiteX5" fmla="*/ 2196085 w 2545160"/>
                <a:gd name="connsiteY5" fmla="*/ 1316382 h 1501250"/>
                <a:gd name="connsiteX6" fmla="*/ 1941005 w 2545160"/>
                <a:gd name="connsiteY6" fmla="*/ 1442112 h 1501250"/>
                <a:gd name="connsiteX7" fmla="*/ 1617727 w 2545160"/>
                <a:gd name="connsiteY7" fmla="*/ 1500977 h 1501250"/>
                <a:gd name="connsiteX8" fmla="*/ 1161765 w 2545160"/>
                <a:gd name="connsiteY8" fmla="*/ 1329051 h 1501250"/>
                <a:gd name="connsiteX9" fmla="*/ 934308 w 2545160"/>
                <a:gd name="connsiteY9" fmla="*/ 1054445 h 1501250"/>
                <a:gd name="connsiteX10" fmla="*/ 870776 w 2545160"/>
                <a:gd name="connsiteY10" fmla="*/ 867564 h 1501250"/>
                <a:gd name="connsiteX11" fmla="*/ 749523 w 2545160"/>
                <a:gd name="connsiteY11" fmla="*/ 661062 h 1501250"/>
                <a:gd name="connsiteX12" fmla="*/ 597790 w 2545160"/>
                <a:gd name="connsiteY12" fmla="*/ 596483 h 1501250"/>
                <a:gd name="connsiteX13" fmla="*/ 444628 w 2545160"/>
                <a:gd name="connsiteY13" fmla="*/ 574956 h 1501250"/>
                <a:gd name="connsiteX14" fmla="*/ 253080 w 2545160"/>
                <a:gd name="connsiteY14" fmla="*/ 588291 h 1501250"/>
                <a:gd name="connsiteX15" fmla="*/ 140494 w 2545160"/>
                <a:gd name="connsiteY15" fmla="*/ 551715 h 1501250"/>
                <a:gd name="connsiteX16" fmla="*/ 0 w 2545160"/>
                <a:gd name="connsiteY16" fmla="*/ 41131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656931 w 2949011"/>
                <a:gd name="connsiteY14" fmla="*/ 588291 h 1501250"/>
                <a:gd name="connsiteX15" fmla="*/ 544345 w 2949011"/>
                <a:gd name="connsiteY15" fmla="*/ 551715 h 1501250"/>
                <a:gd name="connsiteX16" fmla="*/ 0 w 2949011"/>
                <a:gd name="connsiteY16" fmla="*/ 84812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544345 w 2949011"/>
                <a:gd name="connsiteY14" fmla="*/ 551715 h 1501250"/>
                <a:gd name="connsiteX15" fmla="*/ 0 w 2949011"/>
                <a:gd name="connsiteY15" fmla="*/ 84812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486330 w 2949011"/>
                <a:gd name="connsiteY14" fmla="*/ 651962 h 1501250"/>
                <a:gd name="connsiteX15" fmla="*/ 0 w 2949011"/>
                <a:gd name="connsiteY15" fmla="*/ 848127 h 1501250"/>
                <a:gd name="connsiteX0" fmla="*/ 3256615 w 3256615"/>
                <a:gd name="connsiteY0" fmla="*/ 0 h 1519439"/>
                <a:gd name="connsiteX1" fmla="*/ 2947408 w 3256615"/>
                <a:gd name="connsiteY1" fmla="*/ 450747 h 1519439"/>
                <a:gd name="connsiteX2" fmla="*/ 2947408 w 3256615"/>
                <a:gd name="connsiteY2" fmla="*/ 666488 h 1519439"/>
                <a:gd name="connsiteX3" fmla="*/ 2895496 w 3256615"/>
                <a:gd name="connsiteY3" fmla="*/ 999958 h 1519439"/>
                <a:gd name="connsiteX4" fmla="*/ 2838918 w 3256615"/>
                <a:gd name="connsiteY4" fmla="*/ 1118830 h 1519439"/>
                <a:gd name="connsiteX5" fmla="*/ 2599936 w 3256615"/>
                <a:gd name="connsiteY5" fmla="*/ 1334571 h 1519439"/>
                <a:gd name="connsiteX6" fmla="*/ 2344856 w 3256615"/>
                <a:gd name="connsiteY6" fmla="*/ 1460301 h 1519439"/>
                <a:gd name="connsiteX7" fmla="*/ 2021578 w 3256615"/>
                <a:gd name="connsiteY7" fmla="*/ 1519166 h 1519439"/>
                <a:gd name="connsiteX8" fmla="*/ 1565616 w 3256615"/>
                <a:gd name="connsiteY8" fmla="*/ 1347240 h 1519439"/>
                <a:gd name="connsiteX9" fmla="*/ 1338159 w 3256615"/>
                <a:gd name="connsiteY9" fmla="*/ 1072634 h 1519439"/>
                <a:gd name="connsiteX10" fmla="*/ 1274627 w 3256615"/>
                <a:gd name="connsiteY10" fmla="*/ 885753 h 1519439"/>
                <a:gd name="connsiteX11" fmla="*/ 1153374 w 3256615"/>
                <a:gd name="connsiteY11" fmla="*/ 679251 h 1519439"/>
                <a:gd name="connsiteX12" fmla="*/ 1001641 w 3256615"/>
                <a:gd name="connsiteY12" fmla="*/ 614672 h 1519439"/>
                <a:gd name="connsiteX13" fmla="*/ 848479 w 3256615"/>
                <a:gd name="connsiteY13" fmla="*/ 593145 h 1519439"/>
                <a:gd name="connsiteX14" fmla="*/ 486330 w 3256615"/>
                <a:gd name="connsiteY14" fmla="*/ 670151 h 1519439"/>
                <a:gd name="connsiteX15" fmla="*/ 0 w 3256615"/>
                <a:gd name="connsiteY15" fmla="*/ 866316 h 1519439"/>
                <a:gd name="connsiteX0" fmla="*/ 3256615 w 3256615"/>
                <a:gd name="connsiteY0" fmla="*/ 0 h 1519439"/>
                <a:gd name="connsiteX1" fmla="*/ 3173791 w 3256615"/>
                <a:gd name="connsiteY1" fmla="*/ 511999 h 1519439"/>
                <a:gd name="connsiteX2" fmla="*/ 2947408 w 3256615"/>
                <a:gd name="connsiteY2" fmla="*/ 666488 h 1519439"/>
                <a:gd name="connsiteX3" fmla="*/ 2895496 w 3256615"/>
                <a:gd name="connsiteY3" fmla="*/ 999958 h 1519439"/>
                <a:gd name="connsiteX4" fmla="*/ 2838918 w 3256615"/>
                <a:gd name="connsiteY4" fmla="*/ 1118830 h 1519439"/>
                <a:gd name="connsiteX5" fmla="*/ 2599936 w 3256615"/>
                <a:gd name="connsiteY5" fmla="*/ 1334571 h 1519439"/>
                <a:gd name="connsiteX6" fmla="*/ 2344856 w 3256615"/>
                <a:gd name="connsiteY6" fmla="*/ 1460301 h 1519439"/>
                <a:gd name="connsiteX7" fmla="*/ 2021578 w 3256615"/>
                <a:gd name="connsiteY7" fmla="*/ 1519166 h 1519439"/>
                <a:gd name="connsiteX8" fmla="*/ 1565616 w 3256615"/>
                <a:gd name="connsiteY8" fmla="*/ 1347240 h 1519439"/>
                <a:gd name="connsiteX9" fmla="*/ 1338159 w 3256615"/>
                <a:gd name="connsiteY9" fmla="*/ 1072634 h 1519439"/>
                <a:gd name="connsiteX10" fmla="*/ 1274627 w 3256615"/>
                <a:gd name="connsiteY10" fmla="*/ 885753 h 1519439"/>
                <a:gd name="connsiteX11" fmla="*/ 1153374 w 3256615"/>
                <a:gd name="connsiteY11" fmla="*/ 679251 h 1519439"/>
                <a:gd name="connsiteX12" fmla="*/ 1001641 w 3256615"/>
                <a:gd name="connsiteY12" fmla="*/ 614672 h 1519439"/>
                <a:gd name="connsiteX13" fmla="*/ 848479 w 3256615"/>
                <a:gd name="connsiteY13" fmla="*/ 593145 h 1519439"/>
                <a:gd name="connsiteX14" fmla="*/ 486330 w 3256615"/>
                <a:gd name="connsiteY14" fmla="*/ 670151 h 1519439"/>
                <a:gd name="connsiteX15" fmla="*/ 0 w 3256615"/>
                <a:gd name="connsiteY15" fmla="*/ 866316 h 1519439"/>
                <a:gd name="connsiteX0" fmla="*/ 3256615 w 3256615"/>
                <a:gd name="connsiteY0" fmla="*/ 0 h 1519439"/>
                <a:gd name="connsiteX1" fmla="*/ 3173791 w 3256615"/>
                <a:gd name="connsiteY1" fmla="*/ 511999 h 1519439"/>
                <a:gd name="connsiteX2" fmla="*/ 2895496 w 3256615"/>
                <a:gd name="connsiteY2" fmla="*/ 999958 h 1519439"/>
                <a:gd name="connsiteX3" fmla="*/ 2838918 w 3256615"/>
                <a:gd name="connsiteY3" fmla="*/ 1118830 h 1519439"/>
                <a:gd name="connsiteX4" fmla="*/ 2599936 w 3256615"/>
                <a:gd name="connsiteY4" fmla="*/ 1334571 h 1519439"/>
                <a:gd name="connsiteX5" fmla="*/ 2344856 w 3256615"/>
                <a:gd name="connsiteY5" fmla="*/ 1460301 h 1519439"/>
                <a:gd name="connsiteX6" fmla="*/ 2021578 w 3256615"/>
                <a:gd name="connsiteY6" fmla="*/ 1519166 h 1519439"/>
                <a:gd name="connsiteX7" fmla="*/ 1565616 w 3256615"/>
                <a:gd name="connsiteY7" fmla="*/ 1347240 h 1519439"/>
                <a:gd name="connsiteX8" fmla="*/ 1338159 w 3256615"/>
                <a:gd name="connsiteY8" fmla="*/ 1072634 h 1519439"/>
                <a:gd name="connsiteX9" fmla="*/ 1274627 w 3256615"/>
                <a:gd name="connsiteY9" fmla="*/ 885753 h 1519439"/>
                <a:gd name="connsiteX10" fmla="*/ 1153374 w 3256615"/>
                <a:gd name="connsiteY10" fmla="*/ 679251 h 1519439"/>
                <a:gd name="connsiteX11" fmla="*/ 1001641 w 3256615"/>
                <a:gd name="connsiteY11" fmla="*/ 614672 h 1519439"/>
                <a:gd name="connsiteX12" fmla="*/ 848479 w 3256615"/>
                <a:gd name="connsiteY12" fmla="*/ 593145 h 1519439"/>
                <a:gd name="connsiteX13" fmla="*/ 486330 w 3256615"/>
                <a:gd name="connsiteY13" fmla="*/ 670151 h 1519439"/>
                <a:gd name="connsiteX14" fmla="*/ 0 w 3256615"/>
                <a:gd name="connsiteY14" fmla="*/ 866316 h 1519439"/>
                <a:gd name="connsiteX0" fmla="*/ 3256615 w 3256615"/>
                <a:gd name="connsiteY0" fmla="*/ 0 h 1519356"/>
                <a:gd name="connsiteX1" fmla="*/ 3173791 w 3256615"/>
                <a:gd name="connsiteY1" fmla="*/ 511999 h 1519356"/>
                <a:gd name="connsiteX2" fmla="*/ 2895496 w 3256615"/>
                <a:gd name="connsiteY2" fmla="*/ 999958 h 1519356"/>
                <a:gd name="connsiteX3" fmla="*/ 2838918 w 3256615"/>
                <a:gd name="connsiteY3" fmla="*/ 1118830 h 1519356"/>
                <a:gd name="connsiteX4" fmla="*/ 2647301 w 3256615"/>
                <a:gd name="connsiteY4" fmla="*/ 1365834 h 1519356"/>
                <a:gd name="connsiteX5" fmla="*/ 2344856 w 3256615"/>
                <a:gd name="connsiteY5" fmla="*/ 1460301 h 1519356"/>
                <a:gd name="connsiteX6" fmla="*/ 2021578 w 3256615"/>
                <a:gd name="connsiteY6" fmla="*/ 1519166 h 1519356"/>
                <a:gd name="connsiteX7" fmla="*/ 1565616 w 3256615"/>
                <a:gd name="connsiteY7" fmla="*/ 1347240 h 1519356"/>
                <a:gd name="connsiteX8" fmla="*/ 1338159 w 3256615"/>
                <a:gd name="connsiteY8" fmla="*/ 1072634 h 1519356"/>
                <a:gd name="connsiteX9" fmla="*/ 1274627 w 3256615"/>
                <a:gd name="connsiteY9" fmla="*/ 885753 h 1519356"/>
                <a:gd name="connsiteX10" fmla="*/ 1153374 w 3256615"/>
                <a:gd name="connsiteY10" fmla="*/ 679251 h 1519356"/>
                <a:gd name="connsiteX11" fmla="*/ 1001641 w 3256615"/>
                <a:gd name="connsiteY11" fmla="*/ 614672 h 1519356"/>
                <a:gd name="connsiteX12" fmla="*/ 848479 w 3256615"/>
                <a:gd name="connsiteY12" fmla="*/ 593145 h 1519356"/>
                <a:gd name="connsiteX13" fmla="*/ 486330 w 3256615"/>
                <a:gd name="connsiteY13" fmla="*/ 670151 h 1519356"/>
                <a:gd name="connsiteX14" fmla="*/ 0 w 3256615"/>
                <a:gd name="connsiteY14" fmla="*/ 866316 h 1519356"/>
                <a:gd name="connsiteX0" fmla="*/ 3256615 w 3256615"/>
                <a:gd name="connsiteY0" fmla="*/ 0 h 1610892"/>
                <a:gd name="connsiteX1" fmla="*/ 3173791 w 3256615"/>
                <a:gd name="connsiteY1" fmla="*/ 511999 h 1610892"/>
                <a:gd name="connsiteX2" fmla="*/ 2895496 w 3256615"/>
                <a:gd name="connsiteY2" fmla="*/ 999958 h 1610892"/>
                <a:gd name="connsiteX3" fmla="*/ 2838918 w 3256615"/>
                <a:gd name="connsiteY3" fmla="*/ 1118830 h 1610892"/>
                <a:gd name="connsiteX4" fmla="*/ 2647301 w 3256615"/>
                <a:gd name="connsiteY4" fmla="*/ 1365834 h 1610892"/>
                <a:gd name="connsiteX5" fmla="*/ 2344856 w 3256615"/>
                <a:gd name="connsiteY5" fmla="*/ 1460301 h 1610892"/>
                <a:gd name="connsiteX6" fmla="*/ 1661383 w 3256615"/>
                <a:gd name="connsiteY6" fmla="*/ 1610828 h 1610892"/>
                <a:gd name="connsiteX7" fmla="*/ 1565616 w 3256615"/>
                <a:gd name="connsiteY7" fmla="*/ 1347240 h 1610892"/>
                <a:gd name="connsiteX8" fmla="*/ 1338159 w 3256615"/>
                <a:gd name="connsiteY8" fmla="*/ 1072634 h 1610892"/>
                <a:gd name="connsiteX9" fmla="*/ 1274627 w 3256615"/>
                <a:gd name="connsiteY9" fmla="*/ 885753 h 1610892"/>
                <a:gd name="connsiteX10" fmla="*/ 1153374 w 3256615"/>
                <a:gd name="connsiteY10" fmla="*/ 679251 h 1610892"/>
                <a:gd name="connsiteX11" fmla="*/ 1001641 w 3256615"/>
                <a:gd name="connsiteY11" fmla="*/ 614672 h 1610892"/>
                <a:gd name="connsiteX12" fmla="*/ 848479 w 3256615"/>
                <a:gd name="connsiteY12" fmla="*/ 593145 h 1610892"/>
                <a:gd name="connsiteX13" fmla="*/ 486330 w 3256615"/>
                <a:gd name="connsiteY13" fmla="*/ 670151 h 1610892"/>
                <a:gd name="connsiteX14" fmla="*/ 0 w 3256615"/>
                <a:gd name="connsiteY14" fmla="*/ 866316 h 1610892"/>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848479 w 3256615"/>
                <a:gd name="connsiteY12" fmla="*/ 593145 h 1618847"/>
                <a:gd name="connsiteX13" fmla="*/ 486330 w 3256615"/>
                <a:gd name="connsiteY13" fmla="*/ 670151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848479 w 3256615"/>
                <a:gd name="connsiteY12" fmla="*/ 593145 h 1618847"/>
                <a:gd name="connsiteX13" fmla="*/ 435697 w 3256615"/>
                <a:gd name="connsiteY13" fmla="*/ 818546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766453 w 3256615"/>
                <a:gd name="connsiteY12" fmla="*/ 665276 h 1618847"/>
                <a:gd name="connsiteX13" fmla="*/ 435697 w 3256615"/>
                <a:gd name="connsiteY13" fmla="*/ 818546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766453 w 3256615"/>
                <a:gd name="connsiteY11" fmla="*/ 665276 h 1618847"/>
                <a:gd name="connsiteX12" fmla="*/ 435697 w 3256615"/>
                <a:gd name="connsiteY12" fmla="*/ 818546 h 1618847"/>
                <a:gd name="connsiteX13" fmla="*/ 0 w 3256615"/>
                <a:gd name="connsiteY13"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13089 w 3256615"/>
                <a:gd name="connsiteY10" fmla="*/ 731459 h 1618847"/>
                <a:gd name="connsiteX11" fmla="*/ 766453 w 3256615"/>
                <a:gd name="connsiteY11" fmla="*/ 665276 h 1618847"/>
                <a:gd name="connsiteX12" fmla="*/ 435697 w 3256615"/>
                <a:gd name="connsiteY12" fmla="*/ 818546 h 1618847"/>
                <a:gd name="connsiteX13" fmla="*/ 0 w 3256615"/>
                <a:gd name="connsiteY13" fmla="*/ 866316 h 1618847"/>
                <a:gd name="connsiteX0" fmla="*/ 3256615 w 3256615"/>
                <a:gd name="connsiteY0" fmla="*/ 0 h 1617239"/>
                <a:gd name="connsiteX1" fmla="*/ 3173791 w 3256615"/>
                <a:gd name="connsiteY1" fmla="*/ 511999 h 1617239"/>
                <a:gd name="connsiteX2" fmla="*/ 2895496 w 3256615"/>
                <a:gd name="connsiteY2" fmla="*/ 999958 h 1617239"/>
                <a:gd name="connsiteX3" fmla="*/ 2838918 w 3256615"/>
                <a:gd name="connsiteY3" fmla="*/ 1118830 h 1617239"/>
                <a:gd name="connsiteX4" fmla="*/ 2647301 w 3256615"/>
                <a:gd name="connsiteY4" fmla="*/ 1365834 h 1617239"/>
                <a:gd name="connsiteX5" fmla="*/ 2344856 w 3256615"/>
                <a:gd name="connsiteY5" fmla="*/ 1460301 h 1617239"/>
                <a:gd name="connsiteX6" fmla="*/ 1661383 w 3256615"/>
                <a:gd name="connsiteY6" fmla="*/ 1610828 h 1617239"/>
                <a:gd name="connsiteX7" fmla="*/ 1292014 w 3256615"/>
                <a:gd name="connsiteY7" fmla="*/ 1541589 h 1617239"/>
                <a:gd name="connsiteX8" fmla="*/ 1243326 w 3256615"/>
                <a:gd name="connsiteY8" fmla="*/ 1123394 h 1617239"/>
                <a:gd name="connsiteX9" fmla="*/ 1274627 w 3256615"/>
                <a:gd name="connsiteY9" fmla="*/ 885753 h 1617239"/>
                <a:gd name="connsiteX10" fmla="*/ 1113089 w 3256615"/>
                <a:gd name="connsiteY10" fmla="*/ 731459 h 1617239"/>
                <a:gd name="connsiteX11" fmla="*/ 766453 w 3256615"/>
                <a:gd name="connsiteY11" fmla="*/ 665276 h 1617239"/>
                <a:gd name="connsiteX12" fmla="*/ 435697 w 3256615"/>
                <a:gd name="connsiteY12" fmla="*/ 818546 h 1617239"/>
                <a:gd name="connsiteX13" fmla="*/ 0 w 3256615"/>
                <a:gd name="connsiteY13" fmla="*/ 866316 h 1617239"/>
                <a:gd name="connsiteX0" fmla="*/ 3256615 w 3256615"/>
                <a:gd name="connsiteY0" fmla="*/ 0 h 1617239"/>
                <a:gd name="connsiteX1" fmla="*/ 3173791 w 3256615"/>
                <a:gd name="connsiteY1" fmla="*/ 511999 h 1617239"/>
                <a:gd name="connsiteX2" fmla="*/ 2895496 w 3256615"/>
                <a:gd name="connsiteY2" fmla="*/ 999958 h 1617239"/>
                <a:gd name="connsiteX3" fmla="*/ 2838918 w 3256615"/>
                <a:gd name="connsiteY3" fmla="*/ 1118830 h 1617239"/>
                <a:gd name="connsiteX4" fmla="*/ 2647301 w 3256615"/>
                <a:gd name="connsiteY4" fmla="*/ 1365834 h 1617239"/>
                <a:gd name="connsiteX5" fmla="*/ 2344856 w 3256615"/>
                <a:gd name="connsiteY5" fmla="*/ 1460301 h 1617239"/>
                <a:gd name="connsiteX6" fmla="*/ 1661383 w 3256615"/>
                <a:gd name="connsiteY6" fmla="*/ 1610828 h 1617239"/>
                <a:gd name="connsiteX7" fmla="*/ 1292014 w 3256615"/>
                <a:gd name="connsiteY7" fmla="*/ 1541589 h 1617239"/>
                <a:gd name="connsiteX8" fmla="*/ 1243326 w 3256615"/>
                <a:gd name="connsiteY8" fmla="*/ 1123394 h 1617239"/>
                <a:gd name="connsiteX9" fmla="*/ 1274627 w 3256615"/>
                <a:gd name="connsiteY9" fmla="*/ 885753 h 1617239"/>
                <a:gd name="connsiteX10" fmla="*/ 1113089 w 3256615"/>
                <a:gd name="connsiteY10" fmla="*/ 731459 h 1617239"/>
                <a:gd name="connsiteX11" fmla="*/ 841345 w 3256615"/>
                <a:gd name="connsiteY11" fmla="*/ 718580 h 1617239"/>
                <a:gd name="connsiteX12" fmla="*/ 435697 w 3256615"/>
                <a:gd name="connsiteY12" fmla="*/ 818546 h 1617239"/>
                <a:gd name="connsiteX13" fmla="*/ 0 w 3256615"/>
                <a:gd name="connsiteY13" fmla="*/ 866316 h 1617239"/>
                <a:gd name="connsiteX0" fmla="*/ 3389873 w 3389873"/>
                <a:gd name="connsiteY0" fmla="*/ 0 h 1603885"/>
                <a:gd name="connsiteX1" fmla="*/ 3173791 w 3389873"/>
                <a:gd name="connsiteY1" fmla="*/ 498645 h 1603885"/>
                <a:gd name="connsiteX2" fmla="*/ 2895496 w 3389873"/>
                <a:gd name="connsiteY2" fmla="*/ 986604 h 1603885"/>
                <a:gd name="connsiteX3" fmla="*/ 2838918 w 3389873"/>
                <a:gd name="connsiteY3" fmla="*/ 1105476 h 1603885"/>
                <a:gd name="connsiteX4" fmla="*/ 2647301 w 3389873"/>
                <a:gd name="connsiteY4" fmla="*/ 1352480 h 1603885"/>
                <a:gd name="connsiteX5" fmla="*/ 2344856 w 3389873"/>
                <a:gd name="connsiteY5" fmla="*/ 1446947 h 1603885"/>
                <a:gd name="connsiteX6" fmla="*/ 1661383 w 3389873"/>
                <a:gd name="connsiteY6" fmla="*/ 1597474 h 1603885"/>
                <a:gd name="connsiteX7" fmla="*/ 1292014 w 3389873"/>
                <a:gd name="connsiteY7" fmla="*/ 1528235 h 1603885"/>
                <a:gd name="connsiteX8" fmla="*/ 1243326 w 3389873"/>
                <a:gd name="connsiteY8" fmla="*/ 1110040 h 1603885"/>
                <a:gd name="connsiteX9" fmla="*/ 1274627 w 3389873"/>
                <a:gd name="connsiteY9" fmla="*/ 872399 h 1603885"/>
                <a:gd name="connsiteX10" fmla="*/ 1113089 w 3389873"/>
                <a:gd name="connsiteY10" fmla="*/ 718105 h 1603885"/>
                <a:gd name="connsiteX11" fmla="*/ 841345 w 3389873"/>
                <a:gd name="connsiteY11" fmla="*/ 705226 h 1603885"/>
                <a:gd name="connsiteX12" fmla="*/ 435697 w 3389873"/>
                <a:gd name="connsiteY12" fmla="*/ 805192 h 1603885"/>
                <a:gd name="connsiteX13" fmla="*/ 0 w 3389873"/>
                <a:gd name="connsiteY13" fmla="*/ 852962 h 1603885"/>
                <a:gd name="connsiteX0" fmla="*/ 3389873 w 3389873"/>
                <a:gd name="connsiteY0" fmla="*/ 0 h 1603885"/>
                <a:gd name="connsiteX1" fmla="*/ 3173791 w 3389873"/>
                <a:gd name="connsiteY1" fmla="*/ 498645 h 1603885"/>
                <a:gd name="connsiteX2" fmla="*/ 2895496 w 3389873"/>
                <a:gd name="connsiteY2" fmla="*/ 986604 h 1603885"/>
                <a:gd name="connsiteX3" fmla="*/ 2838918 w 3389873"/>
                <a:gd name="connsiteY3" fmla="*/ 1105476 h 1603885"/>
                <a:gd name="connsiteX4" fmla="*/ 2720735 w 3389873"/>
                <a:gd name="connsiteY4" fmla="*/ 1373498 h 1603885"/>
                <a:gd name="connsiteX5" fmla="*/ 2344856 w 3389873"/>
                <a:gd name="connsiteY5" fmla="*/ 1446947 h 1603885"/>
                <a:gd name="connsiteX6" fmla="*/ 1661383 w 3389873"/>
                <a:gd name="connsiteY6" fmla="*/ 1597474 h 1603885"/>
                <a:gd name="connsiteX7" fmla="*/ 1292014 w 3389873"/>
                <a:gd name="connsiteY7" fmla="*/ 1528235 h 1603885"/>
                <a:gd name="connsiteX8" fmla="*/ 1243326 w 3389873"/>
                <a:gd name="connsiteY8" fmla="*/ 1110040 h 1603885"/>
                <a:gd name="connsiteX9" fmla="*/ 1274627 w 3389873"/>
                <a:gd name="connsiteY9" fmla="*/ 872399 h 1603885"/>
                <a:gd name="connsiteX10" fmla="*/ 1113089 w 3389873"/>
                <a:gd name="connsiteY10" fmla="*/ 718105 h 1603885"/>
                <a:gd name="connsiteX11" fmla="*/ 841345 w 3389873"/>
                <a:gd name="connsiteY11" fmla="*/ 705226 h 1603885"/>
                <a:gd name="connsiteX12" fmla="*/ 435697 w 3389873"/>
                <a:gd name="connsiteY12" fmla="*/ 805192 h 1603885"/>
                <a:gd name="connsiteX13" fmla="*/ 0 w 3389873"/>
                <a:gd name="connsiteY13" fmla="*/ 852962 h 1603885"/>
                <a:gd name="connsiteX0" fmla="*/ 3389873 w 3389873"/>
                <a:gd name="connsiteY0" fmla="*/ 0 h 1610186"/>
                <a:gd name="connsiteX1" fmla="*/ 3173791 w 3389873"/>
                <a:gd name="connsiteY1" fmla="*/ 498645 h 1610186"/>
                <a:gd name="connsiteX2" fmla="*/ 2895496 w 3389873"/>
                <a:gd name="connsiteY2" fmla="*/ 986604 h 1610186"/>
                <a:gd name="connsiteX3" fmla="*/ 2838918 w 3389873"/>
                <a:gd name="connsiteY3" fmla="*/ 1105476 h 1610186"/>
                <a:gd name="connsiteX4" fmla="*/ 2720735 w 3389873"/>
                <a:gd name="connsiteY4" fmla="*/ 1373498 h 1610186"/>
                <a:gd name="connsiteX5" fmla="*/ 2344856 w 3389873"/>
                <a:gd name="connsiteY5" fmla="*/ 1446947 h 1610186"/>
                <a:gd name="connsiteX6" fmla="*/ 1661383 w 3389873"/>
                <a:gd name="connsiteY6" fmla="*/ 1597474 h 1610186"/>
                <a:gd name="connsiteX7" fmla="*/ 1195725 w 3389873"/>
                <a:gd name="connsiteY7" fmla="*/ 1546709 h 1610186"/>
                <a:gd name="connsiteX8" fmla="*/ 1243326 w 3389873"/>
                <a:gd name="connsiteY8" fmla="*/ 1110040 h 1610186"/>
                <a:gd name="connsiteX9" fmla="*/ 1274627 w 3389873"/>
                <a:gd name="connsiteY9" fmla="*/ 872399 h 1610186"/>
                <a:gd name="connsiteX10" fmla="*/ 1113089 w 3389873"/>
                <a:gd name="connsiteY10" fmla="*/ 718105 h 1610186"/>
                <a:gd name="connsiteX11" fmla="*/ 841345 w 3389873"/>
                <a:gd name="connsiteY11" fmla="*/ 705226 h 1610186"/>
                <a:gd name="connsiteX12" fmla="*/ 435697 w 3389873"/>
                <a:gd name="connsiteY12" fmla="*/ 805192 h 1610186"/>
                <a:gd name="connsiteX13" fmla="*/ 0 w 3389873"/>
                <a:gd name="connsiteY13" fmla="*/ 852962 h 1610186"/>
                <a:gd name="connsiteX0" fmla="*/ 3356192 w 3356192"/>
                <a:gd name="connsiteY0" fmla="*/ 0 h 1619826"/>
                <a:gd name="connsiteX1" fmla="*/ 3173791 w 3356192"/>
                <a:gd name="connsiteY1" fmla="*/ 508285 h 1619826"/>
                <a:gd name="connsiteX2" fmla="*/ 2895496 w 3356192"/>
                <a:gd name="connsiteY2" fmla="*/ 996244 h 1619826"/>
                <a:gd name="connsiteX3" fmla="*/ 2838918 w 3356192"/>
                <a:gd name="connsiteY3" fmla="*/ 1115116 h 1619826"/>
                <a:gd name="connsiteX4" fmla="*/ 2720735 w 3356192"/>
                <a:gd name="connsiteY4" fmla="*/ 1383138 h 1619826"/>
                <a:gd name="connsiteX5" fmla="*/ 2344856 w 3356192"/>
                <a:gd name="connsiteY5" fmla="*/ 1456587 h 1619826"/>
                <a:gd name="connsiteX6" fmla="*/ 1661383 w 3356192"/>
                <a:gd name="connsiteY6" fmla="*/ 1607114 h 1619826"/>
                <a:gd name="connsiteX7" fmla="*/ 1195725 w 3356192"/>
                <a:gd name="connsiteY7" fmla="*/ 1556349 h 1619826"/>
                <a:gd name="connsiteX8" fmla="*/ 1243326 w 3356192"/>
                <a:gd name="connsiteY8" fmla="*/ 1119680 h 1619826"/>
                <a:gd name="connsiteX9" fmla="*/ 1274627 w 3356192"/>
                <a:gd name="connsiteY9" fmla="*/ 882039 h 1619826"/>
                <a:gd name="connsiteX10" fmla="*/ 1113089 w 3356192"/>
                <a:gd name="connsiteY10" fmla="*/ 727745 h 1619826"/>
                <a:gd name="connsiteX11" fmla="*/ 841345 w 3356192"/>
                <a:gd name="connsiteY11" fmla="*/ 714866 h 1619826"/>
                <a:gd name="connsiteX12" fmla="*/ 435697 w 3356192"/>
                <a:gd name="connsiteY12" fmla="*/ 814832 h 1619826"/>
                <a:gd name="connsiteX13" fmla="*/ 0 w 3356192"/>
                <a:gd name="connsiteY13" fmla="*/ 862602 h 1619826"/>
                <a:gd name="connsiteX0" fmla="*/ 3356192 w 3356192"/>
                <a:gd name="connsiteY0" fmla="*/ 0 h 1700269"/>
                <a:gd name="connsiteX1" fmla="*/ 3173791 w 3356192"/>
                <a:gd name="connsiteY1" fmla="*/ 508285 h 1700269"/>
                <a:gd name="connsiteX2" fmla="*/ 2895496 w 3356192"/>
                <a:gd name="connsiteY2" fmla="*/ 996244 h 1700269"/>
                <a:gd name="connsiteX3" fmla="*/ 2838918 w 3356192"/>
                <a:gd name="connsiteY3" fmla="*/ 1115116 h 1700269"/>
                <a:gd name="connsiteX4" fmla="*/ 2720735 w 3356192"/>
                <a:gd name="connsiteY4" fmla="*/ 1383138 h 1700269"/>
                <a:gd name="connsiteX5" fmla="*/ 2344856 w 3356192"/>
                <a:gd name="connsiteY5" fmla="*/ 1456587 h 1700269"/>
                <a:gd name="connsiteX6" fmla="*/ 1661383 w 3356192"/>
                <a:gd name="connsiteY6" fmla="*/ 1607114 h 1700269"/>
                <a:gd name="connsiteX7" fmla="*/ 1411674 w 3356192"/>
                <a:gd name="connsiteY7" fmla="*/ 1699467 h 1700269"/>
                <a:gd name="connsiteX8" fmla="*/ 1195725 w 3356192"/>
                <a:gd name="connsiteY8" fmla="*/ 1556349 h 1700269"/>
                <a:gd name="connsiteX9" fmla="*/ 1243326 w 3356192"/>
                <a:gd name="connsiteY9" fmla="*/ 1119680 h 1700269"/>
                <a:gd name="connsiteX10" fmla="*/ 1274627 w 3356192"/>
                <a:gd name="connsiteY10" fmla="*/ 882039 h 1700269"/>
                <a:gd name="connsiteX11" fmla="*/ 1113089 w 3356192"/>
                <a:gd name="connsiteY11" fmla="*/ 727745 h 1700269"/>
                <a:gd name="connsiteX12" fmla="*/ 841345 w 3356192"/>
                <a:gd name="connsiteY12" fmla="*/ 714866 h 1700269"/>
                <a:gd name="connsiteX13" fmla="*/ 435697 w 3356192"/>
                <a:gd name="connsiteY13" fmla="*/ 814832 h 1700269"/>
                <a:gd name="connsiteX14" fmla="*/ 0 w 3356192"/>
                <a:gd name="connsiteY14" fmla="*/ 862602 h 1700269"/>
                <a:gd name="connsiteX0" fmla="*/ 3356192 w 3356192"/>
                <a:gd name="connsiteY0" fmla="*/ 0 h 1700269"/>
                <a:gd name="connsiteX1" fmla="*/ 3173791 w 3356192"/>
                <a:gd name="connsiteY1" fmla="*/ 508285 h 1700269"/>
                <a:gd name="connsiteX2" fmla="*/ 2858194 w 3356192"/>
                <a:gd name="connsiteY2" fmla="*/ 916544 h 1700269"/>
                <a:gd name="connsiteX3" fmla="*/ 2838918 w 3356192"/>
                <a:gd name="connsiteY3" fmla="*/ 1115116 h 1700269"/>
                <a:gd name="connsiteX4" fmla="*/ 2720735 w 3356192"/>
                <a:gd name="connsiteY4" fmla="*/ 1383138 h 1700269"/>
                <a:gd name="connsiteX5" fmla="*/ 2344856 w 3356192"/>
                <a:gd name="connsiteY5" fmla="*/ 1456587 h 1700269"/>
                <a:gd name="connsiteX6" fmla="*/ 1661383 w 3356192"/>
                <a:gd name="connsiteY6" fmla="*/ 1607114 h 1700269"/>
                <a:gd name="connsiteX7" fmla="*/ 1411674 w 3356192"/>
                <a:gd name="connsiteY7" fmla="*/ 1699467 h 1700269"/>
                <a:gd name="connsiteX8" fmla="*/ 1195725 w 3356192"/>
                <a:gd name="connsiteY8" fmla="*/ 1556349 h 1700269"/>
                <a:gd name="connsiteX9" fmla="*/ 1243326 w 3356192"/>
                <a:gd name="connsiteY9" fmla="*/ 1119680 h 1700269"/>
                <a:gd name="connsiteX10" fmla="*/ 1274627 w 3356192"/>
                <a:gd name="connsiteY10" fmla="*/ 882039 h 1700269"/>
                <a:gd name="connsiteX11" fmla="*/ 1113089 w 3356192"/>
                <a:gd name="connsiteY11" fmla="*/ 727745 h 1700269"/>
                <a:gd name="connsiteX12" fmla="*/ 841345 w 3356192"/>
                <a:gd name="connsiteY12" fmla="*/ 714866 h 1700269"/>
                <a:gd name="connsiteX13" fmla="*/ 435697 w 3356192"/>
                <a:gd name="connsiteY13" fmla="*/ 814832 h 1700269"/>
                <a:gd name="connsiteX14" fmla="*/ 0 w 3356192"/>
                <a:gd name="connsiteY14" fmla="*/ 862602 h 170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56192" h="1700269">
                  <a:moveTo>
                    <a:pt x="3356192" y="0"/>
                  </a:moveTo>
                  <a:cubicBezTo>
                    <a:pt x="3349429" y="170784"/>
                    <a:pt x="3173029" y="337406"/>
                    <a:pt x="3173791" y="508285"/>
                  </a:cubicBezTo>
                  <a:cubicBezTo>
                    <a:pt x="3113605" y="674945"/>
                    <a:pt x="2914006" y="815406"/>
                    <a:pt x="2858194" y="916544"/>
                  </a:cubicBezTo>
                  <a:cubicBezTo>
                    <a:pt x="2802382" y="1017682"/>
                    <a:pt x="2861828" y="1037350"/>
                    <a:pt x="2838918" y="1115116"/>
                  </a:cubicBezTo>
                  <a:cubicBezTo>
                    <a:pt x="2816008" y="1192882"/>
                    <a:pt x="2812556" y="1325131"/>
                    <a:pt x="2720735" y="1383138"/>
                  </a:cubicBezTo>
                  <a:cubicBezTo>
                    <a:pt x="2640344" y="1434002"/>
                    <a:pt x="2521415" y="1419258"/>
                    <a:pt x="2344856" y="1456587"/>
                  </a:cubicBezTo>
                  <a:cubicBezTo>
                    <a:pt x="2168297" y="1493916"/>
                    <a:pt x="1816913" y="1566634"/>
                    <a:pt x="1661383" y="1607114"/>
                  </a:cubicBezTo>
                  <a:cubicBezTo>
                    <a:pt x="1505853" y="1647594"/>
                    <a:pt x="1489284" y="1707928"/>
                    <a:pt x="1411674" y="1699467"/>
                  </a:cubicBezTo>
                  <a:cubicBezTo>
                    <a:pt x="1334064" y="1691006"/>
                    <a:pt x="1223783" y="1652980"/>
                    <a:pt x="1195725" y="1556349"/>
                  </a:cubicBezTo>
                  <a:cubicBezTo>
                    <a:pt x="1167667" y="1459718"/>
                    <a:pt x="1230176" y="1232065"/>
                    <a:pt x="1243326" y="1119680"/>
                  </a:cubicBezTo>
                  <a:cubicBezTo>
                    <a:pt x="1256476" y="1007295"/>
                    <a:pt x="1296333" y="947362"/>
                    <a:pt x="1274627" y="882039"/>
                  </a:cubicBezTo>
                  <a:cubicBezTo>
                    <a:pt x="1252921" y="816716"/>
                    <a:pt x="1185303" y="755607"/>
                    <a:pt x="1113089" y="727745"/>
                  </a:cubicBezTo>
                  <a:cubicBezTo>
                    <a:pt x="1040875" y="699883"/>
                    <a:pt x="954244" y="700352"/>
                    <a:pt x="841345" y="714866"/>
                  </a:cubicBezTo>
                  <a:cubicBezTo>
                    <a:pt x="728446" y="729381"/>
                    <a:pt x="575921" y="790209"/>
                    <a:pt x="435697" y="814832"/>
                  </a:cubicBezTo>
                  <a:cubicBezTo>
                    <a:pt x="295473" y="839455"/>
                    <a:pt x="41815" y="914799"/>
                    <a:pt x="0" y="86260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5" name="Freeform: Shape 14">
              <a:extLst>
                <a:ext uri="{FF2B5EF4-FFF2-40B4-BE49-F238E27FC236}">
                  <a16:creationId xmlns:a16="http://schemas.microsoft.com/office/drawing/2014/main" id="{9BFEBA1D-66ED-869D-FF62-10872CECEEE6}"/>
                </a:ext>
              </a:extLst>
            </p:cNvPr>
            <p:cNvSpPr/>
            <p:nvPr userDrawn="1"/>
          </p:nvSpPr>
          <p:spPr>
            <a:xfrm rot="9471250">
              <a:off x="9226971" y="4106100"/>
              <a:ext cx="3012280" cy="2239991"/>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263130 w 2340350"/>
                <a:gd name="connsiteY0" fmla="*/ 0 h 1523050"/>
                <a:gd name="connsiteX1" fmla="*/ 2337900 w 2340350"/>
                <a:gd name="connsiteY1" fmla="*/ 557185 h 1523050"/>
                <a:gd name="connsiteX2" fmla="*/ 2282652 w 2340350"/>
                <a:gd name="connsiteY2" fmla="*/ 1180075 h 1523050"/>
                <a:gd name="connsiteX3" fmla="*/ 1927003 w 2340350"/>
                <a:gd name="connsiteY3" fmla="*/ 1444437 h 1523050"/>
                <a:gd name="connsiteX4" fmla="*/ 1651730 w 2340350"/>
                <a:gd name="connsiteY4" fmla="*/ 1521019 h 1523050"/>
                <a:gd name="connsiteX5" fmla="*/ 1465040 w 2340350"/>
                <a:gd name="connsiteY5" fmla="*/ 1501873 h 1523050"/>
                <a:gd name="connsiteX6" fmla="*/ 1309402 w 2340350"/>
                <a:gd name="connsiteY6" fmla="*/ 1406147 h 1523050"/>
                <a:gd name="connsiteX7" fmla="*/ 1228058 w 2340350"/>
                <a:gd name="connsiteY7" fmla="*/ 1281751 h 1523050"/>
                <a:gd name="connsiteX8" fmla="*/ 1216056 w 2340350"/>
                <a:gd name="connsiteY8" fmla="*/ 1047245 h 1523050"/>
                <a:gd name="connsiteX9" fmla="*/ 1256728 w 2340350"/>
                <a:gd name="connsiteY9" fmla="*/ 858269 h 1523050"/>
                <a:gd name="connsiteX10" fmla="*/ 1256728 w 2340350"/>
                <a:gd name="connsiteY10" fmla="*/ 719490 h 1523050"/>
                <a:gd name="connsiteX11" fmla="*/ 1144238 w 2340350"/>
                <a:gd name="connsiteY11" fmla="*/ 580711 h 1523050"/>
                <a:gd name="connsiteX12" fmla="*/ 878490 w 2340350"/>
                <a:gd name="connsiteY12" fmla="*/ 504130 h 1523050"/>
                <a:gd name="connsiteX13" fmla="*/ 526637 w 2340350"/>
                <a:gd name="connsiteY13" fmla="*/ 461077 h 1523050"/>
                <a:gd name="connsiteX14" fmla="*/ 289655 w 2340350"/>
                <a:gd name="connsiteY14" fmla="*/ 408403 h 1523050"/>
                <a:gd name="connsiteX15" fmla="*/ 0 w 2340350"/>
                <a:gd name="connsiteY15" fmla="*/ 279244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404003 w 2454698"/>
                <a:gd name="connsiteY14" fmla="*/ 408403 h 1523050"/>
                <a:gd name="connsiteX15" fmla="*/ 0 w 2454698"/>
                <a:gd name="connsiteY15" fmla="*/ 108922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404003 w 2454698"/>
                <a:gd name="connsiteY14" fmla="*/ 408403 h 1523050"/>
                <a:gd name="connsiteX15" fmla="*/ 0 w 2454698"/>
                <a:gd name="connsiteY15" fmla="*/ 108922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361236 w 2454698"/>
                <a:gd name="connsiteY14" fmla="*/ 432584 h 1523050"/>
                <a:gd name="connsiteX15" fmla="*/ 0 w 2454698"/>
                <a:gd name="connsiteY15" fmla="*/ 108922 h 1523050"/>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640985 w 2454698"/>
                <a:gd name="connsiteY13" fmla="*/ 352155 h 1414128"/>
                <a:gd name="connsiteX14" fmla="*/ 361236 w 2454698"/>
                <a:gd name="connsiteY14" fmla="*/ 323662 h 1414128"/>
                <a:gd name="connsiteX15" fmla="*/ 0 w 2454698"/>
                <a:gd name="connsiteY15"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83422 w 2454698"/>
                <a:gd name="connsiteY10" fmla="*/ 527984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83422 w 2454698"/>
                <a:gd name="connsiteY10" fmla="*/ 527984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283"/>
                <a:gd name="connsiteY0" fmla="*/ 16266 h 1415031"/>
                <a:gd name="connsiteX1" fmla="*/ 2452248 w 2454283"/>
                <a:gd name="connsiteY1" fmla="*/ 448263 h 1415031"/>
                <a:gd name="connsiteX2" fmla="*/ 2397000 w 2454283"/>
                <a:gd name="connsiteY2" fmla="*/ 1071153 h 1415031"/>
                <a:gd name="connsiteX3" fmla="*/ 2056203 w 2454283"/>
                <a:gd name="connsiteY3" fmla="*/ 1348831 h 1415031"/>
                <a:gd name="connsiteX4" fmla="*/ 1766078 w 2454283"/>
                <a:gd name="connsiteY4" fmla="*/ 1412097 h 1415031"/>
                <a:gd name="connsiteX5" fmla="*/ 1579388 w 2454283"/>
                <a:gd name="connsiteY5" fmla="*/ 1392951 h 1415031"/>
                <a:gd name="connsiteX6" fmla="*/ 1423750 w 2454283"/>
                <a:gd name="connsiteY6" fmla="*/ 1297225 h 1415031"/>
                <a:gd name="connsiteX7" fmla="*/ 1342406 w 2454283"/>
                <a:gd name="connsiteY7" fmla="*/ 1172829 h 1415031"/>
                <a:gd name="connsiteX8" fmla="*/ 1330404 w 2454283"/>
                <a:gd name="connsiteY8" fmla="*/ 938323 h 1415031"/>
                <a:gd name="connsiteX9" fmla="*/ 1371076 w 2454283"/>
                <a:gd name="connsiteY9" fmla="*/ 749347 h 1415031"/>
                <a:gd name="connsiteX10" fmla="*/ 1383422 w 2454283"/>
                <a:gd name="connsiteY10" fmla="*/ 527984 h 1415031"/>
                <a:gd name="connsiteX11" fmla="*/ 992838 w 2454283"/>
                <a:gd name="connsiteY11" fmla="*/ 395208 h 1415031"/>
                <a:gd name="connsiteX12" fmla="*/ 361236 w 2454283"/>
                <a:gd name="connsiteY12" fmla="*/ 323662 h 1415031"/>
                <a:gd name="connsiteX13" fmla="*/ 0 w 2454283"/>
                <a:gd name="connsiteY13" fmla="*/ 0 h 1415031"/>
                <a:gd name="connsiteX0" fmla="*/ 2438764 w 2454283"/>
                <a:gd name="connsiteY0" fmla="*/ 16266 h 1415031"/>
                <a:gd name="connsiteX1" fmla="*/ 2452248 w 2454283"/>
                <a:gd name="connsiteY1" fmla="*/ 448263 h 1415031"/>
                <a:gd name="connsiteX2" fmla="*/ 2397000 w 2454283"/>
                <a:gd name="connsiteY2" fmla="*/ 1071153 h 1415031"/>
                <a:gd name="connsiteX3" fmla="*/ 2056203 w 2454283"/>
                <a:gd name="connsiteY3" fmla="*/ 1348831 h 1415031"/>
                <a:gd name="connsiteX4" fmla="*/ 1766078 w 2454283"/>
                <a:gd name="connsiteY4" fmla="*/ 1412097 h 1415031"/>
                <a:gd name="connsiteX5" fmla="*/ 1579388 w 2454283"/>
                <a:gd name="connsiteY5" fmla="*/ 1392951 h 1415031"/>
                <a:gd name="connsiteX6" fmla="*/ 1423750 w 2454283"/>
                <a:gd name="connsiteY6" fmla="*/ 1297225 h 1415031"/>
                <a:gd name="connsiteX7" fmla="*/ 1342406 w 2454283"/>
                <a:gd name="connsiteY7" fmla="*/ 1172829 h 1415031"/>
                <a:gd name="connsiteX8" fmla="*/ 1330404 w 2454283"/>
                <a:gd name="connsiteY8" fmla="*/ 938323 h 1415031"/>
                <a:gd name="connsiteX9" fmla="*/ 1383422 w 2454283"/>
                <a:gd name="connsiteY9" fmla="*/ 527984 h 1415031"/>
                <a:gd name="connsiteX10" fmla="*/ 992838 w 2454283"/>
                <a:gd name="connsiteY10" fmla="*/ 395208 h 1415031"/>
                <a:gd name="connsiteX11" fmla="*/ 361236 w 2454283"/>
                <a:gd name="connsiteY11" fmla="*/ 323662 h 1415031"/>
                <a:gd name="connsiteX12" fmla="*/ 0 w 2454283"/>
                <a:gd name="connsiteY12" fmla="*/ 0 h 1415031"/>
                <a:gd name="connsiteX0" fmla="*/ 2446767 w 2462286"/>
                <a:gd name="connsiteY0" fmla="*/ 52551 h 1451316"/>
                <a:gd name="connsiteX1" fmla="*/ 2460251 w 2462286"/>
                <a:gd name="connsiteY1" fmla="*/ 484548 h 1451316"/>
                <a:gd name="connsiteX2" fmla="*/ 2405003 w 2462286"/>
                <a:gd name="connsiteY2" fmla="*/ 1107438 h 1451316"/>
                <a:gd name="connsiteX3" fmla="*/ 2064206 w 2462286"/>
                <a:gd name="connsiteY3" fmla="*/ 1385116 h 1451316"/>
                <a:gd name="connsiteX4" fmla="*/ 1774081 w 2462286"/>
                <a:gd name="connsiteY4" fmla="*/ 1448382 h 1451316"/>
                <a:gd name="connsiteX5" fmla="*/ 1587391 w 2462286"/>
                <a:gd name="connsiteY5" fmla="*/ 1429236 h 1451316"/>
                <a:gd name="connsiteX6" fmla="*/ 1431753 w 2462286"/>
                <a:gd name="connsiteY6" fmla="*/ 1333510 h 1451316"/>
                <a:gd name="connsiteX7" fmla="*/ 1350409 w 2462286"/>
                <a:gd name="connsiteY7" fmla="*/ 1209114 h 1451316"/>
                <a:gd name="connsiteX8" fmla="*/ 1338407 w 2462286"/>
                <a:gd name="connsiteY8" fmla="*/ 974608 h 1451316"/>
                <a:gd name="connsiteX9" fmla="*/ 1391425 w 2462286"/>
                <a:gd name="connsiteY9" fmla="*/ 564269 h 1451316"/>
                <a:gd name="connsiteX10" fmla="*/ 1000841 w 2462286"/>
                <a:gd name="connsiteY10" fmla="*/ 431493 h 1451316"/>
                <a:gd name="connsiteX11" fmla="*/ 369239 w 2462286"/>
                <a:gd name="connsiteY11" fmla="*/ 359947 h 1451316"/>
                <a:gd name="connsiteX12" fmla="*/ 0 w 2462286"/>
                <a:gd name="connsiteY12" fmla="*/ 0 h 1451316"/>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275298 w 2346159"/>
                <a:gd name="connsiteY9" fmla="*/ 511718 h 1398765"/>
                <a:gd name="connsiteX10" fmla="*/ 884714 w 2346159"/>
                <a:gd name="connsiteY10" fmla="*/ 378942 h 1398765"/>
                <a:gd name="connsiteX11" fmla="*/ 253112 w 2346159"/>
                <a:gd name="connsiteY11" fmla="*/ 307396 h 1398765"/>
                <a:gd name="connsiteX12" fmla="*/ 0 w 2346159"/>
                <a:gd name="connsiteY12" fmla="*/ 242721 h 1398765"/>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275298 w 2346159"/>
                <a:gd name="connsiteY9" fmla="*/ 511718 h 1398765"/>
                <a:gd name="connsiteX10" fmla="*/ 884714 w 2346159"/>
                <a:gd name="connsiteY10" fmla="*/ 378942 h 1398765"/>
                <a:gd name="connsiteX11" fmla="*/ 386116 w 2346159"/>
                <a:gd name="connsiteY11" fmla="*/ 451694 h 1398765"/>
                <a:gd name="connsiteX12" fmla="*/ 0 w 2346159"/>
                <a:gd name="connsiteY12" fmla="*/ 242721 h 1398765"/>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130132 w 2346159"/>
                <a:gd name="connsiteY9" fmla="*/ 675549 h 1398765"/>
                <a:gd name="connsiteX10" fmla="*/ 884714 w 2346159"/>
                <a:gd name="connsiteY10" fmla="*/ 378942 h 1398765"/>
                <a:gd name="connsiteX11" fmla="*/ 386116 w 2346159"/>
                <a:gd name="connsiteY11" fmla="*/ 451694 h 1398765"/>
                <a:gd name="connsiteX12" fmla="*/ 0 w 2346159"/>
                <a:gd name="connsiteY12" fmla="*/ 242721 h 1398765"/>
                <a:gd name="connsiteX0" fmla="*/ 2647839 w 2647839"/>
                <a:gd name="connsiteY0" fmla="*/ 0 h 1424831"/>
                <a:gd name="connsiteX1" fmla="*/ 2344124 w 2647839"/>
                <a:gd name="connsiteY1" fmla="*/ 458063 h 1424831"/>
                <a:gd name="connsiteX2" fmla="*/ 2288876 w 2647839"/>
                <a:gd name="connsiteY2" fmla="*/ 108095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88876 w 2647839"/>
                <a:gd name="connsiteY2" fmla="*/ 108095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26891 w 2647839"/>
                <a:gd name="connsiteY2" fmla="*/ 124026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26891 w 2647839"/>
                <a:gd name="connsiteY2" fmla="*/ 124026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32069 w 2647839"/>
                <a:gd name="connsiteY11" fmla="*/ 518947 h 1424831"/>
                <a:gd name="connsiteX12" fmla="*/ 0 w 2647839"/>
                <a:gd name="connsiteY12" fmla="*/ 268787 h 1424831"/>
                <a:gd name="connsiteX0" fmla="*/ 2780898 w 2780898"/>
                <a:gd name="connsiteY0" fmla="*/ 0 h 1489437"/>
                <a:gd name="connsiteX1" fmla="*/ 2605064 w 2780898"/>
                <a:gd name="connsiteY1" fmla="*/ 593814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84714 w 2780898"/>
                <a:gd name="connsiteY10" fmla="*/ 469614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84714 w 2780898"/>
                <a:gd name="connsiteY10" fmla="*/ 469614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78987 w 2780898"/>
                <a:gd name="connsiteY10" fmla="*/ 531713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657954 w 2780898"/>
                <a:gd name="connsiteY3" fmla="*/ 1486503 h 1489437"/>
                <a:gd name="connsiteX4" fmla="*/ 1471264 w 2780898"/>
                <a:gd name="connsiteY4" fmla="*/ 1467357 h 1489437"/>
                <a:gd name="connsiteX5" fmla="*/ 1315626 w 2780898"/>
                <a:gd name="connsiteY5" fmla="*/ 1371631 h 1489437"/>
                <a:gd name="connsiteX6" fmla="*/ 1234282 w 2780898"/>
                <a:gd name="connsiteY6" fmla="*/ 1247235 h 1489437"/>
                <a:gd name="connsiteX7" fmla="*/ 1222280 w 2780898"/>
                <a:gd name="connsiteY7" fmla="*/ 1012729 h 1489437"/>
                <a:gd name="connsiteX8" fmla="*/ 1130132 w 2780898"/>
                <a:gd name="connsiteY8" fmla="*/ 766221 h 1489437"/>
                <a:gd name="connsiteX9" fmla="*/ 878987 w 2780898"/>
                <a:gd name="connsiteY9" fmla="*/ 531713 h 1489437"/>
                <a:gd name="connsiteX10" fmla="*/ 332069 w 2780898"/>
                <a:gd name="connsiteY10" fmla="*/ 583553 h 1489437"/>
                <a:gd name="connsiteX11" fmla="*/ 0 w 2780898"/>
                <a:gd name="connsiteY11"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657954 w 2780898"/>
                <a:gd name="connsiteY3" fmla="*/ 1486503 h 1489437"/>
                <a:gd name="connsiteX4" fmla="*/ 1471264 w 2780898"/>
                <a:gd name="connsiteY4" fmla="*/ 1467357 h 1489437"/>
                <a:gd name="connsiteX5" fmla="*/ 1315626 w 2780898"/>
                <a:gd name="connsiteY5" fmla="*/ 1371631 h 1489437"/>
                <a:gd name="connsiteX6" fmla="*/ 1234282 w 2780898"/>
                <a:gd name="connsiteY6" fmla="*/ 1247235 h 1489437"/>
                <a:gd name="connsiteX7" fmla="*/ 1222280 w 2780898"/>
                <a:gd name="connsiteY7" fmla="*/ 1012729 h 1489437"/>
                <a:gd name="connsiteX8" fmla="*/ 1130132 w 2780898"/>
                <a:gd name="connsiteY8" fmla="*/ 766221 h 1489437"/>
                <a:gd name="connsiteX9" fmla="*/ 878987 w 2780898"/>
                <a:gd name="connsiteY9" fmla="*/ 531713 h 1489437"/>
                <a:gd name="connsiteX10" fmla="*/ 190070 w 2780898"/>
                <a:gd name="connsiteY10" fmla="*/ 681010 h 1489437"/>
                <a:gd name="connsiteX11" fmla="*/ 0 w 2780898"/>
                <a:gd name="connsiteY11" fmla="*/ 333393 h 1489437"/>
                <a:gd name="connsiteX0" fmla="*/ 2926970 w 2926970"/>
                <a:gd name="connsiteY0" fmla="*/ 0 h 1489437"/>
                <a:gd name="connsiteX1" fmla="*/ 2836074 w 2926970"/>
                <a:gd name="connsiteY1" fmla="*/ 586256 h 1489437"/>
                <a:gd name="connsiteX2" fmla="*/ 2372963 w 2926970"/>
                <a:gd name="connsiteY2" fmla="*/ 1304869 h 1489437"/>
                <a:gd name="connsiteX3" fmla="*/ 1804026 w 2926970"/>
                <a:gd name="connsiteY3" fmla="*/ 1486503 h 1489437"/>
                <a:gd name="connsiteX4" fmla="*/ 1617336 w 2926970"/>
                <a:gd name="connsiteY4" fmla="*/ 1467357 h 1489437"/>
                <a:gd name="connsiteX5" fmla="*/ 1461698 w 2926970"/>
                <a:gd name="connsiteY5" fmla="*/ 1371631 h 1489437"/>
                <a:gd name="connsiteX6" fmla="*/ 1380354 w 2926970"/>
                <a:gd name="connsiteY6" fmla="*/ 1247235 h 1489437"/>
                <a:gd name="connsiteX7" fmla="*/ 1368352 w 2926970"/>
                <a:gd name="connsiteY7" fmla="*/ 1012729 h 1489437"/>
                <a:gd name="connsiteX8" fmla="*/ 1276204 w 2926970"/>
                <a:gd name="connsiteY8" fmla="*/ 766221 h 1489437"/>
                <a:gd name="connsiteX9" fmla="*/ 1025059 w 2926970"/>
                <a:gd name="connsiteY9" fmla="*/ 531713 h 1489437"/>
                <a:gd name="connsiteX10" fmla="*/ 336142 w 2926970"/>
                <a:gd name="connsiteY10" fmla="*/ 681010 h 1489437"/>
                <a:gd name="connsiteX11" fmla="*/ 0 w 2926970"/>
                <a:gd name="connsiteY11" fmla="*/ 603195 h 1489437"/>
                <a:gd name="connsiteX0" fmla="*/ 2926970 w 2926970"/>
                <a:gd name="connsiteY0" fmla="*/ 0 h 1489437"/>
                <a:gd name="connsiteX1" fmla="*/ 2836074 w 2926970"/>
                <a:gd name="connsiteY1" fmla="*/ 586256 h 1489437"/>
                <a:gd name="connsiteX2" fmla="*/ 2372963 w 2926970"/>
                <a:gd name="connsiteY2" fmla="*/ 1304869 h 1489437"/>
                <a:gd name="connsiteX3" fmla="*/ 1804026 w 2926970"/>
                <a:gd name="connsiteY3" fmla="*/ 1486503 h 1489437"/>
                <a:gd name="connsiteX4" fmla="*/ 1617336 w 2926970"/>
                <a:gd name="connsiteY4" fmla="*/ 1467357 h 1489437"/>
                <a:gd name="connsiteX5" fmla="*/ 1461698 w 2926970"/>
                <a:gd name="connsiteY5" fmla="*/ 1371631 h 1489437"/>
                <a:gd name="connsiteX6" fmla="*/ 1380354 w 2926970"/>
                <a:gd name="connsiteY6" fmla="*/ 1247235 h 1489437"/>
                <a:gd name="connsiteX7" fmla="*/ 1368352 w 2926970"/>
                <a:gd name="connsiteY7" fmla="*/ 1012729 h 1489437"/>
                <a:gd name="connsiteX8" fmla="*/ 1276204 w 2926970"/>
                <a:gd name="connsiteY8" fmla="*/ 766221 h 1489437"/>
                <a:gd name="connsiteX9" fmla="*/ 1025059 w 2926970"/>
                <a:gd name="connsiteY9" fmla="*/ 531713 h 1489437"/>
                <a:gd name="connsiteX10" fmla="*/ 336142 w 2926970"/>
                <a:gd name="connsiteY10" fmla="*/ 681010 h 1489437"/>
                <a:gd name="connsiteX11" fmla="*/ 0 w 2926970"/>
                <a:gd name="connsiteY11" fmla="*/ 603195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358997 w 2949825"/>
                <a:gd name="connsiteY10" fmla="*/ 681010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56904 w 2949825"/>
                <a:gd name="connsiteY9" fmla="*/ 59448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56904 w 2949825"/>
                <a:gd name="connsiteY9" fmla="*/ 594483 h 1489437"/>
                <a:gd name="connsiteX10" fmla="*/ 434642 w 2949825"/>
                <a:gd name="connsiteY10" fmla="*/ 646005 h 1489437"/>
                <a:gd name="connsiteX11" fmla="*/ 0 w 2949825"/>
                <a:gd name="connsiteY11" fmla="*/ 642687 h 1489437"/>
                <a:gd name="connsiteX0" fmla="*/ 2949825 w 2949825"/>
                <a:gd name="connsiteY0" fmla="*/ 0 h 1548217"/>
                <a:gd name="connsiteX1" fmla="*/ 2858929 w 2949825"/>
                <a:gd name="connsiteY1" fmla="*/ 586256 h 1548217"/>
                <a:gd name="connsiteX2" fmla="*/ 2395818 w 2949825"/>
                <a:gd name="connsiteY2" fmla="*/ 1304869 h 1548217"/>
                <a:gd name="connsiteX3" fmla="*/ 1826881 w 2949825"/>
                <a:gd name="connsiteY3" fmla="*/ 1486503 h 1548217"/>
                <a:gd name="connsiteX4" fmla="*/ 1420437 w 2949825"/>
                <a:gd name="connsiteY4" fmla="*/ 1542560 h 1548217"/>
                <a:gd name="connsiteX5" fmla="*/ 1484553 w 2949825"/>
                <a:gd name="connsiteY5" fmla="*/ 1371631 h 1548217"/>
                <a:gd name="connsiteX6" fmla="*/ 1403209 w 2949825"/>
                <a:gd name="connsiteY6" fmla="*/ 1247235 h 1548217"/>
                <a:gd name="connsiteX7" fmla="*/ 1391207 w 2949825"/>
                <a:gd name="connsiteY7" fmla="*/ 1012729 h 1548217"/>
                <a:gd name="connsiteX8" fmla="*/ 1299059 w 2949825"/>
                <a:gd name="connsiteY8" fmla="*/ 766221 h 1548217"/>
                <a:gd name="connsiteX9" fmla="*/ 1056904 w 2949825"/>
                <a:gd name="connsiteY9" fmla="*/ 594483 h 1548217"/>
                <a:gd name="connsiteX10" fmla="*/ 434642 w 2949825"/>
                <a:gd name="connsiteY10" fmla="*/ 646005 h 1548217"/>
                <a:gd name="connsiteX11" fmla="*/ 0 w 2949825"/>
                <a:gd name="connsiteY11" fmla="*/ 642687 h 1548217"/>
                <a:gd name="connsiteX0" fmla="*/ 2949825 w 2949825"/>
                <a:gd name="connsiteY0" fmla="*/ 0 h 1543008"/>
                <a:gd name="connsiteX1" fmla="*/ 2858929 w 2949825"/>
                <a:gd name="connsiteY1" fmla="*/ 586256 h 1543008"/>
                <a:gd name="connsiteX2" fmla="*/ 2395818 w 2949825"/>
                <a:gd name="connsiteY2" fmla="*/ 1304869 h 1543008"/>
                <a:gd name="connsiteX3" fmla="*/ 1826881 w 2949825"/>
                <a:gd name="connsiteY3" fmla="*/ 1486503 h 1543008"/>
                <a:gd name="connsiteX4" fmla="*/ 1420437 w 2949825"/>
                <a:gd name="connsiteY4" fmla="*/ 1542560 h 1543008"/>
                <a:gd name="connsiteX5" fmla="*/ 1249931 w 2949825"/>
                <a:gd name="connsiteY5" fmla="*/ 1463825 h 1543008"/>
                <a:gd name="connsiteX6" fmla="*/ 1403209 w 2949825"/>
                <a:gd name="connsiteY6" fmla="*/ 1247235 h 1543008"/>
                <a:gd name="connsiteX7" fmla="*/ 1391207 w 2949825"/>
                <a:gd name="connsiteY7" fmla="*/ 1012729 h 1543008"/>
                <a:gd name="connsiteX8" fmla="*/ 1299059 w 2949825"/>
                <a:gd name="connsiteY8" fmla="*/ 766221 h 1543008"/>
                <a:gd name="connsiteX9" fmla="*/ 1056904 w 2949825"/>
                <a:gd name="connsiteY9" fmla="*/ 594483 h 1543008"/>
                <a:gd name="connsiteX10" fmla="*/ 434642 w 2949825"/>
                <a:gd name="connsiteY10" fmla="*/ 646005 h 1543008"/>
                <a:gd name="connsiteX11" fmla="*/ 0 w 2949825"/>
                <a:gd name="connsiteY11" fmla="*/ 642687 h 1543008"/>
                <a:gd name="connsiteX0" fmla="*/ 2949825 w 2949825"/>
                <a:gd name="connsiteY0" fmla="*/ 0 h 1543008"/>
                <a:gd name="connsiteX1" fmla="*/ 2858929 w 2949825"/>
                <a:gd name="connsiteY1" fmla="*/ 586256 h 1543008"/>
                <a:gd name="connsiteX2" fmla="*/ 2395818 w 2949825"/>
                <a:gd name="connsiteY2" fmla="*/ 1304869 h 1543008"/>
                <a:gd name="connsiteX3" fmla="*/ 1826881 w 2949825"/>
                <a:gd name="connsiteY3" fmla="*/ 1486503 h 1543008"/>
                <a:gd name="connsiteX4" fmla="*/ 1420437 w 2949825"/>
                <a:gd name="connsiteY4" fmla="*/ 1542560 h 1543008"/>
                <a:gd name="connsiteX5" fmla="*/ 1249931 w 2949825"/>
                <a:gd name="connsiteY5" fmla="*/ 1463825 h 1543008"/>
                <a:gd name="connsiteX6" fmla="*/ 1318271 w 2949825"/>
                <a:gd name="connsiteY6" fmla="*/ 1254793 h 1543008"/>
                <a:gd name="connsiteX7" fmla="*/ 1391207 w 2949825"/>
                <a:gd name="connsiteY7" fmla="*/ 1012729 h 1543008"/>
                <a:gd name="connsiteX8" fmla="*/ 1299059 w 2949825"/>
                <a:gd name="connsiteY8" fmla="*/ 766221 h 1543008"/>
                <a:gd name="connsiteX9" fmla="*/ 1056904 w 2949825"/>
                <a:gd name="connsiteY9" fmla="*/ 594483 h 1543008"/>
                <a:gd name="connsiteX10" fmla="*/ 434642 w 2949825"/>
                <a:gd name="connsiteY10" fmla="*/ 646005 h 1543008"/>
                <a:gd name="connsiteX11" fmla="*/ 0 w 2949825"/>
                <a:gd name="connsiteY11" fmla="*/ 642687 h 1543008"/>
                <a:gd name="connsiteX0" fmla="*/ 2949825 w 2949825"/>
                <a:gd name="connsiteY0" fmla="*/ 0 h 1543008"/>
                <a:gd name="connsiteX1" fmla="*/ 2858929 w 2949825"/>
                <a:gd name="connsiteY1" fmla="*/ 586256 h 1543008"/>
                <a:gd name="connsiteX2" fmla="*/ 2610989 w 2949825"/>
                <a:gd name="connsiteY2" fmla="*/ 871867 h 1543008"/>
                <a:gd name="connsiteX3" fmla="*/ 2395818 w 2949825"/>
                <a:gd name="connsiteY3" fmla="*/ 1304869 h 1543008"/>
                <a:gd name="connsiteX4" fmla="*/ 1826881 w 2949825"/>
                <a:gd name="connsiteY4" fmla="*/ 1486503 h 1543008"/>
                <a:gd name="connsiteX5" fmla="*/ 1420437 w 2949825"/>
                <a:gd name="connsiteY5" fmla="*/ 1542560 h 1543008"/>
                <a:gd name="connsiteX6" fmla="*/ 1249931 w 2949825"/>
                <a:gd name="connsiteY6" fmla="*/ 1463825 h 1543008"/>
                <a:gd name="connsiteX7" fmla="*/ 1318271 w 2949825"/>
                <a:gd name="connsiteY7" fmla="*/ 1254793 h 1543008"/>
                <a:gd name="connsiteX8" fmla="*/ 1391207 w 2949825"/>
                <a:gd name="connsiteY8" fmla="*/ 1012729 h 1543008"/>
                <a:gd name="connsiteX9" fmla="*/ 1299059 w 2949825"/>
                <a:gd name="connsiteY9" fmla="*/ 766221 h 1543008"/>
                <a:gd name="connsiteX10" fmla="*/ 1056904 w 2949825"/>
                <a:gd name="connsiteY10" fmla="*/ 594483 h 1543008"/>
                <a:gd name="connsiteX11" fmla="*/ 434642 w 2949825"/>
                <a:gd name="connsiteY11" fmla="*/ 646005 h 1543008"/>
                <a:gd name="connsiteX12" fmla="*/ 0 w 2949825"/>
                <a:gd name="connsiteY12" fmla="*/ 642687 h 1543008"/>
                <a:gd name="connsiteX0" fmla="*/ 2949825 w 2949825"/>
                <a:gd name="connsiteY0" fmla="*/ 0 h 1542563"/>
                <a:gd name="connsiteX1" fmla="*/ 2858929 w 2949825"/>
                <a:gd name="connsiteY1" fmla="*/ 586256 h 1542563"/>
                <a:gd name="connsiteX2" fmla="*/ 2610989 w 2949825"/>
                <a:gd name="connsiteY2" fmla="*/ 871867 h 1542563"/>
                <a:gd name="connsiteX3" fmla="*/ 2395818 w 2949825"/>
                <a:gd name="connsiteY3" fmla="*/ 1304869 h 1542563"/>
                <a:gd name="connsiteX4" fmla="*/ 1804265 w 2949825"/>
                <a:gd name="connsiteY4" fmla="*/ 1466226 h 1542563"/>
                <a:gd name="connsiteX5" fmla="*/ 1420437 w 2949825"/>
                <a:gd name="connsiteY5" fmla="*/ 1542560 h 1542563"/>
                <a:gd name="connsiteX6" fmla="*/ 1249931 w 2949825"/>
                <a:gd name="connsiteY6" fmla="*/ 1463825 h 1542563"/>
                <a:gd name="connsiteX7" fmla="*/ 1318271 w 2949825"/>
                <a:gd name="connsiteY7" fmla="*/ 1254793 h 1542563"/>
                <a:gd name="connsiteX8" fmla="*/ 1391207 w 2949825"/>
                <a:gd name="connsiteY8" fmla="*/ 1012729 h 1542563"/>
                <a:gd name="connsiteX9" fmla="*/ 1299059 w 2949825"/>
                <a:gd name="connsiteY9" fmla="*/ 766221 h 1542563"/>
                <a:gd name="connsiteX10" fmla="*/ 1056904 w 2949825"/>
                <a:gd name="connsiteY10" fmla="*/ 594483 h 1542563"/>
                <a:gd name="connsiteX11" fmla="*/ 434642 w 2949825"/>
                <a:gd name="connsiteY11" fmla="*/ 646005 h 1542563"/>
                <a:gd name="connsiteX12" fmla="*/ 0 w 2949825"/>
                <a:gd name="connsiteY12" fmla="*/ 642687 h 1542563"/>
                <a:gd name="connsiteX0" fmla="*/ 2949825 w 2949825"/>
                <a:gd name="connsiteY0" fmla="*/ 0 h 1542612"/>
                <a:gd name="connsiteX1" fmla="*/ 2858929 w 2949825"/>
                <a:gd name="connsiteY1" fmla="*/ 586256 h 1542612"/>
                <a:gd name="connsiteX2" fmla="*/ 2610989 w 2949825"/>
                <a:gd name="connsiteY2" fmla="*/ 871867 h 1542612"/>
                <a:gd name="connsiteX3" fmla="*/ 2395818 w 2949825"/>
                <a:gd name="connsiteY3" fmla="*/ 1304869 h 1542612"/>
                <a:gd name="connsiteX4" fmla="*/ 1804265 w 2949825"/>
                <a:gd name="connsiteY4" fmla="*/ 1466226 h 1542612"/>
                <a:gd name="connsiteX5" fmla="*/ 1420437 w 2949825"/>
                <a:gd name="connsiteY5" fmla="*/ 1542560 h 1542612"/>
                <a:gd name="connsiteX6" fmla="*/ 1249931 w 2949825"/>
                <a:gd name="connsiteY6" fmla="*/ 1463825 h 1542612"/>
                <a:gd name="connsiteX7" fmla="*/ 1318271 w 2949825"/>
                <a:gd name="connsiteY7" fmla="*/ 1254793 h 1542612"/>
                <a:gd name="connsiteX8" fmla="*/ 1391207 w 2949825"/>
                <a:gd name="connsiteY8" fmla="*/ 1012729 h 1542612"/>
                <a:gd name="connsiteX9" fmla="*/ 1299059 w 2949825"/>
                <a:gd name="connsiteY9" fmla="*/ 766221 h 1542612"/>
                <a:gd name="connsiteX10" fmla="*/ 1056904 w 2949825"/>
                <a:gd name="connsiteY10" fmla="*/ 594483 h 1542612"/>
                <a:gd name="connsiteX11" fmla="*/ 434642 w 2949825"/>
                <a:gd name="connsiteY11" fmla="*/ 646005 h 1542612"/>
                <a:gd name="connsiteX12" fmla="*/ 0 w 2949825"/>
                <a:gd name="connsiteY12" fmla="*/ 642687 h 1542612"/>
                <a:gd name="connsiteX0" fmla="*/ 2949825 w 2949825"/>
                <a:gd name="connsiteY0" fmla="*/ 0 h 1542612"/>
                <a:gd name="connsiteX1" fmla="*/ 2858929 w 2949825"/>
                <a:gd name="connsiteY1" fmla="*/ 586256 h 1542612"/>
                <a:gd name="connsiteX2" fmla="*/ 2610989 w 2949825"/>
                <a:gd name="connsiteY2" fmla="*/ 871867 h 1542612"/>
                <a:gd name="connsiteX3" fmla="*/ 2395818 w 2949825"/>
                <a:gd name="connsiteY3" fmla="*/ 1304869 h 1542612"/>
                <a:gd name="connsiteX4" fmla="*/ 1804265 w 2949825"/>
                <a:gd name="connsiteY4" fmla="*/ 1466226 h 1542612"/>
                <a:gd name="connsiteX5" fmla="*/ 1420437 w 2949825"/>
                <a:gd name="connsiteY5" fmla="*/ 1542560 h 1542612"/>
                <a:gd name="connsiteX6" fmla="*/ 1249931 w 2949825"/>
                <a:gd name="connsiteY6" fmla="*/ 1463825 h 1542612"/>
                <a:gd name="connsiteX7" fmla="*/ 1318271 w 2949825"/>
                <a:gd name="connsiteY7" fmla="*/ 1254793 h 1542612"/>
                <a:gd name="connsiteX8" fmla="*/ 1391207 w 2949825"/>
                <a:gd name="connsiteY8" fmla="*/ 1012729 h 1542612"/>
                <a:gd name="connsiteX9" fmla="*/ 1379786 w 2949825"/>
                <a:gd name="connsiteY9" fmla="*/ 703048 h 1542612"/>
                <a:gd name="connsiteX10" fmla="*/ 1056904 w 2949825"/>
                <a:gd name="connsiteY10" fmla="*/ 594483 h 1542612"/>
                <a:gd name="connsiteX11" fmla="*/ 434642 w 2949825"/>
                <a:gd name="connsiteY11" fmla="*/ 646005 h 1542612"/>
                <a:gd name="connsiteX12" fmla="*/ 0 w 2949825"/>
                <a:gd name="connsiteY12" fmla="*/ 642687 h 1542612"/>
                <a:gd name="connsiteX0" fmla="*/ 2949825 w 2949825"/>
                <a:gd name="connsiteY0" fmla="*/ 0 h 1542612"/>
                <a:gd name="connsiteX1" fmla="*/ 2858929 w 2949825"/>
                <a:gd name="connsiteY1" fmla="*/ 586256 h 1542612"/>
                <a:gd name="connsiteX2" fmla="*/ 2610989 w 2949825"/>
                <a:gd name="connsiteY2" fmla="*/ 871867 h 1542612"/>
                <a:gd name="connsiteX3" fmla="*/ 2395818 w 2949825"/>
                <a:gd name="connsiteY3" fmla="*/ 1304869 h 1542612"/>
                <a:gd name="connsiteX4" fmla="*/ 1804265 w 2949825"/>
                <a:gd name="connsiteY4" fmla="*/ 1466226 h 1542612"/>
                <a:gd name="connsiteX5" fmla="*/ 1420437 w 2949825"/>
                <a:gd name="connsiteY5" fmla="*/ 1542560 h 1542612"/>
                <a:gd name="connsiteX6" fmla="*/ 1249931 w 2949825"/>
                <a:gd name="connsiteY6" fmla="*/ 1463825 h 1542612"/>
                <a:gd name="connsiteX7" fmla="*/ 1318271 w 2949825"/>
                <a:gd name="connsiteY7" fmla="*/ 1254793 h 1542612"/>
                <a:gd name="connsiteX8" fmla="*/ 1232008 w 2949825"/>
                <a:gd name="connsiteY8" fmla="*/ 974066 h 1542612"/>
                <a:gd name="connsiteX9" fmla="*/ 1379786 w 2949825"/>
                <a:gd name="connsiteY9" fmla="*/ 703048 h 1542612"/>
                <a:gd name="connsiteX10" fmla="*/ 1056904 w 2949825"/>
                <a:gd name="connsiteY10" fmla="*/ 594483 h 1542612"/>
                <a:gd name="connsiteX11" fmla="*/ 434642 w 2949825"/>
                <a:gd name="connsiteY11" fmla="*/ 646005 h 1542612"/>
                <a:gd name="connsiteX12" fmla="*/ 0 w 2949825"/>
                <a:gd name="connsiteY12" fmla="*/ 642687 h 1542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49825" h="1542612">
                  <a:moveTo>
                    <a:pt x="2949825" y="0"/>
                  </a:moveTo>
                  <a:cubicBezTo>
                    <a:pt x="2932168" y="258486"/>
                    <a:pt x="2915402" y="440945"/>
                    <a:pt x="2858929" y="586256"/>
                  </a:cubicBezTo>
                  <a:cubicBezTo>
                    <a:pt x="2802456" y="731567"/>
                    <a:pt x="2688174" y="752098"/>
                    <a:pt x="2610989" y="871867"/>
                  </a:cubicBezTo>
                  <a:cubicBezTo>
                    <a:pt x="2533804" y="991636"/>
                    <a:pt x="2530272" y="1205809"/>
                    <a:pt x="2395818" y="1304869"/>
                  </a:cubicBezTo>
                  <a:cubicBezTo>
                    <a:pt x="2261364" y="1403929"/>
                    <a:pt x="2017790" y="1389430"/>
                    <a:pt x="1804265" y="1466226"/>
                  </a:cubicBezTo>
                  <a:cubicBezTo>
                    <a:pt x="1590740" y="1543022"/>
                    <a:pt x="1512826" y="1542960"/>
                    <a:pt x="1420437" y="1542560"/>
                  </a:cubicBezTo>
                  <a:cubicBezTo>
                    <a:pt x="1328048" y="1542160"/>
                    <a:pt x="1266959" y="1511786"/>
                    <a:pt x="1249931" y="1463825"/>
                  </a:cubicBezTo>
                  <a:cubicBezTo>
                    <a:pt x="1232903" y="1415864"/>
                    <a:pt x="1321258" y="1336419"/>
                    <a:pt x="1318271" y="1254793"/>
                  </a:cubicBezTo>
                  <a:cubicBezTo>
                    <a:pt x="1315284" y="1173167"/>
                    <a:pt x="1221756" y="1066023"/>
                    <a:pt x="1232008" y="974066"/>
                  </a:cubicBezTo>
                  <a:cubicBezTo>
                    <a:pt x="1242260" y="882109"/>
                    <a:pt x="1408970" y="766312"/>
                    <a:pt x="1379786" y="703048"/>
                  </a:cubicBezTo>
                  <a:cubicBezTo>
                    <a:pt x="1350602" y="639784"/>
                    <a:pt x="1214428" y="603990"/>
                    <a:pt x="1056904" y="594483"/>
                  </a:cubicBezTo>
                  <a:cubicBezTo>
                    <a:pt x="899380" y="584976"/>
                    <a:pt x="673530" y="593369"/>
                    <a:pt x="434642" y="646005"/>
                  </a:cubicBezTo>
                  <a:cubicBezTo>
                    <a:pt x="338908" y="668795"/>
                    <a:pt x="128661" y="830918"/>
                    <a:pt x="0" y="642687"/>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6" name="Freeform: Shape 15">
              <a:extLst>
                <a:ext uri="{FF2B5EF4-FFF2-40B4-BE49-F238E27FC236}">
                  <a16:creationId xmlns:a16="http://schemas.microsoft.com/office/drawing/2014/main" id="{E2C62464-43FF-C374-3C25-BCB0219C6D00}"/>
                </a:ext>
              </a:extLst>
            </p:cNvPr>
            <p:cNvSpPr/>
            <p:nvPr userDrawn="1"/>
          </p:nvSpPr>
          <p:spPr>
            <a:xfrm rot="9471250">
              <a:off x="9482336" y="4415624"/>
              <a:ext cx="2495717" cy="205549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2003629 w 2116847"/>
                <a:gd name="connsiteY0" fmla="*/ 242174 h 1608089"/>
                <a:gd name="connsiteX1" fmla="*/ 2107751 w 2116847"/>
                <a:gd name="connsiteY1" fmla="*/ 751269 h 1608089"/>
                <a:gd name="connsiteX2" fmla="*/ 2094242 w 2116847"/>
                <a:gd name="connsiteY2" fmla="*/ 1146399 h 1608089"/>
                <a:gd name="connsiteX3" fmla="*/ 1955119 w 2116847"/>
                <a:gd name="connsiteY3" fmla="*/ 1504259 h 1608089"/>
                <a:gd name="connsiteX4" fmla="*/ 1533861 w 2116847"/>
                <a:gd name="connsiteY4" fmla="*/ 1603785 h 1608089"/>
                <a:gd name="connsiteX5" fmla="*/ 1299751 w 2116847"/>
                <a:gd name="connsiteY5" fmla="*/ 1394171 h 1608089"/>
                <a:gd name="connsiteX6" fmla="*/ 1528793 w 2116847"/>
                <a:gd name="connsiteY6" fmla="*/ 850659 h 1608089"/>
                <a:gd name="connsiteX7" fmla="*/ 1347852 w 2116847"/>
                <a:gd name="connsiteY7" fmla="*/ 556435 h 1608089"/>
                <a:gd name="connsiteX8" fmla="*/ 1032911 w 2116847"/>
                <a:gd name="connsiteY8" fmla="*/ 490647 h 1608089"/>
                <a:gd name="connsiteX9" fmla="*/ 706876 w 2116847"/>
                <a:gd name="connsiteY9" fmla="*/ 534279 h 1608089"/>
                <a:gd name="connsiteX10" fmla="*/ 63637 w 2116847"/>
                <a:gd name="connsiteY10" fmla="*/ 0 h 1608089"/>
                <a:gd name="connsiteX0" fmla="*/ 1941337 w 2054555"/>
                <a:gd name="connsiteY0" fmla="*/ 242174 h 1608089"/>
                <a:gd name="connsiteX1" fmla="*/ 2045459 w 2054555"/>
                <a:gd name="connsiteY1" fmla="*/ 751269 h 1608089"/>
                <a:gd name="connsiteX2" fmla="*/ 2031950 w 2054555"/>
                <a:gd name="connsiteY2" fmla="*/ 1146399 h 1608089"/>
                <a:gd name="connsiteX3" fmla="*/ 1892827 w 2054555"/>
                <a:gd name="connsiteY3" fmla="*/ 1504259 h 1608089"/>
                <a:gd name="connsiteX4" fmla="*/ 1471569 w 2054555"/>
                <a:gd name="connsiteY4" fmla="*/ 1603785 h 1608089"/>
                <a:gd name="connsiteX5" fmla="*/ 1237459 w 2054555"/>
                <a:gd name="connsiteY5" fmla="*/ 1394171 h 1608089"/>
                <a:gd name="connsiteX6" fmla="*/ 1466501 w 2054555"/>
                <a:gd name="connsiteY6" fmla="*/ 850659 h 1608089"/>
                <a:gd name="connsiteX7" fmla="*/ 1285560 w 2054555"/>
                <a:gd name="connsiteY7" fmla="*/ 556435 h 1608089"/>
                <a:gd name="connsiteX8" fmla="*/ 970619 w 2054555"/>
                <a:gd name="connsiteY8" fmla="*/ 490647 h 1608089"/>
                <a:gd name="connsiteX9" fmla="*/ 644584 w 2054555"/>
                <a:gd name="connsiteY9" fmla="*/ 534279 h 1608089"/>
                <a:gd name="connsiteX10" fmla="*/ 1345 w 2054555"/>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971162 w 2055098"/>
                <a:gd name="connsiteY8" fmla="*/ 490647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11456 w 2055098"/>
                <a:gd name="connsiteY8" fmla="*/ 576870 h 1608089"/>
                <a:gd name="connsiteX9" fmla="*/ 479804 w 2055098"/>
                <a:gd name="connsiteY9" fmla="*/ 622231 h 1608089"/>
                <a:gd name="connsiteX10" fmla="*/ 1888 w 2055098"/>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2222127 w 2223363"/>
                <a:gd name="connsiteY0" fmla="*/ 339098 h 1608089"/>
                <a:gd name="connsiteX1" fmla="*/ 2046002 w 2223363"/>
                <a:gd name="connsiteY1" fmla="*/ 751269 h 1608089"/>
                <a:gd name="connsiteX2" fmla="*/ 2032493 w 2223363"/>
                <a:gd name="connsiteY2" fmla="*/ 1146399 h 1608089"/>
                <a:gd name="connsiteX3" fmla="*/ 1893370 w 2223363"/>
                <a:gd name="connsiteY3" fmla="*/ 1504259 h 1608089"/>
                <a:gd name="connsiteX4" fmla="*/ 1472112 w 2223363"/>
                <a:gd name="connsiteY4" fmla="*/ 1603785 h 1608089"/>
                <a:gd name="connsiteX5" fmla="*/ 1238002 w 2223363"/>
                <a:gd name="connsiteY5" fmla="*/ 1394171 h 1608089"/>
                <a:gd name="connsiteX6" fmla="*/ 1396397 w 2223363"/>
                <a:gd name="connsiteY6" fmla="*/ 877244 h 1608089"/>
                <a:gd name="connsiteX7" fmla="*/ 1192976 w 2223363"/>
                <a:gd name="connsiteY7" fmla="*/ 559339 h 1608089"/>
                <a:gd name="connsiteX8" fmla="*/ 811456 w 2223363"/>
                <a:gd name="connsiteY8" fmla="*/ 576870 h 1608089"/>
                <a:gd name="connsiteX9" fmla="*/ 479804 w 2223363"/>
                <a:gd name="connsiteY9" fmla="*/ 622231 h 1608089"/>
                <a:gd name="connsiteX10" fmla="*/ 1888 w 2223363"/>
                <a:gd name="connsiteY10" fmla="*/ 0 h 1608089"/>
                <a:gd name="connsiteX0" fmla="*/ 2222127 w 2282330"/>
                <a:gd name="connsiteY0" fmla="*/ 339098 h 1608089"/>
                <a:gd name="connsiteX1" fmla="*/ 2273926 w 2282330"/>
                <a:gd name="connsiteY1" fmla="*/ 811957 h 1608089"/>
                <a:gd name="connsiteX2" fmla="*/ 2032493 w 2282330"/>
                <a:gd name="connsiteY2" fmla="*/ 1146399 h 1608089"/>
                <a:gd name="connsiteX3" fmla="*/ 1893370 w 2282330"/>
                <a:gd name="connsiteY3" fmla="*/ 1504259 h 1608089"/>
                <a:gd name="connsiteX4" fmla="*/ 1472112 w 2282330"/>
                <a:gd name="connsiteY4" fmla="*/ 1603785 h 1608089"/>
                <a:gd name="connsiteX5" fmla="*/ 1238002 w 2282330"/>
                <a:gd name="connsiteY5" fmla="*/ 1394171 h 1608089"/>
                <a:gd name="connsiteX6" fmla="*/ 1396397 w 2282330"/>
                <a:gd name="connsiteY6" fmla="*/ 877244 h 1608089"/>
                <a:gd name="connsiteX7" fmla="*/ 1192976 w 2282330"/>
                <a:gd name="connsiteY7" fmla="*/ 559339 h 1608089"/>
                <a:gd name="connsiteX8" fmla="*/ 811456 w 2282330"/>
                <a:gd name="connsiteY8" fmla="*/ 576870 h 1608089"/>
                <a:gd name="connsiteX9" fmla="*/ 479804 w 2282330"/>
                <a:gd name="connsiteY9" fmla="*/ 622231 h 1608089"/>
                <a:gd name="connsiteX10" fmla="*/ 1888 w 2282330"/>
                <a:gd name="connsiteY10" fmla="*/ 0 h 1608089"/>
                <a:gd name="connsiteX0" fmla="*/ 2222127 w 2275639"/>
                <a:gd name="connsiteY0" fmla="*/ 339098 h 1607546"/>
                <a:gd name="connsiteX1" fmla="*/ 2273926 w 2275639"/>
                <a:gd name="connsiteY1" fmla="*/ 811957 h 1607546"/>
                <a:gd name="connsiteX2" fmla="*/ 2155400 w 2275639"/>
                <a:gd name="connsiteY2" fmla="*/ 1204190 h 1607546"/>
                <a:gd name="connsiteX3" fmla="*/ 1893370 w 2275639"/>
                <a:gd name="connsiteY3" fmla="*/ 1504259 h 1607546"/>
                <a:gd name="connsiteX4" fmla="*/ 1472112 w 2275639"/>
                <a:gd name="connsiteY4" fmla="*/ 1603785 h 1607546"/>
                <a:gd name="connsiteX5" fmla="*/ 1238002 w 2275639"/>
                <a:gd name="connsiteY5" fmla="*/ 1394171 h 1607546"/>
                <a:gd name="connsiteX6" fmla="*/ 1396397 w 2275639"/>
                <a:gd name="connsiteY6" fmla="*/ 877244 h 1607546"/>
                <a:gd name="connsiteX7" fmla="*/ 1192976 w 2275639"/>
                <a:gd name="connsiteY7" fmla="*/ 559339 h 1607546"/>
                <a:gd name="connsiteX8" fmla="*/ 811456 w 2275639"/>
                <a:gd name="connsiteY8" fmla="*/ 576870 h 1607546"/>
                <a:gd name="connsiteX9" fmla="*/ 479804 w 2275639"/>
                <a:gd name="connsiteY9" fmla="*/ 622231 h 1607546"/>
                <a:gd name="connsiteX10" fmla="*/ 1888 w 2275639"/>
                <a:gd name="connsiteY10" fmla="*/ 0 h 1607546"/>
                <a:gd name="connsiteX0" fmla="*/ 2222127 w 2275639"/>
                <a:gd name="connsiteY0" fmla="*/ 339098 h 1663689"/>
                <a:gd name="connsiteX1" fmla="*/ 2273926 w 2275639"/>
                <a:gd name="connsiteY1" fmla="*/ 811957 h 1663689"/>
                <a:gd name="connsiteX2" fmla="*/ 2155400 w 2275639"/>
                <a:gd name="connsiteY2" fmla="*/ 1204190 h 1663689"/>
                <a:gd name="connsiteX3" fmla="*/ 1753925 w 2275639"/>
                <a:gd name="connsiteY3" fmla="*/ 1632765 h 1663689"/>
                <a:gd name="connsiteX4" fmla="*/ 1472112 w 2275639"/>
                <a:gd name="connsiteY4" fmla="*/ 1603785 h 1663689"/>
                <a:gd name="connsiteX5" fmla="*/ 1238002 w 2275639"/>
                <a:gd name="connsiteY5" fmla="*/ 1394171 h 1663689"/>
                <a:gd name="connsiteX6" fmla="*/ 1396397 w 2275639"/>
                <a:gd name="connsiteY6" fmla="*/ 877244 h 1663689"/>
                <a:gd name="connsiteX7" fmla="*/ 1192976 w 2275639"/>
                <a:gd name="connsiteY7" fmla="*/ 559339 h 1663689"/>
                <a:gd name="connsiteX8" fmla="*/ 811456 w 2275639"/>
                <a:gd name="connsiteY8" fmla="*/ 576870 h 1663689"/>
                <a:gd name="connsiteX9" fmla="*/ 479804 w 2275639"/>
                <a:gd name="connsiteY9" fmla="*/ 622231 h 1663689"/>
                <a:gd name="connsiteX10" fmla="*/ 1888 w 2275639"/>
                <a:gd name="connsiteY10" fmla="*/ 0 h 1663689"/>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92976 w 2275639"/>
                <a:gd name="connsiteY7" fmla="*/ 559339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35437 w 2275639"/>
                <a:gd name="connsiteY7" fmla="*/ 662626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766295"/>
                <a:gd name="connsiteX1" fmla="*/ 2273926 w 2275639"/>
                <a:gd name="connsiteY1" fmla="*/ 811957 h 1766295"/>
                <a:gd name="connsiteX2" fmla="*/ 2155400 w 2275639"/>
                <a:gd name="connsiteY2" fmla="*/ 1204190 h 1766295"/>
                <a:gd name="connsiteX3" fmla="*/ 1753925 w 2275639"/>
                <a:gd name="connsiteY3" fmla="*/ 1632765 h 1766295"/>
                <a:gd name="connsiteX4" fmla="*/ 1210726 w 2275639"/>
                <a:gd name="connsiteY4" fmla="*/ 1759772 h 1766295"/>
                <a:gd name="connsiteX5" fmla="*/ 1143187 w 2275639"/>
                <a:gd name="connsiteY5" fmla="*/ 1468668 h 1766295"/>
                <a:gd name="connsiteX6" fmla="*/ 1396397 w 2275639"/>
                <a:gd name="connsiteY6" fmla="*/ 877244 h 1766295"/>
                <a:gd name="connsiteX7" fmla="*/ 1135437 w 2275639"/>
                <a:gd name="connsiteY7" fmla="*/ 662626 h 1766295"/>
                <a:gd name="connsiteX8" fmla="*/ 811456 w 2275639"/>
                <a:gd name="connsiteY8" fmla="*/ 576870 h 1766295"/>
                <a:gd name="connsiteX9" fmla="*/ 479804 w 2275639"/>
                <a:gd name="connsiteY9" fmla="*/ 622231 h 1766295"/>
                <a:gd name="connsiteX10" fmla="*/ 1888 w 2275639"/>
                <a:gd name="connsiteY10" fmla="*/ 0 h 1766295"/>
                <a:gd name="connsiteX0" fmla="*/ 2232818 w 2286330"/>
                <a:gd name="connsiteY0" fmla="*/ 0 h 1427197"/>
                <a:gd name="connsiteX1" fmla="*/ 2284617 w 2286330"/>
                <a:gd name="connsiteY1" fmla="*/ 472859 h 1427197"/>
                <a:gd name="connsiteX2" fmla="*/ 2166091 w 2286330"/>
                <a:gd name="connsiteY2" fmla="*/ 865092 h 1427197"/>
                <a:gd name="connsiteX3" fmla="*/ 1764616 w 2286330"/>
                <a:gd name="connsiteY3" fmla="*/ 1293667 h 1427197"/>
                <a:gd name="connsiteX4" fmla="*/ 1221417 w 2286330"/>
                <a:gd name="connsiteY4" fmla="*/ 1420674 h 1427197"/>
                <a:gd name="connsiteX5" fmla="*/ 1153878 w 2286330"/>
                <a:gd name="connsiteY5" fmla="*/ 1129570 h 1427197"/>
                <a:gd name="connsiteX6" fmla="*/ 1407088 w 2286330"/>
                <a:gd name="connsiteY6" fmla="*/ 538146 h 1427197"/>
                <a:gd name="connsiteX7" fmla="*/ 1146128 w 2286330"/>
                <a:gd name="connsiteY7" fmla="*/ 323528 h 1427197"/>
                <a:gd name="connsiteX8" fmla="*/ 822147 w 2286330"/>
                <a:gd name="connsiteY8" fmla="*/ 237772 h 1427197"/>
                <a:gd name="connsiteX9" fmla="*/ 490495 w 2286330"/>
                <a:gd name="connsiteY9" fmla="*/ 283133 h 1427197"/>
                <a:gd name="connsiteX10" fmla="*/ 1840 w 2286330"/>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2342 w 2286525"/>
                <a:gd name="connsiteY8" fmla="*/ 237772 h 1427197"/>
                <a:gd name="connsiteX9" fmla="*/ 450411 w 2286525"/>
                <a:gd name="connsiteY9" fmla="*/ 416339 h 1427197"/>
                <a:gd name="connsiteX10" fmla="*/ 2035 w 2286525"/>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3017 w 2286525"/>
                <a:gd name="connsiteY8" fmla="*/ 358367 h 1427197"/>
                <a:gd name="connsiteX9" fmla="*/ 450411 w 2286525"/>
                <a:gd name="connsiteY9" fmla="*/ 416339 h 1427197"/>
                <a:gd name="connsiteX10" fmla="*/ 2035 w 2286525"/>
                <a:gd name="connsiteY10" fmla="*/ 54302 h 1427197"/>
                <a:gd name="connsiteX0" fmla="*/ 2373424 w 2375985"/>
                <a:gd name="connsiteY0" fmla="*/ 0 h 1470432"/>
                <a:gd name="connsiteX1" fmla="*/ 2284812 w 2375985"/>
                <a:gd name="connsiteY1" fmla="*/ 516094 h 1470432"/>
                <a:gd name="connsiteX2" fmla="*/ 2166286 w 2375985"/>
                <a:gd name="connsiteY2" fmla="*/ 908327 h 1470432"/>
                <a:gd name="connsiteX3" fmla="*/ 1764811 w 2375985"/>
                <a:gd name="connsiteY3" fmla="*/ 1336902 h 1470432"/>
                <a:gd name="connsiteX4" fmla="*/ 1221612 w 2375985"/>
                <a:gd name="connsiteY4" fmla="*/ 1463909 h 1470432"/>
                <a:gd name="connsiteX5" fmla="*/ 1154073 w 2375985"/>
                <a:gd name="connsiteY5" fmla="*/ 1172805 h 1470432"/>
                <a:gd name="connsiteX6" fmla="*/ 1407283 w 2375985"/>
                <a:gd name="connsiteY6" fmla="*/ 581381 h 1470432"/>
                <a:gd name="connsiteX7" fmla="*/ 1146323 w 2375985"/>
                <a:gd name="connsiteY7" fmla="*/ 366763 h 1470432"/>
                <a:gd name="connsiteX8" fmla="*/ 823017 w 2375985"/>
                <a:gd name="connsiteY8" fmla="*/ 401602 h 1470432"/>
                <a:gd name="connsiteX9" fmla="*/ 450411 w 2375985"/>
                <a:gd name="connsiteY9" fmla="*/ 459574 h 1470432"/>
                <a:gd name="connsiteX10" fmla="*/ 2035 w 2375985"/>
                <a:gd name="connsiteY10" fmla="*/ 97537 h 1470432"/>
                <a:gd name="connsiteX0" fmla="*/ 2373424 w 2394162"/>
                <a:gd name="connsiteY0" fmla="*/ 0 h 1470432"/>
                <a:gd name="connsiteX1" fmla="*/ 2374888 w 2394162"/>
                <a:gd name="connsiteY1" fmla="*/ 511007 h 1470432"/>
                <a:gd name="connsiteX2" fmla="*/ 2166286 w 2394162"/>
                <a:gd name="connsiteY2" fmla="*/ 908327 h 1470432"/>
                <a:gd name="connsiteX3" fmla="*/ 1764811 w 2394162"/>
                <a:gd name="connsiteY3" fmla="*/ 1336902 h 1470432"/>
                <a:gd name="connsiteX4" fmla="*/ 1221612 w 2394162"/>
                <a:gd name="connsiteY4" fmla="*/ 1463909 h 1470432"/>
                <a:gd name="connsiteX5" fmla="*/ 1154073 w 2394162"/>
                <a:gd name="connsiteY5" fmla="*/ 1172805 h 1470432"/>
                <a:gd name="connsiteX6" fmla="*/ 1407283 w 2394162"/>
                <a:gd name="connsiteY6" fmla="*/ 581381 h 1470432"/>
                <a:gd name="connsiteX7" fmla="*/ 1146323 w 2394162"/>
                <a:gd name="connsiteY7" fmla="*/ 366763 h 1470432"/>
                <a:gd name="connsiteX8" fmla="*/ 823017 w 2394162"/>
                <a:gd name="connsiteY8" fmla="*/ 401602 h 1470432"/>
                <a:gd name="connsiteX9" fmla="*/ 450411 w 2394162"/>
                <a:gd name="connsiteY9" fmla="*/ 459574 h 1470432"/>
                <a:gd name="connsiteX10" fmla="*/ 2035 w 2394162"/>
                <a:gd name="connsiteY10" fmla="*/ 97537 h 1470432"/>
                <a:gd name="connsiteX0" fmla="*/ 2373424 w 2394162"/>
                <a:gd name="connsiteY0" fmla="*/ 0 h 1465908"/>
                <a:gd name="connsiteX1" fmla="*/ 2374888 w 2394162"/>
                <a:gd name="connsiteY1" fmla="*/ 511007 h 1465908"/>
                <a:gd name="connsiteX2" fmla="*/ 2166286 w 2394162"/>
                <a:gd name="connsiteY2" fmla="*/ 908327 h 1465908"/>
                <a:gd name="connsiteX3" fmla="*/ 1863640 w 2394162"/>
                <a:gd name="connsiteY3" fmla="*/ 1281304 h 1465908"/>
                <a:gd name="connsiteX4" fmla="*/ 1221612 w 2394162"/>
                <a:gd name="connsiteY4" fmla="*/ 1463909 h 1465908"/>
                <a:gd name="connsiteX5" fmla="*/ 1154073 w 2394162"/>
                <a:gd name="connsiteY5" fmla="*/ 1172805 h 1465908"/>
                <a:gd name="connsiteX6" fmla="*/ 1407283 w 2394162"/>
                <a:gd name="connsiteY6" fmla="*/ 581381 h 1465908"/>
                <a:gd name="connsiteX7" fmla="*/ 1146323 w 2394162"/>
                <a:gd name="connsiteY7" fmla="*/ 366763 h 1465908"/>
                <a:gd name="connsiteX8" fmla="*/ 823017 w 2394162"/>
                <a:gd name="connsiteY8" fmla="*/ 401602 h 1465908"/>
                <a:gd name="connsiteX9" fmla="*/ 450411 w 2394162"/>
                <a:gd name="connsiteY9" fmla="*/ 459574 h 1465908"/>
                <a:gd name="connsiteX10" fmla="*/ 2035 w 2394162"/>
                <a:gd name="connsiteY10" fmla="*/ 97537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384784 w 2371663"/>
                <a:gd name="connsiteY6" fmla="*/ 581381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267485 w 2371663"/>
                <a:gd name="connsiteY6" fmla="*/ 652733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383149"/>
                <a:gd name="connsiteX1" fmla="*/ 2352389 w 2371663"/>
                <a:gd name="connsiteY1" fmla="*/ 511007 h 1383149"/>
                <a:gd name="connsiteX2" fmla="*/ 2143787 w 2371663"/>
                <a:gd name="connsiteY2" fmla="*/ 908327 h 1383149"/>
                <a:gd name="connsiteX3" fmla="*/ 1841141 w 2371663"/>
                <a:gd name="connsiteY3" fmla="*/ 1281304 h 1383149"/>
                <a:gd name="connsiteX4" fmla="*/ 1198148 w 2371663"/>
                <a:gd name="connsiteY4" fmla="*/ 1378637 h 1383149"/>
                <a:gd name="connsiteX5" fmla="*/ 1131574 w 2371663"/>
                <a:gd name="connsiteY5" fmla="*/ 1172805 h 1383149"/>
                <a:gd name="connsiteX6" fmla="*/ 1267485 w 2371663"/>
                <a:gd name="connsiteY6" fmla="*/ 652733 h 1383149"/>
                <a:gd name="connsiteX7" fmla="*/ 1123824 w 2371663"/>
                <a:gd name="connsiteY7" fmla="*/ 366763 h 1383149"/>
                <a:gd name="connsiteX8" fmla="*/ 800518 w 2371663"/>
                <a:gd name="connsiteY8" fmla="*/ 401602 h 1383149"/>
                <a:gd name="connsiteX9" fmla="*/ 427912 w 2371663"/>
                <a:gd name="connsiteY9" fmla="*/ 459574 h 1383149"/>
                <a:gd name="connsiteX10" fmla="*/ 2165 w 2371663"/>
                <a:gd name="connsiteY10" fmla="*/ 83019 h 1383149"/>
                <a:gd name="connsiteX0" fmla="*/ 2350925 w 2371663"/>
                <a:gd name="connsiteY0" fmla="*/ 0 h 1383149"/>
                <a:gd name="connsiteX1" fmla="*/ 2352389 w 2371663"/>
                <a:gd name="connsiteY1" fmla="*/ 511007 h 1383149"/>
                <a:gd name="connsiteX2" fmla="*/ 2143787 w 2371663"/>
                <a:gd name="connsiteY2" fmla="*/ 908327 h 1383149"/>
                <a:gd name="connsiteX3" fmla="*/ 1841141 w 2371663"/>
                <a:gd name="connsiteY3" fmla="*/ 1281304 h 1383149"/>
                <a:gd name="connsiteX4" fmla="*/ 1198148 w 2371663"/>
                <a:gd name="connsiteY4" fmla="*/ 1378637 h 1383149"/>
                <a:gd name="connsiteX5" fmla="*/ 1131574 w 2371663"/>
                <a:gd name="connsiteY5" fmla="*/ 1172805 h 1383149"/>
                <a:gd name="connsiteX6" fmla="*/ 1093731 w 2371663"/>
                <a:gd name="connsiteY6" fmla="*/ 959769 h 1383149"/>
                <a:gd name="connsiteX7" fmla="*/ 1267485 w 2371663"/>
                <a:gd name="connsiteY7" fmla="*/ 652733 h 1383149"/>
                <a:gd name="connsiteX8" fmla="*/ 1123824 w 2371663"/>
                <a:gd name="connsiteY8" fmla="*/ 366763 h 1383149"/>
                <a:gd name="connsiteX9" fmla="*/ 800518 w 2371663"/>
                <a:gd name="connsiteY9" fmla="*/ 401602 h 1383149"/>
                <a:gd name="connsiteX10" fmla="*/ 427912 w 2371663"/>
                <a:gd name="connsiteY10" fmla="*/ 459574 h 1383149"/>
                <a:gd name="connsiteX11" fmla="*/ 2165 w 2371663"/>
                <a:gd name="connsiteY11" fmla="*/ 83019 h 1383149"/>
                <a:gd name="connsiteX0" fmla="*/ 2304084 w 2359305"/>
                <a:gd name="connsiteY0" fmla="*/ 0 h 1417783"/>
                <a:gd name="connsiteX1" fmla="*/ 2352389 w 2359305"/>
                <a:gd name="connsiteY1" fmla="*/ 545641 h 1417783"/>
                <a:gd name="connsiteX2" fmla="*/ 2143787 w 2359305"/>
                <a:gd name="connsiteY2" fmla="*/ 942961 h 1417783"/>
                <a:gd name="connsiteX3" fmla="*/ 1841141 w 2359305"/>
                <a:gd name="connsiteY3" fmla="*/ 1315938 h 1417783"/>
                <a:gd name="connsiteX4" fmla="*/ 1198148 w 2359305"/>
                <a:gd name="connsiteY4" fmla="*/ 1413271 h 1417783"/>
                <a:gd name="connsiteX5" fmla="*/ 1131574 w 2359305"/>
                <a:gd name="connsiteY5" fmla="*/ 1207439 h 1417783"/>
                <a:gd name="connsiteX6" fmla="*/ 1093731 w 2359305"/>
                <a:gd name="connsiteY6" fmla="*/ 994403 h 1417783"/>
                <a:gd name="connsiteX7" fmla="*/ 1267485 w 2359305"/>
                <a:gd name="connsiteY7" fmla="*/ 687367 h 1417783"/>
                <a:gd name="connsiteX8" fmla="*/ 1123824 w 2359305"/>
                <a:gd name="connsiteY8" fmla="*/ 401397 h 1417783"/>
                <a:gd name="connsiteX9" fmla="*/ 800518 w 2359305"/>
                <a:gd name="connsiteY9" fmla="*/ 436236 h 1417783"/>
                <a:gd name="connsiteX10" fmla="*/ 427912 w 2359305"/>
                <a:gd name="connsiteY10" fmla="*/ 494208 h 1417783"/>
                <a:gd name="connsiteX11" fmla="*/ 2165 w 2359305"/>
                <a:gd name="connsiteY11" fmla="*/ 117653 h 1417783"/>
                <a:gd name="connsiteX0" fmla="*/ 2304084 w 2360906"/>
                <a:gd name="connsiteY0" fmla="*/ 0 h 1418046"/>
                <a:gd name="connsiteX1" fmla="*/ 2352389 w 2360906"/>
                <a:gd name="connsiteY1" fmla="*/ 545641 h 1418046"/>
                <a:gd name="connsiteX2" fmla="*/ 2117964 w 2360906"/>
                <a:gd name="connsiteY2" fmla="*/ 921479 h 1418046"/>
                <a:gd name="connsiteX3" fmla="*/ 1841141 w 2360906"/>
                <a:gd name="connsiteY3" fmla="*/ 1315938 h 1418046"/>
                <a:gd name="connsiteX4" fmla="*/ 1198148 w 2360906"/>
                <a:gd name="connsiteY4" fmla="*/ 1413271 h 1418046"/>
                <a:gd name="connsiteX5" fmla="*/ 1131574 w 2360906"/>
                <a:gd name="connsiteY5" fmla="*/ 1207439 h 1418046"/>
                <a:gd name="connsiteX6" fmla="*/ 1093731 w 2360906"/>
                <a:gd name="connsiteY6" fmla="*/ 994403 h 1418046"/>
                <a:gd name="connsiteX7" fmla="*/ 1267485 w 2360906"/>
                <a:gd name="connsiteY7" fmla="*/ 687367 h 1418046"/>
                <a:gd name="connsiteX8" fmla="*/ 1123824 w 2360906"/>
                <a:gd name="connsiteY8" fmla="*/ 401397 h 1418046"/>
                <a:gd name="connsiteX9" fmla="*/ 800518 w 2360906"/>
                <a:gd name="connsiteY9" fmla="*/ 436236 h 1418046"/>
                <a:gd name="connsiteX10" fmla="*/ 427912 w 2360906"/>
                <a:gd name="connsiteY10" fmla="*/ 494208 h 1418046"/>
                <a:gd name="connsiteX11" fmla="*/ 2165 w 2360906"/>
                <a:gd name="connsiteY11" fmla="*/ 117653 h 1418046"/>
                <a:gd name="connsiteX0" fmla="*/ 2304084 w 2354373"/>
                <a:gd name="connsiteY0" fmla="*/ 0 h 1418046"/>
                <a:gd name="connsiteX1" fmla="*/ 2234470 w 2354373"/>
                <a:gd name="connsiteY1" fmla="*/ 196659 h 1418046"/>
                <a:gd name="connsiteX2" fmla="*/ 2352389 w 2354373"/>
                <a:gd name="connsiteY2" fmla="*/ 545641 h 1418046"/>
                <a:gd name="connsiteX3" fmla="*/ 2117964 w 2354373"/>
                <a:gd name="connsiteY3" fmla="*/ 921479 h 1418046"/>
                <a:gd name="connsiteX4" fmla="*/ 1841141 w 2354373"/>
                <a:gd name="connsiteY4" fmla="*/ 1315938 h 1418046"/>
                <a:gd name="connsiteX5" fmla="*/ 1198148 w 2354373"/>
                <a:gd name="connsiteY5" fmla="*/ 1413271 h 1418046"/>
                <a:gd name="connsiteX6" fmla="*/ 1131574 w 2354373"/>
                <a:gd name="connsiteY6" fmla="*/ 1207439 h 1418046"/>
                <a:gd name="connsiteX7" fmla="*/ 1093731 w 2354373"/>
                <a:gd name="connsiteY7" fmla="*/ 994403 h 1418046"/>
                <a:gd name="connsiteX8" fmla="*/ 1267485 w 2354373"/>
                <a:gd name="connsiteY8" fmla="*/ 687367 h 1418046"/>
                <a:gd name="connsiteX9" fmla="*/ 1123824 w 2354373"/>
                <a:gd name="connsiteY9" fmla="*/ 401397 h 1418046"/>
                <a:gd name="connsiteX10" fmla="*/ 800518 w 2354373"/>
                <a:gd name="connsiteY10" fmla="*/ 436236 h 1418046"/>
                <a:gd name="connsiteX11" fmla="*/ 427912 w 2354373"/>
                <a:gd name="connsiteY11" fmla="*/ 494208 h 1418046"/>
                <a:gd name="connsiteX12" fmla="*/ 2165 w 2354373"/>
                <a:gd name="connsiteY12" fmla="*/ 117653 h 1418046"/>
                <a:gd name="connsiteX0" fmla="*/ 2304084 w 2354373"/>
                <a:gd name="connsiteY0" fmla="*/ 0 h 1418046"/>
                <a:gd name="connsiteX1" fmla="*/ 2234470 w 2354373"/>
                <a:gd name="connsiteY1" fmla="*/ 196659 h 1418046"/>
                <a:gd name="connsiteX2" fmla="*/ 2352389 w 2354373"/>
                <a:gd name="connsiteY2" fmla="*/ 545641 h 1418046"/>
                <a:gd name="connsiteX3" fmla="*/ 2117964 w 2354373"/>
                <a:gd name="connsiteY3" fmla="*/ 921479 h 1418046"/>
                <a:gd name="connsiteX4" fmla="*/ 1841141 w 2354373"/>
                <a:gd name="connsiteY4" fmla="*/ 1315938 h 1418046"/>
                <a:gd name="connsiteX5" fmla="*/ 1198148 w 2354373"/>
                <a:gd name="connsiteY5" fmla="*/ 1413271 h 1418046"/>
                <a:gd name="connsiteX6" fmla="*/ 1131574 w 2354373"/>
                <a:gd name="connsiteY6" fmla="*/ 1207439 h 1418046"/>
                <a:gd name="connsiteX7" fmla="*/ 1093731 w 2354373"/>
                <a:gd name="connsiteY7" fmla="*/ 994403 h 1418046"/>
                <a:gd name="connsiteX8" fmla="*/ 1235064 w 2354373"/>
                <a:gd name="connsiteY8" fmla="*/ 677727 h 1418046"/>
                <a:gd name="connsiteX9" fmla="*/ 1123824 w 2354373"/>
                <a:gd name="connsiteY9" fmla="*/ 401397 h 1418046"/>
                <a:gd name="connsiteX10" fmla="*/ 800518 w 2354373"/>
                <a:gd name="connsiteY10" fmla="*/ 436236 h 1418046"/>
                <a:gd name="connsiteX11" fmla="*/ 427912 w 2354373"/>
                <a:gd name="connsiteY11" fmla="*/ 494208 h 1418046"/>
                <a:gd name="connsiteX12" fmla="*/ 2165 w 2354373"/>
                <a:gd name="connsiteY12" fmla="*/ 117653 h 1418046"/>
                <a:gd name="connsiteX0" fmla="*/ 2304084 w 2354373"/>
                <a:gd name="connsiteY0" fmla="*/ 0 h 1415554"/>
                <a:gd name="connsiteX1" fmla="*/ 2234470 w 2354373"/>
                <a:gd name="connsiteY1" fmla="*/ 196659 h 1415554"/>
                <a:gd name="connsiteX2" fmla="*/ 2352389 w 2354373"/>
                <a:gd name="connsiteY2" fmla="*/ 545641 h 1415554"/>
                <a:gd name="connsiteX3" fmla="*/ 2117964 w 2354373"/>
                <a:gd name="connsiteY3" fmla="*/ 921479 h 1415554"/>
                <a:gd name="connsiteX4" fmla="*/ 1841141 w 2354373"/>
                <a:gd name="connsiteY4" fmla="*/ 1315938 h 1415554"/>
                <a:gd name="connsiteX5" fmla="*/ 1198148 w 2354373"/>
                <a:gd name="connsiteY5" fmla="*/ 1413271 h 1415554"/>
                <a:gd name="connsiteX6" fmla="*/ 1131574 w 2354373"/>
                <a:gd name="connsiteY6" fmla="*/ 1207439 h 1415554"/>
                <a:gd name="connsiteX7" fmla="*/ 1093731 w 2354373"/>
                <a:gd name="connsiteY7" fmla="*/ 994403 h 1415554"/>
                <a:gd name="connsiteX8" fmla="*/ 1235064 w 2354373"/>
                <a:gd name="connsiteY8" fmla="*/ 677727 h 1415554"/>
                <a:gd name="connsiteX9" fmla="*/ 1123824 w 2354373"/>
                <a:gd name="connsiteY9" fmla="*/ 401397 h 1415554"/>
                <a:gd name="connsiteX10" fmla="*/ 800518 w 2354373"/>
                <a:gd name="connsiteY10" fmla="*/ 436236 h 1415554"/>
                <a:gd name="connsiteX11" fmla="*/ 427912 w 2354373"/>
                <a:gd name="connsiteY11" fmla="*/ 494208 h 1415554"/>
                <a:gd name="connsiteX12" fmla="*/ 2165 w 2354373"/>
                <a:gd name="connsiteY12" fmla="*/ 117653 h 1415554"/>
                <a:gd name="connsiteX0" fmla="*/ 2304084 w 2352565"/>
                <a:gd name="connsiteY0" fmla="*/ 0 h 1415554"/>
                <a:gd name="connsiteX1" fmla="*/ 2234470 w 2352565"/>
                <a:gd name="connsiteY1" fmla="*/ 196659 h 1415554"/>
                <a:gd name="connsiteX2" fmla="*/ 2352389 w 2352565"/>
                <a:gd name="connsiteY2" fmla="*/ 545641 h 1415554"/>
                <a:gd name="connsiteX3" fmla="*/ 2117964 w 2352565"/>
                <a:gd name="connsiteY3" fmla="*/ 921479 h 1415554"/>
                <a:gd name="connsiteX4" fmla="*/ 1841141 w 2352565"/>
                <a:gd name="connsiteY4" fmla="*/ 1315938 h 1415554"/>
                <a:gd name="connsiteX5" fmla="*/ 1198148 w 2352565"/>
                <a:gd name="connsiteY5" fmla="*/ 1413271 h 1415554"/>
                <a:gd name="connsiteX6" fmla="*/ 1131574 w 2352565"/>
                <a:gd name="connsiteY6" fmla="*/ 1207439 h 1415554"/>
                <a:gd name="connsiteX7" fmla="*/ 1093731 w 2352565"/>
                <a:gd name="connsiteY7" fmla="*/ 994403 h 1415554"/>
                <a:gd name="connsiteX8" fmla="*/ 1235064 w 2352565"/>
                <a:gd name="connsiteY8" fmla="*/ 677727 h 1415554"/>
                <a:gd name="connsiteX9" fmla="*/ 1123824 w 2352565"/>
                <a:gd name="connsiteY9" fmla="*/ 401397 h 1415554"/>
                <a:gd name="connsiteX10" fmla="*/ 800518 w 2352565"/>
                <a:gd name="connsiteY10" fmla="*/ 436236 h 1415554"/>
                <a:gd name="connsiteX11" fmla="*/ 427912 w 2352565"/>
                <a:gd name="connsiteY11" fmla="*/ 494208 h 1415554"/>
                <a:gd name="connsiteX12" fmla="*/ 2165 w 2352565"/>
                <a:gd name="connsiteY12" fmla="*/ 117653 h 141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2565" h="1415554">
                  <a:moveTo>
                    <a:pt x="2304084" y="0"/>
                  </a:moveTo>
                  <a:cubicBezTo>
                    <a:pt x="2311174" y="48688"/>
                    <a:pt x="2226419" y="105719"/>
                    <a:pt x="2234470" y="196659"/>
                  </a:cubicBezTo>
                  <a:cubicBezTo>
                    <a:pt x="2242521" y="287599"/>
                    <a:pt x="2357670" y="365416"/>
                    <a:pt x="2352389" y="545641"/>
                  </a:cubicBezTo>
                  <a:cubicBezTo>
                    <a:pt x="2347108" y="725866"/>
                    <a:pt x="2203172" y="793096"/>
                    <a:pt x="2117964" y="921479"/>
                  </a:cubicBezTo>
                  <a:cubicBezTo>
                    <a:pt x="2032756" y="1049862"/>
                    <a:pt x="2002878" y="1295151"/>
                    <a:pt x="1841141" y="1315938"/>
                  </a:cubicBezTo>
                  <a:cubicBezTo>
                    <a:pt x="1679404" y="1336725"/>
                    <a:pt x="1316409" y="1431354"/>
                    <a:pt x="1198148" y="1413271"/>
                  </a:cubicBezTo>
                  <a:cubicBezTo>
                    <a:pt x="1079887" y="1395188"/>
                    <a:pt x="1148977" y="1277250"/>
                    <a:pt x="1131574" y="1207439"/>
                  </a:cubicBezTo>
                  <a:cubicBezTo>
                    <a:pt x="1114171" y="1137628"/>
                    <a:pt x="1071079" y="1081081"/>
                    <a:pt x="1093731" y="994403"/>
                  </a:cubicBezTo>
                  <a:cubicBezTo>
                    <a:pt x="1116383" y="907725"/>
                    <a:pt x="1230049" y="776561"/>
                    <a:pt x="1235064" y="677727"/>
                  </a:cubicBezTo>
                  <a:cubicBezTo>
                    <a:pt x="1240079" y="578893"/>
                    <a:pt x="1196248" y="441646"/>
                    <a:pt x="1123824" y="401397"/>
                  </a:cubicBezTo>
                  <a:cubicBezTo>
                    <a:pt x="1051400" y="361149"/>
                    <a:pt x="916503" y="420768"/>
                    <a:pt x="800518" y="436236"/>
                  </a:cubicBezTo>
                  <a:cubicBezTo>
                    <a:pt x="684533" y="451705"/>
                    <a:pt x="522876" y="501732"/>
                    <a:pt x="427912" y="494208"/>
                  </a:cubicBezTo>
                  <a:cubicBezTo>
                    <a:pt x="301896" y="484302"/>
                    <a:pt x="-29850" y="609648"/>
                    <a:pt x="2165" y="117653"/>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Oval 55">
              <a:extLst>
                <a:ext uri="{FF2B5EF4-FFF2-40B4-BE49-F238E27FC236}">
                  <a16:creationId xmlns:a16="http://schemas.microsoft.com/office/drawing/2014/main" id="{D2C6EACB-8A1B-EF69-B88D-F1D12BC59316}"/>
                </a:ext>
              </a:extLst>
            </p:cNvPr>
            <p:cNvSpPr/>
            <p:nvPr userDrawn="1"/>
          </p:nvSpPr>
          <p:spPr>
            <a:xfrm rot="10314464" flipH="1" flipV="1">
              <a:off x="10562811" y="1091879"/>
              <a:ext cx="1014958" cy="1802570"/>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26197 w 675941"/>
                <a:gd name="connsiteY0" fmla="*/ 620421 h 1064061"/>
                <a:gd name="connsiteX1" fmla="*/ 21520 w 675941"/>
                <a:gd name="connsiteY1" fmla="*/ 417116 h 1064061"/>
                <a:gd name="connsiteX2" fmla="*/ 41690 w 675941"/>
                <a:gd name="connsiteY2" fmla="*/ 52102 h 1064061"/>
                <a:gd name="connsiteX3" fmla="*/ 417066 w 675941"/>
                <a:gd name="connsiteY3" fmla="*/ 268450 h 1064061"/>
                <a:gd name="connsiteX4" fmla="*/ 671237 w 675941"/>
                <a:gd name="connsiteY4" fmla="*/ 343193 h 1064061"/>
                <a:gd name="connsiteX5" fmla="*/ 544997 w 675941"/>
                <a:gd name="connsiteY5" fmla="*/ 720730 h 1064061"/>
                <a:gd name="connsiteX6" fmla="*/ 379646 w 675941"/>
                <a:gd name="connsiteY6" fmla="*/ 1063292 h 1064061"/>
                <a:gd name="connsiteX7" fmla="*/ 226197 w 675941"/>
                <a:gd name="connsiteY7" fmla="*/ 620421 h 106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5941" h="1064061">
                  <a:moveTo>
                    <a:pt x="226197" y="620421"/>
                  </a:moveTo>
                  <a:cubicBezTo>
                    <a:pt x="166509" y="512725"/>
                    <a:pt x="52271" y="511836"/>
                    <a:pt x="21520" y="417116"/>
                  </a:cubicBezTo>
                  <a:cubicBezTo>
                    <a:pt x="-9231" y="322396"/>
                    <a:pt x="-10788" y="62957"/>
                    <a:pt x="41690" y="52102"/>
                  </a:cubicBezTo>
                  <a:cubicBezTo>
                    <a:pt x="70604" y="-130011"/>
                    <a:pt x="312142" y="219935"/>
                    <a:pt x="417066" y="268450"/>
                  </a:cubicBezTo>
                  <a:cubicBezTo>
                    <a:pt x="521991" y="316965"/>
                    <a:pt x="640287" y="278791"/>
                    <a:pt x="671237" y="343193"/>
                  </a:cubicBezTo>
                  <a:cubicBezTo>
                    <a:pt x="702187" y="407595"/>
                    <a:pt x="571287" y="621604"/>
                    <a:pt x="544997" y="720730"/>
                  </a:cubicBezTo>
                  <a:cubicBezTo>
                    <a:pt x="518708" y="819856"/>
                    <a:pt x="432779" y="1080010"/>
                    <a:pt x="379646" y="1063292"/>
                  </a:cubicBezTo>
                  <a:cubicBezTo>
                    <a:pt x="326513" y="1046574"/>
                    <a:pt x="285885" y="728117"/>
                    <a:pt x="226197" y="620421"/>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55">
              <a:extLst>
                <a:ext uri="{FF2B5EF4-FFF2-40B4-BE49-F238E27FC236}">
                  <a16:creationId xmlns:a16="http://schemas.microsoft.com/office/drawing/2014/main" id="{F2E2EB12-E441-5AE4-2451-5938E70F2985}"/>
                </a:ext>
              </a:extLst>
            </p:cNvPr>
            <p:cNvSpPr/>
            <p:nvPr userDrawn="1"/>
          </p:nvSpPr>
          <p:spPr>
            <a:xfrm rot="10314464" flipH="1" flipV="1">
              <a:off x="10032509" y="5454238"/>
              <a:ext cx="249472" cy="612994"/>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0148 w 292930"/>
                <a:gd name="connsiteY0" fmla="*/ 249704 h 578225"/>
                <a:gd name="connsiteX1" fmla="*/ 35453 w 292930"/>
                <a:gd name="connsiteY1" fmla="*/ 1909 h 578225"/>
                <a:gd name="connsiteX2" fmla="*/ 292930 w 292930"/>
                <a:gd name="connsiteY2" fmla="*/ 163268 h 578225"/>
                <a:gd name="connsiteX3" fmla="*/ 203866 w 292930"/>
                <a:gd name="connsiteY3" fmla="*/ 577620 h 578225"/>
                <a:gd name="connsiteX4" fmla="*/ 20148 w 292930"/>
                <a:gd name="connsiteY4" fmla="*/ 249704 h 578225"/>
                <a:gd name="connsiteX0" fmla="*/ 3173 w 275955"/>
                <a:gd name="connsiteY0" fmla="*/ 303415 h 631958"/>
                <a:gd name="connsiteX1" fmla="*/ 85593 w 275955"/>
                <a:gd name="connsiteY1" fmla="*/ 1156 h 631958"/>
                <a:gd name="connsiteX2" fmla="*/ 275955 w 275955"/>
                <a:gd name="connsiteY2" fmla="*/ 216979 h 631958"/>
                <a:gd name="connsiteX3" fmla="*/ 186891 w 275955"/>
                <a:gd name="connsiteY3" fmla="*/ 631331 h 631958"/>
                <a:gd name="connsiteX4" fmla="*/ 3173 w 275955"/>
                <a:gd name="connsiteY4" fmla="*/ 303415 h 631958"/>
                <a:gd name="connsiteX0" fmla="*/ 11814 w 284596"/>
                <a:gd name="connsiteY0" fmla="*/ 314259 h 642802"/>
                <a:gd name="connsiteX1" fmla="*/ 94234 w 284596"/>
                <a:gd name="connsiteY1" fmla="*/ 12000 h 642802"/>
                <a:gd name="connsiteX2" fmla="*/ 284596 w 284596"/>
                <a:gd name="connsiteY2" fmla="*/ 227823 h 642802"/>
                <a:gd name="connsiteX3" fmla="*/ 195532 w 284596"/>
                <a:gd name="connsiteY3" fmla="*/ 642175 h 642802"/>
                <a:gd name="connsiteX4" fmla="*/ 11814 w 284596"/>
                <a:gd name="connsiteY4" fmla="*/ 314259 h 642802"/>
                <a:gd name="connsiteX0" fmla="*/ 11814 w 284596"/>
                <a:gd name="connsiteY0" fmla="*/ 314259 h 643314"/>
                <a:gd name="connsiteX1" fmla="*/ 94234 w 284596"/>
                <a:gd name="connsiteY1" fmla="*/ 12000 h 643314"/>
                <a:gd name="connsiteX2" fmla="*/ 284596 w 284596"/>
                <a:gd name="connsiteY2" fmla="*/ 227823 h 643314"/>
                <a:gd name="connsiteX3" fmla="*/ 195532 w 284596"/>
                <a:gd name="connsiteY3" fmla="*/ 642175 h 643314"/>
                <a:gd name="connsiteX4" fmla="*/ 11814 w 284596"/>
                <a:gd name="connsiteY4" fmla="*/ 314259 h 643314"/>
                <a:gd name="connsiteX0" fmla="*/ 11814 w 286580"/>
                <a:gd name="connsiteY0" fmla="*/ 314259 h 643314"/>
                <a:gd name="connsiteX1" fmla="*/ 94234 w 286580"/>
                <a:gd name="connsiteY1" fmla="*/ 12000 h 643314"/>
                <a:gd name="connsiteX2" fmla="*/ 284596 w 286580"/>
                <a:gd name="connsiteY2" fmla="*/ 227823 h 643314"/>
                <a:gd name="connsiteX3" fmla="*/ 195532 w 286580"/>
                <a:gd name="connsiteY3" fmla="*/ 642175 h 643314"/>
                <a:gd name="connsiteX4" fmla="*/ 11814 w 286580"/>
                <a:gd name="connsiteY4" fmla="*/ 314259 h 643314"/>
                <a:gd name="connsiteX0" fmla="*/ 7395 w 231437"/>
                <a:gd name="connsiteY0" fmla="*/ 296026 h 631679"/>
                <a:gd name="connsiteX1" fmla="*/ 40189 w 231437"/>
                <a:gd name="connsiteY1" fmla="*/ 988 h 631679"/>
                <a:gd name="connsiteX2" fmla="*/ 230551 w 231437"/>
                <a:gd name="connsiteY2" fmla="*/ 216811 h 631679"/>
                <a:gd name="connsiteX3" fmla="*/ 141487 w 231437"/>
                <a:gd name="connsiteY3" fmla="*/ 631163 h 631679"/>
                <a:gd name="connsiteX4" fmla="*/ 7395 w 231437"/>
                <a:gd name="connsiteY4" fmla="*/ 296026 h 631679"/>
                <a:gd name="connsiteX0" fmla="*/ 23024 w 247066"/>
                <a:gd name="connsiteY0" fmla="*/ 304842 h 640495"/>
                <a:gd name="connsiteX1" fmla="*/ 55818 w 247066"/>
                <a:gd name="connsiteY1" fmla="*/ 9804 h 640495"/>
                <a:gd name="connsiteX2" fmla="*/ 246180 w 247066"/>
                <a:gd name="connsiteY2" fmla="*/ 225627 h 640495"/>
                <a:gd name="connsiteX3" fmla="*/ 157116 w 247066"/>
                <a:gd name="connsiteY3" fmla="*/ 639979 h 640495"/>
                <a:gd name="connsiteX4" fmla="*/ 23024 w 247066"/>
                <a:gd name="connsiteY4" fmla="*/ 304842 h 64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066" h="640495">
                  <a:moveTo>
                    <a:pt x="23024" y="304842"/>
                  </a:moveTo>
                  <a:cubicBezTo>
                    <a:pt x="6141" y="199813"/>
                    <a:pt x="-32346" y="60825"/>
                    <a:pt x="55818" y="9804"/>
                  </a:cubicBezTo>
                  <a:cubicBezTo>
                    <a:pt x="143982" y="-41217"/>
                    <a:pt x="243336" y="118300"/>
                    <a:pt x="246180" y="225627"/>
                  </a:cubicBezTo>
                  <a:cubicBezTo>
                    <a:pt x="255124" y="423079"/>
                    <a:pt x="194309" y="626777"/>
                    <a:pt x="157116" y="639979"/>
                  </a:cubicBezTo>
                  <a:cubicBezTo>
                    <a:pt x="119923" y="653181"/>
                    <a:pt x="39907" y="409871"/>
                    <a:pt x="23024" y="304842"/>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CA4BCAE-A0C4-B99C-E4C2-33C2D5A6DF9F}"/>
                </a:ext>
              </a:extLst>
            </p:cNvPr>
            <p:cNvSpPr/>
            <p:nvPr userDrawn="1"/>
          </p:nvSpPr>
          <p:spPr>
            <a:xfrm rot="9471250">
              <a:off x="10038643" y="4820002"/>
              <a:ext cx="1929741" cy="2341909"/>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671894 w 2216588"/>
                <a:gd name="connsiteY0" fmla="*/ 400026 h 1756507"/>
                <a:gd name="connsiteX1" fmla="*/ 2156241 w 2216588"/>
                <a:gd name="connsiteY1" fmla="*/ 1010622 h 1756507"/>
                <a:gd name="connsiteX2" fmla="*/ 2192143 w 2216588"/>
                <a:gd name="connsiteY2" fmla="*/ 1460166 h 1756507"/>
                <a:gd name="connsiteX3" fmla="*/ 1999826 w 2216588"/>
                <a:gd name="connsiteY3" fmla="*/ 1717267 h 1756507"/>
                <a:gd name="connsiteX4" fmla="*/ 1632812 w 2216588"/>
                <a:gd name="connsiteY4" fmla="*/ 1686505 h 1756507"/>
                <a:gd name="connsiteX5" fmla="*/ 1708492 w 2216588"/>
                <a:gd name="connsiteY5" fmla="*/ 1070413 h 1756507"/>
                <a:gd name="connsiteX6" fmla="*/ 1537996 w 2216588"/>
                <a:gd name="connsiteY6" fmla="*/ 803729 h 1756507"/>
                <a:gd name="connsiteX7" fmla="*/ 1198367 w 2216588"/>
                <a:gd name="connsiteY7" fmla="*/ 670770 h 1756507"/>
                <a:gd name="connsiteX8" fmla="*/ 656552 w 2216588"/>
                <a:gd name="connsiteY8" fmla="*/ 661968 h 1756507"/>
                <a:gd name="connsiteX9" fmla="*/ 80271 w 2216588"/>
                <a:gd name="connsiteY9" fmla="*/ 0 h 1756507"/>
                <a:gd name="connsiteX0" fmla="*/ 1657724 w 2202418"/>
                <a:gd name="connsiteY0" fmla="*/ 400026 h 1756507"/>
                <a:gd name="connsiteX1" fmla="*/ 2142071 w 2202418"/>
                <a:gd name="connsiteY1" fmla="*/ 1010622 h 1756507"/>
                <a:gd name="connsiteX2" fmla="*/ 2177973 w 2202418"/>
                <a:gd name="connsiteY2" fmla="*/ 1460166 h 1756507"/>
                <a:gd name="connsiteX3" fmla="*/ 1985656 w 2202418"/>
                <a:gd name="connsiteY3" fmla="*/ 1717267 h 1756507"/>
                <a:gd name="connsiteX4" fmla="*/ 1618642 w 2202418"/>
                <a:gd name="connsiteY4" fmla="*/ 1686505 h 1756507"/>
                <a:gd name="connsiteX5" fmla="*/ 1694322 w 2202418"/>
                <a:gd name="connsiteY5" fmla="*/ 1070413 h 1756507"/>
                <a:gd name="connsiteX6" fmla="*/ 1523826 w 2202418"/>
                <a:gd name="connsiteY6" fmla="*/ 803729 h 1756507"/>
                <a:gd name="connsiteX7" fmla="*/ 1184197 w 2202418"/>
                <a:gd name="connsiteY7" fmla="*/ 670770 h 1756507"/>
                <a:gd name="connsiteX8" fmla="*/ 642382 w 2202418"/>
                <a:gd name="connsiteY8" fmla="*/ 661968 h 1756507"/>
                <a:gd name="connsiteX9" fmla="*/ 66101 w 2202418"/>
                <a:gd name="connsiteY9" fmla="*/ 0 h 1756507"/>
                <a:gd name="connsiteX0" fmla="*/ 1671500 w 2216194"/>
                <a:gd name="connsiteY0" fmla="*/ 400026 h 1756507"/>
                <a:gd name="connsiteX1" fmla="*/ 2155847 w 2216194"/>
                <a:gd name="connsiteY1" fmla="*/ 1010622 h 1756507"/>
                <a:gd name="connsiteX2" fmla="*/ 2191749 w 2216194"/>
                <a:gd name="connsiteY2" fmla="*/ 1460166 h 1756507"/>
                <a:gd name="connsiteX3" fmla="*/ 1999432 w 2216194"/>
                <a:gd name="connsiteY3" fmla="*/ 1717267 h 1756507"/>
                <a:gd name="connsiteX4" fmla="*/ 1632418 w 2216194"/>
                <a:gd name="connsiteY4" fmla="*/ 1686505 h 1756507"/>
                <a:gd name="connsiteX5" fmla="*/ 1708098 w 2216194"/>
                <a:gd name="connsiteY5" fmla="*/ 1070413 h 1756507"/>
                <a:gd name="connsiteX6" fmla="*/ 1537602 w 2216194"/>
                <a:gd name="connsiteY6" fmla="*/ 803729 h 1756507"/>
                <a:gd name="connsiteX7" fmla="*/ 1197973 w 2216194"/>
                <a:gd name="connsiteY7" fmla="*/ 670770 h 1756507"/>
                <a:gd name="connsiteX8" fmla="*/ 491361 w 2216194"/>
                <a:gd name="connsiteY8" fmla="*/ 626468 h 1756507"/>
                <a:gd name="connsiteX9" fmla="*/ 79877 w 2216194"/>
                <a:gd name="connsiteY9" fmla="*/ 0 h 1756507"/>
                <a:gd name="connsiteX0" fmla="*/ 1671500 w 2216194"/>
                <a:gd name="connsiteY0" fmla="*/ 400026 h 1756507"/>
                <a:gd name="connsiteX1" fmla="*/ 2155847 w 2216194"/>
                <a:gd name="connsiteY1" fmla="*/ 1010622 h 1756507"/>
                <a:gd name="connsiteX2" fmla="*/ 2191749 w 2216194"/>
                <a:gd name="connsiteY2" fmla="*/ 1460166 h 1756507"/>
                <a:gd name="connsiteX3" fmla="*/ 1999432 w 2216194"/>
                <a:gd name="connsiteY3" fmla="*/ 1717267 h 1756507"/>
                <a:gd name="connsiteX4" fmla="*/ 1632418 w 2216194"/>
                <a:gd name="connsiteY4" fmla="*/ 1686505 h 1756507"/>
                <a:gd name="connsiteX5" fmla="*/ 1708098 w 2216194"/>
                <a:gd name="connsiteY5" fmla="*/ 1070413 h 1756507"/>
                <a:gd name="connsiteX6" fmla="*/ 1537602 w 2216194"/>
                <a:gd name="connsiteY6" fmla="*/ 803729 h 1756507"/>
                <a:gd name="connsiteX7" fmla="*/ 1197973 w 2216194"/>
                <a:gd name="connsiteY7" fmla="*/ 670770 h 1756507"/>
                <a:gd name="connsiteX8" fmla="*/ 491361 w 2216194"/>
                <a:gd name="connsiteY8" fmla="*/ 626468 h 1756507"/>
                <a:gd name="connsiteX9" fmla="*/ 79877 w 2216194"/>
                <a:gd name="connsiteY9" fmla="*/ 0 h 1756507"/>
                <a:gd name="connsiteX0" fmla="*/ 1703058 w 2247752"/>
                <a:gd name="connsiteY0" fmla="*/ 400026 h 1756507"/>
                <a:gd name="connsiteX1" fmla="*/ 2187405 w 2247752"/>
                <a:gd name="connsiteY1" fmla="*/ 1010622 h 1756507"/>
                <a:gd name="connsiteX2" fmla="*/ 2223307 w 2247752"/>
                <a:gd name="connsiteY2" fmla="*/ 1460166 h 1756507"/>
                <a:gd name="connsiteX3" fmla="*/ 2030990 w 2247752"/>
                <a:gd name="connsiteY3" fmla="*/ 1717267 h 1756507"/>
                <a:gd name="connsiteX4" fmla="*/ 1663976 w 2247752"/>
                <a:gd name="connsiteY4" fmla="*/ 1686505 h 1756507"/>
                <a:gd name="connsiteX5" fmla="*/ 1739656 w 2247752"/>
                <a:gd name="connsiteY5" fmla="*/ 1070413 h 1756507"/>
                <a:gd name="connsiteX6" fmla="*/ 1569160 w 2247752"/>
                <a:gd name="connsiteY6" fmla="*/ 803729 h 1756507"/>
                <a:gd name="connsiteX7" fmla="*/ 1229531 w 2247752"/>
                <a:gd name="connsiteY7" fmla="*/ 670770 h 1756507"/>
                <a:gd name="connsiteX8" fmla="*/ 522919 w 2247752"/>
                <a:gd name="connsiteY8" fmla="*/ 626468 h 1756507"/>
                <a:gd name="connsiteX9" fmla="*/ 111435 w 2247752"/>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569161 w 2247753"/>
                <a:gd name="connsiteY6" fmla="*/ 803729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616144 w 2247753"/>
                <a:gd name="connsiteY6" fmla="*/ 786582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543354 w 2247753"/>
                <a:gd name="connsiteY6" fmla="*/ 807734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5313"/>
                <a:gd name="connsiteX1" fmla="*/ 2187406 w 2247753"/>
                <a:gd name="connsiteY1" fmla="*/ 1010622 h 1755313"/>
                <a:gd name="connsiteX2" fmla="*/ 2223308 w 2247753"/>
                <a:gd name="connsiteY2" fmla="*/ 1460166 h 1755313"/>
                <a:gd name="connsiteX3" fmla="*/ 2030991 w 2247753"/>
                <a:gd name="connsiteY3" fmla="*/ 1717267 h 1755313"/>
                <a:gd name="connsiteX4" fmla="*/ 1663977 w 2247753"/>
                <a:gd name="connsiteY4" fmla="*/ 1686505 h 1755313"/>
                <a:gd name="connsiteX5" fmla="*/ 1672699 w 2247753"/>
                <a:gd name="connsiteY5" fmla="*/ 1089080 h 1755313"/>
                <a:gd name="connsiteX6" fmla="*/ 1543354 w 2247753"/>
                <a:gd name="connsiteY6" fmla="*/ 807734 h 1755313"/>
                <a:gd name="connsiteX7" fmla="*/ 1230461 w 2247753"/>
                <a:gd name="connsiteY7" fmla="*/ 535825 h 1755313"/>
                <a:gd name="connsiteX8" fmla="*/ 522920 w 2247753"/>
                <a:gd name="connsiteY8" fmla="*/ 626468 h 1755313"/>
                <a:gd name="connsiteX9" fmla="*/ 111436 w 2247753"/>
                <a:gd name="connsiteY9" fmla="*/ 0 h 1755313"/>
                <a:gd name="connsiteX0" fmla="*/ 1703059 w 2247753"/>
                <a:gd name="connsiteY0" fmla="*/ 400026 h 1755313"/>
                <a:gd name="connsiteX1" fmla="*/ 2187406 w 2247753"/>
                <a:gd name="connsiteY1" fmla="*/ 1010622 h 1755313"/>
                <a:gd name="connsiteX2" fmla="*/ 2223308 w 2247753"/>
                <a:gd name="connsiteY2" fmla="*/ 1460166 h 1755313"/>
                <a:gd name="connsiteX3" fmla="*/ 2030991 w 2247753"/>
                <a:gd name="connsiteY3" fmla="*/ 1717267 h 1755313"/>
                <a:gd name="connsiteX4" fmla="*/ 1663977 w 2247753"/>
                <a:gd name="connsiteY4" fmla="*/ 1686505 h 1755313"/>
                <a:gd name="connsiteX5" fmla="*/ 1672699 w 2247753"/>
                <a:gd name="connsiteY5" fmla="*/ 1089080 h 1755313"/>
                <a:gd name="connsiteX6" fmla="*/ 1543354 w 2247753"/>
                <a:gd name="connsiteY6" fmla="*/ 807734 h 1755313"/>
                <a:gd name="connsiteX7" fmla="*/ 1171964 w 2247753"/>
                <a:gd name="connsiteY7" fmla="*/ 580511 h 1755313"/>
                <a:gd name="connsiteX8" fmla="*/ 522920 w 2247753"/>
                <a:gd name="connsiteY8" fmla="*/ 626468 h 1755313"/>
                <a:gd name="connsiteX9" fmla="*/ 111436 w 2247753"/>
                <a:gd name="connsiteY9" fmla="*/ 0 h 1755313"/>
                <a:gd name="connsiteX0" fmla="*/ 1900040 w 2237638"/>
                <a:gd name="connsiteY0" fmla="*/ 447728 h 1755313"/>
                <a:gd name="connsiteX1" fmla="*/ 2187406 w 2237638"/>
                <a:gd name="connsiteY1" fmla="*/ 1010622 h 1755313"/>
                <a:gd name="connsiteX2" fmla="*/ 2223308 w 2237638"/>
                <a:gd name="connsiteY2" fmla="*/ 1460166 h 1755313"/>
                <a:gd name="connsiteX3" fmla="*/ 2030991 w 2237638"/>
                <a:gd name="connsiteY3" fmla="*/ 1717267 h 1755313"/>
                <a:gd name="connsiteX4" fmla="*/ 1663977 w 2237638"/>
                <a:gd name="connsiteY4" fmla="*/ 1686505 h 1755313"/>
                <a:gd name="connsiteX5" fmla="*/ 1672699 w 2237638"/>
                <a:gd name="connsiteY5" fmla="*/ 1089080 h 1755313"/>
                <a:gd name="connsiteX6" fmla="*/ 1543354 w 2237638"/>
                <a:gd name="connsiteY6" fmla="*/ 807734 h 1755313"/>
                <a:gd name="connsiteX7" fmla="*/ 1171964 w 2237638"/>
                <a:gd name="connsiteY7" fmla="*/ 580511 h 1755313"/>
                <a:gd name="connsiteX8" fmla="*/ 522920 w 2237638"/>
                <a:gd name="connsiteY8" fmla="*/ 626468 h 1755313"/>
                <a:gd name="connsiteX9" fmla="*/ 111436 w 2237638"/>
                <a:gd name="connsiteY9" fmla="*/ 0 h 1755313"/>
                <a:gd name="connsiteX0" fmla="*/ 1900040 w 2237638"/>
                <a:gd name="connsiteY0" fmla="*/ 447728 h 1818752"/>
                <a:gd name="connsiteX1" fmla="*/ 2187406 w 2237638"/>
                <a:gd name="connsiteY1" fmla="*/ 1010622 h 1818752"/>
                <a:gd name="connsiteX2" fmla="*/ 2223308 w 2237638"/>
                <a:gd name="connsiteY2" fmla="*/ 1460166 h 1818752"/>
                <a:gd name="connsiteX3" fmla="*/ 2030991 w 2237638"/>
                <a:gd name="connsiteY3" fmla="*/ 1717267 h 1818752"/>
                <a:gd name="connsiteX4" fmla="*/ 1539004 w 2237638"/>
                <a:gd name="connsiteY4" fmla="*/ 1775163 h 1818752"/>
                <a:gd name="connsiteX5" fmla="*/ 1672699 w 2237638"/>
                <a:gd name="connsiteY5" fmla="*/ 1089080 h 1818752"/>
                <a:gd name="connsiteX6" fmla="*/ 1543354 w 2237638"/>
                <a:gd name="connsiteY6" fmla="*/ 807734 h 1818752"/>
                <a:gd name="connsiteX7" fmla="*/ 1171964 w 2237638"/>
                <a:gd name="connsiteY7" fmla="*/ 580511 h 1818752"/>
                <a:gd name="connsiteX8" fmla="*/ 522920 w 2237638"/>
                <a:gd name="connsiteY8" fmla="*/ 626468 h 1818752"/>
                <a:gd name="connsiteX9" fmla="*/ 111436 w 2237638"/>
                <a:gd name="connsiteY9" fmla="*/ 0 h 181875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543354 w 2237707"/>
                <a:gd name="connsiteY6" fmla="*/ 807734 h 1861042"/>
                <a:gd name="connsiteX7" fmla="*/ 1171964 w 2237707"/>
                <a:gd name="connsiteY7" fmla="*/ 580511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642351 w 2237707"/>
                <a:gd name="connsiteY6" fmla="*/ 778703 h 1861042"/>
                <a:gd name="connsiteX7" fmla="*/ 1171964 w 2237707"/>
                <a:gd name="connsiteY7" fmla="*/ 580511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642351 w 2237707"/>
                <a:gd name="connsiteY6" fmla="*/ 778703 h 1861042"/>
                <a:gd name="connsiteX7" fmla="*/ 973041 w 2237707"/>
                <a:gd name="connsiteY7" fmla="*/ 745026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398109 w 2237707"/>
                <a:gd name="connsiteY6" fmla="*/ 819809 h 1861042"/>
                <a:gd name="connsiteX7" fmla="*/ 973041 w 2237707"/>
                <a:gd name="connsiteY7" fmla="*/ 745026 h 1861042"/>
                <a:gd name="connsiteX8" fmla="*/ 522920 w 2237707"/>
                <a:gd name="connsiteY8" fmla="*/ 626468 h 1861042"/>
                <a:gd name="connsiteX9" fmla="*/ 111436 w 2237707"/>
                <a:gd name="connsiteY9" fmla="*/ 0 h 1861042"/>
                <a:gd name="connsiteX0" fmla="*/ 1950275 w 2287942"/>
                <a:gd name="connsiteY0" fmla="*/ 447728 h 1861042"/>
                <a:gd name="connsiteX1" fmla="*/ 2237641 w 2287942"/>
                <a:gd name="connsiteY1" fmla="*/ 1010622 h 1861042"/>
                <a:gd name="connsiteX2" fmla="*/ 2273543 w 2287942"/>
                <a:gd name="connsiteY2" fmla="*/ 1460166 h 1861042"/>
                <a:gd name="connsiteX3" fmla="*/ 2080277 w 2287942"/>
                <a:gd name="connsiteY3" fmla="*/ 1816423 h 1861042"/>
                <a:gd name="connsiteX4" fmla="*/ 1589239 w 2287942"/>
                <a:gd name="connsiteY4" fmla="*/ 1775163 h 1861042"/>
                <a:gd name="connsiteX5" fmla="*/ 1722934 w 2287942"/>
                <a:gd name="connsiteY5" fmla="*/ 1089080 h 1861042"/>
                <a:gd name="connsiteX6" fmla="*/ 1448344 w 2287942"/>
                <a:gd name="connsiteY6" fmla="*/ 819809 h 1861042"/>
                <a:gd name="connsiteX7" fmla="*/ 1023276 w 2287942"/>
                <a:gd name="connsiteY7" fmla="*/ 745026 h 1861042"/>
                <a:gd name="connsiteX8" fmla="*/ 368971 w 2287942"/>
                <a:gd name="connsiteY8" fmla="*/ 748222 h 1861042"/>
                <a:gd name="connsiteX9" fmla="*/ 161671 w 2287942"/>
                <a:gd name="connsiteY9" fmla="*/ 0 h 1861042"/>
                <a:gd name="connsiteX0" fmla="*/ 1950275 w 2287942"/>
                <a:gd name="connsiteY0" fmla="*/ 447728 h 1861042"/>
                <a:gd name="connsiteX1" fmla="*/ 2237641 w 2287942"/>
                <a:gd name="connsiteY1" fmla="*/ 1010622 h 1861042"/>
                <a:gd name="connsiteX2" fmla="*/ 2273543 w 2287942"/>
                <a:gd name="connsiteY2" fmla="*/ 1460166 h 1861042"/>
                <a:gd name="connsiteX3" fmla="*/ 2080277 w 2287942"/>
                <a:gd name="connsiteY3" fmla="*/ 1816423 h 1861042"/>
                <a:gd name="connsiteX4" fmla="*/ 1589239 w 2287942"/>
                <a:gd name="connsiteY4" fmla="*/ 1775163 h 1861042"/>
                <a:gd name="connsiteX5" fmla="*/ 1722934 w 2287942"/>
                <a:gd name="connsiteY5" fmla="*/ 1089080 h 1861042"/>
                <a:gd name="connsiteX6" fmla="*/ 1300761 w 2287942"/>
                <a:gd name="connsiteY6" fmla="*/ 878960 h 1861042"/>
                <a:gd name="connsiteX7" fmla="*/ 1023276 w 2287942"/>
                <a:gd name="connsiteY7" fmla="*/ 745026 h 1861042"/>
                <a:gd name="connsiteX8" fmla="*/ 368971 w 2287942"/>
                <a:gd name="connsiteY8" fmla="*/ 748222 h 1861042"/>
                <a:gd name="connsiteX9" fmla="*/ 161671 w 2287942"/>
                <a:gd name="connsiteY9" fmla="*/ 0 h 1861042"/>
                <a:gd name="connsiteX0" fmla="*/ 1950275 w 2287942"/>
                <a:gd name="connsiteY0" fmla="*/ 447728 h 1861042"/>
                <a:gd name="connsiteX1" fmla="*/ 2237641 w 2287942"/>
                <a:gd name="connsiteY1" fmla="*/ 1010622 h 1861042"/>
                <a:gd name="connsiteX2" fmla="*/ 2273543 w 2287942"/>
                <a:gd name="connsiteY2" fmla="*/ 1460166 h 1861042"/>
                <a:gd name="connsiteX3" fmla="*/ 2080277 w 2287942"/>
                <a:gd name="connsiteY3" fmla="*/ 1816423 h 1861042"/>
                <a:gd name="connsiteX4" fmla="*/ 1589239 w 2287942"/>
                <a:gd name="connsiteY4" fmla="*/ 1775163 h 1861042"/>
                <a:gd name="connsiteX5" fmla="*/ 1722934 w 2287942"/>
                <a:gd name="connsiteY5" fmla="*/ 1089080 h 1861042"/>
                <a:gd name="connsiteX6" fmla="*/ 1300761 w 2287942"/>
                <a:gd name="connsiteY6" fmla="*/ 878960 h 1861042"/>
                <a:gd name="connsiteX7" fmla="*/ 696245 w 2287942"/>
                <a:gd name="connsiteY7" fmla="*/ 843073 h 1861042"/>
                <a:gd name="connsiteX8" fmla="*/ 368971 w 2287942"/>
                <a:gd name="connsiteY8" fmla="*/ 748222 h 1861042"/>
                <a:gd name="connsiteX9" fmla="*/ 161671 w 2287942"/>
                <a:gd name="connsiteY9" fmla="*/ 0 h 1861042"/>
                <a:gd name="connsiteX0" fmla="*/ 2036676 w 2374343"/>
                <a:gd name="connsiteY0" fmla="*/ 447728 h 1861042"/>
                <a:gd name="connsiteX1" fmla="*/ 2324042 w 2374343"/>
                <a:gd name="connsiteY1" fmla="*/ 1010622 h 1861042"/>
                <a:gd name="connsiteX2" fmla="*/ 2359944 w 2374343"/>
                <a:gd name="connsiteY2" fmla="*/ 1460166 h 1861042"/>
                <a:gd name="connsiteX3" fmla="*/ 2166678 w 2374343"/>
                <a:gd name="connsiteY3" fmla="*/ 1816423 h 1861042"/>
                <a:gd name="connsiteX4" fmla="*/ 1675640 w 2374343"/>
                <a:gd name="connsiteY4" fmla="*/ 1775163 h 1861042"/>
                <a:gd name="connsiteX5" fmla="*/ 1809335 w 2374343"/>
                <a:gd name="connsiteY5" fmla="*/ 1089080 h 1861042"/>
                <a:gd name="connsiteX6" fmla="*/ 1387162 w 2374343"/>
                <a:gd name="connsiteY6" fmla="*/ 878960 h 1861042"/>
                <a:gd name="connsiteX7" fmla="*/ 782646 w 2374343"/>
                <a:gd name="connsiteY7" fmla="*/ 843073 h 1861042"/>
                <a:gd name="connsiteX8" fmla="*/ 255923 w 2374343"/>
                <a:gd name="connsiteY8" fmla="*/ 798150 h 1861042"/>
                <a:gd name="connsiteX9" fmla="*/ 248072 w 2374343"/>
                <a:gd name="connsiteY9" fmla="*/ 0 h 1861042"/>
                <a:gd name="connsiteX0" fmla="*/ 2043015 w 2380682"/>
                <a:gd name="connsiteY0" fmla="*/ 406817 h 1820131"/>
                <a:gd name="connsiteX1" fmla="*/ 2330381 w 2380682"/>
                <a:gd name="connsiteY1" fmla="*/ 969711 h 1820131"/>
                <a:gd name="connsiteX2" fmla="*/ 2366283 w 2380682"/>
                <a:gd name="connsiteY2" fmla="*/ 1419255 h 1820131"/>
                <a:gd name="connsiteX3" fmla="*/ 2173017 w 2380682"/>
                <a:gd name="connsiteY3" fmla="*/ 1775512 h 1820131"/>
                <a:gd name="connsiteX4" fmla="*/ 1681979 w 2380682"/>
                <a:gd name="connsiteY4" fmla="*/ 1734252 h 1820131"/>
                <a:gd name="connsiteX5" fmla="*/ 1815674 w 2380682"/>
                <a:gd name="connsiteY5" fmla="*/ 1048169 h 1820131"/>
                <a:gd name="connsiteX6" fmla="*/ 1393501 w 2380682"/>
                <a:gd name="connsiteY6" fmla="*/ 838049 h 1820131"/>
                <a:gd name="connsiteX7" fmla="*/ 788985 w 2380682"/>
                <a:gd name="connsiteY7" fmla="*/ 802162 h 1820131"/>
                <a:gd name="connsiteX8" fmla="*/ 262262 w 2380682"/>
                <a:gd name="connsiteY8" fmla="*/ 757239 h 1820131"/>
                <a:gd name="connsiteX9" fmla="*/ 240754 w 2380682"/>
                <a:gd name="connsiteY9" fmla="*/ 0 h 1820131"/>
                <a:gd name="connsiteX0" fmla="*/ 2125916 w 2463583"/>
                <a:gd name="connsiteY0" fmla="*/ 406817 h 1820131"/>
                <a:gd name="connsiteX1" fmla="*/ 2413282 w 2463583"/>
                <a:gd name="connsiteY1" fmla="*/ 969711 h 1820131"/>
                <a:gd name="connsiteX2" fmla="*/ 2449184 w 2463583"/>
                <a:gd name="connsiteY2" fmla="*/ 1419255 h 1820131"/>
                <a:gd name="connsiteX3" fmla="*/ 2255918 w 2463583"/>
                <a:gd name="connsiteY3" fmla="*/ 1775512 h 1820131"/>
                <a:gd name="connsiteX4" fmla="*/ 1764880 w 2463583"/>
                <a:gd name="connsiteY4" fmla="*/ 1734252 h 1820131"/>
                <a:gd name="connsiteX5" fmla="*/ 1898575 w 2463583"/>
                <a:gd name="connsiteY5" fmla="*/ 1048169 h 1820131"/>
                <a:gd name="connsiteX6" fmla="*/ 1476402 w 2463583"/>
                <a:gd name="connsiteY6" fmla="*/ 838049 h 1820131"/>
                <a:gd name="connsiteX7" fmla="*/ 871886 w 2463583"/>
                <a:gd name="connsiteY7" fmla="*/ 802162 h 1820131"/>
                <a:gd name="connsiteX8" fmla="*/ 345163 w 2463583"/>
                <a:gd name="connsiteY8" fmla="*/ 757239 h 1820131"/>
                <a:gd name="connsiteX9" fmla="*/ 33 w 2463583"/>
                <a:gd name="connsiteY9" fmla="*/ 488438 h 1820131"/>
                <a:gd name="connsiteX10" fmla="*/ 323655 w 2463583"/>
                <a:gd name="connsiteY10" fmla="*/ 0 h 1820131"/>
                <a:gd name="connsiteX0" fmla="*/ 2125916 w 2463583"/>
                <a:gd name="connsiteY0" fmla="*/ 406817 h 1820131"/>
                <a:gd name="connsiteX1" fmla="*/ 2413282 w 2463583"/>
                <a:gd name="connsiteY1" fmla="*/ 969711 h 1820131"/>
                <a:gd name="connsiteX2" fmla="*/ 2449184 w 2463583"/>
                <a:gd name="connsiteY2" fmla="*/ 1419255 h 1820131"/>
                <a:gd name="connsiteX3" fmla="*/ 2255918 w 2463583"/>
                <a:gd name="connsiteY3" fmla="*/ 1775512 h 1820131"/>
                <a:gd name="connsiteX4" fmla="*/ 1764880 w 2463583"/>
                <a:gd name="connsiteY4" fmla="*/ 1734252 h 1820131"/>
                <a:gd name="connsiteX5" fmla="*/ 1898575 w 2463583"/>
                <a:gd name="connsiteY5" fmla="*/ 1048169 h 1820131"/>
                <a:gd name="connsiteX6" fmla="*/ 1476402 w 2463583"/>
                <a:gd name="connsiteY6" fmla="*/ 838049 h 1820131"/>
                <a:gd name="connsiteX7" fmla="*/ 871886 w 2463583"/>
                <a:gd name="connsiteY7" fmla="*/ 802162 h 1820131"/>
                <a:gd name="connsiteX8" fmla="*/ 208159 w 2463583"/>
                <a:gd name="connsiteY8" fmla="*/ 750474 h 1820131"/>
                <a:gd name="connsiteX9" fmla="*/ 33 w 2463583"/>
                <a:gd name="connsiteY9" fmla="*/ 488438 h 1820131"/>
                <a:gd name="connsiteX10" fmla="*/ 323655 w 2463583"/>
                <a:gd name="connsiteY10" fmla="*/ 0 h 1820131"/>
                <a:gd name="connsiteX0" fmla="*/ 2125916 w 2463583"/>
                <a:gd name="connsiteY0" fmla="*/ 406817 h 1820131"/>
                <a:gd name="connsiteX1" fmla="*/ 2413282 w 2463583"/>
                <a:gd name="connsiteY1" fmla="*/ 969711 h 1820131"/>
                <a:gd name="connsiteX2" fmla="*/ 2449184 w 2463583"/>
                <a:gd name="connsiteY2" fmla="*/ 1419255 h 1820131"/>
                <a:gd name="connsiteX3" fmla="*/ 2255918 w 2463583"/>
                <a:gd name="connsiteY3" fmla="*/ 1775512 h 1820131"/>
                <a:gd name="connsiteX4" fmla="*/ 1764880 w 2463583"/>
                <a:gd name="connsiteY4" fmla="*/ 1734252 h 1820131"/>
                <a:gd name="connsiteX5" fmla="*/ 1898575 w 2463583"/>
                <a:gd name="connsiteY5" fmla="*/ 1048169 h 1820131"/>
                <a:gd name="connsiteX6" fmla="*/ 1476402 w 2463583"/>
                <a:gd name="connsiteY6" fmla="*/ 838049 h 1820131"/>
                <a:gd name="connsiteX7" fmla="*/ 701160 w 2463583"/>
                <a:gd name="connsiteY7" fmla="*/ 738339 h 1820131"/>
                <a:gd name="connsiteX8" fmla="*/ 208159 w 2463583"/>
                <a:gd name="connsiteY8" fmla="*/ 750474 h 1820131"/>
                <a:gd name="connsiteX9" fmla="*/ 33 w 2463583"/>
                <a:gd name="connsiteY9" fmla="*/ 488438 h 1820131"/>
                <a:gd name="connsiteX10" fmla="*/ 323655 w 2463583"/>
                <a:gd name="connsiteY10" fmla="*/ 0 h 1820131"/>
                <a:gd name="connsiteX0" fmla="*/ 2125916 w 2463583"/>
                <a:gd name="connsiteY0" fmla="*/ 406817 h 1820131"/>
                <a:gd name="connsiteX1" fmla="*/ 2413282 w 2463583"/>
                <a:gd name="connsiteY1" fmla="*/ 969711 h 1820131"/>
                <a:gd name="connsiteX2" fmla="*/ 2449184 w 2463583"/>
                <a:gd name="connsiteY2" fmla="*/ 1419255 h 1820131"/>
                <a:gd name="connsiteX3" fmla="*/ 2255918 w 2463583"/>
                <a:gd name="connsiteY3" fmla="*/ 1775512 h 1820131"/>
                <a:gd name="connsiteX4" fmla="*/ 1764880 w 2463583"/>
                <a:gd name="connsiteY4" fmla="*/ 1734252 h 1820131"/>
                <a:gd name="connsiteX5" fmla="*/ 1898575 w 2463583"/>
                <a:gd name="connsiteY5" fmla="*/ 1048169 h 1820131"/>
                <a:gd name="connsiteX6" fmla="*/ 1323051 w 2463583"/>
                <a:gd name="connsiteY6" fmla="*/ 806923 h 1820131"/>
                <a:gd name="connsiteX7" fmla="*/ 701160 w 2463583"/>
                <a:gd name="connsiteY7" fmla="*/ 738339 h 1820131"/>
                <a:gd name="connsiteX8" fmla="*/ 208159 w 2463583"/>
                <a:gd name="connsiteY8" fmla="*/ 750474 h 1820131"/>
                <a:gd name="connsiteX9" fmla="*/ 33 w 2463583"/>
                <a:gd name="connsiteY9" fmla="*/ 488438 h 1820131"/>
                <a:gd name="connsiteX10" fmla="*/ 323655 w 2463583"/>
                <a:gd name="connsiteY10" fmla="*/ 0 h 1820131"/>
                <a:gd name="connsiteX0" fmla="*/ 2125916 w 2463583"/>
                <a:gd name="connsiteY0" fmla="*/ 406817 h 1809824"/>
                <a:gd name="connsiteX1" fmla="*/ 2413282 w 2463583"/>
                <a:gd name="connsiteY1" fmla="*/ 969711 h 1809824"/>
                <a:gd name="connsiteX2" fmla="*/ 2449184 w 2463583"/>
                <a:gd name="connsiteY2" fmla="*/ 1419255 h 1809824"/>
                <a:gd name="connsiteX3" fmla="*/ 2255918 w 2463583"/>
                <a:gd name="connsiteY3" fmla="*/ 1775512 h 1809824"/>
                <a:gd name="connsiteX4" fmla="*/ 1764880 w 2463583"/>
                <a:gd name="connsiteY4" fmla="*/ 1734252 h 1809824"/>
                <a:gd name="connsiteX5" fmla="*/ 1773703 w 2463583"/>
                <a:gd name="connsiteY5" fmla="*/ 1232454 h 1809824"/>
                <a:gd name="connsiteX6" fmla="*/ 1898575 w 2463583"/>
                <a:gd name="connsiteY6" fmla="*/ 1048169 h 1809824"/>
                <a:gd name="connsiteX7" fmla="*/ 1323051 w 2463583"/>
                <a:gd name="connsiteY7" fmla="*/ 806923 h 1809824"/>
                <a:gd name="connsiteX8" fmla="*/ 701160 w 2463583"/>
                <a:gd name="connsiteY8" fmla="*/ 738339 h 1809824"/>
                <a:gd name="connsiteX9" fmla="*/ 208159 w 2463583"/>
                <a:gd name="connsiteY9" fmla="*/ 750474 h 1809824"/>
                <a:gd name="connsiteX10" fmla="*/ 33 w 2463583"/>
                <a:gd name="connsiteY10" fmla="*/ 488438 h 1809824"/>
                <a:gd name="connsiteX11" fmla="*/ 323655 w 2463583"/>
                <a:gd name="connsiteY11" fmla="*/ 0 h 1809824"/>
                <a:gd name="connsiteX0" fmla="*/ 2125916 w 2482168"/>
                <a:gd name="connsiteY0" fmla="*/ 406817 h 1809824"/>
                <a:gd name="connsiteX1" fmla="*/ 2449502 w 2482168"/>
                <a:gd name="connsiteY1" fmla="*/ 1112174 h 1809824"/>
                <a:gd name="connsiteX2" fmla="*/ 2449184 w 2482168"/>
                <a:gd name="connsiteY2" fmla="*/ 1419255 h 1809824"/>
                <a:gd name="connsiteX3" fmla="*/ 2255918 w 2482168"/>
                <a:gd name="connsiteY3" fmla="*/ 1775512 h 1809824"/>
                <a:gd name="connsiteX4" fmla="*/ 1764880 w 2482168"/>
                <a:gd name="connsiteY4" fmla="*/ 1734252 h 1809824"/>
                <a:gd name="connsiteX5" fmla="*/ 1773703 w 2482168"/>
                <a:gd name="connsiteY5" fmla="*/ 1232454 h 1809824"/>
                <a:gd name="connsiteX6" fmla="*/ 1898575 w 2482168"/>
                <a:gd name="connsiteY6" fmla="*/ 1048169 h 1809824"/>
                <a:gd name="connsiteX7" fmla="*/ 1323051 w 2482168"/>
                <a:gd name="connsiteY7" fmla="*/ 806923 h 1809824"/>
                <a:gd name="connsiteX8" fmla="*/ 701160 w 2482168"/>
                <a:gd name="connsiteY8" fmla="*/ 738339 h 1809824"/>
                <a:gd name="connsiteX9" fmla="*/ 208159 w 2482168"/>
                <a:gd name="connsiteY9" fmla="*/ 750474 h 1809824"/>
                <a:gd name="connsiteX10" fmla="*/ 33 w 2482168"/>
                <a:gd name="connsiteY10" fmla="*/ 488438 h 1809824"/>
                <a:gd name="connsiteX11" fmla="*/ 323655 w 2482168"/>
                <a:gd name="connsiteY11" fmla="*/ 0 h 1809824"/>
                <a:gd name="connsiteX0" fmla="*/ 2235994 w 2474788"/>
                <a:gd name="connsiteY0" fmla="*/ 455138 h 1809824"/>
                <a:gd name="connsiteX1" fmla="*/ 2449502 w 2474788"/>
                <a:gd name="connsiteY1" fmla="*/ 1112174 h 1809824"/>
                <a:gd name="connsiteX2" fmla="*/ 2449184 w 2474788"/>
                <a:gd name="connsiteY2" fmla="*/ 1419255 h 1809824"/>
                <a:gd name="connsiteX3" fmla="*/ 2255918 w 2474788"/>
                <a:gd name="connsiteY3" fmla="*/ 1775512 h 1809824"/>
                <a:gd name="connsiteX4" fmla="*/ 1764880 w 2474788"/>
                <a:gd name="connsiteY4" fmla="*/ 1734252 h 1809824"/>
                <a:gd name="connsiteX5" fmla="*/ 1773703 w 2474788"/>
                <a:gd name="connsiteY5" fmla="*/ 1232454 h 1809824"/>
                <a:gd name="connsiteX6" fmla="*/ 1898575 w 2474788"/>
                <a:gd name="connsiteY6" fmla="*/ 1048169 h 1809824"/>
                <a:gd name="connsiteX7" fmla="*/ 1323051 w 2474788"/>
                <a:gd name="connsiteY7" fmla="*/ 806923 h 1809824"/>
                <a:gd name="connsiteX8" fmla="*/ 701160 w 2474788"/>
                <a:gd name="connsiteY8" fmla="*/ 738339 h 1809824"/>
                <a:gd name="connsiteX9" fmla="*/ 208159 w 2474788"/>
                <a:gd name="connsiteY9" fmla="*/ 750474 h 1809824"/>
                <a:gd name="connsiteX10" fmla="*/ 33 w 2474788"/>
                <a:gd name="connsiteY10" fmla="*/ 488438 h 1809824"/>
                <a:gd name="connsiteX11" fmla="*/ 323655 w 2474788"/>
                <a:gd name="connsiteY11" fmla="*/ 0 h 1809824"/>
                <a:gd name="connsiteX0" fmla="*/ 2235994 w 2474787"/>
                <a:gd name="connsiteY0" fmla="*/ 455138 h 1883491"/>
                <a:gd name="connsiteX1" fmla="*/ 2449502 w 2474787"/>
                <a:gd name="connsiteY1" fmla="*/ 1112174 h 1883491"/>
                <a:gd name="connsiteX2" fmla="*/ 2449184 w 2474787"/>
                <a:gd name="connsiteY2" fmla="*/ 1419255 h 1883491"/>
                <a:gd name="connsiteX3" fmla="*/ 2255918 w 2474787"/>
                <a:gd name="connsiteY3" fmla="*/ 1775512 h 1883491"/>
                <a:gd name="connsiteX4" fmla="*/ 2059306 w 2474787"/>
                <a:gd name="connsiteY4" fmla="*/ 1882678 h 1883491"/>
                <a:gd name="connsiteX5" fmla="*/ 1764880 w 2474787"/>
                <a:gd name="connsiteY5" fmla="*/ 1734252 h 1883491"/>
                <a:gd name="connsiteX6" fmla="*/ 1773703 w 2474787"/>
                <a:gd name="connsiteY6" fmla="*/ 1232454 h 1883491"/>
                <a:gd name="connsiteX7" fmla="*/ 1898575 w 2474787"/>
                <a:gd name="connsiteY7" fmla="*/ 1048169 h 1883491"/>
                <a:gd name="connsiteX8" fmla="*/ 1323051 w 2474787"/>
                <a:gd name="connsiteY8" fmla="*/ 806923 h 1883491"/>
                <a:gd name="connsiteX9" fmla="*/ 701160 w 2474787"/>
                <a:gd name="connsiteY9" fmla="*/ 738339 h 1883491"/>
                <a:gd name="connsiteX10" fmla="*/ 208159 w 2474787"/>
                <a:gd name="connsiteY10" fmla="*/ 750474 h 1883491"/>
                <a:gd name="connsiteX11" fmla="*/ 33 w 2474787"/>
                <a:gd name="connsiteY11" fmla="*/ 488438 h 1883491"/>
                <a:gd name="connsiteX12" fmla="*/ 323655 w 2474787"/>
                <a:gd name="connsiteY12" fmla="*/ 0 h 1883491"/>
                <a:gd name="connsiteX0" fmla="*/ 2235994 w 2474787"/>
                <a:gd name="connsiteY0" fmla="*/ 455138 h 1886349"/>
                <a:gd name="connsiteX1" fmla="*/ 2449502 w 2474787"/>
                <a:gd name="connsiteY1" fmla="*/ 1112174 h 1886349"/>
                <a:gd name="connsiteX2" fmla="*/ 2449184 w 2474787"/>
                <a:gd name="connsiteY2" fmla="*/ 1419255 h 1886349"/>
                <a:gd name="connsiteX3" fmla="*/ 2255918 w 2474787"/>
                <a:gd name="connsiteY3" fmla="*/ 1775512 h 1886349"/>
                <a:gd name="connsiteX4" fmla="*/ 2059306 w 2474787"/>
                <a:gd name="connsiteY4" fmla="*/ 1882678 h 1886349"/>
                <a:gd name="connsiteX5" fmla="*/ 1764880 w 2474787"/>
                <a:gd name="connsiteY5" fmla="*/ 1734252 h 1886349"/>
                <a:gd name="connsiteX6" fmla="*/ 1773703 w 2474787"/>
                <a:gd name="connsiteY6" fmla="*/ 1232454 h 1886349"/>
                <a:gd name="connsiteX7" fmla="*/ 1898575 w 2474787"/>
                <a:gd name="connsiteY7" fmla="*/ 1048169 h 1886349"/>
                <a:gd name="connsiteX8" fmla="*/ 1323051 w 2474787"/>
                <a:gd name="connsiteY8" fmla="*/ 806923 h 1886349"/>
                <a:gd name="connsiteX9" fmla="*/ 701160 w 2474787"/>
                <a:gd name="connsiteY9" fmla="*/ 738339 h 1886349"/>
                <a:gd name="connsiteX10" fmla="*/ 208159 w 2474787"/>
                <a:gd name="connsiteY10" fmla="*/ 750474 h 1886349"/>
                <a:gd name="connsiteX11" fmla="*/ 33 w 2474787"/>
                <a:gd name="connsiteY11" fmla="*/ 488438 h 1886349"/>
                <a:gd name="connsiteX12" fmla="*/ 323655 w 2474787"/>
                <a:gd name="connsiteY12" fmla="*/ 0 h 1886349"/>
                <a:gd name="connsiteX0" fmla="*/ 2235994 w 2474787"/>
                <a:gd name="connsiteY0" fmla="*/ 455138 h 1886349"/>
                <a:gd name="connsiteX1" fmla="*/ 2449502 w 2474787"/>
                <a:gd name="connsiteY1" fmla="*/ 1112174 h 1886349"/>
                <a:gd name="connsiteX2" fmla="*/ 2449184 w 2474787"/>
                <a:gd name="connsiteY2" fmla="*/ 1419255 h 1886349"/>
                <a:gd name="connsiteX3" fmla="*/ 2255918 w 2474787"/>
                <a:gd name="connsiteY3" fmla="*/ 1775512 h 1886349"/>
                <a:gd name="connsiteX4" fmla="*/ 2059306 w 2474787"/>
                <a:gd name="connsiteY4" fmla="*/ 1882678 h 1886349"/>
                <a:gd name="connsiteX5" fmla="*/ 1764880 w 2474787"/>
                <a:gd name="connsiteY5" fmla="*/ 1734252 h 1886349"/>
                <a:gd name="connsiteX6" fmla="*/ 1773703 w 2474787"/>
                <a:gd name="connsiteY6" fmla="*/ 1232454 h 1886349"/>
                <a:gd name="connsiteX7" fmla="*/ 1898575 w 2474787"/>
                <a:gd name="connsiteY7" fmla="*/ 1048169 h 1886349"/>
                <a:gd name="connsiteX8" fmla="*/ 1353310 w 2474787"/>
                <a:gd name="connsiteY8" fmla="*/ 879242 h 1886349"/>
                <a:gd name="connsiteX9" fmla="*/ 701160 w 2474787"/>
                <a:gd name="connsiteY9" fmla="*/ 738339 h 1886349"/>
                <a:gd name="connsiteX10" fmla="*/ 208159 w 2474787"/>
                <a:gd name="connsiteY10" fmla="*/ 750474 h 1886349"/>
                <a:gd name="connsiteX11" fmla="*/ 33 w 2474787"/>
                <a:gd name="connsiteY11" fmla="*/ 488438 h 1886349"/>
                <a:gd name="connsiteX12" fmla="*/ 323655 w 2474787"/>
                <a:gd name="connsiteY12" fmla="*/ 0 h 1886349"/>
                <a:gd name="connsiteX0" fmla="*/ 2235994 w 2474787"/>
                <a:gd name="connsiteY0" fmla="*/ 455138 h 1886349"/>
                <a:gd name="connsiteX1" fmla="*/ 2449502 w 2474787"/>
                <a:gd name="connsiteY1" fmla="*/ 1112174 h 1886349"/>
                <a:gd name="connsiteX2" fmla="*/ 2449184 w 2474787"/>
                <a:gd name="connsiteY2" fmla="*/ 1419255 h 1886349"/>
                <a:gd name="connsiteX3" fmla="*/ 2255918 w 2474787"/>
                <a:gd name="connsiteY3" fmla="*/ 1775512 h 1886349"/>
                <a:gd name="connsiteX4" fmla="*/ 2059306 w 2474787"/>
                <a:gd name="connsiteY4" fmla="*/ 1882678 h 1886349"/>
                <a:gd name="connsiteX5" fmla="*/ 1764880 w 2474787"/>
                <a:gd name="connsiteY5" fmla="*/ 1734252 h 1886349"/>
                <a:gd name="connsiteX6" fmla="*/ 1773703 w 2474787"/>
                <a:gd name="connsiteY6" fmla="*/ 1232454 h 1886349"/>
                <a:gd name="connsiteX7" fmla="*/ 1898575 w 2474787"/>
                <a:gd name="connsiteY7" fmla="*/ 1048169 h 1886349"/>
                <a:gd name="connsiteX8" fmla="*/ 1353310 w 2474787"/>
                <a:gd name="connsiteY8" fmla="*/ 879242 h 1886349"/>
                <a:gd name="connsiteX9" fmla="*/ 607300 w 2474787"/>
                <a:gd name="connsiteY9" fmla="*/ 843515 h 1886349"/>
                <a:gd name="connsiteX10" fmla="*/ 208159 w 2474787"/>
                <a:gd name="connsiteY10" fmla="*/ 750474 h 1886349"/>
                <a:gd name="connsiteX11" fmla="*/ 33 w 2474787"/>
                <a:gd name="connsiteY11" fmla="*/ 488438 h 1886349"/>
                <a:gd name="connsiteX12" fmla="*/ 323655 w 2474787"/>
                <a:gd name="connsiteY12" fmla="*/ 0 h 1886349"/>
                <a:gd name="connsiteX0" fmla="*/ 2235994 w 2474787"/>
                <a:gd name="connsiteY0" fmla="*/ 455138 h 1886349"/>
                <a:gd name="connsiteX1" fmla="*/ 2449502 w 2474787"/>
                <a:gd name="connsiteY1" fmla="*/ 1112174 h 1886349"/>
                <a:gd name="connsiteX2" fmla="*/ 2449184 w 2474787"/>
                <a:gd name="connsiteY2" fmla="*/ 1419255 h 1886349"/>
                <a:gd name="connsiteX3" fmla="*/ 2255918 w 2474787"/>
                <a:gd name="connsiteY3" fmla="*/ 1775512 h 1886349"/>
                <a:gd name="connsiteX4" fmla="*/ 2059306 w 2474787"/>
                <a:gd name="connsiteY4" fmla="*/ 1882678 h 1886349"/>
                <a:gd name="connsiteX5" fmla="*/ 1764880 w 2474787"/>
                <a:gd name="connsiteY5" fmla="*/ 1734252 h 1886349"/>
                <a:gd name="connsiteX6" fmla="*/ 1773703 w 2474787"/>
                <a:gd name="connsiteY6" fmla="*/ 1232454 h 1886349"/>
                <a:gd name="connsiteX7" fmla="*/ 1898575 w 2474787"/>
                <a:gd name="connsiteY7" fmla="*/ 1048169 h 1886349"/>
                <a:gd name="connsiteX8" fmla="*/ 1353310 w 2474787"/>
                <a:gd name="connsiteY8" fmla="*/ 879242 h 1886349"/>
                <a:gd name="connsiteX9" fmla="*/ 607300 w 2474787"/>
                <a:gd name="connsiteY9" fmla="*/ 843515 h 1886349"/>
                <a:gd name="connsiteX10" fmla="*/ 122889 w 2474787"/>
                <a:gd name="connsiteY10" fmla="*/ 882064 h 1886349"/>
                <a:gd name="connsiteX11" fmla="*/ 33 w 2474787"/>
                <a:gd name="connsiteY11" fmla="*/ 488438 h 1886349"/>
                <a:gd name="connsiteX12" fmla="*/ 323655 w 2474787"/>
                <a:gd name="connsiteY12" fmla="*/ 0 h 188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74787" h="1886349">
                  <a:moveTo>
                    <a:pt x="2235994" y="455138"/>
                  </a:moveTo>
                  <a:cubicBezTo>
                    <a:pt x="2202039" y="632841"/>
                    <a:pt x="2413970" y="951488"/>
                    <a:pt x="2449502" y="1112174"/>
                  </a:cubicBezTo>
                  <a:cubicBezTo>
                    <a:pt x="2485034" y="1272860"/>
                    <a:pt x="2481448" y="1308699"/>
                    <a:pt x="2449184" y="1419255"/>
                  </a:cubicBezTo>
                  <a:cubicBezTo>
                    <a:pt x="2416920" y="1529811"/>
                    <a:pt x="2293715" y="1650961"/>
                    <a:pt x="2255918" y="1775512"/>
                  </a:cubicBezTo>
                  <a:cubicBezTo>
                    <a:pt x="2218121" y="1900063"/>
                    <a:pt x="2141146" y="1889555"/>
                    <a:pt x="2059306" y="1882678"/>
                  </a:cubicBezTo>
                  <a:cubicBezTo>
                    <a:pt x="1977466" y="1875801"/>
                    <a:pt x="1812480" y="1842623"/>
                    <a:pt x="1764880" y="1734252"/>
                  </a:cubicBezTo>
                  <a:cubicBezTo>
                    <a:pt x="1717280" y="1625881"/>
                    <a:pt x="1751421" y="1346801"/>
                    <a:pt x="1773703" y="1232454"/>
                  </a:cubicBezTo>
                  <a:cubicBezTo>
                    <a:pt x="1795985" y="1118107"/>
                    <a:pt x="1968640" y="1107038"/>
                    <a:pt x="1898575" y="1048169"/>
                  </a:cubicBezTo>
                  <a:cubicBezTo>
                    <a:pt x="1828510" y="989300"/>
                    <a:pt x="1568522" y="913351"/>
                    <a:pt x="1353310" y="879242"/>
                  </a:cubicBezTo>
                  <a:cubicBezTo>
                    <a:pt x="1138098" y="845133"/>
                    <a:pt x="812370" y="843045"/>
                    <a:pt x="607300" y="843515"/>
                  </a:cubicBezTo>
                  <a:cubicBezTo>
                    <a:pt x="402230" y="843985"/>
                    <a:pt x="254820" y="926895"/>
                    <a:pt x="122889" y="882064"/>
                  </a:cubicBezTo>
                  <a:cubicBezTo>
                    <a:pt x="-9042" y="837233"/>
                    <a:pt x="3618" y="614644"/>
                    <a:pt x="33" y="488438"/>
                  </a:cubicBezTo>
                  <a:cubicBezTo>
                    <a:pt x="-3552" y="362232"/>
                    <a:pt x="283096" y="88862"/>
                    <a:pt x="323655"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0" name="Freeform: Shape 19">
              <a:extLst>
                <a:ext uri="{FF2B5EF4-FFF2-40B4-BE49-F238E27FC236}">
                  <a16:creationId xmlns:a16="http://schemas.microsoft.com/office/drawing/2014/main" id="{8F83FCA3-EFB1-2C3C-DCD1-D02A41B1CD54}"/>
                </a:ext>
              </a:extLst>
            </p:cNvPr>
            <p:cNvSpPr/>
            <p:nvPr userDrawn="1"/>
          </p:nvSpPr>
          <p:spPr>
            <a:xfrm rot="20198879" flipH="1" flipV="1">
              <a:off x="9880359" y="-647563"/>
              <a:ext cx="2778392" cy="4976345"/>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441439 w 3119879"/>
                <a:gd name="connsiteY12" fmla="*/ 1462617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785408 w 3119879"/>
                <a:gd name="connsiteY10" fmla="*/ 901346 h 3638345"/>
                <a:gd name="connsiteX11" fmla="*/ 1464104 w 3119879"/>
                <a:gd name="connsiteY11" fmla="*/ 1126145 h 3638345"/>
                <a:gd name="connsiteX12" fmla="*/ 1441439 w 3119879"/>
                <a:gd name="connsiteY12" fmla="*/ 1462617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785408 w 3119879"/>
                <a:gd name="connsiteY10" fmla="*/ 901346 h 3638345"/>
                <a:gd name="connsiteX11" fmla="*/ 1441439 w 3119879"/>
                <a:gd name="connsiteY11" fmla="*/ 1462617 h 3638345"/>
                <a:gd name="connsiteX12" fmla="*/ 967848 w 3119879"/>
                <a:gd name="connsiteY12" fmla="*/ 1994223 h 3638345"/>
                <a:gd name="connsiteX13" fmla="*/ 505202 w 3119879"/>
                <a:gd name="connsiteY13" fmla="*/ 2488108 h 3638345"/>
                <a:gd name="connsiteX14" fmla="*/ 0 w 3119879"/>
                <a:gd name="connsiteY14" fmla="*/ 2773660 h 3638345"/>
                <a:gd name="connsiteX0" fmla="*/ 3071124 w 3119879"/>
                <a:gd name="connsiteY0" fmla="*/ 3645583 h 3645583"/>
                <a:gd name="connsiteX1" fmla="*/ 2870201 w 3119879"/>
                <a:gd name="connsiteY1" fmla="*/ 2586806 h 3645583"/>
                <a:gd name="connsiteX2" fmla="*/ 2629297 w 3119879"/>
                <a:gd name="connsiteY2" fmla="*/ 1944437 h 3645583"/>
                <a:gd name="connsiteX3" fmla="*/ 2585006 w 3119879"/>
                <a:gd name="connsiteY3" fmla="*/ 1616301 h 3645583"/>
                <a:gd name="connsiteX4" fmla="*/ 2665397 w 3119879"/>
                <a:gd name="connsiteY4" fmla="*/ 1191200 h 3645583"/>
                <a:gd name="connsiteX5" fmla="*/ 2816368 w 3119879"/>
                <a:gd name="connsiteY5" fmla="*/ 750859 h 3645583"/>
                <a:gd name="connsiteX6" fmla="*/ 2805319 w 3119879"/>
                <a:gd name="connsiteY6" fmla="*/ 349285 h 3645583"/>
                <a:gd name="connsiteX7" fmla="*/ 2662634 w 3119879"/>
                <a:gd name="connsiteY7" fmla="*/ 62678 h 3645583"/>
                <a:gd name="connsiteX8" fmla="*/ 2447941 w 3119879"/>
                <a:gd name="connsiteY8" fmla="*/ 10100 h 3645583"/>
                <a:gd name="connsiteX9" fmla="*/ 2211339 w 3119879"/>
                <a:gd name="connsiteY9" fmla="*/ 229824 h 3645583"/>
                <a:gd name="connsiteX10" fmla="*/ 1785408 w 3119879"/>
                <a:gd name="connsiteY10" fmla="*/ 908584 h 3645583"/>
                <a:gd name="connsiteX11" fmla="*/ 1441439 w 3119879"/>
                <a:gd name="connsiteY11" fmla="*/ 1469855 h 3645583"/>
                <a:gd name="connsiteX12" fmla="*/ 967848 w 3119879"/>
                <a:gd name="connsiteY12" fmla="*/ 2001461 h 3645583"/>
                <a:gd name="connsiteX13" fmla="*/ 505202 w 3119879"/>
                <a:gd name="connsiteY13" fmla="*/ 2495346 h 3645583"/>
                <a:gd name="connsiteX14" fmla="*/ 0 w 3119879"/>
                <a:gd name="connsiteY14" fmla="*/ 2780898 h 3645583"/>
                <a:gd name="connsiteX0" fmla="*/ 2991138 w 3044269"/>
                <a:gd name="connsiteY0" fmla="*/ 3944934 h 3944934"/>
                <a:gd name="connsiteX1" fmla="*/ 2870201 w 3044269"/>
                <a:gd name="connsiteY1" fmla="*/ 2586806 h 3944934"/>
                <a:gd name="connsiteX2" fmla="*/ 2629297 w 3044269"/>
                <a:gd name="connsiteY2" fmla="*/ 1944437 h 3944934"/>
                <a:gd name="connsiteX3" fmla="*/ 2585006 w 3044269"/>
                <a:gd name="connsiteY3" fmla="*/ 1616301 h 3944934"/>
                <a:gd name="connsiteX4" fmla="*/ 2665397 w 3044269"/>
                <a:gd name="connsiteY4" fmla="*/ 1191200 h 3944934"/>
                <a:gd name="connsiteX5" fmla="*/ 2816368 w 3044269"/>
                <a:gd name="connsiteY5" fmla="*/ 750859 h 3944934"/>
                <a:gd name="connsiteX6" fmla="*/ 2805319 w 3044269"/>
                <a:gd name="connsiteY6" fmla="*/ 349285 h 3944934"/>
                <a:gd name="connsiteX7" fmla="*/ 2662634 w 3044269"/>
                <a:gd name="connsiteY7" fmla="*/ 62678 h 3944934"/>
                <a:gd name="connsiteX8" fmla="*/ 2447941 w 3044269"/>
                <a:gd name="connsiteY8" fmla="*/ 10100 h 3944934"/>
                <a:gd name="connsiteX9" fmla="*/ 2211339 w 3044269"/>
                <a:gd name="connsiteY9" fmla="*/ 229824 h 3944934"/>
                <a:gd name="connsiteX10" fmla="*/ 1785408 w 3044269"/>
                <a:gd name="connsiteY10" fmla="*/ 908584 h 3944934"/>
                <a:gd name="connsiteX11" fmla="*/ 1441439 w 3044269"/>
                <a:gd name="connsiteY11" fmla="*/ 1469855 h 3944934"/>
                <a:gd name="connsiteX12" fmla="*/ 967848 w 3044269"/>
                <a:gd name="connsiteY12" fmla="*/ 2001461 h 3944934"/>
                <a:gd name="connsiteX13" fmla="*/ 505202 w 3044269"/>
                <a:gd name="connsiteY13" fmla="*/ 2495346 h 3944934"/>
                <a:gd name="connsiteX14" fmla="*/ 0 w 3044269"/>
                <a:gd name="connsiteY14" fmla="*/ 2780898 h 3944934"/>
                <a:gd name="connsiteX0" fmla="*/ 2991138 w 3045628"/>
                <a:gd name="connsiteY0" fmla="*/ 3944934 h 3944934"/>
                <a:gd name="connsiteX1" fmla="*/ 2878469 w 3045628"/>
                <a:gd name="connsiteY1" fmla="*/ 2848724 h 3944934"/>
                <a:gd name="connsiteX2" fmla="*/ 2629297 w 3045628"/>
                <a:gd name="connsiteY2" fmla="*/ 1944437 h 3944934"/>
                <a:gd name="connsiteX3" fmla="*/ 2585006 w 3045628"/>
                <a:gd name="connsiteY3" fmla="*/ 1616301 h 3944934"/>
                <a:gd name="connsiteX4" fmla="*/ 2665397 w 3045628"/>
                <a:gd name="connsiteY4" fmla="*/ 1191200 h 3944934"/>
                <a:gd name="connsiteX5" fmla="*/ 2816368 w 3045628"/>
                <a:gd name="connsiteY5" fmla="*/ 750859 h 3944934"/>
                <a:gd name="connsiteX6" fmla="*/ 2805319 w 3045628"/>
                <a:gd name="connsiteY6" fmla="*/ 349285 h 3944934"/>
                <a:gd name="connsiteX7" fmla="*/ 2662634 w 3045628"/>
                <a:gd name="connsiteY7" fmla="*/ 62678 h 3944934"/>
                <a:gd name="connsiteX8" fmla="*/ 2447941 w 3045628"/>
                <a:gd name="connsiteY8" fmla="*/ 10100 h 3944934"/>
                <a:gd name="connsiteX9" fmla="*/ 2211339 w 3045628"/>
                <a:gd name="connsiteY9" fmla="*/ 229824 h 3944934"/>
                <a:gd name="connsiteX10" fmla="*/ 1785408 w 3045628"/>
                <a:gd name="connsiteY10" fmla="*/ 908584 h 3944934"/>
                <a:gd name="connsiteX11" fmla="*/ 1441439 w 3045628"/>
                <a:gd name="connsiteY11" fmla="*/ 1469855 h 3944934"/>
                <a:gd name="connsiteX12" fmla="*/ 967848 w 3045628"/>
                <a:gd name="connsiteY12" fmla="*/ 2001461 h 3944934"/>
                <a:gd name="connsiteX13" fmla="*/ 505202 w 3045628"/>
                <a:gd name="connsiteY13" fmla="*/ 2495346 h 3944934"/>
                <a:gd name="connsiteX14" fmla="*/ 0 w 3045628"/>
                <a:gd name="connsiteY14" fmla="*/ 2780898 h 3944934"/>
                <a:gd name="connsiteX0" fmla="*/ 2991138 w 3044363"/>
                <a:gd name="connsiteY0" fmla="*/ 3944934 h 3944934"/>
                <a:gd name="connsiteX1" fmla="*/ 2878469 w 3044363"/>
                <a:gd name="connsiteY1" fmla="*/ 2848724 h 3944934"/>
                <a:gd name="connsiteX2" fmla="*/ 2680633 w 3044363"/>
                <a:gd name="connsiteY2" fmla="*/ 2138158 h 3944934"/>
                <a:gd name="connsiteX3" fmla="*/ 2585006 w 3044363"/>
                <a:gd name="connsiteY3" fmla="*/ 1616301 h 3944934"/>
                <a:gd name="connsiteX4" fmla="*/ 2665397 w 3044363"/>
                <a:gd name="connsiteY4" fmla="*/ 1191200 h 3944934"/>
                <a:gd name="connsiteX5" fmla="*/ 2816368 w 3044363"/>
                <a:gd name="connsiteY5" fmla="*/ 750859 h 3944934"/>
                <a:gd name="connsiteX6" fmla="*/ 2805319 w 3044363"/>
                <a:gd name="connsiteY6" fmla="*/ 349285 h 3944934"/>
                <a:gd name="connsiteX7" fmla="*/ 2662634 w 3044363"/>
                <a:gd name="connsiteY7" fmla="*/ 62678 h 3944934"/>
                <a:gd name="connsiteX8" fmla="*/ 2447941 w 3044363"/>
                <a:gd name="connsiteY8" fmla="*/ 10100 h 3944934"/>
                <a:gd name="connsiteX9" fmla="*/ 2211339 w 3044363"/>
                <a:gd name="connsiteY9" fmla="*/ 229824 h 3944934"/>
                <a:gd name="connsiteX10" fmla="*/ 1785408 w 3044363"/>
                <a:gd name="connsiteY10" fmla="*/ 908584 h 3944934"/>
                <a:gd name="connsiteX11" fmla="*/ 1441439 w 3044363"/>
                <a:gd name="connsiteY11" fmla="*/ 1469855 h 3944934"/>
                <a:gd name="connsiteX12" fmla="*/ 967848 w 3044363"/>
                <a:gd name="connsiteY12" fmla="*/ 2001461 h 3944934"/>
                <a:gd name="connsiteX13" fmla="*/ 505202 w 3044363"/>
                <a:gd name="connsiteY13" fmla="*/ 2495346 h 3944934"/>
                <a:gd name="connsiteX14" fmla="*/ 0 w 3044363"/>
                <a:gd name="connsiteY14" fmla="*/ 2780898 h 3944934"/>
                <a:gd name="connsiteX0" fmla="*/ 3015218 w 3065327"/>
                <a:gd name="connsiteY0" fmla="*/ 3967578 h 3967578"/>
                <a:gd name="connsiteX1" fmla="*/ 2878469 w 3065327"/>
                <a:gd name="connsiteY1" fmla="*/ 2848724 h 3967578"/>
                <a:gd name="connsiteX2" fmla="*/ 2680633 w 3065327"/>
                <a:gd name="connsiteY2" fmla="*/ 2138158 h 3967578"/>
                <a:gd name="connsiteX3" fmla="*/ 2585006 w 3065327"/>
                <a:gd name="connsiteY3" fmla="*/ 1616301 h 3967578"/>
                <a:gd name="connsiteX4" fmla="*/ 2665397 w 3065327"/>
                <a:gd name="connsiteY4" fmla="*/ 1191200 h 3967578"/>
                <a:gd name="connsiteX5" fmla="*/ 2816368 w 3065327"/>
                <a:gd name="connsiteY5" fmla="*/ 750859 h 3967578"/>
                <a:gd name="connsiteX6" fmla="*/ 2805319 w 3065327"/>
                <a:gd name="connsiteY6" fmla="*/ 349285 h 3967578"/>
                <a:gd name="connsiteX7" fmla="*/ 2662634 w 3065327"/>
                <a:gd name="connsiteY7" fmla="*/ 62678 h 3967578"/>
                <a:gd name="connsiteX8" fmla="*/ 2447941 w 3065327"/>
                <a:gd name="connsiteY8" fmla="*/ 10100 h 3967578"/>
                <a:gd name="connsiteX9" fmla="*/ 2211339 w 3065327"/>
                <a:gd name="connsiteY9" fmla="*/ 229824 h 3967578"/>
                <a:gd name="connsiteX10" fmla="*/ 1785408 w 3065327"/>
                <a:gd name="connsiteY10" fmla="*/ 908584 h 3967578"/>
                <a:gd name="connsiteX11" fmla="*/ 1441439 w 3065327"/>
                <a:gd name="connsiteY11" fmla="*/ 1469855 h 3967578"/>
                <a:gd name="connsiteX12" fmla="*/ 967848 w 3065327"/>
                <a:gd name="connsiteY12" fmla="*/ 2001461 h 3967578"/>
                <a:gd name="connsiteX13" fmla="*/ 505202 w 3065327"/>
                <a:gd name="connsiteY13" fmla="*/ 2495346 h 3967578"/>
                <a:gd name="connsiteX14" fmla="*/ 0 w 3065327"/>
                <a:gd name="connsiteY14" fmla="*/ 2780898 h 3967578"/>
                <a:gd name="connsiteX0" fmla="*/ 3015218 w 3020018"/>
                <a:gd name="connsiteY0" fmla="*/ 3967578 h 3967578"/>
                <a:gd name="connsiteX1" fmla="*/ 2878469 w 3020018"/>
                <a:gd name="connsiteY1" fmla="*/ 2848724 h 3967578"/>
                <a:gd name="connsiteX2" fmla="*/ 2680633 w 3020018"/>
                <a:gd name="connsiteY2" fmla="*/ 2138158 h 3967578"/>
                <a:gd name="connsiteX3" fmla="*/ 2585006 w 3020018"/>
                <a:gd name="connsiteY3" fmla="*/ 1616301 h 3967578"/>
                <a:gd name="connsiteX4" fmla="*/ 2665397 w 3020018"/>
                <a:gd name="connsiteY4" fmla="*/ 1191200 h 3967578"/>
                <a:gd name="connsiteX5" fmla="*/ 2816368 w 3020018"/>
                <a:gd name="connsiteY5" fmla="*/ 750859 h 3967578"/>
                <a:gd name="connsiteX6" fmla="*/ 2805319 w 3020018"/>
                <a:gd name="connsiteY6" fmla="*/ 349285 h 3967578"/>
                <a:gd name="connsiteX7" fmla="*/ 2662634 w 3020018"/>
                <a:gd name="connsiteY7" fmla="*/ 62678 h 3967578"/>
                <a:gd name="connsiteX8" fmla="*/ 2447941 w 3020018"/>
                <a:gd name="connsiteY8" fmla="*/ 10100 h 3967578"/>
                <a:gd name="connsiteX9" fmla="*/ 2211339 w 3020018"/>
                <a:gd name="connsiteY9" fmla="*/ 229824 h 3967578"/>
                <a:gd name="connsiteX10" fmla="*/ 1785408 w 3020018"/>
                <a:gd name="connsiteY10" fmla="*/ 908584 h 3967578"/>
                <a:gd name="connsiteX11" fmla="*/ 1441439 w 3020018"/>
                <a:gd name="connsiteY11" fmla="*/ 1469855 h 3967578"/>
                <a:gd name="connsiteX12" fmla="*/ 967848 w 3020018"/>
                <a:gd name="connsiteY12" fmla="*/ 2001461 h 3967578"/>
                <a:gd name="connsiteX13" fmla="*/ 505202 w 3020018"/>
                <a:gd name="connsiteY13" fmla="*/ 2495346 h 3967578"/>
                <a:gd name="connsiteX14" fmla="*/ 0 w 3020018"/>
                <a:gd name="connsiteY14" fmla="*/ 2780898 h 3967578"/>
                <a:gd name="connsiteX0" fmla="*/ 2510016 w 2514816"/>
                <a:gd name="connsiteY0" fmla="*/ 3967578 h 3967578"/>
                <a:gd name="connsiteX1" fmla="*/ 2373267 w 2514816"/>
                <a:gd name="connsiteY1" fmla="*/ 2848724 h 3967578"/>
                <a:gd name="connsiteX2" fmla="*/ 2175431 w 2514816"/>
                <a:gd name="connsiteY2" fmla="*/ 2138158 h 3967578"/>
                <a:gd name="connsiteX3" fmla="*/ 2079804 w 2514816"/>
                <a:gd name="connsiteY3" fmla="*/ 1616301 h 3967578"/>
                <a:gd name="connsiteX4" fmla="*/ 2160195 w 2514816"/>
                <a:gd name="connsiteY4" fmla="*/ 1191200 h 3967578"/>
                <a:gd name="connsiteX5" fmla="*/ 2311166 w 2514816"/>
                <a:gd name="connsiteY5" fmla="*/ 750859 h 3967578"/>
                <a:gd name="connsiteX6" fmla="*/ 2300117 w 2514816"/>
                <a:gd name="connsiteY6" fmla="*/ 349285 h 3967578"/>
                <a:gd name="connsiteX7" fmla="*/ 2157432 w 2514816"/>
                <a:gd name="connsiteY7" fmla="*/ 62678 h 3967578"/>
                <a:gd name="connsiteX8" fmla="*/ 1942739 w 2514816"/>
                <a:gd name="connsiteY8" fmla="*/ 10100 h 3967578"/>
                <a:gd name="connsiteX9" fmla="*/ 1706137 w 2514816"/>
                <a:gd name="connsiteY9" fmla="*/ 229824 h 3967578"/>
                <a:gd name="connsiteX10" fmla="*/ 1280206 w 2514816"/>
                <a:gd name="connsiteY10" fmla="*/ 908584 h 3967578"/>
                <a:gd name="connsiteX11" fmla="*/ 936237 w 2514816"/>
                <a:gd name="connsiteY11" fmla="*/ 1469855 h 3967578"/>
                <a:gd name="connsiteX12" fmla="*/ 462646 w 2514816"/>
                <a:gd name="connsiteY12" fmla="*/ 2001461 h 3967578"/>
                <a:gd name="connsiteX13" fmla="*/ 0 w 2514816"/>
                <a:gd name="connsiteY13" fmla="*/ 2495346 h 3967578"/>
                <a:gd name="connsiteX0" fmla="*/ 2464586 w 2469386"/>
                <a:gd name="connsiteY0" fmla="*/ 3967578 h 3967578"/>
                <a:gd name="connsiteX1" fmla="*/ 2327837 w 2469386"/>
                <a:gd name="connsiteY1" fmla="*/ 2848724 h 3967578"/>
                <a:gd name="connsiteX2" fmla="*/ 2130001 w 2469386"/>
                <a:gd name="connsiteY2" fmla="*/ 2138158 h 3967578"/>
                <a:gd name="connsiteX3" fmla="*/ 2034374 w 2469386"/>
                <a:gd name="connsiteY3" fmla="*/ 1616301 h 3967578"/>
                <a:gd name="connsiteX4" fmla="*/ 2114765 w 2469386"/>
                <a:gd name="connsiteY4" fmla="*/ 1191200 h 3967578"/>
                <a:gd name="connsiteX5" fmla="*/ 2265736 w 2469386"/>
                <a:gd name="connsiteY5" fmla="*/ 750859 h 3967578"/>
                <a:gd name="connsiteX6" fmla="*/ 2254687 w 2469386"/>
                <a:gd name="connsiteY6" fmla="*/ 349285 h 3967578"/>
                <a:gd name="connsiteX7" fmla="*/ 2112002 w 2469386"/>
                <a:gd name="connsiteY7" fmla="*/ 62678 h 3967578"/>
                <a:gd name="connsiteX8" fmla="*/ 1897309 w 2469386"/>
                <a:gd name="connsiteY8" fmla="*/ 10100 h 3967578"/>
                <a:gd name="connsiteX9" fmla="*/ 1660707 w 2469386"/>
                <a:gd name="connsiteY9" fmla="*/ 229824 h 3967578"/>
                <a:gd name="connsiteX10" fmla="*/ 1234776 w 2469386"/>
                <a:gd name="connsiteY10" fmla="*/ 908584 h 3967578"/>
                <a:gd name="connsiteX11" fmla="*/ 890807 w 2469386"/>
                <a:gd name="connsiteY11" fmla="*/ 1469855 h 3967578"/>
                <a:gd name="connsiteX12" fmla="*/ 417216 w 2469386"/>
                <a:gd name="connsiteY12" fmla="*/ 2001461 h 3967578"/>
                <a:gd name="connsiteX13" fmla="*/ 0 w 2469386"/>
                <a:gd name="connsiteY13" fmla="*/ 3014946 h 3967578"/>
                <a:gd name="connsiteX0" fmla="*/ 2464586 w 2469386"/>
                <a:gd name="connsiteY0" fmla="*/ 3967578 h 3967578"/>
                <a:gd name="connsiteX1" fmla="*/ 2327837 w 2469386"/>
                <a:gd name="connsiteY1" fmla="*/ 2848724 h 3967578"/>
                <a:gd name="connsiteX2" fmla="*/ 2130001 w 2469386"/>
                <a:gd name="connsiteY2" fmla="*/ 2138158 h 3967578"/>
                <a:gd name="connsiteX3" fmla="*/ 2034374 w 2469386"/>
                <a:gd name="connsiteY3" fmla="*/ 1616301 h 3967578"/>
                <a:gd name="connsiteX4" fmla="*/ 2114765 w 2469386"/>
                <a:gd name="connsiteY4" fmla="*/ 1191200 h 3967578"/>
                <a:gd name="connsiteX5" fmla="*/ 2265736 w 2469386"/>
                <a:gd name="connsiteY5" fmla="*/ 750859 h 3967578"/>
                <a:gd name="connsiteX6" fmla="*/ 2254687 w 2469386"/>
                <a:gd name="connsiteY6" fmla="*/ 349285 h 3967578"/>
                <a:gd name="connsiteX7" fmla="*/ 2112002 w 2469386"/>
                <a:gd name="connsiteY7" fmla="*/ 62678 h 3967578"/>
                <a:gd name="connsiteX8" fmla="*/ 1897309 w 2469386"/>
                <a:gd name="connsiteY8" fmla="*/ 10100 h 3967578"/>
                <a:gd name="connsiteX9" fmla="*/ 1660707 w 2469386"/>
                <a:gd name="connsiteY9" fmla="*/ 229824 h 3967578"/>
                <a:gd name="connsiteX10" fmla="*/ 1234776 w 2469386"/>
                <a:gd name="connsiteY10" fmla="*/ 908584 h 3967578"/>
                <a:gd name="connsiteX11" fmla="*/ 890807 w 2469386"/>
                <a:gd name="connsiteY11" fmla="*/ 1469855 h 3967578"/>
                <a:gd name="connsiteX12" fmla="*/ 417216 w 2469386"/>
                <a:gd name="connsiteY12" fmla="*/ 2001461 h 3967578"/>
                <a:gd name="connsiteX13" fmla="*/ 0 w 2469386"/>
                <a:gd name="connsiteY13" fmla="*/ 3014946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322368 w 2374538"/>
                <a:gd name="connsiteY12" fmla="*/ 2001461 h 3967578"/>
                <a:gd name="connsiteX13" fmla="*/ 0 w 2374538"/>
                <a:gd name="connsiteY13" fmla="*/ 3065164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410339 w 2374538"/>
                <a:gd name="connsiteY12" fmla="*/ 2034045 h 3967578"/>
                <a:gd name="connsiteX13" fmla="*/ 0 w 2374538"/>
                <a:gd name="connsiteY13" fmla="*/ 3065164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410339 w 2374538"/>
                <a:gd name="connsiteY12" fmla="*/ 2034045 h 3967578"/>
                <a:gd name="connsiteX13" fmla="*/ 0 w 2374538"/>
                <a:gd name="connsiteY13" fmla="*/ 3065164 h 3967578"/>
                <a:gd name="connsiteX0" fmla="*/ 2148636 w 2236034"/>
                <a:gd name="connsiteY0" fmla="*/ 3890351 h 3890351"/>
                <a:gd name="connsiteX1" fmla="*/ 2232989 w 2236034"/>
                <a:gd name="connsiteY1" fmla="*/ 2848724 h 3890351"/>
                <a:gd name="connsiteX2" fmla="*/ 2035153 w 2236034"/>
                <a:gd name="connsiteY2" fmla="*/ 2138158 h 3890351"/>
                <a:gd name="connsiteX3" fmla="*/ 1939526 w 2236034"/>
                <a:gd name="connsiteY3" fmla="*/ 1616301 h 3890351"/>
                <a:gd name="connsiteX4" fmla="*/ 2019917 w 2236034"/>
                <a:gd name="connsiteY4" fmla="*/ 1191200 h 3890351"/>
                <a:gd name="connsiteX5" fmla="*/ 2170888 w 2236034"/>
                <a:gd name="connsiteY5" fmla="*/ 750859 h 3890351"/>
                <a:gd name="connsiteX6" fmla="*/ 2159839 w 2236034"/>
                <a:gd name="connsiteY6" fmla="*/ 349285 h 3890351"/>
                <a:gd name="connsiteX7" fmla="*/ 2017154 w 2236034"/>
                <a:gd name="connsiteY7" fmla="*/ 62678 h 3890351"/>
                <a:gd name="connsiteX8" fmla="*/ 1802461 w 2236034"/>
                <a:gd name="connsiteY8" fmla="*/ 10100 h 3890351"/>
                <a:gd name="connsiteX9" fmla="*/ 1565859 w 2236034"/>
                <a:gd name="connsiteY9" fmla="*/ 229824 h 3890351"/>
                <a:gd name="connsiteX10" fmla="*/ 1139928 w 2236034"/>
                <a:gd name="connsiteY10" fmla="*/ 908584 h 3890351"/>
                <a:gd name="connsiteX11" fmla="*/ 795959 w 2236034"/>
                <a:gd name="connsiteY11" fmla="*/ 1469855 h 3890351"/>
                <a:gd name="connsiteX12" fmla="*/ 410339 w 2236034"/>
                <a:gd name="connsiteY12" fmla="*/ 2034045 h 3890351"/>
                <a:gd name="connsiteX13" fmla="*/ 0 w 2236034"/>
                <a:gd name="connsiteY13" fmla="*/ 3065164 h 3890351"/>
                <a:gd name="connsiteX0" fmla="*/ 2148636 w 2294981"/>
                <a:gd name="connsiteY0" fmla="*/ 3890351 h 3890351"/>
                <a:gd name="connsiteX1" fmla="*/ 2232989 w 2294981"/>
                <a:gd name="connsiteY1" fmla="*/ 2848724 h 3890351"/>
                <a:gd name="connsiteX2" fmla="*/ 2035153 w 2294981"/>
                <a:gd name="connsiteY2" fmla="*/ 2138158 h 3890351"/>
                <a:gd name="connsiteX3" fmla="*/ 1939526 w 2294981"/>
                <a:gd name="connsiteY3" fmla="*/ 1616301 h 3890351"/>
                <a:gd name="connsiteX4" fmla="*/ 2019917 w 2294981"/>
                <a:gd name="connsiteY4" fmla="*/ 1191200 h 3890351"/>
                <a:gd name="connsiteX5" fmla="*/ 2170888 w 2294981"/>
                <a:gd name="connsiteY5" fmla="*/ 750859 h 3890351"/>
                <a:gd name="connsiteX6" fmla="*/ 2159839 w 2294981"/>
                <a:gd name="connsiteY6" fmla="*/ 349285 h 3890351"/>
                <a:gd name="connsiteX7" fmla="*/ 2017154 w 2294981"/>
                <a:gd name="connsiteY7" fmla="*/ 62678 h 3890351"/>
                <a:gd name="connsiteX8" fmla="*/ 1802461 w 2294981"/>
                <a:gd name="connsiteY8" fmla="*/ 10100 h 3890351"/>
                <a:gd name="connsiteX9" fmla="*/ 1565859 w 2294981"/>
                <a:gd name="connsiteY9" fmla="*/ 229824 h 3890351"/>
                <a:gd name="connsiteX10" fmla="*/ 1139928 w 2294981"/>
                <a:gd name="connsiteY10" fmla="*/ 908584 h 3890351"/>
                <a:gd name="connsiteX11" fmla="*/ 795959 w 2294981"/>
                <a:gd name="connsiteY11" fmla="*/ 1469855 h 3890351"/>
                <a:gd name="connsiteX12" fmla="*/ 410339 w 2294981"/>
                <a:gd name="connsiteY12" fmla="*/ 2034045 h 3890351"/>
                <a:gd name="connsiteX13" fmla="*/ 0 w 2294981"/>
                <a:gd name="connsiteY13" fmla="*/ 3065164 h 3890351"/>
                <a:gd name="connsiteX0" fmla="*/ 2148636 w 2287390"/>
                <a:gd name="connsiteY0" fmla="*/ 3890351 h 3890351"/>
                <a:gd name="connsiteX1" fmla="*/ 2232989 w 2287390"/>
                <a:gd name="connsiteY1" fmla="*/ 2848724 h 3890351"/>
                <a:gd name="connsiteX2" fmla="*/ 2177603 w 2287390"/>
                <a:gd name="connsiteY2" fmla="*/ 2196847 h 3890351"/>
                <a:gd name="connsiteX3" fmla="*/ 1939526 w 2287390"/>
                <a:gd name="connsiteY3" fmla="*/ 1616301 h 3890351"/>
                <a:gd name="connsiteX4" fmla="*/ 2019917 w 2287390"/>
                <a:gd name="connsiteY4" fmla="*/ 1191200 h 3890351"/>
                <a:gd name="connsiteX5" fmla="*/ 2170888 w 2287390"/>
                <a:gd name="connsiteY5" fmla="*/ 750859 h 3890351"/>
                <a:gd name="connsiteX6" fmla="*/ 2159839 w 2287390"/>
                <a:gd name="connsiteY6" fmla="*/ 349285 h 3890351"/>
                <a:gd name="connsiteX7" fmla="*/ 2017154 w 2287390"/>
                <a:gd name="connsiteY7" fmla="*/ 62678 h 3890351"/>
                <a:gd name="connsiteX8" fmla="*/ 1802461 w 2287390"/>
                <a:gd name="connsiteY8" fmla="*/ 10100 h 3890351"/>
                <a:gd name="connsiteX9" fmla="*/ 1565859 w 2287390"/>
                <a:gd name="connsiteY9" fmla="*/ 229824 h 3890351"/>
                <a:gd name="connsiteX10" fmla="*/ 1139928 w 2287390"/>
                <a:gd name="connsiteY10" fmla="*/ 908584 h 3890351"/>
                <a:gd name="connsiteX11" fmla="*/ 795959 w 2287390"/>
                <a:gd name="connsiteY11" fmla="*/ 1469855 h 3890351"/>
                <a:gd name="connsiteX12" fmla="*/ 410339 w 2287390"/>
                <a:gd name="connsiteY12" fmla="*/ 2034045 h 3890351"/>
                <a:gd name="connsiteX13" fmla="*/ 0 w 2287390"/>
                <a:gd name="connsiteY13" fmla="*/ 3065164 h 3890351"/>
                <a:gd name="connsiteX0" fmla="*/ 2148636 w 2287390"/>
                <a:gd name="connsiteY0" fmla="*/ 3890351 h 3890351"/>
                <a:gd name="connsiteX1" fmla="*/ 2232989 w 2287390"/>
                <a:gd name="connsiteY1" fmla="*/ 2848724 h 3890351"/>
                <a:gd name="connsiteX2" fmla="*/ 2177603 w 2287390"/>
                <a:gd name="connsiteY2" fmla="*/ 2196847 h 3890351"/>
                <a:gd name="connsiteX3" fmla="*/ 1939526 w 2287390"/>
                <a:gd name="connsiteY3" fmla="*/ 1616301 h 3890351"/>
                <a:gd name="connsiteX4" fmla="*/ 2099578 w 2287390"/>
                <a:gd name="connsiteY4" fmla="*/ 1225742 h 3890351"/>
                <a:gd name="connsiteX5" fmla="*/ 2170888 w 2287390"/>
                <a:gd name="connsiteY5" fmla="*/ 750859 h 3890351"/>
                <a:gd name="connsiteX6" fmla="*/ 2159839 w 2287390"/>
                <a:gd name="connsiteY6" fmla="*/ 349285 h 3890351"/>
                <a:gd name="connsiteX7" fmla="*/ 2017154 w 2287390"/>
                <a:gd name="connsiteY7" fmla="*/ 62678 h 3890351"/>
                <a:gd name="connsiteX8" fmla="*/ 1802461 w 2287390"/>
                <a:gd name="connsiteY8" fmla="*/ 10100 h 3890351"/>
                <a:gd name="connsiteX9" fmla="*/ 1565859 w 2287390"/>
                <a:gd name="connsiteY9" fmla="*/ 229824 h 3890351"/>
                <a:gd name="connsiteX10" fmla="*/ 1139928 w 2287390"/>
                <a:gd name="connsiteY10" fmla="*/ 908584 h 3890351"/>
                <a:gd name="connsiteX11" fmla="*/ 795959 w 2287390"/>
                <a:gd name="connsiteY11" fmla="*/ 1469855 h 3890351"/>
                <a:gd name="connsiteX12" fmla="*/ 410339 w 2287390"/>
                <a:gd name="connsiteY12" fmla="*/ 2034045 h 3890351"/>
                <a:gd name="connsiteX13" fmla="*/ 0 w 2287390"/>
                <a:gd name="connsiteY13" fmla="*/ 3065164 h 3890351"/>
                <a:gd name="connsiteX0" fmla="*/ 2148636 w 2287390"/>
                <a:gd name="connsiteY0" fmla="*/ 3841017 h 3841017"/>
                <a:gd name="connsiteX1" fmla="*/ 2232989 w 2287390"/>
                <a:gd name="connsiteY1" fmla="*/ 2799390 h 3841017"/>
                <a:gd name="connsiteX2" fmla="*/ 2177603 w 2287390"/>
                <a:gd name="connsiteY2" fmla="*/ 2147513 h 3841017"/>
                <a:gd name="connsiteX3" fmla="*/ 1939526 w 2287390"/>
                <a:gd name="connsiteY3" fmla="*/ 1566967 h 3841017"/>
                <a:gd name="connsiteX4" fmla="*/ 2099578 w 2287390"/>
                <a:gd name="connsiteY4" fmla="*/ 1176408 h 3841017"/>
                <a:gd name="connsiteX5" fmla="*/ 2170888 w 2287390"/>
                <a:gd name="connsiteY5" fmla="*/ 701525 h 3841017"/>
                <a:gd name="connsiteX6" fmla="*/ 2159839 w 2287390"/>
                <a:gd name="connsiteY6" fmla="*/ 299951 h 3841017"/>
                <a:gd name="connsiteX7" fmla="*/ 2017154 w 2287390"/>
                <a:gd name="connsiteY7" fmla="*/ 13344 h 3841017"/>
                <a:gd name="connsiteX8" fmla="*/ 1727677 w 2287390"/>
                <a:gd name="connsiteY8" fmla="*/ 60816 h 3841017"/>
                <a:gd name="connsiteX9" fmla="*/ 1565859 w 2287390"/>
                <a:gd name="connsiteY9" fmla="*/ 180490 h 3841017"/>
                <a:gd name="connsiteX10" fmla="*/ 1139928 w 2287390"/>
                <a:gd name="connsiteY10" fmla="*/ 859250 h 3841017"/>
                <a:gd name="connsiteX11" fmla="*/ 795959 w 2287390"/>
                <a:gd name="connsiteY11" fmla="*/ 1420521 h 3841017"/>
                <a:gd name="connsiteX12" fmla="*/ 410339 w 2287390"/>
                <a:gd name="connsiteY12" fmla="*/ 1984711 h 3841017"/>
                <a:gd name="connsiteX13" fmla="*/ 0 w 2287390"/>
                <a:gd name="connsiteY13" fmla="*/ 3015830 h 3841017"/>
                <a:gd name="connsiteX0" fmla="*/ 2148636 w 2287390"/>
                <a:gd name="connsiteY0" fmla="*/ 3784290 h 3784290"/>
                <a:gd name="connsiteX1" fmla="*/ 2232989 w 2287390"/>
                <a:gd name="connsiteY1" fmla="*/ 2742663 h 3784290"/>
                <a:gd name="connsiteX2" fmla="*/ 2177603 w 2287390"/>
                <a:gd name="connsiteY2" fmla="*/ 2090786 h 3784290"/>
                <a:gd name="connsiteX3" fmla="*/ 1939526 w 2287390"/>
                <a:gd name="connsiteY3" fmla="*/ 1510240 h 3784290"/>
                <a:gd name="connsiteX4" fmla="*/ 2099578 w 2287390"/>
                <a:gd name="connsiteY4" fmla="*/ 1119681 h 3784290"/>
                <a:gd name="connsiteX5" fmla="*/ 2170888 w 2287390"/>
                <a:gd name="connsiteY5" fmla="*/ 644798 h 3784290"/>
                <a:gd name="connsiteX6" fmla="*/ 2159839 w 2287390"/>
                <a:gd name="connsiteY6" fmla="*/ 243224 h 3784290"/>
                <a:gd name="connsiteX7" fmla="*/ 1981486 w 2287390"/>
                <a:gd name="connsiteY7" fmla="*/ 48289 h 3784290"/>
                <a:gd name="connsiteX8" fmla="*/ 1727677 w 2287390"/>
                <a:gd name="connsiteY8" fmla="*/ 4089 h 3784290"/>
                <a:gd name="connsiteX9" fmla="*/ 1565859 w 2287390"/>
                <a:gd name="connsiteY9" fmla="*/ 123763 h 3784290"/>
                <a:gd name="connsiteX10" fmla="*/ 1139928 w 2287390"/>
                <a:gd name="connsiteY10" fmla="*/ 802523 h 3784290"/>
                <a:gd name="connsiteX11" fmla="*/ 795959 w 2287390"/>
                <a:gd name="connsiteY11" fmla="*/ 1363794 h 3784290"/>
                <a:gd name="connsiteX12" fmla="*/ 410339 w 2287390"/>
                <a:gd name="connsiteY12" fmla="*/ 1927984 h 3784290"/>
                <a:gd name="connsiteX13" fmla="*/ 0 w 2287390"/>
                <a:gd name="connsiteY13" fmla="*/ 2959103 h 3784290"/>
                <a:gd name="connsiteX0" fmla="*/ 2148636 w 2287390"/>
                <a:gd name="connsiteY0" fmla="*/ 3754273 h 3754273"/>
                <a:gd name="connsiteX1" fmla="*/ 2232989 w 2287390"/>
                <a:gd name="connsiteY1" fmla="*/ 2712646 h 3754273"/>
                <a:gd name="connsiteX2" fmla="*/ 2177603 w 2287390"/>
                <a:gd name="connsiteY2" fmla="*/ 2060769 h 3754273"/>
                <a:gd name="connsiteX3" fmla="*/ 1939526 w 2287390"/>
                <a:gd name="connsiteY3" fmla="*/ 1480223 h 3754273"/>
                <a:gd name="connsiteX4" fmla="*/ 2099578 w 2287390"/>
                <a:gd name="connsiteY4" fmla="*/ 1089664 h 3754273"/>
                <a:gd name="connsiteX5" fmla="*/ 2170888 w 2287390"/>
                <a:gd name="connsiteY5" fmla="*/ 614781 h 3754273"/>
                <a:gd name="connsiteX6" fmla="*/ 2159839 w 2287390"/>
                <a:gd name="connsiteY6" fmla="*/ 213207 h 3754273"/>
                <a:gd name="connsiteX7" fmla="*/ 1981486 w 2287390"/>
                <a:gd name="connsiteY7" fmla="*/ 18272 h 3754273"/>
                <a:gd name="connsiteX8" fmla="*/ 1565859 w 2287390"/>
                <a:gd name="connsiteY8" fmla="*/ 93746 h 3754273"/>
                <a:gd name="connsiteX9" fmla="*/ 1139928 w 2287390"/>
                <a:gd name="connsiteY9" fmla="*/ 772506 h 3754273"/>
                <a:gd name="connsiteX10" fmla="*/ 795959 w 2287390"/>
                <a:gd name="connsiteY10" fmla="*/ 1333777 h 3754273"/>
                <a:gd name="connsiteX11" fmla="*/ 410339 w 2287390"/>
                <a:gd name="connsiteY11" fmla="*/ 1897967 h 3754273"/>
                <a:gd name="connsiteX12" fmla="*/ 0 w 2287390"/>
                <a:gd name="connsiteY12" fmla="*/ 2929086 h 3754273"/>
                <a:gd name="connsiteX0" fmla="*/ 2148636 w 2290793"/>
                <a:gd name="connsiteY0" fmla="*/ 3754273 h 3754273"/>
                <a:gd name="connsiteX1" fmla="*/ 2232989 w 2290793"/>
                <a:gd name="connsiteY1" fmla="*/ 2712646 h 3754273"/>
                <a:gd name="connsiteX2" fmla="*/ 2112668 w 2290793"/>
                <a:gd name="connsiteY2" fmla="*/ 2507781 h 3754273"/>
                <a:gd name="connsiteX3" fmla="*/ 2177603 w 2290793"/>
                <a:gd name="connsiteY3" fmla="*/ 2060769 h 3754273"/>
                <a:gd name="connsiteX4" fmla="*/ 1939526 w 2290793"/>
                <a:gd name="connsiteY4" fmla="*/ 1480223 h 3754273"/>
                <a:gd name="connsiteX5" fmla="*/ 2099578 w 2290793"/>
                <a:gd name="connsiteY5" fmla="*/ 1089664 h 3754273"/>
                <a:gd name="connsiteX6" fmla="*/ 2170888 w 2290793"/>
                <a:gd name="connsiteY6" fmla="*/ 614781 h 3754273"/>
                <a:gd name="connsiteX7" fmla="*/ 2159839 w 2290793"/>
                <a:gd name="connsiteY7" fmla="*/ 213207 h 3754273"/>
                <a:gd name="connsiteX8" fmla="*/ 1981486 w 2290793"/>
                <a:gd name="connsiteY8" fmla="*/ 18272 h 3754273"/>
                <a:gd name="connsiteX9" fmla="*/ 1565859 w 2290793"/>
                <a:gd name="connsiteY9" fmla="*/ 93746 h 3754273"/>
                <a:gd name="connsiteX10" fmla="*/ 1139928 w 2290793"/>
                <a:gd name="connsiteY10" fmla="*/ 772506 h 3754273"/>
                <a:gd name="connsiteX11" fmla="*/ 795959 w 2290793"/>
                <a:gd name="connsiteY11" fmla="*/ 1333777 h 3754273"/>
                <a:gd name="connsiteX12" fmla="*/ 410339 w 2290793"/>
                <a:gd name="connsiteY12" fmla="*/ 1897967 h 3754273"/>
                <a:gd name="connsiteX13" fmla="*/ 0 w 2290793"/>
                <a:gd name="connsiteY13" fmla="*/ 2929086 h 3754273"/>
                <a:gd name="connsiteX0" fmla="*/ 2148636 w 2308774"/>
                <a:gd name="connsiteY0" fmla="*/ 3754273 h 3754273"/>
                <a:gd name="connsiteX1" fmla="*/ 2273158 w 2308774"/>
                <a:gd name="connsiteY1" fmla="*/ 2709073 h 3754273"/>
                <a:gd name="connsiteX2" fmla="*/ 2112668 w 2308774"/>
                <a:gd name="connsiteY2" fmla="*/ 2507781 h 3754273"/>
                <a:gd name="connsiteX3" fmla="*/ 2177603 w 2308774"/>
                <a:gd name="connsiteY3" fmla="*/ 2060769 h 3754273"/>
                <a:gd name="connsiteX4" fmla="*/ 1939526 w 2308774"/>
                <a:gd name="connsiteY4" fmla="*/ 1480223 h 3754273"/>
                <a:gd name="connsiteX5" fmla="*/ 2099578 w 2308774"/>
                <a:gd name="connsiteY5" fmla="*/ 1089664 h 3754273"/>
                <a:gd name="connsiteX6" fmla="*/ 2170888 w 2308774"/>
                <a:gd name="connsiteY6" fmla="*/ 614781 h 3754273"/>
                <a:gd name="connsiteX7" fmla="*/ 2159839 w 2308774"/>
                <a:gd name="connsiteY7" fmla="*/ 213207 h 3754273"/>
                <a:gd name="connsiteX8" fmla="*/ 1981486 w 2308774"/>
                <a:gd name="connsiteY8" fmla="*/ 18272 h 3754273"/>
                <a:gd name="connsiteX9" fmla="*/ 1565859 w 2308774"/>
                <a:gd name="connsiteY9" fmla="*/ 93746 h 3754273"/>
                <a:gd name="connsiteX10" fmla="*/ 1139928 w 2308774"/>
                <a:gd name="connsiteY10" fmla="*/ 772506 h 3754273"/>
                <a:gd name="connsiteX11" fmla="*/ 795959 w 2308774"/>
                <a:gd name="connsiteY11" fmla="*/ 1333777 h 3754273"/>
                <a:gd name="connsiteX12" fmla="*/ 410339 w 2308774"/>
                <a:gd name="connsiteY12" fmla="*/ 1897967 h 3754273"/>
                <a:gd name="connsiteX13" fmla="*/ 0 w 2308774"/>
                <a:gd name="connsiteY13" fmla="*/ 2929086 h 3754273"/>
                <a:gd name="connsiteX0" fmla="*/ 2148636 w 2308774"/>
                <a:gd name="connsiteY0" fmla="*/ 3754273 h 3754273"/>
                <a:gd name="connsiteX1" fmla="*/ 2273158 w 2308774"/>
                <a:gd name="connsiteY1" fmla="*/ 2709073 h 3754273"/>
                <a:gd name="connsiteX2" fmla="*/ 2112668 w 2308774"/>
                <a:gd name="connsiteY2" fmla="*/ 2507781 h 3754273"/>
                <a:gd name="connsiteX3" fmla="*/ 2177603 w 2308774"/>
                <a:gd name="connsiteY3" fmla="*/ 2060769 h 3754273"/>
                <a:gd name="connsiteX4" fmla="*/ 1939526 w 2308774"/>
                <a:gd name="connsiteY4" fmla="*/ 1480223 h 3754273"/>
                <a:gd name="connsiteX5" fmla="*/ 2284053 w 2308774"/>
                <a:gd name="connsiteY5" fmla="*/ 1035071 h 3754273"/>
                <a:gd name="connsiteX6" fmla="*/ 2170888 w 2308774"/>
                <a:gd name="connsiteY6" fmla="*/ 614781 h 3754273"/>
                <a:gd name="connsiteX7" fmla="*/ 2159839 w 2308774"/>
                <a:gd name="connsiteY7" fmla="*/ 213207 h 3754273"/>
                <a:gd name="connsiteX8" fmla="*/ 1981486 w 2308774"/>
                <a:gd name="connsiteY8" fmla="*/ 18272 h 3754273"/>
                <a:gd name="connsiteX9" fmla="*/ 1565859 w 2308774"/>
                <a:gd name="connsiteY9" fmla="*/ 93746 h 3754273"/>
                <a:gd name="connsiteX10" fmla="*/ 1139928 w 2308774"/>
                <a:gd name="connsiteY10" fmla="*/ 772506 h 3754273"/>
                <a:gd name="connsiteX11" fmla="*/ 795959 w 2308774"/>
                <a:gd name="connsiteY11" fmla="*/ 1333777 h 3754273"/>
                <a:gd name="connsiteX12" fmla="*/ 410339 w 2308774"/>
                <a:gd name="connsiteY12" fmla="*/ 1897967 h 3754273"/>
                <a:gd name="connsiteX13" fmla="*/ 0 w 2308774"/>
                <a:gd name="connsiteY13" fmla="*/ 2929086 h 3754273"/>
                <a:gd name="connsiteX0" fmla="*/ 2148636 w 2308774"/>
                <a:gd name="connsiteY0" fmla="*/ 3754273 h 3754273"/>
                <a:gd name="connsiteX1" fmla="*/ 2273158 w 2308774"/>
                <a:gd name="connsiteY1" fmla="*/ 2709073 h 3754273"/>
                <a:gd name="connsiteX2" fmla="*/ 2112668 w 2308774"/>
                <a:gd name="connsiteY2" fmla="*/ 2507781 h 3754273"/>
                <a:gd name="connsiteX3" fmla="*/ 2177603 w 2308774"/>
                <a:gd name="connsiteY3" fmla="*/ 2060769 h 3754273"/>
                <a:gd name="connsiteX4" fmla="*/ 1939526 w 2308774"/>
                <a:gd name="connsiteY4" fmla="*/ 1480223 h 3754273"/>
                <a:gd name="connsiteX5" fmla="*/ 2080669 w 2308774"/>
                <a:gd name="connsiteY5" fmla="*/ 1163975 h 3754273"/>
                <a:gd name="connsiteX6" fmla="*/ 2284053 w 2308774"/>
                <a:gd name="connsiteY6" fmla="*/ 1035071 h 3754273"/>
                <a:gd name="connsiteX7" fmla="*/ 2170888 w 2308774"/>
                <a:gd name="connsiteY7" fmla="*/ 614781 h 3754273"/>
                <a:gd name="connsiteX8" fmla="*/ 2159839 w 2308774"/>
                <a:gd name="connsiteY8" fmla="*/ 213207 h 3754273"/>
                <a:gd name="connsiteX9" fmla="*/ 1981486 w 2308774"/>
                <a:gd name="connsiteY9" fmla="*/ 18272 h 3754273"/>
                <a:gd name="connsiteX10" fmla="*/ 1565859 w 2308774"/>
                <a:gd name="connsiteY10" fmla="*/ 93746 h 3754273"/>
                <a:gd name="connsiteX11" fmla="*/ 1139928 w 2308774"/>
                <a:gd name="connsiteY11" fmla="*/ 772506 h 3754273"/>
                <a:gd name="connsiteX12" fmla="*/ 795959 w 2308774"/>
                <a:gd name="connsiteY12" fmla="*/ 1333777 h 3754273"/>
                <a:gd name="connsiteX13" fmla="*/ 410339 w 2308774"/>
                <a:gd name="connsiteY13" fmla="*/ 1897967 h 3754273"/>
                <a:gd name="connsiteX14" fmla="*/ 0 w 2308774"/>
                <a:gd name="connsiteY14" fmla="*/ 2929086 h 3754273"/>
                <a:gd name="connsiteX0" fmla="*/ 2148636 w 2346958"/>
                <a:gd name="connsiteY0" fmla="*/ 3754273 h 3754273"/>
                <a:gd name="connsiteX1" fmla="*/ 2273158 w 2346958"/>
                <a:gd name="connsiteY1" fmla="*/ 2709073 h 3754273"/>
                <a:gd name="connsiteX2" fmla="*/ 2112668 w 2346958"/>
                <a:gd name="connsiteY2" fmla="*/ 2507781 h 3754273"/>
                <a:gd name="connsiteX3" fmla="*/ 2177603 w 2346958"/>
                <a:gd name="connsiteY3" fmla="*/ 2060769 h 3754273"/>
                <a:gd name="connsiteX4" fmla="*/ 1939526 w 2346958"/>
                <a:gd name="connsiteY4" fmla="*/ 1480223 h 3754273"/>
                <a:gd name="connsiteX5" fmla="*/ 2080669 w 2346958"/>
                <a:gd name="connsiteY5" fmla="*/ 1163975 h 3754273"/>
                <a:gd name="connsiteX6" fmla="*/ 2346219 w 2346958"/>
                <a:gd name="connsiteY6" fmla="*/ 906808 h 3754273"/>
                <a:gd name="connsiteX7" fmla="*/ 2170888 w 2346958"/>
                <a:gd name="connsiteY7" fmla="*/ 614781 h 3754273"/>
                <a:gd name="connsiteX8" fmla="*/ 2159839 w 2346958"/>
                <a:gd name="connsiteY8" fmla="*/ 213207 h 3754273"/>
                <a:gd name="connsiteX9" fmla="*/ 1981486 w 2346958"/>
                <a:gd name="connsiteY9" fmla="*/ 18272 h 3754273"/>
                <a:gd name="connsiteX10" fmla="*/ 1565859 w 2346958"/>
                <a:gd name="connsiteY10" fmla="*/ 93746 h 3754273"/>
                <a:gd name="connsiteX11" fmla="*/ 1139928 w 2346958"/>
                <a:gd name="connsiteY11" fmla="*/ 772506 h 3754273"/>
                <a:gd name="connsiteX12" fmla="*/ 795959 w 2346958"/>
                <a:gd name="connsiteY12" fmla="*/ 1333777 h 3754273"/>
                <a:gd name="connsiteX13" fmla="*/ 410339 w 2346958"/>
                <a:gd name="connsiteY13" fmla="*/ 1897967 h 3754273"/>
                <a:gd name="connsiteX14" fmla="*/ 0 w 2346958"/>
                <a:gd name="connsiteY14" fmla="*/ 2929086 h 3754273"/>
                <a:gd name="connsiteX0" fmla="*/ 2148636 w 2346958"/>
                <a:gd name="connsiteY0" fmla="*/ 3754273 h 3754273"/>
                <a:gd name="connsiteX1" fmla="*/ 2188000 w 2346958"/>
                <a:gd name="connsiteY1" fmla="*/ 3480216 h 3754273"/>
                <a:gd name="connsiteX2" fmla="*/ 2273158 w 2346958"/>
                <a:gd name="connsiteY2" fmla="*/ 2709073 h 3754273"/>
                <a:gd name="connsiteX3" fmla="*/ 2112668 w 2346958"/>
                <a:gd name="connsiteY3" fmla="*/ 2507781 h 3754273"/>
                <a:gd name="connsiteX4" fmla="*/ 2177603 w 2346958"/>
                <a:gd name="connsiteY4" fmla="*/ 2060769 h 3754273"/>
                <a:gd name="connsiteX5" fmla="*/ 1939526 w 2346958"/>
                <a:gd name="connsiteY5" fmla="*/ 1480223 h 3754273"/>
                <a:gd name="connsiteX6" fmla="*/ 2080669 w 2346958"/>
                <a:gd name="connsiteY6" fmla="*/ 1163975 h 3754273"/>
                <a:gd name="connsiteX7" fmla="*/ 2346219 w 2346958"/>
                <a:gd name="connsiteY7" fmla="*/ 906808 h 3754273"/>
                <a:gd name="connsiteX8" fmla="*/ 2170888 w 2346958"/>
                <a:gd name="connsiteY8" fmla="*/ 614781 h 3754273"/>
                <a:gd name="connsiteX9" fmla="*/ 2159839 w 2346958"/>
                <a:gd name="connsiteY9" fmla="*/ 213207 h 3754273"/>
                <a:gd name="connsiteX10" fmla="*/ 1981486 w 2346958"/>
                <a:gd name="connsiteY10" fmla="*/ 18272 h 3754273"/>
                <a:gd name="connsiteX11" fmla="*/ 1565859 w 2346958"/>
                <a:gd name="connsiteY11" fmla="*/ 93746 h 3754273"/>
                <a:gd name="connsiteX12" fmla="*/ 1139928 w 2346958"/>
                <a:gd name="connsiteY12" fmla="*/ 772506 h 3754273"/>
                <a:gd name="connsiteX13" fmla="*/ 795959 w 2346958"/>
                <a:gd name="connsiteY13" fmla="*/ 1333777 h 3754273"/>
                <a:gd name="connsiteX14" fmla="*/ 410339 w 2346958"/>
                <a:gd name="connsiteY14" fmla="*/ 1897967 h 3754273"/>
                <a:gd name="connsiteX15" fmla="*/ 0 w 2346958"/>
                <a:gd name="connsiteY15" fmla="*/ 2929086 h 3754273"/>
                <a:gd name="connsiteX0" fmla="*/ 2148636 w 2346958"/>
                <a:gd name="connsiteY0" fmla="*/ 3754273 h 3754273"/>
                <a:gd name="connsiteX1" fmla="*/ 2188000 w 2346958"/>
                <a:gd name="connsiteY1" fmla="*/ 3480216 h 3754273"/>
                <a:gd name="connsiteX2" fmla="*/ 2273158 w 2346958"/>
                <a:gd name="connsiteY2" fmla="*/ 2709073 h 3754273"/>
                <a:gd name="connsiteX3" fmla="*/ 2112668 w 2346958"/>
                <a:gd name="connsiteY3" fmla="*/ 2507781 h 3754273"/>
                <a:gd name="connsiteX4" fmla="*/ 2177603 w 2346958"/>
                <a:gd name="connsiteY4" fmla="*/ 2060769 h 3754273"/>
                <a:gd name="connsiteX5" fmla="*/ 1939526 w 2346958"/>
                <a:gd name="connsiteY5" fmla="*/ 1480223 h 3754273"/>
                <a:gd name="connsiteX6" fmla="*/ 2080669 w 2346958"/>
                <a:gd name="connsiteY6" fmla="*/ 1163975 h 3754273"/>
                <a:gd name="connsiteX7" fmla="*/ 2346219 w 2346958"/>
                <a:gd name="connsiteY7" fmla="*/ 906808 h 3754273"/>
                <a:gd name="connsiteX8" fmla="*/ 2170888 w 2346958"/>
                <a:gd name="connsiteY8" fmla="*/ 614781 h 3754273"/>
                <a:gd name="connsiteX9" fmla="*/ 2159839 w 2346958"/>
                <a:gd name="connsiteY9" fmla="*/ 213207 h 3754273"/>
                <a:gd name="connsiteX10" fmla="*/ 1981486 w 2346958"/>
                <a:gd name="connsiteY10" fmla="*/ 18272 h 3754273"/>
                <a:gd name="connsiteX11" fmla="*/ 1565859 w 2346958"/>
                <a:gd name="connsiteY11" fmla="*/ 93746 h 3754273"/>
                <a:gd name="connsiteX12" fmla="*/ 1139928 w 2346958"/>
                <a:gd name="connsiteY12" fmla="*/ 772506 h 3754273"/>
                <a:gd name="connsiteX13" fmla="*/ 795959 w 2346958"/>
                <a:gd name="connsiteY13" fmla="*/ 1333777 h 3754273"/>
                <a:gd name="connsiteX14" fmla="*/ 410339 w 2346958"/>
                <a:gd name="connsiteY14" fmla="*/ 1897967 h 3754273"/>
                <a:gd name="connsiteX15" fmla="*/ 0 w 2346958"/>
                <a:gd name="connsiteY15" fmla="*/ 2929086 h 3754273"/>
                <a:gd name="connsiteX0" fmla="*/ 2148636 w 2346958"/>
                <a:gd name="connsiteY0" fmla="*/ 3744528 h 3744528"/>
                <a:gd name="connsiteX1" fmla="*/ 2188000 w 2346958"/>
                <a:gd name="connsiteY1" fmla="*/ 3470471 h 3744528"/>
                <a:gd name="connsiteX2" fmla="*/ 2273158 w 2346958"/>
                <a:gd name="connsiteY2" fmla="*/ 2699328 h 3744528"/>
                <a:gd name="connsiteX3" fmla="*/ 2112668 w 2346958"/>
                <a:gd name="connsiteY3" fmla="*/ 2498036 h 3744528"/>
                <a:gd name="connsiteX4" fmla="*/ 2177603 w 2346958"/>
                <a:gd name="connsiteY4" fmla="*/ 2051024 h 3744528"/>
                <a:gd name="connsiteX5" fmla="*/ 1939526 w 2346958"/>
                <a:gd name="connsiteY5" fmla="*/ 1470478 h 3744528"/>
                <a:gd name="connsiteX6" fmla="*/ 2080669 w 2346958"/>
                <a:gd name="connsiteY6" fmla="*/ 1154230 h 3744528"/>
                <a:gd name="connsiteX7" fmla="*/ 2346219 w 2346958"/>
                <a:gd name="connsiteY7" fmla="*/ 897063 h 3744528"/>
                <a:gd name="connsiteX8" fmla="*/ 2170888 w 2346958"/>
                <a:gd name="connsiteY8" fmla="*/ 605036 h 3744528"/>
                <a:gd name="connsiteX9" fmla="*/ 2159839 w 2346958"/>
                <a:gd name="connsiteY9" fmla="*/ 203462 h 3744528"/>
                <a:gd name="connsiteX10" fmla="*/ 1981486 w 2346958"/>
                <a:gd name="connsiteY10" fmla="*/ 8527 h 3744528"/>
                <a:gd name="connsiteX11" fmla="*/ 1565859 w 2346958"/>
                <a:gd name="connsiteY11" fmla="*/ 84001 h 3744528"/>
                <a:gd name="connsiteX12" fmla="*/ 1199133 w 2346958"/>
                <a:gd name="connsiteY12" fmla="*/ 514659 h 3744528"/>
                <a:gd name="connsiteX13" fmla="*/ 1139928 w 2346958"/>
                <a:gd name="connsiteY13" fmla="*/ 762761 h 3744528"/>
                <a:gd name="connsiteX14" fmla="*/ 795959 w 2346958"/>
                <a:gd name="connsiteY14" fmla="*/ 1324032 h 3744528"/>
                <a:gd name="connsiteX15" fmla="*/ 410339 w 2346958"/>
                <a:gd name="connsiteY15" fmla="*/ 1888222 h 3744528"/>
                <a:gd name="connsiteX16" fmla="*/ 0 w 2346958"/>
                <a:gd name="connsiteY16" fmla="*/ 2919341 h 3744528"/>
                <a:gd name="connsiteX0" fmla="*/ 2148636 w 2346958"/>
                <a:gd name="connsiteY0" fmla="*/ 3744528 h 3744528"/>
                <a:gd name="connsiteX1" fmla="*/ 2188000 w 2346958"/>
                <a:gd name="connsiteY1" fmla="*/ 3470471 h 3744528"/>
                <a:gd name="connsiteX2" fmla="*/ 2273158 w 2346958"/>
                <a:gd name="connsiteY2" fmla="*/ 2699328 h 3744528"/>
                <a:gd name="connsiteX3" fmla="*/ 2112668 w 2346958"/>
                <a:gd name="connsiteY3" fmla="*/ 2498036 h 3744528"/>
                <a:gd name="connsiteX4" fmla="*/ 2177603 w 2346958"/>
                <a:gd name="connsiteY4" fmla="*/ 2051024 h 3744528"/>
                <a:gd name="connsiteX5" fmla="*/ 1939526 w 2346958"/>
                <a:gd name="connsiteY5" fmla="*/ 1470478 h 3744528"/>
                <a:gd name="connsiteX6" fmla="*/ 2080669 w 2346958"/>
                <a:gd name="connsiteY6" fmla="*/ 1154230 h 3744528"/>
                <a:gd name="connsiteX7" fmla="*/ 2346219 w 2346958"/>
                <a:gd name="connsiteY7" fmla="*/ 897063 h 3744528"/>
                <a:gd name="connsiteX8" fmla="*/ 2170888 w 2346958"/>
                <a:gd name="connsiteY8" fmla="*/ 605036 h 3744528"/>
                <a:gd name="connsiteX9" fmla="*/ 2159839 w 2346958"/>
                <a:gd name="connsiteY9" fmla="*/ 203462 h 3744528"/>
                <a:gd name="connsiteX10" fmla="*/ 1981486 w 2346958"/>
                <a:gd name="connsiteY10" fmla="*/ 8527 h 3744528"/>
                <a:gd name="connsiteX11" fmla="*/ 1565859 w 2346958"/>
                <a:gd name="connsiteY11" fmla="*/ 84001 h 3744528"/>
                <a:gd name="connsiteX12" fmla="*/ 1199133 w 2346958"/>
                <a:gd name="connsiteY12" fmla="*/ 514659 h 3744528"/>
                <a:gd name="connsiteX13" fmla="*/ 1210036 w 2346958"/>
                <a:gd name="connsiteY13" fmla="*/ 732659 h 3744528"/>
                <a:gd name="connsiteX14" fmla="*/ 795959 w 2346958"/>
                <a:gd name="connsiteY14" fmla="*/ 1324032 h 3744528"/>
                <a:gd name="connsiteX15" fmla="*/ 410339 w 2346958"/>
                <a:gd name="connsiteY15" fmla="*/ 1888222 h 3744528"/>
                <a:gd name="connsiteX16" fmla="*/ 0 w 2346958"/>
                <a:gd name="connsiteY16" fmla="*/ 2919341 h 3744528"/>
                <a:gd name="connsiteX0" fmla="*/ 2148636 w 2346958"/>
                <a:gd name="connsiteY0" fmla="*/ 3744528 h 3744528"/>
                <a:gd name="connsiteX1" fmla="*/ 2188000 w 2346958"/>
                <a:gd name="connsiteY1" fmla="*/ 3470471 h 3744528"/>
                <a:gd name="connsiteX2" fmla="*/ 2273158 w 2346958"/>
                <a:gd name="connsiteY2" fmla="*/ 2699328 h 3744528"/>
                <a:gd name="connsiteX3" fmla="*/ 2112668 w 2346958"/>
                <a:gd name="connsiteY3" fmla="*/ 2498036 h 3744528"/>
                <a:gd name="connsiteX4" fmla="*/ 2177603 w 2346958"/>
                <a:gd name="connsiteY4" fmla="*/ 2051024 h 3744528"/>
                <a:gd name="connsiteX5" fmla="*/ 1939526 w 2346958"/>
                <a:gd name="connsiteY5" fmla="*/ 1470478 h 3744528"/>
                <a:gd name="connsiteX6" fmla="*/ 2080669 w 2346958"/>
                <a:gd name="connsiteY6" fmla="*/ 1154230 h 3744528"/>
                <a:gd name="connsiteX7" fmla="*/ 2346219 w 2346958"/>
                <a:gd name="connsiteY7" fmla="*/ 897063 h 3744528"/>
                <a:gd name="connsiteX8" fmla="*/ 2170888 w 2346958"/>
                <a:gd name="connsiteY8" fmla="*/ 605036 h 3744528"/>
                <a:gd name="connsiteX9" fmla="*/ 2159839 w 2346958"/>
                <a:gd name="connsiteY9" fmla="*/ 203462 h 3744528"/>
                <a:gd name="connsiteX10" fmla="*/ 1981486 w 2346958"/>
                <a:gd name="connsiteY10" fmla="*/ 8527 h 3744528"/>
                <a:gd name="connsiteX11" fmla="*/ 1565859 w 2346958"/>
                <a:gd name="connsiteY11" fmla="*/ 84001 h 3744528"/>
                <a:gd name="connsiteX12" fmla="*/ 1199133 w 2346958"/>
                <a:gd name="connsiteY12" fmla="*/ 514659 h 3744528"/>
                <a:gd name="connsiteX13" fmla="*/ 1210036 w 2346958"/>
                <a:gd name="connsiteY13" fmla="*/ 732659 h 3744528"/>
                <a:gd name="connsiteX14" fmla="*/ 796611 w 2346958"/>
                <a:gd name="connsiteY14" fmla="*/ 1278632 h 3744528"/>
                <a:gd name="connsiteX15" fmla="*/ 410339 w 2346958"/>
                <a:gd name="connsiteY15" fmla="*/ 1888222 h 3744528"/>
                <a:gd name="connsiteX16" fmla="*/ 0 w 2346958"/>
                <a:gd name="connsiteY16" fmla="*/ 2919341 h 3744528"/>
                <a:gd name="connsiteX0" fmla="*/ 2148636 w 2346958"/>
                <a:gd name="connsiteY0" fmla="*/ 3744528 h 3744528"/>
                <a:gd name="connsiteX1" fmla="*/ 2188000 w 2346958"/>
                <a:gd name="connsiteY1" fmla="*/ 3470471 h 3744528"/>
                <a:gd name="connsiteX2" fmla="*/ 2273158 w 2346958"/>
                <a:gd name="connsiteY2" fmla="*/ 2699328 h 3744528"/>
                <a:gd name="connsiteX3" fmla="*/ 2112668 w 2346958"/>
                <a:gd name="connsiteY3" fmla="*/ 2498036 h 3744528"/>
                <a:gd name="connsiteX4" fmla="*/ 2177603 w 2346958"/>
                <a:gd name="connsiteY4" fmla="*/ 2051024 h 3744528"/>
                <a:gd name="connsiteX5" fmla="*/ 1939526 w 2346958"/>
                <a:gd name="connsiteY5" fmla="*/ 1470478 h 3744528"/>
                <a:gd name="connsiteX6" fmla="*/ 2080669 w 2346958"/>
                <a:gd name="connsiteY6" fmla="*/ 1154230 h 3744528"/>
                <a:gd name="connsiteX7" fmla="*/ 2346219 w 2346958"/>
                <a:gd name="connsiteY7" fmla="*/ 897063 h 3744528"/>
                <a:gd name="connsiteX8" fmla="*/ 2170888 w 2346958"/>
                <a:gd name="connsiteY8" fmla="*/ 605036 h 3744528"/>
                <a:gd name="connsiteX9" fmla="*/ 2159839 w 2346958"/>
                <a:gd name="connsiteY9" fmla="*/ 203462 h 3744528"/>
                <a:gd name="connsiteX10" fmla="*/ 1981486 w 2346958"/>
                <a:gd name="connsiteY10" fmla="*/ 8527 h 3744528"/>
                <a:gd name="connsiteX11" fmla="*/ 1565859 w 2346958"/>
                <a:gd name="connsiteY11" fmla="*/ 84001 h 3744528"/>
                <a:gd name="connsiteX12" fmla="*/ 1199133 w 2346958"/>
                <a:gd name="connsiteY12" fmla="*/ 514659 h 3744528"/>
                <a:gd name="connsiteX13" fmla="*/ 1210036 w 2346958"/>
                <a:gd name="connsiteY13" fmla="*/ 732659 h 3744528"/>
                <a:gd name="connsiteX14" fmla="*/ 796611 w 2346958"/>
                <a:gd name="connsiteY14" fmla="*/ 1278632 h 3744528"/>
                <a:gd name="connsiteX15" fmla="*/ 410339 w 2346958"/>
                <a:gd name="connsiteY15" fmla="*/ 1888222 h 3744528"/>
                <a:gd name="connsiteX16" fmla="*/ 0 w 2346958"/>
                <a:gd name="connsiteY16" fmla="*/ 2919341 h 374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6958" h="3744528">
                  <a:moveTo>
                    <a:pt x="2148636" y="3744528"/>
                  </a:moveTo>
                  <a:cubicBezTo>
                    <a:pt x="2163419" y="3703916"/>
                    <a:pt x="2167246" y="3644671"/>
                    <a:pt x="2188000" y="3470471"/>
                  </a:cubicBezTo>
                  <a:cubicBezTo>
                    <a:pt x="2432243" y="3108316"/>
                    <a:pt x="2285713" y="2861401"/>
                    <a:pt x="2273158" y="2699328"/>
                  </a:cubicBezTo>
                  <a:cubicBezTo>
                    <a:pt x="2260603" y="2537256"/>
                    <a:pt x="2121899" y="2606682"/>
                    <a:pt x="2112668" y="2498036"/>
                  </a:cubicBezTo>
                  <a:cubicBezTo>
                    <a:pt x="2103437" y="2389390"/>
                    <a:pt x="2206460" y="2222284"/>
                    <a:pt x="2177603" y="2051024"/>
                  </a:cubicBezTo>
                  <a:cubicBezTo>
                    <a:pt x="2148746" y="1879764"/>
                    <a:pt x="1952122" y="1605260"/>
                    <a:pt x="1939526" y="1470478"/>
                  </a:cubicBezTo>
                  <a:cubicBezTo>
                    <a:pt x="1926930" y="1335696"/>
                    <a:pt x="2023248" y="1228422"/>
                    <a:pt x="2080669" y="1154230"/>
                  </a:cubicBezTo>
                  <a:cubicBezTo>
                    <a:pt x="2138090" y="1080038"/>
                    <a:pt x="2331183" y="988595"/>
                    <a:pt x="2346219" y="897063"/>
                  </a:cubicBezTo>
                  <a:cubicBezTo>
                    <a:pt x="2361255" y="805531"/>
                    <a:pt x="2141646" y="757722"/>
                    <a:pt x="2170888" y="605036"/>
                  </a:cubicBezTo>
                  <a:cubicBezTo>
                    <a:pt x="2196415" y="472257"/>
                    <a:pt x="2191406" y="302880"/>
                    <a:pt x="2159839" y="203462"/>
                  </a:cubicBezTo>
                  <a:cubicBezTo>
                    <a:pt x="2128272" y="104044"/>
                    <a:pt x="2080483" y="28437"/>
                    <a:pt x="1981486" y="8527"/>
                  </a:cubicBezTo>
                  <a:cubicBezTo>
                    <a:pt x="1882489" y="-11383"/>
                    <a:pt x="1696251" y="-354"/>
                    <a:pt x="1565859" y="84001"/>
                  </a:cubicBezTo>
                  <a:cubicBezTo>
                    <a:pt x="1435467" y="168356"/>
                    <a:pt x="1270121" y="401532"/>
                    <a:pt x="1199133" y="514659"/>
                  </a:cubicBezTo>
                  <a:cubicBezTo>
                    <a:pt x="1128145" y="627786"/>
                    <a:pt x="1277123" y="605330"/>
                    <a:pt x="1210036" y="732659"/>
                  </a:cubicBezTo>
                  <a:cubicBezTo>
                    <a:pt x="1142949" y="859988"/>
                    <a:pt x="897005" y="1065781"/>
                    <a:pt x="796611" y="1278632"/>
                  </a:cubicBezTo>
                  <a:cubicBezTo>
                    <a:pt x="696217" y="1491483"/>
                    <a:pt x="541755" y="1707837"/>
                    <a:pt x="410339" y="1888222"/>
                  </a:cubicBezTo>
                  <a:cubicBezTo>
                    <a:pt x="215632" y="2190441"/>
                    <a:pt x="7607" y="2703896"/>
                    <a:pt x="0" y="291934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FC918860-5615-A0E3-D39A-7047C7A275F5}"/>
                </a:ext>
              </a:extLst>
            </p:cNvPr>
            <p:cNvSpPr/>
            <p:nvPr userDrawn="1"/>
          </p:nvSpPr>
          <p:spPr>
            <a:xfrm rot="9221769">
              <a:off x="10173408" y="-151116"/>
              <a:ext cx="1048918" cy="969070"/>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198983 w 1316657"/>
                <a:gd name="connsiteY0" fmla="*/ 1227398 h 1227398"/>
                <a:gd name="connsiteX1" fmla="*/ 1183721 w 1316657"/>
                <a:gd name="connsiteY1" fmla="*/ 443204 h 1227398"/>
                <a:gd name="connsiteX2" fmla="*/ 1065853 w 1316657"/>
                <a:gd name="connsiteY2" fmla="*/ 24362 h 1227398"/>
                <a:gd name="connsiteX3" fmla="*/ 671849 w 1316657"/>
                <a:gd name="connsiteY3" fmla="*/ 71741 h 1227398"/>
                <a:gd name="connsiteX4" fmla="*/ 175830 w 1316657"/>
                <a:gd name="connsiteY4" fmla="*/ 253435 h 1227398"/>
                <a:gd name="connsiteX5" fmla="*/ 40087 w 1316657"/>
                <a:gd name="connsiteY5" fmla="*/ 744956 h 1227398"/>
                <a:gd name="connsiteX0" fmla="*/ 1160008 w 1277682"/>
                <a:gd name="connsiteY0" fmla="*/ 1227398 h 1227398"/>
                <a:gd name="connsiteX1" fmla="*/ 1144746 w 1277682"/>
                <a:gd name="connsiteY1" fmla="*/ 443204 h 1227398"/>
                <a:gd name="connsiteX2" fmla="*/ 1026878 w 1277682"/>
                <a:gd name="connsiteY2" fmla="*/ 24362 h 1227398"/>
                <a:gd name="connsiteX3" fmla="*/ 632874 w 1277682"/>
                <a:gd name="connsiteY3" fmla="*/ 71741 h 1227398"/>
                <a:gd name="connsiteX4" fmla="*/ 136855 w 1277682"/>
                <a:gd name="connsiteY4" fmla="*/ 253435 h 1227398"/>
                <a:gd name="connsiteX5" fmla="*/ 1112 w 1277682"/>
                <a:gd name="connsiteY5" fmla="*/ 744956 h 1227398"/>
                <a:gd name="connsiteX0" fmla="*/ 1159961 w 1277635"/>
                <a:gd name="connsiteY0" fmla="*/ 1226139 h 1226139"/>
                <a:gd name="connsiteX1" fmla="*/ 1144699 w 1277635"/>
                <a:gd name="connsiteY1" fmla="*/ 441945 h 1226139"/>
                <a:gd name="connsiteX2" fmla="*/ 1026831 w 1277635"/>
                <a:gd name="connsiteY2" fmla="*/ 23103 h 1226139"/>
                <a:gd name="connsiteX3" fmla="*/ 632827 w 1277635"/>
                <a:gd name="connsiteY3" fmla="*/ 70482 h 1226139"/>
                <a:gd name="connsiteX4" fmla="*/ 141569 w 1277635"/>
                <a:gd name="connsiteY4" fmla="*/ 206319 h 1226139"/>
                <a:gd name="connsiteX5" fmla="*/ 1065 w 1277635"/>
                <a:gd name="connsiteY5" fmla="*/ 743697 h 1226139"/>
                <a:gd name="connsiteX0" fmla="*/ 1159961 w 1277635"/>
                <a:gd name="connsiteY0" fmla="*/ 1350197 h 1350197"/>
                <a:gd name="connsiteX1" fmla="*/ 1144699 w 1277635"/>
                <a:gd name="connsiteY1" fmla="*/ 566003 h 1350197"/>
                <a:gd name="connsiteX2" fmla="*/ 1026831 w 1277635"/>
                <a:gd name="connsiteY2" fmla="*/ 147161 h 1350197"/>
                <a:gd name="connsiteX3" fmla="*/ 857820 w 1277635"/>
                <a:gd name="connsiteY3" fmla="*/ 6745 h 1350197"/>
                <a:gd name="connsiteX4" fmla="*/ 141569 w 1277635"/>
                <a:gd name="connsiteY4" fmla="*/ 330377 h 1350197"/>
                <a:gd name="connsiteX5" fmla="*/ 1065 w 1277635"/>
                <a:gd name="connsiteY5" fmla="*/ 867755 h 1350197"/>
                <a:gd name="connsiteX0" fmla="*/ 1159961 w 1273690"/>
                <a:gd name="connsiteY0" fmla="*/ 1345845 h 1345845"/>
                <a:gd name="connsiteX1" fmla="*/ 1144699 w 1273690"/>
                <a:gd name="connsiteY1" fmla="*/ 561651 h 1345845"/>
                <a:gd name="connsiteX2" fmla="*/ 1135534 w 1273690"/>
                <a:gd name="connsiteY2" fmla="*/ 198721 h 1345845"/>
                <a:gd name="connsiteX3" fmla="*/ 857820 w 1273690"/>
                <a:gd name="connsiteY3" fmla="*/ 2393 h 1345845"/>
                <a:gd name="connsiteX4" fmla="*/ 141569 w 1273690"/>
                <a:gd name="connsiteY4" fmla="*/ 326025 h 1345845"/>
                <a:gd name="connsiteX5" fmla="*/ 1065 w 1273690"/>
                <a:gd name="connsiteY5" fmla="*/ 863403 h 1345845"/>
                <a:gd name="connsiteX0" fmla="*/ 1159961 w 1291569"/>
                <a:gd name="connsiteY0" fmla="*/ 1346005 h 1346005"/>
                <a:gd name="connsiteX1" fmla="*/ 1207719 w 1291569"/>
                <a:gd name="connsiteY1" fmla="*/ 617608 h 1346005"/>
                <a:gd name="connsiteX2" fmla="*/ 1135534 w 1291569"/>
                <a:gd name="connsiteY2" fmla="*/ 198881 h 1346005"/>
                <a:gd name="connsiteX3" fmla="*/ 857820 w 1291569"/>
                <a:gd name="connsiteY3" fmla="*/ 2553 h 1346005"/>
                <a:gd name="connsiteX4" fmla="*/ 141569 w 1291569"/>
                <a:gd name="connsiteY4" fmla="*/ 326185 h 1346005"/>
                <a:gd name="connsiteX5" fmla="*/ 1065 w 1291569"/>
                <a:gd name="connsiteY5" fmla="*/ 863563 h 1346005"/>
                <a:gd name="connsiteX0" fmla="*/ 1220822 w 1337286"/>
                <a:gd name="connsiteY0" fmla="*/ 1413468 h 1413468"/>
                <a:gd name="connsiteX1" fmla="*/ 1207719 w 1337286"/>
                <a:gd name="connsiteY1" fmla="*/ 617608 h 1413468"/>
                <a:gd name="connsiteX2" fmla="*/ 1135534 w 1337286"/>
                <a:gd name="connsiteY2" fmla="*/ 198881 h 1413468"/>
                <a:gd name="connsiteX3" fmla="*/ 857820 w 1337286"/>
                <a:gd name="connsiteY3" fmla="*/ 2553 h 1413468"/>
                <a:gd name="connsiteX4" fmla="*/ 141569 w 1337286"/>
                <a:gd name="connsiteY4" fmla="*/ 326185 h 1413468"/>
                <a:gd name="connsiteX5" fmla="*/ 1065 w 1337286"/>
                <a:gd name="connsiteY5" fmla="*/ 863563 h 1413468"/>
                <a:gd name="connsiteX0" fmla="*/ 1220822 w 1280809"/>
                <a:gd name="connsiteY0" fmla="*/ 1413468 h 1413468"/>
                <a:gd name="connsiteX1" fmla="*/ 1207719 w 1280809"/>
                <a:gd name="connsiteY1" fmla="*/ 617608 h 1413468"/>
                <a:gd name="connsiteX2" fmla="*/ 1135534 w 1280809"/>
                <a:gd name="connsiteY2" fmla="*/ 198881 h 1413468"/>
                <a:gd name="connsiteX3" fmla="*/ 857820 w 1280809"/>
                <a:gd name="connsiteY3" fmla="*/ 2553 h 1413468"/>
                <a:gd name="connsiteX4" fmla="*/ 141569 w 1280809"/>
                <a:gd name="connsiteY4" fmla="*/ 326185 h 1413468"/>
                <a:gd name="connsiteX5" fmla="*/ 1065 w 1280809"/>
                <a:gd name="connsiteY5" fmla="*/ 863563 h 1413468"/>
                <a:gd name="connsiteX0" fmla="*/ 1220822 w 1286940"/>
                <a:gd name="connsiteY0" fmla="*/ 1412131 h 1412131"/>
                <a:gd name="connsiteX1" fmla="*/ 1207719 w 1286940"/>
                <a:gd name="connsiteY1" fmla="*/ 616271 h 1412131"/>
                <a:gd name="connsiteX2" fmla="*/ 978471 w 1286940"/>
                <a:gd name="connsiteY2" fmla="*/ 443320 h 1412131"/>
                <a:gd name="connsiteX3" fmla="*/ 857820 w 1286940"/>
                <a:gd name="connsiteY3" fmla="*/ 1216 h 1412131"/>
                <a:gd name="connsiteX4" fmla="*/ 141569 w 1286940"/>
                <a:gd name="connsiteY4" fmla="*/ 324848 h 1412131"/>
                <a:gd name="connsiteX5" fmla="*/ 1065 w 1286940"/>
                <a:gd name="connsiteY5" fmla="*/ 862226 h 1412131"/>
                <a:gd name="connsiteX0" fmla="*/ 1220822 w 1251293"/>
                <a:gd name="connsiteY0" fmla="*/ 1412131 h 1412131"/>
                <a:gd name="connsiteX1" fmla="*/ 958023 w 1251293"/>
                <a:gd name="connsiteY1" fmla="*/ 828431 h 1412131"/>
                <a:gd name="connsiteX2" fmla="*/ 978471 w 1251293"/>
                <a:gd name="connsiteY2" fmla="*/ 443320 h 1412131"/>
                <a:gd name="connsiteX3" fmla="*/ 857820 w 1251293"/>
                <a:gd name="connsiteY3" fmla="*/ 1216 h 1412131"/>
                <a:gd name="connsiteX4" fmla="*/ 141569 w 1251293"/>
                <a:gd name="connsiteY4" fmla="*/ 324848 h 1412131"/>
                <a:gd name="connsiteX5" fmla="*/ 1065 w 1251293"/>
                <a:gd name="connsiteY5" fmla="*/ 862226 h 1412131"/>
                <a:gd name="connsiteX0" fmla="*/ 1019190 w 1067828"/>
                <a:gd name="connsiteY0" fmla="*/ 1309845 h 1309845"/>
                <a:gd name="connsiteX1" fmla="*/ 958023 w 1067828"/>
                <a:gd name="connsiteY1" fmla="*/ 828431 h 1309845"/>
                <a:gd name="connsiteX2" fmla="*/ 978471 w 1067828"/>
                <a:gd name="connsiteY2" fmla="*/ 443320 h 1309845"/>
                <a:gd name="connsiteX3" fmla="*/ 857820 w 1067828"/>
                <a:gd name="connsiteY3" fmla="*/ 1216 h 1309845"/>
                <a:gd name="connsiteX4" fmla="*/ 141569 w 1067828"/>
                <a:gd name="connsiteY4" fmla="*/ 324848 h 1309845"/>
                <a:gd name="connsiteX5" fmla="*/ 1065 w 1067828"/>
                <a:gd name="connsiteY5" fmla="*/ 862226 h 1309845"/>
                <a:gd name="connsiteX0" fmla="*/ 1019190 w 1051554"/>
                <a:gd name="connsiteY0" fmla="*/ 1309845 h 1309845"/>
                <a:gd name="connsiteX1" fmla="*/ 958023 w 1051554"/>
                <a:gd name="connsiteY1" fmla="*/ 828431 h 1309845"/>
                <a:gd name="connsiteX2" fmla="*/ 978471 w 1051554"/>
                <a:gd name="connsiteY2" fmla="*/ 443320 h 1309845"/>
                <a:gd name="connsiteX3" fmla="*/ 857820 w 1051554"/>
                <a:gd name="connsiteY3" fmla="*/ 1216 h 1309845"/>
                <a:gd name="connsiteX4" fmla="*/ 141569 w 1051554"/>
                <a:gd name="connsiteY4" fmla="*/ 324848 h 1309845"/>
                <a:gd name="connsiteX5" fmla="*/ 1065 w 1051554"/>
                <a:gd name="connsiteY5" fmla="*/ 862226 h 1309845"/>
                <a:gd name="connsiteX0" fmla="*/ 1019190 w 1051554"/>
                <a:gd name="connsiteY0" fmla="*/ 1208323 h 1208323"/>
                <a:gd name="connsiteX1" fmla="*/ 958023 w 1051554"/>
                <a:gd name="connsiteY1" fmla="*/ 726909 h 1208323"/>
                <a:gd name="connsiteX2" fmla="*/ 978471 w 1051554"/>
                <a:gd name="connsiteY2" fmla="*/ 341798 h 1208323"/>
                <a:gd name="connsiteX3" fmla="*/ 781483 w 1051554"/>
                <a:gd name="connsiteY3" fmla="*/ 2096 h 1208323"/>
                <a:gd name="connsiteX4" fmla="*/ 141569 w 1051554"/>
                <a:gd name="connsiteY4" fmla="*/ 223326 h 1208323"/>
                <a:gd name="connsiteX5" fmla="*/ 1065 w 1051554"/>
                <a:gd name="connsiteY5" fmla="*/ 760704 h 1208323"/>
                <a:gd name="connsiteX0" fmla="*/ 1019190 w 1051554"/>
                <a:gd name="connsiteY0" fmla="*/ 1210263 h 1210263"/>
                <a:gd name="connsiteX1" fmla="*/ 958023 w 1051554"/>
                <a:gd name="connsiteY1" fmla="*/ 728849 h 1210263"/>
                <a:gd name="connsiteX2" fmla="*/ 978471 w 1051554"/>
                <a:gd name="connsiteY2" fmla="*/ 343738 h 1210263"/>
                <a:gd name="connsiteX3" fmla="*/ 1040704 w 1051554"/>
                <a:gd name="connsiteY3" fmla="*/ 399138 h 1210263"/>
                <a:gd name="connsiteX4" fmla="*/ 781483 w 1051554"/>
                <a:gd name="connsiteY4" fmla="*/ 4036 h 1210263"/>
                <a:gd name="connsiteX5" fmla="*/ 141569 w 1051554"/>
                <a:gd name="connsiteY5" fmla="*/ 225266 h 1210263"/>
                <a:gd name="connsiteX6" fmla="*/ 1065 w 1051554"/>
                <a:gd name="connsiteY6" fmla="*/ 762644 h 1210263"/>
                <a:gd name="connsiteX0" fmla="*/ 1019190 w 1050228"/>
                <a:gd name="connsiteY0" fmla="*/ 1210263 h 1210263"/>
                <a:gd name="connsiteX1" fmla="*/ 958023 w 1050228"/>
                <a:gd name="connsiteY1" fmla="*/ 728849 h 1210263"/>
                <a:gd name="connsiteX2" fmla="*/ 1040704 w 1050228"/>
                <a:gd name="connsiteY2" fmla="*/ 399138 h 1210263"/>
                <a:gd name="connsiteX3" fmla="*/ 781483 w 1050228"/>
                <a:gd name="connsiteY3" fmla="*/ 4036 h 1210263"/>
                <a:gd name="connsiteX4" fmla="*/ 141569 w 1050228"/>
                <a:gd name="connsiteY4" fmla="*/ 225266 h 1210263"/>
                <a:gd name="connsiteX5" fmla="*/ 1065 w 1050228"/>
                <a:gd name="connsiteY5" fmla="*/ 762644 h 1210263"/>
                <a:gd name="connsiteX0" fmla="*/ 1019190 w 1050228"/>
                <a:gd name="connsiteY0" fmla="*/ 1130810 h 1130810"/>
                <a:gd name="connsiteX1" fmla="*/ 958023 w 1050228"/>
                <a:gd name="connsiteY1" fmla="*/ 649396 h 1130810"/>
                <a:gd name="connsiteX2" fmla="*/ 1040704 w 1050228"/>
                <a:gd name="connsiteY2" fmla="*/ 319685 h 1130810"/>
                <a:gd name="connsiteX3" fmla="*/ 764966 w 1050228"/>
                <a:gd name="connsiteY3" fmla="*/ 8136 h 1130810"/>
                <a:gd name="connsiteX4" fmla="*/ 141569 w 1050228"/>
                <a:gd name="connsiteY4" fmla="*/ 145813 h 1130810"/>
                <a:gd name="connsiteX5" fmla="*/ 1065 w 1050228"/>
                <a:gd name="connsiteY5" fmla="*/ 683191 h 1130810"/>
                <a:gd name="connsiteX0" fmla="*/ 1019190 w 1110534"/>
                <a:gd name="connsiteY0" fmla="*/ 1130810 h 1130810"/>
                <a:gd name="connsiteX1" fmla="*/ 1110327 w 1110534"/>
                <a:gd name="connsiteY1" fmla="*/ 782770 h 1130810"/>
                <a:gd name="connsiteX2" fmla="*/ 1040704 w 1110534"/>
                <a:gd name="connsiteY2" fmla="*/ 319685 h 1130810"/>
                <a:gd name="connsiteX3" fmla="*/ 764966 w 1110534"/>
                <a:gd name="connsiteY3" fmla="*/ 8136 h 1130810"/>
                <a:gd name="connsiteX4" fmla="*/ 141569 w 1110534"/>
                <a:gd name="connsiteY4" fmla="*/ 145813 h 1130810"/>
                <a:gd name="connsiteX5" fmla="*/ 1065 w 1110534"/>
                <a:gd name="connsiteY5" fmla="*/ 683191 h 1130810"/>
                <a:gd name="connsiteX0" fmla="*/ 1223278 w 1251757"/>
                <a:gd name="connsiteY0" fmla="*/ 1234188 h 1234188"/>
                <a:gd name="connsiteX1" fmla="*/ 1110327 w 1251757"/>
                <a:gd name="connsiteY1" fmla="*/ 782770 h 1234188"/>
                <a:gd name="connsiteX2" fmla="*/ 1040704 w 1251757"/>
                <a:gd name="connsiteY2" fmla="*/ 319685 h 1234188"/>
                <a:gd name="connsiteX3" fmla="*/ 764966 w 1251757"/>
                <a:gd name="connsiteY3" fmla="*/ 8136 h 1234188"/>
                <a:gd name="connsiteX4" fmla="*/ 141569 w 1251757"/>
                <a:gd name="connsiteY4" fmla="*/ 145813 h 1234188"/>
                <a:gd name="connsiteX5" fmla="*/ 1065 w 1251757"/>
                <a:gd name="connsiteY5" fmla="*/ 683191 h 1234188"/>
                <a:gd name="connsiteX0" fmla="*/ 1223278 w 1251757"/>
                <a:gd name="connsiteY0" fmla="*/ 1216379 h 1216379"/>
                <a:gd name="connsiteX1" fmla="*/ 1110327 w 1251757"/>
                <a:gd name="connsiteY1" fmla="*/ 764961 h 1216379"/>
                <a:gd name="connsiteX2" fmla="*/ 1040704 w 1251757"/>
                <a:gd name="connsiteY2" fmla="*/ 301876 h 1216379"/>
                <a:gd name="connsiteX3" fmla="*/ 668243 w 1251757"/>
                <a:gd name="connsiteY3" fmla="*/ 10440 h 1216379"/>
                <a:gd name="connsiteX4" fmla="*/ 141569 w 1251757"/>
                <a:gd name="connsiteY4" fmla="*/ 128004 h 1216379"/>
                <a:gd name="connsiteX5" fmla="*/ 1065 w 1251757"/>
                <a:gd name="connsiteY5" fmla="*/ 665382 h 1216379"/>
                <a:gd name="connsiteX0" fmla="*/ 1223278 w 1254562"/>
                <a:gd name="connsiteY0" fmla="*/ 1228071 h 1228071"/>
                <a:gd name="connsiteX1" fmla="*/ 1110327 w 1254562"/>
                <a:gd name="connsiteY1" fmla="*/ 776653 h 1228071"/>
                <a:gd name="connsiteX2" fmla="*/ 891008 w 1254562"/>
                <a:gd name="connsiteY2" fmla="*/ 479296 h 1228071"/>
                <a:gd name="connsiteX3" fmla="*/ 668243 w 1254562"/>
                <a:gd name="connsiteY3" fmla="*/ 22132 h 1228071"/>
                <a:gd name="connsiteX4" fmla="*/ 141569 w 1254562"/>
                <a:gd name="connsiteY4" fmla="*/ 139696 h 1228071"/>
                <a:gd name="connsiteX5" fmla="*/ 1065 w 1254562"/>
                <a:gd name="connsiteY5" fmla="*/ 677074 h 1228071"/>
                <a:gd name="connsiteX0" fmla="*/ 1223278 w 1247127"/>
                <a:gd name="connsiteY0" fmla="*/ 1228071 h 1228071"/>
                <a:gd name="connsiteX1" fmla="*/ 1038167 w 1247127"/>
                <a:gd name="connsiteY1" fmla="*/ 784640 h 1228071"/>
                <a:gd name="connsiteX2" fmla="*/ 891008 w 1247127"/>
                <a:gd name="connsiteY2" fmla="*/ 479296 h 1228071"/>
                <a:gd name="connsiteX3" fmla="*/ 668243 w 1247127"/>
                <a:gd name="connsiteY3" fmla="*/ 22132 h 1228071"/>
                <a:gd name="connsiteX4" fmla="*/ 141569 w 1247127"/>
                <a:gd name="connsiteY4" fmla="*/ 139696 h 1228071"/>
                <a:gd name="connsiteX5" fmla="*/ 1065 w 1247127"/>
                <a:gd name="connsiteY5" fmla="*/ 677074 h 1228071"/>
                <a:gd name="connsiteX0" fmla="*/ 1223278 w 1247127"/>
                <a:gd name="connsiteY0" fmla="*/ 1250798 h 1250798"/>
                <a:gd name="connsiteX1" fmla="*/ 1038167 w 1247127"/>
                <a:gd name="connsiteY1" fmla="*/ 807367 h 1250798"/>
                <a:gd name="connsiteX2" fmla="*/ 891008 w 1247127"/>
                <a:gd name="connsiteY2" fmla="*/ 502023 h 1250798"/>
                <a:gd name="connsiteX3" fmla="*/ 593641 w 1247127"/>
                <a:gd name="connsiteY3" fmla="*/ 18177 h 1250798"/>
                <a:gd name="connsiteX4" fmla="*/ 141569 w 1247127"/>
                <a:gd name="connsiteY4" fmla="*/ 162423 h 1250798"/>
                <a:gd name="connsiteX5" fmla="*/ 1065 w 1247127"/>
                <a:gd name="connsiteY5" fmla="*/ 699801 h 1250798"/>
                <a:gd name="connsiteX0" fmla="*/ 1107971 w 1143139"/>
                <a:gd name="connsiteY0" fmla="*/ 1206937 h 1206937"/>
                <a:gd name="connsiteX1" fmla="*/ 1038167 w 1143139"/>
                <a:gd name="connsiteY1" fmla="*/ 807367 h 1206937"/>
                <a:gd name="connsiteX2" fmla="*/ 891008 w 1143139"/>
                <a:gd name="connsiteY2" fmla="*/ 502023 h 1206937"/>
                <a:gd name="connsiteX3" fmla="*/ 593641 w 1143139"/>
                <a:gd name="connsiteY3" fmla="*/ 18177 h 1206937"/>
                <a:gd name="connsiteX4" fmla="*/ 141569 w 1143139"/>
                <a:gd name="connsiteY4" fmla="*/ 162423 h 1206937"/>
                <a:gd name="connsiteX5" fmla="*/ 1065 w 1143139"/>
                <a:gd name="connsiteY5" fmla="*/ 699801 h 1206937"/>
                <a:gd name="connsiteX0" fmla="*/ 1107971 w 1107971"/>
                <a:gd name="connsiteY0" fmla="*/ 1206937 h 1206937"/>
                <a:gd name="connsiteX1" fmla="*/ 891008 w 1107971"/>
                <a:gd name="connsiteY1" fmla="*/ 502023 h 1206937"/>
                <a:gd name="connsiteX2" fmla="*/ 593641 w 1107971"/>
                <a:gd name="connsiteY2" fmla="*/ 18177 h 1206937"/>
                <a:gd name="connsiteX3" fmla="*/ 141569 w 1107971"/>
                <a:gd name="connsiteY3" fmla="*/ 162423 h 1206937"/>
                <a:gd name="connsiteX4" fmla="*/ 1065 w 1107971"/>
                <a:gd name="connsiteY4" fmla="*/ 699801 h 1206937"/>
                <a:gd name="connsiteX0" fmla="*/ 1107971 w 1113314"/>
                <a:gd name="connsiteY0" fmla="*/ 1206937 h 1206937"/>
                <a:gd name="connsiteX1" fmla="*/ 891008 w 1113314"/>
                <a:gd name="connsiteY1" fmla="*/ 502023 h 1206937"/>
                <a:gd name="connsiteX2" fmla="*/ 593641 w 1113314"/>
                <a:gd name="connsiteY2" fmla="*/ 18177 h 1206937"/>
                <a:gd name="connsiteX3" fmla="*/ 141569 w 1113314"/>
                <a:gd name="connsiteY3" fmla="*/ 162423 h 1206937"/>
                <a:gd name="connsiteX4" fmla="*/ 1065 w 1113314"/>
                <a:gd name="connsiteY4" fmla="*/ 699801 h 1206937"/>
                <a:gd name="connsiteX0" fmla="*/ 1107971 w 1114292"/>
                <a:gd name="connsiteY0" fmla="*/ 1205686 h 1205686"/>
                <a:gd name="connsiteX1" fmla="*/ 922120 w 1114292"/>
                <a:gd name="connsiteY1" fmla="*/ 482014 h 1205686"/>
                <a:gd name="connsiteX2" fmla="*/ 593641 w 1114292"/>
                <a:gd name="connsiteY2" fmla="*/ 16926 h 1205686"/>
                <a:gd name="connsiteX3" fmla="*/ 141569 w 1114292"/>
                <a:gd name="connsiteY3" fmla="*/ 161172 h 1205686"/>
                <a:gd name="connsiteX4" fmla="*/ 1065 w 1114292"/>
                <a:gd name="connsiteY4" fmla="*/ 698550 h 1205686"/>
                <a:gd name="connsiteX0" fmla="*/ 1107971 w 1114292"/>
                <a:gd name="connsiteY0" fmla="*/ 1176985 h 1176985"/>
                <a:gd name="connsiteX1" fmla="*/ 922120 w 1114292"/>
                <a:gd name="connsiteY1" fmla="*/ 453313 h 1176985"/>
                <a:gd name="connsiteX2" fmla="*/ 512673 w 1114292"/>
                <a:gd name="connsiteY2" fmla="*/ 22092 h 1176985"/>
                <a:gd name="connsiteX3" fmla="*/ 141569 w 1114292"/>
                <a:gd name="connsiteY3" fmla="*/ 132471 h 1176985"/>
                <a:gd name="connsiteX4" fmla="*/ 1065 w 1114292"/>
                <a:gd name="connsiteY4" fmla="*/ 669849 h 1176985"/>
                <a:gd name="connsiteX0" fmla="*/ 1107971 w 1112550"/>
                <a:gd name="connsiteY0" fmla="*/ 1177949 h 1177949"/>
                <a:gd name="connsiteX1" fmla="*/ 857691 w 1112550"/>
                <a:gd name="connsiteY1" fmla="*/ 467584 h 1177949"/>
                <a:gd name="connsiteX2" fmla="*/ 512673 w 1112550"/>
                <a:gd name="connsiteY2" fmla="*/ 23056 h 1177949"/>
                <a:gd name="connsiteX3" fmla="*/ 141569 w 1112550"/>
                <a:gd name="connsiteY3" fmla="*/ 133435 h 1177949"/>
                <a:gd name="connsiteX4" fmla="*/ 1065 w 1112550"/>
                <a:gd name="connsiteY4" fmla="*/ 670813 h 1177949"/>
                <a:gd name="connsiteX0" fmla="*/ 1091195 w 1096130"/>
                <a:gd name="connsiteY0" fmla="*/ 1151933 h 1151933"/>
                <a:gd name="connsiteX1" fmla="*/ 857691 w 1096130"/>
                <a:gd name="connsiteY1" fmla="*/ 467584 h 1151933"/>
                <a:gd name="connsiteX2" fmla="*/ 512673 w 1096130"/>
                <a:gd name="connsiteY2" fmla="*/ 23056 h 1151933"/>
                <a:gd name="connsiteX3" fmla="*/ 141569 w 1096130"/>
                <a:gd name="connsiteY3" fmla="*/ 133435 h 1151933"/>
                <a:gd name="connsiteX4" fmla="*/ 1065 w 1096130"/>
                <a:gd name="connsiteY4" fmla="*/ 670813 h 1151933"/>
                <a:gd name="connsiteX0" fmla="*/ 1091407 w 1096342"/>
                <a:gd name="connsiteY0" fmla="*/ 1173456 h 1173456"/>
                <a:gd name="connsiteX1" fmla="*/ 857903 w 1096342"/>
                <a:gd name="connsiteY1" fmla="*/ 489107 h 1173456"/>
                <a:gd name="connsiteX2" fmla="*/ 512885 w 1096342"/>
                <a:gd name="connsiteY2" fmla="*/ 44579 h 1173456"/>
                <a:gd name="connsiteX3" fmla="*/ 122753 w 1096342"/>
                <a:gd name="connsiteY3" fmla="*/ 95414 h 1173456"/>
                <a:gd name="connsiteX4" fmla="*/ 1277 w 1096342"/>
                <a:gd name="connsiteY4" fmla="*/ 692336 h 1173456"/>
                <a:gd name="connsiteX0" fmla="*/ 1091407 w 1219070"/>
                <a:gd name="connsiteY0" fmla="*/ 1173456 h 1173456"/>
                <a:gd name="connsiteX1" fmla="*/ 1213236 w 1219070"/>
                <a:gd name="connsiteY1" fmla="*/ 881141 h 1173456"/>
                <a:gd name="connsiteX2" fmla="*/ 857903 w 1219070"/>
                <a:gd name="connsiteY2" fmla="*/ 489107 h 1173456"/>
                <a:gd name="connsiteX3" fmla="*/ 512885 w 1219070"/>
                <a:gd name="connsiteY3" fmla="*/ 44579 h 1173456"/>
                <a:gd name="connsiteX4" fmla="*/ 122753 w 1219070"/>
                <a:gd name="connsiteY4" fmla="*/ 95414 h 1173456"/>
                <a:gd name="connsiteX5" fmla="*/ 1277 w 1219070"/>
                <a:gd name="connsiteY5" fmla="*/ 692336 h 1173456"/>
                <a:gd name="connsiteX0" fmla="*/ 1091407 w 1362635"/>
                <a:gd name="connsiteY0" fmla="*/ 1173456 h 1173456"/>
                <a:gd name="connsiteX1" fmla="*/ 1359302 w 1362635"/>
                <a:gd name="connsiteY1" fmla="*/ 977693 h 1173456"/>
                <a:gd name="connsiteX2" fmla="*/ 857903 w 1362635"/>
                <a:gd name="connsiteY2" fmla="*/ 489107 h 1173456"/>
                <a:gd name="connsiteX3" fmla="*/ 512885 w 1362635"/>
                <a:gd name="connsiteY3" fmla="*/ 44579 h 1173456"/>
                <a:gd name="connsiteX4" fmla="*/ 122753 w 1362635"/>
                <a:gd name="connsiteY4" fmla="*/ 95414 h 1173456"/>
                <a:gd name="connsiteX5" fmla="*/ 1277 w 1362635"/>
                <a:gd name="connsiteY5" fmla="*/ 692336 h 1173456"/>
                <a:gd name="connsiteX0" fmla="*/ 951574 w 1359716"/>
                <a:gd name="connsiteY0" fmla="*/ 1152139 h 1152139"/>
                <a:gd name="connsiteX1" fmla="*/ 1359302 w 1359716"/>
                <a:gd name="connsiteY1" fmla="*/ 977693 h 1152139"/>
                <a:gd name="connsiteX2" fmla="*/ 857903 w 1359716"/>
                <a:gd name="connsiteY2" fmla="*/ 489107 h 1152139"/>
                <a:gd name="connsiteX3" fmla="*/ 512885 w 1359716"/>
                <a:gd name="connsiteY3" fmla="*/ 44579 h 1152139"/>
                <a:gd name="connsiteX4" fmla="*/ 122753 w 1359716"/>
                <a:gd name="connsiteY4" fmla="*/ 95414 h 1152139"/>
                <a:gd name="connsiteX5" fmla="*/ 1277 w 1359716"/>
                <a:gd name="connsiteY5" fmla="*/ 692336 h 1152139"/>
                <a:gd name="connsiteX0" fmla="*/ 1062755 w 1470895"/>
                <a:gd name="connsiteY0" fmla="*/ 1133343 h 1133343"/>
                <a:gd name="connsiteX1" fmla="*/ 1470483 w 1470895"/>
                <a:gd name="connsiteY1" fmla="*/ 958897 h 1133343"/>
                <a:gd name="connsiteX2" fmla="*/ 969084 w 1470895"/>
                <a:gd name="connsiteY2" fmla="*/ 470311 h 1133343"/>
                <a:gd name="connsiteX3" fmla="*/ 624066 w 1470895"/>
                <a:gd name="connsiteY3" fmla="*/ 25783 h 1133343"/>
                <a:gd name="connsiteX4" fmla="*/ 233934 w 1470895"/>
                <a:gd name="connsiteY4" fmla="*/ 76618 h 1133343"/>
                <a:gd name="connsiteX5" fmla="*/ 2069 w 1470895"/>
                <a:gd name="connsiteY5" fmla="*/ 208784 h 1133343"/>
                <a:gd name="connsiteX6" fmla="*/ 112458 w 1470895"/>
                <a:gd name="connsiteY6" fmla="*/ 673540 h 1133343"/>
                <a:gd name="connsiteX0" fmla="*/ 1062675 w 1470816"/>
                <a:gd name="connsiteY0" fmla="*/ 1133342 h 1133342"/>
                <a:gd name="connsiteX1" fmla="*/ 1470403 w 1470816"/>
                <a:gd name="connsiteY1" fmla="*/ 958896 h 1133342"/>
                <a:gd name="connsiteX2" fmla="*/ 969004 w 1470816"/>
                <a:gd name="connsiteY2" fmla="*/ 470310 h 1133342"/>
                <a:gd name="connsiteX3" fmla="*/ 623986 w 1470816"/>
                <a:gd name="connsiteY3" fmla="*/ 25782 h 1133342"/>
                <a:gd name="connsiteX4" fmla="*/ 233854 w 1470816"/>
                <a:gd name="connsiteY4" fmla="*/ 76617 h 1133342"/>
                <a:gd name="connsiteX5" fmla="*/ 1989 w 1470816"/>
                <a:gd name="connsiteY5" fmla="*/ 208783 h 1133342"/>
                <a:gd name="connsiteX6" fmla="*/ 118410 w 1470816"/>
                <a:gd name="connsiteY6" fmla="*/ 712359 h 113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0816" h="1133342">
                  <a:moveTo>
                    <a:pt x="1062675" y="1133342"/>
                  </a:moveTo>
                  <a:cubicBezTo>
                    <a:pt x="1054629" y="1088467"/>
                    <a:pt x="1486015" y="1069401"/>
                    <a:pt x="1470403" y="958896"/>
                  </a:cubicBezTo>
                  <a:cubicBezTo>
                    <a:pt x="1454791" y="848391"/>
                    <a:pt x="1110074" y="625829"/>
                    <a:pt x="969004" y="470310"/>
                  </a:cubicBezTo>
                  <a:cubicBezTo>
                    <a:pt x="827935" y="314791"/>
                    <a:pt x="746511" y="91398"/>
                    <a:pt x="623986" y="25782"/>
                  </a:cubicBezTo>
                  <a:cubicBezTo>
                    <a:pt x="501461" y="-39834"/>
                    <a:pt x="314662" y="35684"/>
                    <a:pt x="233854" y="76617"/>
                  </a:cubicBezTo>
                  <a:cubicBezTo>
                    <a:pt x="153046" y="117550"/>
                    <a:pt x="22235" y="109296"/>
                    <a:pt x="1989" y="208783"/>
                  </a:cubicBezTo>
                  <a:cubicBezTo>
                    <a:pt x="-18257" y="308270"/>
                    <a:pt x="122870" y="645333"/>
                    <a:pt x="118410" y="712359"/>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2" name="Oval 55">
              <a:extLst>
                <a:ext uri="{FF2B5EF4-FFF2-40B4-BE49-F238E27FC236}">
                  <a16:creationId xmlns:a16="http://schemas.microsoft.com/office/drawing/2014/main" id="{B471195A-47D3-44F9-5440-086ACC8ED9B4}"/>
                </a:ext>
              </a:extLst>
            </p:cNvPr>
            <p:cNvSpPr/>
            <p:nvPr userDrawn="1"/>
          </p:nvSpPr>
          <p:spPr>
            <a:xfrm rot="10314464" flipH="1" flipV="1">
              <a:off x="11008804" y="1651070"/>
              <a:ext cx="402432" cy="563922"/>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551" h="589221">
                  <a:moveTo>
                    <a:pt x="26159" y="259494"/>
                  </a:moveTo>
                  <a:cubicBezTo>
                    <a:pt x="-1910" y="163542"/>
                    <a:pt x="-20601" y="37547"/>
                    <a:pt x="41464" y="11699"/>
                  </a:cubicBezTo>
                  <a:cubicBezTo>
                    <a:pt x="103529" y="-14149"/>
                    <a:pt x="395707" y="-2924"/>
                    <a:pt x="398551" y="104403"/>
                  </a:cubicBezTo>
                  <a:cubicBezTo>
                    <a:pt x="277289" y="308722"/>
                    <a:pt x="271942" y="561562"/>
                    <a:pt x="209877" y="587410"/>
                  </a:cubicBezTo>
                  <a:cubicBezTo>
                    <a:pt x="147812" y="613258"/>
                    <a:pt x="54228" y="355446"/>
                    <a:pt x="26159" y="259494"/>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55">
              <a:extLst>
                <a:ext uri="{FF2B5EF4-FFF2-40B4-BE49-F238E27FC236}">
                  <a16:creationId xmlns:a16="http://schemas.microsoft.com/office/drawing/2014/main" id="{45E56F4A-7769-CA23-30F9-5E4F555400B3}"/>
                </a:ext>
              </a:extLst>
            </p:cNvPr>
            <p:cNvSpPr/>
            <p:nvPr userDrawn="1"/>
          </p:nvSpPr>
          <p:spPr>
            <a:xfrm rot="19590327" flipH="1" flipV="1">
              <a:off x="10662988" y="79826"/>
              <a:ext cx="333153" cy="499016"/>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0148 w 292930"/>
                <a:gd name="connsiteY0" fmla="*/ 249704 h 578225"/>
                <a:gd name="connsiteX1" fmla="*/ 35453 w 292930"/>
                <a:gd name="connsiteY1" fmla="*/ 1909 h 578225"/>
                <a:gd name="connsiteX2" fmla="*/ 292930 w 292930"/>
                <a:gd name="connsiteY2" fmla="*/ 163268 h 578225"/>
                <a:gd name="connsiteX3" fmla="*/ 203866 w 292930"/>
                <a:gd name="connsiteY3" fmla="*/ 577620 h 578225"/>
                <a:gd name="connsiteX4" fmla="*/ 20148 w 292930"/>
                <a:gd name="connsiteY4" fmla="*/ 249704 h 578225"/>
                <a:gd name="connsiteX0" fmla="*/ 3173 w 275955"/>
                <a:gd name="connsiteY0" fmla="*/ 303415 h 631958"/>
                <a:gd name="connsiteX1" fmla="*/ 85593 w 275955"/>
                <a:gd name="connsiteY1" fmla="*/ 1156 h 631958"/>
                <a:gd name="connsiteX2" fmla="*/ 275955 w 275955"/>
                <a:gd name="connsiteY2" fmla="*/ 216979 h 631958"/>
                <a:gd name="connsiteX3" fmla="*/ 186891 w 275955"/>
                <a:gd name="connsiteY3" fmla="*/ 631331 h 631958"/>
                <a:gd name="connsiteX4" fmla="*/ 3173 w 275955"/>
                <a:gd name="connsiteY4" fmla="*/ 303415 h 631958"/>
                <a:gd name="connsiteX0" fmla="*/ 11814 w 284596"/>
                <a:gd name="connsiteY0" fmla="*/ 314259 h 642802"/>
                <a:gd name="connsiteX1" fmla="*/ 94234 w 284596"/>
                <a:gd name="connsiteY1" fmla="*/ 12000 h 642802"/>
                <a:gd name="connsiteX2" fmla="*/ 284596 w 284596"/>
                <a:gd name="connsiteY2" fmla="*/ 227823 h 642802"/>
                <a:gd name="connsiteX3" fmla="*/ 195532 w 284596"/>
                <a:gd name="connsiteY3" fmla="*/ 642175 h 642802"/>
                <a:gd name="connsiteX4" fmla="*/ 11814 w 284596"/>
                <a:gd name="connsiteY4" fmla="*/ 314259 h 642802"/>
                <a:gd name="connsiteX0" fmla="*/ 11814 w 284596"/>
                <a:gd name="connsiteY0" fmla="*/ 314259 h 643314"/>
                <a:gd name="connsiteX1" fmla="*/ 94234 w 284596"/>
                <a:gd name="connsiteY1" fmla="*/ 12000 h 643314"/>
                <a:gd name="connsiteX2" fmla="*/ 284596 w 284596"/>
                <a:gd name="connsiteY2" fmla="*/ 227823 h 643314"/>
                <a:gd name="connsiteX3" fmla="*/ 195532 w 284596"/>
                <a:gd name="connsiteY3" fmla="*/ 642175 h 643314"/>
                <a:gd name="connsiteX4" fmla="*/ 11814 w 284596"/>
                <a:gd name="connsiteY4" fmla="*/ 314259 h 643314"/>
                <a:gd name="connsiteX0" fmla="*/ 11814 w 286580"/>
                <a:gd name="connsiteY0" fmla="*/ 314259 h 643314"/>
                <a:gd name="connsiteX1" fmla="*/ 94234 w 286580"/>
                <a:gd name="connsiteY1" fmla="*/ 12000 h 643314"/>
                <a:gd name="connsiteX2" fmla="*/ 284596 w 286580"/>
                <a:gd name="connsiteY2" fmla="*/ 227823 h 643314"/>
                <a:gd name="connsiteX3" fmla="*/ 195532 w 286580"/>
                <a:gd name="connsiteY3" fmla="*/ 642175 h 643314"/>
                <a:gd name="connsiteX4" fmla="*/ 11814 w 286580"/>
                <a:gd name="connsiteY4" fmla="*/ 314259 h 643314"/>
                <a:gd name="connsiteX0" fmla="*/ 7395 w 231437"/>
                <a:gd name="connsiteY0" fmla="*/ 296026 h 631679"/>
                <a:gd name="connsiteX1" fmla="*/ 40189 w 231437"/>
                <a:gd name="connsiteY1" fmla="*/ 988 h 631679"/>
                <a:gd name="connsiteX2" fmla="*/ 230551 w 231437"/>
                <a:gd name="connsiteY2" fmla="*/ 216811 h 631679"/>
                <a:gd name="connsiteX3" fmla="*/ 141487 w 231437"/>
                <a:gd name="connsiteY3" fmla="*/ 631163 h 631679"/>
                <a:gd name="connsiteX4" fmla="*/ 7395 w 231437"/>
                <a:gd name="connsiteY4" fmla="*/ 296026 h 631679"/>
                <a:gd name="connsiteX0" fmla="*/ 23024 w 247066"/>
                <a:gd name="connsiteY0" fmla="*/ 304842 h 640495"/>
                <a:gd name="connsiteX1" fmla="*/ 55818 w 247066"/>
                <a:gd name="connsiteY1" fmla="*/ 9804 h 640495"/>
                <a:gd name="connsiteX2" fmla="*/ 246180 w 247066"/>
                <a:gd name="connsiteY2" fmla="*/ 225627 h 640495"/>
                <a:gd name="connsiteX3" fmla="*/ 157116 w 247066"/>
                <a:gd name="connsiteY3" fmla="*/ 639979 h 640495"/>
                <a:gd name="connsiteX4" fmla="*/ 23024 w 247066"/>
                <a:gd name="connsiteY4" fmla="*/ 304842 h 64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066" h="640495">
                  <a:moveTo>
                    <a:pt x="23024" y="304842"/>
                  </a:moveTo>
                  <a:cubicBezTo>
                    <a:pt x="6141" y="199813"/>
                    <a:pt x="-32346" y="60825"/>
                    <a:pt x="55818" y="9804"/>
                  </a:cubicBezTo>
                  <a:cubicBezTo>
                    <a:pt x="143982" y="-41217"/>
                    <a:pt x="243336" y="118300"/>
                    <a:pt x="246180" y="225627"/>
                  </a:cubicBezTo>
                  <a:cubicBezTo>
                    <a:pt x="255124" y="423079"/>
                    <a:pt x="194309" y="626777"/>
                    <a:pt x="157116" y="639979"/>
                  </a:cubicBezTo>
                  <a:cubicBezTo>
                    <a:pt x="119923" y="653181"/>
                    <a:pt x="39907" y="409871"/>
                    <a:pt x="23024" y="304842"/>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CA34B2-AD3B-0155-6CA2-9659F1D7EBF0}"/>
                </a:ext>
              </a:extLst>
            </p:cNvPr>
            <p:cNvSpPr/>
            <p:nvPr userDrawn="1"/>
          </p:nvSpPr>
          <p:spPr>
            <a:xfrm rot="9471250">
              <a:off x="9708784" y="4638917"/>
              <a:ext cx="2227667" cy="1888763"/>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2003629 w 2116847"/>
                <a:gd name="connsiteY0" fmla="*/ 242174 h 1608089"/>
                <a:gd name="connsiteX1" fmla="*/ 2107751 w 2116847"/>
                <a:gd name="connsiteY1" fmla="*/ 751269 h 1608089"/>
                <a:gd name="connsiteX2" fmla="*/ 2094242 w 2116847"/>
                <a:gd name="connsiteY2" fmla="*/ 1146399 h 1608089"/>
                <a:gd name="connsiteX3" fmla="*/ 1955119 w 2116847"/>
                <a:gd name="connsiteY3" fmla="*/ 1504259 h 1608089"/>
                <a:gd name="connsiteX4" fmla="*/ 1533861 w 2116847"/>
                <a:gd name="connsiteY4" fmla="*/ 1603785 h 1608089"/>
                <a:gd name="connsiteX5" fmla="*/ 1299751 w 2116847"/>
                <a:gd name="connsiteY5" fmla="*/ 1394171 h 1608089"/>
                <a:gd name="connsiteX6" fmla="*/ 1528793 w 2116847"/>
                <a:gd name="connsiteY6" fmla="*/ 850659 h 1608089"/>
                <a:gd name="connsiteX7" fmla="*/ 1347852 w 2116847"/>
                <a:gd name="connsiteY7" fmla="*/ 556435 h 1608089"/>
                <a:gd name="connsiteX8" fmla="*/ 1032911 w 2116847"/>
                <a:gd name="connsiteY8" fmla="*/ 490647 h 1608089"/>
                <a:gd name="connsiteX9" fmla="*/ 706876 w 2116847"/>
                <a:gd name="connsiteY9" fmla="*/ 534279 h 1608089"/>
                <a:gd name="connsiteX10" fmla="*/ 63637 w 2116847"/>
                <a:gd name="connsiteY10" fmla="*/ 0 h 1608089"/>
                <a:gd name="connsiteX0" fmla="*/ 1941337 w 2054555"/>
                <a:gd name="connsiteY0" fmla="*/ 242174 h 1608089"/>
                <a:gd name="connsiteX1" fmla="*/ 2045459 w 2054555"/>
                <a:gd name="connsiteY1" fmla="*/ 751269 h 1608089"/>
                <a:gd name="connsiteX2" fmla="*/ 2031950 w 2054555"/>
                <a:gd name="connsiteY2" fmla="*/ 1146399 h 1608089"/>
                <a:gd name="connsiteX3" fmla="*/ 1892827 w 2054555"/>
                <a:gd name="connsiteY3" fmla="*/ 1504259 h 1608089"/>
                <a:gd name="connsiteX4" fmla="*/ 1471569 w 2054555"/>
                <a:gd name="connsiteY4" fmla="*/ 1603785 h 1608089"/>
                <a:gd name="connsiteX5" fmla="*/ 1237459 w 2054555"/>
                <a:gd name="connsiteY5" fmla="*/ 1394171 h 1608089"/>
                <a:gd name="connsiteX6" fmla="*/ 1466501 w 2054555"/>
                <a:gd name="connsiteY6" fmla="*/ 850659 h 1608089"/>
                <a:gd name="connsiteX7" fmla="*/ 1285560 w 2054555"/>
                <a:gd name="connsiteY7" fmla="*/ 556435 h 1608089"/>
                <a:gd name="connsiteX8" fmla="*/ 970619 w 2054555"/>
                <a:gd name="connsiteY8" fmla="*/ 490647 h 1608089"/>
                <a:gd name="connsiteX9" fmla="*/ 644584 w 2054555"/>
                <a:gd name="connsiteY9" fmla="*/ 534279 h 1608089"/>
                <a:gd name="connsiteX10" fmla="*/ 1345 w 2054555"/>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971162 w 2055098"/>
                <a:gd name="connsiteY8" fmla="*/ 490647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11456 w 2055098"/>
                <a:gd name="connsiteY8" fmla="*/ 576870 h 1608089"/>
                <a:gd name="connsiteX9" fmla="*/ 479804 w 2055098"/>
                <a:gd name="connsiteY9" fmla="*/ 622231 h 1608089"/>
                <a:gd name="connsiteX10" fmla="*/ 1888 w 2055098"/>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2222127 w 2223363"/>
                <a:gd name="connsiteY0" fmla="*/ 339098 h 1608089"/>
                <a:gd name="connsiteX1" fmla="*/ 2046002 w 2223363"/>
                <a:gd name="connsiteY1" fmla="*/ 751269 h 1608089"/>
                <a:gd name="connsiteX2" fmla="*/ 2032493 w 2223363"/>
                <a:gd name="connsiteY2" fmla="*/ 1146399 h 1608089"/>
                <a:gd name="connsiteX3" fmla="*/ 1893370 w 2223363"/>
                <a:gd name="connsiteY3" fmla="*/ 1504259 h 1608089"/>
                <a:gd name="connsiteX4" fmla="*/ 1472112 w 2223363"/>
                <a:gd name="connsiteY4" fmla="*/ 1603785 h 1608089"/>
                <a:gd name="connsiteX5" fmla="*/ 1238002 w 2223363"/>
                <a:gd name="connsiteY5" fmla="*/ 1394171 h 1608089"/>
                <a:gd name="connsiteX6" fmla="*/ 1396397 w 2223363"/>
                <a:gd name="connsiteY6" fmla="*/ 877244 h 1608089"/>
                <a:gd name="connsiteX7" fmla="*/ 1192976 w 2223363"/>
                <a:gd name="connsiteY7" fmla="*/ 559339 h 1608089"/>
                <a:gd name="connsiteX8" fmla="*/ 811456 w 2223363"/>
                <a:gd name="connsiteY8" fmla="*/ 576870 h 1608089"/>
                <a:gd name="connsiteX9" fmla="*/ 479804 w 2223363"/>
                <a:gd name="connsiteY9" fmla="*/ 622231 h 1608089"/>
                <a:gd name="connsiteX10" fmla="*/ 1888 w 2223363"/>
                <a:gd name="connsiteY10" fmla="*/ 0 h 1608089"/>
                <a:gd name="connsiteX0" fmla="*/ 2222127 w 2282330"/>
                <a:gd name="connsiteY0" fmla="*/ 339098 h 1608089"/>
                <a:gd name="connsiteX1" fmla="*/ 2273926 w 2282330"/>
                <a:gd name="connsiteY1" fmla="*/ 811957 h 1608089"/>
                <a:gd name="connsiteX2" fmla="*/ 2032493 w 2282330"/>
                <a:gd name="connsiteY2" fmla="*/ 1146399 h 1608089"/>
                <a:gd name="connsiteX3" fmla="*/ 1893370 w 2282330"/>
                <a:gd name="connsiteY3" fmla="*/ 1504259 h 1608089"/>
                <a:gd name="connsiteX4" fmla="*/ 1472112 w 2282330"/>
                <a:gd name="connsiteY4" fmla="*/ 1603785 h 1608089"/>
                <a:gd name="connsiteX5" fmla="*/ 1238002 w 2282330"/>
                <a:gd name="connsiteY5" fmla="*/ 1394171 h 1608089"/>
                <a:gd name="connsiteX6" fmla="*/ 1396397 w 2282330"/>
                <a:gd name="connsiteY6" fmla="*/ 877244 h 1608089"/>
                <a:gd name="connsiteX7" fmla="*/ 1192976 w 2282330"/>
                <a:gd name="connsiteY7" fmla="*/ 559339 h 1608089"/>
                <a:gd name="connsiteX8" fmla="*/ 811456 w 2282330"/>
                <a:gd name="connsiteY8" fmla="*/ 576870 h 1608089"/>
                <a:gd name="connsiteX9" fmla="*/ 479804 w 2282330"/>
                <a:gd name="connsiteY9" fmla="*/ 622231 h 1608089"/>
                <a:gd name="connsiteX10" fmla="*/ 1888 w 2282330"/>
                <a:gd name="connsiteY10" fmla="*/ 0 h 1608089"/>
                <a:gd name="connsiteX0" fmla="*/ 2222127 w 2275639"/>
                <a:gd name="connsiteY0" fmla="*/ 339098 h 1607546"/>
                <a:gd name="connsiteX1" fmla="*/ 2273926 w 2275639"/>
                <a:gd name="connsiteY1" fmla="*/ 811957 h 1607546"/>
                <a:gd name="connsiteX2" fmla="*/ 2155400 w 2275639"/>
                <a:gd name="connsiteY2" fmla="*/ 1204190 h 1607546"/>
                <a:gd name="connsiteX3" fmla="*/ 1893370 w 2275639"/>
                <a:gd name="connsiteY3" fmla="*/ 1504259 h 1607546"/>
                <a:gd name="connsiteX4" fmla="*/ 1472112 w 2275639"/>
                <a:gd name="connsiteY4" fmla="*/ 1603785 h 1607546"/>
                <a:gd name="connsiteX5" fmla="*/ 1238002 w 2275639"/>
                <a:gd name="connsiteY5" fmla="*/ 1394171 h 1607546"/>
                <a:gd name="connsiteX6" fmla="*/ 1396397 w 2275639"/>
                <a:gd name="connsiteY6" fmla="*/ 877244 h 1607546"/>
                <a:gd name="connsiteX7" fmla="*/ 1192976 w 2275639"/>
                <a:gd name="connsiteY7" fmla="*/ 559339 h 1607546"/>
                <a:gd name="connsiteX8" fmla="*/ 811456 w 2275639"/>
                <a:gd name="connsiteY8" fmla="*/ 576870 h 1607546"/>
                <a:gd name="connsiteX9" fmla="*/ 479804 w 2275639"/>
                <a:gd name="connsiteY9" fmla="*/ 622231 h 1607546"/>
                <a:gd name="connsiteX10" fmla="*/ 1888 w 2275639"/>
                <a:gd name="connsiteY10" fmla="*/ 0 h 1607546"/>
                <a:gd name="connsiteX0" fmla="*/ 2222127 w 2275639"/>
                <a:gd name="connsiteY0" fmla="*/ 339098 h 1663689"/>
                <a:gd name="connsiteX1" fmla="*/ 2273926 w 2275639"/>
                <a:gd name="connsiteY1" fmla="*/ 811957 h 1663689"/>
                <a:gd name="connsiteX2" fmla="*/ 2155400 w 2275639"/>
                <a:gd name="connsiteY2" fmla="*/ 1204190 h 1663689"/>
                <a:gd name="connsiteX3" fmla="*/ 1753925 w 2275639"/>
                <a:gd name="connsiteY3" fmla="*/ 1632765 h 1663689"/>
                <a:gd name="connsiteX4" fmla="*/ 1472112 w 2275639"/>
                <a:gd name="connsiteY4" fmla="*/ 1603785 h 1663689"/>
                <a:gd name="connsiteX5" fmla="*/ 1238002 w 2275639"/>
                <a:gd name="connsiteY5" fmla="*/ 1394171 h 1663689"/>
                <a:gd name="connsiteX6" fmla="*/ 1396397 w 2275639"/>
                <a:gd name="connsiteY6" fmla="*/ 877244 h 1663689"/>
                <a:gd name="connsiteX7" fmla="*/ 1192976 w 2275639"/>
                <a:gd name="connsiteY7" fmla="*/ 559339 h 1663689"/>
                <a:gd name="connsiteX8" fmla="*/ 811456 w 2275639"/>
                <a:gd name="connsiteY8" fmla="*/ 576870 h 1663689"/>
                <a:gd name="connsiteX9" fmla="*/ 479804 w 2275639"/>
                <a:gd name="connsiteY9" fmla="*/ 622231 h 1663689"/>
                <a:gd name="connsiteX10" fmla="*/ 1888 w 2275639"/>
                <a:gd name="connsiteY10" fmla="*/ 0 h 1663689"/>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92976 w 2275639"/>
                <a:gd name="connsiteY7" fmla="*/ 559339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35437 w 2275639"/>
                <a:gd name="connsiteY7" fmla="*/ 662626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766295"/>
                <a:gd name="connsiteX1" fmla="*/ 2273926 w 2275639"/>
                <a:gd name="connsiteY1" fmla="*/ 811957 h 1766295"/>
                <a:gd name="connsiteX2" fmla="*/ 2155400 w 2275639"/>
                <a:gd name="connsiteY2" fmla="*/ 1204190 h 1766295"/>
                <a:gd name="connsiteX3" fmla="*/ 1753925 w 2275639"/>
                <a:gd name="connsiteY3" fmla="*/ 1632765 h 1766295"/>
                <a:gd name="connsiteX4" fmla="*/ 1210726 w 2275639"/>
                <a:gd name="connsiteY4" fmla="*/ 1759772 h 1766295"/>
                <a:gd name="connsiteX5" fmla="*/ 1143187 w 2275639"/>
                <a:gd name="connsiteY5" fmla="*/ 1468668 h 1766295"/>
                <a:gd name="connsiteX6" fmla="*/ 1396397 w 2275639"/>
                <a:gd name="connsiteY6" fmla="*/ 877244 h 1766295"/>
                <a:gd name="connsiteX7" fmla="*/ 1135437 w 2275639"/>
                <a:gd name="connsiteY7" fmla="*/ 662626 h 1766295"/>
                <a:gd name="connsiteX8" fmla="*/ 811456 w 2275639"/>
                <a:gd name="connsiteY8" fmla="*/ 576870 h 1766295"/>
                <a:gd name="connsiteX9" fmla="*/ 479804 w 2275639"/>
                <a:gd name="connsiteY9" fmla="*/ 622231 h 1766295"/>
                <a:gd name="connsiteX10" fmla="*/ 1888 w 2275639"/>
                <a:gd name="connsiteY10" fmla="*/ 0 h 1766295"/>
                <a:gd name="connsiteX0" fmla="*/ 2232818 w 2286330"/>
                <a:gd name="connsiteY0" fmla="*/ 0 h 1427197"/>
                <a:gd name="connsiteX1" fmla="*/ 2284617 w 2286330"/>
                <a:gd name="connsiteY1" fmla="*/ 472859 h 1427197"/>
                <a:gd name="connsiteX2" fmla="*/ 2166091 w 2286330"/>
                <a:gd name="connsiteY2" fmla="*/ 865092 h 1427197"/>
                <a:gd name="connsiteX3" fmla="*/ 1764616 w 2286330"/>
                <a:gd name="connsiteY3" fmla="*/ 1293667 h 1427197"/>
                <a:gd name="connsiteX4" fmla="*/ 1221417 w 2286330"/>
                <a:gd name="connsiteY4" fmla="*/ 1420674 h 1427197"/>
                <a:gd name="connsiteX5" fmla="*/ 1153878 w 2286330"/>
                <a:gd name="connsiteY5" fmla="*/ 1129570 h 1427197"/>
                <a:gd name="connsiteX6" fmla="*/ 1407088 w 2286330"/>
                <a:gd name="connsiteY6" fmla="*/ 538146 h 1427197"/>
                <a:gd name="connsiteX7" fmla="*/ 1146128 w 2286330"/>
                <a:gd name="connsiteY7" fmla="*/ 323528 h 1427197"/>
                <a:gd name="connsiteX8" fmla="*/ 822147 w 2286330"/>
                <a:gd name="connsiteY8" fmla="*/ 237772 h 1427197"/>
                <a:gd name="connsiteX9" fmla="*/ 490495 w 2286330"/>
                <a:gd name="connsiteY9" fmla="*/ 283133 h 1427197"/>
                <a:gd name="connsiteX10" fmla="*/ 1840 w 2286330"/>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2342 w 2286525"/>
                <a:gd name="connsiteY8" fmla="*/ 237772 h 1427197"/>
                <a:gd name="connsiteX9" fmla="*/ 450411 w 2286525"/>
                <a:gd name="connsiteY9" fmla="*/ 416339 h 1427197"/>
                <a:gd name="connsiteX10" fmla="*/ 2035 w 2286525"/>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3017 w 2286525"/>
                <a:gd name="connsiteY8" fmla="*/ 358367 h 1427197"/>
                <a:gd name="connsiteX9" fmla="*/ 450411 w 2286525"/>
                <a:gd name="connsiteY9" fmla="*/ 416339 h 1427197"/>
                <a:gd name="connsiteX10" fmla="*/ 2035 w 2286525"/>
                <a:gd name="connsiteY10" fmla="*/ 54302 h 1427197"/>
                <a:gd name="connsiteX0" fmla="*/ 2373424 w 2375985"/>
                <a:gd name="connsiteY0" fmla="*/ 0 h 1470432"/>
                <a:gd name="connsiteX1" fmla="*/ 2284812 w 2375985"/>
                <a:gd name="connsiteY1" fmla="*/ 516094 h 1470432"/>
                <a:gd name="connsiteX2" fmla="*/ 2166286 w 2375985"/>
                <a:gd name="connsiteY2" fmla="*/ 908327 h 1470432"/>
                <a:gd name="connsiteX3" fmla="*/ 1764811 w 2375985"/>
                <a:gd name="connsiteY3" fmla="*/ 1336902 h 1470432"/>
                <a:gd name="connsiteX4" fmla="*/ 1221612 w 2375985"/>
                <a:gd name="connsiteY4" fmla="*/ 1463909 h 1470432"/>
                <a:gd name="connsiteX5" fmla="*/ 1154073 w 2375985"/>
                <a:gd name="connsiteY5" fmla="*/ 1172805 h 1470432"/>
                <a:gd name="connsiteX6" fmla="*/ 1407283 w 2375985"/>
                <a:gd name="connsiteY6" fmla="*/ 581381 h 1470432"/>
                <a:gd name="connsiteX7" fmla="*/ 1146323 w 2375985"/>
                <a:gd name="connsiteY7" fmla="*/ 366763 h 1470432"/>
                <a:gd name="connsiteX8" fmla="*/ 823017 w 2375985"/>
                <a:gd name="connsiteY8" fmla="*/ 401602 h 1470432"/>
                <a:gd name="connsiteX9" fmla="*/ 450411 w 2375985"/>
                <a:gd name="connsiteY9" fmla="*/ 459574 h 1470432"/>
                <a:gd name="connsiteX10" fmla="*/ 2035 w 2375985"/>
                <a:gd name="connsiteY10" fmla="*/ 97537 h 1470432"/>
                <a:gd name="connsiteX0" fmla="*/ 2373424 w 2394162"/>
                <a:gd name="connsiteY0" fmla="*/ 0 h 1470432"/>
                <a:gd name="connsiteX1" fmla="*/ 2374888 w 2394162"/>
                <a:gd name="connsiteY1" fmla="*/ 511007 h 1470432"/>
                <a:gd name="connsiteX2" fmla="*/ 2166286 w 2394162"/>
                <a:gd name="connsiteY2" fmla="*/ 908327 h 1470432"/>
                <a:gd name="connsiteX3" fmla="*/ 1764811 w 2394162"/>
                <a:gd name="connsiteY3" fmla="*/ 1336902 h 1470432"/>
                <a:gd name="connsiteX4" fmla="*/ 1221612 w 2394162"/>
                <a:gd name="connsiteY4" fmla="*/ 1463909 h 1470432"/>
                <a:gd name="connsiteX5" fmla="*/ 1154073 w 2394162"/>
                <a:gd name="connsiteY5" fmla="*/ 1172805 h 1470432"/>
                <a:gd name="connsiteX6" fmla="*/ 1407283 w 2394162"/>
                <a:gd name="connsiteY6" fmla="*/ 581381 h 1470432"/>
                <a:gd name="connsiteX7" fmla="*/ 1146323 w 2394162"/>
                <a:gd name="connsiteY7" fmla="*/ 366763 h 1470432"/>
                <a:gd name="connsiteX8" fmla="*/ 823017 w 2394162"/>
                <a:gd name="connsiteY8" fmla="*/ 401602 h 1470432"/>
                <a:gd name="connsiteX9" fmla="*/ 450411 w 2394162"/>
                <a:gd name="connsiteY9" fmla="*/ 459574 h 1470432"/>
                <a:gd name="connsiteX10" fmla="*/ 2035 w 2394162"/>
                <a:gd name="connsiteY10" fmla="*/ 97537 h 1470432"/>
                <a:gd name="connsiteX0" fmla="*/ 2373424 w 2394162"/>
                <a:gd name="connsiteY0" fmla="*/ 0 h 1465908"/>
                <a:gd name="connsiteX1" fmla="*/ 2374888 w 2394162"/>
                <a:gd name="connsiteY1" fmla="*/ 511007 h 1465908"/>
                <a:gd name="connsiteX2" fmla="*/ 2166286 w 2394162"/>
                <a:gd name="connsiteY2" fmla="*/ 908327 h 1465908"/>
                <a:gd name="connsiteX3" fmla="*/ 1863640 w 2394162"/>
                <a:gd name="connsiteY3" fmla="*/ 1281304 h 1465908"/>
                <a:gd name="connsiteX4" fmla="*/ 1221612 w 2394162"/>
                <a:gd name="connsiteY4" fmla="*/ 1463909 h 1465908"/>
                <a:gd name="connsiteX5" fmla="*/ 1154073 w 2394162"/>
                <a:gd name="connsiteY5" fmla="*/ 1172805 h 1465908"/>
                <a:gd name="connsiteX6" fmla="*/ 1407283 w 2394162"/>
                <a:gd name="connsiteY6" fmla="*/ 581381 h 1465908"/>
                <a:gd name="connsiteX7" fmla="*/ 1146323 w 2394162"/>
                <a:gd name="connsiteY7" fmla="*/ 366763 h 1465908"/>
                <a:gd name="connsiteX8" fmla="*/ 823017 w 2394162"/>
                <a:gd name="connsiteY8" fmla="*/ 401602 h 1465908"/>
                <a:gd name="connsiteX9" fmla="*/ 450411 w 2394162"/>
                <a:gd name="connsiteY9" fmla="*/ 459574 h 1465908"/>
                <a:gd name="connsiteX10" fmla="*/ 2035 w 2394162"/>
                <a:gd name="connsiteY10" fmla="*/ 97537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384784 w 2371663"/>
                <a:gd name="connsiteY6" fmla="*/ 581381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267485 w 2371663"/>
                <a:gd name="connsiteY6" fmla="*/ 652733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383149"/>
                <a:gd name="connsiteX1" fmla="*/ 2352389 w 2371663"/>
                <a:gd name="connsiteY1" fmla="*/ 511007 h 1383149"/>
                <a:gd name="connsiteX2" fmla="*/ 2143787 w 2371663"/>
                <a:gd name="connsiteY2" fmla="*/ 908327 h 1383149"/>
                <a:gd name="connsiteX3" fmla="*/ 1841141 w 2371663"/>
                <a:gd name="connsiteY3" fmla="*/ 1281304 h 1383149"/>
                <a:gd name="connsiteX4" fmla="*/ 1198148 w 2371663"/>
                <a:gd name="connsiteY4" fmla="*/ 1378637 h 1383149"/>
                <a:gd name="connsiteX5" fmla="*/ 1131574 w 2371663"/>
                <a:gd name="connsiteY5" fmla="*/ 1172805 h 1383149"/>
                <a:gd name="connsiteX6" fmla="*/ 1267485 w 2371663"/>
                <a:gd name="connsiteY6" fmla="*/ 652733 h 1383149"/>
                <a:gd name="connsiteX7" fmla="*/ 1123824 w 2371663"/>
                <a:gd name="connsiteY7" fmla="*/ 366763 h 1383149"/>
                <a:gd name="connsiteX8" fmla="*/ 800518 w 2371663"/>
                <a:gd name="connsiteY8" fmla="*/ 401602 h 1383149"/>
                <a:gd name="connsiteX9" fmla="*/ 427912 w 2371663"/>
                <a:gd name="connsiteY9" fmla="*/ 459574 h 1383149"/>
                <a:gd name="connsiteX10" fmla="*/ 2165 w 2371663"/>
                <a:gd name="connsiteY10" fmla="*/ 83019 h 1383149"/>
                <a:gd name="connsiteX0" fmla="*/ 2352389 w 2352389"/>
                <a:gd name="connsiteY0" fmla="*/ 427988 h 1300130"/>
                <a:gd name="connsiteX1" fmla="*/ 2143787 w 2352389"/>
                <a:gd name="connsiteY1" fmla="*/ 825308 h 1300130"/>
                <a:gd name="connsiteX2" fmla="*/ 1841141 w 2352389"/>
                <a:gd name="connsiteY2" fmla="*/ 1198285 h 1300130"/>
                <a:gd name="connsiteX3" fmla="*/ 1198148 w 2352389"/>
                <a:gd name="connsiteY3" fmla="*/ 1295618 h 1300130"/>
                <a:gd name="connsiteX4" fmla="*/ 1131574 w 2352389"/>
                <a:gd name="connsiteY4" fmla="*/ 1089786 h 1300130"/>
                <a:gd name="connsiteX5" fmla="*/ 1267485 w 2352389"/>
                <a:gd name="connsiteY5" fmla="*/ 569714 h 1300130"/>
                <a:gd name="connsiteX6" fmla="*/ 1123824 w 2352389"/>
                <a:gd name="connsiteY6" fmla="*/ 283744 h 1300130"/>
                <a:gd name="connsiteX7" fmla="*/ 800518 w 2352389"/>
                <a:gd name="connsiteY7" fmla="*/ 318583 h 1300130"/>
                <a:gd name="connsiteX8" fmla="*/ 427912 w 2352389"/>
                <a:gd name="connsiteY8" fmla="*/ 376555 h 1300130"/>
                <a:gd name="connsiteX9" fmla="*/ 2165 w 2352389"/>
                <a:gd name="connsiteY9" fmla="*/ 0 h 1300130"/>
                <a:gd name="connsiteX0" fmla="*/ 1930003 w 2144390"/>
                <a:gd name="connsiteY0" fmla="*/ 89936 h 1300130"/>
                <a:gd name="connsiteX1" fmla="*/ 2143787 w 2144390"/>
                <a:gd name="connsiteY1" fmla="*/ 825308 h 1300130"/>
                <a:gd name="connsiteX2" fmla="*/ 1841141 w 2144390"/>
                <a:gd name="connsiteY2" fmla="*/ 1198285 h 1300130"/>
                <a:gd name="connsiteX3" fmla="*/ 1198148 w 2144390"/>
                <a:gd name="connsiteY3" fmla="*/ 1295618 h 1300130"/>
                <a:gd name="connsiteX4" fmla="*/ 1131574 w 2144390"/>
                <a:gd name="connsiteY4" fmla="*/ 1089786 h 1300130"/>
                <a:gd name="connsiteX5" fmla="*/ 1267485 w 2144390"/>
                <a:gd name="connsiteY5" fmla="*/ 569714 h 1300130"/>
                <a:gd name="connsiteX6" fmla="*/ 1123824 w 2144390"/>
                <a:gd name="connsiteY6" fmla="*/ 283744 h 1300130"/>
                <a:gd name="connsiteX7" fmla="*/ 800518 w 2144390"/>
                <a:gd name="connsiteY7" fmla="*/ 318583 h 1300130"/>
                <a:gd name="connsiteX8" fmla="*/ 427912 w 2144390"/>
                <a:gd name="connsiteY8" fmla="*/ 376555 h 1300130"/>
                <a:gd name="connsiteX9" fmla="*/ 2165 w 2144390"/>
                <a:gd name="connsiteY9" fmla="*/ 0 h 1300130"/>
                <a:gd name="connsiteX0" fmla="*/ 1930003 w 1994193"/>
                <a:gd name="connsiteY0" fmla="*/ 89936 h 1301491"/>
                <a:gd name="connsiteX1" fmla="*/ 1992838 w 1994193"/>
                <a:gd name="connsiteY1" fmla="*/ 730852 h 1301491"/>
                <a:gd name="connsiteX2" fmla="*/ 1841141 w 1994193"/>
                <a:gd name="connsiteY2" fmla="*/ 1198285 h 1301491"/>
                <a:gd name="connsiteX3" fmla="*/ 1198148 w 1994193"/>
                <a:gd name="connsiteY3" fmla="*/ 1295618 h 1301491"/>
                <a:gd name="connsiteX4" fmla="*/ 1131574 w 1994193"/>
                <a:gd name="connsiteY4" fmla="*/ 1089786 h 1301491"/>
                <a:gd name="connsiteX5" fmla="*/ 1267485 w 1994193"/>
                <a:gd name="connsiteY5" fmla="*/ 569714 h 1301491"/>
                <a:gd name="connsiteX6" fmla="*/ 1123824 w 1994193"/>
                <a:gd name="connsiteY6" fmla="*/ 283744 h 1301491"/>
                <a:gd name="connsiteX7" fmla="*/ 800518 w 1994193"/>
                <a:gd name="connsiteY7" fmla="*/ 318583 h 1301491"/>
                <a:gd name="connsiteX8" fmla="*/ 427912 w 1994193"/>
                <a:gd name="connsiteY8" fmla="*/ 376555 h 1301491"/>
                <a:gd name="connsiteX9" fmla="*/ 2165 w 1994193"/>
                <a:gd name="connsiteY9" fmla="*/ 0 h 1301491"/>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267485 w 2002396"/>
                <a:gd name="connsiteY5" fmla="*/ 569714 h 1339434"/>
                <a:gd name="connsiteX6" fmla="*/ 1123824 w 2002396"/>
                <a:gd name="connsiteY6" fmla="*/ 283744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267485 w 2002396"/>
                <a:gd name="connsiteY5" fmla="*/ 569714 h 1339434"/>
                <a:gd name="connsiteX6" fmla="*/ 1035969 w 2002396"/>
                <a:gd name="connsiteY6" fmla="*/ 424048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180065 w 2002396"/>
                <a:gd name="connsiteY5" fmla="*/ 657034 h 1339434"/>
                <a:gd name="connsiteX6" fmla="*/ 1035969 w 2002396"/>
                <a:gd name="connsiteY6" fmla="*/ 424048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25507"/>
                <a:gd name="connsiteX1" fmla="*/ 1992838 w 2002396"/>
                <a:gd name="connsiteY1" fmla="*/ 730852 h 1325507"/>
                <a:gd name="connsiteX2" fmla="*/ 1647012 w 2002396"/>
                <a:gd name="connsiteY2" fmla="*/ 1285745 h 1325507"/>
                <a:gd name="connsiteX3" fmla="*/ 1256798 w 2002396"/>
                <a:gd name="connsiteY3" fmla="*/ 1259942 h 1325507"/>
                <a:gd name="connsiteX4" fmla="*/ 1131574 w 2002396"/>
                <a:gd name="connsiteY4" fmla="*/ 1089786 h 1325507"/>
                <a:gd name="connsiteX5" fmla="*/ 1180065 w 2002396"/>
                <a:gd name="connsiteY5" fmla="*/ 657034 h 1325507"/>
                <a:gd name="connsiteX6" fmla="*/ 1035969 w 2002396"/>
                <a:gd name="connsiteY6" fmla="*/ 424048 h 1325507"/>
                <a:gd name="connsiteX7" fmla="*/ 800518 w 2002396"/>
                <a:gd name="connsiteY7" fmla="*/ 318583 h 1325507"/>
                <a:gd name="connsiteX8" fmla="*/ 427912 w 2002396"/>
                <a:gd name="connsiteY8" fmla="*/ 376555 h 1325507"/>
                <a:gd name="connsiteX9" fmla="*/ 2165 w 2002396"/>
                <a:gd name="connsiteY9" fmla="*/ 0 h 1325507"/>
                <a:gd name="connsiteX0" fmla="*/ 1944423 w 2016816"/>
                <a:gd name="connsiteY0" fmla="*/ 150905 h 1386476"/>
                <a:gd name="connsiteX1" fmla="*/ 2007258 w 2016816"/>
                <a:gd name="connsiteY1" fmla="*/ 791821 h 1386476"/>
                <a:gd name="connsiteX2" fmla="*/ 1661432 w 2016816"/>
                <a:gd name="connsiteY2" fmla="*/ 1346714 h 1386476"/>
                <a:gd name="connsiteX3" fmla="*/ 1271218 w 2016816"/>
                <a:gd name="connsiteY3" fmla="*/ 1320911 h 1386476"/>
                <a:gd name="connsiteX4" fmla="*/ 1145994 w 2016816"/>
                <a:gd name="connsiteY4" fmla="*/ 1150755 h 1386476"/>
                <a:gd name="connsiteX5" fmla="*/ 1194485 w 2016816"/>
                <a:gd name="connsiteY5" fmla="*/ 718003 h 1386476"/>
                <a:gd name="connsiteX6" fmla="*/ 1050389 w 2016816"/>
                <a:gd name="connsiteY6" fmla="*/ 485017 h 1386476"/>
                <a:gd name="connsiteX7" fmla="*/ 814938 w 2016816"/>
                <a:gd name="connsiteY7" fmla="*/ 379552 h 1386476"/>
                <a:gd name="connsiteX8" fmla="*/ 442332 w 2016816"/>
                <a:gd name="connsiteY8" fmla="*/ 437524 h 1386476"/>
                <a:gd name="connsiteX9" fmla="*/ 2080 w 2016816"/>
                <a:gd name="connsiteY9" fmla="*/ 0 h 1386476"/>
                <a:gd name="connsiteX0" fmla="*/ 1942343 w 2014736"/>
                <a:gd name="connsiteY0" fmla="*/ 150905 h 1386476"/>
                <a:gd name="connsiteX1" fmla="*/ 2005178 w 2014736"/>
                <a:gd name="connsiteY1" fmla="*/ 791821 h 1386476"/>
                <a:gd name="connsiteX2" fmla="*/ 1659352 w 2014736"/>
                <a:gd name="connsiteY2" fmla="*/ 1346714 h 1386476"/>
                <a:gd name="connsiteX3" fmla="*/ 1269138 w 2014736"/>
                <a:gd name="connsiteY3" fmla="*/ 1320911 h 1386476"/>
                <a:gd name="connsiteX4" fmla="*/ 1143914 w 2014736"/>
                <a:gd name="connsiteY4" fmla="*/ 1150755 h 1386476"/>
                <a:gd name="connsiteX5" fmla="*/ 1192405 w 2014736"/>
                <a:gd name="connsiteY5" fmla="*/ 718003 h 1386476"/>
                <a:gd name="connsiteX6" fmla="*/ 1048309 w 2014736"/>
                <a:gd name="connsiteY6" fmla="*/ 485017 h 1386476"/>
                <a:gd name="connsiteX7" fmla="*/ 812858 w 2014736"/>
                <a:gd name="connsiteY7" fmla="*/ 379552 h 1386476"/>
                <a:gd name="connsiteX8" fmla="*/ 440252 w 2014736"/>
                <a:gd name="connsiteY8" fmla="*/ 437524 h 1386476"/>
                <a:gd name="connsiteX9" fmla="*/ 0 w 2014736"/>
                <a:gd name="connsiteY9" fmla="*/ 0 h 1386476"/>
                <a:gd name="connsiteX0" fmla="*/ 1942343 w 2014736"/>
                <a:gd name="connsiteY0" fmla="*/ 150905 h 1386476"/>
                <a:gd name="connsiteX1" fmla="*/ 2005178 w 2014736"/>
                <a:gd name="connsiteY1" fmla="*/ 791821 h 1386476"/>
                <a:gd name="connsiteX2" fmla="*/ 1659352 w 2014736"/>
                <a:gd name="connsiteY2" fmla="*/ 1346714 h 1386476"/>
                <a:gd name="connsiteX3" fmla="*/ 1269138 w 2014736"/>
                <a:gd name="connsiteY3" fmla="*/ 1320911 h 1386476"/>
                <a:gd name="connsiteX4" fmla="*/ 1143914 w 2014736"/>
                <a:gd name="connsiteY4" fmla="*/ 1150755 h 1386476"/>
                <a:gd name="connsiteX5" fmla="*/ 1192405 w 2014736"/>
                <a:gd name="connsiteY5" fmla="*/ 718003 h 1386476"/>
                <a:gd name="connsiteX6" fmla="*/ 1048309 w 2014736"/>
                <a:gd name="connsiteY6" fmla="*/ 485017 h 1386476"/>
                <a:gd name="connsiteX7" fmla="*/ 775627 w 2014736"/>
                <a:gd name="connsiteY7" fmla="*/ 446385 h 1386476"/>
                <a:gd name="connsiteX8" fmla="*/ 440252 w 2014736"/>
                <a:gd name="connsiteY8" fmla="*/ 437524 h 1386476"/>
                <a:gd name="connsiteX9" fmla="*/ 0 w 2014736"/>
                <a:gd name="connsiteY9" fmla="*/ 0 h 1386476"/>
                <a:gd name="connsiteX0" fmla="*/ 1942343 w 2033998"/>
                <a:gd name="connsiteY0" fmla="*/ 150905 h 1386030"/>
                <a:gd name="connsiteX1" fmla="*/ 2025442 w 2033998"/>
                <a:gd name="connsiteY1" fmla="*/ 797846 h 1386030"/>
                <a:gd name="connsiteX2" fmla="*/ 1659352 w 2033998"/>
                <a:gd name="connsiteY2" fmla="*/ 1346714 h 1386030"/>
                <a:gd name="connsiteX3" fmla="*/ 1269138 w 2033998"/>
                <a:gd name="connsiteY3" fmla="*/ 1320911 h 1386030"/>
                <a:gd name="connsiteX4" fmla="*/ 1143914 w 2033998"/>
                <a:gd name="connsiteY4" fmla="*/ 1150755 h 1386030"/>
                <a:gd name="connsiteX5" fmla="*/ 1192405 w 2033998"/>
                <a:gd name="connsiteY5" fmla="*/ 718003 h 1386030"/>
                <a:gd name="connsiteX6" fmla="*/ 1048309 w 2033998"/>
                <a:gd name="connsiteY6" fmla="*/ 485017 h 1386030"/>
                <a:gd name="connsiteX7" fmla="*/ 775627 w 2033998"/>
                <a:gd name="connsiteY7" fmla="*/ 446385 h 1386030"/>
                <a:gd name="connsiteX8" fmla="*/ 440252 w 2033998"/>
                <a:gd name="connsiteY8" fmla="*/ 437524 h 1386030"/>
                <a:gd name="connsiteX9" fmla="*/ 0 w 2033998"/>
                <a:gd name="connsiteY9" fmla="*/ 0 h 1386030"/>
                <a:gd name="connsiteX0" fmla="*/ 1942343 w 2030100"/>
                <a:gd name="connsiteY0" fmla="*/ 150905 h 1386030"/>
                <a:gd name="connsiteX1" fmla="*/ 1870875 w 2030100"/>
                <a:gd name="connsiteY1" fmla="*/ 362569 h 1386030"/>
                <a:gd name="connsiteX2" fmla="*/ 2025442 w 2030100"/>
                <a:gd name="connsiteY2" fmla="*/ 797846 h 1386030"/>
                <a:gd name="connsiteX3" fmla="*/ 1659352 w 2030100"/>
                <a:gd name="connsiteY3" fmla="*/ 1346714 h 1386030"/>
                <a:gd name="connsiteX4" fmla="*/ 1269138 w 2030100"/>
                <a:gd name="connsiteY4" fmla="*/ 1320911 h 1386030"/>
                <a:gd name="connsiteX5" fmla="*/ 1143914 w 2030100"/>
                <a:gd name="connsiteY5" fmla="*/ 1150755 h 1386030"/>
                <a:gd name="connsiteX6" fmla="*/ 1192405 w 2030100"/>
                <a:gd name="connsiteY6" fmla="*/ 718003 h 1386030"/>
                <a:gd name="connsiteX7" fmla="*/ 1048309 w 2030100"/>
                <a:gd name="connsiteY7" fmla="*/ 485017 h 1386030"/>
                <a:gd name="connsiteX8" fmla="*/ 775627 w 2030100"/>
                <a:gd name="connsiteY8" fmla="*/ 446385 h 1386030"/>
                <a:gd name="connsiteX9" fmla="*/ 440252 w 2030100"/>
                <a:gd name="connsiteY9" fmla="*/ 437524 h 1386030"/>
                <a:gd name="connsiteX10" fmla="*/ 0 w 2030100"/>
                <a:gd name="connsiteY10" fmla="*/ 0 h 1386030"/>
                <a:gd name="connsiteX0" fmla="*/ 1942343 w 2030100"/>
                <a:gd name="connsiteY0" fmla="*/ 150905 h 1431059"/>
                <a:gd name="connsiteX1" fmla="*/ 1870875 w 2030100"/>
                <a:gd name="connsiteY1" fmla="*/ 362569 h 1431059"/>
                <a:gd name="connsiteX2" fmla="*/ 2025442 w 2030100"/>
                <a:gd name="connsiteY2" fmla="*/ 797846 h 1431059"/>
                <a:gd name="connsiteX3" fmla="*/ 1659352 w 2030100"/>
                <a:gd name="connsiteY3" fmla="*/ 1346714 h 1431059"/>
                <a:gd name="connsiteX4" fmla="*/ 1219659 w 2030100"/>
                <a:gd name="connsiteY4" fmla="*/ 1409732 h 1431059"/>
                <a:gd name="connsiteX5" fmla="*/ 1143914 w 2030100"/>
                <a:gd name="connsiteY5" fmla="*/ 1150755 h 1431059"/>
                <a:gd name="connsiteX6" fmla="*/ 1192405 w 2030100"/>
                <a:gd name="connsiteY6" fmla="*/ 718003 h 1431059"/>
                <a:gd name="connsiteX7" fmla="*/ 1048309 w 2030100"/>
                <a:gd name="connsiteY7" fmla="*/ 485017 h 1431059"/>
                <a:gd name="connsiteX8" fmla="*/ 775627 w 2030100"/>
                <a:gd name="connsiteY8" fmla="*/ 446385 h 1431059"/>
                <a:gd name="connsiteX9" fmla="*/ 440252 w 2030100"/>
                <a:gd name="connsiteY9" fmla="*/ 437524 h 1431059"/>
                <a:gd name="connsiteX10" fmla="*/ 0 w 2030100"/>
                <a:gd name="connsiteY10" fmla="*/ 0 h 1431059"/>
                <a:gd name="connsiteX0" fmla="*/ 1942343 w 2027478"/>
                <a:gd name="connsiteY0" fmla="*/ 150905 h 1419478"/>
                <a:gd name="connsiteX1" fmla="*/ 1870875 w 2027478"/>
                <a:gd name="connsiteY1" fmla="*/ 362569 h 1419478"/>
                <a:gd name="connsiteX2" fmla="*/ 2025442 w 2027478"/>
                <a:gd name="connsiteY2" fmla="*/ 797846 h 1419478"/>
                <a:gd name="connsiteX3" fmla="*/ 1739059 w 2027478"/>
                <a:gd name="connsiteY3" fmla="*/ 1175807 h 1419478"/>
                <a:gd name="connsiteX4" fmla="*/ 1659352 w 2027478"/>
                <a:gd name="connsiteY4" fmla="*/ 1346714 h 1419478"/>
                <a:gd name="connsiteX5" fmla="*/ 1219659 w 2027478"/>
                <a:gd name="connsiteY5" fmla="*/ 1409732 h 1419478"/>
                <a:gd name="connsiteX6" fmla="*/ 1143914 w 2027478"/>
                <a:gd name="connsiteY6" fmla="*/ 1150755 h 1419478"/>
                <a:gd name="connsiteX7" fmla="*/ 1192405 w 2027478"/>
                <a:gd name="connsiteY7" fmla="*/ 718003 h 1419478"/>
                <a:gd name="connsiteX8" fmla="*/ 1048309 w 2027478"/>
                <a:gd name="connsiteY8" fmla="*/ 485017 h 1419478"/>
                <a:gd name="connsiteX9" fmla="*/ 775627 w 2027478"/>
                <a:gd name="connsiteY9" fmla="*/ 446385 h 1419478"/>
                <a:gd name="connsiteX10" fmla="*/ 440252 w 2027478"/>
                <a:gd name="connsiteY10" fmla="*/ 437524 h 1419478"/>
                <a:gd name="connsiteX11" fmla="*/ 0 w 2027478"/>
                <a:gd name="connsiteY11" fmla="*/ 0 h 1419478"/>
                <a:gd name="connsiteX0" fmla="*/ 1942343 w 2027478"/>
                <a:gd name="connsiteY0" fmla="*/ 150905 h 1435205"/>
                <a:gd name="connsiteX1" fmla="*/ 1870875 w 2027478"/>
                <a:gd name="connsiteY1" fmla="*/ 362569 h 1435205"/>
                <a:gd name="connsiteX2" fmla="*/ 2025442 w 2027478"/>
                <a:gd name="connsiteY2" fmla="*/ 797846 h 1435205"/>
                <a:gd name="connsiteX3" fmla="*/ 1739059 w 2027478"/>
                <a:gd name="connsiteY3" fmla="*/ 1175807 h 1435205"/>
                <a:gd name="connsiteX4" fmla="*/ 1696295 w 2027478"/>
                <a:gd name="connsiteY4" fmla="*/ 1399112 h 1435205"/>
                <a:gd name="connsiteX5" fmla="*/ 1219659 w 2027478"/>
                <a:gd name="connsiteY5" fmla="*/ 1409732 h 1435205"/>
                <a:gd name="connsiteX6" fmla="*/ 1143914 w 2027478"/>
                <a:gd name="connsiteY6" fmla="*/ 1150755 h 1435205"/>
                <a:gd name="connsiteX7" fmla="*/ 1192405 w 2027478"/>
                <a:gd name="connsiteY7" fmla="*/ 718003 h 1435205"/>
                <a:gd name="connsiteX8" fmla="*/ 1048309 w 2027478"/>
                <a:gd name="connsiteY8" fmla="*/ 485017 h 1435205"/>
                <a:gd name="connsiteX9" fmla="*/ 775627 w 2027478"/>
                <a:gd name="connsiteY9" fmla="*/ 446385 h 1435205"/>
                <a:gd name="connsiteX10" fmla="*/ 440252 w 2027478"/>
                <a:gd name="connsiteY10" fmla="*/ 437524 h 1435205"/>
                <a:gd name="connsiteX11" fmla="*/ 0 w 2027478"/>
                <a:gd name="connsiteY11" fmla="*/ 0 h 1435205"/>
                <a:gd name="connsiteX0" fmla="*/ 1942343 w 2026469"/>
                <a:gd name="connsiteY0" fmla="*/ 150905 h 1434217"/>
                <a:gd name="connsiteX1" fmla="*/ 1870875 w 2026469"/>
                <a:gd name="connsiteY1" fmla="*/ 362569 h 1434217"/>
                <a:gd name="connsiteX2" fmla="*/ 2025442 w 2026469"/>
                <a:gd name="connsiteY2" fmla="*/ 797846 h 1434217"/>
                <a:gd name="connsiteX3" fmla="*/ 1780339 w 2026469"/>
                <a:gd name="connsiteY3" fmla="*/ 1194984 h 1434217"/>
                <a:gd name="connsiteX4" fmla="*/ 1696295 w 2026469"/>
                <a:gd name="connsiteY4" fmla="*/ 1399112 h 1434217"/>
                <a:gd name="connsiteX5" fmla="*/ 1219659 w 2026469"/>
                <a:gd name="connsiteY5" fmla="*/ 1409732 h 1434217"/>
                <a:gd name="connsiteX6" fmla="*/ 1143914 w 2026469"/>
                <a:gd name="connsiteY6" fmla="*/ 1150755 h 1434217"/>
                <a:gd name="connsiteX7" fmla="*/ 1192405 w 2026469"/>
                <a:gd name="connsiteY7" fmla="*/ 718003 h 1434217"/>
                <a:gd name="connsiteX8" fmla="*/ 1048309 w 2026469"/>
                <a:gd name="connsiteY8" fmla="*/ 485017 h 1434217"/>
                <a:gd name="connsiteX9" fmla="*/ 775627 w 2026469"/>
                <a:gd name="connsiteY9" fmla="*/ 446385 h 1434217"/>
                <a:gd name="connsiteX10" fmla="*/ 440252 w 2026469"/>
                <a:gd name="connsiteY10" fmla="*/ 437524 h 1434217"/>
                <a:gd name="connsiteX11" fmla="*/ 0 w 2026469"/>
                <a:gd name="connsiteY11" fmla="*/ 0 h 1434217"/>
                <a:gd name="connsiteX0" fmla="*/ 2015764 w 2099890"/>
                <a:gd name="connsiteY0" fmla="*/ 0 h 1283312"/>
                <a:gd name="connsiteX1" fmla="*/ 1944296 w 2099890"/>
                <a:gd name="connsiteY1" fmla="*/ 211664 h 1283312"/>
                <a:gd name="connsiteX2" fmla="*/ 2098863 w 2099890"/>
                <a:gd name="connsiteY2" fmla="*/ 646941 h 1283312"/>
                <a:gd name="connsiteX3" fmla="*/ 1853760 w 2099890"/>
                <a:gd name="connsiteY3" fmla="*/ 1044079 h 1283312"/>
                <a:gd name="connsiteX4" fmla="*/ 1769716 w 2099890"/>
                <a:gd name="connsiteY4" fmla="*/ 1248207 h 1283312"/>
                <a:gd name="connsiteX5" fmla="*/ 1293080 w 2099890"/>
                <a:gd name="connsiteY5" fmla="*/ 1258827 h 1283312"/>
                <a:gd name="connsiteX6" fmla="*/ 1217335 w 2099890"/>
                <a:gd name="connsiteY6" fmla="*/ 999850 h 1283312"/>
                <a:gd name="connsiteX7" fmla="*/ 1265826 w 2099890"/>
                <a:gd name="connsiteY7" fmla="*/ 567098 h 1283312"/>
                <a:gd name="connsiteX8" fmla="*/ 1121730 w 2099890"/>
                <a:gd name="connsiteY8" fmla="*/ 334112 h 1283312"/>
                <a:gd name="connsiteX9" fmla="*/ 849048 w 2099890"/>
                <a:gd name="connsiteY9" fmla="*/ 295480 h 1283312"/>
                <a:gd name="connsiteX10" fmla="*/ 513673 w 2099890"/>
                <a:gd name="connsiteY10" fmla="*/ 286619 h 1283312"/>
                <a:gd name="connsiteX11" fmla="*/ 0 w 2099890"/>
                <a:gd name="connsiteY11" fmla="*/ 82649 h 1283312"/>
                <a:gd name="connsiteX0" fmla="*/ 2015764 w 2099890"/>
                <a:gd name="connsiteY0" fmla="*/ 0 h 1283312"/>
                <a:gd name="connsiteX1" fmla="*/ 1944296 w 2099890"/>
                <a:gd name="connsiteY1" fmla="*/ 211664 h 1283312"/>
                <a:gd name="connsiteX2" fmla="*/ 2098863 w 2099890"/>
                <a:gd name="connsiteY2" fmla="*/ 646941 h 1283312"/>
                <a:gd name="connsiteX3" fmla="*/ 1853760 w 2099890"/>
                <a:gd name="connsiteY3" fmla="*/ 1044079 h 1283312"/>
                <a:gd name="connsiteX4" fmla="*/ 1769716 w 2099890"/>
                <a:gd name="connsiteY4" fmla="*/ 1248207 h 1283312"/>
                <a:gd name="connsiteX5" fmla="*/ 1293080 w 2099890"/>
                <a:gd name="connsiteY5" fmla="*/ 1258827 h 1283312"/>
                <a:gd name="connsiteX6" fmla="*/ 1217335 w 2099890"/>
                <a:gd name="connsiteY6" fmla="*/ 999850 h 1283312"/>
                <a:gd name="connsiteX7" fmla="*/ 1265826 w 2099890"/>
                <a:gd name="connsiteY7" fmla="*/ 567098 h 1283312"/>
                <a:gd name="connsiteX8" fmla="*/ 1121730 w 2099890"/>
                <a:gd name="connsiteY8" fmla="*/ 334112 h 1283312"/>
                <a:gd name="connsiteX9" fmla="*/ 849048 w 2099890"/>
                <a:gd name="connsiteY9" fmla="*/ 295480 h 1283312"/>
                <a:gd name="connsiteX10" fmla="*/ 431158 w 2099890"/>
                <a:gd name="connsiteY10" fmla="*/ 341461 h 1283312"/>
                <a:gd name="connsiteX11" fmla="*/ 0 w 2099890"/>
                <a:gd name="connsiteY11" fmla="*/ 82649 h 1283312"/>
                <a:gd name="connsiteX0" fmla="*/ 2015764 w 2099890"/>
                <a:gd name="connsiteY0" fmla="*/ 0 h 1283312"/>
                <a:gd name="connsiteX1" fmla="*/ 1944296 w 2099890"/>
                <a:gd name="connsiteY1" fmla="*/ 211664 h 1283312"/>
                <a:gd name="connsiteX2" fmla="*/ 2098863 w 2099890"/>
                <a:gd name="connsiteY2" fmla="*/ 646941 h 1283312"/>
                <a:gd name="connsiteX3" fmla="*/ 1853760 w 2099890"/>
                <a:gd name="connsiteY3" fmla="*/ 1044079 h 1283312"/>
                <a:gd name="connsiteX4" fmla="*/ 1769716 w 2099890"/>
                <a:gd name="connsiteY4" fmla="*/ 1248207 h 1283312"/>
                <a:gd name="connsiteX5" fmla="*/ 1293080 w 2099890"/>
                <a:gd name="connsiteY5" fmla="*/ 1258827 h 1283312"/>
                <a:gd name="connsiteX6" fmla="*/ 1217335 w 2099890"/>
                <a:gd name="connsiteY6" fmla="*/ 999850 h 1283312"/>
                <a:gd name="connsiteX7" fmla="*/ 1265826 w 2099890"/>
                <a:gd name="connsiteY7" fmla="*/ 567098 h 1283312"/>
                <a:gd name="connsiteX8" fmla="*/ 1121730 w 2099890"/>
                <a:gd name="connsiteY8" fmla="*/ 334112 h 1283312"/>
                <a:gd name="connsiteX9" fmla="*/ 849048 w 2099890"/>
                <a:gd name="connsiteY9" fmla="*/ 295480 h 1283312"/>
                <a:gd name="connsiteX10" fmla="*/ 431158 w 2099890"/>
                <a:gd name="connsiteY10" fmla="*/ 341461 h 1283312"/>
                <a:gd name="connsiteX11" fmla="*/ 130604 w 2099890"/>
                <a:gd name="connsiteY11" fmla="*/ 431639 h 1283312"/>
                <a:gd name="connsiteX12" fmla="*/ 0 w 2099890"/>
                <a:gd name="connsiteY12" fmla="*/ 82649 h 1283312"/>
                <a:gd name="connsiteX0" fmla="*/ 2015764 w 2099890"/>
                <a:gd name="connsiteY0" fmla="*/ 0 h 1283312"/>
                <a:gd name="connsiteX1" fmla="*/ 1944296 w 2099890"/>
                <a:gd name="connsiteY1" fmla="*/ 211664 h 1283312"/>
                <a:gd name="connsiteX2" fmla="*/ 2098863 w 2099890"/>
                <a:gd name="connsiteY2" fmla="*/ 646941 h 1283312"/>
                <a:gd name="connsiteX3" fmla="*/ 1853760 w 2099890"/>
                <a:gd name="connsiteY3" fmla="*/ 1044079 h 1283312"/>
                <a:gd name="connsiteX4" fmla="*/ 1769716 w 2099890"/>
                <a:gd name="connsiteY4" fmla="*/ 1248207 h 1283312"/>
                <a:gd name="connsiteX5" fmla="*/ 1293080 w 2099890"/>
                <a:gd name="connsiteY5" fmla="*/ 1258827 h 1283312"/>
                <a:gd name="connsiteX6" fmla="*/ 1217335 w 2099890"/>
                <a:gd name="connsiteY6" fmla="*/ 999850 h 1283312"/>
                <a:gd name="connsiteX7" fmla="*/ 1265826 w 2099890"/>
                <a:gd name="connsiteY7" fmla="*/ 567098 h 1283312"/>
                <a:gd name="connsiteX8" fmla="*/ 1312202 w 2099890"/>
                <a:gd name="connsiteY8" fmla="*/ 390746 h 1283312"/>
                <a:gd name="connsiteX9" fmla="*/ 849048 w 2099890"/>
                <a:gd name="connsiteY9" fmla="*/ 295480 h 1283312"/>
                <a:gd name="connsiteX10" fmla="*/ 431158 w 2099890"/>
                <a:gd name="connsiteY10" fmla="*/ 341461 h 1283312"/>
                <a:gd name="connsiteX11" fmla="*/ 130604 w 2099890"/>
                <a:gd name="connsiteY11" fmla="*/ 431639 h 1283312"/>
                <a:gd name="connsiteX12" fmla="*/ 0 w 2099890"/>
                <a:gd name="connsiteY12" fmla="*/ 82649 h 1283312"/>
                <a:gd name="connsiteX0" fmla="*/ 2015764 w 2099890"/>
                <a:gd name="connsiteY0" fmla="*/ 0 h 1283312"/>
                <a:gd name="connsiteX1" fmla="*/ 1944296 w 2099890"/>
                <a:gd name="connsiteY1" fmla="*/ 211664 h 1283312"/>
                <a:gd name="connsiteX2" fmla="*/ 2098863 w 2099890"/>
                <a:gd name="connsiteY2" fmla="*/ 646941 h 1283312"/>
                <a:gd name="connsiteX3" fmla="*/ 1853760 w 2099890"/>
                <a:gd name="connsiteY3" fmla="*/ 1044079 h 1283312"/>
                <a:gd name="connsiteX4" fmla="*/ 1769716 w 2099890"/>
                <a:gd name="connsiteY4" fmla="*/ 1248207 h 1283312"/>
                <a:gd name="connsiteX5" fmla="*/ 1293080 w 2099890"/>
                <a:gd name="connsiteY5" fmla="*/ 1258827 h 1283312"/>
                <a:gd name="connsiteX6" fmla="*/ 1217335 w 2099890"/>
                <a:gd name="connsiteY6" fmla="*/ 999850 h 1283312"/>
                <a:gd name="connsiteX7" fmla="*/ 1265826 w 2099890"/>
                <a:gd name="connsiteY7" fmla="*/ 567098 h 1283312"/>
                <a:gd name="connsiteX8" fmla="*/ 1312202 w 2099890"/>
                <a:gd name="connsiteY8" fmla="*/ 390746 h 1283312"/>
                <a:gd name="connsiteX9" fmla="*/ 839151 w 2099890"/>
                <a:gd name="connsiteY9" fmla="*/ 313244 h 1283312"/>
                <a:gd name="connsiteX10" fmla="*/ 431158 w 2099890"/>
                <a:gd name="connsiteY10" fmla="*/ 341461 h 1283312"/>
                <a:gd name="connsiteX11" fmla="*/ 130604 w 2099890"/>
                <a:gd name="connsiteY11" fmla="*/ 431639 h 1283312"/>
                <a:gd name="connsiteX12" fmla="*/ 0 w 2099890"/>
                <a:gd name="connsiteY12" fmla="*/ 82649 h 1283312"/>
                <a:gd name="connsiteX0" fmla="*/ 1968782 w 2099890"/>
                <a:gd name="connsiteY0" fmla="*/ 0 h 1300732"/>
                <a:gd name="connsiteX1" fmla="*/ 1944296 w 2099890"/>
                <a:gd name="connsiteY1" fmla="*/ 229084 h 1300732"/>
                <a:gd name="connsiteX2" fmla="*/ 2098863 w 2099890"/>
                <a:gd name="connsiteY2" fmla="*/ 664361 h 1300732"/>
                <a:gd name="connsiteX3" fmla="*/ 1853760 w 2099890"/>
                <a:gd name="connsiteY3" fmla="*/ 1061499 h 1300732"/>
                <a:gd name="connsiteX4" fmla="*/ 1769716 w 2099890"/>
                <a:gd name="connsiteY4" fmla="*/ 1265627 h 1300732"/>
                <a:gd name="connsiteX5" fmla="*/ 1293080 w 2099890"/>
                <a:gd name="connsiteY5" fmla="*/ 1276247 h 1300732"/>
                <a:gd name="connsiteX6" fmla="*/ 1217335 w 2099890"/>
                <a:gd name="connsiteY6" fmla="*/ 1017270 h 1300732"/>
                <a:gd name="connsiteX7" fmla="*/ 1265826 w 2099890"/>
                <a:gd name="connsiteY7" fmla="*/ 584518 h 1300732"/>
                <a:gd name="connsiteX8" fmla="*/ 1312202 w 2099890"/>
                <a:gd name="connsiteY8" fmla="*/ 408166 h 1300732"/>
                <a:gd name="connsiteX9" fmla="*/ 839151 w 2099890"/>
                <a:gd name="connsiteY9" fmla="*/ 330664 h 1300732"/>
                <a:gd name="connsiteX10" fmla="*/ 431158 w 2099890"/>
                <a:gd name="connsiteY10" fmla="*/ 358881 h 1300732"/>
                <a:gd name="connsiteX11" fmla="*/ 130604 w 2099890"/>
                <a:gd name="connsiteY11" fmla="*/ 449059 h 1300732"/>
                <a:gd name="connsiteX12" fmla="*/ 0 w 2099890"/>
                <a:gd name="connsiteY12" fmla="*/ 100069 h 130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9890" h="1300732">
                  <a:moveTo>
                    <a:pt x="1968782" y="0"/>
                  </a:moveTo>
                  <a:cubicBezTo>
                    <a:pt x="1975783" y="40901"/>
                    <a:pt x="1930446" y="121261"/>
                    <a:pt x="1944296" y="229084"/>
                  </a:cubicBezTo>
                  <a:cubicBezTo>
                    <a:pt x="1958146" y="336907"/>
                    <a:pt x="2113952" y="525625"/>
                    <a:pt x="2098863" y="664361"/>
                  </a:cubicBezTo>
                  <a:cubicBezTo>
                    <a:pt x="2083774" y="803097"/>
                    <a:pt x="1914775" y="970021"/>
                    <a:pt x="1853760" y="1061499"/>
                  </a:cubicBezTo>
                  <a:cubicBezTo>
                    <a:pt x="1792745" y="1152977"/>
                    <a:pt x="1863163" y="1229836"/>
                    <a:pt x="1769716" y="1265627"/>
                  </a:cubicBezTo>
                  <a:cubicBezTo>
                    <a:pt x="1676269" y="1301418"/>
                    <a:pt x="1385143" y="1317640"/>
                    <a:pt x="1293080" y="1276247"/>
                  </a:cubicBezTo>
                  <a:cubicBezTo>
                    <a:pt x="1201017" y="1234854"/>
                    <a:pt x="1221877" y="1132558"/>
                    <a:pt x="1217335" y="1017270"/>
                  </a:cubicBezTo>
                  <a:cubicBezTo>
                    <a:pt x="1212793" y="901982"/>
                    <a:pt x="1250015" y="686035"/>
                    <a:pt x="1265826" y="584518"/>
                  </a:cubicBezTo>
                  <a:cubicBezTo>
                    <a:pt x="1281637" y="483001"/>
                    <a:pt x="1383315" y="450475"/>
                    <a:pt x="1312202" y="408166"/>
                  </a:cubicBezTo>
                  <a:cubicBezTo>
                    <a:pt x="1241090" y="365857"/>
                    <a:pt x="985992" y="338878"/>
                    <a:pt x="839151" y="330664"/>
                  </a:cubicBezTo>
                  <a:cubicBezTo>
                    <a:pt x="692310" y="322450"/>
                    <a:pt x="541277" y="353459"/>
                    <a:pt x="431158" y="358881"/>
                  </a:cubicBezTo>
                  <a:cubicBezTo>
                    <a:pt x="321039" y="364303"/>
                    <a:pt x="202463" y="492194"/>
                    <a:pt x="130604" y="449059"/>
                  </a:cubicBezTo>
                  <a:cubicBezTo>
                    <a:pt x="58745" y="405924"/>
                    <a:pt x="31389" y="140963"/>
                    <a:pt x="0" y="100069"/>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5" name="Freeform: Shape 24">
              <a:extLst>
                <a:ext uri="{FF2B5EF4-FFF2-40B4-BE49-F238E27FC236}">
                  <a16:creationId xmlns:a16="http://schemas.microsoft.com/office/drawing/2014/main" id="{F4C60CFB-D25D-D65F-B3C9-D2F9E0760BB9}"/>
                </a:ext>
              </a:extLst>
            </p:cNvPr>
            <p:cNvSpPr/>
            <p:nvPr userDrawn="1"/>
          </p:nvSpPr>
          <p:spPr>
            <a:xfrm rot="14442151">
              <a:off x="11277598" y="6569146"/>
              <a:ext cx="295636" cy="462882"/>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46006"/>
                <a:gd name="connsiteY0" fmla="*/ 1201963 h 1201963"/>
                <a:gd name="connsiteX1" fmla="*/ 325775 w 546006"/>
                <a:gd name="connsiteY1" fmla="*/ 1111630 h 1201963"/>
                <a:gd name="connsiteX2" fmla="*/ 499044 w 546006"/>
                <a:gd name="connsiteY2" fmla="*/ 818542 h 1201963"/>
                <a:gd name="connsiteX3" fmla="*/ 543749 w 546006"/>
                <a:gd name="connsiteY3" fmla="*/ 502801 h 1201963"/>
                <a:gd name="connsiteX4" fmla="*/ 537353 w 546006"/>
                <a:gd name="connsiteY4" fmla="*/ 341723 h 1201963"/>
                <a:gd name="connsiteX5" fmla="*/ 361979 w 546006"/>
                <a:gd name="connsiteY5" fmla="*/ 0 h 1201963"/>
                <a:gd name="connsiteX0" fmla="*/ 0 w 220231"/>
                <a:gd name="connsiteY0" fmla="*/ 1111630 h 1111630"/>
                <a:gd name="connsiteX1" fmla="*/ 173269 w 220231"/>
                <a:gd name="connsiteY1" fmla="*/ 818542 h 1111630"/>
                <a:gd name="connsiteX2" fmla="*/ 217974 w 220231"/>
                <a:gd name="connsiteY2" fmla="*/ 502801 h 1111630"/>
                <a:gd name="connsiteX3" fmla="*/ 211578 w 220231"/>
                <a:gd name="connsiteY3" fmla="*/ 341723 h 1111630"/>
                <a:gd name="connsiteX4" fmla="*/ 36204 w 220231"/>
                <a:gd name="connsiteY4" fmla="*/ 0 h 1111630"/>
                <a:gd name="connsiteX0" fmla="*/ 0 w 544128"/>
                <a:gd name="connsiteY0" fmla="*/ 1221748 h 1221749"/>
                <a:gd name="connsiteX1" fmla="*/ 485270 w 544128"/>
                <a:gd name="connsiteY1" fmla="*/ 818542 h 1221749"/>
                <a:gd name="connsiteX2" fmla="*/ 529975 w 544128"/>
                <a:gd name="connsiteY2" fmla="*/ 502801 h 1221749"/>
                <a:gd name="connsiteX3" fmla="*/ 523579 w 544128"/>
                <a:gd name="connsiteY3" fmla="*/ 341723 h 1221749"/>
                <a:gd name="connsiteX4" fmla="*/ 348205 w 544128"/>
                <a:gd name="connsiteY4" fmla="*/ 0 h 1221749"/>
                <a:gd name="connsiteX0" fmla="*/ 0 w 544128"/>
                <a:gd name="connsiteY0" fmla="*/ 1221748 h 1273490"/>
                <a:gd name="connsiteX1" fmla="*/ 485270 w 544128"/>
                <a:gd name="connsiteY1" fmla="*/ 818542 h 1273490"/>
                <a:gd name="connsiteX2" fmla="*/ 529975 w 544128"/>
                <a:gd name="connsiteY2" fmla="*/ 502801 h 1273490"/>
                <a:gd name="connsiteX3" fmla="*/ 523579 w 544128"/>
                <a:gd name="connsiteY3" fmla="*/ 341723 h 1273490"/>
                <a:gd name="connsiteX4" fmla="*/ 348205 w 544128"/>
                <a:gd name="connsiteY4" fmla="*/ 0 h 1273490"/>
                <a:gd name="connsiteX0" fmla="*/ 0 w 576630"/>
                <a:gd name="connsiteY0" fmla="*/ 1221748 h 1284690"/>
                <a:gd name="connsiteX1" fmla="*/ 537332 w 576630"/>
                <a:gd name="connsiteY1" fmla="*/ 935943 h 1284690"/>
                <a:gd name="connsiteX2" fmla="*/ 529975 w 576630"/>
                <a:gd name="connsiteY2" fmla="*/ 502801 h 1284690"/>
                <a:gd name="connsiteX3" fmla="*/ 523579 w 576630"/>
                <a:gd name="connsiteY3" fmla="*/ 341723 h 1284690"/>
                <a:gd name="connsiteX4" fmla="*/ 348205 w 576630"/>
                <a:gd name="connsiteY4" fmla="*/ 0 h 1284690"/>
                <a:gd name="connsiteX0" fmla="*/ 0 w 562602"/>
                <a:gd name="connsiteY0" fmla="*/ 1221748 h 1285900"/>
                <a:gd name="connsiteX1" fmla="*/ 537332 w 562602"/>
                <a:gd name="connsiteY1" fmla="*/ 935943 h 1285900"/>
                <a:gd name="connsiteX2" fmla="*/ 529975 w 562602"/>
                <a:gd name="connsiteY2" fmla="*/ 502801 h 1285900"/>
                <a:gd name="connsiteX3" fmla="*/ 523579 w 562602"/>
                <a:gd name="connsiteY3" fmla="*/ 341723 h 1285900"/>
                <a:gd name="connsiteX4" fmla="*/ 348205 w 562602"/>
                <a:gd name="connsiteY4" fmla="*/ 0 h 1285900"/>
                <a:gd name="connsiteX0" fmla="*/ 0 w 562602"/>
                <a:gd name="connsiteY0" fmla="*/ 1210869 h 1275021"/>
                <a:gd name="connsiteX1" fmla="*/ 537332 w 562602"/>
                <a:gd name="connsiteY1" fmla="*/ 925064 h 1275021"/>
                <a:gd name="connsiteX2" fmla="*/ 529975 w 562602"/>
                <a:gd name="connsiteY2" fmla="*/ 491922 h 1275021"/>
                <a:gd name="connsiteX3" fmla="*/ 523579 w 562602"/>
                <a:gd name="connsiteY3" fmla="*/ 330844 h 1275021"/>
                <a:gd name="connsiteX4" fmla="*/ 294752 w 562602"/>
                <a:gd name="connsiteY4" fmla="*/ 1 h 1275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602" h="1275021">
                  <a:moveTo>
                    <a:pt x="0" y="1210869"/>
                  </a:moveTo>
                  <a:cubicBezTo>
                    <a:pt x="379831" y="1421797"/>
                    <a:pt x="483262" y="1056141"/>
                    <a:pt x="537332" y="925064"/>
                  </a:cubicBezTo>
                  <a:cubicBezTo>
                    <a:pt x="594098" y="787451"/>
                    <a:pt x="538738" y="586124"/>
                    <a:pt x="529975" y="491922"/>
                  </a:cubicBezTo>
                  <a:cubicBezTo>
                    <a:pt x="522069" y="406292"/>
                    <a:pt x="532700" y="411153"/>
                    <a:pt x="523579" y="330844"/>
                  </a:cubicBezTo>
                  <a:cubicBezTo>
                    <a:pt x="523740" y="199027"/>
                    <a:pt x="294752" y="1"/>
                    <a:pt x="294752" y="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6" name="Freeform: Shape 25">
              <a:extLst>
                <a:ext uri="{FF2B5EF4-FFF2-40B4-BE49-F238E27FC236}">
                  <a16:creationId xmlns:a16="http://schemas.microsoft.com/office/drawing/2014/main" id="{3BBA853B-C846-576A-F9A7-BF00CDE8A0A3}"/>
                </a:ext>
              </a:extLst>
            </p:cNvPr>
            <p:cNvSpPr/>
            <p:nvPr userDrawn="1"/>
          </p:nvSpPr>
          <p:spPr>
            <a:xfrm rot="9221769">
              <a:off x="9846440" y="-386371"/>
              <a:ext cx="1864330" cy="1867023"/>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198983 w 1316657"/>
                <a:gd name="connsiteY0" fmla="*/ 1227398 h 1227398"/>
                <a:gd name="connsiteX1" fmla="*/ 1183721 w 1316657"/>
                <a:gd name="connsiteY1" fmla="*/ 443204 h 1227398"/>
                <a:gd name="connsiteX2" fmla="*/ 1065853 w 1316657"/>
                <a:gd name="connsiteY2" fmla="*/ 24362 h 1227398"/>
                <a:gd name="connsiteX3" fmla="*/ 671849 w 1316657"/>
                <a:gd name="connsiteY3" fmla="*/ 71741 h 1227398"/>
                <a:gd name="connsiteX4" fmla="*/ 175830 w 1316657"/>
                <a:gd name="connsiteY4" fmla="*/ 253435 h 1227398"/>
                <a:gd name="connsiteX5" fmla="*/ 40087 w 1316657"/>
                <a:gd name="connsiteY5" fmla="*/ 744956 h 1227398"/>
                <a:gd name="connsiteX0" fmla="*/ 1160008 w 1277682"/>
                <a:gd name="connsiteY0" fmla="*/ 1227398 h 1227398"/>
                <a:gd name="connsiteX1" fmla="*/ 1144746 w 1277682"/>
                <a:gd name="connsiteY1" fmla="*/ 443204 h 1227398"/>
                <a:gd name="connsiteX2" fmla="*/ 1026878 w 1277682"/>
                <a:gd name="connsiteY2" fmla="*/ 24362 h 1227398"/>
                <a:gd name="connsiteX3" fmla="*/ 632874 w 1277682"/>
                <a:gd name="connsiteY3" fmla="*/ 71741 h 1227398"/>
                <a:gd name="connsiteX4" fmla="*/ 136855 w 1277682"/>
                <a:gd name="connsiteY4" fmla="*/ 253435 h 1227398"/>
                <a:gd name="connsiteX5" fmla="*/ 1112 w 1277682"/>
                <a:gd name="connsiteY5" fmla="*/ 744956 h 1227398"/>
                <a:gd name="connsiteX0" fmla="*/ 1159961 w 1277635"/>
                <a:gd name="connsiteY0" fmla="*/ 1226139 h 1226139"/>
                <a:gd name="connsiteX1" fmla="*/ 1144699 w 1277635"/>
                <a:gd name="connsiteY1" fmla="*/ 441945 h 1226139"/>
                <a:gd name="connsiteX2" fmla="*/ 1026831 w 1277635"/>
                <a:gd name="connsiteY2" fmla="*/ 23103 h 1226139"/>
                <a:gd name="connsiteX3" fmla="*/ 632827 w 1277635"/>
                <a:gd name="connsiteY3" fmla="*/ 70482 h 1226139"/>
                <a:gd name="connsiteX4" fmla="*/ 141569 w 1277635"/>
                <a:gd name="connsiteY4" fmla="*/ 206319 h 1226139"/>
                <a:gd name="connsiteX5" fmla="*/ 1065 w 1277635"/>
                <a:gd name="connsiteY5" fmla="*/ 743697 h 1226139"/>
                <a:gd name="connsiteX0" fmla="*/ 1159961 w 1277635"/>
                <a:gd name="connsiteY0" fmla="*/ 1350197 h 1350197"/>
                <a:gd name="connsiteX1" fmla="*/ 1144699 w 1277635"/>
                <a:gd name="connsiteY1" fmla="*/ 566003 h 1350197"/>
                <a:gd name="connsiteX2" fmla="*/ 1026831 w 1277635"/>
                <a:gd name="connsiteY2" fmla="*/ 147161 h 1350197"/>
                <a:gd name="connsiteX3" fmla="*/ 857820 w 1277635"/>
                <a:gd name="connsiteY3" fmla="*/ 6745 h 1350197"/>
                <a:gd name="connsiteX4" fmla="*/ 141569 w 1277635"/>
                <a:gd name="connsiteY4" fmla="*/ 330377 h 1350197"/>
                <a:gd name="connsiteX5" fmla="*/ 1065 w 1277635"/>
                <a:gd name="connsiteY5" fmla="*/ 867755 h 1350197"/>
                <a:gd name="connsiteX0" fmla="*/ 1159961 w 1273690"/>
                <a:gd name="connsiteY0" fmla="*/ 1345845 h 1345845"/>
                <a:gd name="connsiteX1" fmla="*/ 1144699 w 1273690"/>
                <a:gd name="connsiteY1" fmla="*/ 561651 h 1345845"/>
                <a:gd name="connsiteX2" fmla="*/ 1135534 w 1273690"/>
                <a:gd name="connsiteY2" fmla="*/ 198721 h 1345845"/>
                <a:gd name="connsiteX3" fmla="*/ 857820 w 1273690"/>
                <a:gd name="connsiteY3" fmla="*/ 2393 h 1345845"/>
                <a:gd name="connsiteX4" fmla="*/ 141569 w 1273690"/>
                <a:gd name="connsiteY4" fmla="*/ 326025 h 1345845"/>
                <a:gd name="connsiteX5" fmla="*/ 1065 w 1273690"/>
                <a:gd name="connsiteY5" fmla="*/ 863403 h 1345845"/>
                <a:gd name="connsiteX0" fmla="*/ 1159961 w 1291569"/>
                <a:gd name="connsiteY0" fmla="*/ 1346005 h 1346005"/>
                <a:gd name="connsiteX1" fmla="*/ 1207719 w 1291569"/>
                <a:gd name="connsiteY1" fmla="*/ 617608 h 1346005"/>
                <a:gd name="connsiteX2" fmla="*/ 1135534 w 1291569"/>
                <a:gd name="connsiteY2" fmla="*/ 198881 h 1346005"/>
                <a:gd name="connsiteX3" fmla="*/ 857820 w 1291569"/>
                <a:gd name="connsiteY3" fmla="*/ 2553 h 1346005"/>
                <a:gd name="connsiteX4" fmla="*/ 141569 w 1291569"/>
                <a:gd name="connsiteY4" fmla="*/ 326185 h 1346005"/>
                <a:gd name="connsiteX5" fmla="*/ 1065 w 1291569"/>
                <a:gd name="connsiteY5" fmla="*/ 863563 h 1346005"/>
                <a:gd name="connsiteX0" fmla="*/ 1220822 w 1337286"/>
                <a:gd name="connsiteY0" fmla="*/ 1413468 h 1413468"/>
                <a:gd name="connsiteX1" fmla="*/ 1207719 w 1337286"/>
                <a:gd name="connsiteY1" fmla="*/ 617608 h 1413468"/>
                <a:gd name="connsiteX2" fmla="*/ 1135534 w 1337286"/>
                <a:gd name="connsiteY2" fmla="*/ 198881 h 1413468"/>
                <a:gd name="connsiteX3" fmla="*/ 857820 w 1337286"/>
                <a:gd name="connsiteY3" fmla="*/ 2553 h 1413468"/>
                <a:gd name="connsiteX4" fmla="*/ 141569 w 1337286"/>
                <a:gd name="connsiteY4" fmla="*/ 326185 h 1413468"/>
                <a:gd name="connsiteX5" fmla="*/ 1065 w 1337286"/>
                <a:gd name="connsiteY5" fmla="*/ 863563 h 1413468"/>
                <a:gd name="connsiteX0" fmla="*/ 1220822 w 1280809"/>
                <a:gd name="connsiteY0" fmla="*/ 1413468 h 1413468"/>
                <a:gd name="connsiteX1" fmla="*/ 1207719 w 1280809"/>
                <a:gd name="connsiteY1" fmla="*/ 617608 h 1413468"/>
                <a:gd name="connsiteX2" fmla="*/ 1135534 w 1280809"/>
                <a:gd name="connsiteY2" fmla="*/ 198881 h 1413468"/>
                <a:gd name="connsiteX3" fmla="*/ 857820 w 1280809"/>
                <a:gd name="connsiteY3" fmla="*/ 2553 h 1413468"/>
                <a:gd name="connsiteX4" fmla="*/ 141569 w 1280809"/>
                <a:gd name="connsiteY4" fmla="*/ 326185 h 1413468"/>
                <a:gd name="connsiteX5" fmla="*/ 1065 w 1280809"/>
                <a:gd name="connsiteY5" fmla="*/ 863563 h 1413468"/>
                <a:gd name="connsiteX0" fmla="*/ 1220822 w 1286940"/>
                <a:gd name="connsiteY0" fmla="*/ 1412131 h 1412131"/>
                <a:gd name="connsiteX1" fmla="*/ 1207719 w 1286940"/>
                <a:gd name="connsiteY1" fmla="*/ 616271 h 1412131"/>
                <a:gd name="connsiteX2" fmla="*/ 978471 w 1286940"/>
                <a:gd name="connsiteY2" fmla="*/ 443320 h 1412131"/>
                <a:gd name="connsiteX3" fmla="*/ 857820 w 1286940"/>
                <a:gd name="connsiteY3" fmla="*/ 1216 h 1412131"/>
                <a:gd name="connsiteX4" fmla="*/ 141569 w 1286940"/>
                <a:gd name="connsiteY4" fmla="*/ 324848 h 1412131"/>
                <a:gd name="connsiteX5" fmla="*/ 1065 w 1286940"/>
                <a:gd name="connsiteY5" fmla="*/ 862226 h 1412131"/>
                <a:gd name="connsiteX0" fmla="*/ 1220822 w 1251293"/>
                <a:gd name="connsiteY0" fmla="*/ 1412131 h 1412131"/>
                <a:gd name="connsiteX1" fmla="*/ 958023 w 1251293"/>
                <a:gd name="connsiteY1" fmla="*/ 828431 h 1412131"/>
                <a:gd name="connsiteX2" fmla="*/ 978471 w 1251293"/>
                <a:gd name="connsiteY2" fmla="*/ 443320 h 1412131"/>
                <a:gd name="connsiteX3" fmla="*/ 857820 w 1251293"/>
                <a:gd name="connsiteY3" fmla="*/ 1216 h 1412131"/>
                <a:gd name="connsiteX4" fmla="*/ 141569 w 1251293"/>
                <a:gd name="connsiteY4" fmla="*/ 324848 h 1412131"/>
                <a:gd name="connsiteX5" fmla="*/ 1065 w 1251293"/>
                <a:gd name="connsiteY5" fmla="*/ 862226 h 1412131"/>
                <a:gd name="connsiteX0" fmla="*/ 1019190 w 1067828"/>
                <a:gd name="connsiteY0" fmla="*/ 1309845 h 1309845"/>
                <a:gd name="connsiteX1" fmla="*/ 958023 w 1067828"/>
                <a:gd name="connsiteY1" fmla="*/ 828431 h 1309845"/>
                <a:gd name="connsiteX2" fmla="*/ 978471 w 1067828"/>
                <a:gd name="connsiteY2" fmla="*/ 443320 h 1309845"/>
                <a:gd name="connsiteX3" fmla="*/ 857820 w 1067828"/>
                <a:gd name="connsiteY3" fmla="*/ 1216 h 1309845"/>
                <a:gd name="connsiteX4" fmla="*/ 141569 w 1067828"/>
                <a:gd name="connsiteY4" fmla="*/ 324848 h 1309845"/>
                <a:gd name="connsiteX5" fmla="*/ 1065 w 1067828"/>
                <a:gd name="connsiteY5" fmla="*/ 862226 h 1309845"/>
                <a:gd name="connsiteX0" fmla="*/ 1019190 w 1051554"/>
                <a:gd name="connsiteY0" fmla="*/ 1309845 h 1309845"/>
                <a:gd name="connsiteX1" fmla="*/ 958023 w 1051554"/>
                <a:gd name="connsiteY1" fmla="*/ 828431 h 1309845"/>
                <a:gd name="connsiteX2" fmla="*/ 978471 w 1051554"/>
                <a:gd name="connsiteY2" fmla="*/ 443320 h 1309845"/>
                <a:gd name="connsiteX3" fmla="*/ 857820 w 1051554"/>
                <a:gd name="connsiteY3" fmla="*/ 1216 h 1309845"/>
                <a:gd name="connsiteX4" fmla="*/ 141569 w 1051554"/>
                <a:gd name="connsiteY4" fmla="*/ 324848 h 1309845"/>
                <a:gd name="connsiteX5" fmla="*/ 1065 w 1051554"/>
                <a:gd name="connsiteY5" fmla="*/ 862226 h 1309845"/>
                <a:gd name="connsiteX0" fmla="*/ 1019190 w 1051554"/>
                <a:gd name="connsiteY0" fmla="*/ 1208323 h 1208323"/>
                <a:gd name="connsiteX1" fmla="*/ 958023 w 1051554"/>
                <a:gd name="connsiteY1" fmla="*/ 726909 h 1208323"/>
                <a:gd name="connsiteX2" fmla="*/ 978471 w 1051554"/>
                <a:gd name="connsiteY2" fmla="*/ 341798 h 1208323"/>
                <a:gd name="connsiteX3" fmla="*/ 781483 w 1051554"/>
                <a:gd name="connsiteY3" fmla="*/ 2096 h 1208323"/>
                <a:gd name="connsiteX4" fmla="*/ 141569 w 1051554"/>
                <a:gd name="connsiteY4" fmla="*/ 223326 h 1208323"/>
                <a:gd name="connsiteX5" fmla="*/ 1065 w 1051554"/>
                <a:gd name="connsiteY5" fmla="*/ 760704 h 1208323"/>
                <a:gd name="connsiteX0" fmla="*/ 1019190 w 1051554"/>
                <a:gd name="connsiteY0" fmla="*/ 1210263 h 1210263"/>
                <a:gd name="connsiteX1" fmla="*/ 958023 w 1051554"/>
                <a:gd name="connsiteY1" fmla="*/ 728849 h 1210263"/>
                <a:gd name="connsiteX2" fmla="*/ 978471 w 1051554"/>
                <a:gd name="connsiteY2" fmla="*/ 343738 h 1210263"/>
                <a:gd name="connsiteX3" fmla="*/ 1040704 w 1051554"/>
                <a:gd name="connsiteY3" fmla="*/ 399138 h 1210263"/>
                <a:gd name="connsiteX4" fmla="*/ 781483 w 1051554"/>
                <a:gd name="connsiteY4" fmla="*/ 4036 h 1210263"/>
                <a:gd name="connsiteX5" fmla="*/ 141569 w 1051554"/>
                <a:gd name="connsiteY5" fmla="*/ 225266 h 1210263"/>
                <a:gd name="connsiteX6" fmla="*/ 1065 w 1051554"/>
                <a:gd name="connsiteY6" fmla="*/ 762644 h 1210263"/>
                <a:gd name="connsiteX0" fmla="*/ 1019190 w 1050228"/>
                <a:gd name="connsiteY0" fmla="*/ 1210263 h 1210263"/>
                <a:gd name="connsiteX1" fmla="*/ 958023 w 1050228"/>
                <a:gd name="connsiteY1" fmla="*/ 728849 h 1210263"/>
                <a:gd name="connsiteX2" fmla="*/ 1040704 w 1050228"/>
                <a:gd name="connsiteY2" fmla="*/ 399138 h 1210263"/>
                <a:gd name="connsiteX3" fmla="*/ 781483 w 1050228"/>
                <a:gd name="connsiteY3" fmla="*/ 4036 h 1210263"/>
                <a:gd name="connsiteX4" fmla="*/ 141569 w 1050228"/>
                <a:gd name="connsiteY4" fmla="*/ 225266 h 1210263"/>
                <a:gd name="connsiteX5" fmla="*/ 1065 w 1050228"/>
                <a:gd name="connsiteY5" fmla="*/ 762644 h 1210263"/>
                <a:gd name="connsiteX0" fmla="*/ 1019190 w 1050228"/>
                <a:gd name="connsiteY0" fmla="*/ 1130810 h 1130810"/>
                <a:gd name="connsiteX1" fmla="*/ 958023 w 1050228"/>
                <a:gd name="connsiteY1" fmla="*/ 649396 h 1130810"/>
                <a:gd name="connsiteX2" fmla="*/ 1040704 w 1050228"/>
                <a:gd name="connsiteY2" fmla="*/ 319685 h 1130810"/>
                <a:gd name="connsiteX3" fmla="*/ 764966 w 1050228"/>
                <a:gd name="connsiteY3" fmla="*/ 8136 h 1130810"/>
                <a:gd name="connsiteX4" fmla="*/ 141569 w 1050228"/>
                <a:gd name="connsiteY4" fmla="*/ 145813 h 1130810"/>
                <a:gd name="connsiteX5" fmla="*/ 1065 w 1050228"/>
                <a:gd name="connsiteY5" fmla="*/ 683191 h 1130810"/>
                <a:gd name="connsiteX0" fmla="*/ 1019190 w 1110534"/>
                <a:gd name="connsiteY0" fmla="*/ 1130810 h 1130810"/>
                <a:gd name="connsiteX1" fmla="*/ 1110327 w 1110534"/>
                <a:gd name="connsiteY1" fmla="*/ 782770 h 1130810"/>
                <a:gd name="connsiteX2" fmla="*/ 1040704 w 1110534"/>
                <a:gd name="connsiteY2" fmla="*/ 319685 h 1130810"/>
                <a:gd name="connsiteX3" fmla="*/ 764966 w 1110534"/>
                <a:gd name="connsiteY3" fmla="*/ 8136 h 1130810"/>
                <a:gd name="connsiteX4" fmla="*/ 141569 w 1110534"/>
                <a:gd name="connsiteY4" fmla="*/ 145813 h 1130810"/>
                <a:gd name="connsiteX5" fmla="*/ 1065 w 1110534"/>
                <a:gd name="connsiteY5" fmla="*/ 683191 h 1130810"/>
                <a:gd name="connsiteX0" fmla="*/ 1223278 w 1251757"/>
                <a:gd name="connsiteY0" fmla="*/ 1234188 h 1234188"/>
                <a:gd name="connsiteX1" fmla="*/ 1110327 w 1251757"/>
                <a:gd name="connsiteY1" fmla="*/ 782770 h 1234188"/>
                <a:gd name="connsiteX2" fmla="*/ 1040704 w 1251757"/>
                <a:gd name="connsiteY2" fmla="*/ 319685 h 1234188"/>
                <a:gd name="connsiteX3" fmla="*/ 764966 w 1251757"/>
                <a:gd name="connsiteY3" fmla="*/ 8136 h 1234188"/>
                <a:gd name="connsiteX4" fmla="*/ 141569 w 1251757"/>
                <a:gd name="connsiteY4" fmla="*/ 145813 h 1234188"/>
                <a:gd name="connsiteX5" fmla="*/ 1065 w 1251757"/>
                <a:gd name="connsiteY5" fmla="*/ 683191 h 1234188"/>
                <a:gd name="connsiteX0" fmla="*/ 1223278 w 1251757"/>
                <a:gd name="connsiteY0" fmla="*/ 1216379 h 1216379"/>
                <a:gd name="connsiteX1" fmla="*/ 1110327 w 1251757"/>
                <a:gd name="connsiteY1" fmla="*/ 764961 h 1216379"/>
                <a:gd name="connsiteX2" fmla="*/ 1040704 w 1251757"/>
                <a:gd name="connsiteY2" fmla="*/ 301876 h 1216379"/>
                <a:gd name="connsiteX3" fmla="*/ 668243 w 1251757"/>
                <a:gd name="connsiteY3" fmla="*/ 10440 h 1216379"/>
                <a:gd name="connsiteX4" fmla="*/ 141569 w 1251757"/>
                <a:gd name="connsiteY4" fmla="*/ 128004 h 1216379"/>
                <a:gd name="connsiteX5" fmla="*/ 1065 w 1251757"/>
                <a:gd name="connsiteY5" fmla="*/ 665382 h 1216379"/>
                <a:gd name="connsiteX0" fmla="*/ 1223278 w 1254562"/>
                <a:gd name="connsiteY0" fmla="*/ 1228071 h 1228071"/>
                <a:gd name="connsiteX1" fmla="*/ 1110327 w 1254562"/>
                <a:gd name="connsiteY1" fmla="*/ 776653 h 1228071"/>
                <a:gd name="connsiteX2" fmla="*/ 891008 w 1254562"/>
                <a:gd name="connsiteY2" fmla="*/ 479296 h 1228071"/>
                <a:gd name="connsiteX3" fmla="*/ 668243 w 1254562"/>
                <a:gd name="connsiteY3" fmla="*/ 22132 h 1228071"/>
                <a:gd name="connsiteX4" fmla="*/ 141569 w 1254562"/>
                <a:gd name="connsiteY4" fmla="*/ 139696 h 1228071"/>
                <a:gd name="connsiteX5" fmla="*/ 1065 w 1254562"/>
                <a:gd name="connsiteY5" fmla="*/ 677074 h 1228071"/>
                <a:gd name="connsiteX0" fmla="*/ 1223278 w 1247127"/>
                <a:gd name="connsiteY0" fmla="*/ 1228071 h 1228071"/>
                <a:gd name="connsiteX1" fmla="*/ 1038167 w 1247127"/>
                <a:gd name="connsiteY1" fmla="*/ 784640 h 1228071"/>
                <a:gd name="connsiteX2" fmla="*/ 891008 w 1247127"/>
                <a:gd name="connsiteY2" fmla="*/ 479296 h 1228071"/>
                <a:gd name="connsiteX3" fmla="*/ 668243 w 1247127"/>
                <a:gd name="connsiteY3" fmla="*/ 22132 h 1228071"/>
                <a:gd name="connsiteX4" fmla="*/ 141569 w 1247127"/>
                <a:gd name="connsiteY4" fmla="*/ 139696 h 1228071"/>
                <a:gd name="connsiteX5" fmla="*/ 1065 w 1247127"/>
                <a:gd name="connsiteY5" fmla="*/ 677074 h 1228071"/>
                <a:gd name="connsiteX0" fmla="*/ 1223278 w 1247127"/>
                <a:gd name="connsiteY0" fmla="*/ 1250798 h 1250798"/>
                <a:gd name="connsiteX1" fmla="*/ 1038167 w 1247127"/>
                <a:gd name="connsiteY1" fmla="*/ 807367 h 1250798"/>
                <a:gd name="connsiteX2" fmla="*/ 891008 w 1247127"/>
                <a:gd name="connsiteY2" fmla="*/ 502023 h 1250798"/>
                <a:gd name="connsiteX3" fmla="*/ 593641 w 1247127"/>
                <a:gd name="connsiteY3" fmla="*/ 18177 h 1250798"/>
                <a:gd name="connsiteX4" fmla="*/ 141569 w 1247127"/>
                <a:gd name="connsiteY4" fmla="*/ 162423 h 1250798"/>
                <a:gd name="connsiteX5" fmla="*/ 1065 w 1247127"/>
                <a:gd name="connsiteY5" fmla="*/ 699801 h 1250798"/>
                <a:gd name="connsiteX0" fmla="*/ 1107971 w 1143139"/>
                <a:gd name="connsiteY0" fmla="*/ 1206937 h 1206937"/>
                <a:gd name="connsiteX1" fmla="*/ 1038167 w 1143139"/>
                <a:gd name="connsiteY1" fmla="*/ 807367 h 1206937"/>
                <a:gd name="connsiteX2" fmla="*/ 891008 w 1143139"/>
                <a:gd name="connsiteY2" fmla="*/ 502023 h 1206937"/>
                <a:gd name="connsiteX3" fmla="*/ 593641 w 1143139"/>
                <a:gd name="connsiteY3" fmla="*/ 18177 h 1206937"/>
                <a:gd name="connsiteX4" fmla="*/ 141569 w 1143139"/>
                <a:gd name="connsiteY4" fmla="*/ 162423 h 1206937"/>
                <a:gd name="connsiteX5" fmla="*/ 1065 w 1143139"/>
                <a:gd name="connsiteY5" fmla="*/ 699801 h 1206937"/>
                <a:gd name="connsiteX0" fmla="*/ 1107971 w 1107971"/>
                <a:gd name="connsiteY0" fmla="*/ 1206937 h 1206937"/>
                <a:gd name="connsiteX1" fmla="*/ 891008 w 1107971"/>
                <a:gd name="connsiteY1" fmla="*/ 502023 h 1206937"/>
                <a:gd name="connsiteX2" fmla="*/ 593641 w 1107971"/>
                <a:gd name="connsiteY2" fmla="*/ 18177 h 1206937"/>
                <a:gd name="connsiteX3" fmla="*/ 141569 w 1107971"/>
                <a:gd name="connsiteY3" fmla="*/ 162423 h 1206937"/>
                <a:gd name="connsiteX4" fmla="*/ 1065 w 1107971"/>
                <a:gd name="connsiteY4" fmla="*/ 699801 h 1206937"/>
                <a:gd name="connsiteX0" fmla="*/ 1107971 w 1113314"/>
                <a:gd name="connsiteY0" fmla="*/ 1206937 h 1206937"/>
                <a:gd name="connsiteX1" fmla="*/ 891008 w 1113314"/>
                <a:gd name="connsiteY1" fmla="*/ 502023 h 1206937"/>
                <a:gd name="connsiteX2" fmla="*/ 593641 w 1113314"/>
                <a:gd name="connsiteY2" fmla="*/ 18177 h 1206937"/>
                <a:gd name="connsiteX3" fmla="*/ 141569 w 1113314"/>
                <a:gd name="connsiteY3" fmla="*/ 162423 h 1206937"/>
                <a:gd name="connsiteX4" fmla="*/ 1065 w 1113314"/>
                <a:gd name="connsiteY4" fmla="*/ 699801 h 1206937"/>
                <a:gd name="connsiteX0" fmla="*/ 1107971 w 1114292"/>
                <a:gd name="connsiteY0" fmla="*/ 1205686 h 1205686"/>
                <a:gd name="connsiteX1" fmla="*/ 922120 w 1114292"/>
                <a:gd name="connsiteY1" fmla="*/ 482014 h 1205686"/>
                <a:gd name="connsiteX2" fmla="*/ 593641 w 1114292"/>
                <a:gd name="connsiteY2" fmla="*/ 16926 h 1205686"/>
                <a:gd name="connsiteX3" fmla="*/ 141569 w 1114292"/>
                <a:gd name="connsiteY3" fmla="*/ 161172 h 1205686"/>
                <a:gd name="connsiteX4" fmla="*/ 1065 w 1114292"/>
                <a:gd name="connsiteY4" fmla="*/ 698550 h 1205686"/>
                <a:gd name="connsiteX0" fmla="*/ 1107971 w 1114292"/>
                <a:gd name="connsiteY0" fmla="*/ 1176985 h 1176985"/>
                <a:gd name="connsiteX1" fmla="*/ 922120 w 1114292"/>
                <a:gd name="connsiteY1" fmla="*/ 453313 h 1176985"/>
                <a:gd name="connsiteX2" fmla="*/ 512673 w 1114292"/>
                <a:gd name="connsiteY2" fmla="*/ 22092 h 1176985"/>
                <a:gd name="connsiteX3" fmla="*/ 141569 w 1114292"/>
                <a:gd name="connsiteY3" fmla="*/ 132471 h 1176985"/>
                <a:gd name="connsiteX4" fmla="*/ 1065 w 1114292"/>
                <a:gd name="connsiteY4" fmla="*/ 669849 h 1176985"/>
                <a:gd name="connsiteX0" fmla="*/ 1107971 w 1112550"/>
                <a:gd name="connsiteY0" fmla="*/ 1177949 h 1177949"/>
                <a:gd name="connsiteX1" fmla="*/ 857691 w 1112550"/>
                <a:gd name="connsiteY1" fmla="*/ 467584 h 1177949"/>
                <a:gd name="connsiteX2" fmla="*/ 512673 w 1112550"/>
                <a:gd name="connsiteY2" fmla="*/ 23056 h 1177949"/>
                <a:gd name="connsiteX3" fmla="*/ 141569 w 1112550"/>
                <a:gd name="connsiteY3" fmla="*/ 133435 h 1177949"/>
                <a:gd name="connsiteX4" fmla="*/ 1065 w 1112550"/>
                <a:gd name="connsiteY4" fmla="*/ 670813 h 1177949"/>
                <a:gd name="connsiteX0" fmla="*/ 1091195 w 1096130"/>
                <a:gd name="connsiteY0" fmla="*/ 1151933 h 1151933"/>
                <a:gd name="connsiteX1" fmla="*/ 857691 w 1096130"/>
                <a:gd name="connsiteY1" fmla="*/ 467584 h 1151933"/>
                <a:gd name="connsiteX2" fmla="*/ 512673 w 1096130"/>
                <a:gd name="connsiteY2" fmla="*/ 23056 h 1151933"/>
                <a:gd name="connsiteX3" fmla="*/ 141569 w 1096130"/>
                <a:gd name="connsiteY3" fmla="*/ 133435 h 1151933"/>
                <a:gd name="connsiteX4" fmla="*/ 1065 w 1096130"/>
                <a:gd name="connsiteY4" fmla="*/ 670813 h 1151933"/>
                <a:gd name="connsiteX0" fmla="*/ 1091407 w 1096342"/>
                <a:gd name="connsiteY0" fmla="*/ 1173456 h 1173456"/>
                <a:gd name="connsiteX1" fmla="*/ 857903 w 1096342"/>
                <a:gd name="connsiteY1" fmla="*/ 489107 h 1173456"/>
                <a:gd name="connsiteX2" fmla="*/ 512885 w 1096342"/>
                <a:gd name="connsiteY2" fmla="*/ 44579 h 1173456"/>
                <a:gd name="connsiteX3" fmla="*/ 122753 w 1096342"/>
                <a:gd name="connsiteY3" fmla="*/ 95414 h 1173456"/>
                <a:gd name="connsiteX4" fmla="*/ 1277 w 1096342"/>
                <a:gd name="connsiteY4" fmla="*/ 692336 h 1173456"/>
                <a:gd name="connsiteX0" fmla="*/ 1091407 w 1200737"/>
                <a:gd name="connsiteY0" fmla="*/ 1173456 h 1173456"/>
                <a:gd name="connsiteX1" fmla="*/ 1194400 w 1200737"/>
                <a:gd name="connsiteY1" fmla="*/ 754429 h 1173456"/>
                <a:gd name="connsiteX2" fmla="*/ 857903 w 1200737"/>
                <a:gd name="connsiteY2" fmla="*/ 489107 h 1173456"/>
                <a:gd name="connsiteX3" fmla="*/ 512885 w 1200737"/>
                <a:gd name="connsiteY3" fmla="*/ 44579 h 1173456"/>
                <a:gd name="connsiteX4" fmla="*/ 122753 w 1200737"/>
                <a:gd name="connsiteY4" fmla="*/ 95414 h 1173456"/>
                <a:gd name="connsiteX5" fmla="*/ 1277 w 1200737"/>
                <a:gd name="connsiteY5" fmla="*/ 692336 h 1173456"/>
                <a:gd name="connsiteX0" fmla="*/ 1072110 w 1200120"/>
                <a:gd name="connsiteY0" fmla="*/ 1299594 h 1299594"/>
                <a:gd name="connsiteX1" fmla="*/ 1194400 w 1200120"/>
                <a:gd name="connsiteY1" fmla="*/ 754429 h 1299594"/>
                <a:gd name="connsiteX2" fmla="*/ 857903 w 1200120"/>
                <a:gd name="connsiteY2" fmla="*/ 489107 h 1299594"/>
                <a:gd name="connsiteX3" fmla="*/ 512885 w 1200120"/>
                <a:gd name="connsiteY3" fmla="*/ 44579 h 1299594"/>
                <a:gd name="connsiteX4" fmla="*/ 122753 w 1200120"/>
                <a:gd name="connsiteY4" fmla="*/ 95414 h 1299594"/>
                <a:gd name="connsiteX5" fmla="*/ 1277 w 1200120"/>
                <a:gd name="connsiteY5" fmla="*/ 692336 h 1299594"/>
                <a:gd name="connsiteX0" fmla="*/ 1095445 w 1223455"/>
                <a:gd name="connsiteY0" fmla="*/ 1299594 h 1299594"/>
                <a:gd name="connsiteX1" fmla="*/ 1217735 w 1223455"/>
                <a:gd name="connsiteY1" fmla="*/ 754429 h 1299594"/>
                <a:gd name="connsiteX2" fmla="*/ 881238 w 1223455"/>
                <a:gd name="connsiteY2" fmla="*/ 489107 h 1299594"/>
                <a:gd name="connsiteX3" fmla="*/ 536220 w 1223455"/>
                <a:gd name="connsiteY3" fmla="*/ 44579 h 1299594"/>
                <a:gd name="connsiteX4" fmla="*/ 146088 w 1223455"/>
                <a:gd name="connsiteY4" fmla="*/ 95414 h 1299594"/>
                <a:gd name="connsiteX5" fmla="*/ 1023 w 1223455"/>
                <a:gd name="connsiteY5" fmla="*/ 742868 h 1299594"/>
                <a:gd name="connsiteX0" fmla="*/ 1116350 w 1244360"/>
                <a:gd name="connsiteY0" fmla="*/ 1299594 h 1299594"/>
                <a:gd name="connsiteX1" fmla="*/ 1238640 w 1244360"/>
                <a:gd name="connsiteY1" fmla="*/ 754429 h 1299594"/>
                <a:gd name="connsiteX2" fmla="*/ 902143 w 1244360"/>
                <a:gd name="connsiteY2" fmla="*/ 489107 h 1299594"/>
                <a:gd name="connsiteX3" fmla="*/ 557125 w 1244360"/>
                <a:gd name="connsiteY3" fmla="*/ 44579 h 1299594"/>
                <a:gd name="connsiteX4" fmla="*/ 166993 w 1244360"/>
                <a:gd name="connsiteY4" fmla="*/ 95414 h 1299594"/>
                <a:gd name="connsiteX5" fmla="*/ 21928 w 1244360"/>
                <a:gd name="connsiteY5" fmla="*/ 742868 h 1299594"/>
                <a:gd name="connsiteX0" fmla="*/ 1116350 w 1256610"/>
                <a:gd name="connsiteY0" fmla="*/ 1299594 h 1299594"/>
                <a:gd name="connsiteX1" fmla="*/ 1200778 w 1256610"/>
                <a:gd name="connsiteY1" fmla="*/ 1066986 h 1299594"/>
                <a:gd name="connsiteX2" fmla="*/ 1238640 w 1256610"/>
                <a:gd name="connsiteY2" fmla="*/ 754429 h 1299594"/>
                <a:gd name="connsiteX3" fmla="*/ 902143 w 1256610"/>
                <a:gd name="connsiteY3" fmla="*/ 489107 h 1299594"/>
                <a:gd name="connsiteX4" fmla="*/ 557125 w 1256610"/>
                <a:gd name="connsiteY4" fmla="*/ 44579 h 1299594"/>
                <a:gd name="connsiteX5" fmla="*/ 166993 w 1256610"/>
                <a:gd name="connsiteY5" fmla="*/ 95414 h 1299594"/>
                <a:gd name="connsiteX6" fmla="*/ 21928 w 1256610"/>
                <a:gd name="connsiteY6" fmla="*/ 742868 h 1299594"/>
                <a:gd name="connsiteX0" fmla="*/ 1026284 w 1256610"/>
                <a:gd name="connsiteY0" fmla="*/ 1292084 h 1292084"/>
                <a:gd name="connsiteX1" fmla="*/ 1200778 w 1256610"/>
                <a:gd name="connsiteY1" fmla="*/ 1066986 h 1292084"/>
                <a:gd name="connsiteX2" fmla="*/ 1238640 w 1256610"/>
                <a:gd name="connsiteY2" fmla="*/ 754429 h 1292084"/>
                <a:gd name="connsiteX3" fmla="*/ 902143 w 1256610"/>
                <a:gd name="connsiteY3" fmla="*/ 489107 h 1292084"/>
                <a:gd name="connsiteX4" fmla="*/ 557125 w 1256610"/>
                <a:gd name="connsiteY4" fmla="*/ 44579 h 1292084"/>
                <a:gd name="connsiteX5" fmla="*/ 166993 w 1256610"/>
                <a:gd name="connsiteY5" fmla="*/ 95414 h 1292084"/>
                <a:gd name="connsiteX6" fmla="*/ 21928 w 1256610"/>
                <a:gd name="connsiteY6" fmla="*/ 742868 h 1292084"/>
                <a:gd name="connsiteX0" fmla="*/ 1026284 w 1256610"/>
                <a:gd name="connsiteY0" fmla="*/ 1351659 h 1351659"/>
                <a:gd name="connsiteX1" fmla="*/ 1200778 w 1256610"/>
                <a:gd name="connsiteY1" fmla="*/ 1126561 h 1351659"/>
                <a:gd name="connsiteX2" fmla="*/ 1238640 w 1256610"/>
                <a:gd name="connsiteY2" fmla="*/ 814004 h 1351659"/>
                <a:gd name="connsiteX3" fmla="*/ 902143 w 1256610"/>
                <a:gd name="connsiteY3" fmla="*/ 548682 h 1351659"/>
                <a:gd name="connsiteX4" fmla="*/ 557125 w 1256610"/>
                <a:gd name="connsiteY4" fmla="*/ 104154 h 1351659"/>
                <a:gd name="connsiteX5" fmla="*/ 166993 w 1256610"/>
                <a:gd name="connsiteY5" fmla="*/ 154989 h 1351659"/>
                <a:gd name="connsiteX6" fmla="*/ 21928 w 1256610"/>
                <a:gd name="connsiteY6" fmla="*/ 802443 h 1351659"/>
                <a:gd name="connsiteX0" fmla="*/ 1084198 w 1314524"/>
                <a:gd name="connsiteY0" fmla="*/ 1272296 h 1272296"/>
                <a:gd name="connsiteX1" fmla="*/ 1258692 w 1314524"/>
                <a:gd name="connsiteY1" fmla="*/ 1047198 h 1272296"/>
                <a:gd name="connsiteX2" fmla="*/ 1296554 w 1314524"/>
                <a:gd name="connsiteY2" fmla="*/ 734641 h 1272296"/>
                <a:gd name="connsiteX3" fmla="*/ 960057 w 1314524"/>
                <a:gd name="connsiteY3" fmla="*/ 469319 h 1272296"/>
                <a:gd name="connsiteX4" fmla="*/ 615039 w 1314524"/>
                <a:gd name="connsiteY4" fmla="*/ 24791 h 1272296"/>
                <a:gd name="connsiteX5" fmla="*/ 224907 w 1314524"/>
                <a:gd name="connsiteY5" fmla="*/ 75626 h 1272296"/>
                <a:gd name="connsiteX6" fmla="*/ 3776 w 1314524"/>
                <a:gd name="connsiteY6" fmla="*/ 247684 h 1272296"/>
                <a:gd name="connsiteX7" fmla="*/ 79842 w 1314524"/>
                <a:gd name="connsiteY7" fmla="*/ 723080 h 1272296"/>
                <a:gd name="connsiteX0" fmla="*/ 1084198 w 1314524"/>
                <a:gd name="connsiteY0" fmla="*/ 1272296 h 1272296"/>
                <a:gd name="connsiteX1" fmla="*/ 1258692 w 1314524"/>
                <a:gd name="connsiteY1" fmla="*/ 1047198 h 1272296"/>
                <a:gd name="connsiteX2" fmla="*/ 1296554 w 1314524"/>
                <a:gd name="connsiteY2" fmla="*/ 734641 h 1272296"/>
                <a:gd name="connsiteX3" fmla="*/ 960057 w 1314524"/>
                <a:gd name="connsiteY3" fmla="*/ 469319 h 1272296"/>
                <a:gd name="connsiteX4" fmla="*/ 615039 w 1314524"/>
                <a:gd name="connsiteY4" fmla="*/ 24791 h 1272296"/>
                <a:gd name="connsiteX5" fmla="*/ 224907 w 1314524"/>
                <a:gd name="connsiteY5" fmla="*/ 75626 h 1272296"/>
                <a:gd name="connsiteX6" fmla="*/ 3776 w 1314524"/>
                <a:gd name="connsiteY6" fmla="*/ 247684 h 1272296"/>
                <a:gd name="connsiteX7" fmla="*/ 79842 w 1314524"/>
                <a:gd name="connsiteY7" fmla="*/ 723080 h 1272296"/>
                <a:gd name="connsiteX0" fmla="*/ 1084198 w 1314524"/>
                <a:gd name="connsiteY0" fmla="*/ 1376556 h 1376556"/>
                <a:gd name="connsiteX1" fmla="*/ 1258692 w 1314524"/>
                <a:gd name="connsiteY1" fmla="*/ 1151458 h 1376556"/>
                <a:gd name="connsiteX2" fmla="*/ 1296554 w 1314524"/>
                <a:gd name="connsiteY2" fmla="*/ 838901 h 1376556"/>
                <a:gd name="connsiteX3" fmla="*/ 960057 w 1314524"/>
                <a:gd name="connsiteY3" fmla="*/ 573579 h 1376556"/>
                <a:gd name="connsiteX4" fmla="*/ 615039 w 1314524"/>
                <a:gd name="connsiteY4" fmla="*/ 129051 h 1376556"/>
                <a:gd name="connsiteX5" fmla="*/ 224907 w 1314524"/>
                <a:gd name="connsiteY5" fmla="*/ 179886 h 1376556"/>
                <a:gd name="connsiteX6" fmla="*/ 3776 w 1314524"/>
                <a:gd name="connsiteY6" fmla="*/ 351944 h 1376556"/>
                <a:gd name="connsiteX7" fmla="*/ 79842 w 1314524"/>
                <a:gd name="connsiteY7" fmla="*/ 827340 h 1376556"/>
                <a:gd name="connsiteX0" fmla="*/ 1084198 w 1314524"/>
                <a:gd name="connsiteY0" fmla="*/ 1429079 h 1429079"/>
                <a:gd name="connsiteX1" fmla="*/ 1258692 w 1314524"/>
                <a:gd name="connsiteY1" fmla="*/ 1203981 h 1429079"/>
                <a:gd name="connsiteX2" fmla="*/ 1296554 w 1314524"/>
                <a:gd name="connsiteY2" fmla="*/ 891424 h 1429079"/>
                <a:gd name="connsiteX3" fmla="*/ 960057 w 1314524"/>
                <a:gd name="connsiteY3" fmla="*/ 626102 h 1429079"/>
                <a:gd name="connsiteX4" fmla="*/ 615039 w 1314524"/>
                <a:gd name="connsiteY4" fmla="*/ 181574 h 1429079"/>
                <a:gd name="connsiteX5" fmla="*/ 251602 w 1314524"/>
                <a:gd name="connsiteY5" fmla="*/ 159191 h 1429079"/>
                <a:gd name="connsiteX6" fmla="*/ 3776 w 1314524"/>
                <a:gd name="connsiteY6" fmla="*/ 404467 h 1429079"/>
                <a:gd name="connsiteX7" fmla="*/ 79842 w 1314524"/>
                <a:gd name="connsiteY7" fmla="*/ 879863 h 1429079"/>
                <a:gd name="connsiteX0" fmla="*/ 1117361 w 1347687"/>
                <a:gd name="connsiteY0" fmla="*/ 1429079 h 1429079"/>
                <a:gd name="connsiteX1" fmla="*/ 1291855 w 1347687"/>
                <a:gd name="connsiteY1" fmla="*/ 1203981 h 1429079"/>
                <a:gd name="connsiteX2" fmla="*/ 1329717 w 1347687"/>
                <a:gd name="connsiteY2" fmla="*/ 891424 h 1429079"/>
                <a:gd name="connsiteX3" fmla="*/ 993220 w 1347687"/>
                <a:gd name="connsiteY3" fmla="*/ 626102 h 1429079"/>
                <a:gd name="connsiteX4" fmla="*/ 648202 w 1347687"/>
                <a:gd name="connsiteY4" fmla="*/ 181574 h 1429079"/>
                <a:gd name="connsiteX5" fmla="*/ 284765 w 1347687"/>
                <a:gd name="connsiteY5" fmla="*/ 159191 h 1429079"/>
                <a:gd name="connsiteX6" fmla="*/ 36939 w 1347687"/>
                <a:gd name="connsiteY6" fmla="*/ 404467 h 1429079"/>
                <a:gd name="connsiteX7" fmla="*/ 5083 w 1347687"/>
                <a:gd name="connsiteY7" fmla="*/ 673146 h 1429079"/>
                <a:gd name="connsiteX8" fmla="*/ 113005 w 1347687"/>
                <a:gd name="connsiteY8" fmla="*/ 879863 h 1429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7687" h="1429079">
                  <a:moveTo>
                    <a:pt x="1117361" y="1429079"/>
                  </a:moveTo>
                  <a:cubicBezTo>
                    <a:pt x="1127416" y="1386888"/>
                    <a:pt x="1271473" y="1294842"/>
                    <a:pt x="1291855" y="1203981"/>
                  </a:cubicBezTo>
                  <a:cubicBezTo>
                    <a:pt x="1312237" y="1113120"/>
                    <a:pt x="1379490" y="987737"/>
                    <a:pt x="1329717" y="891424"/>
                  </a:cubicBezTo>
                  <a:cubicBezTo>
                    <a:pt x="1279945" y="795111"/>
                    <a:pt x="1106806" y="744410"/>
                    <a:pt x="993220" y="626102"/>
                  </a:cubicBezTo>
                  <a:cubicBezTo>
                    <a:pt x="879634" y="507794"/>
                    <a:pt x="766278" y="259393"/>
                    <a:pt x="648202" y="181574"/>
                  </a:cubicBezTo>
                  <a:cubicBezTo>
                    <a:pt x="530126" y="103756"/>
                    <a:pt x="482663" y="-171837"/>
                    <a:pt x="284765" y="159191"/>
                  </a:cubicBezTo>
                  <a:cubicBezTo>
                    <a:pt x="246678" y="316259"/>
                    <a:pt x="61116" y="296558"/>
                    <a:pt x="36939" y="404467"/>
                  </a:cubicBezTo>
                  <a:cubicBezTo>
                    <a:pt x="3596" y="493770"/>
                    <a:pt x="-7595" y="593913"/>
                    <a:pt x="5083" y="673146"/>
                  </a:cubicBezTo>
                  <a:cubicBezTo>
                    <a:pt x="17761" y="752379"/>
                    <a:pt x="108289" y="849054"/>
                    <a:pt x="113005" y="879863"/>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7" name="Freeform: Shape 26">
              <a:extLst>
                <a:ext uri="{FF2B5EF4-FFF2-40B4-BE49-F238E27FC236}">
                  <a16:creationId xmlns:a16="http://schemas.microsoft.com/office/drawing/2014/main" id="{410FD1FD-12D8-8AF4-AA15-45638A994FEA}"/>
                </a:ext>
              </a:extLst>
            </p:cNvPr>
            <p:cNvSpPr/>
            <p:nvPr userDrawn="1"/>
          </p:nvSpPr>
          <p:spPr>
            <a:xfrm rot="9471250">
              <a:off x="7822498" y="145267"/>
              <a:ext cx="2396663" cy="6521096"/>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43134 w 2445472"/>
                <a:gd name="connsiteY0" fmla="*/ 4175357 h 4175357"/>
                <a:gd name="connsiteX1" fmla="*/ 524993 w 2445472"/>
                <a:gd name="connsiteY1" fmla="*/ 3590430 h 4175357"/>
                <a:gd name="connsiteX2" fmla="*/ 280820 w 2445472"/>
                <a:gd name="connsiteY2" fmla="*/ 2863215 h 4175357"/>
                <a:gd name="connsiteX3" fmla="*/ 43076 w 2445472"/>
                <a:gd name="connsiteY3" fmla="*/ 2348103 h 4175357"/>
                <a:gd name="connsiteX4" fmla="*/ 3167 w 2445472"/>
                <a:gd name="connsiteY4" fmla="*/ 2029110 h 4175357"/>
                <a:gd name="connsiteX5" fmla="*/ 117943 w 2445472"/>
                <a:gd name="connsiteY5" fmla="*/ 1661064 h 4175357"/>
                <a:gd name="connsiteX6" fmla="*/ 224242 w 2445472"/>
                <a:gd name="connsiteY6" fmla="*/ 1428464 h 4175357"/>
                <a:gd name="connsiteX7" fmla="*/ 447222 w 2445472"/>
                <a:gd name="connsiteY7" fmla="*/ 1253585 h 4175357"/>
                <a:gd name="connsiteX8" fmla="*/ 708588 w 2445472"/>
                <a:gd name="connsiteY8" fmla="*/ 1282636 h 4175357"/>
                <a:gd name="connsiteX9" fmla="*/ 1024532 w 2445472"/>
                <a:gd name="connsiteY9" fmla="*/ 1426178 h 4175357"/>
                <a:gd name="connsiteX10" fmla="*/ 1538692 w 2445472"/>
                <a:gd name="connsiteY10" fmla="*/ 1457801 h 4175357"/>
                <a:gd name="connsiteX11" fmla="*/ 1869019 w 2445472"/>
                <a:gd name="connsiteY11" fmla="*/ 1334357 h 4175357"/>
                <a:gd name="connsiteX12" fmla="*/ 2124670 w 2445472"/>
                <a:gd name="connsiteY12" fmla="*/ 1199388 h 4175357"/>
                <a:gd name="connsiteX13" fmla="*/ 2334410 w 2445472"/>
                <a:gd name="connsiteY13" fmla="*/ 989742 h 4175357"/>
                <a:gd name="connsiteX14" fmla="*/ 2430232 w 2445472"/>
                <a:gd name="connsiteY14" fmla="*/ 617505 h 4175357"/>
                <a:gd name="connsiteX15" fmla="*/ 2430232 w 2445472"/>
                <a:gd name="connsiteY15" fmla="*/ 256127 h 4175357"/>
                <a:gd name="connsiteX16" fmla="*/ 2445472 w 2445472"/>
                <a:gd name="connsiteY16" fmla="*/ 0 h 4175357"/>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430232 w 2520960"/>
                <a:gd name="connsiteY15" fmla="*/ 287130 h 4206360"/>
                <a:gd name="connsiteX16" fmla="*/ 2520960 w 2520960"/>
                <a:gd name="connsiteY16" fmla="*/ 0 h 4206360"/>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520960 w 2520960"/>
                <a:gd name="connsiteY15" fmla="*/ 0 h 4206360"/>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1024532 w 2520960"/>
                <a:gd name="connsiteY8" fmla="*/ 1457181 h 4489072"/>
                <a:gd name="connsiteX9" fmla="*/ 1538692 w 2520960"/>
                <a:gd name="connsiteY9" fmla="*/ 1488804 h 4489072"/>
                <a:gd name="connsiteX10" fmla="*/ 1869019 w 2520960"/>
                <a:gd name="connsiteY10" fmla="*/ 1365360 h 4489072"/>
                <a:gd name="connsiteX11" fmla="*/ 2124670 w 2520960"/>
                <a:gd name="connsiteY11" fmla="*/ 1230391 h 4489072"/>
                <a:gd name="connsiteX12" fmla="*/ 2334410 w 2520960"/>
                <a:gd name="connsiteY12" fmla="*/ 1020745 h 4489072"/>
                <a:gd name="connsiteX13" fmla="*/ 2430232 w 2520960"/>
                <a:gd name="connsiteY13" fmla="*/ 648508 h 4489072"/>
                <a:gd name="connsiteX14" fmla="*/ 2520960 w 2520960"/>
                <a:gd name="connsiteY14"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1024532 w 2520960"/>
                <a:gd name="connsiteY7" fmla="*/ 1457181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383358 w 2520960"/>
                <a:gd name="connsiteY11" fmla="*/ 551501 h 4489072"/>
                <a:gd name="connsiteX12" fmla="*/ 2520960 w 2520960"/>
                <a:gd name="connsiteY12" fmla="*/ 0 h 4489072"/>
                <a:gd name="connsiteX0" fmla="*/ 142161 w 2520960"/>
                <a:gd name="connsiteY0" fmla="*/ 4405792 h 4405792"/>
                <a:gd name="connsiteX1" fmla="*/ 524993 w 2520960"/>
                <a:gd name="connsiteY1" fmla="*/ 3621433 h 4405792"/>
                <a:gd name="connsiteX2" fmla="*/ 280820 w 2520960"/>
                <a:gd name="connsiteY2" fmla="*/ 2894218 h 4405792"/>
                <a:gd name="connsiteX3" fmla="*/ 43076 w 2520960"/>
                <a:gd name="connsiteY3" fmla="*/ 2379106 h 4405792"/>
                <a:gd name="connsiteX4" fmla="*/ 3167 w 2520960"/>
                <a:gd name="connsiteY4" fmla="*/ 2060113 h 4405792"/>
                <a:gd name="connsiteX5" fmla="*/ 117943 w 2520960"/>
                <a:gd name="connsiteY5" fmla="*/ 1692067 h 4405792"/>
                <a:gd name="connsiteX6" fmla="*/ 516481 w 2520960"/>
                <a:gd name="connsiteY6" fmla="*/ 1871903 h 4405792"/>
                <a:gd name="connsiteX7" fmla="*/ 859473 w 2520960"/>
                <a:gd name="connsiteY7" fmla="*/ 1632849 h 4405792"/>
                <a:gd name="connsiteX8" fmla="*/ 1538692 w 2520960"/>
                <a:gd name="connsiteY8" fmla="*/ 1488804 h 4405792"/>
                <a:gd name="connsiteX9" fmla="*/ 1869019 w 2520960"/>
                <a:gd name="connsiteY9" fmla="*/ 1365360 h 4405792"/>
                <a:gd name="connsiteX10" fmla="*/ 2090604 w 2520960"/>
                <a:gd name="connsiteY10" fmla="*/ 1070175 h 4405792"/>
                <a:gd name="connsiteX11" fmla="*/ 2383358 w 2520960"/>
                <a:gd name="connsiteY11" fmla="*/ 551501 h 4405792"/>
                <a:gd name="connsiteX12" fmla="*/ 2520960 w 2520960"/>
                <a:gd name="connsiteY12" fmla="*/ 0 h 4405792"/>
                <a:gd name="connsiteX0" fmla="*/ 286664 w 2520960"/>
                <a:gd name="connsiteY0" fmla="*/ 4402569 h 4402569"/>
                <a:gd name="connsiteX1" fmla="*/ 524993 w 2520960"/>
                <a:gd name="connsiteY1" fmla="*/ 3621433 h 4402569"/>
                <a:gd name="connsiteX2" fmla="*/ 280820 w 2520960"/>
                <a:gd name="connsiteY2" fmla="*/ 2894218 h 4402569"/>
                <a:gd name="connsiteX3" fmla="*/ 43076 w 2520960"/>
                <a:gd name="connsiteY3" fmla="*/ 2379106 h 4402569"/>
                <a:gd name="connsiteX4" fmla="*/ 3167 w 2520960"/>
                <a:gd name="connsiteY4" fmla="*/ 2060113 h 4402569"/>
                <a:gd name="connsiteX5" fmla="*/ 117943 w 2520960"/>
                <a:gd name="connsiteY5" fmla="*/ 1692067 h 4402569"/>
                <a:gd name="connsiteX6" fmla="*/ 516481 w 2520960"/>
                <a:gd name="connsiteY6" fmla="*/ 1871903 h 4402569"/>
                <a:gd name="connsiteX7" fmla="*/ 859473 w 2520960"/>
                <a:gd name="connsiteY7" fmla="*/ 1632849 h 4402569"/>
                <a:gd name="connsiteX8" fmla="*/ 1538692 w 2520960"/>
                <a:gd name="connsiteY8" fmla="*/ 1488804 h 4402569"/>
                <a:gd name="connsiteX9" fmla="*/ 1869019 w 2520960"/>
                <a:gd name="connsiteY9" fmla="*/ 1365360 h 4402569"/>
                <a:gd name="connsiteX10" fmla="*/ 2090604 w 2520960"/>
                <a:gd name="connsiteY10" fmla="*/ 1070175 h 4402569"/>
                <a:gd name="connsiteX11" fmla="*/ 2383358 w 2520960"/>
                <a:gd name="connsiteY11" fmla="*/ 551501 h 4402569"/>
                <a:gd name="connsiteX12" fmla="*/ 2520960 w 2520960"/>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865017 w 2526504"/>
                <a:gd name="connsiteY7" fmla="*/ 163284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943829 w 2526504"/>
                <a:gd name="connsiteY7" fmla="*/ 166097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322167 w 2556463"/>
                <a:gd name="connsiteY0" fmla="*/ 4402569 h 4402569"/>
                <a:gd name="connsiteX1" fmla="*/ 560496 w 2556463"/>
                <a:gd name="connsiteY1" fmla="*/ 3621433 h 4402569"/>
                <a:gd name="connsiteX2" fmla="*/ 413237 w 2556463"/>
                <a:gd name="connsiteY2" fmla="*/ 2877374 h 4402569"/>
                <a:gd name="connsiteX3" fmla="*/ 78579 w 2556463"/>
                <a:gd name="connsiteY3" fmla="*/ 2379106 h 4402569"/>
                <a:gd name="connsiteX4" fmla="*/ 38670 w 2556463"/>
                <a:gd name="connsiteY4" fmla="*/ 2060113 h 4402569"/>
                <a:gd name="connsiteX5" fmla="*/ 551984 w 2556463"/>
                <a:gd name="connsiteY5" fmla="*/ 1871903 h 4402569"/>
                <a:gd name="connsiteX6" fmla="*/ 973788 w 2556463"/>
                <a:gd name="connsiteY6" fmla="*/ 1660979 h 4402569"/>
                <a:gd name="connsiteX7" fmla="*/ 1574195 w 2556463"/>
                <a:gd name="connsiteY7" fmla="*/ 1488804 h 4402569"/>
                <a:gd name="connsiteX8" fmla="*/ 1904522 w 2556463"/>
                <a:gd name="connsiteY8" fmla="*/ 1365360 h 4402569"/>
                <a:gd name="connsiteX9" fmla="*/ 2126107 w 2556463"/>
                <a:gd name="connsiteY9" fmla="*/ 1070175 h 4402569"/>
                <a:gd name="connsiteX10" fmla="*/ 2418861 w 2556463"/>
                <a:gd name="connsiteY10" fmla="*/ 551501 h 4402569"/>
                <a:gd name="connsiteX11" fmla="*/ 2556463 w 2556463"/>
                <a:gd name="connsiteY11" fmla="*/ 0 h 4402569"/>
                <a:gd name="connsiteX0" fmla="*/ 259298 w 2493594"/>
                <a:gd name="connsiteY0" fmla="*/ 4402569 h 4402569"/>
                <a:gd name="connsiteX1" fmla="*/ 497627 w 2493594"/>
                <a:gd name="connsiteY1" fmla="*/ 3621433 h 4402569"/>
                <a:gd name="connsiteX2" fmla="*/ 350368 w 2493594"/>
                <a:gd name="connsiteY2" fmla="*/ 2877374 h 4402569"/>
                <a:gd name="connsiteX3" fmla="*/ 15710 w 2493594"/>
                <a:gd name="connsiteY3" fmla="*/ 2379106 h 4402569"/>
                <a:gd name="connsiteX4" fmla="*/ 99265 w 2493594"/>
                <a:gd name="connsiteY4" fmla="*/ 2003384 h 4402569"/>
                <a:gd name="connsiteX5" fmla="*/ 489115 w 2493594"/>
                <a:gd name="connsiteY5" fmla="*/ 1871903 h 4402569"/>
                <a:gd name="connsiteX6" fmla="*/ 910919 w 2493594"/>
                <a:gd name="connsiteY6" fmla="*/ 1660979 h 4402569"/>
                <a:gd name="connsiteX7" fmla="*/ 1511326 w 2493594"/>
                <a:gd name="connsiteY7" fmla="*/ 1488804 h 4402569"/>
                <a:gd name="connsiteX8" fmla="*/ 1841653 w 2493594"/>
                <a:gd name="connsiteY8" fmla="*/ 1365360 h 4402569"/>
                <a:gd name="connsiteX9" fmla="*/ 2063238 w 2493594"/>
                <a:gd name="connsiteY9" fmla="*/ 1070175 h 4402569"/>
                <a:gd name="connsiteX10" fmla="*/ 2355992 w 2493594"/>
                <a:gd name="connsiteY10" fmla="*/ 551501 h 4402569"/>
                <a:gd name="connsiteX11" fmla="*/ 2493594 w 2493594"/>
                <a:gd name="connsiteY11" fmla="*/ 0 h 4402569"/>
                <a:gd name="connsiteX0" fmla="*/ 259298 w 2493594"/>
                <a:gd name="connsiteY0" fmla="*/ 4402569 h 4402569"/>
                <a:gd name="connsiteX1" fmla="*/ 487680 w 2493594"/>
                <a:gd name="connsiteY1" fmla="*/ 4106330 h 4402569"/>
                <a:gd name="connsiteX2" fmla="*/ 497627 w 2493594"/>
                <a:gd name="connsiteY2" fmla="*/ 3621433 h 4402569"/>
                <a:gd name="connsiteX3" fmla="*/ 350368 w 2493594"/>
                <a:gd name="connsiteY3" fmla="*/ 2877374 h 4402569"/>
                <a:gd name="connsiteX4" fmla="*/ 15710 w 2493594"/>
                <a:gd name="connsiteY4" fmla="*/ 2379106 h 4402569"/>
                <a:gd name="connsiteX5" fmla="*/ 99265 w 2493594"/>
                <a:gd name="connsiteY5" fmla="*/ 2003384 h 4402569"/>
                <a:gd name="connsiteX6" fmla="*/ 489115 w 2493594"/>
                <a:gd name="connsiteY6" fmla="*/ 1871903 h 4402569"/>
                <a:gd name="connsiteX7" fmla="*/ 910919 w 2493594"/>
                <a:gd name="connsiteY7" fmla="*/ 1660979 h 4402569"/>
                <a:gd name="connsiteX8" fmla="*/ 1511326 w 2493594"/>
                <a:gd name="connsiteY8" fmla="*/ 1488804 h 4402569"/>
                <a:gd name="connsiteX9" fmla="*/ 1841653 w 2493594"/>
                <a:gd name="connsiteY9" fmla="*/ 1365360 h 4402569"/>
                <a:gd name="connsiteX10" fmla="*/ 2063238 w 2493594"/>
                <a:gd name="connsiteY10" fmla="*/ 1070175 h 4402569"/>
                <a:gd name="connsiteX11" fmla="*/ 2355992 w 2493594"/>
                <a:gd name="connsiteY11" fmla="*/ 551501 h 4402569"/>
                <a:gd name="connsiteX12" fmla="*/ 2493594 w 2493594"/>
                <a:gd name="connsiteY12" fmla="*/ 0 h 4402569"/>
                <a:gd name="connsiteX0" fmla="*/ 259298 w 2493594"/>
                <a:gd name="connsiteY0" fmla="*/ 4402569 h 4402569"/>
                <a:gd name="connsiteX1" fmla="*/ 487680 w 2493594"/>
                <a:gd name="connsiteY1" fmla="*/ 4106330 h 4402569"/>
                <a:gd name="connsiteX2" fmla="*/ 497627 w 2493594"/>
                <a:gd name="connsiteY2" fmla="*/ 3621433 h 4402569"/>
                <a:gd name="connsiteX3" fmla="*/ 350368 w 2493594"/>
                <a:gd name="connsiteY3" fmla="*/ 2877374 h 4402569"/>
                <a:gd name="connsiteX4" fmla="*/ 15710 w 2493594"/>
                <a:gd name="connsiteY4" fmla="*/ 2379106 h 4402569"/>
                <a:gd name="connsiteX5" fmla="*/ 99265 w 2493594"/>
                <a:gd name="connsiteY5" fmla="*/ 2003384 h 4402569"/>
                <a:gd name="connsiteX6" fmla="*/ 489115 w 2493594"/>
                <a:gd name="connsiteY6" fmla="*/ 1871903 h 4402569"/>
                <a:gd name="connsiteX7" fmla="*/ 910919 w 2493594"/>
                <a:gd name="connsiteY7" fmla="*/ 1660979 h 4402569"/>
                <a:gd name="connsiteX8" fmla="*/ 1511326 w 2493594"/>
                <a:gd name="connsiteY8" fmla="*/ 1488804 h 4402569"/>
                <a:gd name="connsiteX9" fmla="*/ 1841653 w 2493594"/>
                <a:gd name="connsiteY9" fmla="*/ 1365360 h 4402569"/>
                <a:gd name="connsiteX10" fmla="*/ 1932284 w 2493594"/>
                <a:gd name="connsiteY10" fmla="*/ 1084462 h 4402569"/>
                <a:gd name="connsiteX11" fmla="*/ 2355992 w 2493594"/>
                <a:gd name="connsiteY11" fmla="*/ 551501 h 4402569"/>
                <a:gd name="connsiteX12" fmla="*/ 2493594 w 2493594"/>
                <a:gd name="connsiteY12" fmla="*/ 0 h 4402569"/>
                <a:gd name="connsiteX0" fmla="*/ 259298 w 2493594"/>
                <a:gd name="connsiteY0" fmla="*/ 4402569 h 4402569"/>
                <a:gd name="connsiteX1" fmla="*/ 487680 w 2493594"/>
                <a:gd name="connsiteY1" fmla="*/ 4106330 h 4402569"/>
                <a:gd name="connsiteX2" fmla="*/ 497627 w 2493594"/>
                <a:gd name="connsiteY2" fmla="*/ 3621433 h 4402569"/>
                <a:gd name="connsiteX3" fmla="*/ 350368 w 2493594"/>
                <a:gd name="connsiteY3" fmla="*/ 2877374 h 4402569"/>
                <a:gd name="connsiteX4" fmla="*/ 15710 w 2493594"/>
                <a:gd name="connsiteY4" fmla="*/ 2379106 h 4402569"/>
                <a:gd name="connsiteX5" fmla="*/ 99265 w 2493594"/>
                <a:gd name="connsiteY5" fmla="*/ 2003384 h 4402569"/>
                <a:gd name="connsiteX6" fmla="*/ 489115 w 2493594"/>
                <a:gd name="connsiteY6" fmla="*/ 1871903 h 4402569"/>
                <a:gd name="connsiteX7" fmla="*/ 910919 w 2493594"/>
                <a:gd name="connsiteY7" fmla="*/ 1660979 h 4402569"/>
                <a:gd name="connsiteX8" fmla="*/ 1466776 w 2493594"/>
                <a:gd name="connsiteY8" fmla="*/ 1565783 h 4402569"/>
                <a:gd name="connsiteX9" fmla="*/ 1841653 w 2493594"/>
                <a:gd name="connsiteY9" fmla="*/ 1365360 h 4402569"/>
                <a:gd name="connsiteX10" fmla="*/ 1932284 w 2493594"/>
                <a:gd name="connsiteY10" fmla="*/ 1084462 h 4402569"/>
                <a:gd name="connsiteX11" fmla="*/ 2355992 w 2493594"/>
                <a:gd name="connsiteY11" fmla="*/ 551501 h 4402569"/>
                <a:gd name="connsiteX12" fmla="*/ 2493594 w 2493594"/>
                <a:gd name="connsiteY12" fmla="*/ 0 h 4402569"/>
                <a:gd name="connsiteX0" fmla="*/ 247672 w 2481968"/>
                <a:gd name="connsiteY0" fmla="*/ 4402569 h 4402569"/>
                <a:gd name="connsiteX1" fmla="*/ 476054 w 2481968"/>
                <a:gd name="connsiteY1" fmla="*/ 4106330 h 4402569"/>
                <a:gd name="connsiteX2" fmla="*/ 486001 w 2481968"/>
                <a:gd name="connsiteY2" fmla="*/ 3621433 h 4402569"/>
                <a:gd name="connsiteX3" fmla="*/ 338742 w 2481968"/>
                <a:gd name="connsiteY3" fmla="*/ 2877374 h 4402569"/>
                <a:gd name="connsiteX4" fmla="*/ 168839 w 2481968"/>
                <a:gd name="connsiteY4" fmla="*/ 2720770 h 4402569"/>
                <a:gd name="connsiteX5" fmla="*/ 4084 w 2481968"/>
                <a:gd name="connsiteY5" fmla="*/ 2379106 h 4402569"/>
                <a:gd name="connsiteX6" fmla="*/ 87639 w 2481968"/>
                <a:gd name="connsiteY6" fmla="*/ 2003384 h 4402569"/>
                <a:gd name="connsiteX7" fmla="*/ 477489 w 2481968"/>
                <a:gd name="connsiteY7" fmla="*/ 1871903 h 4402569"/>
                <a:gd name="connsiteX8" fmla="*/ 899293 w 2481968"/>
                <a:gd name="connsiteY8" fmla="*/ 1660979 h 4402569"/>
                <a:gd name="connsiteX9" fmla="*/ 1455150 w 2481968"/>
                <a:gd name="connsiteY9" fmla="*/ 1565783 h 4402569"/>
                <a:gd name="connsiteX10" fmla="*/ 1830027 w 2481968"/>
                <a:gd name="connsiteY10" fmla="*/ 1365360 h 4402569"/>
                <a:gd name="connsiteX11" fmla="*/ 1920658 w 2481968"/>
                <a:gd name="connsiteY11" fmla="*/ 1084462 h 4402569"/>
                <a:gd name="connsiteX12" fmla="*/ 2344366 w 2481968"/>
                <a:gd name="connsiteY12" fmla="*/ 551501 h 4402569"/>
                <a:gd name="connsiteX13" fmla="*/ 2481968 w 2481968"/>
                <a:gd name="connsiteY13" fmla="*/ 0 h 4402569"/>
                <a:gd name="connsiteX0" fmla="*/ 247672 w 2481968"/>
                <a:gd name="connsiteY0" fmla="*/ 4402569 h 4402569"/>
                <a:gd name="connsiteX1" fmla="*/ 476054 w 2481968"/>
                <a:gd name="connsiteY1" fmla="*/ 4106330 h 4402569"/>
                <a:gd name="connsiteX2" fmla="*/ 486001 w 2481968"/>
                <a:gd name="connsiteY2" fmla="*/ 3621433 h 4402569"/>
                <a:gd name="connsiteX3" fmla="*/ 393325 w 2481968"/>
                <a:gd name="connsiteY3" fmla="*/ 2910252 h 4402569"/>
                <a:gd name="connsiteX4" fmla="*/ 168839 w 2481968"/>
                <a:gd name="connsiteY4" fmla="*/ 2720770 h 4402569"/>
                <a:gd name="connsiteX5" fmla="*/ 4084 w 2481968"/>
                <a:gd name="connsiteY5" fmla="*/ 2379106 h 4402569"/>
                <a:gd name="connsiteX6" fmla="*/ 87639 w 2481968"/>
                <a:gd name="connsiteY6" fmla="*/ 2003384 h 4402569"/>
                <a:gd name="connsiteX7" fmla="*/ 477489 w 2481968"/>
                <a:gd name="connsiteY7" fmla="*/ 1871903 h 4402569"/>
                <a:gd name="connsiteX8" fmla="*/ 899293 w 2481968"/>
                <a:gd name="connsiteY8" fmla="*/ 1660979 h 4402569"/>
                <a:gd name="connsiteX9" fmla="*/ 1455150 w 2481968"/>
                <a:gd name="connsiteY9" fmla="*/ 1565783 h 4402569"/>
                <a:gd name="connsiteX10" fmla="*/ 1830027 w 2481968"/>
                <a:gd name="connsiteY10" fmla="*/ 1365360 h 4402569"/>
                <a:gd name="connsiteX11" fmla="*/ 1920658 w 2481968"/>
                <a:gd name="connsiteY11" fmla="*/ 1084462 h 4402569"/>
                <a:gd name="connsiteX12" fmla="*/ 2344366 w 2481968"/>
                <a:gd name="connsiteY12" fmla="*/ 551501 h 4402569"/>
                <a:gd name="connsiteX13" fmla="*/ 2481968 w 2481968"/>
                <a:gd name="connsiteY13" fmla="*/ 0 h 4402569"/>
                <a:gd name="connsiteX0" fmla="*/ 246271 w 2480567"/>
                <a:gd name="connsiteY0" fmla="*/ 4402569 h 4402569"/>
                <a:gd name="connsiteX1" fmla="*/ 474653 w 2480567"/>
                <a:gd name="connsiteY1" fmla="*/ 4106330 h 4402569"/>
                <a:gd name="connsiteX2" fmla="*/ 484600 w 2480567"/>
                <a:gd name="connsiteY2" fmla="*/ 3621433 h 4402569"/>
                <a:gd name="connsiteX3" fmla="*/ 391924 w 2480567"/>
                <a:gd name="connsiteY3" fmla="*/ 2910252 h 4402569"/>
                <a:gd name="connsiteX4" fmla="*/ 144723 w 2480567"/>
                <a:gd name="connsiteY4" fmla="*/ 2810900 h 4402569"/>
                <a:gd name="connsiteX5" fmla="*/ 2683 w 2480567"/>
                <a:gd name="connsiteY5" fmla="*/ 2379106 h 4402569"/>
                <a:gd name="connsiteX6" fmla="*/ 86238 w 2480567"/>
                <a:gd name="connsiteY6" fmla="*/ 2003384 h 4402569"/>
                <a:gd name="connsiteX7" fmla="*/ 476088 w 2480567"/>
                <a:gd name="connsiteY7" fmla="*/ 1871903 h 4402569"/>
                <a:gd name="connsiteX8" fmla="*/ 897892 w 2480567"/>
                <a:gd name="connsiteY8" fmla="*/ 1660979 h 4402569"/>
                <a:gd name="connsiteX9" fmla="*/ 1453749 w 2480567"/>
                <a:gd name="connsiteY9" fmla="*/ 1565783 h 4402569"/>
                <a:gd name="connsiteX10" fmla="*/ 1828626 w 2480567"/>
                <a:gd name="connsiteY10" fmla="*/ 1365360 h 4402569"/>
                <a:gd name="connsiteX11" fmla="*/ 1919257 w 2480567"/>
                <a:gd name="connsiteY11" fmla="*/ 1084462 h 4402569"/>
                <a:gd name="connsiteX12" fmla="*/ 2342965 w 2480567"/>
                <a:gd name="connsiteY12" fmla="*/ 551501 h 4402569"/>
                <a:gd name="connsiteX13" fmla="*/ 2480567 w 2480567"/>
                <a:gd name="connsiteY13" fmla="*/ 0 h 4402569"/>
                <a:gd name="connsiteX0" fmla="*/ 246271 w 2480567"/>
                <a:gd name="connsiteY0" fmla="*/ 4402569 h 4402569"/>
                <a:gd name="connsiteX1" fmla="*/ 474653 w 2480567"/>
                <a:gd name="connsiteY1" fmla="*/ 4106330 h 4402569"/>
                <a:gd name="connsiteX2" fmla="*/ 484600 w 2480567"/>
                <a:gd name="connsiteY2" fmla="*/ 3621433 h 4402569"/>
                <a:gd name="connsiteX3" fmla="*/ 386195 w 2480567"/>
                <a:gd name="connsiteY3" fmla="*/ 2987989 h 4402569"/>
                <a:gd name="connsiteX4" fmla="*/ 144723 w 2480567"/>
                <a:gd name="connsiteY4" fmla="*/ 2810900 h 4402569"/>
                <a:gd name="connsiteX5" fmla="*/ 2683 w 2480567"/>
                <a:gd name="connsiteY5" fmla="*/ 2379106 h 4402569"/>
                <a:gd name="connsiteX6" fmla="*/ 86238 w 2480567"/>
                <a:gd name="connsiteY6" fmla="*/ 2003384 h 4402569"/>
                <a:gd name="connsiteX7" fmla="*/ 476088 w 2480567"/>
                <a:gd name="connsiteY7" fmla="*/ 1871903 h 4402569"/>
                <a:gd name="connsiteX8" fmla="*/ 897892 w 2480567"/>
                <a:gd name="connsiteY8" fmla="*/ 1660979 h 4402569"/>
                <a:gd name="connsiteX9" fmla="*/ 1453749 w 2480567"/>
                <a:gd name="connsiteY9" fmla="*/ 1565783 h 4402569"/>
                <a:gd name="connsiteX10" fmla="*/ 1828626 w 2480567"/>
                <a:gd name="connsiteY10" fmla="*/ 1365360 h 4402569"/>
                <a:gd name="connsiteX11" fmla="*/ 1919257 w 2480567"/>
                <a:gd name="connsiteY11" fmla="*/ 1084462 h 4402569"/>
                <a:gd name="connsiteX12" fmla="*/ 2342965 w 2480567"/>
                <a:gd name="connsiteY12" fmla="*/ 551501 h 4402569"/>
                <a:gd name="connsiteX13" fmla="*/ 2480567 w 2480567"/>
                <a:gd name="connsiteY13" fmla="*/ 0 h 4402569"/>
                <a:gd name="connsiteX0" fmla="*/ 246271 w 2346972"/>
                <a:gd name="connsiteY0" fmla="*/ 4490877 h 4490877"/>
                <a:gd name="connsiteX1" fmla="*/ 474653 w 2346972"/>
                <a:gd name="connsiteY1" fmla="*/ 4194638 h 4490877"/>
                <a:gd name="connsiteX2" fmla="*/ 484600 w 2346972"/>
                <a:gd name="connsiteY2" fmla="*/ 3709741 h 4490877"/>
                <a:gd name="connsiteX3" fmla="*/ 386195 w 2346972"/>
                <a:gd name="connsiteY3" fmla="*/ 3076297 h 4490877"/>
                <a:gd name="connsiteX4" fmla="*/ 144723 w 2346972"/>
                <a:gd name="connsiteY4" fmla="*/ 2899208 h 4490877"/>
                <a:gd name="connsiteX5" fmla="*/ 2683 w 2346972"/>
                <a:gd name="connsiteY5" fmla="*/ 2467414 h 4490877"/>
                <a:gd name="connsiteX6" fmla="*/ 86238 w 2346972"/>
                <a:gd name="connsiteY6" fmla="*/ 2091692 h 4490877"/>
                <a:gd name="connsiteX7" fmla="*/ 476088 w 2346972"/>
                <a:gd name="connsiteY7" fmla="*/ 1960211 h 4490877"/>
                <a:gd name="connsiteX8" fmla="*/ 897892 w 2346972"/>
                <a:gd name="connsiteY8" fmla="*/ 1749287 h 4490877"/>
                <a:gd name="connsiteX9" fmla="*/ 1453749 w 2346972"/>
                <a:gd name="connsiteY9" fmla="*/ 1654091 h 4490877"/>
                <a:gd name="connsiteX10" fmla="*/ 1828626 w 2346972"/>
                <a:gd name="connsiteY10" fmla="*/ 1453668 h 4490877"/>
                <a:gd name="connsiteX11" fmla="*/ 1919257 w 2346972"/>
                <a:gd name="connsiteY11" fmla="*/ 1172770 h 4490877"/>
                <a:gd name="connsiteX12" fmla="*/ 2342965 w 2346972"/>
                <a:gd name="connsiteY12" fmla="*/ 639809 h 4490877"/>
                <a:gd name="connsiteX13" fmla="*/ 2232320 w 2346972"/>
                <a:gd name="connsiteY13" fmla="*/ 0 h 449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46972" h="4490877">
                  <a:moveTo>
                    <a:pt x="246271" y="4490877"/>
                  </a:moveTo>
                  <a:cubicBezTo>
                    <a:pt x="264117" y="4436868"/>
                    <a:pt x="434931" y="4324827"/>
                    <a:pt x="474653" y="4194638"/>
                  </a:cubicBezTo>
                  <a:cubicBezTo>
                    <a:pt x="514375" y="4064449"/>
                    <a:pt x="499343" y="3896131"/>
                    <a:pt x="484600" y="3709741"/>
                  </a:cubicBezTo>
                  <a:cubicBezTo>
                    <a:pt x="469857" y="3523351"/>
                    <a:pt x="442841" y="3211386"/>
                    <a:pt x="386195" y="3076297"/>
                  </a:cubicBezTo>
                  <a:cubicBezTo>
                    <a:pt x="329549" y="2941208"/>
                    <a:pt x="200499" y="2982253"/>
                    <a:pt x="144723" y="2899208"/>
                  </a:cubicBezTo>
                  <a:cubicBezTo>
                    <a:pt x="88947" y="2816163"/>
                    <a:pt x="12431" y="2602000"/>
                    <a:pt x="2683" y="2467414"/>
                  </a:cubicBezTo>
                  <a:cubicBezTo>
                    <a:pt x="-7065" y="2332828"/>
                    <a:pt x="7337" y="2176226"/>
                    <a:pt x="86238" y="2091692"/>
                  </a:cubicBezTo>
                  <a:cubicBezTo>
                    <a:pt x="165139" y="2007158"/>
                    <a:pt x="340812" y="2017278"/>
                    <a:pt x="476088" y="1960211"/>
                  </a:cubicBezTo>
                  <a:cubicBezTo>
                    <a:pt x="611364" y="1903144"/>
                    <a:pt x="734949" y="1800307"/>
                    <a:pt x="897892" y="1749287"/>
                  </a:cubicBezTo>
                  <a:cubicBezTo>
                    <a:pt x="1060836" y="1698267"/>
                    <a:pt x="1298627" y="1703361"/>
                    <a:pt x="1453749" y="1654091"/>
                  </a:cubicBezTo>
                  <a:cubicBezTo>
                    <a:pt x="1608871" y="1604821"/>
                    <a:pt x="1751041" y="1533888"/>
                    <a:pt x="1828626" y="1453668"/>
                  </a:cubicBezTo>
                  <a:cubicBezTo>
                    <a:pt x="1906211" y="1373448"/>
                    <a:pt x="1833534" y="1308413"/>
                    <a:pt x="1919257" y="1172770"/>
                  </a:cubicBezTo>
                  <a:cubicBezTo>
                    <a:pt x="2004980" y="1037127"/>
                    <a:pt x="2276917" y="844874"/>
                    <a:pt x="2342965" y="639809"/>
                  </a:cubicBezTo>
                  <a:cubicBezTo>
                    <a:pt x="2374057" y="469685"/>
                    <a:pt x="2213418" y="135106"/>
                    <a:pt x="223232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294066" y="304800"/>
            <a:ext cx="9611934" cy="4041289"/>
          </a:xfrm>
        </p:spPr>
        <p:txBody>
          <a:bodyPr anchor="t">
            <a:noAutofit/>
          </a:bodyPr>
          <a:lstStyle>
            <a:lvl1pPr algn="l">
              <a:defRPr sz="115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1714500" y="4625789"/>
            <a:ext cx="6210301" cy="1172584"/>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28" name="Freeform: Shape 27">
            <a:extLst>
              <a:ext uri="{FF2B5EF4-FFF2-40B4-BE49-F238E27FC236}">
                <a16:creationId xmlns:a16="http://schemas.microsoft.com/office/drawing/2014/main" id="{FF9E62E1-8653-DEA9-9D4C-EF93B7E2DE88}"/>
              </a:ext>
            </a:extLst>
          </p:cNvPr>
          <p:cNvSpPr/>
          <p:nvPr userDrawn="1"/>
        </p:nvSpPr>
        <p:spPr>
          <a:xfrm rot="1297558" flipH="1">
            <a:off x="10213742" y="2407550"/>
            <a:ext cx="1144889" cy="4738687"/>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923760 w 1319958"/>
              <a:gd name="connsiteY2" fmla="*/ 2170234 h 5716803"/>
              <a:gd name="connsiteX3" fmla="*/ 1182107 w 1319958"/>
              <a:gd name="connsiteY3" fmla="*/ 2719448 h 5716803"/>
              <a:gd name="connsiteX4" fmla="*/ 1303516 w 1319958"/>
              <a:gd name="connsiteY4" fmla="*/ 3450464 h 5716803"/>
              <a:gd name="connsiteX5" fmla="*/ 809674 w 1319958"/>
              <a:gd name="connsiteY5" fmla="*/ 4438741 h 5716803"/>
              <a:gd name="connsiteX6" fmla="*/ 1065755 w 1319958"/>
              <a:gd name="connsiteY6" fmla="*/ 5716803 h 5716803"/>
              <a:gd name="connsiteX0" fmla="*/ 0 w 937405"/>
              <a:gd name="connsiteY0" fmla="*/ 0 h 5863671"/>
              <a:gd name="connsiteX1" fmla="*/ 177939 w 937405"/>
              <a:gd name="connsiteY1" fmla="*/ 1046570 h 5863671"/>
              <a:gd name="connsiteX2" fmla="*/ 541207 w 937405"/>
              <a:gd name="connsiteY2" fmla="*/ 2317102 h 5863671"/>
              <a:gd name="connsiteX3" fmla="*/ 799554 w 937405"/>
              <a:gd name="connsiteY3" fmla="*/ 2866316 h 5863671"/>
              <a:gd name="connsiteX4" fmla="*/ 920963 w 937405"/>
              <a:gd name="connsiteY4" fmla="*/ 3597332 h 5863671"/>
              <a:gd name="connsiteX5" fmla="*/ 427121 w 937405"/>
              <a:gd name="connsiteY5" fmla="*/ 4585609 h 5863671"/>
              <a:gd name="connsiteX6" fmla="*/ 683202 w 937405"/>
              <a:gd name="connsiteY6" fmla="*/ 5863671 h 5863671"/>
              <a:gd name="connsiteX0" fmla="*/ 80527 w 1017932"/>
              <a:gd name="connsiteY0" fmla="*/ 0 h 5863671"/>
              <a:gd name="connsiteX1" fmla="*/ 258466 w 1017932"/>
              <a:gd name="connsiteY1" fmla="*/ 1046570 h 5863671"/>
              <a:gd name="connsiteX2" fmla="*/ 621734 w 1017932"/>
              <a:gd name="connsiteY2" fmla="*/ 2317102 h 5863671"/>
              <a:gd name="connsiteX3" fmla="*/ 880081 w 1017932"/>
              <a:gd name="connsiteY3" fmla="*/ 2866316 h 5863671"/>
              <a:gd name="connsiteX4" fmla="*/ 1001490 w 1017932"/>
              <a:gd name="connsiteY4" fmla="*/ 3597332 h 5863671"/>
              <a:gd name="connsiteX5" fmla="*/ 507648 w 1017932"/>
              <a:gd name="connsiteY5" fmla="*/ 4585609 h 5863671"/>
              <a:gd name="connsiteX6" fmla="*/ 763729 w 1017932"/>
              <a:gd name="connsiteY6" fmla="*/ 5863671 h 5863671"/>
              <a:gd name="connsiteX0" fmla="*/ 86527 w 1023932"/>
              <a:gd name="connsiteY0" fmla="*/ 0 h 5863671"/>
              <a:gd name="connsiteX1" fmla="*/ 230034 w 1023932"/>
              <a:gd name="connsiteY1" fmla="*/ 1301585 h 5863671"/>
              <a:gd name="connsiteX2" fmla="*/ 627734 w 1023932"/>
              <a:gd name="connsiteY2" fmla="*/ 2317102 h 5863671"/>
              <a:gd name="connsiteX3" fmla="*/ 886081 w 1023932"/>
              <a:gd name="connsiteY3" fmla="*/ 2866316 h 5863671"/>
              <a:gd name="connsiteX4" fmla="*/ 1007490 w 1023932"/>
              <a:gd name="connsiteY4" fmla="*/ 3597332 h 5863671"/>
              <a:gd name="connsiteX5" fmla="*/ 513648 w 1023932"/>
              <a:gd name="connsiteY5" fmla="*/ 4585609 h 5863671"/>
              <a:gd name="connsiteX6" fmla="*/ 769729 w 1023932"/>
              <a:gd name="connsiteY6" fmla="*/ 5863671 h 5863671"/>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3932"/>
              <a:gd name="connsiteY0" fmla="*/ 0 h 6936538"/>
              <a:gd name="connsiteX1" fmla="*/ 230034 w 1023932"/>
              <a:gd name="connsiteY1" fmla="*/ 1301585 h 6936538"/>
              <a:gd name="connsiteX2" fmla="*/ 627734 w 1023932"/>
              <a:gd name="connsiteY2" fmla="*/ 2317102 h 6936538"/>
              <a:gd name="connsiteX3" fmla="*/ 886081 w 1023932"/>
              <a:gd name="connsiteY3" fmla="*/ 2866316 h 6936538"/>
              <a:gd name="connsiteX4" fmla="*/ 1007490 w 1023932"/>
              <a:gd name="connsiteY4" fmla="*/ 3597332 h 6936538"/>
              <a:gd name="connsiteX5" fmla="*/ 513648 w 1023932"/>
              <a:gd name="connsiteY5" fmla="*/ 4585609 h 6936538"/>
              <a:gd name="connsiteX6" fmla="*/ 815813 w 1023932"/>
              <a:gd name="connsiteY6" fmla="*/ 6936538 h 6936538"/>
              <a:gd name="connsiteX0" fmla="*/ 86527 w 1025095"/>
              <a:gd name="connsiteY0" fmla="*/ 0 h 6936538"/>
              <a:gd name="connsiteX1" fmla="*/ 230034 w 1025095"/>
              <a:gd name="connsiteY1" fmla="*/ 1301585 h 6936538"/>
              <a:gd name="connsiteX2" fmla="*/ 627734 w 1025095"/>
              <a:gd name="connsiteY2" fmla="*/ 2317102 h 6936538"/>
              <a:gd name="connsiteX3" fmla="*/ 886081 w 1025095"/>
              <a:gd name="connsiteY3" fmla="*/ 2866316 h 6936538"/>
              <a:gd name="connsiteX4" fmla="*/ 1007490 w 1025095"/>
              <a:gd name="connsiteY4" fmla="*/ 3597332 h 6936538"/>
              <a:gd name="connsiteX5" fmla="*/ 494866 w 1025095"/>
              <a:gd name="connsiteY5" fmla="*/ 4941764 h 6936538"/>
              <a:gd name="connsiteX6" fmla="*/ 815813 w 1025095"/>
              <a:gd name="connsiteY6" fmla="*/ 6936538 h 6936538"/>
              <a:gd name="connsiteX0" fmla="*/ 86527 w 936471"/>
              <a:gd name="connsiteY0" fmla="*/ 0 h 6936538"/>
              <a:gd name="connsiteX1" fmla="*/ 230034 w 936471"/>
              <a:gd name="connsiteY1" fmla="*/ 1301585 h 6936538"/>
              <a:gd name="connsiteX2" fmla="*/ 627734 w 936471"/>
              <a:gd name="connsiteY2" fmla="*/ 2317102 h 6936538"/>
              <a:gd name="connsiteX3" fmla="*/ 886081 w 936471"/>
              <a:gd name="connsiteY3" fmla="*/ 2866316 h 6936538"/>
              <a:gd name="connsiteX4" fmla="*/ 896176 w 936471"/>
              <a:gd name="connsiteY4" fmla="*/ 4018540 h 6936538"/>
              <a:gd name="connsiteX5" fmla="*/ 494866 w 936471"/>
              <a:gd name="connsiteY5" fmla="*/ 4941764 h 6936538"/>
              <a:gd name="connsiteX6" fmla="*/ 815813 w 936471"/>
              <a:gd name="connsiteY6" fmla="*/ 6936538 h 6936538"/>
              <a:gd name="connsiteX0" fmla="*/ 88068 w 938012"/>
              <a:gd name="connsiteY0" fmla="*/ 0 h 6936538"/>
              <a:gd name="connsiteX1" fmla="*/ 231575 w 938012"/>
              <a:gd name="connsiteY1" fmla="*/ 1301585 h 6936538"/>
              <a:gd name="connsiteX2" fmla="*/ 684342 w 938012"/>
              <a:gd name="connsiteY2" fmla="*/ 2215638 h 6936538"/>
              <a:gd name="connsiteX3" fmla="*/ 887622 w 938012"/>
              <a:gd name="connsiteY3" fmla="*/ 2866316 h 6936538"/>
              <a:gd name="connsiteX4" fmla="*/ 897717 w 938012"/>
              <a:gd name="connsiteY4" fmla="*/ 4018540 h 6936538"/>
              <a:gd name="connsiteX5" fmla="*/ 496407 w 938012"/>
              <a:gd name="connsiteY5" fmla="*/ 4941764 h 6936538"/>
              <a:gd name="connsiteX6" fmla="*/ 817354 w 938012"/>
              <a:gd name="connsiteY6" fmla="*/ 6936538 h 6936538"/>
              <a:gd name="connsiteX0" fmla="*/ 87927 w 937871"/>
              <a:gd name="connsiteY0" fmla="*/ 0 h 6936538"/>
              <a:gd name="connsiteX1" fmla="*/ 231434 w 937871"/>
              <a:gd name="connsiteY1" fmla="*/ 1301585 h 6936538"/>
              <a:gd name="connsiteX2" fmla="*/ 679217 w 937871"/>
              <a:gd name="connsiteY2" fmla="*/ 2163226 h 6936538"/>
              <a:gd name="connsiteX3" fmla="*/ 887481 w 937871"/>
              <a:gd name="connsiteY3" fmla="*/ 2866316 h 6936538"/>
              <a:gd name="connsiteX4" fmla="*/ 897576 w 937871"/>
              <a:gd name="connsiteY4" fmla="*/ 4018540 h 6936538"/>
              <a:gd name="connsiteX5" fmla="*/ 496266 w 937871"/>
              <a:gd name="connsiteY5" fmla="*/ 4941764 h 6936538"/>
              <a:gd name="connsiteX6" fmla="*/ 817213 w 937871"/>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817213 w 909347"/>
              <a:gd name="connsiteY6" fmla="*/ 6936538 h 6936538"/>
              <a:gd name="connsiteX0" fmla="*/ 87927 w 909347"/>
              <a:gd name="connsiteY0" fmla="*/ 0 h 6936538"/>
              <a:gd name="connsiteX1" fmla="*/ 231434 w 909347"/>
              <a:gd name="connsiteY1" fmla="*/ 1301585 h 6936538"/>
              <a:gd name="connsiteX2" fmla="*/ 679217 w 909347"/>
              <a:gd name="connsiteY2" fmla="*/ 2163226 h 6936538"/>
              <a:gd name="connsiteX3" fmla="*/ 887481 w 909347"/>
              <a:gd name="connsiteY3" fmla="*/ 2866316 h 6936538"/>
              <a:gd name="connsiteX4" fmla="*/ 821946 w 909347"/>
              <a:gd name="connsiteY4" fmla="*/ 4001816 h 6936538"/>
              <a:gd name="connsiteX5" fmla="*/ 496266 w 909347"/>
              <a:gd name="connsiteY5" fmla="*/ 4941764 h 6936538"/>
              <a:gd name="connsiteX6" fmla="*/ 685028 w 909347"/>
              <a:gd name="connsiteY6" fmla="*/ 5738263 h 6936538"/>
              <a:gd name="connsiteX7" fmla="*/ 817213 w 909347"/>
              <a:gd name="connsiteY7" fmla="*/ 6936538 h 6936538"/>
              <a:gd name="connsiteX0" fmla="*/ 88922 w 904322"/>
              <a:gd name="connsiteY0" fmla="*/ 0 h 7173129"/>
              <a:gd name="connsiteX1" fmla="*/ 226409 w 904322"/>
              <a:gd name="connsiteY1" fmla="*/ 1538176 h 7173129"/>
              <a:gd name="connsiteX2" fmla="*/ 674192 w 904322"/>
              <a:gd name="connsiteY2" fmla="*/ 2399817 h 7173129"/>
              <a:gd name="connsiteX3" fmla="*/ 882456 w 904322"/>
              <a:gd name="connsiteY3" fmla="*/ 3102907 h 7173129"/>
              <a:gd name="connsiteX4" fmla="*/ 816921 w 904322"/>
              <a:gd name="connsiteY4" fmla="*/ 4238407 h 7173129"/>
              <a:gd name="connsiteX5" fmla="*/ 491241 w 904322"/>
              <a:gd name="connsiteY5" fmla="*/ 5178355 h 7173129"/>
              <a:gd name="connsiteX6" fmla="*/ 680003 w 904322"/>
              <a:gd name="connsiteY6" fmla="*/ 5974854 h 7173129"/>
              <a:gd name="connsiteX7" fmla="*/ 812188 w 904322"/>
              <a:gd name="connsiteY7" fmla="*/ 7173129 h 7173129"/>
              <a:gd name="connsiteX0" fmla="*/ 0 w 815400"/>
              <a:gd name="connsiteY0" fmla="*/ 0 h 7173129"/>
              <a:gd name="connsiteX1" fmla="*/ 137487 w 815400"/>
              <a:gd name="connsiteY1" fmla="*/ 1538176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815400"/>
              <a:gd name="connsiteY0" fmla="*/ 0 h 7173129"/>
              <a:gd name="connsiteX1" fmla="*/ 116083 w 815400"/>
              <a:gd name="connsiteY1" fmla="*/ 1405359 h 7173129"/>
              <a:gd name="connsiteX2" fmla="*/ 585270 w 815400"/>
              <a:gd name="connsiteY2" fmla="*/ 2399817 h 7173129"/>
              <a:gd name="connsiteX3" fmla="*/ 793534 w 815400"/>
              <a:gd name="connsiteY3" fmla="*/ 3102907 h 7173129"/>
              <a:gd name="connsiteX4" fmla="*/ 727999 w 815400"/>
              <a:gd name="connsiteY4" fmla="*/ 4238407 h 7173129"/>
              <a:gd name="connsiteX5" fmla="*/ 402319 w 815400"/>
              <a:gd name="connsiteY5" fmla="*/ 5178355 h 7173129"/>
              <a:gd name="connsiteX6" fmla="*/ 591081 w 815400"/>
              <a:gd name="connsiteY6" fmla="*/ 5974854 h 7173129"/>
              <a:gd name="connsiteX7" fmla="*/ 723266 w 815400"/>
              <a:gd name="connsiteY7" fmla="*/ 7173129 h 7173129"/>
              <a:gd name="connsiteX0" fmla="*/ 0 w 956324"/>
              <a:gd name="connsiteY0" fmla="*/ 0 h 7173129"/>
              <a:gd name="connsiteX1" fmla="*/ 116083 w 956324"/>
              <a:gd name="connsiteY1" fmla="*/ 1405359 h 7173129"/>
              <a:gd name="connsiteX2" fmla="*/ 585270 w 956324"/>
              <a:gd name="connsiteY2" fmla="*/ 2399817 h 7173129"/>
              <a:gd name="connsiteX3" fmla="*/ 946599 w 956324"/>
              <a:gd name="connsiteY3" fmla="*/ 2826617 h 7173129"/>
              <a:gd name="connsiteX4" fmla="*/ 727999 w 956324"/>
              <a:gd name="connsiteY4" fmla="*/ 4238407 h 7173129"/>
              <a:gd name="connsiteX5" fmla="*/ 402319 w 956324"/>
              <a:gd name="connsiteY5" fmla="*/ 5178355 h 7173129"/>
              <a:gd name="connsiteX6" fmla="*/ 591081 w 956324"/>
              <a:gd name="connsiteY6" fmla="*/ 5974854 h 7173129"/>
              <a:gd name="connsiteX7" fmla="*/ 723266 w 956324"/>
              <a:gd name="connsiteY7" fmla="*/ 7173129 h 7173129"/>
              <a:gd name="connsiteX0" fmla="*/ 0 w 840241"/>
              <a:gd name="connsiteY0" fmla="*/ 0 h 5767770"/>
              <a:gd name="connsiteX1" fmla="*/ 469187 w 840241"/>
              <a:gd name="connsiteY1" fmla="*/ 994458 h 5767770"/>
              <a:gd name="connsiteX2" fmla="*/ 830516 w 840241"/>
              <a:gd name="connsiteY2" fmla="*/ 1421258 h 5767770"/>
              <a:gd name="connsiteX3" fmla="*/ 611916 w 840241"/>
              <a:gd name="connsiteY3" fmla="*/ 2833048 h 5767770"/>
              <a:gd name="connsiteX4" fmla="*/ 286236 w 840241"/>
              <a:gd name="connsiteY4" fmla="*/ 3772996 h 5767770"/>
              <a:gd name="connsiteX5" fmla="*/ 474998 w 840241"/>
              <a:gd name="connsiteY5" fmla="*/ 4569495 h 5767770"/>
              <a:gd name="connsiteX6" fmla="*/ 607183 w 840241"/>
              <a:gd name="connsiteY6" fmla="*/ 5767770 h 5767770"/>
              <a:gd name="connsiteX0" fmla="*/ 0 w 1261171"/>
              <a:gd name="connsiteY0" fmla="*/ 0 h 6026552"/>
              <a:gd name="connsiteX1" fmla="*/ 890117 w 1261171"/>
              <a:gd name="connsiteY1" fmla="*/ 1253240 h 6026552"/>
              <a:gd name="connsiteX2" fmla="*/ 1251446 w 1261171"/>
              <a:gd name="connsiteY2" fmla="*/ 1680040 h 6026552"/>
              <a:gd name="connsiteX3" fmla="*/ 1032846 w 1261171"/>
              <a:gd name="connsiteY3" fmla="*/ 3091830 h 6026552"/>
              <a:gd name="connsiteX4" fmla="*/ 707166 w 1261171"/>
              <a:gd name="connsiteY4" fmla="*/ 4031778 h 6026552"/>
              <a:gd name="connsiteX5" fmla="*/ 895928 w 1261171"/>
              <a:gd name="connsiteY5" fmla="*/ 4828277 h 6026552"/>
              <a:gd name="connsiteX6" fmla="*/ 1028113 w 1261171"/>
              <a:gd name="connsiteY6" fmla="*/ 6026552 h 6026552"/>
              <a:gd name="connsiteX0" fmla="*/ 0 w 1261171"/>
              <a:gd name="connsiteY0" fmla="*/ 0 h 6026552"/>
              <a:gd name="connsiteX1" fmla="*/ 890117 w 1261171"/>
              <a:gd name="connsiteY1" fmla="*/ 1253240 h 6026552"/>
              <a:gd name="connsiteX2" fmla="*/ 1251446 w 1261171"/>
              <a:gd name="connsiteY2" fmla="*/ 1680040 h 6026552"/>
              <a:gd name="connsiteX3" fmla="*/ 1032846 w 1261171"/>
              <a:gd name="connsiteY3" fmla="*/ 3091830 h 6026552"/>
              <a:gd name="connsiteX4" fmla="*/ 707166 w 1261171"/>
              <a:gd name="connsiteY4" fmla="*/ 4031778 h 6026552"/>
              <a:gd name="connsiteX5" fmla="*/ 895928 w 1261171"/>
              <a:gd name="connsiteY5" fmla="*/ 4828277 h 6026552"/>
              <a:gd name="connsiteX6" fmla="*/ 1028113 w 1261171"/>
              <a:gd name="connsiteY6" fmla="*/ 6026552 h 6026552"/>
              <a:gd name="connsiteX0" fmla="*/ 0 w 1146929"/>
              <a:gd name="connsiteY0" fmla="*/ 0 h 6026552"/>
              <a:gd name="connsiteX1" fmla="*/ 890117 w 1146929"/>
              <a:gd name="connsiteY1" fmla="*/ 1253240 h 6026552"/>
              <a:gd name="connsiteX2" fmla="*/ 1129359 w 1146929"/>
              <a:gd name="connsiteY2" fmla="*/ 1801491 h 6026552"/>
              <a:gd name="connsiteX3" fmla="*/ 1032846 w 1146929"/>
              <a:gd name="connsiteY3" fmla="*/ 3091830 h 6026552"/>
              <a:gd name="connsiteX4" fmla="*/ 707166 w 1146929"/>
              <a:gd name="connsiteY4" fmla="*/ 4031778 h 6026552"/>
              <a:gd name="connsiteX5" fmla="*/ 895928 w 1146929"/>
              <a:gd name="connsiteY5" fmla="*/ 4828277 h 6026552"/>
              <a:gd name="connsiteX6" fmla="*/ 1028113 w 1146929"/>
              <a:gd name="connsiteY6" fmla="*/ 6026552 h 6026552"/>
              <a:gd name="connsiteX0" fmla="*/ 0 w 1146929"/>
              <a:gd name="connsiteY0" fmla="*/ 0 h 6026552"/>
              <a:gd name="connsiteX1" fmla="*/ 461911 w 1146929"/>
              <a:gd name="connsiteY1" fmla="*/ 1234816 h 6026552"/>
              <a:gd name="connsiteX2" fmla="*/ 1129359 w 1146929"/>
              <a:gd name="connsiteY2" fmla="*/ 1801491 h 6026552"/>
              <a:gd name="connsiteX3" fmla="*/ 1032846 w 1146929"/>
              <a:gd name="connsiteY3" fmla="*/ 3091830 h 6026552"/>
              <a:gd name="connsiteX4" fmla="*/ 707166 w 1146929"/>
              <a:gd name="connsiteY4" fmla="*/ 4031778 h 6026552"/>
              <a:gd name="connsiteX5" fmla="*/ 895928 w 1146929"/>
              <a:gd name="connsiteY5" fmla="*/ 4828277 h 6026552"/>
              <a:gd name="connsiteX6" fmla="*/ 1028113 w 1146929"/>
              <a:gd name="connsiteY6" fmla="*/ 6026552 h 6026552"/>
              <a:gd name="connsiteX0" fmla="*/ 0 w 1038949"/>
              <a:gd name="connsiteY0" fmla="*/ 0 h 6026552"/>
              <a:gd name="connsiteX1" fmla="*/ 461911 w 1038949"/>
              <a:gd name="connsiteY1" fmla="*/ 1234816 h 6026552"/>
              <a:gd name="connsiteX2" fmla="*/ 904198 w 1038949"/>
              <a:gd name="connsiteY2" fmla="*/ 1844765 h 6026552"/>
              <a:gd name="connsiteX3" fmla="*/ 1032846 w 1038949"/>
              <a:gd name="connsiteY3" fmla="*/ 3091830 h 6026552"/>
              <a:gd name="connsiteX4" fmla="*/ 707166 w 1038949"/>
              <a:gd name="connsiteY4" fmla="*/ 4031778 h 6026552"/>
              <a:gd name="connsiteX5" fmla="*/ 895928 w 1038949"/>
              <a:gd name="connsiteY5" fmla="*/ 4828277 h 6026552"/>
              <a:gd name="connsiteX6" fmla="*/ 1028113 w 1038949"/>
              <a:gd name="connsiteY6" fmla="*/ 6026552 h 6026552"/>
              <a:gd name="connsiteX0" fmla="*/ 0 w 1038949"/>
              <a:gd name="connsiteY0" fmla="*/ 0 h 5853238"/>
              <a:gd name="connsiteX1" fmla="*/ 461911 w 1038949"/>
              <a:gd name="connsiteY1" fmla="*/ 1234816 h 5853238"/>
              <a:gd name="connsiteX2" fmla="*/ 904198 w 1038949"/>
              <a:gd name="connsiteY2" fmla="*/ 1844765 h 5853238"/>
              <a:gd name="connsiteX3" fmla="*/ 1032846 w 1038949"/>
              <a:gd name="connsiteY3" fmla="*/ 3091830 h 5853238"/>
              <a:gd name="connsiteX4" fmla="*/ 707166 w 1038949"/>
              <a:gd name="connsiteY4" fmla="*/ 4031778 h 5853238"/>
              <a:gd name="connsiteX5" fmla="*/ 895928 w 1038949"/>
              <a:gd name="connsiteY5" fmla="*/ 4828277 h 5853238"/>
              <a:gd name="connsiteX6" fmla="*/ 708332 w 1038949"/>
              <a:gd name="connsiteY6" fmla="*/ 5853238 h 5853238"/>
              <a:gd name="connsiteX0" fmla="*/ 0 w 1038949"/>
              <a:gd name="connsiteY0" fmla="*/ 0 h 5853238"/>
              <a:gd name="connsiteX1" fmla="*/ 461911 w 1038949"/>
              <a:gd name="connsiteY1" fmla="*/ 1234816 h 5853238"/>
              <a:gd name="connsiteX2" fmla="*/ 904198 w 1038949"/>
              <a:gd name="connsiteY2" fmla="*/ 1844765 h 5853238"/>
              <a:gd name="connsiteX3" fmla="*/ 1032846 w 1038949"/>
              <a:gd name="connsiteY3" fmla="*/ 3091830 h 5853238"/>
              <a:gd name="connsiteX4" fmla="*/ 707166 w 1038949"/>
              <a:gd name="connsiteY4" fmla="*/ 4031778 h 5853238"/>
              <a:gd name="connsiteX5" fmla="*/ 895928 w 1038949"/>
              <a:gd name="connsiteY5" fmla="*/ 4828277 h 5853238"/>
              <a:gd name="connsiteX6" fmla="*/ 708332 w 1038949"/>
              <a:gd name="connsiteY6" fmla="*/ 5853238 h 5853238"/>
              <a:gd name="connsiteX0" fmla="*/ 0 w 942678"/>
              <a:gd name="connsiteY0" fmla="*/ 0 h 5853238"/>
              <a:gd name="connsiteX1" fmla="*/ 461911 w 942678"/>
              <a:gd name="connsiteY1" fmla="*/ 1234816 h 5853238"/>
              <a:gd name="connsiteX2" fmla="*/ 904198 w 942678"/>
              <a:gd name="connsiteY2" fmla="*/ 1844765 h 5853238"/>
              <a:gd name="connsiteX3" fmla="*/ 916282 w 942678"/>
              <a:gd name="connsiteY3" fmla="*/ 3064693 h 5853238"/>
              <a:gd name="connsiteX4" fmla="*/ 707166 w 942678"/>
              <a:gd name="connsiteY4" fmla="*/ 4031778 h 5853238"/>
              <a:gd name="connsiteX5" fmla="*/ 895928 w 942678"/>
              <a:gd name="connsiteY5" fmla="*/ 4828277 h 5853238"/>
              <a:gd name="connsiteX6" fmla="*/ 708332 w 942678"/>
              <a:gd name="connsiteY6" fmla="*/ 5853238 h 585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2678" h="5853238">
                <a:moveTo>
                  <a:pt x="0" y="0"/>
                </a:moveTo>
                <a:cubicBezTo>
                  <a:pt x="209076" y="339738"/>
                  <a:pt x="358309" y="931525"/>
                  <a:pt x="461911" y="1234816"/>
                </a:cubicBezTo>
                <a:cubicBezTo>
                  <a:pt x="565513" y="1538107"/>
                  <a:pt x="850568" y="1627441"/>
                  <a:pt x="904198" y="1844765"/>
                </a:cubicBezTo>
                <a:cubicBezTo>
                  <a:pt x="957828" y="2062089"/>
                  <a:pt x="949121" y="2700191"/>
                  <a:pt x="916282" y="3064693"/>
                </a:cubicBezTo>
                <a:cubicBezTo>
                  <a:pt x="883443" y="3429195"/>
                  <a:pt x="743373" y="3730318"/>
                  <a:pt x="707166" y="4031778"/>
                </a:cubicBezTo>
                <a:cubicBezTo>
                  <a:pt x="670959" y="4333238"/>
                  <a:pt x="842437" y="4495815"/>
                  <a:pt x="895928" y="4828277"/>
                </a:cubicBezTo>
                <a:cubicBezTo>
                  <a:pt x="949419" y="5160739"/>
                  <a:pt x="874521" y="5498610"/>
                  <a:pt x="708332" y="5853238"/>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9790532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secHead" preserve="1">
  <p:cSld name="Title + Subtitle_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490251-68AF-D605-6F92-C5C261D6011B}"/>
              </a:ext>
            </a:extLst>
          </p:cNvPr>
          <p:cNvSpPr>
            <a:spLocks noGrp="1"/>
          </p:cNvSpPr>
          <p:nvPr userDrawn="1">
            <p:ph type="title"/>
          </p:nvPr>
        </p:nvSpPr>
        <p:spPr>
          <a:xfrm>
            <a:off x="299144" y="304800"/>
            <a:ext cx="7930456" cy="4257675"/>
          </a:xfrm>
        </p:spPr>
        <p:txBody>
          <a:bodyPr anchor="b">
            <a:normAutofit/>
          </a:bodyPr>
          <a:lstStyle>
            <a:lvl1pPr>
              <a:defRPr sz="9600">
                <a:solidFill>
                  <a:schemeClr val="accent1"/>
                </a:solidFill>
              </a:defRPr>
            </a:lvl1pPr>
          </a:lstStyle>
          <a:p>
            <a:r>
              <a:rPr lang="en-US"/>
              <a:t>Click to edit Master title style</a:t>
            </a:r>
          </a:p>
        </p:txBody>
      </p:sp>
      <p:sp>
        <p:nvSpPr>
          <p:cNvPr id="8" name="Freeform: Shape 7">
            <a:extLst>
              <a:ext uri="{FF2B5EF4-FFF2-40B4-BE49-F238E27FC236}">
                <a16:creationId xmlns:a16="http://schemas.microsoft.com/office/drawing/2014/main" id="{212AD355-F173-14E6-667B-B9D9F22E5CB4}"/>
              </a:ext>
            </a:extLst>
          </p:cNvPr>
          <p:cNvSpPr/>
          <p:nvPr userDrawn="1"/>
        </p:nvSpPr>
        <p:spPr>
          <a:xfrm rot="9034682" flipV="1">
            <a:off x="5562235" y="3626563"/>
            <a:ext cx="1190198" cy="1709070"/>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05752A37-A124-E680-53DA-848123822A75}"/>
              </a:ext>
            </a:extLst>
          </p:cNvPr>
          <p:cNvSpPr/>
          <p:nvPr userDrawn="1"/>
        </p:nvSpPr>
        <p:spPr>
          <a:xfrm rot="9034682" flipV="1">
            <a:off x="5118810" y="2816780"/>
            <a:ext cx="3348846" cy="3085503"/>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046381 w 3419542"/>
              <a:gd name="connsiteY7" fmla="*/ 1790563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365342 w 3419542"/>
              <a:gd name="connsiteY33" fmla="*/ 3174986 h 4151426"/>
              <a:gd name="connsiteX34" fmla="*/ 237612 w 3419542"/>
              <a:gd name="connsiteY34"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237612 w 3419542"/>
              <a:gd name="connsiteY34" fmla="*/ 2979913 h 4151426"/>
              <a:gd name="connsiteX0" fmla="*/ 354748 w 3419542"/>
              <a:gd name="connsiteY0" fmla="*/ 2814170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1086127 w 3419542"/>
              <a:gd name="connsiteY6" fmla="*/ 2515396 h 4151426"/>
              <a:gd name="connsiteX7" fmla="*/ 1261235 w 3419542"/>
              <a:gd name="connsiteY7" fmla="*/ 2179619 h 4151426"/>
              <a:gd name="connsiteX8" fmla="*/ 1220973 w 3419542"/>
              <a:gd name="connsiteY8" fmla="*/ 1579548 h 4151426"/>
              <a:gd name="connsiteX9" fmla="*/ 1273646 w 3419542"/>
              <a:gd name="connsiteY9" fmla="*/ 1342566 h 4151426"/>
              <a:gd name="connsiteX10" fmla="*/ 1402805 w 3419542"/>
              <a:gd name="connsiteY10" fmla="*/ 1052911 h 4151426"/>
              <a:gd name="connsiteX11" fmla="*/ 1627690 w 3419542"/>
              <a:gd name="connsiteY11" fmla="*/ 768018 h 4151426"/>
              <a:gd name="connsiteX12" fmla="*/ 1929156 w 3419542"/>
              <a:gd name="connsiteY12" fmla="*/ 425689 h 4151426"/>
              <a:gd name="connsiteX13" fmla="*/ 2241386 w 3419542"/>
              <a:gd name="connsiteY13" fmla="*/ 113269 h 4151426"/>
              <a:gd name="connsiteX14" fmla="*/ 2457889 w 3419542"/>
              <a:gd name="connsiteY14" fmla="*/ 4399 h 4151426"/>
              <a:gd name="connsiteX15" fmla="*/ 2955571 w 3419542"/>
              <a:gd name="connsiteY15" fmla="*/ 25925 h 4151426"/>
              <a:gd name="connsiteX16" fmla="*/ 3153822 w 3419542"/>
              <a:gd name="connsiteY16" fmla="*/ 68865 h 4151426"/>
              <a:gd name="connsiteX17" fmla="*/ 3340377 w 3419542"/>
              <a:gd name="connsiteY17" fmla="*/ 267483 h 4151426"/>
              <a:gd name="connsiteX18" fmla="*/ 3419302 w 3419542"/>
              <a:gd name="connsiteY18" fmla="*/ 524470 h 4151426"/>
              <a:gd name="connsiteX19" fmla="*/ 3327141 w 3419542"/>
              <a:gd name="connsiteY19" fmla="*/ 966329 h 4151426"/>
              <a:gd name="connsiteX20" fmla="*/ 3344762 w 3419542"/>
              <a:gd name="connsiteY20" fmla="*/ 1470010 h 4151426"/>
              <a:gd name="connsiteX21" fmla="*/ 3309805 w 3419542"/>
              <a:gd name="connsiteY21" fmla="*/ 1763761 h 4151426"/>
              <a:gd name="connsiteX22" fmla="*/ 3235129 w 3419542"/>
              <a:gd name="connsiteY22" fmla="*/ 2044273 h 4151426"/>
              <a:gd name="connsiteX23" fmla="*/ 3061981 w 3419542"/>
              <a:gd name="connsiteY23" fmla="*/ 2495500 h 4151426"/>
              <a:gd name="connsiteX24" fmla="*/ 2536736 w 3419542"/>
              <a:gd name="connsiteY24" fmla="*/ 2955038 h 4151426"/>
              <a:gd name="connsiteX25" fmla="*/ 2473367 w 3419542"/>
              <a:gd name="connsiteY25" fmla="*/ 3460960 h 4151426"/>
              <a:gd name="connsiteX26" fmla="*/ 2330221 w 3419542"/>
              <a:gd name="connsiteY26" fmla="*/ 4134926 h 4151426"/>
              <a:gd name="connsiteX27" fmla="*/ 1889158 w 3419542"/>
              <a:gd name="connsiteY27" fmla="*/ 3916418 h 4151426"/>
              <a:gd name="connsiteX28" fmla="*/ 1545577 w 3419542"/>
              <a:gd name="connsiteY28" fmla="*/ 3602236 h 4151426"/>
              <a:gd name="connsiteX29" fmla="*/ 1369182 w 3419542"/>
              <a:gd name="connsiteY29" fmla="*/ 3358532 h 4151426"/>
              <a:gd name="connsiteX30" fmla="*/ 1064572 w 3419542"/>
              <a:gd name="connsiteY30" fmla="*/ 3374725 h 4151426"/>
              <a:gd name="connsiteX31" fmla="*/ 717291 w 3419542"/>
              <a:gd name="connsiteY31" fmla="*/ 3355103 h 4151426"/>
              <a:gd name="connsiteX32" fmla="*/ 626136 w 3419542"/>
              <a:gd name="connsiteY32" fmla="*/ 3336625 h 4151426"/>
              <a:gd name="connsiteX33" fmla="*/ 434395 w 3419542"/>
              <a:gd name="connsiteY33" fmla="*/ 3077177 h 4151426"/>
              <a:gd name="connsiteX34" fmla="*/ 354748 w 3419542"/>
              <a:gd name="connsiteY34" fmla="*/ 2814170 h 4151426"/>
              <a:gd name="connsiteX0" fmla="*/ 267438 w 3332232"/>
              <a:gd name="connsiteY0" fmla="*/ 2814170 h 4151426"/>
              <a:gd name="connsiteX1" fmla="*/ 1723 w 3332232"/>
              <a:gd name="connsiteY1" fmla="*/ 2389683 h 4151426"/>
              <a:gd name="connsiteX2" fmla="*/ 159151 w 3332232"/>
              <a:gd name="connsiteY2" fmla="*/ 2258074 h 4151426"/>
              <a:gd name="connsiteX3" fmla="*/ 282778 w 3332232"/>
              <a:gd name="connsiteY3" fmla="*/ 2180280 h 4151426"/>
              <a:gd name="connsiteX4" fmla="*/ 443917 w 3332232"/>
              <a:gd name="connsiteY4" fmla="*/ 2054029 h 4151426"/>
              <a:gd name="connsiteX5" fmla="*/ 998817 w 3332232"/>
              <a:gd name="connsiteY5" fmla="*/ 2515396 h 4151426"/>
              <a:gd name="connsiteX6" fmla="*/ 1173925 w 3332232"/>
              <a:gd name="connsiteY6" fmla="*/ 2179619 h 4151426"/>
              <a:gd name="connsiteX7" fmla="*/ 1133663 w 3332232"/>
              <a:gd name="connsiteY7" fmla="*/ 1579548 h 4151426"/>
              <a:gd name="connsiteX8" fmla="*/ 1186336 w 3332232"/>
              <a:gd name="connsiteY8" fmla="*/ 1342566 h 4151426"/>
              <a:gd name="connsiteX9" fmla="*/ 1315495 w 3332232"/>
              <a:gd name="connsiteY9" fmla="*/ 1052911 h 4151426"/>
              <a:gd name="connsiteX10" fmla="*/ 1540380 w 3332232"/>
              <a:gd name="connsiteY10" fmla="*/ 768018 h 4151426"/>
              <a:gd name="connsiteX11" fmla="*/ 1841846 w 3332232"/>
              <a:gd name="connsiteY11" fmla="*/ 425689 h 4151426"/>
              <a:gd name="connsiteX12" fmla="*/ 2154076 w 3332232"/>
              <a:gd name="connsiteY12" fmla="*/ 113269 h 4151426"/>
              <a:gd name="connsiteX13" fmla="*/ 2370579 w 3332232"/>
              <a:gd name="connsiteY13" fmla="*/ 4399 h 4151426"/>
              <a:gd name="connsiteX14" fmla="*/ 2868261 w 3332232"/>
              <a:gd name="connsiteY14" fmla="*/ 25925 h 4151426"/>
              <a:gd name="connsiteX15" fmla="*/ 3066512 w 3332232"/>
              <a:gd name="connsiteY15" fmla="*/ 68865 h 4151426"/>
              <a:gd name="connsiteX16" fmla="*/ 3253067 w 3332232"/>
              <a:gd name="connsiteY16" fmla="*/ 267483 h 4151426"/>
              <a:gd name="connsiteX17" fmla="*/ 3331992 w 3332232"/>
              <a:gd name="connsiteY17" fmla="*/ 524470 h 4151426"/>
              <a:gd name="connsiteX18" fmla="*/ 3239831 w 3332232"/>
              <a:gd name="connsiteY18" fmla="*/ 966329 h 4151426"/>
              <a:gd name="connsiteX19" fmla="*/ 3257452 w 3332232"/>
              <a:gd name="connsiteY19" fmla="*/ 1470010 h 4151426"/>
              <a:gd name="connsiteX20" fmla="*/ 3222495 w 3332232"/>
              <a:gd name="connsiteY20" fmla="*/ 1763761 h 4151426"/>
              <a:gd name="connsiteX21" fmla="*/ 3147819 w 3332232"/>
              <a:gd name="connsiteY21" fmla="*/ 2044273 h 4151426"/>
              <a:gd name="connsiteX22" fmla="*/ 2974671 w 3332232"/>
              <a:gd name="connsiteY22" fmla="*/ 2495500 h 4151426"/>
              <a:gd name="connsiteX23" fmla="*/ 2449426 w 3332232"/>
              <a:gd name="connsiteY23" fmla="*/ 2955038 h 4151426"/>
              <a:gd name="connsiteX24" fmla="*/ 2386057 w 3332232"/>
              <a:gd name="connsiteY24" fmla="*/ 3460960 h 4151426"/>
              <a:gd name="connsiteX25" fmla="*/ 2242911 w 3332232"/>
              <a:gd name="connsiteY25" fmla="*/ 4134926 h 4151426"/>
              <a:gd name="connsiteX26" fmla="*/ 1801848 w 3332232"/>
              <a:gd name="connsiteY26" fmla="*/ 3916418 h 4151426"/>
              <a:gd name="connsiteX27" fmla="*/ 1458267 w 3332232"/>
              <a:gd name="connsiteY27" fmla="*/ 3602236 h 4151426"/>
              <a:gd name="connsiteX28" fmla="*/ 1281872 w 3332232"/>
              <a:gd name="connsiteY28" fmla="*/ 3358532 h 4151426"/>
              <a:gd name="connsiteX29" fmla="*/ 977262 w 3332232"/>
              <a:gd name="connsiteY29" fmla="*/ 3374725 h 4151426"/>
              <a:gd name="connsiteX30" fmla="*/ 629981 w 3332232"/>
              <a:gd name="connsiteY30" fmla="*/ 3355103 h 4151426"/>
              <a:gd name="connsiteX31" fmla="*/ 538826 w 3332232"/>
              <a:gd name="connsiteY31" fmla="*/ 3336625 h 4151426"/>
              <a:gd name="connsiteX32" fmla="*/ 347085 w 3332232"/>
              <a:gd name="connsiteY32" fmla="*/ 3077177 h 4151426"/>
              <a:gd name="connsiteX33" fmla="*/ 267438 w 3332232"/>
              <a:gd name="connsiteY33" fmla="*/ 2814170 h 4151426"/>
              <a:gd name="connsiteX0" fmla="*/ 122788 w 3187582"/>
              <a:gd name="connsiteY0" fmla="*/ 2814170 h 4151426"/>
              <a:gd name="connsiteX1" fmla="*/ 14520 w 3187582"/>
              <a:gd name="connsiteY1" fmla="*/ 2635574 h 4151426"/>
              <a:gd name="connsiteX2" fmla="*/ 14501 w 3187582"/>
              <a:gd name="connsiteY2" fmla="*/ 2258074 h 4151426"/>
              <a:gd name="connsiteX3" fmla="*/ 138128 w 3187582"/>
              <a:gd name="connsiteY3" fmla="*/ 2180280 h 4151426"/>
              <a:gd name="connsiteX4" fmla="*/ 299267 w 3187582"/>
              <a:gd name="connsiteY4" fmla="*/ 2054029 h 4151426"/>
              <a:gd name="connsiteX5" fmla="*/ 854167 w 3187582"/>
              <a:gd name="connsiteY5" fmla="*/ 2515396 h 4151426"/>
              <a:gd name="connsiteX6" fmla="*/ 1029275 w 3187582"/>
              <a:gd name="connsiteY6" fmla="*/ 2179619 h 4151426"/>
              <a:gd name="connsiteX7" fmla="*/ 989013 w 3187582"/>
              <a:gd name="connsiteY7" fmla="*/ 1579548 h 4151426"/>
              <a:gd name="connsiteX8" fmla="*/ 1041686 w 3187582"/>
              <a:gd name="connsiteY8" fmla="*/ 1342566 h 4151426"/>
              <a:gd name="connsiteX9" fmla="*/ 1170845 w 3187582"/>
              <a:gd name="connsiteY9" fmla="*/ 1052911 h 4151426"/>
              <a:gd name="connsiteX10" fmla="*/ 1395730 w 3187582"/>
              <a:gd name="connsiteY10" fmla="*/ 768018 h 4151426"/>
              <a:gd name="connsiteX11" fmla="*/ 1697196 w 3187582"/>
              <a:gd name="connsiteY11" fmla="*/ 425689 h 4151426"/>
              <a:gd name="connsiteX12" fmla="*/ 2009426 w 3187582"/>
              <a:gd name="connsiteY12" fmla="*/ 113269 h 4151426"/>
              <a:gd name="connsiteX13" fmla="*/ 2225929 w 3187582"/>
              <a:gd name="connsiteY13" fmla="*/ 4399 h 4151426"/>
              <a:gd name="connsiteX14" fmla="*/ 2723611 w 3187582"/>
              <a:gd name="connsiteY14" fmla="*/ 25925 h 4151426"/>
              <a:gd name="connsiteX15" fmla="*/ 2921862 w 3187582"/>
              <a:gd name="connsiteY15" fmla="*/ 68865 h 4151426"/>
              <a:gd name="connsiteX16" fmla="*/ 3108417 w 3187582"/>
              <a:gd name="connsiteY16" fmla="*/ 267483 h 4151426"/>
              <a:gd name="connsiteX17" fmla="*/ 3187342 w 3187582"/>
              <a:gd name="connsiteY17" fmla="*/ 524470 h 4151426"/>
              <a:gd name="connsiteX18" fmla="*/ 3095181 w 3187582"/>
              <a:gd name="connsiteY18" fmla="*/ 966329 h 4151426"/>
              <a:gd name="connsiteX19" fmla="*/ 3112802 w 3187582"/>
              <a:gd name="connsiteY19" fmla="*/ 1470010 h 4151426"/>
              <a:gd name="connsiteX20" fmla="*/ 3077845 w 3187582"/>
              <a:gd name="connsiteY20" fmla="*/ 1763761 h 4151426"/>
              <a:gd name="connsiteX21" fmla="*/ 3003169 w 3187582"/>
              <a:gd name="connsiteY21" fmla="*/ 2044273 h 4151426"/>
              <a:gd name="connsiteX22" fmla="*/ 2830021 w 3187582"/>
              <a:gd name="connsiteY22" fmla="*/ 2495500 h 4151426"/>
              <a:gd name="connsiteX23" fmla="*/ 2304776 w 3187582"/>
              <a:gd name="connsiteY23" fmla="*/ 2955038 h 4151426"/>
              <a:gd name="connsiteX24" fmla="*/ 2241407 w 3187582"/>
              <a:gd name="connsiteY24" fmla="*/ 3460960 h 4151426"/>
              <a:gd name="connsiteX25" fmla="*/ 2098261 w 3187582"/>
              <a:gd name="connsiteY25" fmla="*/ 4134926 h 4151426"/>
              <a:gd name="connsiteX26" fmla="*/ 1657198 w 3187582"/>
              <a:gd name="connsiteY26" fmla="*/ 3916418 h 4151426"/>
              <a:gd name="connsiteX27" fmla="*/ 1313617 w 3187582"/>
              <a:gd name="connsiteY27" fmla="*/ 3602236 h 4151426"/>
              <a:gd name="connsiteX28" fmla="*/ 1137222 w 3187582"/>
              <a:gd name="connsiteY28" fmla="*/ 3358532 h 4151426"/>
              <a:gd name="connsiteX29" fmla="*/ 832612 w 3187582"/>
              <a:gd name="connsiteY29" fmla="*/ 3374725 h 4151426"/>
              <a:gd name="connsiteX30" fmla="*/ 485331 w 3187582"/>
              <a:gd name="connsiteY30" fmla="*/ 3355103 h 4151426"/>
              <a:gd name="connsiteX31" fmla="*/ 394176 w 3187582"/>
              <a:gd name="connsiteY31" fmla="*/ 3336625 h 4151426"/>
              <a:gd name="connsiteX32" fmla="*/ 202435 w 3187582"/>
              <a:gd name="connsiteY32" fmla="*/ 3077177 h 4151426"/>
              <a:gd name="connsiteX33" fmla="*/ 122788 w 3187582"/>
              <a:gd name="connsiteY33" fmla="*/ 2814170 h 4151426"/>
              <a:gd name="connsiteX0" fmla="*/ 108307 w 3173101"/>
              <a:gd name="connsiteY0" fmla="*/ 2814170 h 4151426"/>
              <a:gd name="connsiteX1" fmla="*/ 39 w 3173101"/>
              <a:gd name="connsiteY1" fmla="*/ 2635574 h 4151426"/>
              <a:gd name="connsiteX2" fmla="*/ 96250 w 3173101"/>
              <a:gd name="connsiteY2" fmla="*/ 2486314 h 4151426"/>
              <a:gd name="connsiteX3" fmla="*/ 123647 w 3173101"/>
              <a:gd name="connsiteY3" fmla="*/ 2180280 h 4151426"/>
              <a:gd name="connsiteX4" fmla="*/ 284786 w 3173101"/>
              <a:gd name="connsiteY4" fmla="*/ 2054029 h 4151426"/>
              <a:gd name="connsiteX5" fmla="*/ 839686 w 3173101"/>
              <a:gd name="connsiteY5" fmla="*/ 2515396 h 4151426"/>
              <a:gd name="connsiteX6" fmla="*/ 1014794 w 3173101"/>
              <a:gd name="connsiteY6" fmla="*/ 2179619 h 4151426"/>
              <a:gd name="connsiteX7" fmla="*/ 974532 w 3173101"/>
              <a:gd name="connsiteY7" fmla="*/ 1579548 h 4151426"/>
              <a:gd name="connsiteX8" fmla="*/ 1027205 w 3173101"/>
              <a:gd name="connsiteY8" fmla="*/ 1342566 h 4151426"/>
              <a:gd name="connsiteX9" fmla="*/ 1156364 w 3173101"/>
              <a:gd name="connsiteY9" fmla="*/ 1052911 h 4151426"/>
              <a:gd name="connsiteX10" fmla="*/ 1381249 w 3173101"/>
              <a:gd name="connsiteY10" fmla="*/ 768018 h 4151426"/>
              <a:gd name="connsiteX11" fmla="*/ 1682715 w 3173101"/>
              <a:gd name="connsiteY11" fmla="*/ 425689 h 4151426"/>
              <a:gd name="connsiteX12" fmla="*/ 1994945 w 3173101"/>
              <a:gd name="connsiteY12" fmla="*/ 113269 h 4151426"/>
              <a:gd name="connsiteX13" fmla="*/ 2211448 w 3173101"/>
              <a:gd name="connsiteY13" fmla="*/ 4399 h 4151426"/>
              <a:gd name="connsiteX14" fmla="*/ 2709130 w 3173101"/>
              <a:gd name="connsiteY14" fmla="*/ 25925 h 4151426"/>
              <a:gd name="connsiteX15" fmla="*/ 2907381 w 3173101"/>
              <a:gd name="connsiteY15" fmla="*/ 68865 h 4151426"/>
              <a:gd name="connsiteX16" fmla="*/ 3093936 w 3173101"/>
              <a:gd name="connsiteY16" fmla="*/ 267483 h 4151426"/>
              <a:gd name="connsiteX17" fmla="*/ 3172861 w 3173101"/>
              <a:gd name="connsiteY17" fmla="*/ 524470 h 4151426"/>
              <a:gd name="connsiteX18" fmla="*/ 3080700 w 3173101"/>
              <a:gd name="connsiteY18" fmla="*/ 966329 h 4151426"/>
              <a:gd name="connsiteX19" fmla="*/ 3098321 w 3173101"/>
              <a:gd name="connsiteY19" fmla="*/ 1470010 h 4151426"/>
              <a:gd name="connsiteX20" fmla="*/ 3063364 w 3173101"/>
              <a:gd name="connsiteY20" fmla="*/ 1763761 h 4151426"/>
              <a:gd name="connsiteX21" fmla="*/ 2988688 w 3173101"/>
              <a:gd name="connsiteY21" fmla="*/ 2044273 h 4151426"/>
              <a:gd name="connsiteX22" fmla="*/ 2815540 w 3173101"/>
              <a:gd name="connsiteY22" fmla="*/ 2495500 h 4151426"/>
              <a:gd name="connsiteX23" fmla="*/ 2290295 w 3173101"/>
              <a:gd name="connsiteY23" fmla="*/ 2955038 h 4151426"/>
              <a:gd name="connsiteX24" fmla="*/ 2226926 w 3173101"/>
              <a:gd name="connsiteY24" fmla="*/ 3460960 h 4151426"/>
              <a:gd name="connsiteX25" fmla="*/ 2083780 w 3173101"/>
              <a:gd name="connsiteY25" fmla="*/ 4134926 h 4151426"/>
              <a:gd name="connsiteX26" fmla="*/ 1642717 w 3173101"/>
              <a:gd name="connsiteY26" fmla="*/ 3916418 h 4151426"/>
              <a:gd name="connsiteX27" fmla="*/ 1299136 w 3173101"/>
              <a:gd name="connsiteY27" fmla="*/ 3602236 h 4151426"/>
              <a:gd name="connsiteX28" fmla="*/ 1122741 w 3173101"/>
              <a:gd name="connsiteY28" fmla="*/ 3358532 h 4151426"/>
              <a:gd name="connsiteX29" fmla="*/ 818131 w 3173101"/>
              <a:gd name="connsiteY29" fmla="*/ 3374725 h 4151426"/>
              <a:gd name="connsiteX30" fmla="*/ 470850 w 3173101"/>
              <a:gd name="connsiteY30" fmla="*/ 3355103 h 4151426"/>
              <a:gd name="connsiteX31" fmla="*/ 379695 w 3173101"/>
              <a:gd name="connsiteY31" fmla="*/ 3336625 h 4151426"/>
              <a:gd name="connsiteX32" fmla="*/ 187954 w 3173101"/>
              <a:gd name="connsiteY32" fmla="*/ 3077177 h 4151426"/>
              <a:gd name="connsiteX33" fmla="*/ 108307 w 317310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284796 w 3173111"/>
              <a:gd name="connsiteY4" fmla="*/ 2054029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542 w 3173111"/>
              <a:gd name="connsiteY7" fmla="*/ 1579548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027215 w 3173111"/>
              <a:gd name="connsiteY8" fmla="*/ 1342566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156374 w 3173111"/>
              <a:gd name="connsiteY9" fmla="*/ 1052911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814170 h 4151426"/>
              <a:gd name="connsiteX1" fmla="*/ 49 w 3173111"/>
              <a:gd name="connsiteY1" fmla="*/ 2635574 h 4151426"/>
              <a:gd name="connsiteX2" fmla="*/ 96260 w 3173111"/>
              <a:gd name="connsiteY2" fmla="*/ 2486314 h 4151426"/>
              <a:gd name="connsiteX3" fmla="*/ 229552 w 3173111"/>
              <a:gd name="connsiteY3" fmla="*/ 2344574 h 4151426"/>
              <a:gd name="connsiteX4" fmla="*/ 425162 w 3173111"/>
              <a:gd name="connsiteY4" fmla="*/ 2310157 h 4151426"/>
              <a:gd name="connsiteX5" fmla="*/ 839696 w 3173111"/>
              <a:gd name="connsiteY5" fmla="*/ 2515396 h 4151426"/>
              <a:gd name="connsiteX6" fmla="*/ 1014804 w 3173111"/>
              <a:gd name="connsiteY6" fmla="*/ 2179619 h 4151426"/>
              <a:gd name="connsiteX7" fmla="*/ 974619 w 3173111"/>
              <a:gd name="connsiteY7" fmla="*/ 1814536 h 4151426"/>
              <a:gd name="connsiteX8" fmla="*/ 1147355 w 3173111"/>
              <a:gd name="connsiteY8" fmla="*/ 1442591 h 4151426"/>
              <a:gd name="connsiteX9" fmla="*/ 1253993 w 3173111"/>
              <a:gd name="connsiteY9" fmla="*/ 1061554 h 4151426"/>
              <a:gd name="connsiteX10" fmla="*/ 1381259 w 3173111"/>
              <a:gd name="connsiteY10" fmla="*/ 768018 h 4151426"/>
              <a:gd name="connsiteX11" fmla="*/ 1682725 w 3173111"/>
              <a:gd name="connsiteY11" fmla="*/ 425689 h 4151426"/>
              <a:gd name="connsiteX12" fmla="*/ 1994955 w 3173111"/>
              <a:gd name="connsiteY12" fmla="*/ 113269 h 4151426"/>
              <a:gd name="connsiteX13" fmla="*/ 2211458 w 3173111"/>
              <a:gd name="connsiteY13" fmla="*/ 4399 h 4151426"/>
              <a:gd name="connsiteX14" fmla="*/ 2709140 w 3173111"/>
              <a:gd name="connsiteY14" fmla="*/ 25925 h 4151426"/>
              <a:gd name="connsiteX15" fmla="*/ 2907391 w 3173111"/>
              <a:gd name="connsiteY15" fmla="*/ 68865 h 4151426"/>
              <a:gd name="connsiteX16" fmla="*/ 3093946 w 3173111"/>
              <a:gd name="connsiteY16" fmla="*/ 267483 h 4151426"/>
              <a:gd name="connsiteX17" fmla="*/ 3172871 w 3173111"/>
              <a:gd name="connsiteY17" fmla="*/ 524470 h 4151426"/>
              <a:gd name="connsiteX18" fmla="*/ 3080710 w 3173111"/>
              <a:gd name="connsiteY18" fmla="*/ 966329 h 4151426"/>
              <a:gd name="connsiteX19" fmla="*/ 3098331 w 3173111"/>
              <a:gd name="connsiteY19" fmla="*/ 1470010 h 4151426"/>
              <a:gd name="connsiteX20" fmla="*/ 3063374 w 3173111"/>
              <a:gd name="connsiteY20" fmla="*/ 1763761 h 4151426"/>
              <a:gd name="connsiteX21" fmla="*/ 2988698 w 3173111"/>
              <a:gd name="connsiteY21" fmla="*/ 2044273 h 4151426"/>
              <a:gd name="connsiteX22" fmla="*/ 2815550 w 3173111"/>
              <a:gd name="connsiteY22" fmla="*/ 2495500 h 4151426"/>
              <a:gd name="connsiteX23" fmla="*/ 2290305 w 3173111"/>
              <a:gd name="connsiteY23" fmla="*/ 2955038 h 4151426"/>
              <a:gd name="connsiteX24" fmla="*/ 2226936 w 3173111"/>
              <a:gd name="connsiteY24" fmla="*/ 3460960 h 4151426"/>
              <a:gd name="connsiteX25" fmla="*/ 2083790 w 3173111"/>
              <a:gd name="connsiteY25" fmla="*/ 4134926 h 4151426"/>
              <a:gd name="connsiteX26" fmla="*/ 1642727 w 3173111"/>
              <a:gd name="connsiteY26" fmla="*/ 3916418 h 4151426"/>
              <a:gd name="connsiteX27" fmla="*/ 1299146 w 3173111"/>
              <a:gd name="connsiteY27" fmla="*/ 3602236 h 4151426"/>
              <a:gd name="connsiteX28" fmla="*/ 1122751 w 3173111"/>
              <a:gd name="connsiteY28" fmla="*/ 3358532 h 4151426"/>
              <a:gd name="connsiteX29" fmla="*/ 818141 w 3173111"/>
              <a:gd name="connsiteY29" fmla="*/ 3374725 h 4151426"/>
              <a:gd name="connsiteX30" fmla="*/ 470860 w 3173111"/>
              <a:gd name="connsiteY30" fmla="*/ 3355103 h 4151426"/>
              <a:gd name="connsiteX31" fmla="*/ 379705 w 3173111"/>
              <a:gd name="connsiteY31" fmla="*/ 3336625 h 4151426"/>
              <a:gd name="connsiteX32" fmla="*/ 187964 w 3173111"/>
              <a:gd name="connsiteY32" fmla="*/ 3077177 h 4151426"/>
              <a:gd name="connsiteX33" fmla="*/ 108317 w 3173111"/>
              <a:gd name="connsiteY33" fmla="*/ 2814170 h 4151426"/>
              <a:gd name="connsiteX0" fmla="*/ 108317 w 3173111"/>
              <a:gd name="connsiteY0" fmla="*/ 2930079 h 4267335"/>
              <a:gd name="connsiteX1" fmla="*/ 49 w 3173111"/>
              <a:gd name="connsiteY1" fmla="*/ 2751483 h 4267335"/>
              <a:gd name="connsiteX2" fmla="*/ 96260 w 3173111"/>
              <a:gd name="connsiteY2" fmla="*/ 2602223 h 4267335"/>
              <a:gd name="connsiteX3" fmla="*/ 229552 w 3173111"/>
              <a:gd name="connsiteY3" fmla="*/ 2460483 h 4267335"/>
              <a:gd name="connsiteX4" fmla="*/ 425162 w 3173111"/>
              <a:gd name="connsiteY4" fmla="*/ 2426066 h 4267335"/>
              <a:gd name="connsiteX5" fmla="*/ 839696 w 3173111"/>
              <a:gd name="connsiteY5" fmla="*/ 2631305 h 4267335"/>
              <a:gd name="connsiteX6" fmla="*/ 1014804 w 3173111"/>
              <a:gd name="connsiteY6" fmla="*/ 2295528 h 4267335"/>
              <a:gd name="connsiteX7" fmla="*/ 974619 w 3173111"/>
              <a:gd name="connsiteY7" fmla="*/ 1930445 h 4267335"/>
              <a:gd name="connsiteX8" fmla="*/ 1147355 w 3173111"/>
              <a:gd name="connsiteY8" fmla="*/ 1558500 h 4267335"/>
              <a:gd name="connsiteX9" fmla="*/ 1253993 w 3173111"/>
              <a:gd name="connsiteY9" fmla="*/ 1177463 h 4267335"/>
              <a:gd name="connsiteX10" fmla="*/ 1381259 w 3173111"/>
              <a:gd name="connsiteY10" fmla="*/ 883927 h 4267335"/>
              <a:gd name="connsiteX11" fmla="*/ 1682725 w 3173111"/>
              <a:gd name="connsiteY11" fmla="*/ 541598 h 4267335"/>
              <a:gd name="connsiteX12" fmla="*/ 1994955 w 3173111"/>
              <a:gd name="connsiteY12" fmla="*/ 229178 h 4267335"/>
              <a:gd name="connsiteX13" fmla="*/ 2211458 w 3173111"/>
              <a:gd name="connsiteY13" fmla="*/ 120308 h 4267335"/>
              <a:gd name="connsiteX14" fmla="*/ 2709140 w 3173111"/>
              <a:gd name="connsiteY14" fmla="*/ 141834 h 4267335"/>
              <a:gd name="connsiteX15" fmla="*/ 2944215 w 3173111"/>
              <a:gd name="connsiteY15" fmla="*/ 6592 h 4267335"/>
              <a:gd name="connsiteX16" fmla="*/ 3093946 w 3173111"/>
              <a:gd name="connsiteY16" fmla="*/ 383392 h 4267335"/>
              <a:gd name="connsiteX17" fmla="*/ 3172871 w 3173111"/>
              <a:gd name="connsiteY17" fmla="*/ 640379 h 4267335"/>
              <a:gd name="connsiteX18" fmla="*/ 3080710 w 3173111"/>
              <a:gd name="connsiteY18" fmla="*/ 1082238 h 4267335"/>
              <a:gd name="connsiteX19" fmla="*/ 3098331 w 3173111"/>
              <a:gd name="connsiteY19" fmla="*/ 1585919 h 4267335"/>
              <a:gd name="connsiteX20" fmla="*/ 3063374 w 3173111"/>
              <a:gd name="connsiteY20" fmla="*/ 1879670 h 4267335"/>
              <a:gd name="connsiteX21" fmla="*/ 2988698 w 3173111"/>
              <a:gd name="connsiteY21" fmla="*/ 2160182 h 4267335"/>
              <a:gd name="connsiteX22" fmla="*/ 2815550 w 3173111"/>
              <a:gd name="connsiteY22" fmla="*/ 2611409 h 4267335"/>
              <a:gd name="connsiteX23" fmla="*/ 2290305 w 3173111"/>
              <a:gd name="connsiteY23" fmla="*/ 3070947 h 4267335"/>
              <a:gd name="connsiteX24" fmla="*/ 2226936 w 3173111"/>
              <a:gd name="connsiteY24" fmla="*/ 3576869 h 4267335"/>
              <a:gd name="connsiteX25" fmla="*/ 2083790 w 3173111"/>
              <a:gd name="connsiteY25" fmla="*/ 4250835 h 4267335"/>
              <a:gd name="connsiteX26" fmla="*/ 1642727 w 3173111"/>
              <a:gd name="connsiteY26" fmla="*/ 4032327 h 4267335"/>
              <a:gd name="connsiteX27" fmla="*/ 1299146 w 3173111"/>
              <a:gd name="connsiteY27" fmla="*/ 3718145 h 4267335"/>
              <a:gd name="connsiteX28" fmla="*/ 1122751 w 3173111"/>
              <a:gd name="connsiteY28" fmla="*/ 3474441 h 4267335"/>
              <a:gd name="connsiteX29" fmla="*/ 818141 w 3173111"/>
              <a:gd name="connsiteY29" fmla="*/ 3490634 h 4267335"/>
              <a:gd name="connsiteX30" fmla="*/ 470860 w 3173111"/>
              <a:gd name="connsiteY30" fmla="*/ 3471012 h 4267335"/>
              <a:gd name="connsiteX31" fmla="*/ 379705 w 3173111"/>
              <a:gd name="connsiteY31" fmla="*/ 3452534 h 4267335"/>
              <a:gd name="connsiteX32" fmla="*/ 187964 w 3173111"/>
              <a:gd name="connsiteY32" fmla="*/ 3193086 h 4267335"/>
              <a:gd name="connsiteX33" fmla="*/ 108317 w 3173111"/>
              <a:gd name="connsiteY33" fmla="*/ 2930079 h 4267335"/>
              <a:gd name="connsiteX0" fmla="*/ 108317 w 3173111"/>
              <a:gd name="connsiteY0" fmla="*/ 2926340 h 4263596"/>
              <a:gd name="connsiteX1" fmla="*/ 49 w 3173111"/>
              <a:gd name="connsiteY1" fmla="*/ 2747744 h 4263596"/>
              <a:gd name="connsiteX2" fmla="*/ 96260 w 3173111"/>
              <a:gd name="connsiteY2" fmla="*/ 2598484 h 4263596"/>
              <a:gd name="connsiteX3" fmla="*/ 229552 w 3173111"/>
              <a:gd name="connsiteY3" fmla="*/ 2456744 h 4263596"/>
              <a:gd name="connsiteX4" fmla="*/ 425162 w 3173111"/>
              <a:gd name="connsiteY4" fmla="*/ 2422327 h 4263596"/>
              <a:gd name="connsiteX5" fmla="*/ 839696 w 3173111"/>
              <a:gd name="connsiteY5" fmla="*/ 2627566 h 4263596"/>
              <a:gd name="connsiteX6" fmla="*/ 1014804 w 3173111"/>
              <a:gd name="connsiteY6" fmla="*/ 2291789 h 4263596"/>
              <a:gd name="connsiteX7" fmla="*/ 974619 w 3173111"/>
              <a:gd name="connsiteY7" fmla="*/ 1926706 h 4263596"/>
              <a:gd name="connsiteX8" fmla="*/ 1147355 w 3173111"/>
              <a:gd name="connsiteY8" fmla="*/ 1554761 h 4263596"/>
              <a:gd name="connsiteX9" fmla="*/ 1253993 w 3173111"/>
              <a:gd name="connsiteY9" fmla="*/ 1173724 h 4263596"/>
              <a:gd name="connsiteX10" fmla="*/ 1381259 w 3173111"/>
              <a:gd name="connsiteY10" fmla="*/ 880188 h 4263596"/>
              <a:gd name="connsiteX11" fmla="*/ 1682725 w 3173111"/>
              <a:gd name="connsiteY11" fmla="*/ 537859 h 4263596"/>
              <a:gd name="connsiteX12" fmla="*/ 1994955 w 3173111"/>
              <a:gd name="connsiteY12" fmla="*/ 225439 h 4263596"/>
              <a:gd name="connsiteX13" fmla="*/ 2211458 w 3173111"/>
              <a:gd name="connsiteY13" fmla="*/ 116569 h 4263596"/>
              <a:gd name="connsiteX14" fmla="*/ 2709140 w 3173111"/>
              <a:gd name="connsiteY14" fmla="*/ 138095 h 4263596"/>
              <a:gd name="connsiteX15" fmla="*/ 2944215 w 3173111"/>
              <a:gd name="connsiteY15" fmla="*/ 2853 h 4263596"/>
              <a:gd name="connsiteX16" fmla="*/ 3117213 w 3173111"/>
              <a:gd name="connsiteY16" fmla="*/ 285057 h 4263596"/>
              <a:gd name="connsiteX17" fmla="*/ 3172871 w 3173111"/>
              <a:gd name="connsiteY17" fmla="*/ 636640 h 4263596"/>
              <a:gd name="connsiteX18" fmla="*/ 3080710 w 3173111"/>
              <a:gd name="connsiteY18" fmla="*/ 1078499 h 4263596"/>
              <a:gd name="connsiteX19" fmla="*/ 3098331 w 3173111"/>
              <a:gd name="connsiteY19" fmla="*/ 1582180 h 4263596"/>
              <a:gd name="connsiteX20" fmla="*/ 3063374 w 3173111"/>
              <a:gd name="connsiteY20" fmla="*/ 1875931 h 4263596"/>
              <a:gd name="connsiteX21" fmla="*/ 2988698 w 3173111"/>
              <a:gd name="connsiteY21" fmla="*/ 2156443 h 4263596"/>
              <a:gd name="connsiteX22" fmla="*/ 2815550 w 3173111"/>
              <a:gd name="connsiteY22" fmla="*/ 2607670 h 4263596"/>
              <a:gd name="connsiteX23" fmla="*/ 2290305 w 3173111"/>
              <a:gd name="connsiteY23" fmla="*/ 3067208 h 4263596"/>
              <a:gd name="connsiteX24" fmla="*/ 2226936 w 3173111"/>
              <a:gd name="connsiteY24" fmla="*/ 3573130 h 4263596"/>
              <a:gd name="connsiteX25" fmla="*/ 2083790 w 3173111"/>
              <a:gd name="connsiteY25" fmla="*/ 4247096 h 4263596"/>
              <a:gd name="connsiteX26" fmla="*/ 1642727 w 3173111"/>
              <a:gd name="connsiteY26" fmla="*/ 4028588 h 4263596"/>
              <a:gd name="connsiteX27" fmla="*/ 1299146 w 3173111"/>
              <a:gd name="connsiteY27" fmla="*/ 3714406 h 4263596"/>
              <a:gd name="connsiteX28" fmla="*/ 1122751 w 3173111"/>
              <a:gd name="connsiteY28" fmla="*/ 3470702 h 4263596"/>
              <a:gd name="connsiteX29" fmla="*/ 818141 w 3173111"/>
              <a:gd name="connsiteY29" fmla="*/ 3486895 h 4263596"/>
              <a:gd name="connsiteX30" fmla="*/ 470860 w 3173111"/>
              <a:gd name="connsiteY30" fmla="*/ 3467273 h 4263596"/>
              <a:gd name="connsiteX31" fmla="*/ 379705 w 3173111"/>
              <a:gd name="connsiteY31" fmla="*/ 3448795 h 4263596"/>
              <a:gd name="connsiteX32" fmla="*/ 187964 w 3173111"/>
              <a:gd name="connsiteY32" fmla="*/ 3189347 h 4263596"/>
              <a:gd name="connsiteX33" fmla="*/ 108317 w 3173111"/>
              <a:gd name="connsiteY33" fmla="*/ 2926340 h 4263596"/>
              <a:gd name="connsiteX0" fmla="*/ 108317 w 3123258"/>
              <a:gd name="connsiteY0" fmla="*/ 2926340 h 4263596"/>
              <a:gd name="connsiteX1" fmla="*/ 49 w 3123258"/>
              <a:gd name="connsiteY1" fmla="*/ 2747744 h 4263596"/>
              <a:gd name="connsiteX2" fmla="*/ 96260 w 3123258"/>
              <a:gd name="connsiteY2" fmla="*/ 2598484 h 4263596"/>
              <a:gd name="connsiteX3" fmla="*/ 229552 w 3123258"/>
              <a:gd name="connsiteY3" fmla="*/ 2456744 h 4263596"/>
              <a:gd name="connsiteX4" fmla="*/ 425162 w 3123258"/>
              <a:gd name="connsiteY4" fmla="*/ 2422327 h 4263596"/>
              <a:gd name="connsiteX5" fmla="*/ 839696 w 3123258"/>
              <a:gd name="connsiteY5" fmla="*/ 2627566 h 4263596"/>
              <a:gd name="connsiteX6" fmla="*/ 1014804 w 3123258"/>
              <a:gd name="connsiteY6" fmla="*/ 2291789 h 4263596"/>
              <a:gd name="connsiteX7" fmla="*/ 974619 w 3123258"/>
              <a:gd name="connsiteY7" fmla="*/ 1926706 h 4263596"/>
              <a:gd name="connsiteX8" fmla="*/ 1147355 w 3123258"/>
              <a:gd name="connsiteY8" fmla="*/ 1554761 h 4263596"/>
              <a:gd name="connsiteX9" fmla="*/ 1253993 w 3123258"/>
              <a:gd name="connsiteY9" fmla="*/ 1173724 h 4263596"/>
              <a:gd name="connsiteX10" fmla="*/ 1381259 w 3123258"/>
              <a:gd name="connsiteY10" fmla="*/ 880188 h 4263596"/>
              <a:gd name="connsiteX11" fmla="*/ 1682725 w 3123258"/>
              <a:gd name="connsiteY11" fmla="*/ 537859 h 4263596"/>
              <a:gd name="connsiteX12" fmla="*/ 1994955 w 3123258"/>
              <a:gd name="connsiteY12" fmla="*/ 225439 h 4263596"/>
              <a:gd name="connsiteX13" fmla="*/ 2211458 w 3123258"/>
              <a:gd name="connsiteY13" fmla="*/ 116569 h 4263596"/>
              <a:gd name="connsiteX14" fmla="*/ 2709140 w 3123258"/>
              <a:gd name="connsiteY14" fmla="*/ 138095 h 4263596"/>
              <a:gd name="connsiteX15" fmla="*/ 2944215 w 3123258"/>
              <a:gd name="connsiteY15" fmla="*/ 2853 h 4263596"/>
              <a:gd name="connsiteX16" fmla="*/ 3117213 w 3123258"/>
              <a:gd name="connsiteY16" fmla="*/ 285057 h 4263596"/>
              <a:gd name="connsiteX17" fmla="*/ 3088947 w 3123258"/>
              <a:gd name="connsiteY17" fmla="*/ 574099 h 4263596"/>
              <a:gd name="connsiteX18" fmla="*/ 3080710 w 3123258"/>
              <a:gd name="connsiteY18" fmla="*/ 1078499 h 4263596"/>
              <a:gd name="connsiteX19" fmla="*/ 3098331 w 3123258"/>
              <a:gd name="connsiteY19" fmla="*/ 1582180 h 4263596"/>
              <a:gd name="connsiteX20" fmla="*/ 3063374 w 3123258"/>
              <a:gd name="connsiteY20" fmla="*/ 1875931 h 4263596"/>
              <a:gd name="connsiteX21" fmla="*/ 2988698 w 3123258"/>
              <a:gd name="connsiteY21" fmla="*/ 2156443 h 4263596"/>
              <a:gd name="connsiteX22" fmla="*/ 2815550 w 3123258"/>
              <a:gd name="connsiteY22" fmla="*/ 2607670 h 4263596"/>
              <a:gd name="connsiteX23" fmla="*/ 2290305 w 3123258"/>
              <a:gd name="connsiteY23" fmla="*/ 3067208 h 4263596"/>
              <a:gd name="connsiteX24" fmla="*/ 2226936 w 3123258"/>
              <a:gd name="connsiteY24" fmla="*/ 3573130 h 4263596"/>
              <a:gd name="connsiteX25" fmla="*/ 2083790 w 3123258"/>
              <a:gd name="connsiteY25" fmla="*/ 4247096 h 4263596"/>
              <a:gd name="connsiteX26" fmla="*/ 1642727 w 3123258"/>
              <a:gd name="connsiteY26" fmla="*/ 4028588 h 4263596"/>
              <a:gd name="connsiteX27" fmla="*/ 1299146 w 3123258"/>
              <a:gd name="connsiteY27" fmla="*/ 3714406 h 4263596"/>
              <a:gd name="connsiteX28" fmla="*/ 1122751 w 3123258"/>
              <a:gd name="connsiteY28" fmla="*/ 3470702 h 4263596"/>
              <a:gd name="connsiteX29" fmla="*/ 818141 w 3123258"/>
              <a:gd name="connsiteY29" fmla="*/ 3486895 h 4263596"/>
              <a:gd name="connsiteX30" fmla="*/ 470860 w 3123258"/>
              <a:gd name="connsiteY30" fmla="*/ 3467273 h 4263596"/>
              <a:gd name="connsiteX31" fmla="*/ 379705 w 3123258"/>
              <a:gd name="connsiteY31" fmla="*/ 3448795 h 4263596"/>
              <a:gd name="connsiteX32" fmla="*/ 187964 w 3123258"/>
              <a:gd name="connsiteY32" fmla="*/ 3189347 h 4263596"/>
              <a:gd name="connsiteX33" fmla="*/ 108317 w 3123258"/>
              <a:gd name="connsiteY33" fmla="*/ 2926340 h 4263596"/>
              <a:gd name="connsiteX0" fmla="*/ 108317 w 3123258"/>
              <a:gd name="connsiteY0" fmla="*/ 2979281 h 4316537"/>
              <a:gd name="connsiteX1" fmla="*/ 49 w 3123258"/>
              <a:gd name="connsiteY1" fmla="*/ 2800685 h 4316537"/>
              <a:gd name="connsiteX2" fmla="*/ 96260 w 3123258"/>
              <a:gd name="connsiteY2" fmla="*/ 2651425 h 4316537"/>
              <a:gd name="connsiteX3" fmla="*/ 229552 w 3123258"/>
              <a:gd name="connsiteY3" fmla="*/ 2509685 h 4316537"/>
              <a:gd name="connsiteX4" fmla="*/ 425162 w 3123258"/>
              <a:gd name="connsiteY4" fmla="*/ 2475268 h 4316537"/>
              <a:gd name="connsiteX5" fmla="*/ 839696 w 3123258"/>
              <a:gd name="connsiteY5" fmla="*/ 2680507 h 4316537"/>
              <a:gd name="connsiteX6" fmla="*/ 1014804 w 3123258"/>
              <a:gd name="connsiteY6" fmla="*/ 2344730 h 4316537"/>
              <a:gd name="connsiteX7" fmla="*/ 974619 w 3123258"/>
              <a:gd name="connsiteY7" fmla="*/ 1979647 h 4316537"/>
              <a:gd name="connsiteX8" fmla="*/ 1147355 w 3123258"/>
              <a:gd name="connsiteY8" fmla="*/ 1607702 h 4316537"/>
              <a:gd name="connsiteX9" fmla="*/ 1253993 w 3123258"/>
              <a:gd name="connsiteY9" fmla="*/ 1226665 h 4316537"/>
              <a:gd name="connsiteX10" fmla="*/ 1381259 w 3123258"/>
              <a:gd name="connsiteY10" fmla="*/ 933129 h 4316537"/>
              <a:gd name="connsiteX11" fmla="*/ 1682725 w 3123258"/>
              <a:gd name="connsiteY11" fmla="*/ 590800 h 4316537"/>
              <a:gd name="connsiteX12" fmla="*/ 1994955 w 3123258"/>
              <a:gd name="connsiteY12" fmla="*/ 278380 h 4316537"/>
              <a:gd name="connsiteX13" fmla="*/ 2211458 w 3123258"/>
              <a:gd name="connsiteY13" fmla="*/ 169510 h 4316537"/>
              <a:gd name="connsiteX14" fmla="*/ 2697157 w 3123258"/>
              <a:gd name="connsiteY14" fmla="*/ 8531 h 4316537"/>
              <a:gd name="connsiteX15" fmla="*/ 2944215 w 3123258"/>
              <a:gd name="connsiteY15" fmla="*/ 55794 h 4316537"/>
              <a:gd name="connsiteX16" fmla="*/ 3117213 w 3123258"/>
              <a:gd name="connsiteY16" fmla="*/ 337998 h 4316537"/>
              <a:gd name="connsiteX17" fmla="*/ 3088947 w 3123258"/>
              <a:gd name="connsiteY17" fmla="*/ 627040 h 4316537"/>
              <a:gd name="connsiteX18" fmla="*/ 3080710 w 3123258"/>
              <a:gd name="connsiteY18" fmla="*/ 1131440 h 4316537"/>
              <a:gd name="connsiteX19" fmla="*/ 3098331 w 3123258"/>
              <a:gd name="connsiteY19" fmla="*/ 1635121 h 4316537"/>
              <a:gd name="connsiteX20" fmla="*/ 3063374 w 3123258"/>
              <a:gd name="connsiteY20" fmla="*/ 1928872 h 4316537"/>
              <a:gd name="connsiteX21" fmla="*/ 2988698 w 3123258"/>
              <a:gd name="connsiteY21" fmla="*/ 2209384 h 4316537"/>
              <a:gd name="connsiteX22" fmla="*/ 2815550 w 3123258"/>
              <a:gd name="connsiteY22" fmla="*/ 2660611 h 4316537"/>
              <a:gd name="connsiteX23" fmla="*/ 2290305 w 3123258"/>
              <a:gd name="connsiteY23" fmla="*/ 3120149 h 4316537"/>
              <a:gd name="connsiteX24" fmla="*/ 2226936 w 3123258"/>
              <a:gd name="connsiteY24" fmla="*/ 3626071 h 4316537"/>
              <a:gd name="connsiteX25" fmla="*/ 2083790 w 3123258"/>
              <a:gd name="connsiteY25" fmla="*/ 4300037 h 4316537"/>
              <a:gd name="connsiteX26" fmla="*/ 1642727 w 3123258"/>
              <a:gd name="connsiteY26" fmla="*/ 4081529 h 4316537"/>
              <a:gd name="connsiteX27" fmla="*/ 1299146 w 3123258"/>
              <a:gd name="connsiteY27" fmla="*/ 3767347 h 4316537"/>
              <a:gd name="connsiteX28" fmla="*/ 1122751 w 3123258"/>
              <a:gd name="connsiteY28" fmla="*/ 3523643 h 4316537"/>
              <a:gd name="connsiteX29" fmla="*/ 818141 w 3123258"/>
              <a:gd name="connsiteY29" fmla="*/ 3539836 h 4316537"/>
              <a:gd name="connsiteX30" fmla="*/ 470860 w 3123258"/>
              <a:gd name="connsiteY30" fmla="*/ 3520214 h 4316537"/>
              <a:gd name="connsiteX31" fmla="*/ 379705 w 3123258"/>
              <a:gd name="connsiteY31" fmla="*/ 3501736 h 4316537"/>
              <a:gd name="connsiteX32" fmla="*/ 187964 w 3123258"/>
              <a:gd name="connsiteY32" fmla="*/ 3242288 h 4316537"/>
              <a:gd name="connsiteX33" fmla="*/ 108317 w 3123258"/>
              <a:gd name="connsiteY33" fmla="*/ 2979281 h 4316537"/>
              <a:gd name="connsiteX0" fmla="*/ 108317 w 3123258"/>
              <a:gd name="connsiteY0" fmla="*/ 2979281 h 4320340"/>
              <a:gd name="connsiteX1" fmla="*/ 49 w 3123258"/>
              <a:gd name="connsiteY1" fmla="*/ 2800685 h 4320340"/>
              <a:gd name="connsiteX2" fmla="*/ 96260 w 3123258"/>
              <a:gd name="connsiteY2" fmla="*/ 2651425 h 4320340"/>
              <a:gd name="connsiteX3" fmla="*/ 229552 w 3123258"/>
              <a:gd name="connsiteY3" fmla="*/ 2509685 h 4320340"/>
              <a:gd name="connsiteX4" fmla="*/ 425162 w 3123258"/>
              <a:gd name="connsiteY4" fmla="*/ 2475268 h 4320340"/>
              <a:gd name="connsiteX5" fmla="*/ 839696 w 3123258"/>
              <a:gd name="connsiteY5" fmla="*/ 2680507 h 4320340"/>
              <a:gd name="connsiteX6" fmla="*/ 1014804 w 3123258"/>
              <a:gd name="connsiteY6" fmla="*/ 2344730 h 4320340"/>
              <a:gd name="connsiteX7" fmla="*/ 974619 w 3123258"/>
              <a:gd name="connsiteY7" fmla="*/ 1979647 h 4320340"/>
              <a:gd name="connsiteX8" fmla="*/ 1147355 w 3123258"/>
              <a:gd name="connsiteY8" fmla="*/ 1607702 h 4320340"/>
              <a:gd name="connsiteX9" fmla="*/ 1253993 w 3123258"/>
              <a:gd name="connsiteY9" fmla="*/ 1226665 h 4320340"/>
              <a:gd name="connsiteX10" fmla="*/ 1381259 w 3123258"/>
              <a:gd name="connsiteY10" fmla="*/ 933129 h 4320340"/>
              <a:gd name="connsiteX11" fmla="*/ 1682725 w 3123258"/>
              <a:gd name="connsiteY11" fmla="*/ 590800 h 4320340"/>
              <a:gd name="connsiteX12" fmla="*/ 1994955 w 3123258"/>
              <a:gd name="connsiteY12" fmla="*/ 278380 h 4320340"/>
              <a:gd name="connsiteX13" fmla="*/ 2211458 w 3123258"/>
              <a:gd name="connsiteY13" fmla="*/ 169510 h 4320340"/>
              <a:gd name="connsiteX14" fmla="*/ 2697157 w 3123258"/>
              <a:gd name="connsiteY14" fmla="*/ 8531 h 4320340"/>
              <a:gd name="connsiteX15" fmla="*/ 2944215 w 3123258"/>
              <a:gd name="connsiteY15" fmla="*/ 55794 h 4320340"/>
              <a:gd name="connsiteX16" fmla="*/ 3117213 w 3123258"/>
              <a:gd name="connsiteY16" fmla="*/ 337998 h 4320340"/>
              <a:gd name="connsiteX17" fmla="*/ 3088947 w 3123258"/>
              <a:gd name="connsiteY17" fmla="*/ 627040 h 4320340"/>
              <a:gd name="connsiteX18" fmla="*/ 3080710 w 3123258"/>
              <a:gd name="connsiteY18" fmla="*/ 1131440 h 4320340"/>
              <a:gd name="connsiteX19" fmla="*/ 3098331 w 3123258"/>
              <a:gd name="connsiteY19" fmla="*/ 1635121 h 4320340"/>
              <a:gd name="connsiteX20" fmla="*/ 3063374 w 3123258"/>
              <a:gd name="connsiteY20" fmla="*/ 1928872 h 4320340"/>
              <a:gd name="connsiteX21" fmla="*/ 2988698 w 3123258"/>
              <a:gd name="connsiteY21" fmla="*/ 2209384 h 4320340"/>
              <a:gd name="connsiteX22" fmla="*/ 2815550 w 3123258"/>
              <a:gd name="connsiteY22" fmla="*/ 2660611 h 4320340"/>
              <a:gd name="connsiteX23" fmla="*/ 2290305 w 3123258"/>
              <a:gd name="connsiteY23" fmla="*/ 3120149 h 4320340"/>
              <a:gd name="connsiteX24" fmla="*/ 2095989 w 3123258"/>
              <a:gd name="connsiteY24" fmla="*/ 3557791 h 4320340"/>
              <a:gd name="connsiteX25" fmla="*/ 2083790 w 3123258"/>
              <a:gd name="connsiteY25" fmla="*/ 4300037 h 4320340"/>
              <a:gd name="connsiteX26" fmla="*/ 1642727 w 3123258"/>
              <a:gd name="connsiteY26" fmla="*/ 4081529 h 4320340"/>
              <a:gd name="connsiteX27" fmla="*/ 1299146 w 3123258"/>
              <a:gd name="connsiteY27" fmla="*/ 3767347 h 4320340"/>
              <a:gd name="connsiteX28" fmla="*/ 1122751 w 3123258"/>
              <a:gd name="connsiteY28" fmla="*/ 3523643 h 4320340"/>
              <a:gd name="connsiteX29" fmla="*/ 818141 w 3123258"/>
              <a:gd name="connsiteY29" fmla="*/ 3539836 h 4320340"/>
              <a:gd name="connsiteX30" fmla="*/ 470860 w 3123258"/>
              <a:gd name="connsiteY30" fmla="*/ 3520214 h 4320340"/>
              <a:gd name="connsiteX31" fmla="*/ 379705 w 3123258"/>
              <a:gd name="connsiteY31" fmla="*/ 3501736 h 4320340"/>
              <a:gd name="connsiteX32" fmla="*/ 187964 w 3123258"/>
              <a:gd name="connsiteY32" fmla="*/ 3242288 h 4320340"/>
              <a:gd name="connsiteX33" fmla="*/ 108317 w 3123258"/>
              <a:gd name="connsiteY33" fmla="*/ 2979281 h 4320340"/>
              <a:gd name="connsiteX0" fmla="*/ 108317 w 3123258"/>
              <a:gd name="connsiteY0" fmla="*/ 2979281 h 4126060"/>
              <a:gd name="connsiteX1" fmla="*/ 49 w 3123258"/>
              <a:gd name="connsiteY1" fmla="*/ 2800685 h 4126060"/>
              <a:gd name="connsiteX2" fmla="*/ 96260 w 3123258"/>
              <a:gd name="connsiteY2" fmla="*/ 2651425 h 4126060"/>
              <a:gd name="connsiteX3" fmla="*/ 229552 w 3123258"/>
              <a:gd name="connsiteY3" fmla="*/ 2509685 h 4126060"/>
              <a:gd name="connsiteX4" fmla="*/ 425162 w 3123258"/>
              <a:gd name="connsiteY4" fmla="*/ 2475268 h 4126060"/>
              <a:gd name="connsiteX5" fmla="*/ 839696 w 3123258"/>
              <a:gd name="connsiteY5" fmla="*/ 2680507 h 4126060"/>
              <a:gd name="connsiteX6" fmla="*/ 1014804 w 3123258"/>
              <a:gd name="connsiteY6" fmla="*/ 2344730 h 4126060"/>
              <a:gd name="connsiteX7" fmla="*/ 974619 w 3123258"/>
              <a:gd name="connsiteY7" fmla="*/ 1979647 h 4126060"/>
              <a:gd name="connsiteX8" fmla="*/ 1147355 w 3123258"/>
              <a:gd name="connsiteY8" fmla="*/ 1607702 h 4126060"/>
              <a:gd name="connsiteX9" fmla="*/ 1253993 w 3123258"/>
              <a:gd name="connsiteY9" fmla="*/ 1226665 h 4126060"/>
              <a:gd name="connsiteX10" fmla="*/ 1381259 w 3123258"/>
              <a:gd name="connsiteY10" fmla="*/ 933129 h 4126060"/>
              <a:gd name="connsiteX11" fmla="*/ 1682725 w 3123258"/>
              <a:gd name="connsiteY11" fmla="*/ 590800 h 4126060"/>
              <a:gd name="connsiteX12" fmla="*/ 1994955 w 3123258"/>
              <a:gd name="connsiteY12" fmla="*/ 278380 h 4126060"/>
              <a:gd name="connsiteX13" fmla="*/ 2211458 w 3123258"/>
              <a:gd name="connsiteY13" fmla="*/ 169510 h 4126060"/>
              <a:gd name="connsiteX14" fmla="*/ 2697157 w 3123258"/>
              <a:gd name="connsiteY14" fmla="*/ 8531 h 4126060"/>
              <a:gd name="connsiteX15" fmla="*/ 2944215 w 3123258"/>
              <a:gd name="connsiteY15" fmla="*/ 55794 h 4126060"/>
              <a:gd name="connsiteX16" fmla="*/ 3117213 w 3123258"/>
              <a:gd name="connsiteY16" fmla="*/ 337998 h 4126060"/>
              <a:gd name="connsiteX17" fmla="*/ 3088947 w 3123258"/>
              <a:gd name="connsiteY17" fmla="*/ 627040 h 4126060"/>
              <a:gd name="connsiteX18" fmla="*/ 3080710 w 3123258"/>
              <a:gd name="connsiteY18" fmla="*/ 1131440 h 4126060"/>
              <a:gd name="connsiteX19" fmla="*/ 3098331 w 3123258"/>
              <a:gd name="connsiteY19" fmla="*/ 1635121 h 4126060"/>
              <a:gd name="connsiteX20" fmla="*/ 3063374 w 3123258"/>
              <a:gd name="connsiteY20" fmla="*/ 1928872 h 4126060"/>
              <a:gd name="connsiteX21" fmla="*/ 2988698 w 3123258"/>
              <a:gd name="connsiteY21" fmla="*/ 2209384 h 4126060"/>
              <a:gd name="connsiteX22" fmla="*/ 2815550 w 3123258"/>
              <a:gd name="connsiteY22" fmla="*/ 2660611 h 4126060"/>
              <a:gd name="connsiteX23" fmla="*/ 2290305 w 3123258"/>
              <a:gd name="connsiteY23" fmla="*/ 3120149 h 4126060"/>
              <a:gd name="connsiteX24" fmla="*/ 2095989 w 3123258"/>
              <a:gd name="connsiteY24" fmla="*/ 3557791 h 4126060"/>
              <a:gd name="connsiteX25" fmla="*/ 2030556 w 3123258"/>
              <a:gd name="connsiteY25" fmla="*/ 4067491 h 4126060"/>
              <a:gd name="connsiteX26" fmla="*/ 1642727 w 3123258"/>
              <a:gd name="connsiteY26" fmla="*/ 4081529 h 4126060"/>
              <a:gd name="connsiteX27" fmla="*/ 1299146 w 3123258"/>
              <a:gd name="connsiteY27" fmla="*/ 3767347 h 4126060"/>
              <a:gd name="connsiteX28" fmla="*/ 1122751 w 3123258"/>
              <a:gd name="connsiteY28" fmla="*/ 3523643 h 4126060"/>
              <a:gd name="connsiteX29" fmla="*/ 818141 w 3123258"/>
              <a:gd name="connsiteY29" fmla="*/ 3539836 h 4126060"/>
              <a:gd name="connsiteX30" fmla="*/ 470860 w 3123258"/>
              <a:gd name="connsiteY30" fmla="*/ 3520214 h 4126060"/>
              <a:gd name="connsiteX31" fmla="*/ 379705 w 3123258"/>
              <a:gd name="connsiteY31" fmla="*/ 3501736 h 4126060"/>
              <a:gd name="connsiteX32" fmla="*/ 187964 w 3123258"/>
              <a:gd name="connsiteY32" fmla="*/ 3242288 h 4126060"/>
              <a:gd name="connsiteX33" fmla="*/ 108317 w 3123258"/>
              <a:gd name="connsiteY33" fmla="*/ 2979281 h 4126060"/>
              <a:gd name="connsiteX0" fmla="*/ 108317 w 3123258"/>
              <a:gd name="connsiteY0" fmla="*/ 2979281 h 4137557"/>
              <a:gd name="connsiteX1" fmla="*/ 49 w 3123258"/>
              <a:gd name="connsiteY1" fmla="*/ 2800685 h 4137557"/>
              <a:gd name="connsiteX2" fmla="*/ 96260 w 3123258"/>
              <a:gd name="connsiteY2" fmla="*/ 2651425 h 4137557"/>
              <a:gd name="connsiteX3" fmla="*/ 229552 w 3123258"/>
              <a:gd name="connsiteY3" fmla="*/ 2509685 h 4137557"/>
              <a:gd name="connsiteX4" fmla="*/ 425162 w 3123258"/>
              <a:gd name="connsiteY4" fmla="*/ 2475268 h 4137557"/>
              <a:gd name="connsiteX5" fmla="*/ 839696 w 3123258"/>
              <a:gd name="connsiteY5" fmla="*/ 2680507 h 4137557"/>
              <a:gd name="connsiteX6" fmla="*/ 1014804 w 3123258"/>
              <a:gd name="connsiteY6" fmla="*/ 2344730 h 4137557"/>
              <a:gd name="connsiteX7" fmla="*/ 974619 w 3123258"/>
              <a:gd name="connsiteY7" fmla="*/ 1979647 h 4137557"/>
              <a:gd name="connsiteX8" fmla="*/ 1147355 w 3123258"/>
              <a:gd name="connsiteY8" fmla="*/ 1607702 h 4137557"/>
              <a:gd name="connsiteX9" fmla="*/ 1253993 w 3123258"/>
              <a:gd name="connsiteY9" fmla="*/ 1226665 h 4137557"/>
              <a:gd name="connsiteX10" fmla="*/ 1381259 w 3123258"/>
              <a:gd name="connsiteY10" fmla="*/ 933129 h 4137557"/>
              <a:gd name="connsiteX11" fmla="*/ 1682725 w 3123258"/>
              <a:gd name="connsiteY11" fmla="*/ 590800 h 4137557"/>
              <a:gd name="connsiteX12" fmla="*/ 1994955 w 3123258"/>
              <a:gd name="connsiteY12" fmla="*/ 278380 h 4137557"/>
              <a:gd name="connsiteX13" fmla="*/ 2211458 w 3123258"/>
              <a:gd name="connsiteY13" fmla="*/ 169510 h 4137557"/>
              <a:gd name="connsiteX14" fmla="*/ 2697157 w 3123258"/>
              <a:gd name="connsiteY14" fmla="*/ 8531 h 4137557"/>
              <a:gd name="connsiteX15" fmla="*/ 2944215 w 3123258"/>
              <a:gd name="connsiteY15" fmla="*/ 55794 h 4137557"/>
              <a:gd name="connsiteX16" fmla="*/ 3117213 w 3123258"/>
              <a:gd name="connsiteY16" fmla="*/ 337998 h 4137557"/>
              <a:gd name="connsiteX17" fmla="*/ 3088947 w 3123258"/>
              <a:gd name="connsiteY17" fmla="*/ 627040 h 4137557"/>
              <a:gd name="connsiteX18" fmla="*/ 3080710 w 3123258"/>
              <a:gd name="connsiteY18" fmla="*/ 1131440 h 4137557"/>
              <a:gd name="connsiteX19" fmla="*/ 3098331 w 3123258"/>
              <a:gd name="connsiteY19" fmla="*/ 1635121 h 4137557"/>
              <a:gd name="connsiteX20" fmla="*/ 3063374 w 3123258"/>
              <a:gd name="connsiteY20" fmla="*/ 1928872 h 4137557"/>
              <a:gd name="connsiteX21" fmla="*/ 2988698 w 3123258"/>
              <a:gd name="connsiteY21" fmla="*/ 2209384 h 4137557"/>
              <a:gd name="connsiteX22" fmla="*/ 2815550 w 3123258"/>
              <a:gd name="connsiteY22" fmla="*/ 2660611 h 4137557"/>
              <a:gd name="connsiteX23" fmla="*/ 2290305 w 3123258"/>
              <a:gd name="connsiteY23" fmla="*/ 3120149 h 4137557"/>
              <a:gd name="connsiteX24" fmla="*/ 2095989 w 3123258"/>
              <a:gd name="connsiteY24" fmla="*/ 3557791 h 4137557"/>
              <a:gd name="connsiteX25" fmla="*/ 2030556 w 3123258"/>
              <a:gd name="connsiteY25" fmla="*/ 4067491 h 4137557"/>
              <a:gd name="connsiteX26" fmla="*/ 1642727 w 3123258"/>
              <a:gd name="connsiteY26" fmla="*/ 4081529 h 4137557"/>
              <a:gd name="connsiteX27" fmla="*/ 1393709 w 3123258"/>
              <a:gd name="connsiteY27" fmla="*/ 3586403 h 4137557"/>
              <a:gd name="connsiteX28" fmla="*/ 1122751 w 3123258"/>
              <a:gd name="connsiteY28" fmla="*/ 3523643 h 4137557"/>
              <a:gd name="connsiteX29" fmla="*/ 818141 w 3123258"/>
              <a:gd name="connsiteY29" fmla="*/ 3539836 h 4137557"/>
              <a:gd name="connsiteX30" fmla="*/ 470860 w 3123258"/>
              <a:gd name="connsiteY30" fmla="*/ 3520214 h 4137557"/>
              <a:gd name="connsiteX31" fmla="*/ 379705 w 3123258"/>
              <a:gd name="connsiteY31" fmla="*/ 3501736 h 4137557"/>
              <a:gd name="connsiteX32" fmla="*/ 187964 w 3123258"/>
              <a:gd name="connsiteY32" fmla="*/ 3242288 h 4137557"/>
              <a:gd name="connsiteX33" fmla="*/ 108317 w 3123258"/>
              <a:gd name="connsiteY33" fmla="*/ 2979281 h 4137557"/>
              <a:gd name="connsiteX0" fmla="*/ 108317 w 3123258"/>
              <a:gd name="connsiteY0" fmla="*/ 2979281 h 4080974"/>
              <a:gd name="connsiteX1" fmla="*/ 49 w 3123258"/>
              <a:gd name="connsiteY1" fmla="*/ 2800685 h 4080974"/>
              <a:gd name="connsiteX2" fmla="*/ 96260 w 3123258"/>
              <a:gd name="connsiteY2" fmla="*/ 2651425 h 4080974"/>
              <a:gd name="connsiteX3" fmla="*/ 229552 w 3123258"/>
              <a:gd name="connsiteY3" fmla="*/ 2509685 h 4080974"/>
              <a:gd name="connsiteX4" fmla="*/ 425162 w 3123258"/>
              <a:gd name="connsiteY4" fmla="*/ 2475268 h 4080974"/>
              <a:gd name="connsiteX5" fmla="*/ 839696 w 3123258"/>
              <a:gd name="connsiteY5" fmla="*/ 2680507 h 4080974"/>
              <a:gd name="connsiteX6" fmla="*/ 1014804 w 3123258"/>
              <a:gd name="connsiteY6" fmla="*/ 2344730 h 4080974"/>
              <a:gd name="connsiteX7" fmla="*/ 974619 w 3123258"/>
              <a:gd name="connsiteY7" fmla="*/ 1979647 h 4080974"/>
              <a:gd name="connsiteX8" fmla="*/ 1147355 w 3123258"/>
              <a:gd name="connsiteY8" fmla="*/ 1607702 h 4080974"/>
              <a:gd name="connsiteX9" fmla="*/ 1253993 w 3123258"/>
              <a:gd name="connsiteY9" fmla="*/ 1226665 h 4080974"/>
              <a:gd name="connsiteX10" fmla="*/ 1381259 w 3123258"/>
              <a:gd name="connsiteY10" fmla="*/ 933129 h 4080974"/>
              <a:gd name="connsiteX11" fmla="*/ 1682725 w 3123258"/>
              <a:gd name="connsiteY11" fmla="*/ 590800 h 4080974"/>
              <a:gd name="connsiteX12" fmla="*/ 1994955 w 3123258"/>
              <a:gd name="connsiteY12" fmla="*/ 278380 h 4080974"/>
              <a:gd name="connsiteX13" fmla="*/ 2211458 w 3123258"/>
              <a:gd name="connsiteY13" fmla="*/ 169510 h 4080974"/>
              <a:gd name="connsiteX14" fmla="*/ 2697157 w 3123258"/>
              <a:gd name="connsiteY14" fmla="*/ 8531 h 4080974"/>
              <a:gd name="connsiteX15" fmla="*/ 2944215 w 3123258"/>
              <a:gd name="connsiteY15" fmla="*/ 55794 h 4080974"/>
              <a:gd name="connsiteX16" fmla="*/ 3117213 w 3123258"/>
              <a:gd name="connsiteY16" fmla="*/ 337998 h 4080974"/>
              <a:gd name="connsiteX17" fmla="*/ 3088947 w 3123258"/>
              <a:gd name="connsiteY17" fmla="*/ 627040 h 4080974"/>
              <a:gd name="connsiteX18" fmla="*/ 3080710 w 3123258"/>
              <a:gd name="connsiteY18" fmla="*/ 1131440 h 4080974"/>
              <a:gd name="connsiteX19" fmla="*/ 3098331 w 3123258"/>
              <a:gd name="connsiteY19" fmla="*/ 1635121 h 4080974"/>
              <a:gd name="connsiteX20" fmla="*/ 3063374 w 3123258"/>
              <a:gd name="connsiteY20" fmla="*/ 1928872 h 4080974"/>
              <a:gd name="connsiteX21" fmla="*/ 2988698 w 3123258"/>
              <a:gd name="connsiteY21" fmla="*/ 2209384 h 4080974"/>
              <a:gd name="connsiteX22" fmla="*/ 2815550 w 3123258"/>
              <a:gd name="connsiteY22" fmla="*/ 2660611 h 4080974"/>
              <a:gd name="connsiteX23" fmla="*/ 2290305 w 3123258"/>
              <a:gd name="connsiteY23" fmla="*/ 3120149 h 4080974"/>
              <a:gd name="connsiteX24" fmla="*/ 2095989 w 3123258"/>
              <a:gd name="connsiteY24" fmla="*/ 3557791 h 4080974"/>
              <a:gd name="connsiteX25" fmla="*/ 2030556 w 3123258"/>
              <a:gd name="connsiteY25" fmla="*/ 4067491 h 4080974"/>
              <a:gd name="connsiteX26" fmla="*/ 1653864 w 3123258"/>
              <a:gd name="connsiteY26" fmla="*/ 3903857 h 4080974"/>
              <a:gd name="connsiteX27" fmla="*/ 1393709 w 3123258"/>
              <a:gd name="connsiteY27" fmla="*/ 3586403 h 4080974"/>
              <a:gd name="connsiteX28" fmla="*/ 1122751 w 3123258"/>
              <a:gd name="connsiteY28" fmla="*/ 3523643 h 4080974"/>
              <a:gd name="connsiteX29" fmla="*/ 818141 w 3123258"/>
              <a:gd name="connsiteY29" fmla="*/ 3539836 h 4080974"/>
              <a:gd name="connsiteX30" fmla="*/ 470860 w 3123258"/>
              <a:gd name="connsiteY30" fmla="*/ 3520214 h 4080974"/>
              <a:gd name="connsiteX31" fmla="*/ 379705 w 3123258"/>
              <a:gd name="connsiteY31" fmla="*/ 3501736 h 4080974"/>
              <a:gd name="connsiteX32" fmla="*/ 187964 w 3123258"/>
              <a:gd name="connsiteY32" fmla="*/ 3242288 h 4080974"/>
              <a:gd name="connsiteX33" fmla="*/ 108317 w 3123258"/>
              <a:gd name="connsiteY33" fmla="*/ 2979281 h 4080974"/>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290305 w 3123258"/>
              <a:gd name="connsiteY23" fmla="*/ 3120149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81675"/>
              <a:gd name="connsiteX1" fmla="*/ 49 w 3123258"/>
              <a:gd name="connsiteY1" fmla="*/ 2800685 h 3981675"/>
              <a:gd name="connsiteX2" fmla="*/ 96260 w 3123258"/>
              <a:gd name="connsiteY2" fmla="*/ 2651425 h 3981675"/>
              <a:gd name="connsiteX3" fmla="*/ 229552 w 3123258"/>
              <a:gd name="connsiteY3" fmla="*/ 2509685 h 3981675"/>
              <a:gd name="connsiteX4" fmla="*/ 425162 w 3123258"/>
              <a:gd name="connsiteY4" fmla="*/ 2475268 h 3981675"/>
              <a:gd name="connsiteX5" fmla="*/ 839696 w 3123258"/>
              <a:gd name="connsiteY5" fmla="*/ 2680507 h 3981675"/>
              <a:gd name="connsiteX6" fmla="*/ 1014804 w 3123258"/>
              <a:gd name="connsiteY6" fmla="*/ 2344730 h 3981675"/>
              <a:gd name="connsiteX7" fmla="*/ 974619 w 3123258"/>
              <a:gd name="connsiteY7" fmla="*/ 1979647 h 3981675"/>
              <a:gd name="connsiteX8" fmla="*/ 1147355 w 3123258"/>
              <a:gd name="connsiteY8" fmla="*/ 1607702 h 3981675"/>
              <a:gd name="connsiteX9" fmla="*/ 1253993 w 3123258"/>
              <a:gd name="connsiteY9" fmla="*/ 1226665 h 3981675"/>
              <a:gd name="connsiteX10" fmla="*/ 1381259 w 3123258"/>
              <a:gd name="connsiteY10" fmla="*/ 933129 h 3981675"/>
              <a:gd name="connsiteX11" fmla="*/ 1682725 w 3123258"/>
              <a:gd name="connsiteY11" fmla="*/ 590800 h 3981675"/>
              <a:gd name="connsiteX12" fmla="*/ 1994955 w 3123258"/>
              <a:gd name="connsiteY12" fmla="*/ 278380 h 3981675"/>
              <a:gd name="connsiteX13" fmla="*/ 2211458 w 3123258"/>
              <a:gd name="connsiteY13" fmla="*/ 169510 h 3981675"/>
              <a:gd name="connsiteX14" fmla="*/ 2697157 w 3123258"/>
              <a:gd name="connsiteY14" fmla="*/ 8531 h 3981675"/>
              <a:gd name="connsiteX15" fmla="*/ 2944215 w 3123258"/>
              <a:gd name="connsiteY15" fmla="*/ 55794 h 3981675"/>
              <a:gd name="connsiteX16" fmla="*/ 3117213 w 3123258"/>
              <a:gd name="connsiteY16" fmla="*/ 337998 h 3981675"/>
              <a:gd name="connsiteX17" fmla="*/ 3088947 w 3123258"/>
              <a:gd name="connsiteY17" fmla="*/ 627040 h 3981675"/>
              <a:gd name="connsiteX18" fmla="*/ 3080710 w 3123258"/>
              <a:gd name="connsiteY18" fmla="*/ 1131440 h 3981675"/>
              <a:gd name="connsiteX19" fmla="*/ 3098331 w 3123258"/>
              <a:gd name="connsiteY19" fmla="*/ 1635121 h 3981675"/>
              <a:gd name="connsiteX20" fmla="*/ 3063374 w 3123258"/>
              <a:gd name="connsiteY20" fmla="*/ 1928872 h 3981675"/>
              <a:gd name="connsiteX21" fmla="*/ 2988698 w 3123258"/>
              <a:gd name="connsiteY21" fmla="*/ 2209384 h 3981675"/>
              <a:gd name="connsiteX22" fmla="*/ 2815550 w 3123258"/>
              <a:gd name="connsiteY22" fmla="*/ 2660611 h 3981675"/>
              <a:gd name="connsiteX23" fmla="*/ 2350743 w 3123258"/>
              <a:gd name="connsiteY23" fmla="*/ 3167554 h 3981675"/>
              <a:gd name="connsiteX24" fmla="*/ 2095989 w 3123258"/>
              <a:gd name="connsiteY24" fmla="*/ 3557791 h 3981675"/>
              <a:gd name="connsiteX25" fmla="*/ 1966919 w 3123258"/>
              <a:gd name="connsiteY25" fmla="*/ 3955751 h 3981675"/>
              <a:gd name="connsiteX26" fmla="*/ 1653864 w 3123258"/>
              <a:gd name="connsiteY26" fmla="*/ 3903857 h 3981675"/>
              <a:gd name="connsiteX27" fmla="*/ 1393709 w 3123258"/>
              <a:gd name="connsiteY27" fmla="*/ 3586403 h 3981675"/>
              <a:gd name="connsiteX28" fmla="*/ 1122751 w 3123258"/>
              <a:gd name="connsiteY28" fmla="*/ 3523643 h 3981675"/>
              <a:gd name="connsiteX29" fmla="*/ 818141 w 3123258"/>
              <a:gd name="connsiteY29" fmla="*/ 3539836 h 3981675"/>
              <a:gd name="connsiteX30" fmla="*/ 470860 w 3123258"/>
              <a:gd name="connsiteY30" fmla="*/ 3520214 h 3981675"/>
              <a:gd name="connsiteX31" fmla="*/ 379705 w 3123258"/>
              <a:gd name="connsiteY31" fmla="*/ 3501736 h 3981675"/>
              <a:gd name="connsiteX32" fmla="*/ 187964 w 3123258"/>
              <a:gd name="connsiteY32" fmla="*/ 3242288 h 3981675"/>
              <a:gd name="connsiteX33" fmla="*/ 108317 w 3123258"/>
              <a:gd name="connsiteY33" fmla="*/ 2979281 h 3981675"/>
              <a:gd name="connsiteX0" fmla="*/ 108317 w 3123258"/>
              <a:gd name="connsiteY0" fmla="*/ 2979281 h 3974225"/>
              <a:gd name="connsiteX1" fmla="*/ 49 w 3123258"/>
              <a:gd name="connsiteY1" fmla="*/ 2800685 h 3974225"/>
              <a:gd name="connsiteX2" fmla="*/ 96260 w 3123258"/>
              <a:gd name="connsiteY2" fmla="*/ 2651425 h 3974225"/>
              <a:gd name="connsiteX3" fmla="*/ 229552 w 3123258"/>
              <a:gd name="connsiteY3" fmla="*/ 2509685 h 3974225"/>
              <a:gd name="connsiteX4" fmla="*/ 425162 w 3123258"/>
              <a:gd name="connsiteY4" fmla="*/ 2475268 h 3974225"/>
              <a:gd name="connsiteX5" fmla="*/ 839696 w 3123258"/>
              <a:gd name="connsiteY5" fmla="*/ 2680507 h 3974225"/>
              <a:gd name="connsiteX6" fmla="*/ 1014804 w 3123258"/>
              <a:gd name="connsiteY6" fmla="*/ 2344730 h 3974225"/>
              <a:gd name="connsiteX7" fmla="*/ 974619 w 3123258"/>
              <a:gd name="connsiteY7" fmla="*/ 1979647 h 3974225"/>
              <a:gd name="connsiteX8" fmla="*/ 1147355 w 3123258"/>
              <a:gd name="connsiteY8" fmla="*/ 1607702 h 3974225"/>
              <a:gd name="connsiteX9" fmla="*/ 1253993 w 3123258"/>
              <a:gd name="connsiteY9" fmla="*/ 1226665 h 3974225"/>
              <a:gd name="connsiteX10" fmla="*/ 1381259 w 3123258"/>
              <a:gd name="connsiteY10" fmla="*/ 933129 h 3974225"/>
              <a:gd name="connsiteX11" fmla="*/ 1682725 w 3123258"/>
              <a:gd name="connsiteY11" fmla="*/ 590800 h 3974225"/>
              <a:gd name="connsiteX12" fmla="*/ 1994955 w 3123258"/>
              <a:gd name="connsiteY12" fmla="*/ 278380 h 3974225"/>
              <a:gd name="connsiteX13" fmla="*/ 2211458 w 3123258"/>
              <a:gd name="connsiteY13" fmla="*/ 169510 h 3974225"/>
              <a:gd name="connsiteX14" fmla="*/ 2697157 w 3123258"/>
              <a:gd name="connsiteY14" fmla="*/ 8531 h 3974225"/>
              <a:gd name="connsiteX15" fmla="*/ 2944215 w 3123258"/>
              <a:gd name="connsiteY15" fmla="*/ 55794 h 3974225"/>
              <a:gd name="connsiteX16" fmla="*/ 3117213 w 3123258"/>
              <a:gd name="connsiteY16" fmla="*/ 337998 h 3974225"/>
              <a:gd name="connsiteX17" fmla="*/ 3088947 w 3123258"/>
              <a:gd name="connsiteY17" fmla="*/ 627040 h 3974225"/>
              <a:gd name="connsiteX18" fmla="*/ 3080710 w 3123258"/>
              <a:gd name="connsiteY18" fmla="*/ 1131440 h 3974225"/>
              <a:gd name="connsiteX19" fmla="*/ 3098331 w 3123258"/>
              <a:gd name="connsiteY19" fmla="*/ 1635121 h 3974225"/>
              <a:gd name="connsiteX20" fmla="*/ 3063374 w 3123258"/>
              <a:gd name="connsiteY20" fmla="*/ 1928872 h 3974225"/>
              <a:gd name="connsiteX21" fmla="*/ 2988698 w 3123258"/>
              <a:gd name="connsiteY21" fmla="*/ 2209384 h 3974225"/>
              <a:gd name="connsiteX22" fmla="*/ 2815550 w 3123258"/>
              <a:gd name="connsiteY22" fmla="*/ 2660611 h 3974225"/>
              <a:gd name="connsiteX23" fmla="*/ 2350743 w 3123258"/>
              <a:gd name="connsiteY23" fmla="*/ 3167554 h 3974225"/>
              <a:gd name="connsiteX24" fmla="*/ 2145835 w 3123258"/>
              <a:gd name="connsiteY24" fmla="*/ 3658619 h 3974225"/>
              <a:gd name="connsiteX25" fmla="*/ 1966919 w 3123258"/>
              <a:gd name="connsiteY25" fmla="*/ 3955751 h 3974225"/>
              <a:gd name="connsiteX26" fmla="*/ 1653864 w 3123258"/>
              <a:gd name="connsiteY26" fmla="*/ 3903857 h 3974225"/>
              <a:gd name="connsiteX27" fmla="*/ 1393709 w 3123258"/>
              <a:gd name="connsiteY27" fmla="*/ 3586403 h 3974225"/>
              <a:gd name="connsiteX28" fmla="*/ 1122751 w 3123258"/>
              <a:gd name="connsiteY28" fmla="*/ 3523643 h 3974225"/>
              <a:gd name="connsiteX29" fmla="*/ 818141 w 3123258"/>
              <a:gd name="connsiteY29" fmla="*/ 3539836 h 3974225"/>
              <a:gd name="connsiteX30" fmla="*/ 470860 w 3123258"/>
              <a:gd name="connsiteY30" fmla="*/ 3520214 h 3974225"/>
              <a:gd name="connsiteX31" fmla="*/ 379705 w 3123258"/>
              <a:gd name="connsiteY31" fmla="*/ 3501736 h 3974225"/>
              <a:gd name="connsiteX32" fmla="*/ 187964 w 3123258"/>
              <a:gd name="connsiteY32" fmla="*/ 3242288 h 3974225"/>
              <a:gd name="connsiteX33" fmla="*/ 108317 w 3123258"/>
              <a:gd name="connsiteY33" fmla="*/ 2979281 h 3974225"/>
              <a:gd name="connsiteX0" fmla="*/ 108317 w 3123258"/>
              <a:gd name="connsiteY0" fmla="*/ 2979281 h 4039210"/>
              <a:gd name="connsiteX1" fmla="*/ 49 w 3123258"/>
              <a:gd name="connsiteY1" fmla="*/ 2800685 h 4039210"/>
              <a:gd name="connsiteX2" fmla="*/ 96260 w 3123258"/>
              <a:gd name="connsiteY2" fmla="*/ 2651425 h 4039210"/>
              <a:gd name="connsiteX3" fmla="*/ 229552 w 3123258"/>
              <a:gd name="connsiteY3" fmla="*/ 2509685 h 4039210"/>
              <a:gd name="connsiteX4" fmla="*/ 425162 w 3123258"/>
              <a:gd name="connsiteY4" fmla="*/ 2475268 h 4039210"/>
              <a:gd name="connsiteX5" fmla="*/ 839696 w 3123258"/>
              <a:gd name="connsiteY5" fmla="*/ 2680507 h 4039210"/>
              <a:gd name="connsiteX6" fmla="*/ 1014804 w 3123258"/>
              <a:gd name="connsiteY6" fmla="*/ 2344730 h 4039210"/>
              <a:gd name="connsiteX7" fmla="*/ 974619 w 3123258"/>
              <a:gd name="connsiteY7" fmla="*/ 1979647 h 4039210"/>
              <a:gd name="connsiteX8" fmla="*/ 1147355 w 3123258"/>
              <a:gd name="connsiteY8" fmla="*/ 1607702 h 4039210"/>
              <a:gd name="connsiteX9" fmla="*/ 1253993 w 3123258"/>
              <a:gd name="connsiteY9" fmla="*/ 1226665 h 4039210"/>
              <a:gd name="connsiteX10" fmla="*/ 1381259 w 3123258"/>
              <a:gd name="connsiteY10" fmla="*/ 933129 h 4039210"/>
              <a:gd name="connsiteX11" fmla="*/ 1682725 w 3123258"/>
              <a:gd name="connsiteY11" fmla="*/ 590800 h 4039210"/>
              <a:gd name="connsiteX12" fmla="*/ 1994955 w 3123258"/>
              <a:gd name="connsiteY12" fmla="*/ 278380 h 4039210"/>
              <a:gd name="connsiteX13" fmla="*/ 2211458 w 3123258"/>
              <a:gd name="connsiteY13" fmla="*/ 169510 h 4039210"/>
              <a:gd name="connsiteX14" fmla="*/ 2697157 w 3123258"/>
              <a:gd name="connsiteY14" fmla="*/ 8531 h 4039210"/>
              <a:gd name="connsiteX15" fmla="*/ 2944215 w 3123258"/>
              <a:gd name="connsiteY15" fmla="*/ 55794 h 4039210"/>
              <a:gd name="connsiteX16" fmla="*/ 3117213 w 3123258"/>
              <a:gd name="connsiteY16" fmla="*/ 337998 h 4039210"/>
              <a:gd name="connsiteX17" fmla="*/ 3088947 w 3123258"/>
              <a:gd name="connsiteY17" fmla="*/ 627040 h 4039210"/>
              <a:gd name="connsiteX18" fmla="*/ 3080710 w 3123258"/>
              <a:gd name="connsiteY18" fmla="*/ 1131440 h 4039210"/>
              <a:gd name="connsiteX19" fmla="*/ 3098331 w 3123258"/>
              <a:gd name="connsiteY19" fmla="*/ 1635121 h 4039210"/>
              <a:gd name="connsiteX20" fmla="*/ 3063374 w 3123258"/>
              <a:gd name="connsiteY20" fmla="*/ 1928872 h 4039210"/>
              <a:gd name="connsiteX21" fmla="*/ 2988698 w 3123258"/>
              <a:gd name="connsiteY21" fmla="*/ 2209384 h 4039210"/>
              <a:gd name="connsiteX22" fmla="*/ 2815550 w 3123258"/>
              <a:gd name="connsiteY22" fmla="*/ 2660611 h 4039210"/>
              <a:gd name="connsiteX23" fmla="*/ 2350743 w 3123258"/>
              <a:gd name="connsiteY23" fmla="*/ 3167554 h 4039210"/>
              <a:gd name="connsiteX24" fmla="*/ 2145835 w 3123258"/>
              <a:gd name="connsiteY24" fmla="*/ 3658619 h 4039210"/>
              <a:gd name="connsiteX25" fmla="*/ 2024607 w 3123258"/>
              <a:gd name="connsiteY25" fmla="*/ 4029173 h 4039210"/>
              <a:gd name="connsiteX26" fmla="*/ 1653864 w 3123258"/>
              <a:gd name="connsiteY26" fmla="*/ 3903857 h 4039210"/>
              <a:gd name="connsiteX27" fmla="*/ 1393709 w 3123258"/>
              <a:gd name="connsiteY27" fmla="*/ 3586403 h 4039210"/>
              <a:gd name="connsiteX28" fmla="*/ 1122751 w 3123258"/>
              <a:gd name="connsiteY28" fmla="*/ 3523643 h 4039210"/>
              <a:gd name="connsiteX29" fmla="*/ 818141 w 3123258"/>
              <a:gd name="connsiteY29" fmla="*/ 3539836 h 4039210"/>
              <a:gd name="connsiteX30" fmla="*/ 470860 w 3123258"/>
              <a:gd name="connsiteY30" fmla="*/ 3520214 h 4039210"/>
              <a:gd name="connsiteX31" fmla="*/ 379705 w 3123258"/>
              <a:gd name="connsiteY31" fmla="*/ 3501736 h 4039210"/>
              <a:gd name="connsiteX32" fmla="*/ 187964 w 3123258"/>
              <a:gd name="connsiteY32" fmla="*/ 3242288 h 4039210"/>
              <a:gd name="connsiteX33" fmla="*/ 108317 w 3123258"/>
              <a:gd name="connsiteY33" fmla="*/ 2979281 h 4039210"/>
              <a:gd name="connsiteX0" fmla="*/ 108317 w 3123258"/>
              <a:gd name="connsiteY0" fmla="*/ 2979281 h 4039210"/>
              <a:gd name="connsiteX1" fmla="*/ 49 w 3123258"/>
              <a:gd name="connsiteY1" fmla="*/ 2800685 h 4039210"/>
              <a:gd name="connsiteX2" fmla="*/ 96260 w 3123258"/>
              <a:gd name="connsiteY2" fmla="*/ 2651425 h 4039210"/>
              <a:gd name="connsiteX3" fmla="*/ 229552 w 3123258"/>
              <a:gd name="connsiteY3" fmla="*/ 2509685 h 4039210"/>
              <a:gd name="connsiteX4" fmla="*/ 425162 w 3123258"/>
              <a:gd name="connsiteY4" fmla="*/ 2475268 h 4039210"/>
              <a:gd name="connsiteX5" fmla="*/ 839696 w 3123258"/>
              <a:gd name="connsiteY5" fmla="*/ 2680507 h 4039210"/>
              <a:gd name="connsiteX6" fmla="*/ 1014804 w 3123258"/>
              <a:gd name="connsiteY6" fmla="*/ 2344730 h 4039210"/>
              <a:gd name="connsiteX7" fmla="*/ 974619 w 3123258"/>
              <a:gd name="connsiteY7" fmla="*/ 1979647 h 4039210"/>
              <a:gd name="connsiteX8" fmla="*/ 1147355 w 3123258"/>
              <a:gd name="connsiteY8" fmla="*/ 1607702 h 4039210"/>
              <a:gd name="connsiteX9" fmla="*/ 1253993 w 3123258"/>
              <a:gd name="connsiteY9" fmla="*/ 1226665 h 4039210"/>
              <a:gd name="connsiteX10" fmla="*/ 1381259 w 3123258"/>
              <a:gd name="connsiteY10" fmla="*/ 933129 h 4039210"/>
              <a:gd name="connsiteX11" fmla="*/ 1682725 w 3123258"/>
              <a:gd name="connsiteY11" fmla="*/ 590800 h 4039210"/>
              <a:gd name="connsiteX12" fmla="*/ 1994955 w 3123258"/>
              <a:gd name="connsiteY12" fmla="*/ 278380 h 4039210"/>
              <a:gd name="connsiteX13" fmla="*/ 2211458 w 3123258"/>
              <a:gd name="connsiteY13" fmla="*/ 169510 h 4039210"/>
              <a:gd name="connsiteX14" fmla="*/ 2697157 w 3123258"/>
              <a:gd name="connsiteY14" fmla="*/ 8531 h 4039210"/>
              <a:gd name="connsiteX15" fmla="*/ 2944215 w 3123258"/>
              <a:gd name="connsiteY15" fmla="*/ 55794 h 4039210"/>
              <a:gd name="connsiteX16" fmla="*/ 3117213 w 3123258"/>
              <a:gd name="connsiteY16" fmla="*/ 337998 h 4039210"/>
              <a:gd name="connsiteX17" fmla="*/ 3088947 w 3123258"/>
              <a:gd name="connsiteY17" fmla="*/ 627040 h 4039210"/>
              <a:gd name="connsiteX18" fmla="*/ 3080710 w 3123258"/>
              <a:gd name="connsiteY18" fmla="*/ 1131440 h 4039210"/>
              <a:gd name="connsiteX19" fmla="*/ 3098331 w 3123258"/>
              <a:gd name="connsiteY19" fmla="*/ 1635121 h 4039210"/>
              <a:gd name="connsiteX20" fmla="*/ 3063374 w 3123258"/>
              <a:gd name="connsiteY20" fmla="*/ 1928872 h 4039210"/>
              <a:gd name="connsiteX21" fmla="*/ 2988698 w 3123258"/>
              <a:gd name="connsiteY21" fmla="*/ 2209384 h 4039210"/>
              <a:gd name="connsiteX22" fmla="*/ 2894558 w 3123258"/>
              <a:gd name="connsiteY22" fmla="*/ 2693284 h 4039210"/>
              <a:gd name="connsiteX23" fmla="*/ 2350743 w 3123258"/>
              <a:gd name="connsiteY23" fmla="*/ 3167554 h 4039210"/>
              <a:gd name="connsiteX24" fmla="*/ 2145835 w 3123258"/>
              <a:gd name="connsiteY24" fmla="*/ 3658619 h 4039210"/>
              <a:gd name="connsiteX25" fmla="*/ 2024607 w 3123258"/>
              <a:gd name="connsiteY25" fmla="*/ 4029173 h 4039210"/>
              <a:gd name="connsiteX26" fmla="*/ 1653864 w 3123258"/>
              <a:gd name="connsiteY26" fmla="*/ 3903857 h 4039210"/>
              <a:gd name="connsiteX27" fmla="*/ 1393709 w 3123258"/>
              <a:gd name="connsiteY27" fmla="*/ 3586403 h 4039210"/>
              <a:gd name="connsiteX28" fmla="*/ 1122751 w 3123258"/>
              <a:gd name="connsiteY28" fmla="*/ 3523643 h 4039210"/>
              <a:gd name="connsiteX29" fmla="*/ 818141 w 3123258"/>
              <a:gd name="connsiteY29" fmla="*/ 3539836 h 4039210"/>
              <a:gd name="connsiteX30" fmla="*/ 470860 w 3123258"/>
              <a:gd name="connsiteY30" fmla="*/ 3520214 h 4039210"/>
              <a:gd name="connsiteX31" fmla="*/ 379705 w 3123258"/>
              <a:gd name="connsiteY31" fmla="*/ 3501736 h 4039210"/>
              <a:gd name="connsiteX32" fmla="*/ 187964 w 3123258"/>
              <a:gd name="connsiteY32" fmla="*/ 3242288 h 4039210"/>
              <a:gd name="connsiteX33" fmla="*/ 108317 w 3123258"/>
              <a:gd name="connsiteY33" fmla="*/ 2979281 h 4039210"/>
              <a:gd name="connsiteX0" fmla="*/ 108317 w 3123258"/>
              <a:gd name="connsiteY0" fmla="*/ 2979281 h 4039210"/>
              <a:gd name="connsiteX1" fmla="*/ 49 w 3123258"/>
              <a:gd name="connsiteY1" fmla="*/ 2800685 h 4039210"/>
              <a:gd name="connsiteX2" fmla="*/ 96260 w 3123258"/>
              <a:gd name="connsiteY2" fmla="*/ 2651425 h 4039210"/>
              <a:gd name="connsiteX3" fmla="*/ 229552 w 3123258"/>
              <a:gd name="connsiteY3" fmla="*/ 2509685 h 4039210"/>
              <a:gd name="connsiteX4" fmla="*/ 425162 w 3123258"/>
              <a:gd name="connsiteY4" fmla="*/ 2475268 h 4039210"/>
              <a:gd name="connsiteX5" fmla="*/ 839696 w 3123258"/>
              <a:gd name="connsiteY5" fmla="*/ 2680507 h 4039210"/>
              <a:gd name="connsiteX6" fmla="*/ 1014804 w 3123258"/>
              <a:gd name="connsiteY6" fmla="*/ 2344730 h 4039210"/>
              <a:gd name="connsiteX7" fmla="*/ 974619 w 3123258"/>
              <a:gd name="connsiteY7" fmla="*/ 1979647 h 4039210"/>
              <a:gd name="connsiteX8" fmla="*/ 1147355 w 3123258"/>
              <a:gd name="connsiteY8" fmla="*/ 1607702 h 4039210"/>
              <a:gd name="connsiteX9" fmla="*/ 1253993 w 3123258"/>
              <a:gd name="connsiteY9" fmla="*/ 1226665 h 4039210"/>
              <a:gd name="connsiteX10" fmla="*/ 1381259 w 3123258"/>
              <a:gd name="connsiteY10" fmla="*/ 933129 h 4039210"/>
              <a:gd name="connsiteX11" fmla="*/ 1682725 w 3123258"/>
              <a:gd name="connsiteY11" fmla="*/ 590800 h 4039210"/>
              <a:gd name="connsiteX12" fmla="*/ 1994955 w 3123258"/>
              <a:gd name="connsiteY12" fmla="*/ 278380 h 4039210"/>
              <a:gd name="connsiteX13" fmla="*/ 2211458 w 3123258"/>
              <a:gd name="connsiteY13" fmla="*/ 169510 h 4039210"/>
              <a:gd name="connsiteX14" fmla="*/ 2697157 w 3123258"/>
              <a:gd name="connsiteY14" fmla="*/ 8531 h 4039210"/>
              <a:gd name="connsiteX15" fmla="*/ 2944215 w 3123258"/>
              <a:gd name="connsiteY15" fmla="*/ 55794 h 4039210"/>
              <a:gd name="connsiteX16" fmla="*/ 3117213 w 3123258"/>
              <a:gd name="connsiteY16" fmla="*/ 337998 h 4039210"/>
              <a:gd name="connsiteX17" fmla="*/ 3088947 w 3123258"/>
              <a:gd name="connsiteY17" fmla="*/ 627040 h 4039210"/>
              <a:gd name="connsiteX18" fmla="*/ 3080710 w 3123258"/>
              <a:gd name="connsiteY18" fmla="*/ 1131440 h 4039210"/>
              <a:gd name="connsiteX19" fmla="*/ 3098331 w 3123258"/>
              <a:gd name="connsiteY19" fmla="*/ 1635121 h 4039210"/>
              <a:gd name="connsiteX20" fmla="*/ 3063374 w 3123258"/>
              <a:gd name="connsiteY20" fmla="*/ 1928872 h 4039210"/>
              <a:gd name="connsiteX21" fmla="*/ 2988698 w 3123258"/>
              <a:gd name="connsiteY21" fmla="*/ 2209384 h 4039210"/>
              <a:gd name="connsiteX22" fmla="*/ 2894558 w 3123258"/>
              <a:gd name="connsiteY22" fmla="*/ 2693284 h 4039210"/>
              <a:gd name="connsiteX23" fmla="*/ 2350743 w 3123258"/>
              <a:gd name="connsiteY23" fmla="*/ 3167554 h 4039210"/>
              <a:gd name="connsiteX24" fmla="*/ 2145835 w 3123258"/>
              <a:gd name="connsiteY24" fmla="*/ 3658619 h 4039210"/>
              <a:gd name="connsiteX25" fmla="*/ 2024607 w 3123258"/>
              <a:gd name="connsiteY25" fmla="*/ 4029173 h 4039210"/>
              <a:gd name="connsiteX26" fmla="*/ 1653864 w 3123258"/>
              <a:gd name="connsiteY26" fmla="*/ 3903857 h 4039210"/>
              <a:gd name="connsiteX27" fmla="*/ 1393709 w 3123258"/>
              <a:gd name="connsiteY27" fmla="*/ 3586403 h 4039210"/>
              <a:gd name="connsiteX28" fmla="*/ 1122751 w 3123258"/>
              <a:gd name="connsiteY28" fmla="*/ 3523643 h 4039210"/>
              <a:gd name="connsiteX29" fmla="*/ 818141 w 3123258"/>
              <a:gd name="connsiteY29" fmla="*/ 3539836 h 4039210"/>
              <a:gd name="connsiteX30" fmla="*/ 470860 w 3123258"/>
              <a:gd name="connsiteY30" fmla="*/ 3520214 h 4039210"/>
              <a:gd name="connsiteX31" fmla="*/ 379705 w 3123258"/>
              <a:gd name="connsiteY31" fmla="*/ 3501736 h 4039210"/>
              <a:gd name="connsiteX32" fmla="*/ 108317 w 3123258"/>
              <a:gd name="connsiteY32" fmla="*/ 2979281 h 4039210"/>
              <a:gd name="connsiteX0" fmla="*/ 108317 w 3123258"/>
              <a:gd name="connsiteY0" fmla="*/ 2979281 h 4039210"/>
              <a:gd name="connsiteX1" fmla="*/ 49 w 3123258"/>
              <a:gd name="connsiteY1" fmla="*/ 2800685 h 4039210"/>
              <a:gd name="connsiteX2" fmla="*/ 96260 w 3123258"/>
              <a:gd name="connsiteY2" fmla="*/ 2651425 h 4039210"/>
              <a:gd name="connsiteX3" fmla="*/ 229552 w 3123258"/>
              <a:gd name="connsiteY3" fmla="*/ 2509685 h 4039210"/>
              <a:gd name="connsiteX4" fmla="*/ 425162 w 3123258"/>
              <a:gd name="connsiteY4" fmla="*/ 2475268 h 4039210"/>
              <a:gd name="connsiteX5" fmla="*/ 839696 w 3123258"/>
              <a:gd name="connsiteY5" fmla="*/ 2680507 h 4039210"/>
              <a:gd name="connsiteX6" fmla="*/ 1014804 w 3123258"/>
              <a:gd name="connsiteY6" fmla="*/ 2344730 h 4039210"/>
              <a:gd name="connsiteX7" fmla="*/ 974619 w 3123258"/>
              <a:gd name="connsiteY7" fmla="*/ 1979647 h 4039210"/>
              <a:gd name="connsiteX8" fmla="*/ 1147355 w 3123258"/>
              <a:gd name="connsiteY8" fmla="*/ 1607702 h 4039210"/>
              <a:gd name="connsiteX9" fmla="*/ 1253993 w 3123258"/>
              <a:gd name="connsiteY9" fmla="*/ 1226665 h 4039210"/>
              <a:gd name="connsiteX10" fmla="*/ 1381259 w 3123258"/>
              <a:gd name="connsiteY10" fmla="*/ 933129 h 4039210"/>
              <a:gd name="connsiteX11" fmla="*/ 1682725 w 3123258"/>
              <a:gd name="connsiteY11" fmla="*/ 590800 h 4039210"/>
              <a:gd name="connsiteX12" fmla="*/ 1994955 w 3123258"/>
              <a:gd name="connsiteY12" fmla="*/ 278380 h 4039210"/>
              <a:gd name="connsiteX13" fmla="*/ 2211458 w 3123258"/>
              <a:gd name="connsiteY13" fmla="*/ 169510 h 4039210"/>
              <a:gd name="connsiteX14" fmla="*/ 2697157 w 3123258"/>
              <a:gd name="connsiteY14" fmla="*/ 8531 h 4039210"/>
              <a:gd name="connsiteX15" fmla="*/ 2944215 w 3123258"/>
              <a:gd name="connsiteY15" fmla="*/ 55794 h 4039210"/>
              <a:gd name="connsiteX16" fmla="*/ 3117213 w 3123258"/>
              <a:gd name="connsiteY16" fmla="*/ 337998 h 4039210"/>
              <a:gd name="connsiteX17" fmla="*/ 3088947 w 3123258"/>
              <a:gd name="connsiteY17" fmla="*/ 627040 h 4039210"/>
              <a:gd name="connsiteX18" fmla="*/ 3080710 w 3123258"/>
              <a:gd name="connsiteY18" fmla="*/ 1131440 h 4039210"/>
              <a:gd name="connsiteX19" fmla="*/ 3098331 w 3123258"/>
              <a:gd name="connsiteY19" fmla="*/ 1635121 h 4039210"/>
              <a:gd name="connsiteX20" fmla="*/ 3063374 w 3123258"/>
              <a:gd name="connsiteY20" fmla="*/ 1928872 h 4039210"/>
              <a:gd name="connsiteX21" fmla="*/ 2988698 w 3123258"/>
              <a:gd name="connsiteY21" fmla="*/ 2209384 h 4039210"/>
              <a:gd name="connsiteX22" fmla="*/ 2894558 w 3123258"/>
              <a:gd name="connsiteY22" fmla="*/ 2693284 h 4039210"/>
              <a:gd name="connsiteX23" fmla="*/ 2350743 w 3123258"/>
              <a:gd name="connsiteY23" fmla="*/ 3167554 h 4039210"/>
              <a:gd name="connsiteX24" fmla="*/ 2145835 w 3123258"/>
              <a:gd name="connsiteY24" fmla="*/ 3658619 h 4039210"/>
              <a:gd name="connsiteX25" fmla="*/ 2024607 w 3123258"/>
              <a:gd name="connsiteY25" fmla="*/ 4029173 h 4039210"/>
              <a:gd name="connsiteX26" fmla="*/ 1653864 w 3123258"/>
              <a:gd name="connsiteY26" fmla="*/ 3903857 h 4039210"/>
              <a:gd name="connsiteX27" fmla="*/ 1393709 w 3123258"/>
              <a:gd name="connsiteY27" fmla="*/ 3586403 h 4039210"/>
              <a:gd name="connsiteX28" fmla="*/ 1122751 w 3123258"/>
              <a:gd name="connsiteY28" fmla="*/ 3523643 h 4039210"/>
              <a:gd name="connsiteX29" fmla="*/ 818141 w 3123258"/>
              <a:gd name="connsiteY29" fmla="*/ 3539836 h 4039210"/>
              <a:gd name="connsiteX30" fmla="*/ 470860 w 3123258"/>
              <a:gd name="connsiteY30" fmla="*/ 3520214 h 4039210"/>
              <a:gd name="connsiteX31" fmla="*/ 305937 w 3123258"/>
              <a:gd name="connsiteY31" fmla="*/ 3430476 h 4039210"/>
              <a:gd name="connsiteX32" fmla="*/ 108317 w 3123258"/>
              <a:gd name="connsiteY32" fmla="*/ 2979281 h 4039210"/>
              <a:gd name="connsiteX0" fmla="*/ 132839 w 3123607"/>
              <a:gd name="connsiteY0" fmla="*/ 3039560 h 4039210"/>
              <a:gd name="connsiteX1" fmla="*/ 398 w 3123607"/>
              <a:gd name="connsiteY1" fmla="*/ 2800685 h 4039210"/>
              <a:gd name="connsiteX2" fmla="*/ 96609 w 3123607"/>
              <a:gd name="connsiteY2" fmla="*/ 2651425 h 4039210"/>
              <a:gd name="connsiteX3" fmla="*/ 229901 w 3123607"/>
              <a:gd name="connsiteY3" fmla="*/ 2509685 h 4039210"/>
              <a:gd name="connsiteX4" fmla="*/ 425511 w 3123607"/>
              <a:gd name="connsiteY4" fmla="*/ 2475268 h 4039210"/>
              <a:gd name="connsiteX5" fmla="*/ 840045 w 3123607"/>
              <a:gd name="connsiteY5" fmla="*/ 2680507 h 4039210"/>
              <a:gd name="connsiteX6" fmla="*/ 1015153 w 3123607"/>
              <a:gd name="connsiteY6" fmla="*/ 2344730 h 4039210"/>
              <a:gd name="connsiteX7" fmla="*/ 974968 w 3123607"/>
              <a:gd name="connsiteY7" fmla="*/ 1979647 h 4039210"/>
              <a:gd name="connsiteX8" fmla="*/ 1147704 w 3123607"/>
              <a:gd name="connsiteY8" fmla="*/ 1607702 h 4039210"/>
              <a:gd name="connsiteX9" fmla="*/ 1254342 w 3123607"/>
              <a:gd name="connsiteY9" fmla="*/ 1226665 h 4039210"/>
              <a:gd name="connsiteX10" fmla="*/ 1381608 w 3123607"/>
              <a:gd name="connsiteY10" fmla="*/ 933129 h 4039210"/>
              <a:gd name="connsiteX11" fmla="*/ 1683074 w 3123607"/>
              <a:gd name="connsiteY11" fmla="*/ 590800 h 4039210"/>
              <a:gd name="connsiteX12" fmla="*/ 1995304 w 3123607"/>
              <a:gd name="connsiteY12" fmla="*/ 278380 h 4039210"/>
              <a:gd name="connsiteX13" fmla="*/ 2211807 w 3123607"/>
              <a:gd name="connsiteY13" fmla="*/ 169510 h 4039210"/>
              <a:gd name="connsiteX14" fmla="*/ 2697506 w 3123607"/>
              <a:gd name="connsiteY14" fmla="*/ 8531 h 4039210"/>
              <a:gd name="connsiteX15" fmla="*/ 2944564 w 3123607"/>
              <a:gd name="connsiteY15" fmla="*/ 55794 h 4039210"/>
              <a:gd name="connsiteX16" fmla="*/ 3117562 w 3123607"/>
              <a:gd name="connsiteY16" fmla="*/ 337998 h 4039210"/>
              <a:gd name="connsiteX17" fmla="*/ 3089296 w 3123607"/>
              <a:gd name="connsiteY17" fmla="*/ 627040 h 4039210"/>
              <a:gd name="connsiteX18" fmla="*/ 3081059 w 3123607"/>
              <a:gd name="connsiteY18" fmla="*/ 1131440 h 4039210"/>
              <a:gd name="connsiteX19" fmla="*/ 3098680 w 3123607"/>
              <a:gd name="connsiteY19" fmla="*/ 1635121 h 4039210"/>
              <a:gd name="connsiteX20" fmla="*/ 3063723 w 3123607"/>
              <a:gd name="connsiteY20" fmla="*/ 1928872 h 4039210"/>
              <a:gd name="connsiteX21" fmla="*/ 2989047 w 3123607"/>
              <a:gd name="connsiteY21" fmla="*/ 2209384 h 4039210"/>
              <a:gd name="connsiteX22" fmla="*/ 2894907 w 3123607"/>
              <a:gd name="connsiteY22" fmla="*/ 2693284 h 4039210"/>
              <a:gd name="connsiteX23" fmla="*/ 2351092 w 3123607"/>
              <a:gd name="connsiteY23" fmla="*/ 3167554 h 4039210"/>
              <a:gd name="connsiteX24" fmla="*/ 2146184 w 3123607"/>
              <a:gd name="connsiteY24" fmla="*/ 3658619 h 4039210"/>
              <a:gd name="connsiteX25" fmla="*/ 2024956 w 3123607"/>
              <a:gd name="connsiteY25" fmla="*/ 4029173 h 4039210"/>
              <a:gd name="connsiteX26" fmla="*/ 1654213 w 3123607"/>
              <a:gd name="connsiteY26" fmla="*/ 3903857 h 4039210"/>
              <a:gd name="connsiteX27" fmla="*/ 1394058 w 3123607"/>
              <a:gd name="connsiteY27" fmla="*/ 3586403 h 4039210"/>
              <a:gd name="connsiteX28" fmla="*/ 1123100 w 3123607"/>
              <a:gd name="connsiteY28" fmla="*/ 3523643 h 4039210"/>
              <a:gd name="connsiteX29" fmla="*/ 818490 w 3123607"/>
              <a:gd name="connsiteY29" fmla="*/ 3539836 h 4039210"/>
              <a:gd name="connsiteX30" fmla="*/ 471209 w 3123607"/>
              <a:gd name="connsiteY30" fmla="*/ 3520214 h 4039210"/>
              <a:gd name="connsiteX31" fmla="*/ 306286 w 3123607"/>
              <a:gd name="connsiteY31" fmla="*/ 3430476 h 4039210"/>
              <a:gd name="connsiteX32" fmla="*/ 132839 w 3123607"/>
              <a:gd name="connsiteY32" fmla="*/ 3039560 h 4039210"/>
              <a:gd name="connsiteX0" fmla="*/ 132839 w 3123607"/>
              <a:gd name="connsiteY0" fmla="*/ 3048069 h 4047719"/>
              <a:gd name="connsiteX1" fmla="*/ 398 w 3123607"/>
              <a:gd name="connsiteY1" fmla="*/ 2809194 h 4047719"/>
              <a:gd name="connsiteX2" fmla="*/ 96609 w 3123607"/>
              <a:gd name="connsiteY2" fmla="*/ 2659934 h 4047719"/>
              <a:gd name="connsiteX3" fmla="*/ 229901 w 3123607"/>
              <a:gd name="connsiteY3" fmla="*/ 2518194 h 4047719"/>
              <a:gd name="connsiteX4" fmla="*/ 425511 w 3123607"/>
              <a:gd name="connsiteY4" fmla="*/ 2483777 h 4047719"/>
              <a:gd name="connsiteX5" fmla="*/ 840045 w 3123607"/>
              <a:gd name="connsiteY5" fmla="*/ 2689016 h 4047719"/>
              <a:gd name="connsiteX6" fmla="*/ 1015153 w 3123607"/>
              <a:gd name="connsiteY6" fmla="*/ 2353239 h 4047719"/>
              <a:gd name="connsiteX7" fmla="*/ 974968 w 3123607"/>
              <a:gd name="connsiteY7" fmla="*/ 1988156 h 4047719"/>
              <a:gd name="connsiteX8" fmla="*/ 1147704 w 3123607"/>
              <a:gd name="connsiteY8" fmla="*/ 1616211 h 4047719"/>
              <a:gd name="connsiteX9" fmla="*/ 1254342 w 3123607"/>
              <a:gd name="connsiteY9" fmla="*/ 1235174 h 4047719"/>
              <a:gd name="connsiteX10" fmla="*/ 1381608 w 3123607"/>
              <a:gd name="connsiteY10" fmla="*/ 941638 h 4047719"/>
              <a:gd name="connsiteX11" fmla="*/ 1683074 w 3123607"/>
              <a:gd name="connsiteY11" fmla="*/ 599309 h 4047719"/>
              <a:gd name="connsiteX12" fmla="*/ 1995304 w 3123607"/>
              <a:gd name="connsiteY12" fmla="*/ 286889 h 4047719"/>
              <a:gd name="connsiteX13" fmla="*/ 2276102 w 3123607"/>
              <a:gd name="connsiteY13" fmla="*/ 23731 h 4047719"/>
              <a:gd name="connsiteX14" fmla="*/ 2697506 w 3123607"/>
              <a:gd name="connsiteY14" fmla="*/ 17040 h 4047719"/>
              <a:gd name="connsiteX15" fmla="*/ 2944564 w 3123607"/>
              <a:gd name="connsiteY15" fmla="*/ 64303 h 4047719"/>
              <a:gd name="connsiteX16" fmla="*/ 3117562 w 3123607"/>
              <a:gd name="connsiteY16" fmla="*/ 346507 h 4047719"/>
              <a:gd name="connsiteX17" fmla="*/ 3089296 w 3123607"/>
              <a:gd name="connsiteY17" fmla="*/ 635549 h 4047719"/>
              <a:gd name="connsiteX18" fmla="*/ 3081059 w 3123607"/>
              <a:gd name="connsiteY18" fmla="*/ 1139949 h 4047719"/>
              <a:gd name="connsiteX19" fmla="*/ 3098680 w 3123607"/>
              <a:gd name="connsiteY19" fmla="*/ 1643630 h 4047719"/>
              <a:gd name="connsiteX20" fmla="*/ 3063723 w 3123607"/>
              <a:gd name="connsiteY20" fmla="*/ 1937381 h 4047719"/>
              <a:gd name="connsiteX21" fmla="*/ 2989047 w 3123607"/>
              <a:gd name="connsiteY21" fmla="*/ 2217893 h 4047719"/>
              <a:gd name="connsiteX22" fmla="*/ 2894907 w 3123607"/>
              <a:gd name="connsiteY22" fmla="*/ 2701793 h 4047719"/>
              <a:gd name="connsiteX23" fmla="*/ 2351092 w 3123607"/>
              <a:gd name="connsiteY23" fmla="*/ 3176063 h 4047719"/>
              <a:gd name="connsiteX24" fmla="*/ 2146184 w 3123607"/>
              <a:gd name="connsiteY24" fmla="*/ 3667128 h 4047719"/>
              <a:gd name="connsiteX25" fmla="*/ 2024956 w 3123607"/>
              <a:gd name="connsiteY25" fmla="*/ 4037682 h 4047719"/>
              <a:gd name="connsiteX26" fmla="*/ 1654213 w 3123607"/>
              <a:gd name="connsiteY26" fmla="*/ 3912366 h 4047719"/>
              <a:gd name="connsiteX27" fmla="*/ 1394058 w 3123607"/>
              <a:gd name="connsiteY27" fmla="*/ 3594912 h 4047719"/>
              <a:gd name="connsiteX28" fmla="*/ 1123100 w 3123607"/>
              <a:gd name="connsiteY28" fmla="*/ 3532152 h 4047719"/>
              <a:gd name="connsiteX29" fmla="*/ 818490 w 3123607"/>
              <a:gd name="connsiteY29" fmla="*/ 3548345 h 4047719"/>
              <a:gd name="connsiteX30" fmla="*/ 471209 w 3123607"/>
              <a:gd name="connsiteY30" fmla="*/ 3528723 h 4047719"/>
              <a:gd name="connsiteX31" fmla="*/ 306286 w 3123607"/>
              <a:gd name="connsiteY31" fmla="*/ 3438985 h 4047719"/>
              <a:gd name="connsiteX32" fmla="*/ 132839 w 3123607"/>
              <a:gd name="connsiteY32" fmla="*/ 3048069 h 4047719"/>
              <a:gd name="connsiteX0" fmla="*/ 132839 w 3123607"/>
              <a:gd name="connsiteY0" fmla="*/ 3048069 h 4047719"/>
              <a:gd name="connsiteX1" fmla="*/ 398 w 3123607"/>
              <a:gd name="connsiteY1" fmla="*/ 2809194 h 4047719"/>
              <a:gd name="connsiteX2" fmla="*/ 96609 w 3123607"/>
              <a:gd name="connsiteY2" fmla="*/ 2659934 h 4047719"/>
              <a:gd name="connsiteX3" fmla="*/ 229901 w 3123607"/>
              <a:gd name="connsiteY3" fmla="*/ 2518194 h 4047719"/>
              <a:gd name="connsiteX4" fmla="*/ 425511 w 3123607"/>
              <a:gd name="connsiteY4" fmla="*/ 2483777 h 4047719"/>
              <a:gd name="connsiteX5" fmla="*/ 840045 w 3123607"/>
              <a:gd name="connsiteY5" fmla="*/ 2689016 h 4047719"/>
              <a:gd name="connsiteX6" fmla="*/ 1015153 w 3123607"/>
              <a:gd name="connsiteY6" fmla="*/ 2353239 h 4047719"/>
              <a:gd name="connsiteX7" fmla="*/ 974968 w 3123607"/>
              <a:gd name="connsiteY7" fmla="*/ 1988156 h 4047719"/>
              <a:gd name="connsiteX8" fmla="*/ 1147704 w 3123607"/>
              <a:gd name="connsiteY8" fmla="*/ 1616211 h 4047719"/>
              <a:gd name="connsiteX9" fmla="*/ 1254342 w 3123607"/>
              <a:gd name="connsiteY9" fmla="*/ 1235174 h 4047719"/>
              <a:gd name="connsiteX10" fmla="*/ 1381608 w 3123607"/>
              <a:gd name="connsiteY10" fmla="*/ 941638 h 4047719"/>
              <a:gd name="connsiteX11" fmla="*/ 1683074 w 3123607"/>
              <a:gd name="connsiteY11" fmla="*/ 599309 h 4047719"/>
              <a:gd name="connsiteX12" fmla="*/ 1995304 w 3123607"/>
              <a:gd name="connsiteY12" fmla="*/ 286889 h 4047719"/>
              <a:gd name="connsiteX13" fmla="*/ 2276102 w 3123607"/>
              <a:gd name="connsiteY13" fmla="*/ 23731 h 4047719"/>
              <a:gd name="connsiteX14" fmla="*/ 2697506 w 3123607"/>
              <a:gd name="connsiteY14" fmla="*/ 17040 h 4047719"/>
              <a:gd name="connsiteX15" fmla="*/ 2944564 w 3123607"/>
              <a:gd name="connsiteY15" fmla="*/ 64303 h 4047719"/>
              <a:gd name="connsiteX16" fmla="*/ 3117562 w 3123607"/>
              <a:gd name="connsiteY16" fmla="*/ 346507 h 4047719"/>
              <a:gd name="connsiteX17" fmla="*/ 3089296 w 3123607"/>
              <a:gd name="connsiteY17" fmla="*/ 635549 h 4047719"/>
              <a:gd name="connsiteX18" fmla="*/ 3081059 w 3123607"/>
              <a:gd name="connsiteY18" fmla="*/ 1139949 h 4047719"/>
              <a:gd name="connsiteX19" fmla="*/ 3121140 w 3123607"/>
              <a:gd name="connsiteY19" fmla="*/ 1572848 h 4047719"/>
              <a:gd name="connsiteX20" fmla="*/ 3063723 w 3123607"/>
              <a:gd name="connsiteY20" fmla="*/ 1937381 h 4047719"/>
              <a:gd name="connsiteX21" fmla="*/ 2989047 w 3123607"/>
              <a:gd name="connsiteY21" fmla="*/ 2217893 h 4047719"/>
              <a:gd name="connsiteX22" fmla="*/ 2894907 w 3123607"/>
              <a:gd name="connsiteY22" fmla="*/ 2701793 h 4047719"/>
              <a:gd name="connsiteX23" fmla="*/ 2351092 w 3123607"/>
              <a:gd name="connsiteY23" fmla="*/ 3176063 h 4047719"/>
              <a:gd name="connsiteX24" fmla="*/ 2146184 w 3123607"/>
              <a:gd name="connsiteY24" fmla="*/ 3667128 h 4047719"/>
              <a:gd name="connsiteX25" fmla="*/ 2024956 w 3123607"/>
              <a:gd name="connsiteY25" fmla="*/ 4037682 h 4047719"/>
              <a:gd name="connsiteX26" fmla="*/ 1654213 w 3123607"/>
              <a:gd name="connsiteY26" fmla="*/ 3912366 h 4047719"/>
              <a:gd name="connsiteX27" fmla="*/ 1394058 w 3123607"/>
              <a:gd name="connsiteY27" fmla="*/ 3594912 h 4047719"/>
              <a:gd name="connsiteX28" fmla="*/ 1123100 w 3123607"/>
              <a:gd name="connsiteY28" fmla="*/ 3532152 h 4047719"/>
              <a:gd name="connsiteX29" fmla="*/ 818490 w 3123607"/>
              <a:gd name="connsiteY29" fmla="*/ 3548345 h 4047719"/>
              <a:gd name="connsiteX30" fmla="*/ 471209 w 3123607"/>
              <a:gd name="connsiteY30" fmla="*/ 3528723 h 4047719"/>
              <a:gd name="connsiteX31" fmla="*/ 306286 w 3123607"/>
              <a:gd name="connsiteY31" fmla="*/ 3438985 h 4047719"/>
              <a:gd name="connsiteX32" fmla="*/ 132839 w 3123607"/>
              <a:gd name="connsiteY32" fmla="*/ 3048069 h 404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3607" h="4047719">
                <a:moveTo>
                  <a:pt x="132839" y="3048069"/>
                </a:moveTo>
                <a:cubicBezTo>
                  <a:pt x="69563" y="2931227"/>
                  <a:pt x="6436" y="2873883"/>
                  <a:pt x="398" y="2809194"/>
                </a:cubicBezTo>
                <a:cubicBezTo>
                  <a:pt x="-5640" y="2744505"/>
                  <a:pt x="58359" y="2708434"/>
                  <a:pt x="96609" y="2659934"/>
                </a:cubicBezTo>
                <a:cubicBezTo>
                  <a:pt x="134859" y="2611434"/>
                  <a:pt x="175084" y="2547553"/>
                  <a:pt x="229901" y="2518194"/>
                </a:cubicBezTo>
                <a:cubicBezTo>
                  <a:pt x="284718" y="2488835"/>
                  <a:pt x="323820" y="2455307"/>
                  <a:pt x="425511" y="2483777"/>
                </a:cubicBezTo>
                <a:cubicBezTo>
                  <a:pt x="527202" y="2512247"/>
                  <a:pt x="741771" y="2710772"/>
                  <a:pt x="840045" y="2689016"/>
                </a:cubicBezTo>
                <a:cubicBezTo>
                  <a:pt x="938319" y="2667260"/>
                  <a:pt x="992666" y="2470049"/>
                  <a:pt x="1015153" y="2353239"/>
                </a:cubicBezTo>
                <a:cubicBezTo>
                  <a:pt x="1037640" y="2236429"/>
                  <a:pt x="956966" y="2104933"/>
                  <a:pt x="974968" y="1988156"/>
                </a:cubicBezTo>
                <a:cubicBezTo>
                  <a:pt x="987350" y="1908051"/>
                  <a:pt x="1101142" y="1741708"/>
                  <a:pt x="1147704" y="1616211"/>
                </a:cubicBezTo>
                <a:cubicBezTo>
                  <a:pt x="1194266" y="1490714"/>
                  <a:pt x="1215358" y="1347603"/>
                  <a:pt x="1254342" y="1235174"/>
                </a:cubicBezTo>
                <a:cubicBezTo>
                  <a:pt x="1293326" y="1122745"/>
                  <a:pt x="1310153" y="1047615"/>
                  <a:pt x="1381608" y="941638"/>
                </a:cubicBezTo>
                <a:cubicBezTo>
                  <a:pt x="1453063" y="835661"/>
                  <a:pt x="1582585" y="713419"/>
                  <a:pt x="1683074" y="599309"/>
                </a:cubicBezTo>
                <a:cubicBezTo>
                  <a:pt x="1779944" y="487486"/>
                  <a:pt x="1896466" y="382819"/>
                  <a:pt x="1995304" y="286889"/>
                </a:cubicBezTo>
                <a:cubicBezTo>
                  <a:pt x="2094142" y="190959"/>
                  <a:pt x="2159068" y="68706"/>
                  <a:pt x="2276102" y="23731"/>
                </a:cubicBezTo>
                <a:cubicBezTo>
                  <a:pt x="2393136" y="-21244"/>
                  <a:pt x="2586096" y="10278"/>
                  <a:pt x="2697506" y="17040"/>
                </a:cubicBezTo>
                <a:cubicBezTo>
                  <a:pt x="2808916" y="23802"/>
                  <a:pt x="2874555" y="9392"/>
                  <a:pt x="2944564" y="64303"/>
                </a:cubicBezTo>
                <a:cubicBezTo>
                  <a:pt x="3014573" y="119214"/>
                  <a:pt x="3093440" y="251299"/>
                  <a:pt x="3117562" y="346507"/>
                </a:cubicBezTo>
                <a:cubicBezTo>
                  <a:pt x="3141684" y="441715"/>
                  <a:pt x="3085581" y="552491"/>
                  <a:pt x="3089296" y="635549"/>
                </a:cubicBezTo>
                <a:cubicBezTo>
                  <a:pt x="3095011" y="763089"/>
                  <a:pt x="3080773" y="1012218"/>
                  <a:pt x="3081059" y="1139949"/>
                </a:cubicBezTo>
                <a:cubicBezTo>
                  <a:pt x="3081535" y="1308065"/>
                  <a:pt x="3126950" y="1404827"/>
                  <a:pt x="3121140" y="1572848"/>
                </a:cubicBezTo>
                <a:cubicBezTo>
                  <a:pt x="3117711" y="1671527"/>
                  <a:pt x="3085738" y="1829874"/>
                  <a:pt x="3063723" y="1937381"/>
                </a:cubicBezTo>
                <a:cubicBezTo>
                  <a:pt x="3041708" y="2044888"/>
                  <a:pt x="3017183" y="2090491"/>
                  <a:pt x="2989047" y="2217893"/>
                </a:cubicBezTo>
                <a:cubicBezTo>
                  <a:pt x="2960911" y="2345295"/>
                  <a:pt x="3001233" y="2542098"/>
                  <a:pt x="2894907" y="2701793"/>
                </a:cubicBezTo>
                <a:cubicBezTo>
                  <a:pt x="2788581" y="2861488"/>
                  <a:pt x="2475879" y="3015174"/>
                  <a:pt x="2351092" y="3176063"/>
                </a:cubicBezTo>
                <a:cubicBezTo>
                  <a:pt x="2226305" y="3336952"/>
                  <a:pt x="2200540" y="3523525"/>
                  <a:pt x="2146184" y="3667128"/>
                </a:cubicBezTo>
                <a:cubicBezTo>
                  <a:pt x="2091828" y="3810731"/>
                  <a:pt x="2106951" y="3996809"/>
                  <a:pt x="2024956" y="4037682"/>
                </a:cubicBezTo>
                <a:cubicBezTo>
                  <a:pt x="1942961" y="4078555"/>
                  <a:pt x="1759363" y="3986161"/>
                  <a:pt x="1654213" y="3912366"/>
                </a:cubicBezTo>
                <a:cubicBezTo>
                  <a:pt x="1549063" y="3838571"/>
                  <a:pt x="1482577" y="3658281"/>
                  <a:pt x="1394058" y="3594912"/>
                </a:cubicBezTo>
                <a:cubicBezTo>
                  <a:pt x="1305539" y="3531543"/>
                  <a:pt x="1219028" y="3539913"/>
                  <a:pt x="1123100" y="3532152"/>
                </a:cubicBezTo>
                <a:cubicBezTo>
                  <a:pt x="1027172" y="3524391"/>
                  <a:pt x="920122" y="3546249"/>
                  <a:pt x="818490" y="3548345"/>
                </a:cubicBezTo>
                <a:cubicBezTo>
                  <a:pt x="702380" y="3550631"/>
                  <a:pt x="556576" y="3546950"/>
                  <a:pt x="471209" y="3528723"/>
                </a:cubicBezTo>
                <a:cubicBezTo>
                  <a:pt x="385842" y="3510496"/>
                  <a:pt x="336195" y="3447557"/>
                  <a:pt x="306286" y="3438985"/>
                </a:cubicBezTo>
                <a:cubicBezTo>
                  <a:pt x="245862" y="3348830"/>
                  <a:pt x="196115" y="3164911"/>
                  <a:pt x="132839" y="3048069"/>
                </a:cubicBezTo>
                <a:close/>
              </a:path>
            </a:pathLst>
          </a:custGeom>
          <a:noFill/>
          <a:ln w="6350" cap="rnd">
            <a:solidFill>
              <a:schemeClr val="tx1">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22DD7B18-D6AD-EDD2-6D03-3653EBA3A653}"/>
              </a:ext>
            </a:extLst>
          </p:cNvPr>
          <p:cNvSpPr/>
          <p:nvPr userDrawn="1"/>
        </p:nvSpPr>
        <p:spPr>
          <a:xfrm rot="2875594" flipV="1">
            <a:off x="-69747" y="4282496"/>
            <a:ext cx="5844100" cy="2601720"/>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747646"/>
              <a:gd name="connsiteY0" fmla="*/ 122178 h 2549244"/>
              <a:gd name="connsiteX1" fmla="*/ 581177 w 4747646"/>
              <a:gd name="connsiteY1" fmla="*/ 732895 h 2549244"/>
              <a:gd name="connsiteX2" fmla="*/ 821958 w 4747646"/>
              <a:gd name="connsiteY2" fmla="*/ 1154722 h 2549244"/>
              <a:gd name="connsiteX3" fmla="*/ 1097676 w 4747646"/>
              <a:gd name="connsiteY3" fmla="*/ 1092434 h 2549244"/>
              <a:gd name="connsiteX4" fmla="*/ 1207500 w 4747646"/>
              <a:gd name="connsiteY4" fmla="*/ 889112 h 2549244"/>
              <a:gd name="connsiteX5" fmla="*/ 1195627 w 4747646"/>
              <a:gd name="connsiteY5" fmla="*/ 497503 h 2549244"/>
              <a:gd name="connsiteX6" fmla="*/ 1172386 w 4747646"/>
              <a:gd name="connsiteY6" fmla="*/ 362819 h 2549244"/>
              <a:gd name="connsiteX7" fmla="*/ 1172386 w 4747646"/>
              <a:gd name="connsiteY7" fmla="*/ 258044 h 2549244"/>
              <a:gd name="connsiteX8" fmla="*/ 1294160 w 4747646"/>
              <a:gd name="connsiteY8" fmla="*/ 1136 h 2549244"/>
              <a:gd name="connsiteX9" fmla="*/ 1476424 w 4747646"/>
              <a:gd name="connsiteY9" fmla="*/ 174891 h 2549244"/>
              <a:gd name="connsiteX10" fmla="*/ 1586057 w 4747646"/>
              <a:gd name="connsiteY10" fmla="*/ 259663 h 2549244"/>
              <a:gd name="connsiteX11" fmla="*/ 1639206 w 4747646"/>
              <a:gd name="connsiteY11" fmla="*/ 487406 h 2549244"/>
              <a:gd name="connsiteX12" fmla="*/ 1534527 w 4747646"/>
              <a:gd name="connsiteY12" fmla="*/ 818209 h 2549244"/>
              <a:gd name="connsiteX13" fmla="*/ 1502999 w 4747646"/>
              <a:gd name="connsiteY13" fmla="*/ 1044333 h 2549244"/>
              <a:gd name="connsiteX14" fmla="*/ 1602725 w 4747646"/>
              <a:gd name="connsiteY14" fmla="*/ 1297031 h 2549244"/>
              <a:gd name="connsiteX15" fmla="*/ 1531483 w 4747646"/>
              <a:gd name="connsiteY15" fmla="*/ 1773332 h 2549244"/>
              <a:gd name="connsiteX16" fmla="*/ 1895143 w 4747646"/>
              <a:gd name="connsiteY16" fmla="*/ 1863864 h 2549244"/>
              <a:gd name="connsiteX17" fmla="*/ 2065545 w 4747646"/>
              <a:gd name="connsiteY17" fmla="*/ 2161996 h 2549244"/>
              <a:gd name="connsiteX18" fmla="*/ 2225851 w 4747646"/>
              <a:gd name="connsiteY18" fmla="*/ 2353544 h 2549244"/>
              <a:gd name="connsiteX19" fmla="*/ 2383775 w 4747646"/>
              <a:gd name="connsiteY19" fmla="*/ 2444508 h 2549244"/>
              <a:gd name="connsiteX20" fmla="*/ 2623044 w 4747646"/>
              <a:gd name="connsiteY20" fmla="*/ 2473274 h 2549244"/>
              <a:gd name="connsiteX21" fmla="*/ 2850310 w 4747646"/>
              <a:gd name="connsiteY21" fmla="*/ 2473274 h 2549244"/>
              <a:gd name="connsiteX22" fmla="*/ 3148728 w 4747646"/>
              <a:gd name="connsiteY22" fmla="*/ 2448890 h 2549244"/>
              <a:gd name="connsiteX23" fmla="*/ 3276649 w 4747646"/>
              <a:gd name="connsiteY23" fmla="*/ 2448890 h 2549244"/>
              <a:gd name="connsiteX24" fmla="*/ 3532395 w 4747646"/>
              <a:gd name="connsiteY24" fmla="*/ 2498896 h 2549244"/>
              <a:gd name="connsiteX25" fmla="*/ 3866342 w 4747646"/>
              <a:gd name="connsiteY25" fmla="*/ 2549188 h 2549244"/>
              <a:gd name="connsiteX26" fmla="*/ 4173428 w 4747646"/>
              <a:gd name="connsiteY26" fmla="*/ 2487370 h 2549244"/>
              <a:gd name="connsiteX27" fmla="*/ 4747646 w 4747646"/>
              <a:gd name="connsiteY27" fmla="*/ 2393099 h 2549244"/>
              <a:gd name="connsiteX0" fmla="*/ 0 w 4747646"/>
              <a:gd name="connsiteY0" fmla="*/ 122178 h 2549244"/>
              <a:gd name="connsiteX1" fmla="*/ 581177 w 4747646"/>
              <a:gd name="connsiteY1" fmla="*/ 732895 h 2549244"/>
              <a:gd name="connsiteX2" fmla="*/ 821958 w 4747646"/>
              <a:gd name="connsiteY2" fmla="*/ 1154722 h 2549244"/>
              <a:gd name="connsiteX3" fmla="*/ 1097676 w 4747646"/>
              <a:gd name="connsiteY3" fmla="*/ 1092434 h 2549244"/>
              <a:gd name="connsiteX4" fmla="*/ 1207500 w 4747646"/>
              <a:gd name="connsiteY4" fmla="*/ 889112 h 2549244"/>
              <a:gd name="connsiteX5" fmla="*/ 1195627 w 4747646"/>
              <a:gd name="connsiteY5" fmla="*/ 497503 h 2549244"/>
              <a:gd name="connsiteX6" fmla="*/ 1172386 w 4747646"/>
              <a:gd name="connsiteY6" fmla="*/ 362819 h 2549244"/>
              <a:gd name="connsiteX7" fmla="*/ 1172386 w 4747646"/>
              <a:gd name="connsiteY7" fmla="*/ 258044 h 2549244"/>
              <a:gd name="connsiteX8" fmla="*/ 1294160 w 4747646"/>
              <a:gd name="connsiteY8" fmla="*/ 1136 h 2549244"/>
              <a:gd name="connsiteX9" fmla="*/ 1476424 w 4747646"/>
              <a:gd name="connsiteY9" fmla="*/ 174891 h 2549244"/>
              <a:gd name="connsiteX10" fmla="*/ 1586057 w 4747646"/>
              <a:gd name="connsiteY10" fmla="*/ 259663 h 2549244"/>
              <a:gd name="connsiteX11" fmla="*/ 1639206 w 4747646"/>
              <a:gd name="connsiteY11" fmla="*/ 487406 h 2549244"/>
              <a:gd name="connsiteX12" fmla="*/ 1534527 w 4747646"/>
              <a:gd name="connsiteY12" fmla="*/ 818209 h 2549244"/>
              <a:gd name="connsiteX13" fmla="*/ 1502999 w 4747646"/>
              <a:gd name="connsiteY13" fmla="*/ 1044333 h 2549244"/>
              <a:gd name="connsiteX14" fmla="*/ 1380979 w 4747646"/>
              <a:gd name="connsiteY14" fmla="*/ 1367724 h 2549244"/>
              <a:gd name="connsiteX15" fmla="*/ 1531483 w 4747646"/>
              <a:gd name="connsiteY15" fmla="*/ 1773332 h 2549244"/>
              <a:gd name="connsiteX16" fmla="*/ 1895143 w 4747646"/>
              <a:gd name="connsiteY16" fmla="*/ 1863864 h 2549244"/>
              <a:gd name="connsiteX17" fmla="*/ 2065545 w 4747646"/>
              <a:gd name="connsiteY17" fmla="*/ 2161996 h 2549244"/>
              <a:gd name="connsiteX18" fmla="*/ 2225851 w 4747646"/>
              <a:gd name="connsiteY18" fmla="*/ 2353544 h 2549244"/>
              <a:gd name="connsiteX19" fmla="*/ 2383775 w 4747646"/>
              <a:gd name="connsiteY19" fmla="*/ 2444508 h 2549244"/>
              <a:gd name="connsiteX20" fmla="*/ 2623044 w 4747646"/>
              <a:gd name="connsiteY20" fmla="*/ 2473274 h 2549244"/>
              <a:gd name="connsiteX21" fmla="*/ 2850310 w 4747646"/>
              <a:gd name="connsiteY21" fmla="*/ 2473274 h 2549244"/>
              <a:gd name="connsiteX22" fmla="*/ 3148728 w 4747646"/>
              <a:gd name="connsiteY22" fmla="*/ 2448890 h 2549244"/>
              <a:gd name="connsiteX23" fmla="*/ 3276649 w 4747646"/>
              <a:gd name="connsiteY23" fmla="*/ 2448890 h 2549244"/>
              <a:gd name="connsiteX24" fmla="*/ 3532395 w 4747646"/>
              <a:gd name="connsiteY24" fmla="*/ 2498896 h 2549244"/>
              <a:gd name="connsiteX25" fmla="*/ 3866342 w 4747646"/>
              <a:gd name="connsiteY25" fmla="*/ 2549188 h 2549244"/>
              <a:gd name="connsiteX26" fmla="*/ 4173428 w 4747646"/>
              <a:gd name="connsiteY26" fmla="*/ 2487370 h 2549244"/>
              <a:gd name="connsiteX27" fmla="*/ 4747646 w 4747646"/>
              <a:gd name="connsiteY27" fmla="*/ 2393099 h 2549244"/>
              <a:gd name="connsiteX0" fmla="*/ 0 w 5054953"/>
              <a:gd name="connsiteY0" fmla="*/ 122178 h 2819325"/>
              <a:gd name="connsiteX1" fmla="*/ 581177 w 5054953"/>
              <a:gd name="connsiteY1" fmla="*/ 732895 h 2819325"/>
              <a:gd name="connsiteX2" fmla="*/ 821958 w 5054953"/>
              <a:gd name="connsiteY2" fmla="*/ 1154722 h 2819325"/>
              <a:gd name="connsiteX3" fmla="*/ 1097676 w 5054953"/>
              <a:gd name="connsiteY3" fmla="*/ 1092434 h 2819325"/>
              <a:gd name="connsiteX4" fmla="*/ 1207500 w 5054953"/>
              <a:gd name="connsiteY4" fmla="*/ 889112 h 2819325"/>
              <a:gd name="connsiteX5" fmla="*/ 1195627 w 5054953"/>
              <a:gd name="connsiteY5" fmla="*/ 497503 h 2819325"/>
              <a:gd name="connsiteX6" fmla="*/ 1172386 w 5054953"/>
              <a:gd name="connsiteY6" fmla="*/ 362819 h 2819325"/>
              <a:gd name="connsiteX7" fmla="*/ 1172386 w 5054953"/>
              <a:gd name="connsiteY7" fmla="*/ 258044 h 2819325"/>
              <a:gd name="connsiteX8" fmla="*/ 1294160 w 5054953"/>
              <a:gd name="connsiteY8" fmla="*/ 1136 h 2819325"/>
              <a:gd name="connsiteX9" fmla="*/ 1476424 w 5054953"/>
              <a:gd name="connsiteY9" fmla="*/ 174891 h 2819325"/>
              <a:gd name="connsiteX10" fmla="*/ 1586057 w 5054953"/>
              <a:gd name="connsiteY10" fmla="*/ 259663 h 2819325"/>
              <a:gd name="connsiteX11" fmla="*/ 1639206 w 5054953"/>
              <a:gd name="connsiteY11" fmla="*/ 487406 h 2819325"/>
              <a:gd name="connsiteX12" fmla="*/ 1534527 w 5054953"/>
              <a:gd name="connsiteY12" fmla="*/ 818209 h 2819325"/>
              <a:gd name="connsiteX13" fmla="*/ 1502999 w 5054953"/>
              <a:gd name="connsiteY13" fmla="*/ 1044333 h 2819325"/>
              <a:gd name="connsiteX14" fmla="*/ 1380979 w 5054953"/>
              <a:gd name="connsiteY14" fmla="*/ 1367724 h 2819325"/>
              <a:gd name="connsiteX15" fmla="*/ 1531483 w 5054953"/>
              <a:gd name="connsiteY15" fmla="*/ 1773332 h 2819325"/>
              <a:gd name="connsiteX16" fmla="*/ 1895143 w 5054953"/>
              <a:gd name="connsiteY16" fmla="*/ 1863864 h 2819325"/>
              <a:gd name="connsiteX17" fmla="*/ 2065545 w 5054953"/>
              <a:gd name="connsiteY17" fmla="*/ 2161996 h 2819325"/>
              <a:gd name="connsiteX18" fmla="*/ 2225851 w 5054953"/>
              <a:gd name="connsiteY18" fmla="*/ 2353544 h 2819325"/>
              <a:gd name="connsiteX19" fmla="*/ 2383775 w 5054953"/>
              <a:gd name="connsiteY19" fmla="*/ 2444508 h 2819325"/>
              <a:gd name="connsiteX20" fmla="*/ 2623044 w 5054953"/>
              <a:gd name="connsiteY20" fmla="*/ 2473274 h 2819325"/>
              <a:gd name="connsiteX21" fmla="*/ 2850310 w 5054953"/>
              <a:gd name="connsiteY21" fmla="*/ 2473274 h 2819325"/>
              <a:gd name="connsiteX22" fmla="*/ 3148728 w 5054953"/>
              <a:gd name="connsiteY22" fmla="*/ 2448890 h 2819325"/>
              <a:gd name="connsiteX23" fmla="*/ 3276649 w 5054953"/>
              <a:gd name="connsiteY23" fmla="*/ 2448890 h 2819325"/>
              <a:gd name="connsiteX24" fmla="*/ 3532395 w 5054953"/>
              <a:gd name="connsiteY24" fmla="*/ 2498896 h 2819325"/>
              <a:gd name="connsiteX25" fmla="*/ 3866342 w 5054953"/>
              <a:gd name="connsiteY25" fmla="*/ 2549188 h 2819325"/>
              <a:gd name="connsiteX26" fmla="*/ 4173428 w 5054953"/>
              <a:gd name="connsiteY26" fmla="*/ 2487370 h 2819325"/>
              <a:gd name="connsiteX27" fmla="*/ 5054953 w 5054953"/>
              <a:gd name="connsiteY27" fmla="*/ 2795217 h 2819325"/>
              <a:gd name="connsiteX0" fmla="*/ 0 w 5054953"/>
              <a:gd name="connsiteY0" fmla="*/ 122178 h 2795217"/>
              <a:gd name="connsiteX1" fmla="*/ 581177 w 5054953"/>
              <a:gd name="connsiteY1" fmla="*/ 732895 h 2795217"/>
              <a:gd name="connsiteX2" fmla="*/ 821958 w 5054953"/>
              <a:gd name="connsiteY2" fmla="*/ 1154722 h 2795217"/>
              <a:gd name="connsiteX3" fmla="*/ 1097676 w 5054953"/>
              <a:gd name="connsiteY3" fmla="*/ 1092434 h 2795217"/>
              <a:gd name="connsiteX4" fmla="*/ 1207500 w 5054953"/>
              <a:gd name="connsiteY4" fmla="*/ 889112 h 2795217"/>
              <a:gd name="connsiteX5" fmla="*/ 1195627 w 5054953"/>
              <a:gd name="connsiteY5" fmla="*/ 497503 h 2795217"/>
              <a:gd name="connsiteX6" fmla="*/ 1172386 w 5054953"/>
              <a:gd name="connsiteY6" fmla="*/ 362819 h 2795217"/>
              <a:gd name="connsiteX7" fmla="*/ 1172386 w 5054953"/>
              <a:gd name="connsiteY7" fmla="*/ 258044 h 2795217"/>
              <a:gd name="connsiteX8" fmla="*/ 1294160 w 5054953"/>
              <a:gd name="connsiteY8" fmla="*/ 1136 h 2795217"/>
              <a:gd name="connsiteX9" fmla="*/ 1476424 w 5054953"/>
              <a:gd name="connsiteY9" fmla="*/ 174891 h 2795217"/>
              <a:gd name="connsiteX10" fmla="*/ 1586057 w 5054953"/>
              <a:gd name="connsiteY10" fmla="*/ 259663 h 2795217"/>
              <a:gd name="connsiteX11" fmla="*/ 1639206 w 5054953"/>
              <a:gd name="connsiteY11" fmla="*/ 487406 h 2795217"/>
              <a:gd name="connsiteX12" fmla="*/ 1534527 w 5054953"/>
              <a:gd name="connsiteY12" fmla="*/ 818209 h 2795217"/>
              <a:gd name="connsiteX13" fmla="*/ 1502999 w 5054953"/>
              <a:gd name="connsiteY13" fmla="*/ 1044333 h 2795217"/>
              <a:gd name="connsiteX14" fmla="*/ 1380979 w 5054953"/>
              <a:gd name="connsiteY14" fmla="*/ 1367724 h 2795217"/>
              <a:gd name="connsiteX15" fmla="*/ 1531483 w 5054953"/>
              <a:gd name="connsiteY15" fmla="*/ 1773332 h 2795217"/>
              <a:gd name="connsiteX16" fmla="*/ 1895143 w 5054953"/>
              <a:gd name="connsiteY16" fmla="*/ 1863864 h 2795217"/>
              <a:gd name="connsiteX17" fmla="*/ 2065545 w 5054953"/>
              <a:gd name="connsiteY17" fmla="*/ 2161996 h 2795217"/>
              <a:gd name="connsiteX18" fmla="*/ 2225851 w 5054953"/>
              <a:gd name="connsiteY18" fmla="*/ 2353544 h 2795217"/>
              <a:gd name="connsiteX19" fmla="*/ 2383775 w 5054953"/>
              <a:gd name="connsiteY19" fmla="*/ 2444508 h 2795217"/>
              <a:gd name="connsiteX20" fmla="*/ 2623044 w 5054953"/>
              <a:gd name="connsiteY20" fmla="*/ 2473274 h 2795217"/>
              <a:gd name="connsiteX21" fmla="*/ 2850310 w 5054953"/>
              <a:gd name="connsiteY21" fmla="*/ 2473274 h 2795217"/>
              <a:gd name="connsiteX22" fmla="*/ 3148728 w 5054953"/>
              <a:gd name="connsiteY22" fmla="*/ 2448890 h 2795217"/>
              <a:gd name="connsiteX23" fmla="*/ 3276649 w 5054953"/>
              <a:gd name="connsiteY23" fmla="*/ 2448890 h 2795217"/>
              <a:gd name="connsiteX24" fmla="*/ 3532395 w 5054953"/>
              <a:gd name="connsiteY24" fmla="*/ 2498896 h 2795217"/>
              <a:gd name="connsiteX25" fmla="*/ 3866342 w 5054953"/>
              <a:gd name="connsiteY25" fmla="*/ 2549188 h 2795217"/>
              <a:gd name="connsiteX26" fmla="*/ 4173428 w 5054953"/>
              <a:gd name="connsiteY26" fmla="*/ 2487370 h 2795217"/>
              <a:gd name="connsiteX27" fmla="*/ 5054953 w 5054953"/>
              <a:gd name="connsiteY27" fmla="*/ 2795217 h 2795217"/>
              <a:gd name="connsiteX0" fmla="*/ 0 w 5176296"/>
              <a:gd name="connsiteY0" fmla="*/ 122178 h 2978419"/>
              <a:gd name="connsiteX1" fmla="*/ 581177 w 5176296"/>
              <a:gd name="connsiteY1" fmla="*/ 732895 h 2978419"/>
              <a:gd name="connsiteX2" fmla="*/ 821958 w 5176296"/>
              <a:gd name="connsiteY2" fmla="*/ 1154722 h 2978419"/>
              <a:gd name="connsiteX3" fmla="*/ 1097676 w 5176296"/>
              <a:gd name="connsiteY3" fmla="*/ 1092434 h 2978419"/>
              <a:gd name="connsiteX4" fmla="*/ 1207500 w 5176296"/>
              <a:gd name="connsiteY4" fmla="*/ 889112 h 2978419"/>
              <a:gd name="connsiteX5" fmla="*/ 1195627 w 5176296"/>
              <a:gd name="connsiteY5" fmla="*/ 497503 h 2978419"/>
              <a:gd name="connsiteX6" fmla="*/ 1172386 w 5176296"/>
              <a:gd name="connsiteY6" fmla="*/ 362819 h 2978419"/>
              <a:gd name="connsiteX7" fmla="*/ 1172386 w 5176296"/>
              <a:gd name="connsiteY7" fmla="*/ 258044 h 2978419"/>
              <a:gd name="connsiteX8" fmla="*/ 1294160 w 5176296"/>
              <a:gd name="connsiteY8" fmla="*/ 1136 h 2978419"/>
              <a:gd name="connsiteX9" fmla="*/ 1476424 w 5176296"/>
              <a:gd name="connsiteY9" fmla="*/ 174891 h 2978419"/>
              <a:gd name="connsiteX10" fmla="*/ 1586057 w 5176296"/>
              <a:gd name="connsiteY10" fmla="*/ 259663 h 2978419"/>
              <a:gd name="connsiteX11" fmla="*/ 1639206 w 5176296"/>
              <a:gd name="connsiteY11" fmla="*/ 487406 h 2978419"/>
              <a:gd name="connsiteX12" fmla="*/ 1534527 w 5176296"/>
              <a:gd name="connsiteY12" fmla="*/ 818209 h 2978419"/>
              <a:gd name="connsiteX13" fmla="*/ 1502999 w 5176296"/>
              <a:gd name="connsiteY13" fmla="*/ 1044333 h 2978419"/>
              <a:gd name="connsiteX14" fmla="*/ 1380979 w 5176296"/>
              <a:gd name="connsiteY14" fmla="*/ 1367724 h 2978419"/>
              <a:gd name="connsiteX15" fmla="*/ 1531483 w 5176296"/>
              <a:gd name="connsiteY15" fmla="*/ 1773332 h 2978419"/>
              <a:gd name="connsiteX16" fmla="*/ 1895143 w 5176296"/>
              <a:gd name="connsiteY16" fmla="*/ 1863864 h 2978419"/>
              <a:gd name="connsiteX17" fmla="*/ 2065545 w 5176296"/>
              <a:gd name="connsiteY17" fmla="*/ 2161996 h 2978419"/>
              <a:gd name="connsiteX18" fmla="*/ 2225851 w 5176296"/>
              <a:gd name="connsiteY18" fmla="*/ 2353544 h 2978419"/>
              <a:gd name="connsiteX19" fmla="*/ 2383775 w 5176296"/>
              <a:gd name="connsiteY19" fmla="*/ 2444508 h 2978419"/>
              <a:gd name="connsiteX20" fmla="*/ 2623044 w 5176296"/>
              <a:gd name="connsiteY20" fmla="*/ 2473274 h 2978419"/>
              <a:gd name="connsiteX21" fmla="*/ 2850310 w 5176296"/>
              <a:gd name="connsiteY21" fmla="*/ 2473274 h 2978419"/>
              <a:gd name="connsiteX22" fmla="*/ 3148728 w 5176296"/>
              <a:gd name="connsiteY22" fmla="*/ 2448890 h 2978419"/>
              <a:gd name="connsiteX23" fmla="*/ 3276649 w 5176296"/>
              <a:gd name="connsiteY23" fmla="*/ 2448890 h 2978419"/>
              <a:gd name="connsiteX24" fmla="*/ 3532395 w 5176296"/>
              <a:gd name="connsiteY24" fmla="*/ 2498896 h 2978419"/>
              <a:gd name="connsiteX25" fmla="*/ 3866342 w 5176296"/>
              <a:gd name="connsiteY25" fmla="*/ 2549188 h 2978419"/>
              <a:gd name="connsiteX26" fmla="*/ 4173428 w 5176296"/>
              <a:gd name="connsiteY26" fmla="*/ 2487370 h 2978419"/>
              <a:gd name="connsiteX27" fmla="*/ 5176296 w 5176296"/>
              <a:gd name="connsiteY27" fmla="*/ 2978418 h 2978419"/>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482565 w 5176296"/>
              <a:gd name="connsiteY26" fmla="*/ 2579667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482565 w 5176296"/>
              <a:gd name="connsiteY26" fmla="*/ 2579667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482565 w 5176296"/>
              <a:gd name="connsiteY26" fmla="*/ 2579667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554473 w 5176296"/>
              <a:gd name="connsiteY26" fmla="*/ 2606878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554473 w 5176296"/>
              <a:gd name="connsiteY26" fmla="*/ 2606878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148728 w 5176296"/>
              <a:gd name="connsiteY22" fmla="*/ 2448890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554473 w 5176296"/>
              <a:gd name="connsiteY26" fmla="*/ 2606878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2850310 w 5176296"/>
              <a:gd name="connsiteY21" fmla="*/ 2473274 h 2978418"/>
              <a:gd name="connsiteX22" fmla="*/ 3050452 w 5176296"/>
              <a:gd name="connsiteY22" fmla="*/ 2649025 h 2978418"/>
              <a:gd name="connsiteX23" fmla="*/ 3276649 w 5176296"/>
              <a:gd name="connsiteY23" fmla="*/ 2448890 h 2978418"/>
              <a:gd name="connsiteX24" fmla="*/ 3532395 w 5176296"/>
              <a:gd name="connsiteY24" fmla="*/ 2498896 h 2978418"/>
              <a:gd name="connsiteX25" fmla="*/ 3866342 w 5176296"/>
              <a:gd name="connsiteY25" fmla="*/ 2549188 h 2978418"/>
              <a:gd name="connsiteX26" fmla="*/ 4554473 w 5176296"/>
              <a:gd name="connsiteY26" fmla="*/ 2606878 h 2978418"/>
              <a:gd name="connsiteX27" fmla="*/ 5176296 w 5176296"/>
              <a:gd name="connsiteY27"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3050452 w 5176296"/>
              <a:gd name="connsiteY21" fmla="*/ 2649025 h 2978418"/>
              <a:gd name="connsiteX22" fmla="*/ 3276649 w 5176296"/>
              <a:gd name="connsiteY22" fmla="*/ 2448890 h 2978418"/>
              <a:gd name="connsiteX23" fmla="*/ 3532395 w 5176296"/>
              <a:gd name="connsiteY23" fmla="*/ 2498896 h 2978418"/>
              <a:gd name="connsiteX24" fmla="*/ 3866342 w 5176296"/>
              <a:gd name="connsiteY24" fmla="*/ 2549188 h 2978418"/>
              <a:gd name="connsiteX25" fmla="*/ 4554473 w 5176296"/>
              <a:gd name="connsiteY25" fmla="*/ 2606878 h 2978418"/>
              <a:gd name="connsiteX26" fmla="*/ 5176296 w 5176296"/>
              <a:gd name="connsiteY26"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3050452 w 5176296"/>
              <a:gd name="connsiteY21" fmla="*/ 2649025 h 2978418"/>
              <a:gd name="connsiteX22" fmla="*/ 3276649 w 5176296"/>
              <a:gd name="connsiteY22" fmla="*/ 2448890 h 2978418"/>
              <a:gd name="connsiteX23" fmla="*/ 3605010 w 5176296"/>
              <a:gd name="connsiteY23" fmla="*/ 2508186 h 2978418"/>
              <a:gd name="connsiteX24" fmla="*/ 3866342 w 5176296"/>
              <a:gd name="connsiteY24" fmla="*/ 2549188 h 2978418"/>
              <a:gd name="connsiteX25" fmla="*/ 4554473 w 5176296"/>
              <a:gd name="connsiteY25" fmla="*/ 2606878 h 2978418"/>
              <a:gd name="connsiteX26" fmla="*/ 5176296 w 5176296"/>
              <a:gd name="connsiteY26" fmla="*/ 2978418 h 2978418"/>
              <a:gd name="connsiteX0" fmla="*/ 0 w 5176296"/>
              <a:gd name="connsiteY0" fmla="*/ 122178 h 2978418"/>
              <a:gd name="connsiteX1" fmla="*/ 581177 w 5176296"/>
              <a:gd name="connsiteY1" fmla="*/ 732895 h 2978418"/>
              <a:gd name="connsiteX2" fmla="*/ 821958 w 5176296"/>
              <a:gd name="connsiteY2" fmla="*/ 1154722 h 2978418"/>
              <a:gd name="connsiteX3" fmla="*/ 1097676 w 5176296"/>
              <a:gd name="connsiteY3" fmla="*/ 1092434 h 2978418"/>
              <a:gd name="connsiteX4" fmla="*/ 1207500 w 5176296"/>
              <a:gd name="connsiteY4" fmla="*/ 889112 h 2978418"/>
              <a:gd name="connsiteX5" fmla="*/ 1195627 w 5176296"/>
              <a:gd name="connsiteY5" fmla="*/ 497503 h 2978418"/>
              <a:gd name="connsiteX6" fmla="*/ 1172386 w 5176296"/>
              <a:gd name="connsiteY6" fmla="*/ 362819 h 2978418"/>
              <a:gd name="connsiteX7" fmla="*/ 1172386 w 5176296"/>
              <a:gd name="connsiteY7" fmla="*/ 258044 h 2978418"/>
              <a:gd name="connsiteX8" fmla="*/ 1294160 w 5176296"/>
              <a:gd name="connsiteY8" fmla="*/ 1136 h 2978418"/>
              <a:gd name="connsiteX9" fmla="*/ 1476424 w 5176296"/>
              <a:gd name="connsiteY9" fmla="*/ 174891 h 2978418"/>
              <a:gd name="connsiteX10" fmla="*/ 1586057 w 5176296"/>
              <a:gd name="connsiteY10" fmla="*/ 259663 h 2978418"/>
              <a:gd name="connsiteX11" fmla="*/ 1639206 w 5176296"/>
              <a:gd name="connsiteY11" fmla="*/ 487406 h 2978418"/>
              <a:gd name="connsiteX12" fmla="*/ 1534527 w 5176296"/>
              <a:gd name="connsiteY12" fmla="*/ 818209 h 2978418"/>
              <a:gd name="connsiteX13" fmla="*/ 1502999 w 5176296"/>
              <a:gd name="connsiteY13" fmla="*/ 1044333 h 2978418"/>
              <a:gd name="connsiteX14" fmla="*/ 1380979 w 5176296"/>
              <a:gd name="connsiteY14" fmla="*/ 1367724 h 2978418"/>
              <a:gd name="connsiteX15" fmla="*/ 1531483 w 5176296"/>
              <a:gd name="connsiteY15" fmla="*/ 1773332 h 2978418"/>
              <a:gd name="connsiteX16" fmla="*/ 1895143 w 5176296"/>
              <a:gd name="connsiteY16" fmla="*/ 1863864 h 2978418"/>
              <a:gd name="connsiteX17" fmla="*/ 2065545 w 5176296"/>
              <a:gd name="connsiteY17" fmla="*/ 2161996 h 2978418"/>
              <a:gd name="connsiteX18" fmla="*/ 2225851 w 5176296"/>
              <a:gd name="connsiteY18" fmla="*/ 2353544 h 2978418"/>
              <a:gd name="connsiteX19" fmla="*/ 2383775 w 5176296"/>
              <a:gd name="connsiteY19" fmla="*/ 2444508 h 2978418"/>
              <a:gd name="connsiteX20" fmla="*/ 2623044 w 5176296"/>
              <a:gd name="connsiteY20" fmla="*/ 2473274 h 2978418"/>
              <a:gd name="connsiteX21" fmla="*/ 3050452 w 5176296"/>
              <a:gd name="connsiteY21" fmla="*/ 2649025 h 2978418"/>
              <a:gd name="connsiteX22" fmla="*/ 3351845 w 5176296"/>
              <a:gd name="connsiteY22" fmla="*/ 2480811 h 2978418"/>
              <a:gd name="connsiteX23" fmla="*/ 3605010 w 5176296"/>
              <a:gd name="connsiteY23" fmla="*/ 2508186 h 2978418"/>
              <a:gd name="connsiteX24" fmla="*/ 3866342 w 5176296"/>
              <a:gd name="connsiteY24" fmla="*/ 2549188 h 2978418"/>
              <a:gd name="connsiteX25" fmla="*/ 4554473 w 5176296"/>
              <a:gd name="connsiteY25" fmla="*/ 2606878 h 2978418"/>
              <a:gd name="connsiteX26" fmla="*/ 5176296 w 5176296"/>
              <a:gd name="connsiteY26" fmla="*/ 2978418 h 297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76296" h="2978418">
                <a:moveTo>
                  <a:pt x="0" y="122178"/>
                </a:moveTo>
                <a:cubicBezTo>
                  <a:pt x="468759" y="339263"/>
                  <a:pt x="444184" y="560804"/>
                  <a:pt x="581177" y="732895"/>
                </a:cubicBezTo>
                <a:cubicBezTo>
                  <a:pt x="718170" y="904986"/>
                  <a:pt x="735875" y="1094799"/>
                  <a:pt x="821958" y="1154722"/>
                </a:cubicBezTo>
                <a:cubicBezTo>
                  <a:pt x="908041" y="1214645"/>
                  <a:pt x="1033419" y="1136702"/>
                  <a:pt x="1097676" y="1092434"/>
                </a:cubicBezTo>
                <a:cubicBezTo>
                  <a:pt x="1161933" y="1048166"/>
                  <a:pt x="1191175" y="988267"/>
                  <a:pt x="1207500" y="889112"/>
                </a:cubicBezTo>
                <a:cubicBezTo>
                  <a:pt x="1223825" y="789957"/>
                  <a:pt x="1207803" y="603913"/>
                  <a:pt x="1195627" y="497503"/>
                </a:cubicBezTo>
                <a:cubicBezTo>
                  <a:pt x="1188388" y="452545"/>
                  <a:pt x="1179816" y="407777"/>
                  <a:pt x="1172386" y="362819"/>
                </a:cubicBezTo>
                <a:cubicBezTo>
                  <a:pt x="1166576" y="327767"/>
                  <a:pt x="1152090" y="318324"/>
                  <a:pt x="1172386" y="258044"/>
                </a:cubicBezTo>
                <a:cubicBezTo>
                  <a:pt x="1192682" y="197764"/>
                  <a:pt x="1239582" y="15137"/>
                  <a:pt x="1294160" y="1136"/>
                </a:cubicBezTo>
                <a:cubicBezTo>
                  <a:pt x="1354453" y="-14295"/>
                  <a:pt x="1427775" y="131803"/>
                  <a:pt x="1476424" y="174891"/>
                </a:cubicBezTo>
                <a:cubicBezTo>
                  <a:pt x="1525073" y="217979"/>
                  <a:pt x="1557863" y="222040"/>
                  <a:pt x="1586057" y="259663"/>
                </a:cubicBezTo>
                <a:cubicBezTo>
                  <a:pt x="1634444" y="324052"/>
                  <a:pt x="1647588" y="406920"/>
                  <a:pt x="1639206" y="487406"/>
                </a:cubicBezTo>
                <a:cubicBezTo>
                  <a:pt x="1627205" y="602849"/>
                  <a:pt x="1571293" y="707719"/>
                  <a:pt x="1534527" y="818209"/>
                </a:cubicBezTo>
                <a:cubicBezTo>
                  <a:pt x="1510143" y="891361"/>
                  <a:pt x="1494045" y="967847"/>
                  <a:pt x="1502999" y="1044333"/>
                </a:cubicBezTo>
                <a:cubicBezTo>
                  <a:pt x="1513571" y="1135011"/>
                  <a:pt x="1376232" y="1246224"/>
                  <a:pt x="1380979" y="1367724"/>
                </a:cubicBezTo>
                <a:cubicBezTo>
                  <a:pt x="1385726" y="1489224"/>
                  <a:pt x="1445789" y="1690642"/>
                  <a:pt x="1531483" y="1773332"/>
                </a:cubicBezTo>
                <a:cubicBezTo>
                  <a:pt x="1617177" y="1856022"/>
                  <a:pt x="1806133" y="1799087"/>
                  <a:pt x="1895143" y="1863864"/>
                </a:cubicBezTo>
                <a:cubicBezTo>
                  <a:pt x="1984153" y="1928641"/>
                  <a:pt x="2002109" y="2066556"/>
                  <a:pt x="2065545" y="2161996"/>
                </a:cubicBezTo>
                <a:cubicBezTo>
                  <a:pt x="2111837" y="2231719"/>
                  <a:pt x="2162224" y="2299252"/>
                  <a:pt x="2225851" y="2353544"/>
                </a:cubicBezTo>
                <a:cubicBezTo>
                  <a:pt x="2272524" y="2393359"/>
                  <a:pt x="2325483" y="2425363"/>
                  <a:pt x="2383775" y="2444508"/>
                </a:cubicBezTo>
                <a:cubicBezTo>
                  <a:pt x="2460452" y="2469749"/>
                  <a:pt x="2511931" y="2439188"/>
                  <a:pt x="2623044" y="2473274"/>
                </a:cubicBezTo>
                <a:cubicBezTo>
                  <a:pt x="2734157" y="2507360"/>
                  <a:pt x="2928985" y="2647769"/>
                  <a:pt x="3050452" y="2649025"/>
                </a:cubicBezTo>
                <a:cubicBezTo>
                  <a:pt x="3171919" y="2650281"/>
                  <a:pt x="3259419" y="2504284"/>
                  <a:pt x="3351845" y="2480811"/>
                </a:cubicBezTo>
                <a:cubicBezTo>
                  <a:pt x="3444271" y="2457338"/>
                  <a:pt x="3519261" y="2496790"/>
                  <a:pt x="3605010" y="2508186"/>
                </a:cubicBezTo>
                <a:cubicBezTo>
                  <a:pt x="3690759" y="2519582"/>
                  <a:pt x="3708098" y="2532739"/>
                  <a:pt x="3866342" y="2549188"/>
                </a:cubicBezTo>
                <a:cubicBezTo>
                  <a:pt x="4024586" y="2565637"/>
                  <a:pt x="4333257" y="2403389"/>
                  <a:pt x="4554473" y="2606878"/>
                </a:cubicBezTo>
                <a:cubicBezTo>
                  <a:pt x="4857210" y="2946021"/>
                  <a:pt x="4863999" y="2864748"/>
                  <a:pt x="5176296" y="2978418"/>
                </a:cubicBezTo>
              </a:path>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92EF0A6E-DA87-FA5D-3BC2-7F70C03E45A3}"/>
              </a:ext>
            </a:extLst>
          </p:cNvPr>
          <p:cNvSpPr/>
          <p:nvPr userDrawn="1"/>
        </p:nvSpPr>
        <p:spPr>
          <a:xfrm rot="2875594" flipV="1">
            <a:off x="-86611" y="4558556"/>
            <a:ext cx="5176175" cy="2343856"/>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435794 w 4435794"/>
              <a:gd name="connsiteY0" fmla="*/ 2518395 h 2593726"/>
              <a:gd name="connsiteX1" fmla="*/ 3976537 w 4435794"/>
              <a:gd name="connsiteY1" fmla="*/ 2522727 h 2593726"/>
              <a:gd name="connsiteX2" fmla="*/ 3697892 w 4435794"/>
              <a:gd name="connsiteY2" fmla="*/ 2537946 h 2593726"/>
              <a:gd name="connsiteX3" fmla="*/ 3171541 w 4435794"/>
              <a:gd name="connsiteY3" fmla="*/ 2470890 h 2593726"/>
              <a:gd name="connsiteX4" fmla="*/ 2766570 w 4435794"/>
              <a:gd name="connsiteY4" fmla="*/ 2593660 h 2593726"/>
              <a:gd name="connsiteX5" fmla="*/ 2365821 w 4435794"/>
              <a:gd name="connsiteY5" fmla="*/ 2445839 h 2593726"/>
              <a:gd name="connsiteX6" fmla="*/ 1999489 w 4435794"/>
              <a:gd name="connsiteY6" fmla="*/ 2255434 h 2593726"/>
              <a:gd name="connsiteX7" fmla="*/ 1804227 w 4435794"/>
              <a:gd name="connsiteY7" fmla="*/ 1936538 h 2593726"/>
              <a:gd name="connsiteX8" fmla="*/ 1644683 w 4435794"/>
              <a:gd name="connsiteY8" fmla="*/ 1596114 h 2593726"/>
              <a:gd name="connsiteX9" fmla="*/ 1551624 w 4435794"/>
              <a:gd name="connsiteY9" fmla="*/ 1291885 h 2593726"/>
              <a:gd name="connsiteX10" fmla="*/ 1618108 w 4435794"/>
              <a:gd name="connsiteY10" fmla="*/ 848020 h 2593726"/>
              <a:gd name="connsiteX11" fmla="*/ 1682878 w 4435794"/>
              <a:gd name="connsiteY11" fmla="*/ 427396 h 2593726"/>
              <a:gd name="connsiteX12" fmla="*/ 1568197 w 4435794"/>
              <a:gd name="connsiteY12" fmla="*/ 222895 h 2593726"/>
              <a:gd name="connsiteX13" fmla="*/ 1431990 w 4435794"/>
              <a:gd name="connsiteY13" fmla="*/ 139741 h 2593726"/>
              <a:gd name="connsiteX14" fmla="*/ 1115993 w 4435794"/>
              <a:gd name="connsiteY14" fmla="*/ 204 h 2593726"/>
              <a:gd name="connsiteX15" fmla="*/ 925164 w 4435794"/>
              <a:gd name="connsiteY15" fmla="*/ 103165 h 2593726"/>
              <a:gd name="connsiteX16" fmla="*/ 552441 w 4435794"/>
              <a:gd name="connsiteY16" fmla="*/ 492237 h 2593726"/>
              <a:gd name="connsiteX17" fmla="*/ 0 w 4435794"/>
              <a:gd name="connsiteY17" fmla="*/ 176365 h 2593726"/>
              <a:gd name="connsiteX0" fmla="*/ 4550043 w 4550043"/>
              <a:gd name="connsiteY0" fmla="*/ 2683218 h 2712238"/>
              <a:gd name="connsiteX1" fmla="*/ 3976537 w 4550043"/>
              <a:gd name="connsiteY1" fmla="*/ 2522727 h 2712238"/>
              <a:gd name="connsiteX2" fmla="*/ 3697892 w 4550043"/>
              <a:gd name="connsiteY2" fmla="*/ 2537946 h 2712238"/>
              <a:gd name="connsiteX3" fmla="*/ 3171541 w 4550043"/>
              <a:gd name="connsiteY3" fmla="*/ 2470890 h 2712238"/>
              <a:gd name="connsiteX4" fmla="*/ 2766570 w 4550043"/>
              <a:gd name="connsiteY4" fmla="*/ 2593660 h 2712238"/>
              <a:gd name="connsiteX5" fmla="*/ 2365821 w 4550043"/>
              <a:gd name="connsiteY5" fmla="*/ 2445839 h 2712238"/>
              <a:gd name="connsiteX6" fmla="*/ 1999489 w 4550043"/>
              <a:gd name="connsiteY6" fmla="*/ 2255434 h 2712238"/>
              <a:gd name="connsiteX7" fmla="*/ 1804227 w 4550043"/>
              <a:gd name="connsiteY7" fmla="*/ 1936538 h 2712238"/>
              <a:gd name="connsiteX8" fmla="*/ 1644683 w 4550043"/>
              <a:gd name="connsiteY8" fmla="*/ 1596114 h 2712238"/>
              <a:gd name="connsiteX9" fmla="*/ 1551624 w 4550043"/>
              <a:gd name="connsiteY9" fmla="*/ 1291885 h 2712238"/>
              <a:gd name="connsiteX10" fmla="*/ 1618108 w 4550043"/>
              <a:gd name="connsiteY10" fmla="*/ 848020 h 2712238"/>
              <a:gd name="connsiteX11" fmla="*/ 1682878 w 4550043"/>
              <a:gd name="connsiteY11" fmla="*/ 427396 h 2712238"/>
              <a:gd name="connsiteX12" fmla="*/ 1568197 w 4550043"/>
              <a:gd name="connsiteY12" fmla="*/ 222895 h 2712238"/>
              <a:gd name="connsiteX13" fmla="*/ 1431990 w 4550043"/>
              <a:gd name="connsiteY13" fmla="*/ 139741 h 2712238"/>
              <a:gd name="connsiteX14" fmla="*/ 1115993 w 4550043"/>
              <a:gd name="connsiteY14" fmla="*/ 204 h 2712238"/>
              <a:gd name="connsiteX15" fmla="*/ 925164 w 4550043"/>
              <a:gd name="connsiteY15" fmla="*/ 103165 h 2712238"/>
              <a:gd name="connsiteX16" fmla="*/ 552441 w 4550043"/>
              <a:gd name="connsiteY16" fmla="*/ 492237 h 2712238"/>
              <a:gd name="connsiteX17" fmla="*/ 0 w 4550043"/>
              <a:gd name="connsiteY17" fmla="*/ 176365 h 2712238"/>
              <a:gd name="connsiteX0" fmla="*/ 4550043 w 4550043"/>
              <a:gd name="connsiteY0" fmla="*/ 2683218 h 2683218"/>
              <a:gd name="connsiteX1" fmla="*/ 3976537 w 4550043"/>
              <a:gd name="connsiteY1" fmla="*/ 2522727 h 2683218"/>
              <a:gd name="connsiteX2" fmla="*/ 3697892 w 4550043"/>
              <a:gd name="connsiteY2" fmla="*/ 2537946 h 2683218"/>
              <a:gd name="connsiteX3" fmla="*/ 3171541 w 4550043"/>
              <a:gd name="connsiteY3" fmla="*/ 2470890 h 2683218"/>
              <a:gd name="connsiteX4" fmla="*/ 2766570 w 4550043"/>
              <a:gd name="connsiteY4" fmla="*/ 2593660 h 2683218"/>
              <a:gd name="connsiteX5" fmla="*/ 2365821 w 4550043"/>
              <a:gd name="connsiteY5" fmla="*/ 2445839 h 2683218"/>
              <a:gd name="connsiteX6" fmla="*/ 1999489 w 4550043"/>
              <a:gd name="connsiteY6" fmla="*/ 2255434 h 2683218"/>
              <a:gd name="connsiteX7" fmla="*/ 1804227 w 4550043"/>
              <a:gd name="connsiteY7" fmla="*/ 1936538 h 2683218"/>
              <a:gd name="connsiteX8" fmla="*/ 1644683 w 4550043"/>
              <a:gd name="connsiteY8" fmla="*/ 1596114 h 2683218"/>
              <a:gd name="connsiteX9" fmla="*/ 1551624 w 4550043"/>
              <a:gd name="connsiteY9" fmla="*/ 1291885 h 2683218"/>
              <a:gd name="connsiteX10" fmla="*/ 1618108 w 4550043"/>
              <a:gd name="connsiteY10" fmla="*/ 848020 h 2683218"/>
              <a:gd name="connsiteX11" fmla="*/ 1682878 w 4550043"/>
              <a:gd name="connsiteY11" fmla="*/ 427396 h 2683218"/>
              <a:gd name="connsiteX12" fmla="*/ 1568197 w 4550043"/>
              <a:gd name="connsiteY12" fmla="*/ 222895 h 2683218"/>
              <a:gd name="connsiteX13" fmla="*/ 1431990 w 4550043"/>
              <a:gd name="connsiteY13" fmla="*/ 139741 h 2683218"/>
              <a:gd name="connsiteX14" fmla="*/ 1115993 w 4550043"/>
              <a:gd name="connsiteY14" fmla="*/ 204 h 2683218"/>
              <a:gd name="connsiteX15" fmla="*/ 925164 w 4550043"/>
              <a:gd name="connsiteY15" fmla="*/ 103165 h 2683218"/>
              <a:gd name="connsiteX16" fmla="*/ 552441 w 4550043"/>
              <a:gd name="connsiteY16" fmla="*/ 492237 h 2683218"/>
              <a:gd name="connsiteX17" fmla="*/ 0 w 4550043"/>
              <a:gd name="connsiteY17" fmla="*/ 176365 h 2683218"/>
              <a:gd name="connsiteX0" fmla="*/ 4550043 w 4550043"/>
              <a:gd name="connsiteY0" fmla="*/ 2683218 h 2683218"/>
              <a:gd name="connsiteX1" fmla="*/ 3976537 w 4550043"/>
              <a:gd name="connsiteY1" fmla="*/ 2522727 h 2683218"/>
              <a:gd name="connsiteX2" fmla="*/ 3697892 w 4550043"/>
              <a:gd name="connsiteY2" fmla="*/ 2537946 h 2683218"/>
              <a:gd name="connsiteX3" fmla="*/ 3171541 w 4550043"/>
              <a:gd name="connsiteY3" fmla="*/ 2470890 h 2683218"/>
              <a:gd name="connsiteX4" fmla="*/ 2766570 w 4550043"/>
              <a:gd name="connsiteY4" fmla="*/ 2593660 h 2683218"/>
              <a:gd name="connsiteX5" fmla="*/ 2365821 w 4550043"/>
              <a:gd name="connsiteY5" fmla="*/ 2445839 h 2683218"/>
              <a:gd name="connsiteX6" fmla="*/ 1999489 w 4550043"/>
              <a:gd name="connsiteY6" fmla="*/ 2255434 h 2683218"/>
              <a:gd name="connsiteX7" fmla="*/ 1804227 w 4550043"/>
              <a:gd name="connsiteY7" fmla="*/ 1936538 h 2683218"/>
              <a:gd name="connsiteX8" fmla="*/ 1526662 w 4550043"/>
              <a:gd name="connsiteY8" fmla="*/ 1615208 h 2683218"/>
              <a:gd name="connsiteX9" fmla="*/ 1551624 w 4550043"/>
              <a:gd name="connsiteY9" fmla="*/ 1291885 h 2683218"/>
              <a:gd name="connsiteX10" fmla="*/ 1618108 w 4550043"/>
              <a:gd name="connsiteY10" fmla="*/ 848020 h 2683218"/>
              <a:gd name="connsiteX11" fmla="*/ 1682878 w 4550043"/>
              <a:gd name="connsiteY11" fmla="*/ 427396 h 2683218"/>
              <a:gd name="connsiteX12" fmla="*/ 1568197 w 4550043"/>
              <a:gd name="connsiteY12" fmla="*/ 222895 h 2683218"/>
              <a:gd name="connsiteX13" fmla="*/ 1431990 w 4550043"/>
              <a:gd name="connsiteY13" fmla="*/ 139741 h 2683218"/>
              <a:gd name="connsiteX14" fmla="*/ 1115993 w 4550043"/>
              <a:gd name="connsiteY14" fmla="*/ 204 h 2683218"/>
              <a:gd name="connsiteX15" fmla="*/ 925164 w 4550043"/>
              <a:gd name="connsiteY15" fmla="*/ 103165 h 2683218"/>
              <a:gd name="connsiteX16" fmla="*/ 552441 w 4550043"/>
              <a:gd name="connsiteY16" fmla="*/ 492237 h 2683218"/>
              <a:gd name="connsiteX17" fmla="*/ 0 w 4550043"/>
              <a:gd name="connsiteY17" fmla="*/ 176365 h 2683218"/>
              <a:gd name="connsiteX0" fmla="*/ 4550043 w 4550043"/>
              <a:gd name="connsiteY0" fmla="*/ 2683218 h 2683218"/>
              <a:gd name="connsiteX1" fmla="*/ 3976537 w 4550043"/>
              <a:gd name="connsiteY1" fmla="*/ 2522727 h 2683218"/>
              <a:gd name="connsiteX2" fmla="*/ 3697892 w 4550043"/>
              <a:gd name="connsiteY2" fmla="*/ 2537946 h 2683218"/>
              <a:gd name="connsiteX3" fmla="*/ 3171541 w 4550043"/>
              <a:gd name="connsiteY3" fmla="*/ 2470890 h 2683218"/>
              <a:gd name="connsiteX4" fmla="*/ 2766570 w 4550043"/>
              <a:gd name="connsiteY4" fmla="*/ 2593660 h 2683218"/>
              <a:gd name="connsiteX5" fmla="*/ 2365821 w 4550043"/>
              <a:gd name="connsiteY5" fmla="*/ 2445839 h 2683218"/>
              <a:gd name="connsiteX6" fmla="*/ 1999489 w 4550043"/>
              <a:gd name="connsiteY6" fmla="*/ 2255434 h 2683218"/>
              <a:gd name="connsiteX7" fmla="*/ 1804227 w 4550043"/>
              <a:gd name="connsiteY7" fmla="*/ 1936538 h 2683218"/>
              <a:gd name="connsiteX8" fmla="*/ 1526662 w 4550043"/>
              <a:gd name="connsiteY8" fmla="*/ 1615208 h 2683218"/>
              <a:gd name="connsiteX9" fmla="*/ 1526663 w 4550043"/>
              <a:gd name="connsiteY9" fmla="*/ 1312682 h 2683218"/>
              <a:gd name="connsiteX10" fmla="*/ 1618108 w 4550043"/>
              <a:gd name="connsiteY10" fmla="*/ 848020 h 2683218"/>
              <a:gd name="connsiteX11" fmla="*/ 1682878 w 4550043"/>
              <a:gd name="connsiteY11" fmla="*/ 427396 h 2683218"/>
              <a:gd name="connsiteX12" fmla="*/ 1568197 w 4550043"/>
              <a:gd name="connsiteY12" fmla="*/ 222895 h 2683218"/>
              <a:gd name="connsiteX13" fmla="*/ 1431990 w 4550043"/>
              <a:gd name="connsiteY13" fmla="*/ 139741 h 2683218"/>
              <a:gd name="connsiteX14" fmla="*/ 1115993 w 4550043"/>
              <a:gd name="connsiteY14" fmla="*/ 204 h 2683218"/>
              <a:gd name="connsiteX15" fmla="*/ 925164 w 4550043"/>
              <a:gd name="connsiteY15" fmla="*/ 103165 h 2683218"/>
              <a:gd name="connsiteX16" fmla="*/ 552441 w 4550043"/>
              <a:gd name="connsiteY16" fmla="*/ 492237 h 2683218"/>
              <a:gd name="connsiteX17" fmla="*/ 0 w 4550043"/>
              <a:gd name="connsiteY17" fmla="*/ 176365 h 268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0043" h="2683218">
                <a:moveTo>
                  <a:pt x="4550043" y="2683218"/>
                </a:moveTo>
                <a:cubicBezTo>
                  <a:pt x="4196650" y="2534065"/>
                  <a:pt x="4118562" y="2546939"/>
                  <a:pt x="3976537" y="2522727"/>
                </a:cubicBezTo>
                <a:cubicBezTo>
                  <a:pt x="3834512" y="2498515"/>
                  <a:pt x="3832058" y="2546585"/>
                  <a:pt x="3697892" y="2537946"/>
                </a:cubicBezTo>
                <a:cubicBezTo>
                  <a:pt x="3563726" y="2529307"/>
                  <a:pt x="3326761" y="2461604"/>
                  <a:pt x="3171541" y="2470890"/>
                </a:cubicBezTo>
                <a:cubicBezTo>
                  <a:pt x="3016321" y="2480176"/>
                  <a:pt x="2954307" y="2596898"/>
                  <a:pt x="2766570" y="2593660"/>
                </a:cubicBezTo>
                <a:cubicBezTo>
                  <a:pt x="2684845" y="2592231"/>
                  <a:pt x="2493668" y="2502210"/>
                  <a:pt x="2365821" y="2445839"/>
                </a:cubicBezTo>
                <a:cubicBezTo>
                  <a:pt x="2237974" y="2389468"/>
                  <a:pt x="2097311" y="2356304"/>
                  <a:pt x="1999489" y="2255434"/>
                </a:cubicBezTo>
                <a:cubicBezTo>
                  <a:pt x="1912240" y="2165423"/>
                  <a:pt x="1883032" y="2043242"/>
                  <a:pt x="1804227" y="1936538"/>
                </a:cubicBezTo>
                <a:cubicBezTo>
                  <a:pt x="1725423" y="1829834"/>
                  <a:pt x="1572923" y="1719184"/>
                  <a:pt x="1526662" y="1615208"/>
                </a:cubicBezTo>
                <a:cubicBezTo>
                  <a:pt x="1480401" y="1511232"/>
                  <a:pt x="1538474" y="1418600"/>
                  <a:pt x="1526663" y="1312682"/>
                </a:cubicBezTo>
                <a:cubicBezTo>
                  <a:pt x="1509994" y="1162568"/>
                  <a:pt x="1592072" y="995568"/>
                  <a:pt x="1618108" y="848020"/>
                </a:cubicBezTo>
                <a:cubicBezTo>
                  <a:pt x="1644144" y="700472"/>
                  <a:pt x="1711072" y="568462"/>
                  <a:pt x="1682878" y="427396"/>
                </a:cubicBezTo>
                <a:cubicBezTo>
                  <a:pt x="1667162" y="348720"/>
                  <a:pt x="1628395" y="275949"/>
                  <a:pt x="1568197" y="222895"/>
                </a:cubicBezTo>
                <a:cubicBezTo>
                  <a:pt x="1528097" y="187557"/>
                  <a:pt x="1507357" y="176856"/>
                  <a:pt x="1431990" y="139741"/>
                </a:cubicBezTo>
                <a:cubicBezTo>
                  <a:pt x="1356623" y="102626"/>
                  <a:pt x="1225435" y="-5321"/>
                  <a:pt x="1115993" y="204"/>
                </a:cubicBezTo>
                <a:cubicBezTo>
                  <a:pt x="1049794" y="3537"/>
                  <a:pt x="1019089" y="21160"/>
                  <a:pt x="925164" y="103165"/>
                </a:cubicBezTo>
                <a:cubicBezTo>
                  <a:pt x="831239" y="185170"/>
                  <a:pt x="778767" y="591877"/>
                  <a:pt x="552441" y="492237"/>
                </a:cubicBezTo>
                <a:cubicBezTo>
                  <a:pt x="215286" y="284309"/>
                  <a:pt x="108863" y="339351"/>
                  <a:pt x="0" y="176365"/>
                </a:cubicBezTo>
              </a:path>
            </a:pathLst>
          </a:custGeom>
          <a:noFill/>
          <a:ln w="6350" cap="rnd">
            <a:solidFill>
              <a:schemeClr val="tx1">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DA82ACF6-84BC-BCAA-2FB0-2DB512A5EAB3}"/>
              </a:ext>
            </a:extLst>
          </p:cNvPr>
          <p:cNvSpPr/>
          <p:nvPr userDrawn="1"/>
        </p:nvSpPr>
        <p:spPr>
          <a:xfrm rot="2875594" flipV="1">
            <a:off x="-101671" y="4675328"/>
            <a:ext cx="4787237" cy="2237407"/>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2179" h="2561354">
                <a:moveTo>
                  <a:pt x="0" y="251066"/>
                </a:moveTo>
                <a:cubicBezTo>
                  <a:pt x="395303" y="449685"/>
                  <a:pt x="455109" y="158410"/>
                  <a:pt x="650747" y="123344"/>
                </a:cubicBezTo>
                <a:cubicBezTo>
                  <a:pt x="846385" y="88278"/>
                  <a:pt x="885017" y="-74641"/>
                  <a:pt x="1173830" y="40670"/>
                </a:cubicBezTo>
                <a:cubicBezTo>
                  <a:pt x="1462643" y="155981"/>
                  <a:pt x="1630237" y="173179"/>
                  <a:pt x="1774476" y="261745"/>
                </a:cubicBezTo>
                <a:cubicBezTo>
                  <a:pt x="1918715" y="350311"/>
                  <a:pt x="2015074" y="477676"/>
                  <a:pt x="2039267" y="572068"/>
                </a:cubicBezTo>
                <a:cubicBezTo>
                  <a:pt x="2061460" y="658936"/>
                  <a:pt x="1964055" y="664430"/>
                  <a:pt x="1920304" y="746091"/>
                </a:cubicBezTo>
                <a:cubicBezTo>
                  <a:pt x="1876553" y="827752"/>
                  <a:pt x="1817053" y="953451"/>
                  <a:pt x="1776762" y="1062036"/>
                </a:cubicBezTo>
                <a:cubicBezTo>
                  <a:pt x="1715802" y="1226247"/>
                  <a:pt x="1706849" y="1405317"/>
                  <a:pt x="1745139" y="1576195"/>
                </a:cubicBezTo>
                <a:cubicBezTo>
                  <a:pt x="1770952" y="1691162"/>
                  <a:pt x="1819244" y="1799366"/>
                  <a:pt x="1868583" y="1906522"/>
                </a:cubicBezTo>
                <a:cubicBezTo>
                  <a:pt x="1908969" y="1994247"/>
                  <a:pt x="1950308" y="2081782"/>
                  <a:pt x="2003552" y="2162173"/>
                </a:cubicBezTo>
                <a:cubicBezTo>
                  <a:pt x="2058893" y="2245707"/>
                  <a:pt x="2127377" y="2320479"/>
                  <a:pt x="2213198" y="2371914"/>
                </a:cubicBezTo>
                <a:cubicBezTo>
                  <a:pt x="2324545" y="2438684"/>
                  <a:pt x="2455323" y="2461068"/>
                  <a:pt x="2585435" y="2467735"/>
                </a:cubicBezTo>
                <a:cubicBezTo>
                  <a:pt x="2705735" y="2473927"/>
                  <a:pt x="2826322" y="2466021"/>
                  <a:pt x="2946813" y="2467735"/>
                </a:cubicBezTo>
                <a:cubicBezTo>
                  <a:pt x="3032348" y="2468973"/>
                  <a:pt x="3117692" y="2475736"/>
                  <a:pt x="3202940" y="2482975"/>
                </a:cubicBezTo>
                <a:cubicBezTo>
                  <a:pt x="3308382" y="2491929"/>
                  <a:pt x="3404652" y="2506340"/>
                  <a:pt x="3518599" y="2516218"/>
                </a:cubicBezTo>
                <a:cubicBezTo>
                  <a:pt x="3632546" y="2526096"/>
                  <a:pt x="3762692" y="2545509"/>
                  <a:pt x="3886622" y="2542240"/>
                </a:cubicBezTo>
                <a:cubicBezTo>
                  <a:pt x="4010552" y="2538971"/>
                  <a:pt x="4116408" y="2610312"/>
                  <a:pt x="4262179" y="2496603"/>
                </a:cubicBezTo>
              </a:path>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5A6186E3-21D3-2BFB-9399-30CA97A0D65C}"/>
              </a:ext>
            </a:extLst>
          </p:cNvPr>
          <p:cNvSpPr/>
          <p:nvPr userDrawn="1"/>
        </p:nvSpPr>
        <p:spPr>
          <a:xfrm rot="2875594" flipV="1">
            <a:off x="-1214698" y="600750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D426478C-44CF-0797-6B4F-ED6487B081A1}"/>
              </a:ext>
            </a:extLst>
          </p:cNvPr>
          <p:cNvSpPr/>
          <p:nvPr userDrawn="1"/>
        </p:nvSpPr>
        <p:spPr>
          <a:xfrm rot="2875594" flipV="1">
            <a:off x="-687026" y="5261138"/>
            <a:ext cx="2490859" cy="150901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9266" h="2001290">
                <a:moveTo>
                  <a:pt x="0" y="1499991"/>
                </a:moveTo>
                <a:cubicBezTo>
                  <a:pt x="215149" y="1628319"/>
                  <a:pt x="536971" y="1376032"/>
                  <a:pt x="679659" y="1260480"/>
                </a:cubicBezTo>
                <a:cubicBezTo>
                  <a:pt x="822347" y="1144928"/>
                  <a:pt x="941085" y="1269927"/>
                  <a:pt x="1084676" y="1302715"/>
                </a:cubicBezTo>
                <a:cubicBezTo>
                  <a:pt x="1228267" y="1335503"/>
                  <a:pt x="1467402" y="1430259"/>
                  <a:pt x="1541203" y="1457207"/>
                </a:cubicBezTo>
                <a:cubicBezTo>
                  <a:pt x="1615004" y="1484155"/>
                  <a:pt x="1470355" y="1430516"/>
                  <a:pt x="1527480" y="1464405"/>
                </a:cubicBezTo>
                <a:cubicBezTo>
                  <a:pt x="1584605" y="1498294"/>
                  <a:pt x="1786064" y="1574967"/>
                  <a:pt x="1883952" y="1660540"/>
                </a:cubicBezTo>
                <a:cubicBezTo>
                  <a:pt x="1981840" y="1746113"/>
                  <a:pt x="2043724" y="1931528"/>
                  <a:pt x="2114809" y="1977842"/>
                </a:cubicBezTo>
                <a:cubicBezTo>
                  <a:pt x="2185894" y="2024156"/>
                  <a:pt x="2266486" y="1997065"/>
                  <a:pt x="2310462" y="1938422"/>
                </a:cubicBezTo>
                <a:cubicBezTo>
                  <a:pt x="2354438" y="1879779"/>
                  <a:pt x="2367227" y="1659926"/>
                  <a:pt x="2354706" y="1531531"/>
                </a:cubicBezTo>
                <a:cubicBezTo>
                  <a:pt x="2342185" y="1403136"/>
                  <a:pt x="2313855" y="1330894"/>
                  <a:pt x="2235334" y="1168049"/>
                </a:cubicBezTo>
                <a:cubicBezTo>
                  <a:pt x="2156813" y="1005204"/>
                  <a:pt x="1991922" y="705286"/>
                  <a:pt x="1883582" y="554463"/>
                </a:cubicBezTo>
                <a:cubicBezTo>
                  <a:pt x="1775242" y="403640"/>
                  <a:pt x="1703895" y="355522"/>
                  <a:pt x="1585297" y="263112"/>
                </a:cubicBezTo>
                <a:cubicBezTo>
                  <a:pt x="1466699" y="170702"/>
                  <a:pt x="1293565" y="60499"/>
                  <a:pt x="1171994" y="0"/>
                </a:cubicBezTo>
              </a:path>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CD8ECD6D-AE87-12B2-A574-BE3F5B462026}"/>
              </a:ext>
            </a:extLst>
          </p:cNvPr>
          <p:cNvSpPr/>
          <p:nvPr userDrawn="1"/>
        </p:nvSpPr>
        <p:spPr>
          <a:xfrm rot="2875594" flipV="1">
            <a:off x="-1214698" y="600750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9E39E167-B6B2-3CB8-AE21-906C6557A7E6}"/>
              </a:ext>
            </a:extLst>
          </p:cNvPr>
          <p:cNvSpPr/>
          <p:nvPr userDrawn="1"/>
        </p:nvSpPr>
        <p:spPr>
          <a:xfrm rot="2875594" flipV="1">
            <a:off x="-1214698" y="600750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7DAF3244-962B-3207-5CE3-CDD94F56FFB4}"/>
              </a:ext>
            </a:extLst>
          </p:cNvPr>
          <p:cNvSpPr/>
          <p:nvPr userDrawn="1"/>
        </p:nvSpPr>
        <p:spPr>
          <a:xfrm rot="2875594" flipV="1">
            <a:off x="-328974" y="5853030"/>
            <a:ext cx="1197270" cy="487838"/>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48" h="822093">
                <a:moveTo>
                  <a:pt x="0" y="719773"/>
                </a:moveTo>
                <a:cubicBezTo>
                  <a:pt x="158877" y="669957"/>
                  <a:pt x="482874" y="568176"/>
                  <a:pt x="740458" y="693110"/>
                </a:cubicBezTo>
                <a:cubicBezTo>
                  <a:pt x="998042" y="818044"/>
                  <a:pt x="1001745" y="697224"/>
                  <a:pt x="1124849" y="708791"/>
                </a:cubicBezTo>
                <a:cubicBezTo>
                  <a:pt x="1247953" y="720358"/>
                  <a:pt x="1441630" y="918442"/>
                  <a:pt x="1479080" y="762510"/>
                </a:cubicBezTo>
                <a:cubicBezTo>
                  <a:pt x="1516530" y="606578"/>
                  <a:pt x="1421107" y="549119"/>
                  <a:pt x="1306884" y="428504"/>
                </a:cubicBezTo>
                <a:cubicBezTo>
                  <a:pt x="1192661" y="307889"/>
                  <a:pt x="774990" y="139716"/>
                  <a:pt x="585522" y="0"/>
                </a:cubicBezTo>
              </a:path>
            </a:pathLst>
          </a:custGeom>
          <a:noFill/>
          <a:ln w="6350" cap="rnd">
            <a:solidFill>
              <a:schemeClr val="tx1">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713487ED-1EBF-FEDE-2074-D328B1D75C61}"/>
              </a:ext>
            </a:extLst>
          </p:cNvPr>
          <p:cNvSpPr/>
          <p:nvPr userDrawn="1"/>
        </p:nvSpPr>
        <p:spPr>
          <a:xfrm rot="2875594" flipV="1">
            <a:off x="51326" y="6239619"/>
            <a:ext cx="929428" cy="538371"/>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878068 w 878068"/>
              <a:gd name="connsiteY0" fmla="*/ 505090 h 505090"/>
              <a:gd name="connsiteX1" fmla="*/ 623275 w 878068"/>
              <a:gd name="connsiteY1" fmla="*/ 282777 h 505090"/>
              <a:gd name="connsiteX2" fmla="*/ 0 w 878068"/>
              <a:gd name="connsiteY2" fmla="*/ 0 h 505090"/>
              <a:gd name="connsiteX0" fmla="*/ 827490 w 827490"/>
              <a:gd name="connsiteY0" fmla="*/ 616321 h 616321"/>
              <a:gd name="connsiteX1" fmla="*/ 623275 w 827490"/>
              <a:gd name="connsiteY1" fmla="*/ 282777 h 616321"/>
              <a:gd name="connsiteX2" fmla="*/ 0 w 827490"/>
              <a:gd name="connsiteY2" fmla="*/ 0 h 616321"/>
              <a:gd name="connsiteX0" fmla="*/ 827490 w 827490"/>
              <a:gd name="connsiteY0" fmla="*/ 616321 h 616321"/>
              <a:gd name="connsiteX1" fmla="*/ 578231 w 827490"/>
              <a:gd name="connsiteY1" fmla="*/ 308799 h 616321"/>
              <a:gd name="connsiteX2" fmla="*/ 0 w 827490"/>
              <a:gd name="connsiteY2" fmla="*/ 0 h 616321"/>
            </a:gdLst>
            <a:ahLst/>
            <a:cxnLst>
              <a:cxn ang="0">
                <a:pos x="connsiteX0" y="connsiteY0"/>
              </a:cxn>
              <a:cxn ang="0">
                <a:pos x="connsiteX1" y="connsiteY1"/>
              </a:cxn>
              <a:cxn ang="0">
                <a:pos x="connsiteX2" y="connsiteY2"/>
              </a:cxn>
            </a:cxnLst>
            <a:rect l="l" t="t" r="r" b="b"/>
            <a:pathLst>
              <a:path w="827490" h="616321">
                <a:moveTo>
                  <a:pt x="827490" y="616321"/>
                </a:moveTo>
                <a:cubicBezTo>
                  <a:pt x="754719" y="529739"/>
                  <a:pt x="724576" y="392981"/>
                  <a:pt x="578231" y="308799"/>
                </a:cubicBezTo>
                <a:cubicBezTo>
                  <a:pt x="431886" y="224617"/>
                  <a:pt x="133922" y="8296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D013D9C7-6344-BED6-B1EA-8C32AE97FDDC}"/>
              </a:ext>
            </a:extLst>
          </p:cNvPr>
          <p:cNvSpPr/>
          <p:nvPr userDrawn="1"/>
        </p:nvSpPr>
        <p:spPr>
          <a:xfrm rot="2875594" flipV="1">
            <a:off x="-395297" y="5683839"/>
            <a:ext cx="1962465" cy="406249"/>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60818"/>
              <a:gd name="connsiteY0" fmla="*/ 451295 h 479312"/>
              <a:gd name="connsiteX1" fmla="*/ 335661 w 1760818"/>
              <a:gd name="connsiteY1" fmla="*/ 319373 h 479312"/>
              <a:gd name="connsiteX2" fmla="*/ 629984 w 1760818"/>
              <a:gd name="connsiteY2" fmla="*/ 264319 h 479312"/>
              <a:gd name="connsiteX3" fmla="*/ 878777 w 1760818"/>
              <a:gd name="connsiteY3" fmla="*/ 278702 h 479312"/>
              <a:gd name="connsiteX4" fmla="*/ 1024700 w 1760818"/>
              <a:gd name="connsiteY4" fmla="*/ 302609 h 479312"/>
              <a:gd name="connsiteX5" fmla="*/ 1316641 w 1760818"/>
              <a:gd name="connsiteY5" fmla="*/ 360045 h 479312"/>
              <a:gd name="connsiteX6" fmla="*/ 1527143 w 1760818"/>
              <a:gd name="connsiteY6" fmla="*/ 386334 h 479312"/>
              <a:gd name="connsiteX7" fmla="*/ 1704023 w 1760818"/>
              <a:gd name="connsiteY7" fmla="*/ 0 h 479312"/>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024700 w 1760818"/>
              <a:gd name="connsiteY4" fmla="*/ 302609 h 479311"/>
              <a:gd name="connsiteX5" fmla="*/ 1316641 w 1760818"/>
              <a:gd name="connsiteY5" fmla="*/ 360045 h 479311"/>
              <a:gd name="connsiteX6" fmla="*/ 1527143 w 1760818"/>
              <a:gd name="connsiteY6" fmla="*/ 386334 h 479311"/>
              <a:gd name="connsiteX7" fmla="*/ 1704023 w 1760818"/>
              <a:gd name="connsiteY7" fmla="*/ 0 h 479311"/>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316641 w 1760818"/>
              <a:gd name="connsiteY4" fmla="*/ 360045 h 479311"/>
              <a:gd name="connsiteX5" fmla="*/ 1527143 w 1760818"/>
              <a:gd name="connsiteY5" fmla="*/ 386334 h 479311"/>
              <a:gd name="connsiteX6" fmla="*/ 1704023 w 1760818"/>
              <a:gd name="connsiteY6" fmla="*/ 0 h 479311"/>
              <a:gd name="connsiteX0" fmla="*/ 0 w 1778975"/>
              <a:gd name="connsiteY0" fmla="*/ 451295 h 567158"/>
              <a:gd name="connsiteX1" fmla="*/ 335661 w 1778975"/>
              <a:gd name="connsiteY1" fmla="*/ 319373 h 567158"/>
              <a:gd name="connsiteX2" fmla="*/ 629984 w 1778975"/>
              <a:gd name="connsiteY2" fmla="*/ 264319 h 567158"/>
              <a:gd name="connsiteX3" fmla="*/ 878777 w 1778975"/>
              <a:gd name="connsiteY3" fmla="*/ 278702 h 567158"/>
              <a:gd name="connsiteX4" fmla="*/ 1316641 w 1778975"/>
              <a:gd name="connsiteY4" fmla="*/ 360045 h 567158"/>
              <a:gd name="connsiteX5" fmla="*/ 1631590 w 1778975"/>
              <a:gd name="connsiteY5" fmla="*/ 567105 h 567158"/>
              <a:gd name="connsiteX6" fmla="*/ 1704023 w 1778975"/>
              <a:gd name="connsiteY6" fmla="*/ 0 h 567158"/>
              <a:gd name="connsiteX0" fmla="*/ 0 w 1747224"/>
              <a:gd name="connsiteY0" fmla="*/ 349207 h 465070"/>
              <a:gd name="connsiteX1" fmla="*/ 335661 w 1747224"/>
              <a:gd name="connsiteY1" fmla="*/ 217285 h 465070"/>
              <a:gd name="connsiteX2" fmla="*/ 629984 w 1747224"/>
              <a:gd name="connsiteY2" fmla="*/ 162231 h 465070"/>
              <a:gd name="connsiteX3" fmla="*/ 878777 w 1747224"/>
              <a:gd name="connsiteY3" fmla="*/ 176614 h 465070"/>
              <a:gd name="connsiteX4" fmla="*/ 1316641 w 1747224"/>
              <a:gd name="connsiteY4" fmla="*/ 257957 h 465070"/>
              <a:gd name="connsiteX5" fmla="*/ 1631590 w 1747224"/>
              <a:gd name="connsiteY5" fmla="*/ 465017 h 465070"/>
              <a:gd name="connsiteX6" fmla="*/ 1661322 w 1747224"/>
              <a:gd name="connsiteY6" fmla="*/ 0 h 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7224" h="465070">
                <a:moveTo>
                  <a:pt x="0" y="349207"/>
                </a:moveTo>
                <a:cubicBezTo>
                  <a:pt x="61697" y="453147"/>
                  <a:pt x="257270" y="235764"/>
                  <a:pt x="335661" y="217285"/>
                </a:cubicBezTo>
                <a:cubicBezTo>
                  <a:pt x="433007" y="194330"/>
                  <a:pt x="516020" y="119186"/>
                  <a:pt x="629984" y="162231"/>
                </a:cubicBezTo>
                <a:cubicBezTo>
                  <a:pt x="707927" y="191671"/>
                  <a:pt x="764334" y="160660"/>
                  <a:pt x="878777" y="176614"/>
                </a:cubicBezTo>
                <a:cubicBezTo>
                  <a:pt x="993220" y="192568"/>
                  <a:pt x="1191172" y="209890"/>
                  <a:pt x="1316641" y="257957"/>
                </a:cubicBezTo>
                <a:cubicBezTo>
                  <a:pt x="1442110" y="306024"/>
                  <a:pt x="1560724" y="468446"/>
                  <a:pt x="1631590" y="465017"/>
                </a:cubicBezTo>
                <a:cubicBezTo>
                  <a:pt x="1696455" y="461874"/>
                  <a:pt x="1838868" y="391287"/>
                  <a:pt x="1661322" y="0"/>
                </a:cubicBezTo>
              </a:path>
            </a:pathLst>
          </a:custGeom>
          <a:noFill/>
          <a:ln w="6350" cap="rnd">
            <a:solidFill>
              <a:schemeClr val="tx1">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8A7558B4-1A19-E99D-FAAE-8FEAEE186A74}"/>
              </a:ext>
            </a:extLst>
          </p:cNvPr>
          <p:cNvSpPr/>
          <p:nvPr userDrawn="1"/>
        </p:nvSpPr>
        <p:spPr>
          <a:xfrm rot="2875594" flipV="1">
            <a:off x="1829829" y="5645533"/>
            <a:ext cx="2518245" cy="1681067"/>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447"/>
              <a:gd name="connsiteX1" fmla="*/ 939053 w 2506700"/>
              <a:gd name="connsiteY1" fmla="*/ 214042 h 1728447"/>
              <a:gd name="connsiteX2" fmla="*/ 660243 w 2506700"/>
              <a:gd name="connsiteY2" fmla="*/ 293448 h 1728447"/>
              <a:gd name="connsiteX3" fmla="*/ 436318 w 2506700"/>
              <a:gd name="connsiteY3" fmla="*/ 198732 h 1728447"/>
              <a:gd name="connsiteX4" fmla="*/ 193413 w 2506700"/>
              <a:gd name="connsiteY4" fmla="*/ 459846 h 1728447"/>
              <a:gd name="connsiteX5" fmla="*/ 308 w 2506700"/>
              <a:gd name="connsiteY5" fmla="*/ 858140 h 1728447"/>
              <a:gd name="connsiteX6" fmla="*/ 66423 w 2506700"/>
              <a:gd name="connsiteY6" fmla="*/ 1140531 h 1728447"/>
              <a:gd name="connsiteX7" fmla="*/ 207642 w 2506700"/>
              <a:gd name="connsiteY7" fmla="*/ 1363350 h 1728447"/>
              <a:gd name="connsiteX8" fmla="*/ 258654 w 2506700"/>
              <a:gd name="connsiteY8" fmla="*/ 1422551 h 1728447"/>
              <a:gd name="connsiteX9" fmla="*/ 449960 w 2506700"/>
              <a:gd name="connsiteY9" fmla="*/ 1572107 h 1728447"/>
              <a:gd name="connsiteX10" fmla="*/ 583477 w 2506700"/>
              <a:gd name="connsiteY10" fmla="*/ 1621529 h 1728447"/>
              <a:gd name="connsiteX11" fmla="*/ 958027 w 2506700"/>
              <a:gd name="connsiteY11" fmla="*/ 1666875 h 1728447"/>
              <a:gd name="connsiteX12" fmla="*/ 1200345 w 2506700"/>
              <a:gd name="connsiteY12" fmla="*/ 1666875 h 1728447"/>
              <a:gd name="connsiteX13" fmla="*/ 1743891 w 2506700"/>
              <a:gd name="connsiteY13" fmla="*/ 1686982 h 1728447"/>
              <a:gd name="connsiteX14" fmla="*/ 2058355 w 2506700"/>
              <a:gd name="connsiteY14" fmla="*/ 1669870 h 1728447"/>
              <a:gd name="connsiteX15" fmla="*/ 2388752 w 2506700"/>
              <a:gd name="connsiteY15" fmla="*/ 1715135 h 1728447"/>
              <a:gd name="connsiteX16" fmla="*/ 2506700 w 2506700"/>
              <a:gd name="connsiteY16" fmla="*/ 1683417 h 1728447"/>
              <a:gd name="connsiteX0" fmla="*/ 973740 w 2506700"/>
              <a:gd name="connsiteY0" fmla="*/ 0 h 1728447"/>
              <a:gd name="connsiteX1" fmla="*/ 939053 w 2506700"/>
              <a:gd name="connsiteY1" fmla="*/ 214042 h 1728447"/>
              <a:gd name="connsiteX2" fmla="*/ 660243 w 2506700"/>
              <a:gd name="connsiteY2" fmla="*/ 293448 h 1728447"/>
              <a:gd name="connsiteX3" fmla="*/ 436318 w 2506700"/>
              <a:gd name="connsiteY3" fmla="*/ 198732 h 1728447"/>
              <a:gd name="connsiteX4" fmla="*/ 193413 w 2506700"/>
              <a:gd name="connsiteY4" fmla="*/ 459846 h 1728447"/>
              <a:gd name="connsiteX5" fmla="*/ 308 w 2506700"/>
              <a:gd name="connsiteY5" fmla="*/ 858140 h 1728447"/>
              <a:gd name="connsiteX6" fmla="*/ 66423 w 2506700"/>
              <a:gd name="connsiteY6" fmla="*/ 1140531 h 1728447"/>
              <a:gd name="connsiteX7" fmla="*/ 207642 w 2506700"/>
              <a:gd name="connsiteY7" fmla="*/ 1363350 h 1728447"/>
              <a:gd name="connsiteX8" fmla="*/ 258654 w 2506700"/>
              <a:gd name="connsiteY8" fmla="*/ 1422551 h 1728447"/>
              <a:gd name="connsiteX9" fmla="*/ 449960 w 2506700"/>
              <a:gd name="connsiteY9" fmla="*/ 1572107 h 1728447"/>
              <a:gd name="connsiteX10" fmla="*/ 583477 w 2506700"/>
              <a:gd name="connsiteY10" fmla="*/ 1621529 h 1728447"/>
              <a:gd name="connsiteX11" fmla="*/ 958027 w 2506700"/>
              <a:gd name="connsiteY11" fmla="*/ 1666875 h 1728447"/>
              <a:gd name="connsiteX12" fmla="*/ 1395075 w 2506700"/>
              <a:gd name="connsiteY12" fmla="*/ 1689891 h 1728447"/>
              <a:gd name="connsiteX13" fmla="*/ 1743891 w 2506700"/>
              <a:gd name="connsiteY13" fmla="*/ 1686982 h 1728447"/>
              <a:gd name="connsiteX14" fmla="*/ 2058355 w 2506700"/>
              <a:gd name="connsiteY14" fmla="*/ 1669870 h 1728447"/>
              <a:gd name="connsiteX15" fmla="*/ 2388752 w 2506700"/>
              <a:gd name="connsiteY15" fmla="*/ 1715135 h 1728447"/>
              <a:gd name="connsiteX16" fmla="*/ 2506700 w 2506700"/>
              <a:gd name="connsiteY16" fmla="*/ 1683417 h 1728447"/>
              <a:gd name="connsiteX0" fmla="*/ 973740 w 2506700"/>
              <a:gd name="connsiteY0" fmla="*/ 0 h 1728447"/>
              <a:gd name="connsiteX1" fmla="*/ 939053 w 2506700"/>
              <a:gd name="connsiteY1" fmla="*/ 214042 h 1728447"/>
              <a:gd name="connsiteX2" fmla="*/ 660243 w 2506700"/>
              <a:gd name="connsiteY2" fmla="*/ 293448 h 1728447"/>
              <a:gd name="connsiteX3" fmla="*/ 436318 w 2506700"/>
              <a:gd name="connsiteY3" fmla="*/ 198732 h 1728447"/>
              <a:gd name="connsiteX4" fmla="*/ 193413 w 2506700"/>
              <a:gd name="connsiteY4" fmla="*/ 459846 h 1728447"/>
              <a:gd name="connsiteX5" fmla="*/ 308 w 2506700"/>
              <a:gd name="connsiteY5" fmla="*/ 858140 h 1728447"/>
              <a:gd name="connsiteX6" fmla="*/ 66423 w 2506700"/>
              <a:gd name="connsiteY6" fmla="*/ 1140531 h 1728447"/>
              <a:gd name="connsiteX7" fmla="*/ 207642 w 2506700"/>
              <a:gd name="connsiteY7" fmla="*/ 1363350 h 1728447"/>
              <a:gd name="connsiteX8" fmla="*/ 258654 w 2506700"/>
              <a:gd name="connsiteY8" fmla="*/ 1422551 h 1728447"/>
              <a:gd name="connsiteX9" fmla="*/ 449960 w 2506700"/>
              <a:gd name="connsiteY9" fmla="*/ 1572107 h 1728447"/>
              <a:gd name="connsiteX10" fmla="*/ 583477 w 2506700"/>
              <a:gd name="connsiteY10" fmla="*/ 1621529 h 1728447"/>
              <a:gd name="connsiteX11" fmla="*/ 958027 w 2506700"/>
              <a:gd name="connsiteY11" fmla="*/ 1666875 h 1728447"/>
              <a:gd name="connsiteX12" fmla="*/ 1395075 w 2506700"/>
              <a:gd name="connsiteY12" fmla="*/ 1689891 h 1728447"/>
              <a:gd name="connsiteX13" fmla="*/ 1743891 w 2506700"/>
              <a:gd name="connsiteY13" fmla="*/ 1686982 h 1728447"/>
              <a:gd name="connsiteX14" fmla="*/ 2058355 w 2506700"/>
              <a:gd name="connsiteY14" fmla="*/ 1669870 h 1728447"/>
              <a:gd name="connsiteX15" fmla="*/ 2388752 w 2506700"/>
              <a:gd name="connsiteY15" fmla="*/ 1715135 h 1728447"/>
              <a:gd name="connsiteX16" fmla="*/ 2506700 w 2506700"/>
              <a:gd name="connsiteY16" fmla="*/ 1683417 h 1728447"/>
              <a:gd name="connsiteX0" fmla="*/ 973740 w 2506700"/>
              <a:gd name="connsiteY0" fmla="*/ 0 h 1714053"/>
              <a:gd name="connsiteX1" fmla="*/ 939053 w 2506700"/>
              <a:gd name="connsiteY1" fmla="*/ 214042 h 1714053"/>
              <a:gd name="connsiteX2" fmla="*/ 660243 w 2506700"/>
              <a:gd name="connsiteY2" fmla="*/ 293448 h 1714053"/>
              <a:gd name="connsiteX3" fmla="*/ 436318 w 2506700"/>
              <a:gd name="connsiteY3" fmla="*/ 198732 h 1714053"/>
              <a:gd name="connsiteX4" fmla="*/ 193413 w 2506700"/>
              <a:gd name="connsiteY4" fmla="*/ 459846 h 1714053"/>
              <a:gd name="connsiteX5" fmla="*/ 308 w 2506700"/>
              <a:gd name="connsiteY5" fmla="*/ 858140 h 1714053"/>
              <a:gd name="connsiteX6" fmla="*/ 66423 w 2506700"/>
              <a:gd name="connsiteY6" fmla="*/ 1140531 h 1714053"/>
              <a:gd name="connsiteX7" fmla="*/ 207642 w 2506700"/>
              <a:gd name="connsiteY7" fmla="*/ 1363350 h 1714053"/>
              <a:gd name="connsiteX8" fmla="*/ 258654 w 2506700"/>
              <a:gd name="connsiteY8" fmla="*/ 1422551 h 1714053"/>
              <a:gd name="connsiteX9" fmla="*/ 449960 w 2506700"/>
              <a:gd name="connsiteY9" fmla="*/ 1572107 h 1714053"/>
              <a:gd name="connsiteX10" fmla="*/ 583477 w 2506700"/>
              <a:gd name="connsiteY10" fmla="*/ 1621529 h 1714053"/>
              <a:gd name="connsiteX11" fmla="*/ 958027 w 2506700"/>
              <a:gd name="connsiteY11" fmla="*/ 1666875 h 1714053"/>
              <a:gd name="connsiteX12" fmla="*/ 1395075 w 2506700"/>
              <a:gd name="connsiteY12" fmla="*/ 1689891 h 1714053"/>
              <a:gd name="connsiteX13" fmla="*/ 1743891 w 2506700"/>
              <a:gd name="connsiteY13" fmla="*/ 1686982 h 1714053"/>
              <a:gd name="connsiteX14" fmla="*/ 2058355 w 2506700"/>
              <a:gd name="connsiteY14" fmla="*/ 1669870 h 1714053"/>
              <a:gd name="connsiteX15" fmla="*/ 2506700 w 2506700"/>
              <a:gd name="connsiteY15" fmla="*/ 1683417 h 1714053"/>
              <a:gd name="connsiteX0" fmla="*/ 973740 w 2547313"/>
              <a:gd name="connsiteY0" fmla="*/ 0 h 1728406"/>
              <a:gd name="connsiteX1" fmla="*/ 939053 w 2547313"/>
              <a:gd name="connsiteY1" fmla="*/ 214042 h 1728406"/>
              <a:gd name="connsiteX2" fmla="*/ 660243 w 2547313"/>
              <a:gd name="connsiteY2" fmla="*/ 293448 h 1728406"/>
              <a:gd name="connsiteX3" fmla="*/ 436318 w 2547313"/>
              <a:gd name="connsiteY3" fmla="*/ 198732 h 1728406"/>
              <a:gd name="connsiteX4" fmla="*/ 193413 w 2547313"/>
              <a:gd name="connsiteY4" fmla="*/ 459846 h 1728406"/>
              <a:gd name="connsiteX5" fmla="*/ 308 w 2547313"/>
              <a:gd name="connsiteY5" fmla="*/ 858140 h 1728406"/>
              <a:gd name="connsiteX6" fmla="*/ 66423 w 2547313"/>
              <a:gd name="connsiteY6" fmla="*/ 1140531 h 1728406"/>
              <a:gd name="connsiteX7" fmla="*/ 207642 w 2547313"/>
              <a:gd name="connsiteY7" fmla="*/ 1363350 h 1728406"/>
              <a:gd name="connsiteX8" fmla="*/ 258654 w 2547313"/>
              <a:gd name="connsiteY8" fmla="*/ 1422551 h 1728406"/>
              <a:gd name="connsiteX9" fmla="*/ 449960 w 2547313"/>
              <a:gd name="connsiteY9" fmla="*/ 1572107 h 1728406"/>
              <a:gd name="connsiteX10" fmla="*/ 583477 w 2547313"/>
              <a:gd name="connsiteY10" fmla="*/ 1621529 h 1728406"/>
              <a:gd name="connsiteX11" fmla="*/ 958027 w 2547313"/>
              <a:gd name="connsiteY11" fmla="*/ 1666875 h 1728406"/>
              <a:gd name="connsiteX12" fmla="*/ 1395075 w 2547313"/>
              <a:gd name="connsiteY12" fmla="*/ 1689891 h 1728406"/>
              <a:gd name="connsiteX13" fmla="*/ 1743891 w 2547313"/>
              <a:gd name="connsiteY13" fmla="*/ 1686982 h 1728406"/>
              <a:gd name="connsiteX14" fmla="*/ 2058355 w 2547313"/>
              <a:gd name="connsiteY14" fmla="*/ 1669870 h 1728406"/>
              <a:gd name="connsiteX15" fmla="*/ 2547313 w 2547313"/>
              <a:gd name="connsiteY15" fmla="*/ 1728406 h 1728406"/>
              <a:gd name="connsiteX0" fmla="*/ 973740 w 2547313"/>
              <a:gd name="connsiteY0" fmla="*/ 0 h 1731481"/>
              <a:gd name="connsiteX1" fmla="*/ 939053 w 2547313"/>
              <a:gd name="connsiteY1" fmla="*/ 214042 h 1731481"/>
              <a:gd name="connsiteX2" fmla="*/ 660243 w 2547313"/>
              <a:gd name="connsiteY2" fmla="*/ 293448 h 1731481"/>
              <a:gd name="connsiteX3" fmla="*/ 436318 w 2547313"/>
              <a:gd name="connsiteY3" fmla="*/ 198732 h 1731481"/>
              <a:gd name="connsiteX4" fmla="*/ 193413 w 2547313"/>
              <a:gd name="connsiteY4" fmla="*/ 459846 h 1731481"/>
              <a:gd name="connsiteX5" fmla="*/ 308 w 2547313"/>
              <a:gd name="connsiteY5" fmla="*/ 858140 h 1731481"/>
              <a:gd name="connsiteX6" fmla="*/ 66423 w 2547313"/>
              <a:gd name="connsiteY6" fmla="*/ 1140531 h 1731481"/>
              <a:gd name="connsiteX7" fmla="*/ 207642 w 2547313"/>
              <a:gd name="connsiteY7" fmla="*/ 1363350 h 1731481"/>
              <a:gd name="connsiteX8" fmla="*/ 258654 w 2547313"/>
              <a:gd name="connsiteY8" fmla="*/ 1422551 h 1731481"/>
              <a:gd name="connsiteX9" fmla="*/ 449960 w 2547313"/>
              <a:gd name="connsiteY9" fmla="*/ 1572107 h 1731481"/>
              <a:gd name="connsiteX10" fmla="*/ 583477 w 2547313"/>
              <a:gd name="connsiteY10" fmla="*/ 1621529 h 1731481"/>
              <a:gd name="connsiteX11" fmla="*/ 958027 w 2547313"/>
              <a:gd name="connsiteY11" fmla="*/ 1666875 h 1731481"/>
              <a:gd name="connsiteX12" fmla="*/ 1395075 w 2547313"/>
              <a:gd name="connsiteY12" fmla="*/ 1689891 h 1731481"/>
              <a:gd name="connsiteX13" fmla="*/ 1743891 w 2547313"/>
              <a:gd name="connsiteY13" fmla="*/ 1686982 h 1731481"/>
              <a:gd name="connsiteX14" fmla="*/ 2058355 w 2547313"/>
              <a:gd name="connsiteY14" fmla="*/ 1669870 h 1731481"/>
              <a:gd name="connsiteX15" fmla="*/ 2547313 w 2547313"/>
              <a:gd name="connsiteY15" fmla="*/ 1728406 h 1731481"/>
              <a:gd name="connsiteX0" fmla="*/ 973740 w 2547313"/>
              <a:gd name="connsiteY0" fmla="*/ 0 h 1731481"/>
              <a:gd name="connsiteX1" fmla="*/ 939053 w 2547313"/>
              <a:gd name="connsiteY1" fmla="*/ 214042 h 1731481"/>
              <a:gd name="connsiteX2" fmla="*/ 660243 w 2547313"/>
              <a:gd name="connsiteY2" fmla="*/ 293448 h 1731481"/>
              <a:gd name="connsiteX3" fmla="*/ 436318 w 2547313"/>
              <a:gd name="connsiteY3" fmla="*/ 198732 h 1731481"/>
              <a:gd name="connsiteX4" fmla="*/ 148561 w 2547313"/>
              <a:gd name="connsiteY4" fmla="*/ 461284 h 1731481"/>
              <a:gd name="connsiteX5" fmla="*/ 308 w 2547313"/>
              <a:gd name="connsiteY5" fmla="*/ 858140 h 1731481"/>
              <a:gd name="connsiteX6" fmla="*/ 66423 w 2547313"/>
              <a:gd name="connsiteY6" fmla="*/ 1140531 h 1731481"/>
              <a:gd name="connsiteX7" fmla="*/ 207642 w 2547313"/>
              <a:gd name="connsiteY7" fmla="*/ 1363350 h 1731481"/>
              <a:gd name="connsiteX8" fmla="*/ 258654 w 2547313"/>
              <a:gd name="connsiteY8" fmla="*/ 1422551 h 1731481"/>
              <a:gd name="connsiteX9" fmla="*/ 449960 w 2547313"/>
              <a:gd name="connsiteY9" fmla="*/ 1572107 h 1731481"/>
              <a:gd name="connsiteX10" fmla="*/ 583477 w 2547313"/>
              <a:gd name="connsiteY10" fmla="*/ 1621529 h 1731481"/>
              <a:gd name="connsiteX11" fmla="*/ 958027 w 2547313"/>
              <a:gd name="connsiteY11" fmla="*/ 1666875 h 1731481"/>
              <a:gd name="connsiteX12" fmla="*/ 1395075 w 2547313"/>
              <a:gd name="connsiteY12" fmla="*/ 1689891 h 1731481"/>
              <a:gd name="connsiteX13" fmla="*/ 1743891 w 2547313"/>
              <a:gd name="connsiteY13" fmla="*/ 1686982 h 1731481"/>
              <a:gd name="connsiteX14" fmla="*/ 2058355 w 2547313"/>
              <a:gd name="connsiteY14" fmla="*/ 1669870 h 1731481"/>
              <a:gd name="connsiteX15" fmla="*/ 2547313 w 2547313"/>
              <a:gd name="connsiteY15" fmla="*/ 1728406 h 1731481"/>
              <a:gd name="connsiteX0" fmla="*/ 973740 w 2547313"/>
              <a:gd name="connsiteY0" fmla="*/ 0 h 1731481"/>
              <a:gd name="connsiteX1" fmla="*/ 939053 w 2547313"/>
              <a:gd name="connsiteY1" fmla="*/ 214042 h 1731481"/>
              <a:gd name="connsiteX2" fmla="*/ 660243 w 2547313"/>
              <a:gd name="connsiteY2" fmla="*/ 293448 h 1731481"/>
              <a:gd name="connsiteX3" fmla="*/ 436318 w 2547313"/>
              <a:gd name="connsiteY3" fmla="*/ 198732 h 1731481"/>
              <a:gd name="connsiteX4" fmla="*/ 148561 w 2547313"/>
              <a:gd name="connsiteY4" fmla="*/ 461284 h 1731481"/>
              <a:gd name="connsiteX5" fmla="*/ 308 w 2547313"/>
              <a:gd name="connsiteY5" fmla="*/ 858140 h 1731481"/>
              <a:gd name="connsiteX6" fmla="*/ 66423 w 2547313"/>
              <a:gd name="connsiteY6" fmla="*/ 1140531 h 1731481"/>
              <a:gd name="connsiteX7" fmla="*/ 207642 w 2547313"/>
              <a:gd name="connsiteY7" fmla="*/ 1363350 h 1731481"/>
              <a:gd name="connsiteX8" fmla="*/ 258654 w 2547313"/>
              <a:gd name="connsiteY8" fmla="*/ 1422551 h 1731481"/>
              <a:gd name="connsiteX9" fmla="*/ 449960 w 2547313"/>
              <a:gd name="connsiteY9" fmla="*/ 1572107 h 1731481"/>
              <a:gd name="connsiteX10" fmla="*/ 583477 w 2547313"/>
              <a:gd name="connsiteY10" fmla="*/ 1621529 h 1731481"/>
              <a:gd name="connsiteX11" fmla="*/ 958027 w 2547313"/>
              <a:gd name="connsiteY11" fmla="*/ 1666875 h 1731481"/>
              <a:gd name="connsiteX12" fmla="*/ 1743891 w 2547313"/>
              <a:gd name="connsiteY12" fmla="*/ 1686982 h 1731481"/>
              <a:gd name="connsiteX13" fmla="*/ 2058355 w 2547313"/>
              <a:gd name="connsiteY13" fmla="*/ 1669870 h 1731481"/>
              <a:gd name="connsiteX14" fmla="*/ 2547313 w 2547313"/>
              <a:gd name="connsiteY14" fmla="*/ 1728406 h 1731481"/>
              <a:gd name="connsiteX0" fmla="*/ 973740 w 2547313"/>
              <a:gd name="connsiteY0" fmla="*/ 0 h 1731797"/>
              <a:gd name="connsiteX1" fmla="*/ 939053 w 2547313"/>
              <a:gd name="connsiteY1" fmla="*/ 214042 h 1731797"/>
              <a:gd name="connsiteX2" fmla="*/ 660243 w 2547313"/>
              <a:gd name="connsiteY2" fmla="*/ 293448 h 1731797"/>
              <a:gd name="connsiteX3" fmla="*/ 436318 w 2547313"/>
              <a:gd name="connsiteY3" fmla="*/ 198732 h 1731797"/>
              <a:gd name="connsiteX4" fmla="*/ 148561 w 2547313"/>
              <a:gd name="connsiteY4" fmla="*/ 461284 h 1731797"/>
              <a:gd name="connsiteX5" fmla="*/ 308 w 2547313"/>
              <a:gd name="connsiteY5" fmla="*/ 858140 h 1731797"/>
              <a:gd name="connsiteX6" fmla="*/ 66423 w 2547313"/>
              <a:gd name="connsiteY6" fmla="*/ 1140531 h 1731797"/>
              <a:gd name="connsiteX7" fmla="*/ 207642 w 2547313"/>
              <a:gd name="connsiteY7" fmla="*/ 1363350 h 1731797"/>
              <a:gd name="connsiteX8" fmla="*/ 258654 w 2547313"/>
              <a:gd name="connsiteY8" fmla="*/ 1422551 h 1731797"/>
              <a:gd name="connsiteX9" fmla="*/ 449960 w 2547313"/>
              <a:gd name="connsiteY9" fmla="*/ 1572107 h 1731797"/>
              <a:gd name="connsiteX10" fmla="*/ 583477 w 2547313"/>
              <a:gd name="connsiteY10" fmla="*/ 1621529 h 1731797"/>
              <a:gd name="connsiteX11" fmla="*/ 958027 w 2547313"/>
              <a:gd name="connsiteY11" fmla="*/ 1666875 h 1731797"/>
              <a:gd name="connsiteX12" fmla="*/ 1664294 w 2547313"/>
              <a:gd name="connsiteY12" fmla="*/ 1638134 h 1731797"/>
              <a:gd name="connsiteX13" fmla="*/ 2058355 w 2547313"/>
              <a:gd name="connsiteY13" fmla="*/ 1669870 h 1731797"/>
              <a:gd name="connsiteX14" fmla="*/ 2547313 w 2547313"/>
              <a:gd name="connsiteY14" fmla="*/ 1728406 h 1731797"/>
              <a:gd name="connsiteX0" fmla="*/ 973740 w 2547313"/>
              <a:gd name="connsiteY0" fmla="*/ 0 h 1731797"/>
              <a:gd name="connsiteX1" fmla="*/ 939053 w 2547313"/>
              <a:gd name="connsiteY1" fmla="*/ 214042 h 1731797"/>
              <a:gd name="connsiteX2" fmla="*/ 660243 w 2547313"/>
              <a:gd name="connsiteY2" fmla="*/ 293448 h 1731797"/>
              <a:gd name="connsiteX3" fmla="*/ 436318 w 2547313"/>
              <a:gd name="connsiteY3" fmla="*/ 198732 h 1731797"/>
              <a:gd name="connsiteX4" fmla="*/ 148561 w 2547313"/>
              <a:gd name="connsiteY4" fmla="*/ 461284 h 1731797"/>
              <a:gd name="connsiteX5" fmla="*/ 308 w 2547313"/>
              <a:gd name="connsiteY5" fmla="*/ 858140 h 1731797"/>
              <a:gd name="connsiteX6" fmla="*/ 66423 w 2547313"/>
              <a:gd name="connsiteY6" fmla="*/ 1140531 h 1731797"/>
              <a:gd name="connsiteX7" fmla="*/ 207642 w 2547313"/>
              <a:gd name="connsiteY7" fmla="*/ 1363350 h 1731797"/>
              <a:gd name="connsiteX8" fmla="*/ 258654 w 2547313"/>
              <a:gd name="connsiteY8" fmla="*/ 1422551 h 1731797"/>
              <a:gd name="connsiteX9" fmla="*/ 449960 w 2547313"/>
              <a:gd name="connsiteY9" fmla="*/ 1572107 h 1731797"/>
              <a:gd name="connsiteX10" fmla="*/ 583477 w 2547313"/>
              <a:gd name="connsiteY10" fmla="*/ 1621529 h 1731797"/>
              <a:gd name="connsiteX11" fmla="*/ 1081037 w 2547313"/>
              <a:gd name="connsiteY11" fmla="*/ 1669432 h 1731797"/>
              <a:gd name="connsiteX12" fmla="*/ 1664294 w 2547313"/>
              <a:gd name="connsiteY12" fmla="*/ 1638134 h 1731797"/>
              <a:gd name="connsiteX13" fmla="*/ 2058355 w 2547313"/>
              <a:gd name="connsiteY13" fmla="*/ 1669870 h 1731797"/>
              <a:gd name="connsiteX14" fmla="*/ 2547313 w 2547313"/>
              <a:gd name="connsiteY14" fmla="*/ 1728406 h 1731797"/>
              <a:gd name="connsiteX0" fmla="*/ 973740 w 2518245"/>
              <a:gd name="connsiteY0" fmla="*/ 0 h 1684448"/>
              <a:gd name="connsiteX1" fmla="*/ 939053 w 2518245"/>
              <a:gd name="connsiteY1" fmla="*/ 214042 h 1684448"/>
              <a:gd name="connsiteX2" fmla="*/ 660243 w 2518245"/>
              <a:gd name="connsiteY2" fmla="*/ 293448 h 1684448"/>
              <a:gd name="connsiteX3" fmla="*/ 436318 w 2518245"/>
              <a:gd name="connsiteY3" fmla="*/ 198732 h 1684448"/>
              <a:gd name="connsiteX4" fmla="*/ 148561 w 2518245"/>
              <a:gd name="connsiteY4" fmla="*/ 461284 h 1684448"/>
              <a:gd name="connsiteX5" fmla="*/ 308 w 2518245"/>
              <a:gd name="connsiteY5" fmla="*/ 858140 h 1684448"/>
              <a:gd name="connsiteX6" fmla="*/ 66423 w 2518245"/>
              <a:gd name="connsiteY6" fmla="*/ 1140531 h 1684448"/>
              <a:gd name="connsiteX7" fmla="*/ 207642 w 2518245"/>
              <a:gd name="connsiteY7" fmla="*/ 1363350 h 1684448"/>
              <a:gd name="connsiteX8" fmla="*/ 258654 w 2518245"/>
              <a:gd name="connsiteY8" fmla="*/ 1422551 h 1684448"/>
              <a:gd name="connsiteX9" fmla="*/ 449960 w 2518245"/>
              <a:gd name="connsiteY9" fmla="*/ 1572107 h 1684448"/>
              <a:gd name="connsiteX10" fmla="*/ 583477 w 2518245"/>
              <a:gd name="connsiteY10" fmla="*/ 1621529 h 1684448"/>
              <a:gd name="connsiteX11" fmla="*/ 1081037 w 2518245"/>
              <a:gd name="connsiteY11" fmla="*/ 1669432 h 1684448"/>
              <a:gd name="connsiteX12" fmla="*/ 1664294 w 2518245"/>
              <a:gd name="connsiteY12" fmla="*/ 1638134 h 1684448"/>
              <a:gd name="connsiteX13" fmla="*/ 2058355 w 2518245"/>
              <a:gd name="connsiteY13" fmla="*/ 1669870 h 1684448"/>
              <a:gd name="connsiteX14" fmla="*/ 2518245 w 2518245"/>
              <a:gd name="connsiteY14" fmla="*/ 1676544 h 1684448"/>
              <a:gd name="connsiteX0" fmla="*/ 973740 w 2518245"/>
              <a:gd name="connsiteY0" fmla="*/ 0 h 1681067"/>
              <a:gd name="connsiteX1" fmla="*/ 939053 w 2518245"/>
              <a:gd name="connsiteY1" fmla="*/ 214042 h 1681067"/>
              <a:gd name="connsiteX2" fmla="*/ 660243 w 2518245"/>
              <a:gd name="connsiteY2" fmla="*/ 293448 h 1681067"/>
              <a:gd name="connsiteX3" fmla="*/ 436318 w 2518245"/>
              <a:gd name="connsiteY3" fmla="*/ 198732 h 1681067"/>
              <a:gd name="connsiteX4" fmla="*/ 148561 w 2518245"/>
              <a:gd name="connsiteY4" fmla="*/ 461284 h 1681067"/>
              <a:gd name="connsiteX5" fmla="*/ 308 w 2518245"/>
              <a:gd name="connsiteY5" fmla="*/ 858140 h 1681067"/>
              <a:gd name="connsiteX6" fmla="*/ 66423 w 2518245"/>
              <a:gd name="connsiteY6" fmla="*/ 1140531 h 1681067"/>
              <a:gd name="connsiteX7" fmla="*/ 207642 w 2518245"/>
              <a:gd name="connsiteY7" fmla="*/ 1363350 h 1681067"/>
              <a:gd name="connsiteX8" fmla="*/ 258654 w 2518245"/>
              <a:gd name="connsiteY8" fmla="*/ 1422551 h 1681067"/>
              <a:gd name="connsiteX9" fmla="*/ 449960 w 2518245"/>
              <a:gd name="connsiteY9" fmla="*/ 1572107 h 1681067"/>
              <a:gd name="connsiteX10" fmla="*/ 583477 w 2518245"/>
              <a:gd name="connsiteY10" fmla="*/ 1621529 h 1681067"/>
              <a:gd name="connsiteX11" fmla="*/ 1081037 w 2518245"/>
              <a:gd name="connsiteY11" fmla="*/ 1669432 h 1681067"/>
              <a:gd name="connsiteX12" fmla="*/ 1664294 w 2518245"/>
              <a:gd name="connsiteY12" fmla="*/ 1638134 h 1681067"/>
              <a:gd name="connsiteX13" fmla="*/ 2058355 w 2518245"/>
              <a:gd name="connsiteY13" fmla="*/ 1669870 h 1681067"/>
              <a:gd name="connsiteX14" fmla="*/ 2518245 w 2518245"/>
              <a:gd name="connsiteY14" fmla="*/ 1676544 h 1681067"/>
              <a:gd name="connsiteX0" fmla="*/ 973740 w 2518245"/>
              <a:gd name="connsiteY0" fmla="*/ 0 h 1681067"/>
              <a:gd name="connsiteX1" fmla="*/ 939053 w 2518245"/>
              <a:gd name="connsiteY1" fmla="*/ 214042 h 1681067"/>
              <a:gd name="connsiteX2" fmla="*/ 660243 w 2518245"/>
              <a:gd name="connsiteY2" fmla="*/ 293448 h 1681067"/>
              <a:gd name="connsiteX3" fmla="*/ 436318 w 2518245"/>
              <a:gd name="connsiteY3" fmla="*/ 198732 h 1681067"/>
              <a:gd name="connsiteX4" fmla="*/ 148561 w 2518245"/>
              <a:gd name="connsiteY4" fmla="*/ 461284 h 1681067"/>
              <a:gd name="connsiteX5" fmla="*/ 308 w 2518245"/>
              <a:gd name="connsiteY5" fmla="*/ 858140 h 1681067"/>
              <a:gd name="connsiteX6" fmla="*/ 66423 w 2518245"/>
              <a:gd name="connsiteY6" fmla="*/ 1140531 h 1681067"/>
              <a:gd name="connsiteX7" fmla="*/ 207642 w 2518245"/>
              <a:gd name="connsiteY7" fmla="*/ 1363350 h 1681067"/>
              <a:gd name="connsiteX8" fmla="*/ 449960 w 2518245"/>
              <a:gd name="connsiteY8" fmla="*/ 1572107 h 1681067"/>
              <a:gd name="connsiteX9" fmla="*/ 583477 w 2518245"/>
              <a:gd name="connsiteY9" fmla="*/ 1621529 h 1681067"/>
              <a:gd name="connsiteX10" fmla="*/ 1081037 w 2518245"/>
              <a:gd name="connsiteY10" fmla="*/ 1669432 h 1681067"/>
              <a:gd name="connsiteX11" fmla="*/ 1664294 w 2518245"/>
              <a:gd name="connsiteY11" fmla="*/ 1638134 h 1681067"/>
              <a:gd name="connsiteX12" fmla="*/ 2058355 w 2518245"/>
              <a:gd name="connsiteY12" fmla="*/ 1669870 h 1681067"/>
              <a:gd name="connsiteX13" fmla="*/ 2518245 w 2518245"/>
              <a:gd name="connsiteY13" fmla="*/ 1676544 h 1681067"/>
              <a:gd name="connsiteX0" fmla="*/ 973740 w 2518245"/>
              <a:gd name="connsiteY0" fmla="*/ 0 h 1681067"/>
              <a:gd name="connsiteX1" fmla="*/ 939053 w 2518245"/>
              <a:gd name="connsiteY1" fmla="*/ 214042 h 1681067"/>
              <a:gd name="connsiteX2" fmla="*/ 660243 w 2518245"/>
              <a:gd name="connsiteY2" fmla="*/ 293448 h 1681067"/>
              <a:gd name="connsiteX3" fmla="*/ 436318 w 2518245"/>
              <a:gd name="connsiteY3" fmla="*/ 198732 h 1681067"/>
              <a:gd name="connsiteX4" fmla="*/ 148561 w 2518245"/>
              <a:gd name="connsiteY4" fmla="*/ 461284 h 1681067"/>
              <a:gd name="connsiteX5" fmla="*/ 308 w 2518245"/>
              <a:gd name="connsiteY5" fmla="*/ 858140 h 1681067"/>
              <a:gd name="connsiteX6" fmla="*/ 66423 w 2518245"/>
              <a:gd name="connsiteY6" fmla="*/ 1140531 h 1681067"/>
              <a:gd name="connsiteX7" fmla="*/ 207642 w 2518245"/>
              <a:gd name="connsiteY7" fmla="*/ 1363350 h 1681067"/>
              <a:gd name="connsiteX8" fmla="*/ 419562 w 2518245"/>
              <a:gd name="connsiteY8" fmla="*/ 1546298 h 1681067"/>
              <a:gd name="connsiteX9" fmla="*/ 583477 w 2518245"/>
              <a:gd name="connsiteY9" fmla="*/ 1621529 h 1681067"/>
              <a:gd name="connsiteX10" fmla="*/ 1081037 w 2518245"/>
              <a:gd name="connsiteY10" fmla="*/ 1669432 h 1681067"/>
              <a:gd name="connsiteX11" fmla="*/ 1664294 w 2518245"/>
              <a:gd name="connsiteY11" fmla="*/ 1638134 h 1681067"/>
              <a:gd name="connsiteX12" fmla="*/ 2058355 w 2518245"/>
              <a:gd name="connsiteY12" fmla="*/ 1669870 h 1681067"/>
              <a:gd name="connsiteX13" fmla="*/ 2518245 w 2518245"/>
              <a:gd name="connsiteY13" fmla="*/ 1676544 h 168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18245" h="1681067">
                <a:moveTo>
                  <a:pt x="973740" y="0"/>
                </a:moveTo>
                <a:cubicBezTo>
                  <a:pt x="962293" y="22454"/>
                  <a:pt x="991303" y="165134"/>
                  <a:pt x="939053" y="214042"/>
                </a:cubicBezTo>
                <a:cubicBezTo>
                  <a:pt x="886804" y="262950"/>
                  <a:pt x="744032" y="296000"/>
                  <a:pt x="660243" y="293448"/>
                </a:cubicBezTo>
                <a:cubicBezTo>
                  <a:pt x="576454" y="290896"/>
                  <a:pt x="521598" y="170759"/>
                  <a:pt x="436318" y="198732"/>
                </a:cubicBezTo>
                <a:cubicBezTo>
                  <a:pt x="351038" y="226705"/>
                  <a:pt x="221229" y="351383"/>
                  <a:pt x="148561" y="461284"/>
                </a:cubicBezTo>
                <a:cubicBezTo>
                  <a:pt x="75893" y="571185"/>
                  <a:pt x="5549" y="713117"/>
                  <a:pt x="308" y="858140"/>
                </a:cubicBezTo>
                <a:cubicBezTo>
                  <a:pt x="-3224" y="954573"/>
                  <a:pt x="23951" y="1049756"/>
                  <a:pt x="66423" y="1140531"/>
                </a:cubicBezTo>
                <a:cubicBezTo>
                  <a:pt x="102905" y="1218576"/>
                  <a:pt x="148786" y="1295722"/>
                  <a:pt x="207642" y="1363350"/>
                </a:cubicBezTo>
                <a:cubicBezTo>
                  <a:pt x="266499" y="1430978"/>
                  <a:pt x="356923" y="1503268"/>
                  <a:pt x="419562" y="1546298"/>
                </a:cubicBezTo>
                <a:cubicBezTo>
                  <a:pt x="482201" y="1589328"/>
                  <a:pt x="473231" y="1601007"/>
                  <a:pt x="583477" y="1621529"/>
                </a:cubicBezTo>
                <a:cubicBezTo>
                  <a:pt x="693723" y="1642051"/>
                  <a:pt x="900901" y="1666665"/>
                  <a:pt x="1081037" y="1669432"/>
                </a:cubicBezTo>
                <a:cubicBezTo>
                  <a:pt x="1261173" y="1672199"/>
                  <a:pt x="1501408" y="1638061"/>
                  <a:pt x="1664294" y="1638134"/>
                </a:cubicBezTo>
                <a:cubicBezTo>
                  <a:pt x="1827180" y="1638207"/>
                  <a:pt x="1938034" y="1707506"/>
                  <a:pt x="2058355" y="1669870"/>
                </a:cubicBezTo>
                <a:cubicBezTo>
                  <a:pt x="2178676" y="1632234"/>
                  <a:pt x="2365915" y="1694965"/>
                  <a:pt x="2518245" y="1676544"/>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68975CE3-BE0F-15E6-2C98-359260470D8B}"/>
              </a:ext>
            </a:extLst>
          </p:cNvPr>
          <p:cNvSpPr/>
          <p:nvPr userDrawn="1"/>
        </p:nvSpPr>
        <p:spPr>
          <a:xfrm rot="2875594" flipV="1">
            <a:off x="2221380" y="5930812"/>
            <a:ext cx="2025916" cy="1171446"/>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66893" h="1232916">
                <a:moveTo>
                  <a:pt x="1082818" y="0"/>
                </a:moveTo>
                <a:cubicBezTo>
                  <a:pt x="1069993" y="39313"/>
                  <a:pt x="1088472" y="151030"/>
                  <a:pt x="1058427" y="200888"/>
                </a:cubicBezTo>
                <a:cubicBezTo>
                  <a:pt x="1028383" y="250747"/>
                  <a:pt x="968989" y="284757"/>
                  <a:pt x="902551" y="299151"/>
                </a:cubicBezTo>
                <a:cubicBezTo>
                  <a:pt x="851841" y="310134"/>
                  <a:pt x="798563" y="306640"/>
                  <a:pt x="746675" y="299151"/>
                </a:cubicBezTo>
                <a:cubicBezTo>
                  <a:pt x="675531" y="288834"/>
                  <a:pt x="605778" y="273109"/>
                  <a:pt x="534419" y="263624"/>
                </a:cubicBezTo>
                <a:cubicBezTo>
                  <a:pt x="446158" y="251892"/>
                  <a:pt x="354793" y="250478"/>
                  <a:pt x="271026" y="274107"/>
                </a:cubicBezTo>
                <a:cubicBezTo>
                  <a:pt x="218068" y="289001"/>
                  <a:pt x="170996" y="313962"/>
                  <a:pt x="131304" y="345162"/>
                </a:cubicBezTo>
                <a:cubicBezTo>
                  <a:pt x="82520" y="383437"/>
                  <a:pt x="45610" y="430031"/>
                  <a:pt x="23786" y="481117"/>
                </a:cubicBezTo>
                <a:cubicBezTo>
                  <a:pt x="1319" y="533451"/>
                  <a:pt x="-3602" y="589115"/>
                  <a:pt x="2282" y="644195"/>
                </a:cubicBezTo>
                <a:cubicBezTo>
                  <a:pt x="11161" y="727648"/>
                  <a:pt x="43256" y="808522"/>
                  <a:pt x="88298" y="884652"/>
                </a:cubicBezTo>
                <a:cubicBezTo>
                  <a:pt x="106699" y="915728"/>
                  <a:pt x="127453" y="945931"/>
                  <a:pt x="151164" y="974564"/>
                </a:cubicBezTo>
                <a:cubicBezTo>
                  <a:pt x="174874" y="1003196"/>
                  <a:pt x="201539" y="1030258"/>
                  <a:pt x="231762" y="1055053"/>
                </a:cubicBezTo>
                <a:cubicBezTo>
                  <a:pt x="312107" y="1120950"/>
                  <a:pt x="412458" y="1171370"/>
                  <a:pt x="524683" y="1196248"/>
                </a:cubicBezTo>
                <a:cubicBezTo>
                  <a:pt x="558277" y="1203736"/>
                  <a:pt x="592512" y="1208728"/>
                  <a:pt x="627068" y="1212389"/>
                </a:cubicBezTo>
                <a:cubicBezTo>
                  <a:pt x="756304" y="1226034"/>
                  <a:pt x="907833" y="1239348"/>
                  <a:pt x="1017130" y="1229530"/>
                </a:cubicBezTo>
                <a:cubicBezTo>
                  <a:pt x="1126427" y="1219712"/>
                  <a:pt x="1168806" y="1158305"/>
                  <a:pt x="1282851" y="1153479"/>
                </a:cubicBezTo>
                <a:cubicBezTo>
                  <a:pt x="1341692" y="1150983"/>
                  <a:pt x="1441580" y="1204427"/>
                  <a:pt x="1535467" y="1205317"/>
                </a:cubicBezTo>
                <a:cubicBezTo>
                  <a:pt x="1629354" y="1206207"/>
                  <a:pt x="1740935" y="1159279"/>
                  <a:pt x="1846173" y="1158820"/>
                </a:cubicBezTo>
                <a:cubicBezTo>
                  <a:pt x="1951411" y="1158361"/>
                  <a:pt x="2100041" y="1273076"/>
                  <a:pt x="2166893" y="120256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2" name="Freeform: Shape 21">
            <a:extLst>
              <a:ext uri="{FF2B5EF4-FFF2-40B4-BE49-F238E27FC236}">
                <a16:creationId xmlns:a16="http://schemas.microsoft.com/office/drawing/2014/main" id="{C94139A9-ED4B-1A1E-06CB-E78531274D62}"/>
              </a:ext>
            </a:extLst>
          </p:cNvPr>
          <p:cNvSpPr/>
          <p:nvPr userDrawn="1"/>
        </p:nvSpPr>
        <p:spPr>
          <a:xfrm rot="2875594" flipV="1">
            <a:off x="2862933" y="6301731"/>
            <a:ext cx="1191330" cy="581244"/>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699038 w 1736717"/>
              <a:gd name="connsiteY2" fmla="*/ 410232 h 845468"/>
              <a:gd name="connsiteX3" fmla="*/ 443601 w 1736717"/>
              <a:gd name="connsiteY3" fmla="*/ 334732 h 845468"/>
              <a:gd name="connsiteX4" fmla="*/ 134723 w 1736717"/>
              <a:gd name="connsiteY4" fmla="*/ 286976 h 845468"/>
              <a:gd name="connsiteX5" fmla="*/ 20904 w 1736717"/>
              <a:gd name="connsiteY5" fmla="*/ 469366 h 845468"/>
              <a:gd name="connsiteX6" fmla="*/ 2519 w 1736717"/>
              <a:gd name="connsiteY6" fmla="*/ 585160 h 845468"/>
              <a:gd name="connsiteX7" fmla="*/ 52852 w 1736717"/>
              <a:gd name="connsiteY7" fmla="*/ 709318 h 845468"/>
              <a:gd name="connsiteX8" fmla="*/ 85202 w 1736717"/>
              <a:gd name="connsiteY8" fmla="*/ 744220 h 845468"/>
              <a:gd name="connsiteX9" fmla="*/ 403278 w 1736717"/>
              <a:gd name="connsiteY9" fmla="*/ 839496 h 845468"/>
              <a:gd name="connsiteX10" fmla="*/ 804257 w 1736717"/>
              <a:gd name="connsiteY10" fmla="*/ 828256 h 845468"/>
              <a:gd name="connsiteX11" fmla="*/ 1076201 w 1736717"/>
              <a:gd name="connsiteY11" fmla="*/ 772232 h 845468"/>
              <a:gd name="connsiteX12" fmla="*/ 1548418 w 1736717"/>
              <a:gd name="connsiteY12" fmla="*/ 834109 h 845468"/>
              <a:gd name="connsiteX13" fmla="*/ 1736717 w 1736717"/>
              <a:gd name="connsiteY13" fmla="*/ 747285 h 845468"/>
              <a:gd name="connsiteX0" fmla="*/ 1076327 w 1736717"/>
              <a:gd name="connsiteY0" fmla="*/ 0 h 845468"/>
              <a:gd name="connsiteX1" fmla="*/ 1050987 w 1736717"/>
              <a:gd name="connsiteY1" fmla="*/ 114401 h 845468"/>
              <a:gd name="connsiteX2" fmla="*/ 443601 w 1736717"/>
              <a:gd name="connsiteY2" fmla="*/ 334732 h 845468"/>
              <a:gd name="connsiteX3" fmla="*/ 134723 w 1736717"/>
              <a:gd name="connsiteY3" fmla="*/ 286976 h 845468"/>
              <a:gd name="connsiteX4" fmla="*/ 20904 w 1736717"/>
              <a:gd name="connsiteY4" fmla="*/ 469366 h 845468"/>
              <a:gd name="connsiteX5" fmla="*/ 2519 w 1736717"/>
              <a:gd name="connsiteY5" fmla="*/ 585160 h 845468"/>
              <a:gd name="connsiteX6" fmla="*/ 52852 w 1736717"/>
              <a:gd name="connsiteY6" fmla="*/ 709318 h 845468"/>
              <a:gd name="connsiteX7" fmla="*/ 85202 w 1736717"/>
              <a:gd name="connsiteY7" fmla="*/ 744220 h 845468"/>
              <a:gd name="connsiteX8" fmla="*/ 403278 w 1736717"/>
              <a:gd name="connsiteY8" fmla="*/ 839496 h 845468"/>
              <a:gd name="connsiteX9" fmla="*/ 804257 w 1736717"/>
              <a:gd name="connsiteY9" fmla="*/ 828256 h 845468"/>
              <a:gd name="connsiteX10" fmla="*/ 1076201 w 1736717"/>
              <a:gd name="connsiteY10" fmla="*/ 772232 h 845468"/>
              <a:gd name="connsiteX11" fmla="*/ 1548418 w 1736717"/>
              <a:gd name="connsiteY11" fmla="*/ 834109 h 845468"/>
              <a:gd name="connsiteX12" fmla="*/ 1736717 w 1736717"/>
              <a:gd name="connsiteY12" fmla="*/ 747285 h 845468"/>
              <a:gd name="connsiteX0" fmla="*/ 1076327 w 1736717"/>
              <a:gd name="connsiteY0" fmla="*/ 0 h 845468"/>
              <a:gd name="connsiteX1" fmla="*/ 443601 w 1736717"/>
              <a:gd name="connsiteY1" fmla="*/ 334732 h 845468"/>
              <a:gd name="connsiteX2" fmla="*/ 134723 w 1736717"/>
              <a:gd name="connsiteY2" fmla="*/ 286976 h 845468"/>
              <a:gd name="connsiteX3" fmla="*/ 20904 w 1736717"/>
              <a:gd name="connsiteY3" fmla="*/ 469366 h 845468"/>
              <a:gd name="connsiteX4" fmla="*/ 2519 w 1736717"/>
              <a:gd name="connsiteY4" fmla="*/ 585160 h 845468"/>
              <a:gd name="connsiteX5" fmla="*/ 52852 w 1736717"/>
              <a:gd name="connsiteY5" fmla="*/ 709318 h 845468"/>
              <a:gd name="connsiteX6" fmla="*/ 85202 w 1736717"/>
              <a:gd name="connsiteY6" fmla="*/ 744220 h 845468"/>
              <a:gd name="connsiteX7" fmla="*/ 403278 w 1736717"/>
              <a:gd name="connsiteY7" fmla="*/ 839496 h 845468"/>
              <a:gd name="connsiteX8" fmla="*/ 804257 w 1736717"/>
              <a:gd name="connsiteY8" fmla="*/ 828256 h 845468"/>
              <a:gd name="connsiteX9" fmla="*/ 1076201 w 1736717"/>
              <a:gd name="connsiteY9" fmla="*/ 772232 h 845468"/>
              <a:gd name="connsiteX10" fmla="*/ 1548418 w 1736717"/>
              <a:gd name="connsiteY10" fmla="*/ 834109 h 845468"/>
              <a:gd name="connsiteX11" fmla="*/ 1736717 w 1736717"/>
              <a:gd name="connsiteY11" fmla="*/ 747285 h 845468"/>
              <a:gd name="connsiteX0" fmla="*/ 1076327 w 1736717"/>
              <a:gd name="connsiteY0" fmla="*/ 0 h 845468"/>
              <a:gd name="connsiteX1" fmla="*/ 471996 w 1736717"/>
              <a:gd name="connsiteY1" fmla="*/ 174532 h 845468"/>
              <a:gd name="connsiteX2" fmla="*/ 134723 w 1736717"/>
              <a:gd name="connsiteY2" fmla="*/ 286976 h 845468"/>
              <a:gd name="connsiteX3" fmla="*/ 20904 w 1736717"/>
              <a:gd name="connsiteY3" fmla="*/ 469366 h 845468"/>
              <a:gd name="connsiteX4" fmla="*/ 2519 w 1736717"/>
              <a:gd name="connsiteY4" fmla="*/ 585160 h 845468"/>
              <a:gd name="connsiteX5" fmla="*/ 52852 w 1736717"/>
              <a:gd name="connsiteY5" fmla="*/ 709318 h 845468"/>
              <a:gd name="connsiteX6" fmla="*/ 85202 w 1736717"/>
              <a:gd name="connsiteY6" fmla="*/ 744220 h 845468"/>
              <a:gd name="connsiteX7" fmla="*/ 403278 w 1736717"/>
              <a:gd name="connsiteY7" fmla="*/ 839496 h 845468"/>
              <a:gd name="connsiteX8" fmla="*/ 804257 w 1736717"/>
              <a:gd name="connsiteY8" fmla="*/ 828256 h 845468"/>
              <a:gd name="connsiteX9" fmla="*/ 1076201 w 1736717"/>
              <a:gd name="connsiteY9" fmla="*/ 772232 h 845468"/>
              <a:gd name="connsiteX10" fmla="*/ 1548418 w 1736717"/>
              <a:gd name="connsiteY10" fmla="*/ 834109 h 845468"/>
              <a:gd name="connsiteX11" fmla="*/ 1736717 w 1736717"/>
              <a:gd name="connsiteY11" fmla="*/ 747285 h 845468"/>
              <a:gd name="connsiteX0" fmla="*/ 1076327 w 1736717"/>
              <a:gd name="connsiteY0" fmla="*/ 0 h 839716"/>
              <a:gd name="connsiteX1" fmla="*/ 471996 w 1736717"/>
              <a:gd name="connsiteY1" fmla="*/ 174532 h 839716"/>
              <a:gd name="connsiteX2" fmla="*/ 134723 w 1736717"/>
              <a:gd name="connsiteY2" fmla="*/ 286976 h 839716"/>
              <a:gd name="connsiteX3" fmla="*/ 20904 w 1736717"/>
              <a:gd name="connsiteY3" fmla="*/ 469366 h 839716"/>
              <a:gd name="connsiteX4" fmla="*/ 2519 w 1736717"/>
              <a:gd name="connsiteY4" fmla="*/ 585160 h 839716"/>
              <a:gd name="connsiteX5" fmla="*/ 52852 w 1736717"/>
              <a:gd name="connsiteY5" fmla="*/ 709318 h 839716"/>
              <a:gd name="connsiteX6" fmla="*/ 85202 w 1736717"/>
              <a:gd name="connsiteY6" fmla="*/ 744220 h 839716"/>
              <a:gd name="connsiteX7" fmla="*/ 403278 w 1736717"/>
              <a:gd name="connsiteY7" fmla="*/ 839496 h 839716"/>
              <a:gd name="connsiteX8" fmla="*/ 1076201 w 1736717"/>
              <a:gd name="connsiteY8" fmla="*/ 772232 h 839716"/>
              <a:gd name="connsiteX9" fmla="*/ 1548418 w 1736717"/>
              <a:gd name="connsiteY9" fmla="*/ 834109 h 839716"/>
              <a:gd name="connsiteX10" fmla="*/ 1736717 w 1736717"/>
              <a:gd name="connsiteY10" fmla="*/ 747285 h 83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717" h="839716">
                <a:moveTo>
                  <a:pt x="1076327" y="0"/>
                </a:moveTo>
                <a:lnTo>
                  <a:pt x="471996" y="174532"/>
                </a:lnTo>
                <a:cubicBezTo>
                  <a:pt x="319285" y="203294"/>
                  <a:pt x="209905" y="237837"/>
                  <a:pt x="134723" y="286976"/>
                </a:cubicBezTo>
                <a:cubicBezTo>
                  <a:pt x="59541" y="336115"/>
                  <a:pt x="51732" y="416642"/>
                  <a:pt x="20904" y="469366"/>
                </a:cubicBezTo>
                <a:cubicBezTo>
                  <a:pt x="-14" y="505228"/>
                  <a:pt x="-3206" y="545551"/>
                  <a:pt x="2519" y="585160"/>
                </a:cubicBezTo>
                <a:cubicBezTo>
                  <a:pt x="8877" y="629118"/>
                  <a:pt x="24710" y="672223"/>
                  <a:pt x="52852" y="709318"/>
                </a:cubicBezTo>
                <a:cubicBezTo>
                  <a:pt x="62233" y="721683"/>
                  <a:pt x="72981" y="733381"/>
                  <a:pt x="85202" y="744220"/>
                </a:cubicBezTo>
                <a:cubicBezTo>
                  <a:pt x="164144" y="813357"/>
                  <a:pt x="238112" y="834827"/>
                  <a:pt x="403278" y="839496"/>
                </a:cubicBezTo>
                <a:cubicBezTo>
                  <a:pt x="568444" y="844165"/>
                  <a:pt x="885344" y="773130"/>
                  <a:pt x="1076201" y="772232"/>
                </a:cubicBezTo>
                <a:cubicBezTo>
                  <a:pt x="1200228" y="773207"/>
                  <a:pt x="1391968" y="852397"/>
                  <a:pt x="1548418" y="834109"/>
                </a:cubicBezTo>
                <a:cubicBezTo>
                  <a:pt x="1649427" y="837548"/>
                  <a:pt x="1736717" y="747285"/>
                  <a:pt x="1736717" y="74728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3DED1994-3F13-37B8-C286-32D03F4F812D}"/>
              </a:ext>
            </a:extLst>
          </p:cNvPr>
          <p:cNvSpPr/>
          <p:nvPr userDrawn="1"/>
        </p:nvSpPr>
        <p:spPr>
          <a:xfrm rot="9306195" flipV="1">
            <a:off x="-281508" y="1388382"/>
            <a:ext cx="7085138" cy="2247367"/>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75523" h="2572757">
                <a:moveTo>
                  <a:pt x="0" y="16433"/>
                </a:moveTo>
                <a:cubicBezTo>
                  <a:pt x="139871" y="72325"/>
                  <a:pt x="348037" y="-4303"/>
                  <a:pt x="545140" y="102642"/>
                </a:cubicBezTo>
                <a:cubicBezTo>
                  <a:pt x="742243" y="209587"/>
                  <a:pt x="1060284" y="444622"/>
                  <a:pt x="1182621" y="658103"/>
                </a:cubicBezTo>
                <a:cubicBezTo>
                  <a:pt x="1304958" y="871584"/>
                  <a:pt x="1435323" y="906562"/>
                  <a:pt x="1538613" y="924956"/>
                </a:cubicBezTo>
                <a:cubicBezTo>
                  <a:pt x="1641903" y="943350"/>
                  <a:pt x="1749705" y="856975"/>
                  <a:pt x="1802363" y="768467"/>
                </a:cubicBezTo>
                <a:cubicBezTo>
                  <a:pt x="1855021" y="679959"/>
                  <a:pt x="1866738" y="500316"/>
                  <a:pt x="1854562" y="393906"/>
                </a:cubicBezTo>
                <a:cubicBezTo>
                  <a:pt x="1848710" y="288728"/>
                  <a:pt x="1877297" y="170846"/>
                  <a:pt x="1906438" y="106613"/>
                </a:cubicBezTo>
                <a:cubicBezTo>
                  <a:pt x="1935579" y="42380"/>
                  <a:pt x="1974828" y="22507"/>
                  <a:pt x="2029406" y="8506"/>
                </a:cubicBezTo>
                <a:cubicBezTo>
                  <a:pt x="2089699" y="-6925"/>
                  <a:pt x="2153326" y="-1019"/>
                  <a:pt x="2210476" y="23460"/>
                </a:cubicBezTo>
                <a:cubicBezTo>
                  <a:pt x="2253720" y="41938"/>
                  <a:pt x="2291915" y="70609"/>
                  <a:pt x="2320109" y="108232"/>
                </a:cubicBezTo>
                <a:cubicBezTo>
                  <a:pt x="2368496" y="172621"/>
                  <a:pt x="2381640" y="255489"/>
                  <a:pt x="2373258" y="335975"/>
                </a:cubicBezTo>
                <a:cubicBezTo>
                  <a:pt x="2361257" y="451418"/>
                  <a:pt x="2293762" y="566920"/>
                  <a:pt x="2268579" y="666778"/>
                </a:cubicBezTo>
                <a:cubicBezTo>
                  <a:pt x="2243396" y="766636"/>
                  <a:pt x="2213208" y="858637"/>
                  <a:pt x="2222162" y="935123"/>
                </a:cubicBezTo>
                <a:cubicBezTo>
                  <a:pt x="2232734" y="1025801"/>
                  <a:pt x="2207407" y="1064372"/>
                  <a:pt x="2296025" y="1253270"/>
                </a:cubicBezTo>
                <a:cubicBezTo>
                  <a:pt x="2384643" y="1442168"/>
                  <a:pt x="2637673" y="1898904"/>
                  <a:pt x="2753868" y="2068511"/>
                </a:cubicBezTo>
                <a:cubicBezTo>
                  <a:pt x="2870063" y="2238118"/>
                  <a:pt x="2854778" y="2228692"/>
                  <a:pt x="2993194" y="2270914"/>
                </a:cubicBezTo>
                <a:cubicBezTo>
                  <a:pt x="3131610" y="2313136"/>
                  <a:pt x="3427763" y="2307160"/>
                  <a:pt x="3584362" y="2321843"/>
                </a:cubicBezTo>
                <a:cubicBezTo>
                  <a:pt x="3740961" y="2336526"/>
                  <a:pt x="3778407" y="2320277"/>
                  <a:pt x="3932786" y="2359010"/>
                </a:cubicBezTo>
                <a:cubicBezTo>
                  <a:pt x="4087165" y="2397743"/>
                  <a:pt x="4347642" y="2530673"/>
                  <a:pt x="4510634" y="2554243"/>
                </a:cubicBezTo>
                <a:cubicBezTo>
                  <a:pt x="4673626" y="2577813"/>
                  <a:pt x="4774481" y="2594996"/>
                  <a:pt x="4910742" y="2500430"/>
                </a:cubicBezTo>
                <a:cubicBezTo>
                  <a:pt x="5047003" y="2405864"/>
                  <a:pt x="5211019" y="2096565"/>
                  <a:pt x="5328199" y="1986848"/>
                </a:cubicBezTo>
                <a:cubicBezTo>
                  <a:pt x="5445379" y="1877131"/>
                  <a:pt x="5533654" y="1917307"/>
                  <a:pt x="5613821" y="1842127"/>
                </a:cubicBezTo>
                <a:cubicBezTo>
                  <a:pt x="5693988" y="1766947"/>
                  <a:pt x="5718945" y="1618744"/>
                  <a:pt x="5809201" y="1535767"/>
                </a:cubicBezTo>
                <a:cubicBezTo>
                  <a:pt x="5899458" y="1452790"/>
                  <a:pt x="6077640" y="1409959"/>
                  <a:pt x="6155360" y="1344267"/>
                </a:cubicBezTo>
                <a:cubicBezTo>
                  <a:pt x="6233080" y="1278575"/>
                  <a:pt x="6199690" y="1300506"/>
                  <a:pt x="6275523" y="1141617"/>
                </a:cubicBezTo>
              </a:path>
            </a:pathLst>
          </a:custGeom>
          <a:noFill/>
          <a:ln w="6350" cap="rnd">
            <a:solidFill>
              <a:schemeClr val="tx1">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8CC2299D-F8DE-4722-B827-E8C81E3D361A}"/>
              </a:ext>
            </a:extLst>
          </p:cNvPr>
          <p:cNvSpPr/>
          <p:nvPr userDrawn="1"/>
        </p:nvSpPr>
        <p:spPr>
          <a:xfrm rot="9306195" flipV="1">
            <a:off x="4095475" y="-134217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A2FD908D-9255-F2D7-DF85-3C7FED27F79B}"/>
              </a:ext>
            </a:extLst>
          </p:cNvPr>
          <p:cNvSpPr/>
          <p:nvPr userDrawn="1"/>
        </p:nvSpPr>
        <p:spPr>
          <a:xfrm rot="9306195" flipV="1">
            <a:off x="-288674" y="1253044"/>
            <a:ext cx="6731547" cy="2169696"/>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17272" h="2483841">
                <a:moveTo>
                  <a:pt x="5917272" y="1133007"/>
                </a:moveTo>
                <a:cubicBezTo>
                  <a:pt x="5835297" y="1306307"/>
                  <a:pt x="5792007" y="1355543"/>
                  <a:pt x="5709091" y="1435768"/>
                </a:cubicBezTo>
                <a:cubicBezTo>
                  <a:pt x="5626175" y="1515994"/>
                  <a:pt x="5518923" y="1523941"/>
                  <a:pt x="5419775" y="1614360"/>
                </a:cubicBezTo>
                <a:cubicBezTo>
                  <a:pt x="5320627" y="1704779"/>
                  <a:pt x="5222275" y="1871943"/>
                  <a:pt x="5114202" y="1978282"/>
                </a:cubicBezTo>
                <a:cubicBezTo>
                  <a:pt x="5006129" y="2084621"/>
                  <a:pt x="4858992" y="2180975"/>
                  <a:pt x="4771336" y="2252393"/>
                </a:cubicBezTo>
                <a:cubicBezTo>
                  <a:pt x="4683680" y="2323812"/>
                  <a:pt x="4657226" y="2366026"/>
                  <a:pt x="4588265" y="2406793"/>
                </a:cubicBezTo>
                <a:cubicBezTo>
                  <a:pt x="4502350" y="2457561"/>
                  <a:pt x="4403385" y="2479945"/>
                  <a:pt x="4303563" y="2483374"/>
                </a:cubicBezTo>
                <a:cubicBezTo>
                  <a:pt x="4126398" y="2489470"/>
                  <a:pt x="3953900" y="2434320"/>
                  <a:pt x="3777212" y="2416318"/>
                </a:cubicBezTo>
                <a:cubicBezTo>
                  <a:pt x="3590617" y="2397363"/>
                  <a:pt x="3402688" y="2419556"/>
                  <a:pt x="3214951" y="2416318"/>
                </a:cubicBezTo>
                <a:cubicBezTo>
                  <a:pt x="3133226" y="2414889"/>
                  <a:pt x="3051502" y="2408317"/>
                  <a:pt x="2971492" y="2391267"/>
                </a:cubicBezTo>
                <a:cubicBezTo>
                  <a:pt x="2833760" y="2361930"/>
                  <a:pt x="2702982" y="2301732"/>
                  <a:pt x="2605160" y="2200862"/>
                </a:cubicBezTo>
                <a:cubicBezTo>
                  <a:pt x="2517911" y="2110851"/>
                  <a:pt x="2464190" y="1995408"/>
                  <a:pt x="2409898" y="1881966"/>
                </a:cubicBezTo>
                <a:cubicBezTo>
                  <a:pt x="2355796" y="1768904"/>
                  <a:pt x="2300360" y="1656413"/>
                  <a:pt x="2250354" y="1541542"/>
                </a:cubicBezTo>
                <a:cubicBezTo>
                  <a:pt x="2207682" y="1443625"/>
                  <a:pt x="2169106" y="1343231"/>
                  <a:pt x="2157295" y="1237313"/>
                </a:cubicBezTo>
                <a:cubicBezTo>
                  <a:pt x="2140626" y="1087199"/>
                  <a:pt x="2179202" y="938324"/>
                  <a:pt x="2223779" y="793448"/>
                </a:cubicBezTo>
                <a:cubicBezTo>
                  <a:pt x="2266451" y="654860"/>
                  <a:pt x="2316743" y="513890"/>
                  <a:pt x="2288549" y="372824"/>
                </a:cubicBezTo>
                <a:cubicBezTo>
                  <a:pt x="2272833" y="294148"/>
                  <a:pt x="2234066" y="221377"/>
                  <a:pt x="2173868" y="168323"/>
                </a:cubicBezTo>
                <a:cubicBezTo>
                  <a:pt x="2133768" y="132985"/>
                  <a:pt x="2086048" y="108029"/>
                  <a:pt x="2037661" y="85169"/>
                </a:cubicBezTo>
                <a:cubicBezTo>
                  <a:pt x="1938029" y="38306"/>
                  <a:pt x="1833064" y="-1794"/>
                  <a:pt x="1723622" y="3731"/>
                </a:cubicBezTo>
                <a:cubicBezTo>
                  <a:pt x="1657423" y="7064"/>
                  <a:pt x="1625087" y="-23729"/>
                  <a:pt x="1530835" y="48593"/>
                </a:cubicBezTo>
                <a:cubicBezTo>
                  <a:pt x="1436583" y="120915"/>
                  <a:pt x="1325762" y="411862"/>
                  <a:pt x="1158112" y="437665"/>
                </a:cubicBezTo>
                <a:cubicBezTo>
                  <a:pt x="990462" y="463468"/>
                  <a:pt x="648761" y="361308"/>
                  <a:pt x="503936" y="237742"/>
                </a:cubicBezTo>
                <a:cubicBezTo>
                  <a:pt x="361336" y="115236"/>
                  <a:pt x="179640" y="36630"/>
                  <a:pt x="0" y="97038"/>
                </a:cubicBezTo>
              </a:path>
            </a:pathLst>
          </a:custGeom>
          <a:noFill/>
          <a:ln w="6350" cap="rnd">
            <a:solidFill>
              <a:schemeClr val="tx1">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C14AAF0D-9AE7-4CDE-F5A6-2036C6DE2143}"/>
              </a:ext>
            </a:extLst>
          </p:cNvPr>
          <p:cNvSpPr/>
          <p:nvPr userDrawn="1"/>
        </p:nvSpPr>
        <p:spPr>
          <a:xfrm rot="9306195" flipV="1">
            <a:off x="-255838" y="1150075"/>
            <a:ext cx="6449781" cy="2188451"/>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42377" h="2505314">
                <a:moveTo>
                  <a:pt x="0" y="151629"/>
                </a:moveTo>
                <a:cubicBezTo>
                  <a:pt x="182928" y="120988"/>
                  <a:pt x="487036" y="348436"/>
                  <a:pt x="643106" y="366424"/>
                </a:cubicBezTo>
                <a:cubicBezTo>
                  <a:pt x="799176" y="384412"/>
                  <a:pt x="953472" y="344704"/>
                  <a:pt x="1077182" y="209214"/>
                </a:cubicBezTo>
                <a:cubicBezTo>
                  <a:pt x="1200892" y="73724"/>
                  <a:pt x="1396151" y="-33332"/>
                  <a:pt x="1684632" y="9612"/>
                </a:cubicBezTo>
                <a:cubicBezTo>
                  <a:pt x="1973113" y="52556"/>
                  <a:pt x="2156024" y="156678"/>
                  <a:pt x="2285278" y="230687"/>
                </a:cubicBezTo>
                <a:cubicBezTo>
                  <a:pt x="2414532" y="304696"/>
                  <a:pt x="2435964" y="359275"/>
                  <a:pt x="2460157" y="453667"/>
                </a:cubicBezTo>
                <a:cubicBezTo>
                  <a:pt x="2482350" y="540535"/>
                  <a:pt x="2463491" y="630832"/>
                  <a:pt x="2431106" y="715033"/>
                </a:cubicBezTo>
                <a:cubicBezTo>
                  <a:pt x="2389386" y="823142"/>
                  <a:pt x="2327855" y="922393"/>
                  <a:pt x="2287564" y="1030978"/>
                </a:cubicBezTo>
                <a:cubicBezTo>
                  <a:pt x="2226604" y="1195189"/>
                  <a:pt x="2217651" y="1374259"/>
                  <a:pt x="2255941" y="1545137"/>
                </a:cubicBezTo>
                <a:cubicBezTo>
                  <a:pt x="2281754" y="1660104"/>
                  <a:pt x="2330046" y="1768308"/>
                  <a:pt x="2379385" y="1875464"/>
                </a:cubicBezTo>
                <a:cubicBezTo>
                  <a:pt x="2419771" y="1963189"/>
                  <a:pt x="2461110" y="2050724"/>
                  <a:pt x="2514354" y="2131115"/>
                </a:cubicBezTo>
                <a:cubicBezTo>
                  <a:pt x="2569695" y="2214649"/>
                  <a:pt x="2638179" y="2289421"/>
                  <a:pt x="2724000" y="2340856"/>
                </a:cubicBezTo>
                <a:cubicBezTo>
                  <a:pt x="2835347" y="2407626"/>
                  <a:pt x="2966125" y="2430010"/>
                  <a:pt x="3096237" y="2436677"/>
                </a:cubicBezTo>
                <a:cubicBezTo>
                  <a:pt x="3216537" y="2442869"/>
                  <a:pt x="3337124" y="2434963"/>
                  <a:pt x="3457615" y="2436677"/>
                </a:cubicBezTo>
                <a:cubicBezTo>
                  <a:pt x="3543150" y="2437915"/>
                  <a:pt x="3628494" y="2444678"/>
                  <a:pt x="3713742" y="2451917"/>
                </a:cubicBezTo>
                <a:cubicBezTo>
                  <a:pt x="3819184" y="2460871"/>
                  <a:pt x="3924721" y="2469729"/>
                  <a:pt x="4029401" y="2485160"/>
                </a:cubicBezTo>
                <a:cubicBezTo>
                  <a:pt x="4116936" y="2498018"/>
                  <a:pt x="4205518" y="2516687"/>
                  <a:pt x="4291053" y="2496208"/>
                </a:cubicBezTo>
                <a:cubicBezTo>
                  <a:pt x="4352108" y="2481635"/>
                  <a:pt x="4377493" y="2455871"/>
                  <a:pt x="4458597" y="2413055"/>
                </a:cubicBezTo>
                <a:cubicBezTo>
                  <a:pt x="4539701" y="2370239"/>
                  <a:pt x="4655649" y="2358035"/>
                  <a:pt x="4777675" y="2239314"/>
                </a:cubicBezTo>
                <a:cubicBezTo>
                  <a:pt x="4899701" y="2120593"/>
                  <a:pt x="5077817" y="1825126"/>
                  <a:pt x="5190753" y="1700730"/>
                </a:cubicBezTo>
                <a:cubicBezTo>
                  <a:pt x="5303689" y="1576334"/>
                  <a:pt x="5366425" y="1585999"/>
                  <a:pt x="5455294" y="1492940"/>
                </a:cubicBezTo>
                <a:cubicBezTo>
                  <a:pt x="5560068" y="1383212"/>
                  <a:pt x="5682675" y="1331899"/>
                  <a:pt x="5742377" y="1141087"/>
                </a:cubicBezTo>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5F6BF84F-1F41-3DA8-45E3-277185E2921D}"/>
              </a:ext>
            </a:extLst>
          </p:cNvPr>
          <p:cNvSpPr/>
          <p:nvPr userDrawn="1"/>
        </p:nvSpPr>
        <p:spPr>
          <a:xfrm rot="9306195" flipV="1">
            <a:off x="2071130" y="-302379"/>
            <a:ext cx="2976544" cy="109270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167798 h 1379170"/>
              <a:gd name="connsiteX1" fmla="*/ 830015 w 2753592"/>
              <a:gd name="connsiteY1" fmla="*/ 1063766 h 1379170"/>
              <a:gd name="connsiteX2" fmla="*/ 1200914 w 2753592"/>
              <a:gd name="connsiteY2" fmla="*/ 1039603 h 1379170"/>
              <a:gd name="connsiteX3" fmla="*/ 1657441 w 2753592"/>
              <a:gd name="connsiteY3" fmla="*/ 1194095 h 1379170"/>
              <a:gd name="connsiteX4" fmla="*/ 1643718 w 2753592"/>
              <a:gd name="connsiteY4" fmla="*/ 1201293 h 1379170"/>
              <a:gd name="connsiteX5" fmla="*/ 2084059 w 2753592"/>
              <a:gd name="connsiteY5" fmla="*/ 1352264 h 1379170"/>
              <a:gd name="connsiteX6" fmla="*/ 2485633 w 2753592"/>
              <a:gd name="connsiteY6" fmla="*/ 1341215 h 1379170"/>
              <a:gd name="connsiteX7" fmla="*/ 2749489 w 2753592"/>
              <a:gd name="connsiteY7" fmla="*/ 989355 h 1379170"/>
              <a:gd name="connsiteX8" fmla="*/ 2593551 w 2753592"/>
              <a:gd name="connsiteY8" fmla="*/ 626459 h 1379170"/>
              <a:gd name="connsiteX9" fmla="*/ 1941279 w 2753592"/>
              <a:gd name="connsiteY9" fmla="*/ 143256 h 1379170"/>
              <a:gd name="connsiteX10" fmla="*/ 1701535 w 2753592"/>
              <a:gd name="connsiteY10" fmla="*/ 0 h 1379170"/>
              <a:gd name="connsiteX0" fmla="*/ 0 w 2753592"/>
              <a:gd name="connsiteY0" fmla="*/ 1024542 h 1235914"/>
              <a:gd name="connsiteX1" fmla="*/ 830015 w 2753592"/>
              <a:gd name="connsiteY1" fmla="*/ 920510 h 1235914"/>
              <a:gd name="connsiteX2" fmla="*/ 1200914 w 2753592"/>
              <a:gd name="connsiteY2" fmla="*/ 896347 h 1235914"/>
              <a:gd name="connsiteX3" fmla="*/ 1657441 w 2753592"/>
              <a:gd name="connsiteY3" fmla="*/ 1050839 h 1235914"/>
              <a:gd name="connsiteX4" fmla="*/ 1643718 w 2753592"/>
              <a:gd name="connsiteY4" fmla="*/ 1058037 h 1235914"/>
              <a:gd name="connsiteX5" fmla="*/ 2084059 w 2753592"/>
              <a:gd name="connsiteY5" fmla="*/ 1209008 h 1235914"/>
              <a:gd name="connsiteX6" fmla="*/ 2485633 w 2753592"/>
              <a:gd name="connsiteY6" fmla="*/ 1197959 h 1235914"/>
              <a:gd name="connsiteX7" fmla="*/ 2749489 w 2753592"/>
              <a:gd name="connsiteY7" fmla="*/ 846099 h 1235914"/>
              <a:gd name="connsiteX8" fmla="*/ 2593551 w 2753592"/>
              <a:gd name="connsiteY8" fmla="*/ 483203 h 1235914"/>
              <a:gd name="connsiteX9" fmla="*/ 1941279 w 2753592"/>
              <a:gd name="connsiteY9" fmla="*/ 0 h 1235914"/>
              <a:gd name="connsiteX0" fmla="*/ 0 w 2755002"/>
              <a:gd name="connsiteY0" fmla="*/ 1085254 h 1296626"/>
              <a:gd name="connsiteX1" fmla="*/ 830015 w 2755002"/>
              <a:gd name="connsiteY1" fmla="*/ 981222 h 1296626"/>
              <a:gd name="connsiteX2" fmla="*/ 1200914 w 2755002"/>
              <a:gd name="connsiteY2" fmla="*/ 957059 h 1296626"/>
              <a:gd name="connsiteX3" fmla="*/ 1657441 w 2755002"/>
              <a:gd name="connsiteY3" fmla="*/ 1111551 h 1296626"/>
              <a:gd name="connsiteX4" fmla="*/ 1643718 w 2755002"/>
              <a:gd name="connsiteY4" fmla="*/ 1118749 h 1296626"/>
              <a:gd name="connsiteX5" fmla="*/ 2084059 w 2755002"/>
              <a:gd name="connsiteY5" fmla="*/ 1269720 h 1296626"/>
              <a:gd name="connsiteX6" fmla="*/ 2485633 w 2755002"/>
              <a:gd name="connsiteY6" fmla="*/ 1258671 h 1296626"/>
              <a:gd name="connsiteX7" fmla="*/ 2749489 w 2755002"/>
              <a:gd name="connsiteY7" fmla="*/ 906811 h 1296626"/>
              <a:gd name="connsiteX8" fmla="*/ 2593551 w 2755002"/>
              <a:gd name="connsiteY8" fmla="*/ 543915 h 1296626"/>
              <a:gd name="connsiteX9" fmla="*/ 1823693 w 2755002"/>
              <a:gd name="connsiteY9" fmla="*/ 1 h 1296626"/>
              <a:gd name="connsiteX0" fmla="*/ 0 w 2755002"/>
              <a:gd name="connsiteY0" fmla="*/ 1085253 h 1296499"/>
              <a:gd name="connsiteX1" fmla="*/ 830015 w 2755002"/>
              <a:gd name="connsiteY1" fmla="*/ 981221 h 1296499"/>
              <a:gd name="connsiteX2" fmla="*/ 1200914 w 2755002"/>
              <a:gd name="connsiteY2" fmla="*/ 957058 h 1296499"/>
              <a:gd name="connsiteX3" fmla="*/ 1657441 w 2755002"/>
              <a:gd name="connsiteY3" fmla="*/ 1111550 h 1296499"/>
              <a:gd name="connsiteX4" fmla="*/ 1796530 w 2755002"/>
              <a:gd name="connsiteY4" fmla="*/ 1107684 h 1296499"/>
              <a:gd name="connsiteX5" fmla="*/ 2084059 w 2755002"/>
              <a:gd name="connsiteY5" fmla="*/ 1269719 h 1296499"/>
              <a:gd name="connsiteX6" fmla="*/ 2485633 w 2755002"/>
              <a:gd name="connsiteY6" fmla="*/ 1258670 h 1296499"/>
              <a:gd name="connsiteX7" fmla="*/ 2749489 w 2755002"/>
              <a:gd name="connsiteY7" fmla="*/ 906810 h 1296499"/>
              <a:gd name="connsiteX8" fmla="*/ 2593551 w 2755002"/>
              <a:gd name="connsiteY8" fmla="*/ 543914 h 1296499"/>
              <a:gd name="connsiteX9" fmla="*/ 1823693 w 2755002"/>
              <a:gd name="connsiteY9" fmla="*/ 0 h 1296499"/>
              <a:gd name="connsiteX0" fmla="*/ 0 w 2755002"/>
              <a:gd name="connsiteY0" fmla="*/ 1085253 h 1264111"/>
              <a:gd name="connsiteX1" fmla="*/ 830015 w 2755002"/>
              <a:gd name="connsiteY1" fmla="*/ 981221 h 1264111"/>
              <a:gd name="connsiteX2" fmla="*/ 1200914 w 2755002"/>
              <a:gd name="connsiteY2" fmla="*/ 957058 h 1264111"/>
              <a:gd name="connsiteX3" fmla="*/ 1657441 w 2755002"/>
              <a:gd name="connsiteY3" fmla="*/ 1111550 h 1264111"/>
              <a:gd name="connsiteX4" fmla="*/ 1796530 w 2755002"/>
              <a:gd name="connsiteY4" fmla="*/ 1107684 h 1264111"/>
              <a:gd name="connsiteX5" fmla="*/ 2097797 w 2755002"/>
              <a:gd name="connsiteY5" fmla="*/ 1119956 h 1264111"/>
              <a:gd name="connsiteX6" fmla="*/ 2485633 w 2755002"/>
              <a:gd name="connsiteY6" fmla="*/ 1258670 h 1264111"/>
              <a:gd name="connsiteX7" fmla="*/ 2749489 w 2755002"/>
              <a:gd name="connsiteY7" fmla="*/ 906810 h 1264111"/>
              <a:gd name="connsiteX8" fmla="*/ 2593551 w 2755002"/>
              <a:gd name="connsiteY8" fmla="*/ 543914 h 1264111"/>
              <a:gd name="connsiteX9" fmla="*/ 1823693 w 2755002"/>
              <a:gd name="connsiteY9" fmla="*/ 0 h 1264111"/>
              <a:gd name="connsiteX0" fmla="*/ 0 w 2755002"/>
              <a:gd name="connsiteY0" fmla="*/ 1085253 h 1264519"/>
              <a:gd name="connsiteX1" fmla="*/ 830015 w 2755002"/>
              <a:gd name="connsiteY1" fmla="*/ 981221 h 1264519"/>
              <a:gd name="connsiteX2" fmla="*/ 1200914 w 2755002"/>
              <a:gd name="connsiteY2" fmla="*/ 957058 h 1264519"/>
              <a:gd name="connsiteX3" fmla="*/ 1657441 w 2755002"/>
              <a:gd name="connsiteY3" fmla="*/ 1111550 h 1264519"/>
              <a:gd name="connsiteX4" fmla="*/ 1841573 w 2755002"/>
              <a:gd name="connsiteY4" fmla="*/ 1031255 h 1264519"/>
              <a:gd name="connsiteX5" fmla="*/ 2097797 w 2755002"/>
              <a:gd name="connsiteY5" fmla="*/ 1119956 h 1264519"/>
              <a:gd name="connsiteX6" fmla="*/ 2485633 w 2755002"/>
              <a:gd name="connsiteY6" fmla="*/ 1258670 h 1264519"/>
              <a:gd name="connsiteX7" fmla="*/ 2749489 w 2755002"/>
              <a:gd name="connsiteY7" fmla="*/ 906810 h 1264519"/>
              <a:gd name="connsiteX8" fmla="*/ 2593551 w 2755002"/>
              <a:gd name="connsiteY8" fmla="*/ 543914 h 1264519"/>
              <a:gd name="connsiteX9" fmla="*/ 1823693 w 2755002"/>
              <a:gd name="connsiteY9" fmla="*/ 0 h 1264519"/>
              <a:gd name="connsiteX0" fmla="*/ 0 w 2749783"/>
              <a:gd name="connsiteY0" fmla="*/ 1085253 h 1264519"/>
              <a:gd name="connsiteX1" fmla="*/ 830015 w 2749783"/>
              <a:gd name="connsiteY1" fmla="*/ 981221 h 1264519"/>
              <a:gd name="connsiteX2" fmla="*/ 1200914 w 2749783"/>
              <a:gd name="connsiteY2" fmla="*/ 957058 h 1264519"/>
              <a:gd name="connsiteX3" fmla="*/ 1657441 w 2749783"/>
              <a:gd name="connsiteY3" fmla="*/ 1111550 h 1264519"/>
              <a:gd name="connsiteX4" fmla="*/ 1841573 w 2749783"/>
              <a:gd name="connsiteY4" fmla="*/ 1031255 h 1264519"/>
              <a:gd name="connsiteX5" fmla="*/ 2097797 w 2749783"/>
              <a:gd name="connsiteY5" fmla="*/ 1119956 h 1264519"/>
              <a:gd name="connsiteX6" fmla="*/ 2485633 w 2749783"/>
              <a:gd name="connsiteY6" fmla="*/ 1258670 h 1264519"/>
              <a:gd name="connsiteX7" fmla="*/ 2749489 w 2749783"/>
              <a:gd name="connsiteY7" fmla="*/ 906810 h 1264519"/>
              <a:gd name="connsiteX8" fmla="*/ 2436657 w 2749783"/>
              <a:gd name="connsiteY8" fmla="*/ 393840 h 1264519"/>
              <a:gd name="connsiteX9" fmla="*/ 1823693 w 2749783"/>
              <a:gd name="connsiteY9" fmla="*/ 0 h 1264519"/>
              <a:gd name="connsiteX0" fmla="*/ 0 w 2604591"/>
              <a:gd name="connsiteY0" fmla="*/ 1085253 h 1273954"/>
              <a:gd name="connsiteX1" fmla="*/ 830015 w 2604591"/>
              <a:gd name="connsiteY1" fmla="*/ 981221 h 1273954"/>
              <a:gd name="connsiteX2" fmla="*/ 1200914 w 2604591"/>
              <a:gd name="connsiteY2" fmla="*/ 957058 h 1273954"/>
              <a:gd name="connsiteX3" fmla="*/ 1657441 w 2604591"/>
              <a:gd name="connsiteY3" fmla="*/ 1111550 h 1273954"/>
              <a:gd name="connsiteX4" fmla="*/ 1841573 w 2604591"/>
              <a:gd name="connsiteY4" fmla="*/ 1031255 h 1273954"/>
              <a:gd name="connsiteX5" fmla="*/ 2097797 w 2604591"/>
              <a:gd name="connsiteY5" fmla="*/ 1119956 h 1273954"/>
              <a:gd name="connsiteX6" fmla="*/ 2485633 w 2604591"/>
              <a:gd name="connsiteY6" fmla="*/ 1258670 h 1273954"/>
              <a:gd name="connsiteX7" fmla="*/ 2603587 w 2604591"/>
              <a:gd name="connsiteY7" fmla="*/ 723959 h 1273954"/>
              <a:gd name="connsiteX8" fmla="*/ 2436657 w 2604591"/>
              <a:gd name="connsiteY8" fmla="*/ 393840 h 1273954"/>
              <a:gd name="connsiteX9" fmla="*/ 1823693 w 2604591"/>
              <a:gd name="connsiteY9" fmla="*/ 0 h 1273954"/>
              <a:gd name="connsiteX0" fmla="*/ 0 w 2607348"/>
              <a:gd name="connsiteY0" fmla="*/ 1085253 h 1128811"/>
              <a:gd name="connsiteX1" fmla="*/ 830015 w 2607348"/>
              <a:gd name="connsiteY1" fmla="*/ 981221 h 1128811"/>
              <a:gd name="connsiteX2" fmla="*/ 1200914 w 2607348"/>
              <a:gd name="connsiteY2" fmla="*/ 957058 h 1128811"/>
              <a:gd name="connsiteX3" fmla="*/ 1657441 w 2607348"/>
              <a:gd name="connsiteY3" fmla="*/ 1111550 h 1128811"/>
              <a:gd name="connsiteX4" fmla="*/ 1841573 w 2607348"/>
              <a:gd name="connsiteY4" fmla="*/ 1031255 h 1128811"/>
              <a:gd name="connsiteX5" fmla="*/ 2097797 w 2607348"/>
              <a:gd name="connsiteY5" fmla="*/ 1119956 h 1128811"/>
              <a:gd name="connsiteX6" fmla="*/ 2343546 w 2607348"/>
              <a:gd name="connsiteY6" fmla="*/ 1080835 h 1128811"/>
              <a:gd name="connsiteX7" fmla="*/ 2603587 w 2607348"/>
              <a:gd name="connsiteY7" fmla="*/ 723959 h 1128811"/>
              <a:gd name="connsiteX8" fmla="*/ 2436657 w 2607348"/>
              <a:gd name="connsiteY8" fmla="*/ 393840 h 1128811"/>
              <a:gd name="connsiteX9" fmla="*/ 1823693 w 2607348"/>
              <a:gd name="connsiteY9" fmla="*/ 0 h 1128811"/>
              <a:gd name="connsiteX0" fmla="*/ 0 w 2607348"/>
              <a:gd name="connsiteY0" fmla="*/ 1085253 h 1126384"/>
              <a:gd name="connsiteX1" fmla="*/ 830015 w 2607348"/>
              <a:gd name="connsiteY1" fmla="*/ 981221 h 1126384"/>
              <a:gd name="connsiteX2" fmla="*/ 1200914 w 2607348"/>
              <a:gd name="connsiteY2" fmla="*/ 957058 h 1126384"/>
              <a:gd name="connsiteX3" fmla="*/ 1657441 w 2607348"/>
              <a:gd name="connsiteY3" fmla="*/ 1111550 h 1126384"/>
              <a:gd name="connsiteX4" fmla="*/ 1841573 w 2607348"/>
              <a:gd name="connsiteY4" fmla="*/ 1031255 h 1126384"/>
              <a:gd name="connsiteX5" fmla="*/ 2115852 w 2607348"/>
              <a:gd name="connsiteY5" fmla="*/ 1054260 h 1126384"/>
              <a:gd name="connsiteX6" fmla="*/ 2343546 w 2607348"/>
              <a:gd name="connsiteY6" fmla="*/ 1080835 h 1126384"/>
              <a:gd name="connsiteX7" fmla="*/ 2603587 w 2607348"/>
              <a:gd name="connsiteY7" fmla="*/ 723959 h 1126384"/>
              <a:gd name="connsiteX8" fmla="*/ 2436657 w 2607348"/>
              <a:gd name="connsiteY8" fmla="*/ 393840 h 1126384"/>
              <a:gd name="connsiteX9" fmla="*/ 1823693 w 2607348"/>
              <a:gd name="connsiteY9" fmla="*/ 0 h 1126384"/>
              <a:gd name="connsiteX0" fmla="*/ 0 w 2607348"/>
              <a:gd name="connsiteY0" fmla="*/ 1085253 h 1180558"/>
              <a:gd name="connsiteX1" fmla="*/ 538779 w 2607348"/>
              <a:gd name="connsiteY1" fmla="*/ 1160959 h 1180558"/>
              <a:gd name="connsiteX2" fmla="*/ 1200914 w 2607348"/>
              <a:gd name="connsiteY2" fmla="*/ 957058 h 1180558"/>
              <a:gd name="connsiteX3" fmla="*/ 1657441 w 2607348"/>
              <a:gd name="connsiteY3" fmla="*/ 1111550 h 1180558"/>
              <a:gd name="connsiteX4" fmla="*/ 1841573 w 2607348"/>
              <a:gd name="connsiteY4" fmla="*/ 1031255 h 1180558"/>
              <a:gd name="connsiteX5" fmla="*/ 2115852 w 2607348"/>
              <a:gd name="connsiteY5" fmla="*/ 1054260 h 1180558"/>
              <a:gd name="connsiteX6" fmla="*/ 2343546 w 2607348"/>
              <a:gd name="connsiteY6" fmla="*/ 1080835 h 1180558"/>
              <a:gd name="connsiteX7" fmla="*/ 2603587 w 2607348"/>
              <a:gd name="connsiteY7" fmla="*/ 723959 h 1180558"/>
              <a:gd name="connsiteX8" fmla="*/ 2436657 w 2607348"/>
              <a:gd name="connsiteY8" fmla="*/ 393840 h 1180558"/>
              <a:gd name="connsiteX9" fmla="*/ 1823693 w 2607348"/>
              <a:gd name="connsiteY9" fmla="*/ 0 h 1180558"/>
              <a:gd name="connsiteX0" fmla="*/ 0 w 2607348"/>
              <a:gd name="connsiteY0" fmla="*/ 1085253 h 1180405"/>
              <a:gd name="connsiteX1" fmla="*/ 538779 w 2607348"/>
              <a:gd name="connsiteY1" fmla="*/ 1160959 h 1180405"/>
              <a:gd name="connsiteX2" fmla="*/ 1017644 w 2607348"/>
              <a:gd name="connsiteY2" fmla="*/ 959217 h 1180405"/>
              <a:gd name="connsiteX3" fmla="*/ 1657441 w 2607348"/>
              <a:gd name="connsiteY3" fmla="*/ 1111550 h 1180405"/>
              <a:gd name="connsiteX4" fmla="*/ 1841573 w 2607348"/>
              <a:gd name="connsiteY4" fmla="*/ 1031255 h 1180405"/>
              <a:gd name="connsiteX5" fmla="*/ 2115852 w 2607348"/>
              <a:gd name="connsiteY5" fmla="*/ 1054260 h 1180405"/>
              <a:gd name="connsiteX6" fmla="*/ 2343546 w 2607348"/>
              <a:gd name="connsiteY6" fmla="*/ 1080835 h 1180405"/>
              <a:gd name="connsiteX7" fmla="*/ 2603587 w 2607348"/>
              <a:gd name="connsiteY7" fmla="*/ 723959 h 1180405"/>
              <a:gd name="connsiteX8" fmla="*/ 2436657 w 2607348"/>
              <a:gd name="connsiteY8" fmla="*/ 393840 h 1180405"/>
              <a:gd name="connsiteX9" fmla="*/ 1823693 w 2607348"/>
              <a:gd name="connsiteY9" fmla="*/ 0 h 1180405"/>
              <a:gd name="connsiteX0" fmla="*/ 0 w 2607348"/>
              <a:gd name="connsiteY0" fmla="*/ 1085253 h 1180405"/>
              <a:gd name="connsiteX1" fmla="*/ 538779 w 2607348"/>
              <a:gd name="connsiteY1" fmla="*/ 1160959 h 1180405"/>
              <a:gd name="connsiteX2" fmla="*/ 1017644 w 2607348"/>
              <a:gd name="connsiteY2" fmla="*/ 959217 h 1180405"/>
              <a:gd name="connsiteX3" fmla="*/ 1512836 w 2607348"/>
              <a:gd name="connsiteY3" fmla="*/ 1040952 h 1180405"/>
              <a:gd name="connsiteX4" fmla="*/ 1841573 w 2607348"/>
              <a:gd name="connsiteY4" fmla="*/ 1031255 h 1180405"/>
              <a:gd name="connsiteX5" fmla="*/ 2115852 w 2607348"/>
              <a:gd name="connsiteY5" fmla="*/ 1054260 h 1180405"/>
              <a:gd name="connsiteX6" fmla="*/ 2343546 w 2607348"/>
              <a:gd name="connsiteY6" fmla="*/ 1080835 h 1180405"/>
              <a:gd name="connsiteX7" fmla="*/ 2603587 w 2607348"/>
              <a:gd name="connsiteY7" fmla="*/ 723959 h 1180405"/>
              <a:gd name="connsiteX8" fmla="*/ 2436657 w 2607348"/>
              <a:gd name="connsiteY8" fmla="*/ 393840 h 1180405"/>
              <a:gd name="connsiteX9" fmla="*/ 1823693 w 2607348"/>
              <a:gd name="connsiteY9" fmla="*/ 0 h 1180405"/>
              <a:gd name="connsiteX0" fmla="*/ 0 w 2746217"/>
              <a:gd name="connsiteY0" fmla="*/ 1138777 h 1210812"/>
              <a:gd name="connsiteX1" fmla="*/ 677648 w 2746217"/>
              <a:gd name="connsiteY1" fmla="*/ 1160959 h 1210812"/>
              <a:gd name="connsiteX2" fmla="*/ 1156513 w 2746217"/>
              <a:gd name="connsiteY2" fmla="*/ 959217 h 1210812"/>
              <a:gd name="connsiteX3" fmla="*/ 1651705 w 2746217"/>
              <a:gd name="connsiteY3" fmla="*/ 1040952 h 1210812"/>
              <a:gd name="connsiteX4" fmla="*/ 1980442 w 2746217"/>
              <a:gd name="connsiteY4" fmla="*/ 1031255 h 1210812"/>
              <a:gd name="connsiteX5" fmla="*/ 2254721 w 2746217"/>
              <a:gd name="connsiteY5" fmla="*/ 1054260 h 1210812"/>
              <a:gd name="connsiteX6" fmla="*/ 2482415 w 2746217"/>
              <a:gd name="connsiteY6" fmla="*/ 1080835 h 1210812"/>
              <a:gd name="connsiteX7" fmla="*/ 2742456 w 2746217"/>
              <a:gd name="connsiteY7" fmla="*/ 723959 h 1210812"/>
              <a:gd name="connsiteX8" fmla="*/ 2575526 w 2746217"/>
              <a:gd name="connsiteY8" fmla="*/ 393840 h 1210812"/>
              <a:gd name="connsiteX9" fmla="*/ 1962562 w 2746217"/>
              <a:gd name="connsiteY9" fmla="*/ 0 h 1210812"/>
              <a:gd name="connsiteX0" fmla="*/ 0 w 2746217"/>
              <a:gd name="connsiteY0" fmla="*/ 1138777 h 1250990"/>
              <a:gd name="connsiteX1" fmla="*/ 414135 w 2746217"/>
              <a:gd name="connsiteY1" fmla="*/ 1250777 h 1250990"/>
              <a:gd name="connsiteX2" fmla="*/ 677648 w 2746217"/>
              <a:gd name="connsiteY2" fmla="*/ 1160959 h 1250990"/>
              <a:gd name="connsiteX3" fmla="*/ 1156513 w 2746217"/>
              <a:gd name="connsiteY3" fmla="*/ 959217 h 1250990"/>
              <a:gd name="connsiteX4" fmla="*/ 1651705 w 2746217"/>
              <a:gd name="connsiteY4" fmla="*/ 1040952 h 1250990"/>
              <a:gd name="connsiteX5" fmla="*/ 1980442 w 2746217"/>
              <a:gd name="connsiteY5" fmla="*/ 1031255 h 1250990"/>
              <a:gd name="connsiteX6" fmla="*/ 2254721 w 2746217"/>
              <a:gd name="connsiteY6" fmla="*/ 1054260 h 1250990"/>
              <a:gd name="connsiteX7" fmla="*/ 2482415 w 2746217"/>
              <a:gd name="connsiteY7" fmla="*/ 1080835 h 1250990"/>
              <a:gd name="connsiteX8" fmla="*/ 2742456 w 2746217"/>
              <a:gd name="connsiteY8" fmla="*/ 723959 h 1250990"/>
              <a:gd name="connsiteX9" fmla="*/ 2575526 w 2746217"/>
              <a:gd name="connsiteY9" fmla="*/ 393840 h 1250990"/>
              <a:gd name="connsiteX10" fmla="*/ 1962562 w 2746217"/>
              <a:gd name="connsiteY10" fmla="*/ 0 h 1250990"/>
              <a:gd name="connsiteX0" fmla="*/ 0 w 2746217"/>
              <a:gd name="connsiteY0" fmla="*/ 1138777 h 1250909"/>
              <a:gd name="connsiteX1" fmla="*/ 414135 w 2746217"/>
              <a:gd name="connsiteY1" fmla="*/ 1250777 h 1250909"/>
              <a:gd name="connsiteX2" fmla="*/ 691714 w 2746217"/>
              <a:gd name="connsiteY2" fmla="*/ 1131221 h 1250909"/>
              <a:gd name="connsiteX3" fmla="*/ 1156513 w 2746217"/>
              <a:gd name="connsiteY3" fmla="*/ 959217 h 1250909"/>
              <a:gd name="connsiteX4" fmla="*/ 1651705 w 2746217"/>
              <a:gd name="connsiteY4" fmla="*/ 1040952 h 1250909"/>
              <a:gd name="connsiteX5" fmla="*/ 1980442 w 2746217"/>
              <a:gd name="connsiteY5" fmla="*/ 1031255 h 1250909"/>
              <a:gd name="connsiteX6" fmla="*/ 2254721 w 2746217"/>
              <a:gd name="connsiteY6" fmla="*/ 1054260 h 1250909"/>
              <a:gd name="connsiteX7" fmla="*/ 2482415 w 2746217"/>
              <a:gd name="connsiteY7" fmla="*/ 1080835 h 1250909"/>
              <a:gd name="connsiteX8" fmla="*/ 2742456 w 2746217"/>
              <a:gd name="connsiteY8" fmla="*/ 723959 h 1250909"/>
              <a:gd name="connsiteX9" fmla="*/ 2575526 w 2746217"/>
              <a:gd name="connsiteY9" fmla="*/ 393840 h 1250909"/>
              <a:gd name="connsiteX10" fmla="*/ 1962562 w 2746217"/>
              <a:gd name="connsiteY10" fmla="*/ 0 h 1250909"/>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651705 w 2746217"/>
              <a:gd name="connsiteY4" fmla="*/ 104095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571711 w 2746217"/>
              <a:gd name="connsiteY4" fmla="*/ 106538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1068"/>
              <a:gd name="connsiteX1" fmla="*/ 414135 w 2746217"/>
              <a:gd name="connsiteY1" fmla="*/ 1250777 h 1251068"/>
              <a:gd name="connsiteX2" fmla="*/ 691714 w 2746217"/>
              <a:gd name="connsiteY2" fmla="*/ 1131221 h 1251068"/>
              <a:gd name="connsiteX3" fmla="*/ 1156513 w 2746217"/>
              <a:gd name="connsiteY3" fmla="*/ 959217 h 1251068"/>
              <a:gd name="connsiteX4" fmla="*/ 1571711 w 2746217"/>
              <a:gd name="connsiteY4" fmla="*/ 1065382 h 1251068"/>
              <a:gd name="connsiteX5" fmla="*/ 1980442 w 2746217"/>
              <a:gd name="connsiteY5" fmla="*/ 1031255 h 1251068"/>
              <a:gd name="connsiteX6" fmla="*/ 2254721 w 2746217"/>
              <a:gd name="connsiteY6" fmla="*/ 1054260 h 1251068"/>
              <a:gd name="connsiteX7" fmla="*/ 2482415 w 2746217"/>
              <a:gd name="connsiteY7" fmla="*/ 1080835 h 1251068"/>
              <a:gd name="connsiteX8" fmla="*/ 2742456 w 2746217"/>
              <a:gd name="connsiteY8" fmla="*/ 723959 h 1251068"/>
              <a:gd name="connsiteX9" fmla="*/ 2575526 w 2746217"/>
              <a:gd name="connsiteY9" fmla="*/ 393840 h 1251068"/>
              <a:gd name="connsiteX10" fmla="*/ 1962562 w 2746217"/>
              <a:gd name="connsiteY10" fmla="*/ 0 h 1251068"/>
              <a:gd name="connsiteX0" fmla="*/ 0 w 2746217"/>
              <a:gd name="connsiteY0" fmla="*/ 1138777 h 1250913"/>
              <a:gd name="connsiteX1" fmla="*/ 414135 w 2746217"/>
              <a:gd name="connsiteY1" fmla="*/ 1250777 h 1250913"/>
              <a:gd name="connsiteX2" fmla="*/ 691714 w 2746217"/>
              <a:gd name="connsiteY2" fmla="*/ 1131221 h 1250913"/>
              <a:gd name="connsiteX3" fmla="*/ 1108121 w 2746217"/>
              <a:gd name="connsiteY3" fmla="*/ 943808 h 1250913"/>
              <a:gd name="connsiteX4" fmla="*/ 1571711 w 2746217"/>
              <a:gd name="connsiteY4" fmla="*/ 1065382 h 1250913"/>
              <a:gd name="connsiteX5" fmla="*/ 1980442 w 2746217"/>
              <a:gd name="connsiteY5" fmla="*/ 1031255 h 1250913"/>
              <a:gd name="connsiteX6" fmla="*/ 2254721 w 2746217"/>
              <a:gd name="connsiteY6" fmla="*/ 1054260 h 1250913"/>
              <a:gd name="connsiteX7" fmla="*/ 2482415 w 2746217"/>
              <a:gd name="connsiteY7" fmla="*/ 1080835 h 1250913"/>
              <a:gd name="connsiteX8" fmla="*/ 2742456 w 2746217"/>
              <a:gd name="connsiteY8" fmla="*/ 723959 h 1250913"/>
              <a:gd name="connsiteX9" fmla="*/ 2575526 w 2746217"/>
              <a:gd name="connsiteY9" fmla="*/ 393840 h 1250913"/>
              <a:gd name="connsiteX10" fmla="*/ 1962562 w 2746217"/>
              <a:gd name="connsiteY10" fmla="*/ 0 h 1250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217" h="1250913">
                <a:moveTo>
                  <a:pt x="0" y="1138777"/>
                </a:moveTo>
                <a:cubicBezTo>
                  <a:pt x="20643" y="1197324"/>
                  <a:pt x="301194" y="1247080"/>
                  <a:pt x="414135" y="1250777"/>
                </a:cubicBezTo>
                <a:cubicBezTo>
                  <a:pt x="527076" y="1254474"/>
                  <a:pt x="576050" y="1182383"/>
                  <a:pt x="691714" y="1131221"/>
                </a:cubicBezTo>
                <a:cubicBezTo>
                  <a:pt x="807378" y="1080059"/>
                  <a:pt x="961455" y="954781"/>
                  <a:pt x="1108121" y="943808"/>
                </a:cubicBezTo>
                <a:cubicBezTo>
                  <a:pt x="1254787" y="932835"/>
                  <a:pt x="1426324" y="1050808"/>
                  <a:pt x="1571711" y="1065382"/>
                </a:cubicBezTo>
                <a:cubicBezTo>
                  <a:pt x="1717098" y="1079956"/>
                  <a:pt x="1866607" y="1033109"/>
                  <a:pt x="1980442" y="1031255"/>
                </a:cubicBezTo>
                <a:cubicBezTo>
                  <a:pt x="2094277" y="1029401"/>
                  <a:pt x="2171059" y="1045997"/>
                  <a:pt x="2254721" y="1054260"/>
                </a:cubicBezTo>
                <a:cubicBezTo>
                  <a:pt x="2338383" y="1062523"/>
                  <a:pt x="2401126" y="1135885"/>
                  <a:pt x="2482415" y="1080835"/>
                </a:cubicBezTo>
                <a:cubicBezTo>
                  <a:pt x="2563704" y="1025785"/>
                  <a:pt x="2726938" y="838458"/>
                  <a:pt x="2742456" y="723959"/>
                </a:cubicBezTo>
                <a:cubicBezTo>
                  <a:pt x="2757974" y="609460"/>
                  <a:pt x="2729825" y="544975"/>
                  <a:pt x="2575526" y="393840"/>
                </a:cubicBezTo>
                <a:cubicBezTo>
                  <a:pt x="2421227" y="242705"/>
                  <a:pt x="2194305" y="141351"/>
                  <a:pt x="1962562" y="0"/>
                </a:cubicBezTo>
              </a:path>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156F09DC-C749-0F3F-CC3E-CABAB8F62832}"/>
              </a:ext>
            </a:extLst>
          </p:cNvPr>
          <p:cNvSpPr/>
          <p:nvPr userDrawn="1"/>
        </p:nvSpPr>
        <p:spPr>
          <a:xfrm rot="9306195" flipV="1">
            <a:off x="4095475" y="-134217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734E03BD-93CA-122A-B473-718EEB17FFAD}"/>
              </a:ext>
            </a:extLst>
          </p:cNvPr>
          <p:cNvSpPr/>
          <p:nvPr userDrawn="1"/>
        </p:nvSpPr>
        <p:spPr>
          <a:xfrm rot="9306195" flipV="1">
            <a:off x="4095475" y="-1342174"/>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BECF53F3-175F-95D5-1DC9-8365F8FDD039}"/>
              </a:ext>
            </a:extLst>
          </p:cNvPr>
          <p:cNvSpPr/>
          <p:nvPr userDrawn="1"/>
        </p:nvSpPr>
        <p:spPr>
          <a:xfrm rot="9306195" flipV="1">
            <a:off x="2962945" y="-22656"/>
            <a:ext cx="952121" cy="352720"/>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2349 w 1244378"/>
              <a:gd name="connsiteY0" fmla="*/ 1302887 h 1302887"/>
              <a:gd name="connsiteX1" fmla="*/ 580535 w 1244378"/>
              <a:gd name="connsiteY1" fmla="*/ 1165676 h 1302887"/>
              <a:gd name="connsiteX2" fmla="*/ 964926 w 1244378"/>
              <a:gd name="connsiteY2" fmla="*/ 1181357 h 1302887"/>
              <a:gd name="connsiteX3" fmla="*/ 1225844 w 1244378"/>
              <a:gd name="connsiteY3" fmla="*/ 1167654 h 1302887"/>
              <a:gd name="connsiteX4" fmla="*/ 1146961 w 1244378"/>
              <a:gd name="connsiteY4" fmla="*/ 901070 h 1302887"/>
              <a:gd name="connsiteX5" fmla="*/ 540504 w 1244378"/>
              <a:gd name="connsiteY5" fmla="*/ 443966 h 1302887"/>
              <a:gd name="connsiteX6" fmla="*/ 0 w 1244378"/>
              <a:gd name="connsiteY6" fmla="*/ 0 h 1302887"/>
              <a:gd name="connsiteX0" fmla="*/ 0 w 1142029"/>
              <a:gd name="connsiteY0" fmla="*/ 858921 h 858921"/>
              <a:gd name="connsiteX1" fmla="*/ 478186 w 1142029"/>
              <a:gd name="connsiteY1" fmla="*/ 721710 h 858921"/>
              <a:gd name="connsiteX2" fmla="*/ 862577 w 1142029"/>
              <a:gd name="connsiteY2" fmla="*/ 737391 h 858921"/>
              <a:gd name="connsiteX3" fmla="*/ 1123495 w 1142029"/>
              <a:gd name="connsiteY3" fmla="*/ 723688 h 858921"/>
              <a:gd name="connsiteX4" fmla="*/ 1044612 w 1142029"/>
              <a:gd name="connsiteY4" fmla="*/ 457104 h 858921"/>
              <a:gd name="connsiteX5" fmla="*/ 438155 w 1142029"/>
              <a:gd name="connsiteY5" fmla="*/ 0 h 858921"/>
              <a:gd name="connsiteX0" fmla="*/ 0 w 1131281"/>
              <a:gd name="connsiteY0" fmla="*/ 530287 h 530287"/>
              <a:gd name="connsiteX1" fmla="*/ 478186 w 1131281"/>
              <a:gd name="connsiteY1" fmla="*/ 393076 h 530287"/>
              <a:gd name="connsiteX2" fmla="*/ 862577 w 1131281"/>
              <a:gd name="connsiteY2" fmla="*/ 408757 h 530287"/>
              <a:gd name="connsiteX3" fmla="*/ 1123495 w 1131281"/>
              <a:gd name="connsiteY3" fmla="*/ 395054 h 530287"/>
              <a:gd name="connsiteX4" fmla="*/ 1044612 w 1131281"/>
              <a:gd name="connsiteY4" fmla="*/ 128470 h 530287"/>
              <a:gd name="connsiteX5" fmla="*/ 858751 w 1131281"/>
              <a:gd name="connsiteY5" fmla="*/ 0 h 530287"/>
              <a:gd name="connsiteX0" fmla="*/ 0 w 1131281"/>
              <a:gd name="connsiteY0" fmla="*/ 530287 h 530287"/>
              <a:gd name="connsiteX1" fmla="*/ 478186 w 1131281"/>
              <a:gd name="connsiteY1" fmla="*/ 393076 h 530287"/>
              <a:gd name="connsiteX2" fmla="*/ 862577 w 1131281"/>
              <a:gd name="connsiteY2" fmla="*/ 408757 h 530287"/>
              <a:gd name="connsiteX3" fmla="*/ 1123495 w 1131281"/>
              <a:gd name="connsiteY3" fmla="*/ 395054 h 530287"/>
              <a:gd name="connsiteX4" fmla="*/ 1044612 w 1131281"/>
              <a:gd name="connsiteY4" fmla="*/ 128470 h 530287"/>
              <a:gd name="connsiteX5" fmla="*/ 858751 w 1131281"/>
              <a:gd name="connsiteY5" fmla="*/ 0 h 530287"/>
              <a:gd name="connsiteX0" fmla="*/ 0 w 1156612"/>
              <a:gd name="connsiteY0" fmla="*/ 530287 h 530287"/>
              <a:gd name="connsiteX1" fmla="*/ 478186 w 1156612"/>
              <a:gd name="connsiteY1" fmla="*/ 393076 h 530287"/>
              <a:gd name="connsiteX2" fmla="*/ 862577 w 1156612"/>
              <a:gd name="connsiteY2" fmla="*/ 408757 h 530287"/>
              <a:gd name="connsiteX3" fmla="*/ 1123495 w 1156612"/>
              <a:gd name="connsiteY3" fmla="*/ 395054 h 530287"/>
              <a:gd name="connsiteX4" fmla="*/ 1044612 w 1156612"/>
              <a:gd name="connsiteY4" fmla="*/ 128470 h 530287"/>
              <a:gd name="connsiteX5" fmla="*/ 858751 w 1156612"/>
              <a:gd name="connsiteY5" fmla="*/ 0 h 530287"/>
              <a:gd name="connsiteX0" fmla="*/ 0 w 1220370"/>
              <a:gd name="connsiteY0" fmla="*/ 530287 h 530287"/>
              <a:gd name="connsiteX1" fmla="*/ 478186 w 1220370"/>
              <a:gd name="connsiteY1" fmla="*/ 393076 h 530287"/>
              <a:gd name="connsiteX2" fmla="*/ 862577 w 1220370"/>
              <a:gd name="connsiteY2" fmla="*/ 408757 h 530287"/>
              <a:gd name="connsiteX3" fmla="*/ 1210335 w 1220370"/>
              <a:gd name="connsiteY3" fmla="*/ 462889 h 530287"/>
              <a:gd name="connsiteX4" fmla="*/ 1044612 w 1220370"/>
              <a:gd name="connsiteY4" fmla="*/ 128470 h 530287"/>
              <a:gd name="connsiteX5" fmla="*/ 858751 w 1220370"/>
              <a:gd name="connsiteY5" fmla="*/ 0 h 530287"/>
              <a:gd name="connsiteX0" fmla="*/ 0 w 1220370"/>
              <a:gd name="connsiteY0" fmla="*/ 530287 h 530287"/>
              <a:gd name="connsiteX1" fmla="*/ 478186 w 1220370"/>
              <a:gd name="connsiteY1" fmla="*/ 393076 h 530287"/>
              <a:gd name="connsiteX2" fmla="*/ 862577 w 1220370"/>
              <a:gd name="connsiteY2" fmla="*/ 408757 h 530287"/>
              <a:gd name="connsiteX3" fmla="*/ 1210335 w 1220370"/>
              <a:gd name="connsiteY3" fmla="*/ 462889 h 530287"/>
              <a:gd name="connsiteX4" fmla="*/ 1044612 w 1220370"/>
              <a:gd name="connsiteY4" fmla="*/ 128470 h 530287"/>
              <a:gd name="connsiteX5" fmla="*/ 858751 w 1220370"/>
              <a:gd name="connsiteY5" fmla="*/ 0 h 530287"/>
              <a:gd name="connsiteX0" fmla="*/ 0 w 1219921"/>
              <a:gd name="connsiteY0" fmla="*/ 530287 h 530287"/>
              <a:gd name="connsiteX1" fmla="*/ 478186 w 1219921"/>
              <a:gd name="connsiteY1" fmla="*/ 393076 h 530287"/>
              <a:gd name="connsiteX2" fmla="*/ 869380 w 1219921"/>
              <a:gd name="connsiteY2" fmla="*/ 459764 h 530287"/>
              <a:gd name="connsiteX3" fmla="*/ 1210335 w 1219921"/>
              <a:gd name="connsiteY3" fmla="*/ 462889 h 530287"/>
              <a:gd name="connsiteX4" fmla="*/ 1044612 w 1219921"/>
              <a:gd name="connsiteY4" fmla="*/ 128470 h 530287"/>
              <a:gd name="connsiteX5" fmla="*/ 858751 w 1219921"/>
              <a:gd name="connsiteY5" fmla="*/ 0 h 530287"/>
              <a:gd name="connsiteX0" fmla="*/ 0 w 1175119"/>
              <a:gd name="connsiteY0" fmla="*/ 516449 h 516449"/>
              <a:gd name="connsiteX1" fmla="*/ 433384 w 1175119"/>
              <a:gd name="connsiteY1" fmla="*/ 393076 h 516449"/>
              <a:gd name="connsiteX2" fmla="*/ 824578 w 1175119"/>
              <a:gd name="connsiteY2" fmla="*/ 459764 h 516449"/>
              <a:gd name="connsiteX3" fmla="*/ 1165533 w 1175119"/>
              <a:gd name="connsiteY3" fmla="*/ 462889 h 516449"/>
              <a:gd name="connsiteX4" fmla="*/ 999810 w 1175119"/>
              <a:gd name="connsiteY4" fmla="*/ 128470 h 516449"/>
              <a:gd name="connsiteX5" fmla="*/ 813949 w 1175119"/>
              <a:gd name="connsiteY5" fmla="*/ 0 h 516449"/>
              <a:gd name="connsiteX0" fmla="*/ 0 w 1175119"/>
              <a:gd name="connsiteY0" fmla="*/ 516449 h 519931"/>
              <a:gd name="connsiteX1" fmla="*/ 433384 w 1175119"/>
              <a:gd name="connsiteY1" fmla="*/ 393076 h 519931"/>
              <a:gd name="connsiteX2" fmla="*/ 824578 w 1175119"/>
              <a:gd name="connsiteY2" fmla="*/ 459764 h 519931"/>
              <a:gd name="connsiteX3" fmla="*/ 1165533 w 1175119"/>
              <a:gd name="connsiteY3" fmla="*/ 462889 h 519931"/>
              <a:gd name="connsiteX4" fmla="*/ 999810 w 1175119"/>
              <a:gd name="connsiteY4" fmla="*/ 128470 h 519931"/>
              <a:gd name="connsiteX5" fmla="*/ 813949 w 1175119"/>
              <a:gd name="connsiteY5" fmla="*/ 0 h 519931"/>
              <a:gd name="connsiteX0" fmla="*/ 0 w 1175119"/>
              <a:gd name="connsiteY0" fmla="*/ 433382 h 436865"/>
              <a:gd name="connsiteX1" fmla="*/ 433384 w 1175119"/>
              <a:gd name="connsiteY1" fmla="*/ 310009 h 436865"/>
              <a:gd name="connsiteX2" fmla="*/ 824578 w 1175119"/>
              <a:gd name="connsiteY2" fmla="*/ 376697 h 436865"/>
              <a:gd name="connsiteX3" fmla="*/ 1165533 w 1175119"/>
              <a:gd name="connsiteY3" fmla="*/ 379822 h 436865"/>
              <a:gd name="connsiteX4" fmla="*/ 999810 w 1175119"/>
              <a:gd name="connsiteY4" fmla="*/ 45403 h 436865"/>
              <a:gd name="connsiteX5" fmla="*/ 685357 w 1175119"/>
              <a:gd name="connsiteY5" fmla="*/ 22096 h 436865"/>
              <a:gd name="connsiteX0" fmla="*/ 0 w 1175119"/>
              <a:gd name="connsiteY0" fmla="*/ 455934 h 459417"/>
              <a:gd name="connsiteX1" fmla="*/ 433384 w 1175119"/>
              <a:gd name="connsiteY1" fmla="*/ 332561 h 459417"/>
              <a:gd name="connsiteX2" fmla="*/ 824578 w 1175119"/>
              <a:gd name="connsiteY2" fmla="*/ 399249 h 459417"/>
              <a:gd name="connsiteX3" fmla="*/ 1165533 w 1175119"/>
              <a:gd name="connsiteY3" fmla="*/ 402374 h 459417"/>
              <a:gd name="connsiteX4" fmla="*/ 999810 w 1175119"/>
              <a:gd name="connsiteY4" fmla="*/ 67955 h 459417"/>
              <a:gd name="connsiteX5" fmla="*/ 685357 w 1175119"/>
              <a:gd name="connsiteY5" fmla="*/ 44648 h 459417"/>
              <a:gd name="connsiteX0" fmla="*/ 0 w 1175119"/>
              <a:gd name="connsiteY0" fmla="*/ 443130 h 446613"/>
              <a:gd name="connsiteX1" fmla="*/ 433384 w 1175119"/>
              <a:gd name="connsiteY1" fmla="*/ 319757 h 446613"/>
              <a:gd name="connsiteX2" fmla="*/ 824578 w 1175119"/>
              <a:gd name="connsiteY2" fmla="*/ 386445 h 446613"/>
              <a:gd name="connsiteX3" fmla="*/ 1165533 w 1175119"/>
              <a:gd name="connsiteY3" fmla="*/ 389570 h 446613"/>
              <a:gd name="connsiteX4" fmla="*/ 999810 w 1175119"/>
              <a:gd name="connsiteY4" fmla="*/ 55151 h 446613"/>
              <a:gd name="connsiteX5" fmla="*/ 589047 w 1175119"/>
              <a:gd name="connsiteY5" fmla="*/ 70962 h 446613"/>
              <a:gd name="connsiteX0" fmla="*/ 0 w 1175109"/>
              <a:gd name="connsiteY0" fmla="*/ 418661 h 422144"/>
              <a:gd name="connsiteX1" fmla="*/ 433384 w 1175109"/>
              <a:gd name="connsiteY1" fmla="*/ 295288 h 422144"/>
              <a:gd name="connsiteX2" fmla="*/ 824578 w 1175109"/>
              <a:gd name="connsiteY2" fmla="*/ 361976 h 422144"/>
              <a:gd name="connsiteX3" fmla="*/ 1165533 w 1175109"/>
              <a:gd name="connsiteY3" fmla="*/ 365101 h 422144"/>
              <a:gd name="connsiteX4" fmla="*/ 999755 w 1175109"/>
              <a:gd name="connsiteY4" fmla="*/ 66782 h 422144"/>
              <a:gd name="connsiteX5" fmla="*/ 589047 w 1175109"/>
              <a:gd name="connsiteY5" fmla="*/ 46493 h 422144"/>
              <a:gd name="connsiteX0" fmla="*/ 0 w 1313471"/>
              <a:gd name="connsiteY0" fmla="*/ 510755 h 513107"/>
              <a:gd name="connsiteX1" fmla="*/ 571746 w 1313471"/>
              <a:gd name="connsiteY1" fmla="*/ 295288 h 513107"/>
              <a:gd name="connsiteX2" fmla="*/ 962940 w 1313471"/>
              <a:gd name="connsiteY2" fmla="*/ 361976 h 513107"/>
              <a:gd name="connsiteX3" fmla="*/ 1303895 w 1313471"/>
              <a:gd name="connsiteY3" fmla="*/ 365101 h 513107"/>
              <a:gd name="connsiteX4" fmla="*/ 1138117 w 1313471"/>
              <a:gd name="connsiteY4" fmla="*/ 66782 h 513107"/>
              <a:gd name="connsiteX5" fmla="*/ 727409 w 1313471"/>
              <a:gd name="connsiteY5" fmla="*/ 46493 h 513107"/>
              <a:gd name="connsiteX0" fmla="*/ 0 w 1313471"/>
              <a:gd name="connsiteY0" fmla="*/ 510755 h 513113"/>
              <a:gd name="connsiteX1" fmla="*/ 540147 w 1313471"/>
              <a:gd name="connsiteY1" fmla="*/ 295988 h 513113"/>
              <a:gd name="connsiteX2" fmla="*/ 962940 w 1313471"/>
              <a:gd name="connsiteY2" fmla="*/ 361976 h 513113"/>
              <a:gd name="connsiteX3" fmla="*/ 1303895 w 1313471"/>
              <a:gd name="connsiteY3" fmla="*/ 365101 h 513113"/>
              <a:gd name="connsiteX4" fmla="*/ 1138117 w 1313471"/>
              <a:gd name="connsiteY4" fmla="*/ 66782 h 513113"/>
              <a:gd name="connsiteX5" fmla="*/ 727409 w 1313471"/>
              <a:gd name="connsiteY5" fmla="*/ 46493 h 513113"/>
              <a:gd name="connsiteX0" fmla="*/ 0 w 1313471"/>
              <a:gd name="connsiteY0" fmla="*/ 510755 h 513113"/>
              <a:gd name="connsiteX1" fmla="*/ 540147 w 1313471"/>
              <a:gd name="connsiteY1" fmla="*/ 295988 h 513113"/>
              <a:gd name="connsiteX2" fmla="*/ 962940 w 1313471"/>
              <a:gd name="connsiteY2" fmla="*/ 361976 h 513113"/>
              <a:gd name="connsiteX3" fmla="*/ 1303895 w 1313471"/>
              <a:gd name="connsiteY3" fmla="*/ 365101 h 513113"/>
              <a:gd name="connsiteX4" fmla="*/ 1138117 w 1313471"/>
              <a:gd name="connsiteY4" fmla="*/ 66782 h 513113"/>
              <a:gd name="connsiteX5" fmla="*/ 727409 w 1313471"/>
              <a:gd name="connsiteY5" fmla="*/ 46493 h 513113"/>
              <a:gd name="connsiteX0" fmla="*/ 0 w 1348726"/>
              <a:gd name="connsiteY0" fmla="*/ 510755 h 513113"/>
              <a:gd name="connsiteX1" fmla="*/ 540147 w 1348726"/>
              <a:gd name="connsiteY1" fmla="*/ 295988 h 513113"/>
              <a:gd name="connsiteX2" fmla="*/ 962940 w 1348726"/>
              <a:gd name="connsiteY2" fmla="*/ 361976 h 513113"/>
              <a:gd name="connsiteX3" fmla="*/ 1303895 w 1348726"/>
              <a:gd name="connsiteY3" fmla="*/ 365101 h 513113"/>
              <a:gd name="connsiteX4" fmla="*/ 1138117 w 1348726"/>
              <a:gd name="connsiteY4" fmla="*/ 66782 h 513113"/>
              <a:gd name="connsiteX5" fmla="*/ 727409 w 1348726"/>
              <a:gd name="connsiteY5" fmla="*/ 46493 h 513113"/>
              <a:gd name="connsiteX0" fmla="*/ 0 w 1254334"/>
              <a:gd name="connsiteY0" fmla="*/ 510755 h 513113"/>
              <a:gd name="connsiteX1" fmla="*/ 540147 w 1254334"/>
              <a:gd name="connsiteY1" fmla="*/ 295988 h 513113"/>
              <a:gd name="connsiteX2" fmla="*/ 962940 w 1254334"/>
              <a:gd name="connsiteY2" fmla="*/ 361976 h 513113"/>
              <a:gd name="connsiteX3" fmla="*/ 1164352 w 1254334"/>
              <a:gd name="connsiteY3" fmla="*/ 343379 h 513113"/>
              <a:gd name="connsiteX4" fmla="*/ 1138117 w 1254334"/>
              <a:gd name="connsiteY4" fmla="*/ 66782 h 513113"/>
              <a:gd name="connsiteX5" fmla="*/ 727409 w 1254334"/>
              <a:gd name="connsiteY5" fmla="*/ 46493 h 513113"/>
              <a:gd name="connsiteX0" fmla="*/ 0 w 1241024"/>
              <a:gd name="connsiteY0" fmla="*/ 510755 h 513113"/>
              <a:gd name="connsiteX1" fmla="*/ 540147 w 1241024"/>
              <a:gd name="connsiteY1" fmla="*/ 295988 h 513113"/>
              <a:gd name="connsiteX2" fmla="*/ 962940 w 1241024"/>
              <a:gd name="connsiteY2" fmla="*/ 361976 h 513113"/>
              <a:gd name="connsiteX3" fmla="*/ 1164352 w 1241024"/>
              <a:gd name="connsiteY3" fmla="*/ 343379 h 513113"/>
              <a:gd name="connsiteX4" fmla="*/ 1138117 w 1241024"/>
              <a:gd name="connsiteY4" fmla="*/ 66782 h 513113"/>
              <a:gd name="connsiteX5" fmla="*/ 727409 w 1241024"/>
              <a:gd name="connsiteY5" fmla="*/ 46493 h 513113"/>
              <a:gd name="connsiteX0" fmla="*/ 0 w 1241024"/>
              <a:gd name="connsiteY0" fmla="*/ 554719 h 557077"/>
              <a:gd name="connsiteX1" fmla="*/ 540147 w 1241024"/>
              <a:gd name="connsiteY1" fmla="*/ 339952 h 557077"/>
              <a:gd name="connsiteX2" fmla="*/ 962940 w 1241024"/>
              <a:gd name="connsiteY2" fmla="*/ 405940 h 557077"/>
              <a:gd name="connsiteX3" fmla="*/ 1164352 w 1241024"/>
              <a:gd name="connsiteY3" fmla="*/ 387343 h 557077"/>
              <a:gd name="connsiteX4" fmla="*/ 1138117 w 1241024"/>
              <a:gd name="connsiteY4" fmla="*/ 110746 h 557077"/>
              <a:gd name="connsiteX5" fmla="*/ 796578 w 1241024"/>
              <a:gd name="connsiteY5" fmla="*/ 13563 h 557077"/>
              <a:gd name="connsiteX0" fmla="*/ 0 w 1241024"/>
              <a:gd name="connsiteY0" fmla="*/ 541156 h 543514"/>
              <a:gd name="connsiteX1" fmla="*/ 540147 w 1241024"/>
              <a:gd name="connsiteY1" fmla="*/ 326389 h 543514"/>
              <a:gd name="connsiteX2" fmla="*/ 962940 w 1241024"/>
              <a:gd name="connsiteY2" fmla="*/ 392377 h 543514"/>
              <a:gd name="connsiteX3" fmla="*/ 1164352 w 1241024"/>
              <a:gd name="connsiteY3" fmla="*/ 373780 h 543514"/>
              <a:gd name="connsiteX4" fmla="*/ 1138117 w 1241024"/>
              <a:gd name="connsiteY4" fmla="*/ 97183 h 543514"/>
              <a:gd name="connsiteX5" fmla="*/ 796578 w 1241024"/>
              <a:gd name="connsiteY5" fmla="*/ 0 h 543514"/>
              <a:gd name="connsiteX0" fmla="*/ 0 w 1192385"/>
              <a:gd name="connsiteY0" fmla="*/ 541156 h 543514"/>
              <a:gd name="connsiteX1" fmla="*/ 540147 w 1192385"/>
              <a:gd name="connsiteY1" fmla="*/ 326389 h 543514"/>
              <a:gd name="connsiteX2" fmla="*/ 962940 w 1192385"/>
              <a:gd name="connsiteY2" fmla="*/ 392377 h 543514"/>
              <a:gd name="connsiteX3" fmla="*/ 1164352 w 1192385"/>
              <a:gd name="connsiteY3" fmla="*/ 373780 h 543514"/>
              <a:gd name="connsiteX4" fmla="*/ 1083262 w 1192385"/>
              <a:gd name="connsiteY4" fmla="*/ 108509 h 543514"/>
              <a:gd name="connsiteX5" fmla="*/ 796578 w 1192385"/>
              <a:gd name="connsiteY5" fmla="*/ 0 h 543514"/>
              <a:gd name="connsiteX0" fmla="*/ 0 w 801902"/>
              <a:gd name="connsiteY0" fmla="*/ 251587 h 403790"/>
              <a:gd name="connsiteX1" fmla="*/ 149664 w 801902"/>
              <a:gd name="connsiteY1" fmla="*/ 326389 h 403790"/>
              <a:gd name="connsiteX2" fmla="*/ 572457 w 801902"/>
              <a:gd name="connsiteY2" fmla="*/ 392377 h 403790"/>
              <a:gd name="connsiteX3" fmla="*/ 773869 w 801902"/>
              <a:gd name="connsiteY3" fmla="*/ 373780 h 403790"/>
              <a:gd name="connsiteX4" fmla="*/ 692779 w 801902"/>
              <a:gd name="connsiteY4" fmla="*/ 108509 h 403790"/>
              <a:gd name="connsiteX5" fmla="*/ 406095 w 801902"/>
              <a:gd name="connsiteY5" fmla="*/ 0 h 40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902" h="403790">
                <a:moveTo>
                  <a:pt x="0" y="251587"/>
                </a:moveTo>
                <a:cubicBezTo>
                  <a:pt x="59600" y="278825"/>
                  <a:pt x="54255" y="302924"/>
                  <a:pt x="149664" y="326389"/>
                </a:cubicBezTo>
                <a:cubicBezTo>
                  <a:pt x="245073" y="349854"/>
                  <a:pt x="468423" y="384479"/>
                  <a:pt x="572457" y="392377"/>
                </a:cubicBezTo>
                <a:cubicBezTo>
                  <a:pt x="676491" y="400276"/>
                  <a:pt x="753815" y="421091"/>
                  <a:pt x="773869" y="373780"/>
                </a:cubicBezTo>
                <a:cubicBezTo>
                  <a:pt x="793923" y="326469"/>
                  <a:pt x="855039" y="228251"/>
                  <a:pt x="692779" y="108509"/>
                </a:cubicBezTo>
                <a:cubicBezTo>
                  <a:pt x="530519" y="-11233"/>
                  <a:pt x="498205" y="10494"/>
                  <a:pt x="406095" y="0"/>
                </a:cubicBezTo>
              </a:path>
            </a:pathLst>
          </a:custGeom>
          <a:noFill/>
          <a:ln w="6350" cap="rnd">
            <a:solidFill>
              <a:schemeClr val="tx1">
                <a:alpha val="35000"/>
              </a:schemeClr>
            </a:solidFill>
            <a:prstDash val="dash"/>
            <a:round/>
          </a:ln>
        </p:spPr>
        <p:txBody>
          <a:bodyPr rtlCol="0" anchor="ctr"/>
          <a:lstStyle/>
          <a:p>
            <a:endParaRPr lang="en-US"/>
          </a:p>
        </p:txBody>
      </p:sp>
      <p:sp>
        <p:nvSpPr>
          <p:cNvPr id="31" name="Freeform: Shape 30">
            <a:extLst>
              <a:ext uri="{FF2B5EF4-FFF2-40B4-BE49-F238E27FC236}">
                <a16:creationId xmlns:a16="http://schemas.microsoft.com/office/drawing/2014/main" id="{F6814008-B966-DDE9-8939-6FF316FED654}"/>
              </a:ext>
            </a:extLst>
          </p:cNvPr>
          <p:cNvSpPr/>
          <p:nvPr userDrawn="1"/>
        </p:nvSpPr>
        <p:spPr>
          <a:xfrm rot="9306195" flipV="1">
            <a:off x="2635383" y="109667"/>
            <a:ext cx="491833" cy="29676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676495 w 1676495"/>
              <a:gd name="connsiteY0" fmla="*/ 1223105 h 1223105"/>
              <a:gd name="connsiteX1" fmla="*/ 1421702 w 1676495"/>
              <a:gd name="connsiteY1" fmla="*/ 1000792 h 1223105"/>
              <a:gd name="connsiteX2" fmla="*/ 1024604 w 1676495"/>
              <a:gd name="connsiteY2" fmla="*/ 744760 h 1223105"/>
              <a:gd name="connsiteX3" fmla="*/ 0 w 1676495"/>
              <a:gd name="connsiteY3" fmla="*/ 0 h 1223105"/>
              <a:gd name="connsiteX0" fmla="*/ 651891 w 651891"/>
              <a:gd name="connsiteY0" fmla="*/ 478345 h 478345"/>
              <a:gd name="connsiteX1" fmla="*/ 397098 w 651891"/>
              <a:gd name="connsiteY1" fmla="*/ 256032 h 478345"/>
              <a:gd name="connsiteX2" fmla="*/ 0 w 651891"/>
              <a:gd name="connsiteY2" fmla="*/ 0 h 478345"/>
              <a:gd name="connsiteX0" fmla="*/ 437890 w 437890"/>
              <a:gd name="connsiteY0" fmla="*/ 339736 h 339736"/>
              <a:gd name="connsiteX1" fmla="*/ 183097 w 437890"/>
              <a:gd name="connsiteY1" fmla="*/ 117423 h 339736"/>
              <a:gd name="connsiteX2" fmla="*/ 0 w 437890"/>
              <a:gd name="connsiteY2" fmla="*/ 0 h 339736"/>
            </a:gdLst>
            <a:ahLst/>
            <a:cxnLst>
              <a:cxn ang="0">
                <a:pos x="connsiteX0" y="connsiteY0"/>
              </a:cxn>
              <a:cxn ang="0">
                <a:pos x="connsiteX1" y="connsiteY1"/>
              </a:cxn>
              <a:cxn ang="0">
                <a:pos x="connsiteX2" y="connsiteY2"/>
              </a:cxn>
            </a:cxnLst>
            <a:rect l="l" t="t" r="r" b="b"/>
            <a:pathLst>
              <a:path w="437890" h="339736">
                <a:moveTo>
                  <a:pt x="437890" y="339736"/>
                </a:moveTo>
                <a:cubicBezTo>
                  <a:pt x="365119" y="253154"/>
                  <a:pt x="256079" y="174046"/>
                  <a:pt x="183097" y="117423"/>
                </a:cubicBezTo>
                <a:cubicBezTo>
                  <a:pt x="110115" y="60800"/>
                  <a:pt x="236950" y="166799"/>
                  <a:pt x="0" y="0"/>
                </a:cubicBezTo>
              </a:path>
            </a:pathLst>
          </a:custGeom>
          <a:noFill/>
          <a:ln w="6350" cap="rnd">
            <a:solidFill>
              <a:schemeClr val="tx1">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9AC495AF-1B12-AE21-B75F-CBD7077EDE70}"/>
              </a:ext>
            </a:extLst>
          </p:cNvPr>
          <p:cNvSpPr/>
          <p:nvPr userDrawn="1"/>
        </p:nvSpPr>
        <p:spPr>
          <a:xfrm rot="9306195" flipV="1">
            <a:off x="2443738" y="113382"/>
            <a:ext cx="2307273" cy="471965"/>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6912"/>
              <a:gd name="connsiteY0" fmla="*/ 466609 h 466609"/>
              <a:gd name="connsiteX1" fmla="*/ 421755 w 1846912"/>
              <a:gd name="connsiteY1" fmla="*/ 319373 h 466609"/>
              <a:gd name="connsiteX2" fmla="*/ 716078 w 1846912"/>
              <a:gd name="connsiteY2" fmla="*/ 264319 h 466609"/>
              <a:gd name="connsiteX3" fmla="*/ 964871 w 1846912"/>
              <a:gd name="connsiteY3" fmla="*/ 278702 h 466609"/>
              <a:gd name="connsiteX4" fmla="*/ 1110794 w 1846912"/>
              <a:gd name="connsiteY4" fmla="*/ 302609 h 466609"/>
              <a:gd name="connsiteX5" fmla="*/ 1402735 w 1846912"/>
              <a:gd name="connsiteY5" fmla="*/ 360045 h 466609"/>
              <a:gd name="connsiteX6" fmla="*/ 1613237 w 1846912"/>
              <a:gd name="connsiteY6" fmla="*/ 386334 h 466609"/>
              <a:gd name="connsiteX7" fmla="*/ 1790117 w 1846912"/>
              <a:gd name="connsiteY7" fmla="*/ 0 h 466609"/>
              <a:gd name="connsiteX0" fmla="*/ 0 w 1846912"/>
              <a:gd name="connsiteY0" fmla="*/ 466609 h 520513"/>
              <a:gd name="connsiteX1" fmla="*/ 421755 w 1846912"/>
              <a:gd name="connsiteY1" fmla="*/ 319373 h 520513"/>
              <a:gd name="connsiteX2" fmla="*/ 716078 w 1846912"/>
              <a:gd name="connsiteY2" fmla="*/ 264319 h 520513"/>
              <a:gd name="connsiteX3" fmla="*/ 964871 w 1846912"/>
              <a:gd name="connsiteY3" fmla="*/ 278702 h 520513"/>
              <a:gd name="connsiteX4" fmla="*/ 1110794 w 1846912"/>
              <a:gd name="connsiteY4" fmla="*/ 302609 h 520513"/>
              <a:gd name="connsiteX5" fmla="*/ 1402735 w 1846912"/>
              <a:gd name="connsiteY5" fmla="*/ 360045 h 520513"/>
              <a:gd name="connsiteX6" fmla="*/ 1613237 w 1846912"/>
              <a:gd name="connsiteY6" fmla="*/ 386334 h 520513"/>
              <a:gd name="connsiteX7" fmla="*/ 1790117 w 1846912"/>
              <a:gd name="connsiteY7" fmla="*/ 0 h 520513"/>
              <a:gd name="connsiteX0" fmla="*/ 0 w 1846912"/>
              <a:gd name="connsiteY0" fmla="*/ 466609 h 540301"/>
              <a:gd name="connsiteX1" fmla="*/ 381306 w 1846912"/>
              <a:gd name="connsiteY1" fmla="*/ 430065 h 540301"/>
              <a:gd name="connsiteX2" fmla="*/ 716078 w 1846912"/>
              <a:gd name="connsiteY2" fmla="*/ 264319 h 540301"/>
              <a:gd name="connsiteX3" fmla="*/ 964871 w 1846912"/>
              <a:gd name="connsiteY3" fmla="*/ 278702 h 540301"/>
              <a:gd name="connsiteX4" fmla="*/ 1110794 w 1846912"/>
              <a:gd name="connsiteY4" fmla="*/ 302609 h 540301"/>
              <a:gd name="connsiteX5" fmla="*/ 1402735 w 1846912"/>
              <a:gd name="connsiteY5" fmla="*/ 360045 h 540301"/>
              <a:gd name="connsiteX6" fmla="*/ 1613237 w 1846912"/>
              <a:gd name="connsiteY6" fmla="*/ 386334 h 540301"/>
              <a:gd name="connsiteX7" fmla="*/ 1790117 w 1846912"/>
              <a:gd name="connsiteY7" fmla="*/ 0 h 540301"/>
              <a:gd name="connsiteX0" fmla="*/ 0 w 2031883"/>
              <a:gd name="connsiteY0" fmla="*/ 466609 h 540301"/>
              <a:gd name="connsiteX1" fmla="*/ 381306 w 2031883"/>
              <a:gd name="connsiteY1" fmla="*/ 430065 h 540301"/>
              <a:gd name="connsiteX2" fmla="*/ 716078 w 2031883"/>
              <a:gd name="connsiteY2" fmla="*/ 264319 h 540301"/>
              <a:gd name="connsiteX3" fmla="*/ 964871 w 2031883"/>
              <a:gd name="connsiteY3" fmla="*/ 278702 h 540301"/>
              <a:gd name="connsiteX4" fmla="*/ 1110794 w 2031883"/>
              <a:gd name="connsiteY4" fmla="*/ 302609 h 540301"/>
              <a:gd name="connsiteX5" fmla="*/ 1402735 w 2031883"/>
              <a:gd name="connsiteY5" fmla="*/ 360045 h 540301"/>
              <a:gd name="connsiteX6" fmla="*/ 1613237 w 2031883"/>
              <a:gd name="connsiteY6" fmla="*/ 386334 h 540301"/>
              <a:gd name="connsiteX7" fmla="*/ 1790117 w 2031883"/>
              <a:gd name="connsiteY7" fmla="*/ 0 h 540301"/>
              <a:gd name="connsiteX0" fmla="*/ 0 w 2054214"/>
              <a:gd name="connsiteY0" fmla="*/ 466609 h 540301"/>
              <a:gd name="connsiteX1" fmla="*/ 381306 w 2054214"/>
              <a:gd name="connsiteY1" fmla="*/ 430065 h 540301"/>
              <a:gd name="connsiteX2" fmla="*/ 716078 w 2054214"/>
              <a:gd name="connsiteY2" fmla="*/ 264319 h 540301"/>
              <a:gd name="connsiteX3" fmla="*/ 964871 w 2054214"/>
              <a:gd name="connsiteY3" fmla="*/ 278702 h 540301"/>
              <a:gd name="connsiteX4" fmla="*/ 1110794 w 2054214"/>
              <a:gd name="connsiteY4" fmla="*/ 302609 h 540301"/>
              <a:gd name="connsiteX5" fmla="*/ 1402735 w 2054214"/>
              <a:gd name="connsiteY5" fmla="*/ 360045 h 540301"/>
              <a:gd name="connsiteX6" fmla="*/ 1613237 w 2054214"/>
              <a:gd name="connsiteY6" fmla="*/ 386334 h 540301"/>
              <a:gd name="connsiteX7" fmla="*/ 1790117 w 2054214"/>
              <a:gd name="connsiteY7" fmla="*/ 0 h 540301"/>
              <a:gd name="connsiteX0" fmla="*/ 0 w 2054214"/>
              <a:gd name="connsiteY0" fmla="*/ 466609 h 540301"/>
              <a:gd name="connsiteX1" fmla="*/ 381306 w 2054214"/>
              <a:gd name="connsiteY1" fmla="*/ 430065 h 540301"/>
              <a:gd name="connsiteX2" fmla="*/ 716078 w 2054214"/>
              <a:gd name="connsiteY2" fmla="*/ 264319 h 540301"/>
              <a:gd name="connsiteX3" fmla="*/ 964871 w 2054214"/>
              <a:gd name="connsiteY3" fmla="*/ 278702 h 540301"/>
              <a:gd name="connsiteX4" fmla="*/ 1110794 w 2054214"/>
              <a:gd name="connsiteY4" fmla="*/ 302609 h 540301"/>
              <a:gd name="connsiteX5" fmla="*/ 1327845 w 2054214"/>
              <a:gd name="connsiteY5" fmla="*/ 416757 h 540301"/>
              <a:gd name="connsiteX6" fmla="*/ 1613237 w 2054214"/>
              <a:gd name="connsiteY6" fmla="*/ 386334 h 540301"/>
              <a:gd name="connsiteX7" fmla="*/ 1790117 w 2054214"/>
              <a:gd name="connsiteY7" fmla="*/ 0 h 54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4214" h="540301">
                <a:moveTo>
                  <a:pt x="0" y="466609"/>
                </a:moveTo>
                <a:cubicBezTo>
                  <a:pt x="255205" y="636648"/>
                  <a:pt x="261960" y="463780"/>
                  <a:pt x="381306" y="430065"/>
                </a:cubicBezTo>
                <a:cubicBezTo>
                  <a:pt x="500652" y="396350"/>
                  <a:pt x="618817" y="289546"/>
                  <a:pt x="716078" y="264319"/>
                </a:cubicBezTo>
                <a:cubicBezTo>
                  <a:pt x="813339" y="239092"/>
                  <a:pt x="882384" y="266891"/>
                  <a:pt x="964871" y="278702"/>
                </a:cubicBezTo>
                <a:cubicBezTo>
                  <a:pt x="1013639" y="285655"/>
                  <a:pt x="1050298" y="279600"/>
                  <a:pt x="1110794" y="302609"/>
                </a:cubicBezTo>
                <a:cubicBezTo>
                  <a:pt x="1171290" y="325618"/>
                  <a:pt x="1230785" y="396183"/>
                  <a:pt x="1327845" y="416757"/>
                </a:cubicBezTo>
                <a:cubicBezTo>
                  <a:pt x="1397473" y="431521"/>
                  <a:pt x="1542371" y="389763"/>
                  <a:pt x="1613237" y="386334"/>
                </a:cubicBezTo>
                <a:cubicBezTo>
                  <a:pt x="1792646" y="451877"/>
                  <a:pt x="2396925" y="301011"/>
                  <a:pt x="1790117" y="0"/>
                </a:cubicBezTo>
              </a:path>
            </a:pathLst>
          </a:custGeom>
          <a:noFill/>
          <a:ln w="6350" cap="rnd">
            <a:solidFill>
              <a:schemeClr val="tx1">
                <a:alpha val="35000"/>
              </a:schemeClr>
            </a:solidFill>
            <a:prstDash val="dash"/>
            <a:round/>
          </a:ln>
        </p:spPr>
        <p:txBody>
          <a:bodyPr rtlCol="0" anchor="ctr"/>
          <a:lstStyle/>
          <a:p>
            <a:endParaRPr lang="en-US"/>
          </a:p>
        </p:txBody>
      </p:sp>
      <p:sp>
        <p:nvSpPr>
          <p:cNvPr id="33" name="Freeform: Shape 32">
            <a:extLst>
              <a:ext uri="{FF2B5EF4-FFF2-40B4-BE49-F238E27FC236}">
                <a16:creationId xmlns:a16="http://schemas.microsoft.com/office/drawing/2014/main" id="{FFCF5EC9-BACC-1817-93D0-4EE54D2FFF8A}"/>
              </a:ext>
            </a:extLst>
          </p:cNvPr>
          <p:cNvSpPr/>
          <p:nvPr userDrawn="1"/>
        </p:nvSpPr>
        <p:spPr>
          <a:xfrm rot="9306195" flipV="1">
            <a:off x="5238" y="235796"/>
            <a:ext cx="2768703" cy="729085"/>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462705"/>
              <a:gd name="connsiteY0" fmla="*/ 277178 h 1271168"/>
              <a:gd name="connsiteX1" fmla="*/ 251555 w 4462705"/>
              <a:gd name="connsiteY1" fmla="*/ 421958 h 1271168"/>
              <a:gd name="connsiteX2" fmla="*/ 709803 w 4462705"/>
              <a:gd name="connsiteY2" fmla="*/ 690848 h 1271168"/>
              <a:gd name="connsiteX3" fmla="*/ 1010031 w 4462705"/>
              <a:gd name="connsiteY3" fmla="*/ 830580 h 1271168"/>
              <a:gd name="connsiteX4" fmla="*/ 1184529 w 4462705"/>
              <a:gd name="connsiteY4" fmla="*/ 917067 h 1271168"/>
              <a:gd name="connsiteX5" fmla="*/ 1495234 w 4462705"/>
              <a:gd name="connsiteY5" fmla="*/ 1114901 h 1271168"/>
              <a:gd name="connsiteX6" fmla="*/ 1641443 w 4462705"/>
              <a:gd name="connsiteY6" fmla="*/ 1204627 h 1271168"/>
              <a:gd name="connsiteX7" fmla="*/ 1875758 w 4462705"/>
              <a:gd name="connsiteY7" fmla="*/ 1271111 h 1271168"/>
              <a:gd name="connsiteX8" fmla="*/ 2168176 w 4462705"/>
              <a:gd name="connsiteY8" fmla="*/ 1128141 h 1271168"/>
              <a:gd name="connsiteX9" fmla="*/ 2326005 w 4462705"/>
              <a:gd name="connsiteY9" fmla="*/ 882110 h 1271168"/>
              <a:gd name="connsiteX10" fmla="*/ 2461069 w 4462705"/>
              <a:gd name="connsiteY10" fmla="*/ 574929 h 1271168"/>
              <a:gd name="connsiteX11" fmla="*/ 2589848 w 4462705"/>
              <a:gd name="connsiteY11" fmla="*/ 411480 h 1271168"/>
              <a:gd name="connsiteX12" fmla="*/ 2858452 w 4462705"/>
              <a:gd name="connsiteY12" fmla="*/ 292322 h 1271168"/>
              <a:gd name="connsiteX13" fmla="*/ 3081338 w 4462705"/>
              <a:gd name="connsiteY13" fmla="*/ 325565 h 1271168"/>
              <a:gd name="connsiteX14" fmla="*/ 3423380 w 4462705"/>
              <a:gd name="connsiteY14" fmla="*/ 383762 h 1271168"/>
              <a:gd name="connsiteX15" fmla="*/ 3805333 w 4462705"/>
              <a:gd name="connsiteY15" fmla="*/ 420434 h 1271168"/>
              <a:gd name="connsiteX16" fmla="*/ 4104418 w 4462705"/>
              <a:gd name="connsiteY16" fmla="*/ 420434 h 1271168"/>
              <a:gd name="connsiteX17" fmla="*/ 4419315 w 4462705"/>
              <a:gd name="connsiteY17" fmla="*/ 349091 h 1271168"/>
              <a:gd name="connsiteX18" fmla="*/ 4462558 w 4462705"/>
              <a:gd name="connsiteY18" fmla="*/ 242316 h 1271168"/>
              <a:gd name="connsiteX19" fmla="*/ 4359879 w 4462705"/>
              <a:gd name="connsiteY19" fmla="*/ 0 h 1271168"/>
              <a:gd name="connsiteX0" fmla="*/ 0 w 4211150"/>
              <a:gd name="connsiteY0" fmla="*/ 421958 h 1271168"/>
              <a:gd name="connsiteX1" fmla="*/ 458248 w 4211150"/>
              <a:gd name="connsiteY1" fmla="*/ 690848 h 1271168"/>
              <a:gd name="connsiteX2" fmla="*/ 758476 w 4211150"/>
              <a:gd name="connsiteY2" fmla="*/ 830580 h 1271168"/>
              <a:gd name="connsiteX3" fmla="*/ 932974 w 4211150"/>
              <a:gd name="connsiteY3" fmla="*/ 917067 h 1271168"/>
              <a:gd name="connsiteX4" fmla="*/ 1243679 w 4211150"/>
              <a:gd name="connsiteY4" fmla="*/ 1114901 h 1271168"/>
              <a:gd name="connsiteX5" fmla="*/ 1389888 w 4211150"/>
              <a:gd name="connsiteY5" fmla="*/ 1204627 h 1271168"/>
              <a:gd name="connsiteX6" fmla="*/ 1624203 w 4211150"/>
              <a:gd name="connsiteY6" fmla="*/ 1271111 h 1271168"/>
              <a:gd name="connsiteX7" fmla="*/ 1916621 w 4211150"/>
              <a:gd name="connsiteY7" fmla="*/ 1128141 h 1271168"/>
              <a:gd name="connsiteX8" fmla="*/ 2074450 w 4211150"/>
              <a:gd name="connsiteY8" fmla="*/ 882110 h 1271168"/>
              <a:gd name="connsiteX9" fmla="*/ 2209514 w 4211150"/>
              <a:gd name="connsiteY9" fmla="*/ 574929 h 1271168"/>
              <a:gd name="connsiteX10" fmla="*/ 2338293 w 4211150"/>
              <a:gd name="connsiteY10" fmla="*/ 411480 h 1271168"/>
              <a:gd name="connsiteX11" fmla="*/ 2606897 w 4211150"/>
              <a:gd name="connsiteY11" fmla="*/ 292322 h 1271168"/>
              <a:gd name="connsiteX12" fmla="*/ 2829783 w 4211150"/>
              <a:gd name="connsiteY12" fmla="*/ 325565 h 1271168"/>
              <a:gd name="connsiteX13" fmla="*/ 3171825 w 4211150"/>
              <a:gd name="connsiteY13" fmla="*/ 383762 h 1271168"/>
              <a:gd name="connsiteX14" fmla="*/ 3553778 w 4211150"/>
              <a:gd name="connsiteY14" fmla="*/ 420434 h 1271168"/>
              <a:gd name="connsiteX15" fmla="*/ 3852863 w 4211150"/>
              <a:gd name="connsiteY15" fmla="*/ 420434 h 1271168"/>
              <a:gd name="connsiteX16" fmla="*/ 4167760 w 4211150"/>
              <a:gd name="connsiteY16" fmla="*/ 349091 h 1271168"/>
              <a:gd name="connsiteX17" fmla="*/ 4211003 w 4211150"/>
              <a:gd name="connsiteY17" fmla="*/ 242316 h 1271168"/>
              <a:gd name="connsiteX18" fmla="*/ 4108324 w 4211150"/>
              <a:gd name="connsiteY18"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80045 w 3752902"/>
              <a:gd name="connsiteY9" fmla="*/ 411480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97032 w 3752902"/>
              <a:gd name="connsiteY7" fmla="*/ 764149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60988 w 3752902"/>
              <a:gd name="connsiteY4" fmla="*/ 1114985 h 1271168"/>
              <a:gd name="connsiteX5" fmla="*/ 1165955 w 3752902"/>
              <a:gd name="connsiteY5" fmla="*/ 1271111 h 1271168"/>
              <a:gd name="connsiteX6" fmla="*/ 1458373 w 3752902"/>
              <a:gd name="connsiteY6" fmla="*/ 1128141 h 1271168"/>
              <a:gd name="connsiteX7" fmla="*/ 1697032 w 3752902"/>
              <a:gd name="connsiteY7" fmla="*/ 764149 h 1271168"/>
              <a:gd name="connsiteX8" fmla="*/ 1665343 w 3752902"/>
              <a:gd name="connsiteY8" fmla="*/ 549270 h 1271168"/>
              <a:gd name="connsiteX9" fmla="*/ 1800665 w 3752902"/>
              <a:gd name="connsiteY9" fmla="*/ 331427 h 1271168"/>
              <a:gd name="connsiteX10" fmla="*/ 2055628 w 3752902"/>
              <a:gd name="connsiteY10" fmla="*/ 345428 h 1271168"/>
              <a:gd name="connsiteX11" fmla="*/ 2253847 w 3752902"/>
              <a:gd name="connsiteY11" fmla="*/ 362138 h 1271168"/>
              <a:gd name="connsiteX12" fmla="*/ 2483982 w 3752902"/>
              <a:gd name="connsiteY12" fmla="*/ 369309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752902"/>
              <a:gd name="connsiteY0" fmla="*/ 690848 h 1275976"/>
              <a:gd name="connsiteX1" fmla="*/ 300228 w 3752902"/>
              <a:gd name="connsiteY1" fmla="*/ 830580 h 1275976"/>
              <a:gd name="connsiteX2" fmla="*/ 474726 w 3752902"/>
              <a:gd name="connsiteY2" fmla="*/ 917067 h 1275976"/>
              <a:gd name="connsiteX3" fmla="*/ 785431 w 3752902"/>
              <a:gd name="connsiteY3" fmla="*/ 1114901 h 1275976"/>
              <a:gd name="connsiteX4" fmla="*/ 960988 w 3752902"/>
              <a:gd name="connsiteY4" fmla="*/ 1114985 h 1275976"/>
              <a:gd name="connsiteX5" fmla="*/ 1165955 w 3752902"/>
              <a:gd name="connsiteY5" fmla="*/ 1271111 h 1275976"/>
              <a:gd name="connsiteX6" fmla="*/ 1391917 w 3752902"/>
              <a:gd name="connsiteY6" fmla="*/ 912947 h 1275976"/>
              <a:gd name="connsiteX7" fmla="*/ 1697032 w 3752902"/>
              <a:gd name="connsiteY7" fmla="*/ 764149 h 1275976"/>
              <a:gd name="connsiteX8" fmla="*/ 1665343 w 3752902"/>
              <a:gd name="connsiteY8" fmla="*/ 549270 h 1275976"/>
              <a:gd name="connsiteX9" fmla="*/ 1800665 w 3752902"/>
              <a:gd name="connsiteY9" fmla="*/ 331427 h 1275976"/>
              <a:gd name="connsiteX10" fmla="*/ 2055628 w 3752902"/>
              <a:gd name="connsiteY10" fmla="*/ 345428 h 1275976"/>
              <a:gd name="connsiteX11" fmla="*/ 2253847 w 3752902"/>
              <a:gd name="connsiteY11" fmla="*/ 362138 h 1275976"/>
              <a:gd name="connsiteX12" fmla="*/ 2483982 w 3752902"/>
              <a:gd name="connsiteY12" fmla="*/ 369309 h 1275976"/>
              <a:gd name="connsiteX13" fmla="*/ 3095530 w 3752902"/>
              <a:gd name="connsiteY13" fmla="*/ 420434 h 1275976"/>
              <a:gd name="connsiteX14" fmla="*/ 3394615 w 3752902"/>
              <a:gd name="connsiteY14" fmla="*/ 420434 h 1275976"/>
              <a:gd name="connsiteX15" fmla="*/ 3709512 w 3752902"/>
              <a:gd name="connsiteY15" fmla="*/ 349091 h 1275976"/>
              <a:gd name="connsiteX16" fmla="*/ 3752755 w 3752902"/>
              <a:gd name="connsiteY16" fmla="*/ 242316 h 1275976"/>
              <a:gd name="connsiteX17" fmla="*/ 3650076 w 3752902"/>
              <a:gd name="connsiteY17" fmla="*/ 0 h 1275976"/>
              <a:gd name="connsiteX0" fmla="*/ 0 w 3752902"/>
              <a:gd name="connsiteY0" fmla="*/ 690848 h 1130930"/>
              <a:gd name="connsiteX1" fmla="*/ 300228 w 3752902"/>
              <a:gd name="connsiteY1" fmla="*/ 830580 h 1130930"/>
              <a:gd name="connsiteX2" fmla="*/ 474726 w 3752902"/>
              <a:gd name="connsiteY2" fmla="*/ 917067 h 1130930"/>
              <a:gd name="connsiteX3" fmla="*/ 785431 w 3752902"/>
              <a:gd name="connsiteY3" fmla="*/ 1114901 h 1130930"/>
              <a:gd name="connsiteX4" fmla="*/ 960988 w 3752902"/>
              <a:gd name="connsiteY4" fmla="*/ 1114985 h 1130930"/>
              <a:gd name="connsiteX5" fmla="*/ 1114112 w 3752902"/>
              <a:gd name="connsiteY5" fmla="*/ 1080859 h 1130930"/>
              <a:gd name="connsiteX6" fmla="*/ 1391917 w 3752902"/>
              <a:gd name="connsiteY6" fmla="*/ 912947 h 1130930"/>
              <a:gd name="connsiteX7" fmla="*/ 1697032 w 3752902"/>
              <a:gd name="connsiteY7" fmla="*/ 764149 h 1130930"/>
              <a:gd name="connsiteX8" fmla="*/ 1665343 w 3752902"/>
              <a:gd name="connsiteY8" fmla="*/ 549270 h 1130930"/>
              <a:gd name="connsiteX9" fmla="*/ 1800665 w 3752902"/>
              <a:gd name="connsiteY9" fmla="*/ 331427 h 1130930"/>
              <a:gd name="connsiteX10" fmla="*/ 2055628 w 3752902"/>
              <a:gd name="connsiteY10" fmla="*/ 345428 h 1130930"/>
              <a:gd name="connsiteX11" fmla="*/ 2253847 w 3752902"/>
              <a:gd name="connsiteY11" fmla="*/ 362138 h 1130930"/>
              <a:gd name="connsiteX12" fmla="*/ 2483982 w 3752902"/>
              <a:gd name="connsiteY12" fmla="*/ 369309 h 1130930"/>
              <a:gd name="connsiteX13" fmla="*/ 3095530 w 3752902"/>
              <a:gd name="connsiteY13" fmla="*/ 420434 h 1130930"/>
              <a:gd name="connsiteX14" fmla="*/ 3394615 w 3752902"/>
              <a:gd name="connsiteY14" fmla="*/ 420434 h 1130930"/>
              <a:gd name="connsiteX15" fmla="*/ 3709512 w 3752902"/>
              <a:gd name="connsiteY15" fmla="*/ 349091 h 1130930"/>
              <a:gd name="connsiteX16" fmla="*/ 3752755 w 3752902"/>
              <a:gd name="connsiteY16" fmla="*/ 242316 h 1130930"/>
              <a:gd name="connsiteX17" fmla="*/ 3650076 w 3752902"/>
              <a:gd name="connsiteY17" fmla="*/ 0 h 1130930"/>
              <a:gd name="connsiteX0" fmla="*/ 0 w 3752902"/>
              <a:gd name="connsiteY0" fmla="*/ 690848 h 1117143"/>
              <a:gd name="connsiteX1" fmla="*/ 300228 w 3752902"/>
              <a:gd name="connsiteY1" fmla="*/ 830580 h 1117143"/>
              <a:gd name="connsiteX2" fmla="*/ 474726 w 3752902"/>
              <a:gd name="connsiteY2" fmla="*/ 917067 h 1117143"/>
              <a:gd name="connsiteX3" fmla="*/ 777967 w 3752902"/>
              <a:gd name="connsiteY3" fmla="*/ 1042419 h 1117143"/>
              <a:gd name="connsiteX4" fmla="*/ 960988 w 3752902"/>
              <a:gd name="connsiteY4" fmla="*/ 1114985 h 1117143"/>
              <a:gd name="connsiteX5" fmla="*/ 1114112 w 3752902"/>
              <a:gd name="connsiteY5" fmla="*/ 1080859 h 1117143"/>
              <a:gd name="connsiteX6" fmla="*/ 1391917 w 3752902"/>
              <a:gd name="connsiteY6" fmla="*/ 912947 h 1117143"/>
              <a:gd name="connsiteX7" fmla="*/ 1697032 w 3752902"/>
              <a:gd name="connsiteY7" fmla="*/ 764149 h 1117143"/>
              <a:gd name="connsiteX8" fmla="*/ 1665343 w 3752902"/>
              <a:gd name="connsiteY8" fmla="*/ 549270 h 1117143"/>
              <a:gd name="connsiteX9" fmla="*/ 1800665 w 3752902"/>
              <a:gd name="connsiteY9" fmla="*/ 331427 h 1117143"/>
              <a:gd name="connsiteX10" fmla="*/ 2055628 w 3752902"/>
              <a:gd name="connsiteY10" fmla="*/ 345428 h 1117143"/>
              <a:gd name="connsiteX11" fmla="*/ 2253847 w 3752902"/>
              <a:gd name="connsiteY11" fmla="*/ 362138 h 1117143"/>
              <a:gd name="connsiteX12" fmla="*/ 2483982 w 3752902"/>
              <a:gd name="connsiteY12" fmla="*/ 369309 h 1117143"/>
              <a:gd name="connsiteX13" fmla="*/ 3095530 w 3752902"/>
              <a:gd name="connsiteY13" fmla="*/ 420434 h 1117143"/>
              <a:gd name="connsiteX14" fmla="*/ 3394615 w 3752902"/>
              <a:gd name="connsiteY14" fmla="*/ 420434 h 1117143"/>
              <a:gd name="connsiteX15" fmla="*/ 3709512 w 3752902"/>
              <a:gd name="connsiteY15" fmla="*/ 349091 h 1117143"/>
              <a:gd name="connsiteX16" fmla="*/ 3752755 w 3752902"/>
              <a:gd name="connsiteY16" fmla="*/ 242316 h 1117143"/>
              <a:gd name="connsiteX17" fmla="*/ 3650076 w 3752902"/>
              <a:gd name="connsiteY17" fmla="*/ 0 h 111714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65343 w 3752902"/>
              <a:gd name="connsiteY8" fmla="*/ 549270 h 1123663"/>
              <a:gd name="connsiteX9" fmla="*/ 1800665 w 3752902"/>
              <a:gd name="connsiteY9" fmla="*/ 331427 h 1123663"/>
              <a:gd name="connsiteX10" fmla="*/ 2055628 w 3752902"/>
              <a:gd name="connsiteY10" fmla="*/ 345428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55628 w 3752902"/>
              <a:gd name="connsiteY10" fmla="*/ 345428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53847 w 3752902"/>
              <a:gd name="connsiteY11" fmla="*/ 362138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83982 w 3752902"/>
              <a:gd name="connsiteY12" fmla="*/ 369309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68988 w 3752902"/>
              <a:gd name="connsiteY12" fmla="*/ 327768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902"/>
              <a:gd name="connsiteY0" fmla="*/ 690848 h 1123663"/>
              <a:gd name="connsiteX1" fmla="*/ 300228 w 3752902"/>
              <a:gd name="connsiteY1" fmla="*/ 830580 h 1123663"/>
              <a:gd name="connsiteX2" fmla="*/ 474726 w 3752902"/>
              <a:gd name="connsiteY2" fmla="*/ 917067 h 1123663"/>
              <a:gd name="connsiteX3" fmla="*/ 777967 w 3752902"/>
              <a:gd name="connsiteY3" fmla="*/ 1042419 h 1123663"/>
              <a:gd name="connsiteX4" fmla="*/ 960988 w 3752902"/>
              <a:gd name="connsiteY4" fmla="*/ 1114985 h 1123663"/>
              <a:gd name="connsiteX5" fmla="*/ 1114112 w 3752902"/>
              <a:gd name="connsiteY5" fmla="*/ 1080859 h 1123663"/>
              <a:gd name="connsiteX6" fmla="*/ 1454897 w 3752902"/>
              <a:gd name="connsiteY6" fmla="*/ 745534 h 1123663"/>
              <a:gd name="connsiteX7" fmla="*/ 1697032 w 3752902"/>
              <a:gd name="connsiteY7" fmla="*/ 764149 h 1123663"/>
              <a:gd name="connsiteX8" fmla="*/ 1691997 w 3752902"/>
              <a:gd name="connsiteY8" fmla="*/ 478066 h 1123663"/>
              <a:gd name="connsiteX9" fmla="*/ 1800665 w 3752902"/>
              <a:gd name="connsiteY9" fmla="*/ 331427 h 1123663"/>
              <a:gd name="connsiteX10" fmla="*/ 2014473 w 3752902"/>
              <a:gd name="connsiteY10" fmla="*/ 386817 h 1123663"/>
              <a:gd name="connsiteX11" fmla="*/ 2226774 w 3752902"/>
              <a:gd name="connsiteY11" fmla="*/ 250869 h 1123663"/>
              <a:gd name="connsiteX12" fmla="*/ 2465035 w 3752902"/>
              <a:gd name="connsiteY12" fmla="*/ 301275 h 1123663"/>
              <a:gd name="connsiteX13" fmla="*/ 3095530 w 3752902"/>
              <a:gd name="connsiteY13" fmla="*/ 420434 h 1123663"/>
              <a:gd name="connsiteX14" fmla="*/ 3394615 w 3752902"/>
              <a:gd name="connsiteY14" fmla="*/ 420434 h 1123663"/>
              <a:gd name="connsiteX15" fmla="*/ 3709512 w 3752902"/>
              <a:gd name="connsiteY15" fmla="*/ 349091 h 1123663"/>
              <a:gd name="connsiteX16" fmla="*/ 3752755 w 3752902"/>
              <a:gd name="connsiteY16" fmla="*/ 242316 h 1123663"/>
              <a:gd name="connsiteX17" fmla="*/ 3650076 w 3752902"/>
              <a:gd name="connsiteY17" fmla="*/ 0 h 1123663"/>
              <a:gd name="connsiteX0" fmla="*/ 0 w 3752755"/>
              <a:gd name="connsiteY0" fmla="*/ 448532 h 881347"/>
              <a:gd name="connsiteX1" fmla="*/ 300228 w 3752755"/>
              <a:gd name="connsiteY1" fmla="*/ 588264 h 881347"/>
              <a:gd name="connsiteX2" fmla="*/ 474726 w 3752755"/>
              <a:gd name="connsiteY2" fmla="*/ 674751 h 881347"/>
              <a:gd name="connsiteX3" fmla="*/ 777967 w 3752755"/>
              <a:gd name="connsiteY3" fmla="*/ 800103 h 881347"/>
              <a:gd name="connsiteX4" fmla="*/ 960988 w 3752755"/>
              <a:gd name="connsiteY4" fmla="*/ 872669 h 881347"/>
              <a:gd name="connsiteX5" fmla="*/ 1114112 w 3752755"/>
              <a:gd name="connsiteY5" fmla="*/ 838543 h 881347"/>
              <a:gd name="connsiteX6" fmla="*/ 1454897 w 3752755"/>
              <a:gd name="connsiteY6" fmla="*/ 503218 h 881347"/>
              <a:gd name="connsiteX7" fmla="*/ 1697032 w 3752755"/>
              <a:gd name="connsiteY7" fmla="*/ 521833 h 881347"/>
              <a:gd name="connsiteX8" fmla="*/ 1691997 w 3752755"/>
              <a:gd name="connsiteY8" fmla="*/ 235750 h 881347"/>
              <a:gd name="connsiteX9" fmla="*/ 1800665 w 3752755"/>
              <a:gd name="connsiteY9" fmla="*/ 89111 h 881347"/>
              <a:gd name="connsiteX10" fmla="*/ 2014473 w 3752755"/>
              <a:gd name="connsiteY10" fmla="*/ 144501 h 881347"/>
              <a:gd name="connsiteX11" fmla="*/ 2226774 w 3752755"/>
              <a:gd name="connsiteY11" fmla="*/ 8553 h 881347"/>
              <a:gd name="connsiteX12" fmla="*/ 2465035 w 3752755"/>
              <a:gd name="connsiteY12" fmla="*/ 58959 h 881347"/>
              <a:gd name="connsiteX13" fmla="*/ 3095530 w 3752755"/>
              <a:gd name="connsiteY13" fmla="*/ 178118 h 881347"/>
              <a:gd name="connsiteX14" fmla="*/ 3394615 w 3752755"/>
              <a:gd name="connsiteY14" fmla="*/ 178118 h 881347"/>
              <a:gd name="connsiteX15" fmla="*/ 3709512 w 3752755"/>
              <a:gd name="connsiteY15" fmla="*/ 106775 h 881347"/>
              <a:gd name="connsiteX16" fmla="*/ 3752755 w 3752755"/>
              <a:gd name="connsiteY16" fmla="*/ 0 h 881347"/>
              <a:gd name="connsiteX0" fmla="*/ 0 w 3709512"/>
              <a:gd name="connsiteY0" fmla="*/ 443177 h 875992"/>
              <a:gd name="connsiteX1" fmla="*/ 300228 w 3709512"/>
              <a:gd name="connsiteY1" fmla="*/ 582909 h 875992"/>
              <a:gd name="connsiteX2" fmla="*/ 474726 w 3709512"/>
              <a:gd name="connsiteY2" fmla="*/ 669396 h 875992"/>
              <a:gd name="connsiteX3" fmla="*/ 777967 w 3709512"/>
              <a:gd name="connsiteY3" fmla="*/ 794748 h 875992"/>
              <a:gd name="connsiteX4" fmla="*/ 960988 w 3709512"/>
              <a:gd name="connsiteY4" fmla="*/ 867314 h 875992"/>
              <a:gd name="connsiteX5" fmla="*/ 1114112 w 3709512"/>
              <a:gd name="connsiteY5" fmla="*/ 833188 h 875992"/>
              <a:gd name="connsiteX6" fmla="*/ 1454897 w 3709512"/>
              <a:gd name="connsiteY6" fmla="*/ 497863 h 875992"/>
              <a:gd name="connsiteX7" fmla="*/ 1697032 w 3709512"/>
              <a:gd name="connsiteY7" fmla="*/ 516478 h 875992"/>
              <a:gd name="connsiteX8" fmla="*/ 1691997 w 3709512"/>
              <a:gd name="connsiteY8" fmla="*/ 230395 h 875992"/>
              <a:gd name="connsiteX9" fmla="*/ 1800665 w 3709512"/>
              <a:gd name="connsiteY9" fmla="*/ 83756 h 875992"/>
              <a:gd name="connsiteX10" fmla="*/ 2014473 w 3709512"/>
              <a:gd name="connsiteY10" fmla="*/ 139146 h 875992"/>
              <a:gd name="connsiteX11" fmla="*/ 2226774 w 3709512"/>
              <a:gd name="connsiteY11" fmla="*/ 3198 h 875992"/>
              <a:gd name="connsiteX12" fmla="*/ 2465035 w 3709512"/>
              <a:gd name="connsiteY12" fmla="*/ 53604 h 875992"/>
              <a:gd name="connsiteX13" fmla="*/ 3095530 w 3709512"/>
              <a:gd name="connsiteY13" fmla="*/ 172763 h 875992"/>
              <a:gd name="connsiteX14" fmla="*/ 3394615 w 3709512"/>
              <a:gd name="connsiteY14" fmla="*/ 172763 h 875992"/>
              <a:gd name="connsiteX15" fmla="*/ 3709512 w 3709512"/>
              <a:gd name="connsiteY15" fmla="*/ 101420 h 875992"/>
              <a:gd name="connsiteX0" fmla="*/ 0 w 3394615"/>
              <a:gd name="connsiteY0" fmla="*/ 443177 h 875992"/>
              <a:gd name="connsiteX1" fmla="*/ 300228 w 3394615"/>
              <a:gd name="connsiteY1" fmla="*/ 582909 h 875992"/>
              <a:gd name="connsiteX2" fmla="*/ 474726 w 3394615"/>
              <a:gd name="connsiteY2" fmla="*/ 669396 h 875992"/>
              <a:gd name="connsiteX3" fmla="*/ 777967 w 3394615"/>
              <a:gd name="connsiteY3" fmla="*/ 794748 h 875992"/>
              <a:gd name="connsiteX4" fmla="*/ 960988 w 3394615"/>
              <a:gd name="connsiteY4" fmla="*/ 867314 h 875992"/>
              <a:gd name="connsiteX5" fmla="*/ 1114112 w 3394615"/>
              <a:gd name="connsiteY5" fmla="*/ 833188 h 875992"/>
              <a:gd name="connsiteX6" fmla="*/ 1454897 w 3394615"/>
              <a:gd name="connsiteY6" fmla="*/ 497863 h 875992"/>
              <a:gd name="connsiteX7" fmla="*/ 1697032 w 3394615"/>
              <a:gd name="connsiteY7" fmla="*/ 516478 h 875992"/>
              <a:gd name="connsiteX8" fmla="*/ 1691997 w 3394615"/>
              <a:gd name="connsiteY8" fmla="*/ 230395 h 875992"/>
              <a:gd name="connsiteX9" fmla="*/ 1800665 w 3394615"/>
              <a:gd name="connsiteY9" fmla="*/ 83756 h 875992"/>
              <a:gd name="connsiteX10" fmla="*/ 2014473 w 3394615"/>
              <a:gd name="connsiteY10" fmla="*/ 139146 h 875992"/>
              <a:gd name="connsiteX11" fmla="*/ 2226774 w 3394615"/>
              <a:gd name="connsiteY11" fmla="*/ 3198 h 875992"/>
              <a:gd name="connsiteX12" fmla="*/ 2465035 w 3394615"/>
              <a:gd name="connsiteY12" fmla="*/ 53604 h 875992"/>
              <a:gd name="connsiteX13" fmla="*/ 3095530 w 3394615"/>
              <a:gd name="connsiteY13" fmla="*/ 172763 h 875992"/>
              <a:gd name="connsiteX14" fmla="*/ 3394615 w 3394615"/>
              <a:gd name="connsiteY14" fmla="*/ 172763 h 875992"/>
              <a:gd name="connsiteX0" fmla="*/ 0 w 3095530"/>
              <a:gd name="connsiteY0" fmla="*/ 443177 h 875992"/>
              <a:gd name="connsiteX1" fmla="*/ 300228 w 3095530"/>
              <a:gd name="connsiteY1" fmla="*/ 582909 h 875992"/>
              <a:gd name="connsiteX2" fmla="*/ 474726 w 3095530"/>
              <a:gd name="connsiteY2" fmla="*/ 669396 h 875992"/>
              <a:gd name="connsiteX3" fmla="*/ 777967 w 3095530"/>
              <a:gd name="connsiteY3" fmla="*/ 794748 h 875992"/>
              <a:gd name="connsiteX4" fmla="*/ 960988 w 3095530"/>
              <a:gd name="connsiteY4" fmla="*/ 867314 h 875992"/>
              <a:gd name="connsiteX5" fmla="*/ 1114112 w 3095530"/>
              <a:gd name="connsiteY5" fmla="*/ 833188 h 875992"/>
              <a:gd name="connsiteX6" fmla="*/ 1454897 w 3095530"/>
              <a:gd name="connsiteY6" fmla="*/ 497863 h 875992"/>
              <a:gd name="connsiteX7" fmla="*/ 1697032 w 3095530"/>
              <a:gd name="connsiteY7" fmla="*/ 516478 h 875992"/>
              <a:gd name="connsiteX8" fmla="*/ 1691997 w 3095530"/>
              <a:gd name="connsiteY8" fmla="*/ 230395 h 875992"/>
              <a:gd name="connsiteX9" fmla="*/ 1800665 w 3095530"/>
              <a:gd name="connsiteY9" fmla="*/ 83756 h 875992"/>
              <a:gd name="connsiteX10" fmla="*/ 2014473 w 3095530"/>
              <a:gd name="connsiteY10" fmla="*/ 139146 h 875992"/>
              <a:gd name="connsiteX11" fmla="*/ 2226774 w 3095530"/>
              <a:gd name="connsiteY11" fmla="*/ 3198 h 875992"/>
              <a:gd name="connsiteX12" fmla="*/ 2465035 w 3095530"/>
              <a:gd name="connsiteY12" fmla="*/ 53604 h 875992"/>
              <a:gd name="connsiteX13" fmla="*/ 3095530 w 3095530"/>
              <a:gd name="connsiteY13" fmla="*/ 172763 h 875992"/>
              <a:gd name="connsiteX0" fmla="*/ 0 w 2465035"/>
              <a:gd name="connsiteY0" fmla="*/ 443177 h 875992"/>
              <a:gd name="connsiteX1" fmla="*/ 300228 w 2465035"/>
              <a:gd name="connsiteY1" fmla="*/ 582909 h 875992"/>
              <a:gd name="connsiteX2" fmla="*/ 474726 w 2465035"/>
              <a:gd name="connsiteY2" fmla="*/ 669396 h 875992"/>
              <a:gd name="connsiteX3" fmla="*/ 777967 w 2465035"/>
              <a:gd name="connsiteY3" fmla="*/ 794748 h 875992"/>
              <a:gd name="connsiteX4" fmla="*/ 960988 w 2465035"/>
              <a:gd name="connsiteY4" fmla="*/ 867314 h 875992"/>
              <a:gd name="connsiteX5" fmla="*/ 1114112 w 2465035"/>
              <a:gd name="connsiteY5" fmla="*/ 833188 h 875992"/>
              <a:gd name="connsiteX6" fmla="*/ 1454897 w 2465035"/>
              <a:gd name="connsiteY6" fmla="*/ 497863 h 875992"/>
              <a:gd name="connsiteX7" fmla="*/ 1697032 w 2465035"/>
              <a:gd name="connsiteY7" fmla="*/ 516478 h 875992"/>
              <a:gd name="connsiteX8" fmla="*/ 1691997 w 2465035"/>
              <a:gd name="connsiteY8" fmla="*/ 230395 h 875992"/>
              <a:gd name="connsiteX9" fmla="*/ 1800665 w 2465035"/>
              <a:gd name="connsiteY9" fmla="*/ 83756 h 875992"/>
              <a:gd name="connsiteX10" fmla="*/ 2014473 w 2465035"/>
              <a:gd name="connsiteY10" fmla="*/ 139146 h 875992"/>
              <a:gd name="connsiteX11" fmla="*/ 2226774 w 2465035"/>
              <a:gd name="connsiteY11" fmla="*/ 3198 h 875992"/>
              <a:gd name="connsiteX12" fmla="*/ 2465035 w 2465035"/>
              <a:gd name="connsiteY12" fmla="*/ 53604 h 875992"/>
              <a:gd name="connsiteX0" fmla="*/ 0 w 2465035"/>
              <a:gd name="connsiteY0" fmla="*/ 406796 h 839611"/>
              <a:gd name="connsiteX1" fmla="*/ 300228 w 2465035"/>
              <a:gd name="connsiteY1" fmla="*/ 546528 h 839611"/>
              <a:gd name="connsiteX2" fmla="*/ 474726 w 2465035"/>
              <a:gd name="connsiteY2" fmla="*/ 633015 h 839611"/>
              <a:gd name="connsiteX3" fmla="*/ 777967 w 2465035"/>
              <a:gd name="connsiteY3" fmla="*/ 758367 h 839611"/>
              <a:gd name="connsiteX4" fmla="*/ 960988 w 2465035"/>
              <a:gd name="connsiteY4" fmla="*/ 830933 h 839611"/>
              <a:gd name="connsiteX5" fmla="*/ 1114112 w 2465035"/>
              <a:gd name="connsiteY5" fmla="*/ 796807 h 839611"/>
              <a:gd name="connsiteX6" fmla="*/ 1454897 w 2465035"/>
              <a:gd name="connsiteY6" fmla="*/ 461482 h 839611"/>
              <a:gd name="connsiteX7" fmla="*/ 1697032 w 2465035"/>
              <a:gd name="connsiteY7" fmla="*/ 480097 h 839611"/>
              <a:gd name="connsiteX8" fmla="*/ 1691997 w 2465035"/>
              <a:gd name="connsiteY8" fmla="*/ 194014 h 839611"/>
              <a:gd name="connsiteX9" fmla="*/ 1800665 w 2465035"/>
              <a:gd name="connsiteY9" fmla="*/ 47375 h 839611"/>
              <a:gd name="connsiteX10" fmla="*/ 2014473 w 2465035"/>
              <a:gd name="connsiteY10" fmla="*/ 102765 h 839611"/>
              <a:gd name="connsiteX11" fmla="*/ 2238582 w 2465035"/>
              <a:gd name="connsiteY11" fmla="*/ 15069 h 839611"/>
              <a:gd name="connsiteX12" fmla="*/ 2465035 w 2465035"/>
              <a:gd name="connsiteY12" fmla="*/ 17223 h 839611"/>
              <a:gd name="connsiteX0" fmla="*/ 0 w 2465035"/>
              <a:gd name="connsiteY0" fmla="*/ 406796 h 834648"/>
              <a:gd name="connsiteX1" fmla="*/ 300228 w 2465035"/>
              <a:gd name="connsiteY1" fmla="*/ 546528 h 834648"/>
              <a:gd name="connsiteX2" fmla="*/ 474726 w 2465035"/>
              <a:gd name="connsiteY2" fmla="*/ 633015 h 834648"/>
              <a:gd name="connsiteX3" fmla="*/ 777967 w 2465035"/>
              <a:gd name="connsiteY3" fmla="*/ 758367 h 834648"/>
              <a:gd name="connsiteX4" fmla="*/ 960988 w 2465035"/>
              <a:gd name="connsiteY4" fmla="*/ 830933 h 834648"/>
              <a:gd name="connsiteX5" fmla="*/ 1114112 w 2465035"/>
              <a:gd name="connsiteY5" fmla="*/ 796807 h 834648"/>
              <a:gd name="connsiteX6" fmla="*/ 1435766 w 2465035"/>
              <a:gd name="connsiteY6" fmla="*/ 569069 h 834648"/>
              <a:gd name="connsiteX7" fmla="*/ 1697032 w 2465035"/>
              <a:gd name="connsiteY7" fmla="*/ 480097 h 834648"/>
              <a:gd name="connsiteX8" fmla="*/ 1691997 w 2465035"/>
              <a:gd name="connsiteY8" fmla="*/ 194014 h 834648"/>
              <a:gd name="connsiteX9" fmla="*/ 1800665 w 2465035"/>
              <a:gd name="connsiteY9" fmla="*/ 47375 h 834648"/>
              <a:gd name="connsiteX10" fmla="*/ 2014473 w 2465035"/>
              <a:gd name="connsiteY10" fmla="*/ 102765 h 834648"/>
              <a:gd name="connsiteX11" fmla="*/ 2238582 w 2465035"/>
              <a:gd name="connsiteY11" fmla="*/ 15069 h 834648"/>
              <a:gd name="connsiteX12" fmla="*/ 2465035 w 2465035"/>
              <a:gd name="connsiteY12" fmla="*/ 17223 h 83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5035" h="834648">
                <a:moveTo>
                  <a:pt x="0" y="406796"/>
                </a:moveTo>
                <a:cubicBezTo>
                  <a:pt x="98108" y="457374"/>
                  <a:pt x="199835" y="500618"/>
                  <a:pt x="300228" y="546528"/>
                </a:cubicBezTo>
                <a:cubicBezTo>
                  <a:pt x="359283" y="573579"/>
                  <a:pt x="395103" y="597709"/>
                  <a:pt x="474726" y="633015"/>
                </a:cubicBezTo>
                <a:cubicBezTo>
                  <a:pt x="554349" y="668322"/>
                  <a:pt x="696923" y="725381"/>
                  <a:pt x="777967" y="758367"/>
                </a:cubicBezTo>
                <a:cubicBezTo>
                  <a:pt x="859011" y="791353"/>
                  <a:pt x="904964" y="824526"/>
                  <a:pt x="960988" y="830933"/>
                </a:cubicBezTo>
                <a:cubicBezTo>
                  <a:pt x="1017012" y="837340"/>
                  <a:pt x="1034982" y="840451"/>
                  <a:pt x="1114112" y="796807"/>
                </a:cubicBezTo>
                <a:cubicBezTo>
                  <a:pt x="1193242" y="753163"/>
                  <a:pt x="1338613" y="621854"/>
                  <a:pt x="1435766" y="569069"/>
                </a:cubicBezTo>
                <a:cubicBezTo>
                  <a:pt x="1532919" y="516284"/>
                  <a:pt x="1654327" y="542606"/>
                  <a:pt x="1697032" y="480097"/>
                </a:cubicBezTo>
                <a:cubicBezTo>
                  <a:pt x="1739737" y="417588"/>
                  <a:pt x="1674725" y="266134"/>
                  <a:pt x="1691997" y="194014"/>
                </a:cubicBezTo>
                <a:cubicBezTo>
                  <a:pt x="1709269" y="121894"/>
                  <a:pt x="1746919" y="62583"/>
                  <a:pt x="1800665" y="47375"/>
                </a:cubicBezTo>
                <a:cubicBezTo>
                  <a:pt x="1854411" y="32167"/>
                  <a:pt x="1941487" y="108149"/>
                  <a:pt x="2014473" y="102765"/>
                </a:cubicBezTo>
                <a:cubicBezTo>
                  <a:pt x="2087459" y="97381"/>
                  <a:pt x="2163488" y="29326"/>
                  <a:pt x="2238582" y="15069"/>
                </a:cubicBezTo>
                <a:cubicBezTo>
                  <a:pt x="2313676" y="812"/>
                  <a:pt x="2320242" y="-11038"/>
                  <a:pt x="2465035" y="17223"/>
                </a:cubicBezTo>
              </a:path>
            </a:pathLst>
          </a:custGeom>
          <a:noFill/>
          <a:ln w="6350" cap="rnd">
            <a:solidFill>
              <a:schemeClr val="tx1">
                <a:alpha val="35000"/>
              </a:schemeClr>
            </a:solidFill>
            <a:prstDash val="dash"/>
            <a:round/>
          </a:ln>
        </p:spPr>
        <p:txBody>
          <a:bodyPr rtlCol="0" anchor="ctr"/>
          <a:lstStyle/>
          <a:p>
            <a:endParaRPr lang="en-US"/>
          </a:p>
        </p:txBody>
      </p:sp>
      <p:sp>
        <p:nvSpPr>
          <p:cNvPr id="34" name="Freeform: Shape 33">
            <a:extLst>
              <a:ext uri="{FF2B5EF4-FFF2-40B4-BE49-F238E27FC236}">
                <a16:creationId xmlns:a16="http://schemas.microsoft.com/office/drawing/2014/main" id="{B15A1A35-52A9-476F-FA5B-BB9F13B0ABE2}"/>
              </a:ext>
            </a:extLst>
          </p:cNvPr>
          <p:cNvSpPr/>
          <p:nvPr userDrawn="1"/>
        </p:nvSpPr>
        <p:spPr>
          <a:xfrm rot="9306195" flipV="1">
            <a:off x="30148" y="71824"/>
            <a:ext cx="2485040" cy="752590"/>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294061"/>
              <a:gd name="connsiteY0" fmla="*/ 190 h 919287"/>
              <a:gd name="connsiteX1" fmla="*/ 417862 w 4294061"/>
              <a:gd name="connsiteY1" fmla="*/ 274606 h 919287"/>
              <a:gd name="connsiteX2" fmla="*/ 980218 w 4294061"/>
              <a:gd name="connsiteY2" fmla="*/ 608171 h 919287"/>
              <a:gd name="connsiteX3" fmla="*/ 1473137 w 4294061"/>
              <a:gd name="connsiteY3" fmla="*/ 792480 h 919287"/>
              <a:gd name="connsiteX4" fmla="*/ 1827276 w 4294061"/>
              <a:gd name="connsiteY4" fmla="*/ 914591 h 919287"/>
              <a:gd name="connsiteX5" fmla="*/ 2119217 w 4294061"/>
              <a:gd name="connsiteY5" fmla="*/ 847535 h 919287"/>
              <a:gd name="connsiteX6" fmla="*/ 2269998 w 4294061"/>
              <a:gd name="connsiteY6" fmla="*/ 610553 h 919287"/>
              <a:gd name="connsiteX7" fmla="*/ 2413540 w 4294061"/>
              <a:gd name="connsiteY7" fmla="*/ 361569 h 919287"/>
              <a:gd name="connsiteX8" fmla="*/ 2683859 w 4294061"/>
              <a:gd name="connsiteY8" fmla="*/ 67151 h 919287"/>
              <a:gd name="connsiteX9" fmla="*/ 3030760 w 4294061"/>
              <a:gd name="connsiteY9" fmla="*/ 36005 h 919287"/>
              <a:gd name="connsiteX10" fmla="*/ 3356134 w 4294061"/>
              <a:gd name="connsiteY10" fmla="*/ 129350 h 919287"/>
              <a:gd name="connsiteX11" fmla="*/ 3674364 w 4294061"/>
              <a:gd name="connsiteY11" fmla="*/ 244221 h 919287"/>
              <a:gd name="connsiteX12" fmla="*/ 3968687 w 4294061"/>
              <a:gd name="connsiteY12" fmla="*/ 244221 h 919287"/>
              <a:gd name="connsiteX13" fmla="*/ 4157662 w 4294061"/>
              <a:gd name="connsiteY13" fmla="*/ 177165 h 919287"/>
              <a:gd name="connsiteX14" fmla="*/ 4294061 w 4294061"/>
              <a:gd name="connsiteY14" fmla="*/ 0 h 919287"/>
              <a:gd name="connsiteX0" fmla="*/ 0 w 4157662"/>
              <a:gd name="connsiteY0" fmla="*/ 0 h 919097"/>
              <a:gd name="connsiteX1" fmla="*/ 417862 w 4157662"/>
              <a:gd name="connsiteY1" fmla="*/ 274416 h 919097"/>
              <a:gd name="connsiteX2" fmla="*/ 980218 w 4157662"/>
              <a:gd name="connsiteY2" fmla="*/ 607981 h 919097"/>
              <a:gd name="connsiteX3" fmla="*/ 1473137 w 4157662"/>
              <a:gd name="connsiteY3" fmla="*/ 792290 h 919097"/>
              <a:gd name="connsiteX4" fmla="*/ 1827276 w 4157662"/>
              <a:gd name="connsiteY4" fmla="*/ 914401 h 919097"/>
              <a:gd name="connsiteX5" fmla="*/ 2119217 w 4157662"/>
              <a:gd name="connsiteY5" fmla="*/ 847345 h 919097"/>
              <a:gd name="connsiteX6" fmla="*/ 2269998 w 4157662"/>
              <a:gd name="connsiteY6" fmla="*/ 610363 h 919097"/>
              <a:gd name="connsiteX7" fmla="*/ 2413540 w 4157662"/>
              <a:gd name="connsiteY7" fmla="*/ 361379 h 919097"/>
              <a:gd name="connsiteX8" fmla="*/ 2683859 w 4157662"/>
              <a:gd name="connsiteY8" fmla="*/ 66961 h 919097"/>
              <a:gd name="connsiteX9" fmla="*/ 3030760 w 4157662"/>
              <a:gd name="connsiteY9" fmla="*/ 35815 h 919097"/>
              <a:gd name="connsiteX10" fmla="*/ 3356134 w 4157662"/>
              <a:gd name="connsiteY10" fmla="*/ 129160 h 919097"/>
              <a:gd name="connsiteX11" fmla="*/ 3674364 w 4157662"/>
              <a:gd name="connsiteY11" fmla="*/ 244031 h 919097"/>
              <a:gd name="connsiteX12" fmla="*/ 3968687 w 4157662"/>
              <a:gd name="connsiteY12" fmla="*/ 244031 h 919097"/>
              <a:gd name="connsiteX13" fmla="*/ 4157662 w 4157662"/>
              <a:gd name="connsiteY13" fmla="*/ 176975 h 919097"/>
              <a:gd name="connsiteX0" fmla="*/ 0 w 4157662"/>
              <a:gd name="connsiteY0" fmla="*/ 0 h 919097"/>
              <a:gd name="connsiteX1" fmla="*/ 417862 w 4157662"/>
              <a:gd name="connsiteY1" fmla="*/ 274416 h 919097"/>
              <a:gd name="connsiteX2" fmla="*/ 980218 w 4157662"/>
              <a:gd name="connsiteY2" fmla="*/ 607981 h 919097"/>
              <a:gd name="connsiteX3" fmla="*/ 1473137 w 4157662"/>
              <a:gd name="connsiteY3" fmla="*/ 792290 h 919097"/>
              <a:gd name="connsiteX4" fmla="*/ 1827276 w 4157662"/>
              <a:gd name="connsiteY4" fmla="*/ 914401 h 919097"/>
              <a:gd name="connsiteX5" fmla="*/ 2119217 w 4157662"/>
              <a:gd name="connsiteY5" fmla="*/ 847345 h 919097"/>
              <a:gd name="connsiteX6" fmla="*/ 2269998 w 4157662"/>
              <a:gd name="connsiteY6" fmla="*/ 610363 h 919097"/>
              <a:gd name="connsiteX7" fmla="*/ 2413540 w 4157662"/>
              <a:gd name="connsiteY7" fmla="*/ 361379 h 919097"/>
              <a:gd name="connsiteX8" fmla="*/ 2683859 w 4157662"/>
              <a:gd name="connsiteY8" fmla="*/ 66961 h 919097"/>
              <a:gd name="connsiteX9" fmla="*/ 3030760 w 4157662"/>
              <a:gd name="connsiteY9" fmla="*/ 35815 h 919097"/>
              <a:gd name="connsiteX10" fmla="*/ 3356134 w 4157662"/>
              <a:gd name="connsiteY10" fmla="*/ 129160 h 919097"/>
              <a:gd name="connsiteX11" fmla="*/ 3674364 w 4157662"/>
              <a:gd name="connsiteY11" fmla="*/ 244031 h 919097"/>
              <a:gd name="connsiteX12" fmla="*/ 4157662 w 4157662"/>
              <a:gd name="connsiteY12" fmla="*/ 176975 h 919097"/>
              <a:gd name="connsiteX0" fmla="*/ 0 w 3674364"/>
              <a:gd name="connsiteY0" fmla="*/ 0 h 919097"/>
              <a:gd name="connsiteX1" fmla="*/ 417862 w 3674364"/>
              <a:gd name="connsiteY1" fmla="*/ 274416 h 919097"/>
              <a:gd name="connsiteX2" fmla="*/ 980218 w 3674364"/>
              <a:gd name="connsiteY2" fmla="*/ 607981 h 919097"/>
              <a:gd name="connsiteX3" fmla="*/ 1473137 w 3674364"/>
              <a:gd name="connsiteY3" fmla="*/ 792290 h 919097"/>
              <a:gd name="connsiteX4" fmla="*/ 1827276 w 3674364"/>
              <a:gd name="connsiteY4" fmla="*/ 914401 h 919097"/>
              <a:gd name="connsiteX5" fmla="*/ 2119217 w 3674364"/>
              <a:gd name="connsiteY5" fmla="*/ 847345 h 919097"/>
              <a:gd name="connsiteX6" fmla="*/ 2269998 w 3674364"/>
              <a:gd name="connsiteY6" fmla="*/ 610363 h 919097"/>
              <a:gd name="connsiteX7" fmla="*/ 2413540 w 3674364"/>
              <a:gd name="connsiteY7" fmla="*/ 361379 h 919097"/>
              <a:gd name="connsiteX8" fmla="*/ 2683859 w 3674364"/>
              <a:gd name="connsiteY8" fmla="*/ 66961 h 919097"/>
              <a:gd name="connsiteX9" fmla="*/ 3030760 w 3674364"/>
              <a:gd name="connsiteY9" fmla="*/ 35815 h 919097"/>
              <a:gd name="connsiteX10" fmla="*/ 3356134 w 3674364"/>
              <a:gd name="connsiteY10" fmla="*/ 129160 h 919097"/>
              <a:gd name="connsiteX11" fmla="*/ 3674364 w 3674364"/>
              <a:gd name="connsiteY11" fmla="*/ 244031 h 919097"/>
              <a:gd name="connsiteX0" fmla="*/ 0 w 3356134"/>
              <a:gd name="connsiteY0" fmla="*/ 0 h 919097"/>
              <a:gd name="connsiteX1" fmla="*/ 417862 w 3356134"/>
              <a:gd name="connsiteY1" fmla="*/ 274416 h 919097"/>
              <a:gd name="connsiteX2" fmla="*/ 980218 w 3356134"/>
              <a:gd name="connsiteY2" fmla="*/ 607981 h 919097"/>
              <a:gd name="connsiteX3" fmla="*/ 1473137 w 3356134"/>
              <a:gd name="connsiteY3" fmla="*/ 792290 h 919097"/>
              <a:gd name="connsiteX4" fmla="*/ 1827276 w 3356134"/>
              <a:gd name="connsiteY4" fmla="*/ 914401 h 919097"/>
              <a:gd name="connsiteX5" fmla="*/ 2119217 w 3356134"/>
              <a:gd name="connsiteY5" fmla="*/ 847345 h 919097"/>
              <a:gd name="connsiteX6" fmla="*/ 2269998 w 3356134"/>
              <a:gd name="connsiteY6" fmla="*/ 610363 h 919097"/>
              <a:gd name="connsiteX7" fmla="*/ 2413540 w 3356134"/>
              <a:gd name="connsiteY7" fmla="*/ 361379 h 919097"/>
              <a:gd name="connsiteX8" fmla="*/ 2683859 w 3356134"/>
              <a:gd name="connsiteY8" fmla="*/ 66961 h 919097"/>
              <a:gd name="connsiteX9" fmla="*/ 3030760 w 3356134"/>
              <a:gd name="connsiteY9" fmla="*/ 35815 h 919097"/>
              <a:gd name="connsiteX10" fmla="*/ 3356134 w 3356134"/>
              <a:gd name="connsiteY10" fmla="*/ 129160 h 919097"/>
              <a:gd name="connsiteX0" fmla="*/ 0 w 3276433"/>
              <a:gd name="connsiteY0" fmla="*/ 0 h 919097"/>
              <a:gd name="connsiteX1" fmla="*/ 417862 w 3276433"/>
              <a:gd name="connsiteY1" fmla="*/ 274416 h 919097"/>
              <a:gd name="connsiteX2" fmla="*/ 980218 w 3276433"/>
              <a:gd name="connsiteY2" fmla="*/ 607981 h 919097"/>
              <a:gd name="connsiteX3" fmla="*/ 1473137 w 3276433"/>
              <a:gd name="connsiteY3" fmla="*/ 792290 h 919097"/>
              <a:gd name="connsiteX4" fmla="*/ 1827276 w 3276433"/>
              <a:gd name="connsiteY4" fmla="*/ 914401 h 919097"/>
              <a:gd name="connsiteX5" fmla="*/ 2119217 w 3276433"/>
              <a:gd name="connsiteY5" fmla="*/ 847345 h 919097"/>
              <a:gd name="connsiteX6" fmla="*/ 2269998 w 3276433"/>
              <a:gd name="connsiteY6" fmla="*/ 610363 h 919097"/>
              <a:gd name="connsiteX7" fmla="*/ 2413540 w 3276433"/>
              <a:gd name="connsiteY7" fmla="*/ 361379 h 919097"/>
              <a:gd name="connsiteX8" fmla="*/ 2683859 w 3276433"/>
              <a:gd name="connsiteY8" fmla="*/ 66961 h 919097"/>
              <a:gd name="connsiteX9" fmla="*/ 3030760 w 3276433"/>
              <a:gd name="connsiteY9" fmla="*/ 35815 h 919097"/>
              <a:gd name="connsiteX10" fmla="*/ 3276433 w 3276433"/>
              <a:gd name="connsiteY10" fmla="*/ 91648 h 919097"/>
              <a:gd name="connsiteX0" fmla="*/ 0 w 2858571"/>
              <a:gd name="connsiteY0" fmla="*/ 244627 h 889308"/>
              <a:gd name="connsiteX1" fmla="*/ 562356 w 2858571"/>
              <a:gd name="connsiteY1" fmla="*/ 578192 h 889308"/>
              <a:gd name="connsiteX2" fmla="*/ 1055275 w 2858571"/>
              <a:gd name="connsiteY2" fmla="*/ 762501 h 889308"/>
              <a:gd name="connsiteX3" fmla="*/ 1409414 w 2858571"/>
              <a:gd name="connsiteY3" fmla="*/ 884612 h 889308"/>
              <a:gd name="connsiteX4" fmla="*/ 1701355 w 2858571"/>
              <a:gd name="connsiteY4" fmla="*/ 817556 h 889308"/>
              <a:gd name="connsiteX5" fmla="*/ 1852136 w 2858571"/>
              <a:gd name="connsiteY5" fmla="*/ 580574 h 889308"/>
              <a:gd name="connsiteX6" fmla="*/ 1995678 w 2858571"/>
              <a:gd name="connsiteY6" fmla="*/ 331590 h 889308"/>
              <a:gd name="connsiteX7" fmla="*/ 2265997 w 2858571"/>
              <a:gd name="connsiteY7" fmla="*/ 37172 h 889308"/>
              <a:gd name="connsiteX8" fmla="*/ 2612898 w 2858571"/>
              <a:gd name="connsiteY8" fmla="*/ 6026 h 889308"/>
              <a:gd name="connsiteX9" fmla="*/ 2858571 w 2858571"/>
              <a:gd name="connsiteY9" fmla="*/ 61859 h 889308"/>
              <a:gd name="connsiteX0" fmla="*/ 0 w 2296215"/>
              <a:gd name="connsiteY0" fmla="*/ 578192 h 889308"/>
              <a:gd name="connsiteX1" fmla="*/ 492919 w 2296215"/>
              <a:gd name="connsiteY1" fmla="*/ 762501 h 889308"/>
              <a:gd name="connsiteX2" fmla="*/ 847058 w 2296215"/>
              <a:gd name="connsiteY2" fmla="*/ 884612 h 889308"/>
              <a:gd name="connsiteX3" fmla="*/ 1138999 w 2296215"/>
              <a:gd name="connsiteY3" fmla="*/ 817556 h 889308"/>
              <a:gd name="connsiteX4" fmla="*/ 1289780 w 2296215"/>
              <a:gd name="connsiteY4" fmla="*/ 580574 h 889308"/>
              <a:gd name="connsiteX5" fmla="*/ 1433322 w 2296215"/>
              <a:gd name="connsiteY5" fmla="*/ 331590 h 889308"/>
              <a:gd name="connsiteX6" fmla="*/ 1703641 w 2296215"/>
              <a:gd name="connsiteY6" fmla="*/ 37172 h 889308"/>
              <a:gd name="connsiteX7" fmla="*/ 2050542 w 2296215"/>
              <a:gd name="connsiteY7" fmla="*/ 6026 h 889308"/>
              <a:gd name="connsiteX8" fmla="*/ 2296215 w 2296215"/>
              <a:gd name="connsiteY8" fmla="*/ 61859 h 889308"/>
              <a:gd name="connsiteX0" fmla="*/ 0 w 2296215"/>
              <a:gd name="connsiteY0" fmla="*/ 551796 h 862912"/>
              <a:gd name="connsiteX1" fmla="*/ 492919 w 2296215"/>
              <a:gd name="connsiteY1" fmla="*/ 736105 h 862912"/>
              <a:gd name="connsiteX2" fmla="*/ 847058 w 2296215"/>
              <a:gd name="connsiteY2" fmla="*/ 858216 h 862912"/>
              <a:gd name="connsiteX3" fmla="*/ 1138999 w 2296215"/>
              <a:gd name="connsiteY3" fmla="*/ 791160 h 862912"/>
              <a:gd name="connsiteX4" fmla="*/ 1289780 w 2296215"/>
              <a:gd name="connsiteY4" fmla="*/ 554178 h 862912"/>
              <a:gd name="connsiteX5" fmla="*/ 1433322 w 2296215"/>
              <a:gd name="connsiteY5" fmla="*/ 305194 h 862912"/>
              <a:gd name="connsiteX6" fmla="*/ 1703641 w 2296215"/>
              <a:gd name="connsiteY6" fmla="*/ 10776 h 862912"/>
              <a:gd name="connsiteX7" fmla="*/ 2018337 w 2296215"/>
              <a:gd name="connsiteY7" fmla="*/ 61359 h 862912"/>
              <a:gd name="connsiteX8" fmla="*/ 2296215 w 2296215"/>
              <a:gd name="connsiteY8" fmla="*/ 35463 h 862912"/>
              <a:gd name="connsiteX0" fmla="*/ 0 w 2296215"/>
              <a:gd name="connsiteY0" fmla="*/ 551796 h 861555"/>
              <a:gd name="connsiteX1" fmla="*/ 492919 w 2296215"/>
              <a:gd name="connsiteY1" fmla="*/ 736105 h 861555"/>
              <a:gd name="connsiteX2" fmla="*/ 847058 w 2296215"/>
              <a:gd name="connsiteY2" fmla="*/ 858216 h 861555"/>
              <a:gd name="connsiteX3" fmla="*/ 1138999 w 2296215"/>
              <a:gd name="connsiteY3" fmla="*/ 791160 h 861555"/>
              <a:gd name="connsiteX4" fmla="*/ 1389992 w 2296215"/>
              <a:gd name="connsiteY4" fmla="*/ 552077 h 861555"/>
              <a:gd name="connsiteX5" fmla="*/ 1433322 w 2296215"/>
              <a:gd name="connsiteY5" fmla="*/ 305194 h 861555"/>
              <a:gd name="connsiteX6" fmla="*/ 1703641 w 2296215"/>
              <a:gd name="connsiteY6" fmla="*/ 10776 h 861555"/>
              <a:gd name="connsiteX7" fmla="*/ 2018337 w 2296215"/>
              <a:gd name="connsiteY7" fmla="*/ 61359 h 861555"/>
              <a:gd name="connsiteX8" fmla="*/ 2296215 w 2296215"/>
              <a:gd name="connsiteY8" fmla="*/ 35463 h 861555"/>
              <a:gd name="connsiteX0" fmla="*/ 0 w 2212484"/>
              <a:gd name="connsiteY0" fmla="*/ 540297 h 861555"/>
              <a:gd name="connsiteX1" fmla="*/ 409188 w 2212484"/>
              <a:gd name="connsiteY1" fmla="*/ 736105 h 861555"/>
              <a:gd name="connsiteX2" fmla="*/ 763327 w 2212484"/>
              <a:gd name="connsiteY2" fmla="*/ 858216 h 861555"/>
              <a:gd name="connsiteX3" fmla="*/ 1055268 w 2212484"/>
              <a:gd name="connsiteY3" fmla="*/ 791160 h 861555"/>
              <a:gd name="connsiteX4" fmla="*/ 1306261 w 2212484"/>
              <a:gd name="connsiteY4" fmla="*/ 552077 h 861555"/>
              <a:gd name="connsiteX5" fmla="*/ 1349591 w 2212484"/>
              <a:gd name="connsiteY5" fmla="*/ 305194 h 861555"/>
              <a:gd name="connsiteX6" fmla="*/ 1619910 w 2212484"/>
              <a:gd name="connsiteY6" fmla="*/ 10776 h 861555"/>
              <a:gd name="connsiteX7" fmla="*/ 1934606 w 2212484"/>
              <a:gd name="connsiteY7" fmla="*/ 61359 h 861555"/>
              <a:gd name="connsiteX8" fmla="*/ 2212484 w 2212484"/>
              <a:gd name="connsiteY8" fmla="*/ 35463 h 861555"/>
              <a:gd name="connsiteX0" fmla="*/ 0 w 2212484"/>
              <a:gd name="connsiteY0" fmla="*/ 540297 h 861555"/>
              <a:gd name="connsiteX1" fmla="*/ 409188 w 2212484"/>
              <a:gd name="connsiteY1" fmla="*/ 736105 h 861555"/>
              <a:gd name="connsiteX2" fmla="*/ 763327 w 2212484"/>
              <a:gd name="connsiteY2" fmla="*/ 858216 h 861555"/>
              <a:gd name="connsiteX3" fmla="*/ 1055268 w 2212484"/>
              <a:gd name="connsiteY3" fmla="*/ 791160 h 861555"/>
              <a:gd name="connsiteX4" fmla="*/ 1306261 w 2212484"/>
              <a:gd name="connsiteY4" fmla="*/ 552077 h 861555"/>
              <a:gd name="connsiteX5" fmla="*/ 1349591 w 2212484"/>
              <a:gd name="connsiteY5" fmla="*/ 305194 h 861555"/>
              <a:gd name="connsiteX6" fmla="*/ 1619910 w 2212484"/>
              <a:gd name="connsiteY6" fmla="*/ 10776 h 861555"/>
              <a:gd name="connsiteX7" fmla="*/ 1934606 w 2212484"/>
              <a:gd name="connsiteY7" fmla="*/ 61359 h 861555"/>
              <a:gd name="connsiteX8" fmla="*/ 2212484 w 2212484"/>
              <a:gd name="connsiteY8" fmla="*/ 35463 h 86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484" h="861555">
                <a:moveTo>
                  <a:pt x="0" y="540297"/>
                </a:moveTo>
                <a:cubicBezTo>
                  <a:pt x="196707" y="604704"/>
                  <a:pt x="281967" y="683119"/>
                  <a:pt x="409188" y="736105"/>
                </a:cubicBezTo>
                <a:cubicBezTo>
                  <a:pt x="536409" y="789091"/>
                  <a:pt x="639026" y="841737"/>
                  <a:pt x="763327" y="858216"/>
                </a:cubicBezTo>
                <a:cubicBezTo>
                  <a:pt x="866864" y="871932"/>
                  <a:pt x="964779" y="842183"/>
                  <a:pt x="1055268" y="791160"/>
                </a:cubicBezTo>
                <a:cubicBezTo>
                  <a:pt x="1145757" y="740137"/>
                  <a:pt x="1264446" y="637802"/>
                  <a:pt x="1306261" y="552077"/>
                </a:cubicBezTo>
                <a:cubicBezTo>
                  <a:pt x="1348266" y="465875"/>
                  <a:pt x="1297316" y="395411"/>
                  <a:pt x="1349591" y="305194"/>
                </a:cubicBezTo>
                <a:cubicBezTo>
                  <a:pt x="1401866" y="214977"/>
                  <a:pt x="1522408" y="51415"/>
                  <a:pt x="1619910" y="10776"/>
                </a:cubicBezTo>
                <a:cubicBezTo>
                  <a:pt x="1717412" y="-29863"/>
                  <a:pt x="1835844" y="57244"/>
                  <a:pt x="1934606" y="61359"/>
                </a:cubicBezTo>
                <a:cubicBezTo>
                  <a:pt x="2033368" y="65474"/>
                  <a:pt x="2107423" y="-6543"/>
                  <a:pt x="2212484" y="35463"/>
                </a:cubicBezTo>
              </a:path>
            </a:pathLst>
          </a:custGeom>
          <a:noFill/>
          <a:ln w="6350" cap="rnd">
            <a:solidFill>
              <a:schemeClr val="tx1">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9A1D23AA-874D-821A-E959-E94565CED153}"/>
              </a:ext>
            </a:extLst>
          </p:cNvPr>
          <p:cNvSpPr/>
          <p:nvPr userDrawn="1"/>
        </p:nvSpPr>
        <p:spPr>
          <a:xfrm rot="10137935" flipV="1">
            <a:off x="18775" y="22359"/>
            <a:ext cx="2090704" cy="586241"/>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292382"/>
              <a:gd name="connsiteY0" fmla="*/ 0 h 779209"/>
              <a:gd name="connsiteX1" fmla="*/ 272415 w 2292382"/>
              <a:gd name="connsiteY1" fmla="*/ 181070 h 779209"/>
              <a:gd name="connsiteX2" fmla="*/ 651415 w 2292382"/>
              <a:gd name="connsiteY2" fmla="*/ 385000 h 779209"/>
              <a:gd name="connsiteX3" fmla="*/ 915543 w 2292382"/>
              <a:gd name="connsiteY3" fmla="*/ 514255 h 779209"/>
              <a:gd name="connsiteX4" fmla="*/ 1277303 w 2292382"/>
              <a:gd name="connsiteY4" fmla="*/ 606171 h 779209"/>
              <a:gd name="connsiteX5" fmla="*/ 1445840 w 2292382"/>
              <a:gd name="connsiteY5" fmla="*/ 774859 h 779209"/>
              <a:gd name="connsiteX6" fmla="*/ 1817084 w 2292382"/>
              <a:gd name="connsiteY6" fmla="*/ 485489 h 779209"/>
              <a:gd name="connsiteX7" fmla="*/ 1963483 w 2292382"/>
              <a:gd name="connsiteY7" fmla="*/ 313182 h 779209"/>
              <a:gd name="connsiteX8" fmla="*/ 2102739 w 2292382"/>
              <a:gd name="connsiteY8" fmla="*/ 173831 h 779209"/>
              <a:gd name="connsiteX9" fmla="*/ 2292382 w 2292382"/>
              <a:gd name="connsiteY9" fmla="*/ 0 h 779209"/>
              <a:gd name="connsiteX0" fmla="*/ 0 w 2292382"/>
              <a:gd name="connsiteY0" fmla="*/ 0 h 786201"/>
              <a:gd name="connsiteX1" fmla="*/ 272415 w 2292382"/>
              <a:gd name="connsiteY1" fmla="*/ 181070 h 786201"/>
              <a:gd name="connsiteX2" fmla="*/ 651415 w 2292382"/>
              <a:gd name="connsiteY2" fmla="*/ 385000 h 786201"/>
              <a:gd name="connsiteX3" fmla="*/ 915543 w 2292382"/>
              <a:gd name="connsiteY3" fmla="*/ 514255 h 786201"/>
              <a:gd name="connsiteX4" fmla="*/ 1164397 w 2292382"/>
              <a:gd name="connsiteY4" fmla="*/ 707011 h 786201"/>
              <a:gd name="connsiteX5" fmla="*/ 1445840 w 2292382"/>
              <a:gd name="connsiteY5" fmla="*/ 774859 h 786201"/>
              <a:gd name="connsiteX6" fmla="*/ 1817084 w 2292382"/>
              <a:gd name="connsiteY6" fmla="*/ 485489 h 786201"/>
              <a:gd name="connsiteX7" fmla="*/ 1963483 w 2292382"/>
              <a:gd name="connsiteY7" fmla="*/ 313182 h 786201"/>
              <a:gd name="connsiteX8" fmla="*/ 2102739 w 2292382"/>
              <a:gd name="connsiteY8" fmla="*/ 173831 h 786201"/>
              <a:gd name="connsiteX9" fmla="*/ 2292382 w 2292382"/>
              <a:gd name="connsiteY9" fmla="*/ 0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1963483 w 2656183"/>
              <a:gd name="connsiteY7" fmla="*/ 313182 h 786201"/>
              <a:gd name="connsiteX8" fmla="*/ 2102739 w 2656183"/>
              <a:gd name="connsiteY8" fmla="*/ 173831 h 786201"/>
              <a:gd name="connsiteX9" fmla="*/ 2656183 w 2656183"/>
              <a:gd name="connsiteY9" fmla="*/ 116479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1963483 w 2656183"/>
              <a:gd name="connsiteY7" fmla="*/ 313182 h 786201"/>
              <a:gd name="connsiteX8" fmla="*/ 2155845 w 2656183"/>
              <a:gd name="connsiteY8" fmla="*/ 160515 h 786201"/>
              <a:gd name="connsiteX9" fmla="*/ 2656183 w 2656183"/>
              <a:gd name="connsiteY9" fmla="*/ 116479 h 786201"/>
              <a:gd name="connsiteX0" fmla="*/ 0 w 2656183"/>
              <a:gd name="connsiteY0" fmla="*/ 0 h 786201"/>
              <a:gd name="connsiteX1" fmla="*/ 272415 w 2656183"/>
              <a:gd name="connsiteY1" fmla="*/ 181070 h 786201"/>
              <a:gd name="connsiteX2" fmla="*/ 651415 w 2656183"/>
              <a:gd name="connsiteY2" fmla="*/ 385000 h 786201"/>
              <a:gd name="connsiteX3" fmla="*/ 915543 w 2656183"/>
              <a:gd name="connsiteY3" fmla="*/ 514255 h 786201"/>
              <a:gd name="connsiteX4" fmla="*/ 1164397 w 2656183"/>
              <a:gd name="connsiteY4" fmla="*/ 707011 h 786201"/>
              <a:gd name="connsiteX5" fmla="*/ 1445840 w 2656183"/>
              <a:gd name="connsiteY5" fmla="*/ 774859 h 786201"/>
              <a:gd name="connsiteX6" fmla="*/ 1817084 w 2656183"/>
              <a:gd name="connsiteY6" fmla="*/ 485489 h 786201"/>
              <a:gd name="connsiteX7" fmla="*/ 2155845 w 2656183"/>
              <a:gd name="connsiteY7" fmla="*/ 160515 h 786201"/>
              <a:gd name="connsiteX8" fmla="*/ 2656183 w 2656183"/>
              <a:gd name="connsiteY8" fmla="*/ 116479 h 786201"/>
              <a:gd name="connsiteX0" fmla="*/ 0 w 2656183"/>
              <a:gd name="connsiteY0" fmla="*/ 0 h 789192"/>
              <a:gd name="connsiteX1" fmla="*/ 272415 w 2656183"/>
              <a:gd name="connsiteY1" fmla="*/ 181070 h 789192"/>
              <a:gd name="connsiteX2" fmla="*/ 651415 w 2656183"/>
              <a:gd name="connsiteY2" fmla="*/ 385000 h 789192"/>
              <a:gd name="connsiteX3" fmla="*/ 915543 w 2656183"/>
              <a:gd name="connsiteY3" fmla="*/ 514255 h 789192"/>
              <a:gd name="connsiteX4" fmla="*/ 1164397 w 2656183"/>
              <a:gd name="connsiteY4" fmla="*/ 707011 h 789192"/>
              <a:gd name="connsiteX5" fmla="*/ 1445840 w 2656183"/>
              <a:gd name="connsiteY5" fmla="*/ 774859 h 789192"/>
              <a:gd name="connsiteX6" fmla="*/ 1797508 w 2656183"/>
              <a:gd name="connsiteY6" fmla="*/ 440947 h 789192"/>
              <a:gd name="connsiteX7" fmla="*/ 2155845 w 2656183"/>
              <a:gd name="connsiteY7" fmla="*/ 160515 h 789192"/>
              <a:gd name="connsiteX8" fmla="*/ 2656183 w 2656183"/>
              <a:gd name="connsiteY8" fmla="*/ 116479 h 789192"/>
              <a:gd name="connsiteX0" fmla="*/ 0 w 2383768"/>
              <a:gd name="connsiteY0" fmla="*/ 67671 h 675793"/>
              <a:gd name="connsiteX1" fmla="*/ 379000 w 2383768"/>
              <a:gd name="connsiteY1" fmla="*/ 271601 h 675793"/>
              <a:gd name="connsiteX2" fmla="*/ 643128 w 2383768"/>
              <a:gd name="connsiteY2" fmla="*/ 400856 h 675793"/>
              <a:gd name="connsiteX3" fmla="*/ 891982 w 2383768"/>
              <a:gd name="connsiteY3" fmla="*/ 593612 h 675793"/>
              <a:gd name="connsiteX4" fmla="*/ 1173425 w 2383768"/>
              <a:gd name="connsiteY4" fmla="*/ 661460 h 675793"/>
              <a:gd name="connsiteX5" fmla="*/ 1525093 w 2383768"/>
              <a:gd name="connsiteY5" fmla="*/ 327548 h 675793"/>
              <a:gd name="connsiteX6" fmla="*/ 1883430 w 2383768"/>
              <a:gd name="connsiteY6" fmla="*/ 47116 h 675793"/>
              <a:gd name="connsiteX7" fmla="*/ 2383768 w 2383768"/>
              <a:gd name="connsiteY7" fmla="*/ 3080 h 675793"/>
              <a:gd name="connsiteX0" fmla="*/ 0 w 2004768"/>
              <a:gd name="connsiteY0" fmla="*/ 271601 h 675793"/>
              <a:gd name="connsiteX1" fmla="*/ 264128 w 2004768"/>
              <a:gd name="connsiteY1" fmla="*/ 400856 h 675793"/>
              <a:gd name="connsiteX2" fmla="*/ 512982 w 2004768"/>
              <a:gd name="connsiteY2" fmla="*/ 593612 h 675793"/>
              <a:gd name="connsiteX3" fmla="*/ 794425 w 2004768"/>
              <a:gd name="connsiteY3" fmla="*/ 661460 h 675793"/>
              <a:gd name="connsiteX4" fmla="*/ 1146093 w 2004768"/>
              <a:gd name="connsiteY4" fmla="*/ 327548 h 675793"/>
              <a:gd name="connsiteX5" fmla="*/ 1504430 w 2004768"/>
              <a:gd name="connsiteY5" fmla="*/ 47116 h 675793"/>
              <a:gd name="connsiteX6" fmla="*/ 2004768 w 2004768"/>
              <a:gd name="connsiteY6" fmla="*/ 3080 h 675793"/>
              <a:gd name="connsiteX0" fmla="*/ 0 w 2004768"/>
              <a:gd name="connsiteY0" fmla="*/ 271601 h 674954"/>
              <a:gd name="connsiteX1" fmla="*/ 252858 w 2004768"/>
              <a:gd name="connsiteY1" fmla="*/ 444892 h 674954"/>
              <a:gd name="connsiteX2" fmla="*/ 512982 w 2004768"/>
              <a:gd name="connsiteY2" fmla="*/ 593612 h 674954"/>
              <a:gd name="connsiteX3" fmla="*/ 794425 w 2004768"/>
              <a:gd name="connsiteY3" fmla="*/ 661460 h 674954"/>
              <a:gd name="connsiteX4" fmla="*/ 1146093 w 2004768"/>
              <a:gd name="connsiteY4" fmla="*/ 327548 h 674954"/>
              <a:gd name="connsiteX5" fmla="*/ 1504430 w 2004768"/>
              <a:gd name="connsiteY5" fmla="*/ 47116 h 674954"/>
              <a:gd name="connsiteX6" fmla="*/ 2004768 w 2004768"/>
              <a:gd name="connsiteY6" fmla="*/ 3080 h 674954"/>
              <a:gd name="connsiteX0" fmla="*/ 0 w 2013381"/>
              <a:gd name="connsiteY0" fmla="*/ 265520 h 674954"/>
              <a:gd name="connsiteX1" fmla="*/ 261471 w 2013381"/>
              <a:gd name="connsiteY1" fmla="*/ 444892 h 674954"/>
              <a:gd name="connsiteX2" fmla="*/ 521595 w 2013381"/>
              <a:gd name="connsiteY2" fmla="*/ 593612 h 674954"/>
              <a:gd name="connsiteX3" fmla="*/ 803038 w 2013381"/>
              <a:gd name="connsiteY3" fmla="*/ 661460 h 674954"/>
              <a:gd name="connsiteX4" fmla="*/ 1154706 w 2013381"/>
              <a:gd name="connsiteY4" fmla="*/ 327548 h 674954"/>
              <a:gd name="connsiteX5" fmla="*/ 1513043 w 2013381"/>
              <a:gd name="connsiteY5" fmla="*/ 47116 h 674954"/>
              <a:gd name="connsiteX6" fmla="*/ 2013381 w 2013381"/>
              <a:gd name="connsiteY6" fmla="*/ 3080 h 674954"/>
              <a:gd name="connsiteX0" fmla="*/ 0 w 1861398"/>
              <a:gd name="connsiteY0" fmla="*/ 227412 h 674954"/>
              <a:gd name="connsiteX1" fmla="*/ 109488 w 1861398"/>
              <a:gd name="connsiteY1" fmla="*/ 444892 h 674954"/>
              <a:gd name="connsiteX2" fmla="*/ 369612 w 1861398"/>
              <a:gd name="connsiteY2" fmla="*/ 593612 h 674954"/>
              <a:gd name="connsiteX3" fmla="*/ 651055 w 1861398"/>
              <a:gd name="connsiteY3" fmla="*/ 661460 h 674954"/>
              <a:gd name="connsiteX4" fmla="*/ 1002723 w 1861398"/>
              <a:gd name="connsiteY4" fmla="*/ 327548 h 674954"/>
              <a:gd name="connsiteX5" fmla="*/ 1361060 w 1861398"/>
              <a:gd name="connsiteY5" fmla="*/ 47116 h 674954"/>
              <a:gd name="connsiteX6" fmla="*/ 1861398 w 1861398"/>
              <a:gd name="connsiteY6" fmla="*/ 3080 h 674954"/>
              <a:gd name="connsiteX0" fmla="*/ 0 w 1861398"/>
              <a:gd name="connsiteY0" fmla="*/ 227412 h 674954"/>
              <a:gd name="connsiteX1" fmla="*/ 109488 w 1861398"/>
              <a:gd name="connsiteY1" fmla="*/ 444892 h 674954"/>
              <a:gd name="connsiteX2" fmla="*/ 369612 w 1861398"/>
              <a:gd name="connsiteY2" fmla="*/ 593612 h 674954"/>
              <a:gd name="connsiteX3" fmla="*/ 651055 w 1861398"/>
              <a:gd name="connsiteY3" fmla="*/ 661460 h 674954"/>
              <a:gd name="connsiteX4" fmla="*/ 1002723 w 1861398"/>
              <a:gd name="connsiteY4" fmla="*/ 327548 h 674954"/>
              <a:gd name="connsiteX5" fmla="*/ 1361060 w 1861398"/>
              <a:gd name="connsiteY5" fmla="*/ 47116 h 674954"/>
              <a:gd name="connsiteX6" fmla="*/ 1861398 w 1861398"/>
              <a:gd name="connsiteY6" fmla="*/ 3080 h 674954"/>
              <a:gd name="connsiteX0" fmla="*/ 0 w 1861398"/>
              <a:gd name="connsiteY0" fmla="*/ 227412 h 663069"/>
              <a:gd name="connsiteX1" fmla="*/ 109488 w 1861398"/>
              <a:gd name="connsiteY1" fmla="*/ 444892 h 663069"/>
              <a:gd name="connsiteX2" fmla="*/ 651055 w 1861398"/>
              <a:gd name="connsiteY2" fmla="*/ 661460 h 663069"/>
              <a:gd name="connsiteX3" fmla="*/ 1002723 w 1861398"/>
              <a:gd name="connsiteY3" fmla="*/ 327548 h 663069"/>
              <a:gd name="connsiteX4" fmla="*/ 1361060 w 1861398"/>
              <a:gd name="connsiteY4" fmla="*/ 47116 h 663069"/>
              <a:gd name="connsiteX5" fmla="*/ 1861398 w 1861398"/>
              <a:gd name="connsiteY5" fmla="*/ 3080 h 663069"/>
              <a:gd name="connsiteX0" fmla="*/ 0 w 1861398"/>
              <a:gd name="connsiteY0" fmla="*/ 227412 h 666436"/>
              <a:gd name="connsiteX1" fmla="*/ 228886 w 1861398"/>
              <a:gd name="connsiteY1" fmla="*/ 507158 h 666436"/>
              <a:gd name="connsiteX2" fmla="*/ 651055 w 1861398"/>
              <a:gd name="connsiteY2" fmla="*/ 661460 h 666436"/>
              <a:gd name="connsiteX3" fmla="*/ 1002723 w 1861398"/>
              <a:gd name="connsiteY3" fmla="*/ 327548 h 666436"/>
              <a:gd name="connsiteX4" fmla="*/ 1361060 w 1861398"/>
              <a:gd name="connsiteY4" fmla="*/ 47116 h 666436"/>
              <a:gd name="connsiteX5" fmla="*/ 1861398 w 1861398"/>
              <a:gd name="connsiteY5" fmla="*/ 3080 h 666436"/>
              <a:gd name="connsiteX0" fmla="*/ 0 w 1861398"/>
              <a:gd name="connsiteY0" fmla="*/ 227412 h 671122"/>
              <a:gd name="connsiteX1" fmla="*/ 228886 w 1861398"/>
              <a:gd name="connsiteY1" fmla="*/ 507158 h 671122"/>
              <a:gd name="connsiteX2" fmla="*/ 651055 w 1861398"/>
              <a:gd name="connsiteY2" fmla="*/ 661460 h 671122"/>
              <a:gd name="connsiteX3" fmla="*/ 952466 w 1861398"/>
              <a:gd name="connsiteY3" fmla="*/ 232575 h 671122"/>
              <a:gd name="connsiteX4" fmla="*/ 1361060 w 1861398"/>
              <a:gd name="connsiteY4" fmla="*/ 47116 h 671122"/>
              <a:gd name="connsiteX5" fmla="*/ 1861398 w 1861398"/>
              <a:gd name="connsiteY5" fmla="*/ 3080 h 671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1398" h="671122">
                <a:moveTo>
                  <a:pt x="0" y="227412"/>
                </a:moveTo>
                <a:cubicBezTo>
                  <a:pt x="32721" y="357305"/>
                  <a:pt x="120377" y="434817"/>
                  <a:pt x="228886" y="507158"/>
                </a:cubicBezTo>
                <a:cubicBezTo>
                  <a:pt x="337395" y="579499"/>
                  <a:pt x="530458" y="707224"/>
                  <a:pt x="651055" y="661460"/>
                </a:cubicBezTo>
                <a:cubicBezTo>
                  <a:pt x="771652" y="615696"/>
                  <a:pt x="834132" y="334966"/>
                  <a:pt x="952466" y="232575"/>
                </a:cubicBezTo>
                <a:cubicBezTo>
                  <a:pt x="1070800" y="130184"/>
                  <a:pt x="1221210" y="108618"/>
                  <a:pt x="1361060" y="47116"/>
                </a:cubicBezTo>
                <a:cubicBezTo>
                  <a:pt x="1428593" y="-17368"/>
                  <a:pt x="1861398" y="3080"/>
                  <a:pt x="1861398" y="3080"/>
                </a:cubicBezTo>
              </a:path>
            </a:pathLst>
          </a:custGeom>
          <a:noFill/>
          <a:ln w="6350" cap="rnd">
            <a:solidFill>
              <a:schemeClr val="tx1">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BB4A60CA-2C27-DADE-A0D4-24BBFAFA205B}"/>
              </a:ext>
            </a:extLst>
          </p:cNvPr>
          <p:cNvSpPr/>
          <p:nvPr userDrawn="1"/>
        </p:nvSpPr>
        <p:spPr>
          <a:xfrm rot="10323533" flipV="1">
            <a:off x="985259" y="-73864"/>
            <a:ext cx="883458" cy="326779"/>
          </a:xfrm>
          <a:custGeom>
            <a:avLst/>
            <a:gdLst>
              <a:gd name="connsiteX0" fmla="*/ 1865852 w 1865852"/>
              <a:gd name="connsiteY0" fmla="*/ 0 h 421548"/>
              <a:gd name="connsiteX1" fmla="*/ 1535049 w 1865852"/>
              <a:gd name="connsiteY1" fmla="*/ 258699 h 421548"/>
              <a:gd name="connsiteX2" fmla="*/ 1247966 w 1865852"/>
              <a:gd name="connsiteY2" fmla="*/ 408051 h 421548"/>
              <a:gd name="connsiteX3" fmla="*/ 955072 w 1865852"/>
              <a:gd name="connsiteY3" fmla="*/ 408051 h 421548"/>
              <a:gd name="connsiteX4" fmla="*/ 596170 w 1865852"/>
              <a:gd name="connsiteY4" fmla="*/ 336233 h 421548"/>
              <a:gd name="connsiteX5" fmla="*/ 283178 w 1865852"/>
              <a:gd name="connsiteY5" fmla="*/ 186881 h 421548"/>
              <a:gd name="connsiteX6" fmla="*/ 0 w 1865852"/>
              <a:gd name="connsiteY6" fmla="*/ 0 h 421548"/>
              <a:gd name="connsiteX0" fmla="*/ 2001357 w 2001357"/>
              <a:gd name="connsiteY0" fmla="*/ 0 h 588028"/>
              <a:gd name="connsiteX1" fmla="*/ 1535049 w 2001357"/>
              <a:gd name="connsiteY1" fmla="*/ 425179 h 588028"/>
              <a:gd name="connsiteX2" fmla="*/ 1247966 w 2001357"/>
              <a:gd name="connsiteY2" fmla="*/ 574531 h 588028"/>
              <a:gd name="connsiteX3" fmla="*/ 955072 w 2001357"/>
              <a:gd name="connsiteY3" fmla="*/ 574531 h 588028"/>
              <a:gd name="connsiteX4" fmla="*/ 596170 w 2001357"/>
              <a:gd name="connsiteY4" fmla="*/ 502713 h 588028"/>
              <a:gd name="connsiteX5" fmla="*/ 283178 w 2001357"/>
              <a:gd name="connsiteY5" fmla="*/ 353361 h 588028"/>
              <a:gd name="connsiteX6" fmla="*/ 0 w 2001357"/>
              <a:gd name="connsiteY6" fmla="*/ 166480 h 588028"/>
              <a:gd name="connsiteX0" fmla="*/ 2197540 w 2197540"/>
              <a:gd name="connsiteY0" fmla="*/ 0 h 844964"/>
              <a:gd name="connsiteX1" fmla="*/ 1535049 w 2197540"/>
              <a:gd name="connsiteY1" fmla="*/ 682115 h 844964"/>
              <a:gd name="connsiteX2" fmla="*/ 1247966 w 2197540"/>
              <a:gd name="connsiteY2" fmla="*/ 831467 h 844964"/>
              <a:gd name="connsiteX3" fmla="*/ 955072 w 2197540"/>
              <a:gd name="connsiteY3" fmla="*/ 831467 h 844964"/>
              <a:gd name="connsiteX4" fmla="*/ 596170 w 2197540"/>
              <a:gd name="connsiteY4" fmla="*/ 759649 h 844964"/>
              <a:gd name="connsiteX5" fmla="*/ 283178 w 2197540"/>
              <a:gd name="connsiteY5" fmla="*/ 610297 h 844964"/>
              <a:gd name="connsiteX6" fmla="*/ 0 w 2197540"/>
              <a:gd name="connsiteY6" fmla="*/ 423416 h 844964"/>
              <a:gd name="connsiteX0" fmla="*/ 2197540 w 2197540"/>
              <a:gd name="connsiteY0" fmla="*/ 0 h 833733"/>
              <a:gd name="connsiteX1" fmla="*/ 1535049 w 2197540"/>
              <a:gd name="connsiteY1" fmla="*/ 682115 h 833733"/>
              <a:gd name="connsiteX2" fmla="*/ 955072 w 2197540"/>
              <a:gd name="connsiteY2" fmla="*/ 831467 h 833733"/>
              <a:gd name="connsiteX3" fmla="*/ 596170 w 2197540"/>
              <a:gd name="connsiteY3" fmla="*/ 759649 h 833733"/>
              <a:gd name="connsiteX4" fmla="*/ 283178 w 2197540"/>
              <a:gd name="connsiteY4" fmla="*/ 610297 h 833733"/>
              <a:gd name="connsiteX5" fmla="*/ 0 w 2197540"/>
              <a:gd name="connsiteY5" fmla="*/ 423416 h 833733"/>
              <a:gd name="connsiteX0" fmla="*/ 2197540 w 2197540"/>
              <a:gd name="connsiteY0" fmla="*/ 0 h 1083343"/>
              <a:gd name="connsiteX1" fmla="*/ 1535049 w 2197540"/>
              <a:gd name="connsiteY1" fmla="*/ 682115 h 1083343"/>
              <a:gd name="connsiteX2" fmla="*/ 980835 w 2197540"/>
              <a:gd name="connsiteY2" fmla="*/ 1082873 h 1083343"/>
              <a:gd name="connsiteX3" fmla="*/ 596170 w 2197540"/>
              <a:gd name="connsiteY3" fmla="*/ 759649 h 1083343"/>
              <a:gd name="connsiteX4" fmla="*/ 283178 w 2197540"/>
              <a:gd name="connsiteY4" fmla="*/ 610297 h 1083343"/>
              <a:gd name="connsiteX5" fmla="*/ 0 w 2197540"/>
              <a:gd name="connsiteY5" fmla="*/ 423416 h 1083343"/>
              <a:gd name="connsiteX0" fmla="*/ 2197540 w 2197540"/>
              <a:gd name="connsiteY0" fmla="*/ 0 h 1084619"/>
              <a:gd name="connsiteX1" fmla="*/ 1535049 w 2197540"/>
              <a:gd name="connsiteY1" fmla="*/ 682115 h 1084619"/>
              <a:gd name="connsiteX2" fmla="*/ 980835 w 2197540"/>
              <a:gd name="connsiteY2" fmla="*/ 1082873 h 1084619"/>
              <a:gd name="connsiteX3" fmla="*/ 475128 w 2197540"/>
              <a:gd name="connsiteY3" fmla="*/ 819245 h 1084619"/>
              <a:gd name="connsiteX4" fmla="*/ 283178 w 2197540"/>
              <a:gd name="connsiteY4" fmla="*/ 610297 h 1084619"/>
              <a:gd name="connsiteX5" fmla="*/ 0 w 2197540"/>
              <a:gd name="connsiteY5" fmla="*/ 423416 h 1084619"/>
              <a:gd name="connsiteX0" fmla="*/ 2197540 w 2197540"/>
              <a:gd name="connsiteY0" fmla="*/ 0 h 1084570"/>
              <a:gd name="connsiteX1" fmla="*/ 1535049 w 2197540"/>
              <a:gd name="connsiteY1" fmla="*/ 682115 h 1084570"/>
              <a:gd name="connsiteX2" fmla="*/ 980835 w 2197540"/>
              <a:gd name="connsiteY2" fmla="*/ 1082873 h 1084570"/>
              <a:gd name="connsiteX3" fmla="*/ 475128 w 2197540"/>
              <a:gd name="connsiteY3" fmla="*/ 819245 h 1084570"/>
              <a:gd name="connsiteX4" fmla="*/ 196775 w 2197540"/>
              <a:gd name="connsiteY4" fmla="*/ 650004 h 1084570"/>
              <a:gd name="connsiteX5" fmla="*/ 0 w 2197540"/>
              <a:gd name="connsiteY5" fmla="*/ 423416 h 1084570"/>
              <a:gd name="connsiteX0" fmla="*/ 2197540 w 2197540"/>
              <a:gd name="connsiteY0" fmla="*/ 0 h 1084619"/>
              <a:gd name="connsiteX1" fmla="*/ 1535049 w 2197540"/>
              <a:gd name="connsiteY1" fmla="*/ 682115 h 1084619"/>
              <a:gd name="connsiteX2" fmla="*/ 980835 w 2197540"/>
              <a:gd name="connsiteY2" fmla="*/ 1082873 h 1084619"/>
              <a:gd name="connsiteX3" fmla="*/ 475128 w 2197540"/>
              <a:gd name="connsiteY3" fmla="*/ 819245 h 1084619"/>
              <a:gd name="connsiteX4" fmla="*/ 199952 w 2197540"/>
              <a:gd name="connsiteY4" fmla="*/ 609458 h 1084619"/>
              <a:gd name="connsiteX5" fmla="*/ 0 w 2197540"/>
              <a:gd name="connsiteY5" fmla="*/ 423416 h 1084619"/>
              <a:gd name="connsiteX0" fmla="*/ 1997587 w 1997587"/>
              <a:gd name="connsiteY0" fmla="*/ 0 h 1084619"/>
              <a:gd name="connsiteX1" fmla="*/ 1335096 w 1997587"/>
              <a:gd name="connsiteY1" fmla="*/ 682115 h 1084619"/>
              <a:gd name="connsiteX2" fmla="*/ 780882 w 1997587"/>
              <a:gd name="connsiteY2" fmla="*/ 1082873 h 1084619"/>
              <a:gd name="connsiteX3" fmla="*/ 275175 w 1997587"/>
              <a:gd name="connsiteY3" fmla="*/ 819245 h 1084619"/>
              <a:gd name="connsiteX4" fmla="*/ -1 w 1997587"/>
              <a:gd name="connsiteY4" fmla="*/ 609458 h 1084619"/>
              <a:gd name="connsiteX0" fmla="*/ 2067251 w 2067251"/>
              <a:gd name="connsiteY0" fmla="*/ 0 h 1084960"/>
              <a:gd name="connsiteX1" fmla="*/ 1404760 w 2067251"/>
              <a:gd name="connsiteY1" fmla="*/ 682115 h 1084960"/>
              <a:gd name="connsiteX2" fmla="*/ 850546 w 2067251"/>
              <a:gd name="connsiteY2" fmla="*/ 1082873 h 1084960"/>
              <a:gd name="connsiteX3" fmla="*/ 344839 w 2067251"/>
              <a:gd name="connsiteY3" fmla="*/ 819245 h 1084960"/>
              <a:gd name="connsiteX4" fmla="*/ 0 w 2067251"/>
              <a:gd name="connsiteY4" fmla="*/ 383032 h 1084960"/>
              <a:gd name="connsiteX0" fmla="*/ 2067251 w 2067251"/>
              <a:gd name="connsiteY0" fmla="*/ 0 h 1084960"/>
              <a:gd name="connsiteX1" fmla="*/ 1404760 w 2067251"/>
              <a:gd name="connsiteY1" fmla="*/ 682115 h 1084960"/>
              <a:gd name="connsiteX2" fmla="*/ 850546 w 2067251"/>
              <a:gd name="connsiteY2" fmla="*/ 1082873 h 1084960"/>
              <a:gd name="connsiteX3" fmla="*/ 344839 w 2067251"/>
              <a:gd name="connsiteY3" fmla="*/ 819245 h 1084960"/>
              <a:gd name="connsiteX4" fmla="*/ 0 w 2067251"/>
              <a:gd name="connsiteY4" fmla="*/ 383032 h 1084960"/>
              <a:gd name="connsiteX0" fmla="*/ 2000091 w 2000091"/>
              <a:gd name="connsiteY0" fmla="*/ 0 h 1084983"/>
              <a:gd name="connsiteX1" fmla="*/ 1337600 w 2000091"/>
              <a:gd name="connsiteY1" fmla="*/ 682115 h 1084983"/>
              <a:gd name="connsiteX2" fmla="*/ 783386 w 2000091"/>
              <a:gd name="connsiteY2" fmla="*/ 1082873 h 1084983"/>
              <a:gd name="connsiteX3" fmla="*/ 277679 w 2000091"/>
              <a:gd name="connsiteY3" fmla="*/ 819245 h 1084983"/>
              <a:gd name="connsiteX4" fmla="*/ 1 w 2000091"/>
              <a:gd name="connsiteY4" fmla="*/ 370277 h 1084983"/>
              <a:gd name="connsiteX0" fmla="*/ 2000089 w 2000089"/>
              <a:gd name="connsiteY0" fmla="*/ 0 h 1084265"/>
              <a:gd name="connsiteX1" fmla="*/ 1337598 w 2000089"/>
              <a:gd name="connsiteY1" fmla="*/ 682115 h 1084265"/>
              <a:gd name="connsiteX2" fmla="*/ 783384 w 2000089"/>
              <a:gd name="connsiteY2" fmla="*/ 1082873 h 1084265"/>
              <a:gd name="connsiteX3" fmla="*/ 390407 w 2000089"/>
              <a:gd name="connsiteY3" fmla="*/ 797840 h 1084265"/>
              <a:gd name="connsiteX4" fmla="*/ -1 w 2000089"/>
              <a:gd name="connsiteY4" fmla="*/ 370277 h 1084265"/>
              <a:gd name="connsiteX0" fmla="*/ 1934327 w 1934327"/>
              <a:gd name="connsiteY0" fmla="*/ 0 h 1084267"/>
              <a:gd name="connsiteX1" fmla="*/ 1271836 w 1934327"/>
              <a:gd name="connsiteY1" fmla="*/ 682115 h 1084267"/>
              <a:gd name="connsiteX2" fmla="*/ 717622 w 1934327"/>
              <a:gd name="connsiteY2" fmla="*/ 1082873 h 1084267"/>
              <a:gd name="connsiteX3" fmla="*/ 324645 w 1934327"/>
              <a:gd name="connsiteY3" fmla="*/ 797840 h 1084267"/>
              <a:gd name="connsiteX4" fmla="*/ 0 w 1934327"/>
              <a:gd name="connsiteY4" fmla="*/ 367780 h 1084267"/>
              <a:gd name="connsiteX0" fmla="*/ 1934327 w 1934327"/>
              <a:gd name="connsiteY0" fmla="*/ 0 h 1010550"/>
              <a:gd name="connsiteX1" fmla="*/ 1271836 w 1934327"/>
              <a:gd name="connsiteY1" fmla="*/ 682115 h 1010550"/>
              <a:gd name="connsiteX2" fmla="*/ 776025 w 1934327"/>
              <a:gd name="connsiteY2" fmla="*/ 1008540 h 1010550"/>
              <a:gd name="connsiteX3" fmla="*/ 324645 w 1934327"/>
              <a:gd name="connsiteY3" fmla="*/ 797840 h 1010550"/>
              <a:gd name="connsiteX4" fmla="*/ 0 w 1934327"/>
              <a:gd name="connsiteY4" fmla="*/ 367780 h 1010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4327" h="1010550">
                <a:moveTo>
                  <a:pt x="1934327" y="0"/>
                </a:moveTo>
                <a:cubicBezTo>
                  <a:pt x="1934327" y="0"/>
                  <a:pt x="1464886" y="514025"/>
                  <a:pt x="1271836" y="682115"/>
                </a:cubicBezTo>
                <a:cubicBezTo>
                  <a:pt x="1078786" y="850205"/>
                  <a:pt x="933890" y="989253"/>
                  <a:pt x="776025" y="1008540"/>
                </a:cubicBezTo>
                <a:cubicBezTo>
                  <a:pt x="618160" y="1027827"/>
                  <a:pt x="453983" y="904633"/>
                  <a:pt x="324645" y="797840"/>
                </a:cubicBezTo>
                <a:cubicBezTo>
                  <a:pt x="195308" y="691047"/>
                  <a:pt x="76722" y="514857"/>
                  <a:pt x="0" y="367780"/>
                </a:cubicBezTo>
              </a:path>
            </a:pathLst>
          </a:custGeom>
          <a:noFill/>
          <a:ln w="6350" cap="rnd">
            <a:solidFill>
              <a:schemeClr val="tx1">
                <a:alpha val="35000"/>
              </a:schemeClr>
            </a:solidFill>
            <a:prstDash val="dash"/>
            <a:round/>
          </a:ln>
        </p:spPr>
        <p:txBody>
          <a:bodyPr rtlCol="0" anchor="ctr"/>
          <a:lstStyle/>
          <a:p>
            <a:endParaRPr lang="en-US"/>
          </a:p>
        </p:txBody>
      </p:sp>
      <p:sp>
        <p:nvSpPr>
          <p:cNvPr id="37" name="Freeform: Shape 36">
            <a:extLst>
              <a:ext uri="{FF2B5EF4-FFF2-40B4-BE49-F238E27FC236}">
                <a16:creationId xmlns:a16="http://schemas.microsoft.com/office/drawing/2014/main" id="{5A70D9C0-10B5-DA22-7ADC-844471EB8550}"/>
              </a:ext>
            </a:extLst>
          </p:cNvPr>
          <p:cNvSpPr/>
          <p:nvPr userDrawn="1"/>
        </p:nvSpPr>
        <p:spPr>
          <a:xfrm rot="9306195" flipV="1">
            <a:off x="-342391" y="552198"/>
            <a:ext cx="3700289" cy="3246383"/>
          </a:xfrm>
          <a:custGeom>
            <a:avLst/>
            <a:gdLst>
              <a:gd name="connsiteX0" fmla="*/ 904672 w 3591275"/>
              <a:gd name="connsiteY0" fmla="*/ 1758707 h 3724776"/>
              <a:gd name="connsiteX1" fmla="*/ 926199 w 3591275"/>
              <a:gd name="connsiteY1" fmla="*/ 1605545 h 3724776"/>
              <a:gd name="connsiteX2" fmla="*/ 912864 w 3591275"/>
              <a:gd name="connsiteY2" fmla="*/ 1413997 h 3724776"/>
              <a:gd name="connsiteX3" fmla="*/ 949440 w 3591275"/>
              <a:gd name="connsiteY3" fmla="*/ 1301412 h 3724776"/>
              <a:gd name="connsiteX4" fmla="*/ 1089839 w 3591275"/>
              <a:gd name="connsiteY4" fmla="*/ 1160918 h 3724776"/>
              <a:gd name="connsiteX5" fmla="*/ 1324439 w 3591275"/>
              <a:gd name="connsiteY5" fmla="*/ 973371 h 3724776"/>
              <a:gd name="connsiteX6" fmla="*/ 1609046 w 3591275"/>
              <a:gd name="connsiteY6" fmla="*/ 728102 h 3724776"/>
              <a:gd name="connsiteX7" fmla="*/ 1785926 w 3591275"/>
              <a:gd name="connsiteY7" fmla="*/ 472165 h 3724776"/>
              <a:gd name="connsiteX8" fmla="*/ 1985951 w 3591275"/>
              <a:gd name="connsiteY8" fmla="*/ 190320 h 3724776"/>
              <a:gd name="connsiteX9" fmla="*/ 2153305 w 3591275"/>
              <a:gd name="connsiteY9" fmla="*/ 67162 h 3724776"/>
              <a:gd name="connsiteX10" fmla="*/ 2466773 w 3591275"/>
              <a:gd name="connsiteY10" fmla="*/ 8488 h 3724776"/>
              <a:gd name="connsiteX11" fmla="*/ 2830247 w 3591275"/>
              <a:gd name="connsiteY11" fmla="*/ 8488 h 3724776"/>
              <a:gd name="connsiteX12" fmla="*/ 3140857 w 3591275"/>
              <a:gd name="connsiteY12" fmla="*/ 84498 h 3724776"/>
              <a:gd name="connsiteX13" fmla="*/ 3405271 w 3591275"/>
              <a:gd name="connsiteY13" fmla="*/ 216323 h 3724776"/>
              <a:gd name="connsiteX14" fmla="*/ 3515856 w 3591275"/>
              <a:gd name="connsiteY14" fmla="*/ 348150 h 3724776"/>
              <a:gd name="connsiteX15" fmla="*/ 3590818 w 3591275"/>
              <a:gd name="connsiteY15" fmla="*/ 627137 h 3724776"/>
              <a:gd name="connsiteX16" fmla="*/ 3555290 w 3591275"/>
              <a:gd name="connsiteY16" fmla="*/ 968608 h 3724776"/>
              <a:gd name="connsiteX17" fmla="*/ 3537002 w 3591275"/>
              <a:gd name="connsiteY17" fmla="*/ 1148535 h 3724776"/>
              <a:gd name="connsiteX18" fmla="*/ 3509094 w 3591275"/>
              <a:gd name="connsiteY18" fmla="*/ 1570017 h 3724776"/>
              <a:gd name="connsiteX19" fmla="*/ 3465278 w 3591275"/>
              <a:gd name="connsiteY19" fmla="*/ 1967114 h 3724776"/>
              <a:gd name="connsiteX20" fmla="*/ 3336024 w 3591275"/>
              <a:gd name="connsiteY20" fmla="*/ 2345733 h 3724776"/>
              <a:gd name="connsiteX21" fmla="*/ 3049893 w 3591275"/>
              <a:gd name="connsiteY21" fmla="*/ 2768262 h 3724776"/>
              <a:gd name="connsiteX22" fmla="*/ 2838724 w 3591275"/>
              <a:gd name="connsiteY22" fmla="*/ 2989908 h 3724776"/>
              <a:gd name="connsiteX23" fmla="*/ 2605647 w 3591275"/>
              <a:gd name="connsiteY23" fmla="*/ 3193077 h 3724776"/>
              <a:gd name="connsiteX24" fmla="*/ 2217980 w 3591275"/>
              <a:gd name="connsiteY24" fmla="*/ 3493209 h 3724776"/>
              <a:gd name="connsiteX25" fmla="*/ 1832598 w 3591275"/>
              <a:gd name="connsiteY25" fmla="*/ 3707903 h 3724776"/>
              <a:gd name="connsiteX26" fmla="*/ 1581043 w 3591275"/>
              <a:gd name="connsiteY26" fmla="*/ 3722952 h 3724776"/>
              <a:gd name="connsiteX27" fmla="*/ 1068693 w 3591275"/>
              <a:gd name="connsiteY27" fmla="*/ 3704474 h 3724776"/>
              <a:gd name="connsiteX28" fmla="*/ 852952 w 3591275"/>
              <a:gd name="connsiteY28" fmla="*/ 3704474 h 3724776"/>
              <a:gd name="connsiteX29" fmla="*/ 519482 w 3591275"/>
              <a:gd name="connsiteY29" fmla="*/ 3652562 h 3724776"/>
              <a:gd name="connsiteX30" fmla="*/ 400609 w 3591275"/>
              <a:gd name="connsiteY30" fmla="*/ 3595984 h 3724776"/>
              <a:gd name="connsiteX31" fmla="*/ 184868 w 3591275"/>
              <a:gd name="connsiteY31" fmla="*/ 3357002 h 3724776"/>
              <a:gd name="connsiteX32" fmla="*/ 59138 w 3591275"/>
              <a:gd name="connsiteY32" fmla="*/ 3101922 h 3724776"/>
              <a:gd name="connsiteX33" fmla="*/ 274 w 3591275"/>
              <a:gd name="connsiteY33" fmla="*/ 2778644 h 3724776"/>
              <a:gd name="connsiteX34" fmla="*/ 172200 w 3591275"/>
              <a:gd name="connsiteY34" fmla="*/ 2322682 h 3724776"/>
              <a:gd name="connsiteX35" fmla="*/ 446806 w 3591275"/>
              <a:gd name="connsiteY35" fmla="*/ 2095225 h 3724776"/>
              <a:gd name="connsiteX36" fmla="*/ 633686 w 3591275"/>
              <a:gd name="connsiteY36" fmla="*/ 2031693 h 3724776"/>
              <a:gd name="connsiteX37" fmla="*/ 840188 w 3591275"/>
              <a:gd name="connsiteY37" fmla="*/ 1910440 h 3724776"/>
              <a:gd name="connsiteX38" fmla="*/ 904672 w 3591275"/>
              <a:gd name="connsiteY38" fmla="*/ 1758707 h 3724776"/>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89839 w 3591276"/>
              <a:gd name="connsiteY4" fmla="*/ 1160918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38724 w 3591276"/>
              <a:gd name="connsiteY22" fmla="*/ 2989908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336024 w 3591276"/>
              <a:gd name="connsiteY20" fmla="*/ 234573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904672 w 3591276"/>
              <a:gd name="connsiteY0" fmla="*/ 1758707 h 3724775"/>
              <a:gd name="connsiteX1" fmla="*/ 926199 w 3591276"/>
              <a:gd name="connsiteY1" fmla="*/ 1605545 h 3724775"/>
              <a:gd name="connsiteX2" fmla="*/ 912864 w 3591276"/>
              <a:gd name="connsiteY2" fmla="*/ 1413997 h 3724775"/>
              <a:gd name="connsiteX3" fmla="*/ 949440 w 3591276"/>
              <a:gd name="connsiteY3" fmla="*/ 1301412 h 3724775"/>
              <a:gd name="connsiteX4" fmla="*/ 1010127 w 3591276"/>
              <a:gd name="connsiteY4" fmla="*/ 1095487 h 3724775"/>
              <a:gd name="connsiteX5" fmla="*/ 1324439 w 3591276"/>
              <a:gd name="connsiteY5" fmla="*/ 973371 h 3724775"/>
              <a:gd name="connsiteX6" fmla="*/ 1609046 w 3591276"/>
              <a:gd name="connsiteY6" fmla="*/ 728102 h 3724775"/>
              <a:gd name="connsiteX7" fmla="*/ 1785926 w 3591276"/>
              <a:gd name="connsiteY7" fmla="*/ 472165 h 3724775"/>
              <a:gd name="connsiteX8" fmla="*/ 1918767 w 3591276"/>
              <a:gd name="connsiteY8" fmla="*/ 107794 h 3724775"/>
              <a:gd name="connsiteX9" fmla="*/ 2153305 w 3591276"/>
              <a:gd name="connsiteY9" fmla="*/ 67162 h 3724775"/>
              <a:gd name="connsiteX10" fmla="*/ 2466773 w 3591276"/>
              <a:gd name="connsiteY10" fmla="*/ 8488 h 3724775"/>
              <a:gd name="connsiteX11" fmla="*/ 2830247 w 3591276"/>
              <a:gd name="connsiteY11" fmla="*/ 8488 h 3724775"/>
              <a:gd name="connsiteX12" fmla="*/ 3140857 w 3591276"/>
              <a:gd name="connsiteY12" fmla="*/ 84498 h 3724775"/>
              <a:gd name="connsiteX13" fmla="*/ 3405271 w 3591276"/>
              <a:gd name="connsiteY13" fmla="*/ 216323 h 3724775"/>
              <a:gd name="connsiteX14" fmla="*/ 3515856 w 3591276"/>
              <a:gd name="connsiteY14" fmla="*/ 348150 h 3724775"/>
              <a:gd name="connsiteX15" fmla="*/ 3590818 w 3591276"/>
              <a:gd name="connsiteY15" fmla="*/ 627137 h 3724775"/>
              <a:gd name="connsiteX16" fmla="*/ 3555290 w 3591276"/>
              <a:gd name="connsiteY16" fmla="*/ 968608 h 3724775"/>
              <a:gd name="connsiteX17" fmla="*/ 3537002 w 3591276"/>
              <a:gd name="connsiteY17" fmla="*/ 1148535 h 3724775"/>
              <a:gd name="connsiteX18" fmla="*/ 3509094 w 3591276"/>
              <a:gd name="connsiteY18" fmla="*/ 1570017 h 3724775"/>
              <a:gd name="connsiteX19" fmla="*/ 3465278 w 3591276"/>
              <a:gd name="connsiteY19" fmla="*/ 1967114 h 3724775"/>
              <a:gd name="connsiteX20" fmla="*/ 3270314 w 3591276"/>
              <a:gd name="connsiteY20" fmla="*/ 2365713 h 3724775"/>
              <a:gd name="connsiteX21" fmla="*/ 3049893 w 3591276"/>
              <a:gd name="connsiteY21" fmla="*/ 2768262 h 3724775"/>
              <a:gd name="connsiteX22" fmla="*/ 2803185 w 3591276"/>
              <a:gd name="connsiteY22" fmla="*/ 2917352 h 3724775"/>
              <a:gd name="connsiteX23" fmla="*/ 2605647 w 3591276"/>
              <a:gd name="connsiteY23" fmla="*/ 3193077 h 3724775"/>
              <a:gd name="connsiteX24" fmla="*/ 2217980 w 3591276"/>
              <a:gd name="connsiteY24" fmla="*/ 3493209 h 3724775"/>
              <a:gd name="connsiteX25" fmla="*/ 1832598 w 3591276"/>
              <a:gd name="connsiteY25" fmla="*/ 3707903 h 3724775"/>
              <a:gd name="connsiteX26" fmla="*/ 1581043 w 3591276"/>
              <a:gd name="connsiteY26" fmla="*/ 3722952 h 3724775"/>
              <a:gd name="connsiteX27" fmla="*/ 1068693 w 3591276"/>
              <a:gd name="connsiteY27" fmla="*/ 3704474 h 3724775"/>
              <a:gd name="connsiteX28" fmla="*/ 852952 w 3591276"/>
              <a:gd name="connsiteY28" fmla="*/ 3704474 h 3724775"/>
              <a:gd name="connsiteX29" fmla="*/ 519482 w 3591276"/>
              <a:gd name="connsiteY29" fmla="*/ 3652562 h 3724775"/>
              <a:gd name="connsiteX30" fmla="*/ 400609 w 3591276"/>
              <a:gd name="connsiteY30" fmla="*/ 3595984 h 3724775"/>
              <a:gd name="connsiteX31" fmla="*/ 184868 w 3591276"/>
              <a:gd name="connsiteY31" fmla="*/ 3357002 h 3724775"/>
              <a:gd name="connsiteX32" fmla="*/ 59138 w 3591276"/>
              <a:gd name="connsiteY32" fmla="*/ 3101922 h 3724775"/>
              <a:gd name="connsiteX33" fmla="*/ 274 w 3591276"/>
              <a:gd name="connsiteY33" fmla="*/ 2778644 h 3724775"/>
              <a:gd name="connsiteX34" fmla="*/ 172200 w 3591276"/>
              <a:gd name="connsiteY34" fmla="*/ 2322682 h 3724775"/>
              <a:gd name="connsiteX35" fmla="*/ 446806 w 3591276"/>
              <a:gd name="connsiteY35" fmla="*/ 2095225 h 3724775"/>
              <a:gd name="connsiteX36" fmla="*/ 633686 w 3591276"/>
              <a:gd name="connsiteY36" fmla="*/ 2031693 h 3724775"/>
              <a:gd name="connsiteX37" fmla="*/ 840188 w 3591276"/>
              <a:gd name="connsiteY37" fmla="*/ 1910440 h 3724775"/>
              <a:gd name="connsiteX38" fmla="*/ 904672 w 3591276"/>
              <a:gd name="connsiteY38" fmla="*/ 1758707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38" fmla="*/ 3546689 w 3591276"/>
              <a:gd name="connsiteY38" fmla="*/ 2071793 h 3724775"/>
              <a:gd name="connsiteX0" fmla="*/ 3465278 w 3591276"/>
              <a:gd name="connsiteY0" fmla="*/ 1967114 h 3724775"/>
              <a:gd name="connsiteX1" fmla="*/ 3270314 w 3591276"/>
              <a:gd name="connsiteY1" fmla="*/ 2365713 h 3724775"/>
              <a:gd name="connsiteX2" fmla="*/ 3049893 w 3591276"/>
              <a:gd name="connsiteY2" fmla="*/ 2768262 h 3724775"/>
              <a:gd name="connsiteX3" fmla="*/ 2803185 w 3591276"/>
              <a:gd name="connsiteY3" fmla="*/ 2917352 h 3724775"/>
              <a:gd name="connsiteX4" fmla="*/ 2605647 w 3591276"/>
              <a:gd name="connsiteY4" fmla="*/ 3193077 h 3724775"/>
              <a:gd name="connsiteX5" fmla="*/ 2217980 w 3591276"/>
              <a:gd name="connsiteY5" fmla="*/ 3493209 h 3724775"/>
              <a:gd name="connsiteX6" fmla="*/ 1832598 w 3591276"/>
              <a:gd name="connsiteY6" fmla="*/ 3707903 h 3724775"/>
              <a:gd name="connsiteX7" fmla="*/ 1581043 w 3591276"/>
              <a:gd name="connsiteY7" fmla="*/ 3722952 h 3724775"/>
              <a:gd name="connsiteX8" fmla="*/ 1068693 w 3591276"/>
              <a:gd name="connsiteY8" fmla="*/ 3704474 h 3724775"/>
              <a:gd name="connsiteX9" fmla="*/ 852952 w 3591276"/>
              <a:gd name="connsiteY9" fmla="*/ 3704474 h 3724775"/>
              <a:gd name="connsiteX10" fmla="*/ 519482 w 3591276"/>
              <a:gd name="connsiteY10" fmla="*/ 3652562 h 3724775"/>
              <a:gd name="connsiteX11" fmla="*/ 400609 w 3591276"/>
              <a:gd name="connsiteY11" fmla="*/ 3595984 h 3724775"/>
              <a:gd name="connsiteX12" fmla="*/ 184868 w 3591276"/>
              <a:gd name="connsiteY12" fmla="*/ 3357002 h 3724775"/>
              <a:gd name="connsiteX13" fmla="*/ 59138 w 3591276"/>
              <a:gd name="connsiteY13" fmla="*/ 3101922 h 3724775"/>
              <a:gd name="connsiteX14" fmla="*/ 274 w 3591276"/>
              <a:gd name="connsiteY14" fmla="*/ 2778644 h 3724775"/>
              <a:gd name="connsiteX15" fmla="*/ 172200 w 3591276"/>
              <a:gd name="connsiteY15" fmla="*/ 2322682 h 3724775"/>
              <a:gd name="connsiteX16" fmla="*/ 446806 w 3591276"/>
              <a:gd name="connsiteY16" fmla="*/ 2095225 h 3724775"/>
              <a:gd name="connsiteX17" fmla="*/ 633686 w 3591276"/>
              <a:gd name="connsiteY17" fmla="*/ 2031693 h 3724775"/>
              <a:gd name="connsiteX18" fmla="*/ 840188 w 3591276"/>
              <a:gd name="connsiteY18" fmla="*/ 1910440 h 3724775"/>
              <a:gd name="connsiteX19" fmla="*/ 904672 w 3591276"/>
              <a:gd name="connsiteY19" fmla="*/ 1758707 h 3724775"/>
              <a:gd name="connsiteX20" fmla="*/ 926199 w 3591276"/>
              <a:gd name="connsiteY20" fmla="*/ 1605545 h 3724775"/>
              <a:gd name="connsiteX21" fmla="*/ 912864 w 3591276"/>
              <a:gd name="connsiteY21" fmla="*/ 1413997 h 3724775"/>
              <a:gd name="connsiteX22" fmla="*/ 949440 w 3591276"/>
              <a:gd name="connsiteY22" fmla="*/ 1301412 h 3724775"/>
              <a:gd name="connsiteX23" fmla="*/ 1010127 w 3591276"/>
              <a:gd name="connsiteY23" fmla="*/ 1095487 h 3724775"/>
              <a:gd name="connsiteX24" fmla="*/ 1324439 w 3591276"/>
              <a:gd name="connsiteY24" fmla="*/ 973371 h 3724775"/>
              <a:gd name="connsiteX25" fmla="*/ 1609046 w 3591276"/>
              <a:gd name="connsiteY25" fmla="*/ 728102 h 3724775"/>
              <a:gd name="connsiteX26" fmla="*/ 1785926 w 3591276"/>
              <a:gd name="connsiteY26" fmla="*/ 472165 h 3724775"/>
              <a:gd name="connsiteX27" fmla="*/ 1918767 w 3591276"/>
              <a:gd name="connsiteY27" fmla="*/ 107794 h 3724775"/>
              <a:gd name="connsiteX28" fmla="*/ 2153305 w 3591276"/>
              <a:gd name="connsiteY28" fmla="*/ 67162 h 3724775"/>
              <a:gd name="connsiteX29" fmla="*/ 2466773 w 3591276"/>
              <a:gd name="connsiteY29" fmla="*/ 8488 h 3724775"/>
              <a:gd name="connsiteX30" fmla="*/ 2830247 w 3591276"/>
              <a:gd name="connsiteY30" fmla="*/ 8488 h 3724775"/>
              <a:gd name="connsiteX31" fmla="*/ 3140857 w 3591276"/>
              <a:gd name="connsiteY31" fmla="*/ 84498 h 3724775"/>
              <a:gd name="connsiteX32" fmla="*/ 3405271 w 3591276"/>
              <a:gd name="connsiteY32" fmla="*/ 216323 h 3724775"/>
              <a:gd name="connsiteX33" fmla="*/ 3515856 w 3591276"/>
              <a:gd name="connsiteY33" fmla="*/ 348150 h 3724775"/>
              <a:gd name="connsiteX34" fmla="*/ 3590818 w 3591276"/>
              <a:gd name="connsiteY34" fmla="*/ 627137 h 3724775"/>
              <a:gd name="connsiteX35" fmla="*/ 3555290 w 3591276"/>
              <a:gd name="connsiteY35" fmla="*/ 968608 h 3724775"/>
              <a:gd name="connsiteX36" fmla="*/ 3537002 w 3591276"/>
              <a:gd name="connsiteY36" fmla="*/ 1148535 h 3724775"/>
              <a:gd name="connsiteX37" fmla="*/ 3509094 w 3591276"/>
              <a:gd name="connsiteY37" fmla="*/ 1570017 h 3724775"/>
              <a:gd name="connsiteX0" fmla="*/ 3270314 w 3591276"/>
              <a:gd name="connsiteY0" fmla="*/ 2365713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36" fmla="*/ 3509094 w 3591276"/>
              <a:gd name="connsiteY36" fmla="*/ 1570017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35" fmla="*/ 3537002 w 3591276"/>
              <a:gd name="connsiteY35" fmla="*/ 1148535 h 3724775"/>
              <a:gd name="connsiteX0" fmla="*/ 3304712 w 3591276"/>
              <a:gd name="connsiteY0" fmla="*/ 2321144 h 3724775"/>
              <a:gd name="connsiteX1" fmla="*/ 3049893 w 3591276"/>
              <a:gd name="connsiteY1" fmla="*/ 2768262 h 3724775"/>
              <a:gd name="connsiteX2" fmla="*/ 2803185 w 3591276"/>
              <a:gd name="connsiteY2" fmla="*/ 2917352 h 3724775"/>
              <a:gd name="connsiteX3" fmla="*/ 2605647 w 3591276"/>
              <a:gd name="connsiteY3" fmla="*/ 3193077 h 3724775"/>
              <a:gd name="connsiteX4" fmla="*/ 2217980 w 3591276"/>
              <a:gd name="connsiteY4" fmla="*/ 3493209 h 3724775"/>
              <a:gd name="connsiteX5" fmla="*/ 1832598 w 3591276"/>
              <a:gd name="connsiteY5" fmla="*/ 3707903 h 3724775"/>
              <a:gd name="connsiteX6" fmla="*/ 1581043 w 3591276"/>
              <a:gd name="connsiteY6" fmla="*/ 3722952 h 3724775"/>
              <a:gd name="connsiteX7" fmla="*/ 1068693 w 3591276"/>
              <a:gd name="connsiteY7" fmla="*/ 3704474 h 3724775"/>
              <a:gd name="connsiteX8" fmla="*/ 852952 w 3591276"/>
              <a:gd name="connsiteY8" fmla="*/ 3704474 h 3724775"/>
              <a:gd name="connsiteX9" fmla="*/ 519482 w 3591276"/>
              <a:gd name="connsiteY9" fmla="*/ 3652562 h 3724775"/>
              <a:gd name="connsiteX10" fmla="*/ 400609 w 3591276"/>
              <a:gd name="connsiteY10" fmla="*/ 3595984 h 3724775"/>
              <a:gd name="connsiteX11" fmla="*/ 184868 w 3591276"/>
              <a:gd name="connsiteY11" fmla="*/ 3357002 h 3724775"/>
              <a:gd name="connsiteX12" fmla="*/ 59138 w 3591276"/>
              <a:gd name="connsiteY12" fmla="*/ 3101922 h 3724775"/>
              <a:gd name="connsiteX13" fmla="*/ 274 w 3591276"/>
              <a:gd name="connsiteY13" fmla="*/ 2778644 h 3724775"/>
              <a:gd name="connsiteX14" fmla="*/ 172200 w 3591276"/>
              <a:gd name="connsiteY14" fmla="*/ 2322682 h 3724775"/>
              <a:gd name="connsiteX15" fmla="*/ 446806 w 3591276"/>
              <a:gd name="connsiteY15" fmla="*/ 2095225 h 3724775"/>
              <a:gd name="connsiteX16" fmla="*/ 633686 w 3591276"/>
              <a:gd name="connsiteY16" fmla="*/ 2031693 h 3724775"/>
              <a:gd name="connsiteX17" fmla="*/ 840188 w 3591276"/>
              <a:gd name="connsiteY17" fmla="*/ 1910440 h 3724775"/>
              <a:gd name="connsiteX18" fmla="*/ 904672 w 3591276"/>
              <a:gd name="connsiteY18" fmla="*/ 1758707 h 3724775"/>
              <a:gd name="connsiteX19" fmla="*/ 926199 w 3591276"/>
              <a:gd name="connsiteY19" fmla="*/ 1605545 h 3724775"/>
              <a:gd name="connsiteX20" fmla="*/ 912864 w 3591276"/>
              <a:gd name="connsiteY20" fmla="*/ 1413997 h 3724775"/>
              <a:gd name="connsiteX21" fmla="*/ 949440 w 3591276"/>
              <a:gd name="connsiteY21" fmla="*/ 1301412 h 3724775"/>
              <a:gd name="connsiteX22" fmla="*/ 1010127 w 3591276"/>
              <a:gd name="connsiteY22" fmla="*/ 1095487 h 3724775"/>
              <a:gd name="connsiteX23" fmla="*/ 1324439 w 3591276"/>
              <a:gd name="connsiteY23" fmla="*/ 973371 h 3724775"/>
              <a:gd name="connsiteX24" fmla="*/ 1609046 w 3591276"/>
              <a:gd name="connsiteY24" fmla="*/ 728102 h 3724775"/>
              <a:gd name="connsiteX25" fmla="*/ 1785926 w 3591276"/>
              <a:gd name="connsiteY25" fmla="*/ 472165 h 3724775"/>
              <a:gd name="connsiteX26" fmla="*/ 1918767 w 3591276"/>
              <a:gd name="connsiteY26" fmla="*/ 107794 h 3724775"/>
              <a:gd name="connsiteX27" fmla="*/ 2153305 w 3591276"/>
              <a:gd name="connsiteY27" fmla="*/ 67162 h 3724775"/>
              <a:gd name="connsiteX28" fmla="*/ 2466773 w 3591276"/>
              <a:gd name="connsiteY28" fmla="*/ 8488 h 3724775"/>
              <a:gd name="connsiteX29" fmla="*/ 2830247 w 3591276"/>
              <a:gd name="connsiteY29" fmla="*/ 8488 h 3724775"/>
              <a:gd name="connsiteX30" fmla="*/ 3140857 w 3591276"/>
              <a:gd name="connsiteY30" fmla="*/ 84498 h 3724775"/>
              <a:gd name="connsiteX31" fmla="*/ 3405271 w 3591276"/>
              <a:gd name="connsiteY31" fmla="*/ 216323 h 3724775"/>
              <a:gd name="connsiteX32" fmla="*/ 3515856 w 3591276"/>
              <a:gd name="connsiteY32" fmla="*/ 348150 h 3724775"/>
              <a:gd name="connsiteX33" fmla="*/ 3590818 w 3591276"/>
              <a:gd name="connsiteY33" fmla="*/ 627137 h 3724775"/>
              <a:gd name="connsiteX34" fmla="*/ 3555290 w 3591276"/>
              <a:gd name="connsiteY34" fmla="*/ 968608 h 3724775"/>
              <a:gd name="connsiteX0" fmla="*/ 3304712 w 3555290"/>
              <a:gd name="connsiteY0" fmla="*/ 2321144 h 3724775"/>
              <a:gd name="connsiteX1" fmla="*/ 3049893 w 3555290"/>
              <a:gd name="connsiteY1" fmla="*/ 2768262 h 3724775"/>
              <a:gd name="connsiteX2" fmla="*/ 2803185 w 3555290"/>
              <a:gd name="connsiteY2" fmla="*/ 2917352 h 3724775"/>
              <a:gd name="connsiteX3" fmla="*/ 2605647 w 3555290"/>
              <a:gd name="connsiteY3" fmla="*/ 3193077 h 3724775"/>
              <a:gd name="connsiteX4" fmla="*/ 2217980 w 3555290"/>
              <a:gd name="connsiteY4" fmla="*/ 3493209 h 3724775"/>
              <a:gd name="connsiteX5" fmla="*/ 1832598 w 3555290"/>
              <a:gd name="connsiteY5" fmla="*/ 3707903 h 3724775"/>
              <a:gd name="connsiteX6" fmla="*/ 1581043 w 3555290"/>
              <a:gd name="connsiteY6" fmla="*/ 3722952 h 3724775"/>
              <a:gd name="connsiteX7" fmla="*/ 1068693 w 3555290"/>
              <a:gd name="connsiteY7" fmla="*/ 3704474 h 3724775"/>
              <a:gd name="connsiteX8" fmla="*/ 852952 w 3555290"/>
              <a:gd name="connsiteY8" fmla="*/ 3704474 h 3724775"/>
              <a:gd name="connsiteX9" fmla="*/ 519482 w 3555290"/>
              <a:gd name="connsiteY9" fmla="*/ 3652562 h 3724775"/>
              <a:gd name="connsiteX10" fmla="*/ 400609 w 3555290"/>
              <a:gd name="connsiteY10" fmla="*/ 3595984 h 3724775"/>
              <a:gd name="connsiteX11" fmla="*/ 184868 w 3555290"/>
              <a:gd name="connsiteY11" fmla="*/ 3357002 h 3724775"/>
              <a:gd name="connsiteX12" fmla="*/ 59138 w 3555290"/>
              <a:gd name="connsiteY12" fmla="*/ 3101922 h 3724775"/>
              <a:gd name="connsiteX13" fmla="*/ 274 w 3555290"/>
              <a:gd name="connsiteY13" fmla="*/ 2778644 h 3724775"/>
              <a:gd name="connsiteX14" fmla="*/ 172200 w 3555290"/>
              <a:gd name="connsiteY14" fmla="*/ 2322682 h 3724775"/>
              <a:gd name="connsiteX15" fmla="*/ 446806 w 3555290"/>
              <a:gd name="connsiteY15" fmla="*/ 2095225 h 3724775"/>
              <a:gd name="connsiteX16" fmla="*/ 633686 w 3555290"/>
              <a:gd name="connsiteY16" fmla="*/ 2031693 h 3724775"/>
              <a:gd name="connsiteX17" fmla="*/ 840188 w 3555290"/>
              <a:gd name="connsiteY17" fmla="*/ 1910440 h 3724775"/>
              <a:gd name="connsiteX18" fmla="*/ 904672 w 3555290"/>
              <a:gd name="connsiteY18" fmla="*/ 1758707 h 3724775"/>
              <a:gd name="connsiteX19" fmla="*/ 926199 w 3555290"/>
              <a:gd name="connsiteY19" fmla="*/ 1605545 h 3724775"/>
              <a:gd name="connsiteX20" fmla="*/ 912864 w 3555290"/>
              <a:gd name="connsiteY20" fmla="*/ 1413997 h 3724775"/>
              <a:gd name="connsiteX21" fmla="*/ 949440 w 3555290"/>
              <a:gd name="connsiteY21" fmla="*/ 1301412 h 3724775"/>
              <a:gd name="connsiteX22" fmla="*/ 1010127 w 3555290"/>
              <a:gd name="connsiteY22" fmla="*/ 1095487 h 3724775"/>
              <a:gd name="connsiteX23" fmla="*/ 1324439 w 3555290"/>
              <a:gd name="connsiteY23" fmla="*/ 973371 h 3724775"/>
              <a:gd name="connsiteX24" fmla="*/ 1609046 w 3555290"/>
              <a:gd name="connsiteY24" fmla="*/ 728102 h 3724775"/>
              <a:gd name="connsiteX25" fmla="*/ 1785926 w 3555290"/>
              <a:gd name="connsiteY25" fmla="*/ 472165 h 3724775"/>
              <a:gd name="connsiteX26" fmla="*/ 1918767 w 3555290"/>
              <a:gd name="connsiteY26" fmla="*/ 107794 h 3724775"/>
              <a:gd name="connsiteX27" fmla="*/ 2153305 w 3555290"/>
              <a:gd name="connsiteY27" fmla="*/ 67162 h 3724775"/>
              <a:gd name="connsiteX28" fmla="*/ 2466773 w 3555290"/>
              <a:gd name="connsiteY28" fmla="*/ 8488 h 3724775"/>
              <a:gd name="connsiteX29" fmla="*/ 2830247 w 3555290"/>
              <a:gd name="connsiteY29" fmla="*/ 8488 h 3724775"/>
              <a:gd name="connsiteX30" fmla="*/ 3140857 w 3555290"/>
              <a:gd name="connsiteY30" fmla="*/ 84498 h 3724775"/>
              <a:gd name="connsiteX31" fmla="*/ 3405271 w 3555290"/>
              <a:gd name="connsiteY31" fmla="*/ 216323 h 3724775"/>
              <a:gd name="connsiteX32" fmla="*/ 3515856 w 3555290"/>
              <a:gd name="connsiteY32" fmla="*/ 348150 h 3724775"/>
              <a:gd name="connsiteX33" fmla="*/ 3555290 w 3555290"/>
              <a:gd name="connsiteY33" fmla="*/ 968608 h 3724775"/>
              <a:gd name="connsiteX0" fmla="*/ 3304712 w 3515856"/>
              <a:gd name="connsiteY0" fmla="*/ 2321144 h 3724775"/>
              <a:gd name="connsiteX1" fmla="*/ 3049893 w 3515856"/>
              <a:gd name="connsiteY1" fmla="*/ 2768262 h 3724775"/>
              <a:gd name="connsiteX2" fmla="*/ 2803185 w 3515856"/>
              <a:gd name="connsiteY2" fmla="*/ 2917352 h 3724775"/>
              <a:gd name="connsiteX3" fmla="*/ 2605647 w 3515856"/>
              <a:gd name="connsiteY3" fmla="*/ 3193077 h 3724775"/>
              <a:gd name="connsiteX4" fmla="*/ 2217980 w 3515856"/>
              <a:gd name="connsiteY4" fmla="*/ 3493209 h 3724775"/>
              <a:gd name="connsiteX5" fmla="*/ 1832598 w 3515856"/>
              <a:gd name="connsiteY5" fmla="*/ 3707903 h 3724775"/>
              <a:gd name="connsiteX6" fmla="*/ 1581043 w 3515856"/>
              <a:gd name="connsiteY6" fmla="*/ 3722952 h 3724775"/>
              <a:gd name="connsiteX7" fmla="*/ 1068693 w 3515856"/>
              <a:gd name="connsiteY7" fmla="*/ 3704474 h 3724775"/>
              <a:gd name="connsiteX8" fmla="*/ 852952 w 3515856"/>
              <a:gd name="connsiteY8" fmla="*/ 3704474 h 3724775"/>
              <a:gd name="connsiteX9" fmla="*/ 519482 w 3515856"/>
              <a:gd name="connsiteY9" fmla="*/ 3652562 h 3724775"/>
              <a:gd name="connsiteX10" fmla="*/ 400609 w 3515856"/>
              <a:gd name="connsiteY10" fmla="*/ 3595984 h 3724775"/>
              <a:gd name="connsiteX11" fmla="*/ 184868 w 3515856"/>
              <a:gd name="connsiteY11" fmla="*/ 3357002 h 3724775"/>
              <a:gd name="connsiteX12" fmla="*/ 59138 w 3515856"/>
              <a:gd name="connsiteY12" fmla="*/ 3101922 h 3724775"/>
              <a:gd name="connsiteX13" fmla="*/ 274 w 3515856"/>
              <a:gd name="connsiteY13" fmla="*/ 2778644 h 3724775"/>
              <a:gd name="connsiteX14" fmla="*/ 172200 w 3515856"/>
              <a:gd name="connsiteY14" fmla="*/ 2322682 h 3724775"/>
              <a:gd name="connsiteX15" fmla="*/ 446806 w 3515856"/>
              <a:gd name="connsiteY15" fmla="*/ 2095225 h 3724775"/>
              <a:gd name="connsiteX16" fmla="*/ 633686 w 3515856"/>
              <a:gd name="connsiteY16" fmla="*/ 2031693 h 3724775"/>
              <a:gd name="connsiteX17" fmla="*/ 840188 w 3515856"/>
              <a:gd name="connsiteY17" fmla="*/ 1910440 h 3724775"/>
              <a:gd name="connsiteX18" fmla="*/ 904672 w 3515856"/>
              <a:gd name="connsiteY18" fmla="*/ 1758707 h 3724775"/>
              <a:gd name="connsiteX19" fmla="*/ 926199 w 3515856"/>
              <a:gd name="connsiteY19" fmla="*/ 1605545 h 3724775"/>
              <a:gd name="connsiteX20" fmla="*/ 912864 w 3515856"/>
              <a:gd name="connsiteY20" fmla="*/ 1413997 h 3724775"/>
              <a:gd name="connsiteX21" fmla="*/ 949440 w 3515856"/>
              <a:gd name="connsiteY21" fmla="*/ 1301412 h 3724775"/>
              <a:gd name="connsiteX22" fmla="*/ 1010127 w 3515856"/>
              <a:gd name="connsiteY22" fmla="*/ 1095487 h 3724775"/>
              <a:gd name="connsiteX23" fmla="*/ 1324439 w 3515856"/>
              <a:gd name="connsiteY23" fmla="*/ 973371 h 3724775"/>
              <a:gd name="connsiteX24" fmla="*/ 1609046 w 3515856"/>
              <a:gd name="connsiteY24" fmla="*/ 728102 h 3724775"/>
              <a:gd name="connsiteX25" fmla="*/ 1785926 w 3515856"/>
              <a:gd name="connsiteY25" fmla="*/ 472165 h 3724775"/>
              <a:gd name="connsiteX26" fmla="*/ 1918767 w 3515856"/>
              <a:gd name="connsiteY26" fmla="*/ 107794 h 3724775"/>
              <a:gd name="connsiteX27" fmla="*/ 2153305 w 3515856"/>
              <a:gd name="connsiteY27" fmla="*/ 67162 h 3724775"/>
              <a:gd name="connsiteX28" fmla="*/ 2466773 w 3515856"/>
              <a:gd name="connsiteY28" fmla="*/ 8488 h 3724775"/>
              <a:gd name="connsiteX29" fmla="*/ 2830247 w 3515856"/>
              <a:gd name="connsiteY29" fmla="*/ 8488 h 3724775"/>
              <a:gd name="connsiteX30" fmla="*/ 3140857 w 3515856"/>
              <a:gd name="connsiteY30" fmla="*/ 84498 h 3724775"/>
              <a:gd name="connsiteX31" fmla="*/ 3405271 w 3515856"/>
              <a:gd name="connsiteY31" fmla="*/ 216323 h 3724775"/>
              <a:gd name="connsiteX32" fmla="*/ 3515856 w 3515856"/>
              <a:gd name="connsiteY32" fmla="*/ 348150 h 3724775"/>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405271 w 3515856"/>
              <a:gd name="connsiteY30" fmla="*/ 207968 h 3716420"/>
              <a:gd name="connsiteX31" fmla="*/ 3515856 w 3515856"/>
              <a:gd name="connsiteY31" fmla="*/ 339795 h 3716420"/>
              <a:gd name="connsiteX0" fmla="*/ 3304712 w 3515856"/>
              <a:gd name="connsiteY0" fmla="*/ 2312789 h 3716420"/>
              <a:gd name="connsiteX1" fmla="*/ 3049893 w 3515856"/>
              <a:gd name="connsiteY1" fmla="*/ 2759907 h 3716420"/>
              <a:gd name="connsiteX2" fmla="*/ 2803185 w 3515856"/>
              <a:gd name="connsiteY2" fmla="*/ 2908997 h 3716420"/>
              <a:gd name="connsiteX3" fmla="*/ 2605647 w 3515856"/>
              <a:gd name="connsiteY3" fmla="*/ 3184722 h 3716420"/>
              <a:gd name="connsiteX4" fmla="*/ 2217980 w 3515856"/>
              <a:gd name="connsiteY4" fmla="*/ 3484854 h 3716420"/>
              <a:gd name="connsiteX5" fmla="*/ 1832598 w 3515856"/>
              <a:gd name="connsiteY5" fmla="*/ 3699548 h 3716420"/>
              <a:gd name="connsiteX6" fmla="*/ 1581043 w 3515856"/>
              <a:gd name="connsiteY6" fmla="*/ 3714597 h 3716420"/>
              <a:gd name="connsiteX7" fmla="*/ 1068693 w 3515856"/>
              <a:gd name="connsiteY7" fmla="*/ 3696119 h 3716420"/>
              <a:gd name="connsiteX8" fmla="*/ 852952 w 3515856"/>
              <a:gd name="connsiteY8" fmla="*/ 3696119 h 3716420"/>
              <a:gd name="connsiteX9" fmla="*/ 519482 w 3515856"/>
              <a:gd name="connsiteY9" fmla="*/ 3644207 h 3716420"/>
              <a:gd name="connsiteX10" fmla="*/ 400609 w 3515856"/>
              <a:gd name="connsiteY10" fmla="*/ 3587629 h 3716420"/>
              <a:gd name="connsiteX11" fmla="*/ 184868 w 3515856"/>
              <a:gd name="connsiteY11" fmla="*/ 3348647 h 3716420"/>
              <a:gd name="connsiteX12" fmla="*/ 59138 w 3515856"/>
              <a:gd name="connsiteY12" fmla="*/ 3093567 h 3716420"/>
              <a:gd name="connsiteX13" fmla="*/ 274 w 3515856"/>
              <a:gd name="connsiteY13" fmla="*/ 2770289 h 3716420"/>
              <a:gd name="connsiteX14" fmla="*/ 172200 w 3515856"/>
              <a:gd name="connsiteY14" fmla="*/ 2314327 h 3716420"/>
              <a:gd name="connsiteX15" fmla="*/ 446806 w 3515856"/>
              <a:gd name="connsiteY15" fmla="*/ 2086870 h 3716420"/>
              <a:gd name="connsiteX16" fmla="*/ 633686 w 3515856"/>
              <a:gd name="connsiteY16" fmla="*/ 2023338 h 3716420"/>
              <a:gd name="connsiteX17" fmla="*/ 840188 w 3515856"/>
              <a:gd name="connsiteY17" fmla="*/ 1902085 h 3716420"/>
              <a:gd name="connsiteX18" fmla="*/ 904672 w 3515856"/>
              <a:gd name="connsiteY18" fmla="*/ 1750352 h 3716420"/>
              <a:gd name="connsiteX19" fmla="*/ 926199 w 3515856"/>
              <a:gd name="connsiteY19" fmla="*/ 1597190 h 3716420"/>
              <a:gd name="connsiteX20" fmla="*/ 912864 w 3515856"/>
              <a:gd name="connsiteY20" fmla="*/ 1405642 h 3716420"/>
              <a:gd name="connsiteX21" fmla="*/ 949440 w 3515856"/>
              <a:gd name="connsiteY21" fmla="*/ 1293057 h 3716420"/>
              <a:gd name="connsiteX22" fmla="*/ 1010127 w 3515856"/>
              <a:gd name="connsiteY22" fmla="*/ 1087132 h 3716420"/>
              <a:gd name="connsiteX23" fmla="*/ 1324439 w 3515856"/>
              <a:gd name="connsiteY23" fmla="*/ 965016 h 3716420"/>
              <a:gd name="connsiteX24" fmla="*/ 1609046 w 3515856"/>
              <a:gd name="connsiteY24" fmla="*/ 719747 h 3716420"/>
              <a:gd name="connsiteX25" fmla="*/ 1785926 w 3515856"/>
              <a:gd name="connsiteY25" fmla="*/ 463810 h 3716420"/>
              <a:gd name="connsiteX26" fmla="*/ 1918767 w 3515856"/>
              <a:gd name="connsiteY26" fmla="*/ 99439 h 3716420"/>
              <a:gd name="connsiteX27" fmla="*/ 2153305 w 3515856"/>
              <a:gd name="connsiteY27" fmla="*/ 58807 h 3716420"/>
              <a:gd name="connsiteX28" fmla="*/ 2466773 w 3515856"/>
              <a:gd name="connsiteY28" fmla="*/ 133 h 3716420"/>
              <a:gd name="connsiteX29" fmla="*/ 3140857 w 3515856"/>
              <a:gd name="connsiteY29" fmla="*/ 76143 h 3716420"/>
              <a:gd name="connsiteX30" fmla="*/ 3515856 w 3515856"/>
              <a:gd name="connsiteY30" fmla="*/ 339795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29" fmla="*/ 3140857 w 3304712"/>
              <a:gd name="connsiteY29" fmla="*/ 76143 h 3716420"/>
              <a:gd name="connsiteX0" fmla="*/ 3304712 w 3304712"/>
              <a:gd name="connsiteY0" fmla="*/ 2312789 h 3716420"/>
              <a:gd name="connsiteX1" fmla="*/ 3049893 w 3304712"/>
              <a:gd name="connsiteY1" fmla="*/ 2759907 h 3716420"/>
              <a:gd name="connsiteX2" fmla="*/ 2803185 w 3304712"/>
              <a:gd name="connsiteY2" fmla="*/ 2908997 h 3716420"/>
              <a:gd name="connsiteX3" fmla="*/ 2605647 w 3304712"/>
              <a:gd name="connsiteY3" fmla="*/ 3184722 h 3716420"/>
              <a:gd name="connsiteX4" fmla="*/ 2217980 w 3304712"/>
              <a:gd name="connsiteY4" fmla="*/ 3484854 h 3716420"/>
              <a:gd name="connsiteX5" fmla="*/ 1832598 w 3304712"/>
              <a:gd name="connsiteY5" fmla="*/ 3699548 h 3716420"/>
              <a:gd name="connsiteX6" fmla="*/ 1581043 w 3304712"/>
              <a:gd name="connsiteY6" fmla="*/ 3714597 h 3716420"/>
              <a:gd name="connsiteX7" fmla="*/ 1068693 w 3304712"/>
              <a:gd name="connsiteY7" fmla="*/ 3696119 h 3716420"/>
              <a:gd name="connsiteX8" fmla="*/ 852952 w 3304712"/>
              <a:gd name="connsiteY8" fmla="*/ 3696119 h 3716420"/>
              <a:gd name="connsiteX9" fmla="*/ 519482 w 3304712"/>
              <a:gd name="connsiteY9" fmla="*/ 3644207 h 3716420"/>
              <a:gd name="connsiteX10" fmla="*/ 400609 w 3304712"/>
              <a:gd name="connsiteY10" fmla="*/ 3587629 h 3716420"/>
              <a:gd name="connsiteX11" fmla="*/ 184868 w 3304712"/>
              <a:gd name="connsiteY11" fmla="*/ 3348647 h 3716420"/>
              <a:gd name="connsiteX12" fmla="*/ 59138 w 3304712"/>
              <a:gd name="connsiteY12" fmla="*/ 3093567 h 3716420"/>
              <a:gd name="connsiteX13" fmla="*/ 274 w 3304712"/>
              <a:gd name="connsiteY13" fmla="*/ 2770289 h 3716420"/>
              <a:gd name="connsiteX14" fmla="*/ 172200 w 3304712"/>
              <a:gd name="connsiteY14" fmla="*/ 2314327 h 3716420"/>
              <a:gd name="connsiteX15" fmla="*/ 446806 w 3304712"/>
              <a:gd name="connsiteY15" fmla="*/ 2086870 h 3716420"/>
              <a:gd name="connsiteX16" fmla="*/ 633686 w 3304712"/>
              <a:gd name="connsiteY16" fmla="*/ 2023338 h 3716420"/>
              <a:gd name="connsiteX17" fmla="*/ 840188 w 3304712"/>
              <a:gd name="connsiteY17" fmla="*/ 1902085 h 3716420"/>
              <a:gd name="connsiteX18" fmla="*/ 904672 w 3304712"/>
              <a:gd name="connsiteY18" fmla="*/ 1750352 h 3716420"/>
              <a:gd name="connsiteX19" fmla="*/ 926199 w 3304712"/>
              <a:gd name="connsiteY19" fmla="*/ 1597190 h 3716420"/>
              <a:gd name="connsiteX20" fmla="*/ 912864 w 3304712"/>
              <a:gd name="connsiteY20" fmla="*/ 1405642 h 3716420"/>
              <a:gd name="connsiteX21" fmla="*/ 949440 w 3304712"/>
              <a:gd name="connsiteY21" fmla="*/ 1293057 h 3716420"/>
              <a:gd name="connsiteX22" fmla="*/ 1010127 w 3304712"/>
              <a:gd name="connsiteY22" fmla="*/ 1087132 h 3716420"/>
              <a:gd name="connsiteX23" fmla="*/ 1324439 w 3304712"/>
              <a:gd name="connsiteY23" fmla="*/ 965016 h 3716420"/>
              <a:gd name="connsiteX24" fmla="*/ 1609046 w 3304712"/>
              <a:gd name="connsiteY24" fmla="*/ 719747 h 3716420"/>
              <a:gd name="connsiteX25" fmla="*/ 1785926 w 3304712"/>
              <a:gd name="connsiteY25" fmla="*/ 463810 h 3716420"/>
              <a:gd name="connsiteX26" fmla="*/ 1918767 w 3304712"/>
              <a:gd name="connsiteY26" fmla="*/ 99439 h 3716420"/>
              <a:gd name="connsiteX27" fmla="*/ 2153305 w 3304712"/>
              <a:gd name="connsiteY27" fmla="*/ 58807 h 3716420"/>
              <a:gd name="connsiteX28" fmla="*/ 2466773 w 3304712"/>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310356 w 3310356"/>
              <a:gd name="connsiteY0" fmla="*/ 2333058 h 3716420"/>
              <a:gd name="connsiteX1" fmla="*/ 3049893 w 3310356"/>
              <a:gd name="connsiteY1" fmla="*/ 2759907 h 3716420"/>
              <a:gd name="connsiteX2" fmla="*/ 2803185 w 3310356"/>
              <a:gd name="connsiteY2" fmla="*/ 2908997 h 3716420"/>
              <a:gd name="connsiteX3" fmla="*/ 2605647 w 3310356"/>
              <a:gd name="connsiteY3" fmla="*/ 3184722 h 3716420"/>
              <a:gd name="connsiteX4" fmla="*/ 2217980 w 3310356"/>
              <a:gd name="connsiteY4" fmla="*/ 3484854 h 3716420"/>
              <a:gd name="connsiteX5" fmla="*/ 1832598 w 3310356"/>
              <a:gd name="connsiteY5" fmla="*/ 3699548 h 3716420"/>
              <a:gd name="connsiteX6" fmla="*/ 1581043 w 3310356"/>
              <a:gd name="connsiteY6" fmla="*/ 3714597 h 3716420"/>
              <a:gd name="connsiteX7" fmla="*/ 1068693 w 3310356"/>
              <a:gd name="connsiteY7" fmla="*/ 3696119 h 3716420"/>
              <a:gd name="connsiteX8" fmla="*/ 852952 w 3310356"/>
              <a:gd name="connsiteY8" fmla="*/ 3696119 h 3716420"/>
              <a:gd name="connsiteX9" fmla="*/ 519482 w 3310356"/>
              <a:gd name="connsiteY9" fmla="*/ 3644207 h 3716420"/>
              <a:gd name="connsiteX10" fmla="*/ 400609 w 3310356"/>
              <a:gd name="connsiteY10" fmla="*/ 3587629 h 3716420"/>
              <a:gd name="connsiteX11" fmla="*/ 184868 w 3310356"/>
              <a:gd name="connsiteY11" fmla="*/ 3348647 h 3716420"/>
              <a:gd name="connsiteX12" fmla="*/ 59138 w 3310356"/>
              <a:gd name="connsiteY12" fmla="*/ 3093567 h 3716420"/>
              <a:gd name="connsiteX13" fmla="*/ 274 w 3310356"/>
              <a:gd name="connsiteY13" fmla="*/ 2770289 h 3716420"/>
              <a:gd name="connsiteX14" fmla="*/ 172200 w 3310356"/>
              <a:gd name="connsiteY14" fmla="*/ 2314327 h 3716420"/>
              <a:gd name="connsiteX15" fmla="*/ 446806 w 3310356"/>
              <a:gd name="connsiteY15" fmla="*/ 2086870 h 3716420"/>
              <a:gd name="connsiteX16" fmla="*/ 633686 w 3310356"/>
              <a:gd name="connsiteY16" fmla="*/ 2023338 h 3716420"/>
              <a:gd name="connsiteX17" fmla="*/ 840188 w 3310356"/>
              <a:gd name="connsiteY17" fmla="*/ 1902085 h 3716420"/>
              <a:gd name="connsiteX18" fmla="*/ 904672 w 3310356"/>
              <a:gd name="connsiteY18" fmla="*/ 1750352 h 3716420"/>
              <a:gd name="connsiteX19" fmla="*/ 926199 w 3310356"/>
              <a:gd name="connsiteY19" fmla="*/ 1597190 h 3716420"/>
              <a:gd name="connsiteX20" fmla="*/ 912864 w 3310356"/>
              <a:gd name="connsiteY20" fmla="*/ 1405642 h 3716420"/>
              <a:gd name="connsiteX21" fmla="*/ 949440 w 3310356"/>
              <a:gd name="connsiteY21" fmla="*/ 1293057 h 3716420"/>
              <a:gd name="connsiteX22" fmla="*/ 1010127 w 3310356"/>
              <a:gd name="connsiteY22" fmla="*/ 1087132 h 3716420"/>
              <a:gd name="connsiteX23" fmla="*/ 1324439 w 3310356"/>
              <a:gd name="connsiteY23" fmla="*/ 965016 h 3716420"/>
              <a:gd name="connsiteX24" fmla="*/ 1609046 w 3310356"/>
              <a:gd name="connsiteY24" fmla="*/ 719747 h 3716420"/>
              <a:gd name="connsiteX25" fmla="*/ 1785926 w 3310356"/>
              <a:gd name="connsiteY25" fmla="*/ 463810 h 3716420"/>
              <a:gd name="connsiteX26" fmla="*/ 1918767 w 3310356"/>
              <a:gd name="connsiteY26" fmla="*/ 99439 h 3716420"/>
              <a:gd name="connsiteX27" fmla="*/ 2153305 w 3310356"/>
              <a:gd name="connsiteY27" fmla="*/ 58807 h 3716420"/>
              <a:gd name="connsiteX28" fmla="*/ 2466773 w 3310356"/>
              <a:gd name="connsiteY28" fmla="*/ 133 h 3716420"/>
              <a:gd name="connsiteX0" fmla="*/ 3294447 w 3294447"/>
              <a:gd name="connsiteY0" fmla="*/ 2316764 h 3716420"/>
              <a:gd name="connsiteX1" fmla="*/ 3049893 w 3294447"/>
              <a:gd name="connsiteY1" fmla="*/ 2759907 h 3716420"/>
              <a:gd name="connsiteX2" fmla="*/ 2803185 w 3294447"/>
              <a:gd name="connsiteY2" fmla="*/ 2908997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 name="connsiteX0" fmla="*/ 3294447 w 3294447"/>
              <a:gd name="connsiteY0" fmla="*/ 2316764 h 3716420"/>
              <a:gd name="connsiteX1" fmla="*/ 3049893 w 3294447"/>
              <a:gd name="connsiteY1" fmla="*/ 2759907 h 3716420"/>
              <a:gd name="connsiteX2" fmla="*/ 2782860 w 3294447"/>
              <a:gd name="connsiteY2" fmla="*/ 2848058 h 3716420"/>
              <a:gd name="connsiteX3" fmla="*/ 2605647 w 3294447"/>
              <a:gd name="connsiteY3" fmla="*/ 3184722 h 3716420"/>
              <a:gd name="connsiteX4" fmla="*/ 2217980 w 3294447"/>
              <a:gd name="connsiteY4" fmla="*/ 3484854 h 3716420"/>
              <a:gd name="connsiteX5" fmla="*/ 1832598 w 3294447"/>
              <a:gd name="connsiteY5" fmla="*/ 3699548 h 3716420"/>
              <a:gd name="connsiteX6" fmla="*/ 1581043 w 3294447"/>
              <a:gd name="connsiteY6" fmla="*/ 3714597 h 3716420"/>
              <a:gd name="connsiteX7" fmla="*/ 1068693 w 3294447"/>
              <a:gd name="connsiteY7" fmla="*/ 3696119 h 3716420"/>
              <a:gd name="connsiteX8" fmla="*/ 852952 w 3294447"/>
              <a:gd name="connsiteY8" fmla="*/ 3696119 h 3716420"/>
              <a:gd name="connsiteX9" fmla="*/ 519482 w 3294447"/>
              <a:gd name="connsiteY9" fmla="*/ 3644207 h 3716420"/>
              <a:gd name="connsiteX10" fmla="*/ 400609 w 3294447"/>
              <a:gd name="connsiteY10" fmla="*/ 3587629 h 3716420"/>
              <a:gd name="connsiteX11" fmla="*/ 184868 w 3294447"/>
              <a:gd name="connsiteY11" fmla="*/ 3348647 h 3716420"/>
              <a:gd name="connsiteX12" fmla="*/ 59138 w 3294447"/>
              <a:gd name="connsiteY12" fmla="*/ 3093567 h 3716420"/>
              <a:gd name="connsiteX13" fmla="*/ 274 w 3294447"/>
              <a:gd name="connsiteY13" fmla="*/ 2770289 h 3716420"/>
              <a:gd name="connsiteX14" fmla="*/ 172200 w 3294447"/>
              <a:gd name="connsiteY14" fmla="*/ 2314327 h 3716420"/>
              <a:gd name="connsiteX15" fmla="*/ 446806 w 3294447"/>
              <a:gd name="connsiteY15" fmla="*/ 2086870 h 3716420"/>
              <a:gd name="connsiteX16" fmla="*/ 633686 w 3294447"/>
              <a:gd name="connsiteY16" fmla="*/ 2023338 h 3716420"/>
              <a:gd name="connsiteX17" fmla="*/ 840188 w 3294447"/>
              <a:gd name="connsiteY17" fmla="*/ 1902085 h 3716420"/>
              <a:gd name="connsiteX18" fmla="*/ 904672 w 3294447"/>
              <a:gd name="connsiteY18" fmla="*/ 1750352 h 3716420"/>
              <a:gd name="connsiteX19" fmla="*/ 926199 w 3294447"/>
              <a:gd name="connsiteY19" fmla="*/ 1597190 h 3716420"/>
              <a:gd name="connsiteX20" fmla="*/ 912864 w 3294447"/>
              <a:gd name="connsiteY20" fmla="*/ 1405642 h 3716420"/>
              <a:gd name="connsiteX21" fmla="*/ 949440 w 3294447"/>
              <a:gd name="connsiteY21" fmla="*/ 1293057 h 3716420"/>
              <a:gd name="connsiteX22" fmla="*/ 1010127 w 3294447"/>
              <a:gd name="connsiteY22" fmla="*/ 1087132 h 3716420"/>
              <a:gd name="connsiteX23" fmla="*/ 1324439 w 3294447"/>
              <a:gd name="connsiteY23" fmla="*/ 965016 h 3716420"/>
              <a:gd name="connsiteX24" fmla="*/ 1609046 w 3294447"/>
              <a:gd name="connsiteY24" fmla="*/ 719747 h 3716420"/>
              <a:gd name="connsiteX25" fmla="*/ 1785926 w 3294447"/>
              <a:gd name="connsiteY25" fmla="*/ 463810 h 3716420"/>
              <a:gd name="connsiteX26" fmla="*/ 1918767 w 3294447"/>
              <a:gd name="connsiteY26" fmla="*/ 99439 h 3716420"/>
              <a:gd name="connsiteX27" fmla="*/ 2153305 w 3294447"/>
              <a:gd name="connsiteY27" fmla="*/ 58807 h 3716420"/>
              <a:gd name="connsiteX28" fmla="*/ 2466773 w 3294447"/>
              <a:gd name="connsiteY28" fmla="*/ 133 h 371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94447" h="3716420">
                <a:moveTo>
                  <a:pt x="3294447" y="2316764"/>
                </a:moveTo>
                <a:cubicBezTo>
                  <a:pt x="3293403" y="2565068"/>
                  <a:pt x="3158285" y="2698388"/>
                  <a:pt x="3049893" y="2759907"/>
                </a:cubicBezTo>
                <a:cubicBezTo>
                  <a:pt x="2942985" y="2820584"/>
                  <a:pt x="2857250" y="2778050"/>
                  <a:pt x="2782860" y="2848058"/>
                </a:cubicBezTo>
                <a:cubicBezTo>
                  <a:pt x="2707803" y="2918734"/>
                  <a:pt x="2699794" y="3078589"/>
                  <a:pt x="2605647" y="3184722"/>
                </a:cubicBezTo>
                <a:cubicBezTo>
                  <a:pt x="2511500" y="3290855"/>
                  <a:pt x="2349044" y="3387223"/>
                  <a:pt x="2217980" y="3484854"/>
                </a:cubicBezTo>
                <a:cubicBezTo>
                  <a:pt x="2098441" y="3573818"/>
                  <a:pt x="1977092" y="3666020"/>
                  <a:pt x="1832598" y="3699548"/>
                </a:cubicBezTo>
                <a:cubicBezTo>
                  <a:pt x="1750397" y="3718598"/>
                  <a:pt x="1665530" y="3717931"/>
                  <a:pt x="1581043" y="3714597"/>
                </a:cubicBezTo>
                <a:cubicBezTo>
                  <a:pt x="1410260" y="3707835"/>
                  <a:pt x="1239667" y="3695357"/>
                  <a:pt x="1068693" y="3696119"/>
                </a:cubicBezTo>
                <a:cubicBezTo>
                  <a:pt x="996779" y="3696405"/>
                  <a:pt x="924865" y="3698310"/>
                  <a:pt x="852952" y="3696119"/>
                </a:cubicBezTo>
                <a:cubicBezTo>
                  <a:pt x="739890" y="3692690"/>
                  <a:pt x="626638" y="3680117"/>
                  <a:pt x="519482" y="3644207"/>
                </a:cubicBezTo>
                <a:cubicBezTo>
                  <a:pt x="477667" y="3630206"/>
                  <a:pt x="437567" y="3611727"/>
                  <a:pt x="400609" y="3587629"/>
                </a:cubicBezTo>
                <a:cubicBezTo>
                  <a:pt x="309836" y="3528574"/>
                  <a:pt x="242876" y="3440468"/>
                  <a:pt x="184868" y="3348647"/>
                </a:cubicBezTo>
                <a:cubicBezTo>
                  <a:pt x="134005" y="3268256"/>
                  <a:pt x="91618" y="3182912"/>
                  <a:pt x="59138" y="3093567"/>
                </a:cubicBezTo>
                <a:cubicBezTo>
                  <a:pt x="21324" y="2989649"/>
                  <a:pt x="-2870" y="2880684"/>
                  <a:pt x="274" y="2770289"/>
                </a:cubicBezTo>
                <a:cubicBezTo>
                  <a:pt x="4941" y="2604268"/>
                  <a:pt x="71045" y="2446534"/>
                  <a:pt x="172200" y="2314327"/>
                </a:cubicBezTo>
                <a:cubicBezTo>
                  <a:pt x="245638" y="2218315"/>
                  <a:pt x="336221" y="2135352"/>
                  <a:pt x="446806" y="2086870"/>
                </a:cubicBezTo>
                <a:cubicBezTo>
                  <a:pt x="507099" y="2060486"/>
                  <a:pt x="571012" y="2043627"/>
                  <a:pt x="633686" y="2023338"/>
                </a:cubicBezTo>
                <a:cubicBezTo>
                  <a:pt x="711696" y="1998192"/>
                  <a:pt x="789991" y="1966093"/>
                  <a:pt x="840188" y="1902085"/>
                </a:cubicBezTo>
                <a:cubicBezTo>
                  <a:pt x="874383" y="1858461"/>
                  <a:pt x="891433" y="1804549"/>
                  <a:pt x="904672" y="1750352"/>
                </a:cubicBezTo>
                <a:cubicBezTo>
                  <a:pt x="916960" y="1700060"/>
                  <a:pt x="927056" y="1648911"/>
                  <a:pt x="926199" y="1597190"/>
                </a:cubicBezTo>
                <a:cubicBezTo>
                  <a:pt x="925151" y="1532896"/>
                  <a:pt x="907625" y="1469650"/>
                  <a:pt x="912864" y="1405642"/>
                </a:cubicBezTo>
                <a:cubicBezTo>
                  <a:pt x="916103" y="1365828"/>
                  <a:pt x="933229" y="1346142"/>
                  <a:pt x="949440" y="1293057"/>
                </a:cubicBezTo>
                <a:cubicBezTo>
                  <a:pt x="965651" y="1239972"/>
                  <a:pt x="957929" y="1128947"/>
                  <a:pt x="1010127" y="1087132"/>
                </a:cubicBezTo>
                <a:cubicBezTo>
                  <a:pt x="1088232" y="1024553"/>
                  <a:pt x="1224619" y="1026247"/>
                  <a:pt x="1324439" y="965016"/>
                </a:cubicBezTo>
                <a:cubicBezTo>
                  <a:pt x="1424259" y="903785"/>
                  <a:pt x="1526179" y="813949"/>
                  <a:pt x="1609046" y="719747"/>
                </a:cubicBezTo>
                <a:cubicBezTo>
                  <a:pt x="1677626" y="641737"/>
                  <a:pt x="1734306" y="567195"/>
                  <a:pt x="1785926" y="463810"/>
                </a:cubicBezTo>
                <a:cubicBezTo>
                  <a:pt x="1837546" y="360425"/>
                  <a:pt x="1839042" y="182974"/>
                  <a:pt x="1918767" y="99439"/>
                </a:cubicBezTo>
                <a:cubicBezTo>
                  <a:pt x="1967058" y="48766"/>
                  <a:pt x="2061971" y="75358"/>
                  <a:pt x="2153305" y="58807"/>
                </a:cubicBezTo>
                <a:cubicBezTo>
                  <a:pt x="2244639" y="42256"/>
                  <a:pt x="2302181" y="-2756"/>
                  <a:pt x="2466773" y="133"/>
                </a:cubicBezTo>
              </a:path>
            </a:pathLst>
          </a:custGeom>
          <a:noFill/>
          <a:ln w="6350" cap="rnd">
            <a:solidFill>
              <a:schemeClr val="tx1">
                <a:alpha val="35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A7069E30-1265-4E51-B7DB-FFCBD0189078}"/>
              </a:ext>
            </a:extLst>
          </p:cNvPr>
          <p:cNvSpPr/>
          <p:nvPr userDrawn="1"/>
        </p:nvSpPr>
        <p:spPr>
          <a:xfrm rot="9306195" flipV="1">
            <a:off x="-229363" y="754973"/>
            <a:ext cx="3405568" cy="2924206"/>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3150806 w 3232217"/>
              <a:gd name="connsiteY0" fmla="*/ 1790892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76130 w 3232217"/>
              <a:gd name="connsiteY1" fmla="*/ 2071404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359374 w 3232217"/>
              <a:gd name="connsiteY3" fmla="*/ 2929701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878 h 3402311"/>
              <a:gd name="connsiteX1" fmla="*/ 3032009 w 3232217"/>
              <a:gd name="connsiteY1" fmla="*/ 2109756 h 3402311"/>
              <a:gd name="connsiteX2" fmla="*/ 2847435 w 3232217"/>
              <a:gd name="connsiteY2" fmla="*/ 2470216 h 3402311"/>
              <a:gd name="connsiteX3" fmla="*/ 2407073 w 3232217"/>
              <a:gd name="connsiteY3" fmla="*/ 2833917 h 3402311"/>
              <a:gd name="connsiteX4" fmla="*/ 2099723 w 3232217"/>
              <a:gd name="connsiteY4" fmla="*/ 3097056 h 3402311"/>
              <a:gd name="connsiteX5" fmla="*/ 1760537 w 3232217"/>
              <a:gd name="connsiteY5" fmla="*/ 3241359 h 3402311"/>
              <a:gd name="connsiteX6" fmla="*/ 1610518 w 3232217"/>
              <a:gd name="connsiteY6" fmla="*/ 3309463 h 3402311"/>
              <a:gd name="connsiteX7" fmla="*/ 1367059 w 3232217"/>
              <a:gd name="connsiteY7" fmla="*/ 3374138 h 3402311"/>
              <a:gd name="connsiteX8" fmla="*/ 1210183 w 3232217"/>
              <a:gd name="connsiteY8" fmla="*/ 3385663 h 3402311"/>
              <a:gd name="connsiteX9" fmla="*/ 905573 w 3232217"/>
              <a:gd name="connsiteY9" fmla="*/ 3401856 h 3402311"/>
              <a:gd name="connsiteX10" fmla="*/ 558292 w 3232217"/>
              <a:gd name="connsiteY10" fmla="*/ 3382234 h 3402311"/>
              <a:gd name="connsiteX11" fmla="*/ 467137 w 3232217"/>
              <a:gd name="connsiteY11" fmla="*/ 3363756 h 3402311"/>
              <a:gd name="connsiteX12" fmla="*/ 206343 w 3232217"/>
              <a:gd name="connsiteY12" fmla="*/ 3202117 h 3402311"/>
              <a:gd name="connsiteX13" fmla="*/ 78613 w 3232217"/>
              <a:gd name="connsiteY13" fmla="*/ 3007044 h 3402311"/>
              <a:gd name="connsiteX14" fmla="*/ 2032 w 3232217"/>
              <a:gd name="connsiteY14" fmla="*/ 2731772 h 3402311"/>
              <a:gd name="connsiteX15" fmla="*/ 21177 w 3232217"/>
              <a:gd name="connsiteY15" fmla="*/ 2545082 h 3402311"/>
              <a:gd name="connsiteX16" fmla="*/ 116903 w 3232217"/>
              <a:gd name="connsiteY16" fmla="*/ 2389443 h 3402311"/>
              <a:gd name="connsiteX17" fmla="*/ 241300 w 3232217"/>
              <a:gd name="connsiteY17" fmla="*/ 2308100 h 3402311"/>
              <a:gd name="connsiteX18" fmla="*/ 475805 w 3232217"/>
              <a:gd name="connsiteY18" fmla="*/ 2296099 h 3402311"/>
              <a:gd name="connsiteX19" fmla="*/ 664781 w 3232217"/>
              <a:gd name="connsiteY19" fmla="*/ 2336770 h 3402311"/>
              <a:gd name="connsiteX20" fmla="*/ 803560 w 3232217"/>
              <a:gd name="connsiteY20" fmla="*/ 2336770 h 3402311"/>
              <a:gd name="connsiteX21" fmla="*/ 942340 w 3232217"/>
              <a:gd name="connsiteY21" fmla="*/ 2224280 h 3402311"/>
              <a:gd name="connsiteX22" fmla="*/ 1018921 w 3232217"/>
              <a:gd name="connsiteY22" fmla="*/ 1958532 h 3402311"/>
              <a:gd name="connsiteX23" fmla="*/ 1061974 w 3232217"/>
              <a:gd name="connsiteY23" fmla="*/ 1606679 h 3402311"/>
              <a:gd name="connsiteX24" fmla="*/ 1114647 w 3232217"/>
              <a:gd name="connsiteY24" fmla="*/ 1369697 h 3402311"/>
              <a:gd name="connsiteX25" fmla="*/ 1243806 w 3232217"/>
              <a:gd name="connsiteY25" fmla="*/ 1080042 h 3402311"/>
              <a:gd name="connsiteX26" fmla="*/ 1468691 w 3232217"/>
              <a:gd name="connsiteY26" fmla="*/ 795149 h 3402311"/>
              <a:gd name="connsiteX27" fmla="*/ 1770157 w 3232217"/>
              <a:gd name="connsiteY27" fmla="*/ 452820 h 3402311"/>
              <a:gd name="connsiteX28" fmla="*/ 2082387 w 3232217"/>
              <a:gd name="connsiteY28" fmla="*/ 140400 h 3402311"/>
              <a:gd name="connsiteX29" fmla="*/ 2298890 w 3232217"/>
              <a:gd name="connsiteY29" fmla="*/ 31530 h 3402311"/>
              <a:gd name="connsiteX30" fmla="*/ 2533396 w 3232217"/>
              <a:gd name="connsiteY30" fmla="*/ 383 h 3402311"/>
              <a:gd name="connsiteX31" fmla="*/ 2796572 w 3232217"/>
              <a:gd name="connsiteY31" fmla="*/ 53056 h 3402311"/>
              <a:gd name="connsiteX32" fmla="*/ 3014313 w 3232217"/>
              <a:gd name="connsiteY32" fmla="*/ 177548 h 3402311"/>
              <a:gd name="connsiteX33" fmla="*/ 3131566 w 3232217"/>
              <a:gd name="connsiteY33" fmla="*/ 366619 h 3402311"/>
              <a:gd name="connsiteX34" fmla="*/ 3174619 w 3232217"/>
              <a:gd name="connsiteY34" fmla="*/ 610745 h 3402311"/>
              <a:gd name="connsiteX35" fmla="*/ 3168142 w 3232217"/>
              <a:gd name="connsiteY35" fmla="*/ 993460 h 3402311"/>
              <a:gd name="connsiteX36" fmla="*/ 3185763 w 3232217"/>
              <a:gd name="connsiteY36" fmla="*/ 1497141 h 3402311"/>
              <a:gd name="connsiteX37" fmla="*/ 3232217 w 3232217"/>
              <a:gd name="connsiteY37" fmla="*/ 1895571 h 3402311"/>
              <a:gd name="connsiteX0" fmla="*/ 2866746 w 3232217"/>
              <a:gd name="connsiteY0" fmla="*/ 1433729 h 3402162"/>
              <a:gd name="connsiteX1" fmla="*/ 3032009 w 3232217"/>
              <a:gd name="connsiteY1" fmla="*/ 2109607 h 3402162"/>
              <a:gd name="connsiteX2" fmla="*/ 2847435 w 3232217"/>
              <a:gd name="connsiteY2" fmla="*/ 2470067 h 3402162"/>
              <a:gd name="connsiteX3" fmla="*/ 2407073 w 3232217"/>
              <a:gd name="connsiteY3" fmla="*/ 2833768 h 3402162"/>
              <a:gd name="connsiteX4" fmla="*/ 2099723 w 3232217"/>
              <a:gd name="connsiteY4" fmla="*/ 3096907 h 3402162"/>
              <a:gd name="connsiteX5" fmla="*/ 1760537 w 3232217"/>
              <a:gd name="connsiteY5" fmla="*/ 3241210 h 3402162"/>
              <a:gd name="connsiteX6" fmla="*/ 1610518 w 3232217"/>
              <a:gd name="connsiteY6" fmla="*/ 3309314 h 3402162"/>
              <a:gd name="connsiteX7" fmla="*/ 1367059 w 3232217"/>
              <a:gd name="connsiteY7" fmla="*/ 3373989 h 3402162"/>
              <a:gd name="connsiteX8" fmla="*/ 1210183 w 3232217"/>
              <a:gd name="connsiteY8" fmla="*/ 3385514 h 3402162"/>
              <a:gd name="connsiteX9" fmla="*/ 905573 w 3232217"/>
              <a:gd name="connsiteY9" fmla="*/ 3401707 h 3402162"/>
              <a:gd name="connsiteX10" fmla="*/ 558292 w 3232217"/>
              <a:gd name="connsiteY10" fmla="*/ 3382085 h 3402162"/>
              <a:gd name="connsiteX11" fmla="*/ 467137 w 3232217"/>
              <a:gd name="connsiteY11" fmla="*/ 3363607 h 3402162"/>
              <a:gd name="connsiteX12" fmla="*/ 206343 w 3232217"/>
              <a:gd name="connsiteY12" fmla="*/ 3201968 h 3402162"/>
              <a:gd name="connsiteX13" fmla="*/ 78613 w 3232217"/>
              <a:gd name="connsiteY13" fmla="*/ 3006895 h 3402162"/>
              <a:gd name="connsiteX14" fmla="*/ 2032 w 3232217"/>
              <a:gd name="connsiteY14" fmla="*/ 2731623 h 3402162"/>
              <a:gd name="connsiteX15" fmla="*/ 21177 w 3232217"/>
              <a:gd name="connsiteY15" fmla="*/ 2544933 h 3402162"/>
              <a:gd name="connsiteX16" fmla="*/ 116903 w 3232217"/>
              <a:gd name="connsiteY16" fmla="*/ 2389294 h 3402162"/>
              <a:gd name="connsiteX17" fmla="*/ 241300 w 3232217"/>
              <a:gd name="connsiteY17" fmla="*/ 2307951 h 3402162"/>
              <a:gd name="connsiteX18" fmla="*/ 475805 w 3232217"/>
              <a:gd name="connsiteY18" fmla="*/ 2295950 h 3402162"/>
              <a:gd name="connsiteX19" fmla="*/ 664781 w 3232217"/>
              <a:gd name="connsiteY19" fmla="*/ 2336621 h 3402162"/>
              <a:gd name="connsiteX20" fmla="*/ 803560 w 3232217"/>
              <a:gd name="connsiteY20" fmla="*/ 2336621 h 3402162"/>
              <a:gd name="connsiteX21" fmla="*/ 942340 w 3232217"/>
              <a:gd name="connsiteY21" fmla="*/ 2224131 h 3402162"/>
              <a:gd name="connsiteX22" fmla="*/ 1018921 w 3232217"/>
              <a:gd name="connsiteY22" fmla="*/ 1958383 h 3402162"/>
              <a:gd name="connsiteX23" fmla="*/ 1061974 w 3232217"/>
              <a:gd name="connsiteY23" fmla="*/ 1606530 h 3402162"/>
              <a:gd name="connsiteX24" fmla="*/ 1114647 w 3232217"/>
              <a:gd name="connsiteY24" fmla="*/ 1369548 h 3402162"/>
              <a:gd name="connsiteX25" fmla="*/ 1243806 w 3232217"/>
              <a:gd name="connsiteY25" fmla="*/ 1079893 h 3402162"/>
              <a:gd name="connsiteX26" fmla="*/ 1468691 w 3232217"/>
              <a:gd name="connsiteY26" fmla="*/ 795000 h 3402162"/>
              <a:gd name="connsiteX27" fmla="*/ 1770157 w 3232217"/>
              <a:gd name="connsiteY27" fmla="*/ 452671 h 3402162"/>
              <a:gd name="connsiteX28" fmla="*/ 1941690 w 3232217"/>
              <a:gd name="connsiteY28" fmla="*/ 87173 h 3402162"/>
              <a:gd name="connsiteX29" fmla="*/ 2298890 w 3232217"/>
              <a:gd name="connsiteY29" fmla="*/ 31381 h 3402162"/>
              <a:gd name="connsiteX30" fmla="*/ 2533396 w 3232217"/>
              <a:gd name="connsiteY30" fmla="*/ 234 h 3402162"/>
              <a:gd name="connsiteX31" fmla="*/ 2796572 w 3232217"/>
              <a:gd name="connsiteY31" fmla="*/ 52907 h 3402162"/>
              <a:gd name="connsiteX32" fmla="*/ 3014313 w 3232217"/>
              <a:gd name="connsiteY32" fmla="*/ 177399 h 3402162"/>
              <a:gd name="connsiteX33" fmla="*/ 3131566 w 3232217"/>
              <a:gd name="connsiteY33" fmla="*/ 366470 h 3402162"/>
              <a:gd name="connsiteX34" fmla="*/ 3174619 w 3232217"/>
              <a:gd name="connsiteY34" fmla="*/ 610596 h 3402162"/>
              <a:gd name="connsiteX35" fmla="*/ 3168142 w 3232217"/>
              <a:gd name="connsiteY35" fmla="*/ 993311 h 3402162"/>
              <a:gd name="connsiteX36" fmla="*/ 3185763 w 3232217"/>
              <a:gd name="connsiteY36" fmla="*/ 1496992 h 3402162"/>
              <a:gd name="connsiteX37" fmla="*/ 3232217 w 3232217"/>
              <a:gd name="connsiteY37" fmla="*/ 1895422 h 3402162"/>
              <a:gd name="connsiteX0" fmla="*/ 2866746 w 3232217"/>
              <a:gd name="connsiteY0" fmla="*/ 1434186 h 3402619"/>
              <a:gd name="connsiteX1" fmla="*/ 3032009 w 3232217"/>
              <a:gd name="connsiteY1" fmla="*/ 2110064 h 3402619"/>
              <a:gd name="connsiteX2" fmla="*/ 2847435 w 3232217"/>
              <a:gd name="connsiteY2" fmla="*/ 2470524 h 3402619"/>
              <a:gd name="connsiteX3" fmla="*/ 2407073 w 3232217"/>
              <a:gd name="connsiteY3" fmla="*/ 2834225 h 3402619"/>
              <a:gd name="connsiteX4" fmla="*/ 2099723 w 3232217"/>
              <a:gd name="connsiteY4" fmla="*/ 3097364 h 3402619"/>
              <a:gd name="connsiteX5" fmla="*/ 1760537 w 3232217"/>
              <a:gd name="connsiteY5" fmla="*/ 3241667 h 3402619"/>
              <a:gd name="connsiteX6" fmla="*/ 1610518 w 3232217"/>
              <a:gd name="connsiteY6" fmla="*/ 3309771 h 3402619"/>
              <a:gd name="connsiteX7" fmla="*/ 1367059 w 3232217"/>
              <a:gd name="connsiteY7" fmla="*/ 3374446 h 3402619"/>
              <a:gd name="connsiteX8" fmla="*/ 1210183 w 3232217"/>
              <a:gd name="connsiteY8" fmla="*/ 3385971 h 3402619"/>
              <a:gd name="connsiteX9" fmla="*/ 905573 w 3232217"/>
              <a:gd name="connsiteY9" fmla="*/ 3402164 h 3402619"/>
              <a:gd name="connsiteX10" fmla="*/ 558292 w 3232217"/>
              <a:gd name="connsiteY10" fmla="*/ 3382542 h 3402619"/>
              <a:gd name="connsiteX11" fmla="*/ 467137 w 3232217"/>
              <a:gd name="connsiteY11" fmla="*/ 3364064 h 3402619"/>
              <a:gd name="connsiteX12" fmla="*/ 206343 w 3232217"/>
              <a:gd name="connsiteY12" fmla="*/ 3202425 h 3402619"/>
              <a:gd name="connsiteX13" fmla="*/ 78613 w 3232217"/>
              <a:gd name="connsiteY13" fmla="*/ 3007352 h 3402619"/>
              <a:gd name="connsiteX14" fmla="*/ 2032 w 3232217"/>
              <a:gd name="connsiteY14" fmla="*/ 2732080 h 3402619"/>
              <a:gd name="connsiteX15" fmla="*/ 21177 w 3232217"/>
              <a:gd name="connsiteY15" fmla="*/ 2545390 h 3402619"/>
              <a:gd name="connsiteX16" fmla="*/ 116903 w 3232217"/>
              <a:gd name="connsiteY16" fmla="*/ 2389751 h 3402619"/>
              <a:gd name="connsiteX17" fmla="*/ 241300 w 3232217"/>
              <a:gd name="connsiteY17" fmla="*/ 2308408 h 3402619"/>
              <a:gd name="connsiteX18" fmla="*/ 475805 w 3232217"/>
              <a:gd name="connsiteY18" fmla="*/ 2296407 h 3402619"/>
              <a:gd name="connsiteX19" fmla="*/ 664781 w 3232217"/>
              <a:gd name="connsiteY19" fmla="*/ 2337078 h 3402619"/>
              <a:gd name="connsiteX20" fmla="*/ 803560 w 3232217"/>
              <a:gd name="connsiteY20" fmla="*/ 2337078 h 3402619"/>
              <a:gd name="connsiteX21" fmla="*/ 942340 w 3232217"/>
              <a:gd name="connsiteY21" fmla="*/ 2224588 h 3402619"/>
              <a:gd name="connsiteX22" fmla="*/ 1018921 w 3232217"/>
              <a:gd name="connsiteY22" fmla="*/ 1958840 h 3402619"/>
              <a:gd name="connsiteX23" fmla="*/ 1061974 w 3232217"/>
              <a:gd name="connsiteY23" fmla="*/ 1606987 h 3402619"/>
              <a:gd name="connsiteX24" fmla="*/ 1114647 w 3232217"/>
              <a:gd name="connsiteY24" fmla="*/ 1370005 h 3402619"/>
              <a:gd name="connsiteX25" fmla="*/ 1243806 w 3232217"/>
              <a:gd name="connsiteY25" fmla="*/ 1080350 h 3402619"/>
              <a:gd name="connsiteX26" fmla="*/ 1468691 w 3232217"/>
              <a:gd name="connsiteY26" fmla="*/ 795457 h 3402619"/>
              <a:gd name="connsiteX27" fmla="*/ 1770157 w 3232217"/>
              <a:gd name="connsiteY27" fmla="*/ 453128 h 3402619"/>
              <a:gd name="connsiteX28" fmla="*/ 1941690 w 3232217"/>
              <a:gd name="connsiteY28" fmla="*/ 87630 h 3402619"/>
              <a:gd name="connsiteX29" fmla="*/ 2163346 w 3232217"/>
              <a:gd name="connsiteY29" fmla="*/ 86281 h 3402619"/>
              <a:gd name="connsiteX30" fmla="*/ 2533396 w 3232217"/>
              <a:gd name="connsiteY30" fmla="*/ 691 h 3402619"/>
              <a:gd name="connsiteX31" fmla="*/ 2796572 w 3232217"/>
              <a:gd name="connsiteY31" fmla="*/ 53364 h 3402619"/>
              <a:gd name="connsiteX32" fmla="*/ 3014313 w 3232217"/>
              <a:gd name="connsiteY32" fmla="*/ 177856 h 3402619"/>
              <a:gd name="connsiteX33" fmla="*/ 3131566 w 3232217"/>
              <a:gd name="connsiteY33" fmla="*/ 366927 h 3402619"/>
              <a:gd name="connsiteX34" fmla="*/ 3174619 w 3232217"/>
              <a:gd name="connsiteY34" fmla="*/ 611053 h 3402619"/>
              <a:gd name="connsiteX35" fmla="*/ 3168142 w 3232217"/>
              <a:gd name="connsiteY35" fmla="*/ 993768 h 3402619"/>
              <a:gd name="connsiteX36" fmla="*/ 3185763 w 3232217"/>
              <a:gd name="connsiteY36" fmla="*/ 1497449 h 3402619"/>
              <a:gd name="connsiteX37" fmla="*/ 3232217 w 3232217"/>
              <a:gd name="connsiteY37" fmla="*/ 1895879 h 340261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232217"/>
              <a:gd name="connsiteY0" fmla="*/ 1381056 h 3349489"/>
              <a:gd name="connsiteX1" fmla="*/ 3032009 w 3232217"/>
              <a:gd name="connsiteY1" fmla="*/ 2056934 h 3349489"/>
              <a:gd name="connsiteX2" fmla="*/ 2847435 w 3232217"/>
              <a:gd name="connsiteY2" fmla="*/ 2417394 h 3349489"/>
              <a:gd name="connsiteX3" fmla="*/ 2407073 w 3232217"/>
              <a:gd name="connsiteY3" fmla="*/ 2781095 h 3349489"/>
              <a:gd name="connsiteX4" fmla="*/ 2099723 w 3232217"/>
              <a:gd name="connsiteY4" fmla="*/ 3044234 h 3349489"/>
              <a:gd name="connsiteX5" fmla="*/ 1760537 w 3232217"/>
              <a:gd name="connsiteY5" fmla="*/ 3188537 h 3349489"/>
              <a:gd name="connsiteX6" fmla="*/ 1610518 w 3232217"/>
              <a:gd name="connsiteY6" fmla="*/ 3256641 h 3349489"/>
              <a:gd name="connsiteX7" fmla="*/ 1367059 w 3232217"/>
              <a:gd name="connsiteY7" fmla="*/ 3321316 h 3349489"/>
              <a:gd name="connsiteX8" fmla="*/ 1210183 w 3232217"/>
              <a:gd name="connsiteY8" fmla="*/ 3332841 h 3349489"/>
              <a:gd name="connsiteX9" fmla="*/ 905573 w 3232217"/>
              <a:gd name="connsiteY9" fmla="*/ 3349034 h 3349489"/>
              <a:gd name="connsiteX10" fmla="*/ 558292 w 3232217"/>
              <a:gd name="connsiteY10" fmla="*/ 3329412 h 3349489"/>
              <a:gd name="connsiteX11" fmla="*/ 467137 w 3232217"/>
              <a:gd name="connsiteY11" fmla="*/ 3310934 h 3349489"/>
              <a:gd name="connsiteX12" fmla="*/ 206343 w 3232217"/>
              <a:gd name="connsiteY12" fmla="*/ 3149295 h 3349489"/>
              <a:gd name="connsiteX13" fmla="*/ 78613 w 3232217"/>
              <a:gd name="connsiteY13" fmla="*/ 2954222 h 3349489"/>
              <a:gd name="connsiteX14" fmla="*/ 2032 w 3232217"/>
              <a:gd name="connsiteY14" fmla="*/ 2678950 h 3349489"/>
              <a:gd name="connsiteX15" fmla="*/ 21177 w 3232217"/>
              <a:gd name="connsiteY15" fmla="*/ 2492260 h 3349489"/>
              <a:gd name="connsiteX16" fmla="*/ 116903 w 3232217"/>
              <a:gd name="connsiteY16" fmla="*/ 2336621 h 3349489"/>
              <a:gd name="connsiteX17" fmla="*/ 241300 w 3232217"/>
              <a:gd name="connsiteY17" fmla="*/ 2255278 h 3349489"/>
              <a:gd name="connsiteX18" fmla="*/ 475805 w 3232217"/>
              <a:gd name="connsiteY18" fmla="*/ 2243277 h 3349489"/>
              <a:gd name="connsiteX19" fmla="*/ 664781 w 3232217"/>
              <a:gd name="connsiteY19" fmla="*/ 2283948 h 3349489"/>
              <a:gd name="connsiteX20" fmla="*/ 803560 w 3232217"/>
              <a:gd name="connsiteY20" fmla="*/ 2283948 h 3349489"/>
              <a:gd name="connsiteX21" fmla="*/ 942340 w 3232217"/>
              <a:gd name="connsiteY21" fmla="*/ 2171458 h 3349489"/>
              <a:gd name="connsiteX22" fmla="*/ 1018921 w 3232217"/>
              <a:gd name="connsiteY22" fmla="*/ 1905710 h 3349489"/>
              <a:gd name="connsiteX23" fmla="*/ 1061974 w 3232217"/>
              <a:gd name="connsiteY23" fmla="*/ 1553857 h 3349489"/>
              <a:gd name="connsiteX24" fmla="*/ 1114647 w 3232217"/>
              <a:gd name="connsiteY24" fmla="*/ 1316875 h 3349489"/>
              <a:gd name="connsiteX25" fmla="*/ 1243806 w 3232217"/>
              <a:gd name="connsiteY25" fmla="*/ 1027220 h 3349489"/>
              <a:gd name="connsiteX26" fmla="*/ 1468691 w 3232217"/>
              <a:gd name="connsiteY26" fmla="*/ 742327 h 3349489"/>
              <a:gd name="connsiteX27" fmla="*/ 1770157 w 3232217"/>
              <a:gd name="connsiteY27" fmla="*/ 399998 h 3349489"/>
              <a:gd name="connsiteX28" fmla="*/ 1941690 w 3232217"/>
              <a:gd name="connsiteY28" fmla="*/ 34500 h 3349489"/>
              <a:gd name="connsiteX29" fmla="*/ 2163346 w 3232217"/>
              <a:gd name="connsiteY29" fmla="*/ 33151 h 3349489"/>
              <a:gd name="connsiteX30" fmla="*/ 2433876 w 3232217"/>
              <a:gd name="connsiteY30" fmla="*/ 153610 h 3349489"/>
              <a:gd name="connsiteX31" fmla="*/ 2796572 w 3232217"/>
              <a:gd name="connsiteY31" fmla="*/ 234 h 3349489"/>
              <a:gd name="connsiteX32" fmla="*/ 3014313 w 3232217"/>
              <a:gd name="connsiteY32" fmla="*/ 124726 h 3349489"/>
              <a:gd name="connsiteX33" fmla="*/ 3131566 w 3232217"/>
              <a:gd name="connsiteY33" fmla="*/ 313797 h 3349489"/>
              <a:gd name="connsiteX34" fmla="*/ 3174619 w 3232217"/>
              <a:gd name="connsiteY34" fmla="*/ 557923 h 3349489"/>
              <a:gd name="connsiteX35" fmla="*/ 3168142 w 3232217"/>
              <a:gd name="connsiteY35" fmla="*/ 940638 h 3349489"/>
              <a:gd name="connsiteX36" fmla="*/ 3185763 w 3232217"/>
              <a:gd name="connsiteY36" fmla="*/ 1444319 h 3349489"/>
              <a:gd name="connsiteX37" fmla="*/ 3232217 w 3232217"/>
              <a:gd name="connsiteY37" fmla="*/ 1842749 h 3349489"/>
              <a:gd name="connsiteX0" fmla="*/ 2866746 w 3186704"/>
              <a:gd name="connsiteY0" fmla="*/ 1381056 h 3349489"/>
              <a:gd name="connsiteX1" fmla="*/ 3032009 w 3186704"/>
              <a:gd name="connsiteY1" fmla="*/ 2056934 h 3349489"/>
              <a:gd name="connsiteX2" fmla="*/ 2847435 w 3186704"/>
              <a:gd name="connsiteY2" fmla="*/ 2417394 h 3349489"/>
              <a:gd name="connsiteX3" fmla="*/ 2407073 w 3186704"/>
              <a:gd name="connsiteY3" fmla="*/ 2781095 h 3349489"/>
              <a:gd name="connsiteX4" fmla="*/ 2099723 w 3186704"/>
              <a:gd name="connsiteY4" fmla="*/ 3044234 h 3349489"/>
              <a:gd name="connsiteX5" fmla="*/ 1760537 w 3186704"/>
              <a:gd name="connsiteY5" fmla="*/ 3188537 h 3349489"/>
              <a:gd name="connsiteX6" fmla="*/ 1610518 w 3186704"/>
              <a:gd name="connsiteY6" fmla="*/ 3256641 h 3349489"/>
              <a:gd name="connsiteX7" fmla="*/ 1367059 w 3186704"/>
              <a:gd name="connsiteY7" fmla="*/ 3321316 h 3349489"/>
              <a:gd name="connsiteX8" fmla="*/ 1210183 w 3186704"/>
              <a:gd name="connsiteY8" fmla="*/ 3332841 h 3349489"/>
              <a:gd name="connsiteX9" fmla="*/ 905573 w 3186704"/>
              <a:gd name="connsiteY9" fmla="*/ 3349034 h 3349489"/>
              <a:gd name="connsiteX10" fmla="*/ 558292 w 3186704"/>
              <a:gd name="connsiteY10" fmla="*/ 3329412 h 3349489"/>
              <a:gd name="connsiteX11" fmla="*/ 467137 w 3186704"/>
              <a:gd name="connsiteY11" fmla="*/ 3310934 h 3349489"/>
              <a:gd name="connsiteX12" fmla="*/ 206343 w 3186704"/>
              <a:gd name="connsiteY12" fmla="*/ 3149295 h 3349489"/>
              <a:gd name="connsiteX13" fmla="*/ 78613 w 3186704"/>
              <a:gd name="connsiteY13" fmla="*/ 2954222 h 3349489"/>
              <a:gd name="connsiteX14" fmla="*/ 2032 w 3186704"/>
              <a:gd name="connsiteY14" fmla="*/ 2678950 h 3349489"/>
              <a:gd name="connsiteX15" fmla="*/ 21177 w 3186704"/>
              <a:gd name="connsiteY15" fmla="*/ 2492260 h 3349489"/>
              <a:gd name="connsiteX16" fmla="*/ 116903 w 3186704"/>
              <a:gd name="connsiteY16" fmla="*/ 2336621 h 3349489"/>
              <a:gd name="connsiteX17" fmla="*/ 241300 w 3186704"/>
              <a:gd name="connsiteY17" fmla="*/ 2255278 h 3349489"/>
              <a:gd name="connsiteX18" fmla="*/ 475805 w 3186704"/>
              <a:gd name="connsiteY18" fmla="*/ 2243277 h 3349489"/>
              <a:gd name="connsiteX19" fmla="*/ 664781 w 3186704"/>
              <a:gd name="connsiteY19" fmla="*/ 2283948 h 3349489"/>
              <a:gd name="connsiteX20" fmla="*/ 803560 w 3186704"/>
              <a:gd name="connsiteY20" fmla="*/ 2283948 h 3349489"/>
              <a:gd name="connsiteX21" fmla="*/ 942340 w 3186704"/>
              <a:gd name="connsiteY21" fmla="*/ 2171458 h 3349489"/>
              <a:gd name="connsiteX22" fmla="*/ 1018921 w 3186704"/>
              <a:gd name="connsiteY22" fmla="*/ 1905710 h 3349489"/>
              <a:gd name="connsiteX23" fmla="*/ 1061974 w 3186704"/>
              <a:gd name="connsiteY23" fmla="*/ 1553857 h 3349489"/>
              <a:gd name="connsiteX24" fmla="*/ 1114647 w 3186704"/>
              <a:gd name="connsiteY24" fmla="*/ 1316875 h 3349489"/>
              <a:gd name="connsiteX25" fmla="*/ 1243806 w 3186704"/>
              <a:gd name="connsiteY25" fmla="*/ 1027220 h 3349489"/>
              <a:gd name="connsiteX26" fmla="*/ 1468691 w 3186704"/>
              <a:gd name="connsiteY26" fmla="*/ 742327 h 3349489"/>
              <a:gd name="connsiteX27" fmla="*/ 1770157 w 3186704"/>
              <a:gd name="connsiteY27" fmla="*/ 399998 h 3349489"/>
              <a:gd name="connsiteX28" fmla="*/ 1941690 w 3186704"/>
              <a:gd name="connsiteY28" fmla="*/ 34500 h 3349489"/>
              <a:gd name="connsiteX29" fmla="*/ 2163346 w 3186704"/>
              <a:gd name="connsiteY29" fmla="*/ 33151 h 3349489"/>
              <a:gd name="connsiteX30" fmla="*/ 2433876 w 3186704"/>
              <a:gd name="connsiteY30" fmla="*/ 153610 h 3349489"/>
              <a:gd name="connsiteX31" fmla="*/ 2796572 w 3186704"/>
              <a:gd name="connsiteY31" fmla="*/ 234 h 3349489"/>
              <a:gd name="connsiteX32" fmla="*/ 3014313 w 3186704"/>
              <a:gd name="connsiteY32" fmla="*/ 124726 h 3349489"/>
              <a:gd name="connsiteX33" fmla="*/ 3131566 w 3186704"/>
              <a:gd name="connsiteY33" fmla="*/ 313797 h 3349489"/>
              <a:gd name="connsiteX34" fmla="*/ 3174619 w 3186704"/>
              <a:gd name="connsiteY34" fmla="*/ 557923 h 3349489"/>
              <a:gd name="connsiteX35" fmla="*/ 3168142 w 3186704"/>
              <a:gd name="connsiteY35" fmla="*/ 940638 h 3349489"/>
              <a:gd name="connsiteX36" fmla="*/ 3185763 w 3186704"/>
              <a:gd name="connsiteY36" fmla="*/ 1444319 h 3349489"/>
              <a:gd name="connsiteX0" fmla="*/ 2866746 w 3176118"/>
              <a:gd name="connsiteY0" fmla="*/ 1381056 h 3349489"/>
              <a:gd name="connsiteX1" fmla="*/ 3032009 w 3176118"/>
              <a:gd name="connsiteY1" fmla="*/ 2056934 h 3349489"/>
              <a:gd name="connsiteX2" fmla="*/ 2847435 w 3176118"/>
              <a:gd name="connsiteY2" fmla="*/ 2417394 h 3349489"/>
              <a:gd name="connsiteX3" fmla="*/ 2407073 w 3176118"/>
              <a:gd name="connsiteY3" fmla="*/ 2781095 h 3349489"/>
              <a:gd name="connsiteX4" fmla="*/ 2099723 w 3176118"/>
              <a:gd name="connsiteY4" fmla="*/ 3044234 h 3349489"/>
              <a:gd name="connsiteX5" fmla="*/ 1760537 w 3176118"/>
              <a:gd name="connsiteY5" fmla="*/ 3188537 h 3349489"/>
              <a:gd name="connsiteX6" fmla="*/ 1610518 w 3176118"/>
              <a:gd name="connsiteY6" fmla="*/ 3256641 h 3349489"/>
              <a:gd name="connsiteX7" fmla="*/ 1367059 w 3176118"/>
              <a:gd name="connsiteY7" fmla="*/ 3321316 h 3349489"/>
              <a:gd name="connsiteX8" fmla="*/ 1210183 w 3176118"/>
              <a:gd name="connsiteY8" fmla="*/ 3332841 h 3349489"/>
              <a:gd name="connsiteX9" fmla="*/ 905573 w 3176118"/>
              <a:gd name="connsiteY9" fmla="*/ 3349034 h 3349489"/>
              <a:gd name="connsiteX10" fmla="*/ 558292 w 3176118"/>
              <a:gd name="connsiteY10" fmla="*/ 3329412 h 3349489"/>
              <a:gd name="connsiteX11" fmla="*/ 467137 w 3176118"/>
              <a:gd name="connsiteY11" fmla="*/ 3310934 h 3349489"/>
              <a:gd name="connsiteX12" fmla="*/ 206343 w 3176118"/>
              <a:gd name="connsiteY12" fmla="*/ 3149295 h 3349489"/>
              <a:gd name="connsiteX13" fmla="*/ 78613 w 3176118"/>
              <a:gd name="connsiteY13" fmla="*/ 2954222 h 3349489"/>
              <a:gd name="connsiteX14" fmla="*/ 2032 w 3176118"/>
              <a:gd name="connsiteY14" fmla="*/ 2678950 h 3349489"/>
              <a:gd name="connsiteX15" fmla="*/ 21177 w 3176118"/>
              <a:gd name="connsiteY15" fmla="*/ 2492260 h 3349489"/>
              <a:gd name="connsiteX16" fmla="*/ 116903 w 3176118"/>
              <a:gd name="connsiteY16" fmla="*/ 2336621 h 3349489"/>
              <a:gd name="connsiteX17" fmla="*/ 241300 w 3176118"/>
              <a:gd name="connsiteY17" fmla="*/ 2255278 h 3349489"/>
              <a:gd name="connsiteX18" fmla="*/ 475805 w 3176118"/>
              <a:gd name="connsiteY18" fmla="*/ 2243277 h 3349489"/>
              <a:gd name="connsiteX19" fmla="*/ 664781 w 3176118"/>
              <a:gd name="connsiteY19" fmla="*/ 2283948 h 3349489"/>
              <a:gd name="connsiteX20" fmla="*/ 803560 w 3176118"/>
              <a:gd name="connsiteY20" fmla="*/ 2283948 h 3349489"/>
              <a:gd name="connsiteX21" fmla="*/ 942340 w 3176118"/>
              <a:gd name="connsiteY21" fmla="*/ 2171458 h 3349489"/>
              <a:gd name="connsiteX22" fmla="*/ 1018921 w 3176118"/>
              <a:gd name="connsiteY22" fmla="*/ 1905710 h 3349489"/>
              <a:gd name="connsiteX23" fmla="*/ 1061974 w 3176118"/>
              <a:gd name="connsiteY23" fmla="*/ 1553857 h 3349489"/>
              <a:gd name="connsiteX24" fmla="*/ 1114647 w 3176118"/>
              <a:gd name="connsiteY24" fmla="*/ 1316875 h 3349489"/>
              <a:gd name="connsiteX25" fmla="*/ 1243806 w 3176118"/>
              <a:gd name="connsiteY25" fmla="*/ 1027220 h 3349489"/>
              <a:gd name="connsiteX26" fmla="*/ 1468691 w 3176118"/>
              <a:gd name="connsiteY26" fmla="*/ 742327 h 3349489"/>
              <a:gd name="connsiteX27" fmla="*/ 1770157 w 3176118"/>
              <a:gd name="connsiteY27" fmla="*/ 399998 h 3349489"/>
              <a:gd name="connsiteX28" fmla="*/ 1941690 w 3176118"/>
              <a:gd name="connsiteY28" fmla="*/ 34500 h 3349489"/>
              <a:gd name="connsiteX29" fmla="*/ 2163346 w 3176118"/>
              <a:gd name="connsiteY29" fmla="*/ 33151 h 3349489"/>
              <a:gd name="connsiteX30" fmla="*/ 2433876 w 3176118"/>
              <a:gd name="connsiteY30" fmla="*/ 153610 h 3349489"/>
              <a:gd name="connsiteX31" fmla="*/ 2796572 w 3176118"/>
              <a:gd name="connsiteY31" fmla="*/ 234 h 3349489"/>
              <a:gd name="connsiteX32" fmla="*/ 3014313 w 3176118"/>
              <a:gd name="connsiteY32" fmla="*/ 124726 h 3349489"/>
              <a:gd name="connsiteX33" fmla="*/ 3131566 w 3176118"/>
              <a:gd name="connsiteY33" fmla="*/ 313797 h 3349489"/>
              <a:gd name="connsiteX34" fmla="*/ 3174619 w 3176118"/>
              <a:gd name="connsiteY34" fmla="*/ 557923 h 3349489"/>
              <a:gd name="connsiteX35" fmla="*/ 3168142 w 3176118"/>
              <a:gd name="connsiteY35" fmla="*/ 940638 h 3349489"/>
              <a:gd name="connsiteX0" fmla="*/ 2866746 w 3174619"/>
              <a:gd name="connsiteY0" fmla="*/ 1381056 h 3349489"/>
              <a:gd name="connsiteX1" fmla="*/ 3032009 w 3174619"/>
              <a:gd name="connsiteY1" fmla="*/ 2056934 h 3349489"/>
              <a:gd name="connsiteX2" fmla="*/ 2847435 w 3174619"/>
              <a:gd name="connsiteY2" fmla="*/ 2417394 h 3349489"/>
              <a:gd name="connsiteX3" fmla="*/ 2407073 w 3174619"/>
              <a:gd name="connsiteY3" fmla="*/ 2781095 h 3349489"/>
              <a:gd name="connsiteX4" fmla="*/ 2099723 w 3174619"/>
              <a:gd name="connsiteY4" fmla="*/ 3044234 h 3349489"/>
              <a:gd name="connsiteX5" fmla="*/ 1760537 w 3174619"/>
              <a:gd name="connsiteY5" fmla="*/ 3188537 h 3349489"/>
              <a:gd name="connsiteX6" fmla="*/ 1610518 w 3174619"/>
              <a:gd name="connsiteY6" fmla="*/ 3256641 h 3349489"/>
              <a:gd name="connsiteX7" fmla="*/ 1367059 w 3174619"/>
              <a:gd name="connsiteY7" fmla="*/ 3321316 h 3349489"/>
              <a:gd name="connsiteX8" fmla="*/ 1210183 w 3174619"/>
              <a:gd name="connsiteY8" fmla="*/ 3332841 h 3349489"/>
              <a:gd name="connsiteX9" fmla="*/ 905573 w 3174619"/>
              <a:gd name="connsiteY9" fmla="*/ 3349034 h 3349489"/>
              <a:gd name="connsiteX10" fmla="*/ 558292 w 3174619"/>
              <a:gd name="connsiteY10" fmla="*/ 3329412 h 3349489"/>
              <a:gd name="connsiteX11" fmla="*/ 467137 w 3174619"/>
              <a:gd name="connsiteY11" fmla="*/ 3310934 h 3349489"/>
              <a:gd name="connsiteX12" fmla="*/ 206343 w 3174619"/>
              <a:gd name="connsiteY12" fmla="*/ 3149295 h 3349489"/>
              <a:gd name="connsiteX13" fmla="*/ 78613 w 3174619"/>
              <a:gd name="connsiteY13" fmla="*/ 2954222 h 3349489"/>
              <a:gd name="connsiteX14" fmla="*/ 2032 w 3174619"/>
              <a:gd name="connsiteY14" fmla="*/ 2678950 h 3349489"/>
              <a:gd name="connsiteX15" fmla="*/ 21177 w 3174619"/>
              <a:gd name="connsiteY15" fmla="*/ 2492260 h 3349489"/>
              <a:gd name="connsiteX16" fmla="*/ 116903 w 3174619"/>
              <a:gd name="connsiteY16" fmla="*/ 2336621 h 3349489"/>
              <a:gd name="connsiteX17" fmla="*/ 241300 w 3174619"/>
              <a:gd name="connsiteY17" fmla="*/ 2255278 h 3349489"/>
              <a:gd name="connsiteX18" fmla="*/ 475805 w 3174619"/>
              <a:gd name="connsiteY18" fmla="*/ 2243277 h 3349489"/>
              <a:gd name="connsiteX19" fmla="*/ 664781 w 3174619"/>
              <a:gd name="connsiteY19" fmla="*/ 2283948 h 3349489"/>
              <a:gd name="connsiteX20" fmla="*/ 803560 w 3174619"/>
              <a:gd name="connsiteY20" fmla="*/ 2283948 h 3349489"/>
              <a:gd name="connsiteX21" fmla="*/ 942340 w 3174619"/>
              <a:gd name="connsiteY21" fmla="*/ 2171458 h 3349489"/>
              <a:gd name="connsiteX22" fmla="*/ 1018921 w 3174619"/>
              <a:gd name="connsiteY22" fmla="*/ 1905710 h 3349489"/>
              <a:gd name="connsiteX23" fmla="*/ 1061974 w 3174619"/>
              <a:gd name="connsiteY23" fmla="*/ 1553857 h 3349489"/>
              <a:gd name="connsiteX24" fmla="*/ 1114647 w 3174619"/>
              <a:gd name="connsiteY24" fmla="*/ 1316875 h 3349489"/>
              <a:gd name="connsiteX25" fmla="*/ 1243806 w 3174619"/>
              <a:gd name="connsiteY25" fmla="*/ 1027220 h 3349489"/>
              <a:gd name="connsiteX26" fmla="*/ 1468691 w 3174619"/>
              <a:gd name="connsiteY26" fmla="*/ 742327 h 3349489"/>
              <a:gd name="connsiteX27" fmla="*/ 1770157 w 3174619"/>
              <a:gd name="connsiteY27" fmla="*/ 399998 h 3349489"/>
              <a:gd name="connsiteX28" fmla="*/ 1941690 w 3174619"/>
              <a:gd name="connsiteY28" fmla="*/ 34500 h 3349489"/>
              <a:gd name="connsiteX29" fmla="*/ 2163346 w 3174619"/>
              <a:gd name="connsiteY29" fmla="*/ 33151 h 3349489"/>
              <a:gd name="connsiteX30" fmla="*/ 2433876 w 3174619"/>
              <a:gd name="connsiteY30" fmla="*/ 153610 h 3349489"/>
              <a:gd name="connsiteX31" fmla="*/ 2796572 w 3174619"/>
              <a:gd name="connsiteY31" fmla="*/ 234 h 3349489"/>
              <a:gd name="connsiteX32" fmla="*/ 3014313 w 3174619"/>
              <a:gd name="connsiteY32" fmla="*/ 124726 h 3349489"/>
              <a:gd name="connsiteX33" fmla="*/ 3131566 w 3174619"/>
              <a:gd name="connsiteY33" fmla="*/ 313797 h 3349489"/>
              <a:gd name="connsiteX34" fmla="*/ 3174619 w 3174619"/>
              <a:gd name="connsiteY34" fmla="*/ 557923 h 3349489"/>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31566 w 3174619"/>
              <a:gd name="connsiteY32" fmla="*/ 311904 h 3347596"/>
              <a:gd name="connsiteX33" fmla="*/ 3174619 w 3174619"/>
              <a:gd name="connsiteY33" fmla="*/ 556030 h 3347596"/>
              <a:gd name="connsiteX0" fmla="*/ 2866746 w 3174619"/>
              <a:gd name="connsiteY0" fmla="*/ 1379163 h 3347596"/>
              <a:gd name="connsiteX1" fmla="*/ 3032009 w 3174619"/>
              <a:gd name="connsiteY1" fmla="*/ 2055041 h 3347596"/>
              <a:gd name="connsiteX2" fmla="*/ 2847435 w 3174619"/>
              <a:gd name="connsiteY2" fmla="*/ 2415501 h 3347596"/>
              <a:gd name="connsiteX3" fmla="*/ 2407073 w 3174619"/>
              <a:gd name="connsiteY3" fmla="*/ 2779202 h 3347596"/>
              <a:gd name="connsiteX4" fmla="*/ 2099723 w 3174619"/>
              <a:gd name="connsiteY4" fmla="*/ 3042341 h 3347596"/>
              <a:gd name="connsiteX5" fmla="*/ 1760537 w 3174619"/>
              <a:gd name="connsiteY5" fmla="*/ 3186644 h 3347596"/>
              <a:gd name="connsiteX6" fmla="*/ 1610518 w 3174619"/>
              <a:gd name="connsiteY6" fmla="*/ 3254748 h 3347596"/>
              <a:gd name="connsiteX7" fmla="*/ 1367059 w 3174619"/>
              <a:gd name="connsiteY7" fmla="*/ 3319423 h 3347596"/>
              <a:gd name="connsiteX8" fmla="*/ 1210183 w 3174619"/>
              <a:gd name="connsiteY8" fmla="*/ 3330948 h 3347596"/>
              <a:gd name="connsiteX9" fmla="*/ 905573 w 3174619"/>
              <a:gd name="connsiteY9" fmla="*/ 3347141 h 3347596"/>
              <a:gd name="connsiteX10" fmla="*/ 558292 w 3174619"/>
              <a:gd name="connsiteY10" fmla="*/ 3327519 h 3347596"/>
              <a:gd name="connsiteX11" fmla="*/ 467137 w 3174619"/>
              <a:gd name="connsiteY11" fmla="*/ 3309041 h 3347596"/>
              <a:gd name="connsiteX12" fmla="*/ 206343 w 3174619"/>
              <a:gd name="connsiteY12" fmla="*/ 3147402 h 3347596"/>
              <a:gd name="connsiteX13" fmla="*/ 78613 w 3174619"/>
              <a:gd name="connsiteY13" fmla="*/ 2952329 h 3347596"/>
              <a:gd name="connsiteX14" fmla="*/ 2032 w 3174619"/>
              <a:gd name="connsiteY14" fmla="*/ 2677057 h 3347596"/>
              <a:gd name="connsiteX15" fmla="*/ 21177 w 3174619"/>
              <a:gd name="connsiteY15" fmla="*/ 2490367 h 3347596"/>
              <a:gd name="connsiteX16" fmla="*/ 116903 w 3174619"/>
              <a:gd name="connsiteY16" fmla="*/ 2334728 h 3347596"/>
              <a:gd name="connsiteX17" fmla="*/ 241300 w 3174619"/>
              <a:gd name="connsiteY17" fmla="*/ 2253385 h 3347596"/>
              <a:gd name="connsiteX18" fmla="*/ 475805 w 3174619"/>
              <a:gd name="connsiteY18" fmla="*/ 2241384 h 3347596"/>
              <a:gd name="connsiteX19" fmla="*/ 664781 w 3174619"/>
              <a:gd name="connsiteY19" fmla="*/ 2282055 h 3347596"/>
              <a:gd name="connsiteX20" fmla="*/ 803560 w 3174619"/>
              <a:gd name="connsiteY20" fmla="*/ 2282055 h 3347596"/>
              <a:gd name="connsiteX21" fmla="*/ 942340 w 3174619"/>
              <a:gd name="connsiteY21" fmla="*/ 2169565 h 3347596"/>
              <a:gd name="connsiteX22" fmla="*/ 1018921 w 3174619"/>
              <a:gd name="connsiteY22" fmla="*/ 1903817 h 3347596"/>
              <a:gd name="connsiteX23" fmla="*/ 1061974 w 3174619"/>
              <a:gd name="connsiteY23" fmla="*/ 1551964 h 3347596"/>
              <a:gd name="connsiteX24" fmla="*/ 1114647 w 3174619"/>
              <a:gd name="connsiteY24" fmla="*/ 1314982 h 3347596"/>
              <a:gd name="connsiteX25" fmla="*/ 1243806 w 3174619"/>
              <a:gd name="connsiteY25" fmla="*/ 1025327 h 3347596"/>
              <a:gd name="connsiteX26" fmla="*/ 1468691 w 3174619"/>
              <a:gd name="connsiteY26" fmla="*/ 740434 h 3347596"/>
              <a:gd name="connsiteX27" fmla="*/ 1770157 w 3174619"/>
              <a:gd name="connsiteY27" fmla="*/ 398105 h 3347596"/>
              <a:gd name="connsiteX28" fmla="*/ 1941690 w 3174619"/>
              <a:gd name="connsiteY28" fmla="*/ 32607 h 3347596"/>
              <a:gd name="connsiteX29" fmla="*/ 2163346 w 3174619"/>
              <a:gd name="connsiteY29" fmla="*/ 31258 h 3347596"/>
              <a:gd name="connsiteX30" fmla="*/ 2433876 w 3174619"/>
              <a:gd name="connsiteY30" fmla="*/ 151717 h 3347596"/>
              <a:gd name="connsiteX31" fmla="*/ 3014313 w 3174619"/>
              <a:gd name="connsiteY31" fmla="*/ 122833 h 3347596"/>
              <a:gd name="connsiteX32" fmla="*/ 3174619 w 3174619"/>
              <a:gd name="connsiteY32" fmla="*/ 556030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 name="connsiteX31" fmla="*/ 3014313 w 3032050"/>
              <a:gd name="connsiteY31" fmla="*/ 122833 h 3347596"/>
              <a:gd name="connsiteX0" fmla="*/ 2866746 w 3032050"/>
              <a:gd name="connsiteY0" fmla="*/ 1379163 h 3347596"/>
              <a:gd name="connsiteX1" fmla="*/ 3032009 w 3032050"/>
              <a:gd name="connsiteY1" fmla="*/ 2055041 h 3347596"/>
              <a:gd name="connsiteX2" fmla="*/ 2847435 w 3032050"/>
              <a:gd name="connsiteY2" fmla="*/ 2415501 h 3347596"/>
              <a:gd name="connsiteX3" fmla="*/ 2407073 w 3032050"/>
              <a:gd name="connsiteY3" fmla="*/ 2779202 h 3347596"/>
              <a:gd name="connsiteX4" fmla="*/ 2099723 w 3032050"/>
              <a:gd name="connsiteY4" fmla="*/ 3042341 h 3347596"/>
              <a:gd name="connsiteX5" fmla="*/ 1760537 w 3032050"/>
              <a:gd name="connsiteY5" fmla="*/ 3186644 h 3347596"/>
              <a:gd name="connsiteX6" fmla="*/ 1610518 w 3032050"/>
              <a:gd name="connsiteY6" fmla="*/ 3254748 h 3347596"/>
              <a:gd name="connsiteX7" fmla="*/ 1367059 w 3032050"/>
              <a:gd name="connsiteY7" fmla="*/ 3319423 h 3347596"/>
              <a:gd name="connsiteX8" fmla="*/ 1210183 w 3032050"/>
              <a:gd name="connsiteY8" fmla="*/ 3330948 h 3347596"/>
              <a:gd name="connsiteX9" fmla="*/ 905573 w 3032050"/>
              <a:gd name="connsiteY9" fmla="*/ 3347141 h 3347596"/>
              <a:gd name="connsiteX10" fmla="*/ 558292 w 3032050"/>
              <a:gd name="connsiteY10" fmla="*/ 3327519 h 3347596"/>
              <a:gd name="connsiteX11" fmla="*/ 467137 w 3032050"/>
              <a:gd name="connsiteY11" fmla="*/ 3309041 h 3347596"/>
              <a:gd name="connsiteX12" fmla="*/ 206343 w 3032050"/>
              <a:gd name="connsiteY12" fmla="*/ 3147402 h 3347596"/>
              <a:gd name="connsiteX13" fmla="*/ 78613 w 3032050"/>
              <a:gd name="connsiteY13" fmla="*/ 2952329 h 3347596"/>
              <a:gd name="connsiteX14" fmla="*/ 2032 w 3032050"/>
              <a:gd name="connsiteY14" fmla="*/ 2677057 h 3347596"/>
              <a:gd name="connsiteX15" fmla="*/ 21177 w 3032050"/>
              <a:gd name="connsiteY15" fmla="*/ 2490367 h 3347596"/>
              <a:gd name="connsiteX16" fmla="*/ 116903 w 3032050"/>
              <a:gd name="connsiteY16" fmla="*/ 2334728 h 3347596"/>
              <a:gd name="connsiteX17" fmla="*/ 241300 w 3032050"/>
              <a:gd name="connsiteY17" fmla="*/ 2253385 h 3347596"/>
              <a:gd name="connsiteX18" fmla="*/ 475805 w 3032050"/>
              <a:gd name="connsiteY18" fmla="*/ 2241384 h 3347596"/>
              <a:gd name="connsiteX19" fmla="*/ 664781 w 3032050"/>
              <a:gd name="connsiteY19" fmla="*/ 2282055 h 3347596"/>
              <a:gd name="connsiteX20" fmla="*/ 803560 w 3032050"/>
              <a:gd name="connsiteY20" fmla="*/ 2282055 h 3347596"/>
              <a:gd name="connsiteX21" fmla="*/ 942340 w 3032050"/>
              <a:gd name="connsiteY21" fmla="*/ 2169565 h 3347596"/>
              <a:gd name="connsiteX22" fmla="*/ 1018921 w 3032050"/>
              <a:gd name="connsiteY22" fmla="*/ 1903817 h 3347596"/>
              <a:gd name="connsiteX23" fmla="*/ 1061974 w 3032050"/>
              <a:gd name="connsiteY23" fmla="*/ 1551964 h 3347596"/>
              <a:gd name="connsiteX24" fmla="*/ 1114647 w 3032050"/>
              <a:gd name="connsiteY24" fmla="*/ 1314982 h 3347596"/>
              <a:gd name="connsiteX25" fmla="*/ 1243806 w 3032050"/>
              <a:gd name="connsiteY25" fmla="*/ 1025327 h 3347596"/>
              <a:gd name="connsiteX26" fmla="*/ 1468691 w 3032050"/>
              <a:gd name="connsiteY26" fmla="*/ 740434 h 3347596"/>
              <a:gd name="connsiteX27" fmla="*/ 1770157 w 3032050"/>
              <a:gd name="connsiteY27" fmla="*/ 398105 h 3347596"/>
              <a:gd name="connsiteX28" fmla="*/ 1941690 w 3032050"/>
              <a:gd name="connsiteY28" fmla="*/ 32607 h 3347596"/>
              <a:gd name="connsiteX29" fmla="*/ 2163346 w 3032050"/>
              <a:gd name="connsiteY29" fmla="*/ 31258 h 3347596"/>
              <a:gd name="connsiteX30" fmla="*/ 2433876 w 3032050"/>
              <a:gd name="connsiteY30" fmla="*/ 151717 h 33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32050" h="3347596">
                <a:moveTo>
                  <a:pt x="2866746" y="1379163"/>
                </a:moveTo>
                <a:cubicBezTo>
                  <a:pt x="2848934" y="1474509"/>
                  <a:pt x="3035228" y="1882318"/>
                  <a:pt x="3032009" y="2055041"/>
                </a:cubicBezTo>
                <a:cubicBezTo>
                  <a:pt x="3028791" y="2227764"/>
                  <a:pt x="2951591" y="2294808"/>
                  <a:pt x="2847435" y="2415501"/>
                </a:cubicBezTo>
                <a:cubicBezTo>
                  <a:pt x="2743279" y="2536194"/>
                  <a:pt x="2562799" y="2423117"/>
                  <a:pt x="2407073" y="2779202"/>
                </a:cubicBezTo>
                <a:cubicBezTo>
                  <a:pt x="2365717" y="2873768"/>
                  <a:pt x="2207479" y="2974434"/>
                  <a:pt x="2099723" y="3042341"/>
                </a:cubicBezTo>
                <a:cubicBezTo>
                  <a:pt x="1991967" y="3110248"/>
                  <a:pt x="1872551" y="3135972"/>
                  <a:pt x="1760537" y="3186644"/>
                </a:cubicBezTo>
                <a:cubicBezTo>
                  <a:pt x="1710531" y="3209314"/>
                  <a:pt x="1661382" y="3234079"/>
                  <a:pt x="1610518" y="3254748"/>
                </a:cubicBezTo>
                <a:cubicBezTo>
                  <a:pt x="1532414" y="3286467"/>
                  <a:pt x="1450689" y="3308660"/>
                  <a:pt x="1367059" y="3319423"/>
                </a:cubicBezTo>
                <a:cubicBezTo>
                  <a:pt x="1315053" y="3326091"/>
                  <a:pt x="1262570" y="3328091"/>
                  <a:pt x="1210183" y="3330948"/>
                </a:cubicBezTo>
                <a:cubicBezTo>
                  <a:pt x="1108646" y="3336473"/>
                  <a:pt x="1007205" y="3345045"/>
                  <a:pt x="905573" y="3347141"/>
                </a:cubicBezTo>
                <a:cubicBezTo>
                  <a:pt x="789463" y="3349427"/>
                  <a:pt x="673354" y="3343140"/>
                  <a:pt x="558292" y="3327519"/>
                </a:cubicBezTo>
                <a:cubicBezTo>
                  <a:pt x="527526" y="3323328"/>
                  <a:pt x="497046" y="3317613"/>
                  <a:pt x="467137" y="3309041"/>
                </a:cubicBezTo>
                <a:cubicBezTo>
                  <a:pt x="367220" y="3280561"/>
                  <a:pt x="277876" y="3222840"/>
                  <a:pt x="206343" y="3147402"/>
                </a:cubicBezTo>
                <a:cubicBezTo>
                  <a:pt x="152527" y="3090633"/>
                  <a:pt x="111379" y="3023481"/>
                  <a:pt x="78613" y="2952329"/>
                </a:cubicBezTo>
                <a:cubicBezTo>
                  <a:pt x="38512" y="2865176"/>
                  <a:pt x="9937" y="2772593"/>
                  <a:pt x="2032" y="2677057"/>
                </a:cubicBezTo>
                <a:cubicBezTo>
                  <a:pt x="-3207" y="2614002"/>
                  <a:pt x="1174" y="2550279"/>
                  <a:pt x="21177" y="2490367"/>
                </a:cubicBezTo>
                <a:cubicBezTo>
                  <a:pt x="40608" y="2431884"/>
                  <a:pt x="73469" y="2378544"/>
                  <a:pt x="116903" y="2334728"/>
                </a:cubicBezTo>
                <a:cubicBezTo>
                  <a:pt x="152241" y="2299010"/>
                  <a:pt x="194151" y="2270435"/>
                  <a:pt x="241300" y="2253385"/>
                </a:cubicBezTo>
                <a:cubicBezTo>
                  <a:pt x="315880" y="2226334"/>
                  <a:pt x="397224" y="2227953"/>
                  <a:pt x="475805" y="2241384"/>
                </a:cubicBezTo>
                <a:cubicBezTo>
                  <a:pt x="539337" y="2252242"/>
                  <a:pt x="601440" y="2270244"/>
                  <a:pt x="664781" y="2282055"/>
                </a:cubicBezTo>
                <a:cubicBezTo>
                  <a:pt x="710978" y="2290628"/>
                  <a:pt x="758412" y="2294628"/>
                  <a:pt x="803560" y="2282055"/>
                </a:cubicBezTo>
                <a:cubicBezTo>
                  <a:pt x="862711" y="2265577"/>
                  <a:pt x="909288" y="2221667"/>
                  <a:pt x="942340" y="2169565"/>
                </a:cubicBezTo>
                <a:cubicBezTo>
                  <a:pt x="992155" y="2090889"/>
                  <a:pt x="1006919" y="1996591"/>
                  <a:pt x="1018921" y="1903817"/>
                </a:cubicBezTo>
                <a:cubicBezTo>
                  <a:pt x="1034065" y="1786565"/>
                  <a:pt x="1043972" y="1668741"/>
                  <a:pt x="1061974" y="1551964"/>
                </a:cubicBezTo>
                <a:cubicBezTo>
                  <a:pt x="1074356" y="1471859"/>
                  <a:pt x="1091120" y="1392516"/>
                  <a:pt x="1114647" y="1314982"/>
                </a:cubicBezTo>
                <a:cubicBezTo>
                  <a:pt x="1145413" y="1213350"/>
                  <a:pt x="1187989" y="1115529"/>
                  <a:pt x="1243806" y="1025327"/>
                </a:cubicBezTo>
                <a:cubicBezTo>
                  <a:pt x="1307623" y="922266"/>
                  <a:pt x="1388396" y="831302"/>
                  <a:pt x="1468691" y="740434"/>
                </a:cubicBezTo>
                <a:cubicBezTo>
                  <a:pt x="1569180" y="626324"/>
                  <a:pt x="1691324" y="516076"/>
                  <a:pt x="1770157" y="398105"/>
                </a:cubicBezTo>
                <a:cubicBezTo>
                  <a:pt x="1848990" y="280134"/>
                  <a:pt x="1876159" y="93748"/>
                  <a:pt x="1941690" y="32607"/>
                </a:cubicBezTo>
                <a:cubicBezTo>
                  <a:pt x="2007221" y="-28534"/>
                  <a:pt x="2081315" y="11406"/>
                  <a:pt x="2163346" y="31258"/>
                </a:cubicBezTo>
                <a:cubicBezTo>
                  <a:pt x="2245377" y="51110"/>
                  <a:pt x="2292048" y="136455"/>
                  <a:pt x="2433876" y="151717"/>
                </a:cubicBezTo>
              </a:path>
            </a:pathLst>
          </a:custGeom>
          <a:noFill/>
          <a:ln w="6350" cap="rnd">
            <a:solidFill>
              <a:schemeClr val="tx1">
                <a:alpha val="35000"/>
              </a:schemeClr>
            </a:solidFill>
            <a:prstDash val="dash"/>
            <a:round/>
          </a:ln>
        </p:spPr>
        <p:txBody>
          <a:bodyPr rtlCol="0" anchor="ctr"/>
          <a:lstStyle/>
          <a:p>
            <a:endParaRPr lang="en-US"/>
          </a:p>
        </p:txBody>
      </p:sp>
      <p:sp>
        <p:nvSpPr>
          <p:cNvPr id="39" name="Freeform: Shape 38">
            <a:extLst>
              <a:ext uri="{FF2B5EF4-FFF2-40B4-BE49-F238E27FC236}">
                <a16:creationId xmlns:a16="http://schemas.microsoft.com/office/drawing/2014/main" id="{B5B6D20F-CD14-39DF-943B-A085A22F2FA7}"/>
              </a:ext>
            </a:extLst>
          </p:cNvPr>
          <p:cNvSpPr/>
          <p:nvPr userDrawn="1"/>
        </p:nvSpPr>
        <p:spPr>
          <a:xfrm rot="9306195" flipV="1">
            <a:off x="-104910" y="1015187"/>
            <a:ext cx="2938934" cy="2523009"/>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692487"/>
              <a:gd name="connsiteY0" fmla="*/ 2712895 h 2990829"/>
              <a:gd name="connsiteX1" fmla="*/ 18085 w 2692487"/>
              <a:gd name="connsiteY1" fmla="*/ 2589260 h 2990829"/>
              <a:gd name="connsiteX2" fmla="*/ 161627 w 2692487"/>
              <a:gd name="connsiteY2" fmla="*/ 2489533 h 2990829"/>
              <a:gd name="connsiteX3" fmla="*/ 384893 w 2692487"/>
              <a:gd name="connsiteY3" fmla="*/ 2559352 h 2990829"/>
              <a:gd name="connsiteX4" fmla="*/ 648069 w 2692487"/>
              <a:gd name="connsiteY4" fmla="*/ 2579259 h 2990829"/>
              <a:gd name="connsiteX5" fmla="*/ 831520 w 2692487"/>
              <a:gd name="connsiteY5" fmla="*/ 2445623 h 2990829"/>
              <a:gd name="connsiteX6" fmla="*/ 909244 w 2692487"/>
              <a:gd name="connsiteY6" fmla="*/ 2210260 h 2990829"/>
              <a:gd name="connsiteX7" fmla="*/ 975062 w 2692487"/>
              <a:gd name="connsiteY7" fmla="*/ 1771444 h 2990829"/>
              <a:gd name="connsiteX8" fmla="*/ 989064 w 2692487"/>
              <a:gd name="connsiteY8" fmla="*/ 1486170 h 2990829"/>
              <a:gd name="connsiteX9" fmla="*/ 1058882 w 2692487"/>
              <a:gd name="connsiteY9" fmla="*/ 1115171 h 2990829"/>
              <a:gd name="connsiteX10" fmla="*/ 1238333 w 2692487"/>
              <a:gd name="connsiteY10" fmla="*/ 776081 h 2990829"/>
              <a:gd name="connsiteX11" fmla="*/ 1567327 w 2692487"/>
              <a:gd name="connsiteY11" fmla="*/ 399081 h 2990829"/>
              <a:gd name="connsiteX12" fmla="*/ 1944136 w 2692487"/>
              <a:gd name="connsiteY12" fmla="*/ 85899 h 2990829"/>
              <a:gd name="connsiteX13" fmla="*/ 2167402 w 2692487"/>
              <a:gd name="connsiteY13" fmla="*/ 2079 h 2990829"/>
              <a:gd name="connsiteX14" fmla="*/ 2412671 w 2692487"/>
              <a:gd name="connsiteY14" fmla="*/ 53991 h 2990829"/>
              <a:gd name="connsiteX15" fmla="*/ 2616030 w 2692487"/>
              <a:gd name="connsiteY15" fmla="*/ 291354 h 2990829"/>
              <a:gd name="connsiteX16" fmla="*/ 2637937 w 2692487"/>
              <a:gd name="connsiteY16" fmla="*/ 724265 h 2990829"/>
              <a:gd name="connsiteX17" fmla="*/ 2691753 w 2692487"/>
              <a:gd name="connsiteY17" fmla="*/ 1117266 h 2990829"/>
              <a:gd name="connsiteX18" fmla="*/ 2441452 w 2692487"/>
              <a:gd name="connsiteY18" fmla="*/ 1319130 h 2990829"/>
              <a:gd name="connsiteX19" fmla="*/ 2616030 w 2692487"/>
              <a:gd name="connsiteY19" fmla="*/ 1859359 h 2990829"/>
              <a:gd name="connsiteX20" fmla="*/ 2404670 w 2692487"/>
              <a:gd name="connsiteY20" fmla="*/ 2250361 h 2990829"/>
              <a:gd name="connsiteX21" fmla="*/ 2198263 w 2692487"/>
              <a:gd name="connsiteY21" fmla="*/ 2456862 h 2990829"/>
              <a:gd name="connsiteX22" fmla="*/ 1724680 w 2692487"/>
              <a:gd name="connsiteY22" fmla="*/ 2757091 h 2990829"/>
              <a:gd name="connsiteX23" fmla="*/ 1327868 w 2692487"/>
              <a:gd name="connsiteY23" fmla="*/ 2810907 h 2990829"/>
              <a:gd name="connsiteX24" fmla="*/ 931057 w 2692487"/>
              <a:gd name="connsiteY24" fmla="*/ 2912634 h 2990829"/>
              <a:gd name="connsiteX25" fmla="*/ 695789 w 2692487"/>
              <a:gd name="connsiteY25" fmla="*/ 2972451 h 2990829"/>
              <a:gd name="connsiteX26" fmla="*/ 348889 w 2692487"/>
              <a:gd name="connsiteY26" fmla="*/ 2984452 h 2990829"/>
              <a:gd name="connsiteX27" fmla="*/ 73711 w 2692487"/>
              <a:gd name="connsiteY27" fmla="*/ 2882725 h 2990829"/>
              <a:gd name="connsiteX28" fmla="*/ 2179 w 2692487"/>
              <a:gd name="connsiteY28" fmla="*/ 2712895 h 2990829"/>
              <a:gd name="connsiteX0" fmla="*/ 2179 w 2692487"/>
              <a:gd name="connsiteY0" fmla="*/ 2733325 h 3011259"/>
              <a:gd name="connsiteX1" fmla="*/ 18085 w 2692487"/>
              <a:gd name="connsiteY1" fmla="*/ 2609690 h 3011259"/>
              <a:gd name="connsiteX2" fmla="*/ 161627 w 2692487"/>
              <a:gd name="connsiteY2" fmla="*/ 2509963 h 3011259"/>
              <a:gd name="connsiteX3" fmla="*/ 384893 w 2692487"/>
              <a:gd name="connsiteY3" fmla="*/ 2579782 h 3011259"/>
              <a:gd name="connsiteX4" fmla="*/ 648069 w 2692487"/>
              <a:gd name="connsiteY4" fmla="*/ 2599689 h 3011259"/>
              <a:gd name="connsiteX5" fmla="*/ 831520 w 2692487"/>
              <a:gd name="connsiteY5" fmla="*/ 2466053 h 3011259"/>
              <a:gd name="connsiteX6" fmla="*/ 909244 w 2692487"/>
              <a:gd name="connsiteY6" fmla="*/ 2230690 h 3011259"/>
              <a:gd name="connsiteX7" fmla="*/ 975062 w 2692487"/>
              <a:gd name="connsiteY7" fmla="*/ 1791874 h 3011259"/>
              <a:gd name="connsiteX8" fmla="*/ 989064 w 2692487"/>
              <a:gd name="connsiteY8" fmla="*/ 1506600 h 3011259"/>
              <a:gd name="connsiteX9" fmla="*/ 1058882 w 2692487"/>
              <a:gd name="connsiteY9" fmla="*/ 1135601 h 3011259"/>
              <a:gd name="connsiteX10" fmla="*/ 1238333 w 2692487"/>
              <a:gd name="connsiteY10" fmla="*/ 796511 h 3011259"/>
              <a:gd name="connsiteX11" fmla="*/ 1567327 w 2692487"/>
              <a:gd name="connsiteY11" fmla="*/ 419511 h 3011259"/>
              <a:gd name="connsiteX12" fmla="*/ 1944136 w 2692487"/>
              <a:gd name="connsiteY12" fmla="*/ 106329 h 3011259"/>
              <a:gd name="connsiteX13" fmla="*/ 2167402 w 2692487"/>
              <a:gd name="connsiteY13" fmla="*/ 22509 h 3011259"/>
              <a:gd name="connsiteX14" fmla="*/ 2412671 w 2692487"/>
              <a:gd name="connsiteY14" fmla="*/ 74421 h 3011259"/>
              <a:gd name="connsiteX15" fmla="*/ 2637937 w 2692487"/>
              <a:gd name="connsiteY15" fmla="*/ 744695 h 3011259"/>
              <a:gd name="connsiteX16" fmla="*/ 2691753 w 2692487"/>
              <a:gd name="connsiteY16" fmla="*/ 1137696 h 3011259"/>
              <a:gd name="connsiteX17" fmla="*/ 2441452 w 2692487"/>
              <a:gd name="connsiteY17" fmla="*/ 1339560 h 3011259"/>
              <a:gd name="connsiteX18" fmla="*/ 2616030 w 2692487"/>
              <a:gd name="connsiteY18" fmla="*/ 1879789 h 3011259"/>
              <a:gd name="connsiteX19" fmla="*/ 2404670 w 2692487"/>
              <a:gd name="connsiteY19" fmla="*/ 2270791 h 3011259"/>
              <a:gd name="connsiteX20" fmla="*/ 2198263 w 2692487"/>
              <a:gd name="connsiteY20" fmla="*/ 2477292 h 3011259"/>
              <a:gd name="connsiteX21" fmla="*/ 1724680 w 2692487"/>
              <a:gd name="connsiteY21" fmla="*/ 2777521 h 3011259"/>
              <a:gd name="connsiteX22" fmla="*/ 1327868 w 2692487"/>
              <a:gd name="connsiteY22" fmla="*/ 2831337 h 3011259"/>
              <a:gd name="connsiteX23" fmla="*/ 931057 w 2692487"/>
              <a:gd name="connsiteY23" fmla="*/ 2933064 h 3011259"/>
              <a:gd name="connsiteX24" fmla="*/ 695789 w 2692487"/>
              <a:gd name="connsiteY24" fmla="*/ 2992881 h 3011259"/>
              <a:gd name="connsiteX25" fmla="*/ 348889 w 2692487"/>
              <a:gd name="connsiteY25" fmla="*/ 3004882 h 3011259"/>
              <a:gd name="connsiteX26" fmla="*/ 73711 w 2692487"/>
              <a:gd name="connsiteY26" fmla="*/ 2903155 h 3011259"/>
              <a:gd name="connsiteX27" fmla="*/ 2179 w 2692487"/>
              <a:gd name="connsiteY27" fmla="*/ 2733325 h 3011259"/>
              <a:gd name="connsiteX0" fmla="*/ 2179 w 2692487"/>
              <a:gd name="connsiteY0" fmla="*/ 2734848 h 3012782"/>
              <a:gd name="connsiteX1" fmla="*/ 18085 w 2692487"/>
              <a:gd name="connsiteY1" fmla="*/ 2611213 h 3012782"/>
              <a:gd name="connsiteX2" fmla="*/ 161627 w 2692487"/>
              <a:gd name="connsiteY2" fmla="*/ 2511486 h 3012782"/>
              <a:gd name="connsiteX3" fmla="*/ 384893 w 2692487"/>
              <a:gd name="connsiteY3" fmla="*/ 2581305 h 3012782"/>
              <a:gd name="connsiteX4" fmla="*/ 648069 w 2692487"/>
              <a:gd name="connsiteY4" fmla="*/ 2601212 h 3012782"/>
              <a:gd name="connsiteX5" fmla="*/ 831520 w 2692487"/>
              <a:gd name="connsiteY5" fmla="*/ 2467576 h 3012782"/>
              <a:gd name="connsiteX6" fmla="*/ 909244 w 2692487"/>
              <a:gd name="connsiteY6" fmla="*/ 2232213 h 3012782"/>
              <a:gd name="connsiteX7" fmla="*/ 975062 w 2692487"/>
              <a:gd name="connsiteY7" fmla="*/ 1793397 h 3012782"/>
              <a:gd name="connsiteX8" fmla="*/ 989064 w 2692487"/>
              <a:gd name="connsiteY8" fmla="*/ 1508123 h 3012782"/>
              <a:gd name="connsiteX9" fmla="*/ 1058882 w 2692487"/>
              <a:gd name="connsiteY9" fmla="*/ 1137124 h 3012782"/>
              <a:gd name="connsiteX10" fmla="*/ 1238333 w 2692487"/>
              <a:gd name="connsiteY10" fmla="*/ 798034 h 3012782"/>
              <a:gd name="connsiteX11" fmla="*/ 1567327 w 2692487"/>
              <a:gd name="connsiteY11" fmla="*/ 421034 h 3012782"/>
              <a:gd name="connsiteX12" fmla="*/ 1944136 w 2692487"/>
              <a:gd name="connsiteY12" fmla="*/ 107852 h 3012782"/>
              <a:gd name="connsiteX13" fmla="*/ 2167402 w 2692487"/>
              <a:gd name="connsiteY13" fmla="*/ 24032 h 3012782"/>
              <a:gd name="connsiteX14" fmla="*/ 2412671 w 2692487"/>
              <a:gd name="connsiteY14" fmla="*/ 75944 h 3012782"/>
              <a:gd name="connsiteX15" fmla="*/ 2328563 w 2692487"/>
              <a:gd name="connsiteY15" fmla="*/ 769758 h 3012782"/>
              <a:gd name="connsiteX16" fmla="*/ 2691753 w 2692487"/>
              <a:gd name="connsiteY16" fmla="*/ 1139219 h 3012782"/>
              <a:gd name="connsiteX17" fmla="*/ 2441452 w 2692487"/>
              <a:gd name="connsiteY17" fmla="*/ 1341083 h 3012782"/>
              <a:gd name="connsiteX18" fmla="*/ 2616030 w 2692487"/>
              <a:gd name="connsiteY18" fmla="*/ 1881312 h 3012782"/>
              <a:gd name="connsiteX19" fmla="*/ 2404670 w 2692487"/>
              <a:gd name="connsiteY19" fmla="*/ 2272314 h 3012782"/>
              <a:gd name="connsiteX20" fmla="*/ 2198263 w 2692487"/>
              <a:gd name="connsiteY20" fmla="*/ 2478815 h 3012782"/>
              <a:gd name="connsiteX21" fmla="*/ 1724680 w 2692487"/>
              <a:gd name="connsiteY21" fmla="*/ 2779044 h 3012782"/>
              <a:gd name="connsiteX22" fmla="*/ 1327868 w 2692487"/>
              <a:gd name="connsiteY22" fmla="*/ 2832860 h 3012782"/>
              <a:gd name="connsiteX23" fmla="*/ 931057 w 2692487"/>
              <a:gd name="connsiteY23" fmla="*/ 2934587 h 3012782"/>
              <a:gd name="connsiteX24" fmla="*/ 695789 w 2692487"/>
              <a:gd name="connsiteY24" fmla="*/ 2994404 h 3012782"/>
              <a:gd name="connsiteX25" fmla="*/ 348889 w 2692487"/>
              <a:gd name="connsiteY25" fmla="*/ 3006405 h 3012782"/>
              <a:gd name="connsiteX26" fmla="*/ 73711 w 2692487"/>
              <a:gd name="connsiteY26" fmla="*/ 2904678 h 3012782"/>
              <a:gd name="connsiteX27" fmla="*/ 2179 w 2692487"/>
              <a:gd name="connsiteY27" fmla="*/ 2734848 h 3012782"/>
              <a:gd name="connsiteX0" fmla="*/ 2179 w 2616235"/>
              <a:gd name="connsiteY0" fmla="*/ 2734848 h 3012782"/>
              <a:gd name="connsiteX1" fmla="*/ 18085 w 2616235"/>
              <a:gd name="connsiteY1" fmla="*/ 2611213 h 3012782"/>
              <a:gd name="connsiteX2" fmla="*/ 161627 w 2616235"/>
              <a:gd name="connsiteY2" fmla="*/ 2511486 h 3012782"/>
              <a:gd name="connsiteX3" fmla="*/ 384893 w 2616235"/>
              <a:gd name="connsiteY3" fmla="*/ 2581305 h 3012782"/>
              <a:gd name="connsiteX4" fmla="*/ 648069 w 2616235"/>
              <a:gd name="connsiteY4" fmla="*/ 2601212 h 3012782"/>
              <a:gd name="connsiteX5" fmla="*/ 831520 w 2616235"/>
              <a:gd name="connsiteY5" fmla="*/ 2467576 h 3012782"/>
              <a:gd name="connsiteX6" fmla="*/ 909244 w 2616235"/>
              <a:gd name="connsiteY6" fmla="*/ 2232213 h 3012782"/>
              <a:gd name="connsiteX7" fmla="*/ 975062 w 2616235"/>
              <a:gd name="connsiteY7" fmla="*/ 1793397 h 3012782"/>
              <a:gd name="connsiteX8" fmla="*/ 989064 w 2616235"/>
              <a:gd name="connsiteY8" fmla="*/ 1508123 h 3012782"/>
              <a:gd name="connsiteX9" fmla="*/ 1058882 w 2616235"/>
              <a:gd name="connsiteY9" fmla="*/ 1137124 h 3012782"/>
              <a:gd name="connsiteX10" fmla="*/ 1238333 w 2616235"/>
              <a:gd name="connsiteY10" fmla="*/ 798034 h 3012782"/>
              <a:gd name="connsiteX11" fmla="*/ 1567327 w 2616235"/>
              <a:gd name="connsiteY11" fmla="*/ 421034 h 3012782"/>
              <a:gd name="connsiteX12" fmla="*/ 1944136 w 2616235"/>
              <a:gd name="connsiteY12" fmla="*/ 107852 h 3012782"/>
              <a:gd name="connsiteX13" fmla="*/ 2167402 w 2616235"/>
              <a:gd name="connsiteY13" fmla="*/ 24032 h 3012782"/>
              <a:gd name="connsiteX14" fmla="*/ 2412671 w 2616235"/>
              <a:gd name="connsiteY14" fmla="*/ 75944 h 3012782"/>
              <a:gd name="connsiteX15" fmla="*/ 2328563 w 2616235"/>
              <a:gd name="connsiteY15" fmla="*/ 769758 h 3012782"/>
              <a:gd name="connsiteX16" fmla="*/ 2441452 w 2616235"/>
              <a:gd name="connsiteY16" fmla="*/ 1341083 h 3012782"/>
              <a:gd name="connsiteX17" fmla="*/ 2616030 w 2616235"/>
              <a:gd name="connsiteY17" fmla="*/ 1881312 h 3012782"/>
              <a:gd name="connsiteX18" fmla="*/ 2404670 w 2616235"/>
              <a:gd name="connsiteY18" fmla="*/ 2272314 h 3012782"/>
              <a:gd name="connsiteX19" fmla="*/ 2198263 w 2616235"/>
              <a:gd name="connsiteY19" fmla="*/ 2478815 h 3012782"/>
              <a:gd name="connsiteX20" fmla="*/ 1724680 w 2616235"/>
              <a:gd name="connsiteY20" fmla="*/ 2779044 h 3012782"/>
              <a:gd name="connsiteX21" fmla="*/ 1327868 w 2616235"/>
              <a:gd name="connsiteY21" fmla="*/ 2832860 h 3012782"/>
              <a:gd name="connsiteX22" fmla="*/ 931057 w 2616235"/>
              <a:gd name="connsiteY22" fmla="*/ 2934587 h 3012782"/>
              <a:gd name="connsiteX23" fmla="*/ 695789 w 2616235"/>
              <a:gd name="connsiteY23" fmla="*/ 2994404 h 3012782"/>
              <a:gd name="connsiteX24" fmla="*/ 348889 w 2616235"/>
              <a:gd name="connsiteY24" fmla="*/ 3006405 h 3012782"/>
              <a:gd name="connsiteX25" fmla="*/ 73711 w 2616235"/>
              <a:gd name="connsiteY25" fmla="*/ 2904678 h 3012782"/>
              <a:gd name="connsiteX26" fmla="*/ 2179 w 2616235"/>
              <a:gd name="connsiteY26" fmla="*/ 2734848 h 3012782"/>
              <a:gd name="connsiteX0" fmla="*/ 2179 w 2616235"/>
              <a:gd name="connsiteY0" fmla="*/ 2738588 h 3016522"/>
              <a:gd name="connsiteX1" fmla="*/ 18085 w 2616235"/>
              <a:gd name="connsiteY1" fmla="*/ 2614953 h 3016522"/>
              <a:gd name="connsiteX2" fmla="*/ 161627 w 2616235"/>
              <a:gd name="connsiteY2" fmla="*/ 2515226 h 3016522"/>
              <a:gd name="connsiteX3" fmla="*/ 384893 w 2616235"/>
              <a:gd name="connsiteY3" fmla="*/ 2585045 h 3016522"/>
              <a:gd name="connsiteX4" fmla="*/ 648069 w 2616235"/>
              <a:gd name="connsiteY4" fmla="*/ 2604952 h 3016522"/>
              <a:gd name="connsiteX5" fmla="*/ 831520 w 2616235"/>
              <a:gd name="connsiteY5" fmla="*/ 2471316 h 3016522"/>
              <a:gd name="connsiteX6" fmla="*/ 909244 w 2616235"/>
              <a:gd name="connsiteY6" fmla="*/ 2235953 h 3016522"/>
              <a:gd name="connsiteX7" fmla="*/ 975062 w 2616235"/>
              <a:gd name="connsiteY7" fmla="*/ 1797137 h 3016522"/>
              <a:gd name="connsiteX8" fmla="*/ 989064 w 2616235"/>
              <a:gd name="connsiteY8" fmla="*/ 1511863 h 3016522"/>
              <a:gd name="connsiteX9" fmla="*/ 1058882 w 2616235"/>
              <a:gd name="connsiteY9" fmla="*/ 1140864 h 3016522"/>
              <a:gd name="connsiteX10" fmla="*/ 1238333 w 2616235"/>
              <a:gd name="connsiteY10" fmla="*/ 801774 h 3016522"/>
              <a:gd name="connsiteX11" fmla="*/ 1567327 w 2616235"/>
              <a:gd name="connsiteY11" fmla="*/ 424774 h 3016522"/>
              <a:gd name="connsiteX12" fmla="*/ 1814797 w 2616235"/>
              <a:gd name="connsiteY12" fmla="*/ 193586 h 3016522"/>
              <a:gd name="connsiteX13" fmla="*/ 2167402 w 2616235"/>
              <a:gd name="connsiteY13" fmla="*/ 27772 h 3016522"/>
              <a:gd name="connsiteX14" fmla="*/ 2412671 w 2616235"/>
              <a:gd name="connsiteY14" fmla="*/ 79684 h 3016522"/>
              <a:gd name="connsiteX15" fmla="*/ 2328563 w 2616235"/>
              <a:gd name="connsiteY15" fmla="*/ 773498 h 3016522"/>
              <a:gd name="connsiteX16" fmla="*/ 2441452 w 2616235"/>
              <a:gd name="connsiteY16" fmla="*/ 1344823 h 3016522"/>
              <a:gd name="connsiteX17" fmla="*/ 2616030 w 2616235"/>
              <a:gd name="connsiteY17" fmla="*/ 1885052 h 3016522"/>
              <a:gd name="connsiteX18" fmla="*/ 2404670 w 2616235"/>
              <a:gd name="connsiteY18" fmla="*/ 2276054 h 3016522"/>
              <a:gd name="connsiteX19" fmla="*/ 2198263 w 2616235"/>
              <a:gd name="connsiteY19" fmla="*/ 2482555 h 3016522"/>
              <a:gd name="connsiteX20" fmla="*/ 1724680 w 2616235"/>
              <a:gd name="connsiteY20" fmla="*/ 2782784 h 3016522"/>
              <a:gd name="connsiteX21" fmla="*/ 1327868 w 2616235"/>
              <a:gd name="connsiteY21" fmla="*/ 2836600 h 3016522"/>
              <a:gd name="connsiteX22" fmla="*/ 931057 w 2616235"/>
              <a:gd name="connsiteY22" fmla="*/ 2938327 h 3016522"/>
              <a:gd name="connsiteX23" fmla="*/ 695789 w 2616235"/>
              <a:gd name="connsiteY23" fmla="*/ 2998144 h 3016522"/>
              <a:gd name="connsiteX24" fmla="*/ 348889 w 2616235"/>
              <a:gd name="connsiteY24" fmla="*/ 3010145 h 3016522"/>
              <a:gd name="connsiteX25" fmla="*/ 73711 w 2616235"/>
              <a:gd name="connsiteY25" fmla="*/ 2908418 h 3016522"/>
              <a:gd name="connsiteX26" fmla="*/ 2179 w 2616235"/>
              <a:gd name="connsiteY26" fmla="*/ 2738588 h 3016522"/>
              <a:gd name="connsiteX0" fmla="*/ 2179 w 2616235"/>
              <a:gd name="connsiteY0" fmla="*/ 2699042 h 2976976"/>
              <a:gd name="connsiteX1" fmla="*/ 18085 w 2616235"/>
              <a:gd name="connsiteY1" fmla="*/ 2575407 h 2976976"/>
              <a:gd name="connsiteX2" fmla="*/ 161627 w 2616235"/>
              <a:gd name="connsiteY2" fmla="*/ 2475680 h 2976976"/>
              <a:gd name="connsiteX3" fmla="*/ 384893 w 2616235"/>
              <a:gd name="connsiteY3" fmla="*/ 2545499 h 2976976"/>
              <a:gd name="connsiteX4" fmla="*/ 648069 w 2616235"/>
              <a:gd name="connsiteY4" fmla="*/ 2565406 h 2976976"/>
              <a:gd name="connsiteX5" fmla="*/ 831520 w 2616235"/>
              <a:gd name="connsiteY5" fmla="*/ 2431770 h 2976976"/>
              <a:gd name="connsiteX6" fmla="*/ 909244 w 2616235"/>
              <a:gd name="connsiteY6" fmla="*/ 2196407 h 2976976"/>
              <a:gd name="connsiteX7" fmla="*/ 975062 w 2616235"/>
              <a:gd name="connsiteY7" fmla="*/ 1757591 h 2976976"/>
              <a:gd name="connsiteX8" fmla="*/ 989064 w 2616235"/>
              <a:gd name="connsiteY8" fmla="*/ 1472317 h 2976976"/>
              <a:gd name="connsiteX9" fmla="*/ 1058882 w 2616235"/>
              <a:gd name="connsiteY9" fmla="*/ 1101318 h 2976976"/>
              <a:gd name="connsiteX10" fmla="*/ 1238333 w 2616235"/>
              <a:gd name="connsiteY10" fmla="*/ 762228 h 2976976"/>
              <a:gd name="connsiteX11" fmla="*/ 1567327 w 2616235"/>
              <a:gd name="connsiteY11" fmla="*/ 385228 h 2976976"/>
              <a:gd name="connsiteX12" fmla="*/ 1814797 w 2616235"/>
              <a:gd name="connsiteY12" fmla="*/ 154040 h 2976976"/>
              <a:gd name="connsiteX13" fmla="*/ 1970812 w 2616235"/>
              <a:gd name="connsiteY13" fmla="*/ 91119 h 2976976"/>
              <a:gd name="connsiteX14" fmla="*/ 2412671 w 2616235"/>
              <a:gd name="connsiteY14" fmla="*/ 40138 h 2976976"/>
              <a:gd name="connsiteX15" fmla="*/ 2328563 w 2616235"/>
              <a:gd name="connsiteY15" fmla="*/ 733952 h 2976976"/>
              <a:gd name="connsiteX16" fmla="*/ 2441452 w 2616235"/>
              <a:gd name="connsiteY16" fmla="*/ 1305277 h 2976976"/>
              <a:gd name="connsiteX17" fmla="*/ 2616030 w 2616235"/>
              <a:gd name="connsiteY17" fmla="*/ 1845506 h 2976976"/>
              <a:gd name="connsiteX18" fmla="*/ 2404670 w 2616235"/>
              <a:gd name="connsiteY18" fmla="*/ 2236508 h 2976976"/>
              <a:gd name="connsiteX19" fmla="*/ 2198263 w 2616235"/>
              <a:gd name="connsiteY19" fmla="*/ 2443009 h 2976976"/>
              <a:gd name="connsiteX20" fmla="*/ 1724680 w 2616235"/>
              <a:gd name="connsiteY20" fmla="*/ 2743238 h 2976976"/>
              <a:gd name="connsiteX21" fmla="*/ 1327868 w 2616235"/>
              <a:gd name="connsiteY21" fmla="*/ 2797054 h 2976976"/>
              <a:gd name="connsiteX22" fmla="*/ 931057 w 2616235"/>
              <a:gd name="connsiteY22" fmla="*/ 2898781 h 2976976"/>
              <a:gd name="connsiteX23" fmla="*/ 695789 w 2616235"/>
              <a:gd name="connsiteY23" fmla="*/ 2958598 h 2976976"/>
              <a:gd name="connsiteX24" fmla="*/ 348889 w 2616235"/>
              <a:gd name="connsiteY24" fmla="*/ 2970599 h 2976976"/>
              <a:gd name="connsiteX25" fmla="*/ 73711 w 2616235"/>
              <a:gd name="connsiteY25" fmla="*/ 2868872 h 2976976"/>
              <a:gd name="connsiteX26" fmla="*/ 2179 w 2616235"/>
              <a:gd name="connsiteY26" fmla="*/ 2699042 h 2976976"/>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28563 w 2616235"/>
              <a:gd name="connsiteY15" fmla="*/ 645286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235"/>
              <a:gd name="connsiteY0" fmla="*/ 2610376 h 2888310"/>
              <a:gd name="connsiteX1" fmla="*/ 18085 w 2616235"/>
              <a:gd name="connsiteY1" fmla="*/ 2486741 h 2888310"/>
              <a:gd name="connsiteX2" fmla="*/ 161627 w 2616235"/>
              <a:gd name="connsiteY2" fmla="*/ 2387014 h 2888310"/>
              <a:gd name="connsiteX3" fmla="*/ 384893 w 2616235"/>
              <a:gd name="connsiteY3" fmla="*/ 2456833 h 2888310"/>
              <a:gd name="connsiteX4" fmla="*/ 648069 w 2616235"/>
              <a:gd name="connsiteY4" fmla="*/ 2476740 h 2888310"/>
              <a:gd name="connsiteX5" fmla="*/ 831520 w 2616235"/>
              <a:gd name="connsiteY5" fmla="*/ 2343104 h 2888310"/>
              <a:gd name="connsiteX6" fmla="*/ 909244 w 2616235"/>
              <a:gd name="connsiteY6" fmla="*/ 2107741 h 2888310"/>
              <a:gd name="connsiteX7" fmla="*/ 975062 w 2616235"/>
              <a:gd name="connsiteY7" fmla="*/ 1668925 h 2888310"/>
              <a:gd name="connsiteX8" fmla="*/ 989064 w 2616235"/>
              <a:gd name="connsiteY8" fmla="*/ 1383651 h 2888310"/>
              <a:gd name="connsiteX9" fmla="*/ 1058882 w 2616235"/>
              <a:gd name="connsiteY9" fmla="*/ 1012652 h 2888310"/>
              <a:gd name="connsiteX10" fmla="*/ 1238333 w 2616235"/>
              <a:gd name="connsiteY10" fmla="*/ 673562 h 2888310"/>
              <a:gd name="connsiteX11" fmla="*/ 1567327 w 2616235"/>
              <a:gd name="connsiteY11" fmla="*/ 296562 h 2888310"/>
              <a:gd name="connsiteX12" fmla="*/ 1814797 w 2616235"/>
              <a:gd name="connsiteY12" fmla="*/ 65374 h 2888310"/>
              <a:gd name="connsiteX13" fmla="*/ 1970812 w 2616235"/>
              <a:gd name="connsiteY13" fmla="*/ 2453 h 2888310"/>
              <a:gd name="connsiteX14" fmla="*/ 2130916 w 2616235"/>
              <a:gd name="connsiteY14" fmla="*/ 129233 h 2888310"/>
              <a:gd name="connsiteX15" fmla="*/ 2309498 w 2616235"/>
              <a:gd name="connsiteY15" fmla="*/ 649451 h 2888310"/>
              <a:gd name="connsiteX16" fmla="*/ 2441452 w 2616235"/>
              <a:gd name="connsiteY16" fmla="*/ 1216611 h 2888310"/>
              <a:gd name="connsiteX17" fmla="*/ 2616030 w 2616235"/>
              <a:gd name="connsiteY17" fmla="*/ 1756840 h 2888310"/>
              <a:gd name="connsiteX18" fmla="*/ 2404670 w 2616235"/>
              <a:gd name="connsiteY18" fmla="*/ 2147842 h 2888310"/>
              <a:gd name="connsiteX19" fmla="*/ 2198263 w 2616235"/>
              <a:gd name="connsiteY19" fmla="*/ 2354343 h 2888310"/>
              <a:gd name="connsiteX20" fmla="*/ 1724680 w 2616235"/>
              <a:gd name="connsiteY20" fmla="*/ 2654572 h 2888310"/>
              <a:gd name="connsiteX21" fmla="*/ 1327868 w 2616235"/>
              <a:gd name="connsiteY21" fmla="*/ 2708388 h 2888310"/>
              <a:gd name="connsiteX22" fmla="*/ 931057 w 2616235"/>
              <a:gd name="connsiteY22" fmla="*/ 2810115 h 2888310"/>
              <a:gd name="connsiteX23" fmla="*/ 695789 w 2616235"/>
              <a:gd name="connsiteY23" fmla="*/ 2869932 h 2888310"/>
              <a:gd name="connsiteX24" fmla="*/ 348889 w 2616235"/>
              <a:gd name="connsiteY24" fmla="*/ 2881933 h 2888310"/>
              <a:gd name="connsiteX25" fmla="*/ 73711 w 2616235"/>
              <a:gd name="connsiteY25" fmla="*/ 2780206 h 2888310"/>
              <a:gd name="connsiteX26" fmla="*/ 2179 w 2616235"/>
              <a:gd name="connsiteY26" fmla="*/ 2610376 h 2888310"/>
              <a:gd name="connsiteX0" fmla="*/ 2179 w 2616062"/>
              <a:gd name="connsiteY0" fmla="*/ 2610376 h 2888310"/>
              <a:gd name="connsiteX1" fmla="*/ 18085 w 2616062"/>
              <a:gd name="connsiteY1" fmla="*/ 2486741 h 2888310"/>
              <a:gd name="connsiteX2" fmla="*/ 161627 w 2616062"/>
              <a:gd name="connsiteY2" fmla="*/ 2387014 h 2888310"/>
              <a:gd name="connsiteX3" fmla="*/ 384893 w 2616062"/>
              <a:gd name="connsiteY3" fmla="*/ 2456833 h 2888310"/>
              <a:gd name="connsiteX4" fmla="*/ 648069 w 2616062"/>
              <a:gd name="connsiteY4" fmla="*/ 2476740 h 2888310"/>
              <a:gd name="connsiteX5" fmla="*/ 831520 w 2616062"/>
              <a:gd name="connsiteY5" fmla="*/ 2343104 h 2888310"/>
              <a:gd name="connsiteX6" fmla="*/ 909244 w 2616062"/>
              <a:gd name="connsiteY6" fmla="*/ 2107741 h 2888310"/>
              <a:gd name="connsiteX7" fmla="*/ 975062 w 2616062"/>
              <a:gd name="connsiteY7" fmla="*/ 1668925 h 2888310"/>
              <a:gd name="connsiteX8" fmla="*/ 989064 w 2616062"/>
              <a:gd name="connsiteY8" fmla="*/ 1383651 h 2888310"/>
              <a:gd name="connsiteX9" fmla="*/ 1058882 w 2616062"/>
              <a:gd name="connsiteY9" fmla="*/ 1012652 h 2888310"/>
              <a:gd name="connsiteX10" fmla="*/ 1238333 w 2616062"/>
              <a:gd name="connsiteY10" fmla="*/ 673562 h 2888310"/>
              <a:gd name="connsiteX11" fmla="*/ 1567327 w 2616062"/>
              <a:gd name="connsiteY11" fmla="*/ 296562 h 2888310"/>
              <a:gd name="connsiteX12" fmla="*/ 1814797 w 2616062"/>
              <a:gd name="connsiteY12" fmla="*/ 65374 h 2888310"/>
              <a:gd name="connsiteX13" fmla="*/ 1970812 w 2616062"/>
              <a:gd name="connsiteY13" fmla="*/ 2453 h 2888310"/>
              <a:gd name="connsiteX14" fmla="*/ 2130916 w 2616062"/>
              <a:gd name="connsiteY14" fmla="*/ 129233 h 2888310"/>
              <a:gd name="connsiteX15" fmla="*/ 2309498 w 2616062"/>
              <a:gd name="connsiteY15" fmla="*/ 649451 h 2888310"/>
              <a:gd name="connsiteX16" fmla="*/ 2420076 w 2616062"/>
              <a:gd name="connsiteY16" fmla="*/ 1255814 h 2888310"/>
              <a:gd name="connsiteX17" fmla="*/ 2616030 w 2616062"/>
              <a:gd name="connsiteY17" fmla="*/ 1756840 h 2888310"/>
              <a:gd name="connsiteX18" fmla="*/ 2404670 w 2616062"/>
              <a:gd name="connsiteY18" fmla="*/ 2147842 h 2888310"/>
              <a:gd name="connsiteX19" fmla="*/ 2198263 w 2616062"/>
              <a:gd name="connsiteY19" fmla="*/ 2354343 h 2888310"/>
              <a:gd name="connsiteX20" fmla="*/ 1724680 w 2616062"/>
              <a:gd name="connsiteY20" fmla="*/ 2654572 h 2888310"/>
              <a:gd name="connsiteX21" fmla="*/ 1327868 w 2616062"/>
              <a:gd name="connsiteY21" fmla="*/ 2708388 h 2888310"/>
              <a:gd name="connsiteX22" fmla="*/ 931057 w 2616062"/>
              <a:gd name="connsiteY22" fmla="*/ 2810115 h 2888310"/>
              <a:gd name="connsiteX23" fmla="*/ 695789 w 2616062"/>
              <a:gd name="connsiteY23" fmla="*/ 2869932 h 2888310"/>
              <a:gd name="connsiteX24" fmla="*/ 348889 w 2616062"/>
              <a:gd name="connsiteY24" fmla="*/ 2881933 h 2888310"/>
              <a:gd name="connsiteX25" fmla="*/ 73711 w 2616062"/>
              <a:gd name="connsiteY25" fmla="*/ 2780206 h 2888310"/>
              <a:gd name="connsiteX26" fmla="*/ 2179 w 2616062"/>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98263 w 2616074"/>
              <a:gd name="connsiteY19" fmla="*/ 2354343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074"/>
              <a:gd name="connsiteY0" fmla="*/ 2610376 h 2888310"/>
              <a:gd name="connsiteX1" fmla="*/ 18085 w 2616074"/>
              <a:gd name="connsiteY1" fmla="*/ 2486741 h 2888310"/>
              <a:gd name="connsiteX2" fmla="*/ 161627 w 2616074"/>
              <a:gd name="connsiteY2" fmla="*/ 2387014 h 2888310"/>
              <a:gd name="connsiteX3" fmla="*/ 384893 w 2616074"/>
              <a:gd name="connsiteY3" fmla="*/ 2456833 h 2888310"/>
              <a:gd name="connsiteX4" fmla="*/ 648069 w 2616074"/>
              <a:gd name="connsiteY4" fmla="*/ 2476740 h 2888310"/>
              <a:gd name="connsiteX5" fmla="*/ 831520 w 2616074"/>
              <a:gd name="connsiteY5" fmla="*/ 2343104 h 2888310"/>
              <a:gd name="connsiteX6" fmla="*/ 909244 w 2616074"/>
              <a:gd name="connsiteY6" fmla="*/ 2107741 h 2888310"/>
              <a:gd name="connsiteX7" fmla="*/ 975062 w 2616074"/>
              <a:gd name="connsiteY7" fmla="*/ 1668925 h 2888310"/>
              <a:gd name="connsiteX8" fmla="*/ 989064 w 2616074"/>
              <a:gd name="connsiteY8" fmla="*/ 1383651 h 2888310"/>
              <a:gd name="connsiteX9" fmla="*/ 1058882 w 2616074"/>
              <a:gd name="connsiteY9" fmla="*/ 1012652 h 2888310"/>
              <a:gd name="connsiteX10" fmla="*/ 1238333 w 2616074"/>
              <a:gd name="connsiteY10" fmla="*/ 673562 h 2888310"/>
              <a:gd name="connsiteX11" fmla="*/ 1567327 w 2616074"/>
              <a:gd name="connsiteY11" fmla="*/ 296562 h 2888310"/>
              <a:gd name="connsiteX12" fmla="*/ 1814797 w 2616074"/>
              <a:gd name="connsiteY12" fmla="*/ 65374 h 2888310"/>
              <a:gd name="connsiteX13" fmla="*/ 1970812 w 2616074"/>
              <a:gd name="connsiteY13" fmla="*/ 2453 h 2888310"/>
              <a:gd name="connsiteX14" fmla="*/ 2130916 w 2616074"/>
              <a:gd name="connsiteY14" fmla="*/ 129233 h 2888310"/>
              <a:gd name="connsiteX15" fmla="*/ 2309498 w 2616074"/>
              <a:gd name="connsiteY15" fmla="*/ 649451 h 2888310"/>
              <a:gd name="connsiteX16" fmla="*/ 2420076 w 2616074"/>
              <a:gd name="connsiteY16" fmla="*/ 1255814 h 2888310"/>
              <a:gd name="connsiteX17" fmla="*/ 2616030 w 2616074"/>
              <a:gd name="connsiteY17" fmla="*/ 1756840 h 2888310"/>
              <a:gd name="connsiteX18" fmla="*/ 2404670 w 2616074"/>
              <a:gd name="connsiteY18" fmla="*/ 2147842 h 2888310"/>
              <a:gd name="connsiteX19" fmla="*/ 2172559 w 2616074"/>
              <a:gd name="connsiteY19" fmla="*/ 2283130 h 2888310"/>
              <a:gd name="connsiteX20" fmla="*/ 1724680 w 2616074"/>
              <a:gd name="connsiteY20" fmla="*/ 2654572 h 2888310"/>
              <a:gd name="connsiteX21" fmla="*/ 1327868 w 2616074"/>
              <a:gd name="connsiteY21" fmla="*/ 2708388 h 2888310"/>
              <a:gd name="connsiteX22" fmla="*/ 931057 w 2616074"/>
              <a:gd name="connsiteY22" fmla="*/ 2810115 h 2888310"/>
              <a:gd name="connsiteX23" fmla="*/ 695789 w 2616074"/>
              <a:gd name="connsiteY23" fmla="*/ 2869932 h 2888310"/>
              <a:gd name="connsiteX24" fmla="*/ 348889 w 2616074"/>
              <a:gd name="connsiteY24" fmla="*/ 2881933 h 2888310"/>
              <a:gd name="connsiteX25" fmla="*/ 73711 w 2616074"/>
              <a:gd name="connsiteY25" fmla="*/ 2780206 h 2888310"/>
              <a:gd name="connsiteX26" fmla="*/ 2179 w 2616074"/>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72559 w 2616595"/>
              <a:gd name="connsiteY19" fmla="*/ 2283130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 name="connsiteX0" fmla="*/ 2179 w 2616595"/>
              <a:gd name="connsiteY0" fmla="*/ 2610376 h 2888310"/>
              <a:gd name="connsiteX1" fmla="*/ 18085 w 2616595"/>
              <a:gd name="connsiteY1" fmla="*/ 2486741 h 2888310"/>
              <a:gd name="connsiteX2" fmla="*/ 161627 w 2616595"/>
              <a:gd name="connsiteY2" fmla="*/ 2387014 h 2888310"/>
              <a:gd name="connsiteX3" fmla="*/ 384893 w 2616595"/>
              <a:gd name="connsiteY3" fmla="*/ 2456833 h 2888310"/>
              <a:gd name="connsiteX4" fmla="*/ 648069 w 2616595"/>
              <a:gd name="connsiteY4" fmla="*/ 2476740 h 2888310"/>
              <a:gd name="connsiteX5" fmla="*/ 831520 w 2616595"/>
              <a:gd name="connsiteY5" fmla="*/ 2343104 h 2888310"/>
              <a:gd name="connsiteX6" fmla="*/ 909244 w 2616595"/>
              <a:gd name="connsiteY6" fmla="*/ 2107741 h 2888310"/>
              <a:gd name="connsiteX7" fmla="*/ 975062 w 2616595"/>
              <a:gd name="connsiteY7" fmla="*/ 1668925 h 2888310"/>
              <a:gd name="connsiteX8" fmla="*/ 989064 w 2616595"/>
              <a:gd name="connsiteY8" fmla="*/ 1383651 h 2888310"/>
              <a:gd name="connsiteX9" fmla="*/ 1058882 w 2616595"/>
              <a:gd name="connsiteY9" fmla="*/ 1012652 h 2888310"/>
              <a:gd name="connsiteX10" fmla="*/ 1238333 w 2616595"/>
              <a:gd name="connsiteY10" fmla="*/ 673562 h 2888310"/>
              <a:gd name="connsiteX11" fmla="*/ 1567327 w 2616595"/>
              <a:gd name="connsiteY11" fmla="*/ 296562 h 2888310"/>
              <a:gd name="connsiteX12" fmla="*/ 1814797 w 2616595"/>
              <a:gd name="connsiteY12" fmla="*/ 65374 h 2888310"/>
              <a:gd name="connsiteX13" fmla="*/ 1970812 w 2616595"/>
              <a:gd name="connsiteY13" fmla="*/ 2453 h 2888310"/>
              <a:gd name="connsiteX14" fmla="*/ 2130916 w 2616595"/>
              <a:gd name="connsiteY14" fmla="*/ 129233 h 2888310"/>
              <a:gd name="connsiteX15" fmla="*/ 2309498 w 2616595"/>
              <a:gd name="connsiteY15" fmla="*/ 649451 h 2888310"/>
              <a:gd name="connsiteX16" fmla="*/ 2420076 w 2616595"/>
              <a:gd name="connsiteY16" fmla="*/ 1255814 h 2888310"/>
              <a:gd name="connsiteX17" fmla="*/ 2616030 w 2616595"/>
              <a:gd name="connsiteY17" fmla="*/ 1756840 h 2888310"/>
              <a:gd name="connsiteX18" fmla="*/ 2362263 w 2616595"/>
              <a:gd name="connsiteY18" fmla="*/ 2076978 h 2888310"/>
              <a:gd name="connsiteX19" fmla="*/ 2165537 w 2616595"/>
              <a:gd name="connsiteY19" fmla="*/ 2191152 h 2888310"/>
              <a:gd name="connsiteX20" fmla="*/ 1724680 w 2616595"/>
              <a:gd name="connsiteY20" fmla="*/ 2654572 h 2888310"/>
              <a:gd name="connsiteX21" fmla="*/ 1327868 w 2616595"/>
              <a:gd name="connsiteY21" fmla="*/ 2708388 h 2888310"/>
              <a:gd name="connsiteX22" fmla="*/ 931057 w 2616595"/>
              <a:gd name="connsiteY22" fmla="*/ 2810115 h 2888310"/>
              <a:gd name="connsiteX23" fmla="*/ 695789 w 2616595"/>
              <a:gd name="connsiteY23" fmla="*/ 2869932 h 2888310"/>
              <a:gd name="connsiteX24" fmla="*/ 348889 w 2616595"/>
              <a:gd name="connsiteY24" fmla="*/ 2881933 h 2888310"/>
              <a:gd name="connsiteX25" fmla="*/ 73711 w 2616595"/>
              <a:gd name="connsiteY25" fmla="*/ 2780206 h 2888310"/>
              <a:gd name="connsiteX26" fmla="*/ 2179 w 2616595"/>
              <a:gd name="connsiteY26" fmla="*/ 2610376 h 288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6595" h="2888310">
                <a:moveTo>
                  <a:pt x="2179" y="2610376"/>
                </a:moveTo>
                <a:cubicBezTo>
                  <a:pt x="-2774" y="2568085"/>
                  <a:pt x="-12" y="2525032"/>
                  <a:pt x="18085" y="2486741"/>
                </a:cubicBezTo>
                <a:cubicBezTo>
                  <a:pt x="44755" y="2430448"/>
                  <a:pt x="99810" y="2392634"/>
                  <a:pt x="161627" y="2387014"/>
                </a:cubicBezTo>
                <a:cubicBezTo>
                  <a:pt x="240304" y="2379870"/>
                  <a:pt x="310312" y="2427972"/>
                  <a:pt x="384893" y="2456833"/>
                </a:cubicBezTo>
                <a:cubicBezTo>
                  <a:pt x="468904" y="2489313"/>
                  <a:pt x="561392" y="2500933"/>
                  <a:pt x="648069" y="2476740"/>
                </a:cubicBezTo>
                <a:cubicBezTo>
                  <a:pt x="723602" y="2455690"/>
                  <a:pt x="788563" y="2408827"/>
                  <a:pt x="831520" y="2343104"/>
                </a:cubicBezTo>
                <a:cubicBezTo>
                  <a:pt x="877050" y="2273286"/>
                  <a:pt x="893052" y="2189847"/>
                  <a:pt x="909244" y="2107741"/>
                </a:cubicBezTo>
                <a:cubicBezTo>
                  <a:pt x="938010" y="1962390"/>
                  <a:pt x="963156" y="1816467"/>
                  <a:pt x="975062" y="1668925"/>
                </a:cubicBezTo>
                <a:cubicBezTo>
                  <a:pt x="982682" y="1574056"/>
                  <a:pt x="981539" y="1478615"/>
                  <a:pt x="989064" y="1383651"/>
                </a:cubicBezTo>
                <a:cubicBezTo>
                  <a:pt x="998970" y="1257635"/>
                  <a:pt x="1017163" y="1131905"/>
                  <a:pt x="1058882" y="1012652"/>
                </a:cubicBezTo>
                <a:cubicBezTo>
                  <a:pt x="1101269" y="891303"/>
                  <a:pt x="1163848" y="778432"/>
                  <a:pt x="1238333" y="673562"/>
                </a:cubicBezTo>
                <a:cubicBezTo>
                  <a:pt x="1335107" y="537259"/>
                  <a:pt x="1471250" y="397927"/>
                  <a:pt x="1567327" y="296562"/>
                </a:cubicBezTo>
                <a:cubicBezTo>
                  <a:pt x="1663404" y="195197"/>
                  <a:pt x="1747550" y="114392"/>
                  <a:pt x="1814797" y="65374"/>
                </a:cubicBezTo>
                <a:cubicBezTo>
                  <a:pt x="1882045" y="16356"/>
                  <a:pt x="1918126" y="-8190"/>
                  <a:pt x="1970812" y="2453"/>
                </a:cubicBezTo>
                <a:cubicBezTo>
                  <a:pt x="2023498" y="13096"/>
                  <a:pt x="2074468" y="21400"/>
                  <a:pt x="2130916" y="129233"/>
                </a:cubicBezTo>
                <a:cubicBezTo>
                  <a:pt x="2187364" y="237066"/>
                  <a:pt x="2305295" y="413328"/>
                  <a:pt x="2309498" y="649451"/>
                </a:cubicBezTo>
                <a:cubicBezTo>
                  <a:pt x="2314295" y="860307"/>
                  <a:pt x="2372165" y="1070555"/>
                  <a:pt x="2420076" y="1255814"/>
                </a:cubicBezTo>
                <a:cubicBezTo>
                  <a:pt x="2510129" y="1423137"/>
                  <a:pt x="2625665" y="1619979"/>
                  <a:pt x="2616030" y="1756840"/>
                </a:cubicBezTo>
                <a:cubicBezTo>
                  <a:pt x="2606395" y="1893701"/>
                  <a:pt x="2437345" y="2004593"/>
                  <a:pt x="2362263" y="2076978"/>
                </a:cubicBezTo>
                <a:cubicBezTo>
                  <a:pt x="2287181" y="2149363"/>
                  <a:pt x="2271801" y="2094886"/>
                  <a:pt x="2165537" y="2191152"/>
                </a:cubicBezTo>
                <a:cubicBezTo>
                  <a:pt x="2059273" y="2287418"/>
                  <a:pt x="1864291" y="2568366"/>
                  <a:pt x="1724680" y="2654572"/>
                </a:cubicBezTo>
                <a:cubicBezTo>
                  <a:pt x="1585069" y="2740778"/>
                  <a:pt x="1460456" y="2689338"/>
                  <a:pt x="1327868" y="2708388"/>
                </a:cubicBezTo>
                <a:cubicBezTo>
                  <a:pt x="1192518" y="2727914"/>
                  <a:pt x="1062311" y="2771158"/>
                  <a:pt x="931057" y="2810115"/>
                </a:cubicBezTo>
                <a:cubicBezTo>
                  <a:pt x="853428" y="2833165"/>
                  <a:pt x="775513" y="2855740"/>
                  <a:pt x="695789" y="2869932"/>
                </a:cubicBezTo>
                <a:cubicBezTo>
                  <a:pt x="581203" y="2890410"/>
                  <a:pt x="464808" y="2892792"/>
                  <a:pt x="348889" y="2881933"/>
                </a:cubicBezTo>
                <a:cubicBezTo>
                  <a:pt x="247352" y="2872408"/>
                  <a:pt x="142006" y="2854025"/>
                  <a:pt x="73711" y="2780206"/>
                </a:cubicBezTo>
                <a:cubicBezTo>
                  <a:pt x="31420" y="2733915"/>
                  <a:pt x="9513" y="2672955"/>
                  <a:pt x="2179" y="2610376"/>
                </a:cubicBezTo>
                <a:close/>
              </a:path>
            </a:pathLst>
          </a:custGeom>
          <a:noFill/>
          <a:ln w="6350" cap="rnd">
            <a:solidFill>
              <a:schemeClr val="tx1">
                <a:alpha val="35000"/>
              </a:schemeClr>
            </a:solidFill>
            <a:prstDash val="dash"/>
            <a:round/>
          </a:ln>
        </p:spPr>
        <p:txBody>
          <a:bodyPr rtlCol="0" anchor="ctr"/>
          <a:lstStyle/>
          <a:p>
            <a:endParaRPr lang="en-US"/>
          </a:p>
        </p:txBody>
      </p:sp>
      <p:sp>
        <p:nvSpPr>
          <p:cNvPr id="40" name="Freeform: Shape 39">
            <a:extLst>
              <a:ext uri="{FF2B5EF4-FFF2-40B4-BE49-F238E27FC236}">
                <a16:creationId xmlns:a16="http://schemas.microsoft.com/office/drawing/2014/main" id="{F7F6E72B-45CC-4DD7-EA0B-0600A5BDA1C2}"/>
              </a:ext>
            </a:extLst>
          </p:cNvPr>
          <p:cNvSpPr/>
          <p:nvPr userDrawn="1"/>
        </p:nvSpPr>
        <p:spPr>
          <a:xfrm rot="9306195" flipV="1">
            <a:off x="202285" y="1494150"/>
            <a:ext cx="1349765" cy="1848555"/>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58174"/>
              <a:gd name="connsiteY0" fmla="*/ 1664146 h 2255159"/>
              <a:gd name="connsiteX1" fmla="*/ 97839 w 1358174"/>
              <a:gd name="connsiteY1" fmla="*/ 1271049 h 2255159"/>
              <a:gd name="connsiteX2" fmla="*/ 97839 w 1358174"/>
              <a:gd name="connsiteY2" fmla="*/ 991109 h 2255159"/>
              <a:gd name="connsiteX3" fmla="*/ 195756 w 1358174"/>
              <a:gd name="connsiteY3" fmla="*/ 588964 h 2255159"/>
              <a:gd name="connsiteX4" fmla="*/ 373778 w 1358174"/>
              <a:gd name="connsiteY4" fmla="*/ 336170 h 2255159"/>
              <a:gd name="connsiteX5" fmla="*/ 706867 w 1358174"/>
              <a:gd name="connsiteY5" fmla="*/ 86234 h 2255159"/>
              <a:gd name="connsiteX6" fmla="*/ 953755 w 1358174"/>
              <a:gd name="connsiteY6" fmla="*/ 33 h 2255159"/>
              <a:gd name="connsiteX7" fmla="*/ 1105965 w 1358174"/>
              <a:gd name="connsiteY7" fmla="*/ 60326 h 2255159"/>
              <a:gd name="connsiteX8" fmla="*/ 1146160 w 1358174"/>
              <a:gd name="connsiteY8" fmla="*/ 221204 h 2255159"/>
              <a:gd name="connsiteX9" fmla="*/ 1177783 w 1358174"/>
              <a:gd name="connsiteY9" fmla="*/ 448089 h 2255159"/>
              <a:gd name="connsiteX10" fmla="*/ 1281129 w 1358174"/>
              <a:gd name="connsiteY10" fmla="*/ 789941 h 2255159"/>
              <a:gd name="connsiteX11" fmla="*/ 1306942 w 1358174"/>
              <a:gd name="connsiteY11" fmla="*/ 942151 h 2255159"/>
              <a:gd name="connsiteX12" fmla="*/ 1321325 w 1358174"/>
              <a:gd name="connsiteY12" fmla="*/ 1272478 h 2255159"/>
              <a:gd name="connsiteX13" fmla="*/ 1334028 w 1358174"/>
              <a:gd name="connsiteY13" fmla="*/ 1672758 h 2255159"/>
              <a:gd name="connsiteX14" fmla="*/ 1085962 w 1358174"/>
              <a:gd name="connsiteY14" fmla="*/ 1844073 h 2255159"/>
              <a:gd name="connsiteX15" fmla="*/ 849075 w 1358174"/>
              <a:gd name="connsiteY15" fmla="*/ 2081055 h 2255159"/>
              <a:gd name="connsiteX16" fmla="*/ 445691 w 1358174"/>
              <a:gd name="connsiteY16" fmla="*/ 2254887 h 2255159"/>
              <a:gd name="connsiteX17" fmla="*/ 126985 w 1358174"/>
              <a:gd name="connsiteY17" fmla="*/ 2134205 h 2255159"/>
              <a:gd name="connsiteX18" fmla="*/ 683 w 1358174"/>
              <a:gd name="connsiteY18" fmla="*/ 1829690 h 2255159"/>
              <a:gd name="connsiteX19" fmla="*/ 14495 w 1358174"/>
              <a:gd name="connsiteY19" fmla="*/ 1664146 h 225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8174" h="2255159">
                <a:moveTo>
                  <a:pt x="14495" y="1664146"/>
                </a:move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398607" y="1553696"/>
                  <a:pt x="1334028" y="1672758"/>
                </a:cubicBezTo>
                <a:cubicBezTo>
                  <a:pt x="1298214" y="1738767"/>
                  <a:pt x="1166787" y="1776024"/>
                  <a:pt x="1085962" y="1844073"/>
                </a:cubicBezTo>
                <a:cubicBezTo>
                  <a:pt x="1005137" y="1912122"/>
                  <a:pt x="936610" y="2011237"/>
                  <a:pt x="849075" y="2081055"/>
                </a:cubicBezTo>
                <a:cubicBezTo>
                  <a:pt x="731441" y="2174972"/>
                  <a:pt x="595424" y="2249743"/>
                  <a:pt x="445691" y="2254887"/>
                </a:cubicBezTo>
                <a:cubicBezTo>
                  <a:pt x="326915" y="2258887"/>
                  <a:pt x="210138" y="2218882"/>
                  <a:pt x="126985" y="2134205"/>
                </a:cubicBezTo>
                <a:cubicBezTo>
                  <a:pt x="47642" y="2053432"/>
                  <a:pt x="5922" y="1943228"/>
                  <a:pt x="683" y="1829690"/>
                </a:cubicBezTo>
                <a:cubicBezTo>
                  <a:pt x="-2079" y="1774255"/>
                  <a:pt x="3732" y="1718819"/>
                  <a:pt x="14495" y="1664146"/>
                </a:cubicBezTo>
                <a:close/>
              </a:path>
            </a:pathLst>
          </a:custGeom>
          <a:noFill/>
          <a:ln w="6350" cap="rnd">
            <a:solidFill>
              <a:schemeClr val="tx1">
                <a:alpha val="35000"/>
              </a:schemeClr>
            </a:solidFill>
            <a:prstDash val="dash"/>
            <a:round/>
          </a:ln>
        </p:spPr>
        <p:txBody>
          <a:bodyPr rtlCol="0" anchor="ctr"/>
          <a:lstStyle/>
          <a:p>
            <a:endParaRPr lang="en-US"/>
          </a:p>
        </p:txBody>
      </p:sp>
      <p:sp>
        <p:nvSpPr>
          <p:cNvPr id="41" name="Freeform: Shape 40">
            <a:extLst>
              <a:ext uri="{FF2B5EF4-FFF2-40B4-BE49-F238E27FC236}">
                <a16:creationId xmlns:a16="http://schemas.microsoft.com/office/drawing/2014/main" id="{02D51D22-9A3B-AB1E-8579-E2D72CBF3B80}"/>
              </a:ext>
            </a:extLst>
          </p:cNvPr>
          <p:cNvSpPr/>
          <p:nvPr userDrawn="1"/>
        </p:nvSpPr>
        <p:spPr>
          <a:xfrm rot="10824620" flipV="1">
            <a:off x="486741" y="2154194"/>
            <a:ext cx="513331" cy="442593"/>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42" name="Freeform: Shape 41">
            <a:extLst>
              <a:ext uri="{FF2B5EF4-FFF2-40B4-BE49-F238E27FC236}">
                <a16:creationId xmlns:a16="http://schemas.microsoft.com/office/drawing/2014/main" id="{CAF5F2E8-E581-E727-0DAC-D4F3BB5F11DE}"/>
              </a:ext>
            </a:extLst>
          </p:cNvPr>
          <p:cNvSpPr/>
          <p:nvPr userDrawn="1"/>
        </p:nvSpPr>
        <p:spPr>
          <a:xfrm rot="16000659" flipV="1">
            <a:off x="179922" y="1971908"/>
            <a:ext cx="1246319" cy="926431"/>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20577"/>
              <a:gd name="connsiteY0" fmla="*/ 512152 h 635142"/>
              <a:gd name="connsiteX1" fmla="*/ 236740 w 420577"/>
              <a:gd name="connsiteY1" fmla="*/ 631376 h 635142"/>
              <a:gd name="connsiteX2" fmla="*/ 404518 w 420577"/>
              <a:gd name="connsiteY2" fmla="*/ 591120 h 635142"/>
              <a:gd name="connsiteX3" fmla="*/ 414544 w 420577"/>
              <a:gd name="connsiteY3" fmla="*/ 450271 h 635142"/>
              <a:gd name="connsiteX4" fmla="*/ 399074 w 420577"/>
              <a:gd name="connsiteY4" fmla="*/ 265944 h 635142"/>
              <a:gd name="connsiteX5" fmla="*/ 300911 w 420577"/>
              <a:gd name="connsiteY5" fmla="*/ 85027 h 635142"/>
              <a:gd name="connsiteX6" fmla="*/ 162385 w 420577"/>
              <a:gd name="connsiteY6" fmla="*/ 6115 h 635142"/>
              <a:gd name="connsiteX7" fmla="*/ 3817 w 420577"/>
              <a:gd name="connsiteY7" fmla="*/ 102462 h 635142"/>
              <a:gd name="connsiteX8" fmla="*/ 85286 w 420577"/>
              <a:gd name="connsiteY8" fmla="*/ 512152 h 635142"/>
              <a:gd name="connsiteX0" fmla="*/ 85286 w 420772"/>
              <a:gd name="connsiteY0" fmla="*/ 512152 h 605295"/>
              <a:gd name="connsiteX1" fmla="*/ 233975 w 420772"/>
              <a:gd name="connsiteY1" fmla="*/ 591489 h 605295"/>
              <a:gd name="connsiteX2" fmla="*/ 404518 w 420772"/>
              <a:gd name="connsiteY2" fmla="*/ 591120 h 605295"/>
              <a:gd name="connsiteX3" fmla="*/ 414544 w 420772"/>
              <a:gd name="connsiteY3" fmla="*/ 450271 h 605295"/>
              <a:gd name="connsiteX4" fmla="*/ 399074 w 420772"/>
              <a:gd name="connsiteY4" fmla="*/ 265944 h 605295"/>
              <a:gd name="connsiteX5" fmla="*/ 300911 w 420772"/>
              <a:gd name="connsiteY5" fmla="*/ 85027 h 605295"/>
              <a:gd name="connsiteX6" fmla="*/ 162385 w 420772"/>
              <a:gd name="connsiteY6" fmla="*/ 6115 h 605295"/>
              <a:gd name="connsiteX7" fmla="*/ 3817 w 420772"/>
              <a:gd name="connsiteY7" fmla="*/ 102462 h 605295"/>
              <a:gd name="connsiteX8" fmla="*/ 85286 w 420772"/>
              <a:gd name="connsiteY8" fmla="*/ 512152 h 605295"/>
              <a:gd name="connsiteX0" fmla="*/ 85286 w 425926"/>
              <a:gd name="connsiteY0" fmla="*/ 512152 h 615214"/>
              <a:gd name="connsiteX1" fmla="*/ 233975 w 425926"/>
              <a:gd name="connsiteY1" fmla="*/ 591489 h 615214"/>
              <a:gd name="connsiteX2" fmla="*/ 404518 w 425926"/>
              <a:gd name="connsiteY2" fmla="*/ 591120 h 615214"/>
              <a:gd name="connsiteX3" fmla="*/ 414544 w 425926"/>
              <a:gd name="connsiteY3" fmla="*/ 450271 h 615214"/>
              <a:gd name="connsiteX4" fmla="*/ 399074 w 425926"/>
              <a:gd name="connsiteY4" fmla="*/ 265944 h 615214"/>
              <a:gd name="connsiteX5" fmla="*/ 300911 w 425926"/>
              <a:gd name="connsiteY5" fmla="*/ 85027 h 615214"/>
              <a:gd name="connsiteX6" fmla="*/ 162385 w 425926"/>
              <a:gd name="connsiteY6" fmla="*/ 6115 h 615214"/>
              <a:gd name="connsiteX7" fmla="*/ 3817 w 425926"/>
              <a:gd name="connsiteY7" fmla="*/ 102462 h 615214"/>
              <a:gd name="connsiteX8" fmla="*/ 85286 w 425926"/>
              <a:gd name="connsiteY8" fmla="*/ 512152 h 615214"/>
              <a:gd name="connsiteX0" fmla="*/ 85286 w 438323"/>
              <a:gd name="connsiteY0" fmla="*/ 512152 h 604619"/>
              <a:gd name="connsiteX1" fmla="*/ 233975 w 438323"/>
              <a:gd name="connsiteY1" fmla="*/ 591489 h 604619"/>
              <a:gd name="connsiteX2" fmla="*/ 404518 w 438323"/>
              <a:gd name="connsiteY2" fmla="*/ 591120 h 604619"/>
              <a:gd name="connsiteX3" fmla="*/ 438257 w 438323"/>
              <a:gd name="connsiteY3" fmla="*/ 460077 h 604619"/>
              <a:gd name="connsiteX4" fmla="*/ 399074 w 438323"/>
              <a:gd name="connsiteY4" fmla="*/ 265944 h 604619"/>
              <a:gd name="connsiteX5" fmla="*/ 300911 w 438323"/>
              <a:gd name="connsiteY5" fmla="*/ 85027 h 604619"/>
              <a:gd name="connsiteX6" fmla="*/ 162385 w 438323"/>
              <a:gd name="connsiteY6" fmla="*/ 6115 h 604619"/>
              <a:gd name="connsiteX7" fmla="*/ 3817 w 438323"/>
              <a:gd name="connsiteY7" fmla="*/ 102462 h 604619"/>
              <a:gd name="connsiteX8" fmla="*/ 85286 w 438323"/>
              <a:gd name="connsiteY8" fmla="*/ 512152 h 604619"/>
              <a:gd name="connsiteX0" fmla="*/ 85286 w 438738"/>
              <a:gd name="connsiteY0" fmla="*/ 512152 h 595918"/>
              <a:gd name="connsiteX1" fmla="*/ 233975 w 438738"/>
              <a:gd name="connsiteY1" fmla="*/ 591489 h 595918"/>
              <a:gd name="connsiteX2" fmla="*/ 404518 w 438738"/>
              <a:gd name="connsiteY2" fmla="*/ 591120 h 595918"/>
              <a:gd name="connsiteX3" fmla="*/ 438257 w 438738"/>
              <a:gd name="connsiteY3" fmla="*/ 460077 h 595918"/>
              <a:gd name="connsiteX4" fmla="*/ 399074 w 438738"/>
              <a:gd name="connsiteY4" fmla="*/ 265944 h 595918"/>
              <a:gd name="connsiteX5" fmla="*/ 300911 w 438738"/>
              <a:gd name="connsiteY5" fmla="*/ 85027 h 595918"/>
              <a:gd name="connsiteX6" fmla="*/ 162385 w 438738"/>
              <a:gd name="connsiteY6" fmla="*/ 6115 h 595918"/>
              <a:gd name="connsiteX7" fmla="*/ 3817 w 438738"/>
              <a:gd name="connsiteY7" fmla="*/ 102462 h 595918"/>
              <a:gd name="connsiteX8" fmla="*/ 85286 w 438738"/>
              <a:gd name="connsiteY8" fmla="*/ 512152 h 595918"/>
              <a:gd name="connsiteX0" fmla="*/ 109307 w 462759"/>
              <a:gd name="connsiteY0" fmla="*/ 507115 h 590881"/>
              <a:gd name="connsiteX1" fmla="*/ 257996 w 462759"/>
              <a:gd name="connsiteY1" fmla="*/ 586452 h 590881"/>
              <a:gd name="connsiteX2" fmla="*/ 428539 w 462759"/>
              <a:gd name="connsiteY2" fmla="*/ 586083 h 590881"/>
              <a:gd name="connsiteX3" fmla="*/ 462278 w 462759"/>
              <a:gd name="connsiteY3" fmla="*/ 455040 h 590881"/>
              <a:gd name="connsiteX4" fmla="*/ 423095 w 462759"/>
              <a:gd name="connsiteY4" fmla="*/ 260907 h 590881"/>
              <a:gd name="connsiteX5" fmla="*/ 324932 w 462759"/>
              <a:gd name="connsiteY5" fmla="*/ 79990 h 590881"/>
              <a:gd name="connsiteX6" fmla="*/ 186406 w 462759"/>
              <a:gd name="connsiteY6" fmla="*/ 1078 h 590881"/>
              <a:gd name="connsiteX7" fmla="*/ 2950 w 462759"/>
              <a:gd name="connsiteY7" fmla="*/ 115729 h 590881"/>
              <a:gd name="connsiteX8" fmla="*/ 109307 w 462759"/>
              <a:gd name="connsiteY8" fmla="*/ 507115 h 5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759" h="590881">
                <a:moveTo>
                  <a:pt x="109307" y="507115"/>
                </a:moveTo>
                <a:cubicBezTo>
                  <a:pt x="148127" y="595267"/>
                  <a:pt x="204791" y="573291"/>
                  <a:pt x="257996" y="586452"/>
                </a:cubicBezTo>
                <a:cubicBezTo>
                  <a:pt x="311201" y="599613"/>
                  <a:pt x="384994" y="578506"/>
                  <a:pt x="428539" y="586083"/>
                </a:cubicBezTo>
                <a:cubicBezTo>
                  <a:pt x="472084" y="593660"/>
                  <a:pt x="461230" y="503808"/>
                  <a:pt x="462278" y="455040"/>
                </a:cubicBezTo>
                <a:cubicBezTo>
                  <a:pt x="463897" y="381507"/>
                  <a:pt x="435572" y="333201"/>
                  <a:pt x="423095" y="260907"/>
                </a:cubicBezTo>
                <a:cubicBezTo>
                  <a:pt x="412331" y="198804"/>
                  <a:pt x="364380" y="123295"/>
                  <a:pt x="324932" y="79990"/>
                </a:cubicBezTo>
                <a:cubicBezTo>
                  <a:pt x="285484" y="36685"/>
                  <a:pt x="235922" y="-1828"/>
                  <a:pt x="186406" y="1078"/>
                </a:cubicBezTo>
                <a:cubicBezTo>
                  <a:pt x="136890" y="3984"/>
                  <a:pt x="26286" y="-27622"/>
                  <a:pt x="2950" y="115729"/>
                </a:cubicBezTo>
                <a:cubicBezTo>
                  <a:pt x="-17640" y="204835"/>
                  <a:pt x="75065" y="446933"/>
                  <a:pt x="109307" y="507115"/>
                </a:cubicBezTo>
                <a:close/>
              </a:path>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8687160A-AE83-A733-CCB8-57D87BD79726}"/>
              </a:ext>
            </a:extLst>
          </p:cNvPr>
          <p:cNvSpPr/>
          <p:nvPr userDrawn="1"/>
        </p:nvSpPr>
        <p:spPr>
          <a:xfrm rot="16200000" flipH="1" flipV="1">
            <a:off x="957377" y="1673666"/>
            <a:ext cx="6846248" cy="352390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592085 w 5974515"/>
              <a:gd name="connsiteY15" fmla="*/ 393934 h 3965038"/>
              <a:gd name="connsiteX16" fmla="*/ 5974515 w 5974515"/>
              <a:gd name="connsiteY16" fmla="*/ 353208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452199 w 5974515"/>
              <a:gd name="connsiteY14" fmla="*/ 1107656 h 3965038"/>
              <a:gd name="connsiteX15" fmla="*/ 5592085 w 5974515"/>
              <a:gd name="connsiteY15" fmla="*/ 393934 h 3965038"/>
              <a:gd name="connsiteX16" fmla="*/ 5974515 w 5974515"/>
              <a:gd name="connsiteY16" fmla="*/ 353208 h 3965038"/>
              <a:gd name="connsiteX0" fmla="*/ 0 w 5984332"/>
              <a:gd name="connsiteY0" fmla="*/ 0 h 3965038"/>
              <a:gd name="connsiteX1" fmla="*/ 631245 w 5984332"/>
              <a:gd name="connsiteY1" fmla="*/ 768084 h 3965038"/>
              <a:gd name="connsiteX2" fmla="*/ 937550 w 5984332"/>
              <a:gd name="connsiteY2" fmla="*/ 919341 h 3965038"/>
              <a:gd name="connsiteX3" fmla="*/ 1269342 w 5984332"/>
              <a:gd name="connsiteY3" fmla="*/ 946928 h 3965038"/>
              <a:gd name="connsiteX4" fmla="*/ 1488640 w 5984332"/>
              <a:gd name="connsiteY4" fmla="*/ 1052905 h 3965038"/>
              <a:gd name="connsiteX5" fmla="*/ 1506147 w 5984332"/>
              <a:gd name="connsiteY5" fmla="*/ 1857744 h 3965038"/>
              <a:gd name="connsiteX6" fmla="*/ 2118023 w 5984332"/>
              <a:gd name="connsiteY6" fmla="*/ 2030785 h 3965038"/>
              <a:gd name="connsiteX7" fmla="*/ 2590884 w 5984332"/>
              <a:gd name="connsiteY7" fmla="*/ 2226768 h 3965038"/>
              <a:gd name="connsiteX8" fmla="*/ 3028020 w 5984332"/>
              <a:gd name="connsiteY8" fmla="*/ 2406135 h 3965038"/>
              <a:gd name="connsiteX9" fmla="*/ 3406257 w 5984332"/>
              <a:gd name="connsiteY9" fmla="*/ 3226792 h 3965038"/>
              <a:gd name="connsiteX10" fmla="*/ 3755541 w 5984332"/>
              <a:gd name="connsiteY10" fmla="*/ 3948634 h 3965038"/>
              <a:gd name="connsiteX11" fmla="*/ 4165586 w 5984332"/>
              <a:gd name="connsiteY11" fmla="*/ 2687475 h 3965038"/>
              <a:gd name="connsiteX12" fmla="*/ 4692354 w 5984332"/>
              <a:gd name="connsiteY12" fmla="*/ 1949122 h 3965038"/>
              <a:gd name="connsiteX13" fmla="*/ 5212578 w 5984332"/>
              <a:gd name="connsiteY13" fmla="*/ 1584116 h 3965038"/>
              <a:gd name="connsiteX14" fmla="*/ 5452199 w 5984332"/>
              <a:gd name="connsiteY14" fmla="*/ 1107656 h 3965038"/>
              <a:gd name="connsiteX15" fmla="*/ 5592085 w 5984332"/>
              <a:gd name="connsiteY15" fmla="*/ 393934 h 3965038"/>
              <a:gd name="connsiteX16" fmla="*/ 5984332 w 5984332"/>
              <a:gd name="connsiteY16" fmla="*/ 194604 h 3965038"/>
              <a:gd name="connsiteX0" fmla="*/ 0 w 5984332"/>
              <a:gd name="connsiteY0" fmla="*/ 0 h 3965038"/>
              <a:gd name="connsiteX1" fmla="*/ 631245 w 5984332"/>
              <a:gd name="connsiteY1" fmla="*/ 768084 h 3965038"/>
              <a:gd name="connsiteX2" fmla="*/ 937550 w 5984332"/>
              <a:gd name="connsiteY2" fmla="*/ 919341 h 3965038"/>
              <a:gd name="connsiteX3" fmla="*/ 1269342 w 5984332"/>
              <a:gd name="connsiteY3" fmla="*/ 946928 h 3965038"/>
              <a:gd name="connsiteX4" fmla="*/ 1488640 w 5984332"/>
              <a:gd name="connsiteY4" fmla="*/ 1052905 h 3965038"/>
              <a:gd name="connsiteX5" fmla="*/ 1506147 w 5984332"/>
              <a:gd name="connsiteY5" fmla="*/ 1857744 h 3965038"/>
              <a:gd name="connsiteX6" fmla="*/ 2118023 w 5984332"/>
              <a:gd name="connsiteY6" fmla="*/ 2030785 h 3965038"/>
              <a:gd name="connsiteX7" fmla="*/ 2590884 w 5984332"/>
              <a:gd name="connsiteY7" fmla="*/ 2226768 h 3965038"/>
              <a:gd name="connsiteX8" fmla="*/ 3028020 w 5984332"/>
              <a:gd name="connsiteY8" fmla="*/ 2406135 h 3965038"/>
              <a:gd name="connsiteX9" fmla="*/ 3406257 w 5984332"/>
              <a:gd name="connsiteY9" fmla="*/ 3226792 h 3965038"/>
              <a:gd name="connsiteX10" fmla="*/ 3755541 w 5984332"/>
              <a:gd name="connsiteY10" fmla="*/ 3948634 h 3965038"/>
              <a:gd name="connsiteX11" fmla="*/ 4165586 w 5984332"/>
              <a:gd name="connsiteY11" fmla="*/ 2687475 h 3965038"/>
              <a:gd name="connsiteX12" fmla="*/ 4692354 w 5984332"/>
              <a:gd name="connsiteY12" fmla="*/ 1949122 h 3965038"/>
              <a:gd name="connsiteX13" fmla="*/ 5212578 w 5984332"/>
              <a:gd name="connsiteY13" fmla="*/ 1584116 h 3965038"/>
              <a:gd name="connsiteX14" fmla="*/ 5452199 w 5984332"/>
              <a:gd name="connsiteY14" fmla="*/ 1107656 h 3965038"/>
              <a:gd name="connsiteX15" fmla="*/ 5592085 w 5984332"/>
              <a:gd name="connsiteY15" fmla="*/ 393934 h 3965038"/>
              <a:gd name="connsiteX16" fmla="*/ 5984332 w 5984332"/>
              <a:gd name="connsiteY16" fmla="*/ 194604 h 3965038"/>
              <a:gd name="connsiteX0" fmla="*/ 0 w 5984332"/>
              <a:gd name="connsiteY0" fmla="*/ 0 h 3965038"/>
              <a:gd name="connsiteX1" fmla="*/ 631245 w 5984332"/>
              <a:gd name="connsiteY1" fmla="*/ 768084 h 3965038"/>
              <a:gd name="connsiteX2" fmla="*/ 937550 w 5984332"/>
              <a:gd name="connsiteY2" fmla="*/ 919341 h 3965038"/>
              <a:gd name="connsiteX3" fmla="*/ 1269342 w 5984332"/>
              <a:gd name="connsiteY3" fmla="*/ 946928 h 3965038"/>
              <a:gd name="connsiteX4" fmla="*/ 1488640 w 5984332"/>
              <a:gd name="connsiteY4" fmla="*/ 1052905 h 3965038"/>
              <a:gd name="connsiteX5" fmla="*/ 1506147 w 5984332"/>
              <a:gd name="connsiteY5" fmla="*/ 1857744 h 3965038"/>
              <a:gd name="connsiteX6" fmla="*/ 2118023 w 5984332"/>
              <a:gd name="connsiteY6" fmla="*/ 2030785 h 3965038"/>
              <a:gd name="connsiteX7" fmla="*/ 2590884 w 5984332"/>
              <a:gd name="connsiteY7" fmla="*/ 2226768 h 3965038"/>
              <a:gd name="connsiteX8" fmla="*/ 3028020 w 5984332"/>
              <a:gd name="connsiteY8" fmla="*/ 2406135 h 3965038"/>
              <a:gd name="connsiteX9" fmla="*/ 3406257 w 5984332"/>
              <a:gd name="connsiteY9" fmla="*/ 3226792 h 3965038"/>
              <a:gd name="connsiteX10" fmla="*/ 3755541 w 5984332"/>
              <a:gd name="connsiteY10" fmla="*/ 3948634 h 3965038"/>
              <a:gd name="connsiteX11" fmla="*/ 4165586 w 5984332"/>
              <a:gd name="connsiteY11" fmla="*/ 2687475 h 3965038"/>
              <a:gd name="connsiteX12" fmla="*/ 4692354 w 5984332"/>
              <a:gd name="connsiteY12" fmla="*/ 1949122 h 3965038"/>
              <a:gd name="connsiteX13" fmla="*/ 5212578 w 5984332"/>
              <a:gd name="connsiteY13" fmla="*/ 1584116 h 3965038"/>
              <a:gd name="connsiteX14" fmla="*/ 5594548 w 5984332"/>
              <a:gd name="connsiteY14" fmla="*/ 1056903 h 3965038"/>
              <a:gd name="connsiteX15" fmla="*/ 5592085 w 5984332"/>
              <a:gd name="connsiteY15" fmla="*/ 393934 h 3965038"/>
              <a:gd name="connsiteX16" fmla="*/ 5984332 w 5984332"/>
              <a:gd name="connsiteY16" fmla="*/ 194604 h 3965038"/>
              <a:gd name="connsiteX0" fmla="*/ 0 w 5989241"/>
              <a:gd name="connsiteY0" fmla="*/ 0 h 3965038"/>
              <a:gd name="connsiteX1" fmla="*/ 631245 w 5989241"/>
              <a:gd name="connsiteY1" fmla="*/ 768084 h 3965038"/>
              <a:gd name="connsiteX2" fmla="*/ 937550 w 5989241"/>
              <a:gd name="connsiteY2" fmla="*/ 919341 h 3965038"/>
              <a:gd name="connsiteX3" fmla="*/ 1269342 w 5989241"/>
              <a:gd name="connsiteY3" fmla="*/ 946928 h 3965038"/>
              <a:gd name="connsiteX4" fmla="*/ 1488640 w 5989241"/>
              <a:gd name="connsiteY4" fmla="*/ 1052905 h 3965038"/>
              <a:gd name="connsiteX5" fmla="*/ 1506147 w 5989241"/>
              <a:gd name="connsiteY5" fmla="*/ 1857744 h 3965038"/>
              <a:gd name="connsiteX6" fmla="*/ 2118023 w 5989241"/>
              <a:gd name="connsiteY6" fmla="*/ 2030785 h 3965038"/>
              <a:gd name="connsiteX7" fmla="*/ 2590884 w 5989241"/>
              <a:gd name="connsiteY7" fmla="*/ 2226768 h 3965038"/>
              <a:gd name="connsiteX8" fmla="*/ 3028020 w 5989241"/>
              <a:gd name="connsiteY8" fmla="*/ 2406135 h 3965038"/>
              <a:gd name="connsiteX9" fmla="*/ 3406257 w 5989241"/>
              <a:gd name="connsiteY9" fmla="*/ 3226792 h 3965038"/>
              <a:gd name="connsiteX10" fmla="*/ 3755541 w 5989241"/>
              <a:gd name="connsiteY10" fmla="*/ 3948634 h 3965038"/>
              <a:gd name="connsiteX11" fmla="*/ 4165586 w 5989241"/>
              <a:gd name="connsiteY11" fmla="*/ 2687475 h 3965038"/>
              <a:gd name="connsiteX12" fmla="*/ 4692354 w 5989241"/>
              <a:gd name="connsiteY12" fmla="*/ 1949122 h 3965038"/>
              <a:gd name="connsiteX13" fmla="*/ 5212578 w 5989241"/>
              <a:gd name="connsiteY13" fmla="*/ 1584116 h 3965038"/>
              <a:gd name="connsiteX14" fmla="*/ 5594548 w 5989241"/>
              <a:gd name="connsiteY14" fmla="*/ 1056903 h 3965038"/>
              <a:gd name="connsiteX15" fmla="*/ 5592085 w 5989241"/>
              <a:gd name="connsiteY15" fmla="*/ 393934 h 3965038"/>
              <a:gd name="connsiteX16" fmla="*/ 5989241 w 5989241"/>
              <a:gd name="connsiteY16" fmla="*/ 29653 h 3965038"/>
              <a:gd name="connsiteX0" fmla="*/ 0 w 5989241"/>
              <a:gd name="connsiteY0" fmla="*/ 0 h 3965038"/>
              <a:gd name="connsiteX1" fmla="*/ 631245 w 5989241"/>
              <a:gd name="connsiteY1" fmla="*/ 768084 h 3965038"/>
              <a:gd name="connsiteX2" fmla="*/ 937550 w 5989241"/>
              <a:gd name="connsiteY2" fmla="*/ 919341 h 3965038"/>
              <a:gd name="connsiteX3" fmla="*/ 1269342 w 5989241"/>
              <a:gd name="connsiteY3" fmla="*/ 946928 h 3965038"/>
              <a:gd name="connsiteX4" fmla="*/ 1488640 w 5989241"/>
              <a:gd name="connsiteY4" fmla="*/ 1052905 h 3965038"/>
              <a:gd name="connsiteX5" fmla="*/ 1506147 w 5989241"/>
              <a:gd name="connsiteY5" fmla="*/ 1857744 h 3965038"/>
              <a:gd name="connsiteX6" fmla="*/ 2118023 w 5989241"/>
              <a:gd name="connsiteY6" fmla="*/ 2030785 h 3965038"/>
              <a:gd name="connsiteX7" fmla="*/ 2590884 w 5989241"/>
              <a:gd name="connsiteY7" fmla="*/ 2226768 h 3965038"/>
              <a:gd name="connsiteX8" fmla="*/ 3028020 w 5989241"/>
              <a:gd name="connsiteY8" fmla="*/ 2406135 h 3965038"/>
              <a:gd name="connsiteX9" fmla="*/ 3406257 w 5989241"/>
              <a:gd name="connsiteY9" fmla="*/ 3226792 h 3965038"/>
              <a:gd name="connsiteX10" fmla="*/ 3755541 w 5989241"/>
              <a:gd name="connsiteY10" fmla="*/ 3948634 h 3965038"/>
              <a:gd name="connsiteX11" fmla="*/ 4165586 w 5989241"/>
              <a:gd name="connsiteY11" fmla="*/ 2687475 h 3965038"/>
              <a:gd name="connsiteX12" fmla="*/ 4692354 w 5989241"/>
              <a:gd name="connsiteY12" fmla="*/ 1949122 h 3965038"/>
              <a:gd name="connsiteX13" fmla="*/ 5212578 w 5989241"/>
              <a:gd name="connsiteY13" fmla="*/ 1584116 h 3965038"/>
              <a:gd name="connsiteX14" fmla="*/ 5594548 w 5989241"/>
              <a:gd name="connsiteY14" fmla="*/ 1056903 h 3965038"/>
              <a:gd name="connsiteX15" fmla="*/ 5577360 w 5989241"/>
              <a:gd name="connsiteY15" fmla="*/ 279739 h 3965038"/>
              <a:gd name="connsiteX16" fmla="*/ 5989241 w 5989241"/>
              <a:gd name="connsiteY16" fmla="*/ 29653 h 3965038"/>
              <a:gd name="connsiteX0" fmla="*/ 0 w 5989241"/>
              <a:gd name="connsiteY0" fmla="*/ 0 h 3965038"/>
              <a:gd name="connsiteX1" fmla="*/ 631245 w 5989241"/>
              <a:gd name="connsiteY1" fmla="*/ 768084 h 3965038"/>
              <a:gd name="connsiteX2" fmla="*/ 937550 w 5989241"/>
              <a:gd name="connsiteY2" fmla="*/ 919341 h 3965038"/>
              <a:gd name="connsiteX3" fmla="*/ 1269342 w 5989241"/>
              <a:gd name="connsiteY3" fmla="*/ 946928 h 3965038"/>
              <a:gd name="connsiteX4" fmla="*/ 1488640 w 5989241"/>
              <a:gd name="connsiteY4" fmla="*/ 1052905 h 3965038"/>
              <a:gd name="connsiteX5" fmla="*/ 1506147 w 5989241"/>
              <a:gd name="connsiteY5" fmla="*/ 1857744 h 3965038"/>
              <a:gd name="connsiteX6" fmla="*/ 2118023 w 5989241"/>
              <a:gd name="connsiteY6" fmla="*/ 2030785 h 3965038"/>
              <a:gd name="connsiteX7" fmla="*/ 2590884 w 5989241"/>
              <a:gd name="connsiteY7" fmla="*/ 2226768 h 3965038"/>
              <a:gd name="connsiteX8" fmla="*/ 3028020 w 5989241"/>
              <a:gd name="connsiteY8" fmla="*/ 2406135 h 3965038"/>
              <a:gd name="connsiteX9" fmla="*/ 3406257 w 5989241"/>
              <a:gd name="connsiteY9" fmla="*/ 3226792 h 3965038"/>
              <a:gd name="connsiteX10" fmla="*/ 3755541 w 5989241"/>
              <a:gd name="connsiteY10" fmla="*/ 3948634 h 3965038"/>
              <a:gd name="connsiteX11" fmla="*/ 4165586 w 5989241"/>
              <a:gd name="connsiteY11" fmla="*/ 2687475 h 3965038"/>
              <a:gd name="connsiteX12" fmla="*/ 4380812 w 5989241"/>
              <a:gd name="connsiteY12" fmla="*/ 2130446 h 3965038"/>
              <a:gd name="connsiteX13" fmla="*/ 4692354 w 5989241"/>
              <a:gd name="connsiteY13" fmla="*/ 1949122 h 3965038"/>
              <a:gd name="connsiteX14" fmla="*/ 5212578 w 5989241"/>
              <a:gd name="connsiteY14" fmla="*/ 1584116 h 3965038"/>
              <a:gd name="connsiteX15" fmla="*/ 5594548 w 5989241"/>
              <a:gd name="connsiteY15" fmla="*/ 1056903 h 3965038"/>
              <a:gd name="connsiteX16" fmla="*/ 5577360 w 5989241"/>
              <a:gd name="connsiteY16" fmla="*/ 279739 h 3965038"/>
              <a:gd name="connsiteX17" fmla="*/ 5989241 w 5989241"/>
              <a:gd name="connsiteY17" fmla="*/ 29653 h 3965038"/>
              <a:gd name="connsiteX0" fmla="*/ 0 w 5989241"/>
              <a:gd name="connsiteY0" fmla="*/ 0 h 3949480"/>
              <a:gd name="connsiteX1" fmla="*/ 631245 w 5989241"/>
              <a:gd name="connsiteY1" fmla="*/ 768084 h 3949480"/>
              <a:gd name="connsiteX2" fmla="*/ 937550 w 5989241"/>
              <a:gd name="connsiteY2" fmla="*/ 919341 h 3949480"/>
              <a:gd name="connsiteX3" fmla="*/ 1269342 w 5989241"/>
              <a:gd name="connsiteY3" fmla="*/ 946928 h 3949480"/>
              <a:gd name="connsiteX4" fmla="*/ 1488640 w 5989241"/>
              <a:gd name="connsiteY4" fmla="*/ 1052905 h 3949480"/>
              <a:gd name="connsiteX5" fmla="*/ 1506147 w 5989241"/>
              <a:gd name="connsiteY5" fmla="*/ 1857744 h 3949480"/>
              <a:gd name="connsiteX6" fmla="*/ 2118023 w 5989241"/>
              <a:gd name="connsiteY6" fmla="*/ 2030785 h 3949480"/>
              <a:gd name="connsiteX7" fmla="*/ 2590884 w 5989241"/>
              <a:gd name="connsiteY7" fmla="*/ 2226768 h 3949480"/>
              <a:gd name="connsiteX8" fmla="*/ 3028020 w 5989241"/>
              <a:gd name="connsiteY8" fmla="*/ 2406135 h 3949480"/>
              <a:gd name="connsiteX9" fmla="*/ 3406257 w 5989241"/>
              <a:gd name="connsiteY9" fmla="*/ 3226792 h 3949480"/>
              <a:gd name="connsiteX10" fmla="*/ 3755541 w 5989241"/>
              <a:gd name="connsiteY10" fmla="*/ 3948634 h 3949480"/>
              <a:gd name="connsiteX11" fmla="*/ 3971035 w 5989241"/>
              <a:gd name="connsiteY11" fmla="*/ 3130507 h 3949480"/>
              <a:gd name="connsiteX12" fmla="*/ 4165586 w 5989241"/>
              <a:gd name="connsiteY12" fmla="*/ 2687475 h 3949480"/>
              <a:gd name="connsiteX13" fmla="*/ 4380812 w 5989241"/>
              <a:gd name="connsiteY13" fmla="*/ 2130446 h 3949480"/>
              <a:gd name="connsiteX14" fmla="*/ 4692354 w 5989241"/>
              <a:gd name="connsiteY14" fmla="*/ 1949122 h 3949480"/>
              <a:gd name="connsiteX15" fmla="*/ 5212578 w 5989241"/>
              <a:gd name="connsiteY15" fmla="*/ 1584116 h 3949480"/>
              <a:gd name="connsiteX16" fmla="*/ 5594548 w 5989241"/>
              <a:gd name="connsiteY16" fmla="*/ 1056903 h 3949480"/>
              <a:gd name="connsiteX17" fmla="*/ 5577360 w 5989241"/>
              <a:gd name="connsiteY17" fmla="*/ 279739 h 3949480"/>
              <a:gd name="connsiteX18" fmla="*/ 5989241 w 5989241"/>
              <a:gd name="connsiteY18" fmla="*/ 29653 h 3949480"/>
              <a:gd name="connsiteX0" fmla="*/ 0 w 5989241"/>
              <a:gd name="connsiteY0" fmla="*/ 0 h 3961721"/>
              <a:gd name="connsiteX1" fmla="*/ 631245 w 5989241"/>
              <a:gd name="connsiteY1" fmla="*/ 768084 h 3961721"/>
              <a:gd name="connsiteX2" fmla="*/ 937550 w 5989241"/>
              <a:gd name="connsiteY2" fmla="*/ 919341 h 3961721"/>
              <a:gd name="connsiteX3" fmla="*/ 1269342 w 5989241"/>
              <a:gd name="connsiteY3" fmla="*/ 946928 h 3961721"/>
              <a:gd name="connsiteX4" fmla="*/ 1488640 w 5989241"/>
              <a:gd name="connsiteY4" fmla="*/ 1052905 h 3961721"/>
              <a:gd name="connsiteX5" fmla="*/ 1506147 w 5989241"/>
              <a:gd name="connsiteY5" fmla="*/ 1857744 h 3961721"/>
              <a:gd name="connsiteX6" fmla="*/ 2118023 w 5989241"/>
              <a:gd name="connsiteY6" fmla="*/ 2030785 h 3961721"/>
              <a:gd name="connsiteX7" fmla="*/ 2590884 w 5989241"/>
              <a:gd name="connsiteY7" fmla="*/ 2226768 h 3961721"/>
              <a:gd name="connsiteX8" fmla="*/ 3028020 w 5989241"/>
              <a:gd name="connsiteY8" fmla="*/ 2406135 h 3961721"/>
              <a:gd name="connsiteX9" fmla="*/ 3406257 w 5989241"/>
              <a:gd name="connsiteY9" fmla="*/ 3226792 h 3961721"/>
              <a:gd name="connsiteX10" fmla="*/ 3755541 w 5989241"/>
              <a:gd name="connsiteY10" fmla="*/ 3948634 h 3961721"/>
              <a:gd name="connsiteX11" fmla="*/ 3968625 w 5989241"/>
              <a:gd name="connsiteY11" fmla="*/ 3650789 h 3961721"/>
              <a:gd name="connsiteX12" fmla="*/ 3971035 w 5989241"/>
              <a:gd name="connsiteY12" fmla="*/ 3130507 h 3961721"/>
              <a:gd name="connsiteX13" fmla="*/ 4165586 w 5989241"/>
              <a:gd name="connsiteY13" fmla="*/ 2687475 h 3961721"/>
              <a:gd name="connsiteX14" fmla="*/ 4380812 w 5989241"/>
              <a:gd name="connsiteY14" fmla="*/ 2130446 h 3961721"/>
              <a:gd name="connsiteX15" fmla="*/ 4692354 w 5989241"/>
              <a:gd name="connsiteY15" fmla="*/ 1949122 h 3961721"/>
              <a:gd name="connsiteX16" fmla="*/ 5212578 w 5989241"/>
              <a:gd name="connsiteY16" fmla="*/ 1584116 h 3961721"/>
              <a:gd name="connsiteX17" fmla="*/ 5594548 w 5989241"/>
              <a:gd name="connsiteY17" fmla="*/ 1056903 h 3961721"/>
              <a:gd name="connsiteX18" fmla="*/ 5577360 w 5989241"/>
              <a:gd name="connsiteY18" fmla="*/ 279739 h 3961721"/>
              <a:gd name="connsiteX19" fmla="*/ 5989241 w 5989241"/>
              <a:gd name="connsiteY19" fmla="*/ 29653 h 3961721"/>
              <a:gd name="connsiteX0" fmla="*/ 0 w 6063931"/>
              <a:gd name="connsiteY0" fmla="*/ 0 h 4034120"/>
              <a:gd name="connsiteX1" fmla="*/ 705935 w 6063931"/>
              <a:gd name="connsiteY1" fmla="*/ 840483 h 4034120"/>
              <a:gd name="connsiteX2" fmla="*/ 1012240 w 6063931"/>
              <a:gd name="connsiteY2" fmla="*/ 991740 h 4034120"/>
              <a:gd name="connsiteX3" fmla="*/ 1344032 w 6063931"/>
              <a:gd name="connsiteY3" fmla="*/ 1019327 h 4034120"/>
              <a:gd name="connsiteX4" fmla="*/ 1563330 w 6063931"/>
              <a:gd name="connsiteY4" fmla="*/ 1125304 h 4034120"/>
              <a:gd name="connsiteX5" fmla="*/ 1580837 w 6063931"/>
              <a:gd name="connsiteY5" fmla="*/ 1930143 h 4034120"/>
              <a:gd name="connsiteX6" fmla="*/ 2192713 w 6063931"/>
              <a:gd name="connsiteY6" fmla="*/ 2103184 h 4034120"/>
              <a:gd name="connsiteX7" fmla="*/ 2665574 w 6063931"/>
              <a:gd name="connsiteY7" fmla="*/ 2299167 h 4034120"/>
              <a:gd name="connsiteX8" fmla="*/ 3102710 w 6063931"/>
              <a:gd name="connsiteY8" fmla="*/ 2478534 h 4034120"/>
              <a:gd name="connsiteX9" fmla="*/ 3480947 w 6063931"/>
              <a:gd name="connsiteY9" fmla="*/ 3299191 h 4034120"/>
              <a:gd name="connsiteX10" fmla="*/ 3830231 w 6063931"/>
              <a:gd name="connsiteY10" fmla="*/ 4021033 h 4034120"/>
              <a:gd name="connsiteX11" fmla="*/ 4043315 w 6063931"/>
              <a:gd name="connsiteY11" fmla="*/ 3723188 h 4034120"/>
              <a:gd name="connsiteX12" fmla="*/ 4045725 w 6063931"/>
              <a:gd name="connsiteY12" fmla="*/ 3202906 h 4034120"/>
              <a:gd name="connsiteX13" fmla="*/ 4240276 w 6063931"/>
              <a:gd name="connsiteY13" fmla="*/ 2759874 h 4034120"/>
              <a:gd name="connsiteX14" fmla="*/ 4455502 w 6063931"/>
              <a:gd name="connsiteY14" fmla="*/ 2202845 h 4034120"/>
              <a:gd name="connsiteX15" fmla="*/ 4767044 w 6063931"/>
              <a:gd name="connsiteY15" fmla="*/ 2021521 h 4034120"/>
              <a:gd name="connsiteX16" fmla="*/ 5287268 w 6063931"/>
              <a:gd name="connsiteY16" fmla="*/ 1656515 h 4034120"/>
              <a:gd name="connsiteX17" fmla="*/ 5669238 w 6063931"/>
              <a:gd name="connsiteY17" fmla="*/ 1129302 h 4034120"/>
              <a:gd name="connsiteX18" fmla="*/ 5652050 w 6063931"/>
              <a:gd name="connsiteY18" fmla="*/ 352138 h 4034120"/>
              <a:gd name="connsiteX19" fmla="*/ 6063931 w 6063931"/>
              <a:gd name="connsiteY19" fmla="*/ 102052 h 403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63931" h="4034120">
                <a:moveTo>
                  <a:pt x="0" y="0"/>
                </a:moveTo>
                <a:cubicBezTo>
                  <a:pt x="204018" y="501105"/>
                  <a:pt x="537228" y="675193"/>
                  <a:pt x="705935" y="840483"/>
                </a:cubicBezTo>
                <a:cubicBezTo>
                  <a:pt x="874642" y="1005773"/>
                  <a:pt x="905891" y="961933"/>
                  <a:pt x="1012240" y="991740"/>
                </a:cubicBezTo>
                <a:cubicBezTo>
                  <a:pt x="1118590" y="1021547"/>
                  <a:pt x="1252184" y="997066"/>
                  <a:pt x="1344032" y="1019327"/>
                </a:cubicBezTo>
                <a:cubicBezTo>
                  <a:pt x="1435880" y="1041588"/>
                  <a:pt x="1523863" y="973501"/>
                  <a:pt x="1563330" y="1125304"/>
                </a:cubicBezTo>
                <a:cubicBezTo>
                  <a:pt x="1602797" y="1277107"/>
                  <a:pt x="1475940" y="1767163"/>
                  <a:pt x="1580837" y="1930143"/>
                </a:cubicBezTo>
                <a:cubicBezTo>
                  <a:pt x="1685734" y="2093123"/>
                  <a:pt x="2011924" y="2041680"/>
                  <a:pt x="2192713" y="2103184"/>
                </a:cubicBezTo>
                <a:cubicBezTo>
                  <a:pt x="2373503" y="2164688"/>
                  <a:pt x="2513908" y="2236609"/>
                  <a:pt x="2665574" y="2299167"/>
                </a:cubicBezTo>
                <a:cubicBezTo>
                  <a:pt x="2817240" y="2361725"/>
                  <a:pt x="2966815" y="2311863"/>
                  <a:pt x="3102710" y="2478534"/>
                </a:cubicBezTo>
                <a:cubicBezTo>
                  <a:pt x="3238605" y="2645205"/>
                  <a:pt x="3404987" y="3025286"/>
                  <a:pt x="3480947" y="3299191"/>
                </a:cubicBezTo>
                <a:cubicBezTo>
                  <a:pt x="3627044" y="3826001"/>
                  <a:pt x="3736503" y="3950367"/>
                  <a:pt x="3830231" y="4021033"/>
                </a:cubicBezTo>
                <a:cubicBezTo>
                  <a:pt x="3923959" y="4091699"/>
                  <a:pt x="4007399" y="3859542"/>
                  <a:pt x="4043315" y="3723188"/>
                </a:cubicBezTo>
                <a:cubicBezTo>
                  <a:pt x="4079231" y="3586834"/>
                  <a:pt x="3996427" y="3353593"/>
                  <a:pt x="4045725" y="3202906"/>
                </a:cubicBezTo>
                <a:cubicBezTo>
                  <a:pt x="4095023" y="3052219"/>
                  <a:pt x="4171980" y="2926551"/>
                  <a:pt x="4240276" y="2759874"/>
                </a:cubicBezTo>
                <a:cubicBezTo>
                  <a:pt x="4308572" y="2593197"/>
                  <a:pt x="4367707" y="2325904"/>
                  <a:pt x="4455502" y="2202845"/>
                </a:cubicBezTo>
                <a:cubicBezTo>
                  <a:pt x="4543297" y="2079786"/>
                  <a:pt x="4628416" y="2112576"/>
                  <a:pt x="4767044" y="2021521"/>
                </a:cubicBezTo>
                <a:cubicBezTo>
                  <a:pt x="4905672" y="1930466"/>
                  <a:pt x="5136902" y="1805218"/>
                  <a:pt x="5287268" y="1656515"/>
                </a:cubicBezTo>
                <a:cubicBezTo>
                  <a:pt x="5437634" y="1507812"/>
                  <a:pt x="5608441" y="1346698"/>
                  <a:pt x="5669238" y="1129302"/>
                </a:cubicBezTo>
                <a:cubicBezTo>
                  <a:pt x="5730035" y="911906"/>
                  <a:pt x="5493005" y="509601"/>
                  <a:pt x="5652050" y="352138"/>
                </a:cubicBezTo>
                <a:cubicBezTo>
                  <a:pt x="5717832" y="220052"/>
                  <a:pt x="6018210" y="208542"/>
                  <a:pt x="6063931" y="102052"/>
                </a:cubicBezTo>
              </a:path>
            </a:pathLst>
          </a:custGeom>
          <a:noFill/>
          <a:ln w="6350" cap="rnd">
            <a:solidFill>
              <a:schemeClr val="tx1">
                <a:alpha val="35000"/>
              </a:schemeClr>
            </a:solidFill>
            <a:prstDash val="dash"/>
            <a:round/>
          </a:ln>
        </p:spPr>
        <p:txBody>
          <a:bodyPr rtlCol="0" anchor="ctr"/>
          <a:lstStyle/>
          <a:p>
            <a:endParaRPr lang="en-US"/>
          </a:p>
        </p:txBody>
      </p:sp>
      <p:sp>
        <p:nvSpPr>
          <p:cNvPr id="44" name="Freeform: Shape 43">
            <a:extLst>
              <a:ext uri="{FF2B5EF4-FFF2-40B4-BE49-F238E27FC236}">
                <a16:creationId xmlns:a16="http://schemas.microsoft.com/office/drawing/2014/main" id="{268E50D4-8109-EDA1-44B5-73FA8075C632}"/>
              </a:ext>
            </a:extLst>
          </p:cNvPr>
          <p:cNvSpPr/>
          <p:nvPr userDrawn="1"/>
        </p:nvSpPr>
        <p:spPr>
          <a:xfrm rot="843214" flipH="1">
            <a:off x="5824022" y="368836"/>
            <a:ext cx="3695491" cy="6330892"/>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364154 w 2769685"/>
              <a:gd name="connsiteY3" fmla="*/ 3069406 h 4397864"/>
              <a:gd name="connsiteX4" fmla="*/ 23540 w 2769685"/>
              <a:gd name="connsiteY4" fmla="*/ 2507421 h 4397864"/>
              <a:gd name="connsiteX5" fmla="*/ 65645 w 2769685"/>
              <a:gd name="connsiteY5" fmla="*/ 1879043 h 4397864"/>
              <a:gd name="connsiteX6" fmla="*/ 356818 w 2769685"/>
              <a:gd name="connsiteY6" fmla="*/ 1529166 h 4397864"/>
              <a:gd name="connsiteX7" fmla="*/ 640249 w 2769685"/>
              <a:gd name="connsiteY7" fmla="*/ 1515411 h 4397864"/>
              <a:gd name="connsiteX8" fmla="*/ 972234 w 2769685"/>
              <a:gd name="connsiteY8" fmla="*/ 1644157 h 4397864"/>
              <a:gd name="connsiteX9" fmla="*/ 1486394 w 2769685"/>
              <a:gd name="connsiteY9" fmla="*/ 1675780 h 4397864"/>
              <a:gd name="connsiteX10" fmla="*/ 1816721 w 2769685"/>
              <a:gd name="connsiteY10" fmla="*/ 1552336 h 4397864"/>
              <a:gd name="connsiteX11" fmla="*/ 2269270 w 2769685"/>
              <a:gd name="connsiteY11" fmla="*/ 1583765 h 4397864"/>
              <a:gd name="connsiteX12" fmla="*/ 2483153 w 2769685"/>
              <a:gd name="connsiteY12" fmla="*/ 1428143 h 4397864"/>
              <a:gd name="connsiteX13" fmla="*/ 2715565 w 2769685"/>
              <a:gd name="connsiteY13" fmla="*/ 1038150 h 4397864"/>
              <a:gd name="connsiteX14" fmla="*/ 2769324 w 2769685"/>
              <a:gd name="connsiteY14" fmla="*/ 568410 h 4397864"/>
              <a:gd name="connsiteX15" fmla="*/ 2763030 w 2769685"/>
              <a:gd name="connsiteY15"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466287 w 2769685"/>
              <a:gd name="connsiteY3" fmla="*/ 3537480 h 4397864"/>
              <a:gd name="connsiteX4" fmla="*/ 364154 w 2769685"/>
              <a:gd name="connsiteY4" fmla="*/ 3069406 h 4397864"/>
              <a:gd name="connsiteX5" fmla="*/ 23540 w 2769685"/>
              <a:gd name="connsiteY5" fmla="*/ 2507421 h 4397864"/>
              <a:gd name="connsiteX6" fmla="*/ 65645 w 2769685"/>
              <a:gd name="connsiteY6" fmla="*/ 1879043 h 4397864"/>
              <a:gd name="connsiteX7" fmla="*/ 356818 w 2769685"/>
              <a:gd name="connsiteY7" fmla="*/ 1529166 h 4397864"/>
              <a:gd name="connsiteX8" fmla="*/ 640249 w 2769685"/>
              <a:gd name="connsiteY8" fmla="*/ 1515411 h 4397864"/>
              <a:gd name="connsiteX9" fmla="*/ 972234 w 2769685"/>
              <a:gd name="connsiteY9" fmla="*/ 1644157 h 4397864"/>
              <a:gd name="connsiteX10" fmla="*/ 1486394 w 2769685"/>
              <a:gd name="connsiteY10" fmla="*/ 1675780 h 4397864"/>
              <a:gd name="connsiteX11" fmla="*/ 1816721 w 2769685"/>
              <a:gd name="connsiteY11" fmla="*/ 1552336 h 4397864"/>
              <a:gd name="connsiteX12" fmla="*/ 2269270 w 2769685"/>
              <a:gd name="connsiteY12" fmla="*/ 1583765 h 4397864"/>
              <a:gd name="connsiteX13" fmla="*/ 2483153 w 2769685"/>
              <a:gd name="connsiteY13" fmla="*/ 1428143 h 4397864"/>
              <a:gd name="connsiteX14" fmla="*/ 2715565 w 2769685"/>
              <a:gd name="connsiteY14" fmla="*/ 1038150 h 4397864"/>
              <a:gd name="connsiteX15" fmla="*/ 2769324 w 2769685"/>
              <a:gd name="connsiteY15" fmla="*/ 568410 h 4397864"/>
              <a:gd name="connsiteX16" fmla="*/ 2763030 w 2769685"/>
              <a:gd name="connsiteY16" fmla="*/ 0 h 4397864"/>
              <a:gd name="connsiteX0" fmla="*/ 614601 w 2769685"/>
              <a:gd name="connsiteY0" fmla="*/ 4076200 h 4076200"/>
              <a:gd name="connsiteX1" fmla="*/ 472695 w 2769685"/>
              <a:gd name="connsiteY1" fmla="*/ 3808409 h 4076200"/>
              <a:gd name="connsiteX2" fmla="*/ 466287 w 2769685"/>
              <a:gd name="connsiteY2" fmla="*/ 3537480 h 4076200"/>
              <a:gd name="connsiteX3" fmla="*/ 364154 w 2769685"/>
              <a:gd name="connsiteY3" fmla="*/ 3069406 h 4076200"/>
              <a:gd name="connsiteX4" fmla="*/ 23540 w 2769685"/>
              <a:gd name="connsiteY4" fmla="*/ 2507421 h 4076200"/>
              <a:gd name="connsiteX5" fmla="*/ 65645 w 2769685"/>
              <a:gd name="connsiteY5" fmla="*/ 1879043 h 4076200"/>
              <a:gd name="connsiteX6" fmla="*/ 356818 w 2769685"/>
              <a:gd name="connsiteY6" fmla="*/ 1529166 h 4076200"/>
              <a:gd name="connsiteX7" fmla="*/ 640249 w 2769685"/>
              <a:gd name="connsiteY7" fmla="*/ 1515411 h 4076200"/>
              <a:gd name="connsiteX8" fmla="*/ 972234 w 2769685"/>
              <a:gd name="connsiteY8" fmla="*/ 1644157 h 4076200"/>
              <a:gd name="connsiteX9" fmla="*/ 1486394 w 2769685"/>
              <a:gd name="connsiteY9" fmla="*/ 1675780 h 4076200"/>
              <a:gd name="connsiteX10" fmla="*/ 1816721 w 2769685"/>
              <a:gd name="connsiteY10" fmla="*/ 1552336 h 4076200"/>
              <a:gd name="connsiteX11" fmla="*/ 2269270 w 2769685"/>
              <a:gd name="connsiteY11" fmla="*/ 1583765 h 4076200"/>
              <a:gd name="connsiteX12" fmla="*/ 2483153 w 2769685"/>
              <a:gd name="connsiteY12" fmla="*/ 1428143 h 4076200"/>
              <a:gd name="connsiteX13" fmla="*/ 2715565 w 2769685"/>
              <a:gd name="connsiteY13" fmla="*/ 1038150 h 4076200"/>
              <a:gd name="connsiteX14" fmla="*/ 2769324 w 2769685"/>
              <a:gd name="connsiteY14" fmla="*/ 568410 h 4076200"/>
              <a:gd name="connsiteX15" fmla="*/ 2763030 w 2769685"/>
              <a:gd name="connsiteY15" fmla="*/ 0 h 4076200"/>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800324"/>
              <a:gd name="connsiteY0" fmla="*/ 4040952 h 4040952"/>
              <a:gd name="connsiteX1" fmla="*/ 472695 w 2800324"/>
              <a:gd name="connsiteY1" fmla="*/ 3808409 h 4040952"/>
              <a:gd name="connsiteX2" fmla="*/ 466287 w 2800324"/>
              <a:gd name="connsiteY2" fmla="*/ 3537480 h 4040952"/>
              <a:gd name="connsiteX3" fmla="*/ 364154 w 2800324"/>
              <a:gd name="connsiteY3" fmla="*/ 3069406 h 4040952"/>
              <a:gd name="connsiteX4" fmla="*/ 23540 w 2800324"/>
              <a:gd name="connsiteY4" fmla="*/ 2507421 h 4040952"/>
              <a:gd name="connsiteX5" fmla="*/ 65645 w 2800324"/>
              <a:gd name="connsiteY5" fmla="*/ 1879043 h 4040952"/>
              <a:gd name="connsiteX6" fmla="*/ 356818 w 2800324"/>
              <a:gd name="connsiteY6" fmla="*/ 1529166 h 4040952"/>
              <a:gd name="connsiteX7" fmla="*/ 640249 w 2800324"/>
              <a:gd name="connsiteY7" fmla="*/ 1515411 h 4040952"/>
              <a:gd name="connsiteX8" fmla="*/ 972234 w 2800324"/>
              <a:gd name="connsiteY8" fmla="*/ 1644157 h 4040952"/>
              <a:gd name="connsiteX9" fmla="*/ 1486394 w 2800324"/>
              <a:gd name="connsiteY9" fmla="*/ 1675780 h 4040952"/>
              <a:gd name="connsiteX10" fmla="*/ 1816721 w 2800324"/>
              <a:gd name="connsiteY10" fmla="*/ 1552336 h 4040952"/>
              <a:gd name="connsiteX11" fmla="*/ 2269270 w 2800324"/>
              <a:gd name="connsiteY11" fmla="*/ 1583765 h 4040952"/>
              <a:gd name="connsiteX12" fmla="*/ 2483153 w 2800324"/>
              <a:gd name="connsiteY12" fmla="*/ 1428143 h 4040952"/>
              <a:gd name="connsiteX13" fmla="*/ 2715565 w 2800324"/>
              <a:gd name="connsiteY13" fmla="*/ 1038150 h 4040952"/>
              <a:gd name="connsiteX14" fmla="*/ 2769324 w 2800324"/>
              <a:gd name="connsiteY14" fmla="*/ 568410 h 4040952"/>
              <a:gd name="connsiteX15" fmla="*/ 2763030 w 2800324"/>
              <a:gd name="connsiteY15" fmla="*/ 0 h 4040952"/>
              <a:gd name="connsiteX0" fmla="*/ 606818 w 2796179"/>
              <a:gd name="connsiteY0" fmla="*/ 4077524 h 4077524"/>
              <a:gd name="connsiteX1" fmla="*/ 472695 w 2796179"/>
              <a:gd name="connsiteY1" fmla="*/ 3844981 h 4077524"/>
              <a:gd name="connsiteX2" fmla="*/ 466287 w 2796179"/>
              <a:gd name="connsiteY2" fmla="*/ 3574052 h 4077524"/>
              <a:gd name="connsiteX3" fmla="*/ 364154 w 2796179"/>
              <a:gd name="connsiteY3" fmla="*/ 3105978 h 4077524"/>
              <a:gd name="connsiteX4" fmla="*/ 23540 w 2796179"/>
              <a:gd name="connsiteY4" fmla="*/ 2543993 h 4077524"/>
              <a:gd name="connsiteX5" fmla="*/ 65645 w 2796179"/>
              <a:gd name="connsiteY5" fmla="*/ 1915615 h 4077524"/>
              <a:gd name="connsiteX6" fmla="*/ 356818 w 2796179"/>
              <a:gd name="connsiteY6" fmla="*/ 1565738 h 4077524"/>
              <a:gd name="connsiteX7" fmla="*/ 640249 w 2796179"/>
              <a:gd name="connsiteY7" fmla="*/ 1551983 h 4077524"/>
              <a:gd name="connsiteX8" fmla="*/ 972234 w 2796179"/>
              <a:gd name="connsiteY8" fmla="*/ 1680729 h 4077524"/>
              <a:gd name="connsiteX9" fmla="*/ 1486394 w 2796179"/>
              <a:gd name="connsiteY9" fmla="*/ 1712352 h 4077524"/>
              <a:gd name="connsiteX10" fmla="*/ 1816721 w 2796179"/>
              <a:gd name="connsiteY10" fmla="*/ 1588908 h 4077524"/>
              <a:gd name="connsiteX11" fmla="*/ 2269270 w 2796179"/>
              <a:gd name="connsiteY11" fmla="*/ 1620337 h 4077524"/>
              <a:gd name="connsiteX12" fmla="*/ 2483153 w 2796179"/>
              <a:gd name="connsiteY12" fmla="*/ 1464715 h 4077524"/>
              <a:gd name="connsiteX13" fmla="*/ 2715565 w 2796179"/>
              <a:gd name="connsiteY13" fmla="*/ 1074722 h 4077524"/>
              <a:gd name="connsiteX14" fmla="*/ 2769324 w 2796179"/>
              <a:gd name="connsiteY14" fmla="*/ 604982 h 4077524"/>
              <a:gd name="connsiteX15" fmla="*/ 2744040 w 2796179"/>
              <a:gd name="connsiteY15" fmla="*/ 0 h 4077524"/>
              <a:gd name="connsiteX0" fmla="*/ 606818 w 2829367"/>
              <a:gd name="connsiteY0" fmla="*/ 4077524 h 4077524"/>
              <a:gd name="connsiteX1" fmla="*/ 472695 w 2829367"/>
              <a:gd name="connsiteY1" fmla="*/ 3844981 h 4077524"/>
              <a:gd name="connsiteX2" fmla="*/ 466287 w 2829367"/>
              <a:gd name="connsiteY2" fmla="*/ 3574052 h 4077524"/>
              <a:gd name="connsiteX3" fmla="*/ 364154 w 2829367"/>
              <a:gd name="connsiteY3" fmla="*/ 3105978 h 4077524"/>
              <a:gd name="connsiteX4" fmla="*/ 23540 w 2829367"/>
              <a:gd name="connsiteY4" fmla="*/ 2543993 h 4077524"/>
              <a:gd name="connsiteX5" fmla="*/ 65645 w 2829367"/>
              <a:gd name="connsiteY5" fmla="*/ 1915615 h 4077524"/>
              <a:gd name="connsiteX6" fmla="*/ 356818 w 2829367"/>
              <a:gd name="connsiteY6" fmla="*/ 1565738 h 4077524"/>
              <a:gd name="connsiteX7" fmla="*/ 640249 w 2829367"/>
              <a:gd name="connsiteY7" fmla="*/ 1551983 h 4077524"/>
              <a:gd name="connsiteX8" fmla="*/ 972234 w 2829367"/>
              <a:gd name="connsiteY8" fmla="*/ 1680729 h 4077524"/>
              <a:gd name="connsiteX9" fmla="*/ 1486394 w 2829367"/>
              <a:gd name="connsiteY9" fmla="*/ 1712352 h 4077524"/>
              <a:gd name="connsiteX10" fmla="*/ 1816721 w 2829367"/>
              <a:gd name="connsiteY10" fmla="*/ 1588908 h 4077524"/>
              <a:gd name="connsiteX11" fmla="*/ 2269270 w 2829367"/>
              <a:gd name="connsiteY11" fmla="*/ 1620337 h 4077524"/>
              <a:gd name="connsiteX12" fmla="*/ 2483153 w 2829367"/>
              <a:gd name="connsiteY12" fmla="*/ 1464715 h 4077524"/>
              <a:gd name="connsiteX13" fmla="*/ 2715565 w 2829367"/>
              <a:gd name="connsiteY13" fmla="*/ 1074722 h 4077524"/>
              <a:gd name="connsiteX14" fmla="*/ 2769324 w 2829367"/>
              <a:gd name="connsiteY14" fmla="*/ 604982 h 4077524"/>
              <a:gd name="connsiteX15" fmla="*/ 2744040 w 2829367"/>
              <a:gd name="connsiteY15" fmla="*/ 0 h 4077524"/>
              <a:gd name="connsiteX0" fmla="*/ 606818 w 2829367"/>
              <a:gd name="connsiteY0" fmla="*/ 4077524 h 4077524"/>
              <a:gd name="connsiteX1" fmla="*/ 472695 w 2829367"/>
              <a:gd name="connsiteY1" fmla="*/ 3844981 h 4077524"/>
              <a:gd name="connsiteX2" fmla="*/ 466287 w 2829367"/>
              <a:gd name="connsiteY2" fmla="*/ 3574052 h 4077524"/>
              <a:gd name="connsiteX3" fmla="*/ 364154 w 2829367"/>
              <a:gd name="connsiteY3" fmla="*/ 3105978 h 4077524"/>
              <a:gd name="connsiteX4" fmla="*/ 23540 w 2829367"/>
              <a:gd name="connsiteY4" fmla="*/ 2543993 h 4077524"/>
              <a:gd name="connsiteX5" fmla="*/ 65645 w 2829367"/>
              <a:gd name="connsiteY5" fmla="*/ 1915615 h 4077524"/>
              <a:gd name="connsiteX6" fmla="*/ 356818 w 2829367"/>
              <a:gd name="connsiteY6" fmla="*/ 1565738 h 4077524"/>
              <a:gd name="connsiteX7" fmla="*/ 640249 w 2829367"/>
              <a:gd name="connsiteY7" fmla="*/ 1551983 h 4077524"/>
              <a:gd name="connsiteX8" fmla="*/ 972234 w 2829367"/>
              <a:gd name="connsiteY8" fmla="*/ 1680729 h 4077524"/>
              <a:gd name="connsiteX9" fmla="*/ 1486394 w 2829367"/>
              <a:gd name="connsiteY9" fmla="*/ 1712352 h 4077524"/>
              <a:gd name="connsiteX10" fmla="*/ 1816721 w 2829367"/>
              <a:gd name="connsiteY10" fmla="*/ 1588908 h 4077524"/>
              <a:gd name="connsiteX11" fmla="*/ 2269270 w 2829367"/>
              <a:gd name="connsiteY11" fmla="*/ 1620337 h 4077524"/>
              <a:gd name="connsiteX12" fmla="*/ 2483153 w 2829367"/>
              <a:gd name="connsiteY12" fmla="*/ 1464715 h 4077524"/>
              <a:gd name="connsiteX13" fmla="*/ 2715565 w 2829367"/>
              <a:gd name="connsiteY13" fmla="*/ 1074722 h 4077524"/>
              <a:gd name="connsiteX14" fmla="*/ 2769324 w 2829367"/>
              <a:gd name="connsiteY14" fmla="*/ 604982 h 4077524"/>
              <a:gd name="connsiteX15" fmla="*/ 2744040 w 2829367"/>
              <a:gd name="connsiteY15" fmla="*/ 0 h 4077524"/>
              <a:gd name="connsiteX0" fmla="*/ 606818 w 2829367"/>
              <a:gd name="connsiteY0" fmla="*/ 4077524 h 4077524"/>
              <a:gd name="connsiteX1" fmla="*/ 472695 w 2829367"/>
              <a:gd name="connsiteY1" fmla="*/ 3844981 h 4077524"/>
              <a:gd name="connsiteX2" fmla="*/ 466287 w 2829367"/>
              <a:gd name="connsiteY2" fmla="*/ 3574052 h 4077524"/>
              <a:gd name="connsiteX3" fmla="*/ 364154 w 2829367"/>
              <a:gd name="connsiteY3" fmla="*/ 3105978 h 4077524"/>
              <a:gd name="connsiteX4" fmla="*/ 23540 w 2829367"/>
              <a:gd name="connsiteY4" fmla="*/ 2543993 h 4077524"/>
              <a:gd name="connsiteX5" fmla="*/ 65645 w 2829367"/>
              <a:gd name="connsiteY5" fmla="*/ 1915615 h 4077524"/>
              <a:gd name="connsiteX6" fmla="*/ 356818 w 2829367"/>
              <a:gd name="connsiteY6" fmla="*/ 1565738 h 4077524"/>
              <a:gd name="connsiteX7" fmla="*/ 640249 w 2829367"/>
              <a:gd name="connsiteY7" fmla="*/ 1551983 h 4077524"/>
              <a:gd name="connsiteX8" fmla="*/ 972234 w 2829367"/>
              <a:gd name="connsiteY8" fmla="*/ 1680729 h 4077524"/>
              <a:gd name="connsiteX9" fmla="*/ 1490517 w 2829367"/>
              <a:gd name="connsiteY9" fmla="*/ 1678630 h 4077524"/>
              <a:gd name="connsiteX10" fmla="*/ 1816721 w 2829367"/>
              <a:gd name="connsiteY10" fmla="*/ 1588908 h 4077524"/>
              <a:gd name="connsiteX11" fmla="*/ 2269270 w 2829367"/>
              <a:gd name="connsiteY11" fmla="*/ 1620337 h 4077524"/>
              <a:gd name="connsiteX12" fmla="*/ 2483153 w 2829367"/>
              <a:gd name="connsiteY12" fmla="*/ 1464715 h 4077524"/>
              <a:gd name="connsiteX13" fmla="*/ 2715565 w 2829367"/>
              <a:gd name="connsiteY13" fmla="*/ 1074722 h 4077524"/>
              <a:gd name="connsiteX14" fmla="*/ 2769324 w 2829367"/>
              <a:gd name="connsiteY14" fmla="*/ 604982 h 4077524"/>
              <a:gd name="connsiteX15" fmla="*/ 2744040 w 2829367"/>
              <a:gd name="connsiteY15" fmla="*/ 0 h 4077524"/>
              <a:gd name="connsiteX0" fmla="*/ 606818 w 2969793"/>
              <a:gd name="connsiteY0" fmla="*/ 4024660 h 4024660"/>
              <a:gd name="connsiteX1" fmla="*/ 472695 w 2969793"/>
              <a:gd name="connsiteY1" fmla="*/ 3792117 h 4024660"/>
              <a:gd name="connsiteX2" fmla="*/ 466287 w 2969793"/>
              <a:gd name="connsiteY2" fmla="*/ 3521188 h 4024660"/>
              <a:gd name="connsiteX3" fmla="*/ 364154 w 2969793"/>
              <a:gd name="connsiteY3" fmla="*/ 3053114 h 4024660"/>
              <a:gd name="connsiteX4" fmla="*/ 23540 w 2969793"/>
              <a:gd name="connsiteY4" fmla="*/ 2491129 h 4024660"/>
              <a:gd name="connsiteX5" fmla="*/ 65645 w 2969793"/>
              <a:gd name="connsiteY5" fmla="*/ 1862751 h 4024660"/>
              <a:gd name="connsiteX6" fmla="*/ 356818 w 2969793"/>
              <a:gd name="connsiteY6" fmla="*/ 1512874 h 4024660"/>
              <a:gd name="connsiteX7" fmla="*/ 640249 w 2969793"/>
              <a:gd name="connsiteY7" fmla="*/ 1499119 h 4024660"/>
              <a:gd name="connsiteX8" fmla="*/ 972234 w 2969793"/>
              <a:gd name="connsiteY8" fmla="*/ 1627865 h 4024660"/>
              <a:gd name="connsiteX9" fmla="*/ 1490517 w 2969793"/>
              <a:gd name="connsiteY9" fmla="*/ 1625766 h 4024660"/>
              <a:gd name="connsiteX10" fmla="*/ 1816721 w 2969793"/>
              <a:gd name="connsiteY10" fmla="*/ 1536044 h 4024660"/>
              <a:gd name="connsiteX11" fmla="*/ 2269270 w 2969793"/>
              <a:gd name="connsiteY11" fmla="*/ 1567473 h 4024660"/>
              <a:gd name="connsiteX12" fmla="*/ 2483153 w 2969793"/>
              <a:gd name="connsiteY12" fmla="*/ 1411851 h 4024660"/>
              <a:gd name="connsiteX13" fmla="*/ 2715565 w 2969793"/>
              <a:gd name="connsiteY13" fmla="*/ 1021858 h 4024660"/>
              <a:gd name="connsiteX14" fmla="*/ 2769324 w 2969793"/>
              <a:gd name="connsiteY14" fmla="*/ 552118 h 4024660"/>
              <a:gd name="connsiteX15" fmla="*/ 2932515 w 2969793"/>
              <a:gd name="connsiteY15" fmla="*/ 0 h 402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69793" h="4024660">
                <a:moveTo>
                  <a:pt x="606818" y="4024660"/>
                </a:moveTo>
                <a:cubicBezTo>
                  <a:pt x="574666" y="3913190"/>
                  <a:pt x="496117" y="3876029"/>
                  <a:pt x="472695" y="3792117"/>
                </a:cubicBezTo>
                <a:cubicBezTo>
                  <a:pt x="449273" y="3708205"/>
                  <a:pt x="484377" y="3644355"/>
                  <a:pt x="466287" y="3521188"/>
                </a:cubicBezTo>
                <a:cubicBezTo>
                  <a:pt x="448197" y="3398021"/>
                  <a:pt x="437945" y="3224791"/>
                  <a:pt x="364154" y="3053114"/>
                </a:cubicBezTo>
                <a:cubicBezTo>
                  <a:pt x="290363" y="2881437"/>
                  <a:pt x="73292" y="2689523"/>
                  <a:pt x="23540" y="2491129"/>
                </a:cubicBezTo>
                <a:cubicBezTo>
                  <a:pt x="-26212" y="2292735"/>
                  <a:pt x="10099" y="2025793"/>
                  <a:pt x="65645" y="1862751"/>
                </a:cubicBezTo>
                <a:cubicBezTo>
                  <a:pt x="121191" y="1699709"/>
                  <a:pt x="261051" y="1573479"/>
                  <a:pt x="356818" y="1512874"/>
                </a:cubicBezTo>
                <a:cubicBezTo>
                  <a:pt x="452585" y="1452269"/>
                  <a:pt x="537680" y="1479954"/>
                  <a:pt x="640249" y="1499119"/>
                </a:cubicBezTo>
                <a:cubicBezTo>
                  <a:pt x="742818" y="1518284"/>
                  <a:pt x="830523" y="1606757"/>
                  <a:pt x="972234" y="1627865"/>
                </a:cubicBezTo>
                <a:cubicBezTo>
                  <a:pt x="1113945" y="1648973"/>
                  <a:pt x="1319639" y="1664056"/>
                  <a:pt x="1490517" y="1625766"/>
                </a:cubicBezTo>
                <a:cubicBezTo>
                  <a:pt x="1605484" y="1599953"/>
                  <a:pt x="1686929" y="1545759"/>
                  <a:pt x="1816721" y="1536044"/>
                </a:cubicBezTo>
                <a:cubicBezTo>
                  <a:pt x="1946513" y="1526329"/>
                  <a:pt x="2158198" y="1588172"/>
                  <a:pt x="2269270" y="1567473"/>
                </a:cubicBezTo>
                <a:cubicBezTo>
                  <a:pt x="2380342" y="1546774"/>
                  <a:pt x="2408771" y="1502787"/>
                  <a:pt x="2483153" y="1411851"/>
                </a:cubicBezTo>
                <a:cubicBezTo>
                  <a:pt x="2557535" y="1320915"/>
                  <a:pt x="2708898" y="1151970"/>
                  <a:pt x="2715565" y="1021858"/>
                </a:cubicBezTo>
                <a:cubicBezTo>
                  <a:pt x="2721756" y="901558"/>
                  <a:pt x="2696725" y="689655"/>
                  <a:pt x="2769324" y="552118"/>
                </a:cubicBezTo>
                <a:cubicBezTo>
                  <a:pt x="2839915" y="426782"/>
                  <a:pt x="3055747" y="228364"/>
                  <a:pt x="2932515"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5" name="Freeform: Shape 44">
            <a:extLst>
              <a:ext uri="{FF2B5EF4-FFF2-40B4-BE49-F238E27FC236}">
                <a16:creationId xmlns:a16="http://schemas.microsoft.com/office/drawing/2014/main" id="{81BFA44B-8E56-DE3B-486A-BA61A44CDC15}"/>
              </a:ext>
            </a:extLst>
          </p:cNvPr>
          <p:cNvSpPr/>
          <p:nvPr userDrawn="1"/>
        </p:nvSpPr>
        <p:spPr>
          <a:xfrm rot="843214" flipH="1">
            <a:off x="8839872" y="2302966"/>
            <a:ext cx="3593740" cy="5113315"/>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351268 w 3061280"/>
              <a:gd name="connsiteY12" fmla="*/ 1400002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35753 w 3061280"/>
              <a:gd name="connsiteY12" fmla="*/ 1634304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642874 w 3061280"/>
              <a:gd name="connsiteY10" fmla="*/ 887470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71796"/>
              <a:gd name="connsiteY0" fmla="*/ 3593540 h 3593540"/>
              <a:gd name="connsiteX1" fmla="*/ 2874146 w 3071796"/>
              <a:gd name="connsiteY1" fmla="*/ 2393071 h 3593540"/>
              <a:gd name="connsiteX2" fmla="*/ 2614033 w 3071796"/>
              <a:gd name="connsiteY2" fmla="*/ 1937199 h 3593540"/>
              <a:gd name="connsiteX3" fmla="*/ 2569742 w 3071796"/>
              <a:gd name="connsiteY3" fmla="*/ 1609063 h 3593540"/>
              <a:gd name="connsiteX4" fmla="*/ 2650133 w 3071796"/>
              <a:gd name="connsiteY4" fmla="*/ 1183962 h 3593540"/>
              <a:gd name="connsiteX5" fmla="*/ 2801104 w 3071796"/>
              <a:gd name="connsiteY5" fmla="*/ 743621 h 3593540"/>
              <a:gd name="connsiteX6" fmla="*/ 2790055 w 3071796"/>
              <a:gd name="connsiteY6" fmla="*/ 342047 h 3593540"/>
              <a:gd name="connsiteX7" fmla="*/ 2647370 w 3071796"/>
              <a:gd name="connsiteY7" fmla="*/ 55440 h 3593540"/>
              <a:gd name="connsiteX8" fmla="*/ 2432677 w 3071796"/>
              <a:gd name="connsiteY8" fmla="*/ 2862 h 3593540"/>
              <a:gd name="connsiteX9" fmla="*/ 2075299 w 3071796"/>
              <a:gd name="connsiteY9" fmla="*/ 234129 h 3593540"/>
              <a:gd name="connsiteX10" fmla="*/ 1642874 w 3071796"/>
              <a:gd name="connsiteY10" fmla="*/ 887470 h 3593540"/>
              <a:gd name="connsiteX11" fmla="*/ 1351268 w 3071796"/>
              <a:gd name="connsiteY11" fmla="*/ 1400002 h 3593540"/>
              <a:gd name="connsiteX12" fmla="*/ 1128361 w 3071796"/>
              <a:gd name="connsiteY12" fmla="*/ 1747412 h 3593540"/>
              <a:gd name="connsiteX13" fmla="*/ 952584 w 3071796"/>
              <a:gd name="connsiteY13" fmla="*/ 1994223 h 3593540"/>
              <a:gd name="connsiteX14" fmla="*/ 573419 w 3071796"/>
              <a:gd name="connsiteY14" fmla="*/ 2487553 h 3593540"/>
              <a:gd name="connsiteX15" fmla="*/ 190200 w 3071796"/>
              <a:gd name="connsiteY15" fmla="*/ 2699630 h 3593540"/>
              <a:gd name="connsiteX16" fmla="*/ 0 w 3071796"/>
              <a:gd name="connsiteY16" fmla="*/ 3039833 h 3593540"/>
              <a:gd name="connsiteX0" fmla="*/ 3026272 w 3092540"/>
              <a:gd name="connsiteY0" fmla="*/ 3279489 h 3279489"/>
              <a:gd name="connsiteX1" fmla="*/ 2874146 w 3092540"/>
              <a:gd name="connsiteY1" fmla="*/ 2393071 h 3279489"/>
              <a:gd name="connsiteX2" fmla="*/ 2614033 w 3092540"/>
              <a:gd name="connsiteY2" fmla="*/ 1937199 h 3279489"/>
              <a:gd name="connsiteX3" fmla="*/ 2569742 w 3092540"/>
              <a:gd name="connsiteY3" fmla="*/ 1609063 h 3279489"/>
              <a:gd name="connsiteX4" fmla="*/ 2650133 w 3092540"/>
              <a:gd name="connsiteY4" fmla="*/ 1183962 h 3279489"/>
              <a:gd name="connsiteX5" fmla="*/ 2801104 w 3092540"/>
              <a:gd name="connsiteY5" fmla="*/ 743621 h 3279489"/>
              <a:gd name="connsiteX6" fmla="*/ 2790055 w 3092540"/>
              <a:gd name="connsiteY6" fmla="*/ 342047 h 3279489"/>
              <a:gd name="connsiteX7" fmla="*/ 2647370 w 3092540"/>
              <a:gd name="connsiteY7" fmla="*/ 55440 h 3279489"/>
              <a:gd name="connsiteX8" fmla="*/ 2432677 w 3092540"/>
              <a:gd name="connsiteY8" fmla="*/ 2862 h 3279489"/>
              <a:gd name="connsiteX9" fmla="*/ 2075299 w 3092540"/>
              <a:gd name="connsiteY9" fmla="*/ 234129 h 3279489"/>
              <a:gd name="connsiteX10" fmla="*/ 1642874 w 3092540"/>
              <a:gd name="connsiteY10" fmla="*/ 887470 h 3279489"/>
              <a:gd name="connsiteX11" fmla="*/ 1351268 w 3092540"/>
              <a:gd name="connsiteY11" fmla="*/ 1400002 h 3279489"/>
              <a:gd name="connsiteX12" fmla="*/ 1128361 w 3092540"/>
              <a:gd name="connsiteY12" fmla="*/ 1747412 h 3279489"/>
              <a:gd name="connsiteX13" fmla="*/ 952584 w 3092540"/>
              <a:gd name="connsiteY13" fmla="*/ 1994223 h 3279489"/>
              <a:gd name="connsiteX14" fmla="*/ 573419 w 3092540"/>
              <a:gd name="connsiteY14" fmla="*/ 2487553 h 3279489"/>
              <a:gd name="connsiteX15" fmla="*/ 190200 w 3092540"/>
              <a:gd name="connsiteY15" fmla="*/ 2699630 h 3279489"/>
              <a:gd name="connsiteX16" fmla="*/ 0 w 3092540"/>
              <a:gd name="connsiteY16" fmla="*/ 3039833 h 3279489"/>
              <a:gd name="connsiteX0" fmla="*/ 3026272 w 3026272"/>
              <a:gd name="connsiteY0" fmla="*/ 3279489 h 3279489"/>
              <a:gd name="connsiteX1" fmla="*/ 2874146 w 3026272"/>
              <a:gd name="connsiteY1" fmla="*/ 2393071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48302 w 3026272"/>
              <a:gd name="connsiteY2" fmla="*/ 1951667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2836072 w 2836072"/>
              <a:gd name="connsiteY0" fmla="*/ 3279489 h 3279489"/>
              <a:gd name="connsiteX1" fmla="*/ 2674233 w 2836072"/>
              <a:gd name="connsiteY1" fmla="*/ 2400749 h 3279489"/>
              <a:gd name="connsiteX2" fmla="*/ 2458102 w 2836072"/>
              <a:gd name="connsiteY2" fmla="*/ 1951667 h 3279489"/>
              <a:gd name="connsiteX3" fmla="*/ 2379542 w 2836072"/>
              <a:gd name="connsiteY3" fmla="*/ 1609063 h 3279489"/>
              <a:gd name="connsiteX4" fmla="*/ 2459933 w 2836072"/>
              <a:gd name="connsiteY4" fmla="*/ 1183962 h 3279489"/>
              <a:gd name="connsiteX5" fmla="*/ 2610904 w 2836072"/>
              <a:gd name="connsiteY5" fmla="*/ 743621 h 3279489"/>
              <a:gd name="connsiteX6" fmla="*/ 2599855 w 2836072"/>
              <a:gd name="connsiteY6" fmla="*/ 342047 h 3279489"/>
              <a:gd name="connsiteX7" fmla="*/ 2457170 w 2836072"/>
              <a:gd name="connsiteY7" fmla="*/ 55440 h 3279489"/>
              <a:gd name="connsiteX8" fmla="*/ 2242477 w 2836072"/>
              <a:gd name="connsiteY8" fmla="*/ 2862 h 3279489"/>
              <a:gd name="connsiteX9" fmla="*/ 1885099 w 2836072"/>
              <a:gd name="connsiteY9" fmla="*/ 234129 h 3279489"/>
              <a:gd name="connsiteX10" fmla="*/ 1452674 w 2836072"/>
              <a:gd name="connsiteY10" fmla="*/ 887470 h 3279489"/>
              <a:gd name="connsiteX11" fmla="*/ 1161068 w 2836072"/>
              <a:gd name="connsiteY11" fmla="*/ 1400002 h 3279489"/>
              <a:gd name="connsiteX12" fmla="*/ 938161 w 2836072"/>
              <a:gd name="connsiteY12" fmla="*/ 1747412 h 3279489"/>
              <a:gd name="connsiteX13" fmla="*/ 762384 w 2836072"/>
              <a:gd name="connsiteY13" fmla="*/ 1994223 h 3279489"/>
              <a:gd name="connsiteX14" fmla="*/ 383219 w 2836072"/>
              <a:gd name="connsiteY14" fmla="*/ 2487553 h 3279489"/>
              <a:gd name="connsiteX15" fmla="*/ 0 w 2836072"/>
              <a:gd name="connsiteY15" fmla="*/ 2699630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52998 w 2905851"/>
              <a:gd name="connsiteY14" fmla="*/ 2487553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54476 w 2954476"/>
              <a:gd name="connsiteY0" fmla="*/ 3279489 h 3279489"/>
              <a:gd name="connsiteX1" fmla="*/ 2792637 w 2954476"/>
              <a:gd name="connsiteY1" fmla="*/ 2400749 h 3279489"/>
              <a:gd name="connsiteX2" fmla="*/ 2576506 w 2954476"/>
              <a:gd name="connsiteY2" fmla="*/ 1951667 h 3279489"/>
              <a:gd name="connsiteX3" fmla="*/ 2497946 w 2954476"/>
              <a:gd name="connsiteY3" fmla="*/ 1609063 h 3279489"/>
              <a:gd name="connsiteX4" fmla="*/ 2578337 w 2954476"/>
              <a:gd name="connsiteY4" fmla="*/ 1183962 h 3279489"/>
              <a:gd name="connsiteX5" fmla="*/ 2729308 w 2954476"/>
              <a:gd name="connsiteY5" fmla="*/ 743621 h 3279489"/>
              <a:gd name="connsiteX6" fmla="*/ 2718259 w 2954476"/>
              <a:gd name="connsiteY6" fmla="*/ 342047 h 3279489"/>
              <a:gd name="connsiteX7" fmla="*/ 2575574 w 2954476"/>
              <a:gd name="connsiteY7" fmla="*/ 55440 h 3279489"/>
              <a:gd name="connsiteX8" fmla="*/ 2360881 w 2954476"/>
              <a:gd name="connsiteY8" fmla="*/ 2862 h 3279489"/>
              <a:gd name="connsiteX9" fmla="*/ 2003503 w 2954476"/>
              <a:gd name="connsiteY9" fmla="*/ 234129 h 3279489"/>
              <a:gd name="connsiteX10" fmla="*/ 1571078 w 2954476"/>
              <a:gd name="connsiteY10" fmla="*/ 887470 h 3279489"/>
              <a:gd name="connsiteX11" fmla="*/ 1279472 w 2954476"/>
              <a:gd name="connsiteY11" fmla="*/ 1400002 h 3279489"/>
              <a:gd name="connsiteX12" fmla="*/ 1056565 w 2954476"/>
              <a:gd name="connsiteY12" fmla="*/ 1747412 h 3279489"/>
              <a:gd name="connsiteX13" fmla="*/ 834756 w 2954476"/>
              <a:gd name="connsiteY13" fmla="*/ 1970127 h 3279489"/>
              <a:gd name="connsiteX14" fmla="*/ 474962 w 2954476"/>
              <a:gd name="connsiteY14" fmla="*/ 2297510 h 3279489"/>
              <a:gd name="connsiteX15" fmla="*/ 0 w 2954476"/>
              <a:gd name="connsiteY15" fmla="*/ 2595036 h 3279489"/>
              <a:gd name="connsiteX0" fmla="*/ 2954476 w 2954476"/>
              <a:gd name="connsiteY0" fmla="*/ 3279299 h 3279299"/>
              <a:gd name="connsiteX1" fmla="*/ 2792637 w 2954476"/>
              <a:gd name="connsiteY1" fmla="*/ 2400559 h 3279299"/>
              <a:gd name="connsiteX2" fmla="*/ 2576506 w 2954476"/>
              <a:gd name="connsiteY2" fmla="*/ 1951477 h 3279299"/>
              <a:gd name="connsiteX3" fmla="*/ 2497946 w 2954476"/>
              <a:gd name="connsiteY3" fmla="*/ 1608873 h 3279299"/>
              <a:gd name="connsiteX4" fmla="*/ 2578337 w 2954476"/>
              <a:gd name="connsiteY4" fmla="*/ 1183772 h 3279299"/>
              <a:gd name="connsiteX5" fmla="*/ 2729308 w 2954476"/>
              <a:gd name="connsiteY5" fmla="*/ 743431 h 3279299"/>
              <a:gd name="connsiteX6" fmla="*/ 2948320 w 2954476"/>
              <a:gd name="connsiteY6" fmla="*/ 268959 h 3279299"/>
              <a:gd name="connsiteX7" fmla="*/ 2575574 w 2954476"/>
              <a:gd name="connsiteY7" fmla="*/ 55250 h 3279299"/>
              <a:gd name="connsiteX8" fmla="*/ 2360881 w 2954476"/>
              <a:gd name="connsiteY8" fmla="*/ 2672 h 3279299"/>
              <a:gd name="connsiteX9" fmla="*/ 2003503 w 2954476"/>
              <a:gd name="connsiteY9" fmla="*/ 233939 h 3279299"/>
              <a:gd name="connsiteX10" fmla="*/ 1571078 w 2954476"/>
              <a:gd name="connsiteY10" fmla="*/ 887280 h 3279299"/>
              <a:gd name="connsiteX11" fmla="*/ 1279472 w 2954476"/>
              <a:gd name="connsiteY11" fmla="*/ 1399812 h 3279299"/>
              <a:gd name="connsiteX12" fmla="*/ 1056565 w 2954476"/>
              <a:gd name="connsiteY12" fmla="*/ 1747222 h 3279299"/>
              <a:gd name="connsiteX13" fmla="*/ 834756 w 2954476"/>
              <a:gd name="connsiteY13" fmla="*/ 1969937 h 3279299"/>
              <a:gd name="connsiteX14" fmla="*/ 474962 w 2954476"/>
              <a:gd name="connsiteY14" fmla="*/ 2297320 h 3279299"/>
              <a:gd name="connsiteX15" fmla="*/ 0 w 2954476"/>
              <a:gd name="connsiteY15" fmla="*/ 2594846 h 3279299"/>
              <a:gd name="connsiteX0" fmla="*/ 3020803 w 3020803"/>
              <a:gd name="connsiteY0" fmla="*/ 3250625 h 3250625"/>
              <a:gd name="connsiteX1" fmla="*/ 2792637 w 3020803"/>
              <a:gd name="connsiteY1" fmla="*/ 2400559 h 3250625"/>
              <a:gd name="connsiteX2" fmla="*/ 2576506 w 3020803"/>
              <a:gd name="connsiteY2" fmla="*/ 1951477 h 3250625"/>
              <a:gd name="connsiteX3" fmla="*/ 2497946 w 3020803"/>
              <a:gd name="connsiteY3" fmla="*/ 1608873 h 3250625"/>
              <a:gd name="connsiteX4" fmla="*/ 2578337 w 3020803"/>
              <a:gd name="connsiteY4" fmla="*/ 1183772 h 3250625"/>
              <a:gd name="connsiteX5" fmla="*/ 2729308 w 3020803"/>
              <a:gd name="connsiteY5" fmla="*/ 743431 h 3250625"/>
              <a:gd name="connsiteX6" fmla="*/ 2948320 w 3020803"/>
              <a:gd name="connsiteY6" fmla="*/ 268959 h 3250625"/>
              <a:gd name="connsiteX7" fmla="*/ 2575574 w 3020803"/>
              <a:gd name="connsiteY7" fmla="*/ 55250 h 3250625"/>
              <a:gd name="connsiteX8" fmla="*/ 2360881 w 3020803"/>
              <a:gd name="connsiteY8" fmla="*/ 2672 h 3250625"/>
              <a:gd name="connsiteX9" fmla="*/ 2003503 w 3020803"/>
              <a:gd name="connsiteY9" fmla="*/ 233939 h 3250625"/>
              <a:gd name="connsiteX10" fmla="*/ 1571078 w 3020803"/>
              <a:gd name="connsiteY10" fmla="*/ 887280 h 3250625"/>
              <a:gd name="connsiteX11" fmla="*/ 1279472 w 3020803"/>
              <a:gd name="connsiteY11" fmla="*/ 1399812 h 3250625"/>
              <a:gd name="connsiteX12" fmla="*/ 1056565 w 3020803"/>
              <a:gd name="connsiteY12" fmla="*/ 1747222 h 3250625"/>
              <a:gd name="connsiteX13" fmla="*/ 834756 w 3020803"/>
              <a:gd name="connsiteY13" fmla="*/ 1969937 h 3250625"/>
              <a:gd name="connsiteX14" fmla="*/ 474962 w 3020803"/>
              <a:gd name="connsiteY14" fmla="*/ 2297320 h 3250625"/>
              <a:gd name="connsiteX15" fmla="*/ 0 w 3020803"/>
              <a:gd name="connsiteY15" fmla="*/ 2594846 h 3250625"/>
              <a:gd name="connsiteX0" fmla="*/ 3020803 w 3020803"/>
              <a:gd name="connsiteY0" fmla="*/ 3250625 h 3250625"/>
              <a:gd name="connsiteX1" fmla="*/ 2858355 w 3020803"/>
              <a:gd name="connsiteY1" fmla="*/ 2819392 h 3250625"/>
              <a:gd name="connsiteX2" fmla="*/ 2792637 w 3020803"/>
              <a:gd name="connsiteY2" fmla="*/ 2400559 h 3250625"/>
              <a:gd name="connsiteX3" fmla="*/ 2576506 w 3020803"/>
              <a:gd name="connsiteY3" fmla="*/ 1951477 h 3250625"/>
              <a:gd name="connsiteX4" fmla="*/ 2497946 w 3020803"/>
              <a:gd name="connsiteY4" fmla="*/ 1608873 h 3250625"/>
              <a:gd name="connsiteX5" fmla="*/ 2578337 w 3020803"/>
              <a:gd name="connsiteY5" fmla="*/ 1183772 h 3250625"/>
              <a:gd name="connsiteX6" fmla="*/ 2729308 w 3020803"/>
              <a:gd name="connsiteY6" fmla="*/ 743431 h 3250625"/>
              <a:gd name="connsiteX7" fmla="*/ 2948320 w 3020803"/>
              <a:gd name="connsiteY7" fmla="*/ 268959 h 3250625"/>
              <a:gd name="connsiteX8" fmla="*/ 2575574 w 3020803"/>
              <a:gd name="connsiteY8" fmla="*/ 55250 h 3250625"/>
              <a:gd name="connsiteX9" fmla="*/ 2360881 w 3020803"/>
              <a:gd name="connsiteY9" fmla="*/ 2672 h 3250625"/>
              <a:gd name="connsiteX10" fmla="*/ 2003503 w 3020803"/>
              <a:gd name="connsiteY10" fmla="*/ 233939 h 3250625"/>
              <a:gd name="connsiteX11" fmla="*/ 1571078 w 3020803"/>
              <a:gd name="connsiteY11" fmla="*/ 887280 h 3250625"/>
              <a:gd name="connsiteX12" fmla="*/ 1279472 w 3020803"/>
              <a:gd name="connsiteY12" fmla="*/ 1399812 h 3250625"/>
              <a:gd name="connsiteX13" fmla="*/ 1056565 w 3020803"/>
              <a:gd name="connsiteY13" fmla="*/ 1747222 h 3250625"/>
              <a:gd name="connsiteX14" fmla="*/ 834756 w 3020803"/>
              <a:gd name="connsiteY14" fmla="*/ 1969937 h 3250625"/>
              <a:gd name="connsiteX15" fmla="*/ 474962 w 3020803"/>
              <a:gd name="connsiteY15" fmla="*/ 2297320 h 3250625"/>
              <a:gd name="connsiteX16" fmla="*/ 0 w 3020803"/>
              <a:gd name="connsiteY16" fmla="*/ 2594846 h 3250625"/>
              <a:gd name="connsiteX0" fmla="*/ 3020803 w 3020803"/>
              <a:gd name="connsiteY0" fmla="*/ 3250625 h 3250625"/>
              <a:gd name="connsiteX1" fmla="*/ 2858355 w 3020803"/>
              <a:gd name="connsiteY1" fmla="*/ 2819392 h 3250625"/>
              <a:gd name="connsiteX2" fmla="*/ 2858974 w 3020803"/>
              <a:gd name="connsiteY2" fmla="*/ 2344016 h 3250625"/>
              <a:gd name="connsiteX3" fmla="*/ 2576506 w 3020803"/>
              <a:gd name="connsiteY3" fmla="*/ 1951477 h 3250625"/>
              <a:gd name="connsiteX4" fmla="*/ 2497946 w 3020803"/>
              <a:gd name="connsiteY4" fmla="*/ 1608873 h 3250625"/>
              <a:gd name="connsiteX5" fmla="*/ 2578337 w 3020803"/>
              <a:gd name="connsiteY5" fmla="*/ 1183772 h 3250625"/>
              <a:gd name="connsiteX6" fmla="*/ 2729308 w 3020803"/>
              <a:gd name="connsiteY6" fmla="*/ 743431 h 3250625"/>
              <a:gd name="connsiteX7" fmla="*/ 2948320 w 3020803"/>
              <a:gd name="connsiteY7" fmla="*/ 268959 h 3250625"/>
              <a:gd name="connsiteX8" fmla="*/ 2575574 w 3020803"/>
              <a:gd name="connsiteY8" fmla="*/ 55250 h 3250625"/>
              <a:gd name="connsiteX9" fmla="*/ 2360881 w 3020803"/>
              <a:gd name="connsiteY9" fmla="*/ 2672 h 3250625"/>
              <a:gd name="connsiteX10" fmla="*/ 2003503 w 3020803"/>
              <a:gd name="connsiteY10" fmla="*/ 233939 h 3250625"/>
              <a:gd name="connsiteX11" fmla="*/ 1571078 w 3020803"/>
              <a:gd name="connsiteY11" fmla="*/ 887280 h 3250625"/>
              <a:gd name="connsiteX12" fmla="*/ 1279472 w 3020803"/>
              <a:gd name="connsiteY12" fmla="*/ 1399812 h 3250625"/>
              <a:gd name="connsiteX13" fmla="*/ 1056565 w 3020803"/>
              <a:gd name="connsiteY13" fmla="*/ 1747222 h 3250625"/>
              <a:gd name="connsiteX14" fmla="*/ 834756 w 3020803"/>
              <a:gd name="connsiteY14" fmla="*/ 1969937 h 3250625"/>
              <a:gd name="connsiteX15" fmla="*/ 474962 w 3020803"/>
              <a:gd name="connsiteY15" fmla="*/ 2297320 h 3250625"/>
              <a:gd name="connsiteX16" fmla="*/ 0 w 3020803"/>
              <a:gd name="connsiteY16" fmla="*/ 2594846 h 3250625"/>
              <a:gd name="connsiteX0" fmla="*/ 3020803 w 3020803"/>
              <a:gd name="connsiteY0" fmla="*/ 3250625 h 3250625"/>
              <a:gd name="connsiteX1" fmla="*/ 2858355 w 3020803"/>
              <a:gd name="connsiteY1" fmla="*/ 2819392 h 3250625"/>
              <a:gd name="connsiteX2" fmla="*/ 2858974 w 3020803"/>
              <a:gd name="connsiteY2" fmla="*/ 2344016 h 3250625"/>
              <a:gd name="connsiteX3" fmla="*/ 2559891 w 3020803"/>
              <a:gd name="connsiteY3" fmla="*/ 2045738 h 3250625"/>
              <a:gd name="connsiteX4" fmla="*/ 2497946 w 3020803"/>
              <a:gd name="connsiteY4" fmla="*/ 1608873 h 3250625"/>
              <a:gd name="connsiteX5" fmla="*/ 2578337 w 3020803"/>
              <a:gd name="connsiteY5" fmla="*/ 1183772 h 3250625"/>
              <a:gd name="connsiteX6" fmla="*/ 2729308 w 3020803"/>
              <a:gd name="connsiteY6" fmla="*/ 743431 h 3250625"/>
              <a:gd name="connsiteX7" fmla="*/ 2948320 w 3020803"/>
              <a:gd name="connsiteY7" fmla="*/ 268959 h 3250625"/>
              <a:gd name="connsiteX8" fmla="*/ 2575574 w 3020803"/>
              <a:gd name="connsiteY8" fmla="*/ 55250 h 3250625"/>
              <a:gd name="connsiteX9" fmla="*/ 2360881 w 3020803"/>
              <a:gd name="connsiteY9" fmla="*/ 2672 h 3250625"/>
              <a:gd name="connsiteX10" fmla="*/ 2003503 w 3020803"/>
              <a:gd name="connsiteY10" fmla="*/ 233939 h 3250625"/>
              <a:gd name="connsiteX11" fmla="*/ 1571078 w 3020803"/>
              <a:gd name="connsiteY11" fmla="*/ 887280 h 3250625"/>
              <a:gd name="connsiteX12" fmla="*/ 1279472 w 3020803"/>
              <a:gd name="connsiteY12" fmla="*/ 1399812 h 3250625"/>
              <a:gd name="connsiteX13" fmla="*/ 1056565 w 3020803"/>
              <a:gd name="connsiteY13" fmla="*/ 1747222 h 3250625"/>
              <a:gd name="connsiteX14" fmla="*/ 834756 w 3020803"/>
              <a:gd name="connsiteY14" fmla="*/ 1969937 h 3250625"/>
              <a:gd name="connsiteX15" fmla="*/ 474962 w 3020803"/>
              <a:gd name="connsiteY15" fmla="*/ 2297320 h 3250625"/>
              <a:gd name="connsiteX16" fmla="*/ 0 w 3020803"/>
              <a:gd name="connsiteY16" fmla="*/ 2594846 h 3250625"/>
              <a:gd name="connsiteX0" fmla="*/ 3020803 w 3020803"/>
              <a:gd name="connsiteY0" fmla="*/ 3250625 h 3250625"/>
              <a:gd name="connsiteX1" fmla="*/ 2858355 w 3020803"/>
              <a:gd name="connsiteY1" fmla="*/ 2819392 h 3250625"/>
              <a:gd name="connsiteX2" fmla="*/ 2858974 w 3020803"/>
              <a:gd name="connsiteY2" fmla="*/ 2344016 h 3250625"/>
              <a:gd name="connsiteX3" fmla="*/ 2559891 w 3020803"/>
              <a:gd name="connsiteY3" fmla="*/ 2045738 h 3250625"/>
              <a:gd name="connsiteX4" fmla="*/ 2567337 w 3020803"/>
              <a:gd name="connsiteY4" fmla="*/ 1695777 h 3250625"/>
              <a:gd name="connsiteX5" fmla="*/ 2578337 w 3020803"/>
              <a:gd name="connsiteY5" fmla="*/ 1183772 h 3250625"/>
              <a:gd name="connsiteX6" fmla="*/ 2729308 w 3020803"/>
              <a:gd name="connsiteY6" fmla="*/ 743431 h 3250625"/>
              <a:gd name="connsiteX7" fmla="*/ 2948320 w 3020803"/>
              <a:gd name="connsiteY7" fmla="*/ 268959 h 3250625"/>
              <a:gd name="connsiteX8" fmla="*/ 2575574 w 3020803"/>
              <a:gd name="connsiteY8" fmla="*/ 55250 h 3250625"/>
              <a:gd name="connsiteX9" fmla="*/ 2360881 w 3020803"/>
              <a:gd name="connsiteY9" fmla="*/ 2672 h 3250625"/>
              <a:gd name="connsiteX10" fmla="*/ 2003503 w 3020803"/>
              <a:gd name="connsiteY10" fmla="*/ 233939 h 3250625"/>
              <a:gd name="connsiteX11" fmla="*/ 1571078 w 3020803"/>
              <a:gd name="connsiteY11" fmla="*/ 887280 h 3250625"/>
              <a:gd name="connsiteX12" fmla="*/ 1279472 w 3020803"/>
              <a:gd name="connsiteY12" fmla="*/ 1399812 h 3250625"/>
              <a:gd name="connsiteX13" fmla="*/ 1056565 w 3020803"/>
              <a:gd name="connsiteY13" fmla="*/ 1747222 h 3250625"/>
              <a:gd name="connsiteX14" fmla="*/ 834756 w 3020803"/>
              <a:gd name="connsiteY14" fmla="*/ 1969937 h 3250625"/>
              <a:gd name="connsiteX15" fmla="*/ 474962 w 3020803"/>
              <a:gd name="connsiteY15" fmla="*/ 2297320 h 3250625"/>
              <a:gd name="connsiteX16" fmla="*/ 0 w 3020803"/>
              <a:gd name="connsiteY16" fmla="*/ 2594846 h 3250625"/>
              <a:gd name="connsiteX0" fmla="*/ 2957477 w 2957477"/>
              <a:gd name="connsiteY0" fmla="*/ 3250625 h 3250625"/>
              <a:gd name="connsiteX1" fmla="*/ 2795029 w 2957477"/>
              <a:gd name="connsiteY1" fmla="*/ 2819392 h 3250625"/>
              <a:gd name="connsiteX2" fmla="*/ 2795648 w 2957477"/>
              <a:gd name="connsiteY2" fmla="*/ 2344016 h 3250625"/>
              <a:gd name="connsiteX3" fmla="*/ 2496565 w 2957477"/>
              <a:gd name="connsiteY3" fmla="*/ 2045738 h 3250625"/>
              <a:gd name="connsiteX4" fmla="*/ 2504011 w 2957477"/>
              <a:gd name="connsiteY4" fmla="*/ 1695777 h 3250625"/>
              <a:gd name="connsiteX5" fmla="*/ 2515011 w 2957477"/>
              <a:gd name="connsiteY5" fmla="*/ 1183772 h 3250625"/>
              <a:gd name="connsiteX6" fmla="*/ 2665982 w 2957477"/>
              <a:gd name="connsiteY6" fmla="*/ 743431 h 3250625"/>
              <a:gd name="connsiteX7" fmla="*/ 2884994 w 2957477"/>
              <a:gd name="connsiteY7" fmla="*/ 268959 h 3250625"/>
              <a:gd name="connsiteX8" fmla="*/ 2512248 w 2957477"/>
              <a:gd name="connsiteY8" fmla="*/ 55250 h 3250625"/>
              <a:gd name="connsiteX9" fmla="*/ 2297555 w 2957477"/>
              <a:gd name="connsiteY9" fmla="*/ 2672 h 3250625"/>
              <a:gd name="connsiteX10" fmla="*/ 1940177 w 2957477"/>
              <a:gd name="connsiteY10" fmla="*/ 233939 h 3250625"/>
              <a:gd name="connsiteX11" fmla="*/ 1507752 w 2957477"/>
              <a:gd name="connsiteY11" fmla="*/ 887280 h 3250625"/>
              <a:gd name="connsiteX12" fmla="*/ 1216146 w 2957477"/>
              <a:gd name="connsiteY12" fmla="*/ 1399812 h 3250625"/>
              <a:gd name="connsiteX13" fmla="*/ 993239 w 2957477"/>
              <a:gd name="connsiteY13" fmla="*/ 1747222 h 3250625"/>
              <a:gd name="connsiteX14" fmla="*/ 771430 w 2957477"/>
              <a:gd name="connsiteY14" fmla="*/ 1969937 h 3250625"/>
              <a:gd name="connsiteX15" fmla="*/ 411636 w 2957477"/>
              <a:gd name="connsiteY15" fmla="*/ 2297320 h 3250625"/>
              <a:gd name="connsiteX16" fmla="*/ 0 w 2957477"/>
              <a:gd name="connsiteY16" fmla="*/ 2283380 h 3250625"/>
              <a:gd name="connsiteX0" fmla="*/ 2957477 w 2957477"/>
              <a:gd name="connsiteY0" fmla="*/ 3250625 h 3250625"/>
              <a:gd name="connsiteX1" fmla="*/ 2795029 w 2957477"/>
              <a:gd name="connsiteY1" fmla="*/ 2819392 h 3250625"/>
              <a:gd name="connsiteX2" fmla="*/ 2795648 w 2957477"/>
              <a:gd name="connsiteY2" fmla="*/ 2344016 h 3250625"/>
              <a:gd name="connsiteX3" fmla="*/ 2496565 w 2957477"/>
              <a:gd name="connsiteY3" fmla="*/ 2045738 h 3250625"/>
              <a:gd name="connsiteX4" fmla="*/ 2504011 w 2957477"/>
              <a:gd name="connsiteY4" fmla="*/ 1695777 h 3250625"/>
              <a:gd name="connsiteX5" fmla="*/ 2515011 w 2957477"/>
              <a:gd name="connsiteY5" fmla="*/ 1183772 h 3250625"/>
              <a:gd name="connsiteX6" fmla="*/ 2665982 w 2957477"/>
              <a:gd name="connsiteY6" fmla="*/ 743431 h 3250625"/>
              <a:gd name="connsiteX7" fmla="*/ 2884994 w 2957477"/>
              <a:gd name="connsiteY7" fmla="*/ 268959 h 3250625"/>
              <a:gd name="connsiteX8" fmla="*/ 2512248 w 2957477"/>
              <a:gd name="connsiteY8" fmla="*/ 55250 h 3250625"/>
              <a:gd name="connsiteX9" fmla="*/ 2297555 w 2957477"/>
              <a:gd name="connsiteY9" fmla="*/ 2672 h 3250625"/>
              <a:gd name="connsiteX10" fmla="*/ 1940177 w 2957477"/>
              <a:gd name="connsiteY10" fmla="*/ 233939 h 3250625"/>
              <a:gd name="connsiteX11" fmla="*/ 1507752 w 2957477"/>
              <a:gd name="connsiteY11" fmla="*/ 887280 h 3250625"/>
              <a:gd name="connsiteX12" fmla="*/ 1216146 w 2957477"/>
              <a:gd name="connsiteY12" fmla="*/ 1399812 h 3250625"/>
              <a:gd name="connsiteX13" fmla="*/ 993239 w 2957477"/>
              <a:gd name="connsiteY13" fmla="*/ 1747222 h 3250625"/>
              <a:gd name="connsiteX14" fmla="*/ 771430 w 2957477"/>
              <a:gd name="connsiteY14" fmla="*/ 1969937 h 3250625"/>
              <a:gd name="connsiteX15" fmla="*/ 366111 w 2957477"/>
              <a:gd name="connsiteY15" fmla="*/ 2121076 h 3250625"/>
              <a:gd name="connsiteX16" fmla="*/ 0 w 2957477"/>
              <a:gd name="connsiteY16" fmla="*/ 2283380 h 3250625"/>
              <a:gd name="connsiteX0" fmla="*/ 2957477 w 2957477"/>
              <a:gd name="connsiteY0" fmla="*/ 3250625 h 3250625"/>
              <a:gd name="connsiteX1" fmla="*/ 2795029 w 2957477"/>
              <a:gd name="connsiteY1" fmla="*/ 2819392 h 3250625"/>
              <a:gd name="connsiteX2" fmla="*/ 2795648 w 2957477"/>
              <a:gd name="connsiteY2" fmla="*/ 2344016 h 3250625"/>
              <a:gd name="connsiteX3" fmla="*/ 2496565 w 2957477"/>
              <a:gd name="connsiteY3" fmla="*/ 2045738 h 3250625"/>
              <a:gd name="connsiteX4" fmla="*/ 2504011 w 2957477"/>
              <a:gd name="connsiteY4" fmla="*/ 1695777 h 3250625"/>
              <a:gd name="connsiteX5" fmla="*/ 2515011 w 2957477"/>
              <a:gd name="connsiteY5" fmla="*/ 1183772 h 3250625"/>
              <a:gd name="connsiteX6" fmla="*/ 2665982 w 2957477"/>
              <a:gd name="connsiteY6" fmla="*/ 743431 h 3250625"/>
              <a:gd name="connsiteX7" fmla="*/ 2884994 w 2957477"/>
              <a:gd name="connsiteY7" fmla="*/ 268959 h 3250625"/>
              <a:gd name="connsiteX8" fmla="*/ 2512248 w 2957477"/>
              <a:gd name="connsiteY8" fmla="*/ 55250 h 3250625"/>
              <a:gd name="connsiteX9" fmla="*/ 2297555 w 2957477"/>
              <a:gd name="connsiteY9" fmla="*/ 2672 h 3250625"/>
              <a:gd name="connsiteX10" fmla="*/ 1940177 w 2957477"/>
              <a:gd name="connsiteY10" fmla="*/ 233939 h 3250625"/>
              <a:gd name="connsiteX11" fmla="*/ 1507752 w 2957477"/>
              <a:gd name="connsiteY11" fmla="*/ 887280 h 3250625"/>
              <a:gd name="connsiteX12" fmla="*/ 1216146 w 2957477"/>
              <a:gd name="connsiteY12" fmla="*/ 1399812 h 3250625"/>
              <a:gd name="connsiteX13" fmla="*/ 993239 w 2957477"/>
              <a:gd name="connsiteY13" fmla="*/ 1747222 h 3250625"/>
              <a:gd name="connsiteX14" fmla="*/ 771430 w 2957477"/>
              <a:gd name="connsiteY14" fmla="*/ 1969937 h 3250625"/>
              <a:gd name="connsiteX15" fmla="*/ 403448 w 2957477"/>
              <a:gd name="connsiteY15" fmla="*/ 2030919 h 3250625"/>
              <a:gd name="connsiteX16" fmla="*/ 0 w 2957477"/>
              <a:gd name="connsiteY16" fmla="*/ 2283380 h 3250625"/>
              <a:gd name="connsiteX0" fmla="*/ 2888022 w 2888022"/>
              <a:gd name="connsiteY0" fmla="*/ 3250625 h 3250625"/>
              <a:gd name="connsiteX1" fmla="*/ 2725574 w 2888022"/>
              <a:gd name="connsiteY1" fmla="*/ 2819392 h 3250625"/>
              <a:gd name="connsiteX2" fmla="*/ 2726193 w 2888022"/>
              <a:gd name="connsiteY2" fmla="*/ 2344016 h 3250625"/>
              <a:gd name="connsiteX3" fmla="*/ 2427110 w 2888022"/>
              <a:gd name="connsiteY3" fmla="*/ 2045738 h 3250625"/>
              <a:gd name="connsiteX4" fmla="*/ 2434556 w 2888022"/>
              <a:gd name="connsiteY4" fmla="*/ 1695777 h 3250625"/>
              <a:gd name="connsiteX5" fmla="*/ 2445556 w 2888022"/>
              <a:gd name="connsiteY5" fmla="*/ 1183772 h 3250625"/>
              <a:gd name="connsiteX6" fmla="*/ 2596527 w 2888022"/>
              <a:gd name="connsiteY6" fmla="*/ 743431 h 3250625"/>
              <a:gd name="connsiteX7" fmla="*/ 2815539 w 2888022"/>
              <a:gd name="connsiteY7" fmla="*/ 268959 h 3250625"/>
              <a:gd name="connsiteX8" fmla="*/ 2442793 w 2888022"/>
              <a:gd name="connsiteY8" fmla="*/ 55250 h 3250625"/>
              <a:gd name="connsiteX9" fmla="*/ 2228100 w 2888022"/>
              <a:gd name="connsiteY9" fmla="*/ 2672 h 3250625"/>
              <a:gd name="connsiteX10" fmla="*/ 1870722 w 2888022"/>
              <a:gd name="connsiteY10" fmla="*/ 233939 h 3250625"/>
              <a:gd name="connsiteX11" fmla="*/ 1438297 w 2888022"/>
              <a:gd name="connsiteY11" fmla="*/ 887280 h 3250625"/>
              <a:gd name="connsiteX12" fmla="*/ 1146691 w 2888022"/>
              <a:gd name="connsiteY12" fmla="*/ 1399812 h 3250625"/>
              <a:gd name="connsiteX13" fmla="*/ 923784 w 2888022"/>
              <a:gd name="connsiteY13" fmla="*/ 1747222 h 3250625"/>
              <a:gd name="connsiteX14" fmla="*/ 701975 w 2888022"/>
              <a:gd name="connsiteY14" fmla="*/ 1969937 h 3250625"/>
              <a:gd name="connsiteX15" fmla="*/ 333993 w 2888022"/>
              <a:gd name="connsiteY15" fmla="*/ 2030919 h 3250625"/>
              <a:gd name="connsiteX16" fmla="*/ 0 w 2888022"/>
              <a:gd name="connsiteY16" fmla="*/ 2203067 h 325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8022" h="3250625">
                <a:moveTo>
                  <a:pt x="2888022" y="3250625"/>
                </a:moveTo>
                <a:cubicBezTo>
                  <a:pt x="2878219" y="3175205"/>
                  <a:pt x="2763602" y="2961070"/>
                  <a:pt x="2725574" y="2819392"/>
                </a:cubicBezTo>
                <a:cubicBezTo>
                  <a:pt x="2687546" y="2677714"/>
                  <a:pt x="2775937" y="2472958"/>
                  <a:pt x="2726193" y="2344016"/>
                </a:cubicBezTo>
                <a:cubicBezTo>
                  <a:pt x="2676449" y="2215074"/>
                  <a:pt x="2475716" y="2153778"/>
                  <a:pt x="2427110" y="2045738"/>
                </a:cubicBezTo>
                <a:cubicBezTo>
                  <a:pt x="2378504" y="1937698"/>
                  <a:pt x="2434175" y="1806552"/>
                  <a:pt x="2434556" y="1695777"/>
                </a:cubicBezTo>
                <a:cubicBezTo>
                  <a:pt x="2435032" y="1550806"/>
                  <a:pt x="2418561" y="1342496"/>
                  <a:pt x="2445556" y="1183772"/>
                </a:cubicBezTo>
                <a:cubicBezTo>
                  <a:pt x="2472551" y="1025048"/>
                  <a:pt x="2567285" y="896117"/>
                  <a:pt x="2596527" y="743431"/>
                </a:cubicBezTo>
                <a:cubicBezTo>
                  <a:pt x="2622054" y="610652"/>
                  <a:pt x="2842399" y="401642"/>
                  <a:pt x="2815539" y="268959"/>
                </a:cubicBezTo>
                <a:cubicBezTo>
                  <a:pt x="2793536" y="160279"/>
                  <a:pt x="2540699" y="99631"/>
                  <a:pt x="2442793" y="55250"/>
                </a:cubicBezTo>
                <a:cubicBezTo>
                  <a:pt x="2344887" y="10869"/>
                  <a:pt x="2304300" y="-7330"/>
                  <a:pt x="2228100" y="2672"/>
                </a:cubicBezTo>
                <a:cubicBezTo>
                  <a:pt x="2083891" y="21626"/>
                  <a:pt x="2002356" y="86504"/>
                  <a:pt x="1870722" y="233939"/>
                </a:cubicBezTo>
                <a:cubicBezTo>
                  <a:pt x="1739088" y="381374"/>
                  <a:pt x="1558969" y="692968"/>
                  <a:pt x="1438297" y="887280"/>
                </a:cubicBezTo>
                <a:cubicBezTo>
                  <a:pt x="1317625" y="1081592"/>
                  <a:pt x="1232443" y="1256488"/>
                  <a:pt x="1146691" y="1399812"/>
                </a:cubicBezTo>
                <a:cubicBezTo>
                  <a:pt x="1060939" y="1543136"/>
                  <a:pt x="997903" y="1652201"/>
                  <a:pt x="923784" y="1747222"/>
                </a:cubicBezTo>
                <a:cubicBezTo>
                  <a:pt x="849665" y="1842243"/>
                  <a:pt x="800273" y="1922654"/>
                  <a:pt x="701975" y="1969937"/>
                </a:cubicBezTo>
                <a:cubicBezTo>
                  <a:pt x="603677" y="2017220"/>
                  <a:pt x="420314" y="1994055"/>
                  <a:pt x="333993" y="2030919"/>
                </a:cubicBezTo>
                <a:cubicBezTo>
                  <a:pt x="136257" y="2135606"/>
                  <a:pt x="117938" y="2124024"/>
                  <a:pt x="0" y="2203067"/>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6" name="Freeform: Shape 45">
            <a:extLst>
              <a:ext uri="{FF2B5EF4-FFF2-40B4-BE49-F238E27FC236}">
                <a16:creationId xmlns:a16="http://schemas.microsoft.com/office/drawing/2014/main" id="{26B50ABB-3D8D-D9DC-CC99-519296F5D6EE}"/>
              </a:ext>
            </a:extLst>
          </p:cNvPr>
          <p:cNvSpPr/>
          <p:nvPr userDrawn="1"/>
        </p:nvSpPr>
        <p:spPr>
          <a:xfrm rot="843214" flipH="1">
            <a:off x="12640772" y="1149749"/>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7" name="Freeform: Shape 46">
            <a:extLst>
              <a:ext uri="{FF2B5EF4-FFF2-40B4-BE49-F238E27FC236}">
                <a16:creationId xmlns:a16="http://schemas.microsoft.com/office/drawing/2014/main" id="{441E2176-F30B-7EC0-9A7E-C2EB20122546}"/>
              </a:ext>
            </a:extLst>
          </p:cNvPr>
          <p:cNvSpPr/>
          <p:nvPr userDrawn="1"/>
        </p:nvSpPr>
        <p:spPr>
          <a:xfrm rot="843214" flipH="1">
            <a:off x="12640772" y="1149749"/>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8" name="Freeform: Shape 47">
            <a:extLst>
              <a:ext uri="{FF2B5EF4-FFF2-40B4-BE49-F238E27FC236}">
                <a16:creationId xmlns:a16="http://schemas.microsoft.com/office/drawing/2014/main" id="{AA64ED6B-38E0-7A20-8605-70C83E942341}"/>
              </a:ext>
            </a:extLst>
          </p:cNvPr>
          <p:cNvSpPr/>
          <p:nvPr userDrawn="1"/>
        </p:nvSpPr>
        <p:spPr>
          <a:xfrm rot="843214" flipH="1">
            <a:off x="9367486" y="3842863"/>
            <a:ext cx="2263859" cy="3346555"/>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85993 w 1809313"/>
              <a:gd name="connsiteY0" fmla="*/ 2426786 h 2426786"/>
              <a:gd name="connsiteX1" fmla="*/ 1529475 w 1809313"/>
              <a:gd name="connsiteY1" fmla="*/ 1570991 h 2426786"/>
              <a:gd name="connsiteX2" fmla="*/ 1519129 w 1809313"/>
              <a:gd name="connsiteY2" fmla="*/ 1183771 h 2426786"/>
              <a:gd name="connsiteX3" fmla="*/ 1442643 w 1809313"/>
              <a:gd name="connsiteY3" fmla="*/ 695233 h 2426786"/>
              <a:gd name="connsiteX4" fmla="*/ 1484172 w 1809313"/>
              <a:gd name="connsiteY4" fmla="*/ 397863 h 2426786"/>
              <a:gd name="connsiteX5" fmla="*/ 1484172 w 1809313"/>
              <a:gd name="connsiteY5" fmla="*/ 236700 h 2426786"/>
              <a:gd name="connsiteX6" fmla="*/ 1475886 w 1809313"/>
              <a:gd name="connsiteY6" fmla="*/ 67250 h 2426786"/>
              <a:gd name="connsiteX7" fmla="*/ 1440929 w 1809313"/>
              <a:gd name="connsiteY7" fmla="*/ 10767 h 2426786"/>
              <a:gd name="connsiteX8" fmla="*/ 1319580 w 1809313"/>
              <a:gd name="connsiteY8" fmla="*/ 34008 h 2426786"/>
              <a:gd name="connsiteX9" fmla="*/ 1130033 w 1809313"/>
              <a:gd name="connsiteY9" fmla="*/ 254988 h 2426786"/>
              <a:gd name="connsiteX10" fmla="*/ 887336 w 1809313"/>
              <a:gd name="connsiteY10" fmla="*/ 587315 h 2426786"/>
              <a:gd name="connsiteX11" fmla="*/ 672928 w 1809313"/>
              <a:gd name="connsiteY11" fmla="*/ 861444 h 2426786"/>
              <a:gd name="connsiteX12" fmla="*/ 453091 w 1809313"/>
              <a:gd name="connsiteY12" fmla="*/ 1145480 h 2426786"/>
              <a:gd name="connsiteX13" fmla="*/ 88988 w 1809313"/>
              <a:gd name="connsiteY13" fmla="*/ 2213710 h 2426786"/>
              <a:gd name="connsiteX0" fmla="*/ 1798702 w 1822022"/>
              <a:gd name="connsiteY0" fmla="*/ 2426786 h 2426786"/>
              <a:gd name="connsiteX1" fmla="*/ 1542184 w 1822022"/>
              <a:gd name="connsiteY1" fmla="*/ 1570991 h 2426786"/>
              <a:gd name="connsiteX2" fmla="*/ 1531838 w 1822022"/>
              <a:gd name="connsiteY2" fmla="*/ 1183771 h 2426786"/>
              <a:gd name="connsiteX3" fmla="*/ 1455352 w 1822022"/>
              <a:gd name="connsiteY3" fmla="*/ 695233 h 2426786"/>
              <a:gd name="connsiteX4" fmla="*/ 1496881 w 1822022"/>
              <a:gd name="connsiteY4" fmla="*/ 397863 h 2426786"/>
              <a:gd name="connsiteX5" fmla="*/ 1496881 w 1822022"/>
              <a:gd name="connsiteY5" fmla="*/ 236700 h 2426786"/>
              <a:gd name="connsiteX6" fmla="*/ 1488595 w 1822022"/>
              <a:gd name="connsiteY6" fmla="*/ 67250 h 2426786"/>
              <a:gd name="connsiteX7" fmla="*/ 1453638 w 1822022"/>
              <a:gd name="connsiteY7" fmla="*/ 10767 h 2426786"/>
              <a:gd name="connsiteX8" fmla="*/ 1332289 w 1822022"/>
              <a:gd name="connsiteY8" fmla="*/ 34008 h 2426786"/>
              <a:gd name="connsiteX9" fmla="*/ 1142742 w 1822022"/>
              <a:gd name="connsiteY9" fmla="*/ 254988 h 2426786"/>
              <a:gd name="connsiteX10" fmla="*/ 900045 w 1822022"/>
              <a:gd name="connsiteY10" fmla="*/ 587315 h 2426786"/>
              <a:gd name="connsiteX11" fmla="*/ 685637 w 1822022"/>
              <a:gd name="connsiteY11" fmla="*/ 861444 h 2426786"/>
              <a:gd name="connsiteX12" fmla="*/ 376068 w 1822022"/>
              <a:gd name="connsiteY12" fmla="*/ 1258978 h 2426786"/>
              <a:gd name="connsiteX13" fmla="*/ 101697 w 1822022"/>
              <a:gd name="connsiteY13" fmla="*/ 2213710 h 2426786"/>
              <a:gd name="connsiteX0" fmla="*/ 1804875 w 1828195"/>
              <a:gd name="connsiteY0" fmla="*/ 2426786 h 2426786"/>
              <a:gd name="connsiteX1" fmla="*/ 1548357 w 1828195"/>
              <a:gd name="connsiteY1" fmla="*/ 1570991 h 2426786"/>
              <a:gd name="connsiteX2" fmla="*/ 1538011 w 1828195"/>
              <a:gd name="connsiteY2" fmla="*/ 1183771 h 2426786"/>
              <a:gd name="connsiteX3" fmla="*/ 1461525 w 1828195"/>
              <a:gd name="connsiteY3" fmla="*/ 695233 h 2426786"/>
              <a:gd name="connsiteX4" fmla="*/ 1503054 w 1828195"/>
              <a:gd name="connsiteY4" fmla="*/ 397863 h 2426786"/>
              <a:gd name="connsiteX5" fmla="*/ 1503054 w 1828195"/>
              <a:gd name="connsiteY5" fmla="*/ 236700 h 2426786"/>
              <a:gd name="connsiteX6" fmla="*/ 1494768 w 1828195"/>
              <a:gd name="connsiteY6" fmla="*/ 67250 h 2426786"/>
              <a:gd name="connsiteX7" fmla="*/ 1459811 w 1828195"/>
              <a:gd name="connsiteY7" fmla="*/ 10767 h 2426786"/>
              <a:gd name="connsiteX8" fmla="*/ 1338462 w 1828195"/>
              <a:gd name="connsiteY8" fmla="*/ 34008 h 2426786"/>
              <a:gd name="connsiteX9" fmla="*/ 1148915 w 1828195"/>
              <a:gd name="connsiteY9" fmla="*/ 254988 h 2426786"/>
              <a:gd name="connsiteX10" fmla="*/ 906218 w 1828195"/>
              <a:gd name="connsiteY10" fmla="*/ 587315 h 2426786"/>
              <a:gd name="connsiteX11" fmla="*/ 691810 w 1828195"/>
              <a:gd name="connsiteY11" fmla="*/ 861444 h 2426786"/>
              <a:gd name="connsiteX12" fmla="*/ 382241 w 1828195"/>
              <a:gd name="connsiteY12" fmla="*/ 1258978 h 2426786"/>
              <a:gd name="connsiteX13" fmla="*/ 107870 w 1828195"/>
              <a:gd name="connsiteY13" fmla="*/ 2213710 h 2426786"/>
              <a:gd name="connsiteX0" fmla="*/ 1805510 w 1828830"/>
              <a:gd name="connsiteY0" fmla="*/ 2426786 h 2426786"/>
              <a:gd name="connsiteX1" fmla="*/ 1548992 w 1828830"/>
              <a:gd name="connsiteY1" fmla="*/ 1570991 h 2426786"/>
              <a:gd name="connsiteX2" fmla="*/ 1538646 w 1828830"/>
              <a:gd name="connsiteY2" fmla="*/ 1183771 h 2426786"/>
              <a:gd name="connsiteX3" fmla="*/ 1462160 w 1828830"/>
              <a:gd name="connsiteY3" fmla="*/ 695233 h 2426786"/>
              <a:gd name="connsiteX4" fmla="*/ 1503689 w 1828830"/>
              <a:gd name="connsiteY4" fmla="*/ 397863 h 2426786"/>
              <a:gd name="connsiteX5" fmla="*/ 1503689 w 1828830"/>
              <a:gd name="connsiteY5" fmla="*/ 236700 h 2426786"/>
              <a:gd name="connsiteX6" fmla="*/ 1495403 w 1828830"/>
              <a:gd name="connsiteY6" fmla="*/ 67250 h 2426786"/>
              <a:gd name="connsiteX7" fmla="*/ 1460446 w 1828830"/>
              <a:gd name="connsiteY7" fmla="*/ 10767 h 2426786"/>
              <a:gd name="connsiteX8" fmla="*/ 1339097 w 1828830"/>
              <a:gd name="connsiteY8" fmla="*/ 34008 h 2426786"/>
              <a:gd name="connsiteX9" fmla="*/ 1149550 w 1828830"/>
              <a:gd name="connsiteY9" fmla="*/ 254988 h 2426786"/>
              <a:gd name="connsiteX10" fmla="*/ 906853 w 1828830"/>
              <a:gd name="connsiteY10" fmla="*/ 587315 h 2426786"/>
              <a:gd name="connsiteX11" fmla="*/ 692445 w 1828830"/>
              <a:gd name="connsiteY11" fmla="*/ 861444 h 2426786"/>
              <a:gd name="connsiteX12" fmla="*/ 382876 w 1828830"/>
              <a:gd name="connsiteY12" fmla="*/ 1258978 h 2426786"/>
              <a:gd name="connsiteX13" fmla="*/ 108505 w 1828830"/>
              <a:gd name="connsiteY13" fmla="*/ 2213710 h 2426786"/>
              <a:gd name="connsiteX0" fmla="*/ 1750435 w 1773755"/>
              <a:gd name="connsiteY0" fmla="*/ 2426786 h 2426786"/>
              <a:gd name="connsiteX1" fmla="*/ 1493917 w 1773755"/>
              <a:gd name="connsiteY1" fmla="*/ 1570991 h 2426786"/>
              <a:gd name="connsiteX2" fmla="*/ 1483571 w 1773755"/>
              <a:gd name="connsiteY2" fmla="*/ 1183771 h 2426786"/>
              <a:gd name="connsiteX3" fmla="*/ 1407085 w 1773755"/>
              <a:gd name="connsiteY3" fmla="*/ 695233 h 2426786"/>
              <a:gd name="connsiteX4" fmla="*/ 1448614 w 1773755"/>
              <a:gd name="connsiteY4" fmla="*/ 397863 h 2426786"/>
              <a:gd name="connsiteX5" fmla="*/ 1448614 w 1773755"/>
              <a:gd name="connsiteY5" fmla="*/ 236700 h 2426786"/>
              <a:gd name="connsiteX6" fmla="*/ 1440328 w 1773755"/>
              <a:gd name="connsiteY6" fmla="*/ 67250 h 2426786"/>
              <a:gd name="connsiteX7" fmla="*/ 1405371 w 1773755"/>
              <a:gd name="connsiteY7" fmla="*/ 10767 h 2426786"/>
              <a:gd name="connsiteX8" fmla="*/ 1284022 w 1773755"/>
              <a:gd name="connsiteY8" fmla="*/ 34008 h 2426786"/>
              <a:gd name="connsiteX9" fmla="*/ 1094475 w 1773755"/>
              <a:gd name="connsiteY9" fmla="*/ 254988 h 2426786"/>
              <a:gd name="connsiteX10" fmla="*/ 851778 w 1773755"/>
              <a:gd name="connsiteY10" fmla="*/ 587315 h 2426786"/>
              <a:gd name="connsiteX11" fmla="*/ 637370 w 1773755"/>
              <a:gd name="connsiteY11" fmla="*/ 861444 h 2426786"/>
              <a:gd name="connsiteX12" fmla="*/ 327801 w 1773755"/>
              <a:gd name="connsiteY12" fmla="*/ 1258978 h 2426786"/>
              <a:gd name="connsiteX13" fmla="*/ 122155 w 1773755"/>
              <a:gd name="connsiteY13" fmla="*/ 2226096 h 2426786"/>
              <a:gd name="connsiteX0" fmla="*/ 1739912 w 1763232"/>
              <a:gd name="connsiteY0" fmla="*/ 2426786 h 2426786"/>
              <a:gd name="connsiteX1" fmla="*/ 1483394 w 1763232"/>
              <a:gd name="connsiteY1" fmla="*/ 1570991 h 2426786"/>
              <a:gd name="connsiteX2" fmla="*/ 1473048 w 1763232"/>
              <a:gd name="connsiteY2" fmla="*/ 1183771 h 2426786"/>
              <a:gd name="connsiteX3" fmla="*/ 1396562 w 1763232"/>
              <a:gd name="connsiteY3" fmla="*/ 695233 h 2426786"/>
              <a:gd name="connsiteX4" fmla="*/ 1438091 w 1763232"/>
              <a:gd name="connsiteY4" fmla="*/ 397863 h 2426786"/>
              <a:gd name="connsiteX5" fmla="*/ 1438091 w 1763232"/>
              <a:gd name="connsiteY5" fmla="*/ 236700 h 2426786"/>
              <a:gd name="connsiteX6" fmla="*/ 1429805 w 1763232"/>
              <a:gd name="connsiteY6" fmla="*/ 67250 h 2426786"/>
              <a:gd name="connsiteX7" fmla="*/ 1394848 w 1763232"/>
              <a:gd name="connsiteY7" fmla="*/ 10767 h 2426786"/>
              <a:gd name="connsiteX8" fmla="*/ 1273499 w 1763232"/>
              <a:gd name="connsiteY8" fmla="*/ 34008 h 2426786"/>
              <a:gd name="connsiteX9" fmla="*/ 1083952 w 1763232"/>
              <a:gd name="connsiteY9" fmla="*/ 254988 h 2426786"/>
              <a:gd name="connsiteX10" fmla="*/ 841255 w 1763232"/>
              <a:gd name="connsiteY10" fmla="*/ 587315 h 2426786"/>
              <a:gd name="connsiteX11" fmla="*/ 626847 w 1763232"/>
              <a:gd name="connsiteY11" fmla="*/ 861444 h 2426786"/>
              <a:gd name="connsiteX12" fmla="*/ 368910 w 1763232"/>
              <a:gd name="connsiteY12" fmla="*/ 1271647 h 2426786"/>
              <a:gd name="connsiteX13" fmla="*/ 111632 w 1763232"/>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33485 w 1769870"/>
              <a:gd name="connsiteY11" fmla="*/ 861444 h 2426786"/>
              <a:gd name="connsiteX12" fmla="*/ 375548 w 1769870"/>
              <a:gd name="connsiteY12" fmla="*/ 1271647 h 2426786"/>
              <a:gd name="connsiteX13" fmla="*/ 118270 w 1769870"/>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78929 w 1769870"/>
              <a:gd name="connsiteY11" fmla="*/ 893673 h 2426786"/>
              <a:gd name="connsiteX12" fmla="*/ 375548 w 1769870"/>
              <a:gd name="connsiteY12" fmla="*/ 1271647 h 2426786"/>
              <a:gd name="connsiteX13" fmla="*/ 118270 w 1769870"/>
              <a:gd name="connsiteY13" fmla="*/ 2226096 h 2426786"/>
              <a:gd name="connsiteX0" fmla="*/ 1708694 w 1729238"/>
              <a:gd name="connsiteY0" fmla="*/ 2521995 h 2521995"/>
              <a:gd name="connsiteX1" fmla="*/ 1490032 w 1729238"/>
              <a:gd name="connsiteY1" fmla="*/ 1570991 h 2521995"/>
              <a:gd name="connsiteX2" fmla="*/ 1479686 w 1729238"/>
              <a:gd name="connsiteY2" fmla="*/ 1183771 h 2521995"/>
              <a:gd name="connsiteX3" fmla="*/ 1403200 w 1729238"/>
              <a:gd name="connsiteY3" fmla="*/ 695233 h 2521995"/>
              <a:gd name="connsiteX4" fmla="*/ 1444729 w 1729238"/>
              <a:gd name="connsiteY4" fmla="*/ 397863 h 2521995"/>
              <a:gd name="connsiteX5" fmla="*/ 1444729 w 1729238"/>
              <a:gd name="connsiteY5" fmla="*/ 236700 h 2521995"/>
              <a:gd name="connsiteX6" fmla="*/ 1436443 w 1729238"/>
              <a:gd name="connsiteY6" fmla="*/ 67250 h 2521995"/>
              <a:gd name="connsiteX7" fmla="*/ 1401486 w 1729238"/>
              <a:gd name="connsiteY7" fmla="*/ 10767 h 2521995"/>
              <a:gd name="connsiteX8" fmla="*/ 1280137 w 1729238"/>
              <a:gd name="connsiteY8" fmla="*/ 34008 h 2521995"/>
              <a:gd name="connsiteX9" fmla="*/ 1090590 w 1729238"/>
              <a:gd name="connsiteY9" fmla="*/ 254988 h 2521995"/>
              <a:gd name="connsiteX10" fmla="*/ 847893 w 1729238"/>
              <a:gd name="connsiteY10" fmla="*/ 587315 h 2521995"/>
              <a:gd name="connsiteX11" fmla="*/ 678929 w 1729238"/>
              <a:gd name="connsiteY11" fmla="*/ 893673 h 2521995"/>
              <a:gd name="connsiteX12" fmla="*/ 375548 w 1729238"/>
              <a:gd name="connsiteY12" fmla="*/ 1271647 h 2521995"/>
              <a:gd name="connsiteX13" fmla="*/ 118270 w 1729238"/>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47893 w 1746987"/>
              <a:gd name="connsiteY10" fmla="*/ 587315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700677 w 1746987"/>
              <a:gd name="connsiteY11" fmla="*/ 905856 h 2521995"/>
              <a:gd name="connsiteX12" fmla="*/ 375548 w 1746987"/>
              <a:gd name="connsiteY12" fmla="*/ 1271647 h 2521995"/>
              <a:gd name="connsiteX13" fmla="*/ 118270 w 1746987"/>
              <a:gd name="connsiteY13" fmla="*/ 2226096 h 2521995"/>
              <a:gd name="connsiteX0" fmla="*/ 1829964 w 1868257"/>
              <a:gd name="connsiteY0" fmla="*/ 2521995 h 2521995"/>
              <a:gd name="connsiteX1" fmla="*/ 1611302 w 1868257"/>
              <a:gd name="connsiteY1" fmla="*/ 1570991 h 2521995"/>
              <a:gd name="connsiteX2" fmla="*/ 1600956 w 1868257"/>
              <a:gd name="connsiteY2" fmla="*/ 1183771 h 2521995"/>
              <a:gd name="connsiteX3" fmla="*/ 1524470 w 1868257"/>
              <a:gd name="connsiteY3" fmla="*/ 695233 h 2521995"/>
              <a:gd name="connsiteX4" fmla="*/ 1565999 w 1868257"/>
              <a:gd name="connsiteY4" fmla="*/ 397863 h 2521995"/>
              <a:gd name="connsiteX5" fmla="*/ 1565999 w 1868257"/>
              <a:gd name="connsiteY5" fmla="*/ 236700 h 2521995"/>
              <a:gd name="connsiteX6" fmla="*/ 1557713 w 1868257"/>
              <a:gd name="connsiteY6" fmla="*/ 67250 h 2521995"/>
              <a:gd name="connsiteX7" fmla="*/ 1522756 w 1868257"/>
              <a:gd name="connsiteY7" fmla="*/ 10767 h 2521995"/>
              <a:gd name="connsiteX8" fmla="*/ 1401407 w 1868257"/>
              <a:gd name="connsiteY8" fmla="*/ 34008 h 2521995"/>
              <a:gd name="connsiteX9" fmla="*/ 1211860 w 1868257"/>
              <a:gd name="connsiteY9" fmla="*/ 254988 h 2521995"/>
              <a:gd name="connsiteX10" fmla="*/ 1003960 w 1868257"/>
              <a:gd name="connsiteY10" fmla="*/ 607707 h 2521995"/>
              <a:gd name="connsiteX11" fmla="*/ 821947 w 1868257"/>
              <a:gd name="connsiteY11" fmla="*/ 905856 h 2521995"/>
              <a:gd name="connsiteX12" fmla="*/ 496818 w 1868257"/>
              <a:gd name="connsiteY12" fmla="*/ 1271647 h 2521995"/>
              <a:gd name="connsiteX13" fmla="*/ 93890 w 1868257"/>
              <a:gd name="connsiteY13" fmla="*/ 2210733 h 2521995"/>
              <a:gd name="connsiteX0" fmla="*/ 1807586 w 1845879"/>
              <a:gd name="connsiteY0" fmla="*/ 2521995 h 2521995"/>
              <a:gd name="connsiteX1" fmla="*/ 1588924 w 1845879"/>
              <a:gd name="connsiteY1" fmla="*/ 1570991 h 2521995"/>
              <a:gd name="connsiteX2" fmla="*/ 1578578 w 1845879"/>
              <a:gd name="connsiteY2" fmla="*/ 1183771 h 2521995"/>
              <a:gd name="connsiteX3" fmla="*/ 1502092 w 1845879"/>
              <a:gd name="connsiteY3" fmla="*/ 695233 h 2521995"/>
              <a:gd name="connsiteX4" fmla="*/ 1543621 w 1845879"/>
              <a:gd name="connsiteY4" fmla="*/ 397863 h 2521995"/>
              <a:gd name="connsiteX5" fmla="*/ 1543621 w 1845879"/>
              <a:gd name="connsiteY5" fmla="*/ 236700 h 2521995"/>
              <a:gd name="connsiteX6" fmla="*/ 1535335 w 1845879"/>
              <a:gd name="connsiteY6" fmla="*/ 67250 h 2521995"/>
              <a:gd name="connsiteX7" fmla="*/ 1500378 w 1845879"/>
              <a:gd name="connsiteY7" fmla="*/ 10767 h 2521995"/>
              <a:gd name="connsiteX8" fmla="*/ 1379029 w 1845879"/>
              <a:gd name="connsiteY8" fmla="*/ 34008 h 2521995"/>
              <a:gd name="connsiteX9" fmla="*/ 1189482 w 1845879"/>
              <a:gd name="connsiteY9" fmla="*/ 254988 h 2521995"/>
              <a:gd name="connsiteX10" fmla="*/ 981582 w 1845879"/>
              <a:gd name="connsiteY10" fmla="*/ 607707 h 2521995"/>
              <a:gd name="connsiteX11" fmla="*/ 799569 w 1845879"/>
              <a:gd name="connsiteY11" fmla="*/ 905856 h 2521995"/>
              <a:gd name="connsiteX12" fmla="*/ 474440 w 1845879"/>
              <a:gd name="connsiteY12" fmla="*/ 1271647 h 2521995"/>
              <a:gd name="connsiteX13" fmla="*/ 71512 w 1845879"/>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97318 w 1843628"/>
              <a:gd name="connsiteY11" fmla="*/ 905856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58658 w 1843628"/>
              <a:gd name="connsiteY10" fmla="*/ 502520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2494 h 2522494"/>
              <a:gd name="connsiteX1" fmla="*/ 1586673 w 1843628"/>
              <a:gd name="connsiteY1" fmla="*/ 1571490 h 2522494"/>
              <a:gd name="connsiteX2" fmla="*/ 1576327 w 1843628"/>
              <a:gd name="connsiteY2" fmla="*/ 1184270 h 2522494"/>
              <a:gd name="connsiteX3" fmla="*/ 1499841 w 1843628"/>
              <a:gd name="connsiteY3" fmla="*/ 695732 h 2522494"/>
              <a:gd name="connsiteX4" fmla="*/ 1541370 w 1843628"/>
              <a:gd name="connsiteY4" fmla="*/ 398362 h 2522494"/>
              <a:gd name="connsiteX5" fmla="*/ 1541370 w 1843628"/>
              <a:gd name="connsiteY5" fmla="*/ 237199 h 2522494"/>
              <a:gd name="connsiteX6" fmla="*/ 1533084 w 1843628"/>
              <a:gd name="connsiteY6" fmla="*/ 67749 h 2522494"/>
              <a:gd name="connsiteX7" fmla="*/ 1498127 w 1843628"/>
              <a:gd name="connsiteY7" fmla="*/ 11266 h 2522494"/>
              <a:gd name="connsiteX8" fmla="*/ 1376778 w 1843628"/>
              <a:gd name="connsiteY8" fmla="*/ 34507 h 2522494"/>
              <a:gd name="connsiteX9" fmla="*/ 1182582 w 1843628"/>
              <a:gd name="connsiteY9" fmla="*/ 180432 h 2522494"/>
              <a:gd name="connsiteX10" fmla="*/ 958658 w 1843628"/>
              <a:gd name="connsiteY10" fmla="*/ 503019 h 2522494"/>
              <a:gd name="connsiteX11" fmla="*/ 739867 w 1843628"/>
              <a:gd name="connsiteY11" fmla="*/ 881500 h 2522494"/>
              <a:gd name="connsiteX12" fmla="*/ 491536 w 1843628"/>
              <a:gd name="connsiteY12" fmla="*/ 1354605 h 2522494"/>
              <a:gd name="connsiteX13" fmla="*/ 69261 w 1843628"/>
              <a:gd name="connsiteY13" fmla="*/ 2211232 h 2522494"/>
              <a:gd name="connsiteX0" fmla="*/ 1814299 w 1852592"/>
              <a:gd name="connsiteY0" fmla="*/ 2522494 h 2522494"/>
              <a:gd name="connsiteX1" fmla="*/ 1595637 w 1852592"/>
              <a:gd name="connsiteY1" fmla="*/ 1571490 h 2522494"/>
              <a:gd name="connsiteX2" fmla="*/ 1585291 w 1852592"/>
              <a:gd name="connsiteY2" fmla="*/ 1184270 h 2522494"/>
              <a:gd name="connsiteX3" fmla="*/ 1508805 w 1852592"/>
              <a:gd name="connsiteY3" fmla="*/ 695732 h 2522494"/>
              <a:gd name="connsiteX4" fmla="*/ 1550334 w 1852592"/>
              <a:gd name="connsiteY4" fmla="*/ 398362 h 2522494"/>
              <a:gd name="connsiteX5" fmla="*/ 1550334 w 1852592"/>
              <a:gd name="connsiteY5" fmla="*/ 237199 h 2522494"/>
              <a:gd name="connsiteX6" fmla="*/ 1542048 w 1852592"/>
              <a:gd name="connsiteY6" fmla="*/ 67749 h 2522494"/>
              <a:gd name="connsiteX7" fmla="*/ 1507091 w 1852592"/>
              <a:gd name="connsiteY7" fmla="*/ 11266 h 2522494"/>
              <a:gd name="connsiteX8" fmla="*/ 1385742 w 1852592"/>
              <a:gd name="connsiteY8" fmla="*/ 34507 h 2522494"/>
              <a:gd name="connsiteX9" fmla="*/ 1191546 w 1852592"/>
              <a:gd name="connsiteY9" fmla="*/ 180432 h 2522494"/>
              <a:gd name="connsiteX10" fmla="*/ 967622 w 1852592"/>
              <a:gd name="connsiteY10" fmla="*/ 503019 h 2522494"/>
              <a:gd name="connsiteX11" fmla="*/ 748831 w 1852592"/>
              <a:gd name="connsiteY11" fmla="*/ 881500 h 2522494"/>
              <a:gd name="connsiteX12" fmla="*/ 429673 w 1852592"/>
              <a:gd name="connsiteY12" fmla="*/ 1363043 h 2522494"/>
              <a:gd name="connsiteX13" fmla="*/ 78225 w 1852592"/>
              <a:gd name="connsiteY13" fmla="*/ 2211232 h 2522494"/>
              <a:gd name="connsiteX0" fmla="*/ 1783270 w 1824005"/>
              <a:gd name="connsiteY0" fmla="*/ 2101879 h 2211232"/>
              <a:gd name="connsiteX1" fmla="*/ 1595637 w 1824005"/>
              <a:gd name="connsiteY1" fmla="*/ 1571490 h 2211232"/>
              <a:gd name="connsiteX2" fmla="*/ 1585291 w 1824005"/>
              <a:gd name="connsiteY2" fmla="*/ 1184270 h 2211232"/>
              <a:gd name="connsiteX3" fmla="*/ 1508805 w 1824005"/>
              <a:gd name="connsiteY3" fmla="*/ 695732 h 2211232"/>
              <a:gd name="connsiteX4" fmla="*/ 1550334 w 1824005"/>
              <a:gd name="connsiteY4" fmla="*/ 398362 h 2211232"/>
              <a:gd name="connsiteX5" fmla="*/ 1550334 w 1824005"/>
              <a:gd name="connsiteY5" fmla="*/ 237199 h 2211232"/>
              <a:gd name="connsiteX6" fmla="*/ 1542048 w 1824005"/>
              <a:gd name="connsiteY6" fmla="*/ 67749 h 2211232"/>
              <a:gd name="connsiteX7" fmla="*/ 1507091 w 1824005"/>
              <a:gd name="connsiteY7" fmla="*/ 11266 h 2211232"/>
              <a:gd name="connsiteX8" fmla="*/ 1385742 w 1824005"/>
              <a:gd name="connsiteY8" fmla="*/ 34507 h 2211232"/>
              <a:gd name="connsiteX9" fmla="*/ 1191546 w 1824005"/>
              <a:gd name="connsiteY9" fmla="*/ 180432 h 2211232"/>
              <a:gd name="connsiteX10" fmla="*/ 967622 w 1824005"/>
              <a:gd name="connsiteY10" fmla="*/ 503019 h 2211232"/>
              <a:gd name="connsiteX11" fmla="*/ 748831 w 1824005"/>
              <a:gd name="connsiteY11" fmla="*/ 881500 h 2211232"/>
              <a:gd name="connsiteX12" fmla="*/ 429673 w 1824005"/>
              <a:gd name="connsiteY12" fmla="*/ 1363043 h 2211232"/>
              <a:gd name="connsiteX13" fmla="*/ 78225 w 1824005"/>
              <a:gd name="connsiteY13" fmla="*/ 2211232 h 2211232"/>
              <a:gd name="connsiteX0" fmla="*/ 1783270 w 1783270"/>
              <a:gd name="connsiteY0" fmla="*/ 2101879 h 2211232"/>
              <a:gd name="connsiteX1" fmla="*/ 1595637 w 1783270"/>
              <a:gd name="connsiteY1" fmla="*/ 1571490 h 2211232"/>
              <a:gd name="connsiteX2" fmla="*/ 1585291 w 1783270"/>
              <a:gd name="connsiteY2" fmla="*/ 1184270 h 2211232"/>
              <a:gd name="connsiteX3" fmla="*/ 1508805 w 1783270"/>
              <a:gd name="connsiteY3" fmla="*/ 695732 h 2211232"/>
              <a:gd name="connsiteX4" fmla="*/ 1550334 w 1783270"/>
              <a:gd name="connsiteY4" fmla="*/ 398362 h 2211232"/>
              <a:gd name="connsiteX5" fmla="*/ 1550334 w 1783270"/>
              <a:gd name="connsiteY5" fmla="*/ 237199 h 2211232"/>
              <a:gd name="connsiteX6" fmla="*/ 1542048 w 1783270"/>
              <a:gd name="connsiteY6" fmla="*/ 67749 h 2211232"/>
              <a:gd name="connsiteX7" fmla="*/ 1507091 w 1783270"/>
              <a:gd name="connsiteY7" fmla="*/ 11266 h 2211232"/>
              <a:gd name="connsiteX8" fmla="*/ 1385742 w 1783270"/>
              <a:gd name="connsiteY8" fmla="*/ 34507 h 2211232"/>
              <a:gd name="connsiteX9" fmla="*/ 1191546 w 1783270"/>
              <a:gd name="connsiteY9" fmla="*/ 180432 h 2211232"/>
              <a:gd name="connsiteX10" fmla="*/ 967622 w 1783270"/>
              <a:gd name="connsiteY10" fmla="*/ 503019 h 2211232"/>
              <a:gd name="connsiteX11" fmla="*/ 748831 w 1783270"/>
              <a:gd name="connsiteY11" fmla="*/ 881500 h 2211232"/>
              <a:gd name="connsiteX12" fmla="*/ 429673 w 1783270"/>
              <a:gd name="connsiteY12" fmla="*/ 1363043 h 2211232"/>
              <a:gd name="connsiteX13" fmla="*/ 78225 w 1783270"/>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18786 w 1918786"/>
              <a:gd name="connsiteY0" fmla="*/ 2127465 h 2211232"/>
              <a:gd name="connsiteX1" fmla="*/ 1558426 w 1918786"/>
              <a:gd name="connsiteY1" fmla="*/ 1783842 h 2211232"/>
              <a:gd name="connsiteX2" fmla="*/ 1585291 w 1918786"/>
              <a:gd name="connsiteY2" fmla="*/ 1184270 h 2211232"/>
              <a:gd name="connsiteX3" fmla="*/ 1508805 w 1918786"/>
              <a:gd name="connsiteY3" fmla="*/ 695732 h 2211232"/>
              <a:gd name="connsiteX4" fmla="*/ 1550334 w 1918786"/>
              <a:gd name="connsiteY4" fmla="*/ 398362 h 2211232"/>
              <a:gd name="connsiteX5" fmla="*/ 1550334 w 1918786"/>
              <a:gd name="connsiteY5" fmla="*/ 237199 h 2211232"/>
              <a:gd name="connsiteX6" fmla="*/ 1542048 w 1918786"/>
              <a:gd name="connsiteY6" fmla="*/ 67749 h 2211232"/>
              <a:gd name="connsiteX7" fmla="*/ 1507091 w 1918786"/>
              <a:gd name="connsiteY7" fmla="*/ 11266 h 2211232"/>
              <a:gd name="connsiteX8" fmla="*/ 1385742 w 1918786"/>
              <a:gd name="connsiteY8" fmla="*/ 34507 h 2211232"/>
              <a:gd name="connsiteX9" fmla="*/ 1191546 w 1918786"/>
              <a:gd name="connsiteY9" fmla="*/ 180432 h 2211232"/>
              <a:gd name="connsiteX10" fmla="*/ 967622 w 1918786"/>
              <a:gd name="connsiteY10" fmla="*/ 503019 h 2211232"/>
              <a:gd name="connsiteX11" fmla="*/ 748831 w 1918786"/>
              <a:gd name="connsiteY11" fmla="*/ 881500 h 2211232"/>
              <a:gd name="connsiteX12" fmla="*/ 429673 w 1918786"/>
              <a:gd name="connsiteY12" fmla="*/ 1363043 h 2211232"/>
              <a:gd name="connsiteX13" fmla="*/ 78225 w 1918786"/>
              <a:gd name="connsiteY13" fmla="*/ 2211232 h 2211232"/>
              <a:gd name="connsiteX0" fmla="*/ 1898387 w 1898387"/>
              <a:gd name="connsiteY0" fmla="*/ 2127465 h 2127465"/>
              <a:gd name="connsiteX1" fmla="*/ 1538027 w 1898387"/>
              <a:gd name="connsiteY1" fmla="*/ 1783842 h 2127465"/>
              <a:gd name="connsiteX2" fmla="*/ 1564892 w 1898387"/>
              <a:gd name="connsiteY2" fmla="*/ 1184270 h 2127465"/>
              <a:gd name="connsiteX3" fmla="*/ 1488406 w 1898387"/>
              <a:gd name="connsiteY3" fmla="*/ 695732 h 2127465"/>
              <a:gd name="connsiteX4" fmla="*/ 1529935 w 1898387"/>
              <a:gd name="connsiteY4" fmla="*/ 398362 h 2127465"/>
              <a:gd name="connsiteX5" fmla="*/ 1529935 w 1898387"/>
              <a:gd name="connsiteY5" fmla="*/ 237199 h 2127465"/>
              <a:gd name="connsiteX6" fmla="*/ 1521649 w 1898387"/>
              <a:gd name="connsiteY6" fmla="*/ 67749 h 2127465"/>
              <a:gd name="connsiteX7" fmla="*/ 1486692 w 1898387"/>
              <a:gd name="connsiteY7" fmla="*/ 11266 h 2127465"/>
              <a:gd name="connsiteX8" fmla="*/ 1365343 w 1898387"/>
              <a:gd name="connsiteY8" fmla="*/ 34507 h 2127465"/>
              <a:gd name="connsiteX9" fmla="*/ 1171147 w 1898387"/>
              <a:gd name="connsiteY9" fmla="*/ 180432 h 2127465"/>
              <a:gd name="connsiteX10" fmla="*/ 947223 w 1898387"/>
              <a:gd name="connsiteY10" fmla="*/ 503019 h 2127465"/>
              <a:gd name="connsiteX11" fmla="*/ 728432 w 1898387"/>
              <a:gd name="connsiteY11" fmla="*/ 881500 h 2127465"/>
              <a:gd name="connsiteX12" fmla="*/ 409274 w 1898387"/>
              <a:gd name="connsiteY12" fmla="*/ 1363043 h 2127465"/>
              <a:gd name="connsiteX13" fmla="*/ 81760 w 1898387"/>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330185 w 1819298"/>
              <a:gd name="connsiteY12" fmla="*/ 1363043 h 2127465"/>
              <a:gd name="connsiteX13" fmla="*/ 2671 w 1819298"/>
              <a:gd name="connsiteY13" fmla="*/ 1766544 h 212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9298" h="2127465">
                <a:moveTo>
                  <a:pt x="1819298" y="2127465"/>
                </a:moveTo>
                <a:cubicBezTo>
                  <a:pt x="1763639" y="2012571"/>
                  <a:pt x="1514521" y="1941041"/>
                  <a:pt x="1458938" y="1783842"/>
                </a:cubicBezTo>
                <a:cubicBezTo>
                  <a:pt x="1403356" y="1626643"/>
                  <a:pt x="1494073" y="1365622"/>
                  <a:pt x="1485803" y="1184270"/>
                </a:cubicBezTo>
                <a:cubicBezTo>
                  <a:pt x="1477533" y="1002918"/>
                  <a:pt x="1396459" y="861277"/>
                  <a:pt x="1409317" y="695732"/>
                </a:cubicBezTo>
                <a:cubicBezTo>
                  <a:pt x="1417033" y="595815"/>
                  <a:pt x="1444274" y="498279"/>
                  <a:pt x="1450846" y="398362"/>
                </a:cubicBezTo>
                <a:cubicBezTo>
                  <a:pt x="1454371" y="344736"/>
                  <a:pt x="1450465" y="290920"/>
                  <a:pt x="1450846" y="237199"/>
                </a:cubicBezTo>
                <a:cubicBezTo>
                  <a:pt x="1451227" y="180239"/>
                  <a:pt x="1457038" y="122613"/>
                  <a:pt x="1442560" y="67749"/>
                </a:cubicBezTo>
                <a:cubicBezTo>
                  <a:pt x="1436654" y="45365"/>
                  <a:pt x="1426653" y="24029"/>
                  <a:pt x="1407603" y="11266"/>
                </a:cubicBezTo>
                <a:cubicBezTo>
                  <a:pt x="1370836" y="-13499"/>
                  <a:pt x="1338845" y="6313"/>
                  <a:pt x="1286254" y="34507"/>
                </a:cubicBezTo>
                <a:cubicBezTo>
                  <a:pt x="1233663" y="62701"/>
                  <a:pt x="1161745" y="102347"/>
                  <a:pt x="1092058" y="180432"/>
                </a:cubicBezTo>
                <a:cubicBezTo>
                  <a:pt x="1022371" y="258517"/>
                  <a:pt x="941920" y="386174"/>
                  <a:pt x="868134" y="503019"/>
                </a:cubicBezTo>
                <a:cubicBezTo>
                  <a:pt x="794348" y="619864"/>
                  <a:pt x="739001" y="738163"/>
                  <a:pt x="649343" y="881500"/>
                </a:cubicBezTo>
                <a:cubicBezTo>
                  <a:pt x="559685" y="1024837"/>
                  <a:pt x="455248" y="1213310"/>
                  <a:pt x="330185" y="1363043"/>
                </a:cubicBezTo>
                <a:cubicBezTo>
                  <a:pt x="82235" y="1686394"/>
                  <a:pt x="-18170" y="1677887"/>
                  <a:pt x="2671" y="176654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9" name="Freeform: Shape 48">
            <a:extLst>
              <a:ext uri="{FF2B5EF4-FFF2-40B4-BE49-F238E27FC236}">
                <a16:creationId xmlns:a16="http://schemas.microsoft.com/office/drawing/2014/main" id="{C957E2A3-9C36-7FED-7A89-ECF27E41FD48}"/>
              </a:ext>
            </a:extLst>
          </p:cNvPr>
          <p:cNvSpPr/>
          <p:nvPr userDrawn="1"/>
        </p:nvSpPr>
        <p:spPr>
          <a:xfrm rot="843214" flipH="1">
            <a:off x="9172519" y="3118804"/>
            <a:ext cx="3235447" cy="4216166"/>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062627 w 2062627"/>
              <a:gd name="connsiteY0" fmla="*/ 3133037 h 3133037"/>
              <a:gd name="connsiteX1" fmla="*/ 1980575 w 2062627"/>
              <a:gd name="connsiteY1" fmla="*/ 2137763 h 3133037"/>
              <a:gd name="connsiteX2" fmla="*/ 1870466 w 2062627"/>
              <a:gd name="connsiteY2" fmla="*/ 1853061 h 3133037"/>
              <a:gd name="connsiteX3" fmla="*/ 1813030 w 2062627"/>
              <a:gd name="connsiteY3" fmla="*/ 1618555 h 3133037"/>
              <a:gd name="connsiteX4" fmla="*/ 1757976 w 2062627"/>
              <a:gd name="connsiteY4" fmla="*/ 1324232 h 3133037"/>
              <a:gd name="connsiteX5" fmla="*/ 1772359 w 2062627"/>
              <a:gd name="connsiteY5" fmla="*/ 1075439 h 3133037"/>
              <a:gd name="connsiteX6" fmla="*/ 1796266 w 2062627"/>
              <a:gd name="connsiteY6" fmla="*/ 929516 h 3133037"/>
              <a:gd name="connsiteX7" fmla="*/ 1853702 w 2062627"/>
              <a:gd name="connsiteY7" fmla="*/ 637575 h 3133037"/>
              <a:gd name="connsiteX8" fmla="*/ 1879991 w 2062627"/>
              <a:gd name="connsiteY8" fmla="*/ 427073 h 3133037"/>
              <a:gd name="connsiteX9" fmla="*/ 1678315 w 2062627"/>
              <a:gd name="connsiteY9" fmla="*/ 3101 h 3133037"/>
              <a:gd name="connsiteX10" fmla="*/ 1407043 w 2062627"/>
              <a:gd name="connsiteY10" fmla="*/ 250943 h 3133037"/>
              <a:gd name="connsiteX11" fmla="*/ 1016743 w 2062627"/>
              <a:gd name="connsiteY11" fmla="*/ 874929 h 3133037"/>
              <a:gd name="connsiteX12" fmla="*/ 425510 w 2062627"/>
              <a:gd name="connsiteY12" fmla="*/ 1765417 h 3133037"/>
              <a:gd name="connsiteX13" fmla="*/ 20829 w 2062627"/>
              <a:gd name="connsiteY13" fmla="*/ 2288401 h 3133037"/>
              <a:gd name="connsiteX14" fmla="*/ 71044 w 2062627"/>
              <a:gd name="connsiteY14" fmla="*/ 2733373 h 3133037"/>
              <a:gd name="connsiteX0" fmla="*/ 2062627 w 2133207"/>
              <a:gd name="connsiteY0" fmla="*/ 3133037 h 3133037"/>
              <a:gd name="connsiteX1" fmla="*/ 1980575 w 2133207"/>
              <a:gd name="connsiteY1" fmla="*/ 2137763 h 3133037"/>
              <a:gd name="connsiteX2" fmla="*/ 1870466 w 2133207"/>
              <a:gd name="connsiteY2" fmla="*/ 1853061 h 3133037"/>
              <a:gd name="connsiteX3" fmla="*/ 1813030 w 2133207"/>
              <a:gd name="connsiteY3" fmla="*/ 1618555 h 3133037"/>
              <a:gd name="connsiteX4" fmla="*/ 1757976 w 2133207"/>
              <a:gd name="connsiteY4" fmla="*/ 1324232 h 3133037"/>
              <a:gd name="connsiteX5" fmla="*/ 1772359 w 2133207"/>
              <a:gd name="connsiteY5" fmla="*/ 1075439 h 3133037"/>
              <a:gd name="connsiteX6" fmla="*/ 1796266 w 2133207"/>
              <a:gd name="connsiteY6" fmla="*/ 929516 h 3133037"/>
              <a:gd name="connsiteX7" fmla="*/ 1853702 w 2133207"/>
              <a:gd name="connsiteY7" fmla="*/ 637575 h 3133037"/>
              <a:gd name="connsiteX8" fmla="*/ 1879991 w 2133207"/>
              <a:gd name="connsiteY8" fmla="*/ 427073 h 3133037"/>
              <a:gd name="connsiteX9" fmla="*/ 1678315 w 2133207"/>
              <a:gd name="connsiteY9" fmla="*/ 3101 h 3133037"/>
              <a:gd name="connsiteX10" fmla="*/ 1407043 w 2133207"/>
              <a:gd name="connsiteY10" fmla="*/ 250943 h 3133037"/>
              <a:gd name="connsiteX11" fmla="*/ 1016743 w 2133207"/>
              <a:gd name="connsiteY11" fmla="*/ 874929 h 3133037"/>
              <a:gd name="connsiteX12" fmla="*/ 425510 w 2133207"/>
              <a:gd name="connsiteY12" fmla="*/ 1765417 h 3133037"/>
              <a:gd name="connsiteX13" fmla="*/ 20829 w 2133207"/>
              <a:gd name="connsiteY13" fmla="*/ 2288401 h 3133037"/>
              <a:gd name="connsiteX14" fmla="*/ 71044 w 2133207"/>
              <a:gd name="connsiteY14" fmla="*/ 2733373 h 3133037"/>
              <a:gd name="connsiteX0" fmla="*/ 2062627 w 2154740"/>
              <a:gd name="connsiteY0" fmla="*/ 3133037 h 3133037"/>
              <a:gd name="connsiteX1" fmla="*/ 2069184 w 2154740"/>
              <a:gd name="connsiteY1" fmla="*/ 2453641 h 3133037"/>
              <a:gd name="connsiteX2" fmla="*/ 1870466 w 2154740"/>
              <a:gd name="connsiteY2" fmla="*/ 1853061 h 3133037"/>
              <a:gd name="connsiteX3" fmla="*/ 1813030 w 2154740"/>
              <a:gd name="connsiteY3" fmla="*/ 1618555 h 3133037"/>
              <a:gd name="connsiteX4" fmla="*/ 1757976 w 2154740"/>
              <a:gd name="connsiteY4" fmla="*/ 1324232 h 3133037"/>
              <a:gd name="connsiteX5" fmla="*/ 1772359 w 2154740"/>
              <a:gd name="connsiteY5" fmla="*/ 1075439 h 3133037"/>
              <a:gd name="connsiteX6" fmla="*/ 1796266 w 2154740"/>
              <a:gd name="connsiteY6" fmla="*/ 929516 h 3133037"/>
              <a:gd name="connsiteX7" fmla="*/ 1853702 w 2154740"/>
              <a:gd name="connsiteY7" fmla="*/ 637575 h 3133037"/>
              <a:gd name="connsiteX8" fmla="*/ 1879991 w 2154740"/>
              <a:gd name="connsiteY8" fmla="*/ 427073 h 3133037"/>
              <a:gd name="connsiteX9" fmla="*/ 1678315 w 2154740"/>
              <a:gd name="connsiteY9" fmla="*/ 3101 h 3133037"/>
              <a:gd name="connsiteX10" fmla="*/ 1407043 w 2154740"/>
              <a:gd name="connsiteY10" fmla="*/ 250943 h 3133037"/>
              <a:gd name="connsiteX11" fmla="*/ 1016743 w 2154740"/>
              <a:gd name="connsiteY11" fmla="*/ 874929 h 3133037"/>
              <a:gd name="connsiteX12" fmla="*/ 425510 w 2154740"/>
              <a:gd name="connsiteY12" fmla="*/ 1765417 h 3133037"/>
              <a:gd name="connsiteX13" fmla="*/ 20829 w 2154740"/>
              <a:gd name="connsiteY13" fmla="*/ 2288401 h 3133037"/>
              <a:gd name="connsiteX14" fmla="*/ 71044 w 2154740"/>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16743 w 2155585"/>
              <a:gd name="connsiteY11" fmla="*/ 874929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54307 w 2155585"/>
              <a:gd name="connsiteY10" fmla="*/ 277419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076503 h 3076503"/>
              <a:gd name="connsiteX1" fmla="*/ 2069184 w 2155585"/>
              <a:gd name="connsiteY1" fmla="*/ 2397107 h 3076503"/>
              <a:gd name="connsiteX2" fmla="*/ 1851164 w 2155585"/>
              <a:gd name="connsiteY2" fmla="*/ 1872178 h 3076503"/>
              <a:gd name="connsiteX3" fmla="*/ 1813030 w 2155585"/>
              <a:gd name="connsiteY3" fmla="*/ 1562021 h 3076503"/>
              <a:gd name="connsiteX4" fmla="*/ 1757976 w 2155585"/>
              <a:gd name="connsiteY4" fmla="*/ 1267698 h 3076503"/>
              <a:gd name="connsiteX5" fmla="*/ 1772359 w 2155585"/>
              <a:gd name="connsiteY5" fmla="*/ 1018905 h 3076503"/>
              <a:gd name="connsiteX6" fmla="*/ 1796266 w 2155585"/>
              <a:gd name="connsiteY6" fmla="*/ 872982 h 3076503"/>
              <a:gd name="connsiteX7" fmla="*/ 1853702 w 2155585"/>
              <a:gd name="connsiteY7" fmla="*/ 581041 h 3076503"/>
              <a:gd name="connsiteX8" fmla="*/ 1879991 w 2155585"/>
              <a:gd name="connsiteY8" fmla="*/ 370539 h 3076503"/>
              <a:gd name="connsiteX9" fmla="*/ 1688112 w 2155585"/>
              <a:gd name="connsiteY9" fmla="*/ 3527 h 3076503"/>
              <a:gd name="connsiteX10" fmla="*/ 1454307 w 2155585"/>
              <a:gd name="connsiteY10" fmla="*/ 220885 h 3076503"/>
              <a:gd name="connsiteX11" fmla="*/ 1094559 w 2155585"/>
              <a:gd name="connsiteY11" fmla="*/ 831359 h 3076503"/>
              <a:gd name="connsiteX12" fmla="*/ 425510 w 2155585"/>
              <a:gd name="connsiteY12" fmla="*/ 1708883 h 3076503"/>
              <a:gd name="connsiteX13" fmla="*/ 20829 w 2155585"/>
              <a:gd name="connsiteY13" fmla="*/ 2231867 h 3076503"/>
              <a:gd name="connsiteX14" fmla="*/ 71044 w 2155585"/>
              <a:gd name="connsiteY14" fmla="*/ 2676839 h 3076503"/>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25510 w 2155585"/>
              <a:gd name="connsiteY12" fmla="*/ 1708447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23155 w 2116113"/>
              <a:gd name="connsiteY0" fmla="*/ 3076067 h 3076067"/>
              <a:gd name="connsiteX1" fmla="*/ 2029712 w 2116113"/>
              <a:gd name="connsiteY1" fmla="*/ 2396671 h 3076067"/>
              <a:gd name="connsiteX2" fmla="*/ 1811692 w 2116113"/>
              <a:gd name="connsiteY2" fmla="*/ 1871742 h 3076067"/>
              <a:gd name="connsiteX3" fmla="*/ 1773558 w 2116113"/>
              <a:gd name="connsiteY3" fmla="*/ 1561585 h 3076067"/>
              <a:gd name="connsiteX4" fmla="*/ 1718504 w 2116113"/>
              <a:gd name="connsiteY4" fmla="*/ 1267262 h 3076067"/>
              <a:gd name="connsiteX5" fmla="*/ 1732887 w 2116113"/>
              <a:gd name="connsiteY5" fmla="*/ 1018469 h 3076067"/>
              <a:gd name="connsiteX6" fmla="*/ 1756794 w 2116113"/>
              <a:gd name="connsiteY6" fmla="*/ 872546 h 3076067"/>
              <a:gd name="connsiteX7" fmla="*/ 1814230 w 2116113"/>
              <a:gd name="connsiteY7" fmla="*/ 580605 h 3076067"/>
              <a:gd name="connsiteX8" fmla="*/ 1840519 w 2116113"/>
              <a:gd name="connsiteY8" fmla="*/ 370103 h 3076067"/>
              <a:gd name="connsiteX9" fmla="*/ 1648640 w 2116113"/>
              <a:gd name="connsiteY9" fmla="*/ 3091 h 3076067"/>
              <a:gd name="connsiteX10" fmla="*/ 1414835 w 2116113"/>
              <a:gd name="connsiteY10" fmla="*/ 220449 h 3076067"/>
              <a:gd name="connsiteX11" fmla="*/ 1055087 w 2116113"/>
              <a:gd name="connsiteY11" fmla="*/ 830923 h 3076067"/>
              <a:gd name="connsiteX12" fmla="*/ 423489 w 2116113"/>
              <a:gd name="connsiteY12" fmla="*/ 1721976 h 3076067"/>
              <a:gd name="connsiteX13" fmla="*/ 27535 w 2116113"/>
              <a:gd name="connsiteY13" fmla="*/ 2246689 h 3076067"/>
              <a:gd name="connsiteX14" fmla="*/ 31572 w 2116113"/>
              <a:gd name="connsiteY14" fmla="*/ 2676403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45861 w 2106887"/>
              <a:gd name="connsiteY11" fmla="*/ 830923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04374 w 2106887"/>
              <a:gd name="connsiteY11" fmla="*/ 804705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124267 w 2194372"/>
              <a:gd name="connsiteY0" fmla="*/ 3082458 h 3082458"/>
              <a:gd name="connsiteX1" fmla="*/ 2020486 w 2194372"/>
              <a:gd name="connsiteY1" fmla="*/ 2396671 h 3082458"/>
              <a:gd name="connsiteX2" fmla="*/ 1802466 w 2194372"/>
              <a:gd name="connsiteY2" fmla="*/ 1871742 h 3082458"/>
              <a:gd name="connsiteX3" fmla="*/ 1764332 w 2194372"/>
              <a:gd name="connsiteY3" fmla="*/ 1561585 h 3082458"/>
              <a:gd name="connsiteX4" fmla="*/ 1709278 w 2194372"/>
              <a:gd name="connsiteY4" fmla="*/ 1267262 h 3082458"/>
              <a:gd name="connsiteX5" fmla="*/ 1723661 w 2194372"/>
              <a:gd name="connsiteY5" fmla="*/ 1018469 h 3082458"/>
              <a:gd name="connsiteX6" fmla="*/ 1747568 w 2194372"/>
              <a:gd name="connsiteY6" fmla="*/ 872546 h 3082458"/>
              <a:gd name="connsiteX7" fmla="*/ 1805004 w 2194372"/>
              <a:gd name="connsiteY7" fmla="*/ 580605 h 3082458"/>
              <a:gd name="connsiteX8" fmla="*/ 1831293 w 2194372"/>
              <a:gd name="connsiteY8" fmla="*/ 370103 h 3082458"/>
              <a:gd name="connsiteX9" fmla="*/ 1639414 w 2194372"/>
              <a:gd name="connsiteY9" fmla="*/ 3091 h 3082458"/>
              <a:gd name="connsiteX10" fmla="*/ 1405609 w 2194372"/>
              <a:gd name="connsiteY10" fmla="*/ 220449 h 3082458"/>
              <a:gd name="connsiteX11" fmla="*/ 1004374 w 2194372"/>
              <a:gd name="connsiteY11" fmla="*/ 804705 h 3082458"/>
              <a:gd name="connsiteX12" fmla="*/ 414263 w 2194372"/>
              <a:gd name="connsiteY12" fmla="*/ 1721976 h 3082458"/>
              <a:gd name="connsiteX13" fmla="*/ 18309 w 2194372"/>
              <a:gd name="connsiteY13" fmla="*/ 2246689 h 3082458"/>
              <a:gd name="connsiteX14" fmla="*/ 94702 w 2194372"/>
              <a:gd name="connsiteY14" fmla="*/ 2696844 h 3082458"/>
              <a:gd name="connsiteX0" fmla="*/ 2124267 w 2168230"/>
              <a:gd name="connsiteY0" fmla="*/ 3082458 h 3082458"/>
              <a:gd name="connsiteX1" fmla="*/ 2020486 w 2168230"/>
              <a:gd name="connsiteY1" fmla="*/ 2396671 h 3082458"/>
              <a:gd name="connsiteX2" fmla="*/ 1802466 w 2168230"/>
              <a:gd name="connsiteY2" fmla="*/ 1871742 h 3082458"/>
              <a:gd name="connsiteX3" fmla="*/ 1764332 w 2168230"/>
              <a:gd name="connsiteY3" fmla="*/ 1561585 h 3082458"/>
              <a:gd name="connsiteX4" fmla="*/ 1709278 w 2168230"/>
              <a:gd name="connsiteY4" fmla="*/ 1267262 h 3082458"/>
              <a:gd name="connsiteX5" fmla="*/ 1723661 w 2168230"/>
              <a:gd name="connsiteY5" fmla="*/ 1018469 h 3082458"/>
              <a:gd name="connsiteX6" fmla="*/ 1747568 w 2168230"/>
              <a:gd name="connsiteY6" fmla="*/ 872546 h 3082458"/>
              <a:gd name="connsiteX7" fmla="*/ 1805004 w 2168230"/>
              <a:gd name="connsiteY7" fmla="*/ 580605 h 3082458"/>
              <a:gd name="connsiteX8" fmla="*/ 1831293 w 2168230"/>
              <a:gd name="connsiteY8" fmla="*/ 370103 h 3082458"/>
              <a:gd name="connsiteX9" fmla="*/ 1639414 w 2168230"/>
              <a:gd name="connsiteY9" fmla="*/ 3091 h 3082458"/>
              <a:gd name="connsiteX10" fmla="*/ 1405609 w 2168230"/>
              <a:gd name="connsiteY10" fmla="*/ 220449 h 3082458"/>
              <a:gd name="connsiteX11" fmla="*/ 1004374 w 2168230"/>
              <a:gd name="connsiteY11" fmla="*/ 804705 h 3082458"/>
              <a:gd name="connsiteX12" fmla="*/ 414263 w 2168230"/>
              <a:gd name="connsiteY12" fmla="*/ 1721976 h 3082458"/>
              <a:gd name="connsiteX13" fmla="*/ 18309 w 2168230"/>
              <a:gd name="connsiteY13" fmla="*/ 2246689 h 3082458"/>
              <a:gd name="connsiteX14" fmla="*/ 94702 w 2168230"/>
              <a:gd name="connsiteY14" fmla="*/ 2696844 h 3082458"/>
              <a:gd name="connsiteX0" fmla="*/ 2161045 w 2200512"/>
              <a:gd name="connsiteY0" fmla="*/ 3089740 h 3089740"/>
              <a:gd name="connsiteX1" fmla="*/ 2020486 w 2200512"/>
              <a:gd name="connsiteY1" fmla="*/ 2396671 h 3089740"/>
              <a:gd name="connsiteX2" fmla="*/ 1802466 w 2200512"/>
              <a:gd name="connsiteY2" fmla="*/ 1871742 h 3089740"/>
              <a:gd name="connsiteX3" fmla="*/ 1764332 w 2200512"/>
              <a:gd name="connsiteY3" fmla="*/ 1561585 h 3089740"/>
              <a:gd name="connsiteX4" fmla="*/ 1709278 w 2200512"/>
              <a:gd name="connsiteY4" fmla="*/ 1267262 h 3089740"/>
              <a:gd name="connsiteX5" fmla="*/ 1723661 w 2200512"/>
              <a:gd name="connsiteY5" fmla="*/ 1018469 h 3089740"/>
              <a:gd name="connsiteX6" fmla="*/ 1747568 w 2200512"/>
              <a:gd name="connsiteY6" fmla="*/ 872546 h 3089740"/>
              <a:gd name="connsiteX7" fmla="*/ 1805004 w 2200512"/>
              <a:gd name="connsiteY7" fmla="*/ 580605 h 3089740"/>
              <a:gd name="connsiteX8" fmla="*/ 1831293 w 2200512"/>
              <a:gd name="connsiteY8" fmla="*/ 370103 h 3089740"/>
              <a:gd name="connsiteX9" fmla="*/ 1639414 w 2200512"/>
              <a:gd name="connsiteY9" fmla="*/ 3091 h 3089740"/>
              <a:gd name="connsiteX10" fmla="*/ 1405609 w 2200512"/>
              <a:gd name="connsiteY10" fmla="*/ 220449 h 3089740"/>
              <a:gd name="connsiteX11" fmla="*/ 1004374 w 2200512"/>
              <a:gd name="connsiteY11" fmla="*/ 804705 h 3089740"/>
              <a:gd name="connsiteX12" fmla="*/ 414263 w 2200512"/>
              <a:gd name="connsiteY12" fmla="*/ 1721976 h 3089740"/>
              <a:gd name="connsiteX13" fmla="*/ 18309 w 2200512"/>
              <a:gd name="connsiteY13" fmla="*/ 2246689 h 3089740"/>
              <a:gd name="connsiteX14" fmla="*/ 94702 w 2200512"/>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296181 w 2345183"/>
              <a:gd name="connsiteY0" fmla="*/ 3089740 h 3089740"/>
              <a:gd name="connsiteX1" fmla="*/ 2215416 w 2345183"/>
              <a:gd name="connsiteY1" fmla="*/ 2331220 h 3089740"/>
              <a:gd name="connsiteX2" fmla="*/ 1937602 w 2345183"/>
              <a:gd name="connsiteY2" fmla="*/ 1871742 h 3089740"/>
              <a:gd name="connsiteX3" fmla="*/ 1899468 w 2345183"/>
              <a:gd name="connsiteY3" fmla="*/ 1561585 h 3089740"/>
              <a:gd name="connsiteX4" fmla="*/ 1901284 w 2345183"/>
              <a:gd name="connsiteY4" fmla="*/ 1295299 h 3089740"/>
              <a:gd name="connsiteX5" fmla="*/ 1882704 w 2345183"/>
              <a:gd name="connsiteY5" fmla="*/ 872546 h 3089740"/>
              <a:gd name="connsiteX6" fmla="*/ 1940140 w 2345183"/>
              <a:gd name="connsiteY6" fmla="*/ 580605 h 3089740"/>
              <a:gd name="connsiteX7" fmla="*/ 1966429 w 2345183"/>
              <a:gd name="connsiteY7" fmla="*/ 370103 h 3089740"/>
              <a:gd name="connsiteX8" fmla="*/ 1774550 w 2345183"/>
              <a:gd name="connsiteY8" fmla="*/ 3091 h 3089740"/>
              <a:gd name="connsiteX9" fmla="*/ 1540745 w 2345183"/>
              <a:gd name="connsiteY9" fmla="*/ 220449 h 3089740"/>
              <a:gd name="connsiteX10" fmla="*/ 1139510 w 2345183"/>
              <a:gd name="connsiteY10" fmla="*/ 804705 h 3089740"/>
              <a:gd name="connsiteX11" fmla="*/ 549399 w 2345183"/>
              <a:gd name="connsiteY11" fmla="*/ 1721976 h 3089740"/>
              <a:gd name="connsiteX12" fmla="*/ 153445 w 2345183"/>
              <a:gd name="connsiteY12" fmla="*/ 2246689 h 3089740"/>
              <a:gd name="connsiteX13" fmla="*/ 0 w 2345183"/>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41614 w 2390616"/>
              <a:gd name="connsiteY0" fmla="*/ 3089740 h 3089740"/>
              <a:gd name="connsiteX1" fmla="*/ 2260849 w 2390616"/>
              <a:gd name="connsiteY1" fmla="*/ 2331220 h 3089740"/>
              <a:gd name="connsiteX2" fmla="*/ 1983035 w 2390616"/>
              <a:gd name="connsiteY2" fmla="*/ 1871742 h 3089740"/>
              <a:gd name="connsiteX3" fmla="*/ 1944901 w 2390616"/>
              <a:gd name="connsiteY3" fmla="*/ 1561585 h 3089740"/>
              <a:gd name="connsiteX4" fmla="*/ 1946717 w 2390616"/>
              <a:gd name="connsiteY4" fmla="*/ 1295299 h 3089740"/>
              <a:gd name="connsiteX5" fmla="*/ 1928137 w 2390616"/>
              <a:gd name="connsiteY5" fmla="*/ 872546 h 3089740"/>
              <a:gd name="connsiteX6" fmla="*/ 1985573 w 2390616"/>
              <a:gd name="connsiteY6" fmla="*/ 580605 h 3089740"/>
              <a:gd name="connsiteX7" fmla="*/ 2011862 w 2390616"/>
              <a:gd name="connsiteY7" fmla="*/ 370103 h 3089740"/>
              <a:gd name="connsiteX8" fmla="*/ 1819983 w 2390616"/>
              <a:gd name="connsiteY8" fmla="*/ 3091 h 3089740"/>
              <a:gd name="connsiteX9" fmla="*/ 1586178 w 2390616"/>
              <a:gd name="connsiteY9" fmla="*/ 220449 h 3089740"/>
              <a:gd name="connsiteX10" fmla="*/ 1184943 w 2390616"/>
              <a:gd name="connsiteY10" fmla="*/ 804705 h 3089740"/>
              <a:gd name="connsiteX11" fmla="*/ 594832 w 2390616"/>
              <a:gd name="connsiteY11" fmla="*/ 1721976 h 3089740"/>
              <a:gd name="connsiteX12" fmla="*/ 198878 w 2390616"/>
              <a:gd name="connsiteY12" fmla="*/ 2246689 h 3089740"/>
              <a:gd name="connsiteX13" fmla="*/ 45433 w 2390616"/>
              <a:gd name="connsiteY13" fmla="*/ 2678290 h 3089740"/>
              <a:gd name="connsiteX0" fmla="*/ 2335459 w 2385509"/>
              <a:gd name="connsiteY0" fmla="*/ 2680291 h 2680291"/>
              <a:gd name="connsiteX1" fmla="*/ 2260849 w 2385509"/>
              <a:gd name="connsiteY1" fmla="*/ 2331220 h 2680291"/>
              <a:gd name="connsiteX2" fmla="*/ 1983035 w 2385509"/>
              <a:gd name="connsiteY2" fmla="*/ 1871742 h 2680291"/>
              <a:gd name="connsiteX3" fmla="*/ 1944901 w 2385509"/>
              <a:gd name="connsiteY3" fmla="*/ 1561585 h 2680291"/>
              <a:gd name="connsiteX4" fmla="*/ 1946717 w 2385509"/>
              <a:gd name="connsiteY4" fmla="*/ 1295299 h 2680291"/>
              <a:gd name="connsiteX5" fmla="*/ 1928137 w 2385509"/>
              <a:gd name="connsiteY5" fmla="*/ 872546 h 2680291"/>
              <a:gd name="connsiteX6" fmla="*/ 1985573 w 2385509"/>
              <a:gd name="connsiteY6" fmla="*/ 580605 h 2680291"/>
              <a:gd name="connsiteX7" fmla="*/ 2011862 w 2385509"/>
              <a:gd name="connsiteY7" fmla="*/ 370103 h 2680291"/>
              <a:gd name="connsiteX8" fmla="*/ 1819983 w 2385509"/>
              <a:gd name="connsiteY8" fmla="*/ 3091 h 2680291"/>
              <a:gd name="connsiteX9" fmla="*/ 1586178 w 2385509"/>
              <a:gd name="connsiteY9" fmla="*/ 220449 h 2680291"/>
              <a:gd name="connsiteX10" fmla="*/ 1184943 w 2385509"/>
              <a:gd name="connsiteY10" fmla="*/ 804705 h 2680291"/>
              <a:gd name="connsiteX11" fmla="*/ 594832 w 2385509"/>
              <a:gd name="connsiteY11" fmla="*/ 1721976 h 2680291"/>
              <a:gd name="connsiteX12" fmla="*/ 198878 w 2385509"/>
              <a:gd name="connsiteY12" fmla="*/ 2246689 h 2680291"/>
              <a:gd name="connsiteX13" fmla="*/ 45433 w 2385509"/>
              <a:gd name="connsiteY13" fmla="*/ 2678290 h 2680291"/>
              <a:gd name="connsiteX0" fmla="*/ 2335459 w 2345096"/>
              <a:gd name="connsiteY0" fmla="*/ 2680291 h 2680291"/>
              <a:gd name="connsiteX1" fmla="*/ 2260849 w 2345096"/>
              <a:gd name="connsiteY1" fmla="*/ 2331220 h 2680291"/>
              <a:gd name="connsiteX2" fmla="*/ 1983035 w 2345096"/>
              <a:gd name="connsiteY2" fmla="*/ 1871742 h 2680291"/>
              <a:gd name="connsiteX3" fmla="*/ 1944901 w 2345096"/>
              <a:gd name="connsiteY3" fmla="*/ 1561585 h 2680291"/>
              <a:gd name="connsiteX4" fmla="*/ 1946717 w 2345096"/>
              <a:gd name="connsiteY4" fmla="*/ 1295299 h 2680291"/>
              <a:gd name="connsiteX5" fmla="*/ 1928137 w 2345096"/>
              <a:gd name="connsiteY5" fmla="*/ 872546 h 2680291"/>
              <a:gd name="connsiteX6" fmla="*/ 1985573 w 2345096"/>
              <a:gd name="connsiteY6" fmla="*/ 580605 h 2680291"/>
              <a:gd name="connsiteX7" fmla="*/ 2011862 w 2345096"/>
              <a:gd name="connsiteY7" fmla="*/ 370103 h 2680291"/>
              <a:gd name="connsiteX8" fmla="*/ 1819983 w 2345096"/>
              <a:gd name="connsiteY8" fmla="*/ 3091 h 2680291"/>
              <a:gd name="connsiteX9" fmla="*/ 1586178 w 2345096"/>
              <a:gd name="connsiteY9" fmla="*/ 220449 h 2680291"/>
              <a:gd name="connsiteX10" fmla="*/ 1184943 w 2345096"/>
              <a:gd name="connsiteY10" fmla="*/ 804705 h 2680291"/>
              <a:gd name="connsiteX11" fmla="*/ 594832 w 2345096"/>
              <a:gd name="connsiteY11" fmla="*/ 1721976 h 2680291"/>
              <a:gd name="connsiteX12" fmla="*/ 198878 w 2345096"/>
              <a:gd name="connsiteY12" fmla="*/ 2246689 h 2680291"/>
              <a:gd name="connsiteX13" fmla="*/ 45433 w 2345096"/>
              <a:gd name="connsiteY13" fmla="*/ 2678290 h 2680291"/>
              <a:gd name="connsiteX0" fmla="*/ 2335459 w 2335459"/>
              <a:gd name="connsiteY0" fmla="*/ 2680291 h 2680291"/>
              <a:gd name="connsiteX1" fmla="*/ 2260849 w 2335459"/>
              <a:gd name="connsiteY1" fmla="*/ 2331220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10839 w 2310839"/>
              <a:gd name="connsiteY0" fmla="*/ 2680291 h 2680291"/>
              <a:gd name="connsiteX1" fmla="*/ 2023122 w 2310839"/>
              <a:gd name="connsiteY1" fmla="*/ 2281531 h 2680291"/>
              <a:gd name="connsiteX2" fmla="*/ 1958415 w 2310839"/>
              <a:gd name="connsiteY2" fmla="*/ 1871742 h 2680291"/>
              <a:gd name="connsiteX3" fmla="*/ 1920281 w 2310839"/>
              <a:gd name="connsiteY3" fmla="*/ 1561585 h 2680291"/>
              <a:gd name="connsiteX4" fmla="*/ 1922097 w 2310839"/>
              <a:gd name="connsiteY4" fmla="*/ 1295299 h 2680291"/>
              <a:gd name="connsiteX5" fmla="*/ 1903517 w 2310839"/>
              <a:gd name="connsiteY5" fmla="*/ 872546 h 2680291"/>
              <a:gd name="connsiteX6" fmla="*/ 1960953 w 2310839"/>
              <a:gd name="connsiteY6" fmla="*/ 580605 h 2680291"/>
              <a:gd name="connsiteX7" fmla="*/ 1987242 w 2310839"/>
              <a:gd name="connsiteY7" fmla="*/ 370103 h 2680291"/>
              <a:gd name="connsiteX8" fmla="*/ 1795363 w 2310839"/>
              <a:gd name="connsiteY8" fmla="*/ 3091 h 2680291"/>
              <a:gd name="connsiteX9" fmla="*/ 1561558 w 2310839"/>
              <a:gd name="connsiteY9" fmla="*/ 220449 h 2680291"/>
              <a:gd name="connsiteX10" fmla="*/ 1160323 w 2310839"/>
              <a:gd name="connsiteY10" fmla="*/ 804705 h 2680291"/>
              <a:gd name="connsiteX11" fmla="*/ 570212 w 2310839"/>
              <a:gd name="connsiteY11" fmla="*/ 1721976 h 2680291"/>
              <a:gd name="connsiteX12" fmla="*/ 337346 w 2310839"/>
              <a:gd name="connsiteY12" fmla="*/ 2015570 h 2680291"/>
              <a:gd name="connsiteX13" fmla="*/ 20813 w 2310839"/>
              <a:gd name="connsiteY13" fmla="*/ 2678290 h 2680291"/>
              <a:gd name="connsiteX0" fmla="*/ 2191594 w 2191594"/>
              <a:gd name="connsiteY0" fmla="*/ 2680291 h 2680291"/>
              <a:gd name="connsiteX1" fmla="*/ 1903877 w 2191594"/>
              <a:gd name="connsiteY1" fmla="*/ 2281531 h 2680291"/>
              <a:gd name="connsiteX2" fmla="*/ 1839170 w 2191594"/>
              <a:gd name="connsiteY2" fmla="*/ 1871742 h 2680291"/>
              <a:gd name="connsiteX3" fmla="*/ 1801036 w 2191594"/>
              <a:gd name="connsiteY3" fmla="*/ 1561585 h 2680291"/>
              <a:gd name="connsiteX4" fmla="*/ 1802852 w 2191594"/>
              <a:gd name="connsiteY4" fmla="*/ 1295299 h 2680291"/>
              <a:gd name="connsiteX5" fmla="*/ 1784272 w 2191594"/>
              <a:gd name="connsiteY5" fmla="*/ 872546 h 2680291"/>
              <a:gd name="connsiteX6" fmla="*/ 1841708 w 2191594"/>
              <a:gd name="connsiteY6" fmla="*/ 580605 h 2680291"/>
              <a:gd name="connsiteX7" fmla="*/ 1867997 w 2191594"/>
              <a:gd name="connsiteY7" fmla="*/ 370103 h 2680291"/>
              <a:gd name="connsiteX8" fmla="*/ 1676118 w 2191594"/>
              <a:gd name="connsiteY8" fmla="*/ 3091 h 2680291"/>
              <a:gd name="connsiteX9" fmla="*/ 1442313 w 2191594"/>
              <a:gd name="connsiteY9" fmla="*/ 220449 h 2680291"/>
              <a:gd name="connsiteX10" fmla="*/ 1041078 w 2191594"/>
              <a:gd name="connsiteY10" fmla="*/ 804705 h 2680291"/>
              <a:gd name="connsiteX11" fmla="*/ 450967 w 2191594"/>
              <a:gd name="connsiteY11" fmla="*/ 1721976 h 2680291"/>
              <a:gd name="connsiteX12" fmla="*/ 218101 w 2191594"/>
              <a:gd name="connsiteY12" fmla="*/ 2015570 h 2680291"/>
              <a:gd name="connsiteX13" fmla="*/ 39115 w 2191594"/>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221687 w 2152479"/>
              <a:gd name="connsiteY12" fmla="*/ 2010293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83519 w 2152479"/>
              <a:gd name="connsiteY11" fmla="*/ 1704957 h 2680291"/>
              <a:gd name="connsiteX12" fmla="*/ 221687 w 2152479"/>
              <a:gd name="connsiteY12" fmla="*/ 2010293 h 2680291"/>
              <a:gd name="connsiteX13" fmla="*/ 0 w 2152479"/>
              <a:gd name="connsiteY13" fmla="*/ 2243616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2095095 w 2213367"/>
              <a:gd name="connsiteY2" fmla="*/ 1939013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583132 w 2583132"/>
              <a:gd name="connsiteY0" fmla="*/ 2680291 h 2680291"/>
              <a:gd name="connsiteX1" fmla="*/ 2295415 w 2583132"/>
              <a:gd name="connsiteY1" fmla="*/ 2281531 h 2680291"/>
              <a:gd name="connsiteX2" fmla="*/ 2464860 w 2583132"/>
              <a:gd name="connsiteY2" fmla="*/ 1939013 h 2680291"/>
              <a:gd name="connsiteX3" fmla="*/ 2192574 w 2583132"/>
              <a:gd name="connsiteY3" fmla="*/ 1561585 h 2680291"/>
              <a:gd name="connsiteX4" fmla="*/ 2194390 w 2583132"/>
              <a:gd name="connsiteY4" fmla="*/ 1295299 h 2680291"/>
              <a:gd name="connsiteX5" fmla="*/ 2175810 w 2583132"/>
              <a:gd name="connsiteY5" fmla="*/ 872546 h 2680291"/>
              <a:gd name="connsiteX6" fmla="*/ 2233246 w 2583132"/>
              <a:gd name="connsiteY6" fmla="*/ 580605 h 2680291"/>
              <a:gd name="connsiteX7" fmla="*/ 2259535 w 2583132"/>
              <a:gd name="connsiteY7" fmla="*/ 370103 h 2680291"/>
              <a:gd name="connsiteX8" fmla="*/ 2067656 w 2583132"/>
              <a:gd name="connsiteY8" fmla="*/ 3091 h 2680291"/>
              <a:gd name="connsiteX9" fmla="*/ 1833851 w 2583132"/>
              <a:gd name="connsiteY9" fmla="*/ 220449 h 2680291"/>
              <a:gd name="connsiteX10" fmla="*/ 1432616 w 2583132"/>
              <a:gd name="connsiteY10" fmla="*/ 804705 h 2680291"/>
              <a:gd name="connsiteX11" fmla="*/ 914172 w 2583132"/>
              <a:gd name="connsiteY11" fmla="*/ 1704957 h 2680291"/>
              <a:gd name="connsiteX12" fmla="*/ 652340 w 2583132"/>
              <a:gd name="connsiteY12" fmla="*/ 2010293 h 2680291"/>
              <a:gd name="connsiteX13" fmla="*/ 0 w 2583132"/>
              <a:gd name="connsiteY13" fmla="*/ 2137614 h 2680291"/>
              <a:gd name="connsiteX0" fmla="*/ 2583132 w 2583132"/>
              <a:gd name="connsiteY0" fmla="*/ 2680291 h 2680291"/>
              <a:gd name="connsiteX1" fmla="*/ 2295415 w 2583132"/>
              <a:gd name="connsiteY1" fmla="*/ 2281531 h 2680291"/>
              <a:gd name="connsiteX2" fmla="*/ 2464860 w 2583132"/>
              <a:gd name="connsiteY2" fmla="*/ 1939013 h 2680291"/>
              <a:gd name="connsiteX3" fmla="*/ 2192574 w 2583132"/>
              <a:gd name="connsiteY3" fmla="*/ 1561585 h 2680291"/>
              <a:gd name="connsiteX4" fmla="*/ 2194390 w 2583132"/>
              <a:gd name="connsiteY4" fmla="*/ 1295299 h 2680291"/>
              <a:gd name="connsiteX5" fmla="*/ 2175810 w 2583132"/>
              <a:gd name="connsiteY5" fmla="*/ 872546 h 2680291"/>
              <a:gd name="connsiteX6" fmla="*/ 2233246 w 2583132"/>
              <a:gd name="connsiteY6" fmla="*/ 580605 h 2680291"/>
              <a:gd name="connsiteX7" fmla="*/ 2259535 w 2583132"/>
              <a:gd name="connsiteY7" fmla="*/ 370103 h 2680291"/>
              <a:gd name="connsiteX8" fmla="*/ 2067656 w 2583132"/>
              <a:gd name="connsiteY8" fmla="*/ 3091 h 2680291"/>
              <a:gd name="connsiteX9" fmla="*/ 1833851 w 2583132"/>
              <a:gd name="connsiteY9" fmla="*/ 220449 h 2680291"/>
              <a:gd name="connsiteX10" fmla="*/ 1432616 w 2583132"/>
              <a:gd name="connsiteY10" fmla="*/ 804705 h 2680291"/>
              <a:gd name="connsiteX11" fmla="*/ 914172 w 2583132"/>
              <a:gd name="connsiteY11" fmla="*/ 1704957 h 2680291"/>
              <a:gd name="connsiteX12" fmla="*/ 644162 w 2583132"/>
              <a:gd name="connsiteY12" fmla="*/ 1905060 h 2680291"/>
              <a:gd name="connsiteX13" fmla="*/ 0 w 2583132"/>
              <a:gd name="connsiteY13" fmla="*/ 2137614 h 2680291"/>
              <a:gd name="connsiteX0" fmla="*/ 2583132 w 2583132"/>
              <a:gd name="connsiteY0" fmla="*/ 2680291 h 2680291"/>
              <a:gd name="connsiteX1" fmla="*/ 2295415 w 2583132"/>
              <a:gd name="connsiteY1" fmla="*/ 2281531 h 2680291"/>
              <a:gd name="connsiteX2" fmla="*/ 2464860 w 2583132"/>
              <a:gd name="connsiteY2" fmla="*/ 1939013 h 2680291"/>
              <a:gd name="connsiteX3" fmla="*/ 2192574 w 2583132"/>
              <a:gd name="connsiteY3" fmla="*/ 1561585 h 2680291"/>
              <a:gd name="connsiteX4" fmla="*/ 2194390 w 2583132"/>
              <a:gd name="connsiteY4" fmla="*/ 1295299 h 2680291"/>
              <a:gd name="connsiteX5" fmla="*/ 2175810 w 2583132"/>
              <a:gd name="connsiteY5" fmla="*/ 872546 h 2680291"/>
              <a:gd name="connsiteX6" fmla="*/ 2233246 w 2583132"/>
              <a:gd name="connsiteY6" fmla="*/ 580605 h 2680291"/>
              <a:gd name="connsiteX7" fmla="*/ 2259535 w 2583132"/>
              <a:gd name="connsiteY7" fmla="*/ 370103 h 2680291"/>
              <a:gd name="connsiteX8" fmla="*/ 2067656 w 2583132"/>
              <a:gd name="connsiteY8" fmla="*/ 3091 h 2680291"/>
              <a:gd name="connsiteX9" fmla="*/ 1833851 w 2583132"/>
              <a:gd name="connsiteY9" fmla="*/ 220449 h 2680291"/>
              <a:gd name="connsiteX10" fmla="*/ 1432616 w 2583132"/>
              <a:gd name="connsiteY10" fmla="*/ 804705 h 2680291"/>
              <a:gd name="connsiteX11" fmla="*/ 993832 w 2583132"/>
              <a:gd name="connsiteY11" fmla="*/ 1577398 h 2680291"/>
              <a:gd name="connsiteX12" fmla="*/ 644162 w 2583132"/>
              <a:gd name="connsiteY12" fmla="*/ 1905060 h 2680291"/>
              <a:gd name="connsiteX13" fmla="*/ 0 w 2583132"/>
              <a:gd name="connsiteY13" fmla="*/ 2137614 h 2680291"/>
              <a:gd name="connsiteX0" fmla="*/ 2583132 w 2583132"/>
              <a:gd name="connsiteY0" fmla="*/ 2680291 h 2680291"/>
              <a:gd name="connsiteX1" fmla="*/ 2295415 w 2583132"/>
              <a:gd name="connsiteY1" fmla="*/ 2281531 h 2680291"/>
              <a:gd name="connsiteX2" fmla="*/ 2464860 w 2583132"/>
              <a:gd name="connsiteY2" fmla="*/ 1939013 h 2680291"/>
              <a:gd name="connsiteX3" fmla="*/ 2192574 w 2583132"/>
              <a:gd name="connsiteY3" fmla="*/ 1561585 h 2680291"/>
              <a:gd name="connsiteX4" fmla="*/ 2194390 w 2583132"/>
              <a:gd name="connsiteY4" fmla="*/ 1295299 h 2680291"/>
              <a:gd name="connsiteX5" fmla="*/ 2175810 w 2583132"/>
              <a:gd name="connsiteY5" fmla="*/ 872546 h 2680291"/>
              <a:gd name="connsiteX6" fmla="*/ 2233246 w 2583132"/>
              <a:gd name="connsiteY6" fmla="*/ 580605 h 2680291"/>
              <a:gd name="connsiteX7" fmla="*/ 2259535 w 2583132"/>
              <a:gd name="connsiteY7" fmla="*/ 370103 h 2680291"/>
              <a:gd name="connsiteX8" fmla="*/ 2067656 w 2583132"/>
              <a:gd name="connsiteY8" fmla="*/ 3091 h 2680291"/>
              <a:gd name="connsiteX9" fmla="*/ 1833851 w 2583132"/>
              <a:gd name="connsiteY9" fmla="*/ 220449 h 2680291"/>
              <a:gd name="connsiteX10" fmla="*/ 1432616 w 2583132"/>
              <a:gd name="connsiteY10" fmla="*/ 804705 h 2680291"/>
              <a:gd name="connsiteX11" fmla="*/ 993832 w 2583132"/>
              <a:gd name="connsiteY11" fmla="*/ 1577398 h 2680291"/>
              <a:gd name="connsiteX12" fmla="*/ 644162 w 2583132"/>
              <a:gd name="connsiteY12" fmla="*/ 1905060 h 2680291"/>
              <a:gd name="connsiteX13" fmla="*/ 0 w 2583132"/>
              <a:gd name="connsiteY13" fmla="*/ 2137614 h 2680291"/>
              <a:gd name="connsiteX0" fmla="*/ 2583132 w 2583132"/>
              <a:gd name="connsiteY0" fmla="*/ 2680291 h 2680291"/>
              <a:gd name="connsiteX1" fmla="*/ 2295415 w 2583132"/>
              <a:gd name="connsiteY1" fmla="*/ 2281531 h 2680291"/>
              <a:gd name="connsiteX2" fmla="*/ 2464860 w 2583132"/>
              <a:gd name="connsiteY2" fmla="*/ 1939013 h 2680291"/>
              <a:gd name="connsiteX3" fmla="*/ 2192574 w 2583132"/>
              <a:gd name="connsiteY3" fmla="*/ 1561585 h 2680291"/>
              <a:gd name="connsiteX4" fmla="*/ 2194390 w 2583132"/>
              <a:gd name="connsiteY4" fmla="*/ 1295299 h 2680291"/>
              <a:gd name="connsiteX5" fmla="*/ 2175810 w 2583132"/>
              <a:gd name="connsiteY5" fmla="*/ 872546 h 2680291"/>
              <a:gd name="connsiteX6" fmla="*/ 2233246 w 2583132"/>
              <a:gd name="connsiteY6" fmla="*/ 580605 h 2680291"/>
              <a:gd name="connsiteX7" fmla="*/ 2259535 w 2583132"/>
              <a:gd name="connsiteY7" fmla="*/ 370103 h 2680291"/>
              <a:gd name="connsiteX8" fmla="*/ 2067656 w 2583132"/>
              <a:gd name="connsiteY8" fmla="*/ 3091 h 2680291"/>
              <a:gd name="connsiteX9" fmla="*/ 1833851 w 2583132"/>
              <a:gd name="connsiteY9" fmla="*/ 220449 h 2680291"/>
              <a:gd name="connsiteX10" fmla="*/ 1432616 w 2583132"/>
              <a:gd name="connsiteY10" fmla="*/ 804705 h 2680291"/>
              <a:gd name="connsiteX11" fmla="*/ 993832 w 2583132"/>
              <a:gd name="connsiteY11" fmla="*/ 1577398 h 2680291"/>
              <a:gd name="connsiteX12" fmla="*/ 644162 w 2583132"/>
              <a:gd name="connsiteY12" fmla="*/ 1905060 h 2680291"/>
              <a:gd name="connsiteX13" fmla="*/ 0 w 2583132"/>
              <a:gd name="connsiteY13" fmla="*/ 2137614 h 2680291"/>
              <a:gd name="connsiteX0" fmla="*/ 2600086 w 2600086"/>
              <a:gd name="connsiteY0" fmla="*/ 2680291 h 2680291"/>
              <a:gd name="connsiteX1" fmla="*/ 2312369 w 2600086"/>
              <a:gd name="connsiteY1" fmla="*/ 2281531 h 2680291"/>
              <a:gd name="connsiteX2" fmla="*/ 2481814 w 2600086"/>
              <a:gd name="connsiteY2" fmla="*/ 1939013 h 2680291"/>
              <a:gd name="connsiteX3" fmla="*/ 2209528 w 2600086"/>
              <a:gd name="connsiteY3" fmla="*/ 1561585 h 2680291"/>
              <a:gd name="connsiteX4" fmla="*/ 2211344 w 2600086"/>
              <a:gd name="connsiteY4" fmla="*/ 1295299 h 2680291"/>
              <a:gd name="connsiteX5" fmla="*/ 2192764 w 2600086"/>
              <a:gd name="connsiteY5" fmla="*/ 872546 h 2680291"/>
              <a:gd name="connsiteX6" fmla="*/ 2250200 w 2600086"/>
              <a:gd name="connsiteY6" fmla="*/ 580605 h 2680291"/>
              <a:gd name="connsiteX7" fmla="*/ 2276489 w 2600086"/>
              <a:gd name="connsiteY7" fmla="*/ 370103 h 2680291"/>
              <a:gd name="connsiteX8" fmla="*/ 2084610 w 2600086"/>
              <a:gd name="connsiteY8" fmla="*/ 3091 h 2680291"/>
              <a:gd name="connsiteX9" fmla="*/ 1850805 w 2600086"/>
              <a:gd name="connsiteY9" fmla="*/ 220449 h 2680291"/>
              <a:gd name="connsiteX10" fmla="*/ 1449570 w 2600086"/>
              <a:gd name="connsiteY10" fmla="*/ 804705 h 2680291"/>
              <a:gd name="connsiteX11" fmla="*/ 1010786 w 2600086"/>
              <a:gd name="connsiteY11" fmla="*/ 1577398 h 2680291"/>
              <a:gd name="connsiteX12" fmla="*/ 661116 w 2600086"/>
              <a:gd name="connsiteY12" fmla="*/ 1905060 h 2680291"/>
              <a:gd name="connsiteX13" fmla="*/ 0 w 2600086"/>
              <a:gd name="connsiteY13" fmla="*/ 2149799 h 268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0086" h="2680291">
                <a:moveTo>
                  <a:pt x="2600086" y="2680291"/>
                </a:moveTo>
                <a:cubicBezTo>
                  <a:pt x="2369894" y="2428114"/>
                  <a:pt x="2332081" y="2405077"/>
                  <a:pt x="2312369" y="2281531"/>
                </a:cubicBezTo>
                <a:cubicBezTo>
                  <a:pt x="2292657" y="2157985"/>
                  <a:pt x="2498954" y="2059004"/>
                  <a:pt x="2481814" y="1939013"/>
                </a:cubicBezTo>
                <a:cubicBezTo>
                  <a:pt x="2464674" y="1819022"/>
                  <a:pt x="2227912" y="1639976"/>
                  <a:pt x="2209528" y="1561585"/>
                </a:cubicBezTo>
                <a:cubicBezTo>
                  <a:pt x="2202544" y="1453981"/>
                  <a:pt x="2217535" y="1395122"/>
                  <a:pt x="2211344" y="1295299"/>
                </a:cubicBezTo>
                <a:cubicBezTo>
                  <a:pt x="2208550" y="1180459"/>
                  <a:pt x="2186288" y="991662"/>
                  <a:pt x="2192764" y="872546"/>
                </a:cubicBezTo>
                <a:cubicBezTo>
                  <a:pt x="2199240" y="753430"/>
                  <a:pt x="2229626" y="677665"/>
                  <a:pt x="2250200" y="580605"/>
                </a:cubicBezTo>
                <a:cubicBezTo>
                  <a:pt x="2264964" y="510977"/>
                  <a:pt x="2279918" y="440969"/>
                  <a:pt x="2276489" y="370103"/>
                </a:cubicBezTo>
                <a:cubicBezTo>
                  <a:pt x="2267417" y="304652"/>
                  <a:pt x="2220194" y="37723"/>
                  <a:pt x="2084610" y="3091"/>
                </a:cubicBezTo>
                <a:cubicBezTo>
                  <a:pt x="2011763" y="-21532"/>
                  <a:pt x="1937533" y="105595"/>
                  <a:pt x="1850805" y="220449"/>
                </a:cubicBezTo>
                <a:cubicBezTo>
                  <a:pt x="1735324" y="370436"/>
                  <a:pt x="1554547" y="642416"/>
                  <a:pt x="1449570" y="804705"/>
                </a:cubicBezTo>
                <a:cubicBezTo>
                  <a:pt x="1271149" y="1060684"/>
                  <a:pt x="1206358" y="1342151"/>
                  <a:pt x="1010786" y="1577398"/>
                </a:cubicBezTo>
                <a:cubicBezTo>
                  <a:pt x="840641" y="1805649"/>
                  <a:pt x="767490" y="1817379"/>
                  <a:pt x="661116" y="1905060"/>
                </a:cubicBezTo>
                <a:cubicBezTo>
                  <a:pt x="440087" y="1967057"/>
                  <a:pt x="45605" y="2075321"/>
                  <a:pt x="0" y="2149799"/>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0" name="Freeform: Shape 49">
            <a:extLst>
              <a:ext uri="{FF2B5EF4-FFF2-40B4-BE49-F238E27FC236}">
                <a16:creationId xmlns:a16="http://schemas.microsoft.com/office/drawing/2014/main" id="{44F78BC0-601C-DDC5-AB9E-E26FBB1282A4}"/>
              </a:ext>
            </a:extLst>
          </p:cNvPr>
          <p:cNvSpPr/>
          <p:nvPr userDrawn="1"/>
        </p:nvSpPr>
        <p:spPr>
          <a:xfrm rot="1795873" flipH="1">
            <a:off x="9625367" y="5957933"/>
            <a:ext cx="1492522" cy="1346319"/>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084827 w 1208420"/>
              <a:gd name="connsiteY0" fmla="*/ 1158270 h 1158270"/>
              <a:gd name="connsiteX1" fmla="*/ 1069565 w 1208420"/>
              <a:gd name="connsiteY1" fmla="*/ 374076 h 1158270"/>
              <a:gd name="connsiteX2" fmla="*/ 798264 w 1208420"/>
              <a:gd name="connsiteY2" fmla="*/ 97552 h 1158270"/>
              <a:gd name="connsiteX3" fmla="*/ 557693 w 1208420"/>
              <a:gd name="connsiteY3" fmla="*/ 2613 h 1158270"/>
              <a:gd name="connsiteX4" fmla="*/ 61674 w 1208420"/>
              <a:gd name="connsiteY4" fmla="*/ 184307 h 1158270"/>
              <a:gd name="connsiteX5" fmla="*/ 74143 w 1208420"/>
              <a:gd name="connsiteY5" fmla="*/ 696284 h 1158270"/>
              <a:gd name="connsiteX0" fmla="*/ 1084827 w 1194306"/>
              <a:gd name="connsiteY0" fmla="*/ 1158940 h 1158940"/>
              <a:gd name="connsiteX1" fmla="*/ 1013596 w 1194306"/>
              <a:gd name="connsiteY1" fmla="*/ 458171 h 1158940"/>
              <a:gd name="connsiteX2" fmla="*/ 798264 w 1194306"/>
              <a:gd name="connsiteY2" fmla="*/ 98222 h 1158940"/>
              <a:gd name="connsiteX3" fmla="*/ 557693 w 1194306"/>
              <a:gd name="connsiteY3" fmla="*/ 3283 h 1158940"/>
              <a:gd name="connsiteX4" fmla="*/ 61674 w 1194306"/>
              <a:gd name="connsiteY4" fmla="*/ 184977 h 1158940"/>
              <a:gd name="connsiteX5" fmla="*/ 74143 w 1194306"/>
              <a:gd name="connsiteY5" fmla="*/ 696954 h 1158940"/>
              <a:gd name="connsiteX0" fmla="*/ 1048578 w 1158057"/>
              <a:gd name="connsiteY0" fmla="*/ 1155729 h 1155729"/>
              <a:gd name="connsiteX1" fmla="*/ 977347 w 1158057"/>
              <a:gd name="connsiteY1" fmla="*/ 454960 h 1155729"/>
              <a:gd name="connsiteX2" fmla="*/ 762015 w 1158057"/>
              <a:gd name="connsiteY2" fmla="*/ 95011 h 1155729"/>
              <a:gd name="connsiteX3" fmla="*/ 521444 w 1158057"/>
              <a:gd name="connsiteY3" fmla="*/ 72 h 1155729"/>
              <a:gd name="connsiteX4" fmla="*/ 191706 w 1158057"/>
              <a:gd name="connsiteY4" fmla="*/ 103783 h 1155729"/>
              <a:gd name="connsiteX5" fmla="*/ 37894 w 1158057"/>
              <a:gd name="connsiteY5" fmla="*/ 693743 h 1155729"/>
              <a:gd name="connsiteX0" fmla="*/ 1030061 w 1139540"/>
              <a:gd name="connsiteY0" fmla="*/ 1155729 h 1155729"/>
              <a:gd name="connsiteX1" fmla="*/ 958830 w 1139540"/>
              <a:gd name="connsiteY1" fmla="*/ 454960 h 1155729"/>
              <a:gd name="connsiteX2" fmla="*/ 743498 w 1139540"/>
              <a:gd name="connsiteY2" fmla="*/ 95011 h 1155729"/>
              <a:gd name="connsiteX3" fmla="*/ 502927 w 1139540"/>
              <a:gd name="connsiteY3" fmla="*/ 72 h 1155729"/>
              <a:gd name="connsiteX4" fmla="*/ 173189 w 1139540"/>
              <a:gd name="connsiteY4" fmla="*/ 103783 h 1155729"/>
              <a:gd name="connsiteX5" fmla="*/ 40481 w 1139540"/>
              <a:gd name="connsiteY5" fmla="*/ 271551 h 1155729"/>
              <a:gd name="connsiteX0" fmla="*/ 989580 w 1099059"/>
              <a:gd name="connsiteY0" fmla="*/ 1155729 h 1155729"/>
              <a:gd name="connsiteX1" fmla="*/ 918349 w 1099059"/>
              <a:gd name="connsiteY1" fmla="*/ 454960 h 1155729"/>
              <a:gd name="connsiteX2" fmla="*/ 703017 w 1099059"/>
              <a:gd name="connsiteY2" fmla="*/ 95011 h 1155729"/>
              <a:gd name="connsiteX3" fmla="*/ 462446 w 1099059"/>
              <a:gd name="connsiteY3" fmla="*/ 72 h 1155729"/>
              <a:gd name="connsiteX4" fmla="*/ 132708 w 1099059"/>
              <a:gd name="connsiteY4" fmla="*/ 103783 h 1155729"/>
              <a:gd name="connsiteX5" fmla="*/ 0 w 1099059"/>
              <a:gd name="connsiteY5" fmla="*/ 271551 h 1155729"/>
              <a:gd name="connsiteX0" fmla="*/ 1070950 w 1166746"/>
              <a:gd name="connsiteY0" fmla="*/ 762383 h 762383"/>
              <a:gd name="connsiteX1" fmla="*/ 918349 w 1166746"/>
              <a:gd name="connsiteY1" fmla="*/ 454960 h 762383"/>
              <a:gd name="connsiteX2" fmla="*/ 703017 w 1166746"/>
              <a:gd name="connsiteY2" fmla="*/ 95011 h 762383"/>
              <a:gd name="connsiteX3" fmla="*/ 462446 w 1166746"/>
              <a:gd name="connsiteY3" fmla="*/ 72 h 762383"/>
              <a:gd name="connsiteX4" fmla="*/ 132708 w 1166746"/>
              <a:gd name="connsiteY4" fmla="*/ 103783 h 762383"/>
              <a:gd name="connsiteX5" fmla="*/ 0 w 1166746"/>
              <a:gd name="connsiteY5" fmla="*/ 271551 h 762383"/>
              <a:gd name="connsiteX0" fmla="*/ 1070950 w 1107197"/>
              <a:gd name="connsiteY0" fmla="*/ 762383 h 762383"/>
              <a:gd name="connsiteX1" fmla="*/ 918349 w 1107197"/>
              <a:gd name="connsiteY1" fmla="*/ 454960 h 762383"/>
              <a:gd name="connsiteX2" fmla="*/ 703017 w 1107197"/>
              <a:gd name="connsiteY2" fmla="*/ 95011 h 762383"/>
              <a:gd name="connsiteX3" fmla="*/ 462446 w 1107197"/>
              <a:gd name="connsiteY3" fmla="*/ 72 h 762383"/>
              <a:gd name="connsiteX4" fmla="*/ 132708 w 1107197"/>
              <a:gd name="connsiteY4" fmla="*/ 103783 h 762383"/>
              <a:gd name="connsiteX5" fmla="*/ 0 w 1107197"/>
              <a:gd name="connsiteY5" fmla="*/ 271551 h 762383"/>
              <a:gd name="connsiteX0" fmla="*/ 1070950 w 1107197"/>
              <a:gd name="connsiteY0" fmla="*/ 815701 h 815701"/>
              <a:gd name="connsiteX1" fmla="*/ 918349 w 1107197"/>
              <a:gd name="connsiteY1" fmla="*/ 508278 h 815701"/>
              <a:gd name="connsiteX2" fmla="*/ 703017 w 1107197"/>
              <a:gd name="connsiteY2" fmla="*/ 148329 h 815701"/>
              <a:gd name="connsiteX3" fmla="*/ 388230 w 1107197"/>
              <a:gd name="connsiteY3" fmla="*/ 24 h 815701"/>
              <a:gd name="connsiteX4" fmla="*/ 132708 w 1107197"/>
              <a:gd name="connsiteY4" fmla="*/ 157101 h 815701"/>
              <a:gd name="connsiteX5" fmla="*/ 0 w 1107197"/>
              <a:gd name="connsiteY5" fmla="*/ 324869 h 815701"/>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0950 w 1108056"/>
              <a:gd name="connsiteY0" fmla="*/ 815678 h 815678"/>
              <a:gd name="connsiteX1" fmla="*/ 918349 w 1108056"/>
              <a:gd name="connsiteY1" fmla="*/ 508255 h 815678"/>
              <a:gd name="connsiteX2" fmla="*/ 656462 w 1108056"/>
              <a:gd name="connsiteY2" fmla="*/ 156447 h 815678"/>
              <a:gd name="connsiteX3" fmla="*/ 388230 w 1108056"/>
              <a:gd name="connsiteY3" fmla="*/ 1 h 815678"/>
              <a:gd name="connsiteX4" fmla="*/ 132708 w 1108056"/>
              <a:gd name="connsiteY4" fmla="*/ 157078 h 815678"/>
              <a:gd name="connsiteX5" fmla="*/ 0 w 1108056"/>
              <a:gd name="connsiteY5" fmla="*/ 3248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78 h 815678"/>
              <a:gd name="connsiteX1" fmla="*/ 925666 w 1115373"/>
              <a:gd name="connsiteY1" fmla="*/ 508255 h 815678"/>
              <a:gd name="connsiteX2" fmla="*/ 663779 w 1115373"/>
              <a:gd name="connsiteY2" fmla="*/ 156447 h 815678"/>
              <a:gd name="connsiteX3" fmla="*/ 395547 w 1115373"/>
              <a:gd name="connsiteY3" fmla="*/ 1 h 815678"/>
              <a:gd name="connsiteX4" fmla="*/ 140025 w 1115373"/>
              <a:gd name="connsiteY4" fmla="*/ 157078 h 815678"/>
              <a:gd name="connsiteX5" fmla="*/ 0 w 1115373"/>
              <a:gd name="connsiteY5" fmla="*/ 303346 h 815678"/>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078267 w 1115373"/>
              <a:gd name="connsiteY0" fmla="*/ 815699 h 815699"/>
              <a:gd name="connsiteX1" fmla="*/ 925666 w 1115373"/>
              <a:gd name="connsiteY1" fmla="*/ 508276 h 815699"/>
              <a:gd name="connsiteX2" fmla="*/ 663779 w 1115373"/>
              <a:gd name="connsiteY2" fmla="*/ 156468 h 815699"/>
              <a:gd name="connsiteX3" fmla="*/ 395547 w 1115373"/>
              <a:gd name="connsiteY3" fmla="*/ 22 h 815699"/>
              <a:gd name="connsiteX4" fmla="*/ 190119 w 1115373"/>
              <a:gd name="connsiteY4" fmla="*/ 165941 h 815699"/>
              <a:gd name="connsiteX5" fmla="*/ 0 w 1115373"/>
              <a:gd name="connsiteY5" fmla="*/ 303367 h 815699"/>
              <a:gd name="connsiteX0" fmla="*/ 1103314 w 1140420"/>
              <a:gd name="connsiteY0" fmla="*/ 815699 h 815699"/>
              <a:gd name="connsiteX1" fmla="*/ 950713 w 1140420"/>
              <a:gd name="connsiteY1" fmla="*/ 508276 h 815699"/>
              <a:gd name="connsiteX2" fmla="*/ 688826 w 1140420"/>
              <a:gd name="connsiteY2" fmla="*/ 156468 h 815699"/>
              <a:gd name="connsiteX3" fmla="*/ 420594 w 1140420"/>
              <a:gd name="connsiteY3" fmla="*/ 22 h 815699"/>
              <a:gd name="connsiteX4" fmla="*/ 215166 w 1140420"/>
              <a:gd name="connsiteY4" fmla="*/ 165941 h 815699"/>
              <a:gd name="connsiteX5" fmla="*/ 0 w 1140420"/>
              <a:gd name="connsiteY5" fmla="*/ 298946 h 815699"/>
              <a:gd name="connsiteX0" fmla="*/ 1103314 w 1140420"/>
              <a:gd name="connsiteY0" fmla="*/ 816077 h 816077"/>
              <a:gd name="connsiteX1" fmla="*/ 950713 w 1140420"/>
              <a:gd name="connsiteY1" fmla="*/ 508654 h 816077"/>
              <a:gd name="connsiteX2" fmla="*/ 688826 w 1140420"/>
              <a:gd name="connsiteY2" fmla="*/ 156846 h 816077"/>
              <a:gd name="connsiteX3" fmla="*/ 420594 w 1140420"/>
              <a:gd name="connsiteY3" fmla="*/ 400 h 816077"/>
              <a:gd name="connsiteX4" fmla="*/ 182560 w 1140420"/>
              <a:gd name="connsiteY4" fmla="*/ 198981 h 816077"/>
              <a:gd name="connsiteX5" fmla="*/ 0 w 1140420"/>
              <a:gd name="connsiteY5" fmla="*/ 299324 h 816077"/>
              <a:gd name="connsiteX0" fmla="*/ 1103314 w 1139317"/>
              <a:gd name="connsiteY0" fmla="*/ 840935 h 840935"/>
              <a:gd name="connsiteX1" fmla="*/ 950713 w 1139317"/>
              <a:gd name="connsiteY1" fmla="*/ 533512 h 840935"/>
              <a:gd name="connsiteX2" fmla="*/ 748932 w 1139317"/>
              <a:gd name="connsiteY2" fmla="*/ 53729 h 840935"/>
              <a:gd name="connsiteX3" fmla="*/ 420594 w 1139317"/>
              <a:gd name="connsiteY3" fmla="*/ 25258 h 840935"/>
              <a:gd name="connsiteX4" fmla="*/ 182560 w 1139317"/>
              <a:gd name="connsiteY4" fmla="*/ 223839 h 840935"/>
              <a:gd name="connsiteX5" fmla="*/ 0 w 1139317"/>
              <a:gd name="connsiteY5" fmla="*/ 324182 h 840935"/>
              <a:gd name="connsiteX0" fmla="*/ 1103314 w 1139317"/>
              <a:gd name="connsiteY0" fmla="*/ 868323 h 868323"/>
              <a:gd name="connsiteX1" fmla="*/ 950713 w 1139317"/>
              <a:gd name="connsiteY1" fmla="*/ 560900 h 868323"/>
              <a:gd name="connsiteX2" fmla="*/ 748932 w 1139317"/>
              <a:gd name="connsiteY2" fmla="*/ 81117 h 868323"/>
              <a:gd name="connsiteX3" fmla="*/ 454677 w 1139317"/>
              <a:gd name="connsiteY3" fmla="*/ 15903 h 868323"/>
              <a:gd name="connsiteX4" fmla="*/ 182560 w 1139317"/>
              <a:gd name="connsiteY4" fmla="*/ 251227 h 868323"/>
              <a:gd name="connsiteX5" fmla="*/ 0 w 1139317"/>
              <a:gd name="connsiteY5" fmla="*/ 351570 h 868323"/>
              <a:gd name="connsiteX0" fmla="*/ 1160998 w 1197001"/>
              <a:gd name="connsiteY0" fmla="*/ 868323 h 868323"/>
              <a:gd name="connsiteX1" fmla="*/ 1008397 w 1197001"/>
              <a:gd name="connsiteY1" fmla="*/ 560900 h 868323"/>
              <a:gd name="connsiteX2" fmla="*/ 806616 w 1197001"/>
              <a:gd name="connsiteY2" fmla="*/ 81117 h 868323"/>
              <a:gd name="connsiteX3" fmla="*/ 512361 w 1197001"/>
              <a:gd name="connsiteY3" fmla="*/ 15903 h 868323"/>
              <a:gd name="connsiteX4" fmla="*/ 240244 w 1197001"/>
              <a:gd name="connsiteY4" fmla="*/ 251227 h 868323"/>
              <a:gd name="connsiteX5" fmla="*/ 0 w 1197001"/>
              <a:gd name="connsiteY5" fmla="*/ 322394 h 868323"/>
              <a:gd name="connsiteX0" fmla="*/ 1160998 w 1197001"/>
              <a:gd name="connsiteY0" fmla="*/ 862321 h 862321"/>
              <a:gd name="connsiteX1" fmla="*/ 1008397 w 1197001"/>
              <a:gd name="connsiteY1" fmla="*/ 554898 h 862321"/>
              <a:gd name="connsiteX2" fmla="*/ 806616 w 1197001"/>
              <a:gd name="connsiteY2" fmla="*/ 75115 h 862321"/>
              <a:gd name="connsiteX3" fmla="*/ 512361 w 1197001"/>
              <a:gd name="connsiteY3" fmla="*/ 9901 h 862321"/>
              <a:gd name="connsiteX4" fmla="*/ 240577 w 1197001"/>
              <a:gd name="connsiteY4" fmla="*/ 164073 h 862321"/>
              <a:gd name="connsiteX5" fmla="*/ 0 w 1197001"/>
              <a:gd name="connsiteY5" fmla="*/ 316392 h 862321"/>
              <a:gd name="connsiteX0" fmla="*/ 1160998 w 1197001"/>
              <a:gd name="connsiteY0" fmla="*/ 898897 h 898897"/>
              <a:gd name="connsiteX1" fmla="*/ 1008397 w 1197001"/>
              <a:gd name="connsiteY1" fmla="*/ 591474 h 898897"/>
              <a:gd name="connsiteX2" fmla="*/ 806616 w 1197001"/>
              <a:gd name="connsiteY2" fmla="*/ 111691 h 898897"/>
              <a:gd name="connsiteX3" fmla="*/ 512361 w 1197001"/>
              <a:gd name="connsiteY3" fmla="*/ 46477 h 898897"/>
              <a:gd name="connsiteX4" fmla="*/ 558091 w 1197001"/>
              <a:gd name="connsiteY4" fmla="*/ 7484 h 898897"/>
              <a:gd name="connsiteX5" fmla="*/ 240577 w 1197001"/>
              <a:gd name="connsiteY5" fmla="*/ 200649 h 898897"/>
              <a:gd name="connsiteX6" fmla="*/ 0 w 1197001"/>
              <a:gd name="connsiteY6" fmla="*/ 352968 h 898897"/>
              <a:gd name="connsiteX0" fmla="*/ 1160998 w 1197001"/>
              <a:gd name="connsiteY0" fmla="*/ 933811 h 933811"/>
              <a:gd name="connsiteX1" fmla="*/ 1008397 w 1197001"/>
              <a:gd name="connsiteY1" fmla="*/ 626388 h 933811"/>
              <a:gd name="connsiteX2" fmla="*/ 806616 w 1197001"/>
              <a:gd name="connsiteY2" fmla="*/ 146605 h 933811"/>
              <a:gd name="connsiteX3" fmla="*/ 718245 w 1197001"/>
              <a:gd name="connsiteY3" fmla="*/ 5293 h 933811"/>
              <a:gd name="connsiteX4" fmla="*/ 558091 w 1197001"/>
              <a:gd name="connsiteY4" fmla="*/ 42398 h 933811"/>
              <a:gd name="connsiteX5" fmla="*/ 240577 w 1197001"/>
              <a:gd name="connsiteY5" fmla="*/ 235563 h 933811"/>
              <a:gd name="connsiteX6" fmla="*/ 0 w 1197001"/>
              <a:gd name="connsiteY6" fmla="*/ 387882 h 933811"/>
              <a:gd name="connsiteX0" fmla="*/ 1164214 w 1199902"/>
              <a:gd name="connsiteY0" fmla="*/ 919306 h 919306"/>
              <a:gd name="connsiteX1" fmla="*/ 1008397 w 1199902"/>
              <a:gd name="connsiteY1" fmla="*/ 626388 h 919306"/>
              <a:gd name="connsiteX2" fmla="*/ 806616 w 1199902"/>
              <a:gd name="connsiteY2" fmla="*/ 146605 h 919306"/>
              <a:gd name="connsiteX3" fmla="*/ 718245 w 1199902"/>
              <a:gd name="connsiteY3" fmla="*/ 5293 h 919306"/>
              <a:gd name="connsiteX4" fmla="*/ 558091 w 1199902"/>
              <a:gd name="connsiteY4" fmla="*/ 42398 h 919306"/>
              <a:gd name="connsiteX5" fmla="*/ 240577 w 1199902"/>
              <a:gd name="connsiteY5" fmla="*/ 235563 h 919306"/>
              <a:gd name="connsiteX6" fmla="*/ 0 w 1199902"/>
              <a:gd name="connsiteY6" fmla="*/ 387882 h 919306"/>
              <a:gd name="connsiteX0" fmla="*/ 1164214 w 1196755"/>
              <a:gd name="connsiteY0" fmla="*/ 919306 h 919306"/>
              <a:gd name="connsiteX1" fmla="*/ 978448 w 1196755"/>
              <a:gd name="connsiteY1" fmla="*/ 569191 h 919306"/>
              <a:gd name="connsiteX2" fmla="*/ 806616 w 1196755"/>
              <a:gd name="connsiteY2" fmla="*/ 146605 h 919306"/>
              <a:gd name="connsiteX3" fmla="*/ 718245 w 1196755"/>
              <a:gd name="connsiteY3" fmla="*/ 5293 h 919306"/>
              <a:gd name="connsiteX4" fmla="*/ 558091 w 1196755"/>
              <a:gd name="connsiteY4" fmla="*/ 42398 h 919306"/>
              <a:gd name="connsiteX5" fmla="*/ 240577 w 1196755"/>
              <a:gd name="connsiteY5" fmla="*/ 235563 h 919306"/>
              <a:gd name="connsiteX6" fmla="*/ 0 w 1196755"/>
              <a:gd name="connsiteY6" fmla="*/ 387882 h 919306"/>
              <a:gd name="connsiteX0" fmla="*/ 1164214 w 1196755"/>
              <a:gd name="connsiteY0" fmla="*/ 919306 h 919306"/>
              <a:gd name="connsiteX1" fmla="*/ 978448 w 1196755"/>
              <a:gd name="connsiteY1" fmla="*/ 569191 h 919306"/>
              <a:gd name="connsiteX2" fmla="*/ 806616 w 1196755"/>
              <a:gd name="connsiteY2" fmla="*/ 146605 h 919306"/>
              <a:gd name="connsiteX3" fmla="*/ 718245 w 1196755"/>
              <a:gd name="connsiteY3" fmla="*/ 5293 h 919306"/>
              <a:gd name="connsiteX4" fmla="*/ 558091 w 1196755"/>
              <a:gd name="connsiteY4" fmla="*/ 42398 h 919306"/>
              <a:gd name="connsiteX5" fmla="*/ 240577 w 1196755"/>
              <a:gd name="connsiteY5" fmla="*/ 235563 h 919306"/>
              <a:gd name="connsiteX6" fmla="*/ 0 w 1196755"/>
              <a:gd name="connsiteY6" fmla="*/ 387882 h 919306"/>
              <a:gd name="connsiteX0" fmla="*/ 1164214 w 1196318"/>
              <a:gd name="connsiteY0" fmla="*/ 921982 h 921982"/>
              <a:gd name="connsiteX1" fmla="*/ 978448 w 1196318"/>
              <a:gd name="connsiteY1" fmla="*/ 571867 h 921982"/>
              <a:gd name="connsiteX2" fmla="*/ 836440 w 1196318"/>
              <a:gd name="connsiteY2" fmla="*/ 188998 h 921982"/>
              <a:gd name="connsiteX3" fmla="*/ 718245 w 1196318"/>
              <a:gd name="connsiteY3" fmla="*/ 7969 h 921982"/>
              <a:gd name="connsiteX4" fmla="*/ 558091 w 1196318"/>
              <a:gd name="connsiteY4" fmla="*/ 45074 h 921982"/>
              <a:gd name="connsiteX5" fmla="*/ 240577 w 1196318"/>
              <a:gd name="connsiteY5" fmla="*/ 238239 h 921982"/>
              <a:gd name="connsiteX6" fmla="*/ 0 w 1196318"/>
              <a:gd name="connsiteY6" fmla="*/ 390558 h 921982"/>
              <a:gd name="connsiteX0" fmla="*/ 1164214 w 1199428"/>
              <a:gd name="connsiteY0" fmla="*/ 921982 h 921982"/>
              <a:gd name="connsiteX1" fmla="*/ 978448 w 1199428"/>
              <a:gd name="connsiteY1" fmla="*/ 571867 h 921982"/>
              <a:gd name="connsiteX2" fmla="*/ 836440 w 1199428"/>
              <a:gd name="connsiteY2" fmla="*/ 188998 h 921982"/>
              <a:gd name="connsiteX3" fmla="*/ 718245 w 1199428"/>
              <a:gd name="connsiteY3" fmla="*/ 7969 h 921982"/>
              <a:gd name="connsiteX4" fmla="*/ 558091 w 1199428"/>
              <a:gd name="connsiteY4" fmla="*/ 45074 h 921982"/>
              <a:gd name="connsiteX5" fmla="*/ 240577 w 1199428"/>
              <a:gd name="connsiteY5" fmla="*/ 238239 h 921982"/>
              <a:gd name="connsiteX6" fmla="*/ 0 w 1199428"/>
              <a:gd name="connsiteY6" fmla="*/ 390558 h 921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428" h="921982">
                <a:moveTo>
                  <a:pt x="1164214" y="921982"/>
                </a:moveTo>
                <a:cubicBezTo>
                  <a:pt x="1284226" y="678752"/>
                  <a:pt x="1066075" y="681475"/>
                  <a:pt x="978448" y="571867"/>
                </a:cubicBezTo>
                <a:cubicBezTo>
                  <a:pt x="890821" y="462259"/>
                  <a:pt x="825047" y="310307"/>
                  <a:pt x="836440" y="188998"/>
                </a:cubicBezTo>
                <a:cubicBezTo>
                  <a:pt x="847833" y="67689"/>
                  <a:pt x="764636" y="31956"/>
                  <a:pt x="718245" y="7969"/>
                </a:cubicBezTo>
                <a:cubicBezTo>
                  <a:pt x="671854" y="-16018"/>
                  <a:pt x="603388" y="19379"/>
                  <a:pt x="558091" y="45074"/>
                </a:cubicBezTo>
                <a:cubicBezTo>
                  <a:pt x="512794" y="70769"/>
                  <a:pt x="322976" y="187680"/>
                  <a:pt x="240577" y="238239"/>
                </a:cubicBezTo>
                <a:cubicBezTo>
                  <a:pt x="89639" y="292593"/>
                  <a:pt x="45949" y="345555"/>
                  <a:pt x="0" y="39055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1" name="Freeform: Shape 50">
            <a:extLst>
              <a:ext uri="{FF2B5EF4-FFF2-40B4-BE49-F238E27FC236}">
                <a16:creationId xmlns:a16="http://schemas.microsoft.com/office/drawing/2014/main" id="{A4749295-479D-6068-867E-C5CB9631A7C1}"/>
              </a:ext>
            </a:extLst>
          </p:cNvPr>
          <p:cNvSpPr/>
          <p:nvPr userDrawn="1"/>
        </p:nvSpPr>
        <p:spPr>
          <a:xfrm rot="843214" flipH="1">
            <a:off x="10558326" y="905977"/>
            <a:ext cx="2234366" cy="4693916"/>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0484 w 1271168"/>
              <a:gd name="connsiteY11" fmla="*/ 235399 h 3023577"/>
              <a:gd name="connsiteX12" fmla="*/ 421973 w 1271168"/>
              <a:gd name="connsiteY12" fmla="*/ 0 h 3023577"/>
              <a:gd name="connsiteX0" fmla="*/ 0 w 1959548"/>
              <a:gd name="connsiteY0" fmla="*/ 3502806 h 3502806"/>
              <a:gd name="connsiteX1" fmla="*/ 803537 w 1959548"/>
              <a:gd name="connsiteY1" fmla="*/ 2846697 h 3502806"/>
              <a:gd name="connsiteX2" fmla="*/ 965558 w 1959548"/>
              <a:gd name="connsiteY2" fmla="*/ 2622765 h 3502806"/>
              <a:gd name="connsiteX3" fmla="*/ 1110338 w 1959548"/>
              <a:gd name="connsiteY3" fmla="*/ 2371209 h 3502806"/>
              <a:gd name="connsiteX4" fmla="*/ 1379228 w 1959548"/>
              <a:gd name="connsiteY4" fmla="*/ 1912962 h 3502806"/>
              <a:gd name="connsiteX5" fmla="*/ 1518960 w 1959548"/>
              <a:gd name="connsiteY5" fmla="*/ 1612734 h 3502806"/>
              <a:gd name="connsiteX6" fmla="*/ 1605447 w 1959548"/>
              <a:gd name="connsiteY6" fmla="*/ 1438236 h 3502806"/>
              <a:gd name="connsiteX7" fmla="*/ 1803281 w 1959548"/>
              <a:gd name="connsiteY7" fmla="*/ 1127530 h 3502806"/>
              <a:gd name="connsiteX8" fmla="*/ 1893007 w 1959548"/>
              <a:gd name="connsiteY8" fmla="*/ 981321 h 3502806"/>
              <a:gd name="connsiteX9" fmla="*/ 1959491 w 1959548"/>
              <a:gd name="connsiteY9" fmla="*/ 747006 h 3502806"/>
              <a:gd name="connsiteX10" fmla="*/ 1816521 w 1959548"/>
              <a:gd name="connsiteY10" fmla="*/ 454589 h 3502806"/>
              <a:gd name="connsiteX11" fmla="*/ 1568864 w 1959548"/>
              <a:gd name="connsiteY11" fmla="*/ 235399 h 3502806"/>
              <a:gd name="connsiteX12" fmla="*/ 1110353 w 1959548"/>
              <a:gd name="connsiteY12" fmla="*/ 0 h 3502806"/>
              <a:gd name="connsiteX0" fmla="*/ 0 w 1967568"/>
              <a:gd name="connsiteY0" fmla="*/ 3510204 h 3510204"/>
              <a:gd name="connsiteX1" fmla="*/ 811557 w 1967568"/>
              <a:gd name="connsiteY1" fmla="*/ 2846697 h 3510204"/>
              <a:gd name="connsiteX2" fmla="*/ 973578 w 1967568"/>
              <a:gd name="connsiteY2" fmla="*/ 2622765 h 3510204"/>
              <a:gd name="connsiteX3" fmla="*/ 1118358 w 1967568"/>
              <a:gd name="connsiteY3" fmla="*/ 2371209 h 3510204"/>
              <a:gd name="connsiteX4" fmla="*/ 1387248 w 1967568"/>
              <a:gd name="connsiteY4" fmla="*/ 1912962 h 3510204"/>
              <a:gd name="connsiteX5" fmla="*/ 1526980 w 1967568"/>
              <a:gd name="connsiteY5" fmla="*/ 1612734 h 3510204"/>
              <a:gd name="connsiteX6" fmla="*/ 1613467 w 1967568"/>
              <a:gd name="connsiteY6" fmla="*/ 1438236 h 3510204"/>
              <a:gd name="connsiteX7" fmla="*/ 1811301 w 1967568"/>
              <a:gd name="connsiteY7" fmla="*/ 1127530 h 3510204"/>
              <a:gd name="connsiteX8" fmla="*/ 1901027 w 1967568"/>
              <a:gd name="connsiteY8" fmla="*/ 981321 h 3510204"/>
              <a:gd name="connsiteX9" fmla="*/ 1967511 w 1967568"/>
              <a:gd name="connsiteY9" fmla="*/ 747006 h 3510204"/>
              <a:gd name="connsiteX10" fmla="*/ 1824541 w 1967568"/>
              <a:gd name="connsiteY10" fmla="*/ 454589 h 3510204"/>
              <a:gd name="connsiteX11" fmla="*/ 1576884 w 1967568"/>
              <a:gd name="connsiteY11" fmla="*/ 235399 h 3510204"/>
              <a:gd name="connsiteX12" fmla="*/ 1118373 w 1967568"/>
              <a:gd name="connsiteY12" fmla="*/ 0 h 3510204"/>
              <a:gd name="connsiteX0" fmla="*/ 0 w 1967568"/>
              <a:gd name="connsiteY0" fmla="*/ 3510204 h 3510204"/>
              <a:gd name="connsiteX1" fmla="*/ 574278 w 1967568"/>
              <a:gd name="connsiteY1" fmla="*/ 3067046 h 3510204"/>
              <a:gd name="connsiteX2" fmla="*/ 973578 w 1967568"/>
              <a:gd name="connsiteY2" fmla="*/ 2622765 h 3510204"/>
              <a:gd name="connsiteX3" fmla="*/ 1118358 w 1967568"/>
              <a:gd name="connsiteY3" fmla="*/ 2371209 h 3510204"/>
              <a:gd name="connsiteX4" fmla="*/ 1387248 w 1967568"/>
              <a:gd name="connsiteY4" fmla="*/ 1912962 h 3510204"/>
              <a:gd name="connsiteX5" fmla="*/ 1526980 w 1967568"/>
              <a:gd name="connsiteY5" fmla="*/ 1612734 h 3510204"/>
              <a:gd name="connsiteX6" fmla="*/ 1613467 w 1967568"/>
              <a:gd name="connsiteY6" fmla="*/ 1438236 h 3510204"/>
              <a:gd name="connsiteX7" fmla="*/ 1811301 w 1967568"/>
              <a:gd name="connsiteY7" fmla="*/ 1127530 h 3510204"/>
              <a:gd name="connsiteX8" fmla="*/ 1901027 w 1967568"/>
              <a:gd name="connsiteY8" fmla="*/ 981321 h 3510204"/>
              <a:gd name="connsiteX9" fmla="*/ 1967511 w 1967568"/>
              <a:gd name="connsiteY9" fmla="*/ 747006 h 3510204"/>
              <a:gd name="connsiteX10" fmla="*/ 1824541 w 1967568"/>
              <a:gd name="connsiteY10" fmla="*/ 454589 h 3510204"/>
              <a:gd name="connsiteX11" fmla="*/ 1576884 w 1967568"/>
              <a:gd name="connsiteY11" fmla="*/ 235399 h 3510204"/>
              <a:gd name="connsiteX12" fmla="*/ 1118373 w 1967568"/>
              <a:gd name="connsiteY12"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387248 w 1967568"/>
              <a:gd name="connsiteY3" fmla="*/ 1912962 h 3510204"/>
              <a:gd name="connsiteX4" fmla="*/ 1526980 w 1967568"/>
              <a:gd name="connsiteY4" fmla="*/ 1612734 h 3510204"/>
              <a:gd name="connsiteX5" fmla="*/ 1613467 w 1967568"/>
              <a:gd name="connsiteY5" fmla="*/ 1438236 h 3510204"/>
              <a:gd name="connsiteX6" fmla="*/ 1811301 w 1967568"/>
              <a:gd name="connsiteY6" fmla="*/ 1127530 h 3510204"/>
              <a:gd name="connsiteX7" fmla="*/ 1901027 w 1967568"/>
              <a:gd name="connsiteY7" fmla="*/ 981321 h 3510204"/>
              <a:gd name="connsiteX8" fmla="*/ 1967511 w 1967568"/>
              <a:gd name="connsiteY8" fmla="*/ 747006 h 3510204"/>
              <a:gd name="connsiteX9" fmla="*/ 1824541 w 1967568"/>
              <a:gd name="connsiteY9" fmla="*/ 454589 h 3510204"/>
              <a:gd name="connsiteX10" fmla="*/ 1576884 w 1967568"/>
              <a:gd name="connsiteY10" fmla="*/ 235399 h 3510204"/>
              <a:gd name="connsiteX11" fmla="*/ 1118373 w 1967568"/>
              <a:gd name="connsiteY11"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526980 w 1967568"/>
              <a:gd name="connsiteY3" fmla="*/ 1612734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967568"/>
              <a:gd name="connsiteY0" fmla="*/ 3510204 h 3510204"/>
              <a:gd name="connsiteX1" fmla="*/ 574278 w 1967568"/>
              <a:gd name="connsiteY1" fmla="*/ 3067046 h 3510204"/>
              <a:gd name="connsiteX2" fmla="*/ 1118358 w 1967568"/>
              <a:gd name="connsiteY2" fmla="*/ 2371209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967568"/>
              <a:gd name="connsiteY0" fmla="*/ 3510204 h 3510204"/>
              <a:gd name="connsiteX1" fmla="*/ 574278 w 1967568"/>
              <a:gd name="connsiteY1" fmla="*/ 3067046 h 3510204"/>
              <a:gd name="connsiteX2" fmla="*/ 1149097 w 1967568"/>
              <a:gd name="connsiteY2" fmla="*/ 2363817 h 3510204"/>
              <a:gd name="connsiteX3" fmla="*/ 1462091 w 1967568"/>
              <a:gd name="connsiteY3" fmla="*/ 1817796 h 3510204"/>
              <a:gd name="connsiteX4" fmla="*/ 1613467 w 1967568"/>
              <a:gd name="connsiteY4" fmla="*/ 1438236 h 3510204"/>
              <a:gd name="connsiteX5" fmla="*/ 1811301 w 1967568"/>
              <a:gd name="connsiteY5" fmla="*/ 1127530 h 3510204"/>
              <a:gd name="connsiteX6" fmla="*/ 1901027 w 1967568"/>
              <a:gd name="connsiteY6" fmla="*/ 981321 h 3510204"/>
              <a:gd name="connsiteX7" fmla="*/ 1967511 w 1967568"/>
              <a:gd name="connsiteY7" fmla="*/ 747006 h 3510204"/>
              <a:gd name="connsiteX8" fmla="*/ 1824541 w 1967568"/>
              <a:gd name="connsiteY8" fmla="*/ 454589 h 3510204"/>
              <a:gd name="connsiteX9" fmla="*/ 1576884 w 1967568"/>
              <a:gd name="connsiteY9" fmla="*/ 235399 h 3510204"/>
              <a:gd name="connsiteX10" fmla="*/ 1118373 w 1967568"/>
              <a:gd name="connsiteY10" fmla="*/ 0 h 3510204"/>
              <a:gd name="connsiteX0" fmla="*/ 0 w 1792252"/>
              <a:gd name="connsiteY0" fmla="*/ 2984007 h 3098267"/>
              <a:gd name="connsiteX1" fmla="*/ 398962 w 1792252"/>
              <a:gd name="connsiteY1" fmla="*/ 3067046 h 3098267"/>
              <a:gd name="connsiteX2" fmla="*/ 973781 w 1792252"/>
              <a:gd name="connsiteY2" fmla="*/ 2363817 h 3098267"/>
              <a:gd name="connsiteX3" fmla="*/ 1286775 w 1792252"/>
              <a:gd name="connsiteY3" fmla="*/ 1817796 h 3098267"/>
              <a:gd name="connsiteX4" fmla="*/ 1438151 w 1792252"/>
              <a:gd name="connsiteY4" fmla="*/ 1438236 h 3098267"/>
              <a:gd name="connsiteX5" fmla="*/ 1635985 w 1792252"/>
              <a:gd name="connsiteY5" fmla="*/ 1127530 h 3098267"/>
              <a:gd name="connsiteX6" fmla="*/ 1725711 w 1792252"/>
              <a:gd name="connsiteY6" fmla="*/ 981321 h 3098267"/>
              <a:gd name="connsiteX7" fmla="*/ 1792195 w 1792252"/>
              <a:gd name="connsiteY7" fmla="*/ 747006 h 3098267"/>
              <a:gd name="connsiteX8" fmla="*/ 1649225 w 1792252"/>
              <a:gd name="connsiteY8" fmla="*/ 454589 h 3098267"/>
              <a:gd name="connsiteX9" fmla="*/ 1401568 w 1792252"/>
              <a:gd name="connsiteY9" fmla="*/ 235399 h 3098267"/>
              <a:gd name="connsiteX10" fmla="*/ 943057 w 1792252"/>
              <a:gd name="connsiteY10" fmla="*/ 0 h 3098267"/>
              <a:gd name="connsiteX0" fmla="*/ 0 w 1792252"/>
              <a:gd name="connsiteY0" fmla="*/ 2984007 h 2984007"/>
              <a:gd name="connsiteX1" fmla="*/ 530653 w 1792252"/>
              <a:gd name="connsiteY1" fmla="*/ 2817893 h 2984007"/>
              <a:gd name="connsiteX2" fmla="*/ 973781 w 1792252"/>
              <a:gd name="connsiteY2" fmla="*/ 2363817 h 2984007"/>
              <a:gd name="connsiteX3" fmla="*/ 1286775 w 1792252"/>
              <a:gd name="connsiteY3" fmla="*/ 1817796 h 2984007"/>
              <a:gd name="connsiteX4" fmla="*/ 1438151 w 1792252"/>
              <a:gd name="connsiteY4" fmla="*/ 1438236 h 2984007"/>
              <a:gd name="connsiteX5" fmla="*/ 1635985 w 1792252"/>
              <a:gd name="connsiteY5" fmla="*/ 1127530 h 2984007"/>
              <a:gd name="connsiteX6" fmla="*/ 1725711 w 1792252"/>
              <a:gd name="connsiteY6" fmla="*/ 981321 h 2984007"/>
              <a:gd name="connsiteX7" fmla="*/ 1792195 w 1792252"/>
              <a:gd name="connsiteY7" fmla="*/ 747006 h 2984007"/>
              <a:gd name="connsiteX8" fmla="*/ 1649225 w 1792252"/>
              <a:gd name="connsiteY8" fmla="*/ 454589 h 2984007"/>
              <a:gd name="connsiteX9" fmla="*/ 1401568 w 1792252"/>
              <a:gd name="connsiteY9" fmla="*/ 235399 h 2984007"/>
              <a:gd name="connsiteX10" fmla="*/ 943057 w 1792252"/>
              <a:gd name="connsiteY10" fmla="*/ 0 h 2984007"/>
              <a:gd name="connsiteX0" fmla="*/ 0 w 1792252"/>
              <a:gd name="connsiteY0" fmla="*/ 2984007 h 2984007"/>
              <a:gd name="connsiteX1" fmla="*/ 530653 w 1792252"/>
              <a:gd name="connsiteY1" fmla="*/ 2817893 h 2984007"/>
              <a:gd name="connsiteX2" fmla="*/ 973781 w 1792252"/>
              <a:gd name="connsiteY2" fmla="*/ 2363817 h 2984007"/>
              <a:gd name="connsiteX3" fmla="*/ 1286775 w 1792252"/>
              <a:gd name="connsiteY3" fmla="*/ 1817796 h 2984007"/>
              <a:gd name="connsiteX4" fmla="*/ 1438151 w 1792252"/>
              <a:gd name="connsiteY4" fmla="*/ 1438236 h 2984007"/>
              <a:gd name="connsiteX5" fmla="*/ 1635985 w 1792252"/>
              <a:gd name="connsiteY5" fmla="*/ 1127530 h 2984007"/>
              <a:gd name="connsiteX6" fmla="*/ 1725711 w 1792252"/>
              <a:gd name="connsiteY6" fmla="*/ 981321 h 2984007"/>
              <a:gd name="connsiteX7" fmla="*/ 1792195 w 1792252"/>
              <a:gd name="connsiteY7" fmla="*/ 747006 h 2984007"/>
              <a:gd name="connsiteX8" fmla="*/ 1649225 w 1792252"/>
              <a:gd name="connsiteY8" fmla="*/ 454589 h 2984007"/>
              <a:gd name="connsiteX9" fmla="*/ 1401568 w 1792252"/>
              <a:gd name="connsiteY9" fmla="*/ 235399 h 2984007"/>
              <a:gd name="connsiteX10" fmla="*/ 943057 w 1792252"/>
              <a:gd name="connsiteY10" fmla="*/ 0 h 2984007"/>
              <a:gd name="connsiteX0" fmla="*/ 0 w 1792252"/>
              <a:gd name="connsiteY0" fmla="*/ 2984007 h 2984007"/>
              <a:gd name="connsiteX1" fmla="*/ 530653 w 1792252"/>
              <a:gd name="connsiteY1" fmla="*/ 2817893 h 2984007"/>
              <a:gd name="connsiteX2" fmla="*/ 973781 w 1792252"/>
              <a:gd name="connsiteY2" fmla="*/ 2363817 h 2984007"/>
              <a:gd name="connsiteX3" fmla="*/ 1286775 w 1792252"/>
              <a:gd name="connsiteY3" fmla="*/ 1817796 h 2984007"/>
              <a:gd name="connsiteX4" fmla="*/ 1438151 w 1792252"/>
              <a:gd name="connsiteY4" fmla="*/ 1438236 h 2984007"/>
              <a:gd name="connsiteX5" fmla="*/ 1635985 w 1792252"/>
              <a:gd name="connsiteY5" fmla="*/ 1127530 h 2984007"/>
              <a:gd name="connsiteX6" fmla="*/ 1725711 w 1792252"/>
              <a:gd name="connsiteY6" fmla="*/ 981321 h 2984007"/>
              <a:gd name="connsiteX7" fmla="*/ 1792195 w 1792252"/>
              <a:gd name="connsiteY7" fmla="*/ 747006 h 2984007"/>
              <a:gd name="connsiteX8" fmla="*/ 1649225 w 1792252"/>
              <a:gd name="connsiteY8" fmla="*/ 454589 h 2984007"/>
              <a:gd name="connsiteX9" fmla="*/ 1278240 w 1792252"/>
              <a:gd name="connsiteY9" fmla="*/ 291108 h 2984007"/>
              <a:gd name="connsiteX10" fmla="*/ 943057 w 1792252"/>
              <a:gd name="connsiteY10" fmla="*/ 0 h 2984007"/>
              <a:gd name="connsiteX0" fmla="*/ 0 w 1795594"/>
              <a:gd name="connsiteY0" fmla="*/ 2984007 h 2984007"/>
              <a:gd name="connsiteX1" fmla="*/ 530653 w 1795594"/>
              <a:gd name="connsiteY1" fmla="*/ 2817893 h 2984007"/>
              <a:gd name="connsiteX2" fmla="*/ 973781 w 1795594"/>
              <a:gd name="connsiteY2" fmla="*/ 2363817 h 2984007"/>
              <a:gd name="connsiteX3" fmla="*/ 1286775 w 1795594"/>
              <a:gd name="connsiteY3" fmla="*/ 1817796 h 2984007"/>
              <a:gd name="connsiteX4" fmla="*/ 1438151 w 1795594"/>
              <a:gd name="connsiteY4" fmla="*/ 1438236 h 2984007"/>
              <a:gd name="connsiteX5" fmla="*/ 1635985 w 1795594"/>
              <a:gd name="connsiteY5" fmla="*/ 1127530 h 2984007"/>
              <a:gd name="connsiteX6" fmla="*/ 1725711 w 1795594"/>
              <a:gd name="connsiteY6" fmla="*/ 981321 h 2984007"/>
              <a:gd name="connsiteX7" fmla="*/ 1792195 w 1795594"/>
              <a:gd name="connsiteY7" fmla="*/ 747006 h 2984007"/>
              <a:gd name="connsiteX8" fmla="*/ 1734221 w 1795594"/>
              <a:gd name="connsiteY8" fmla="*/ 380837 h 2984007"/>
              <a:gd name="connsiteX9" fmla="*/ 1278240 w 1795594"/>
              <a:gd name="connsiteY9" fmla="*/ 291108 h 2984007"/>
              <a:gd name="connsiteX10" fmla="*/ 943057 w 1795594"/>
              <a:gd name="connsiteY10" fmla="*/ 0 h 29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5594" h="2984007">
                <a:moveTo>
                  <a:pt x="0" y="2984007"/>
                </a:moveTo>
                <a:cubicBezTo>
                  <a:pt x="0" y="2984007"/>
                  <a:pt x="368356" y="2921258"/>
                  <a:pt x="530653" y="2817893"/>
                </a:cubicBezTo>
                <a:cubicBezTo>
                  <a:pt x="692950" y="2714528"/>
                  <a:pt x="950324" y="2582164"/>
                  <a:pt x="973781" y="2363817"/>
                </a:cubicBezTo>
                <a:cubicBezTo>
                  <a:pt x="997238" y="2145470"/>
                  <a:pt x="1209380" y="1972059"/>
                  <a:pt x="1286775" y="1817796"/>
                </a:cubicBezTo>
                <a:cubicBezTo>
                  <a:pt x="1364170" y="1663533"/>
                  <a:pt x="1379949" y="1553280"/>
                  <a:pt x="1438151" y="1438236"/>
                </a:cubicBezTo>
                <a:cubicBezTo>
                  <a:pt x="1496353" y="1323192"/>
                  <a:pt x="1567501" y="1229543"/>
                  <a:pt x="1635985" y="1127530"/>
                </a:cubicBezTo>
                <a:cubicBezTo>
                  <a:pt x="1667894" y="1080000"/>
                  <a:pt x="1698755" y="1031804"/>
                  <a:pt x="1725711" y="981321"/>
                </a:cubicBezTo>
                <a:cubicBezTo>
                  <a:pt x="1764763" y="908360"/>
                  <a:pt x="1793719" y="829398"/>
                  <a:pt x="1792195" y="747006"/>
                </a:cubicBezTo>
                <a:cubicBezTo>
                  <a:pt x="1790195" y="634707"/>
                  <a:pt x="1819880" y="456820"/>
                  <a:pt x="1734221" y="380837"/>
                </a:cubicBezTo>
                <a:cubicBezTo>
                  <a:pt x="1648562" y="304854"/>
                  <a:pt x="1402609" y="371457"/>
                  <a:pt x="1278240" y="291108"/>
                </a:cubicBezTo>
                <a:cubicBezTo>
                  <a:pt x="1177279" y="230278"/>
                  <a:pt x="1158260" y="74614"/>
                  <a:pt x="943057"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2" name="Freeform: Shape 51">
            <a:extLst>
              <a:ext uri="{FF2B5EF4-FFF2-40B4-BE49-F238E27FC236}">
                <a16:creationId xmlns:a16="http://schemas.microsoft.com/office/drawing/2014/main" id="{3BBF265D-6F53-F78C-CD43-E286E6ACBD68}"/>
              </a:ext>
            </a:extLst>
          </p:cNvPr>
          <p:cNvSpPr/>
          <p:nvPr userDrawn="1"/>
        </p:nvSpPr>
        <p:spPr>
          <a:xfrm rot="843214" flipH="1">
            <a:off x="11011109" y="1194665"/>
            <a:ext cx="1706547" cy="4067594"/>
          </a:xfrm>
          <a:custGeom>
            <a:avLst/>
            <a:gdLst>
              <a:gd name="connsiteX0" fmla="*/ 0 w 919096"/>
              <a:gd name="connsiteY0" fmla="*/ 2636139 h 2636139"/>
              <a:gd name="connsiteX1" fmla="*/ 274415 w 919096"/>
              <a:gd name="connsiteY1" fmla="*/ 2218277 h 2636139"/>
              <a:gd name="connsiteX2" fmla="*/ 607981 w 919096"/>
              <a:gd name="connsiteY2" fmla="*/ 1655921 h 2636139"/>
              <a:gd name="connsiteX3" fmla="*/ 792290 w 919096"/>
              <a:gd name="connsiteY3" fmla="*/ 1163003 h 2636139"/>
              <a:gd name="connsiteX4" fmla="*/ 914400 w 919096"/>
              <a:gd name="connsiteY4" fmla="*/ 808863 h 2636139"/>
              <a:gd name="connsiteX5" fmla="*/ 847344 w 919096"/>
              <a:gd name="connsiteY5" fmla="*/ 516922 h 2636139"/>
              <a:gd name="connsiteX6" fmla="*/ 610362 w 919096"/>
              <a:gd name="connsiteY6" fmla="*/ 366141 h 2636139"/>
              <a:gd name="connsiteX7" fmla="*/ 361379 w 919096"/>
              <a:gd name="connsiteY7" fmla="*/ 222599 h 2636139"/>
              <a:gd name="connsiteX8" fmla="*/ 67056 w 919096"/>
              <a:gd name="connsiteY8" fmla="*/ 0 h 2636139"/>
              <a:gd name="connsiteX0" fmla="*/ 0 w 2380870"/>
              <a:gd name="connsiteY0" fmla="*/ 3016861 h 3016861"/>
              <a:gd name="connsiteX1" fmla="*/ 1736189 w 2380870"/>
              <a:gd name="connsiteY1" fmla="*/ 2218277 h 3016861"/>
              <a:gd name="connsiteX2" fmla="*/ 2069755 w 2380870"/>
              <a:gd name="connsiteY2" fmla="*/ 1655921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0870"/>
              <a:gd name="connsiteY0" fmla="*/ 3016861 h 3016861"/>
              <a:gd name="connsiteX1" fmla="*/ 1193018 w 2380870"/>
              <a:gd name="connsiteY1" fmla="*/ 2389619 h 3016861"/>
              <a:gd name="connsiteX2" fmla="*/ 2069755 w 2380870"/>
              <a:gd name="connsiteY2" fmla="*/ 1655921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0870"/>
              <a:gd name="connsiteY0" fmla="*/ 3016861 h 3016861"/>
              <a:gd name="connsiteX1" fmla="*/ 1193018 w 2380870"/>
              <a:gd name="connsiteY1" fmla="*/ 2389619 h 3016861"/>
              <a:gd name="connsiteX2" fmla="*/ 1922236 w 2380870"/>
              <a:gd name="connsiteY2" fmla="*/ 1502614 h 3016861"/>
              <a:gd name="connsiteX3" fmla="*/ 2254064 w 2380870"/>
              <a:gd name="connsiteY3" fmla="*/ 1163003 h 3016861"/>
              <a:gd name="connsiteX4" fmla="*/ 2376174 w 2380870"/>
              <a:gd name="connsiteY4" fmla="*/ 808863 h 3016861"/>
              <a:gd name="connsiteX5" fmla="*/ 2309118 w 2380870"/>
              <a:gd name="connsiteY5" fmla="*/ 516922 h 3016861"/>
              <a:gd name="connsiteX6" fmla="*/ 2072136 w 2380870"/>
              <a:gd name="connsiteY6" fmla="*/ 366141 h 3016861"/>
              <a:gd name="connsiteX7" fmla="*/ 1823153 w 2380870"/>
              <a:gd name="connsiteY7" fmla="*/ 222599 h 3016861"/>
              <a:gd name="connsiteX8" fmla="*/ 1528830 w 2380870"/>
              <a:gd name="connsiteY8" fmla="*/ 0 h 3016861"/>
              <a:gd name="connsiteX0" fmla="*/ 0 w 2382234"/>
              <a:gd name="connsiteY0" fmla="*/ 3016861 h 3016861"/>
              <a:gd name="connsiteX1" fmla="*/ 1193018 w 2382234"/>
              <a:gd name="connsiteY1" fmla="*/ 2389619 h 3016861"/>
              <a:gd name="connsiteX2" fmla="*/ 1922236 w 2382234"/>
              <a:gd name="connsiteY2" fmla="*/ 1502614 h 3016861"/>
              <a:gd name="connsiteX3" fmla="*/ 2206758 w 2382234"/>
              <a:gd name="connsiteY3" fmla="*/ 1041458 h 3016861"/>
              <a:gd name="connsiteX4" fmla="*/ 2376174 w 2382234"/>
              <a:gd name="connsiteY4" fmla="*/ 808863 h 3016861"/>
              <a:gd name="connsiteX5" fmla="*/ 2309118 w 2382234"/>
              <a:gd name="connsiteY5" fmla="*/ 516922 h 3016861"/>
              <a:gd name="connsiteX6" fmla="*/ 2072136 w 2382234"/>
              <a:gd name="connsiteY6" fmla="*/ 366141 h 3016861"/>
              <a:gd name="connsiteX7" fmla="*/ 1823153 w 2382234"/>
              <a:gd name="connsiteY7" fmla="*/ 222599 h 3016861"/>
              <a:gd name="connsiteX8" fmla="*/ 1528830 w 2382234"/>
              <a:gd name="connsiteY8" fmla="*/ 0 h 3016861"/>
              <a:gd name="connsiteX0" fmla="*/ 0 w 2382234"/>
              <a:gd name="connsiteY0" fmla="*/ 3016861 h 3016861"/>
              <a:gd name="connsiteX1" fmla="*/ 1193018 w 2382234"/>
              <a:gd name="connsiteY1" fmla="*/ 2389619 h 3016861"/>
              <a:gd name="connsiteX2" fmla="*/ 2028761 w 2382234"/>
              <a:gd name="connsiteY2" fmla="*/ 1531506 h 3016861"/>
              <a:gd name="connsiteX3" fmla="*/ 2206758 w 2382234"/>
              <a:gd name="connsiteY3" fmla="*/ 1041458 h 3016861"/>
              <a:gd name="connsiteX4" fmla="*/ 2376174 w 2382234"/>
              <a:gd name="connsiteY4" fmla="*/ 808863 h 3016861"/>
              <a:gd name="connsiteX5" fmla="*/ 2309118 w 2382234"/>
              <a:gd name="connsiteY5" fmla="*/ 516922 h 3016861"/>
              <a:gd name="connsiteX6" fmla="*/ 2072136 w 2382234"/>
              <a:gd name="connsiteY6" fmla="*/ 366141 h 3016861"/>
              <a:gd name="connsiteX7" fmla="*/ 1823153 w 2382234"/>
              <a:gd name="connsiteY7" fmla="*/ 222599 h 3016861"/>
              <a:gd name="connsiteX8" fmla="*/ 1528830 w 2382234"/>
              <a:gd name="connsiteY8" fmla="*/ 0 h 3016861"/>
              <a:gd name="connsiteX0" fmla="*/ 0 w 2161488"/>
              <a:gd name="connsiteY0" fmla="*/ 2564158 h 2564158"/>
              <a:gd name="connsiteX1" fmla="*/ 972272 w 2161488"/>
              <a:gd name="connsiteY1" fmla="*/ 2389619 h 2564158"/>
              <a:gd name="connsiteX2" fmla="*/ 1808015 w 2161488"/>
              <a:gd name="connsiteY2" fmla="*/ 1531506 h 2564158"/>
              <a:gd name="connsiteX3" fmla="*/ 1986012 w 2161488"/>
              <a:gd name="connsiteY3" fmla="*/ 1041458 h 2564158"/>
              <a:gd name="connsiteX4" fmla="*/ 2155428 w 2161488"/>
              <a:gd name="connsiteY4" fmla="*/ 808863 h 2564158"/>
              <a:gd name="connsiteX5" fmla="*/ 2088372 w 2161488"/>
              <a:gd name="connsiteY5" fmla="*/ 516922 h 2564158"/>
              <a:gd name="connsiteX6" fmla="*/ 1851390 w 2161488"/>
              <a:gd name="connsiteY6" fmla="*/ 366141 h 2564158"/>
              <a:gd name="connsiteX7" fmla="*/ 1602407 w 2161488"/>
              <a:gd name="connsiteY7" fmla="*/ 222599 h 2564158"/>
              <a:gd name="connsiteX8" fmla="*/ 1308084 w 2161488"/>
              <a:gd name="connsiteY8" fmla="*/ 0 h 2564158"/>
              <a:gd name="connsiteX0" fmla="*/ 0 w 2161488"/>
              <a:gd name="connsiteY0" fmla="*/ 2564158 h 2564158"/>
              <a:gd name="connsiteX1" fmla="*/ 972272 w 2161488"/>
              <a:gd name="connsiteY1" fmla="*/ 2389619 h 2564158"/>
              <a:gd name="connsiteX2" fmla="*/ 1124513 w 2161488"/>
              <a:gd name="connsiteY2" fmla="*/ 2115701 h 2564158"/>
              <a:gd name="connsiteX3" fmla="*/ 1808015 w 2161488"/>
              <a:gd name="connsiteY3" fmla="*/ 1531506 h 2564158"/>
              <a:gd name="connsiteX4" fmla="*/ 1986012 w 2161488"/>
              <a:gd name="connsiteY4" fmla="*/ 1041458 h 2564158"/>
              <a:gd name="connsiteX5" fmla="*/ 2155428 w 2161488"/>
              <a:gd name="connsiteY5" fmla="*/ 808863 h 2564158"/>
              <a:gd name="connsiteX6" fmla="*/ 2088372 w 2161488"/>
              <a:gd name="connsiteY6" fmla="*/ 516922 h 2564158"/>
              <a:gd name="connsiteX7" fmla="*/ 1851390 w 2161488"/>
              <a:gd name="connsiteY7" fmla="*/ 366141 h 2564158"/>
              <a:gd name="connsiteX8" fmla="*/ 1602407 w 2161488"/>
              <a:gd name="connsiteY8" fmla="*/ 222599 h 2564158"/>
              <a:gd name="connsiteX9" fmla="*/ 1308084 w 2161488"/>
              <a:gd name="connsiteY9" fmla="*/ 0 h 256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488" h="2564158">
                <a:moveTo>
                  <a:pt x="0" y="2564158"/>
                </a:moveTo>
                <a:cubicBezTo>
                  <a:pt x="0" y="2564158"/>
                  <a:pt x="784853" y="2464362"/>
                  <a:pt x="972272" y="2389619"/>
                </a:cubicBezTo>
                <a:cubicBezTo>
                  <a:pt x="1159691" y="2314876"/>
                  <a:pt x="985222" y="2258720"/>
                  <a:pt x="1124513" y="2115701"/>
                </a:cubicBezTo>
                <a:cubicBezTo>
                  <a:pt x="1263804" y="1972682"/>
                  <a:pt x="1664432" y="1710546"/>
                  <a:pt x="1808015" y="1531506"/>
                </a:cubicBezTo>
                <a:cubicBezTo>
                  <a:pt x="1951598" y="1352466"/>
                  <a:pt x="1928110" y="1161898"/>
                  <a:pt x="1986012" y="1041458"/>
                </a:cubicBezTo>
                <a:cubicBezTo>
                  <a:pt x="2043914" y="921018"/>
                  <a:pt x="2138368" y="896286"/>
                  <a:pt x="2155428" y="808863"/>
                </a:cubicBezTo>
                <a:cubicBezTo>
                  <a:pt x="2172488" y="721440"/>
                  <a:pt x="2154571" y="596932"/>
                  <a:pt x="2088372" y="516922"/>
                </a:cubicBezTo>
                <a:cubicBezTo>
                  <a:pt x="2027984" y="444056"/>
                  <a:pt x="1937115" y="407956"/>
                  <a:pt x="1851390" y="366141"/>
                </a:cubicBezTo>
                <a:cubicBezTo>
                  <a:pt x="1765189" y="324136"/>
                  <a:pt x="1683750" y="273272"/>
                  <a:pt x="1602407" y="222599"/>
                </a:cubicBezTo>
                <a:cubicBezTo>
                  <a:pt x="1486487" y="150400"/>
                  <a:pt x="1367996" y="121348"/>
                  <a:pt x="1308084"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3" name="Freeform: Shape 52">
            <a:extLst>
              <a:ext uri="{FF2B5EF4-FFF2-40B4-BE49-F238E27FC236}">
                <a16:creationId xmlns:a16="http://schemas.microsoft.com/office/drawing/2014/main" id="{422D15B2-B0B0-6F8F-0CED-7C73A860B1FC}"/>
              </a:ext>
            </a:extLst>
          </p:cNvPr>
          <p:cNvSpPr/>
          <p:nvPr userDrawn="1"/>
        </p:nvSpPr>
        <p:spPr>
          <a:xfrm rot="843214" flipH="1">
            <a:off x="11310538" y="1752066"/>
            <a:ext cx="1260166" cy="304166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007049"/>
              <a:gd name="connsiteY0" fmla="*/ 2209689 h 2209689"/>
              <a:gd name="connsiteX1" fmla="*/ 348360 w 1007049"/>
              <a:gd name="connsiteY1" fmla="*/ 2052502 h 2209689"/>
              <a:gd name="connsiteX2" fmla="*/ 692175 w 1007049"/>
              <a:gd name="connsiteY2" fmla="*/ 1728415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45135 w 1007049"/>
              <a:gd name="connsiteY1" fmla="*/ 1930819 h 2209689"/>
              <a:gd name="connsiteX2" fmla="*/ 692175 w 1007049"/>
              <a:gd name="connsiteY2" fmla="*/ 1728415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45135 w 1007049"/>
              <a:gd name="connsiteY1" fmla="*/ 1930819 h 2209689"/>
              <a:gd name="connsiteX2" fmla="*/ 718755 w 1007049"/>
              <a:gd name="connsiteY2" fmla="*/ 1639533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54407 w 1007049"/>
              <a:gd name="connsiteY1" fmla="*/ 2068528 h 2209689"/>
              <a:gd name="connsiteX2" fmla="*/ 718755 w 1007049"/>
              <a:gd name="connsiteY2" fmla="*/ 1639533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007049"/>
              <a:gd name="connsiteY0" fmla="*/ 2209689 h 2209689"/>
              <a:gd name="connsiteX1" fmla="*/ 354407 w 1007049"/>
              <a:gd name="connsiteY1" fmla="*/ 2068528 h 2209689"/>
              <a:gd name="connsiteX2" fmla="*/ 718755 w 1007049"/>
              <a:gd name="connsiteY2" fmla="*/ 1639533 h 2209689"/>
              <a:gd name="connsiteX3" fmla="*/ 898965 w 1007049"/>
              <a:gd name="connsiteY3" fmla="*/ 1296921 h 2209689"/>
              <a:gd name="connsiteX4" fmla="*/ 981631 w 1007049"/>
              <a:gd name="connsiteY4" fmla="*/ 933329 h 2209689"/>
              <a:gd name="connsiteX5" fmla="*/ 1007034 w 1007049"/>
              <a:gd name="connsiteY5" fmla="*/ 682227 h 2209689"/>
              <a:gd name="connsiteX6" fmla="*/ 983483 w 1007049"/>
              <a:gd name="connsiteY6" fmla="*/ 472239 h 2209689"/>
              <a:gd name="connsiteX7" fmla="*/ 888662 w 1007049"/>
              <a:gd name="connsiteY7" fmla="*/ 282868 h 2209689"/>
              <a:gd name="connsiteX8" fmla="*/ 711209 w 1007049"/>
              <a:gd name="connsiteY8" fmla="*/ 0 h 2209689"/>
              <a:gd name="connsiteX0" fmla="*/ 0 w 1107380"/>
              <a:gd name="connsiteY0" fmla="*/ 2209689 h 2209689"/>
              <a:gd name="connsiteX1" fmla="*/ 354407 w 1107380"/>
              <a:gd name="connsiteY1" fmla="*/ 2068528 h 2209689"/>
              <a:gd name="connsiteX2" fmla="*/ 718755 w 1107380"/>
              <a:gd name="connsiteY2" fmla="*/ 1639533 h 2209689"/>
              <a:gd name="connsiteX3" fmla="*/ 898965 w 1107380"/>
              <a:gd name="connsiteY3" fmla="*/ 1296921 h 2209689"/>
              <a:gd name="connsiteX4" fmla="*/ 981631 w 1107380"/>
              <a:gd name="connsiteY4" fmla="*/ 933329 h 2209689"/>
              <a:gd name="connsiteX5" fmla="*/ 1007034 w 1107380"/>
              <a:gd name="connsiteY5" fmla="*/ 682227 h 2209689"/>
              <a:gd name="connsiteX6" fmla="*/ 1104747 w 1107380"/>
              <a:gd name="connsiteY6" fmla="*/ 395217 h 2209689"/>
              <a:gd name="connsiteX7" fmla="*/ 888662 w 1107380"/>
              <a:gd name="connsiteY7" fmla="*/ 282868 h 2209689"/>
              <a:gd name="connsiteX8" fmla="*/ 711209 w 1107380"/>
              <a:gd name="connsiteY8" fmla="*/ 0 h 2209689"/>
              <a:gd name="connsiteX0" fmla="*/ 0 w 1107380"/>
              <a:gd name="connsiteY0" fmla="*/ 2209689 h 2209689"/>
              <a:gd name="connsiteX1" fmla="*/ 429758 w 1107380"/>
              <a:gd name="connsiteY1" fmla="*/ 1950822 h 2209689"/>
              <a:gd name="connsiteX2" fmla="*/ 718755 w 1107380"/>
              <a:gd name="connsiteY2" fmla="*/ 1639533 h 2209689"/>
              <a:gd name="connsiteX3" fmla="*/ 898965 w 1107380"/>
              <a:gd name="connsiteY3" fmla="*/ 1296921 h 2209689"/>
              <a:gd name="connsiteX4" fmla="*/ 981631 w 1107380"/>
              <a:gd name="connsiteY4" fmla="*/ 933329 h 2209689"/>
              <a:gd name="connsiteX5" fmla="*/ 1007034 w 1107380"/>
              <a:gd name="connsiteY5" fmla="*/ 682227 h 2209689"/>
              <a:gd name="connsiteX6" fmla="*/ 1104747 w 1107380"/>
              <a:gd name="connsiteY6" fmla="*/ 395217 h 2209689"/>
              <a:gd name="connsiteX7" fmla="*/ 888662 w 1107380"/>
              <a:gd name="connsiteY7" fmla="*/ 282868 h 2209689"/>
              <a:gd name="connsiteX8" fmla="*/ 711209 w 1107380"/>
              <a:gd name="connsiteY8" fmla="*/ 0 h 2209689"/>
              <a:gd name="connsiteX0" fmla="*/ 0 w 1046728"/>
              <a:gd name="connsiteY0" fmla="*/ 2080632 h 2080632"/>
              <a:gd name="connsiteX1" fmla="*/ 369106 w 1046728"/>
              <a:gd name="connsiteY1" fmla="*/ 1950822 h 2080632"/>
              <a:gd name="connsiteX2" fmla="*/ 658103 w 1046728"/>
              <a:gd name="connsiteY2" fmla="*/ 1639533 h 2080632"/>
              <a:gd name="connsiteX3" fmla="*/ 838313 w 1046728"/>
              <a:gd name="connsiteY3" fmla="*/ 1296921 h 2080632"/>
              <a:gd name="connsiteX4" fmla="*/ 920979 w 1046728"/>
              <a:gd name="connsiteY4" fmla="*/ 933329 h 2080632"/>
              <a:gd name="connsiteX5" fmla="*/ 946382 w 1046728"/>
              <a:gd name="connsiteY5" fmla="*/ 682227 h 2080632"/>
              <a:gd name="connsiteX6" fmla="*/ 1044095 w 1046728"/>
              <a:gd name="connsiteY6" fmla="*/ 395217 h 2080632"/>
              <a:gd name="connsiteX7" fmla="*/ 828010 w 1046728"/>
              <a:gd name="connsiteY7" fmla="*/ 282868 h 2080632"/>
              <a:gd name="connsiteX8" fmla="*/ 650557 w 1046728"/>
              <a:gd name="connsiteY8" fmla="*/ 0 h 2080632"/>
              <a:gd name="connsiteX0" fmla="*/ 0 w 1046728"/>
              <a:gd name="connsiteY0" fmla="*/ 2080632 h 2080632"/>
              <a:gd name="connsiteX1" fmla="*/ 369106 w 1046728"/>
              <a:gd name="connsiteY1" fmla="*/ 1950822 h 2080632"/>
              <a:gd name="connsiteX2" fmla="*/ 658103 w 1046728"/>
              <a:gd name="connsiteY2" fmla="*/ 1639533 h 2080632"/>
              <a:gd name="connsiteX3" fmla="*/ 838313 w 1046728"/>
              <a:gd name="connsiteY3" fmla="*/ 1296921 h 2080632"/>
              <a:gd name="connsiteX4" fmla="*/ 920979 w 1046728"/>
              <a:gd name="connsiteY4" fmla="*/ 933329 h 2080632"/>
              <a:gd name="connsiteX5" fmla="*/ 946382 w 1046728"/>
              <a:gd name="connsiteY5" fmla="*/ 682227 h 2080632"/>
              <a:gd name="connsiteX6" fmla="*/ 1044095 w 1046728"/>
              <a:gd name="connsiteY6" fmla="*/ 395217 h 2080632"/>
              <a:gd name="connsiteX7" fmla="*/ 828010 w 1046728"/>
              <a:gd name="connsiteY7" fmla="*/ 282868 h 2080632"/>
              <a:gd name="connsiteX8" fmla="*/ 650557 w 1046728"/>
              <a:gd name="connsiteY8" fmla="*/ 0 h 2080632"/>
              <a:gd name="connsiteX0" fmla="*/ 0 w 1046728"/>
              <a:gd name="connsiteY0" fmla="*/ 2080632 h 2080632"/>
              <a:gd name="connsiteX1" fmla="*/ 369106 w 1046728"/>
              <a:gd name="connsiteY1" fmla="*/ 1950822 h 2080632"/>
              <a:gd name="connsiteX2" fmla="*/ 658103 w 1046728"/>
              <a:gd name="connsiteY2" fmla="*/ 1639533 h 2080632"/>
              <a:gd name="connsiteX3" fmla="*/ 838313 w 1046728"/>
              <a:gd name="connsiteY3" fmla="*/ 1296921 h 2080632"/>
              <a:gd name="connsiteX4" fmla="*/ 920979 w 1046728"/>
              <a:gd name="connsiteY4" fmla="*/ 933329 h 2080632"/>
              <a:gd name="connsiteX5" fmla="*/ 946382 w 1046728"/>
              <a:gd name="connsiteY5" fmla="*/ 682227 h 2080632"/>
              <a:gd name="connsiteX6" fmla="*/ 1044095 w 1046728"/>
              <a:gd name="connsiteY6" fmla="*/ 395217 h 2080632"/>
              <a:gd name="connsiteX7" fmla="*/ 828010 w 1046728"/>
              <a:gd name="connsiteY7" fmla="*/ 282868 h 2080632"/>
              <a:gd name="connsiteX8" fmla="*/ 650557 w 1046728"/>
              <a:gd name="connsiteY8" fmla="*/ 0 h 2080632"/>
              <a:gd name="connsiteX0" fmla="*/ 0 w 1046728"/>
              <a:gd name="connsiteY0" fmla="*/ 1988428 h 1988428"/>
              <a:gd name="connsiteX1" fmla="*/ 369106 w 1046728"/>
              <a:gd name="connsiteY1" fmla="*/ 1858618 h 1988428"/>
              <a:gd name="connsiteX2" fmla="*/ 658103 w 1046728"/>
              <a:gd name="connsiteY2" fmla="*/ 1547329 h 1988428"/>
              <a:gd name="connsiteX3" fmla="*/ 838313 w 1046728"/>
              <a:gd name="connsiteY3" fmla="*/ 1204717 h 1988428"/>
              <a:gd name="connsiteX4" fmla="*/ 920979 w 1046728"/>
              <a:gd name="connsiteY4" fmla="*/ 841125 h 1988428"/>
              <a:gd name="connsiteX5" fmla="*/ 946382 w 1046728"/>
              <a:gd name="connsiteY5" fmla="*/ 590023 h 1988428"/>
              <a:gd name="connsiteX6" fmla="*/ 1044095 w 1046728"/>
              <a:gd name="connsiteY6" fmla="*/ 303013 h 1988428"/>
              <a:gd name="connsiteX7" fmla="*/ 828010 w 1046728"/>
              <a:gd name="connsiteY7" fmla="*/ 190664 h 1988428"/>
              <a:gd name="connsiteX8" fmla="*/ 628560 w 1046728"/>
              <a:gd name="connsiteY8" fmla="*/ 0 h 1988428"/>
              <a:gd name="connsiteX0" fmla="*/ 0 w 1046728"/>
              <a:gd name="connsiteY0" fmla="*/ 1988428 h 1988428"/>
              <a:gd name="connsiteX1" fmla="*/ 369106 w 1046728"/>
              <a:gd name="connsiteY1" fmla="*/ 1858618 h 1988428"/>
              <a:gd name="connsiteX2" fmla="*/ 658103 w 1046728"/>
              <a:gd name="connsiteY2" fmla="*/ 1547329 h 1988428"/>
              <a:gd name="connsiteX3" fmla="*/ 838313 w 1046728"/>
              <a:gd name="connsiteY3" fmla="*/ 1204717 h 1988428"/>
              <a:gd name="connsiteX4" fmla="*/ 920979 w 1046728"/>
              <a:gd name="connsiteY4" fmla="*/ 841125 h 1988428"/>
              <a:gd name="connsiteX5" fmla="*/ 946382 w 1046728"/>
              <a:gd name="connsiteY5" fmla="*/ 590023 h 1988428"/>
              <a:gd name="connsiteX6" fmla="*/ 1044095 w 1046728"/>
              <a:gd name="connsiteY6" fmla="*/ 303013 h 1988428"/>
              <a:gd name="connsiteX7" fmla="*/ 828010 w 1046728"/>
              <a:gd name="connsiteY7" fmla="*/ 190664 h 1988428"/>
              <a:gd name="connsiteX8" fmla="*/ 628560 w 1046728"/>
              <a:gd name="connsiteY8" fmla="*/ 0 h 1988428"/>
              <a:gd name="connsiteX0" fmla="*/ 0 w 1046016"/>
              <a:gd name="connsiteY0" fmla="*/ 1988428 h 1988428"/>
              <a:gd name="connsiteX1" fmla="*/ 369106 w 1046016"/>
              <a:gd name="connsiteY1" fmla="*/ 1858618 h 1988428"/>
              <a:gd name="connsiteX2" fmla="*/ 658103 w 1046016"/>
              <a:gd name="connsiteY2" fmla="*/ 1547329 h 1988428"/>
              <a:gd name="connsiteX3" fmla="*/ 838313 w 1046016"/>
              <a:gd name="connsiteY3" fmla="*/ 1204717 h 1988428"/>
              <a:gd name="connsiteX4" fmla="*/ 920979 w 1046016"/>
              <a:gd name="connsiteY4" fmla="*/ 841125 h 1988428"/>
              <a:gd name="connsiteX5" fmla="*/ 946382 w 1046016"/>
              <a:gd name="connsiteY5" fmla="*/ 590023 h 1988428"/>
              <a:gd name="connsiteX6" fmla="*/ 1044095 w 1046016"/>
              <a:gd name="connsiteY6" fmla="*/ 303013 h 1988428"/>
              <a:gd name="connsiteX7" fmla="*/ 847872 w 1046016"/>
              <a:gd name="connsiteY7" fmla="*/ 156257 h 1988428"/>
              <a:gd name="connsiteX8" fmla="*/ 628560 w 1046016"/>
              <a:gd name="connsiteY8" fmla="*/ 0 h 1988428"/>
              <a:gd name="connsiteX0" fmla="*/ 0 w 1046016"/>
              <a:gd name="connsiteY0" fmla="*/ 1988428 h 1988428"/>
              <a:gd name="connsiteX1" fmla="*/ 369106 w 1046016"/>
              <a:gd name="connsiteY1" fmla="*/ 1858618 h 1988428"/>
              <a:gd name="connsiteX2" fmla="*/ 658103 w 1046016"/>
              <a:gd name="connsiteY2" fmla="*/ 1547329 h 1988428"/>
              <a:gd name="connsiteX3" fmla="*/ 838313 w 1046016"/>
              <a:gd name="connsiteY3" fmla="*/ 1204717 h 1988428"/>
              <a:gd name="connsiteX4" fmla="*/ 920979 w 1046016"/>
              <a:gd name="connsiteY4" fmla="*/ 841125 h 1988428"/>
              <a:gd name="connsiteX5" fmla="*/ 946382 w 1046016"/>
              <a:gd name="connsiteY5" fmla="*/ 590023 h 1988428"/>
              <a:gd name="connsiteX6" fmla="*/ 1044095 w 1046016"/>
              <a:gd name="connsiteY6" fmla="*/ 303013 h 1988428"/>
              <a:gd name="connsiteX7" fmla="*/ 847872 w 1046016"/>
              <a:gd name="connsiteY7" fmla="*/ 156257 h 1988428"/>
              <a:gd name="connsiteX8" fmla="*/ 628560 w 1046016"/>
              <a:gd name="connsiteY8" fmla="*/ 0 h 1988428"/>
              <a:gd name="connsiteX0" fmla="*/ 0 w 1011271"/>
              <a:gd name="connsiteY0" fmla="*/ 1988428 h 1988428"/>
              <a:gd name="connsiteX1" fmla="*/ 369106 w 1011271"/>
              <a:gd name="connsiteY1" fmla="*/ 1858618 h 1988428"/>
              <a:gd name="connsiteX2" fmla="*/ 658103 w 1011271"/>
              <a:gd name="connsiteY2" fmla="*/ 1547329 h 1988428"/>
              <a:gd name="connsiteX3" fmla="*/ 838313 w 1011271"/>
              <a:gd name="connsiteY3" fmla="*/ 1204717 h 1988428"/>
              <a:gd name="connsiteX4" fmla="*/ 920979 w 1011271"/>
              <a:gd name="connsiteY4" fmla="*/ 841125 h 1988428"/>
              <a:gd name="connsiteX5" fmla="*/ 946382 w 1011271"/>
              <a:gd name="connsiteY5" fmla="*/ 590023 h 1988428"/>
              <a:gd name="connsiteX6" fmla="*/ 1008600 w 1011271"/>
              <a:gd name="connsiteY6" fmla="*/ 352784 h 1988428"/>
              <a:gd name="connsiteX7" fmla="*/ 847872 w 1011271"/>
              <a:gd name="connsiteY7" fmla="*/ 156257 h 1988428"/>
              <a:gd name="connsiteX8" fmla="*/ 628560 w 1011271"/>
              <a:gd name="connsiteY8" fmla="*/ 0 h 1988428"/>
              <a:gd name="connsiteX0" fmla="*/ 0 w 1012702"/>
              <a:gd name="connsiteY0" fmla="*/ 1988428 h 1988428"/>
              <a:gd name="connsiteX1" fmla="*/ 369106 w 1012702"/>
              <a:gd name="connsiteY1" fmla="*/ 1858618 h 1988428"/>
              <a:gd name="connsiteX2" fmla="*/ 658103 w 1012702"/>
              <a:gd name="connsiteY2" fmla="*/ 1547329 h 1988428"/>
              <a:gd name="connsiteX3" fmla="*/ 838313 w 1012702"/>
              <a:gd name="connsiteY3" fmla="*/ 1204717 h 1988428"/>
              <a:gd name="connsiteX4" fmla="*/ 920979 w 1012702"/>
              <a:gd name="connsiteY4" fmla="*/ 841125 h 1988428"/>
              <a:gd name="connsiteX5" fmla="*/ 946382 w 1012702"/>
              <a:gd name="connsiteY5" fmla="*/ 590023 h 1988428"/>
              <a:gd name="connsiteX6" fmla="*/ 1008600 w 1012702"/>
              <a:gd name="connsiteY6" fmla="*/ 352784 h 1988428"/>
              <a:gd name="connsiteX7" fmla="*/ 847872 w 1012702"/>
              <a:gd name="connsiteY7" fmla="*/ 156257 h 1988428"/>
              <a:gd name="connsiteX8" fmla="*/ 628560 w 1012702"/>
              <a:gd name="connsiteY8" fmla="*/ 0 h 1988428"/>
              <a:gd name="connsiteX0" fmla="*/ 0 w 1012702"/>
              <a:gd name="connsiteY0" fmla="*/ 1933641 h 1933641"/>
              <a:gd name="connsiteX1" fmla="*/ 369106 w 1012702"/>
              <a:gd name="connsiteY1" fmla="*/ 1803831 h 1933641"/>
              <a:gd name="connsiteX2" fmla="*/ 658103 w 1012702"/>
              <a:gd name="connsiteY2" fmla="*/ 1492542 h 1933641"/>
              <a:gd name="connsiteX3" fmla="*/ 838313 w 1012702"/>
              <a:gd name="connsiteY3" fmla="*/ 1149930 h 1933641"/>
              <a:gd name="connsiteX4" fmla="*/ 920979 w 1012702"/>
              <a:gd name="connsiteY4" fmla="*/ 786338 h 1933641"/>
              <a:gd name="connsiteX5" fmla="*/ 946382 w 1012702"/>
              <a:gd name="connsiteY5" fmla="*/ 535236 h 1933641"/>
              <a:gd name="connsiteX6" fmla="*/ 1008600 w 1012702"/>
              <a:gd name="connsiteY6" fmla="*/ 297997 h 1933641"/>
              <a:gd name="connsiteX7" fmla="*/ 847872 w 1012702"/>
              <a:gd name="connsiteY7" fmla="*/ 101470 h 1933641"/>
              <a:gd name="connsiteX8" fmla="*/ 611223 w 1012702"/>
              <a:gd name="connsiteY8" fmla="*/ 0 h 1933641"/>
              <a:gd name="connsiteX0" fmla="*/ 0 w 1012702"/>
              <a:gd name="connsiteY0" fmla="*/ 1933641 h 1933641"/>
              <a:gd name="connsiteX1" fmla="*/ 369106 w 1012702"/>
              <a:gd name="connsiteY1" fmla="*/ 1803831 h 1933641"/>
              <a:gd name="connsiteX2" fmla="*/ 658103 w 1012702"/>
              <a:gd name="connsiteY2" fmla="*/ 1492542 h 1933641"/>
              <a:gd name="connsiteX3" fmla="*/ 838313 w 1012702"/>
              <a:gd name="connsiteY3" fmla="*/ 1149930 h 1933641"/>
              <a:gd name="connsiteX4" fmla="*/ 920979 w 1012702"/>
              <a:gd name="connsiteY4" fmla="*/ 786338 h 1933641"/>
              <a:gd name="connsiteX5" fmla="*/ 946382 w 1012702"/>
              <a:gd name="connsiteY5" fmla="*/ 535236 h 1933641"/>
              <a:gd name="connsiteX6" fmla="*/ 1008600 w 1012702"/>
              <a:gd name="connsiteY6" fmla="*/ 297997 h 1933641"/>
              <a:gd name="connsiteX7" fmla="*/ 847872 w 1012702"/>
              <a:gd name="connsiteY7" fmla="*/ 101470 h 1933641"/>
              <a:gd name="connsiteX8" fmla="*/ 611223 w 1012702"/>
              <a:gd name="connsiteY8" fmla="*/ 0 h 193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2702" h="1933641">
                <a:moveTo>
                  <a:pt x="0" y="1933641"/>
                </a:moveTo>
                <a:cubicBezTo>
                  <a:pt x="108558" y="1923799"/>
                  <a:pt x="254061" y="1896788"/>
                  <a:pt x="369106" y="1803831"/>
                </a:cubicBezTo>
                <a:cubicBezTo>
                  <a:pt x="432547" y="1678622"/>
                  <a:pt x="579902" y="1601526"/>
                  <a:pt x="658103" y="1492542"/>
                </a:cubicBezTo>
                <a:cubicBezTo>
                  <a:pt x="736304" y="1383559"/>
                  <a:pt x="794500" y="1267631"/>
                  <a:pt x="838313" y="1149930"/>
                </a:cubicBezTo>
                <a:cubicBezTo>
                  <a:pt x="882126" y="1032229"/>
                  <a:pt x="902968" y="888787"/>
                  <a:pt x="920979" y="786338"/>
                </a:cubicBezTo>
                <a:cubicBezTo>
                  <a:pt x="938991" y="683889"/>
                  <a:pt x="903062" y="610939"/>
                  <a:pt x="946382" y="535236"/>
                </a:cubicBezTo>
                <a:cubicBezTo>
                  <a:pt x="989702" y="459533"/>
                  <a:pt x="1025018" y="370291"/>
                  <a:pt x="1008600" y="297997"/>
                </a:cubicBezTo>
                <a:cubicBezTo>
                  <a:pt x="992182" y="225703"/>
                  <a:pt x="909304" y="169155"/>
                  <a:pt x="847872" y="101470"/>
                </a:cubicBezTo>
                <a:cubicBezTo>
                  <a:pt x="761940" y="48813"/>
                  <a:pt x="659719" y="21042"/>
                  <a:pt x="611223"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4" name="Freeform: Shape 53">
            <a:extLst>
              <a:ext uri="{FF2B5EF4-FFF2-40B4-BE49-F238E27FC236}">
                <a16:creationId xmlns:a16="http://schemas.microsoft.com/office/drawing/2014/main" id="{79FA7D6F-37C0-E1F0-D853-84AB7D9F0CFE}"/>
              </a:ext>
            </a:extLst>
          </p:cNvPr>
          <p:cNvSpPr/>
          <p:nvPr userDrawn="1"/>
        </p:nvSpPr>
        <p:spPr>
          <a:xfrm rot="843214" flipH="1">
            <a:off x="11580341" y="2161954"/>
            <a:ext cx="883523" cy="2174217"/>
          </a:xfrm>
          <a:custGeom>
            <a:avLst/>
            <a:gdLst>
              <a:gd name="connsiteX0" fmla="*/ 0 w 421548"/>
              <a:gd name="connsiteY0" fmla="*/ 0 h 1865756"/>
              <a:gd name="connsiteX1" fmla="*/ 258699 w 421548"/>
              <a:gd name="connsiteY1" fmla="*/ 330803 h 1865756"/>
              <a:gd name="connsiteX2" fmla="*/ 408051 w 421548"/>
              <a:gd name="connsiteY2" fmla="*/ 617887 h 1865756"/>
              <a:gd name="connsiteX3" fmla="*/ 408051 w 421548"/>
              <a:gd name="connsiteY3" fmla="*/ 910781 h 1865756"/>
              <a:gd name="connsiteX4" fmla="*/ 336233 w 421548"/>
              <a:gd name="connsiteY4" fmla="*/ 1269683 h 1865756"/>
              <a:gd name="connsiteX5" fmla="*/ 186881 w 421548"/>
              <a:gd name="connsiteY5" fmla="*/ 1582674 h 1865756"/>
              <a:gd name="connsiteX6" fmla="*/ 0 w 421548"/>
              <a:gd name="connsiteY6" fmla="*/ 1865757 h 1865756"/>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987368 w 1408916"/>
              <a:gd name="connsiteY0" fmla="*/ 0 h 2311260"/>
              <a:gd name="connsiteX1" fmla="*/ 1246067 w 1408916"/>
              <a:gd name="connsiteY1" fmla="*/ 330803 h 2311260"/>
              <a:gd name="connsiteX2" fmla="*/ 1395419 w 1408916"/>
              <a:gd name="connsiteY2" fmla="*/ 617887 h 2311260"/>
              <a:gd name="connsiteX3" fmla="*/ 1395419 w 1408916"/>
              <a:gd name="connsiteY3" fmla="*/ 910781 h 2311260"/>
              <a:gd name="connsiteX4" fmla="*/ 1323601 w 1408916"/>
              <a:gd name="connsiteY4" fmla="*/ 1269683 h 2311260"/>
              <a:gd name="connsiteX5" fmla="*/ 1174249 w 1408916"/>
              <a:gd name="connsiteY5" fmla="*/ 1582674 h 2311260"/>
              <a:gd name="connsiteX6" fmla="*/ 0 w 1408916"/>
              <a:gd name="connsiteY6" fmla="*/ 2311260 h 2311260"/>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0 w 1311769"/>
              <a:gd name="connsiteY6" fmla="*/ 2066541 h 2066541"/>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481072 w 1311769"/>
              <a:gd name="connsiteY6" fmla="*/ 1940442 h 2066541"/>
              <a:gd name="connsiteX7" fmla="*/ 0 w 1311769"/>
              <a:gd name="connsiteY7" fmla="*/ 2066541 h 2066541"/>
              <a:gd name="connsiteX0" fmla="*/ 880809 w 1311769"/>
              <a:gd name="connsiteY0" fmla="*/ 0 h 1954205"/>
              <a:gd name="connsiteX1" fmla="*/ 1148920 w 1311769"/>
              <a:gd name="connsiteY1" fmla="*/ 218467 h 1954205"/>
              <a:gd name="connsiteX2" fmla="*/ 1298272 w 1311769"/>
              <a:gd name="connsiteY2" fmla="*/ 505551 h 1954205"/>
              <a:gd name="connsiteX3" fmla="*/ 1298272 w 1311769"/>
              <a:gd name="connsiteY3" fmla="*/ 798445 h 1954205"/>
              <a:gd name="connsiteX4" fmla="*/ 1226454 w 1311769"/>
              <a:gd name="connsiteY4" fmla="*/ 1157347 h 1954205"/>
              <a:gd name="connsiteX5" fmla="*/ 1077102 w 1311769"/>
              <a:gd name="connsiteY5" fmla="*/ 1470338 h 1954205"/>
              <a:gd name="connsiteX6" fmla="*/ 481072 w 1311769"/>
              <a:gd name="connsiteY6" fmla="*/ 1828106 h 1954205"/>
              <a:gd name="connsiteX7" fmla="*/ 0 w 1311769"/>
              <a:gd name="connsiteY7" fmla="*/ 1954205 h 1954205"/>
              <a:gd name="connsiteX0" fmla="*/ 880809 w 1381416"/>
              <a:gd name="connsiteY0" fmla="*/ 0 h 1954205"/>
              <a:gd name="connsiteX1" fmla="*/ 1359957 w 1381416"/>
              <a:gd name="connsiteY1" fmla="*/ 111643 h 1954205"/>
              <a:gd name="connsiteX2" fmla="*/ 1298272 w 1381416"/>
              <a:gd name="connsiteY2" fmla="*/ 505551 h 1954205"/>
              <a:gd name="connsiteX3" fmla="*/ 1298272 w 1381416"/>
              <a:gd name="connsiteY3" fmla="*/ 798445 h 1954205"/>
              <a:gd name="connsiteX4" fmla="*/ 1226454 w 1381416"/>
              <a:gd name="connsiteY4" fmla="*/ 1157347 h 1954205"/>
              <a:gd name="connsiteX5" fmla="*/ 1077102 w 1381416"/>
              <a:gd name="connsiteY5" fmla="*/ 1470338 h 1954205"/>
              <a:gd name="connsiteX6" fmla="*/ 481072 w 1381416"/>
              <a:gd name="connsiteY6" fmla="*/ 1828106 h 1954205"/>
              <a:gd name="connsiteX7" fmla="*/ 0 w 1381416"/>
              <a:gd name="connsiteY7" fmla="*/ 1954205 h 1954205"/>
              <a:gd name="connsiteX0" fmla="*/ 880809 w 1368799"/>
              <a:gd name="connsiteY0" fmla="*/ 0 h 1954205"/>
              <a:gd name="connsiteX1" fmla="*/ 1359957 w 1368799"/>
              <a:gd name="connsiteY1" fmla="*/ 111643 h 1954205"/>
              <a:gd name="connsiteX2" fmla="*/ 1199588 w 1368799"/>
              <a:gd name="connsiteY2" fmla="*/ 448765 h 1954205"/>
              <a:gd name="connsiteX3" fmla="*/ 1298272 w 1368799"/>
              <a:gd name="connsiteY3" fmla="*/ 798445 h 1954205"/>
              <a:gd name="connsiteX4" fmla="*/ 1226454 w 1368799"/>
              <a:gd name="connsiteY4" fmla="*/ 1157347 h 1954205"/>
              <a:gd name="connsiteX5" fmla="*/ 1077102 w 1368799"/>
              <a:gd name="connsiteY5" fmla="*/ 1470338 h 1954205"/>
              <a:gd name="connsiteX6" fmla="*/ 481072 w 1368799"/>
              <a:gd name="connsiteY6" fmla="*/ 1828106 h 1954205"/>
              <a:gd name="connsiteX7" fmla="*/ 0 w 1368799"/>
              <a:gd name="connsiteY7" fmla="*/ 1954205 h 1954205"/>
              <a:gd name="connsiteX0" fmla="*/ 927301 w 1366780"/>
              <a:gd name="connsiteY0" fmla="*/ 0 h 2023211"/>
              <a:gd name="connsiteX1" fmla="*/ 1359957 w 1366780"/>
              <a:gd name="connsiteY1" fmla="*/ 180649 h 2023211"/>
              <a:gd name="connsiteX2" fmla="*/ 1199588 w 1366780"/>
              <a:gd name="connsiteY2" fmla="*/ 517771 h 2023211"/>
              <a:gd name="connsiteX3" fmla="*/ 1298272 w 1366780"/>
              <a:gd name="connsiteY3" fmla="*/ 867451 h 2023211"/>
              <a:gd name="connsiteX4" fmla="*/ 1226454 w 1366780"/>
              <a:gd name="connsiteY4" fmla="*/ 1226353 h 2023211"/>
              <a:gd name="connsiteX5" fmla="*/ 1077102 w 1366780"/>
              <a:gd name="connsiteY5" fmla="*/ 1539344 h 2023211"/>
              <a:gd name="connsiteX6" fmla="*/ 481072 w 1366780"/>
              <a:gd name="connsiteY6" fmla="*/ 1897112 h 2023211"/>
              <a:gd name="connsiteX7" fmla="*/ 0 w 1366780"/>
              <a:gd name="connsiteY7" fmla="*/ 2023211 h 2023211"/>
              <a:gd name="connsiteX0" fmla="*/ 842111 w 1370595"/>
              <a:gd name="connsiteY0" fmla="*/ 0 h 1978700"/>
              <a:gd name="connsiteX1" fmla="*/ 1359957 w 1370595"/>
              <a:gd name="connsiteY1" fmla="*/ 136138 h 1978700"/>
              <a:gd name="connsiteX2" fmla="*/ 1199588 w 1370595"/>
              <a:gd name="connsiteY2" fmla="*/ 473260 h 1978700"/>
              <a:gd name="connsiteX3" fmla="*/ 1298272 w 1370595"/>
              <a:gd name="connsiteY3" fmla="*/ 822940 h 1978700"/>
              <a:gd name="connsiteX4" fmla="*/ 1226454 w 1370595"/>
              <a:gd name="connsiteY4" fmla="*/ 1181842 h 1978700"/>
              <a:gd name="connsiteX5" fmla="*/ 1077102 w 1370595"/>
              <a:gd name="connsiteY5" fmla="*/ 1494833 h 1978700"/>
              <a:gd name="connsiteX6" fmla="*/ 481072 w 1370595"/>
              <a:gd name="connsiteY6" fmla="*/ 1852601 h 1978700"/>
              <a:gd name="connsiteX7" fmla="*/ 0 w 1370595"/>
              <a:gd name="connsiteY7" fmla="*/ 1978700 h 1978700"/>
              <a:gd name="connsiteX0" fmla="*/ 797846 w 1326328"/>
              <a:gd name="connsiteY0" fmla="*/ 0 h 1886701"/>
              <a:gd name="connsiteX1" fmla="*/ 1315692 w 1326328"/>
              <a:gd name="connsiteY1" fmla="*/ 136138 h 1886701"/>
              <a:gd name="connsiteX2" fmla="*/ 1155323 w 1326328"/>
              <a:gd name="connsiteY2" fmla="*/ 473260 h 1886701"/>
              <a:gd name="connsiteX3" fmla="*/ 1254007 w 1326328"/>
              <a:gd name="connsiteY3" fmla="*/ 822940 h 1886701"/>
              <a:gd name="connsiteX4" fmla="*/ 1182189 w 1326328"/>
              <a:gd name="connsiteY4" fmla="*/ 1181842 h 1886701"/>
              <a:gd name="connsiteX5" fmla="*/ 1032837 w 1326328"/>
              <a:gd name="connsiteY5" fmla="*/ 1494833 h 1886701"/>
              <a:gd name="connsiteX6" fmla="*/ 436807 w 1326328"/>
              <a:gd name="connsiteY6" fmla="*/ 1852601 h 1886701"/>
              <a:gd name="connsiteX7" fmla="*/ 1 w 1326328"/>
              <a:gd name="connsiteY7" fmla="*/ 1877008 h 1886701"/>
              <a:gd name="connsiteX0" fmla="*/ 797844 w 1326328"/>
              <a:gd name="connsiteY0" fmla="*/ 0 h 1895446"/>
              <a:gd name="connsiteX1" fmla="*/ 1315690 w 1326328"/>
              <a:gd name="connsiteY1" fmla="*/ 136138 h 1895446"/>
              <a:gd name="connsiteX2" fmla="*/ 1155321 w 1326328"/>
              <a:gd name="connsiteY2" fmla="*/ 473260 h 1895446"/>
              <a:gd name="connsiteX3" fmla="*/ 1254005 w 1326328"/>
              <a:gd name="connsiteY3" fmla="*/ 822940 h 1895446"/>
              <a:gd name="connsiteX4" fmla="*/ 1182187 w 1326328"/>
              <a:gd name="connsiteY4" fmla="*/ 1181842 h 1895446"/>
              <a:gd name="connsiteX5" fmla="*/ 1032835 w 1326328"/>
              <a:gd name="connsiteY5" fmla="*/ 1494833 h 1895446"/>
              <a:gd name="connsiteX6" fmla="*/ 436805 w 1326328"/>
              <a:gd name="connsiteY6" fmla="*/ 1852601 h 1895446"/>
              <a:gd name="connsiteX7" fmla="*/ -1 w 1326328"/>
              <a:gd name="connsiteY7" fmla="*/ 1877008 h 1895446"/>
              <a:gd name="connsiteX0" fmla="*/ 797846 w 1326328"/>
              <a:gd name="connsiteY0" fmla="*/ 0 h 1877008"/>
              <a:gd name="connsiteX1" fmla="*/ 1315692 w 1326328"/>
              <a:gd name="connsiteY1" fmla="*/ 136138 h 1877008"/>
              <a:gd name="connsiteX2" fmla="*/ 1155323 w 1326328"/>
              <a:gd name="connsiteY2" fmla="*/ 473260 h 1877008"/>
              <a:gd name="connsiteX3" fmla="*/ 1254007 w 1326328"/>
              <a:gd name="connsiteY3" fmla="*/ 822940 h 1877008"/>
              <a:gd name="connsiteX4" fmla="*/ 1182189 w 1326328"/>
              <a:gd name="connsiteY4" fmla="*/ 1181842 h 1877008"/>
              <a:gd name="connsiteX5" fmla="*/ 1032837 w 1326328"/>
              <a:gd name="connsiteY5" fmla="*/ 1494833 h 1877008"/>
              <a:gd name="connsiteX6" fmla="*/ 502506 w 1326328"/>
              <a:gd name="connsiteY6" fmla="*/ 1753993 h 1877008"/>
              <a:gd name="connsiteX7" fmla="*/ 1 w 1326328"/>
              <a:gd name="connsiteY7" fmla="*/ 1877008 h 1877008"/>
              <a:gd name="connsiteX0" fmla="*/ 797844 w 1326328"/>
              <a:gd name="connsiteY0" fmla="*/ 0 h 1877008"/>
              <a:gd name="connsiteX1" fmla="*/ 1315690 w 1326328"/>
              <a:gd name="connsiteY1" fmla="*/ 136138 h 1877008"/>
              <a:gd name="connsiteX2" fmla="*/ 1155321 w 1326328"/>
              <a:gd name="connsiteY2" fmla="*/ 473260 h 1877008"/>
              <a:gd name="connsiteX3" fmla="*/ 1254005 w 1326328"/>
              <a:gd name="connsiteY3" fmla="*/ 822940 h 1877008"/>
              <a:gd name="connsiteX4" fmla="*/ 1182187 w 1326328"/>
              <a:gd name="connsiteY4" fmla="*/ 1181842 h 1877008"/>
              <a:gd name="connsiteX5" fmla="*/ 1032835 w 1326328"/>
              <a:gd name="connsiteY5" fmla="*/ 1494833 h 1877008"/>
              <a:gd name="connsiteX6" fmla="*/ 464978 w 1326328"/>
              <a:gd name="connsiteY6" fmla="*/ 1781339 h 1877008"/>
              <a:gd name="connsiteX7" fmla="*/ -1 w 1326328"/>
              <a:gd name="connsiteY7" fmla="*/ 1877008 h 187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6328" h="1877008">
                <a:moveTo>
                  <a:pt x="797844" y="0"/>
                </a:moveTo>
                <a:cubicBezTo>
                  <a:pt x="797844" y="0"/>
                  <a:pt x="1256111" y="57261"/>
                  <a:pt x="1315690" y="136138"/>
                </a:cubicBezTo>
                <a:cubicBezTo>
                  <a:pt x="1375269" y="215015"/>
                  <a:pt x="1165602" y="358793"/>
                  <a:pt x="1155321" y="473260"/>
                </a:cubicBezTo>
                <a:cubicBezTo>
                  <a:pt x="1145040" y="587727"/>
                  <a:pt x="1249527" y="704843"/>
                  <a:pt x="1254005" y="822940"/>
                </a:cubicBezTo>
                <a:cubicBezTo>
                  <a:pt x="1258483" y="941037"/>
                  <a:pt x="1222096" y="1066208"/>
                  <a:pt x="1182187" y="1181842"/>
                </a:cubicBezTo>
                <a:cubicBezTo>
                  <a:pt x="1144372" y="1291284"/>
                  <a:pt x="1092366" y="1395297"/>
                  <a:pt x="1032835" y="1494833"/>
                </a:cubicBezTo>
                <a:cubicBezTo>
                  <a:pt x="943485" y="1591252"/>
                  <a:pt x="644495" y="1700695"/>
                  <a:pt x="464978" y="1781339"/>
                </a:cubicBezTo>
                <a:cubicBezTo>
                  <a:pt x="285461" y="1861984"/>
                  <a:pt x="80208" y="1874897"/>
                  <a:pt x="-1" y="187700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5" name="Freeform: Shape 54">
            <a:extLst>
              <a:ext uri="{FF2B5EF4-FFF2-40B4-BE49-F238E27FC236}">
                <a16:creationId xmlns:a16="http://schemas.microsoft.com/office/drawing/2014/main" id="{57A2D977-411C-BB72-C510-027FC96FB8DC}"/>
              </a:ext>
            </a:extLst>
          </p:cNvPr>
          <p:cNvSpPr/>
          <p:nvPr userDrawn="1"/>
        </p:nvSpPr>
        <p:spPr>
          <a:xfrm rot="843214" flipH="1">
            <a:off x="11785100" y="2792463"/>
            <a:ext cx="594199" cy="1280029"/>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83762"/>
              <a:gd name="connsiteY0" fmla="*/ 1146224 h 1146224"/>
              <a:gd name="connsiteX1" fmla="*/ 363531 w 583762"/>
              <a:gd name="connsiteY1" fmla="*/ 922502 h 1146224"/>
              <a:gd name="connsiteX2" fmla="*/ 536800 w 583762"/>
              <a:gd name="connsiteY2" fmla="*/ 629414 h 1146224"/>
              <a:gd name="connsiteX3" fmla="*/ 581505 w 583762"/>
              <a:gd name="connsiteY3" fmla="*/ 313673 h 1146224"/>
              <a:gd name="connsiteX4" fmla="*/ 575109 w 583762"/>
              <a:gd name="connsiteY4" fmla="*/ 152595 h 1146224"/>
              <a:gd name="connsiteX5" fmla="*/ 334159 w 583762"/>
              <a:gd name="connsiteY5" fmla="*/ 0 h 1146224"/>
              <a:gd name="connsiteX0" fmla="*/ 0 w 583762"/>
              <a:gd name="connsiteY0" fmla="*/ 1146224 h 1146224"/>
              <a:gd name="connsiteX1" fmla="*/ 363531 w 583762"/>
              <a:gd name="connsiteY1" fmla="*/ 922502 h 1146224"/>
              <a:gd name="connsiteX2" fmla="*/ 536800 w 583762"/>
              <a:gd name="connsiteY2" fmla="*/ 629414 h 1146224"/>
              <a:gd name="connsiteX3" fmla="*/ 581505 w 583762"/>
              <a:gd name="connsiteY3" fmla="*/ 313673 h 1146224"/>
              <a:gd name="connsiteX4" fmla="*/ 538802 w 583762"/>
              <a:gd name="connsiteY4" fmla="*/ 150503 h 1146224"/>
              <a:gd name="connsiteX5" fmla="*/ 334159 w 583762"/>
              <a:gd name="connsiteY5" fmla="*/ 0 h 1146224"/>
              <a:gd name="connsiteX0" fmla="*/ 0 w 559677"/>
              <a:gd name="connsiteY0" fmla="*/ 1108749 h 1108749"/>
              <a:gd name="connsiteX1" fmla="*/ 339446 w 559677"/>
              <a:gd name="connsiteY1" fmla="*/ 922502 h 1108749"/>
              <a:gd name="connsiteX2" fmla="*/ 512715 w 559677"/>
              <a:gd name="connsiteY2" fmla="*/ 629414 h 1108749"/>
              <a:gd name="connsiteX3" fmla="*/ 557420 w 559677"/>
              <a:gd name="connsiteY3" fmla="*/ 313673 h 1108749"/>
              <a:gd name="connsiteX4" fmla="*/ 514717 w 559677"/>
              <a:gd name="connsiteY4" fmla="*/ 150503 h 1108749"/>
              <a:gd name="connsiteX5" fmla="*/ 310074 w 559677"/>
              <a:gd name="connsiteY5" fmla="*/ 0 h 1108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9677" h="1108749">
                <a:moveTo>
                  <a:pt x="0" y="1108749"/>
                </a:moveTo>
                <a:cubicBezTo>
                  <a:pt x="0" y="1108749"/>
                  <a:pt x="253994" y="1002391"/>
                  <a:pt x="339446" y="922502"/>
                </a:cubicBezTo>
                <a:cubicBezTo>
                  <a:pt x="424898" y="842613"/>
                  <a:pt x="476386" y="730885"/>
                  <a:pt x="512715" y="629414"/>
                </a:cubicBezTo>
                <a:cubicBezTo>
                  <a:pt x="549044" y="527943"/>
                  <a:pt x="566183" y="407875"/>
                  <a:pt x="557420" y="313673"/>
                </a:cubicBezTo>
                <a:cubicBezTo>
                  <a:pt x="549514" y="228043"/>
                  <a:pt x="523838" y="230812"/>
                  <a:pt x="514717" y="150503"/>
                </a:cubicBezTo>
                <a:cubicBezTo>
                  <a:pt x="514878" y="18686"/>
                  <a:pt x="310074" y="0"/>
                  <a:pt x="310074"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6" name="Freeform: Shape 55">
            <a:extLst>
              <a:ext uri="{FF2B5EF4-FFF2-40B4-BE49-F238E27FC236}">
                <a16:creationId xmlns:a16="http://schemas.microsoft.com/office/drawing/2014/main" id="{5A3D4224-51BA-45FF-27F1-6CCBFB217D23}"/>
              </a:ext>
            </a:extLst>
          </p:cNvPr>
          <p:cNvSpPr/>
          <p:nvPr userDrawn="1"/>
        </p:nvSpPr>
        <p:spPr>
          <a:xfrm rot="843214" flipH="1">
            <a:off x="11966522" y="3071554"/>
            <a:ext cx="294932" cy="549660"/>
          </a:xfrm>
          <a:custGeom>
            <a:avLst/>
            <a:gdLst>
              <a:gd name="connsiteX0" fmla="*/ 0 w 167300"/>
              <a:gd name="connsiteY0" fmla="*/ 0 h 890873"/>
              <a:gd name="connsiteX1" fmla="*/ 143732 w 167300"/>
              <a:gd name="connsiteY1" fmla="*/ 233077 h 890873"/>
              <a:gd name="connsiteX2" fmla="*/ 160973 w 167300"/>
              <a:gd name="connsiteY2" fmla="*/ 482822 h 890873"/>
              <a:gd name="connsiteX3" fmla="*/ 0 w 167300"/>
              <a:gd name="connsiteY3" fmla="*/ 890873 h 890873"/>
              <a:gd name="connsiteX0" fmla="*/ 386354 w 553656"/>
              <a:gd name="connsiteY0" fmla="*/ 0 h 851751"/>
              <a:gd name="connsiteX1" fmla="*/ 530086 w 553656"/>
              <a:gd name="connsiteY1" fmla="*/ 233077 h 851751"/>
              <a:gd name="connsiteX2" fmla="*/ 547327 w 553656"/>
              <a:gd name="connsiteY2" fmla="*/ 482822 h 851751"/>
              <a:gd name="connsiteX3" fmla="*/ 0 w 553656"/>
              <a:gd name="connsiteY3" fmla="*/ 851751 h 851751"/>
              <a:gd name="connsiteX0" fmla="*/ 388290 w 553969"/>
              <a:gd name="connsiteY0" fmla="*/ 0 h 689398"/>
              <a:gd name="connsiteX1" fmla="*/ 530086 w 553969"/>
              <a:gd name="connsiteY1" fmla="*/ 70724 h 689398"/>
              <a:gd name="connsiteX2" fmla="*/ 547327 w 553969"/>
              <a:gd name="connsiteY2" fmla="*/ 320469 h 689398"/>
              <a:gd name="connsiteX3" fmla="*/ 0 w 553969"/>
              <a:gd name="connsiteY3" fmla="*/ 689398 h 689398"/>
              <a:gd name="connsiteX0" fmla="*/ 388290 w 676081"/>
              <a:gd name="connsiteY0" fmla="*/ 0 h 689398"/>
              <a:gd name="connsiteX1" fmla="*/ 672755 w 676081"/>
              <a:gd name="connsiteY1" fmla="*/ 79547 h 689398"/>
              <a:gd name="connsiteX2" fmla="*/ 547327 w 676081"/>
              <a:gd name="connsiteY2" fmla="*/ 320469 h 689398"/>
              <a:gd name="connsiteX3" fmla="*/ 0 w 676081"/>
              <a:gd name="connsiteY3" fmla="*/ 689398 h 689398"/>
              <a:gd name="connsiteX0" fmla="*/ 388290 w 744966"/>
              <a:gd name="connsiteY0" fmla="*/ 0 h 689398"/>
              <a:gd name="connsiteX1" fmla="*/ 672755 w 744966"/>
              <a:gd name="connsiteY1" fmla="*/ 79547 h 689398"/>
              <a:gd name="connsiteX2" fmla="*/ 741962 w 744966"/>
              <a:gd name="connsiteY2" fmla="*/ 345926 h 689398"/>
              <a:gd name="connsiteX3" fmla="*/ 0 w 744966"/>
              <a:gd name="connsiteY3" fmla="*/ 689398 h 689398"/>
              <a:gd name="connsiteX0" fmla="*/ 316898 w 673574"/>
              <a:gd name="connsiteY0" fmla="*/ 0 h 602365"/>
              <a:gd name="connsiteX1" fmla="*/ 601363 w 673574"/>
              <a:gd name="connsiteY1" fmla="*/ 79547 h 602365"/>
              <a:gd name="connsiteX2" fmla="*/ 670570 w 673574"/>
              <a:gd name="connsiteY2" fmla="*/ 345926 h 602365"/>
              <a:gd name="connsiteX3" fmla="*/ 0 w 673574"/>
              <a:gd name="connsiteY3" fmla="*/ 602365 h 602365"/>
            </a:gdLst>
            <a:ahLst/>
            <a:cxnLst>
              <a:cxn ang="0">
                <a:pos x="connsiteX0" y="connsiteY0"/>
              </a:cxn>
              <a:cxn ang="0">
                <a:pos x="connsiteX1" y="connsiteY1"/>
              </a:cxn>
              <a:cxn ang="0">
                <a:pos x="connsiteX2" y="connsiteY2"/>
              </a:cxn>
              <a:cxn ang="0">
                <a:pos x="connsiteX3" y="connsiteY3"/>
              </a:cxn>
            </a:cxnLst>
            <a:rect l="l" t="t" r="r" b="b"/>
            <a:pathLst>
              <a:path w="673574" h="602365">
                <a:moveTo>
                  <a:pt x="316898" y="0"/>
                </a:moveTo>
                <a:cubicBezTo>
                  <a:pt x="316898" y="0"/>
                  <a:pt x="542418" y="21893"/>
                  <a:pt x="601363" y="79547"/>
                </a:cubicBezTo>
                <a:cubicBezTo>
                  <a:pt x="660308" y="137201"/>
                  <a:pt x="682190" y="262202"/>
                  <a:pt x="670570" y="345926"/>
                </a:cubicBezTo>
                <a:cubicBezTo>
                  <a:pt x="646567" y="518996"/>
                  <a:pt x="0" y="602365"/>
                  <a:pt x="0" y="602365"/>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7" name="Freeform: Shape 56">
            <a:extLst>
              <a:ext uri="{FF2B5EF4-FFF2-40B4-BE49-F238E27FC236}">
                <a16:creationId xmlns:a16="http://schemas.microsoft.com/office/drawing/2014/main" id="{3580CE1F-0801-F10F-EAB4-6ED6D86CC0FB}"/>
              </a:ext>
            </a:extLst>
          </p:cNvPr>
          <p:cNvSpPr/>
          <p:nvPr userDrawn="1"/>
        </p:nvSpPr>
        <p:spPr>
          <a:xfrm rot="843214" flipH="1">
            <a:off x="6840641" y="-108572"/>
            <a:ext cx="5003477" cy="326568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63581"/>
              <a:gd name="connsiteX1" fmla="*/ 3769595 w 3791407"/>
              <a:gd name="connsiteY1" fmla="*/ 888762 h 1963581"/>
              <a:gd name="connsiteX2" fmla="*/ 3769595 w 3791407"/>
              <a:gd name="connsiteY2" fmla="*/ 1104503 h 1963581"/>
              <a:gd name="connsiteX3" fmla="*/ 3717683 w 3791407"/>
              <a:gd name="connsiteY3" fmla="*/ 1437973 h 1963581"/>
              <a:gd name="connsiteX4" fmla="*/ 3661105 w 3791407"/>
              <a:gd name="connsiteY4" fmla="*/ 1556845 h 1963581"/>
              <a:gd name="connsiteX5" fmla="*/ 3422123 w 3791407"/>
              <a:gd name="connsiteY5" fmla="*/ 1772586 h 1963581"/>
              <a:gd name="connsiteX6" fmla="*/ 3167043 w 3791407"/>
              <a:gd name="connsiteY6" fmla="*/ 1898316 h 1963581"/>
              <a:gd name="connsiteX7" fmla="*/ 2843765 w 3791407"/>
              <a:gd name="connsiteY7" fmla="*/ 1957181 h 1963581"/>
              <a:gd name="connsiteX8" fmla="*/ 2286208 w 3791407"/>
              <a:gd name="connsiteY8" fmla="*/ 1759538 h 1963581"/>
              <a:gd name="connsiteX9" fmla="*/ 2160346 w 3791407"/>
              <a:gd name="connsiteY9" fmla="*/ 1510649 h 1963581"/>
              <a:gd name="connsiteX10" fmla="*/ 2096814 w 3791407"/>
              <a:gd name="connsiteY10" fmla="*/ 1323768 h 1963581"/>
              <a:gd name="connsiteX11" fmla="*/ 1975561 w 3791407"/>
              <a:gd name="connsiteY11" fmla="*/ 1117266 h 1963581"/>
              <a:gd name="connsiteX12" fmla="*/ 1823828 w 3791407"/>
              <a:gd name="connsiteY12" fmla="*/ 1052687 h 1963581"/>
              <a:gd name="connsiteX13" fmla="*/ 1670666 w 3791407"/>
              <a:gd name="connsiteY13" fmla="*/ 1031160 h 1963581"/>
              <a:gd name="connsiteX14" fmla="*/ 1479118 w 3791407"/>
              <a:gd name="connsiteY14" fmla="*/ 1044495 h 1963581"/>
              <a:gd name="connsiteX15" fmla="*/ 1366532 w 3791407"/>
              <a:gd name="connsiteY15" fmla="*/ 1007919 h 1963581"/>
              <a:gd name="connsiteX16" fmla="*/ 1226038 w 3791407"/>
              <a:gd name="connsiteY16" fmla="*/ 867521 h 1963581"/>
              <a:gd name="connsiteX17" fmla="*/ 1038491 w 3791407"/>
              <a:gd name="connsiteY17" fmla="*/ 632920 h 1963581"/>
              <a:gd name="connsiteX18" fmla="*/ 0 w 3791407"/>
              <a:gd name="connsiteY18" fmla="*/ 0 h 1963581"/>
              <a:gd name="connsiteX0" fmla="*/ 3791407 w 3791407"/>
              <a:gd name="connsiteY0" fmla="*/ 292020 h 1962954"/>
              <a:gd name="connsiteX1" fmla="*/ 3769595 w 3791407"/>
              <a:gd name="connsiteY1" fmla="*/ 888762 h 1962954"/>
              <a:gd name="connsiteX2" fmla="*/ 3769595 w 3791407"/>
              <a:gd name="connsiteY2" fmla="*/ 1104503 h 1962954"/>
              <a:gd name="connsiteX3" fmla="*/ 3717683 w 3791407"/>
              <a:gd name="connsiteY3" fmla="*/ 1437973 h 1962954"/>
              <a:gd name="connsiteX4" fmla="*/ 3661105 w 3791407"/>
              <a:gd name="connsiteY4" fmla="*/ 1556845 h 1962954"/>
              <a:gd name="connsiteX5" fmla="*/ 3482917 w 3791407"/>
              <a:gd name="connsiteY5" fmla="*/ 1776225 h 1962954"/>
              <a:gd name="connsiteX6" fmla="*/ 3167043 w 3791407"/>
              <a:gd name="connsiteY6" fmla="*/ 1898316 h 1962954"/>
              <a:gd name="connsiteX7" fmla="*/ 2843765 w 3791407"/>
              <a:gd name="connsiteY7" fmla="*/ 1957181 h 1962954"/>
              <a:gd name="connsiteX8" fmla="*/ 2286208 w 3791407"/>
              <a:gd name="connsiteY8" fmla="*/ 1759538 h 1962954"/>
              <a:gd name="connsiteX9" fmla="*/ 2160346 w 3791407"/>
              <a:gd name="connsiteY9" fmla="*/ 1510649 h 1962954"/>
              <a:gd name="connsiteX10" fmla="*/ 2096814 w 3791407"/>
              <a:gd name="connsiteY10" fmla="*/ 1323768 h 1962954"/>
              <a:gd name="connsiteX11" fmla="*/ 1975561 w 3791407"/>
              <a:gd name="connsiteY11" fmla="*/ 1117266 h 1962954"/>
              <a:gd name="connsiteX12" fmla="*/ 1823828 w 3791407"/>
              <a:gd name="connsiteY12" fmla="*/ 1052687 h 1962954"/>
              <a:gd name="connsiteX13" fmla="*/ 1670666 w 3791407"/>
              <a:gd name="connsiteY13" fmla="*/ 1031160 h 1962954"/>
              <a:gd name="connsiteX14" fmla="*/ 1479118 w 3791407"/>
              <a:gd name="connsiteY14" fmla="*/ 1044495 h 1962954"/>
              <a:gd name="connsiteX15" fmla="*/ 1366532 w 3791407"/>
              <a:gd name="connsiteY15" fmla="*/ 1007919 h 1962954"/>
              <a:gd name="connsiteX16" fmla="*/ 1226038 w 3791407"/>
              <a:gd name="connsiteY16" fmla="*/ 867521 h 1962954"/>
              <a:gd name="connsiteX17" fmla="*/ 1038491 w 3791407"/>
              <a:gd name="connsiteY17" fmla="*/ 632920 h 1962954"/>
              <a:gd name="connsiteX18" fmla="*/ 0 w 3791407"/>
              <a:gd name="connsiteY18" fmla="*/ 0 h 1962954"/>
              <a:gd name="connsiteX0" fmla="*/ 3791407 w 3836989"/>
              <a:gd name="connsiteY0" fmla="*/ 292020 h 1962954"/>
              <a:gd name="connsiteX1" fmla="*/ 3769595 w 3836989"/>
              <a:gd name="connsiteY1" fmla="*/ 888762 h 1962954"/>
              <a:gd name="connsiteX2" fmla="*/ 3769595 w 3836989"/>
              <a:gd name="connsiteY2" fmla="*/ 1104503 h 1962954"/>
              <a:gd name="connsiteX3" fmla="*/ 3717683 w 3836989"/>
              <a:gd name="connsiteY3" fmla="*/ 1437973 h 1962954"/>
              <a:gd name="connsiteX4" fmla="*/ 3830168 w 3836989"/>
              <a:gd name="connsiteY4" fmla="*/ 1559520 h 1962954"/>
              <a:gd name="connsiteX5" fmla="*/ 3482917 w 3836989"/>
              <a:gd name="connsiteY5" fmla="*/ 1776225 h 1962954"/>
              <a:gd name="connsiteX6" fmla="*/ 3167043 w 3836989"/>
              <a:gd name="connsiteY6" fmla="*/ 1898316 h 1962954"/>
              <a:gd name="connsiteX7" fmla="*/ 2843765 w 3836989"/>
              <a:gd name="connsiteY7" fmla="*/ 1957181 h 1962954"/>
              <a:gd name="connsiteX8" fmla="*/ 2286208 w 3836989"/>
              <a:gd name="connsiteY8" fmla="*/ 1759538 h 1962954"/>
              <a:gd name="connsiteX9" fmla="*/ 2160346 w 3836989"/>
              <a:gd name="connsiteY9" fmla="*/ 1510649 h 1962954"/>
              <a:gd name="connsiteX10" fmla="*/ 2096814 w 3836989"/>
              <a:gd name="connsiteY10" fmla="*/ 1323768 h 1962954"/>
              <a:gd name="connsiteX11" fmla="*/ 1975561 w 3836989"/>
              <a:gd name="connsiteY11" fmla="*/ 1117266 h 1962954"/>
              <a:gd name="connsiteX12" fmla="*/ 1823828 w 3836989"/>
              <a:gd name="connsiteY12" fmla="*/ 1052687 h 1962954"/>
              <a:gd name="connsiteX13" fmla="*/ 1670666 w 3836989"/>
              <a:gd name="connsiteY13" fmla="*/ 1031160 h 1962954"/>
              <a:gd name="connsiteX14" fmla="*/ 1479118 w 3836989"/>
              <a:gd name="connsiteY14" fmla="*/ 1044495 h 1962954"/>
              <a:gd name="connsiteX15" fmla="*/ 1366532 w 3836989"/>
              <a:gd name="connsiteY15" fmla="*/ 1007919 h 1962954"/>
              <a:gd name="connsiteX16" fmla="*/ 1226038 w 3836989"/>
              <a:gd name="connsiteY16" fmla="*/ 867521 h 1962954"/>
              <a:gd name="connsiteX17" fmla="*/ 1038491 w 3836989"/>
              <a:gd name="connsiteY17" fmla="*/ 632920 h 1962954"/>
              <a:gd name="connsiteX18" fmla="*/ 0 w 3836989"/>
              <a:gd name="connsiteY18" fmla="*/ 0 h 1962954"/>
              <a:gd name="connsiteX0" fmla="*/ 3791407 w 3934609"/>
              <a:gd name="connsiteY0" fmla="*/ 292020 h 1962954"/>
              <a:gd name="connsiteX1" fmla="*/ 3769595 w 3934609"/>
              <a:gd name="connsiteY1" fmla="*/ 888762 h 1962954"/>
              <a:gd name="connsiteX2" fmla="*/ 3769595 w 3934609"/>
              <a:gd name="connsiteY2" fmla="*/ 1104503 h 1962954"/>
              <a:gd name="connsiteX3" fmla="*/ 3933005 w 3934609"/>
              <a:gd name="connsiteY3" fmla="*/ 1339204 h 1962954"/>
              <a:gd name="connsiteX4" fmla="*/ 3830168 w 3934609"/>
              <a:gd name="connsiteY4" fmla="*/ 1559520 h 1962954"/>
              <a:gd name="connsiteX5" fmla="*/ 3482917 w 3934609"/>
              <a:gd name="connsiteY5" fmla="*/ 1776225 h 1962954"/>
              <a:gd name="connsiteX6" fmla="*/ 3167043 w 3934609"/>
              <a:gd name="connsiteY6" fmla="*/ 1898316 h 1962954"/>
              <a:gd name="connsiteX7" fmla="*/ 2843765 w 3934609"/>
              <a:gd name="connsiteY7" fmla="*/ 1957181 h 1962954"/>
              <a:gd name="connsiteX8" fmla="*/ 2286208 w 3934609"/>
              <a:gd name="connsiteY8" fmla="*/ 1759538 h 1962954"/>
              <a:gd name="connsiteX9" fmla="*/ 2160346 w 3934609"/>
              <a:gd name="connsiteY9" fmla="*/ 1510649 h 1962954"/>
              <a:gd name="connsiteX10" fmla="*/ 2096814 w 3934609"/>
              <a:gd name="connsiteY10" fmla="*/ 1323768 h 1962954"/>
              <a:gd name="connsiteX11" fmla="*/ 1975561 w 3934609"/>
              <a:gd name="connsiteY11" fmla="*/ 1117266 h 1962954"/>
              <a:gd name="connsiteX12" fmla="*/ 1823828 w 3934609"/>
              <a:gd name="connsiteY12" fmla="*/ 1052687 h 1962954"/>
              <a:gd name="connsiteX13" fmla="*/ 1670666 w 3934609"/>
              <a:gd name="connsiteY13" fmla="*/ 1031160 h 1962954"/>
              <a:gd name="connsiteX14" fmla="*/ 1479118 w 3934609"/>
              <a:gd name="connsiteY14" fmla="*/ 1044495 h 1962954"/>
              <a:gd name="connsiteX15" fmla="*/ 1366532 w 3934609"/>
              <a:gd name="connsiteY15" fmla="*/ 1007919 h 1962954"/>
              <a:gd name="connsiteX16" fmla="*/ 1226038 w 3934609"/>
              <a:gd name="connsiteY16" fmla="*/ 867521 h 1962954"/>
              <a:gd name="connsiteX17" fmla="*/ 1038491 w 3934609"/>
              <a:gd name="connsiteY17" fmla="*/ 632920 h 1962954"/>
              <a:gd name="connsiteX18" fmla="*/ 0 w 3934609"/>
              <a:gd name="connsiteY18" fmla="*/ 0 h 1962954"/>
              <a:gd name="connsiteX0" fmla="*/ 3791407 w 3964547"/>
              <a:gd name="connsiteY0" fmla="*/ 292020 h 1962954"/>
              <a:gd name="connsiteX1" fmla="*/ 3769595 w 3964547"/>
              <a:gd name="connsiteY1" fmla="*/ 888762 h 1962954"/>
              <a:gd name="connsiteX2" fmla="*/ 3964529 w 3964547"/>
              <a:gd name="connsiteY2" fmla="*/ 963893 h 1962954"/>
              <a:gd name="connsiteX3" fmla="*/ 3933005 w 3964547"/>
              <a:gd name="connsiteY3" fmla="*/ 1339204 h 1962954"/>
              <a:gd name="connsiteX4" fmla="*/ 3830168 w 3964547"/>
              <a:gd name="connsiteY4" fmla="*/ 1559520 h 1962954"/>
              <a:gd name="connsiteX5" fmla="*/ 3482917 w 3964547"/>
              <a:gd name="connsiteY5" fmla="*/ 1776225 h 1962954"/>
              <a:gd name="connsiteX6" fmla="*/ 3167043 w 3964547"/>
              <a:gd name="connsiteY6" fmla="*/ 1898316 h 1962954"/>
              <a:gd name="connsiteX7" fmla="*/ 2843765 w 3964547"/>
              <a:gd name="connsiteY7" fmla="*/ 1957181 h 1962954"/>
              <a:gd name="connsiteX8" fmla="*/ 2286208 w 3964547"/>
              <a:gd name="connsiteY8" fmla="*/ 1759538 h 1962954"/>
              <a:gd name="connsiteX9" fmla="*/ 2160346 w 3964547"/>
              <a:gd name="connsiteY9" fmla="*/ 1510649 h 1962954"/>
              <a:gd name="connsiteX10" fmla="*/ 2096814 w 3964547"/>
              <a:gd name="connsiteY10" fmla="*/ 1323768 h 1962954"/>
              <a:gd name="connsiteX11" fmla="*/ 1975561 w 3964547"/>
              <a:gd name="connsiteY11" fmla="*/ 1117266 h 1962954"/>
              <a:gd name="connsiteX12" fmla="*/ 1823828 w 3964547"/>
              <a:gd name="connsiteY12" fmla="*/ 1052687 h 1962954"/>
              <a:gd name="connsiteX13" fmla="*/ 1670666 w 3964547"/>
              <a:gd name="connsiteY13" fmla="*/ 1031160 h 1962954"/>
              <a:gd name="connsiteX14" fmla="*/ 1479118 w 3964547"/>
              <a:gd name="connsiteY14" fmla="*/ 1044495 h 1962954"/>
              <a:gd name="connsiteX15" fmla="*/ 1366532 w 3964547"/>
              <a:gd name="connsiteY15" fmla="*/ 1007919 h 1962954"/>
              <a:gd name="connsiteX16" fmla="*/ 1226038 w 3964547"/>
              <a:gd name="connsiteY16" fmla="*/ 867521 h 1962954"/>
              <a:gd name="connsiteX17" fmla="*/ 1038491 w 3964547"/>
              <a:gd name="connsiteY17" fmla="*/ 632920 h 1962954"/>
              <a:gd name="connsiteX18" fmla="*/ 0 w 3964547"/>
              <a:gd name="connsiteY18" fmla="*/ 0 h 1962954"/>
              <a:gd name="connsiteX0" fmla="*/ 3791407 w 3969147"/>
              <a:gd name="connsiteY0" fmla="*/ 292020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421241 w 3969147"/>
              <a:gd name="connsiteY18" fmla="*/ 233080 h 1962954"/>
              <a:gd name="connsiteX19" fmla="*/ 0 w 3969147"/>
              <a:gd name="connsiteY19" fmla="*/ 0 h 1962954"/>
              <a:gd name="connsiteX0" fmla="*/ 3795398 w 3906933"/>
              <a:gd name="connsiteY0" fmla="*/ 419631 h 2076056"/>
              <a:gd name="connsiteX1" fmla="*/ 3906913 w 3906933"/>
              <a:gd name="connsiteY1" fmla="*/ 818761 h 2076056"/>
              <a:gd name="connsiteX2" fmla="*/ 3902315 w 3906933"/>
              <a:gd name="connsiteY2" fmla="*/ 1076995 h 2076056"/>
              <a:gd name="connsiteX3" fmla="*/ 3870791 w 3906933"/>
              <a:gd name="connsiteY3" fmla="*/ 1452306 h 2076056"/>
              <a:gd name="connsiteX4" fmla="*/ 3767954 w 3906933"/>
              <a:gd name="connsiteY4" fmla="*/ 1672622 h 2076056"/>
              <a:gd name="connsiteX5" fmla="*/ 3420703 w 3906933"/>
              <a:gd name="connsiteY5" fmla="*/ 1889327 h 2076056"/>
              <a:gd name="connsiteX6" fmla="*/ 3104829 w 3906933"/>
              <a:gd name="connsiteY6" fmla="*/ 2011418 h 2076056"/>
              <a:gd name="connsiteX7" fmla="*/ 2781551 w 3906933"/>
              <a:gd name="connsiteY7" fmla="*/ 2070283 h 2076056"/>
              <a:gd name="connsiteX8" fmla="*/ 2223994 w 3906933"/>
              <a:gd name="connsiteY8" fmla="*/ 1872640 h 2076056"/>
              <a:gd name="connsiteX9" fmla="*/ 2098132 w 3906933"/>
              <a:gd name="connsiteY9" fmla="*/ 1623751 h 2076056"/>
              <a:gd name="connsiteX10" fmla="*/ 2034600 w 3906933"/>
              <a:gd name="connsiteY10" fmla="*/ 1436870 h 2076056"/>
              <a:gd name="connsiteX11" fmla="*/ 1913347 w 3906933"/>
              <a:gd name="connsiteY11" fmla="*/ 1230368 h 2076056"/>
              <a:gd name="connsiteX12" fmla="*/ 1761614 w 3906933"/>
              <a:gd name="connsiteY12" fmla="*/ 1165789 h 2076056"/>
              <a:gd name="connsiteX13" fmla="*/ 1608452 w 3906933"/>
              <a:gd name="connsiteY13" fmla="*/ 1144262 h 2076056"/>
              <a:gd name="connsiteX14" fmla="*/ 1416904 w 3906933"/>
              <a:gd name="connsiteY14" fmla="*/ 1157597 h 2076056"/>
              <a:gd name="connsiteX15" fmla="*/ 1304318 w 3906933"/>
              <a:gd name="connsiteY15" fmla="*/ 1121021 h 2076056"/>
              <a:gd name="connsiteX16" fmla="*/ 1163824 w 3906933"/>
              <a:gd name="connsiteY16" fmla="*/ 980623 h 2076056"/>
              <a:gd name="connsiteX17" fmla="*/ 976277 w 3906933"/>
              <a:gd name="connsiteY17" fmla="*/ 746022 h 2076056"/>
              <a:gd name="connsiteX18" fmla="*/ 359027 w 3906933"/>
              <a:gd name="connsiteY18" fmla="*/ 346182 h 2076056"/>
              <a:gd name="connsiteX19" fmla="*/ 0 w 3906933"/>
              <a:gd name="connsiteY19" fmla="*/ 0 h 2076056"/>
              <a:gd name="connsiteX0" fmla="*/ 3795398 w 3906933"/>
              <a:gd name="connsiteY0" fmla="*/ 419631 h 2076056"/>
              <a:gd name="connsiteX1" fmla="*/ 3906913 w 3906933"/>
              <a:gd name="connsiteY1" fmla="*/ 818761 h 2076056"/>
              <a:gd name="connsiteX2" fmla="*/ 3902315 w 3906933"/>
              <a:gd name="connsiteY2" fmla="*/ 1076995 h 2076056"/>
              <a:gd name="connsiteX3" fmla="*/ 3870791 w 3906933"/>
              <a:gd name="connsiteY3" fmla="*/ 1452306 h 2076056"/>
              <a:gd name="connsiteX4" fmla="*/ 3767954 w 3906933"/>
              <a:gd name="connsiteY4" fmla="*/ 1672622 h 2076056"/>
              <a:gd name="connsiteX5" fmla="*/ 3420703 w 3906933"/>
              <a:gd name="connsiteY5" fmla="*/ 1889327 h 2076056"/>
              <a:gd name="connsiteX6" fmla="*/ 3104829 w 3906933"/>
              <a:gd name="connsiteY6" fmla="*/ 2011418 h 2076056"/>
              <a:gd name="connsiteX7" fmla="*/ 2781551 w 3906933"/>
              <a:gd name="connsiteY7" fmla="*/ 2070283 h 2076056"/>
              <a:gd name="connsiteX8" fmla="*/ 2223994 w 3906933"/>
              <a:gd name="connsiteY8" fmla="*/ 1872640 h 2076056"/>
              <a:gd name="connsiteX9" fmla="*/ 2098132 w 3906933"/>
              <a:gd name="connsiteY9" fmla="*/ 1623751 h 2076056"/>
              <a:gd name="connsiteX10" fmla="*/ 2034600 w 3906933"/>
              <a:gd name="connsiteY10" fmla="*/ 1436870 h 2076056"/>
              <a:gd name="connsiteX11" fmla="*/ 1913347 w 3906933"/>
              <a:gd name="connsiteY11" fmla="*/ 1230368 h 2076056"/>
              <a:gd name="connsiteX12" fmla="*/ 1761614 w 3906933"/>
              <a:gd name="connsiteY12" fmla="*/ 1165789 h 2076056"/>
              <a:gd name="connsiteX13" fmla="*/ 1608452 w 3906933"/>
              <a:gd name="connsiteY13" fmla="*/ 1144262 h 2076056"/>
              <a:gd name="connsiteX14" fmla="*/ 1416904 w 3906933"/>
              <a:gd name="connsiteY14" fmla="*/ 1157597 h 2076056"/>
              <a:gd name="connsiteX15" fmla="*/ 1304318 w 3906933"/>
              <a:gd name="connsiteY15" fmla="*/ 1121021 h 2076056"/>
              <a:gd name="connsiteX16" fmla="*/ 1163824 w 3906933"/>
              <a:gd name="connsiteY16" fmla="*/ 980623 h 2076056"/>
              <a:gd name="connsiteX17" fmla="*/ 976277 w 3906933"/>
              <a:gd name="connsiteY17" fmla="*/ 746022 h 2076056"/>
              <a:gd name="connsiteX18" fmla="*/ 359027 w 3906933"/>
              <a:gd name="connsiteY18" fmla="*/ 346182 h 2076056"/>
              <a:gd name="connsiteX19" fmla="*/ 0 w 3906933"/>
              <a:gd name="connsiteY19" fmla="*/ 0 h 2076056"/>
              <a:gd name="connsiteX0" fmla="*/ 3795398 w 4020924"/>
              <a:gd name="connsiteY0" fmla="*/ 419631 h 2076056"/>
              <a:gd name="connsiteX1" fmla="*/ 4020924 w 4020924"/>
              <a:gd name="connsiteY1" fmla="*/ 736820 h 2076056"/>
              <a:gd name="connsiteX2" fmla="*/ 3902315 w 4020924"/>
              <a:gd name="connsiteY2" fmla="*/ 1076995 h 2076056"/>
              <a:gd name="connsiteX3" fmla="*/ 3870791 w 4020924"/>
              <a:gd name="connsiteY3" fmla="*/ 1452306 h 2076056"/>
              <a:gd name="connsiteX4" fmla="*/ 3767954 w 4020924"/>
              <a:gd name="connsiteY4" fmla="*/ 1672622 h 2076056"/>
              <a:gd name="connsiteX5" fmla="*/ 3420703 w 4020924"/>
              <a:gd name="connsiteY5" fmla="*/ 1889327 h 2076056"/>
              <a:gd name="connsiteX6" fmla="*/ 3104829 w 4020924"/>
              <a:gd name="connsiteY6" fmla="*/ 2011418 h 2076056"/>
              <a:gd name="connsiteX7" fmla="*/ 2781551 w 4020924"/>
              <a:gd name="connsiteY7" fmla="*/ 2070283 h 2076056"/>
              <a:gd name="connsiteX8" fmla="*/ 2223994 w 4020924"/>
              <a:gd name="connsiteY8" fmla="*/ 1872640 h 2076056"/>
              <a:gd name="connsiteX9" fmla="*/ 2098132 w 4020924"/>
              <a:gd name="connsiteY9" fmla="*/ 1623751 h 2076056"/>
              <a:gd name="connsiteX10" fmla="*/ 2034600 w 4020924"/>
              <a:gd name="connsiteY10" fmla="*/ 1436870 h 2076056"/>
              <a:gd name="connsiteX11" fmla="*/ 1913347 w 4020924"/>
              <a:gd name="connsiteY11" fmla="*/ 1230368 h 2076056"/>
              <a:gd name="connsiteX12" fmla="*/ 1761614 w 4020924"/>
              <a:gd name="connsiteY12" fmla="*/ 1165789 h 2076056"/>
              <a:gd name="connsiteX13" fmla="*/ 1608452 w 4020924"/>
              <a:gd name="connsiteY13" fmla="*/ 1144262 h 2076056"/>
              <a:gd name="connsiteX14" fmla="*/ 1416904 w 4020924"/>
              <a:gd name="connsiteY14" fmla="*/ 1157597 h 2076056"/>
              <a:gd name="connsiteX15" fmla="*/ 1304318 w 4020924"/>
              <a:gd name="connsiteY15" fmla="*/ 1121021 h 2076056"/>
              <a:gd name="connsiteX16" fmla="*/ 1163824 w 4020924"/>
              <a:gd name="connsiteY16" fmla="*/ 980623 h 2076056"/>
              <a:gd name="connsiteX17" fmla="*/ 976277 w 4020924"/>
              <a:gd name="connsiteY17" fmla="*/ 746022 h 2076056"/>
              <a:gd name="connsiteX18" fmla="*/ 359027 w 4020924"/>
              <a:gd name="connsiteY18" fmla="*/ 346182 h 2076056"/>
              <a:gd name="connsiteX19" fmla="*/ 0 w 4020924"/>
              <a:gd name="connsiteY19" fmla="*/ 0 h 207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0924" h="2076056">
                <a:moveTo>
                  <a:pt x="3795398" y="419631"/>
                </a:moveTo>
                <a:cubicBezTo>
                  <a:pt x="3820723" y="528165"/>
                  <a:pt x="4020162" y="565941"/>
                  <a:pt x="4020924" y="736820"/>
                </a:cubicBezTo>
                <a:cubicBezTo>
                  <a:pt x="4021209" y="808733"/>
                  <a:pt x="3904505" y="1005081"/>
                  <a:pt x="3902315" y="1076995"/>
                </a:cubicBezTo>
                <a:cubicBezTo>
                  <a:pt x="3898886" y="1190057"/>
                  <a:pt x="3893185" y="1353035"/>
                  <a:pt x="3870791" y="1452306"/>
                </a:cubicBezTo>
                <a:cubicBezTo>
                  <a:pt x="3848398" y="1551577"/>
                  <a:pt x="3842969" y="1599785"/>
                  <a:pt x="3767954" y="1672622"/>
                </a:cubicBezTo>
                <a:cubicBezTo>
                  <a:pt x="3692939" y="1745459"/>
                  <a:pt x="3531224" y="1832861"/>
                  <a:pt x="3420703" y="1889327"/>
                </a:cubicBezTo>
                <a:cubicBezTo>
                  <a:pt x="3310182" y="1945793"/>
                  <a:pt x="3211354" y="1981259"/>
                  <a:pt x="3104829" y="2011418"/>
                </a:cubicBezTo>
                <a:cubicBezTo>
                  <a:pt x="2998304" y="2041577"/>
                  <a:pt x="2928357" y="2093413"/>
                  <a:pt x="2781551" y="2070283"/>
                </a:cubicBezTo>
                <a:cubicBezTo>
                  <a:pt x="2634745" y="2047153"/>
                  <a:pt x="2356201" y="1973795"/>
                  <a:pt x="2223994" y="1872640"/>
                </a:cubicBezTo>
                <a:cubicBezTo>
                  <a:pt x="2127982" y="1799202"/>
                  <a:pt x="2129698" y="1696379"/>
                  <a:pt x="2098132" y="1623751"/>
                </a:cubicBezTo>
                <a:cubicBezTo>
                  <a:pt x="2066566" y="1551123"/>
                  <a:pt x="2054888" y="1499545"/>
                  <a:pt x="2034600" y="1436870"/>
                </a:cubicBezTo>
                <a:cubicBezTo>
                  <a:pt x="2009454" y="1358861"/>
                  <a:pt x="1977355" y="1280565"/>
                  <a:pt x="1913347" y="1230368"/>
                </a:cubicBezTo>
                <a:cubicBezTo>
                  <a:pt x="1869722" y="1196078"/>
                  <a:pt x="1815811" y="1179029"/>
                  <a:pt x="1761614" y="1165789"/>
                </a:cubicBezTo>
                <a:cubicBezTo>
                  <a:pt x="1711322" y="1153502"/>
                  <a:pt x="1660172" y="1143405"/>
                  <a:pt x="1608452" y="1144262"/>
                </a:cubicBezTo>
                <a:cubicBezTo>
                  <a:pt x="1544158" y="1145310"/>
                  <a:pt x="1480912" y="1162836"/>
                  <a:pt x="1416904" y="1157597"/>
                </a:cubicBezTo>
                <a:cubicBezTo>
                  <a:pt x="1377089" y="1154359"/>
                  <a:pt x="1338608" y="1141595"/>
                  <a:pt x="1304318" y="1121021"/>
                </a:cubicBezTo>
                <a:cubicBezTo>
                  <a:pt x="1247168" y="1086731"/>
                  <a:pt x="1205639" y="1032820"/>
                  <a:pt x="1163824" y="980623"/>
                </a:cubicBezTo>
                <a:cubicBezTo>
                  <a:pt x="1101245" y="902518"/>
                  <a:pt x="1037618" y="825080"/>
                  <a:pt x="976277" y="746022"/>
                </a:cubicBezTo>
                <a:cubicBezTo>
                  <a:pt x="900200" y="563519"/>
                  <a:pt x="532109" y="451669"/>
                  <a:pt x="359027" y="346182"/>
                </a:cubicBezTo>
                <a:cubicBezTo>
                  <a:pt x="185945" y="240695"/>
                  <a:pt x="74353" y="35023"/>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8" name="Freeform: Shape 57">
            <a:extLst>
              <a:ext uri="{FF2B5EF4-FFF2-40B4-BE49-F238E27FC236}">
                <a16:creationId xmlns:a16="http://schemas.microsoft.com/office/drawing/2014/main" id="{943DDB46-563C-231A-A5FF-30EEAE27AA88}"/>
              </a:ext>
            </a:extLst>
          </p:cNvPr>
          <p:cNvSpPr/>
          <p:nvPr userDrawn="1"/>
        </p:nvSpPr>
        <p:spPr>
          <a:xfrm rot="531377" flipH="1">
            <a:off x="7173296" y="-327492"/>
            <a:ext cx="4664635" cy="3275072"/>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58378 w 3094346"/>
              <a:gd name="connsiteY17" fmla="*/ 697325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2894152 w 3094346"/>
              <a:gd name="connsiteY4" fmla="*/ 1529941 h 1736284"/>
              <a:gd name="connsiteX5" fmla="*/ 2698985 w 3094346"/>
              <a:gd name="connsiteY5" fmla="*/ 1657671 h 1736284"/>
              <a:gd name="connsiteX6" fmla="*/ 2423712 w 3094346"/>
              <a:gd name="connsiteY6" fmla="*/ 1734253 h 1736284"/>
              <a:gd name="connsiteX7" fmla="*/ 2237022 w 3094346"/>
              <a:gd name="connsiteY7" fmla="*/ 1715107 h 1736284"/>
              <a:gd name="connsiteX8" fmla="*/ 2081384 w 3094346"/>
              <a:gd name="connsiteY8" fmla="*/ 1619381 h 1736284"/>
              <a:gd name="connsiteX9" fmla="*/ 2000040 w 3094346"/>
              <a:gd name="connsiteY9" fmla="*/ 1494985 h 1736284"/>
              <a:gd name="connsiteX10" fmla="*/ 1988038 w 3094346"/>
              <a:gd name="connsiteY10" fmla="*/ 1260479 h 1736284"/>
              <a:gd name="connsiteX11" fmla="*/ 2028710 w 3094346"/>
              <a:gd name="connsiteY11" fmla="*/ 1071503 h 1736284"/>
              <a:gd name="connsiteX12" fmla="*/ 2028710 w 3094346"/>
              <a:gd name="connsiteY12" fmla="*/ 932724 h 1736284"/>
              <a:gd name="connsiteX13" fmla="*/ 1801691 w 3094346"/>
              <a:gd name="connsiteY13" fmla="*/ 859018 h 1736284"/>
              <a:gd name="connsiteX14" fmla="*/ 1583035 w 3094346"/>
              <a:gd name="connsiteY14" fmla="*/ 806738 h 1736284"/>
              <a:gd name="connsiteX15" fmla="*/ 1345454 w 3094346"/>
              <a:gd name="connsiteY15" fmla="*/ 815011 h 1736284"/>
              <a:gd name="connsiteX16" fmla="*/ 1058378 w 3094346"/>
              <a:gd name="connsiteY16" fmla="*/ 697325 h 1736284"/>
              <a:gd name="connsiteX17" fmla="*/ 771982 w 3094346"/>
              <a:gd name="connsiteY17" fmla="*/ 492478 h 1736284"/>
              <a:gd name="connsiteX18" fmla="*/ 0 w 3094346"/>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894152 w 3122957"/>
              <a:gd name="connsiteY4" fmla="*/ 1529941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931037 w 3122957"/>
              <a:gd name="connsiteY4" fmla="*/ 1539526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134"/>
              <a:gd name="connsiteX1" fmla="*/ 3077698 w 3122957"/>
              <a:gd name="connsiteY1" fmla="*/ 526102 h 1736134"/>
              <a:gd name="connsiteX2" fmla="*/ 3093891 w 3122957"/>
              <a:gd name="connsiteY2" fmla="*/ 830711 h 1736134"/>
              <a:gd name="connsiteX3" fmla="*/ 3119253 w 3122957"/>
              <a:gd name="connsiteY3" fmla="*/ 1220755 h 1736134"/>
              <a:gd name="connsiteX4" fmla="*/ 2931037 w 3122957"/>
              <a:gd name="connsiteY4" fmla="*/ 1539526 h 1736134"/>
              <a:gd name="connsiteX5" fmla="*/ 2715004 w 3122957"/>
              <a:gd name="connsiteY5" fmla="*/ 1685811 h 1736134"/>
              <a:gd name="connsiteX6" fmla="*/ 2423712 w 3122957"/>
              <a:gd name="connsiteY6" fmla="*/ 1734253 h 1736134"/>
              <a:gd name="connsiteX7" fmla="*/ 2237022 w 3122957"/>
              <a:gd name="connsiteY7" fmla="*/ 1715107 h 1736134"/>
              <a:gd name="connsiteX8" fmla="*/ 2081384 w 3122957"/>
              <a:gd name="connsiteY8" fmla="*/ 1619381 h 1736134"/>
              <a:gd name="connsiteX9" fmla="*/ 2000040 w 3122957"/>
              <a:gd name="connsiteY9" fmla="*/ 1494985 h 1736134"/>
              <a:gd name="connsiteX10" fmla="*/ 1988038 w 3122957"/>
              <a:gd name="connsiteY10" fmla="*/ 1260479 h 1736134"/>
              <a:gd name="connsiteX11" fmla="*/ 2028710 w 3122957"/>
              <a:gd name="connsiteY11" fmla="*/ 1071503 h 1736134"/>
              <a:gd name="connsiteX12" fmla="*/ 2028710 w 3122957"/>
              <a:gd name="connsiteY12" fmla="*/ 932724 h 1736134"/>
              <a:gd name="connsiteX13" fmla="*/ 1801691 w 3122957"/>
              <a:gd name="connsiteY13" fmla="*/ 859018 h 1736134"/>
              <a:gd name="connsiteX14" fmla="*/ 1583035 w 3122957"/>
              <a:gd name="connsiteY14" fmla="*/ 806738 h 1736134"/>
              <a:gd name="connsiteX15" fmla="*/ 1345454 w 3122957"/>
              <a:gd name="connsiteY15" fmla="*/ 815011 h 1736134"/>
              <a:gd name="connsiteX16" fmla="*/ 1058378 w 3122957"/>
              <a:gd name="connsiteY16" fmla="*/ 697325 h 1736134"/>
              <a:gd name="connsiteX17" fmla="*/ 771982 w 3122957"/>
              <a:gd name="connsiteY17" fmla="*/ 492478 h 1736134"/>
              <a:gd name="connsiteX18" fmla="*/ 0 w 3122957"/>
              <a:gd name="connsiteY18" fmla="*/ 0 h 1736134"/>
              <a:gd name="connsiteX0" fmla="*/ 3055410 w 3122957"/>
              <a:gd name="connsiteY0" fmla="*/ 285595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58334 w 3122957"/>
              <a:gd name="connsiteY3" fmla="*/ 1534064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88419"/>
              <a:gd name="connsiteY0" fmla="*/ 249631 h 1736134"/>
              <a:gd name="connsiteX1" fmla="*/ 3093891 w 3188419"/>
              <a:gd name="connsiteY1" fmla="*/ 830711 h 1736134"/>
              <a:gd name="connsiteX2" fmla="*/ 3186853 w 3188419"/>
              <a:gd name="connsiteY2" fmla="*/ 1243946 h 1736134"/>
              <a:gd name="connsiteX3" fmla="*/ 2958334 w 3188419"/>
              <a:gd name="connsiteY3" fmla="*/ 1534064 h 1736134"/>
              <a:gd name="connsiteX4" fmla="*/ 2715004 w 3188419"/>
              <a:gd name="connsiteY4" fmla="*/ 1685811 h 1736134"/>
              <a:gd name="connsiteX5" fmla="*/ 2423712 w 3188419"/>
              <a:gd name="connsiteY5" fmla="*/ 1734253 h 1736134"/>
              <a:gd name="connsiteX6" fmla="*/ 2237022 w 3188419"/>
              <a:gd name="connsiteY6" fmla="*/ 1715107 h 1736134"/>
              <a:gd name="connsiteX7" fmla="*/ 2081384 w 3188419"/>
              <a:gd name="connsiteY7" fmla="*/ 1619381 h 1736134"/>
              <a:gd name="connsiteX8" fmla="*/ 2000040 w 3188419"/>
              <a:gd name="connsiteY8" fmla="*/ 1494985 h 1736134"/>
              <a:gd name="connsiteX9" fmla="*/ 1988038 w 3188419"/>
              <a:gd name="connsiteY9" fmla="*/ 1260479 h 1736134"/>
              <a:gd name="connsiteX10" fmla="*/ 2028710 w 3188419"/>
              <a:gd name="connsiteY10" fmla="*/ 1071503 h 1736134"/>
              <a:gd name="connsiteX11" fmla="*/ 2028710 w 3188419"/>
              <a:gd name="connsiteY11" fmla="*/ 932724 h 1736134"/>
              <a:gd name="connsiteX12" fmla="*/ 1801691 w 3188419"/>
              <a:gd name="connsiteY12" fmla="*/ 859018 h 1736134"/>
              <a:gd name="connsiteX13" fmla="*/ 1583035 w 3188419"/>
              <a:gd name="connsiteY13" fmla="*/ 806738 h 1736134"/>
              <a:gd name="connsiteX14" fmla="*/ 1345454 w 3188419"/>
              <a:gd name="connsiteY14" fmla="*/ 815011 h 1736134"/>
              <a:gd name="connsiteX15" fmla="*/ 1058378 w 3188419"/>
              <a:gd name="connsiteY15" fmla="*/ 697325 h 1736134"/>
              <a:gd name="connsiteX16" fmla="*/ 771982 w 3188419"/>
              <a:gd name="connsiteY16" fmla="*/ 492478 h 1736134"/>
              <a:gd name="connsiteX17" fmla="*/ 0 w 3188419"/>
              <a:gd name="connsiteY17" fmla="*/ 0 h 1736134"/>
              <a:gd name="connsiteX0" fmla="*/ 3026755 w 3188419"/>
              <a:gd name="connsiteY0" fmla="*/ 249631 h 1737300"/>
              <a:gd name="connsiteX1" fmla="*/ 3093891 w 3188419"/>
              <a:gd name="connsiteY1" fmla="*/ 830711 h 1737300"/>
              <a:gd name="connsiteX2" fmla="*/ 3186853 w 3188419"/>
              <a:gd name="connsiteY2" fmla="*/ 1243946 h 1737300"/>
              <a:gd name="connsiteX3" fmla="*/ 2958334 w 3188419"/>
              <a:gd name="connsiteY3" fmla="*/ 1534064 h 1737300"/>
              <a:gd name="connsiteX4" fmla="*/ 2696569 w 3188419"/>
              <a:gd name="connsiteY4" fmla="*/ 1715179 h 1737300"/>
              <a:gd name="connsiteX5" fmla="*/ 2423712 w 3188419"/>
              <a:gd name="connsiteY5" fmla="*/ 1734253 h 1737300"/>
              <a:gd name="connsiteX6" fmla="*/ 2237022 w 3188419"/>
              <a:gd name="connsiteY6" fmla="*/ 1715107 h 1737300"/>
              <a:gd name="connsiteX7" fmla="*/ 2081384 w 3188419"/>
              <a:gd name="connsiteY7" fmla="*/ 1619381 h 1737300"/>
              <a:gd name="connsiteX8" fmla="*/ 2000040 w 3188419"/>
              <a:gd name="connsiteY8" fmla="*/ 1494985 h 1737300"/>
              <a:gd name="connsiteX9" fmla="*/ 1988038 w 3188419"/>
              <a:gd name="connsiteY9" fmla="*/ 1260479 h 1737300"/>
              <a:gd name="connsiteX10" fmla="*/ 2028710 w 3188419"/>
              <a:gd name="connsiteY10" fmla="*/ 1071503 h 1737300"/>
              <a:gd name="connsiteX11" fmla="*/ 2028710 w 3188419"/>
              <a:gd name="connsiteY11" fmla="*/ 932724 h 1737300"/>
              <a:gd name="connsiteX12" fmla="*/ 1801691 w 3188419"/>
              <a:gd name="connsiteY12" fmla="*/ 859018 h 1737300"/>
              <a:gd name="connsiteX13" fmla="*/ 1583035 w 3188419"/>
              <a:gd name="connsiteY13" fmla="*/ 806738 h 1737300"/>
              <a:gd name="connsiteX14" fmla="*/ 1345454 w 3188419"/>
              <a:gd name="connsiteY14" fmla="*/ 815011 h 1737300"/>
              <a:gd name="connsiteX15" fmla="*/ 1058378 w 3188419"/>
              <a:gd name="connsiteY15" fmla="*/ 697325 h 1737300"/>
              <a:gd name="connsiteX16" fmla="*/ 771982 w 3188419"/>
              <a:gd name="connsiteY16" fmla="*/ 492478 h 1737300"/>
              <a:gd name="connsiteX17" fmla="*/ 0 w 3188419"/>
              <a:gd name="connsiteY17" fmla="*/ 0 h 1737300"/>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0 w 3188419"/>
              <a:gd name="connsiteY17" fmla="*/ 0 h 1754699"/>
              <a:gd name="connsiteX0" fmla="*/ 3026755 w 3188419"/>
              <a:gd name="connsiteY0" fmla="*/ 249631 h 1754699"/>
              <a:gd name="connsiteX1" fmla="*/ 3159281 w 3188419"/>
              <a:gd name="connsiteY1" fmla="*/ 547141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0 w 3188419"/>
              <a:gd name="connsiteY18" fmla="*/ 0 h 1754699"/>
              <a:gd name="connsiteX0" fmla="*/ 3026755 w 3188419"/>
              <a:gd name="connsiteY0" fmla="*/ 249631 h 1754699"/>
              <a:gd name="connsiteX1" fmla="*/ 3159281 w 3188419"/>
              <a:gd name="connsiteY1" fmla="*/ 547141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283186 w 3188419"/>
              <a:gd name="connsiteY18" fmla="*/ 207761 h 1754699"/>
              <a:gd name="connsiteX19" fmla="*/ 0 w 3188419"/>
              <a:gd name="connsiteY19" fmla="*/ 0 h 1754699"/>
              <a:gd name="connsiteX0" fmla="*/ 2922351 w 3084015"/>
              <a:gd name="connsiteY0" fmla="*/ 425796 h 1930864"/>
              <a:gd name="connsiteX1" fmla="*/ 3054877 w 3084015"/>
              <a:gd name="connsiteY1" fmla="*/ 723306 h 1930864"/>
              <a:gd name="connsiteX2" fmla="*/ 2989487 w 3084015"/>
              <a:gd name="connsiteY2" fmla="*/ 1006876 h 1930864"/>
              <a:gd name="connsiteX3" fmla="*/ 3082449 w 3084015"/>
              <a:gd name="connsiteY3" fmla="*/ 1420111 h 1930864"/>
              <a:gd name="connsiteX4" fmla="*/ 2853930 w 3084015"/>
              <a:gd name="connsiteY4" fmla="*/ 1710229 h 1930864"/>
              <a:gd name="connsiteX5" fmla="*/ 2592165 w 3084015"/>
              <a:gd name="connsiteY5" fmla="*/ 1891344 h 1930864"/>
              <a:gd name="connsiteX6" fmla="*/ 2347863 w 3084015"/>
              <a:gd name="connsiteY6" fmla="*/ 1930864 h 1930864"/>
              <a:gd name="connsiteX7" fmla="*/ 2132618 w 3084015"/>
              <a:gd name="connsiteY7" fmla="*/ 1891272 h 1930864"/>
              <a:gd name="connsiteX8" fmla="*/ 1976980 w 3084015"/>
              <a:gd name="connsiteY8" fmla="*/ 1795546 h 1930864"/>
              <a:gd name="connsiteX9" fmla="*/ 1895636 w 3084015"/>
              <a:gd name="connsiteY9" fmla="*/ 1671150 h 1930864"/>
              <a:gd name="connsiteX10" fmla="*/ 1883634 w 3084015"/>
              <a:gd name="connsiteY10" fmla="*/ 1436644 h 1930864"/>
              <a:gd name="connsiteX11" fmla="*/ 1924306 w 3084015"/>
              <a:gd name="connsiteY11" fmla="*/ 1247668 h 1930864"/>
              <a:gd name="connsiteX12" fmla="*/ 1924306 w 3084015"/>
              <a:gd name="connsiteY12" fmla="*/ 1108889 h 1930864"/>
              <a:gd name="connsiteX13" fmla="*/ 1697287 w 3084015"/>
              <a:gd name="connsiteY13" fmla="*/ 1035183 h 1930864"/>
              <a:gd name="connsiteX14" fmla="*/ 1478631 w 3084015"/>
              <a:gd name="connsiteY14" fmla="*/ 982903 h 1930864"/>
              <a:gd name="connsiteX15" fmla="*/ 1241050 w 3084015"/>
              <a:gd name="connsiteY15" fmla="*/ 991176 h 1930864"/>
              <a:gd name="connsiteX16" fmla="*/ 953974 w 3084015"/>
              <a:gd name="connsiteY16" fmla="*/ 873490 h 1930864"/>
              <a:gd name="connsiteX17" fmla="*/ 667578 w 3084015"/>
              <a:gd name="connsiteY17" fmla="*/ 668643 h 1930864"/>
              <a:gd name="connsiteX18" fmla="*/ 178782 w 3084015"/>
              <a:gd name="connsiteY18" fmla="*/ 383926 h 1930864"/>
              <a:gd name="connsiteX19" fmla="*/ 0 w 3084015"/>
              <a:gd name="connsiteY19" fmla="*/ 0 h 1930864"/>
              <a:gd name="connsiteX0" fmla="*/ 3009481 w 3084015"/>
              <a:gd name="connsiteY0" fmla="*/ 386861 h 1930864"/>
              <a:gd name="connsiteX1" fmla="*/ 3054877 w 3084015"/>
              <a:gd name="connsiteY1" fmla="*/ 723306 h 1930864"/>
              <a:gd name="connsiteX2" fmla="*/ 2989487 w 3084015"/>
              <a:gd name="connsiteY2" fmla="*/ 1006876 h 1930864"/>
              <a:gd name="connsiteX3" fmla="*/ 3082449 w 3084015"/>
              <a:gd name="connsiteY3" fmla="*/ 1420111 h 1930864"/>
              <a:gd name="connsiteX4" fmla="*/ 2853930 w 3084015"/>
              <a:gd name="connsiteY4" fmla="*/ 1710229 h 1930864"/>
              <a:gd name="connsiteX5" fmla="*/ 2592165 w 3084015"/>
              <a:gd name="connsiteY5" fmla="*/ 1891344 h 1930864"/>
              <a:gd name="connsiteX6" fmla="*/ 2347863 w 3084015"/>
              <a:gd name="connsiteY6" fmla="*/ 1930864 h 1930864"/>
              <a:gd name="connsiteX7" fmla="*/ 2132618 w 3084015"/>
              <a:gd name="connsiteY7" fmla="*/ 1891272 h 1930864"/>
              <a:gd name="connsiteX8" fmla="*/ 1976980 w 3084015"/>
              <a:gd name="connsiteY8" fmla="*/ 1795546 h 1930864"/>
              <a:gd name="connsiteX9" fmla="*/ 1895636 w 3084015"/>
              <a:gd name="connsiteY9" fmla="*/ 1671150 h 1930864"/>
              <a:gd name="connsiteX10" fmla="*/ 1883634 w 3084015"/>
              <a:gd name="connsiteY10" fmla="*/ 1436644 h 1930864"/>
              <a:gd name="connsiteX11" fmla="*/ 1924306 w 3084015"/>
              <a:gd name="connsiteY11" fmla="*/ 1247668 h 1930864"/>
              <a:gd name="connsiteX12" fmla="*/ 1924306 w 3084015"/>
              <a:gd name="connsiteY12" fmla="*/ 1108889 h 1930864"/>
              <a:gd name="connsiteX13" fmla="*/ 1697287 w 3084015"/>
              <a:gd name="connsiteY13" fmla="*/ 1035183 h 1930864"/>
              <a:gd name="connsiteX14" fmla="*/ 1478631 w 3084015"/>
              <a:gd name="connsiteY14" fmla="*/ 982903 h 1930864"/>
              <a:gd name="connsiteX15" fmla="*/ 1241050 w 3084015"/>
              <a:gd name="connsiteY15" fmla="*/ 991176 h 1930864"/>
              <a:gd name="connsiteX16" fmla="*/ 953974 w 3084015"/>
              <a:gd name="connsiteY16" fmla="*/ 873490 h 1930864"/>
              <a:gd name="connsiteX17" fmla="*/ 667578 w 3084015"/>
              <a:gd name="connsiteY17" fmla="*/ 668643 h 1930864"/>
              <a:gd name="connsiteX18" fmla="*/ 178782 w 3084015"/>
              <a:gd name="connsiteY18" fmla="*/ 383926 h 1930864"/>
              <a:gd name="connsiteX19" fmla="*/ 0 w 3084015"/>
              <a:gd name="connsiteY19" fmla="*/ 0 h 1930864"/>
              <a:gd name="connsiteX0" fmla="*/ 3009481 w 3158815"/>
              <a:gd name="connsiteY0" fmla="*/ 386861 h 1930864"/>
              <a:gd name="connsiteX1" fmla="*/ 3158362 w 3158815"/>
              <a:gd name="connsiteY1" fmla="*/ 715138 h 1930864"/>
              <a:gd name="connsiteX2" fmla="*/ 2989487 w 3158815"/>
              <a:gd name="connsiteY2" fmla="*/ 1006876 h 1930864"/>
              <a:gd name="connsiteX3" fmla="*/ 3082449 w 3158815"/>
              <a:gd name="connsiteY3" fmla="*/ 1420111 h 1930864"/>
              <a:gd name="connsiteX4" fmla="*/ 2853930 w 3158815"/>
              <a:gd name="connsiteY4" fmla="*/ 1710229 h 1930864"/>
              <a:gd name="connsiteX5" fmla="*/ 2592165 w 3158815"/>
              <a:gd name="connsiteY5" fmla="*/ 1891344 h 1930864"/>
              <a:gd name="connsiteX6" fmla="*/ 2347863 w 3158815"/>
              <a:gd name="connsiteY6" fmla="*/ 1930864 h 1930864"/>
              <a:gd name="connsiteX7" fmla="*/ 2132618 w 3158815"/>
              <a:gd name="connsiteY7" fmla="*/ 1891272 h 1930864"/>
              <a:gd name="connsiteX8" fmla="*/ 1976980 w 3158815"/>
              <a:gd name="connsiteY8" fmla="*/ 1795546 h 1930864"/>
              <a:gd name="connsiteX9" fmla="*/ 1895636 w 3158815"/>
              <a:gd name="connsiteY9" fmla="*/ 1671150 h 1930864"/>
              <a:gd name="connsiteX10" fmla="*/ 1883634 w 3158815"/>
              <a:gd name="connsiteY10" fmla="*/ 1436644 h 1930864"/>
              <a:gd name="connsiteX11" fmla="*/ 1924306 w 3158815"/>
              <a:gd name="connsiteY11" fmla="*/ 1247668 h 1930864"/>
              <a:gd name="connsiteX12" fmla="*/ 1924306 w 3158815"/>
              <a:gd name="connsiteY12" fmla="*/ 1108889 h 1930864"/>
              <a:gd name="connsiteX13" fmla="*/ 1697287 w 3158815"/>
              <a:gd name="connsiteY13" fmla="*/ 1035183 h 1930864"/>
              <a:gd name="connsiteX14" fmla="*/ 1478631 w 3158815"/>
              <a:gd name="connsiteY14" fmla="*/ 982903 h 1930864"/>
              <a:gd name="connsiteX15" fmla="*/ 1241050 w 3158815"/>
              <a:gd name="connsiteY15" fmla="*/ 991176 h 1930864"/>
              <a:gd name="connsiteX16" fmla="*/ 953974 w 3158815"/>
              <a:gd name="connsiteY16" fmla="*/ 873490 h 1930864"/>
              <a:gd name="connsiteX17" fmla="*/ 667578 w 3158815"/>
              <a:gd name="connsiteY17" fmla="*/ 668643 h 1930864"/>
              <a:gd name="connsiteX18" fmla="*/ 178782 w 3158815"/>
              <a:gd name="connsiteY18" fmla="*/ 383926 h 1930864"/>
              <a:gd name="connsiteX19" fmla="*/ 0 w 3158815"/>
              <a:gd name="connsiteY19" fmla="*/ 0 h 1930864"/>
              <a:gd name="connsiteX0" fmla="*/ 3009481 w 3158972"/>
              <a:gd name="connsiteY0" fmla="*/ 386861 h 1930864"/>
              <a:gd name="connsiteX1" fmla="*/ 3158362 w 3158972"/>
              <a:gd name="connsiteY1" fmla="*/ 715138 h 1930864"/>
              <a:gd name="connsiteX2" fmla="*/ 3042847 w 3158972"/>
              <a:gd name="connsiteY2" fmla="*/ 1014114 h 1930864"/>
              <a:gd name="connsiteX3" fmla="*/ 3082449 w 3158972"/>
              <a:gd name="connsiteY3" fmla="*/ 1420111 h 1930864"/>
              <a:gd name="connsiteX4" fmla="*/ 2853930 w 3158972"/>
              <a:gd name="connsiteY4" fmla="*/ 1710229 h 1930864"/>
              <a:gd name="connsiteX5" fmla="*/ 2592165 w 3158972"/>
              <a:gd name="connsiteY5" fmla="*/ 1891344 h 1930864"/>
              <a:gd name="connsiteX6" fmla="*/ 2347863 w 3158972"/>
              <a:gd name="connsiteY6" fmla="*/ 1930864 h 1930864"/>
              <a:gd name="connsiteX7" fmla="*/ 2132618 w 3158972"/>
              <a:gd name="connsiteY7" fmla="*/ 1891272 h 1930864"/>
              <a:gd name="connsiteX8" fmla="*/ 1976980 w 3158972"/>
              <a:gd name="connsiteY8" fmla="*/ 1795546 h 1930864"/>
              <a:gd name="connsiteX9" fmla="*/ 1895636 w 3158972"/>
              <a:gd name="connsiteY9" fmla="*/ 1671150 h 1930864"/>
              <a:gd name="connsiteX10" fmla="*/ 1883634 w 3158972"/>
              <a:gd name="connsiteY10" fmla="*/ 1436644 h 1930864"/>
              <a:gd name="connsiteX11" fmla="*/ 1924306 w 3158972"/>
              <a:gd name="connsiteY11" fmla="*/ 1247668 h 1930864"/>
              <a:gd name="connsiteX12" fmla="*/ 1924306 w 3158972"/>
              <a:gd name="connsiteY12" fmla="*/ 1108889 h 1930864"/>
              <a:gd name="connsiteX13" fmla="*/ 1697287 w 3158972"/>
              <a:gd name="connsiteY13" fmla="*/ 1035183 h 1930864"/>
              <a:gd name="connsiteX14" fmla="*/ 1478631 w 3158972"/>
              <a:gd name="connsiteY14" fmla="*/ 982903 h 1930864"/>
              <a:gd name="connsiteX15" fmla="*/ 1241050 w 3158972"/>
              <a:gd name="connsiteY15" fmla="*/ 991176 h 1930864"/>
              <a:gd name="connsiteX16" fmla="*/ 953974 w 3158972"/>
              <a:gd name="connsiteY16" fmla="*/ 873490 h 1930864"/>
              <a:gd name="connsiteX17" fmla="*/ 667578 w 3158972"/>
              <a:gd name="connsiteY17" fmla="*/ 668643 h 1930864"/>
              <a:gd name="connsiteX18" fmla="*/ 178782 w 3158972"/>
              <a:gd name="connsiteY18" fmla="*/ 383926 h 1930864"/>
              <a:gd name="connsiteX19" fmla="*/ 0 w 3158972"/>
              <a:gd name="connsiteY19" fmla="*/ 0 h 193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58972" h="1930864">
                <a:moveTo>
                  <a:pt x="3009481" y="386861"/>
                </a:moveTo>
                <a:cubicBezTo>
                  <a:pt x="3016346" y="450241"/>
                  <a:pt x="3147173" y="618291"/>
                  <a:pt x="3158362" y="715138"/>
                </a:cubicBezTo>
                <a:cubicBezTo>
                  <a:pt x="3169551" y="811985"/>
                  <a:pt x="3023029" y="911775"/>
                  <a:pt x="3042847" y="1014114"/>
                </a:cubicBezTo>
                <a:cubicBezTo>
                  <a:pt x="3045133" y="1130224"/>
                  <a:pt x="3098070" y="1305049"/>
                  <a:pt x="3082449" y="1420111"/>
                </a:cubicBezTo>
                <a:cubicBezTo>
                  <a:pt x="3049159" y="1536649"/>
                  <a:pt x="2935644" y="1631690"/>
                  <a:pt x="2853930" y="1710229"/>
                </a:cubicBezTo>
                <a:cubicBezTo>
                  <a:pt x="2772216" y="1788768"/>
                  <a:pt x="2676510" y="1854572"/>
                  <a:pt x="2592165" y="1891344"/>
                </a:cubicBezTo>
                <a:cubicBezTo>
                  <a:pt x="2507821" y="1928117"/>
                  <a:pt x="2424454" y="1930876"/>
                  <a:pt x="2347863" y="1930864"/>
                </a:cubicBezTo>
                <a:cubicBezTo>
                  <a:pt x="2271272" y="1930852"/>
                  <a:pt x="2194432" y="1913825"/>
                  <a:pt x="2132618" y="1891272"/>
                </a:cubicBezTo>
                <a:cubicBezTo>
                  <a:pt x="2070804" y="1868719"/>
                  <a:pt x="2020794" y="1838980"/>
                  <a:pt x="1976980" y="1795546"/>
                </a:cubicBezTo>
                <a:cubicBezTo>
                  <a:pt x="1941261" y="1760208"/>
                  <a:pt x="1912686" y="1718298"/>
                  <a:pt x="1895636" y="1671150"/>
                </a:cubicBezTo>
                <a:cubicBezTo>
                  <a:pt x="1868585" y="1596569"/>
                  <a:pt x="1870204" y="1515225"/>
                  <a:pt x="1883634" y="1436644"/>
                </a:cubicBezTo>
                <a:cubicBezTo>
                  <a:pt x="1894493" y="1373112"/>
                  <a:pt x="1912495" y="1311009"/>
                  <a:pt x="1924306" y="1247668"/>
                </a:cubicBezTo>
                <a:cubicBezTo>
                  <a:pt x="1932879" y="1201472"/>
                  <a:pt x="1962143" y="1144303"/>
                  <a:pt x="1924306" y="1108889"/>
                </a:cubicBezTo>
                <a:cubicBezTo>
                  <a:pt x="1886470" y="1073475"/>
                  <a:pt x="1771566" y="1056181"/>
                  <a:pt x="1697287" y="1035183"/>
                </a:cubicBezTo>
                <a:cubicBezTo>
                  <a:pt x="1623008" y="1014185"/>
                  <a:pt x="1554671" y="990238"/>
                  <a:pt x="1478631" y="982903"/>
                </a:cubicBezTo>
                <a:cubicBezTo>
                  <a:pt x="1402592" y="975569"/>
                  <a:pt x="1328493" y="1009412"/>
                  <a:pt x="1241050" y="991176"/>
                </a:cubicBezTo>
                <a:cubicBezTo>
                  <a:pt x="1153607" y="972940"/>
                  <a:pt x="1049553" y="927246"/>
                  <a:pt x="953974" y="873490"/>
                </a:cubicBezTo>
                <a:cubicBezTo>
                  <a:pt x="858395" y="819735"/>
                  <a:pt x="790240" y="756223"/>
                  <a:pt x="667578" y="668643"/>
                </a:cubicBezTo>
                <a:cubicBezTo>
                  <a:pt x="544916" y="581063"/>
                  <a:pt x="307446" y="466006"/>
                  <a:pt x="178782" y="383926"/>
                </a:cubicBezTo>
                <a:cubicBezTo>
                  <a:pt x="50118" y="301846"/>
                  <a:pt x="53735" y="28641"/>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9" name="Freeform: Shape 58">
            <a:extLst>
              <a:ext uri="{FF2B5EF4-FFF2-40B4-BE49-F238E27FC236}">
                <a16:creationId xmlns:a16="http://schemas.microsoft.com/office/drawing/2014/main" id="{AB94C19C-E96C-D71C-70FE-C26400EA467C}"/>
              </a:ext>
            </a:extLst>
          </p:cNvPr>
          <p:cNvSpPr/>
          <p:nvPr userDrawn="1"/>
        </p:nvSpPr>
        <p:spPr>
          <a:xfrm rot="843214" flipH="1">
            <a:off x="7655193" y="-392345"/>
            <a:ext cx="3146135" cy="275842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2219862 w 2541403"/>
              <a:gd name="connsiteY0" fmla="*/ 424581 h 1718229"/>
              <a:gd name="connsiteX1" fmla="*/ 2511965 w 2541403"/>
              <a:gd name="connsiteY1" fmla="*/ 1022155 h 1718229"/>
              <a:gd name="connsiteX2" fmla="*/ 2523967 w 2541403"/>
              <a:gd name="connsiteY2" fmla="*/ 1369055 h 1718229"/>
              <a:gd name="connsiteX3" fmla="*/ 2422240 w 2541403"/>
              <a:gd name="connsiteY3" fmla="*/ 1644232 h 1718229"/>
              <a:gd name="connsiteX4" fmla="*/ 2252695 w 2541403"/>
              <a:gd name="connsiteY4" fmla="*/ 1716051 h 1718229"/>
              <a:gd name="connsiteX5" fmla="*/ 2129060 w 2541403"/>
              <a:gd name="connsiteY5" fmla="*/ 1700144 h 1718229"/>
              <a:gd name="connsiteX6" fmla="*/ 2029334 w 2541403"/>
              <a:gd name="connsiteY6" fmla="*/ 1556602 h 1718229"/>
              <a:gd name="connsiteX7" fmla="*/ 1996798 w 2541403"/>
              <a:gd name="connsiteY7" fmla="*/ 1358726 h 1718229"/>
              <a:gd name="connsiteX8" fmla="*/ 2024655 w 2541403"/>
              <a:gd name="connsiteY8" fmla="*/ 1097126 h 1718229"/>
              <a:gd name="connsiteX9" fmla="*/ 1968514 w 2541403"/>
              <a:gd name="connsiteY9" fmla="*/ 931247 h 1718229"/>
              <a:gd name="connsiteX10" fmla="*/ 1812324 w 2541403"/>
              <a:gd name="connsiteY10" fmla="*/ 812405 h 1718229"/>
              <a:gd name="connsiteX11" fmla="*/ 1497383 w 2541403"/>
              <a:gd name="connsiteY11" fmla="*/ 746617 h 1718229"/>
              <a:gd name="connsiteX12" fmla="*/ 1171348 w 2541403"/>
              <a:gd name="connsiteY12" fmla="*/ 790249 h 1718229"/>
              <a:gd name="connsiteX13" fmla="*/ 43180 w 2541403"/>
              <a:gd name="connsiteY13" fmla="*/ 0 h 1718229"/>
              <a:gd name="connsiteX0" fmla="*/ 2177427 w 2498968"/>
              <a:gd name="connsiteY0" fmla="*/ 424581 h 1718229"/>
              <a:gd name="connsiteX1" fmla="*/ 2469530 w 2498968"/>
              <a:gd name="connsiteY1" fmla="*/ 1022155 h 1718229"/>
              <a:gd name="connsiteX2" fmla="*/ 2481532 w 2498968"/>
              <a:gd name="connsiteY2" fmla="*/ 1369055 h 1718229"/>
              <a:gd name="connsiteX3" fmla="*/ 2379805 w 2498968"/>
              <a:gd name="connsiteY3" fmla="*/ 1644232 h 1718229"/>
              <a:gd name="connsiteX4" fmla="*/ 2210260 w 2498968"/>
              <a:gd name="connsiteY4" fmla="*/ 1716051 h 1718229"/>
              <a:gd name="connsiteX5" fmla="*/ 2086625 w 2498968"/>
              <a:gd name="connsiteY5" fmla="*/ 1700144 h 1718229"/>
              <a:gd name="connsiteX6" fmla="*/ 1986899 w 2498968"/>
              <a:gd name="connsiteY6" fmla="*/ 1556602 h 1718229"/>
              <a:gd name="connsiteX7" fmla="*/ 1954363 w 2498968"/>
              <a:gd name="connsiteY7" fmla="*/ 1358726 h 1718229"/>
              <a:gd name="connsiteX8" fmla="*/ 1982220 w 2498968"/>
              <a:gd name="connsiteY8" fmla="*/ 1097126 h 1718229"/>
              <a:gd name="connsiteX9" fmla="*/ 1926079 w 2498968"/>
              <a:gd name="connsiteY9" fmla="*/ 931247 h 1718229"/>
              <a:gd name="connsiteX10" fmla="*/ 1769889 w 2498968"/>
              <a:gd name="connsiteY10" fmla="*/ 812405 h 1718229"/>
              <a:gd name="connsiteX11" fmla="*/ 1454948 w 2498968"/>
              <a:gd name="connsiteY11" fmla="*/ 746617 h 1718229"/>
              <a:gd name="connsiteX12" fmla="*/ 1128913 w 2498968"/>
              <a:gd name="connsiteY12" fmla="*/ 790249 h 1718229"/>
              <a:gd name="connsiteX13" fmla="*/ 745 w 2498968"/>
              <a:gd name="connsiteY13" fmla="*/ 0 h 1718229"/>
              <a:gd name="connsiteX0" fmla="*/ 2177738 w 2499279"/>
              <a:gd name="connsiteY0" fmla="*/ 424581 h 1718229"/>
              <a:gd name="connsiteX1" fmla="*/ 2469841 w 2499279"/>
              <a:gd name="connsiteY1" fmla="*/ 1022155 h 1718229"/>
              <a:gd name="connsiteX2" fmla="*/ 2481843 w 2499279"/>
              <a:gd name="connsiteY2" fmla="*/ 1369055 h 1718229"/>
              <a:gd name="connsiteX3" fmla="*/ 2380116 w 2499279"/>
              <a:gd name="connsiteY3" fmla="*/ 1644232 h 1718229"/>
              <a:gd name="connsiteX4" fmla="*/ 2210571 w 2499279"/>
              <a:gd name="connsiteY4" fmla="*/ 1716051 h 1718229"/>
              <a:gd name="connsiteX5" fmla="*/ 2086936 w 2499279"/>
              <a:gd name="connsiteY5" fmla="*/ 1700144 h 1718229"/>
              <a:gd name="connsiteX6" fmla="*/ 1987210 w 2499279"/>
              <a:gd name="connsiteY6" fmla="*/ 1556602 h 1718229"/>
              <a:gd name="connsiteX7" fmla="*/ 1954674 w 2499279"/>
              <a:gd name="connsiteY7" fmla="*/ 1358726 h 1718229"/>
              <a:gd name="connsiteX8" fmla="*/ 1982531 w 2499279"/>
              <a:gd name="connsiteY8" fmla="*/ 1097126 h 1718229"/>
              <a:gd name="connsiteX9" fmla="*/ 1926390 w 2499279"/>
              <a:gd name="connsiteY9" fmla="*/ 931247 h 1718229"/>
              <a:gd name="connsiteX10" fmla="*/ 1770200 w 2499279"/>
              <a:gd name="connsiteY10" fmla="*/ 812405 h 1718229"/>
              <a:gd name="connsiteX11" fmla="*/ 1455259 w 2499279"/>
              <a:gd name="connsiteY11" fmla="*/ 746617 h 1718229"/>
              <a:gd name="connsiteX12" fmla="*/ 816897 w 2499279"/>
              <a:gd name="connsiteY12" fmla="*/ 699760 h 1718229"/>
              <a:gd name="connsiteX13" fmla="*/ 1056 w 2499279"/>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9369"/>
              <a:gd name="connsiteX1" fmla="*/ 2470135 w 2499573"/>
              <a:gd name="connsiteY1" fmla="*/ 1022155 h 1719369"/>
              <a:gd name="connsiteX2" fmla="*/ 2482137 w 2499573"/>
              <a:gd name="connsiteY2" fmla="*/ 1369055 h 1719369"/>
              <a:gd name="connsiteX3" fmla="*/ 2380410 w 2499573"/>
              <a:gd name="connsiteY3" fmla="*/ 1644232 h 1719369"/>
              <a:gd name="connsiteX4" fmla="*/ 2210865 w 2499573"/>
              <a:gd name="connsiteY4" fmla="*/ 1716051 h 1719369"/>
              <a:gd name="connsiteX5" fmla="*/ 2087230 w 2499573"/>
              <a:gd name="connsiteY5" fmla="*/ 1700144 h 1719369"/>
              <a:gd name="connsiteX6" fmla="*/ 1880965 w 2499573"/>
              <a:gd name="connsiteY6" fmla="*/ 1693041 h 1719369"/>
              <a:gd name="connsiteX7" fmla="*/ 1954968 w 2499573"/>
              <a:gd name="connsiteY7" fmla="*/ 1358726 h 1719369"/>
              <a:gd name="connsiteX8" fmla="*/ 1982825 w 2499573"/>
              <a:gd name="connsiteY8" fmla="*/ 1097126 h 1719369"/>
              <a:gd name="connsiteX9" fmla="*/ 1926684 w 2499573"/>
              <a:gd name="connsiteY9" fmla="*/ 931247 h 1719369"/>
              <a:gd name="connsiteX10" fmla="*/ 1770494 w 2499573"/>
              <a:gd name="connsiteY10" fmla="*/ 812405 h 1719369"/>
              <a:gd name="connsiteX11" fmla="*/ 1455553 w 2499573"/>
              <a:gd name="connsiteY11" fmla="*/ 746617 h 1719369"/>
              <a:gd name="connsiteX12" fmla="*/ 817191 w 2499573"/>
              <a:gd name="connsiteY12" fmla="*/ 699760 h 1719369"/>
              <a:gd name="connsiteX13" fmla="*/ 1350 w 2499573"/>
              <a:gd name="connsiteY13" fmla="*/ 0 h 1719369"/>
              <a:gd name="connsiteX0" fmla="*/ 2178032 w 2499573"/>
              <a:gd name="connsiteY0" fmla="*/ 424581 h 1719619"/>
              <a:gd name="connsiteX1" fmla="*/ 2470135 w 2499573"/>
              <a:gd name="connsiteY1" fmla="*/ 1022155 h 1719619"/>
              <a:gd name="connsiteX2" fmla="*/ 2482137 w 2499573"/>
              <a:gd name="connsiteY2" fmla="*/ 1369055 h 1719619"/>
              <a:gd name="connsiteX3" fmla="*/ 2380410 w 2499573"/>
              <a:gd name="connsiteY3" fmla="*/ 1644232 h 1719619"/>
              <a:gd name="connsiteX4" fmla="*/ 2210865 w 2499573"/>
              <a:gd name="connsiteY4" fmla="*/ 1716051 h 1719619"/>
              <a:gd name="connsiteX5" fmla="*/ 2087230 w 2499573"/>
              <a:gd name="connsiteY5" fmla="*/ 1700144 h 1719619"/>
              <a:gd name="connsiteX6" fmla="*/ 1880965 w 2499573"/>
              <a:gd name="connsiteY6" fmla="*/ 1693041 h 1719619"/>
              <a:gd name="connsiteX7" fmla="*/ 1937931 w 2499573"/>
              <a:gd name="connsiteY7" fmla="*/ 1355352 h 1719619"/>
              <a:gd name="connsiteX8" fmla="*/ 1982825 w 2499573"/>
              <a:gd name="connsiteY8" fmla="*/ 1097126 h 1719619"/>
              <a:gd name="connsiteX9" fmla="*/ 1926684 w 2499573"/>
              <a:gd name="connsiteY9" fmla="*/ 931247 h 1719619"/>
              <a:gd name="connsiteX10" fmla="*/ 1770494 w 2499573"/>
              <a:gd name="connsiteY10" fmla="*/ 812405 h 1719619"/>
              <a:gd name="connsiteX11" fmla="*/ 1455553 w 2499573"/>
              <a:gd name="connsiteY11" fmla="*/ 746617 h 1719619"/>
              <a:gd name="connsiteX12" fmla="*/ 817191 w 2499573"/>
              <a:gd name="connsiteY12" fmla="*/ 699760 h 1719619"/>
              <a:gd name="connsiteX13" fmla="*/ 1350 w 2499573"/>
              <a:gd name="connsiteY13" fmla="*/ 0 h 1719619"/>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82825 w 2499573"/>
              <a:gd name="connsiteY7" fmla="*/ 1097126 h 1730188"/>
              <a:gd name="connsiteX8" fmla="*/ 1926684 w 2499573"/>
              <a:gd name="connsiteY8" fmla="*/ 931247 h 1730188"/>
              <a:gd name="connsiteX9" fmla="*/ 1770494 w 2499573"/>
              <a:gd name="connsiteY9" fmla="*/ 812405 h 1730188"/>
              <a:gd name="connsiteX10" fmla="*/ 1455553 w 2499573"/>
              <a:gd name="connsiteY10" fmla="*/ 746617 h 1730188"/>
              <a:gd name="connsiteX11" fmla="*/ 817191 w 2499573"/>
              <a:gd name="connsiteY11" fmla="*/ 699760 h 1730188"/>
              <a:gd name="connsiteX12" fmla="*/ 1350 w 2499573"/>
              <a:gd name="connsiteY12" fmla="*/ 0 h 1730188"/>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26684 w 2499573"/>
              <a:gd name="connsiteY7" fmla="*/ 931247 h 1730188"/>
              <a:gd name="connsiteX8" fmla="*/ 1770494 w 2499573"/>
              <a:gd name="connsiteY8" fmla="*/ 812405 h 1730188"/>
              <a:gd name="connsiteX9" fmla="*/ 1455553 w 2499573"/>
              <a:gd name="connsiteY9" fmla="*/ 746617 h 1730188"/>
              <a:gd name="connsiteX10" fmla="*/ 817191 w 2499573"/>
              <a:gd name="connsiteY10" fmla="*/ 699760 h 1730188"/>
              <a:gd name="connsiteX11" fmla="*/ 1350 w 2499573"/>
              <a:gd name="connsiteY11" fmla="*/ 0 h 1730188"/>
              <a:gd name="connsiteX0" fmla="*/ 2371106 w 2487998"/>
              <a:gd name="connsiteY0" fmla="*/ 481909 h 1730188"/>
              <a:gd name="connsiteX1" fmla="*/ 2470135 w 2487998"/>
              <a:gd name="connsiteY1" fmla="*/ 1022155 h 1730188"/>
              <a:gd name="connsiteX2" fmla="*/ 2482137 w 2487998"/>
              <a:gd name="connsiteY2" fmla="*/ 1369055 h 1730188"/>
              <a:gd name="connsiteX3" fmla="*/ 2380410 w 2487998"/>
              <a:gd name="connsiteY3" fmla="*/ 1644232 h 1730188"/>
              <a:gd name="connsiteX4" fmla="*/ 2210865 w 2487998"/>
              <a:gd name="connsiteY4" fmla="*/ 1716051 h 1730188"/>
              <a:gd name="connsiteX5" fmla="*/ 1880965 w 2487998"/>
              <a:gd name="connsiteY5" fmla="*/ 1693041 h 1730188"/>
              <a:gd name="connsiteX6" fmla="*/ 1937931 w 2487998"/>
              <a:gd name="connsiteY6" fmla="*/ 1355352 h 1730188"/>
              <a:gd name="connsiteX7" fmla="*/ 1926684 w 2487998"/>
              <a:gd name="connsiteY7" fmla="*/ 931247 h 1730188"/>
              <a:gd name="connsiteX8" fmla="*/ 1770494 w 2487998"/>
              <a:gd name="connsiteY8" fmla="*/ 812405 h 1730188"/>
              <a:gd name="connsiteX9" fmla="*/ 1455553 w 2487998"/>
              <a:gd name="connsiteY9" fmla="*/ 746617 h 1730188"/>
              <a:gd name="connsiteX10" fmla="*/ 817191 w 2487998"/>
              <a:gd name="connsiteY10" fmla="*/ 699760 h 1730188"/>
              <a:gd name="connsiteX11" fmla="*/ 1350 w 2487998"/>
              <a:gd name="connsiteY11" fmla="*/ 0 h 1730188"/>
              <a:gd name="connsiteX0" fmla="*/ 2371106 w 2487998"/>
              <a:gd name="connsiteY0" fmla="*/ 481909 h 1750254"/>
              <a:gd name="connsiteX1" fmla="*/ 2470135 w 2487998"/>
              <a:gd name="connsiteY1" fmla="*/ 1022155 h 1750254"/>
              <a:gd name="connsiteX2" fmla="*/ 2482137 w 2487998"/>
              <a:gd name="connsiteY2" fmla="*/ 1369055 h 1750254"/>
              <a:gd name="connsiteX3" fmla="*/ 2380410 w 2487998"/>
              <a:gd name="connsiteY3" fmla="*/ 1644232 h 1750254"/>
              <a:gd name="connsiteX4" fmla="*/ 2210865 w 2487998"/>
              <a:gd name="connsiteY4" fmla="*/ 1716051 h 1750254"/>
              <a:gd name="connsiteX5" fmla="*/ 1763107 w 2487998"/>
              <a:gd name="connsiteY5" fmla="*/ 1722214 h 1750254"/>
              <a:gd name="connsiteX6" fmla="*/ 1937931 w 2487998"/>
              <a:gd name="connsiteY6" fmla="*/ 1355352 h 1750254"/>
              <a:gd name="connsiteX7" fmla="*/ 1926684 w 2487998"/>
              <a:gd name="connsiteY7" fmla="*/ 931247 h 1750254"/>
              <a:gd name="connsiteX8" fmla="*/ 1770494 w 2487998"/>
              <a:gd name="connsiteY8" fmla="*/ 812405 h 1750254"/>
              <a:gd name="connsiteX9" fmla="*/ 1455553 w 2487998"/>
              <a:gd name="connsiteY9" fmla="*/ 746617 h 1750254"/>
              <a:gd name="connsiteX10" fmla="*/ 817191 w 2487998"/>
              <a:gd name="connsiteY10" fmla="*/ 699760 h 1750254"/>
              <a:gd name="connsiteX11" fmla="*/ 1350 w 2487998"/>
              <a:gd name="connsiteY11" fmla="*/ 0 h 1750254"/>
              <a:gd name="connsiteX0" fmla="*/ 2371106 w 2487998"/>
              <a:gd name="connsiteY0" fmla="*/ 481909 h 1753040"/>
              <a:gd name="connsiteX1" fmla="*/ 2470135 w 2487998"/>
              <a:gd name="connsiteY1" fmla="*/ 1022155 h 1753040"/>
              <a:gd name="connsiteX2" fmla="*/ 2482137 w 2487998"/>
              <a:gd name="connsiteY2" fmla="*/ 1369055 h 1753040"/>
              <a:gd name="connsiteX3" fmla="*/ 2380410 w 2487998"/>
              <a:gd name="connsiteY3" fmla="*/ 1644232 h 1753040"/>
              <a:gd name="connsiteX4" fmla="*/ 2210865 w 2487998"/>
              <a:gd name="connsiteY4" fmla="*/ 1716051 h 1753040"/>
              <a:gd name="connsiteX5" fmla="*/ 1763107 w 2487998"/>
              <a:gd name="connsiteY5" fmla="*/ 1722214 h 1753040"/>
              <a:gd name="connsiteX6" fmla="*/ 1832168 w 2487998"/>
              <a:gd name="connsiteY6" fmla="*/ 1317701 h 1753040"/>
              <a:gd name="connsiteX7" fmla="*/ 1926684 w 2487998"/>
              <a:gd name="connsiteY7" fmla="*/ 931247 h 1753040"/>
              <a:gd name="connsiteX8" fmla="*/ 1770494 w 2487998"/>
              <a:gd name="connsiteY8" fmla="*/ 812405 h 1753040"/>
              <a:gd name="connsiteX9" fmla="*/ 1455553 w 2487998"/>
              <a:gd name="connsiteY9" fmla="*/ 746617 h 1753040"/>
              <a:gd name="connsiteX10" fmla="*/ 817191 w 2487998"/>
              <a:gd name="connsiteY10" fmla="*/ 699760 h 1753040"/>
              <a:gd name="connsiteX11" fmla="*/ 1350 w 2487998"/>
              <a:gd name="connsiteY11" fmla="*/ 0 h 1753040"/>
              <a:gd name="connsiteX0" fmla="*/ 2371106 w 2487998"/>
              <a:gd name="connsiteY0" fmla="*/ 481909 h 1741269"/>
              <a:gd name="connsiteX1" fmla="*/ 2470135 w 2487998"/>
              <a:gd name="connsiteY1" fmla="*/ 1022155 h 1741269"/>
              <a:gd name="connsiteX2" fmla="*/ 2482137 w 2487998"/>
              <a:gd name="connsiteY2" fmla="*/ 1369055 h 1741269"/>
              <a:gd name="connsiteX3" fmla="*/ 2380410 w 2487998"/>
              <a:gd name="connsiteY3" fmla="*/ 1644232 h 1741269"/>
              <a:gd name="connsiteX4" fmla="*/ 1763107 w 2487998"/>
              <a:gd name="connsiteY4" fmla="*/ 1722214 h 1741269"/>
              <a:gd name="connsiteX5" fmla="*/ 1832168 w 2487998"/>
              <a:gd name="connsiteY5" fmla="*/ 1317701 h 1741269"/>
              <a:gd name="connsiteX6" fmla="*/ 1926684 w 2487998"/>
              <a:gd name="connsiteY6" fmla="*/ 931247 h 1741269"/>
              <a:gd name="connsiteX7" fmla="*/ 1770494 w 2487998"/>
              <a:gd name="connsiteY7" fmla="*/ 812405 h 1741269"/>
              <a:gd name="connsiteX8" fmla="*/ 1455553 w 2487998"/>
              <a:gd name="connsiteY8" fmla="*/ 746617 h 1741269"/>
              <a:gd name="connsiteX9" fmla="*/ 817191 w 2487998"/>
              <a:gd name="connsiteY9" fmla="*/ 699760 h 1741269"/>
              <a:gd name="connsiteX10" fmla="*/ 1350 w 2487998"/>
              <a:gd name="connsiteY10" fmla="*/ 0 h 1741269"/>
              <a:gd name="connsiteX0" fmla="*/ 2371106 w 2487998"/>
              <a:gd name="connsiteY0" fmla="*/ 481909 h 1776014"/>
              <a:gd name="connsiteX1" fmla="*/ 2470135 w 2487998"/>
              <a:gd name="connsiteY1" fmla="*/ 1022155 h 1776014"/>
              <a:gd name="connsiteX2" fmla="*/ 2482137 w 2487998"/>
              <a:gd name="connsiteY2" fmla="*/ 1369055 h 1776014"/>
              <a:gd name="connsiteX3" fmla="*/ 2380410 w 2487998"/>
              <a:gd name="connsiteY3" fmla="*/ 1644232 h 1776014"/>
              <a:gd name="connsiteX4" fmla="*/ 1790069 w 2487998"/>
              <a:gd name="connsiteY4" fmla="*/ 1760970 h 1776014"/>
              <a:gd name="connsiteX5" fmla="*/ 1832168 w 2487998"/>
              <a:gd name="connsiteY5" fmla="*/ 1317701 h 1776014"/>
              <a:gd name="connsiteX6" fmla="*/ 1926684 w 2487998"/>
              <a:gd name="connsiteY6" fmla="*/ 931247 h 1776014"/>
              <a:gd name="connsiteX7" fmla="*/ 1770494 w 2487998"/>
              <a:gd name="connsiteY7" fmla="*/ 812405 h 1776014"/>
              <a:gd name="connsiteX8" fmla="*/ 1455553 w 2487998"/>
              <a:gd name="connsiteY8" fmla="*/ 746617 h 1776014"/>
              <a:gd name="connsiteX9" fmla="*/ 817191 w 2487998"/>
              <a:gd name="connsiteY9" fmla="*/ 699760 h 1776014"/>
              <a:gd name="connsiteX10" fmla="*/ 1350 w 2487998"/>
              <a:gd name="connsiteY10" fmla="*/ 0 h 1776014"/>
              <a:gd name="connsiteX0" fmla="*/ 2371106 w 2495218"/>
              <a:gd name="connsiteY0" fmla="*/ 481909 h 1792429"/>
              <a:gd name="connsiteX1" fmla="*/ 2470135 w 2495218"/>
              <a:gd name="connsiteY1" fmla="*/ 1022155 h 1792429"/>
              <a:gd name="connsiteX2" fmla="*/ 2482137 w 2495218"/>
              <a:gd name="connsiteY2" fmla="*/ 1369055 h 1792429"/>
              <a:gd name="connsiteX3" fmla="*/ 2307263 w 2495218"/>
              <a:gd name="connsiteY3" fmla="*/ 1713289 h 1792429"/>
              <a:gd name="connsiteX4" fmla="*/ 1790069 w 2495218"/>
              <a:gd name="connsiteY4" fmla="*/ 1760970 h 1792429"/>
              <a:gd name="connsiteX5" fmla="*/ 1832168 w 2495218"/>
              <a:gd name="connsiteY5" fmla="*/ 1317701 h 1792429"/>
              <a:gd name="connsiteX6" fmla="*/ 1926684 w 2495218"/>
              <a:gd name="connsiteY6" fmla="*/ 931247 h 1792429"/>
              <a:gd name="connsiteX7" fmla="*/ 1770494 w 2495218"/>
              <a:gd name="connsiteY7" fmla="*/ 812405 h 1792429"/>
              <a:gd name="connsiteX8" fmla="*/ 1455553 w 2495218"/>
              <a:gd name="connsiteY8" fmla="*/ 746617 h 1792429"/>
              <a:gd name="connsiteX9" fmla="*/ 817191 w 2495218"/>
              <a:gd name="connsiteY9" fmla="*/ 699760 h 1792429"/>
              <a:gd name="connsiteX10" fmla="*/ 1350 w 2495218"/>
              <a:gd name="connsiteY10" fmla="*/ 0 h 1792429"/>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26684 w 2495218"/>
              <a:gd name="connsiteY6" fmla="*/ 931247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754656 w 2878768"/>
              <a:gd name="connsiteY0" fmla="*/ 555802 h 1889789"/>
              <a:gd name="connsiteX1" fmla="*/ 2853685 w 2878768"/>
              <a:gd name="connsiteY1" fmla="*/ 1096048 h 1889789"/>
              <a:gd name="connsiteX2" fmla="*/ 2865687 w 2878768"/>
              <a:gd name="connsiteY2" fmla="*/ 1442948 h 1889789"/>
              <a:gd name="connsiteX3" fmla="*/ 2690813 w 2878768"/>
              <a:gd name="connsiteY3" fmla="*/ 1787182 h 1889789"/>
              <a:gd name="connsiteX4" fmla="*/ 2173619 w 2878768"/>
              <a:gd name="connsiteY4" fmla="*/ 1834863 h 1889789"/>
              <a:gd name="connsiteX5" fmla="*/ 2215718 w 2878768"/>
              <a:gd name="connsiteY5" fmla="*/ 1391594 h 1889789"/>
              <a:gd name="connsiteX6" fmla="*/ 2288197 w 2878768"/>
              <a:gd name="connsiteY6" fmla="*/ 1084319 h 1889789"/>
              <a:gd name="connsiteX7" fmla="*/ 2154044 w 2878768"/>
              <a:gd name="connsiteY7" fmla="*/ 886298 h 1889789"/>
              <a:gd name="connsiteX8" fmla="*/ 1839103 w 2878768"/>
              <a:gd name="connsiteY8" fmla="*/ 820510 h 1889789"/>
              <a:gd name="connsiteX9" fmla="*/ 1200741 w 2878768"/>
              <a:gd name="connsiteY9" fmla="*/ 773653 h 1889789"/>
              <a:gd name="connsiteX10" fmla="*/ 814 w 2878768"/>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0 w 2877954"/>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410897 w 2535009"/>
              <a:gd name="connsiteY0" fmla="*/ 470472 h 1804459"/>
              <a:gd name="connsiteX1" fmla="*/ 2509926 w 2535009"/>
              <a:gd name="connsiteY1" fmla="*/ 1010718 h 1804459"/>
              <a:gd name="connsiteX2" fmla="*/ 2521928 w 2535009"/>
              <a:gd name="connsiteY2" fmla="*/ 1357618 h 1804459"/>
              <a:gd name="connsiteX3" fmla="*/ 2347054 w 2535009"/>
              <a:gd name="connsiteY3" fmla="*/ 1701852 h 1804459"/>
              <a:gd name="connsiteX4" fmla="*/ 1829860 w 2535009"/>
              <a:gd name="connsiteY4" fmla="*/ 1749533 h 1804459"/>
              <a:gd name="connsiteX5" fmla="*/ 1871959 w 2535009"/>
              <a:gd name="connsiteY5" fmla="*/ 1306264 h 1804459"/>
              <a:gd name="connsiteX6" fmla="*/ 1944438 w 2535009"/>
              <a:gd name="connsiteY6" fmla="*/ 998989 h 1804459"/>
              <a:gd name="connsiteX7" fmla="*/ 1810285 w 2535009"/>
              <a:gd name="connsiteY7" fmla="*/ 800968 h 1804459"/>
              <a:gd name="connsiteX8" fmla="*/ 1495344 w 2535009"/>
              <a:gd name="connsiteY8" fmla="*/ 735180 h 1804459"/>
              <a:gd name="connsiteX9" fmla="*/ 918092 w 2535009"/>
              <a:gd name="connsiteY9" fmla="*/ 724220 h 1804459"/>
              <a:gd name="connsiteX10" fmla="*/ 523838 w 2535009"/>
              <a:gd name="connsiteY10" fmla="*/ 627536 h 1804459"/>
              <a:gd name="connsiteX11" fmla="*/ 0 w 2535009"/>
              <a:gd name="connsiteY11" fmla="*/ 0 h 1804459"/>
              <a:gd name="connsiteX0" fmla="*/ 2410897 w 2535009"/>
              <a:gd name="connsiteY0" fmla="*/ 470472 h 1804459"/>
              <a:gd name="connsiteX1" fmla="*/ 2509926 w 2535009"/>
              <a:gd name="connsiteY1" fmla="*/ 1010718 h 1804459"/>
              <a:gd name="connsiteX2" fmla="*/ 2521928 w 2535009"/>
              <a:gd name="connsiteY2" fmla="*/ 1357618 h 1804459"/>
              <a:gd name="connsiteX3" fmla="*/ 2347054 w 2535009"/>
              <a:gd name="connsiteY3" fmla="*/ 1701852 h 1804459"/>
              <a:gd name="connsiteX4" fmla="*/ 1829860 w 2535009"/>
              <a:gd name="connsiteY4" fmla="*/ 1749533 h 1804459"/>
              <a:gd name="connsiteX5" fmla="*/ 1871959 w 2535009"/>
              <a:gd name="connsiteY5" fmla="*/ 1306264 h 1804459"/>
              <a:gd name="connsiteX6" fmla="*/ 1944438 w 2535009"/>
              <a:gd name="connsiteY6" fmla="*/ 998989 h 1804459"/>
              <a:gd name="connsiteX7" fmla="*/ 1810285 w 2535009"/>
              <a:gd name="connsiteY7" fmla="*/ 800968 h 1804459"/>
              <a:gd name="connsiteX8" fmla="*/ 1468382 w 2535009"/>
              <a:gd name="connsiteY8" fmla="*/ 792551 h 1804459"/>
              <a:gd name="connsiteX9" fmla="*/ 918092 w 2535009"/>
              <a:gd name="connsiteY9" fmla="*/ 724220 h 1804459"/>
              <a:gd name="connsiteX10" fmla="*/ 523838 w 2535009"/>
              <a:gd name="connsiteY10" fmla="*/ 627536 h 1804459"/>
              <a:gd name="connsiteX11" fmla="*/ 0 w 2535009"/>
              <a:gd name="connsiteY11" fmla="*/ 0 h 1804459"/>
              <a:gd name="connsiteX0" fmla="*/ 2410897 w 2617783"/>
              <a:gd name="connsiteY0" fmla="*/ 470472 h 1804459"/>
              <a:gd name="connsiteX1" fmla="*/ 2614611 w 2617783"/>
              <a:gd name="connsiteY1" fmla="*/ 930414 h 1804459"/>
              <a:gd name="connsiteX2" fmla="*/ 2521928 w 2617783"/>
              <a:gd name="connsiteY2" fmla="*/ 1357618 h 1804459"/>
              <a:gd name="connsiteX3" fmla="*/ 2347054 w 2617783"/>
              <a:gd name="connsiteY3" fmla="*/ 1701852 h 1804459"/>
              <a:gd name="connsiteX4" fmla="*/ 1829860 w 2617783"/>
              <a:gd name="connsiteY4" fmla="*/ 1749533 h 1804459"/>
              <a:gd name="connsiteX5" fmla="*/ 1871959 w 2617783"/>
              <a:gd name="connsiteY5" fmla="*/ 1306264 h 1804459"/>
              <a:gd name="connsiteX6" fmla="*/ 1944438 w 2617783"/>
              <a:gd name="connsiteY6" fmla="*/ 998989 h 1804459"/>
              <a:gd name="connsiteX7" fmla="*/ 1810285 w 2617783"/>
              <a:gd name="connsiteY7" fmla="*/ 800968 h 1804459"/>
              <a:gd name="connsiteX8" fmla="*/ 1468382 w 2617783"/>
              <a:gd name="connsiteY8" fmla="*/ 792551 h 1804459"/>
              <a:gd name="connsiteX9" fmla="*/ 918092 w 2617783"/>
              <a:gd name="connsiteY9" fmla="*/ 724220 h 1804459"/>
              <a:gd name="connsiteX10" fmla="*/ 523838 w 2617783"/>
              <a:gd name="connsiteY10" fmla="*/ 627536 h 1804459"/>
              <a:gd name="connsiteX11" fmla="*/ 0 w 2617783"/>
              <a:gd name="connsiteY11" fmla="*/ 0 h 1804459"/>
              <a:gd name="connsiteX0" fmla="*/ 2410897 w 2628963"/>
              <a:gd name="connsiteY0" fmla="*/ 470472 h 1804459"/>
              <a:gd name="connsiteX1" fmla="*/ 2614611 w 2628963"/>
              <a:gd name="connsiteY1" fmla="*/ 930414 h 1804459"/>
              <a:gd name="connsiteX2" fmla="*/ 2521928 w 2628963"/>
              <a:gd name="connsiteY2" fmla="*/ 1357618 h 1804459"/>
              <a:gd name="connsiteX3" fmla="*/ 2347054 w 2628963"/>
              <a:gd name="connsiteY3" fmla="*/ 1701852 h 1804459"/>
              <a:gd name="connsiteX4" fmla="*/ 1829860 w 2628963"/>
              <a:gd name="connsiteY4" fmla="*/ 1749533 h 1804459"/>
              <a:gd name="connsiteX5" fmla="*/ 1871959 w 2628963"/>
              <a:gd name="connsiteY5" fmla="*/ 1306264 h 1804459"/>
              <a:gd name="connsiteX6" fmla="*/ 1944438 w 2628963"/>
              <a:gd name="connsiteY6" fmla="*/ 998989 h 1804459"/>
              <a:gd name="connsiteX7" fmla="*/ 1810285 w 2628963"/>
              <a:gd name="connsiteY7" fmla="*/ 800968 h 1804459"/>
              <a:gd name="connsiteX8" fmla="*/ 1468382 w 2628963"/>
              <a:gd name="connsiteY8" fmla="*/ 792551 h 1804459"/>
              <a:gd name="connsiteX9" fmla="*/ 918092 w 2628963"/>
              <a:gd name="connsiteY9" fmla="*/ 724220 h 1804459"/>
              <a:gd name="connsiteX10" fmla="*/ 523838 w 2628963"/>
              <a:gd name="connsiteY10" fmla="*/ 627536 h 1804459"/>
              <a:gd name="connsiteX11" fmla="*/ 0 w 2628963"/>
              <a:gd name="connsiteY11" fmla="*/ 0 h 1804459"/>
              <a:gd name="connsiteX0" fmla="*/ 2245120 w 2463186"/>
              <a:gd name="connsiteY0" fmla="*/ 437646 h 1771633"/>
              <a:gd name="connsiteX1" fmla="*/ 2448834 w 2463186"/>
              <a:gd name="connsiteY1" fmla="*/ 897588 h 1771633"/>
              <a:gd name="connsiteX2" fmla="*/ 2356151 w 2463186"/>
              <a:gd name="connsiteY2" fmla="*/ 1324792 h 1771633"/>
              <a:gd name="connsiteX3" fmla="*/ 2181277 w 2463186"/>
              <a:gd name="connsiteY3" fmla="*/ 1669026 h 1771633"/>
              <a:gd name="connsiteX4" fmla="*/ 1664083 w 2463186"/>
              <a:gd name="connsiteY4" fmla="*/ 1716707 h 1771633"/>
              <a:gd name="connsiteX5" fmla="*/ 1706182 w 2463186"/>
              <a:gd name="connsiteY5" fmla="*/ 1273438 h 1771633"/>
              <a:gd name="connsiteX6" fmla="*/ 1778661 w 2463186"/>
              <a:gd name="connsiteY6" fmla="*/ 966163 h 1771633"/>
              <a:gd name="connsiteX7" fmla="*/ 1644508 w 2463186"/>
              <a:gd name="connsiteY7" fmla="*/ 768142 h 1771633"/>
              <a:gd name="connsiteX8" fmla="*/ 1302605 w 2463186"/>
              <a:gd name="connsiteY8" fmla="*/ 759725 h 1771633"/>
              <a:gd name="connsiteX9" fmla="*/ 752315 w 2463186"/>
              <a:gd name="connsiteY9" fmla="*/ 691394 h 1771633"/>
              <a:gd name="connsiteX10" fmla="*/ 358061 w 2463186"/>
              <a:gd name="connsiteY10" fmla="*/ 594710 h 1771633"/>
              <a:gd name="connsiteX11" fmla="*/ 0 w 2463186"/>
              <a:gd name="connsiteY11" fmla="*/ 0 h 1771633"/>
              <a:gd name="connsiteX0" fmla="*/ 2245120 w 2463186"/>
              <a:gd name="connsiteY0" fmla="*/ 437646 h 1771633"/>
              <a:gd name="connsiteX1" fmla="*/ 2448834 w 2463186"/>
              <a:gd name="connsiteY1" fmla="*/ 897588 h 1771633"/>
              <a:gd name="connsiteX2" fmla="*/ 2356151 w 2463186"/>
              <a:gd name="connsiteY2" fmla="*/ 1324792 h 1771633"/>
              <a:gd name="connsiteX3" fmla="*/ 2181277 w 2463186"/>
              <a:gd name="connsiteY3" fmla="*/ 1669026 h 1771633"/>
              <a:gd name="connsiteX4" fmla="*/ 1664083 w 2463186"/>
              <a:gd name="connsiteY4" fmla="*/ 1716707 h 1771633"/>
              <a:gd name="connsiteX5" fmla="*/ 1706182 w 2463186"/>
              <a:gd name="connsiteY5" fmla="*/ 1273438 h 1771633"/>
              <a:gd name="connsiteX6" fmla="*/ 1778661 w 2463186"/>
              <a:gd name="connsiteY6" fmla="*/ 966163 h 1771633"/>
              <a:gd name="connsiteX7" fmla="*/ 1650701 w 2463186"/>
              <a:gd name="connsiteY7" fmla="*/ 832080 h 1771633"/>
              <a:gd name="connsiteX8" fmla="*/ 1302605 w 2463186"/>
              <a:gd name="connsiteY8" fmla="*/ 759725 h 1771633"/>
              <a:gd name="connsiteX9" fmla="*/ 752315 w 2463186"/>
              <a:gd name="connsiteY9" fmla="*/ 691394 h 1771633"/>
              <a:gd name="connsiteX10" fmla="*/ 358061 w 2463186"/>
              <a:gd name="connsiteY10" fmla="*/ 594710 h 1771633"/>
              <a:gd name="connsiteX11" fmla="*/ 0 w 2463186"/>
              <a:gd name="connsiteY11" fmla="*/ 0 h 1771633"/>
              <a:gd name="connsiteX0" fmla="*/ 2245120 w 2539455"/>
              <a:gd name="connsiteY0" fmla="*/ 437646 h 1771633"/>
              <a:gd name="connsiteX1" fmla="*/ 2527578 w 2539455"/>
              <a:gd name="connsiteY1" fmla="*/ 913181 h 1771633"/>
              <a:gd name="connsiteX2" fmla="*/ 2356151 w 2539455"/>
              <a:gd name="connsiteY2" fmla="*/ 1324792 h 1771633"/>
              <a:gd name="connsiteX3" fmla="*/ 2181277 w 2539455"/>
              <a:gd name="connsiteY3" fmla="*/ 1669026 h 1771633"/>
              <a:gd name="connsiteX4" fmla="*/ 1664083 w 2539455"/>
              <a:gd name="connsiteY4" fmla="*/ 1716707 h 1771633"/>
              <a:gd name="connsiteX5" fmla="*/ 1706182 w 2539455"/>
              <a:gd name="connsiteY5" fmla="*/ 1273438 h 1771633"/>
              <a:gd name="connsiteX6" fmla="*/ 1778661 w 2539455"/>
              <a:gd name="connsiteY6" fmla="*/ 966163 h 1771633"/>
              <a:gd name="connsiteX7" fmla="*/ 1650701 w 2539455"/>
              <a:gd name="connsiteY7" fmla="*/ 832080 h 1771633"/>
              <a:gd name="connsiteX8" fmla="*/ 1302605 w 2539455"/>
              <a:gd name="connsiteY8" fmla="*/ 759725 h 1771633"/>
              <a:gd name="connsiteX9" fmla="*/ 752315 w 2539455"/>
              <a:gd name="connsiteY9" fmla="*/ 691394 h 1771633"/>
              <a:gd name="connsiteX10" fmla="*/ 358061 w 2539455"/>
              <a:gd name="connsiteY10" fmla="*/ 594710 h 1771633"/>
              <a:gd name="connsiteX11" fmla="*/ 0 w 2539455"/>
              <a:gd name="connsiteY11" fmla="*/ 0 h 1771633"/>
              <a:gd name="connsiteX0" fmla="*/ 2429544 w 2528316"/>
              <a:gd name="connsiteY0" fmla="*/ 481134 h 1771633"/>
              <a:gd name="connsiteX1" fmla="*/ 2527578 w 2528316"/>
              <a:gd name="connsiteY1" fmla="*/ 913181 h 1771633"/>
              <a:gd name="connsiteX2" fmla="*/ 2356151 w 2528316"/>
              <a:gd name="connsiteY2" fmla="*/ 1324792 h 1771633"/>
              <a:gd name="connsiteX3" fmla="*/ 2181277 w 2528316"/>
              <a:gd name="connsiteY3" fmla="*/ 1669026 h 1771633"/>
              <a:gd name="connsiteX4" fmla="*/ 1664083 w 2528316"/>
              <a:gd name="connsiteY4" fmla="*/ 1716707 h 1771633"/>
              <a:gd name="connsiteX5" fmla="*/ 1706182 w 2528316"/>
              <a:gd name="connsiteY5" fmla="*/ 1273438 h 1771633"/>
              <a:gd name="connsiteX6" fmla="*/ 1778661 w 2528316"/>
              <a:gd name="connsiteY6" fmla="*/ 966163 h 1771633"/>
              <a:gd name="connsiteX7" fmla="*/ 1650701 w 2528316"/>
              <a:gd name="connsiteY7" fmla="*/ 832080 h 1771633"/>
              <a:gd name="connsiteX8" fmla="*/ 1302605 w 2528316"/>
              <a:gd name="connsiteY8" fmla="*/ 759725 h 1771633"/>
              <a:gd name="connsiteX9" fmla="*/ 752315 w 2528316"/>
              <a:gd name="connsiteY9" fmla="*/ 691394 h 1771633"/>
              <a:gd name="connsiteX10" fmla="*/ 358061 w 2528316"/>
              <a:gd name="connsiteY10" fmla="*/ 594710 h 1771633"/>
              <a:gd name="connsiteX11" fmla="*/ 0 w 2528316"/>
              <a:gd name="connsiteY11" fmla="*/ 0 h 1771633"/>
              <a:gd name="connsiteX0" fmla="*/ 2429544 w 2528316"/>
              <a:gd name="connsiteY0" fmla="*/ 481134 h 1753580"/>
              <a:gd name="connsiteX1" fmla="*/ 2527578 w 2528316"/>
              <a:gd name="connsiteY1" fmla="*/ 913181 h 1753580"/>
              <a:gd name="connsiteX2" fmla="*/ 2356151 w 2528316"/>
              <a:gd name="connsiteY2" fmla="*/ 1324792 h 1753580"/>
              <a:gd name="connsiteX3" fmla="*/ 2291108 w 2528316"/>
              <a:gd name="connsiteY3" fmla="*/ 1683807 h 1753580"/>
              <a:gd name="connsiteX4" fmla="*/ 1664083 w 2528316"/>
              <a:gd name="connsiteY4" fmla="*/ 1716707 h 1753580"/>
              <a:gd name="connsiteX5" fmla="*/ 1706182 w 2528316"/>
              <a:gd name="connsiteY5" fmla="*/ 1273438 h 1753580"/>
              <a:gd name="connsiteX6" fmla="*/ 1778661 w 2528316"/>
              <a:gd name="connsiteY6" fmla="*/ 966163 h 1753580"/>
              <a:gd name="connsiteX7" fmla="*/ 1650701 w 2528316"/>
              <a:gd name="connsiteY7" fmla="*/ 832080 h 1753580"/>
              <a:gd name="connsiteX8" fmla="*/ 1302605 w 2528316"/>
              <a:gd name="connsiteY8" fmla="*/ 759725 h 1753580"/>
              <a:gd name="connsiteX9" fmla="*/ 752315 w 2528316"/>
              <a:gd name="connsiteY9" fmla="*/ 691394 h 1753580"/>
              <a:gd name="connsiteX10" fmla="*/ 358061 w 2528316"/>
              <a:gd name="connsiteY10" fmla="*/ 594710 h 1753580"/>
              <a:gd name="connsiteX11" fmla="*/ 0 w 2528316"/>
              <a:gd name="connsiteY11" fmla="*/ 0 h 1753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8316" h="1753580">
                <a:moveTo>
                  <a:pt x="2429544" y="481134"/>
                </a:moveTo>
                <a:cubicBezTo>
                  <a:pt x="2395589" y="658837"/>
                  <a:pt x="2539810" y="772571"/>
                  <a:pt x="2527578" y="913181"/>
                </a:cubicBezTo>
                <a:cubicBezTo>
                  <a:pt x="2515346" y="1053791"/>
                  <a:pt x="2395563" y="1196354"/>
                  <a:pt x="2356151" y="1324792"/>
                </a:cubicBezTo>
                <a:cubicBezTo>
                  <a:pt x="2316739" y="1453230"/>
                  <a:pt x="2406453" y="1618488"/>
                  <a:pt x="2291108" y="1683807"/>
                </a:cubicBezTo>
                <a:cubicBezTo>
                  <a:pt x="2175763" y="1749126"/>
                  <a:pt x="1761571" y="1785102"/>
                  <a:pt x="1664083" y="1716707"/>
                </a:cubicBezTo>
                <a:cubicBezTo>
                  <a:pt x="1566595" y="1648312"/>
                  <a:pt x="1661531" y="1393469"/>
                  <a:pt x="1706182" y="1273438"/>
                </a:cubicBezTo>
                <a:cubicBezTo>
                  <a:pt x="1750833" y="1153407"/>
                  <a:pt x="1787908" y="1039723"/>
                  <a:pt x="1778661" y="966163"/>
                </a:cubicBezTo>
                <a:cubicBezTo>
                  <a:pt x="1769414" y="892603"/>
                  <a:pt x="1730044" y="866486"/>
                  <a:pt x="1650701" y="832080"/>
                </a:cubicBezTo>
                <a:cubicBezTo>
                  <a:pt x="1571358" y="797674"/>
                  <a:pt x="1452336" y="783173"/>
                  <a:pt x="1302605" y="759725"/>
                </a:cubicBezTo>
                <a:cubicBezTo>
                  <a:pt x="1152874" y="736277"/>
                  <a:pt x="890588" y="708438"/>
                  <a:pt x="752315" y="691394"/>
                </a:cubicBezTo>
                <a:cubicBezTo>
                  <a:pt x="615966" y="689875"/>
                  <a:pt x="558049" y="723652"/>
                  <a:pt x="358061" y="594710"/>
                </a:cubicBezTo>
                <a:cubicBezTo>
                  <a:pt x="158073" y="465768"/>
                  <a:pt x="73132" y="316147"/>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0" name="Oval 55">
            <a:extLst>
              <a:ext uri="{FF2B5EF4-FFF2-40B4-BE49-F238E27FC236}">
                <a16:creationId xmlns:a16="http://schemas.microsoft.com/office/drawing/2014/main" id="{2534549E-411A-1CBF-F5DE-8456C99AC0B4}"/>
              </a:ext>
            </a:extLst>
          </p:cNvPr>
          <p:cNvSpPr/>
          <p:nvPr userDrawn="1"/>
        </p:nvSpPr>
        <p:spPr>
          <a:xfrm rot="21257267" flipV="1">
            <a:off x="9777443" y="4292355"/>
            <a:ext cx="951427" cy="1565583"/>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07701 w 492507"/>
              <a:gd name="connsiteY0" fmla="*/ 419117 h 924031"/>
              <a:gd name="connsiteX1" fmla="*/ 6650 w 492507"/>
              <a:gd name="connsiteY1" fmla="*/ 23306 h 924031"/>
              <a:gd name="connsiteX2" fmla="*/ 298570 w 492507"/>
              <a:gd name="connsiteY2" fmla="*/ 67146 h 924031"/>
              <a:gd name="connsiteX3" fmla="*/ 479082 w 492507"/>
              <a:gd name="connsiteY3" fmla="*/ 149155 h 924031"/>
              <a:gd name="connsiteX4" fmla="*/ 454998 w 492507"/>
              <a:gd name="connsiteY4" fmla="*/ 562045 h 924031"/>
              <a:gd name="connsiteX5" fmla="*/ 291682 w 492507"/>
              <a:gd name="connsiteY5" fmla="*/ 898519 h 924031"/>
              <a:gd name="connsiteX6" fmla="*/ 107701 w 492507"/>
              <a:gd name="connsiteY6" fmla="*/ 419117 h 924031"/>
              <a:gd name="connsiteX0" fmla="*/ 107701 w 478794"/>
              <a:gd name="connsiteY0" fmla="*/ 418930 h 923844"/>
              <a:gd name="connsiteX1" fmla="*/ 6650 w 478794"/>
              <a:gd name="connsiteY1" fmla="*/ 23119 h 923844"/>
              <a:gd name="connsiteX2" fmla="*/ 298570 w 478794"/>
              <a:gd name="connsiteY2" fmla="*/ 66959 h 923844"/>
              <a:gd name="connsiteX3" fmla="*/ 459123 w 478794"/>
              <a:gd name="connsiteY3" fmla="*/ 141469 h 923844"/>
              <a:gd name="connsiteX4" fmla="*/ 454998 w 478794"/>
              <a:gd name="connsiteY4" fmla="*/ 561858 h 923844"/>
              <a:gd name="connsiteX5" fmla="*/ 291682 w 478794"/>
              <a:gd name="connsiteY5" fmla="*/ 898332 h 923844"/>
              <a:gd name="connsiteX6" fmla="*/ 107701 w 478794"/>
              <a:gd name="connsiteY6" fmla="*/ 418930 h 923844"/>
              <a:gd name="connsiteX0" fmla="*/ 197384 w 568477"/>
              <a:gd name="connsiteY0" fmla="*/ 539146 h 1044060"/>
              <a:gd name="connsiteX1" fmla="*/ 3899 w 568477"/>
              <a:gd name="connsiteY1" fmla="*/ 12808 h 1044060"/>
              <a:gd name="connsiteX2" fmla="*/ 388253 w 568477"/>
              <a:gd name="connsiteY2" fmla="*/ 187175 h 1044060"/>
              <a:gd name="connsiteX3" fmla="*/ 548806 w 568477"/>
              <a:gd name="connsiteY3" fmla="*/ 261685 h 1044060"/>
              <a:gd name="connsiteX4" fmla="*/ 544681 w 568477"/>
              <a:gd name="connsiteY4" fmla="*/ 682074 h 1044060"/>
              <a:gd name="connsiteX5" fmla="*/ 381365 w 568477"/>
              <a:gd name="connsiteY5" fmla="*/ 1018548 h 1044060"/>
              <a:gd name="connsiteX6" fmla="*/ 197384 w 568477"/>
              <a:gd name="connsiteY6" fmla="*/ 539146 h 1044060"/>
              <a:gd name="connsiteX0" fmla="*/ 197384 w 568753"/>
              <a:gd name="connsiteY0" fmla="*/ 538270 h 1043184"/>
              <a:gd name="connsiteX1" fmla="*/ 3899 w 568753"/>
              <a:gd name="connsiteY1" fmla="*/ 11932 h 1043184"/>
              <a:gd name="connsiteX2" fmla="*/ 388253 w 568753"/>
              <a:gd name="connsiteY2" fmla="*/ 186299 h 1043184"/>
              <a:gd name="connsiteX3" fmla="*/ 549278 w 568753"/>
              <a:gd name="connsiteY3" fmla="*/ 147152 h 1043184"/>
              <a:gd name="connsiteX4" fmla="*/ 544681 w 568753"/>
              <a:gd name="connsiteY4" fmla="*/ 681198 h 1043184"/>
              <a:gd name="connsiteX5" fmla="*/ 381365 w 568753"/>
              <a:gd name="connsiteY5" fmla="*/ 1017672 h 1043184"/>
              <a:gd name="connsiteX6" fmla="*/ 197384 w 568753"/>
              <a:gd name="connsiteY6" fmla="*/ 538270 h 1043184"/>
              <a:gd name="connsiteX0" fmla="*/ 197138 w 567332"/>
              <a:gd name="connsiteY0" fmla="*/ 541766 h 1046680"/>
              <a:gd name="connsiteX1" fmla="*/ 3653 w 567332"/>
              <a:gd name="connsiteY1" fmla="*/ 15428 h 1046680"/>
              <a:gd name="connsiteX2" fmla="*/ 375887 w 567332"/>
              <a:gd name="connsiteY2" fmla="*/ 141285 h 1046680"/>
              <a:gd name="connsiteX3" fmla="*/ 549032 w 567332"/>
              <a:gd name="connsiteY3" fmla="*/ 150648 h 1046680"/>
              <a:gd name="connsiteX4" fmla="*/ 544435 w 567332"/>
              <a:gd name="connsiteY4" fmla="*/ 684694 h 1046680"/>
              <a:gd name="connsiteX5" fmla="*/ 381119 w 567332"/>
              <a:gd name="connsiteY5" fmla="*/ 1021168 h 1046680"/>
              <a:gd name="connsiteX6" fmla="*/ 197138 w 567332"/>
              <a:gd name="connsiteY6" fmla="*/ 541766 h 1046680"/>
              <a:gd name="connsiteX0" fmla="*/ 197138 w 560233"/>
              <a:gd name="connsiteY0" fmla="*/ 541766 h 1046680"/>
              <a:gd name="connsiteX1" fmla="*/ 3653 w 560233"/>
              <a:gd name="connsiteY1" fmla="*/ 15428 h 1046680"/>
              <a:gd name="connsiteX2" fmla="*/ 375887 w 560233"/>
              <a:gd name="connsiteY2" fmla="*/ 141285 h 1046680"/>
              <a:gd name="connsiteX3" fmla="*/ 549032 w 560233"/>
              <a:gd name="connsiteY3" fmla="*/ 150648 h 1046680"/>
              <a:gd name="connsiteX4" fmla="*/ 544435 w 560233"/>
              <a:gd name="connsiteY4" fmla="*/ 684694 h 1046680"/>
              <a:gd name="connsiteX5" fmla="*/ 381119 w 560233"/>
              <a:gd name="connsiteY5" fmla="*/ 1021168 h 1046680"/>
              <a:gd name="connsiteX6" fmla="*/ 197138 w 560233"/>
              <a:gd name="connsiteY6" fmla="*/ 541766 h 1046680"/>
              <a:gd name="connsiteX0" fmla="*/ 269377 w 632472"/>
              <a:gd name="connsiteY0" fmla="*/ 724348 h 1229262"/>
              <a:gd name="connsiteX1" fmla="*/ 2740 w 632472"/>
              <a:gd name="connsiteY1" fmla="*/ 8928 h 1229262"/>
              <a:gd name="connsiteX2" fmla="*/ 448126 w 632472"/>
              <a:gd name="connsiteY2" fmla="*/ 323867 h 1229262"/>
              <a:gd name="connsiteX3" fmla="*/ 621271 w 632472"/>
              <a:gd name="connsiteY3" fmla="*/ 333230 h 1229262"/>
              <a:gd name="connsiteX4" fmla="*/ 616674 w 632472"/>
              <a:gd name="connsiteY4" fmla="*/ 867276 h 1229262"/>
              <a:gd name="connsiteX5" fmla="*/ 453358 w 632472"/>
              <a:gd name="connsiteY5" fmla="*/ 1203750 h 1229262"/>
              <a:gd name="connsiteX6" fmla="*/ 269377 w 632472"/>
              <a:gd name="connsiteY6" fmla="*/ 724348 h 1229262"/>
              <a:gd name="connsiteX0" fmla="*/ 268168 w 634871"/>
              <a:gd name="connsiteY0" fmla="*/ 741746 h 1246660"/>
              <a:gd name="connsiteX1" fmla="*/ 1531 w 634871"/>
              <a:gd name="connsiteY1" fmla="*/ 26326 h 1246660"/>
              <a:gd name="connsiteX2" fmla="*/ 397814 w 634871"/>
              <a:gd name="connsiteY2" fmla="*/ 173100 h 1246660"/>
              <a:gd name="connsiteX3" fmla="*/ 620062 w 634871"/>
              <a:gd name="connsiteY3" fmla="*/ 350628 h 1246660"/>
              <a:gd name="connsiteX4" fmla="*/ 615465 w 634871"/>
              <a:gd name="connsiteY4" fmla="*/ 884674 h 1246660"/>
              <a:gd name="connsiteX5" fmla="*/ 452149 w 634871"/>
              <a:gd name="connsiteY5" fmla="*/ 1221148 h 1246660"/>
              <a:gd name="connsiteX6" fmla="*/ 268168 w 634871"/>
              <a:gd name="connsiteY6" fmla="*/ 741746 h 1246660"/>
              <a:gd name="connsiteX0" fmla="*/ 268168 w 647475"/>
              <a:gd name="connsiteY0" fmla="*/ 740072 h 1244986"/>
              <a:gd name="connsiteX1" fmla="*/ 1531 w 647475"/>
              <a:gd name="connsiteY1" fmla="*/ 24652 h 1244986"/>
              <a:gd name="connsiteX2" fmla="*/ 397814 w 647475"/>
              <a:gd name="connsiteY2" fmla="*/ 171426 h 1244986"/>
              <a:gd name="connsiteX3" fmla="*/ 635423 w 647475"/>
              <a:gd name="connsiteY3" fmla="*/ 234317 h 1244986"/>
              <a:gd name="connsiteX4" fmla="*/ 615465 w 647475"/>
              <a:gd name="connsiteY4" fmla="*/ 883000 h 1244986"/>
              <a:gd name="connsiteX5" fmla="*/ 452149 w 647475"/>
              <a:gd name="connsiteY5" fmla="*/ 1219474 h 1244986"/>
              <a:gd name="connsiteX6" fmla="*/ 268168 w 647475"/>
              <a:gd name="connsiteY6" fmla="*/ 740072 h 1244986"/>
              <a:gd name="connsiteX0" fmla="*/ 268168 w 647337"/>
              <a:gd name="connsiteY0" fmla="*/ 740072 h 1220830"/>
              <a:gd name="connsiteX1" fmla="*/ 1531 w 647337"/>
              <a:gd name="connsiteY1" fmla="*/ 24652 h 1220830"/>
              <a:gd name="connsiteX2" fmla="*/ 397814 w 647337"/>
              <a:gd name="connsiteY2" fmla="*/ 171426 h 1220830"/>
              <a:gd name="connsiteX3" fmla="*/ 635423 w 647337"/>
              <a:gd name="connsiteY3" fmla="*/ 234317 h 1220830"/>
              <a:gd name="connsiteX4" fmla="*/ 614819 w 647337"/>
              <a:gd name="connsiteY4" fmla="*/ 875939 h 1220830"/>
              <a:gd name="connsiteX5" fmla="*/ 452149 w 647337"/>
              <a:gd name="connsiteY5" fmla="*/ 1219474 h 1220830"/>
              <a:gd name="connsiteX6" fmla="*/ 268168 w 647337"/>
              <a:gd name="connsiteY6" fmla="*/ 740072 h 1220830"/>
              <a:gd name="connsiteX0" fmla="*/ 268164 w 647333"/>
              <a:gd name="connsiteY0" fmla="*/ 740072 h 1115015"/>
              <a:gd name="connsiteX1" fmla="*/ 1527 w 647333"/>
              <a:gd name="connsiteY1" fmla="*/ 24652 h 1115015"/>
              <a:gd name="connsiteX2" fmla="*/ 397810 w 647333"/>
              <a:gd name="connsiteY2" fmla="*/ 171426 h 1115015"/>
              <a:gd name="connsiteX3" fmla="*/ 635419 w 647333"/>
              <a:gd name="connsiteY3" fmla="*/ 234317 h 1115015"/>
              <a:gd name="connsiteX4" fmla="*/ 614815 w 647333"/>
              <a:gd name="connsiteY4" fmla="*/ 875939 h 1115015"/>
              <a:gd name="connsiteX5" fmla="*/ 448914 w 647333"/>
              <a:gd name="connsiteY5" fmla="*/ 1112853 h 1115015"/>
              <a:gd name="connsiteX6" fmla="*/ 268164 w 647333"/>
              <a:gd name="connsiteY6" fmla="*/ 740072 h 1115015"/>
              <a:gd name="connsiteX0" fmla="*/ 317866 w 646295"/>
              <a:gd name="connsiteY0" fmla="*/ 663114 h 1113032"/>
              <a:gd name="connsiteX1" fmla="*/ 489 w 646295"/>
              <a:gd name="connsiteY1" fmla="*/ 20283 h 1113032"/>
              <a:gd name="connsiteX2" fmla="*/ 396772 w 646295"/>
              <a:gd name="connsiteY2" fmla="*/ 167057 h 1113032"/>
              <a:gd name="connsiteX3" fmla="*/ 634381 w 646295"/>
              <a:gd name="connsiteY3" fmla="*/ 229948 h 1113032"/>
              <a:gd name="connsiteX4" fmla="*/ 613777 w 646295"/>
              <a:gd name="connsiteY4" fmla="*/ 871570 h 1113032"/>
              <a:gd name="connsiteX5" fmla="*/ 447876 w 646295"/>
              <a:gd name="connsiteY5" fmla="*/ 1108484 h 1113032"/>
              <a:gd name="connsiteX6" fmla="*/ 317866 w 646295"/>
              <a:gd name="connsiteY6" fmla="*/ 663114 h 1113032"/>
              <a:gd name="connsiteX0" fmla="*/ 317762 w 646191"/>
              <a:gd name="connsiteY0" fmla="*/ 663114 h 1113032"/>
              <a:gd name="connsiteX1" fmla="*/ 385 w 646191"/>
              <a:gd name="connsiteY1" fmla="*/ 20283 h 1113032"/>
              <a:gd name="connsiteX2" fmla="*/ 396668 w 646191"/>
              <a:gd name="connsiteY2" fmla="*/ 167057 h 1113032"/>
              <a:gd name="connsiteX3" fmla="*/ 634277 w 646191"/>
              <a:gd name="connsiteY3" fmla="*/ 229948 h 1113032"/>
              <a:gd name="connsiteX4" fmla="*/ 613673 w 646191"/>
              <a:gd name="connsiteY4" fmla="*/ 871570 h 1113032"/>
              <a:gd name="connsiteX5" fmla="*/ 447772 w 646191"/>
              <a:gd name="connsiteY5" fmla="*/ 1108484 h 1113032"/>
              <a:gd name="connsiteX6" fmla="*/ 317762 w 646191"/>
              <a:gd name="connsiteY6" fmla="*/ 663114 h 1113032"/>
              <a:gd name="connsiteX0" fmla="*/ 318367 w 646796"/>
              <a:gd name="connsiteY0" fmla="*/ 723259 h 1173177"/>
              <a:gd name="connsiteX1" fmla="*/ 990 w 646796"/>
              <a:gd name="connsiteY1" fmla="*/ 80428 h 1173177"/>
              <a:gd name="connsiteX2" fmla="*/ 397273 w 646796"/>
              <a:gd name="connsiteY2" fmla="*/ 227202 h 1173177"/>
              <a:gd name="connsiteX3" fmla="*/ 634882 w 646796"/>
              <a:gd name="connsiteY3" fmla="*/ 290093 h 1173177"/>
              <a:gd name="connsiteX4" fmla="*/ 614278 w 646796"/>
              <a:gd name="connsiteY4" fmla="*/ 931715 h 1173177"/>
              <a:gd name="connsiteX5" fmla="*/ 448377 w 646796"/>
              <a:gd name="connsiteY5" fmla="*/ 1168629 h 1173177"/>
              <a:gd name="connsiteX6" fmla="*/ 318367 w 646796"/>
              <a:gd name="connsiteY6" fmla="*/ 723259 h 1173177"/>
              <a:gd name="connsiteX0" fmla="*/ 321935 w 650364"/>
              <a:gd name="connsiteY0" fmla="*/ 648232 h 1098150"/>
              <a:gd name="connsiteX1" fmla="*/ 193871 w 650364"/>
              <a:gd name="connsiteY1" fmla="*/ 363359 h 1098150"/>
              <a:gd name="connsiteX2" fmla="*/ 4558 w 650364"/>
              <a:gd name="connsiteY2" fmla="*/ 5401 h 1098150"/>
              <a:gd name="connsiteX3" fmla="*/ 400841 w 650364"/>
              <a:gd name="connsiteY3" fmla="*/ 152175 h 1098150"/>
              <a:gd name="connsiteX4" fmla="*/ 638450 w 650364"/>
              <a:gd name="connsiteY4" fmla="*/ 215066 h 1098150"/>
              <a:gd name="connsiteX5" fmla="*/ 617846 w 650364"/>
              <a:gd name="connsiteY5" fmla="*/ 856688 h 1098150"/>
              <a:gd name="connsiteX6" fmla="*/ 451945 w 650364"/>
              <a:gd name="connsiteY6" fmla="*/ 1093602 h 1098150"/>
              <a:gd name="connsiteX7" fmla="*/ 321935 w 650364"/>
              <a:gd name="connsiteY7" fmla="*/ 648232 h 1098150"/>
              <a:gd name="connsiteX0" fmla="*/ 323012 w 651441"/>
              <a:gd name="connsiteY0" fmla="*/ 648232 h 1098150"/>
              <a:gd name="connsiteX1" fmla="*/ 194948 w 651441"/>
              <a:gd name="connsiteY1" fmla="*/ 363359 h 1098150"/>
              <a:gd name="connsiteX2" fmla="*/ 5635 w 651441"/>
              <a:gd name="connsiteY2" fmla="*/ 5401 h 1098150"/>
              <a:gd name="connsiteX3" fmla="*/ 401918 w 651441"/>
              <a:gd name="connsiteY3" fmla="*/ 152175 h 1098150"/>
              <a:gd name="connsiteX4" fmla="*/ 639527 w 651441"/>
              <a:gd name="connsiteY4" fmla="*/ 215066 h 1098150"/>
              <a:gd name="connsiteX5" fmla="*/ 618923 w 651441"/>
              <a:gd name="connsiteY5" fmla="*/ 856688 h 1098150"/>
              <a:gd name="connsiteX6" fmla="*/ 453022 w 651441"/>
              <a:gd name="connsiteY6" fmla="*/ 1093602 h 1098150"/>
              <a:gd name="connsiteX7" fmla="*/ 323012 w 651441"/>
              <a:gd name="connsiteY7" fmla="*/ 648232 h 1098150"/>
              <a:gd name="connsiteX0" fmla="*/ 323012 w 651441"/>
              <a:gd name="connsiteY0" fmla="*/ 648232 h 1098150"/>
              <a:gd name="connsiteX1" fmla="*/ 194948 w 651441"/>
              <a:gd name="connsiteY1" fmla="*/ 363359 h 1098150"/>
              <a:gd name="connsiteX2" fmla="*/ 5635 w 651441"/>
              <a:gd name="connsiteY2" fmla="*/ 5401 h 1098150"/>
              <a:gd name="connsiteX3" fmla="*/ 401918 w 651441"/>
              <a:gd name="connsiteY3" fmla="*/ 152175 h 1098150"/>
              <a:gd name="connsiteX4" fmla="*/ 639527 w 651441"/>
              <a:gd name="connsiteY4" fmla="*/ 215066 h 1098150"/>
              <a:gd name="connsiteX5" fmla="*/ 618923 w 651441"/>
              <a:gd name="connsiteY5" fmla="*/ 856688 h 1098150"/>
              <a:gd name="connsiteX6" fmla="*/ 453022 w 651441"/>
              <a:gd name="connsiteY6" fmla="*/ 1093602 h 1098150"/>
              <a:gd name="connsiteX7" fmla="*/ 323012 w 651441"/>
              <a:gd name="connsiteY7" fmla="*/ 648232 h 1098150"/>
              <a:gd name="connsiteX0" fmla="*/ 317387 w 645816"/>
              <a:gd name="connsiteY0" fmla="*/ 696846 h 1146764"/>
              <a:gd name="connsiteX1" fmla="*/ 189323 w 645816"/>
              <a:gd name="connsiteY1" fmla="*/ 411973 h 1146764"/>
              <a:gd name="connsiteX2" fmla="*/ 10 w 645816"/>
              <a:gd name="connsiteY2" fmla="*/ 54015 h 1146764"/>
              <a:gd name="connsiteX3" fmla="*/ 181824 w 645816"/>
              <a:gd name="connsiteY3" fmla="*/ 16276 h 1146764"/>
              <a:gd name="connsiteX4" fmla="*/ 396293 w 645816"/>
              <a:gd name="connsiteY4" fmla="*/ 200789 h 1146764"/>
              <a:gd name="connsiteX5" fmla="*/ 633902 w 645816"/>
              <a:gd name="connsiteY5" fmla="*/ 263680 h 1146764"/>
              <a:gd name="connsiteX6" fmla="*/ 613298 w 645816"/>
              <a:gd name="connsiteY6" fmla="*/ 905302 h 1146764"/>
              <a:gd name="connsiteX7" fmla="*/ 447397 w 645816"/>
              <a:gd name="connsiteY7" fmla="*/ 1142216 h 1146764"/>
              <a:gd name="connsiteX8" fmla="*/ 317387 w 645816"/>
              <a:gd name="connsiteY8" fmla="*/ 696846 h 1146764"/>
              <a:gd name="connsiteX0" fmla="*/ 317387 w 642999"/>
              <a:gd name="connsiteY0" fmla="*/ 696846 h 1146213"/>
              <a:gd name="connsiteX1" fmla="*/ 189323 w 642999"/>
              <a:gd name="connsiteY1" fmla="*/ 411973 h 1146213"/>
              <a:gd name="connsiteX2" fmla="*/ 10 w 642999"/>
              <a:gd name="connsiteY2" fmla="*/ 54015 h 1146213"/>
              <a:gd name="connsiteX3" fmla="*/ 181824 w 642999"/>
              <a:gd name="connsiteY3" fmla="*/ 16276 h 1146213"/>
              <a:gd name="connsiteX4" fmla="*/ 396293 w 642999"/>
              <a:gd name="connsiteY4" fmla="*/ 200789 h 1146213"/>
              <a:gd name="connsiteX5" fmla="*/ 633902 w 642999"/>
              <a:gd name="connsiteY5" fmla="*/ 263680 h 1146213"/>
              <a:gd name="connsiteX6" fmla="*/ 598062 w 642999"/>
              <a:gd name="connsiteY6" fmla="*/ 895558 h 1146213"/>
              <a:gd name="connsiteX7" fmla="*/ 447397 w 642999"/>
              <a:gd name="connsiteY7" fmla="*/ 1142216 h 1146213"/>
              <a:gd name="connsiteX8" fmla="*/ 317387 w 642999"/>
              <a:gd name="connsiteY8" fmla="*/ 696846 h 1146213"/>
              <a:gd name="connsiteX0" fmla="*/ 317387 w 642999"/>
              <a:gd name="connsiteY0" fmla="*/ 696846 h 1147715"/>
              <a:gd name="connsiteX1" fmla="*/ 189323 w 642999"/>
              <a:gd name="connsiteY1" fmla="*/ 411973 h 1147715"/>
              <a:gd name="connsiteX2" fmla="*/ 10 w 642999"/>
              <a:gd name="connsiteY2" fmla="*/ 54015 h 1147715"/>
              <a:gd name="connsiteX3" fmla="*/ 181824 w 642999"/>
              <a:gd name="connsiteY3" fmla="*/ 16276 h 1147715"/>
              <a:gd name="connsiteX4" fmla="*/ 396293 w 642999"/>
              <a:gd name="connsiteY4" fmla="*/ 200789 h 1147715"/>
              <a:gd name="connsiteX5" fmla="*/ 633902 w 642999"/>
              <a:gd name="connsiteY5" fmla="*/ 263680 h 1147715"/>
              <a:gd name="connsiteX6" fmla="*/ 598062 w 642999"/>
              <a:gd name="connsiteY6" fmla="*/ 895558 h 1147715"/>
              <a:gd name="connsiteX7" fmla="*/ 447397 w 642999"/>
              <a:gd name="connsiteY7" fmla="*/ 1142216 h 1147715"/>
              <a:gd name="connsiteX8" fmla="*/ 317387 w 642999"/>
              <a:gd name="connsiteY8" fmla="*/ 696846 h 1147715"/>
              <a:gd name="connsiteX0" fmla="*/ 317387 w 642999"/>
              <a:gd name="connsiteY0" fmla="*/ 696846 h 1147715"/>
              <a:gd name="connsiteX1" fmla="*/ 189323 w 642999"/>
              <a:gd name="connsiteY1" fmla="*/ 411973 h 1147715"/>
              <a:gd name="connsiteX2" fmla="*/ 10 w 642999"/>
              <a:gd name="connsiteY2" fmla="*/ 54015 h 1147715"/>
              <a:gd name="connsiteX3" fmla="*/ 181824 w 642999"/>
              <a:gd name="connsiteY3" fmla="*/ 16276 h 1147715"/>
              <a:gd name="connsiteX4" fmla="*/ 396293 w 642999"/>
              <a:gd name="connsiteY4" fmla="*/ 200789 h 1147715"/>
              <a:gd name="connsiteX5" fmla="*/ 633902 w 642999"/>
              <a:gd name="connsiteY5" fmla="*/ 263680 h 1147715"/>
              <a:gd name="connsiteX6" fmla="*/ 598062 w 642999"/>
              <a:gd name="connsiteY6" fmla="*/ 895558 h 1147715"/>
              <a:gd name="connsiteX7" fmla="*/ 447397 w 642999"/>
              <a:gd name="connsiteY7" fmla="*/ 1142216 h 1147715"/>
              <a:gd name="connsiteX8" fmla="*/ 317387 w 642999"/>
              <a:gd name="connsiteY8" fmla="*/ 696846 h 1147715"/>
              <a:gd name="connsiteX0" fmla="*/ 317387 w 643583"/>
              <a:gd name="connsiteY0" fmla="*/ 696846 h 1147715"/>
              <a:gd name="connsiteX1" fmla="*/ 189323 w 643583"/>
              <a:gd name="connsiteY1" fmla="*/ 411973 h 1147715"/>
              <a:gd name="connsiteX2" fmla="*/ 10 w 643583"/>
              <a:gd name="connsiteY2" fmla="*/ 54015 h 1147715"/>
              <a:gd name="connsiteX3" fmla="*/ 181824 w 643583"/>
              <a:gd name="connsiteY3" fmla="*/ 16276 h 1147715"/>
              <a:gd name="connsiteX4" fmla="*/ 396293 w 643583"/>
              <a:gd name="connsiteY4" fmla="*/ 200789 h 1147715"/>
              <a:gd name="connsiteX5" fmla="*/ 634549 w 643583"/>
              <a:gd name="connsiteY5" fmla="*/ 285004 h 1147715"/>
              <a:gd name="connsiteX6" fmla="*/ 598062 w 643583"/>
              <a:gd name="connsiteY6" fmla="*/ 895558 h 1147715"/>
              <a:gd name="connsiteX7" fmla="*/ 447397 w 643583"/>
              <a:gd name="connsiteY7" fmla="*/ 1142216 h 1147715"/>
              <a:gd name="connsiteX8" fmla="*/ 317387 w 643583"/>
              <a:gd name="connsiteY8" fmla="*/ 696846 h 1147715"/>
              <a:gd name="connsiteX0" fmla="*/ 308865 w 635061"/>
              <a:gd name="connsiteY0" fmla="*/ 688712 h 1139581"/>
              <a:gd name="connsiteX1" fmla="*/ 180801 w 635061"/>
              <a:gd name="connsiteY1" fmla="*/ 403839 h 1139581"/>
              <a:gd name="connsiteX2" fmla="*/ 11 w 635061"/>
              <a:gd name="connsiteY2" fmla="*/ 82033 h 1139581"/>
              <a:gd name="connsiteX3" fmla="*/ 173302 w 635061"/>
              <a:gd name="connsiteY3" fmla="*/ 8142 h 1139581"/>
              <a:gd name="connsiteX4" fmla="*/ 387771 w 635061"/>
              <a:gd name="connsiteY4" fmla="*/ 192655 h 1139581"/>
              <a:gd name="connsiteX5" fmla="*/ 626027 w 635061"/>
              <a:gd name="connsiteY5" fmla="*/ 276870 h 1139581"/>
              <a:gd name="connsiteX6" fmla="*/ 589540 w 635061"/>
              <a:gd name="connsiteY6" fmla="*/ 887424 h 1139581"/>
              <a:gd name="connsiteX7" fmla="*/ 438875 w 635061"/>
              <a:gd name="connsiteY7" fmla="*/ 1134082 h 1139581"/>
              <a:gd name="connsiteX8" fmla="*/ 308865 w 635061"/>
              <a:gd name="connsiteY8" fmla="*/ 688712 h 1139581"/>
              <a:gd name="connsiteX0" fmla="*/ 309042 w 635238"/>
              <a:gd name="connsiteY0" fmla="*/ 701623 h 1152492"/>
              <a:gd name="connsiteX1" fmla="*/ 180978 w 635238"/>
              <a:gd name="connsiteY1" fmla="*/ 416750 h 1152492"/>
              <a:gd name="connsiteX2" fmla="*/ 188 w 635238"/>
              <a:gd name="connsiteY2" fmla="*/ 94944 h 1152492"/>
              <a:gd name="connsiteX3" fmla="*/ 173479 w 635238"/>
              <a:gd name="connsiteY3" fmla="*/ 21053 h 1152492"/>
              <a:gd name="connsiteX4" fmla="*/ 387948 w 635238"/>
              <a:gd name="connsiteY4" fmla="*/ 205566 h 1152492"/>
              <a:gd name="connsiteX5" fmla="*/ 626204 w 635238"/>
              <a:gd name="connsiteY5" fmla="*/ 289781 h 1152492"/>
              <a:gd name="connsiteX6" fmla="*/ 589717 w 635238"/>
              <a:gd name="connsiteY6" fmla="*/ 900335 h 1152492"/>
              <a:gd name="connsiteX7" fmla="*/ 439052 w 635238"/>
              <a:gd name="connsiteY7" fmla="*/ 1146993 h 1152492"/>
              <a:gd name="connsiteX8" fmla="*/ 309042 w 635238"/>
              <a:gd name="connsiteY8" fmla="*/ 701623 h 1152492"/>
              <a:gd name="connsiteX0" fmla="*/ 297575 w 623771"/>
              <a:gd name="connsiteY0" fmla="*/ 693765 h 1144634"/>
              <a:gd name="connsiteX1" fmla="*/ 169511 w 623771"/>
              <a:gd name="connsiteY1" fmla="*/ 408892 h 1144634"/>
              <a:gd name="connsiteX2" fmla="*/ 214 w 623771"/>
              <a:gd name="connsiteY2" fmla="*/ 112928 h 1144634"/>
              <a:gd name="connsiteX3" fmla="*/ 162012 w 623771"/>
              <a:gd name="connsiteY3" fmla="*/ 13195 h 1144634"/>
              <a:gd name="connsiteX4" fmla="*/ 376481 w 623771"/>
              <a:gd name="connsiteY4" fmla="*/ 197708 h 1144634"/>
              <a:gd name="connsiteX5" fmla="*/ 614737 w 623771"/>
              <a:gd name="connsiteY5" fmla="*/ 281923 h 1144634"/>
              <a:gd name="connsiteX6" fmla="*/ 578250 w 623771"/>
              <a:gd name="connsiteY6" fmla="*/ 892477 h 1144634"/>
              <a:gd name="connsiteX7" fmla="*/ 427585 w 623771"/>
              <a:gd name="connsiteY7" fmla="*/ 1139135 h 1144634"/>
              <a:gd name="connsiteX8" fmla="*/ 297575 w 623771"/>
              <a:gd name="connsiteY8" fmla="*/ 693765 h 1144634"/>
              <a:gd name="connsiteX0" fmla="*/ 297408 w 623604"/>
              <a:gd name="connsiteY0" fmla="*/ 672431 h 1123300"/>
              <a:gd name="connsiteX1" fmla="*/ 169344 w 623604"/>
              <a:gd name="connsiteY1" fmla="*/ 387558 h 1123300"/>
              <a:gd name="connsiteX2" fmla="*/ 47 w 623604"/>
              <a:gd name="connsiteY2" fmla="*/ 91594 h 1123300"/>
              <a:gd name="connsiteX3" fmla="*/ 182763 w 623604"/>
              <a:gd name="connsiteY3" fmla="*/ 6688 h 1123300"/>
              <a:gd name="connsiteX4" fmla="*/ 376314 w 623604"/>
              <a:gd name="connsiteY4" fmla="*/ 176374 h 1123300"/>
              <a:gd name="connsiteX5" fmla="*/ 614570 w 623604"/>
              <a:gd name="connsiteY5" fmla="*/ 260589 h 1123300"/>
              <a:gd name="connsiteX6" fmla="*/ 578083 w 623604"/>
              <a:gd name="connsiteY6" fmla="*/ 871143 h 1123300"/>
              <a:gd name="connsiteX7" fmla="*/ 427418 w 623604"/>
              <a:gd name="connsiteY7" fmla="*/ 1117801 h 1123300"/>
              <a:gd name="connsiteX8" fmla="*/ 297408 w 623604"/>
              <a:gd name="connsiteY8" fmla="*/ 672431 h 1123300"/>
              <a:gd name="connsiteX0" fmla="*/ 297362 w 623558"/>
              <a:gd name="connsiteY0" fmla="*/ 674710 h 1125579"/>
              <a:gd name="connsiteX1" fmla="*/ 169298 w 623558"/>
              <a:gd name="connsiteY1" fmla="*/ 389837 h 1125579"/>
              <a:gd name="connsiteX2" fmla="*/ 1 w 623558"/>
              <a:gd name="connsiteY2" fmla="*/ 93873 h 1125579"/>
              <a:gd name="connsiteX3" fmla="*/ 182717 w 623558"/>
              <a:gd name="connsiteY3" fmla="*/ 8967 h 1125579"/>
              <a:gd name="connsiteX4" fmla="*/ 376268 w 623558"/>
              <a:gd name="connsiteY4" fmla="*/ 178653 h 1125579"/>
              <a:gd name="connsiteX5" fmla="*/ 614524 w 623558"/>
              <a:gd name="connsiteY5" fmla="*/ 262868 h 1125579"/>
              <a:gd name="connsiteX6" fmla="*/ 578037 w 623558"/>
              <a:gd name="connsiteY6" fmla="*/ 873422 h 1125579"/>
              <a:gd name="connsiteX7" fmla="*/ 427372 w 623558"/>
              <a:gd name="connsiteY7" fmla="*/ 1120080 h 1125579"/>
              <a:gd name="connsiteX8" fmla="*/ 297362 w 623558"/>
              <a:gd name="connsiteY8" fmla="*/ 674710 h 1125579"/>
              <a:gd name="connsiteX0" fmla="*/ 297576 w 623772"/>
              <a:gd name="connsiteY0" fmla="*/ 671764 h 1122633"/>
              <a:gd name="connsiteX1" fmla="*/ 155696 w 623772"/>
              <a:gd name="connsiteY1" fmla="*/ 335628 h 1122633"/>
              <a:gd name="connsiteX2" fmla="*/ 215 w 623772"/>
              <a:gd name="connsiteY2" fmla="*/ 90927 h 1122633"/>
              <a:gd name="connsiteX3" fmla="*/ 182931 w 623772"/>
              <a:gd name="connsiteY3" fmla="*/ 6021 h 1122633"/>
              <a:gd name="connsiteX4" fmla="*/ 376482 w 623772"/>
              <a:gd name="connsiteY4" fmla="*/ 175707 h 1122633"/>
              <a:gd name="connsiteX5" fmla="*/ 614738 w 623772"/>
              <a:gd name="connsiteY5" fmla="*/ 259922 h 1122633"/>
              <a:gd name="connsiteX6" fmla="*/ 578251 w 623772"/>
              <a:gd name="connsiteY6" fmla="*/ 870476 h 1122633"/>
              <a:gd name="connsiteX7" fmla="*/ 427586 w 623772"/>
              <a:gd name="connsiteY7" fmla="*/ 1117134 h 1122633"/>
              <a:gd name="connsiteX8" fmla="*/ 297576 w 623772"/>
              <a:gd name="connsiteY8" fmla="*/ 671764 h 112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3772" h="1122633">
                <a:moveTo>
                  <a:pt x="297576" y="671764"/>
                </a:moveTo>
                <a:cubicBezTo>
                  <a:pt x="252261" y="541513"/>
                  <a:pt x="269664" y="397575"/>
                  <a:pt x="155696" y="335628"/>
                </a:cubicBezTo>
                <a:cubicBezTo>
                  <a:pt x="63291" y="281307"/>
                  <a:pt x="-4324" y="145861"/>
                  <a:pt x="215" y="90927"/>
                </a:cubicBezTo>
                <a:cubicBezTo>
                  <a:pt x="4754" y="35993"/>
                  <a:pt x="116884" y="-18441"/>
                  <a:pt x="182931" y="6021"/>
                </a:cubicBezTo>
                <a:cubicBezTo>
                  <a:pt x="248978" y="30483"/>
                  <a:pt x="304514" y="133390"/>
                  <a:pt x="376482" y="175707"/>
                </a:cubicBezTo>
                <a:cubicBezTo>
                  <a:pt x="448450" y="218024"/>
                  <a:pt x="581110" y="144127"/>
                  <a:pt x="614738" y="259922"/>
                </a:cubicBezTo>
                <a:cubicBezTo>
                  <a:pt x="648366" y="375717"/>
                  <a:pt x="577215" y="738544"/>
                  <a:pt x="578251" y="870476"/>
                </a:cubicBezTo>
                <a:cubicBezTo>
                  <a:pt x="565262" y="1029478"/>
                  <a:pt x="474365" y="1150253"/>
                  <a:pt x="427586" y="1117134"/>
                </a:cubicBezTo>
                <a:cubicBezTo>
                  <a:pt x="380807" y="1084015"/>
                  <a:pt x="342891" y="802015"/>
                  <a:pt x="297576" y="671764"/>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6725C845-A3D5-B6D5-4800-2BAEB5921D4A}"/>
              </a:ext>
            </a:extLst>
          </p:cNvPr>
          <p:cNvSpPr/>
          <p:nvPr userDrawn="1"/>
        </p:nvSpPr>
        <p:spPr>
          <a:xfrm rot="843214" flipH="1">
            <a:off x="9072666" y="2639000"/>
            <a:ext cx="3422406" cy="4717516"/>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153427 w 2153427"/>
              <a:gd name="connsiteY0" fmla="*/ 3427341 h 3427341"/>
              <a:gd name="connsiteX1" fmla="*/ 1980575 w 2153427"/>
              <a:gd name="connsiteY1" fmla="*/ 2137763 h 3427341"/>
              <a:gd name="connsiteX2" fmla="*/ 1870466 w 2153427"/>
              <a:gd name="connsiteY2" fmla="*/ 1853061 h 3427341"/>
              <a:gd name="connsiteX3" fmla="*/ 1813030 w 2153427"/>
              <a:gd name="connsiteY3" fmla="*/ 1618555 h 3427341"/>
              <a:gd name="connsiteX4" fmla="*/ 1757976 w 2153427"/>
              <a:gd name="connsiteY4" fmla="*/ 1324232 h 3427341"/>
              <a:gd name="connsiteX5" fmla="*/ 1772359 w 2153427"/>
              <a:gd name="connsiteY5" fmla="*/ 1075439 h 3427341"/>
              <a:gd name="connsiteX6" fmla="*/ 1796266 w 2153427"/>
              <a:gd name="connsiteY6" fmla="*/ 929516 h 3427341"/>
              <a:gd name="connsiteX7" fmla="*/ 1853702 w 2153427"/>
              <a:gd name="connsiteY7" fmla="*/ 637575 h 3427341"/>
              <a:gd name="connsiteX8" fmla="*/ 1879991 w 2153427"/>
              <a:gd name="connsiteY8" fmla="*/ 427073 h 3427341"/>
              <a:gd name="connsiteX9" fmla="*/ 1678315 w 2153427"/>
              <a:gd name="connsiteY9" fmla="*/ 3101 h 3427341"/>
              <a:gd name="connsiteX10" fmla="*/ 1407043 w 2153427"/>
              <a:gd name="connsiteY10" fmla="*/ 250943 h 3427341"/>
              <a:gd name="connsiteX11" fmla="*/ 1016743 w 2153427"/>
              <a:gd name="connsiteY11" fmla="*/ 874929 h 3427341"/>
              <a:gd name="connsiteX12" fmla="*/ 425510 w 2153427"/>
              <a:gd name="connsiteY12" fmla="*/ 1765417 h 3427341"/>
              <a:gd name="connsiteX13" fmla="*/ 20829 w 2153427"/>
              <a:gd name="connsiteY13" fmla="*/ 2288401 h 3427341"/>
              <a:gd name="connsiteX14" fmla="*/ 71044 w 2153427"/>
              <a:gd name="connsiteY14" fmla="*/ 2733373 h 3427341"/>
              <a:gd name="connsiteX0" fmla="*/ 2153427 w 2209298"/>
              <a:gd name="connsiteY0" fmla="*/ 3427341 h 3427341"/>
              <a:gd name="connsiteX1" fmla="*/ 1980575 w 2209298"/>
              <a:gd name="connsiteY1" fmla="*/ 2137763 h 3427341"/>
              <a:gd name="connsiteX2" fmla="*/ 1870466 w 2209298"/>
              <a:gd name="connsiteY2" fmla="*/ 1853061 h 3427341"/>
              <a:gd name="connsiteX3" fmla="*/ 1813030 w 2209298"/>
              <a:gd name="connsiteY3" fmla="*/ 1618555 h 3427341"/>
              <a:gd name="connsiteX4" fmla="*/ 1757976 w 2209298"/>
              <a:gd name="connsiteY4" fmla="*/ 1324232 h 3427341"/>
              <a:gd name="connsiteX5" fmla="*/ 1772359 w 2209298"/>
              <a:gd name="connsiteY5" fmla="*/ 1075439 h 3427341"/>
              <a:gd name="connsiteX6" fmla="*/ 1796266 w 2209298"/>
              <a:gd name="connsiteY6" fmla="*/ 929516 h 3427341"/>
              <a:gd name="connsiteX7" fmla="*/ 1853702 w 2209298"/>
              <a:gd name="connsiteY7" fmla="*/ 637575 h 3427341"/>
              <a:gd name="connsiteX8" fmla="*/ 1879991 w 2209298"/>
              <a:gd name="connsiteY8" fmla="*/ 427073 h 3427341"/>
              <a:gd name="connsiteX9" fmla="*/ 1678315 w 2209298"/>
              <a:gd name="connsiteY9" fmla="*/ 3101 h 3427341"/>
              <a:gd name="connsiteX10" fmla="*/ 1407043 w 2209298"/>
              <a:gd name="connsiteY10" fmla="*/ 250943 h 3427341"/>
              <a:gd name="connsiteX11" fmla="*/ 1016743 w 2209298"/>
              <a:gd name="connsiteY11" fmla="*/ 874929 h 3427341"/>
              <a:gd name="connsiteX12" fmla="*/ 425510 w 2209298"/>
              <a:gd name="connsiteY12" fmla="*/ 1765417 h 3427341"/>
              <a:gd name="connsiteX13" fmla="*/ 20829 w 2209298"/>
              <a:gd name="connsiteY13" fmla="*/ 2288401 h 3427341"/>
              <a:gd name="connsiteX14" fmla="*/ 71044 w 2209298"/>
              <a:gd name="connsiteY14" fmla="*/ 2733373 h 3427341"/>
              <a:gd name="connsiteX0" fmla="*/ 2153427 w 2220722"/>
              <a:gd name="connsiteY0" fmla="*/ 3427341 h 3427341"/>
              <a:gd name="connsiteX1" fmla="*/ 2215024 w 2220722"/>
              <a:gd name="connsiteY1" fmla="*/ 3024593 h 3427341"/>
              <a:gd name="connsiteX2" fmla="*/ 1980575 w 2220722"/>
              <a:gd name="connsiteY2" fmla="*/ 2137763 h 3427341"/>
              <a:gd name="connsiteX3" fmla="*/ 1870466 w 2220722"/>
              <a:gd name="connsiteY3" fmla="*/ 1853061 h 3427341"/>
              <a:gd name="connsiteX4" fmla="*/ 1813030 w 2220722"/>
              <a:gd name="connsiteY4" fmla="*/ 1618555 h 3427341"/>
              <a:gd name="connsiteX5" fmla="*/ 1757976 w 2220722"/>
              <a:gd name="connsiteY5" fmla="*/ 1324232 h 3427341"/>
              <a:gd name="connsiteX6" fmla="*/ 1772359 w 2220722"/>
              <a:gd name="connsiteY6" fmla="*/ 1075439 h 3427341"/>
              <a:gd name="connsiteX7" fmla="*/ 1796266 w 2220722"/>
              <a:gd name="connsiteY7" fmla="*/ 929516 h 3427341"/>
              <a:gd name="connsiteX8" fmla="*/ 1853702 w 2220722"/>
              <a:gd name="connsiteY8" fmla="*/ 637575 h 3427341"/>
              <a:gd name="connsiteX9" fmla="*/ 1879991 w 2220722"/>
              <a:gd name="connsiteY9" fmla="*/ 427073 h 3427341"/>
              <a:gd name="connsiteX10" fmla="*/ 1678315 w 2220722"/>
              <a:gd name="connsiteY10" fmla="*/ 3101 h 3427341"/>
              <a:gd name="connsiteX11" fmla="*/ 1407043 w 2220722"/>
              <a:gd name="connsiteY11" fmla="*/ 250943 h 3427341"/>
              <a:gd name="connsiteX12" fmla="*/ 1016743 w 2220722"/>
              <a:gd name="connsiteY12" fmla="*/ 874929 h 3427341"/>
              <a:gd name="connsiteX13" fmla="*/ 425510 w 2220722"/>
              <a:gd name="connsiteY13" fmla="*/ 1765417 h 3427341"/>
              <a:gd name="connsiteX14" fmla="*/ 20829 w 2220722"/>
              <a:gd name="connsiteY14" fmla="*/ 2288401 h 3427341"/>
              <a:gd name="connsiteX15" fmla="*/ 71044 w 2220722"/>
              <a:gd name="connsiteY15" fmla="*/ 2733373 h 3427341"/>
              <a:gd name="connsiteX0" fmla="*/ 2139975 w 2220099"/>
              <a:gd name="connsiteY0" fmla="*/ 3416119 h 3416119"/>
              <a:gd name="connsiteX1" fmla="*/ 2215024 w 2220099"/>
              <a:gd name="connsiteY1" fmla="*/ 3024593 h 3416119"/>
              <a:gd name="connsiteX2" fmla="*/ 1980575 w 2220099"/>
              <a:gd name="connsiteY2" fmla="*/ 2137763 h 3416119"/>
              <a:gd name="connsiteX3" fmla="*/ 1870466 w 2220099"/>
              <a:gd name="connsiteY3" fmla="*/ 1853061 h 3416119"/>
              <a:gd name="connsiteX4" fmla="*/ 1813030 w 2220099"/>
              <a:gd name="connsiteY4" fmla="*/ 1618555 h 3416119"/>
              <a:gd name="connsiteX5" fmla="*/ 1757976 w 2220099"/>
              <a:gd name="connsiteY5" fmla="*/ 1324232 h 3416119"/>
              <a:gd name="connsiteX6" fmla="*/ 1772359 w 2220099"/>
              <a:gd name="connsiteY6" fmla="*/ 1075439 h 3416119"/>
              <a:gd name="connsiteX7" fmla="*/ 1796266 w 2220099"/>
              <a:gd name="connsiteY7" fmla="*/ 929516 h 3416119"/>
              <a:gd name="connsiteX8" fmla="*/ 1853702 w 2220099"/>
              <a:gd name="connsiteY8" fmla="*/ 637575 h 3416119"/>
              <a:gd name="connsiteX9" fmla="*/ 1879991 w 2220099"/>
              <a:gd name="connsiteY9" fmla="*/ 427073 h 3416119"/>
              <a:gd name="connsiteX10" fmla="*/ 1678315 w 2220099"/>
              <a:gd name="connsiteY10" fmla="*/ 3101 h 3416119"/>
              <a:gd name="connsiteX11" fmla="*/ 1407043 w 2220099"/>
              <a:gd name="connsiteY11" fmla="*/ 250943 h 3416119"/>
              <a:gd name="connsiteX12" fmla="*/ 1016743 w 2220099"/>
              <a:gd name="connsiteY12" fmla="*/ 874929 h 3416119"/>
              <a:gd name="connsiteX13" fmla="*/ 425510 w 2220099"/>
              <a:gd name="connsiteY13" fmla="*/ 1765417 h 3416119"/>
              <a:gd name="connsiteX14" fmla="*/ 20829 w 2220099"/>
              <a:gd name="connsiteY14" fmla="*/ 2288401 h 3416119"/>
              <a:gd name="connsiteX15" fmla="*/ 71044 w 2220099"/>
              <a:gd name="connsiteY15" fmla="*/ 2733373 h 3416119"/>
              <a:gd name="connsiteX0" fmla="*/ 2139975 w 2223230"/>
              <a:gd name="connsiteY0" fmla="*/ 3416119 h 3416119"/>
              <a:gd name="connsiteX1" fmla="*/ 2215024 w 2223230"/>
              <a:gd name="connsiteY1" fmla="*/ 3024593 h 3416119"/>
              <a:gd name="connsiteX2" fmla="*/ 1980575 w 2223230"/>
              <a:gd name="connsiteY2" fmla="*/ 2137763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03646 w 2223230"/>
              <a:gd name="connsiteY12" fmla="*/ 885546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38546 w 2223230"/>
              <a:gd name="connsiteY12" fmla="*/ 91201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290474 w 2373729"/>
              <a:gd name="connsiteY0" fmla="*/ 3416119 h 3416119"/>
              <a:gd name="connsiteX1" fmla="*/ 2365523 w 2373729"/>
              <a:gd name="connsiteY1" fmla="*/ 3024593 h 3416119"/>
              <a:gd name="connsiteX2" fmla="*/ 2113957 w 2373729"/>
              <a:gd name="connsiteY2" fmla="*/ 2206512 h 3416119"/>
              <a:gd name="connsiteX3" fmla="*/ 1999133 w 2373729"/>
              <a:gd name="connsiteY3" fmla="*/ 1887863 h 3416119"/>
              <a:gd name="connsiteX4" fmla="*/ 1963529 w 2373729"/>
              <a:gd name="connsiteY4" fmla="*/ 1618555 h 3416119"/>
              <a:gd name="connsiteX5" fmla="*/ 1908475 w 2373729"/>
              <a:gd name="connsiteY5" fmla="*/ 1324232 h 3416119"/>
              <a:gd name="connsiteX6" fmla="*/ 1922858 w 2373729"/>
              <a:gd name="connsiteY6" fmla="*/ 1075439 h 3416119"/>
              <a:gd name="connsiteX7" fmla="*/ 1946765 w 2373729"/>
              <a:gd name="connsiteY7" fmla="*/ 929516 h 3416119"/>
              <a:gd name="connsiteX8" fmla="*/ 2004201 w 2373729"/>
              <a:gd name="connsiteY8" fmla="*/ 637575 h 3416119"/>
              <a:gd name="connsiteX9" fmla="*/ 2030490 w 2373729"/>
              <a:gd name="connsiteY9" fmla="*/ 427073 h 3416119"/>
              <a:gd name="connsiteX10" fmla="*/ 1828814 w 2373729"/>
              <a:gd name="connsiteY10" fmla="*/ 3101 h 3416119"/>
              <a:gd name="connsiteX11" fmla="*/ 1480817 w 2373729"/>
              <a:gd name="connsiteY11" fmla="*/ 239418 h 3416119"/>
              <a:gd name="connsiteX12" fmla="*/ 1089045 w 2373729"/>
              <a:gd name="connsiteY12" fmla="*/ 912019 h 3416119"/>
              <a:gd name="connsiteX13" fmla="*/ 576009 w 2373729"/>
              <a:gd name="connsiteY13" fmla="*/ 1765417 h 3416119"/>
              <a:gd name="connsiteX14" fmla="*/ 171328 w 2373729"/>
              <a:gd name="connsiteY14" fmla="*/ 2288401 h 3416119"/>
              <a:gd name="connsiteX15" fmla="*/ 0 w 2373729"/>
              <a:gd name="connsiteY15" fmla="*/ 2954823 h 3416119"/>
              <a:gd name="connsiteX0" fmla="*/ 2299655 w 2382910"/>
              <a:gd name="connsiteY0" fmla="*/ 3416119 h 3416119"/>
              <a:gd name="connsiteX1" fmla="*/ 2374704 w 2382910"/>
              <a:gd name="connsiteY1" fmla="*/ 3024593 h 3416119"/>
              <a:gd name="connsiteX2" fmla="*/ 2123138 w 2382910"/>
              <a:gd name="connsiteY2" fmla="*/ 2206512 h 3416119"/>
              <a:gd name="connsiteX3" fmla="*/ 2008314 w 2382910"/>
              <a:gd name="connsiteY3" fmla="*/ 1887863 h 3416119"/>
              <a:gd name="connsiteX4" fmla="*/ 1972710 w 2382910"/>
              <a:gd name="connsiteY4" fmla="*/ 1618555 h 3416119"/>
              <a:gd name="connsiteX5" fmla="*/ 1917656 w 2382910"/>
              <a:gd name="connsiteY5" fmla="*/ 1324232 h 3416119"/>
              <a:gd name="connsiteX6" fmla="*/ 1932039 w 2382910"/>
              <a:gd name="connsiteY6" fmla="*/ 1075439 h 3416119"/>
              <a:gd name="connsiteX7" fmla="*/ 1955946 w 2382910"/>
              <a:gd name="connsiteY7" fmla="*/ 929516 h 3416119"/>
              <a:gd name="connsiteX8" fmla="*/ 2013382 w 2382910"/>
              <a:gd name="connsiteY8" fmla="*/ 637575 h 3416119"/>
              <a:gd name="connsiteX9" fmla="*/ 2039671 w 2382910"/>
              <a:gd name="connsiteY9" fmla="*/ 427073 h 3416119"/>
              <a:gd name="connsiteX10" fmla="*/ 1837995 w 2382910"/>
              <a:gd name="connsiteY10" fmla="*/ 3101 h 3416119"/>
              <a:gd name="connsiteX11" fmla="*/ 1489998 w 2382910"/>
              <a:gd name="connsiteY11" fmla="*/ 239418 h 3416119"/>
              <a:gd name="connsiteX12" fmla="*/ 1098226 w 2382910"/>
              <a:gd name="connsiteY12" fmla="*/ 912019 h 3416119"/>
              <a:gd name="connsiteX13" fmla="*/ 585190 w 2382910"/>
              <a:gd name="connsiteY13" fmla="*/ 1765417 h 3416119"/>
              <a:gd name="connsiteX14" fmla="*/ 180509 w 2382910"/>
              <a:gd name="connsiteY14" fmla="*/ 2288401 h 3416119"/>
              <a:gd name="connsiteX15" fmla="*/ 9181 w 2382910"/>
              <a:gd name="connsiteY15" fmla="*/ 2954823 h 3416119"/>
              <a:gd name="connsiteX0" fmla="*/ 2312883 w 2396138"/>
              <a:gd name="connsiteY0" fmla="*/ 3416119 h 3416119"/>
              <a:gd name="connsiteX1" fmla="*/ 2387932 w 2396138"/>
              <a:gd name="connsiteY1" fmla="*/ 3024593 h 3416119"/>
              <a:gd name="connsiteX2" fmla="*/ 2136366 w 2396138"/>
              <a:gd name="connsiteY2" fmla="*/ 2206512 h 3416119"/>
              <a:gd name="connsiteX3" fmla="*/ 2021542 w 2396138"/>
              <a:gd name="connsiteY3" fmla="*/ 1887863 h 3416119"/>
              <a:gd name="connsiteX4" fmla="*/ 1985938 w 2396138"/>
              <a:gd name="connsiteY4" fmla="*/ 1618555 h 3416119"/>
              <a:gd name="connsiteX5" fmla="*/ 1930884 w 2396138"/>
              <a:gd name="connsiteY5" fmla="*/ 1324232 h 3416119"/>
              <a:gd name="connsiteX6" fmla="*/ 1945267 w 2396138"/>
              <a:gd name="connsiteY6" fmla="*/ 1075439 h 3416119"/>
              <a:gd name="connsiteX7" fmla="*/ 1969174 w 2396138"/>
              <a:gd name="connsiteY7" fmla="*/ 929516 h 3416119"/>
              <a:gd name="connsiteX8" fmla="*/ 2026610 w 2396138"/>
              <a:gd name="connsiteY8" fmla="*/ 637575 h 3416119"/>
              <a:gd name="connsiteX9" fmla="*/ 2052899 w 2396138"/>
              <a:gd name="connsiteY9" fmla="*/ 427073 h 3416119"/>
              <a:gd name="connsiteX10" fmla="*/ 1851223 w 2396138"/>
              <a:gd name="connsiteY10" fmla="*/ 3101 h 3416119"/>
              <a:gd name="connsiteX11" fmla="*/ 1503226 w 2396138"/>
              <a:gd name="connsiteY11" fmla="*/ 239418 h 3416119"/>
              <a:gd name="connsiteX12" fmla="*/ 1111454 w 2396138"/>
              <a:gd name="connsiteY12" fmla="*/ 912019 h 3416119"/>
              <a:gd name="connsiteX13" fmla="*/ 598418 w 2396138"/>
              <a:gd name="connsiteY13" fmla="*/ 1765417 h 3416119"/>
              <a:gd name="connsiteX14" fmla="*/ 79123 w 2396138"/>
              <a:gd name="connsiteY14" fmla="*/ 2460110 h 3416119"/>
              <a:gd name="connsiteX15" fmla="*/ 22409 w 2396138"/>
              <a:gd name="connsiteY15" fmla="*/ 2954823 h 3416119"/>
              <a:gd name="connsiteX0" fmla="*/ 2273791 w 2357046"/>
              <a:gd name="connsiteY0" fmla="*/ 3416119 h 3416119"/>
              <a:gd name="connsiteX1" fmla="*/ 2348840 w 2357046"/>
              <a:gd name="connsiteY1" fmla="*/ 3024593 h 3416119"/>
              <a:gd name="connsiteX2" fmla="*/ 2097274 w 2357046"/>
              <a:gd name="connsiteY2" fmla="*/ 2206512 h 3416119"/>
              <a:gd name="connsiteX3" fmla="*/ 1982450 w 2357046"/>
              <a:gd name="connsiteY3" fmla="*/ 1887863 h 3416119"/>
              <a:gd name="connsiteX4" fmla="*/ 1946846 w 2357046"/>
              <a:gd name="connsiteY4" fmla="*/ 1618555 h 3416119"/>
              <a:gd name="connsiteX5" fmla="*/ 1891792 w 2357046"/>
              <a:gd name="connsiteY5" fmla="*/ 1324232 h 3416119"/>
              <a:gd name="connsiteX6" fmla="*/ 1906175 w 2357046"/>
              <a:gd name="connsiteY6" fmla="*/ 1075439 h 3416119"/>
              <a:gd name="connsiteX7" fmla="*/ 1930082 w 2357046"/>
              <a:gd name="connsiteY7" fmla="*/ 929516 h 3416119"/>
              <a:gd name="connsiteX8" fmla="*/ 1987518 w 2357046"/>
              <a:gd name="connsiteY8" fmla="*/ 637575 h 3416119"/>
              <a:gd name="connsiteX9" fmla="*/ 2013807 w 2357046"/>
              <a:gd name="connsiteY9" fmla="*/ 427073 h 3416119"/>
              <a:gd name="connsiteX10" fmla="*/ 1812131 w 2357046"/>
              <a:gd name="connsiteY10" fmla="*/ 3101 h 3416119"/>
              <a:gd name="connsiteX11" fmla="*/ 1464134 w 2357046"/>
              <a:gd name="connsiteY11" fmla="*/ 239418 h 3416119"/>
              <a:gd name="connsiteX12" fmla="*/ 1072362 w 2357046"/>
              <a:gd name="connsiteY12" fmla="*/ 912019 h 3416119"/>
              <a:gd name="connsiteX13" fmla="*/ 559326 w 2357046"/>
              <a:gd name="connsiteY13" fmla="*/ 1765417 h 3416119"/>
              <a:gd name="connsiteX14" fmla="*/ 40031 w 2357046"/>
              <a:gd name="connsiteY14" fmla="*/ 2460110 h 3416119"/>
              <a:gd name="connsiteX15" fmla="*/ 54220 w 235704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608945 w 2692200"/>
              <a:gd name="connsiteY0" fmla="*/ 3416119 h 3416119"/>
              <a:gd name="connsiteX1" fmla="*/ 2683994 w 2692200"/>
              <a:gd name="connsiteY1" fmla="*/ 3024593 h 3416119"/>
              <a:gd name="connsiteX2" fmla="*/ 2432428 w 2692200"/>
              <a:gd name="connsiteY2" fmla="*/ 2206512 h 3416119"/>
              <a:gd name="connsiteX3" fmla="*/ 2317604 w 2692200"/>
              <a:gd name="connsiteY3" fmla="*/ 1887863 h 3416119"/>
              <a:gd name="connsiteX4" fmla="*/ 2282000 w 2692200"/>
              <a:gd name="connsiteY4" fmla="*/ 1618555 h 3416119"/>
              <a:gd name="connsiteX5" fmla="*/ 2226946 w 2692200"/>
              <a:gd name="connsiteY5" fmla="*/ 1324232 h 3416119"/>
              <a:gd name="connsiteX6" fmla="*/ 2241329 w 2692200"/>
              <a:gd name="connsiteY6" fmla="*/ 1075439 h 3416119"/>
              <a:gd name="connsiteX7" fmla="*/ 2265236 w 2692200"/>
              <a:gd name="connsiteY7" fmla="*/ 929516 h 3416119"/>
              <a:gd name="connsiteX8" fmla="*/ 2322672 w 2692200"/>
              <a:gd name="connsiteY8" fmla="*/ 637575 h 3416119"/>
              <a:gd name="connsiteX9" fmla="*/ 2348961 w 2692200"/>
              <a:gd name="connsiteY9" fmla="*/ 427073 h 3416119"/>
              <a:gd name="connsiteX10" fmla="*/ 2147285 w 2692200"/>
              <a:gd name="connsiteY10" fmla="*/ 3101 h 3416119"/>
              <a:gd name="connsiteX11" fmla="*/ 1799288 w 2692200"/>
              <a:gd name="connsiteY11" fmla="*/ 239418 h 3416119"/>
              <a:gd name="connsiteX12" fmla="*/ 1407516 w 2692200"/>
              <a:gd name="connsiteY12" fmla="*/ 912019 h 3416119"/>
              <a:gd name="connsiteX13" fmla="*/ 894480 w 2692200"/>
              <a:gd name="connsiteY13" fmla="*/ 1765417 h 3416119"/>
              <a:gd name="connsiteX14" fmla="*/ 375185 w 2692200"/>
              <a:gd name="connsiteY14" fmla="*/ 2460110 h 3416119"/>
              <a:gd name="connsiteX15" fmla="*/ 9885 w 2692200"/>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32920 w 2716175"/>
              <a:gd name="connsiteY0" fmla="*/ 3416119 h 3416119"/>
              <a:gd name="connsiteX1" fmla="*/ 2707969 w 2716175"/>
              <a:gd name="connsiteY1" fmla="*/ 3024593 h 3416119"/>
              <a:gd name="connsiteX2" fmla="*/ 2456403 w 2716175"/>
              <a:gd name="connsiteY2" fmla="*/ 2206512 h 3416119"/>
              <a:gd name="connsiteX3" fmla="*/ 2341579 w 2716175"/>
              <a:gd name="connsiteY3" fmla="*/ 1887863 h 3416119"/>
              <a:gd name="connsiteX4" fmla="*/ 2305975 w 2716175"/>
              <a:gd name="connsiteY4" fmla="*/ 1618555 h 3416119"/>
              <a:gd name="connsiteX5" fmla="*/ 2250921 w 2716175"/>
              <a:gd name="connsiteY5" fmla="*/ 1324232 h 3416119"/>
              <a:gd name="connsiteX6" fmla="*/ 2265304 w 2716175"/>
              <a:gd name="connsiteY6" fmla="*/ 1075439 h 3416119"/>
              <a:gd name="connsiteX7" fmla="*/ 2289211 w 2716175"/>
              <a:gd name="connsiteY7" fmla="*/ 929516 h 3416119"/>
              <a:gd name="connsiteX8" fmla="*/ 2346647 w 2716175"/>
              <a:gd name="connsiteY8" fmla="*/ 637575 h 3416119"/>
              <a:gd name="connsiteX9" fmla="*/ 2372936 w 2716175"/>
              <a:gd name="connsiteY9" fmla="*/ 427073 h 3416119"/>
              <a:gd name="connsiteX10" fmla="*/ 2171260 w 2716175"/>
              <a:gd name="connsiteY10" fmla="*/ 3101 h 3416119"/>
              <a:gd name="connsiteX11" fmla="*/ 1823263 w 2716175"/>
              <a:gd name="connsiteY11" fmla="*/ 239418 h 3416119"/>
              <a:gd name="connsiteX12" fmla="*/ 1431491 w 2716175"/>
              <a:gd name="connsiteY12" fmla="*/ 912019 h 3416119"/>
              <a:gd name="connsiteX13" fmla="*/ 918455 w 2716175"/>
              <a:gd name="connsiteY13" fmla="*/ 1765417 h 3416119"/>
              <a:gd name="connsiteX14" fmla="*/ 137196 w 2716175"/>
              <a:gd name="connsiteY14" fmla="*/ 2587957 h 3416119"/>
              <a:gd name="connsiteX15" fmla="*/ 33860 w 2716175"/>
              <a:gd name="connsiteY15" fmla="*/ 2917802 h 3416119"/>
              <a:gd name="connsiteX0" fmla="*/ 2632920 w 2641131"/>
              <a:gd name="connsiteY0" fmla="*/ 3416119 h 3416119"/>
              <a:gd name="connsiteX1" fmla="*/ 2448936 w 2641131"/>
              <a:gd name="connsiteY1" fmla="*/ 2676179 h 3416119"/>
              <a:gd name="connsiteX2" fmla="*/ 2456403 w 2641131"/>
              <a:gd name="connsiteY2" fmla="*/ 2206512 h 3416119"/>
              <a:gd name="connsiteX3" fmla="*/ 2341579 w 2641131"/>
              <a:gd name="connsiteY3" fmla="*/ 1887863 h 3416119"/>
              <a:gd name="connsiteX4" fmla="*/ 2305975 w 2641131"/>
              <a:gd name="connsiteY4" fmla="*/ 1618555 h 3416119"/>
              <a:gd name="connsiteX5" fmla="*/ 2250921 w 2641131"/>
              <a:gd name="connsiteY5" fmla="*/ 1324232 h 3416119"/>
              <a:gd name="connsiteX6" fmla="*/ 2265304 w 2641131"/>
              <a:gd name="connsiteY6" fmla="*/ 1075439 h 3416119"/>
              <a:gd name="connsiteX7" fmla="*/ 2289211 w 2641131"/>
              <a:gd name="connsiteY7" fmla="*/ 929516 h 3416119"/>
              <a:gd name="connsiteX8" fmla="*/ 2346647 w 2641131"/>
              <a:gd name="connsiteY8" fmla="*/ 637575 h 3416119"/>
              <a:gd name="connsiteX9" fmla="*/ 2372936 w 2641131"/>
              <a:gd name="connsiteY9" fmla="*/ 427073 h 3416119"/>
              <a:gd name="connsiteX10" fmla="*/ 2171260 w 2641131"/>
              <a:gd name="connsiteY10" fmla="*/ 3101 h 3416119"/>
              <a:gd name="connsiteX11" fmla="*/ 1823263 w 2641131"/>
              <a:gd name="connsiteY11" fmla="*/ 239418 h 3416119"/>
              <a:gd name="connsiteX12" fmla="*/ 1431491 w 2641131"/>
              <a:gd name="connsiteY12" fmla="*/ 912019 h 3416119"/>
              <a:gd name="connsiteX13" fmla="*/ 918455 w 2641131"/>
              <a:gd name="connsiteY13" fmla="*/ 1765417 h 3416119"/>
              <a:gd name="connsiteX14" fmla="*/ 137196 w 2641131"/>
              <a:gd name="connsiteY14" fmla="*/ 2587957 h 3416119"/>
              <a:gd name="connsiteX15" fmla="*/ 33860 w 2641131"/>
              <a:gd name="connsiteY15" fmla="*/ 2917802 h 3416119"/>
              <a:gd name="connsiteX0" fmla="*/ 2674295 w 2681498"/>
              <a:gd name="connsiteY0" fmla="*/ 2996108 h 2996108"/>
              <a:gd name="connsiteX1" fmla="*/ 2448936 w 2681498"/>
              <a:gd name="connsiteY1" fmla="*/ 2676179 h 2996108"/>
              <a:gd name="connsiteX2" fmla="*/ 2456403 w 2681498"/>
              <a:gd name="connsiteY2" fmla="*/ 2206512 h 2996108"/>
              <a:gd name="connsiteX3" fmla="*/ 2341579 w 2681498"/>
              <a:gd name="connsiteY3" fmla="*/ 1887863 h 2996108"/>
              <a:gd name="connsiteX4" fmla="*/ 2305975 w 2681498"/>
              <a:gd name="connsiteY4" fmla="*/ 1618555 h 2996108"/>
              <a:gd name="connsiteX5" fmla="*/ 2250921 w 2681498"/>
              <a:gd name="connsiteY5" fmla="*/ 1324232 h 2996108"/>
              <a:gd name="connsiteX6" fmla="*/ 2265304 w 2681498"/>
              <a:gd name="connsiteY6" fmla="*/ 1075439 h 2996108"/>
              <a:gd name="connsiteX7" fmla="*/ 2289211 w 2681498"/>
              <a:gd name="connsiteY7" fmla="*/ 929516 h 2996108"/>
              <a:gd name="connsiteX8" fmla="*/ 2346647 w 2681498"/>
              <a:gd name="connsiteY8" fmla="*/ 637575 h 2996108"/>
              <a:gd name="connsiteX9" fmla="*/ 2372936 w 2681498"/>
              <a:gd name="connsiteY9" fmla="*/ 427073 h 2996108"/>
              <a:gd name="connsiteX10" fmla="*/ 2171260 w 2681498"/>
              <a:gd name="connsiteY10" fmla="*/ 3101 h 2996108"/>
              <a:gd name="connsiteX11" fmla="*/ 1823263 w 2681498"/>
              <a:gd name="connsiteY11" fmla="*/ 239418 h 2996108"/>
              <a:gd name="connsiteX12" fmla="*/ 1431491 w 2681498"/>
              <a:gd name="connsiteY12" fmla="*/ 912019 h 2996108"/>
              <a:gd name="connsiteX13" fmla="*/ 918455 w 2681498"/>
              <a:gd name="connsiteY13" fmla="*/ 1765417 h 2996108"/>
              <a:gd name="connsiteX14" fmla="*/ 137196 w 2681498"/>
              <a:gd name="connsiteY14" fmla="*/ 2587957 h 2996108"/>
              <a:gd name="connsiteX15" fmla="*/ 33860 w 2681498"/>
              <a:gd name="connsiteY15" fmla="*/ 2917802 h 2996108"/>
              <a:gd name="connsiteX0" fmla="*/ 2674295 w 2674295"/>
              <a:gd name="connsiteY0" fmla="*/ 2996108 h 2996108"/>
              <a:gd name="connsiteX1" fmla="*/ 2448936 w 2674295"/>
              <a:gd name="connsiteY1" fmla="*/ 2676179 h 2996108"/>
              <a:gd name="connsiteX2" fmla="*/ 2456403 w 2674295"/>
              <a:gd name="connsiteY2" fmla="*/ 2206512 h 2996108"/>
              <a:gd name="connsiteX3" fmla="*/ 2341579 w 2674295"/>
              <a:gd name="connsiteY3" fmla="*/ 1887863 h 2996108"/>
              <a:gd name="connsiteX4" fmla="*/ 2305975 w 2674295"/>
              <a:gd name="connsiteY4" fmla="*/ 1618555 h 2996108"/>
              <a:gd name="connsiteX5" fmla="*/ 2250921 w 2674295"/>
              <a:gd name="connsiteY5" fmla="*/ 1324232 h 2996108"/>
              <a:gd name="connsiteX6" fmla="*/ 2265304 w 2674295"/>
              <a:gd name="connsiteY6" fmla="*/ 1075439 h 2996108"/>
              <a:gd name="connsiteX7" fmla="*/ 2289211 w 2674295"/>
              <a:gd name="connsiteY7" fmla="*/ 929516 h 2996108"/>
              <a:gd name="connsiteX8" fmla="*/ 2346647 w 2674295"/>
              <a:gd name="connsiteY8" fmla="*/ 637575 h 2996108"/>
              <a:gd name="connsiteX9" fmla="*/ 2372936 w 2674295"/>
              <a:gd name="connsiteY9" fmla="*/ 427073 h 2996108"/>
              <a:gd name="connsiteX10" fmla="*/ 2171260 w 2674295"/>
              <a:gd name="connsiteY10" fmla="*/ 3101 h 2996108"/>
              <a:gd name="connsiteX11" fmla="*/ 1823263 w 2674295"/>
              <a:gd name="connsiteY11" fmla="*/ 239418 h 2996108"/>
              <a:gd name="connsiteX12" fmla="*/ 1431491 w 2674295"/>
              <a:gd name="connsiteY12" fmla="*/ 912019 h 2996108"/>
              <a:gd name="connsiteX13" fmla="*/ 918455 w 2674295"/>
              <a:gd name="connsiteY13" fmla="*/ 1765417 h 2996108"/>
              <a:gd name="connsiteX14" fmla="*/ 137196 w 2674295"/>
              <a:gd name="connsiteY14" fmla="*/ 2587957 h 2996108"/>
              <a:gd name="connsiteX15" fmla="*/ 33860 w 2674295"/>
              <a:gd name="connsiteY15" fmla="*/ 2917802 h 2996108"/>
              <a:gd name="connsiteX0" fmla="*/ 2650685 w 2650685"/>
              <a:gd name="connsiteY0" fmla="*/ 2996108 h 2996108"/>
              <a:gd name="connsiteX1" fmla="*/ 2425326 w 2650685"/>
              <a:gd name="connsiteY1" fmla="*/ 2676179 h 2996108"/>
              <a:gd name="connsiteX2" fmla="*/ 2432793 w 2650685"/>
              <a:gd name="connsiteY2" fmla="*/ 2206512 h 2996108"/>
              <a:gd name="connsiteX3" fmla="*/ 2317969 w 2650685"/>
              <a:gd name="connsiteY3" fmla="*/ 1887863 h 2996108"/>
              <a:gd name="connsiteX4" fmla="*/ 2282365 w 2650685"/>
              <a:gd name="connsiteY4" fmla="*/ 1618555 h 2996108"/>
              <a:gd name="connsiteX5" fmla="*/ 2227311 w 2650685"/>
              <a:gd name="connsiteY5" fmla="*/ 1324232 h 2996108"/>
              <a:gd name="connsiteX6" fmla="*/ 2241694 w 2650685"/>
              <a:gd name="connsiteY6" fmla="*/ 1075439 h 2996108"/>
              <a:gd name="connsiteX7" fmla="*/ 2265601 w 2650685"/>
              <a:gd name="connsiteY7" fmla="*/ 929516 h 2996108"/>
              <a:gd name="connsiteX8" fmla="*/ 2323037 w 2650685"/>
              <a:gd name="connsiteY8" fmla="*/ 637575 h 2996108"/>
              <a:gd name="connsiteX9" fmla="*/ 2349326 w 2650685"/>
              <a:gd name="connsiteY9" fmla="*/ 427073 h 2996108"/>
              <a:gd name="connsiteX10" fmla="*/ 2147650 w 2650685"/>
              <a:gd name="connsiteY10" fmla="*/ 3101 h 2996108"/>
              <a:gd name="connsiteX11" fmla="*/ 1799653 w 2650685"/>
              <a:gd name="connsiteY11" fmla="*/ 239418 h 2996108"/>
              <a:gd name="connsiteX12" fmla="*/ 1407881 w 2650685"/>
              <a:gd name="connsiteY12" fmla="*/ 912019 h 2996108"/>
              <a:gd name="connsiteX13" fmla="*/ 894845 w 2650685"/>
              <a:gd name="connsiteY13" fmla="*/ 1765417 h 2996108"/>
              <a:gd name="connsiteX14" fmla="*/ 409608 w 2650685"/>
              <a:gd name="connsiteY14" fmla="*/ 2335721 h 2996108"/>
              <a:gd name="connsiteX15" fmla="*/ 10250 w 2650685"/>
              <a:gd name="connsiteY15" fmla="*/ 2917802 h 2996108"/>
              <a:gd name="connsiteX0" fmla="*/ 2411114 w 2411114"/>
              <a:gd name="connsiteY0" fmla="*/ 2996108 h 2996108"/>
              <a:gd name="connsiteX1" fmla="*/ 2185755 w 2411114"/>
              <a:gd name="connsiteY1" fmla="*/ 2676179 h 2996108"/>
              <a:gd name="connsiteX2" fmla="*/ 2193222 w 2411114"/>
              <a:gd name="connsiteY2" fmla="*/ 2206512 h 2996108"/>
              <a:gd name="connsiteX3" fmla="*/ 2078398 w 2411114"/>
              <a:gd name="connsiteY3" fmla="*/ 1887863 h 2996108"/>
              <a:gd name="connsiteX4" fmla="*/ 2042794 w 2411114"/>
              <a:gd name="connsiteY4" fmla="*/ 1618555 h 2996108"/>
              <a:gd name="connsiteX5" fmla="*/ 1987740 w 2411114"/>
              <a:gd name="connsiteY5" fmla="*/ 1324232 h 2996108"/>
              <a:gd name="connsiteX6" fmla="*/ 2002123 w 2411114"/>
              <a:gd name="connsiteY6" fmla="*/ 1075439 h 2996108"/>
              <a:gd name="connsiteX7" fmla="*/ 2026030 w 2411114"/>
              <a:gd name="connsiteY7" fmla="*/ 929516 h 2996108"/>
              <a:gd name="connsiteX8" fmla="*/ 2083466 w 2411114"/>
              <a:gd name="connsiteY8" fmla="*/ 637575 h 2996108"/>
              <a:gd name="connsiteX9" fmla="*/ 2109755 w 2411114"/>
              <a:gd name="connsiteY9" fmla="*/ 427073 h 2996108"/>
              <a:gd name="connsiteX10" fmla="*/ 1908079 w 2411114"/>
              <a:gd name="connsiteY10" fmla="*/ 3101 h 2996108"/>
              <a:gd name="connsiteX11" fmla="*/ 1560082 w 2411114"/>
              <a:gd name="connsiteY11" fmla="*/ 239418 h 2996108"/>
              <a:gd name="connsiteX12" fmla="*/ 1168310 w 2411114"/>
              <a:gd name="connsiteY12" fmla="*/ 912019 h 2996108"/>
              <a:gd name="connsiteX13" fmla="*/ 655274 w 2411114"/>
              <a:gd name="connsiteY13" fmla="*/ 1765417 h 2996108"/>
              <a:gd name="connsiteX14" fmla="*/ 170037 w 2411114"/>
              <a:gd name="connsiteY14" fmla="*/ 2335721 h 2996108"/>
              <a:gd name="connsiteX15" fmla="*/ 26284 w 2411114"/>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43753 w 2384830"/>
              <a:gd name="connsiteY14" fmla="*/ 2335721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563284 w 2384830"/>
              <a:gd name="connsiteY13" fmla="*/ 172868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9008 h 2999008"/>
              <a:gd name="connsiteX1" fmla="*/ 2363296 w 2588655"/>
              <a:gd name="connsiteY1" fmla="*/ 2679079 h 2999008"/>
              <a:gd name="connsiteX2" fmla="*/ 2370763 w 2588655"/>
              <a:gd name="connsiteY2" fmla="*/ 2209412 h 2999008"/>
              <a:gd name="connsiteX3" fmla="*/ 2255939 w 2588655"/>
              <a:gd name="connsiteY3" fmla="*/ 1890763 h 2999008"/>
              <a:gd name="connsiteX4" fmla="*/ 2220335 w 2588655"/>
              <a:gd name="connsiteY4" fmla="*/ 1621455 h 2999008"/>
              <a:gd name="connsiteX5" fmla="*/ 2165281 w 2588655"/>
              <a:gd name="connsiteY5" fmla="*/ 1327132 h 2999008"/>
              <a:gd name="connsiteX6" fmla="*/ 2179664 w 2588655"/>
              <a:gd name="connsiteY6" fmla="*/ 1078339 h 2999008"/>
              <a:gd name="connsiteX7" fmla="*/ 2203571 w 2588655"/>
              <a:gd name="connsiteY7" fmla="*/ 932416 h 2999008"/>
              <a:gd name="connsiteX8" fmla="*/ 2261007 w 2588655"/>
              <a:gd name="connsiteY8" fmla="*/ 640475 h 2999008"/>
              <a:gd name="connsiteX9" fmla="*/ 2381677 w 2588655"/>
              <a:gd name="connsiteY9" fmla="*/ 201304 h 2999008"/>
              <a:gd name="connsiteX10" fmla="*/ 2085620 w 2588655"/>
              <a:gd name="connsiteY10" fmla="*/ 6001 h 2999008"/>
              <a:gd name="connsiteX11" fmla="*/ 1737623 w 2588655"/>
              <a:gd name="connsiteY11" fmla="*/ 242318 h 2999008"/>
              <a:gd name="connsiteX12" fmla="*/ 1345851 w 2588655"/>
              <a:gd name="connsiteY12" fmla="*/ 914919 h 2999008"/>
              <a:gd name="connsiteX13" fmla="*/ 849165 w 2588655"/>
              <a:gd name="connsiteY13" fmla="*/ 1736600 h 2999008"/>
              <a:gd name="connsiteX14" fmla="*/ 376203 w 2588655"/>
              <a:gd name="connsiteY14" fmla="*/ 2243169 h 2999008"/>
              <a:gd name="connsiteX15" fmla="*/ 0 w 2588655"/>
              <a:gd name="connsiteY15" fmla="*/ 2477784 h 2999008"/>
              <a:gd name="connsiteX0" fmla="*/ 2588655 w 2588655"/>
              <a:gd name="connsiteY0" fmla="*/ 2999008 h 2999008"/>
              <a:gd name="connsiteX1" fmla="*/ 2363296 w 2588655"/>
              <a:gd name="connsiteY1" fmla="*/ 2679079 h 2999008"/>
              <a:gd name="connsiteX2" fmla="*/ 2556235 w 2588655"/>
              <a:gd name="connsiteY2" fmla="*/ 2221751 h 2999008"/>
              <a:gd name="connsiteX3" fmla="*/ 2255939 w 2588655"/>
              <a:gd name="connsiteY3" fmla="*/ 1890763 h 2999008"/>
              <a:gd name="connsiteX4" fmla="*/ 2220335 w 2588655"/>
              <a:gd name="connsiteY4" fmla="*/ 1621455 h 2999008"/>
              <a:gd name="connsiteX5" fmla="*/ 2165281 w 2588655"/>
              <a:gd name="connsiteY5" fmla="*/ 1327132 h 2999008"/>
              <a:gd name="connsiteX6" fmla="*/ 2179664 w 2588655"/>
              <a:gd name="connsiteY6" fmla="*/ 1078339 h 2999008"/>
              <a:gd name="connsiteX7" fmla="*/ 2203571 w 2588655"/>
              <a:gd name="connsiteY7" fmla="*/ 932416 h 2999008"/>
              <a:gd name="connsiteX8" fmla="*/ 2261007 w 2588655"/>
              <a:gd name="connsiteY8" fmla="*/ 640475 h 2999008"/>
              <a:gd name="connsiteX9" fmla="*/ 2381677 w 2588655"/>
              <a:gd name="connsiteY9" fmla="*/ 201304 h 2999008"/>
              <a:gd name="connsiteX10" fmla="*/ 2085620 w 2588655"/>
              <a:gd name="connsiteY10" fmla="*/ 6001 h 2999008"/>
              <a:gd name="connsiteX11" fmla="*/ 1737623 w 2588655"/>
              <a:gd name="connsiteY11" fmla="*/ 242318 h 2999008"/>
              <a:gd name="connsiteX12" fmla="*/ 1345851 w 2588655"/>
              <a:gd name="connsiteY12" fmla="*/ 914919 h 2999008"/>
              <a:gd name="connsiteX13" fmla="*/ 849165 w 2588655"/>
              <a:gd name="connsiteY13" fmla="*/ 1736600 h 2999008"/>
              <a:gd name="connsiteX14" fmla="*/ 376203 w 2588655"/>
              <a:gd name="connsiteY14" fmla="*/ 2243169 h 2999008"/>
              <a:gd name="connsiteX15" fmla="*/ 0 w 2588655"/>
              <a:gd name="connsiteY15" fmla="*/ 2477784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537883 w 2750335"/>
              <a:gd name="connsiteY14" fmla="*/ 2243169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431125 w 2750335"/>
              <a:gd name="connsiteY14" fmla="*/ 2049340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431125 w 2750335"/>
              <a:gd name="connsiteY14" fmla="*/ 2049340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520514 w 2750335"/>
              <a:gd name="connsiteY14" fmla="*/ 1994511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520514 w 2750335"/>
              <a:gd name="connsiteY14" fmla="*/ 1994511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520514 w 2750335"/>
              <a:gd name="connsiteY14" fmla="*/ 1994511 h 2999008"/>
              <a:gd name="connsiteX15" fmla="*/ 0 w 2750335"/>
              <a:gd name="connsiteY15" fmla="*/ 2195367 h 2999008"/>
              <a:gd name="connsiteX0" fmla="*/ 2750335 w 2750335"/>
              <a:gd name="connsiteY0" fmla="*/ 2999008 h 2999008"/>
              <a:gd name="connsiteX1" fmla="*/ 2524976 w 2750335"/>
              <a:gd name="connsiteY1" fmla="*/ 2679079 h 2999008"/>
              <a:gd name="connsiteX2" fmla="*/ 2717915 w 2750335"/>
              <a:gd name="connsiteY2" fmla="*/ 2221751 h 2999008"/>
              <a:gd name="connsiteX3" fmla="*/ 2417619 w 2750335"/>
              <a:gd name="connsiteY3" fmla="*/ 1890763 h 2999008"/>
              <a:gd name="connsiteX4" fmla="*/ 2382015 w 2750335"/>
              <a:gd name="connsiteY4" fmla="*/ 1621455 h 2999008"/>
              <a:gd name="connsiteX5" fmla="*/ 2326961 w 2750335"/>
              <a:gd name="connsiteY5" fmla="*/ 1327132 h 2999008"/>
              <a:gd name="connsiteX6" fmla="*/ 2341344 w 2750335"/>
              <a:gd name="connsiteY6" fmla="*/ 1078339 h 2999008"/>
              <a:gd name="connsiteX7" fmla="*/ 2365251 w 2750335"/>
              <a:gd name="connsiteY7" fmla="*/ 932416 h 2999008"/>
              <a:gd name="connsiteX8" fmla="*/ 2422687 w 2750335"/>
              <a:gd name="connsiteY8" fmla="*/ 640475 h 2999008"/>
              <a:gd name="connsiteX9" fmla="*/ 2543357 w 2750335"/>
              <a:gd name="connsiteY9" fmla="*/ 201304 h 2999008"/>
              <a:gd name="connsiteX10" fmla="*/ 2247300 w 2750335"/>
              <a:gd name="connsiteY10" fmla="*/ 6001 h 2999008"/>
              <a:gd name="connsiteX11" fmla="*/ 1899303 w 2750335"/>
              <a:gd name="connsiteY11" fmla="*/ 242318 h 2999008"/>
              <a:gd name="connsiteX12" fmla="*/ 1507531 w 2750335"/>
              <a:gd name="connsiteY12" fmla="*/ 914919 h 2999008"/>
              <a:gd name="connsiteX13" fmla="*/ 1010845 w 2750335"/>
              <a:gd name="connsiteY13" fmla="*/ 1736600 h 2999008"/>
              <a:gd name="connsiteX14" fmla="*/ 583183 w 2750335"/>
              <a:gd name="connsiteY14" fmla="*/ 1975837 h 2999008"/>
              <a:gd name="connsiteX15" fmla="*/ 0 w 2750335"/>
              <a:gd name="connsiteY15" fmla="*/ 2195367 h 2999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50335" h="2999008">
                <a:moveTo>
                  <a:pt x="2750335" y="2999008"/>
                </a:moveTo>
                <a:cubicBezTo>
                  <a:pt x="2682323" y="2913373"/>
                  <a:pt x="2530379" y="2808622"/>
                  <a:pt x="2524976" y="2679079"/>
                </a:cubicBezTo>
                <a:cubicBezTo>
                  <a:pt x="2519573" y="2549536"/>
                  <a:pt x="2735808" y="2353137"/>
                  <a:pt x="2717915" y="2221751"/>
                </a:cubicBezTo>
                <a:cubicBezTo>
                  <a:pt x="2700022" y="2090365"/>
                  <a:pt x="2473602" y="1990812"/>
                  <a:pt x="2417619" y="1890763"/>
                </a:cubicBezTo>
                <a:cubicBezTo>
                  <a:pt x="2361636" y="1790714"/>
                  <a:pt x="2400399" y="1699846"/>
                  <a:pt x="2382015" y="1621455"/>
                </a:cubicBezTo>
                <a:cubicBezTo>
                  <a:pt x="2359060" y="1524109"/>
                  <a:pt x="2333152" y="1426955"/>
                  <a:pt x="2326961" y="1327132"/>
                </a:cubicBezTo>
                <a:cubicBezTo>
                  <a:pt x="2321722" y="1243979"/>
                  <a:pt x="2329533" y="1160826"/>
                  <a:pt x="2341344" y="1078339"/>
                </a:cubicBezTo>
                <a:cubicBezTo>
                  <a:pt x="2348297" y="1029572"/>
                  <a:pt x="2356393" y="980899"/>
                  <a:pt x="2365251" y="932416"/>
                </a:cubicBezTo>
                <a:cubicBezTo>
                  <a:pt x="2383158" y="834880"/>
                  <a:pt x="2393003" y="762327"/>
                  <a:pt x="2422687" y="640475"/>
                </a:cubicBezTo>
                <a:cubicBezTo>
                  <a:pt x="2452371" y="518623"/>
                  <a:pt x="2546786" y="272170"/>
                  <a:pt x="2543357" y="201304"/>
                </a:cubicBezTo>
                <a:cubicBezTo>
                  <a:pt x="2504833" y="175317"/>
                  <a:pt x="2367641" y="-38191"/>
                  <a:pt x="2247300" y="6001"/>
                </a:cubicBezTo>
                <a:cubicBezTo>
                  <a:pt x="2174453" y="-18622"/>
                  <a:pt x="1986031" y="127464"/>
                  <a:pt x="1899303" y="242318"/>
                </a:cubicBezTo>
                <a:cubicBezTo>
                  <a:pt x="1783822" y="392305"/>
                  <a:pt x="1612508" y="752630"/>
                  <a:pt x="1507531" y="914919"/>
                </a:cubicBezTo>
                <a:cubicBezTo>
                  <a:pt x="1329110" y="1170898"/>
                  <a:pt x="1177336" y="1476032"/>
                  <a:pt x="1010845" y="1736600"/>
                </a:cubicBezTo>
                <a:cubicBezTo>
                  <a:pt x="840700" y="1964851"/>
                  <a:pt x="856879" y="1915733"/>
                  <a:pt x="583183" y="1975837"/>
                </a:cubicBezTo>
                <a:cubicBezTo>
                  <a:pt x="532914" y="1983722"/>
                  <a:pt x="62277" y="2103578"/>
                  <a:pt x="0" y="2195367"/>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2" name="Freeform: Shape 61">
            <a:extLst>
              <a:ext uri="{FF2B5EF4-FFF2-40B4-BE49-F238E27FC236}">
                <a16:creationId xmlns:a16="http://schemas.microsoft.com/office/drawing/2014/main" id="{34166A1D-D34E-88FF-881D-D28DAA5A1B57}"/>
              </a:ext>
            </a:extLst>
          </p:cNvPr>
          <p:cNvSpPr/>
          <p:nvPr userDrawn="1"/>
        </p:nvSpPr>
        <p:spPr>
          <a:xfrm rot="529037" flipH="1">
            <a:off x="8056244" y="-187574"/>
            <a:ext cx="2759405" cy="164511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02437" h="1697912">
                <a:moveTo>
                  <a:pt x="2013656" y="310678"/>
                </a:moveTo>
                <a:cubicBezTo>
                  <a:pt x="2112601" y="527644"/>
                  <a:pt x="2435737" y="832008"/>
                  <a:pt x="2549862" y="1008560"/>
                </a:cubicBezTo>
                <a:cubicBezTo>
                  <a:pt x="2663987" y="1185112"/>
                  <a:pt x="2683194" y="1263975"/>
                  <a:pt x="2698406" y="1369988"/>
                </a:cubicBezTo>
                <a:cubicBezTo>
                  <a:pt x="2713618" y="1476001"/>
                  <a:pt x="2683882" y="1595171"/>
                  <a:pt x="2641134" y="1644638"/>
                </a:cubicBezTo>
                <a:cubicBezTo>
                  <a:pt x="2598386" y="1694105"/>
                  <a:pt x="2485238" y="1723828"/>
                  <a:pt x="2441918" y="1666788"/>
                </a:cubicBezTo>
                <a:cubicBezTo>
                  <a:pt x="2398598" y="1609748"/>
                  <a:pt x="2433120" y="1414744"/>
                  <a:pt x="2381213" y="1302400"/>
                </a:cubicBezTo>
                <a:cubicBezTo>
                  <a:pt x="2329306" y="1190056"/>
                  <a:pt x="2230944" y="1067678"/>
                  <a:pt x="2130473" y="992721"/>
                </a:cubicBezTo>
                <a:cubicBezTo>
                  <a:pt x="2030002" y="917764"/>
                  <a:pt x="1953912" y="874386"/>
                  <a:pt x="1778390" y="852659"/>
                </a:cubicBezTo>
                <a:cubicBezTo>
                  <a:pt x="1602869" y="830933"/>
                  <a:pt x="1172308" y="869886"/>
                  <a:pt x="1077344" y="862362"/>
                </a:cubicBezTo>
                <a:cubicBezTo>
                  <a:pt x="818718" y="845997"/>
                  <a:pt x="7712" y="424529"/>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3" name="Freeform: Shape 62">
            <a:extLst>
              <a:ext uri="{FF2B5EF4-FFF2-40B4-BE49-F238E27FC236}">
                <a16:creationId xmlns:a16="http://schemas.microsoft.com/office/drawing/2014/main" id="{C1C4EF0B-494F-9039-2ED7-CE46770BF413}"/>
              </a:ext>
            </a:extLst>
          </p:cNvPr>
          <p:cNvSpPr/>
          <p:nvPr userDrawn="1"/>
        </p:nvSpPr>
        <p:spPr>
          <a:xfrm flipH="1">
            <a:off x="7471087" y="5285"/>
            <a:ext cx="4478178" cy="254298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1101132 w 1609683"/>
              <a:gd name="connsiteY8" fmla="*/ 897523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980106 w 1609683"/>
              <a:gd name="connsiteY7" fmla="*/ 1238739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7833"/>
              <a:gd name="connsiteX1" fmla="*/ 1588442 w 1609683"/>
              <a:gd name="connsiteY1" fmla="*/ 822552 h 1517833"/>
              <a:gd name="connsiteX2" fmla="*/ 1600444 w 1609683"/>
              <a:gd name="connsiteY2" fmla="*/ 1169452 h 1517833"/>
              <a:gd name="connsiteX3" fmla="*/ 1498717 w 1609683"/>
              <a:gd name="connsiteY3" fmla="*/ 1444629 h 1517833"/>
              <a:gd name="connsiteX4" fmla="*/ 1329172 w 1609683"/>
              <a:gd name="connsiteY4" fmla="*/ 1516448 h 1517833"/>
              <a:gd name="connsiteX5" fmla="*/ 1205537 w 1609683"/>
              <a:gd name="connsiteY5" fmla="*/ 1500541 h 1517833"/>
              <a:gd name="connsiteX6" fmla="*/ 1023734 w 1609683"/>
              <a:gd name="connsiteY6" fmla="*/ 1445461 h 1517833"/>
              <a:gd name="connsiteX7" fmla="*/ 980106 w 1609683"/>
              <a:gd name="connsiteY7" fmla="*/ 1238739 h 1517833"/>
              <a:gd name="connsiteX8" fmla="*/ 941413 w 1609683"/>
              <a:gd name="connsiteY8" fmla="*/ 952812 h 1517833"/>
              <a:gd name="connsiteX9" fmla="*/ 1044991 w 1609683"/>
              <a:gd name="connsiteY9" fmla="*/ 731644 h 1517833"/>
              <a:gd name="connsiteX10" fmla="*/ 888801 w 1609683"/>
              <a:gd name="connsiteY10" fmla="*/ 612802 h 1517833"/>
              <a:gd name="connsiteX11" fmla="*/ 573860 w 1609683"/>
              <a:gd name="connsiteY11" fmla="*/ 547014 h 1517833"/>
              <a:gd name="connsiteX12" fmla="*/ 247825 w 1609683"/>
              <a:gd name="connsiteY12" fmla="*/ 590646 h 1517833"/>
              <a:gd name="connsiteX13" fmla="*/ 127655 w 1609683"/>
              <a:gd name="connsiteY13" fmla="*/ 0 h 1517833"/>
              <a:gd name="connsiteX0" fmla="*/ 1844897 w 2031797"/>
              <a:gd name="connsiteY0" fmla="*/ 70170 h 1447064"/>
              <a:gd name="connsiteX1" fmla="*/ 2010556 w 2031797"/>
              <a:gd name="connsiteY1" fmla="*/ 751783 h 1447064"/>
              <a:gd name="connsiteX2" fmla="*/ 2022558 w 2031797"/>
              <a:gd name="connsiteY2" fmla="*/ 1098683 h 1447064"/>
              <a:gd name="connsiteX3" fmla="*/ 1920831 w 2031797"/>
              <a:gd name="connsiteY3" fmla="*/ 1373860 h 1447064"/>
              <a:gd name="connsiteX4" fmla="*/ 1751286 w 2031797"/>
              <a:gd name="connsiteY4" fmla="*/ 1445679 h 1447064"/>
              <a:gd name="connsiteX5" fmla="*/ 1627651 w 2031797"/>
              <a:gd name="connsiteY5" fmla="*/ 1429772 h 1447064"/>
              <a:gd name="connsiteX6" fmla="*/ 1445848 w 2031797"/>
              <a:gd name="connsiteY6" fmla="*/ 1374692 h 1447064"/>
              <a:gd name="connsiteX7" fmla="*/ 1402220 w 2031797"/>
              <a:gd name="connsiteY7" fmla="*/ 1167970 h 1447064"/>
              <a:gd name="connsiteX8" fmla="*/ 1363527 w 2031797"/>
              <a:gd name="connsiteY8" fmla="*/ 882043 h 1447064"/>
              <a:gd name="connsiteX9" fmla="*/ 1467105 w 2031797"/>
              <a:gd name="connsiteY9" fmla="*/ 660875 h 1447064"/>
              <a:gd name="connsiteX10" fmla="*/ 1310915 w 2031797"/>
              <a:gd name="connsiteY10" fmla="*/ 542033 h 1447064"/>
              <a:gd name="connsiteX11" fmla="*/ 995974 w 2031797"/>
              <a:gd name="connsiteY11" fmla="*/ 476245 h 1447064"/>
              <a:gd name="connsiteX12" fmla="*/ 669939 w 2031797"/>
              <a:gd name="connsiteY12" fmla="*/ 519877 h 1447064"/>
              <a:gd name="connsiteX13" fmla="*/ 66178 w 2031797"/>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4808 w 2030631"/>
              <a:gd name="connsiteY11" fmla="*/ 476245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304003 w 2030631"/>
              <a:gd name="connsiteY9" fmla="*/ 705106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93923"/>
              <a:gd name="connsiteX1" fmla="*/ 2009390 w 2030631"/>
              <a:gd name="connsiteY1" fmla="*/ 751783 h 1493923"/>
              <a:gd name="connsiteX2" fmla="*/ 2021392 w 2030631"/>
              <a:gd name="connsiteY2" fmla="*/ 1098683 h 1493923"/>
              <a:gd name="connsiteX3" fmla="*/ 1919665 w 2030631"/>
              <a:gd name="connsiteY3" fmla="*/ 1373860 h 1493923"/>
              <a:gd name="connsiteX4" fmla="*/ 1750120 w 2030631"/>
              <a:gd name="connsiteY4" fmla="*/ 1445679 h 1493923"/>
              <a:gd name="connsiteX5" fmla="*/ 1566590 w 2030631"/>
              <a:gd name="connsiteY5" fmla="*/ 1491696 h 1493923"/>
              <a:gd name="connsiteX6" fmla="*/ 1444682 w 2030631"/>
              <a:gd name="connsiteY6" fmla="*/ 1374692 h 1493923"/>
              <a:gd name="connsiteX7" fmla="*/ 1401054 w 2030631"/>
              <a:gd name="connsiteY7" fmla="*/ 1167970 h 1493923"/>
              <a:gd name="connsiteX8" fmla="*/ 1362361 w 2030631"/>
              <a:gd name="connsiteY8" fmla="*/ 882043 h 1493923"/>
              <a:gd name="connsiteX9" fmla="*/ 1304003 w 2030631"/>
              <a:gd name="connsiteY9" fmla="*/ 705106 h 1493923"/>
              <a:gd name="connsiteX10" fmla="*/ 1203270 w 2030631"/>
              <a:gd name="connsiteY10" fmla="*/ 619437 h 1493923"/>
              <a:gd name="connsiteX11" fmla="*/ 997027 w 2030631"/>
              <a:gd name="connsiteY11" fmla="*/ 577977 h 1493923"/>
              <a:gd name="connsiteX12" fmla="*/ 686519 w 2030631"/>
              <a:gd name="connsiteY12" fmla="*/ 676898 h 1493923"/>
              <a:gd name="connsiteX13" fmla="*/ 65012 w 2030631"/>
              <a:gd name="connsiteY13" fmla="*/ 0 h 1493923"/>
              <a:gd name="connsiteX0" fmla="*/ 1843731 w 2030631"/>
              <a:gd name="connsiteY0" fmla="*/ 70170 h 1491716"/>
              <a:gd name="connsiteX1" fmla="*/ 2009390 w 2030631"/>
              <a:gd name="connsiteY1" fmla="*/ 751783 h 1491716"/>
              <a:gd name="connsiteX2" fmla="*/ 2021392 w 2030631"/>
              <a:gd name="connsiteY2" fmla="*/ 1098683 h 1491716"/>
              <a:gd name="connsiteX3" fmla="*/ 1919665 w 2030631"/>
              <a:gd name="connsiteY3" fmla="*/ 1373860 h 1491716"/>
              <a:gd name="connsiteX4" fmla="*/ 1750120 w 2030631"/>
              <a:gd name="connsiteY4" fmla="*/ 1445679 h 1491716"/>
              <a:gd name="connsiteX5" fmla="*/ 1566590 w 2030631"/>
              <a:gd name="connsiteY5" fmla="*/ 1491696 h 1491716"/>
              <a:gd name="connsiteX6" fmla="*/ 1406971 w 2030631"/>
              <a:gd name="connsiteY6" fmla="*/ 1443250 h 1491716"/>
              <a:gd name="connsiteX7" fmla="*/ 1401054 w 2030631"/>
              <a:gd name="connsiteY7" fmla="*/ 1167970 h 1491716"/>
              <a:gd name="connsiteX8" fmla="*/ 1362361 w 2030631"/>
              <a:gd name="connsiteY8" fmla="*/ 882043 h 1491716"/>
              <a:gd name="connsiteX9" fmla="*/ 1304003 w 2030631"/>
              <a:gd name="connsiteY9" fmla="*/ 705106 h 1491716"/>
              <a:gd name="connsiteX10" fmla="*/ 1203270 w 2030631"/>
              <a:gd name="connsiteY10" fmla="*/ 619437 h 1491716"/>
              <a:gd name="connsiteX11" fmla="*/ 997027 w 2030631"/>
              <a:gd name="connsiteY11" fmla="*/ 577977 h 1491716"/>
              <a:gd name="connsiteX12" fmla="*/ 686519 w 2030631"/>
              <a:gd name="connsiteY12" fmla="*/ 676898 h 1491716"/>
              <a:gd name="connsiteX13" fmla="*/ 65012 w 2030631"/>
              <a:gd name="connsiteY13" fmla="*/ 0 h 1491716"/>
              <a:gd name="connsiteX0" fmla="*/ 1843731 w 2030631"/>
              <a:gd name="connsiteY0" fmla="*/ 70170 h 1467439"/>
              <a:gd name="connsiteX1" fmla="*/ 2009390 w 2030631"/>
              <a:gd name="connsiteY1" fmla="*/ 751783 h 1467439"/>
              <a:gd name="connsiteX2" fmla="*/ 2021392 w 2030631"/>
              <a:gd name="connsiteY2" fmla="*/ 1098683 h 1467439"/>
              <a:gd name="connsiteX3" fmla="*/ 1919665 w 2030631"/>
              <a:gd name="connsiteY3" fmla="*/ 1373860 h 1467439"/>
              <a:gd name="connsiteX4" fmla="*/ 1750120 w 2030631"/>
              <a:gd name="connsiteY4" fmla="*/ 1445679 h 1467439"/>
              <a:gd name="connsiteX5" fmla="*/ 1406971 w 2030631"/>
              <a:gd name="connsiteY5" fmla="*/ 1443250 h 1467439"/>
              <a:gd name="connsiteX6" fmla="*/ 1401054 w 2030631"/>
              <a:gd name="connsiteY6" fmla="*/ 1167970 h 1467439"/>
              <a:gd name="connsiteX7" fmla="*/ 1362361 w 2030631"/>
              <a:gd name="connsiteY7" fmla="*/ 882043 h 1467439"/>
              <a:gd name="connsiteX8" fmla="*/ 1304003 w 2030631"/>
              <a:gd name="connsiteY8" fmla="*/ 705106 h 1467439"/>
              <a:gd name="connsiteX9" fmla="*/ 1203270 w 2030631"/>
              <a:gd name="connsiteY9" fmla="*/ 619437 h 1467439"/>
              <a:gd name="connsiteX10" fmla="*/ 997027 w 2030631"/>
              <a:gd name="connsiteY10" fmla="*/ 577977 h 1467439"/>
              <a:gd name="connsiteX11" fmla="*/ 686519 w 2030631"/>
              <a:gd name="connsiteY11" fmla="*/ 676898 h 1467439"/>
              <a:gd name="connsiteX12" fmla="*/ 65012 w 2030631"/>
              <a:gd name="connsiteY12" fmla="*/ 0 h 1467439"/>
              <a:gd name="connsiteX0" fmla="*/ 1843731 w 2030631"/>
              <a:gd name="connsiteY0" fmla="*/ 70170 h 1501222"/>
              <a:gd name="connsiteX1" fmla="*/ 2009390 w 2030631"/>
              <a:gd name="connsiteY1" fmla="*/ 751783 h 1501222"/>
              <a:gd name="connsiteX2" fmla="*/ 2021392 w 2030631"/>
              <a:gd name="connsiteY2" fmla="*/ 1098683 h 1501222"/>
              <a:gd name="connsiteX3" fmla="*/ 1919665 w 2030631"/>
              <a:gd name="connsiteY3" fmla="*/ 1373860 h 1501222"/>
              <a:gd name="connsiteX4" fmla="*/ 1750120 w 2030631"/>
              <a:gd name="connsiteY4" fmla="*/ 1445679 h 1501222"/>
              <a:gd name="connsiteX5" fmla="*/ 1398098 w 2030631"/>
              <a:gd name="connsiteY5" fmla="*/ 1485269 h 1501222"/>
              <a:gd name="connsiteX6" fmla="*/ 1401054 w 2030631"/>
              <a:gd name="connsiteY6" fmla="*/ 1167970 h 1501222"/>
              <a:gd name="connsiteX7" fmla="*/ 1362361 w 2030631"/>
              <a:gd name="connsiteY7" fmla="*/ 882043 h 1501222"/>
              <a:gd name="connsiteX8" fmla="*/ 1304003 w 2030631"/>
              <a:gd name="connsiteY8" fmla="*/ 705106 h 1501222"/>
              <a:gd name="connsiteX9" fmla="*/ 1203270 w 2030631"/>
              <a:gd name="connsiteY9" fmla="*/ 619437 h 1501222"/>
              <a:gd name="connsiteX10" fmla="*/ 997027 w 2030631"/>
              <a:gd name="connsiteY10" fmla="*/ 577977 h 1501222"/>
              <a:gd name="connsiteX11" fmla="*/ 686519 w 2030631"/>
              <a:gd name="connsiteY11" fmla="*/ 676898 h 1501222"/>
              <a:gd name="connsiteX12" fmla="*/ 65012 w 2030631"/>
              <a:gd name="connsiteY12" fmla="*/ 0 h 1501222"/>
              <a:gd name="connsiteX0" fmla="*/ 1843731 w 2030631"/>
              <a:gd name="connsiteY0" fmla="*/ 70170 h 1550630"/>
              <a:gd name="connsiteX1" fmla="*/ 2009390 w 2030631"/>
              <a:gd name="connsiteY1" fmla="*/ 751783 h 1550630"/>
              <a:gd name="connsiteX2" fmla="*/ 2021392 w 2030631"/>
              <a:gd name="connsiteY2" fmla="*/ 1098683 h 1550630"/>
              <a:gd name="connsiteX3" fmla="*/ 1919665 w 2030631"/>
              <a:gd name="connsiteY3" fmla="*/ 1373860 h 1550630"/>
              <a:gd name="connsiteX4" fmla="*/ 1739028 w 2030631"/>
              <a:gd name="connsiteY4" fmla="*/ 1542988 h 1550630"/>
              <a:gd name="connsiteX5" fmla="*/ 1398098 w 2030631"/>
              <a:gd name="connsiteY5" fmla="*/ 1485269 h 1550630"/>
              <a:gd name="connsiteX6" fmla="*/ 1401054 w 2030631"/>
              <a:gd name="connsiteY6" fmla="*/ 1167970 h 1550630"/>
              <a:gd name="connsiteX7" fmla="*/ 1362361 w 2030631"/>
              <a:gd name="connsiteY7" fmla="*/ 882043 h 1550630"/>
              <a:gd name="connsiteX8" fmla="*/ 1304003 w 2030631"/>
              <a:gd name="connsiteY8" fmla="*/ 705106 h 1550630"/>
              <a:gd name="connsiteX9" fmla="*/ 1203270 w 2030631"/>
              <a:gd name="connsiteY9" fmla="*/ 619437 h 1550630"/>
              <a:gd name="connsiteX10" fmla="*/ 997027 w 2030631"/>
              <a:gd name="connsiteY10" fmla="*/ 577977 h 1550630"/>
              <a:gd name="connsiteX11" fmla="*/ 686519 w 2030631"/>
              <a:gd name="connsiteY11" fmla="*/ 676898 h 1550630"/>
              <a:gd name="connsiteX12" fmla="*/ 65012 w 2030631"/>
              <a:gd name="connsiteY12" fmla="*/ 0 h 1550630"/>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56135"/>
              <a:gd name="connsiteY0" fmla="*/ 70170 h 1550154"/>
              <a:gd name="connsiteX1" fmla="*/ 2009390 w 2056135"/>
              <a:gd name="connsiteY1" fmla="*/ 751783 h 1550154"/>
              <a:gd name="connsiteX2" fmla="*/ 2056002 w 2056135"/>
              <a:gd name="connsiteY2" fmla="*/ 1066914 h 1550154"/>
              <a:gd name="connsiteX3" fmla="*/ 2021392 w 2056135"/>
              <a:gd name="connsiteY3" fmla="*/ 1098683 h 1550154"/>
              <a:gd name="connsiteX4" fmla="*/ 1961812 w 2056135"/>
              <a:gd name="connsiteY4" fmla="*/ 1380494 h 1550154"/>
              <a:gd name="connsiteX5" fmla="*/ 1739028 w 2056135"/>
              <a:gd name="connsiteY5" fmla="*/ 1542988 h 1550154"/>
              <a:gd name="connsiteX6" fmla="*/ 1398098 w 2056135"/>
              <a:gd name="connsiteY6" fmla="*/ 1485269 h 1550154"/>
              <a:gd name="connsiteX7" fmla="*/ 1401054 w 2056135"/>
              <a:gd name="connsiteY7" fmla="*/ 1167970 h 1550154"/>
              <a:gd name="connsiteX8" fmla="*/ 1362361 w 2056135"/>
              <a:gd name="connsiteY8" fmla="*/ 882043 h 1550154"/>
              <a:gd name="connsiteX9" fmla="*/ 1304003 w 2056135"/>
              <a:gd name="connsiteY9" fmla="*/ 705106 h 1550154"/>
              <a:gd name="connsiteX10" fmla="*/ 1203270 w 2056135"/>
              <a:gd name="connsiteY10" fmla="*/ 619437 h 1550154"/>
              <a:gd name="connsiteX11" fmla="*/ 997027 w 2056135"/>
              <a:gd name="connsiteY11" fmla="*/ 577977 h 1550154"/>
              <a:gd name="connsiteX12" fmla="*/ 686519 w 2056135"/>
              <a:gd name="connsiteY12" fmla="*/ 676898 h 1550154"/>
              <a:gd name="connsiteX13" fmla="*/ 65012 w 2056135"/>
              <a:gd name="connsiteY13" fmla="*/ 0 h 1550154"/>
              <a:gd name="connsiteX0" fmla="*/ 1843731 w 2047326"/>
              <a:gd name="connsiteY0" fmla="*/ 70170 h 1550154"/>
              <a:gd name="connsiteX1" fmla="*/ 2009390 w 2047326"/>
              <a:gd name="connsiteY1" fmla="*/ 751783 h 1550154"/>
              <a:gd name="connsiteX2" fmla="*/ 2047129 w 2047326"/>
              <a:gd name="connsiteY2" fmla="*/ 989510 h 1550154"/>
              <a:gd name="connsiteX3" fmla="*/ 2021392 w 2047326"/>
              <a:gd name="connsiteY3" fmla="*/ 1098683 h 1550154"/>
              <a:gd name="connsiteX4" fmla="*/ 1961812 w 2047326"/>
              <a:gd name="connsiteY4" fmla="*/ 1380494 h 1550154"/>
              <a:gd name="connsiteX5" fmla="*/ 1739028 w 2047326"/>
              <a:gd name="connsiteY5" fmla="*/ 1542988 h 1550154"/>
              <a:gd name="connsiteX6" fmla="*/ 1398098 w 2047326"/>
              <a:gd name="connsiteY6" fmla="*/ 1485269 h 1550154"/>
              <a:gd name="connsiteX7" fmla="*/ 1401054 w 2047326"/>
              <a:gd name="connsiteY7" fmla="*/ 1167970 h 1550154"/>
              <a:gd name="connsiteX8" fmla="*/ 1362361 w 2047326"/>
              <a:gd name="connsiteY8" fmla="*/ 882043 h 1550154"/>
              <a:gd name="connsiteX9" fmla="*/ 1304003 w 2047326"/>
              <a:gd name="connsiteY9" fmla="*/ 705106 h 1550154"/>
              <a:gd name="connsiteX10" fmla="*/ 1203270 w 2047326"/>
              <a:gd name="connsiteY10" fmla="*/ 619437 h 1550154"/>
              <a:gd name="connsiteX11" fmla="*/ 997027 w 2047326"/>
              <a:gd name="connsiteY11" fmla="*/ 577977 h 1550154"/>
              <a:gd name="connsiteX12" fmla="*/ 686519 w 2047326"/>
              <a:gd name="connsiteY12" fmla="*/ 676898 h 1550154"/>
              <a:gd name="connsiteX13" fmla="*/ 65012 w 2047326"/>
              <a:gd name="connsiteY13" fmla="*/ 0 h 1550154"/>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75771"/>
              <a:gd name="connsiteY0" fmla="*/ 70170 h 1550154"/>
              <a:gd name="connsiteX1" fmla="*/ 2009390 w 2075771"/>
              <a:gd name="connsiteY1" fmla="*/ 751783 h 1550154"/>
              <a:gd name="connsiteX2" fmla="*/ 2074631 w 2075771"/>
              <a:gd name="connsiteY2" fmla="*/ 1096471 h 1550154"/>
              <a:gd name="connsiteX3" fmla="*/ 1961812 w 2075771"/>
              <a:gd name="connsiteY3" fmla="*/ 1380494 h 1550154"/>
              <a:gd name="connsiteX4" fmla="*/ 1739028 w 2075771"/>
              <a:gd name="connsiteY4" fmla="*/ 1542988 h 1550154"/>
              <a:gd name="connsiteX5" fmla="*/ 1398098 w 2075771"/>
              <a:gd name="connsiteY5" fmla="*/ 1485269 h 1550154"/>
              <a:gd name="connsiteX6" fmla="*/ 1401054 w 2075771"/>
              <a:gd name="connsiteY6" fmla="*/ 1167970 h 1550154"/>
              <a:gd name="connsiteX7" fmla="*/ 1362361 w 2075771"/>
              <a:gd name="connsiteY7" fmla="*/ 882043 h 1550154"/>
              <a:gd name="connsiteX8" fmla="*/ 1304003 w 2075771"/>
              <a:gd name="connsiteY8" fmla="*/ 705106 h 1550154"/>
              <a:gd name="connsiteX9" fmla="*/ 1203270 w 2075771"/>
              <a:gd name="connsiteY9" fmla="*/ 619437 h 1550154"/>
              <a:gd name="connsiteX10" fmla="*/ 997027 w 2075771"/>
              <a:gd name="connsiteY10" fmla="*/ 577977 h 1550154"/>
              <a:gd name="connsiteX11" fmla="*/ 686519 w 2075771"/>
              <a:gd name="connsiteY11" fmla="*/ 676898 h 1550154"/>
              <a:gd name="connsiteX12" fmla="*/ 65012 w 2075771"/>
              <a:gd name="connsiteY12" fmla="*/ 0 h 1550154"/>
              <a:gd name="connsiteX0" fmla="*/ 1843731 w 2075771"/>
              <a:gd name="connsiteY0" fmla="*/ 70170 h 1550760"/>
              <a:gd name="connsiteX1" fmla="*/ 2009390 w 2075771"/>
              <a:gd name="connsiteY1" fmla="*/ 751783 h 1550760"/>
              <a:gd name="connsiteX2" fmla="*/ 2074631 w 2075771"/>
              <a:gd name="connsiteY2" fmla="*/ 1096471 h 1550760"/>
              <a:gd name="connsiteX3" fmla="*/ 1961812 w 2075771"/>
              <a:gd name="connsiteY3" fmla="*/ 1380494 h 1550760"/>
              <a:gd name="connsiteX4" fmla="*/ 1739028 w 2075771"/>
              <a:gd name="connsiteY4" fmla="*/ 1542988 h 1550760"/>
              <a:gd name="connsiteX5" fmla="*/ 1398098 w 2075771"/>
              <a:gd name="connsiteY5" fmla="*/ 1485269 h 1550760"/>
              <a:gd name="connsiteX6" fmla="*/ 1343378 w 2075771"/>
              <a:gd name="connsiteY6" fmla="*/ 1145855 h 1550760"/>
              <a:gd name="connsiteX7" fmla="*/ 1362361 w 2075771"/>
              <a:gd name="connsiteY7" fmla="*/ 882043 h 1550760"/>
              <a:gd name="connsiteX8" fmla="*/ 1304003 w 2075771"/>
              <a:gd name="connsiteY8" fmla="*/ 705106 h 1550760"/>
              <a:gd name="connsiteX9" fmla="*/ 1203270 w 2075771"/>
              <a:gd name="connsiteY9" fmla="*/ 619437 h 1550760"/>
              <a:gd name="connsiteX10" fmla="*/ 997027 w 2075771"/>
              <a:gd name="connsiteY10" fmla="*/ 577977 h 1550760"/>
              <a:gd name="connsiteX11" fmla="*/ 686519 w 2075771"/>
              <a:gd name="connsiteY11" fmla="*/ 676898 h 1550760"/>
              <a:gd name="connsiteX12" fmla="*/ 65012 w 2075771"/>
              <a:gd name="connsiteY12" fmla="*/ 0 h 1550760"/>
              <a:gd name="connsiteX0" fmla="*/ 1843731 w 2075771"/>
              <a:gd name="connsiteY0" fmla="*/ 70170 h 1556398"/>
              <a:gd name="connsiteX1" fmla="*/ 2009390 w 2075771"/>
              <a:gd name="connsiteY1" fmla="*/ 751783 h 1556398"/>
              <a:gd name="connsiteX2" fmla="*/ 2074631 w 2075771"/>
              <a:gd name="connsiteY2" fmla="*/ 1096471 h 1556398"/>
              <a:gd name="connsiteX3" fmla="*/ 1961812 w 2075771"/>
              <a:gd name="connsiteY3" fmla="*/ 1380494 h 1556398"/>
              <a:gd name="connsiteX4" fmla="*/ 1679134 w 2075771"/>
              <a:gd name="connsiteY4" fmla="*/ 1549623 h 1556398"/>
              <a:gd name="connsiteX5" fmla="*/ 1398098 w 2075771"/>
              <a:gd name="connsiteY5" fmla="*/ 1485269 h 1556398"/>
              <a:gd name="connsiteX6" fmla="*/ 1343378 w 2075771"/>
              <a:gd name="connsiteY6" fmla="*/ 1145855 h 1556398"/>
              <a:gd name="connsiteX7" fmla="*/ 1362361 w 2075771"/>
              <a:gd name="connsiteY7" fmla="*/ 882043 h 1556398"/>
              <a:gd name="connsiteX8" fmla="*/ 1304003 w 2075771"/>
              <a:gd name="connsiteY8" fmla="*/ 705106 h 1556398"/>
              <a:gd name="connsiteX9" fmla="*/ 1203270 w 2075771"/>
              <a:gd name="connsiteY9" fmla="*/ 619437 h 1556398"/>
              <a:gd name="connsiteX10" fmla="*/ 997027 w 2075771"/>
              <a:gd name="connsiteY10" fmla="*/ 577977 h 1556398"/>
              <a:gd name="connsiteX11" fmla="*/ 686519 w 2075771"/>
              <a:gd name="connsiteY11" fmla="*/ 676898 h 1556398"/>
              <a:gd name="connsiteX12" fmla="*/ 65012 w 2075771"/>
              <a:gd name="connsiteY12" fmla="*/ 0 h 1556398"/>
              <a:gd name="connsiteX0" fmla="*/ 2181669 w 2413709"/>
              <a:gd name="connsiteY0" fmla="*/ 21516 h 1507744"/>
              <a:gd name="connsiteX1" fmla="*/ 2347328 w 2413709"/>
              <a:gd name="connsiteY1" fmla="*/ 703129 h 1507744"/>
              <a:gd name="connsiteX2" fmla="*/ 2412569 w 2413709"/>
              <a:gd name="connsiteY2" fmla="*/ 1047817 h 1507744"/>
              <a:gd name="connsiteX3" fmla="*/ 2299750 w 2413709"/>
              <a:gd name="connsiteY3" fmla="*/ 1331840 h 1507744"/>
              <a:gd name="connsiteX4" fmla="*/ 2017072 w 2413709"/>
              <a:gd name="connsiteY4" fmla="*/ 1500969 h 1507744"/>
              <a:gd name="connsiteX5" fmla="*/ 1736036 w 2413709"/>
              <a:gd name="connsiteY5" fmla="*/ 1436615 h 1507744"/>
              <a:gd name="connsiteX6" fmla="*/ 1681316 w 2413709"/>
              <a:gd name="connsiteY6" fmla="*/ 1097201 h 1507744"/>
              <a:gd name="connsiteX7" fmla="*/ 1700299 w 2413709"/>
              <a:gd name="connsiteY7" fmla="*/ 833389 h 1507744"/>
              <a:gd name="connsiteX8" fmla="*/ 1641941 w 2413709"/>
              <a:gd name="connsiteY8" fmla="*/ 656452 h 1507744"/>
              <a:gd name="connsiteX9" fmla="*/ 1541208 w 2413709"/>
              <a:gd name="connsiteY9" fmla="*/ 570783 h 1507744"/>
              <a:gd name="connsiteX10" fmla="*/ 1334965 w 2413709"/>
              <a:gd name="connsiteY10" fmla="*/ 529323 h 1507744"/>
              <a:gd name="connsiteX11" fmla="*/ 1024457 w 2413709"/>
              <a:gd name="connsiteY11" fmla="*/ 628244 h 1507744"/>
              <a:gd name="connsiteX12" fmla="*/ 48020 w 2413709"/>
              <a:gd name="connsiteY12" fmla="*/ 0 h 1507744"/>
              <a:gd name="connsiteX0" fmla="*/ 2133649 w 2365689"/>
              <a:gd name="connsiteY0" fmla="*/ 21516 h 1507744"/>
              <a:gd name="connsiteX1" fmla="*/ 2299308 w 2365689"/>
              <a:gd name="connsiteY1" fmla="*/ 703129 h 1507744"/>
              <a:gd name="connsiteX2" fmla="*/ 2364549 w 2365689"/>
              <a:gd name="connsiteY2" fmla="*/ 1047817 h 1507744"/>
              <a:gd name="connsiteX3" fmla="*/ 2251730 w 2365689"/>
              <a:gd name="connsiteY3" fmla="*/ 1331840 h 1507744"/>
              <a:gd name="connsiteX4" fmla="*/ 1969052 w 2365689"/>
              <a:gd name="connsiteY4" fmla="*/ 1500969 h 1507744"/>
              <a:gd name="connsiteX5" fmla="*/ 1688016 w 2365689"/>
              <a:gd name="connsiteY5" fmla="*/ 1436615 h 1507744"/>
              <a:gd name="connsiteX6" fmla="*/ 1633296 w 2365689"/>
              <a:gd name="connsiteY6" fmla="*/ 1097201 h 1507744"/>
              <a:gd name="connsiteX7" fmla="*/ 1652279 w 2365689"/>
              <a:gd name="connsiteY7" fmla="*/ 833389 h 1507744"/>
              <a:gd name="connsiteX8" fmla="*/ 1593921 w 2365689"/>
              <a:gd name="connsiteY8" fmla="*/ 656452 h 1507744"/>
              <a:gd name="connsiteX9" fmla="*/ 1493188 w 2365689"/>
              <a:gd name="connsiteY9" fmla="*/ 570783 h 1507744"/>
              <a:gd name="connsiteX10" fmla="*/ 1286945 w 2365689"/>
              <a:gd name="connsiteY10" fmla="*/ 529323 h 1507744"/>
              <a:gd name="connsiteX11" fmla="*/ 976437 w 2365689"/>
              <a:gd name="connsiteY11" fmla="*/ 628244 h 1507744"/>
              <a:gd name="connsiteX12" fmla="*/ 0 w 2365689"/>
              <a:gd name="connsiteY12" fmla="*/ 0 h 1507744"/>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756825 w 2669597"/>
              <a:gd name="connsiteY11" fmla="*/ 515454 h 1505532"/>
              <a:gd name="connsiteX12" fmla="*/ 0 w 2669597"/>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704114"/>
              <a:gd name="connsiteY0" fmla="*/ 19304 h 1505532"/>
              <a:gd name="connsiteX1" fmla="*/ 2576596 w 2704114"/>
              <a:gd name="connsiteY1" fmla="*/ 479761 h 1505532"/>
              <a:gd name="connsiteX2" fmla="*/ 2704012 w 2704114"/>
              <a:gd name="connsiteY2" fmla="*/ 1059158 h 1505532"/>
              <a:gd name="connsiteX3" fmla="*/ 2555638 w 2704114"/>
              <a:gd name="connsiteY3" fmla="*/ 1329628 h 1505532"/>
              <a:gd name="connsiteX4" fmla="*/ 2272960 w 2704114"/>
              <a:gd name="connsiteY4" fmla="*/ 1498757 h 1505532"/>
              <a:gd name="connsiteX5" fmla="*/ 1991924 w 2704114"/>
              <a:gd name="connsiteY5" fmla="*/ 1434403 h 1505532"/>
              <a:gd name="connsiteX6" fmla="*/ 1937204 w 2704114"/>
              <a:gd name="connsiteY6" fmla="*/ 1094989 h 1505532"/>
              <a:gd name="connsiteX7" fmla="*/ 1956187 w 2704114"/>
              <a:gd name="connsiteY7" fmla="*/ 831177 h 1505532"/>
              <a:gd name="connsiteX8" fmla="*/ 1897829 w 2704114"/>
              <a:gd name="connsiteY8" fmla="*/ 654240 h 1505532"/>
              <a:gd name="connsiteX9" fmla="*/ 1637378 w 2704114"/>
              <a:gd name="connsiteY9" fmla="*/ 586263 h 1505532"/>
              <a:gd name="connsiteX10" fmla="*/ 1282509 w 2704114"/>
              <a:gd name="connsiteY10" fmla="*/ 626631 h 1505532"/>
              <a:gd name="connsiteX11" fmla="*/ 756825 w 2704114"/>
              <a:gd name="connsiteY11" fmla="*/ 515454 h 1505532"/>
              <a:gd name="connsiteX12" fmla="*/ 0 w 2704114"/>
              <a:gd name="connsiteY12" fmla="*/ 0 h 1505532"/>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897829 w 2704013"/>
              <a:gd name="connsiteY8" fmla="*/ 654240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929201 w 2704013"/>
              <a:gd name="connsiteY8" fmla="*/ 539561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756825 w 2704013"/>
              <a:gd name="connsiteY11" fmla="*/ 533494 h 1522111"/>
              <a:gd name="connsiteX12" fmla="*/ 0 w 2704013"/>
              <a:gd name="connsiteY12"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50081"/>
              <a:gd name="connsiteX1" fmla="*/ 2576596 w 2704013"/>
              <a:gd name="connsiteY1" fmla="*/ 497801 h 1550081"/>
              <a:gd name="connsiteX2" fmla="*/ 2704012 w 2704013"/>
              <a:gd name="connsiteY2" fmla="*/ 1077198 h 1550081"/>
              <a:gd name="connsiteX3" fmla="*/ 2574460 w 2704013"/>
              <a:gd name="connsiteY3" fmla="*/ 1368519 h 1550081"/>
              <a:gd name="connsiteX4" fmla="*/ 2272960 w 2704013"/>
              <a:gd name="connsiteY4" fmla="*/ 1516797 h 1550081"/>
              <a:gd name="connsiteX5" fmla="*/ 1967798 w 2704013"/>
              <a:gd name="connsiteY5" fmla="*/ 1512574 h 1550081"/>
              <a:gd name="connsiteX6" fmla="*/ 1937204 w 2704013"/>
              <a:gd name="connsiteY6" fmla="*/ 1113029 h 1550081"/>
              <a:gd name="connsiteX7" fmla="*/ 1956187 w 2704013"/>
              <a:gd name="connsiteY7" fmla="*/ 849217 h 1550081"/>
              <a:gd name="connsiteX8" fmla="*/ 1929201 w 2704013"/>
              <a:gd name="connsiteY8" fmla="*/ 557601 h 1550081"/>
              <a:gd name="connsiteX9" fmla="*/ 1637378 w 2704013"/>
              <a:gd name="connsiteY9" fmla="*/ 604303 h 1550081"/>
              <a:gd name="connsiteX10" fmla="*/ 1282509 w 2704013"/>
              <a:gd name="connsiteY10" fmla="*/ 644671 h 1550081"/>
              <a:gd name="connsiteX11" fmla="*/ 1094317 w 2704013"/>
              <a:gd name="connsiteY11" fmla="*/ 683290 h 1550081"/>
              <a:gd name="connsiteX12" fmla="*/ 756825 w 2704013"/>
              <a:gd name="connsiteY12" fmla="*/ 533494 h 1550081"/>
              <a:gd name="connsiteX13" fmla="*/ 0 w 2704013"/>
              <a:gd name="connsiteY13" fmla="*/ 0 h 1550081"/>
              <a:gd name="connsiteX0" fmla="*/ 2459673 w 2726129"/>
              <a:gd name="connsiteY0" fmla="*/ 31331 h 1544068"/>
              <a:gd name="connsiteX1" fmla="*/ 2598712 w 2726129"/>
              <a:gd name="connsiteY1" fmla="*/ 491788 h 1544068"/>
              <a:gd name="connsiteX2" fmla="*/ 2726128 w 2726129"/>
              <a:gd name="connsiteY2" fmla="*/ 1071185 h 1544068"/>
              <a:gd name="connsiteX3" fmla="*/ 2596576 w 2726129"/>
              <a:gd name="connsiteY3" fmla="*/ 1362506 h 1544068"/>
              <a:gd name="connsiteX4" fmla="*/ 2295076 w 2726129"/>
              <a:gd name="connsiteY4" fmla="*/ 1510784 h 1544068"/>
              <a:gd name="connsiteX5" fmla="*/ 1989914 w 2726129"/>
              <a:gd name="connsiteY5" fmla="*/ 1506561 h 1544068"/>
              <a:gd name="connsiteX6" fmla="*/ 1959320 w 2726129"/>
              <a:gd name="connsiteY6" fmla="*/ 1107016 h 1544068"/>
              <a:gd name="connsiteX7" fmla="*/ 1978303 w 2726129"/>
              <a:gd name="connsiteY7" fmla="*/ 843204 h 1544068"/>
              <a:gd name="connsiteX8" fmla="*/ 1951317 w 2726129"/>
              <a:gd name="connsiteY8" fmla="*/ 551588 h 1544068"/>
              <a:gd name="connsiteX9" fmla="*/ 1659494 w 2726129"/>
              <a:gd name="connsiteY9" fmla="*/ 598290 h 1544068"/>
              <a:gd name="connsiteX10" fmla="*/ 1304625 w 2726129"/>
              <a:gd name="connsiteY10" fmla="*/ 638658 h 1544068"/>
              <a:gd name="connsiteX11" fmla="*/ 1116433 w 2726129"/>
              <a:gd name="connsiteY11" fmla="*/ 677277 h 1544068"/>
              <a:gd name="connsiteX12" fmla="*/ 778941 w 2726129"/>
              <a:gd name="connsiteY12" fmla="*/ 527481 h 1544068"/>
              <a:gd name="connsiteX13" fmla="*/ 0 w 2726129"/>
              <a:gd name="connsiteY13" fmla="*/ 0 h 1544068"/>
              <a:gd name="connsiteX0" fmla="*/ 2459673 w 2730976"/>
              <a:gd name="connsiteY0" fmla="*/ 31331 h 1544068"/>
              <a:gd name="connsiteX1" fmla="*/ 2679658 w 2730976"/>
              <a:gd name="connsiteY1" fmla="*/ 349757 h 1544068"/>
              <a:gd name="connsiteX2" fmla="*/ 2726128 w 2730976"/>
              <a:gd name="connsiteY2" fmla="*/ 1071185 h 1544068"/>
              <a:gd name="connsiteX3" fmla="*/ 2596576 w 2730976"/>
              <a:gd name="connsiteY3" fmla="*/ 1362506 h 1544068"/>
              <a:gd name="connsiteX4" fmla="*/ 2295076 w 2730976"/>
              <a:gd name="connsiteY4" fmla="*/ 1510784 h 1544068"/>
              <a:gd name="connsiteX5" fmla="*/ 1989914 w 2730976"/>
              <a:gd name="connsiteY5" fmla="*/ 1506561 h 1544068"/>
              <a:gd name="connsiteX6" fmla="*/ 1959320 w 2730976"/>
              <a:gd name="connsiteY6" fmla="*/ 1107016 h 1544068"/>
              <a:gd name="connsiteX7" fmla="*/ 1978303 w 2730976"/>
              <a:gd name="connsiteY7" fmla="*/ 843204 h 1544068"/>
              <a:gd name="connsiteX8" fmla="*/ 1951317 w 2730976"/>
              <a:gd name="connsiteY8" fmla="*/ 551588 h 1544068"/>
              <a:gd name="connsiteX9" fmla="*/ 1659494 w 2730976"/>
              <a:gd name="connsiteY9" fmla="*/ 598290 h 1544068"/>
              <a:gd name="connsiteX10" fmla="*/ 1304625 w 2730976"/>
              <a:gd name="connsiteY10" fmla="*/ 638658 h 1544068"/>
              <a:gd name="connsiteX11" fmla="*/ 1116433 w 2730976"/>
              <a:gd name="connsiteY11" fmla="*/ 677277 h 1544068"/>
              <a:gd name="connsiteX12" fmla="*/ 778941 w 2730976"/>
              <a:gd name="connsiteY12" fmla="*/ 527481 h 1544068"/>
              <a:gd name="connsiteX13" fmla="*/ 0 w 2730976"/>
              <a:gd name="connsiteY13" fmla="*/ 0 h 1544068"/>
              <a:gd name="connsiteX0" fmla="*/ 2459673 w 2727403"/>
              <a:gd name="connsiteY0" fmla="*/ 31331 h 1544068"/>
              <a:gd name="connsiteX1" fmla="*/ 2679658 w 2727403"/>
              <a:gd name="connsiteY1" fmla="*/ 349757 h 1544068"/>
              <a:gd name="connsiteX2" fmla="*/ 2663690 w 2727403"/>
              <a:gd name="connsiteY2" fmla="*/ 639159 h 1544068"/>
              <a:gd name="connsiteX3" fmla="*/ 2726128 w 2727403"/>
              <a:gd name="connsiteY3" fmla="*/ 1071185 h 1544068"/>
              <a:gd name="connsiteX4" fmla="*/ 2596576 w 2727403"/>
              <a:gd name="connsiteY4" fmla="*/ 1362506 h 1544068"/>
              <a:gd name="connsiteX5" fmla="*/ 2295076 w 2727403"/>
              <a:gd name="connsiteY5" fmla="*/ 1510784 h 1544068"/>
              <a:gd name="connsiteX6" fmla="*/ 1989914 w 2727403"/>
              <a:gd name="connsiteY6" fmla="*/ 1506561 h 1544068"/>
              <a:gd name="connsiteX7" fmla="*/ 1959320 w 2727403"/>
              <a:gd name="connsiteY7" fmla="*/ 1107016 h 1544068"/>
              <a:gd name="connsiteX8" fmla="*/ 1978303 w 2727403"/>
              <a:gd name="connsiteY8" fmla="*/ 843204 h 1544068"/>
              <a:gd name="connsiteX9" fmla="*/ 1951317 w 2727403"/>
              <a:gd name="connsiteY9" fmla="*/ 551588 h 1544068"/>
              <a:gd name="connsiteX10" fmla="*/ 1659494 w 2727403"/>
              <a:gd name="connsiteY10" fmla="*/ 598290 h 1544068"/>
              <a:gd name="connsiteX11" fmla="*/ 1304625 w 2727403"/>
              <a:gd name="connsiteY11" fmla="*/ 638658 h 1544068"/>
              <a:gd name="connsiteX12" fmla="*/ 1116433 w 2727403"/>
              <a:gd name="connsiteY12" fmla="*/ 677277 h 1544068"/>
              <a:gd name="connsiteX13" fmla="*/ 778941 w 2727403"/>
              <a:gd name="connsiteY13" fmla="*/ 527481 h 1544068"/>
              <a:gd name="connsiteX14" fmla="*/ 0 w 2727403"/>
              <a:gd name="connsiteY14" fmla="*/ 0 h 1544068"/>
              <a:gd name="connsiteX0" fmla="*/ 2576236 w 2727403"/>
              <a:gd name="connsiteY0" fmla="*/ 31331 h 1544068"/>
              <a:gd name="connsiteX1" fmla="*/ 2679658 w 2727403"/>
              <a:gd name="connsiteY1" fmla="*/ 349757 h 1544068"/>
              <a:gd name="connsiteX2" fmla="*/ 2663690 w 2727403"/>
              <a:gd name="connsiteY2" fmla="*/ 639159 h 1544068"/>
              <a:gd name="connsiteX3" fmla="*/ 2726128 w 2727403"/>
              <a:gd name="connsiteY3" fmla="*/ 1071185 h 1544068"/>
              <a:gd name="connsiteX4" fmla="*/ 2596576 w 2727403"/>
              <a:gd name="connsiteY4" fmla="*/ 1362506 h 1544068"/>
              <a:gd name="connsiteX5" fmla="*/ 2295076 w 2727403"/>
              <a:gd name="connsiteY5" fmla="*/ 1510784 h 1544068"/>
              <a:gd name="connsiteX6" fmla="*/ 1989914 w 2727403"/>
              <a:gd name="connsiteY6" fmla="*/ 1506561 h 1544068"/>
              <a:gd name="connsiteX7" fmla="*/ 1959320 w 2727403"/>
              <a:gd name="connsiteY7" fmla="*/ 1107016 h 1544068"/>
              <a:gd name="connsiteX8" fmla="*/ 1978303 w 2727403"/>
              <a:gd name="connsiteY8" fmla="*/ 843204 h 1544068"/>
              <a:gd name="connsiteX9" fmla="*/ 1951317 w 2727403"/>
              <a:gd name="connsiteY9" fmla="*/ 551588 h 1544068"/>
              <a:gd name="connsiteX10" fmla="*/ 1659494 w 2727403"/>
              <a:gd name="connsiteY10" fmla="*/ 598290 h 1544068"/>
              <a:gd name="connsiteX11" fmla="*/ 1304625 w 2727403"/>
              <a:gd name="connsiteY11" fmla="*/ 638658 h 1544068"/>
              <a:gd name="connsiteX12" fmla="*/ 1116433 w 2727403"/>
              <a:gd name="connsiteY12" fmla="*/ 677277 h 1544068"/>
              <a:gd name="connsiteX13" fmla="*/ 778941 w 2727403"/>
              <a:gd name="connsiteY13" fmla="*/ 527481 h 1544068"/>
              <a:gd name="connsiteX14" fmla="*/ 0 w 2727403"/>
              <a:gd name="connsiteY14" fmla="*/ 0 h 154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27403" h="1544068">
                <a:moveTo>
                  <a:pt x="2576236" y="31331"/>
                </a:moveTo>
                <a:cubicBezTo>
                  <a:pt x="2606612" y="215668"/>
                  <a:pt x="2665082" y="248452"/>
                  <a:pt x="2679658" y="349757"/>
                </a:cubicBezTo>
                <a:cubicBezTo>
                  <a:pt x="2694234" y="451062"/>
                  <a:pt x="2655945" y="518921"/>
                  <a:pt x="2663690" y="639159"/>
                </a:cubicBezTo>
                <a:cubicBezTo>
                  <a:pt x="2671435" y="759397"/>
                  <a:pt x="2737314" y="950627"/>
                  <a:pt x="2726128" y="1071185"/>
                </a:cubicBezTo>
                <a:cubicBezTo>
                  <a:pt x="2714942" y="1191743"/>
                  <a:pt x="2668418" y="1289240"/>
                  <a:pt x="2596576" y="1362506"/>
                </a:cubicBezTo>
                <a:cubicBezTo>
                  <a:pt x="2524734" y="1435772"/>
                  <a:pt x="2396186" y="1486775"/>
                  <a:pt x="2295076" y="1510784"/>
                </a:cubicBezTo>
                <a:cubicBezTo>
                  <a:pt x="2193966" y="1534793"/>
                  <a:pt x="2045873" y="1573856"/>
                  <a:pt x="1989914" y="1506561"/>
                </a:cubicBezTo>
                <a:cubicBezTo>
                  <a:pt x="1933955" y="1439266"/>
                  <a:pt x="1961255" y="1217575"/>
                  <a:pt x="1959320" y="1107016"/>
                </a:cubicBezTo>
                <a:cubicBezTo>
                  <a:pt x="1957385" y="996457"/>
                  <a:pt x="1979637" y="935775"/>
                  <a:pt x="1978303" y="843204"/>
                </a:cubicBezTo>
                <a:cubicBezTo>
                  <a:pt x="1976969" y="750633"/>
                  <a:pt x="2004452" y="592407"/>
                  <a:pt x="1951317" y="551588"/>
                </a:cubicBezTo>
                <a:cubicBezTo>
                  <a:pt x="1898182" y="510769"/>
                  <a:pt x="1767276" y="583778"/>
                  <a:pt x="1659494" y="598290"/>
                </a:cubicBezTo>
                <a:cubicBezTo>
                  <a:pt x="1551712" y="612802"/>
                  <a:pt x="1395135" y="625494"/>
                  <a:pt x="1304625" y="638658"/>
                </a:cubicBezTo>
                <a:cubicBezTo>
                  <a:pt x="1214115" y="651823"/>
                  <a:pt x="1204047" y="695807"/>
                  <a:pt x="1116433" y="677277"/>
                </a:cubicBezTo>
                <a:cubicBezTo>
                  <a:pt x="1028819" y="658748"/>
                  <a:pt x="966521" y="632677"/>
                  <a:pt x="778941" y="527481"/>
                </a:cubicBezTo>
                <a:cubicBezTo>
                  <a:pt x="439812" y="403325"/>
                  <a:pt x="309715" y="341832"/>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4" name="Freeform: Shape 63">
            <a:extLst>
              <a:ext uri="{FF2B5EF4-FFF2-40B4-BE49-F238E27FC236}">
                <a16:creationId xmlns:a16="http://schemas.microsoft.com/office/drawing/2014/main" id="{D8EA1218-6026-670E-F1A9-CE84E00E6E2D}"/>
              </a:ext>
            </a:extLst>
          </p:cNvPr>
          <p:cNvSpPr/>
          <p:nvPr userDrawn="1"/>
        </p:nvSpPr>
        <p:spPr>
          <a:xfrm rot="529037" flipH="1">
            <a:off x="9306649" y="-116274"/>
            <a:ext cx="1491125" cy="618353"/>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3405"/>
              <a:gd name="connsiteY0" fmla="*/ 310678 h 1645142"/>
              <a:gd name="connsiteX1" fmla="*/ 2549862 w 2703405"/>
              <a:gd name="connsiteY1" fmla="*/ 1008560 h 1645142"/>
              <a:gd name="connsiteX2" fmla="*/ 2698406 w 2703405"/>
              <a:gd name="connsiteY2" fmla="*/ 1369988 h 1645142"/>
              <a:gd name="connsiteX3" fmla="*/ 2641134 w 2703405"/>
              <a:gd name="connsiteY3" fmla="*/ 1644638 h 1645142"/>
              <a:gd name="connsiteX4" fmla="*/ 2381213 w 2703405"/>
              <a:gd name="connsiteY4" fmla="*/ 1302400 h 1645142"/>
              <a:gd name="connsiteX5" fmla="*/ 2130473 w 2703405"/>
              <a:gd name="connsiteY5" fmla="*/ 992721 h 1645142"/>
              <a:gd name="connsiteX6" fmla="*/ 1778390 w 2703405"/>
              <a:gd name="connsiteY6" fmla="*/ 852659 h 1645142"/>
              <a:gd name="connsiteX7" fmla="*/ 1077344 w 2703405"/>
              <a:gd name="connsiteY7" fmla="*/ 862362 h 1645142"/>
              <a:gd name="connsiteX8" fmla="*/ 0 w 2703405"/>
              <a:gd name="connsiteY8" fmla="*/ 0 h 1645142"/>
              <a:gd name="connsiteX0" fmla="*/ 2013656 w 2705097"/>
              <a:gd name="connsiteY0" fmla="*/ 310678 h 1389046"/>
              <a:gd name="connsiteX1" fmla="*/ 2549862 w 2705097"/>
              <a:gd name="connsiteY1" fmla="*/ 1008560 h 1389046"/>
              <a:gd name="connsiteX2" fmla="*/ 2698406 w 2705097"/>
              <a:gd name="connsiteY2" fmla="*/ 1369988 h 1389046"/>
              <a:gd name="connsiteX3" fmla="*/ 2381213 w 2705097"/>
              <a:gd name="connsiteY3" fmla="*/ 1302400 h 1389046"/>
              <a:gd name="connsiteX4" fmla="*/ 2130473 w 2705097"/>
              <a:gd name="connsiteY4" fmla="*/ 992721 h 1389046"/>
              <a:gd name="connsiteX5" fmla="*/ 1778390 w 2705097"/>
              <a:gd name="connsiteY5" fmla="*/ 852659 h 1389046"/>
              <a:gd name="connsiteX6" fmla="*/ 1077344 w 2705097"/>
              <a:gd name="connsiteY6" fmla="*/ 862362 h 1389046"/>
              <a:gd name="connsiteX7" fmla="*/ 0 w 2705097"/>
              <a:gd name="connsiteY7" fmla="*/ 0 h 1389046"/>
              <a:gd name="connsiteX0" fmla="*/ 2013656 w 2563559"/>
              <a:gd name="connsiteY0" fmla="*/ 310678 h 1302439"/>
              <a:gd name="connsiteX1" fmla="*/ 2549862 w 2563559"/>
              <a:gd name="connsiteY1" fmla="*/ 1008560 h 1302439"/>
              <a:gd name="connsiteX2" fmla="*/ 2381213 w 2563559"/>
              <a:gd name="connsiteY2" fmla="*/ 1302400 h 1302439"/>
              <a:gd name="connsiteX3" fmla="*/ 2130473 w 2563559"/>
              <a:gd name="connsiteY3" fmla="*/ 992721 h 1302439"/>
              <a:gd name="connsiteX4" fmla="*/ 1778390 w 2563559"/>
              <a:gd name="connsiteY4" fmla="*/ 852659 h 1302439"/>
              <a:gd name="connsiteX5" fmla="*/ 1077344 w 2563559"/>
              <a:gd name="connsiteY5" fmla="*/ 862362 h 1302439"/>
              <a:gd name="connsiteX6" fmla="*/ 0 w 2563559"/>
              <a:gd name="connsiteY6" fmla="*/ 0 h 1302439"/>
              <a:gd name="connsiteX0" fmla="*/ 1619456 w 2169359"/>
              <a:gd name="connsiteY0" fmla="*/ 0 h 991761"/>
              <a:gd name="connsiteX1" fmla="*/ 2155662 w 2169359"/>
              <a:gd name="connsiteY1" fmla="*/ 697882 h 991761"/>
              <a:gd name="connsiteX2" fmla="*/ 1987013 w 2169359"/>
              <a:gd name="connsiteY2" fmla="*/ 991722 h 991761"/>
              <a:gd name="connsiteX3" fmla="*/ 1736273 w 2169359"/>
              <a:gd name="connsiteY3" fmla="*/ 682043 h 991761"/>
              <a:gd name="connsiteX4" fmla="*/ 1384190 w 2169359"/>
              <a:gd name="connsiteY4" fmla="*/ 541981 h 991761"/>
              <a:gd name="connsiteX5" fmla="*/ 683144 w 2169359"/>
              <a:gd name="connsiteY5" fmla="*/ 551684 h 991761"/>
              <a:gd name="connsiteX6" fmla="*/ 0 w 2169359"/>
              <a:gd name="connsiteY6" fmla="*/ 27660 h 991761"/>
              <a:gd name="connsiteX0" fmla="*/ 1619456 w 2156537"/>
              <a:gd name="connsiteY0" fmla="*/ 0 h 750088"/>
              <a:gd name="connsiteX1" fmla="*/ 2155662 w 2156537"/>
              <a:gd name="connsiteY1" fmla="*/ 697882 h 750088"/>
              <a:gd name="connsiteX2" fmla="*/ 1736273 w 2156537"/>
              <a:gd name="connsiteY2" fmla="*/ 682043 h 750088"/>
              <a:gd name="connsiteX3" fmla="*/ 1384190 w 2156537"/>
              <a:gd name="connsiteY3" fmla="*/ 541981 h 750088"/>
              <a:gd name="connsiteX4" fmla="*/ 683144 w 2156537"/>
              <a:gd name="connsiteY4" fmla="*/ 551684 h 750088"/>
              <a:gd name="connsiteX5" fmla="*/ 0 w 2156537"/>
              <a:gd name="connsiteY5" fmla="*/ 27660 h 750088"/>
              <a:gd name="connsiteX0" fmla="*/ 1619456 w 2157949"/>
              <a:gd name="connsiteY0" fmla="*/ 0 h 719391"/>
              <a:gd name="connsiteX1" fmla="*/ 2155662 w 2157949"/>
              <a:gd name="connsiteY1" fmla="*/ 697882 h 719391"/>
              <a:gd name="connsiteX2" fmla="*/ 1384190 w 2157949"/>
              <a:gd name="connsiteY2" fmla="*/ 541981 h 719391"/>
              <a:gd name="connsiteX3" fmla="*/ 683144 w 2157949"/>
              <a:gd name="connsiteY3" fmla="*/ 551684 h 719391"/>
              <a:gd name="connsiteX4" fmla="*/ 0 w 2157949"/>
              <a:gd name="connsiteY4" fmla="*/ 27660 h 719391"/>
              <a:gd name="connsiteX0" fmla="*/ 1619456 w 2164771"/>
              <a:gd name="connsiteY0" fmla="*/ 0 h 746783"/>
              <a:gd name="connsiteX1" fmla="*/ 2155662 w 2164771"/>
              <a:gd name="connsiteY1" fmla="*/ 697882 h 746783"/>
              <a:gd name="connsiteX2" fmla="*/ 1115817 w 2164771"/>
              <a:gd name="connsiteY2" fmla="*/ 673103 h 746783"/>
              <a:gd name="connsiteX3" fmla="*/ 683144 w 2164771"/>
              <a:gd name="connsiteY3" fmla="*/ 551684 h 746783"/>
              <a:gd name="connsiteX4" fmla="*/ 0 w 2164771"/>
              <a:gd name="connsiteY4" fmla="*/ 27660 h 746783"/>
              <a:gd name="connsiteX0" fmla="*/ 1619456 w 1728692"/>
              <a:gd name="connsiteY0" fmla="*/ 0 h 725991"/>
              <a:gd name="connsiteX1" fmla="*/ 1686788 w 1728692"/>
              <a:gd name="connsiteY1" fmla="*/ 670689 h 725991"/>
              <a:gd name="connsiteX2" fmla="*/ 1115817 w 1728692"/>
              <a:gd name="connsiteY2" fmla="*/ 673103 h 725991"/>
              <a:gd name="connsiteX3" fmla="*/ 683144 w 1728692"/>
              <a:gd name="connsiteY3" fmla="*/ 551684 h 725991"/>
              <a:gd name="connsiteX4" fmla="*/ 0 w 1728692"/>
              <a:gd name="connsiteY4" fmla="*/ 27660 h 725991"/>
              <a:gd name="connsiteX0" fmla="*/ 1161109 w 1686884"/>
              <a:gd name="connsiteY0" fmla="*/ 216962 h 680455"/>
              <a:gd name="connsiteX1" fmla="*/ 1686788 w 1686884"/>
              <a:gd name="connsiteY1" fmla="*/ 643029 h 680455"/>
              <a:gd name="connsiteX2" fmla="*/ 1115817 w 1686884"/>
              <a:gd name="connsiteY2" fmla="*/ 645443 h 680455"/>
              <a:gd name="connsiteX3" fmla="*/ 683144 w 1686884"/>
              <a:gd name="connsiteY3" fmla="*/ 524024 h 680455"/>
              <a:gd name="connsiteX4" fmla="*/ 0 w 1686884"/>
              <a:gd name="connsiteY4" fmla="*/ 0 h 680455"/>
              <a:gd name="connsiteX0" fmla="*/ 1161109 w 1687315"/>
              <a:gd name="connsiteY0" fmla="*/ 216962 h 711492"/>
              <a:gd name="connsiteX1" fmla="*/ 1686788 w 1687315"/>
              <a:gd name="connsiteY1" fmla="*/ 643029 h 711492"/>
              <a:gd name="connsiteX2" fmla="*/ 1115817 w 1687315"/>
              <a:gd name="connsiteY2" fmla="*/ 645443 h 711492"/>
              <a:gd name="connsiteX3" fmla="*/ 683144 w 1687315"/>
              <a:gd name="connsiteY3" fmla="*/ 524024 h 711492"/>
              <a:gd name="connsiteX4" fmla="*/ 0 w 1687315"/>
              <a:gd name="connsiteY4" fmla="*/ 0 h 711492"/>
              <a:gd name="connsiteX0" fmla="*/ 1161109 w 1579659"/>
              <a:gd name="connsiteY0" fmla="*/ 216962 h 651443"/>
              <a:gd name="connsiteX1" fmla="*/ 1578969 w 1579659"/>
              <a:gd name="connsiteY1" fmla="*/ 541713 h 651443"/>
              <a:gd name="connsiteX2" fmla="*/ 1115817 w 1579659"/>
              <a:gd name="connsiteY2" fmla="*/ 645443 h 651443"/>
              <a:gd name="connsiteX3" fmla="*/ 683144 w 1579659"/>
              <a:gd name="connsiteY3" fmla="*/ 524024 h 651443"/>
              <a:gd name="connsiteX4" fmla="*/ 0 w 1579659"/>
              <a:gd name="connsiteY4" fmla="*/ 0 h 651443"/>
              <a:gd name="connsiteX0" fmla="*/ 1288009 w 1581521"/>
              <a:gd name="connsiteY0" fmla="*/ 237707 h 645599"/>
              <a:gd name="connsiteX1" fmla="*/ 1578969 w 1581521"/>
              <a:gd name="connsiteY1" fmla="*/ 541713 h 645599"/>
              <a:gd name="connsiteX2" fmla="*/ 1115817 w 1581521"/>
              <a:gd name="connsiteY2" fmla="*/ 645443 h 645599"/>
              <a:gd name="connsiteX3" fmla="*/ 683144 w 1581521"/>
              <a:gd name="connsiteY3" fmla="*/ 524024 h 645599"/>
              <a:gd name="connsiteX4" fmla="*/ 0 w 1581521"/>
              <a:gd name="connsiteY4" fmla="*/ 0 h 645599"/>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91008"/>
              <a:gd name="connsiteY0" fmla="*/ 237707 h 667218"/>
              <a:gd name="connsiteX1" fmla="*/ 1578969 w 1591008"/>
              <a:gd name="connsiteY1" fmla="*/ 541713 h 667218"/>
              <a:gd name="connsiteX2" fmla="*/ 861173 w 1591008"/>
              <a:gd name="connsiteY2" fmla="*/ 634250 h 667218"/>
              <a:gd name="connsiteX3" fmla="*/ 0 w 1591008"/>
              <a:gd name="connsiteY3" fmla="*/ 0 h 667218"/>
              <a:gd name="connsiteX0" fmla="*/ 1288009 w 1449847"/>
              <a:gd name="connsiteY0" fmla="*/ 237707 h 673710"/>
              <a:gd name="connsiteX1" fmla="*/ 1427338 w 1449847"/>
              <a:gd name="connsiteY1" fmla="*/ 566380 h 673710"/>
              <a:gd name="connsiteX2" fmla="*/ 861173 w 1449847"/>
              <a:gd name="connsiteY2" fmla="*/ 634250 h 673710"/>
              <a:gd name="connsiteX3" fmla="*/ 0 w 1449847"/>
              <a:gd name="connsiteY3" fmla="*/ 0 h 673710"/>
              <a:gd name="connsiteX0" fmla="*/ 1288009 w 1456065"/>
              <a:gd name="connsiteY0" fmla="*/ 237707 h 661677"/>
              <a:gd name="connsiteX1" fmla="*/ 1427338 w 1456065"/>
              <a:gd name="connsiteY1" fmla="*/ 566380 h 661677"/>
              <a:gd name="connsiteX2" fmla="*/ 769524 w 1456065"/>
              <a:gd name="connsiteY2" fmla="*/ 619268 h 661677"/>
              <a:gd name="connsiteX3" fmla="*/ 0 w 1456065"/>
              <a:gd name="connsiteY3" fmla="*/ 0 h 661677"/>
            </a:gdLst>
            <a:ahLst/>
            <a:cxnLst>
              <a:cxn ang="0">
                <a:pos x="connsiteX0" y="connsiteY0"/>
              </a:cxn>
              <a:cxn ang="0">
                <a:pos x="connsiteX1" y="connsiteY1"/>
              </a:cxn>
              <a:cxn ang="0">
                <a:pos x="connsiteX2" y="connsiteY2"/>
              </a:cxn>
              <a:cxn ang="0">
                <a:pos x="connsiteX3" y="connsiteY3"/>
              </a:cxn>
            </a:cxnLst>
            <a:rect l="l" t="t" r="r" b="b"/>
            <a:pathLst>
              <a:path w="1456065" h="661677">
                <a:moveTo>
                  <a:pt x="1288009" y="237707"/>
                </a:moveTo>
                <a:cubicBezTo>
                  <a:pt x="1386954" y="454673"/>
                  <a:pt x="1513752" y="502787"/>
                  <a:pt x="1427338" y="566380"/>
                </a:cubicBezTo>
                <a:cubicBezTo>
                  <a:pt x="1340924" y="629973"/>
                  <a:pt x="1007414" y="713665"/>
                  <a:pt x="769524" y="619268"/>
                </a:cubicBezTo>
                <a:cubicBezTo>
                  <a:pt x="531634" y="524871"/>
                  <a:pt x="141499" y="458166"/>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5" name="Freeform: Shape 64">
            <a:extLst>
              <a:ext uri="{FF2B5EF4-FFF2-40B4-BE49-F238E27FC236}">
                <a16:creationId xmlns:a16="http://schemas.microsoft.com/office/drawing/2014/main" id="{FD2D6EF6-D323-EEBA-7880-45D99A279F93}"/>
              </a:ext>
            </a:extLst>
          </p:cNvPr>
          <p:cNvSpPr/>
          <p:nvPr userDrawn="1"/>
        </p:nvSpPr>
        <p:spPr>
          <a:xfrm rot="529037" flipH="1">
            <a:off x="9802856" y="-63339"/>
            <a:ext cx="800230" cy="38207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3405"/>
              <a:gd name="connsiteY0" fmla="*/ 310678 h 1645142"/>
              <a:gd name="connsiteX1" fmla="*/ 2549862 w 2703405"/>
              <a:gd name="connsiteY1" fmla="*/ 1008560 h 1645142"/>
              <a:gd name="connsiteX2" fmla="*/ 2698406 w 2703405"/>
              <a:gd name="connsiteY2" fmla="*/ 1369988 h 1645142"/>
              <a:gd name="connsiteX3" fmla="*/ 2641134 w 2703405"/>
              <a:gd name="connsiteY3" fmla="*/ 1644638 h 1645142"/>
              <a:gd name="connsiteX4" fmla="*/ 2381213 w 2703405"/>
              <a:gd name="connsiteY4" fmla="*/ 1302400 h 1645142"/>
              <a:gd name="connsiteX5" fmla="*/ 2130473 w 2703405"/>
              <a:gd name="connsiteY5" fmla="*/ 992721 h 1645142"/>
              <a:gd name="connsiteX6" fmla="*/ 1778390 w 2703405"/>
              <a:gd name="connsiteY6" fmla="*/ 852659 h 1645142"/>
              <a:gd name="connsiteX7" fmla="*/ 1077344 w 2703405"/>
              <a:gd name="connsiteY7" fmla="*/ 862362 h 1645142"/>
              <a:gd name="connsiteX8" fmla="*/ 0 w 2703405"/>
              <a:gd name="connsiteY8" fmla="*/ 0 h 1645142"/>
              <a:gd name="connsiteX0" fmla="*/ 2013656 w 2705097"/>
              <a:gd name="connsiteY0" fmla="*/ 310678 h 1389046"/>
              <a:gd name="connsiteX1" fmla="*/ 2549862 w 2705097"/>
              <a:gd name="connsiteY1" fmla="*/ 1008560 h 1389046"/>
              <a:gd name="connsiteX2" fmla="*/ 2698406 w 2705097"/>
              <a:gd name="connsiteY2" fmla="*/ 1369988 h 1389046"/>
              <a:gd name="connsiteX3" fmla="*/ 2381213 w 2705097"/>
              <a:gd name="connsiteY3" fmla="*/ 1302400 h 1389046"/>
              <a:gd name="connsiteX4" fmla="*/ 2130473 w 2705097"/>
              <a:gd name="connsiteY4" fmla="*/ 992721 h 1389046"/>
              <a:gd name="connsiteX5" fmla="*/ 1778390 w 2705097"/>
              <a:gd name="connsiteY5" fmla="*/ 852659 h 1389046"/>
              <a:gd name="connsiteX6" fmla="*/ 1077344 w 2705097"/>
              <a:gd name="connsiteY6" fmla="*/ 862362 h 1389046"/>
              <a:gd name="connsiteX7" fmla="*/ 0 w 2705097"/>
              <a:gd name="connsiteY7" fmla="*/ 0 h 1389046"/>
              <a:gd name="connsiteX0" fmla="*/ 2013656 w 2563559"/>
              <a:gd name="connsiteY0" fmla="*/ 310678 h 1302439"/>
              <a:gd name="connsiteX1" fmla="*/ 2549862 w 2563559"/>
              <a:gd name="connsiteY1" fmla="*/ 1008560 h 1302439"/>
              <a:gd name="connsiteX2" fmla="*/ 2381213 w 2563559"/>
              <a:gd name="connsiteY2" fmla="*/ 1302400 h 1302439"/>
              <a:gd name="connsiteX3" fmla="*/ 2130473 w 2563559"/>
              <a:gd name="connsiteY3" fmla="*/ 992721 h 1302439"/>
              <a:gd name="connsiteX4" fmla="*/ 1778390 w 2563559"/>
              <a:gd name="connsiteY4" fmla="*/ 852659 h 1302439"/>
              <a:gd name="connsiteX5" fmla="*/ 1077344 w 2563559"/>
              <a:gd name="connsiteY5" fmla="*/ 862362 h 1302439"/>
              <a:gd name="connsiteX6" fmla="*/ 0 w 2563559"/>
              <a:gd name="connsiteY6" fmla="*/ 0 h 1302439"/>
              <a:gd name="connsiteX0" fmla="*/ 1619456 w 2169359"/>
              <a:gd name="connsiteY0" fmla="*/ 0 h 991761"/>
              <a:gd name="connsiteX1" fmla="*/ 2155662 w 2169359"/>
              <a:gd name="connsiteY1" fmla="*/ 697882 h 991761"/>
              <a:gd name="connsiteX2" fmla="*/ 1987013 w 2169359"/>
              <a:gd name="connsiteY2" fmla="*/ 991722 h 991761"/>
              <a:gd name="connsiteX3" fmla="*/ 1736273 w 2169359"/>
              <a:gd name="connsiteY3" fmla="*/ 682043 h 991761"/>
              <a:gd name="connsiteX4" fmla="*/ 1384190 w 2169359"/>
              <a:gd name="connsiteY4" fmla="*/ 541981 h 991761"/>
              <a:gd name="connsiteX5" fmla="*/ 683144 w 2169359"/>
              <a:gd name="connsiteY5" fmla="*/ 551684 h 991761"/>
              <a:gd name="connsiteX6" fmla="*/ 0 w 2169359"/>
              <a:gd name="connsiteY6" fmla="*/ 27660 h 991761"/>
              <a:gd name="connsiteX0" fmla="*/ 1619456 w 2156537"/>
              <a:gd name="connsiteY0" fmla="*/ 0 h 750088"/>
              <a:gd name="connsiteX1" fmla="*/ 2155662 w 2156537"/>
              <a:gd name="connsiteY1" fmla="*/ 697882 h 750088"/>
              <a:gd name="connsiteX2" fmla="*/ 1736273 w 2156537"/>
              <a:gd name="connsiteY2" fmla="*/ 682043 h 750088"/>
              <a:gd name="connsiteX3" fmla="*/ 1384190 w 2156537"/>
              <a:gd name="connsiteY3" fmla="*/ 541981 h 750088"/>
              <a:gd name="connsiteX4" fmla="*/ 683144 w 2156537"/>
              <a:gd name="connsiteY4" fmla="*/ 551684 h 750088"/>
              <a:gd name="connsiteX5" fmla="*/ 0 w 2156537"/>
              <a:gd name="connsiteY5" fmla="*/ 27660 h 750088"/>
              <a:gd name="connsiteX0" fmla="*/ 1619456 w 2157949"/>
              <a:gd name="connsiteY0" fmla="*/ 0 h 719391"/>
              <a:gd name="connsiteX1" fmla="*/ 2155662 w 2157949"/>
              <a:gd name="connsiteY1" fmla="*/ 697882 h 719391"/>
              <a:gd name="connsiteX2" fmla="*/ 1384190 w 2157949"/>
              <a:gd name="connsiteY2" fmla="*/ 541981 h 719391"/>
              <a:gd name="connsiteX3" fmla="*/ 683144 w 2157949"/>
              <a:gd name="connsiteY3" fmla="*/ 551684 h 719391"/>
              <a:gd name="connsiteX4" fmla="*/ 0 w 2157949"/>
              <a:gd name="connsiteY4" fmla="*/ 27660 h 719391"/>
              <a:gd name="connsiteX0" fmla="*/ 1619456 w 2164771"/>
              <a:gd name="connsiteY0" fmla="*/ 0 h 746783"/>
              <a:gd name="connsiteX1" fmla="*/ 2155662 w 2164771"/>
              <a:gd name="connsiteY1" fmla="*/ 697882 h 746783"/>
              <a:gd name="connsiteX2" fmla="*/ 1115817 w 2164771"/>
              <a:gd name="connsiteY2" fmla="*/ 673103 h 746783"/>
              <a:gd name="connsiteX3" fmla="*/ 683144 w 2164771"/>
              <a:gd name="connsiteY3" fmla="*/ 551684 h 746783"/>
              <a:gd name="connsiteX4" fmla="*/ 0 w 2164771"/>
              <a:gd name="connsiteY4" fmla="*/ 27660 h 746783"/>
              <a:gd name="connsiteX0" fmla="*/ 1619456 w 1728692"/>
              <a:gd name="connsiteY0" fmla="*/ 0 h 725991"/>
              <a:gd name="connsiteX1" fmla="*/ 1686788 w 1728692"/>
              <a:gd name="connsiteY1" fmla="*/ 670689 h 725991"/>
              <a:gd name="connsiteX2" fmla="*/ 1115817 w 1728692"/>
              <a:gd name="connsiteY2" fmla="*/ 673103 h 725991"/>
              <a:gd name="connsiteX3" fmla="*/ 683144 w 1728692"/>
              <a:gd name="connsiteY3" fmla="*/ 551684 h 725991"/>
              <a:gd name="connsiteX4" fmla="*/ 0 w 1728692"/>
              <a:gd name="connsiteY4" fmla="*/ 27660 h 725991"/>
              <a:gd name="connsiteX0" fmla="*/ 1161109 w 1686884"/>
              <a:gd name="connsiteY0" fmla="*/ 216962 h 680455"/>
              <a:gd name="connsiteX1" fmla="*/ 1686788 w 1686884"/>
              <a:gd name="connsiteY1" fmla="*/ 643029 h 680455"/>
              <a:gd name="connsiteX2" fmla="*/ 1115817 w 1686884"/>
              <a:gd name="connsiteY2" fmla="*/ 645443 h 680455"/>
              <a:gd name="connsiteX3" fmla="*/ 683144 w 1686884"/>
              <a:gd name="connsiteY3" fmla="*/ 524024 h 680455"/>
              <a:gd name="connsiteX4" fmla="*/ 0 w 1686884"/>
              <a:gd name="connsiteY4" fmla="*/ 0 h 680455"/>
              <a:gd name="connsiteX0" fmla="*/ 1161109 w 1687315"/>
              <a:gd name="connsiteY0" fmla="*/ 216962 h 711492"/>
              <a:gd name="connsiteX1" fmla="*/ 1686788 w 1687315"/>
              <a:gd name="connsiteY1" fmla="*/ 643029 h 711492"/>
              <a:gd name="connsiteX2" fmla="*/ 1115817 w 1687315"/>
              <a:gd name="connsiteY2" fmla="*/ 645443 h 711492"/>
              <a:gd name="connsiteX3" fmla="*/ 683144 w 1687315"/>
              <a:gd name="connsiteY3" fmla="*/ 524024 h 711492"/>
              <a:gd name="connsiteX4" fmla="*/ 0 w 1687315"/>
              <a:gd name="connsiteY4" fmla="*/ 0 h 711492"/>
              <a:gd name="connsiteX0" fmla="*/ 1161109 w 1579659"/>
              <a:gd name="connsiteY0" fmla="*/ 216962 h 651443"/>
              <a:gd name="connsiteX1" fmla="*/ 1578969 w 1579659"/>
              <a:gd name="connsiteY1" fmla="*/ 541713 h 651443"/>
              <a:gd name="connsiteX2" fmla="*/ 1115817 w 1579659"/>
              <a:gd name="connsiteY2" fmla="*/ 645443 h 651443"/>
              <a:gd name="connsiteX3" fmla="*/ 683144 w 1579659"/>
              <a:gd name="connsiteY3" fmla="*/ 524024 h 651443"/>
              <a:gd name="connsiteX4" fmla="*/ 0 w 1579659"/>
              <a:gd name="connsiteY4" fmla="*/ 0 h 651443"/>
              <a:gd name="connsiteX0" fmla="*/ 1288009 w 1581521"/>
              <a:gd name="connsiteY0" fmla="*/ 237707 h 645599"/>
              <a:gd name="connsiteX1" fmla="*/ 1578969 w 1581521"/>
              <a:gd name="connsiteY1" fmla="*/ 541713 h 645599"/>
              <a:gd name="connsiteX2" fmla="*/ 1115817 w 1581521"/>
              <a:gd name="connsiteY2" fmla="*/ 645443 h 645599"/>
              <a:gd name="connsiteX3" fmla="*/ 683144 w 1581521"/>
              <a:gd name="connsiteY3" fmla="*/ 524024 h 645599"/>
              <a:gd name="connsiteX4" fmla="*/ 0 w 1581521"/>
              <a:gd name="connsiteY4" fmla="*/ 0 h 645599"/>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81521"/>
              <a:gd name="connsiteY0" fmla="*/ 237707 h 676883"/>
              <a:gd name="connsiteX1" fmla="*/ 1578969 w 1581521"/>
              <a:gd name="connsiteY1" fmla="*/ 541713 h 676883"/>
              <a:gd name="connsiteX2" fmla="*/ 1115817 w 1581521"/>
              <a:gd name="connsiteY2" fmla="*/ 645443 h 676883"/>
              <a:gd name="connsiteX3" fmla="*/ 0 w 1581521"/>
              <a:gd name="connsiteY3" fmla="*/ 0 h 676883"/>
              <a:gd name="connsiteX0" fmla="*/ 1288009 w 1591008"/>
              <a:gd name="connsiteY0" fmla="*/ 237707 h 667218"/>
              <a:gd name="connsiteX1" fmla="*/ 1578969 w 1591008"/>
              <a:gd name="connsiteY1" fmla="*/ 541713 h 667218"/>
              <a:gd name="connsiteX2" fmla="*/ 861173 w 1591008"/>
              <a:gd name="connsiteY2" fmla="*/ 634250 h 667218"/>
              <a:gd name="connsiteX3" fmla="*/ 0 w 1591008"/>
              <a:gd name="connsiteY3" fmla="*/ 0 h 667218"/>
              <a:gd name="connsiteX0" fmla="*/ 1288009 w 1449847"/>
              <a:gd name="connsiteY0" fmla="*/ 237707 h 673710"/>
              <a:gd name="connsiteX1" fmla="*/ 1427338 w 1449847"/>
              <a:gd name="connsiteY1" fmla="*/ 566380 h 673710"/>
              <a:gd name="connsiteX2" fmla="*/ 861173 w 1449847"/>
              <a:gd name="connsiteY2" fmla="*/ 634250 h 673710"/>
              <a:gd name="connsiteX3" fmla="*/ 0 w 1449847"/>
              <a:gd name="connsiteY3" fmla="*/ 0 h 673710"/>
              <a:gd name="connsiteX0" fmla="*/ 1288009 w 1456065"/>
              <a:gd name="connsiteY0" fmla="*/ 237707 h 661677"/>
              <a:gd name="connsiteX1" fmla="*/ 1427338 w 1456065"/>
              <a:gd name="connsiteY1" fmla="*/ 566380 h 661677"/>
              <a:gd name="connsiteX2" fmla="*/ 769524 w 1456065"/>
              <a:gd name="connsiteY2" fmla="*/ 619268 h 661677"/>
              <a:gd name="connsiteX3" fmla="*/ 0 w 1456065"/>
              <a:gd name="connsiteY3" fmla="*/ 0 h 661677"/>
              <a:gd name="connsiteX0" fmla="*/ 1288009 w 1352840"/>
              <a:gd name="connsiteY0" fmla="*/ 237707 h 662235"/>
              <a:gd name="connsiteX1" fmla="*/ 1277528 w 1352840"/>
              <a:gd name="connsiteY1" fmla="*/ 568109 h 662235"/>
              <a:gd name="connsiteX2" fmla="*/ 769524 w 1352840"/>
              <a:gd name="connsiteY2" fmla="*/ 619268 h 662235"/>
              <a:gd name="connsiteX3" fmla="*/ 0 w 1352840"/>
              <a:gd name="connsiteY3" fmla="*/ 0 h 662235"/>
            </a:gdLst>
            <a:ahLst/>
            <a:cxnLst>
              <a:cxn ang="0">
                <a:pos x="connsiteX0" y="connsiteY0"/>
              </a:cxn>
              <a:cxn ang="0">
                <a:pos x="connsiteX1" y="connsiteY1"/>
              </a:cxn>
              <a:cxn ang="0">
                <a:pos x="connsiteX2" y="connsiteY2"/>
              </a:cxn>
              <a:cxn ang="0">
                <a:pos x="connsiteX3" y="connsiteY3"/>
              </a:cxn>
            </a:cxnLst>
            <a:rect l="l" t="t" r="r" b="b"/>
            <a:pathLst>
              <a:path w="1352840" h="662235">
                <a:moveTo>
                  <a:pt x="1288009" y="237707"/>
                </a:moveTo>
                <a:cubicBezTo>
                  <a:pt x="1386954" y="454673"/>
                  <a:pt x="1363942" y="504516"/>
                  <a:pt x="1277528" y="568109"/>
                </a:cubicBezTo>
                <a:cubicBezTo>
                  <a:pt x="1191114" y="631702"/>
                  <a:pt x="982445" y="713953"/>
                  <a:pt x="769524" y="619268"/>
                </a:cubicBezTo>
                <a:cubicBezTo>
                  <a:pt x="556603" y="524583"/>
                  <a:pt x="141499" y="458166"/>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6" name="Freeform: Shape 65">
            <a:extLst>
              <a:ext uri="{FF2B5EF4-FFF2-40B4-BE49-F238E27FC236}">
                <a16:creationId xmlns:a16="http://schemas.microsoft.com/office/drawing/2014/main" id="{346C123F-E254-A49B-AAA4-9BCD8BE6EFE2}"/>
              </a:ext>
            </a:extLst>
          </p:cNvPr>
          <p:cNvSpPr/>
          <p:nvPr userDrawn="1"/>
        </p:nvSpPr>
        <p:spPr>
          <a:xfrm rot="1795873" flipH="1">
            <a:off x="9941617" y="6448968"/>
            <a:ext cx="656025" cy="610510"/>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084827 w 1208420"/>
              <a:gd name="connsiteY0" fmla="*/ 1158270 h 1158270"/>
              <a:gd name="connsiteX1" fmla="*/ 1069565 w 1208420"/>
              <a:gd name="connsiteY1" fmla="*/ 374076 h 1158270"/>
              <a:gd name="connsiteX2" fmla="*/ 798264 w 1208420"/>
              <a:gd name="connsiteY2" fmla="*/ 97552 h 1158270"/>
              <a:gd name="connsiteX3" fmla="*/ 557693 w 1208420"/>
              <a:gd name="connsiteY3" fmla="*/ 2613 h 1158270"/>
              <a:gd name="connsiteX4" fmla="*/ 61674 w 1208420"/>
              <a:gd name="connsiteY4" fmla="*/ 184307 h 1158270"/>
              <a:gd name="connsiteX5" fmla="*/ 74143 w 1208420"/>
              <a:gd name="connsiteY5" fmla="*/ 696284 h 1158270"/>
              <a:gd name="connsiteX0" fmla="*/ 1084827 w 1194306"/>
              <a:gd name="connsiteY0" fmla="*/ 1158940 h 1158940"/>
              <a:gd name="connsiteX1" fmla="*/ 1013596 w 1194306"/>
              <a:gd name="connsiteY1" fmla="*/ 458171 h 1158940"/>
              <a:gd name="connsiteX2" fmla="*/ 798264 w 1194306"/>
              <a:gd name="connsiteY2" fmla="*/ 98222 h 1158940"/>
              <a:gd name="connsiteX3" fmla="*/ 557693 w 1194306"/>
              <a:gd name="connsiteY3" fmla="*/ 3283 h 1158940"/>
              <a:gd name="connsiteX4" fmla="*/ 61674 w 1194306"/>
              <a:gd name="connsiteY4" fmla="*/ 184977 h 1158940"/>
              <a:gd name="connsiteX5" fmla="*/ 74143 w 1194306"/>
              <a:gd name="connsiteY5" fmla="*/ 696954 h 1158940"/>
              <a:gd name="connsiteX0" fmla="*/ 1084827 w 1194306"/>
              <a:gd name="connsiteY0" fmla="*/ 1393667 h 1393667"/>
              <a:gd name="connsiteX1" fmla="*/ 1013596 w 1194306"/>
              <a:gd name="connsiteY1" fmla="*/ 692898 h 1393667"/>
              <a:gd name="connsiteX2" fmla="*/ 798264 w 1194306"/>
              <a:gd name="connsiteY2" fmla="*/ 332949 h 1393667"/>
              <a:gd name="connsiteX3" fmla="*/ 499449 w 1194306"/>
              <a:gd name="connsiteY3" fmla="*/ 647 h 1393667"/>
              <a:gd name="connsiteX4" fmla="*/ 61674 w 1194306"/>
              <a:gd name="connsiteY4" fmla="*/ 419704 h 1393667"/>
              <a:gd name="connsiteX5" fmla="*/ 74143 w 1194306"/>
              <a:gd name="connsiteY5" fmla="*/ 931681 h 1393667"/>
              <a:gd name="connsiteX0" fmla="*/ 1057542 w 1167021"/>
              <a:gd name="connsiteY0" fmla="*/ 1394048 h 1394048"/>
              <a:gd name="connsiteX1" fmla="*/ 986311 w 1167021"/>
              <a:gd name="connsiteY1" fmla="*/ 693279 h 1394048"/>
              <a:gd name="connsiteX2" fmla="*/ 770979 w 1167021"/>
              <a:gd name="connsiteY2" fmla="*/ 333330 h 1394048"/>
              <a:gd name="connsiteX3" fmla="*/ 472164 w 1167021"/>
              <a:gd name="connsiteY3" fmla="*/ 1028 h 1394048"/>
              <a:gd name="connsiteX4" fmla="*/ 137186 w 1167021"/>
              <a:gd name="connsiteY4" fmla="*/ 246201 h 1394048"/>
              <a:gd name="connsiteX5" fmla="*/ 46858 w 1167021"/>
              <a:gd name="connsiteY5" fmla="*/ 932062 h 1394048"/>
              <a:gd name="connsiteX0" fmla="*/ 1120760 w 1230239"/>
              <a:gd name="connsiteY0" fmla="*/ 1394048 h 1394048"/>
              <a:gd name="connsiteX1" fmla="*/ 1049529 w 1230239"/>
              <a:gd name="connsiteY1" fmla="*/ 693279 h 1394048"/>
              <a:gd name="connsiteX2" fmla="*/ 834197 w 1230239"/>
              <a:gd name="connsiteY2" fmla="*/ 333330 h 1394048"/>
              <a:gd name="connsiteX3" fmla="*/ 535382 w 1230239"/>
              <a:gd name="connsiteY3" fmla="*/ 1028 h 1394048"/>
              <a:gd name="connsiteX4" fmla="*/ 200404 w 1230239"/>
              <a:gd name="connsiteY4" fmla="*/ 246201 h 1394048"/>
              <a:gd name="connsiteX5" fmla="*/ 36800 w 1230239"/>
              <a:gd name="connsiteY5" fmla="*/ 357903 h 1394048"/>
              <a:gd name="connsiteX0" fmla="*/ 1083960 w 1193439"/>
              <a:gd name="connsiteY0" fmla="*/ 1394048 h 1394048"/>
              <a:gd name="connsiteX1" fmla="*/ 1012729 w 1193439"/>
              <a:gd name="connsiteY1" fmla="*/ 693279 h 1394048"/>
              <a:gd name="connsiteX2" fmla="*/ 797397 w 1193439"/>
              <a:gd name="connsiteY2" fmla="*/ 333330 h 1394048"/>
              <a:gd name="connsiteX3" fmla="*/ 498582 w 1193439"/>
              <a:gd name="connsiteY3" fmla="*/ 1028 h 1394048"/>
              <a:gd name="connsiteX4" fmla="*/ 163604 w 1193439"/>
              <a:gd name="connsiteY4" fmla="*/ 246201 h 1394048"/>
              <a:gd name="connsiteX5" fmla="*/ 0 w 1193439"/>
              <a:gd name="connsiteY5" fmla="*/ 357903 h 1394048"/>
              <a:gd name="connsiteX0" fmla="*/ 1083960 w 1193439"/>
              <a:gd name="connsiteY0" fmla="*/ 1395917 h 1395917"/>
              <a:gd name="connsiteX1" fmla="*/ 1012729 w 1193439"/>
              <a:gd name="connsiteY1" fmla="*/ 695148 h 1395917"/>
              <a:gd name="connsiteX2" fmla="*/ 797397 w 1193439"/>
              <a:gd name="connsiteY2" fmla="*/ 335199 h 1395917"/>
              <a:gd name="connsiteX3" fmla="*/ 498582 w 1193439"/>
              <a:gd name="connsiteY3" fmla="*/ 2897 h 1395917"/>
              <a:gd name="connsiteX4" fmla="*/ 185345 w 1193439"/>
              <a:gd name="connsiteY4" fmla="*/ 203990 h 1395917"/>
              <a:gd name="connsiteX5" fmla="*/ 0 w 1193439"/>
              <a:gd name="connsiteY5" fmla="*/ 359772 h 1395917"/>
              <a:gd name="connsiteX0" fmla="*/ 1083960 w 1193439"/>
              <a:gd name="connsiteY0" fmla="*/ 1512283 h 1512283"/>
              <a:gd name="connsiteX1" fmla="*/ 1012729 w 1193439"/>
              <a:gd name="connsiteY1" fmla="*/ 811514 h 1512283"/>
              <a:gd name="connsiteX2" fmla="*/ 797397 w 1193439"/>
              <a:gd name="connsiteY2" fmla="*/ 451565 h 1512283"/>
              <a:gd name="connsiteX3" fmla="*/ 499722 w 1193439"/>
              <a:gd name="connsiteY3" fmla="*/ 1496 h 1512283"/>
              <a:gd name="connsiteX4" fmla="*/ 185345 w 1193439"/>
              <a:gd name="connsiteY4" fmla="*/ 320356 h 1512283"/>
              <a:gd name="connsiteX5" fmla="*/ 0 w 1193439"/>
              <a:gd name="connsiteY5" fmla="*/ 476138 h 1512283"/>
              <a:gd name="connsiteX0" fmla="*/ 1120928 w 1223738"/>
              <a:gd name="connsiteY0" fmla="*/ 948231 h 948231"/>
              <a:gd name="connsiteX1" fmla="*/ 1012729 w 1223738"/>
              <a:gd name="connsiteY1" fmla="*/ 811514 h 948231"/>
              <a:gd name="connsiteX2" fmla="*/ 797397 w 1223738"/>
              <a:gd name="connsiteY2" fmla="*/ 451565 h 948231"/>
              <a:gd name="connsiteX3" fmla="*/ 499722 w 1223738"/>
              <a:gd name="connsiteY3" fmla="*/ 1496 h 948231"/>
              <a:gd name="connsiteX4" fmla="*/ 185345 w 1223738"/>
              <a:gd name="connsiteY4" fmla="*/ 320356 h 948231"/>
              <a:gd name="connsiteX5" fmla="*/ 0 w 1223738"/>
              <a:gd name="connsiteY5" fmla="*/ 476138 h 948231"/>
              <a:gd name="connsiteX0" fmla="*/ 1120928 w 1185130"/>
              <a:gd name="connsiteY0" fmla="*/ 948231 h 948231"/>
              <a:gd name="connsiteX1" fmla="*/ 1012729 w 1185130"/>
              <a:gd name="connsiteY1" fmla="*/ 811514 h 948231"/>
              <a:gd name="connsiteX2" fmla="*/ 797397 w 1185130"/>
              <a:gd name="connsiteY2" fmla="*/ 451565 h 948231"/>
              <a:gd name="connsiteX3" fmla="*/ 499722 w 1185130"/>
              <a:gd name="connsiteY3" fmla="*/ 1496 h 948231"/>
              <a:gd name="connsiteX4" fmla="*/ 185345 w 1185130"/>
              <a:gd name="connsiteY4" fmla="*/ 320356 h 948231"/>
              <a:gd name="connsiteX5" fmla="*/ 0 w 1185130"/>
              <a:gd name="connsiteY5" fmla="*/ 476138 h 948231"/>
              <a:gd name="connsiteX0" fmla="*/ 1120928 w 1170108"/>
              <a:gd name="connsiteY0" fmla="*/ 948231 h 948231"/>
              <a:gd name="connsiteX1" fmla="*/ 902550 w 1170108"/>
              <a:gd name="connsiteY1" fmla="*/ 638545 h 948231"/>
              <a:gd name="connsiteX2" fmla="*/ 797397 w 1170108"/>
              <a:gd name="connsiteY2" fmla="*/ 451565 h 948231"/>
              <a:gd name="connsiteX3" fmla="*/ 499722 w 1170108"/>
              <a:gd name="connsiteY3" fmla="*/ 1496 h 948231"/>
              <a:gd name="connsiteX4" fmla="*/ 185345 w 1170108"/>
              <a:gd name="connsiteY4" fmla="*/ 320356 h 948231"/>
              <a:gd name="connsiteX5" fmla="*/ 0 w 1170108"/>
              <a:gd name="connsiteY5" fmla="*/ 476138 h 948231"/>
              <a:gd name="connsiteX0" fmla="*/ 1120928 w 1171518"/>
              <a:gd name="connsiteY0" fmla="*/ 947278 h 947278"/>
              <a:gd name="connsiteX1" fmla="*/ 902550 w 1171518"/>
              <a:gd name="connsiteY1" fmla="*/ 637592 h 947278"/>
              <a:gd name="connsiteX2" fmla="*/ 712382 w 1171518"/>
              <a:gd name="connsiteY2" fmla="*/ 395716 h 947278"/>
              <a:gd name="connsiteX3" fmla="*/ 499722 w 1171518"/>
              <a:gd name="connsiteY3" fmla="*/ 543 h 947278"/>
              <a:gd name="connsiteX4" fmla="*/ 185345 w 1171518"/>
              <a:gd name="connsiteY4" fmla="*/ 319403 h 947278"/>
              <a:gd name="connsiteX5" fmla="*/ 0 w 1171518"/>
              <a:gd name="connsiteY5" fmla="*/ 475185 h 947278"/>
              <a:gd name="connsiteX0" fmla="*/ 1120928 w 1173598"/>
              <a:gd name="connsiteY0" fmla="*/ 947847 h 947847"/>
              <a:gd name="connsiteX1" fmla="*/ 902550 w 1173598"/>
              <a:gd name="connsiteY1" fmla="*/ 638161 h 947847"/>
              <a:gd name="connsiteX2" fmla="*/ 594016 w 1173598"/>
              <a:gd name="connsiteY2" fmla="*/ 431732 h 947847"/>
              <a:gd name="connsiteX3" fmla="*/ 499722 w 1173598"/>
              <a:gd name="connsiteY3" fmla="*/ 1112 h 947847"/>
              <a:gd name="connsiteX4" fmla="*/ 185345 w 1173598"/>
              <a:gd name="connsiteY4" fmla="*/ 319972 h 947847"/>
              <a:gd name="connsiteX5" fmla="*/ 0 w 1173598"/>
              <a:gd name="connsiteY5" fmla="*/ 475754 h 947847"/>
              <a:gd name="connsiteX0" fmla="*/ 1120928 w 1173598"/>
              <a:gd name="connsiteY0" fmla="*/ 953655 h 953655"/>
              <a:gd name="connsiteX1" fmla="*/ 902550 w 1173598"/>
              <a:gd name="connsiteY1" fmla="*/ 643969 h 953655"/>
              <a:gd name="connsiteX2" fmla="*/ 594016 w 1173598"/>
              <a:gd name="connsiteY2" fmla="*/ 437540 h 953655"/>
              <a:gd name="connsiteX3" fmla="*/ 499722 w 1173598"/>
              <a:gd name="connsiteY3" fmla="*/ 6920 h 953655"/>
              <a:gd name="connsiteX4" fmla="*/ 185345 w 1173598"/>
              <a:gd name="connsiteY4" fmla="*/ 325780 h 953655"/>
              <a:gd name="connsiteX5" fmla="*/ 0 w 1173598"/>
              <a:gd name="connsiteY5" fmla="*/ 481562 h 953655"/>
              <a:gd name="connsiteX0" fmla="*/ 1120928 w 1163938"/>
              <a:gd name="connsiteY0" fmla="*/ 953655 h 953655"/>
              <a:gd name="connsiteX1" fmla="*/ 803912 w 1163938"/>
              <a:gd name="connsiteY1" fmla="*/ 661237 h 953655"/>
              <a:gd name="connsiteX2" fmla="*/ 594016 w 1163938"/>
              <a:gd name="connsiteY2" fmla="*/ 437540 h 953655"/>
              <a:gd name="connsiteX3" fmla="*/ 499722 w 1163938"/>
              <a:gd name="connsiteY3" fmla="*/ 6920 h 953655"/>
              <a:gd name="connsiteX4" fmla="*/ 185345 w 1163938"/>
              <a:gd name="connsiteY4" fmla="*/ 325780 h 953655"/>
              <a:gd name="connsiteX5" fmla="*/ 0 w 1163938"/>
              <a:gd name="connsiteY5" fmla="*/ 481562 h 953655"/>
              <a:gd name="connsiteX0" fmla="*/ 1120928 w 1185465"/>
              <a:gd name="connsiteY0" fmla="*/ 953655 h 953655"/>
              <a:gd name="connsiteX1" fmla="*/ 984411 w 1185465"/>
              <a:gd name="connsiteY1" fmla="*/ 695261 h 953655"/>
              <a:gd name="connsiteX2" fmla="*/ 594016 w 1185465"/>
              <a:gd name="connsiteY2" fmla="*/ 437540 h 953655"/>
              <a:gd name="connsiteX3" fmla="*/ 499722 w 1185465"/>
              <a:gd name="connsiteY3" fmla="*/ 6920 h 953655"/>
              <a:gd name="connsiteX4" fmla="*/ 185345 w 1185465"/>
              <a:gd name="connsiteY4" fmla="*/ 325780 h 953655"/>
              <a:gd name="connsiteX5" fmla="*/ 0 w 1185465"/>
              <a:gd name="connsiteY5" fmla="*/ 481562 h 953655"/>
              <a:gd name="connsiteX0" fmla="*/ 1120928 w 1185465"/>
              <a:gd name="connsiteY0" fmla="*/ 972334 h 972334"/>
              <a:gd name="connsiteX1" fmla="*/ 984411 w 1185465"/>
              <a:gd name="connsiteY1" fmla="*/ 713940 h 972334"/>
              <a:gd name="connsiteX2" fmla="*/ 594016 w 1185465"/>
              <a:gd name="connsiteY2" fmla="*/ 456219 h 972334"/>
              <a:gd name="connsiteX3" fmla="*/ 499722 w 1185465"/>
              <a:gd name="connsiteY3" fmla="*/ 25599 h 972334"/>
              <a:gd name="connsiteX4" fmla="*/ 185345 w 1185465"/>
              <a:gd name="connsiteY4" fmla="*/ 344459 h 972334"/>
              <a:gd name="connsiteX5" fmla="*/ 0 w 1185465"/>
              <a:gd name="connsiteY5" fmla="*/ 500241 h 972334"/>
              <a:gd name="connsiteX0" fmla="*/ 1120928 w 1181551"/>
              <a:gd name="connsiteY0" fmla="*/ 946739 h 946739"/>
              <a:gd name="connsiteX1" fmla="*/ 984411 w 1181551"/>
              <a:gd name="connsiteY1" fmla="*/ 688345 h 946739"/>
              <a:gd name="connsiteX2" fmla="*/ 751488 w 1181551"/>
              <a:gd name="connsiteY2" fmla="*/ 312175 h 946739"/>
              <a:gd name="connsiteX3" fmla="*/ 499722 w 1181551"/>
              <a:gd name="connsiteY3" fmla="*/ 4 h 946739"/>
              <a:gd name="connsiteX4" fmla="*/ 185345 w 1181551"/>
              <a:gd name="connsiteY4" fmla="*/ 318864 h 946739"/>
              <a:gd name="connsiteX5" fmla="*/ 0 w 1181551"/>
              <a:gd name="connsiteY5" fmla="*/ 474646 h 946739"/>
              <a:gd name="connsiteX0" fmla="*/ 1154542 w 1215165"/>
              <a:gd name="connsiteY0" fmla="*/ 946739 h 946739"/>
              <a:gd name="connsiteX1" fmla="*/ 1018025 w 1215165"/>
              <a:gd name="connsiteY1" fmla="*/ 688345 h 946739"/>
              <a:gd name="connsiteX2" fmla="*/ 785102 w 1215165"/>
              <a:gd name="connsiteY2" fmla="*/ 312175 h 946739"/>
              <a:gd name="connsiteX3" fmla="*/ 533336 w 1215165"/>
              <a:gd name="connsiteY3" fmla="*/ 4 h 946739"/>
              <a:gd name="connsiteX4" fmla="*/ 218959 w 1215165"/>
              <a:gd name="connsiteY4" fmla="*/ 318864 h 946739"/>
              <a:gd name="connsiteX5" fmla="*/ -1 w 1215165"/>
              <a:gd name="connsiteY5" fmla="*/ 386644 h 946739"/>
              <a:gd name="connsiteX0" fmla="*/ 1154544 w 1215167"/>
              <a:gd name="connsiteY0" fmla="*/ 949093 h 949093"/>
              <a:gd name="connsiteX1" fmla="*/ 1018027 w 1215167"/>
              <a:gd name="connsiteY1" fmla="*/ 690699 h 949093"/>
              <a:gd name="connsiteX2" fmla="*/ 785104 w 1215167"/>
              <a:gd name="connsiteY2" fmla="*/ 314529 h 949093"/>
              <a:gd name="connsiteX3" fmla="*/ 533338 w 1215167"/>
              <a:gd name="connsiteY3" fmla="*/ 2358 h 949093"/>
              <a:gd name="connsiteX4" fmla="*/ 185468 w 1215167"/>
              <a:gd name="connsiteY4" fmla="*/ 200188 h 949093"/>
              <a:gd name="connsiteX5" fmla="*/ 1 w 1215167"/>
              <a:gd name="connsiteY5" fmla="*/ 388998 h 949093"/>
              <a:gd name="connsiteX0" fmla="*/ 1154542 w 1154542"/>
              <a:gd name="connsiteY0" fmla="*/ 949093 h 949093"/>
              <a:gd name="connsiteX1" fmla="*/ 1018025 w 1154542"/>
              <a:gd name="connsiteY1" fmla="*/ 690699 h 949093"/>
              <a:gd name="connsiteX2" fmla="*/ 785102 w 1154542"/>
              <a:gd name="connsiteY2" fmla="*/ 314529 h 949093"/>
              <a:gd name="connsiteX3" fmla="*/ 533336 w 1154542"/>
              <a:gd name="connsiteY3" fmla="*/ 2358 h 949093"/>
              <a:gd name="connsiteX4" fmla="*/ 185466 w 1154542"/>
              <a:gd name="connsiteY4" fmla="*/ 200188 h 949093"/>
              <a:gd name="connsiteX5" fmla="*/ -1 w 1154542"/>
              <a:gd name="connsiteY5" fmla="*/ 388998 h 94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542" h="949093">
                <a:moveTo>
                  <a:pt x="1154542" y="949093"/>
                </a:moveTo>
                <a:cubicBezTo>
                  <a:pt x="1118434" y="736492"/>
                  <a:pt x="1079598" y="796460"/>
                  <a:pt x="1018025" y="690699"/>
                </a:cubicBezTo>
                <a:cubicBezTo>
                  <a:pt x="956452" y="584938"/>
                  <a:pt x="865884" y="429253"/>
                  <a:pt x="785102" y="314529"/>
                </a:cubicBezTo>
                <a:cubicBezTo>
                  <a:pt x="704321" y="199806"/>
                  <a:pt x="633275" y="21415"/>
                  <a:pt x="533336" y="2358"/>
                </a:cubicBezTo>
                <a:cubicBezTo>
                  <a:pt x="433397" y="-16699"/>
                  <a:pt x="263095" y="82554"/>
                  <a:pt x="185466" y="200188"/>
                </a:cubicBezTo>
                <a:cubicBezTo>
                  <a:pt x="135841" y="275531"/>
                  <a:pt x="28114" y="336071"/>
                  <a:pt x="-1" y="38899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7" name="Freeform: Shape 66">
            <a:extLst>
              <a:ext uri="{FF2B5EF4-FFF2-40B4-BE49-F238E27FC236}">
                <a16:creationId xmlns:a16="http://schemas.microsoft.com/office/drawing/2014/main" id="{88B9D0E7-B4D4-6FEC-8557-2AC7FDDDD6F3}"/>
              </a:ext>
            </a:extLst>
          </p:cNvPr>
          <p:cNvSpPr/>
          <p:nvPr userDrawn="1"/>
        </p:nvSpPr>
        <p:spPr>
          <a:xfrm rot="843214" flipH="1">
            <a:off x="5487427" y="317855"/>
            <a:ext cx="3743512" cy="6405357"/>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972234 w 2769685"/>
              <a:gd name="connsiteY6" fmla="*/ 1644157 h 4397864"/>
              <a:gd name="connsiteX7" fmla="*/ 1486394 w 2769685"/>
              <a:gd name="connsiteY7" fmla="*/ 1675780 h 4397864"/>
              <a:gd name="connsiteX8" fmla="*/ 1816721 w 2769685"/>
              <a:gd name="connsiteY8" fmla="*/ 1552336 h 4397864"/>
              <a:gd name="connsiteX9" fmla="*/ 2269270 w 2769685"/>
              <a:gd name="connsiteY9" fmla="*/ 1583765 h 4397864"/>
              <a:gd name="connsiteX10" fmla="*/ 2483153 w 2769685"/>
              <a:gd name="connsiteY10" fmla="*/ 1428143 h 4397864"/>
              <a:gd name="connsiteX11" fmla="*/ 2715565 w 2769685"/>
              <a:gd name="connsiteY11" fmla="*/ 1038150 h 4397864"/>
              <a:gd name="connsiteX12" fmla="*/ 2769324 w 2769685"/>
              <a:gd name="connsiteY12" fmla="*/ 568410 h 4397864"/>
              <a:gd name="connsiteX13" fmla="*/ 2763030 w 2769685"/>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969307 w 2766758"/>
              <a:gd name="connsiteY6" fmla="*/ 1644157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1813794 w 2766758"/>
              <a:gd name="connsiteY8" fmla="*/ 1552336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266343 w 2766758"/>
              <a:gd name="connsiteY9" fmla="*/ 1583765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480226 w 2766758"/>
              <a:gd name="connsiteY10" fmla="*/ 142814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766758"/>
              <a:gd name="connsiteY0" fmla="*/ 4397864 h 4397864"/>
              <a:gd name="connsiteX1" fmla="*/ 469768 w 2766758"/>
              <a:gd name="connsiteY1" fmla="*/ 3808409 h 4397864"/>
              <a:gd name="connsiteX2" fmla="*/ 361227 w 2766758"/>
              <a:gd name="connsiteY2" fmla="*/ 3069406 h 4397864"/>
              <a:gd name="connsiteX3" fmla="*/ 20613 w 2766758"/>
              <a:gd name="connsiteY3" fmla="*/ 2507421 h 4397864"/>
              <a:gd name="connsiteX4" fmla="*/ 62718 w 2766758"/>
              <a:gd name="connsiteY4" fmla="*/ 1879043 h 4397864"/>
              <a:gd name="connsiteX5" fmla="*/ 267026 w 2766758"/>
              <a:gd name="connsiteY5" fmla="*/ 1627202 h 4397864"/>
              <a:gd name="connsiteX6" fmla="*/ 1036615 w 2766758"/>
              <a:gd name="connsiteY6" fmla="*/ 1899485 h 4397864"/>
              <a:gd name="connsiteX7" fmla="*/ 1483467 w 2766758"/>
              <a:gd name="connsiteY7" fmla="*/ 1675780 h 4397864"/>
              <a:gd name="connsiteX8" fmla="*/ 2054778 w 2766758"/>
              <a:gd name="connsiteY8" fmla="*/ 1749865 h 4397864"/>
              <a:gd name="connsiteX9" fmla="*/ 2374845 w 2766758"/>
              <a:gd name="connsiteY9" fmla="*/ 1670551 h 4397864"/>
              <a:gd name="connsiteX10" fmla="*/ 2707569 w 2766758"/>
              <a:gd name="connsiteY10" fmla="*/ 1446273 h 4397864"/>
              <a:gd name="connsiteX11" fmla="*/ 2712638 w 2766758"/>
              <a:gd name="connsiteY11" fmla="*/ 1038150 h 4397864"/>
              <a:gd name="connsiteX12" fmla="*/ 2766397 w 2766758"/>
              <a:gd name="connsiteY12" fmla="*/ 568410 h 4397864"/>
              <a:gd name="connsiteX13" fmla="*/ 2760103 w 2766758"/>
              <a:gd name="connsiteY13" fmla="*/ 0 h 4397864"/>
              <a:gd name="connsiteX0" fmla="*/ 413197 w 2980142"/>
              <a:gd name="connsiteY0" fmla="*/ 4397864 h 4397864"/>
              <a:gd name="connsiteX1" fmla="*/ 469768 w 2980142"/>
              <a:gd name="connsiteY1" fmla="*/ 3808409 h 4397864"/>
              <a:gd name="connsiteX2" fmla="*/ 361227 w 2980142"/>
              <a:gd name="connsiteY2" fmla="*/ 3069406 h 4397864"/>
              <a:gd name="connsiteX3" fmla="*/ 20613 w 2980142"/>
              <a:gd name="connsiteY3" fmla="*/ 2507421 h 4397864"/>
              <a:gd name="connsiteX4" fmla="*/ 62718 w 2980142"/>
              <a:gd name="connsiteY4" fmla="*/ 1879043 h 4397864"/>
              <a:gd name="connsiteX5" fmla="*/ 267026 w 2980142"/>
              <a:gd name="connsiteY5" fmla="*/ 1627202 h 4397864"/>
              <a:gd name="connsiteX6" fmla="*/ 1036615 w 2980142"/>
              <a:gd name="connsiteY6" fmla="*/ 1899485 h 4397864"/>
              <a:gd name="connsiteX7" fmla="*/ 1483467 w 2980142"/>
              <a:gd name="connsiteY7" fmla="*/ 1675780 h 4397864"/>
              <a:gd name="connsiteX8" fmla="*/ 2054778 w 2980142"/>
              <a:gd name="connsiteY8" fmla="*/ 1749865 h 4397864"/>
              <a:gd name="connsiteX9" fmla="*/ 2374845 w 2980142"/>
              <a:gd name="connsiteY9" fmla="*/ 1670551 h 4397864"/>
              <a:gd name="connsiteX10" fmla="*/ 2707569 w 2980142"/>
              <a:gd name="connsiteY10" fmla="*/ 1446273 h 4397864"/>
              <a:gd name="connsiteX11" fmla="*/ 2980015 w 2980142"/>
              <a:gd name="connsiteY11" fmla="*/ 929763 h 4397864"/>
              <a:gd name="connsiteX12" fmla="*/ 2766397 w 2980142"/>
              <a:gd name="connsiteY12" fmla="*/ 568410 h 4397864"/>
              <a:gd name="connsiteX13" fmla="*/ 2760103 w 2980142"/>
              <a:gd name="connsiteY13" fmla="*/ 0 h 4397864"/>
              <a:gd name="connsiteX0" fmla="*/ 413180 w 2980125"/>
              <a:gd name="connsiteY0" fmla="*/ 4397864 h 4397864"/>
              <a:gd name="connsiteX1" fmla="*/ 469751 w 2980125"/>
              <a:gd name="connsiteY1" fmla="*/ 3808409 h 4397864"/>
              <a:gd name="connsiteX2" fmla="*/ 361210 w 2980125"/>
              <a:gd name="connsiteY2" fmla="*/ 3069406 h 4397864"/>
              <a:gd name="connsiteX3" fmla="*/ 20596 w 2980125"/>
              <a:gd name="connsiteY3" fmla="*/ 2507421 h 4397864"/>
              <a:gd name="connsiteX4" fmla="*/ 62701 w 2980125"/>
              <a:gd name="connsiteY4" fmla="*/ 1879043 h 4397864"/>
              <a:gd name="connsiteX5" fmla="*/ 266453 w 2980125"/>
              <a:gd name="connsiteY5" fmla="*/ 1590599 h 4397864"/>
              <a:gd name="connsiteX6" fmla="*/ 1036598 w 2980125"/>
              <a:gd name="connsiteY6" fmla="*/ 1899485 h 4397864"/>
              <a:gd name="connsiteX7" fmla="*/ 1483450 w 2980125"/>
              <a:gd name="connsiteY7" fmla="*/ 1675780 h 4397864"/>
              <a:gd name="connsiteX8" fmla="*/ 2054761 w 2980125"/>
              <a:gd name="connsiteY8" fmla="*/ 1749865 h 4397864"/>
              <a:gd name="connsiteX9" fmla="*/ 2374828 w 2980125"/>
              <a:gd name="connsiteY9" fmla="*/ 1670551 h 4397864"/>
              <a:gd name="connsiteX10" fmla="*/ 2707552 w 2980125"/>
              <a:gd name="connsiteY10" fmla="*/ 1446273 h 4397864"/>
              <a:gd name="connsiteX11" fmla="*/ 2979998 w 2980125"/>
              <a:gd name="connsiteY11" fmla="*/ 929763 h 4397864"/>
              <a:gd name="connsiteX12" fmla="*/ 2766380 w 2980125"/>
              <a:gd name="connsiteY12" fmla="*/ 568410 h 4397864"/>
              <a:gd name="connsiteX13" fmla="*/ 2760086 w 2980125"/>
              <a:gd name="connsiteY13" fmla="*/ 0 h 4397864"/>
              <a:gd name="connsiteX0" fmla="*/ 439203 w 3006148"/>
              <a:gd name="connsiteY0" fmla="*/ 4397864 h 4397864"/>
              <a:gd name="connsiteX1" fmla="*/ 495774 w 3006148"/>
              <a:gd name="connsiteY1" fmla="*/ 3808409 h 4397864"/>
              <a:gd name="connsiteX2" fmla="*/ 387233 w 3006148"/>
              <a:gd name="connsiteY2" fmla="*/ 3069406 h 4397864"/>
              <a:gd name="connsiteX3" fmla="*/ 46619 w 3006148"/>
              <a:gd name="connsiteY3" fmla="*/ 2507421 h 4397864"/>
              <a:gd name="connsiteX4" fmla="*/ 29325 w 3006148"/>
              <a:gd name="connsiteY4" fmla="*/ 1859598 h 4397864"/>
              <a:gd name="connsiteX5" fmla="*/ 292476 w 3006148"/>
              <a:gd name="connsiteY5" fmla="*/ 1590599 h 4397864"/>
              <a:gd name="connsiteX6" fmla="*/ 1062621 w 3006148"/>
              <a:gd name="connsiteY6" fmla="*/ 1899485 h 4397864"/>
              <a:gd name="connsiteX7" fmla="*/ 1509473 w 3006148"/>
              <a:gd name="connsiteY7" fmla="*/ 1675780 h 4397864"/>
              <a:gd name="connsiteX8" fmla="*/ 2080784 w 3006148"/>
              <a:gd name="connsiteY8" fmla="*/ 1749865 h 4397864"/>
              <a:gd name="connsiteX9" fmla="*/ 2400851 w 3006148"/>
              <a:gd name="connsiteY9" fmla="*/ 1670551 h 4397864"/>
              <a:gd name="connsiteX10" fmla="*/ 2733575 w 3006148"/>
              <a:gd name="connsiteY10" fmla="*/ 1446273 h 4397864"/>
              <a:gd name="connsiteX11" fmla="*/ 3006021 w 3006148"/>
              <a:gd name="connsiteY11" fmla="*/ 929763 h 4397864"/>
              <a:gd name="connsiteX12" fmla="*/ 2792403 w 3006148"/>
              <a:gd name="connsiteY12" fmla="*/ 568410 h 4397864"/>
              <a:gd name="connsiteX13" fmla="*/ 2786109 w 3006148"/>
              <a:gd name="connsiteY13" fmla="*/ 0 h 4397864"/>
              <a:gd name="connsiteX0" fmla="*/ 495774 w 3006148"/>
              <a:gd name="connsiteY0" fmla="*/ 3808409 h 3808409"/>
              <a:gd name="connsiteX1" fmla="*/ 387233 w 3006148"/>
              <a:gd name="connsiteY1" fmla="*/ 3069406 h 3808409"/>
              <a:gd name="connsiteX2" fmla="*/ 46619 w 3006148"/>
              <a:gd name="connsiteY2" fmla="*/ 2507421 h 3808409"/>
              <a:gd name="connsiteX3" fmla="*/ 29325 w 3006148"/>
              <a:gd name="connsiteY3" fmla="*/ 1859598 h 3808409"/>
              <a:gd name="connsiteX4" fmla="*/ 292476 w 3006148"/>
              <a:gd name="connsiteY4" fmla="*/ 1590599 h 3808409"/>
              <a:gd name="connsiteX5" fmla="*/ 1062621 w 3006148"/>
              <a:gd name="connsiteY5" fmla="*/ 1899485 h 3808409"/>
              <a:gd name="connsiteX6" fmla="*/ 1509473 w 3006148"/>
              <a:gd name="connsiteY6" fmla="*/ 1675780 h 3808409"/>
              <a:gd name="connsiteX7" fmla="*/ 2080784 w 3006148"/>
              <a:gd name="connsiteY7" fmla="*/ 1749865 h 3808409"/>
              <a:gd name="connsiteX8" fmla="*/ 2400851 w 3006148"/>
              <a:gd name="connsiteY8" fmla="*/ 1670551 h 3808409"/>
              <a:gd name="connsiteX9" fmla="*/ 2733575 w 3006148"/>
              <a:gd name="connsiteY9" fmla="*/ 1446273 h 3808409"/>
              <a:gd name="connsiteX10" fmla="*/ 3006021 w 3006148"/>
              <a:gd name="connsiteY10" fmla="*/ 929763 h 3808409"/>
              <a:gd name="connsiteX11" fmla="*/ 2792403 w 3006148"/>
              <a:gd name="connsiteY11" fmla="*/ 568410 h 3808409"/>
              <a:gd name="connsiteX12" fmla="*/ 2786109 w 3006148"/>
              <a:gd name="connsiteY12" fmla="*/ 0 h 3808409"/>
              <a:gd name="connsiteX0" fmla="*/ 665334 w 3006148"/>
              <a:gd name="connsiteY0" fmla="*/ 4055176 h 4055176"/>
              <a:gd name="connsiteX1" fmla="*/ 387233 w 3006148"/>
              <a:gd name="connsiteY1" fmla="*/ 3069406 h 4055176"/>
              <a:gd name="connsiteX2" fmla="*/ 46619 w 3006148"/>
              <a:gd name="connsiteY2" fmla="*/ 2507421 h 4055176"/>
              <a:gd name="connsiteX3" fmla="*/ 29325 w 3006148"/>
              <a:gd name="connsiteY3" fmla="*/ 1859598 h 4055176"/>
              <a:gd name="connsiteX4" fmla="*/ 292476 w 3006148"/>
              <a:gd name="connsiteY4" fmla="*/ 1590599 h 4055176"/>
              <a:gd name="connsiteX5" fmla="*/ 1062621 w 3006148"/>
              <a:gd name="connsiteY5" fmla="*/ 1899485 h 4055176"/>
              <a:gd name="connsiteX6" fmla="*/ 1509473 w 3006148"/>
              <a:gd name="connsiteY6" fmla="*/ 1675780 h 4055176"/>
              <a:gd name="connsiteX7" fmla="*/ 2080784 w 3006148"/>
              <a:gd name="connsiteY7" fmla="*/ 1749865 h 4055176"/>
              <a:gd name="connsiteX8" fmla="*/ 2400851 w 3006148"/>
              <a:gd name="connsiteY8" fmla="*/ 1670551 h 4055176"/>
              <a:gd name="connsiteX9" fmla="*/ 2733575 w 3006148"/>
              <a:gd name="connsiteY9" fmla="*/ 1446273 h 4055176"/>
              <a:gd name="connsiteX10" fmla="*/ 3006021 w 3006148"/>
              <a:gd name="connsiteY10" fmla="*/ 929763 h 4055176"/>
              <a:gd name="connsiteX11" fmla="*/ 2792403 w 3006148"/>
              <a:gd name="connsiteY11" fmla="*/ 568410 h 4055176"/>
              <a:gd name="connsiteX12" fmla="*/ 2786109 w 3006148"/>
              <a:gd name="connsiteY12" fmla="*/ 0 h 4055176"/>
              <a:gd name="connsiteX0" fmla="*/ 667569 w 3008383"/>
              <a:gd name="connsiteY0" fmla="*/ 4055176 h 4055176"/>
              <a:gd name="connsiteX1" fmla="*/ 427744 w 3008383"/>
              <a:gd name="connsiteY1" fmla="*/ 3055859 h 4055176"/>
              <a:gd name="connsiteX2" fmla="*/ 48854 w 3008383"/>
              <a:gd name="connsiteY2" fmla="*/ 2507421 h 4055176"/>
              <a:gd name="connsiteX3" fmla="*/ 31560 w 3008383"/>
              <a:gd name="connsiteY3" fmla="*/ 1859598 h 4055176"/>
              <a:gd name="connsiteX4" fmla="*/ 294711 w 3008383"/>
              <a:gd name="connsiteY4" fmla="*/ 1590599 h 4055176"/>
              <a:gd name="connsiteX5" fmla="*/ 1064856 w 3008383"/>
              <a:gd name="connsiteY5" fmla="*/ 1899485 h 4055176"/>
              <a:gd name="connsiteX6" fmla="*/ 1511708 w 3008383"/>
              <a:gd name="connsiteY6" fmla="*/ 1675780 h 4055176"/>
              <a:gd name="connsiteX7" fmla="*/ 2083019 w 3008383"/>
              <a:gd name="connsiteY7" fmla="*/ 1749865 h 4055176"/>
              <a:gd name="connsiteX8" fmla="*/ 2403086 w 3008383"/>
              <a:gd name="connsiteY8" fmla="*/ 1670551 h 4055176"/>
              <a:gd name="connsiteX9" fmla="*/ 2735810 w 3008383"/>
              <a:gd name="connsiteY9" fmla="*/ 1446273 h 4055176"/>
              <a:gd name="connsiteX10" fmla="*/ 3008256 w 3008383"/>
              <a:gd name="connsiteY10" fmla="*/ 929763 h 4055176"/>
              <a:gd name="connsiteX11" fmla="*/ 2794638 w 3008383"/>
              <a:gd name="connsiteY11" fmla="*/ 568410 h 4055176"/>
              <a:gd name="connsiteX12" fmla="*/ 2788344 w 3008383"/>
              <a:gd name="connsiteY12" fmla="*/ 0 h 4055176"/>
              <a:gd name="connsiteX0" fmla="*/ 667569 w 3008383"/>
              <a:gd name="connsiteY0" fmla="*/ 4055176 h 4055176"/>
              <a:gd name="connsiteX1" fmla="*/ 508316 w 3008383"/>
              <a:gd name="connsiteY1" fmla="*/ 3700693 h 4055176"/>
              <a:gd name="connsiteX2" fmla="*/ 427744 w 3008383"/>
              <a:gd name="connsiteY2" fmla="*/ 3055859 h 4055176"/>
              <a:gd name="connsiteX3" fmla="*/ 48854 w 3008383"/>
              <a:gd name="connsiteY3" fmla="*/ 2507421 h 4055176"/>
              <a:gd name="connsiteX4" fmla="*/ 31560 w 3008383"/>
              <a:gd name="connsiteY4" fmla="*/ 1859598 h 4055176"/>
              <a:gd name="connsiteX5" fmla="*/ 294711 w 3008383"/>
              <a:gd name="connsiteY5" fmla="*/ 1590599 h 4055176"/>
              <a:gd name="connsiteX6" fmla="*/ 1064856 w 3008383"/>
              <a:gd name="connsiteY6" fmla="*/ 1899485 h 4055176"/>
              <a:gd name="connsiteX7" fmla="*/ 1511708 w 3008383"/>
              <a:gd name="connsiteY7" fmla="*/ 1675780 h 4055176"/>
              <a:gd name="connsiteX8" fmla="*/ 2083019 w 3008383"/>
              <a:gd name="connsiteY8" fmla="*/ 1749865 h 4055176"/>
              <a:gd name="connsiteX9" fmla="*/ 2403086 w 3008383"/>
              <a:gd name="connsiteY9" fmla="*/ 1670551 h 4055176"/>
              <a:gd name="connsiteX10" fmla="*/ 2735810 w 3008383"/>
              <a:gd name="connsiteY10" fmla="*/ 1446273 h 4055176"/>
              <a:gd name="connsiteX11" fmla="*/ 3008256 w 3008383"/>
              <a:gd name="connsiteY11" fmla="*/ 929763 h 4055176"/>
              <a:gd name="connsiteX12" fmla="*/ 2794638 w 3008383"/>
              <a:gd name="connsiteY12" fmla="*/ 568410 h 4055176"/>
              <a:gd name="connsiteX13" fmla="*/ 2788344 w 3008383"/>
              <a:gd name="connsiteY13" fmla="*/ 0 h 4055176"/>
              <a:gd name="connsiteX0" fmla="*/ 702113 w 3008383"/>
              <a:gd name="connsiteY0" fmla="*/ 4020819 h 4020819"/>
              <a:gd name="connsiteX1" fmla="*/ 508316 w 3008383"/>
              <a:gd name="connsiteY1" fmla="*/ 3700693 h 4020819"/>
              <a:gd name="connsiteX2" fmla="*/ 427744 w 3008383"/>
              <a:gd name="connsiteY2" fmla="*/ 3055859 h 4020819"/>
              <a:gd name="connsiteX3" fmla="*/ 48854 w 3008383"/>
              <a:gd name="connsiteY3" fmla="*/ 2507421 h 4020819"/>
              <a:gd name="connsiteX4" fmla="*/ 31560 w 3008383"/>
              <a:gd name="connsiteY4" fmla="*/ 1859598 h 4020819"/>
              <a:gd name="connsiteX5" fmla="*/ 294711 w 3008383"/>
              <a:gd name="connsiteY5" fmla="*/ 1590599 h 4020819"/>
              <a:gd name="connsiteX6" fmla="*/ 1064856 w 3008383"/>
              <a:gd name="connsiteY6" fmla="*/ 1899485 h 4020819"/>
              <a:gd name="connsiteX7" fmla="*/ 1511708 w 3008383"/>
              <a:gd name="connsiteY7" fmla="*/ 1675780 h 4020819"/>
              <a:gd name="connsiteX8" fmla="*/ 2083019 w 3008383"/>
              <a:gd name="connsiteY8" fmla="*/ 1749865 h 4020819"/>
              <a:gd name="connsiteX9" fmla="*/ 2403086 w 3008383"/>
              <a:gd name="connsiteY9" fmla="*/ 1670551 h 4020819"/>
              <a:gd name="connsiteX10" fmla="*/ 2735810 w 3008383"/>
              <a:gd name="connsiteY10" fmla="*/ 1446273 h 4020819"/>
              <a:gd name="connsiteX11" fmla="*/ 3008256 w 3008383"/>
              <a:gd name="connsiteY11" fmla="*/ 929763 h 4020819"/>
              <a:gd name="connsiteX12" fmla="*/ 2794638 w 3008383"/>
              <a:gd name="connsiteY12" fmla="*/ 568410 h 4020819"/>
              <a:gd name="connsiteX13" fmla="*/ 2788344 w 3008383"/>
              <a:gd name="connsiteY13" fmla="*/ 0 h 4020819"/>
              <a:gd name="connsiteX0" fmla="*/ 702113 w 3008383"/>
              <a:gd name="connsiteY0" fmla="*/ 4071999 h 4071999"/>
              <a:gd name="connsiteX1" fmla="*/ 508316 w 3008383"/>
              <a:gd name="connsiteY1" fmla="*/ 3751873 h 4071999"/>
              <a:gd name="connsiteX2" fmla="*/ 427744 w 3008383"/>
              <a:gd name="connsiteY2" fmla="*/ 3107039 h 4071999"/>
              <a:gd name="connsiteX3" fmla="*/ 48854 w 3008383"/>
              <a:gd name="connsiteY3" fmla="*/ 2558601 h 4071999"/>
              <a:gd name="connsiteX4" fmla="*/ 31560 w 3008383"/>
              <a:gd name="connsiteY4" fmla="*/ 1910778 h 4071999"/>
              <a:gd name="connsiteX5" fmla="*/ 294711 w 3008383"/>
              <a:gd name="connsiteY5" fmla="*/ 1641779 h 4071999"/>
              <a:gd name="connsiteX6" fmla="*/ 1064856 w 3008383"/>
              <a:gd name="connsiteY6" fmla="*/ 1950665 h 4071999"/>
              <a:gd name="connsiteX7" fmla="*/ 1511708 w 3008383"/>
              <a:gd name="connsiteY7" fmla="*/ 1726960 h 4071999"/>
              <a:gd name="connsiteX8" fmla="*/ 2083019 w 3008383"/>
              <a:gd name="connsiteY8" fmla="*/ 1801045 h 4071999"/>
              <a:gd name="connsiteX9" fmla="*/ 2403086 w 3008383"/>
              <a:gd name="connsiteY9" fmla="*/ 1721731 h 4071999"/>
              <a:gd name="connsiteX10" fmla="*/ 2735810 w 3008383"/>
              <a:gd name="connsiteY10" fmla="*/ 1497453 h 4071999"/>
              <a:gd name="connsiteX11" fmla="*/ 3008256 w 3008383"/>
              <a:gd name="connsiteY11" fmla="*/ 980943 h 4071999"/>
              <a:gd name="connsiteX12" fmla="*/ 2794638 w 3008383"/>
              <a:gd name="connsiteY12" fmla="*/ 619590 h 4071999"/>
              <a:gd name="connsiteX13" fmla="*/ 2843833 w 3008383"/>
              <a:gd name="connsiteY13" fmla="*/ 0 h 4071999"/>
              <a:gd name="connsiteX0" fmla="*/ 702113 w 3008383"/>
              <a:gd name="connsiteY0" fmla="*/ 4071999 h 4071999"/>
              <a:gd name="connsiteX1" fmla="*/ 508316 w 3008383"/>
              <a:gd name="connsiteY1" fmla="*/ 3751873 h 4071999"/>
              <a:gd name="connsiteX2" fmla="*/ 427744 w 3008383"/>
              <a:gd name="connsiteY2" fmla="*/ 3107039 h 4071999"/>
              <a:gd name="connsiteX3" fmla="*/ 48854 w 3008383"/>
              <a:gd name="connsiteY3" fmla="*/ 2558601 h 4071999"/>
              <a:gd name="connsiteX4" fmla="*/ 31560 w 3008383"/>
              <a:gd name="connsiteY4" fmla="*/ 1910778 h 4071999"/>
              <a:gd name="connsiteX5" fmla="*/ 294711 w 3008383"/>
              <a:gd name="connsiteY5" fmla="*/ 1641779 h 4071999"/>
              <a:gd name="connsiteX6" fmla="*/ 1064856 w 3008383"/>
              <a:gd name="connsiteY6" fmla="*/ 1950665 h 4071999"/>
              <a:gd name="connsiteX7" fmla="*/ 1511708 w 3008383"/>
              <a:gd name="connsiteY7" fmla="*/ 1726960 h 4071999"/>
              <a:gd name="connsiteX8" fmla="*/ 2083019 w 3008383"/>
              <a:gd name="connsiteY8" fmla="*/ 1801045 h 4071999"/>
              <a:gd name="connsiteX9" fmla="*/ 2403086 w 3008383"/>
              <a:gd name="connsiteY9" fmla="*/ 1721731 h 4071999"/>
              <a:gd name="connsiteX10" fmla="*/ 2735810 w 3008383"/>
              <a:gd name="connsiteY10" fmla="*/ 1497453 h 4071999"/>
              <a:gd name="connsiteX11" fmla="*/ 3008256 w 3008383"/>
              <a:gd name="connsiteY11" fmla="*/ 980943 h 4071999"/>
              <a:gd name="connsiteX12" fmla="*/ 2794638 w 3008383"/>
              <a:gd name="connsiteY12" fmla="*/ 619590 h 4071999"/>
              <a:gd name="connsiteX13" fmla="*/ 2843833 w 3008383"/>
              <a:gd name="connsiteY13" fmla="*/ 0 h 407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08383" h="4071999">
                <a:moveTo>
                  <a:pt x="702113" y="4071999"/>
                </a:moveTo>
                <a:cubicBezTo>
                  <a:pt x="691230" y="4004992"/>
                  <a:pt x="548287" y="3918426"/>
                  <a:pt x="508316" y="3751873"/>
                </a:cubicBezTo>
                <a:cubicBezTo>
                  <a:pt x="468345" y="3585320"/>
                  <a:pt x="504321" y="3305918"/>
                  <a:pt x="427744" y="3107039"/>
                </a:cubicBezTo>
                <a:cubicBezTo>
                  <a:pt x="351167" y="2908160"/>
                  <a:pt x="114885" y="2757978"/>
                  <a:pt x="48854" y="2558601"/>
                </a:cubicBezTo>
                <a:cubicBezTo>
                  <a:pt x="-17177" y="2359224"/>
                  <a:pt x="-9416" y="2063582"/>
                  <a:pt x="31560" y="1910778"/>
                </a:cubicBezTo>
                <a:cubicBezTo>
                  <a:pt x="72536" y="1757974"/>
                  <a:pt x="122495" y="1635131"/>
                  <a:pt x="294711" y="1641779"/>
                </a:cubicBezTo>
                <a:cubicBezTo>
                  <a:pt x="466927" y="1648427"/>
                  <a:pt x="862023" y="1936468"/>
                  <a:pt x="1064856" y="1950665"/>
                </a:cubicBezTo>
                <a:cubicBezTo>
                  <a:pt x="1267689" y="1964862"/>
                  <a:pt x="1342014" y="1751897"/>
                  <a:pt x="1511708" y="1726960"/>
                </a:cubicBezTo>
                <a:cubicBezTo>
                  <a:pt x="1681402" y="1702023"/>
                  <a:pt x="1934456" y="1801916"/>
                  <a:pt x="2083019" y="1801045"/>
                </a:cubicBezTo>
                <a:cubicBezTo>
                  <a:pt x="2231582" y="1800174"/>
                  <a:pt x="2294288" y="1772330"/>
                  <a:pt x="2403086" y="1721731"/>
                </a:cubicBezTo>
                <a:cubicBezTo>
                  <a:pt x="2511884" y="1671132"/>
                  <a:pt x="2634948" y="1620918"/>
                  <a:pt x="2735810" y="1497453"/>
                </a:cubicBezTo>
                <a:cubicBezTo>
                  <a:pt x="2836672" y="1373988"/>
                  <a:pt x="3001589" y="1111055"/>
                  <a:pt x="3008256" y="980943"/>
                </a:cubicBezTo>
                <a:cubicBezTo>
                  <a:pt x="3014447" y="860643"/>
                  <a:pt x="2792923" y="740081"/>
                  <a:pt x="2794638" y="619590"/>
                </a:cubicBezTo>
                <a:cubicBezTo>
                  <a:pt x="2795876" y="534055"/>
                  <a:pt x="2952689" y="218609"/>
                  <a:pt x="2843833"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8" name="Freeform: Shape 67">
            <a:extLst>
              <a:ext uri="{FF2B5EF4-FFF2-40B4-BE49-F238E27FC236}">
                <a16:creationId xmlns:a16="http://schemas.microsoft.com/office/drawing/2014/main" id="{892CAE60-3FFE-9B47-45E1-57D878579540}"/>
              </a:ext>
            </a:extLst>
          </p:cNvPr>
          <p:cNvSpPr/>
          <p:nvPr userDrawn="1"/>
        </p:nvSpPr>
        <p:spPr>
          <a:xfrm rot="16200000" flipH="1" flipV="1">
            <a:off x="1793537" y="1772662"/>
            <a:ext cx="6874155" cy="3361069"/>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805349"/>
              <a:gd name="connsiteX1" fmla="*/ 626171 w 6565997"/>
              <a:gd name="connsiteY1" fmla="*/ 1253643 h 3805349"/>
              <a:gd name="connsiteX2" fmla="*/ 1033943 w 6565997"/>
              <a:gd name="connsiteY2" fmla="*/ 1404901 h 3805349"/>
              <a:gd name="connsiteX3" fmla="*/ 1732160 w 6565997"/>
              <a:gd name="connsiteY3" fmla="*/ 1459345 h 3805349"/>
              <a:gd name="connsiteX4" fmla="*/ 1947524 w 6565997"/>
              <a:gd name="connsiteY4" fmla="*/ 2118121 h 3805349"/>
              <a:gd name="connsiteX5" fmla="*/ 2265149 w 6565997"/>
              <a:gd name="connsiteY5" fmla="*/ 2425054 h 3805349"/>
              <a:gd name="connsiteX6" fmla="*/ 2738010 w 6565997"/>
              <a:gd name="connsiteY6" fmla="*/ 2621037 h 3805349"/>
              <a:gd name="connsiteX7" fmla="*/ 3266465 w 6565997"/>
              <a:gd name="connsiteY7" fmla="*/ 2788233 h 3805349"/>
              <a:gd name="connsiteX8" fmla="*/ 3791831 w 6565997"/>
              <a:gd name="connsiteY8" fmla="*/ 3255900 h 3805349"/>
              <a:gd name="connsiteX9" fmla="*/ 4119750 w 6565997"/>
              <a:gd name="connsiteY9" fmla="*/ 3777318 h 3805349"/>
              <a:gd name="connsiteX10" fmla="*/ 4839480 w 6565997"/>
              <a:gd name="connsiteY10" fmla="*/ 2343391 h 3805349"/>
              <a:gd name="connsiteX11" fmla="*/ 5359704 w 6565997"/>
              <a:gd name="connsiteY11" fmla="*/ 1978385 h 3805349"/>
              <a:gd name="connsiteX12" fmla="*/ 5726947 w 6565997"/>
              <a:gd name="connsiteY12" fmla="*/ 1539991 h 3805349"/>
              <a:gd name="connsiteX13" fmla="*/ 5960096 w 6565997"/>
              <a:gd name="connsiteY13" fmla="*/ 1054659 h 3805349"/>
              <a:gd name="connsiteX14" fmla="*/ 6121641 w 6565997"/>
              <a:gd name="connsiteY14" fmla="*/ 747477 h 3805349"/>
              <a:gd name="connsiteX15" fmla="*/ 6239274 w 6565997"/>
              <a:gd name="connsiteY15" fmla="*/ 440296 h 3805349"/>
              <a:gd name="connsiteX16" fmla="*/ 6565997 w 6565997"/>
              <a:gd name="connsiteY16" fmla="*/ 0 h 3805349"/>
              <a:gd name="connsiteX0" fmla="*/ 0 w 6565997"/>
              <a:gd name="connsiteY0" fmla="*/ 613366 h 3805349"/>
              <a:gd name="connsiteX1" fmla="*/ 626171 w 6565997"/>
              <a:gd name="connsiteY1" fmla="*/ 1253643 h 3805349"/>
              <a:gd name="connsiteX2" fmla="*/ 1033943 w 6565997"/>
              <a:gd name="connsiteY2" fmla="*/ 1404901 h 3805349"/>
              <a:gd name="connsiteX3" fmla="*/ 1732160 w 6565997"/>
              <a:gd name="connsiteY3" fmla="*/ 1459345 h 3805349"/>
              <a:gd name="connsiteX4" fmla="*/ 1947524 w 6565997"/>
              <a:gd name="connsiteY4" fmla="*/ 2118121 h 3805349"/>
              <a:gd name="connsiteX5" fmla="*/ 2265149 w 6565997"/>
              <a:gd name="connsiteY5" fmla="*/ 2425054 h 3805349"/>
              <a:gd name="connsiteX6" fmla="*/ 2738010 w 6565997"/>
              <a:gd name="connsiteY6" fmla="*/ 2621037 h 3805349"/>
              <a:gd name="connsiteX7" fmla="*/ 3266465 w 6565997"/>
              <a:gd name="connsiteY7" fmla="*/ 2788233 h 3805349"/>
              <a:gd name="connsiteX8" fmla="*/ 3791831 w 6565997"/>
              <a:gd name="connsiteY8" fmla="*/ 3255900 h 3805349"/>
              <a:gd name="connsiteX9" fmla="*/ 4119750 w 6565997"/>
              <a:gd name="connsiteY9" fmla="*/ 3777318 h 3805349"/>
              <a:gd name="connsiteX10" fmla="*/ 4839480 w 6565997"/>
              <a:gd name="connsiteY10" fmla="*/ 2343391 h 3805349"/>
              <a:gd name="connsiteX11" fmla="*/ 5440954 w 6565997"/>
              <a:gd name="connsiteY11" fmla="*/ 2200248 h 3805349"/>
              <a:gd name="connsiteX12" fmla="*/ 5726947 w 6565997"/>
              <a:gd name="connsiteY12" fmla="*/ 1539991 h 3805349"/>
              <a:gd name="connsiteX13" fmla="*/ 5960096 w 6565997"/>
              <a:gd name="connsiteY13" fmla="*/ 1054659 h 3805349"/>
              <a:gd name="connsiteX14" fmla="*/ 6121641 w 6565997"/>
              <a:gd name="connsiteY14" fmla="*/ 747477 h 3805349"/>
              <a:gd name="connsiteX15" fmla="*/ 6239274 w 6565997"/>
              <a:gd name="connsiteY15" fmla="*/ 440296 h 3805349"/>
              <a:gd name="connsiteX16" fmla="*/ 6565997 w 6565997"/>
              <a:gd name="connsiteY16" fmla="*/ 0 h 3805349"/>
              <a:gd name="connsiteX0" fmla="*/ 0 w 6565997"/>
              <a:gd name="connsiteY0" fmla="*/ 613366 h 3791271"/>
              <a:gd name="connsiteX1" fmla="*/ 626171 w 6565997"/>
              <a:gd name="connsiteY1" fmla="*/ 1253643 h 3791271"/>
              <a:gd name="connsiteX2" fmla="*/ 1033943 w 6565997"/>
              <a:gd name="connsiteY2" fmla="*/ 1404901 h 3791271"/>
              <a:gd name="connsiteX3" fmla="*/ 1732160 w 6565997"/>
              <a:gd name="connsiteY3" fmla="*/ 1459345 h 3791271"/>
              <a:gd name="connsiteX4" fmla="*/ 1947524 w 6565997"/>
              <a:gd name="connsiteY4" fmla="*/ 2118121 h 3791271"/>
              <a:gd name="connsiteX5" fmla="*/ 2265149 w 6565997"/>
              <a:gd name="connsiteY5" fmla="*/ 2425054 h 3791271"/>
              <a:gd name="connsiteX6" fmla="*/ 2738010 w 6565997"/>
              <a:gd name="connsiteY6" fmla="*/ 2621037 h 3791271"/>
              <a:gd name="connsiteX7" fmla="*/ 3266465 w 6565997"/>
              <a:gd name="connsiteY7" fmla="*/ 2788233 h 3791271"/>
              <a:gd name="connsiteX8" fmla="*/ 3791831 w 6565997"/>
              <a:gd name="connsiteY8" fmla="*/ 3255900 h 3791271"/>
              <a:gd name="connsiteX9" fmla="*/ 4119750 w 6565997"/>
              <a:gd name="connsiteY9" fmla="*/ 3777318 h 3791271"/>
              <a:gd name="connsiteX10" fmla="*/ 4798860 w 6565997"/>
              <a:gd name="connsiteY10" fmla="*/ 2661196 h 3791271"/>
              <a:gd name="connsiteX11" fmla="*/ 5440954 w 6565997"/>
              <a:gd name="connsiteY11" fmla="*/ 2200248 h 3791271"/>
              <a:gd name="connsiteX12" fmla="*/ 5726947 w 6565997"/>
              <a:gd name="connsiteY12" fmla="*/ 1539991 h 3791271"/>
              <a:gd name="connsiteX13" fmla="*/ 5960096 w 6565997"/>
              <a:gd name="connsiteY13" fmla="*/ 1054659 h 3791271"/>
              <a:gd name="connsiteX14" fmla="*/ 6121641 w 6565997"/>
              <a:gd name="connsiteY14" fmla="*/ 747477 h 3791271"/>
              <a:gd name="connsiteX15" fmla="*/ 6239274 w 6565997"/>
              <a:gd name="connsiteY15" fmla="*/ 440296 h 3791271"/>
              <a:gd name="connsiteX16" fmla="*/ 6565997 w 6565997"/>
              <a:gd name="connsiteY16" fmla="*/ 0 h 3791271"/>
              <a:gd name="connsiteX0" fmla="*/ 0 w 6565997"/>
              <a:gd name="connsiteY0" fmla="*/ 613366 h 3791272"/>
              <a:gd name="connsiteX1" fmla="*/ 626171 w 6565997"/>
              <a:gd name="connsiteY1" fmla="*/ 1253643 h 3791272"/>
              <a:gd name="connsiteX2" fmla="*/ 1033943 w 6565997"/>
              <a:gd name="connsiteY2" fmla="*/ 1404901 h 3791272"/>
              <a:gd name="connsiteX3" fmla="*/ 1732160 w 6565997"/>
              <a:gd name="connsiteY3" fmla="*/ 1459345 h 3791272"/>
              <a:gd name="connsiteX4" fmla="*/ 1947524 w 6565997"/>
              <a:gd name="connsiteY4" fmla="*/ 2118121 h 3791272"/>
              <a:gd name="connsiteX5" fmla="*/ 2265149 w 6565997"/>
              <a:gd name="connsiteY5" fmla="*/ 2425054 h 3791272"/>
              <a:gd name="connsiteX6" fmla="*/ 2738010 w 6565997"/>
              <a:gd name="connsiteY6" fmla="*/ 2621037 h 3791272"/>
              <a:gd name="connsiteX7" fmla="*/ 3266465 w 6565997"/>
              <a:gd name="connsiteY7" fmla="*/ 2788233 h 3791272"/>
              <a:gd name="connsiteX8" fmla="*/ 3791831 w 6565997"/>
              <a:gd name="connsiteY8" fmla="*/ 3255900 h 3791272"/>
              <a:gd name="connsiteX9" fmla="*/ 4119750 w 6565997"/>
              <a:gd name="connsiteY9" fmla="*/ 3777318 h 3791272"/>
              <a:gd name="connsiteX10" fmla="*/ 4798860 w 6565997"/>
              <a:gd name="connsiteY10" fmla="*/ 2661196 h 3791272"/>
              <a:gd name="connsiteX11" fmla="*/ 5440954 w 6565997"/>
              <a:gd name="connsiteY11" fmla="*/ 2200248 h 3791272"/>
              <a:gd name="connsiteX12" fmla="*/ 5726947 w 6565997"/>
              <a:gd name="connsiteY12" fmla="*/ 1539991 h 3791272"/>
              <a:gd name="connsiteX13" fmla="*/ 5960096 w 6565997"/>
              <a:gd name="connsiteY13" fmla="*/ 1054659 h 3791272"/>
              <a:gd name="connsiteX14" fmla="*/ 6121641 w 6565997"/>
              <a:gd name="connsiteY14" fmla="*/ 747477 h 3791272"/>
              <a:gd name="connsiteX15" fmla="*/ 6239274 w 6565997"/>
              <a:gd name="connsiteY15" fmla="*/ 440296 h 3791272"/>
              <a:gd name="connsiteX16" fmla="*/ 6565997 w 6565997"/>
              <a:gd name="connsiteY16" fmla="*/ 0 h 3791272"/>
              <a:gd name="connsiteX0" fmla="*/ 0 w 6565997"/>
              <a:gd name="connsiteY0" fmla="*/ 613366 h 3791272"/>
              <a:gd name="connsiteX1" fmla="*/ 626171 w 6565997"/>
              <a:gd name="connsiteY1" fmla="*/ 1253643 h 3791272"/>
              <a:gd name="connsiteX2" fmla="*/ 1033943 w 6565997"/>
              <a:gd name="connsiteY2" fmla="*/ 1404901 h 3791272"/>
              <a:gd name="connsiteX3" fmla="*/ 1732160 w 6565997"/>
              <a:gd name="connsiteY3" fmla="*/ 1459345 h 3791272"/>
              <a:gd name="connsiteX4" fmla="*/ 1947524 w 6565997"/>
              <a:gd name="connsiteY4" fmla="*/ 2118121 h 3791272"/>
              <a:gd name="connsiteX5" fmla="*/ 2265149 w 6565997"/>
              <a:gd name="connsiteY5" fmla="*/ 2425054 h 3791272"/>
              <a:gd name="connsiteX6" fmla="*/ 2738010 w 6565997"/>
              <a:gd name="connsiteY6" fmla="*/ 2621037 h 3791272"/>
              <a:gd name="connsiteX7" fmla="*/ 3266465 w 6565997"/>
              <a:gd name="connsiteY7" fmla="*/ 2788233 h 3791272"/>
              <a:gd name="connsiteX8" fmla="*/ 3791831 w 6565997"/>
              <a:gd name="connsiteY8" fmla="*/ 3255900 h 3791272"/>
              <a:gd name="connsiteX9" fmla="*/ 4119750 w 6565997"/>
              <a:gd name="connsiteY9" fmla="*/ 3777318 h 3791272"/>
              <a:gd name="connsiteX10" fmla="*/ 4798860 w 6565997"/>
              <a:gd name="connsiteY10" fmla="*/ 2661196 h 3791272"/>
              <a:gd name="connsiteX11" fmla="*/ 5440954 w 6565997"/>
              <a:gd name="connsiteY11" fmla="*/ 2200248 h 3791272"/>
              <a:gd name="connsiteX12" fmla="*/ 5808198 w 6565997"/>
              <a:gd name="connsiteY12" fmla="*/ 1545988 h 3791272"/>
              <a:gd name="connsiteX13" fmla="*/ 5960096 w 6565997"/>
              <a:gd name="connsiteY13" fmla="*/ 1054659 h 3791272"/>
              <a:gd name="connsiteX14" fmla="*/ 6121641 w 6565997"/>
              <a:gd name="connsiteY14" fmla="*/ 747477 h 3791272"/>
              <a:gd name="connsiteX15" fmla="*/ 6239274 w 6565997"/>
              <a:gd name="connsiteY15" fmla="*/ 440296 h 3791272"/>
              <a:gd name="connsiteX16" fmla="*/ 6565997 w 6565997"/>
              <a:gd name="connsiteY16" fmla="*/ 0 h 3791272"/>
              <a:gd name="connsiteX0" fmla="*/ 0 w 6565997"/>
              <a:gd name="connsiteY0" fmla="*/ 613366 h 3791272"/>
              <a:gd name="connsiteX1" fmla="*/ 626171 w 6565997"/>
              <a:gd name="connsiteY1" fmla="*/ 1253643 h 3791272"/>
              <a:gd name="connsiteX2" fmla="*/ 1033943 w 6565997"/>
              <a:gd name="connsiteY2" fmla="*/ 1404901 h 3791272"/>
              <a:gd name="connsiteX3" fmla="*/ 1732160 w 6565997"/>
              <a:gd name="connsiteY3" fmla="*/ 1459345 h 3791272"/>
              <a:gd name="connsiteX4" fmla="*/ 1947524 w 6565997"/>
              <a:gd name="connsiteY4" fmla="*/ 2118121 h 3791272"/>
              <a:gd name="connsiteX5" fmla="*/ 2265149 w 6565997"/>
              <a:gd name="connsiteY5" fmla="*/ 2425054 h 3791272"/>
              <a:gd name="connsiteX6" fmla="*/ 2738010 w 6565997"/>
              <a:gd name="connsiteY6" fmla="*/ 2621037 h 3791272"/>
              <a:gd name="connsiteX7" fmla="*/ 3266465 w 6565997"/>
              <a:gd name="connsiteY7" fmla="*/ 2788233 h 3791272"/>
              <a:gd name="connsiteX8" fmla="*/ 3791831 w 6565997"/>
              <a:gd name="connsiteY8" fmla="*/ 3255900 h 3791272"/>
              <a:gd name="connsiteX9" fmla="*/ 4119750 w 6565997"/>
              <a:gd name="connsiteY9" fmla="*/ 3777318 h 3791272"/>
              <a:gd name="connsiteX10" fmla="*/ 4798860 w 6565997"/>
              <a:gd name="connsiteY10" fmla="*/ 2661196 h 3791272"/>
              <a:gd name="connsiteX11" fmla="*/ 5440954 w 6565997"/>
              <a:gd name="connsiteY11" fmla="*/ 2200248 h 3791272"/>
              <a:gd name="connsiteX12" fmla="*/ 5808198 w 6565997"/>
              <a:gd name="connsiteY12" fmla="*/ 1545988 h 3791272"/>
              <a:gd name="connsiteX13" fmla="*/ 5960096 w 6565997"/>
              <a:gd name="connsiteY13" fmla="*/ 1054659 h 3791272"/>
              <a:gd name="connsiteX14" fmla="*/ 6172424 w 6565997"/>
              <a:gd name="connsiteY14" fmla="*/ 861407 h 3791272"/>
              <a:gd name="connsiteX15" fmla="*/ 6239274 w 6565997"/>
              <a:gd name="connsiteY15" fmla="*/ 440296 h 3791272"/>
              <a:gd name="connsiteX16" fmla="*/ 6565997 w 6565997"/>
              <a:gd name="connsiteY16" fmla="*/ 0 h 3791272"/>
              <a:gd name="connsiteX0" fmla="*/ 0 w 6565997"/>
              <a:gd name="connsiteY0" fmla="*/ 613366 h 3791272"/>
              <a:gd name="connsiteX1" fmla="*/ 626171 w 6565997"/>
              <a:gd name="connsiteY1" fmla="*/ 1253643 h 3791272"/>
              <a:gd name="connsiteX2" fmla="*/ 1033943 w 6565997"/>
              <a:gd name="connsiteY2" fmla="*/ 1404901 h 3791272"/>
              <a:gd name="connsiteX3" fmla="*/ 1732160 w 6565997"/>
              <a:gd name="connsiteY3" fmla="*/ 1459345 h 3791272"/>
              <a:gd name="connsiteX4" fmla="*/ 1947524 w 6565997"/>
              <a:gd name="connsiteY4" fmla="*/ 2118121 h 3791272"/>
              <a:gd name="connsiteX5" fmla="*/ 2265149 w 6565997"/>
              <a:gd name="connsiteY5" fmla="*/ 2425054 h 3791272"/>
              <a:gd name="connsiteX6" fmla="*/ 2738010 w 6565997"/>
              <a:gd name="connsiteY6" fmla="*/ 2621037 h 3791272"/>
              <a:gd name="connsiteX7" fmla="*/ 3266465 w 6565997"/>
              <a:gd name="connsiteY7" fmla="*/ 2788233 h 3791272"/>
              <a:gd name="connsiteX8" fmla="*/ 3791831 w 6565997"/>
              <a:gd name="connsiteY8" fmla="*/ 3255900 h 3791272"/>
              <a:gd name="connsiteX9" fmla="*/ 4119750 w 6565997"/>
              <a:gd name="connsiteY9" fmla="*/ 3777318 h 3791272"/>
              <a:gd name="connsiteX10" fmla="*/ 4798860 w 6565997"/>
              <a:gd name="connsiteY10" fmla="*/ 2661196 h 3791272"/>
              <a:gd name="connsiteX11" fmla="*/ 5440954 w 6565997"/>
              <a:gd name="connsiteY11" fmla="*/ 2200248 h 3791272"/>
              <a:gd name="connsiteX12" fmla="*/ 5808198 w 6565997"/>
              <a:gd name="connsiteY12" fmla="*/ 1545988 h 3791272"/>
              <a:gd name="connsiteX13" fmla="*/ 5960096 w 6565997"/>
              <a:gd name="connsiteY13" fmla="*/ 1054659 h 3791272"/>
              <a:gd name="connsiteX14" fmla="*/ 6172424 w 6565997"/>
              <a:gd name="connsiteY14" fmla="*/ 861407 h 3791272"/>
              <a:gd name="connsiteX15" fmla="*/ 6340836 w 6565997"/>
              <a:gd name="connsiteY15" fmla="*/ 512251 h 3791272"/>
              <a:gd name="connsiteX16" fmla="*/ 6565997 w 6565997"/>
              <a:gd name="connsiteY16" fmla="*/ 0 h 3791272"/>
              <a:gd name="connsiteX0" fmla="*/ 0 w 6565997"/>
              <a:gd name="connsiteY0" fmla="*/ 613366 h 3791272"/>
              <a:gd name="connsiteX1" fmla="*/ 712496 w 6565997"/>
              <a:gd name="connsiteY1" fmla="*/ 977812 h 3791272"/>
              <a:gd name="connsiteX2" fmla="*/ 1033943 w 6565997"/>
              <a:gd name="connsiteY2" fmla="*/ 1404901 h 3791272"/>
              <a:gd name="connsiteX3" fmla="*/ 1732160 w 6565997"/>
              <a:gd name="connsiteY3" fmla="*/ 1459345 h 3791272"/>
              <a:gd name="connsiteX4" fmla="*/ 1947524 w 6565997"/>
              <a:gd name="connsiteY4" fmla="*/ 2118121 h 3791272"/>
              <a:gd name="connsiteX5" fmla="*/ 2265149 w 6565997"/>
              <a:gd name="connsiteY5" fmla="*/ 2425054 h 3791272"/>
              <a:gd name="connsiteX6" fmla="*/ 2738010 w 6565997"/>
              <a:gd name="connsiteY6" fmla="*/ 2621037 h 3791272"/>
              <a:gd name="connsiteX7" fmla="*/ 3266465 w 6565997"/>
              <a:gd name="connsiteY7" fmla="*/ 2788233 h 3791272"/>
              <a:gd name="connsiteX8" fmla="*/ 3791831 w 6565997"/>
              <a:gd name="connsiteY8" fmla="*/ 3255900 h 3791272"/>
              <a:gd name="connsiteX9" fmla="*/ 4119750 w 6565997"/>
              <a:gd name="connsiteY9" fmla="*/ 3777318 h 3791272"/>
              <a:gd name="connsiteX10" fmla="*/ 4798860 w 6565997"/>
              <a:gd name="connsiteY10" fmla="*/ 2661196 h 3791272"/>
              <a:gd name="connsiteX11" fmla="*/ 5440954 w 6565997"/>
              <a:gd name="connsiteY11" fmla="*/ 2200248 h 3791272"/>
              <a:gd name="connsiteX12" fmla="*/ 5808198 w 6565997"/>
              <a:gd name="connsiteY12" fmla="*/ 1545988 h 3791272"/>
              <a:gd name="connsiteX13" fmla="*/ 5960096 w 6565997"/>
              <a:gd name="connsiteY13" fmla="*/ 1054659 h 3791272"/>
              <a:gd name="connsiteX14" fmla="*/ 6172424 w 6565997"/>
              <a:gd name="connsiteY14" fmla="*/ 861407 h 3791272"/>
              <a:gd name="connsiteX15" fmla="*/ 6340836 w 6565997"/>
              <a:gd name="connsiteY15" fmla="*/ 512251 h 3791272"/>
              <a:gd name="connsiteX16" fmla="*/ 6565997 w 6565997"/>
              <a:gd name="connsiteY16" fmla="*/ 0 h 3791272"/>
              <a:gd name="connsiteX0" fmla="*/ 0 w 6565997"/>
              <a:gd name="connsiteY0" fmla="*/ 613366 h 3791007"/>
              <a:gd name="connsiteX1" fmla="*/ 712496 w 6565997"/>
              <a:gd name="connsiteY1" fmla="*/ 977812 h 3791007"/>
              <a:gd name="connsiteX2" fmla="*/ 1033943 w 6565997"/>
              <a:gd name="connsiteY2" fmla="*/ 1404901 h 3791007"/>
              <a:gd name="connsiteX3" fmla="*/ 1732160 w 6565997"/>
              <a:gd name="connsiteY3" fmla="*/ 1459345 h 3791007"/>
              <a:gd name="connsiteX4" fmla="*/ 1947524 w 6565997"/>
              <a:gd name="connsiteY4" fmla="*/ 2118121 h 3791007"/>
              <a:gd name="connsiteX5" fmla="*/ 2265149 w 6565997"/>
              <a:gd name="connsiteY5" fmla="*/ 2425054 h 3791007"/>
              <a:gd name="connsiteX6" fmla="*/ 2738010 w 6565997"/>
              <a:gd name="connsiteY6" fmla="*/ 2621037 h 3791007"/>
              <a:gd name="connsiteX7" fmla="*/ 3214478 w 6565997"/>
              <a:gd name="connsiteY7" fmla="*/ 2852693 h 3791007"/>
              <a:gd name="connsiteX8" fmla="*/ 3791831 w 6565997"/>
              <a:gd name="connsiteY8" fmla="*/ 3255900 h 3791007"/>
              <a:gd name="connsiteX9" fmla="*/ 4119750 w 6565997"/>
              <a:gd name="connsiteY9" fmla="*/ 3777318 h 3791007"/>
              <a:gd name="connsiteX10" fmla="*/ 4798860 w 6565997"/>
              <a:gd name="connsiteY10" fmla="*/ 2661196 h 3791007"/>
              <a:gd name="connsiteX11" fmla="*/ 5440954 w 6565997"/>
              <a:gd name="connsiteY11" fmla="*/ 2200248 h 3791007"/>
              <a:gd name="connsiteX12" fmla="*/ 5808198 w 6565997"/>
              <a:gd name="connsiteY12" fmla="*/ 1545988 h 3791007"/>
              <a:gd name="connsiteX13" fmla="*/ 5960096 w 6565997"/>
              <a:gd name="connsiteY13" fmla="*/ 1054659 h 3791007"/>
              <a:gd name="connsiteX14" fmla="*/ 6172424 w 6565997"/>
              <a:gd name="connsiteY14" fmla="*/ 861407 h 3791007"/>
              <a:gd name="connsiteX15" fmla="*/ 6340836 w 6565997"/>
              <a:gd name="connsiteY15" fmla="*/ 512251 h 3791007"/>
              <a:gd name="connsiteX16" fmla="*/ 6565997 w 6565997"/>
              <a:gd name="connsiteY16" fmla="*/ 0 h 3791007"/>
              <a:gd name="connsiteX0" fmla="*/ 0 w 6565997"/>
              <a:gd name="connsiteY0" fmla="*/ 613366 h 3791007"/>
              <a:gd name="connsiteX1" fmla="*/ 712496 w 6565997"/>
              <a:gd name="connsiteY1" fmla="*/ 977812 h 3791007"/>
              <a:gd name="connsiteX2" fmla="*/ 1033943 w 6565997"/>
              <a:gd name="connsiteY2" fmla="*/ 1404901 h 3791007"/>
              <a:gd name="connsiteX3" fmla="*/ 1732160 w 6565997"/>
              <a:gd name="connsiteY3" fmla="*/ 1459345 h 3791007"/>
              <a:gd name="connsiteX4" fmla="*/ 1947524 w 6565997"/>
              <a:gd name="connsiteY4" fmla="*/ 2118121 h 3791007"/>
              <a:gd name="connsiteX5" fmla="*/ 2265149 w 6565997"/>
              <a:gd name="connsiteY5" fmla="*/ 2425054 h 3791007"/>
              <a:gd name="connsiteX6" fmla="*/ 2738010 w 6565997"/>
              <a:gd name="connsiteY6" fmla="*/ 2621037 h 3791007"/>
              <a:gd name="connsiteX7" fmla="*/ 3214478 w 6565997"/>
              <a:gd name="connsiteY7" fmla="*/ 2852693 h 3791007"/>
              <a:gd name="connsiteX8" fmla="*/ 3791831 w 6565997"/>
              <a:gd name="connsiteY8" fmla="*/ 3255900 h 3791007"/>
              <a:gd name="connsiteX9" fmla="*/ 4119750 w 6565997"/>
              <a:gd name="connsiteY9" fmla="*/ 3777318 h 3791007"/>
              <a:gd name="connsiteX10" fmla="*/ 4798860 w 6565997"/>
              <a:gd name="connsiteY10" fmla="*/ 2661196 h 3791007"/>
              <a:gd name="connsiteX11" fmla="*/ 5440954 w 6565997"/>
              <a:gd name="connsiteY11" fmla="*/ 2200248 h 3791007"/>
              <a:gd name="connsiteX12" fmla="*/ 5808198 w 6565997"/>
              <a:gd name="connsiteY12" fmla="*/ 1545988 h 3791007"/>
              <a:gd name="connsiteX13" fmla="*/ 5960096 w 6565997"/>
              <a:gd name="connsiteY13" fmla="*/ 1054659 h 3791007"/>
              <a:gd name="connsiteX14" fmla="*/ 6172424 w 6565997"/>
              <a:gd name="connsiteY14" fmla="*/ 861407 h 3791007"/>
              <a:gd name="connsiteX15" fmla="*/ 6340836 w 6565997"/>
              <a:gd name="connsiteY15" fmla="*/ 512251 h 3791007"/>
              <a:gd name="connsiteX16" fmla="*/ 6565997 w 6565997"/>
              <a:gd name="connsiteY16" fmla="*/ 0 h 3791007"/>
              <a:gd name="connsiteX0" fmla="*/ 0 w 6565997"/>
              <a:gd name="connsiteY0" fmla="*/ 613366 h 3791007"/>
              <a:gd name="connsiteX1" fmla="*/ 712496 w 6565997"/>
              <a:gd name="connsiteY1" fmla="*/ 977812 h 3791007"/>
              <a:gd name="connsiteX2" fmla="*/ 1033943 w 6565997"/>
              <a:gd name="connsiteY2" fmla="*/ 1404901 h 3791007"/>
              <a:gd name="connsiteX3" fmla="*/ 1732160 w 6565997"/>
              <a:gd name="connsiteY3" fmla="*/ 1459345 h 3791007"/>
              <a:gd name="connsiteX4" fmla="*/ 1947524 w 6565997"/>
              <a:gd name="connsiteY4" fmla="*/ 2118121 h 3791007"/>
              <a:gd name="connsiteX5" fmla="*/ 2265149 w 6565997"/>
              <a:gd name="connsiteY5" fmla="*/ 2425054 h 3791007"/>
              <a:gd name="connsiteX6" fmla="*/ 2738010 w 6565997"/>
              <a:gd name="connsiteY6" fmla="*/ 2621037 h 3791007"/>
              <a:gd name="connsiteX7" fmla="*/ 3214478 w 6565997"/>
              <a:gd name="connsiteY7" fmla="*/ 2852693 h 3791007"/>
              <a:gd name="connsiteX8" fmla="*/ 3791831 w 6565997"/>
              <a:gd name="connsiteY8" fmla="*/ 3255900 h 3791007"/>
              <a:gd name="connsiteX9" fmla="*/ 4119750 w 6565997"/>
              <a:gd name="connsiteY9" fmla="*/ 3777318 h 3791007"/>
              <a:gd name="connsiteX10" fmla="*/ 4798860 w 6565997"/>
              <a:gd name="connsiteY10" fmla="*/ 2661196 h 3791007"/>
              <a:gd name="connsiteX11" fmla="*/ 5440954 w 6565997"/>
              <a:gd name="connsiteY11" fmla="*/ 2200248 h 3791007"/>
              <a:gd name="connsiteX12" fmla="*/ 5808198 w 6565997"/>
              <a:gd name="connsiteY12" fmla="*/ 1545988 h 3791007"/>
              <a:gd name="connsiteX13" fmla="*/ 5960096 w 6565997"/>
              <a:gd name="connsiteY13" fmla="*/ 1054659 h 3791007"/>
              <a:gd name="connsiteX14" fmla="*/ 6172424 w 6565997"/>
              <a:gd name="connsiteY14" fmla="*/ 861407 h 3791007"/>
              <a:gd name="connsiteX15" fmla="*/ 6340836 w 6565997"/>
              <a:gd name="connsiteY15" fmla="*/ 512251 h 3791007"/>
              <a:gd name="connsiteX16" fmla="*/ 6565997 w 6565997"/>
              <a:gd name="connsiteY16" fmla="*/ 0 h 3791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65997" h="3791007">
                <a:moveTo>
                  <a:pt x="0" y="613366"/>
                </a:moveTo>
                <a:cubicBezTo>
                  <a:pt x="290265" y="950149"/>
                  <a:pt x="540172" y="845890"/>
                  <a:pt x="712496" y="977812"/>
                </a:cubicBezTo>
                <a:cubicBezTo>
                  <a:pt x="884820" y="1109735"/>
                  <a:pt x="863999" y="1324646"/>
                  <a:pt x="1033943" y="1404901"/>
                </a:cubicBezTo>
                <a:cubicBezTo>
                  <a:pt x="1203887" y="1485156"/>
                  <a:pt x="1579897" y="1340475"/>
                  <a:pt x="1732160" y="1459345"/>
                </a:cubicBezTo>
                <a:cubicBezTo>
                  <a:pt x="1884423" y="1578215"/>
                  <a:pt x="1858692" y="1957169"/>
                  <a:pt x="1947524" y="2118121"/>
                </a:cubicBezTo>
                <a:cubicBezTo>
                  <a:pt x="2036356" y="2279073"/>
                  <a:pt x="2133401" y="2341235"/>
                  <a:pt x="2265149" y="2425054"/>
                </a:cubicBezTo>
                <a:cubicBezTo>
                  <a:pt x="2396897" y="2508873"/>
                  <a:pt x="2579789" y="2549764"/>
                  <a:pt x="2738010" y="2621037"/>
                </a:cubicBezTo>
                <a:cubicBezTo>
                  <a:pt x="2896232" y="2692310"/>
                  <a:pt x="3038841" y="2746883"/>
                  <a:pt x="3214478" y="2852693"/>
                </a:cubicBezTo>
                <a:cubicBezTo>
                  <a:pt x="3390115" y="2958503"/>
                  <a:pt x="3640952" y="3101796"/>
                  <a:pt x="3791831" y="3255900"/>
                </a:cubicBezTo>
                <a:cubicBezTo>
                  <a:pt x="3942710" y="3410004"/>
                  <a:pt x="3951912" y="3876435"/>
                  <a:pt x="4119750" y="3777318"/>
                </a:cubicBezTo>
                <a:cubicBezTo>
                  <a:pt x="4287588" y="3678201"/>
                  <a:pt x="4578659" y="2924041"/>
                  <a:pt x="4798860" y="2661196"/>
                </a:cubicBezTo>
                <a:cubicBezTo>
                  <a:pt x="5019061" y="2398351"/>
                  <a:pt x="5114166" y="2272544"/>
                  <a:pt x="5440954" y="2200248"/>
                </a:cubicBezTo>
                <a:cubicBezTo>
                  <a:pt x="5767742" y="2127952"/>
                  <a:pt x="5853701" y="1892824"/>
                  <a:pt x="5808198" y="1545988"/>
                </a:cubicBezTo>
                <a:cubicBezTo>
                  <a:pt x="5762695" y="1199152"/>
                  <a:pt x="5899392" y="1168756"/>
                  <a:pt x="5960096" y="1054659"/>
                </a:cubicBezTo>
                <a:cubicBezTo>
                  <a:pt x="6020800" y="940562"/>
                  <a:pt x="6108967" y="951808"/>
                  <a:pt x="6172424" y="861407"/>
                </a:cubicBezTo>
                <a:cubicBezTo>
                  <a:pt x="6235881" y="771006"/>
                  <a:pt x="6266777" y="636830"/>
                  <a:pt x="6340836" y="512251"/>
                </a:cubicBezTo>
                <a:cubicBezTo>
                  <a:pt x="6414895" y="387672"/>
                  <a:pt x="6488844" y="106680"/>
                  <a:pt x="6565997" y="0"/>
                </a:cubicBezTo>
              </a:path>
            </a:pathLst>
          </a:custGeom>
          <a:noFill/>
          <a:ln w="6350" cap="rnd">
            <a:solidFill>
              <a:schemeClr val="tx1">
                <a:alpha val="35000"/>
              </a:schemeClr>
            </a:solidFill>
            <a:prstDash val="dash"/>
            <a:round/>
          </a:ln>
        </p:spPr>
        <p:txBody>
          <a:bodyPr rtlCol="0" anchor="ctr"/>
          <a:lstStyle/>
          <a:p>
            <a:endParaRPr lang="en-US"/>
          </a:p>
        </p:txBody>
      </p:sp>
      <p:sp>
        <p:nvSpPr>
          <p:cNvPr id="69" name="Freeform: Shape 68">
            <a:extLst>
              <a:ext uri="{FF2B5EF4-FFF2-40B4-BE49-F238E27FC236}">
                <a16:creationId xmlns:a16="http://schemas.microsoft.com/office/drawing/2014/main" id="{165CE3AB-BBE2-4AE4-373F-C91180107273}"/>
              </a:ext>
            </a:extLst>
          </p:cNvPr>
          <p:cNvSpPr/>
          <p:nvPr userDrawn="1"/>
        </p:nvSpPr>
        <p:spPr>
          <a:xfrm rot="9034682" flipV="1">
            <a:off x="4335629" y="2091728"/>
            <a:ext cx="4797136" cy="4461597"/>
          </a:xfrm>
          <a:custGeom>
            <a:avLst/>
            <a:gdLst>
              <a:gd name="connsiteX0" fmla="*/ 904672 w 3591275"/>
              <a:gd name="connsiteY0" fmla="*/ 1758707 h 3724776"/>
              <a:gd name="connsiteX1" fmla="*/ 926199 w 3591275"/>
              <a:gd name="connsiteY1" fmla="*/ 1605545 h 3724776"/>
              <a:gd name="connsiteX2" fmla="*/ 912864 w 3591275"/>
              <a:gd name="connsiteY2" fmla="*/ 1413997 h 3724776"/>
              <a:gd name="connsiteX3" fmla="*/ 949440 w 3591275"/>
              <a:gd name="connsiteY3" fmla="*/ 1301412 h 3724776"/>
              <a:gd name="connsiteX4" fmla="*/ 1089839 w 3591275"/>
              <a:gd name="connsiteY4" fmla="*/ 1160918 h 3724776"/>
              <a:gd name="connsiteX5" fmla="*/ 1324439 w 3591275"/>
              <a:gd name="connsiteY5" fmla="*/ 973371 h 3724776"/>
              <a:gd name="connsiteX6" fmla="*/ 1609046 w 3591275"/>
              <a:gd name="connsiteY6" fmla="*/ 728102 h 3724776"/>
              <a:gd name="connsiteX7" fmla="*/ 1785926 w 3591275"/>
              <a:gd name="connsiteY7" fmla="*/ 472165 h 3724776"/>
              <a:gd name="connsiteX8" fmla="*/ 1985951 w 3591275"/>
              <a:gd name="connsiteY8" fmla="*/ 190320 h 3724776"/>
              <a:gd name="connsiteX9" fmla="*/ 2153305 w 3591275"/>
              <a:gd name="connsiteY9" fmla="*/ 67162 h 3724776"/>
              <a:gd name="connsiteX10" fmla="*/ 2466773 w 3591275"/>
              <a:gd name="connsiteY10" fmla="*/ 8488 h 3724776"/>
              <a:gd name="connsiteX11" fmla="*/ 2830247 w 3591275"/>
              <a:gd name="connsiteY11" fmla="*/ 8488 h 3724776"/>
              <a:gd name="connsiteX12" fmla="*/ 3140857 w 3591275"/>
              <a:gd name="connsiteY12" fmla="*/ 84498 h 3724776"/>
              <a:gd name="connsiteX13" fmla="*/ 3405271 w 3591275"/>
              <a:gd name="connsiteY13" fmla="*/ 216323 h 3724776"/>
              <a:gd name="connsiteX14" fmla="*/ 3515856 w 3591275"/>
              <a:gd name="connsiteY14" fmla="*/ 348150 h 3724776"/>
              <a:gd name="connsiteX15" fmla="*/ 3590818 w 3591275"/>
              <a:gd name="connsiteY15" fmla="*/ 627137 h 3724776"/>
              <a:gd name="connsiteX16" fmla="*/ 3555290 w 3591275"/>
              <a:gd name="connsiteY16" fmla="*/ 968608 h 3724776"/>
              <a:gd name="connsiteX17" fmla="*/ 3537002 w 3591275"/>
              <a:gd name="connsiteY17" fmla="*/ 1148535 h 3724776"/>
              <a:gd name="connsiteX18" fmla="*/ 3509094 w 3591275"/>
              <a:gd name="connsiteY18" fmla="*/ 1570017 h 3724776"/>
              <a:gd name="connsiteX19" fmla="*/ 3465278 w 3591275"/>
              <a:gd name="connsiteY19" fmla="*/ 1967114 h 3724776"/>
              <a:gd name="connsiteX20" fmla="*/ 3336024 w 3591275"/>
              <a:gd name="connsiteY20" fmla="*/ 2345733 h 3724776"/>
              <a:gd name="connsiteX21" fmla="*/ 3049893 w 3591275"/>
              <a:gd name="connsiteY21" fmla="*/ 2768262 h 3724776"/>
              <a:gd name="connsiteX22" fmla="*/ 2838724 w 3591275"/>
              <a:gd name="connsiteY22" fmla="*/ 2989908 h 3724776"/>
              <a:gd name="connsiteX23" fmla="*/ 2605647 w 3591275"/>
              <a:gd name="connsiteY23" fmla="*/ 3193077 h 3724776"/>
              <a:gd name="connsiteX24" fmla="*/ 2217980 w 3591275"/>
              <a:gd name="connsiteY24" fmla="*/ 3493209 h 3724776"/>
              <a:gd name="connsiteX25" fmla="*/ 1832598 w 3591275"/>
              <a:gd name="connsiteY25" fmla="*/ 3707903 h 3724776"/>
              <a:gd name="connsiteX26" fmla="*/ 1581043 w 3591275"/>
              <a:gd name="connsiteY26" fmla="*/ 3722952 h 3724776"/>
              <a:gd name="connsiteX27" fmla="*/ 1068693 w 3591275"/>
              <a:gd name="connsiteY27" fmla="*/ 3704474 h 3724776"/>
              <a:gd name="connsiteX28" fmla="*/ 852952 w 3591275"/>
              <a:gd name="connsiteY28" fmla="*/ 3704474 h 3724776"/>
              <a:gd name="connsiteX29" fmla="*/ 519482 w 3591275"/>
              <a:gd name="connsiteY29" fmla="*/ 3652562 h 3724776"/>
              <a:gd name="connsiteX30" fmla="*/ 400609 w 3591275"/>
              <a:gd name="connsiteY30" fmla="*/ 3595984 h 3724776"/>
              <a:gd name="connsiteX31" fmla="*/ 184868 w 3591275"/>
              <a:gd name="connsiteY31" fmla="*/ 3357002 h 3724776"/>
              <a:gd name="connsiteX32" fmla="*/ 59138 w 3591275"/>
              <a:gd name="connsiteY32" fmla="*/ 3101922 h 3724776"/>
              <a:gd name="connsiteX33" fmla="*/ 274 w 3591275"/>
              <a:gd name="connsiteY33" fmla="*/ 2778644 h 3724776"/>
              <a:gd name="connsiteX34" fmla="*/ 172200 w 3591275"/>
              <a:gd name="connsiteY34" fmla="*/ 2322682 h 3724776"/>
              <a:gd name="connsiteX35" fmla="*/ 446806 w 3591275"/>
              <a:gd name="connsiteY35" fmla="*/ 2095225 h 3724776"/>
              <a:gd name="connsiteX36" fmla="*/ 633686 w 3591275"/>
              <a:gd name="connsiteY36" fmla="*/ 2031693 h 3724776"/>
              <a:gd name="connsiteX37" fmla="*/ 840188 w 3591275"/>
              <a:gd name="connsiteY37" fmla="*/ 1910440 h 3724776"/>
              <a:gd name="connsiteX38" fmla="*/ 904672 w 3591275"/>
              <a:gd name="connsiteY38" fmla="*/ 1758707 h 3724776"/>
              <a:gd name="connsiteX0" fmla="*/ 904672 w 3591276"/>
              <a:gd name="connsiteY0" fmla="*/ 1758707 h 4190776"/>
              <a:gd name="connsiteX1" fmla="*/ 926199 w 3591276"/>
              <a:gd name="connsiteY1" fmla="*/ 1605545 h 4190776"/>
              <a:gd name="connsiteX2" fmla="*/ 912864 w 3591276"/>
              <a:gd name="connsiteY2" fmla="*/ 1413997 h 4190776"/>
              <a:gd name="connsiteX3" fmla="*/ 949440 w 3591276"/>
              <a:gd name="connsiteY3" fmla="*/ 1301412 h 4190776"/>
              <a:gd name="connsiteX4" fmla="*/ 1089839 w 3591276"/>
              <a:gd name="connsiteY4" fmla="*/ 1160918 h 4190776"/>
              <a:gd name="connsiteX5" fmla="*/ 1324439 w 3591276"/>
              <a:gd name="connsiteY5" fmla="*/ 973371 h 4190776"/>
              <a:gd name="connsiteX6" fmla="*/ 1609046 w 3591276"/>
              <a:gd name="connsiteY6" fmla="*/ 728102 h 4190776"/>
              <a:gd name="connsiteX7" fmla="*/ 1785926 w 3591276"/>
              <a:gd name="connsiteY7" fmla="*/ 472165 h 4190776"/>
              <a:gd name="connsiteX8" fmla="*/ 1985951 w 3591276"/>
              <a:gd name="connsiteY8" fmla="*/ 190320 h 4190776"/>
              <a:gd name="connsiteX9" fmla="*/ 2153305 w 3591276"/>
              <a:gd name="connsiteY9" fmla="*/ 67162 h 4190776"/>
              <a:gd name="connsiteX10" fmla="*/ 2466773 w 3591276"/>
              <a:gd name="connsiteY10" fmla="*/ 8488 h 4190776"/>
              <a:gd name="connsiteX11" fmla="*/ 2830247 w 3591276"/>
              <a:gd name="connsiteY11" fmla="*/ 8488 h 4190776"/>
              <a:gd name="connsiteX12" fmla="*/ 3140857 w 3591276"/>
              <a:gd name="connsiteY12" fmla="*/ 84498 h 4190776"/>
              <a:gd name="connsiteX13" fmla="*/ 3405271 w 3591276"/>
              <a:gd name="connsiteY13" fmla="*/ 216323 h 4190776"/>
              <a:gd name="connsiteX14" fmla="*/ 3515856 w 3591276"/>
              <a:gd name="connsiteY14" fmla="*/ 348150 h 4190776"/>
              <a:gd name="connsiteX15" fmla="*/ 3590818 w 3591276"/>
              <a:gd name="connsiteY15" fmla="*/ 627137 h 4190776"/>
              <a:gd name="connsiteX16" fmla="*/ 3555290 w 3591276"/>
              <a:gd name="connsiteY16" fmla="*/ 968608 h 4190776"/>
              <a:gd name="connsiteX17" fmla="*/ 3537002 w 3591276"/>
              <a:gd name="connsiteY17" fmla="*/ 1148535 h 4190776"/>
              <a:gd name="connsiteX18" fmla="*/ 3509094 w 3591276"/>
              <a:gd name="connsiteY18" fmla="*/ 1570017 h 4190776"/>
              <a:gd name="connsiteX19" fmla="*/ 3465278 w 3591276"/>
              <a:gd name="connsiteY19" fmla="*/ 1967114 h 4190776"/>
              <a:gd name="connsiteX20" fmla="*/ 3336024 w 3591276"/>
              <a:gd name="connsiteY20" fmla="*/ 2345733 h 4190776"/>
              <a:gd name="connsiteX21" fmla="*/ 3049893 w 3591276"/>
              <a:gd name="connsiteY21" fmla="*/ 2768262 h 4190776"/>
              <a:gd name="connsiteX22" fmla="*/ 2838724 w 3591276"/>
              <a:gd name="connsiteY22" fmla="*/ 2989908 h 4190776"/>
              <a:gd name="connsiteX23" fmla="*/ 2605647 w 3591276"/>
              <a:gd name="connsiteY23" fmla="*/ 3193077 h 4190776"/>
              <a:gd name="connsiteX24" fmla="*/ 2217980 w 3591276"/>
              <a:gd name="connsiteY24" fmla="*/ 3493209 h 4190776"/>
              <a:gd name="connsiteX25" fmla="*/ 2204808 w 3591276"/>
              <a:gd name="connsiteY25" fmla="*/ 4190125 h 4190776"/>
              <a:gd name="connsiteX26" fmla="*/ 1581043 w 3591276"/>
              <a:gd name="connsiteY26" fmla="*/ 3722952 h 4190776"/>
              <a:gd name="connsiteX27" fmla="*/ 1068693 w 3591276"/>
              <a:gd name="connsiteY27" fmla="*/ 3704474 h 4190776"/>
              <a:gd name="connsiteX28" fmla="*/ 852952 w 3591276"/>
              <a:gd name="connsiteY28" fmla="*/ 3704474 h 4190776"/>
              <a:gd name="connsiteX29" fmla="*/ 519482 w 3591276"/>
              <a:gd name="connsiteY29" fmla="*/ 3652562 h 4190776"/>
              <a:gd name="connsiteX30" fmla="*/ 400609 w 3591276"/>
              <a:gd name="connsiteY30" fmla="*/ 3595984 h 4190776"/>
              <a:gd name="connsiteX31" fmla="*/ 184868 w 3591276"/>
              <a:gd name="connsiteY31" fmla="*/ 3357002 h 4190776"/>
              <a:gd name="connsiteX32" fmla="*/ 59138 w 3591276"/>
              <a:gd name="connsiteY32" fmla="*/ 3101922 h 4190776"/>
              <a:gd name="connsiteX33" fmla="*/ 274 w 3591276"/>
              <a:gd name="connsiteY33" fmla="*/ 2778644 h 4190776"/>
              <a:gd name="connsiteX34" fmla="*/ 172200 w 3591276"/>
              <a:gd name="connsiteY34" fmla="*/ 2322682 h 4190776"/>
              <a:gd name="connsiteX35" fmla="*/ 446806 w 3591276"/>
              <a:gd name="connsiteY35" fmla="*/ 2095225 h 4190776"/>
              <a:gd name="connsiteX36" fmla="*/ 633686 w 3591276"/>
              <a:gd name="connsiteY36" fmla="*/ 2031693 h 4190776"/>
              <a:gd name="connsiteX37" fmla="*/ 840188 w 3591276"/>
              <a:gd name="connsiteY37" fmla="*/ 1910440 h 4190776"/>
              <a:gd name="connsiteX38" fmla="*/ 904672 w 3591276"/>
              <a:gd name="connsiteY38" fmla="*/ 1758707 h 4190776"/>
              <a:gd name="connsiteX0" fmla="*/ 904672 w 3591276"/>
              <a:gd name="connsiteY0" fmla="*/ 1758707 h 4190139"/>
              <a:gd name="connsiteX1" fmla="*/ 926199 w 3591276"/>
              <a:gd name="connsiteY1" fmla="*/ 1605545 h 4190139"/>
              <a:gd name="connsiteX2" fmla="*/ 912864 w 3591276"/>
              <a:gd name="connsiteY2" fmla="*/ 1413997 h 4190139"/>
              <a:gd name="connsiteX3" fmla="*/ 949440 w 3591276"/>
              <a:gd name="connsiteY3" fmla="*/ 1301412 h 4190139"/>
              <a:gd name="connsiteX4" fmla="*/ 1089839 w 3591276"/>
              <a:gd name="connsiteY4" fmla="*/ 1160918 h 4190139"/>
              <a:gd name="connsiteX5" fmla="*/ 1324439 w 3591276"/>
              <a:gd name="connsiteY5" fmla="*/ 973371 h 4190139"/>
              <a:gd name="connsiteX6" fmla="*/ 1609046 w 3591276"/>
              <a:gd name="connsiteY6" fmla="*/ 728102 h 4190139"/>
              <a:gd name="connsiteX7" fmla="*/ 1785926 w 3591276"/>
              <a:gd name="connsiteY7" fmla="*/ 472165 h 4190139"/>
              <a:gd name="connsiteX8" fmla="*/ 1985951 w 3591276"/>
              <a:gd name="connsiteY8" fmla="*/ 190320 h 4190139"/>
              <a:gd name="connsiteX9" fmla="*/ 2153305 w 3591276"/>
              <a:gd name="connsiteY9" fmla="*/ 67162 h 4190139"/>
              <a:gd name="connsiteX10" fmla="*/ 2466773 w 3591276"/>
              <a:gd name="connsiteY10" fmla="*/ 8488 h 4190139"/>
              <a:gd name="connsiteX11" fmla="*/ 2830247 w 3591276"/>
              <a:gd name="connsiteY11" fmla="*/ 8488 h 4190139"/>
              <a:gd name="connsiteX12" fmla="*/ 3140857 w 3591276"/>
              <a:gd name="connsiteY12" fmla="*/ 84498 h 4190139"/>
              <a:gd name="connsiteX13" fmla="*/ 3405271 w 3591276"/>
              <a:gd name="connsiteY13" fmla="*/ 216323 h 4190139"/>
              <a:gd name="connsiteX14" fmla="*/ 3515856 w 3591276"/>
              <a:gd name="connsiteY14" fmla="*/ 348150 h 4190139"/>
              <a:gd name="connsiteX15" fmla="*/ 3590818 w 3591276"/>
              <a:gd name="connsiteY15" fmla="*/ 627137 h 4190139"/>
              <a:gd name="connsiteX16" fmla="*/ 3555290 w 3591276"/>
              <a:gd name="connsiteY16" fmla="*/ 968608 h 4190139"/>
              <a:gd name="connsiteX17" fmla="*/ 3537002 w 3591276"/>
              <a:gd name="connsiteY17" fmla="*/ 1148535 h 4190139"/>
              <a:gd name="connsiteX18" fmla="*/ 3509094 w 3591276"/>
              <a:gd name="connsiteY18" fmla="*/ 1570017 h 4190139"/>
              <a:gd name="connsiteX19" fmla="*/ 3465278 w 3591276"/>
              <a:gd name="connsiteY19" fmla="*/ 1967114 h 4190139"/>
              <a:gd name="connsiteX20" fmla="*/ 3336024 w 3591276"/>
              <a:gd name="connsiteY20" fmla="*/ 2345733 h 4190139"/>
              <a:gd name="connsiteX21" fmla="*/ 3049893 w 3591276"/>
              <a:gd name="connsiteY21" fmla="*/ 2768262 h 4190139"/>
              <a:gd name="connsiteX22" fmla="*/ 2838724 w 3591276"/>
              <a:gd name="connsiteY22" fmla="*/ 2989908 h 4190139"/>
              <a:gd name="connsiteX23" fmla="*/ 2605647 w 3591276"/>
              <a:gd name="connsiteY23" fmla="*/ 3193077 h 4190139"/>
              <a:gd name="connsiteX24" fmla="*/ 2588456 w 3591276"/>
              <a:gd name="connsiteY24" fmla="*/ 3736995 h 4190139"/>
              <a:gd name="connsiteX25" fmla="*/ 2204808 w 3591276"/>
              <a:gd name="connsiteY25" fmla="*/ 4190125 h 4190139"/>
              <a:gd name="connsiteX26" fmla="*/ 1581043 w 3591276"/>
              <a:gd name="connsiteY26" fmla="*/ 3722952 h 4190139"/>
              <a:gd name="connsiteX27" fmla="*/ 1068693 w 3591276"/>
              <a:gd name="connsiteY27" fmla="*/ 3704474 h 4190139"/>
              <a:gd name="connsiteX28" fmla="*/ 852952 w 3591276"/>
              <a:gd name="connsiteY28" fmla="*/ 3704474 h 4190139"/>
              <a:gd name="connsiteX29" fmla="*/ 519482 w 3591276"/>
              <a:gd name="connsiteY29" fmla="*/ 3652562 h 4190139"/>
              <a:gd name="connsiteX30" fmla="*/ 400609 w 3591276"/>
              <a:gd name="connsiteY30" fmla="*/ 3595984 h 4190139"/>
              <a:gd name="connsiteX31" fmla="*/ 184868 w 3591276"/>
              <a:gd name="connsiteY31" fmla="*/ 3357002 h 4190139"/>
              <a:gd name="connsiteX32" fmla="*/ 59138 w 3591276"/>
              <a:gd name="connsiteY32" fmla="*/ 3101922 h 4190139"/>
              <a:gd name="connsiteX33" fmla="*/ 274 w 3591276"/>
              <a:gd name="connsiteY33" fmla="*/ 2778644 h 4190139"/>
              <a:gd name="connsiteX34" fmla="*/ 172200 w 3591276"/>
              <a:gd name="connsiteY34" fmla="*/ 2322682 h 4190139"/>
              <a:gd name="connsiteX35" fmla="*/ 446806 w 3591276"/>
              <a:gd name="connsiteY35" fmla="*/ 2095225 h 4190139"/>
              <a:gd name="connsiteX36" fmla="*/ 633686 w 3591276"/>
              <a:gd name="connsiteY36" fmla="*/ 2031693 h 4190139"/>
              <a:gd name="connsiteX37" fmla="*/ 840188 w 3591276"/>
              <a:gd name="connsiteY37" fmla="*/ 1910440 h 4190139"/>
              <a:gd name="connsiteX38" fmla="*/ 904672 w 3591276"/>
              <a:gd name="connsiteY38" fmla="*/ 1758707 h 4190139"/>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838724 w 3591276"/>
              <a:gd name="connsiteY22" fmla="*/ 2989908 h 4193498"/>
              <a:gd name="connsiteX23" fmla="*/ 2605647 w 3591276"/>
              <a:gd name="connsiteY23" fmla="*/ 3193077 h 4193498"/>
              <a:gd name="connsiteX24" fmla="*/ 2588456 w 3591276"/>
              <a:gd name="connsiteY24" fmla="*/ 3736995 h 4193498"/>
              <a:gd name="connsiteX25" fmla="*/ 2204808 w 3591276"/>
              <a:gd name="connsiteY25" fmla="*/ 4190125 h 4193498"/>
              <a:gd name="connsiteX26" fmla="*/ 1595406 w 3591276"/>
              <a:gd name="connsiteY26" fmla="*/ 3931563 h 4193498"/>
              <a:gd name="connsiteX27" fmla="*/ 1068693 w 3591276"/>
              <a:gd name="connsiteY27" fmla="*/ 3704474 h 4193498"/>
              <a:gd name="connsiteX28" fmla="*/ 852952 w 3591276"/>
              <a:gd name="connsiteY28" fmla="*/ 3704474 h 4193498"/>
              <a:gd name="connsiteX29" fmla="*/ 519482 w 3591276"/>
              <a:gd name="connsiteY29" fmla="*/ 3652562 h 4193498"/>
              <a:gd name="connsiteX30" fmla="*/ 400609 w 3591276"/>
              <a:gd name="connsiteY30" fmla="*/ 3595984 h 4193498"/>
              <a:gd name="connsiteX31" fmla="*/ 184868 w 3591276"/>
              <a:gd name="connsiteY31" fmla="*/ 3357002 h 4193498"/>
              <a:gd name="connsiteX32" fmla="*/ 59138 w 3591276"/>
              <a:gd name="connsiteY32" fmla="*/ 3101922 h 4193498"/>
              <a:gd name="connsiteX33" fmla="*/ 274 w 3591276"/>
              <a:gd name="connsiteY33" fmla="*/ 2778644 h 4193498"/>
              <a:gd name="connsiteX34" fmla="*/ 172200 w 3591276"/>
              <a:gd name="connsiteY34" fmla="*/ 2322682 h 4193498"/>
              <a:gd name="connsiteX35" fmla="*/ 446806 w 3591276"/>
              <a:gd name="connsiteY35" fmla="*/ 2095225 h 4193498"/>
              <a:gd name="connsiteX36" fmla="*/ 633686 w 3591276"/>
              <a:gd name="connsiteY36" fmla="*/ 2031693 h 4193498"/>
              <a:gd name="connsiteX37" fmla="*/ 840188 w 3591276"/>
              <a:gd name="connsiteY37" fmla="*/ 1910440 h 4193498"/>
              <a:gd name="connsiteX38" fmla="*/ 904672 w 3591276"/>
              <a:gd name="connsiteY38"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838724 w 3591276"/>
              <a:gd name="connsiteY22" fmla="*/ 2989908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049893 w 3591276"/>
              <a:gd name="connsiteY21" fmla="*/ 2768262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336024 w 3591276"/>
              <a:gd name="connsiteY20" fmla="*/ 2345733 h 4193498"/>
              <a:gd name="connsiteX21" fmla="*/ 3273337 w 3591276"/>
              <a:gd name="connsiteY21" fmla="*/ 2808726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904672 w 3591276"/>
              <a:gd name="connsiteY0" fmla="*/ 1758707 h 4193498"/>
              <a:gd name="connsiteX1" fmla="*/ 926199 w 3591276"/>
              <a:gd name="connsiteY1" fmla="*/ 1605545 h 4193498"/>
              <a:gd name="connsiteX2" fmla="*/ 912864 w 3591276"/>
              <a:gd name="connsiteY2" fmla="*/ 1413997 h 4193498"/>
              <a:gd name="connsiteX3" fmla="*/ 949440 w 3591276"/>
              <a:gd name="connsiteY3" fmla="*/ 1301412 h 4193498"/>
              <a:gd name="connsiteX4" fmla="*/ 1089839 w 3591276"/>
              <a:gd name="connsiteY4" fmla="*/ 1160918 h 4193498"/>
              <a:gd name="connsiteX5" fmla="*/ 1324439 w 3591276"/>
              <a:gd name="connsiteY5" fmla="*/ 973371 h 4193498"/>
              <a:gd name="connsiteX6" fmla="*/ 1609046 w 3591276"/>
              <a:gd name="connsiteY6" fmla="*/ 728102 h 4193498"/>
              <a:gd name="connsiteX7" fmla="*/ 1785926 w 3591276"/>
              <a:gd name="connsiteY7" fmla="*/ 472165 h 4193498"/>
              <a:gd name="connsiteX8" fmla="*/ 1985951 w 3591276"/>
              <a:gd name="connsiteY8" fmla="*/ 190320 h 4193498"/>
              <a:gd name="connsiteX9" fmla="*/ 2153305 w 3591276"/>
              <a:gd name="connsiteY9" fmla="*/ 67162 h 4193498"/>
              <a:gd name="connsiteX10" fmla="*/ 2466773 w 3591276"/>
              <a:gd name="connsiteY10" fmla="*/ 8488 h 4193498"/>
              <a:gd name="connsiteX11" fmla="*/ 2830247 w 3591276"/>
              <a:gd name="connsiteY11" fmla="*/ 8488 h 4193498"/>
              <a:gd name="connsiteX12" fmla="*/ 3140857 w 3591276"/>
              <a:gd name="connsiteY12" fmla="*/ 84498 h 4193498"/>
              <a:gd name="connsiteX13" fmla="*/ 3405271 w 3591276"/>
              <a:gd name="connsiteY13" fmla="*/ 216323 h 4193498"/>
              <a:gd name="connsiteX14" fmla="*/ 3515856 w 3591276"/>
              <a:gd name="connsiteY14" fmla="*/ 348150 h 4193498"/>
              <a:gd name="connsiteX15" fmla="*/ 3590818 w 3591276"/>
              <a:gd name="connsiteY15" fmla="*/ 627137 h 4193498"/>
              <a:gd name="connsiteX16" fmla="*/ 3555290 w 3591276"/>
              <a:gd name="connsiteY16" fmla="*/ 968608 h 4193498"/>
              <a:gd name="connsiteX17" fmla="*/ 3537002 w 3591276"/>
              <a:gd name="connsiteY17" fmla="*/ 1148535 h 4193498"/>
              <a:gd name="connsiteX18" fmla="*/ 3509094 w 3591276"/>
              <a:gd name="connsiteY18" fmla="*/ 1570017 h 4193498"/>
              <a:gd name="connsiteX19" fmla="*/ 3465278 w 3591276"/>
              <a:gd name="connsiteY19" fmla="*/ 1967114 h 4193498"/>
              <a:gd name="connsiteX20" fmla="*/ 3427425 w 3591276"/>
              <a:gd name="connsiteY20" fmla="*/ 2407562 h 4193498"/>
              <a:gd name="connsiteX21" fmla="*/ 3273337 w 3591276"/>
              <a:gd name="connsiteY21" fmla="*/ 2808726 h 4193498"/>
              <a:gd name="connsiteX22" fmla="*/ 2953929 w 3591276"/>
              <a:gd name="connsiteY22" fmla="*/ 3245239 h 4193498"/>
              <a:gd name="connsiteX23" fmla="*/ 2588456 w 3591276"/>
              <a:gd name="connsiteY23" fmla="*/ 3736995 h 4193498"/>
              <a:gd name="connsiteX24" fmla="*/ 2204808 w 3591276"/>
              <a:gd name="connsiteY24" fmla="*/ 4190125 h 4193498"/>
              <a:gd name="connsiteX25" fmla="*/ 1595406 w 3591276"/>
              <a:gd name="connsiteY25" fmla="*/ 3931563 h 4193498"/>
              <a:gd name="connsiteX26" fmla="*/ 1068693 w 3591276"/>
              <a:gd name="connsiteY26" fmla="*/ 3704474 h 4193498"/>
              <a:gd name="connsiteX27" fmla="*/ 852952 w 3591276"/>
              <a:gd name="connsiteY27" fmla="*/ 3704474 h 4193498"/>
              <a:gd name="connsiteX28" fmla="*/ 519482 w 3591276"/>
              <a:gd name="connsiteY28" fmla="*/ 3652562 h 4193498"/>
              <a:gd name="connsiteX29" fmla="*/ 400609 w 3591276"/>
              <a:gd name="connsiteY29" fmla="*/ 3595984 h 4193498"/>
              <a:gd name="connsiteX30" fmla="*/ 184868 w 3591276"/>
              <a:gd name="connsiteY30" fmla="*/ 3357002 h 4193498"/>
              <a:gd name="connsiteX31" fmla="*/ 59138 w 3591276"/>
              <a:gd name="connsiteY31" fmla="*/ 3101922 h 4193498"/>
              <a:gd name="connsiteX32" fmla="*/ 274 w 3591276"/>
              <a:gd name="connsiteY32" fmla="*/ 2778644 h 4193498"/>
              <a:gd name="connsiteX33" fmla="*/ 172200 w 3591276"/>
              <a:gd name="connsiteY33" fmla="*/ 2322682 h 4193498"/>
              <a:gd name="connsiteX34" fmla="*/ 446806 w 3591276"/>
              <a:gd name="connsiteY34" fmla="*/ 2095225 h 4193498"/>
              <a:gd name="connsiteX35" fmla="*/ 633686 w 3591276"/>
              <a:gd name="connsiteY35" fmla="*/ 2031693 h 4193498"/>
              <a:gd name="connsiteX36" fmla="*/ 840188 w 3591276"/>
              <a:gd name="connsiteY36" fmla="*/ 1910440 h 4193498"/>
              <a:gd name="connsiteX37" fmla="*/ 904672 w 3591276"/>
              <a:gd name="connsiteY37" fmla="*/ 1758707 h 4193498"/>
              <a:gd name="connsiteX0" fmla="*/ 1061425 w 3748029"/>
              <a:gd name="connsiteY0" fmla="*/ 1758707 h 4193498"/>
              <a:gd name="connsiteX1" fmla="*/ 1082952 w 3748029"/>
              <a:gd name="connsiteY1" fmla="*/ 1605545 h 4193498"/>
              <a:gd name="connsiteX2" fmla="*/ 1069617 w 3748029"/>
              <a:gd name="connsiteY2" fmla="*/ 1413997 h 4193498"/>
              <a:gd name="connsiteX3" fmla="*/ 1106193 w 3748029"/>
              <a:gd name="connsiteY3" fmla="*/ 1301412 h 4193498"/>
              <a:gd name="connsiteX4" fmla="*/ 1246592 w 3748029"/>
              <a:gd name="connsiteY4" fmla="*/ 1160918 h 4193498"/>
              <a:gd name="connsiteX5" fmla="*/ 1481192 w 3748029"/>
              <a:gd name="connsiteY5" fmla="*/ 973371 h 4193498"/>
              <a:gd name="connsiteX6" fmla="*/ 1765799 w 3748029"/>
              <a:gd name="connsiteY6" fmla="*/ 728102 h 4193498"/>
              <a:gd name="connsiteX7" fmla="*/ 1942679 w 3748029"/>
              <a:gd name="connsiteY7" fmla="*/ 472165 h 4193498"/>
              <a:gd name="connsiteX8" fmla="*/ 2142704 w 3748029"/>
              <a:gd name="connsiteY8" fmla="*/ 190320 h 4193498"/>
              <a:gd name="connsiteX9" fmla="*/ 2310058 w 3748029"/>
              <a:gd name="connsiteY9" fmla="*/ 67162 h 4193498"/>
              <a:gd name="connsiteX10" fmla="*/ 2623526 w 3748029"/>
              <a:gd name="connsiteY10" fmla="*/ 8488 h 4193498"/>
              <a:gd name="connsiteX11" fmla="*/ 2987000 w 3748029"/>
              <a:gd name="connsiteY11" fmla="*/ 8488 h 4193498"/>
              <a:gd name="connsiteX12" fmla="*/ 3297610 w 3748029"/>
              <a:gd name="connsiteY12" fmla="*/ 84498 h 4193498"/>
              <a:gd name="connsiteX13" fmla="*/ 3562024 w 3748029"/>
              <a:gd name="connsiteY13" fmla="*/ 216323 h 4193498"/>
              <a:gd name="connsiteX14" fmla="*/ 3672609 w 3748029"/>
              <a:gd name="connsiteY14" fmla="*/ 348150 h 4193498"/>
              <a:gd name="connsiteX15" fmla="*/ 3747571 w 3748029"/>
              <a:gd name="connsiteY15" fmla="*/ 627137 h 4193498"/>
              <a:gd name="connsiteX16" fmla="*/ 3712043 w 3748029"/>
              <a:gd name="connsiteY16" fmla="*/ 968608 h 4193498"/>
              <a:gd name="connsiteX17" fmla="*/ 3693755 w 3748029"/>
              <a:gd name="connsiteY17" fmla="*/ 1148535 h 4193498"/>
              <a:gd name="connsiteX18" fmla="*/ 3665847 w 3748029"/>
              <a:gd name="connsiteY18" fmla="*/ 1570017 h 4193498"/>
              <a:gd name="connsiteX19" fmla="*/ 3622031 w 3748029"/>
              <a:gd name="connsiteY19" fmla="*/ 1967114 h 4193498"/>
              <a:gd name="connsiteX20" fmla="*/ 3584178 w 3748029"/>
              <a:gd name="connsiteY20" fmla="*/ 2407562 h 4193498"/>
              <a:gd name="connsiteX21" fmla="*/ 3430090 w 3748029"/>
              <a:gd name="connsiteY21" fmla="*/ 2808726 h 4193498"/>
              <a:gd name="connsiteX22" fmla="*/ 3110682 w 3748029"/>
              <a:gd name="connsiteY22" fmla="*/ 3245239 h 4193498"/>
              <a:gd name="connsiteX23" fmla="*/ 2745209 w 3748029"/>
              <a:gd name="connsiteY23" fmla="*/ 3736995 h 4193498"/>
              <a:gd name="connsiteX24" fmla="*/ 2361561 w 3748029"/>
              <a:gd name="connsiteY24" fmla="*/ 4190125 h 4193498"/>
              <a:gd name="connsiteX25" fmla="*/ 1752159 w 3748029"/>
              <a:gd name="connsiteY25" fmla="*/ 3931563 h 4193498"/>
              <a:gd name="connsiteX26" fmla="*/ 1225446 w 3748029"/>
              <a:gd name="connsiteY26" fmla="*/ 3704474 h 4193498"/>
              <a:gd name="connsiteX27" fmla="*/ 1009705 w 3748029"/>
              <a:gd name="connsiteY27" fmla="*/ 3704474 h 4193498"/>
              <a:gd name="connsiteX28" fmla="*/ 676235 w 3748029"/>
              <a:gd name="connsiteY28" fmla="*/ 3652562 h 4193498"/>
              <a:gd name="connsiteX29" fmla="*/ 557362 w 3748029"/>
              <a:gd name="connsiteY29" fmla="*/ 3595984 h 4193498"/>
              <a:gd name="connsiteX30" fmla="*/ 341621 w 3748029"/>
              <a:gd name="connsiteY30" fmla="*/ 3357002 h 4193498"/>
              <a:gd name="connsiteX31" fmla="*/ 215891 w 3748029"/>
              <a:gd name="connsiteY31" fmla="*/ 3101922 h 4193498"/>
              <a:gd name="connsiteX32" fmla="*/ 45 w 3748029"/>
              <a:gd name="connsiteY32" fmla="*/ 2706516 h 4193498"/>
              <a:gd name="connsiteX33" fmla="*/ 328953 w 3748029"/>
              <a:gd name="connsiteY33" fmla="*/ 2322682 h 4193498"/>
              <a:gd name="connsiteX34" fmla="*/ 603559 w 3748029"/>
              <a:gd name="connsiteY34" fmla="*/ 2095225 h 4193498"/>
              <a:gd name="connsiteX35" fmla="*/ 790439 w 3748029"/>
              <a:gd name="connsiteY35" fmla="*/ 2031693 h 4193498"/>
              <a:gd name="connsiteX36" fmla="*/ 996941 w 3748029"/>
              <a:gd name="connsiteY36" fmla="*/ 1910440 h 4193498"/>
              <a:gd name="connsiteX37" fmla="*/ 1061425 w 3748029"/>
              <a:gd name="connsiteY37" fmla="*/ 1758707 h 4193498"/>
              <a:gd name="connsiteX0" fmla="*/ 1061425 w 3748029"/>
              <a:gd name="connsiteY0" fmla="*/ 1758707 h 4193498"/>
              <a:gd name="connsiteX1" fmla="*/ 1082952 w 3748029"/>
              <a:gd name="connsiteY1" fmla="*/ 1605545 h 4193498"/>
              <a:gd name="connsiteX2" fmla="*/ 1069617 w 3748029"/>
              <a:gd name="connsiteY2" fmla="*/ 1413997 h 4193498"/>
              <a:gd name="connsiteX3" fmla="*/ 1106193 w 3748029"/>
              <a:gd name="connsiteY3" fmla="*/ 1301412 h 4193498"/>
              <a:gd name="connsiteX4" fmla="*/ 1246592 w 3748029"/>
              <a:gd name="connsiteY4" fmla="*/ 1160918 h 4193498"/>
              <a:gd name="connsiteX5" fmla="*/ 1481192 w 3748029"/>
              <a:gd name="connsiteY5" fmla="*/ 973371 h 4193498"/>
              <a:gd name="connsiteX6" fmla="*/ 1765799 w 3748029"/>
              <a:gd name="connsiteY6" fmla="*/ 728102 h 4193498"/>
              <a:gd name="connsiteX7" fmla="*/ 1942679 w 3748029"/>
              <a:gd name="connsiteY7" fmla="*/ 472165 h 4193498"/>
              <a:gd name="connsiteX8" fmla="*/ 2142704 w 3748029"/>
              <a:gd name="connsiteY8" fmla="*/ 190320 h 4193498"/>
              <a:gd name="connsiteX9" fmla="*/ 2310058 w 3748029"/>
              <a:gd name="connsiteY9" fmla="*/ 67162 h 4193498"/>
              <a:gd name="connsiteX10" fmla="*/ 2623526 w 3748029"/>
              <a:gd name="connsiteY10" fmla="*/ 8488 h 4193498"/>
              <a:gd name="connsiteX11" fmla="*/ 2987000 w 3748029"/>
              <a:gd name="connsiteY11" fmla="*/ 8488 h 4193498"/>
              <a:gd name="connsiteX12" fmla="*/ 3297610 w 3748029"/>
              <a:gd name="connsiteY12" fmla="*/ 84498 h 4193498"/>
              <a:gd name="connsiteX13" fmla="*/ 3562024 w 3748029"/>
              <a:gd name="connsiteY13" fmla="*/ 216323 h 4193498"/>
              <a:gd name="connsiteX14" fmla="*/ 3672609 w 3748029"/>
              <a:gd name="connsiteY14" fmla="*/ 348150 h 4193498"/>
              <a:gd name="connsiteX15" fmla="*/ 3747571 w 3748029"/>
              <a:gd name="connsiteY15" fmla="*/ 627137 h 4193498"/>
              <a:gd name="connsiteX16" fmla="*/ 3712043 w 3748029"/>
              <a:gd name="connsiteY16" fmla="*/ 968608 h 4193498"/>
              <a:gd name="connsiteX17" fmla="*/ 3693755 w 3748029"/>
              <a:gd name="connsiteY17" fmla="*/ 1148535 h 4193498"/>
              <a:gd name="connsiteX18" fmla="*/ 3665847 w 3748029"/>
              <a:gd name="connsiteY18" fmla="*/ 1570017 h 4193498"/>
              <a:gd name="connsiteX19" fmla="*/ 3622031 w 3748029"/>
              <a:gd name="connsiteY19" fmla="*/ 1967114 h 4193498"/>
              <a:gd name="connsiteX20" fmla="*/ 3584178 w 3748029"/>
              <a:gd name="connsiteY20" fmla="*/ 2407562 h 4193498"/>
              <a:gd name="connsiteX21" fmla="*/ 3430090 w 3748029"/>
              <a:gd name="connsiteY21" fmla="*/ 2808726 h 4193498"/>
              <a:gd name="connsiteX22" fmla="*/ 3110682 w 3748029"/>
              <a:gd name="connsiteY22" fmla="*/ 3245239 h 4193498"/>
              <a:gd name="connsiteX23" fmla="*/ 2745209 w 3748029"/>
              <a:gd name="connsiteY23" fmla="*/ 3736995 h 4193498"/>
              <a:gd name="connsiteX24" fmla="*/ 2361561 w 3748029"/>
              <a:gd name="connsiteY24" fmla="*/ 4190125 h 4193498"/>
              <a:gd name="connsiteX25" fmla="*/ 1752159 w 3748029"/>
              <a:gd name="connsiteY25" fmla="*/ 3931563 h 4193498"/>
              <a:gd name="connsiteX26" fmla="*/ 1225446 w 3748029"/>
              <a:gd name="connsiteY26" fmla="*/ 3704474 h 4193498"/>
              <a:gd name="connsiteX27" fmla="*/ 1009705 w 3748029"/>
              <a:gd name="connsiteY27" fmla="*/ 3704474 h 4193498"/>
              <a:gd name="connsiteX28" fmla="*/ 676235 w 3748029"/>
              <a:gd name="connsiteY28" fmla="*/ 3652562 h 4193498"/>
              <a:gd name="connsiteX29" fmla="*/ 557362 w 3748029"/>
              <a:gd name="connsiteY29" fmla="*/ 3595984 h 4193498"/>
              <a:gd name="connsiteX30" fmla="*/ 341621 w 3748029"/>
              <a:gd name="connsiteY30" fmla="*/ 3357002 h 4193498"/>
              <a:gd name="connsiteX31" fmla="*/ 215891 w 3748029"/>
              <a:gd name="connsiteY31" fmla="*/ 3101922 h 4193498"/>
              <a:gd name="connsiteX32" fmla="*/ 45 w 3748029"/>
              <a:gd name="connsiteY32" fmla="*/ 2706516 h 4193498"/>
              <a:gd name="connsiteX33" fmla="*/ 219606 w 3748029"/>
              <a:gd name="connsiteY33" fmla="*/ 2315193 h 4193498"/>
              <a:gd name="connsiteX34" fmla="*/ 603559 w 3748029"/>
              <a:gd name="connsiteY34" fmla="*/ 2095225 h 4193498"/>
              <a:gd name="connsiteX35" fmla="*/ 790439 w 3748029"/>
              <a:gd name="connsiteY35" fmla="*/ 2031693 h 4193498"/>
              <a:gd name="connsiteX36" fmla="*/ 996941 w 3748029"/>
              <a:gd name="connsiteY36" fmla="*/ 1910440 h 4193498"/>
              <a:gd name="connsiteX37" fmla="*/ 1061425 w 3748029"/>
              <a:gd name="connsiteY37" fmla="*/ 1758707 h 4193498"/>
              <a:gd name="connsiteX0" fmla="*/ 1061425 w 3748029"/>
              <a:gd name="connsiteY0" fmla="*/ 1767450 h 4202241"/>
              <a:gd name="connsiteX1" fmla="*/ 1082952 w 3748029"/>
              <a:gd name="connsiteY1" fmla="*/ 1614288 h 4202241"/>
              <a:gd name="connsiteX2" fmla="*/ 1069617 w 3748029"/>
              <a:gd name="connsiteY2" fmla="*/ 1422740 h 4202241"/>
              <a:gd name="connsiteX3" fmla="*/ 1106193 w 3748029"/>
              <a:gd name="connsiteY3" fmla="*/ 1310155 h 4202241"/>
              <a:gd name="connsiteX4" fmla="*/ 1246592 w 3748029"/>
              <a:gd name="connsiteY4" fmla="*/ 1169661 h 4202241"/>
              <a:gd name="connsiteX5" fmla="*/ 1481192 w 3748029"/>
              <a:gd name="connsiteY5" fmla="*/ 982114 h 4202241"/>
              <a:gd name="connsiteX6" fmla="*/ 1765799 w 3748029"/>
              <a:gd name="connsiteY6" fmla="*/ 736845 h 4202241"/>
              <a:gd name="connsiteX7" fmla="*/ 1942679 w 3748029"/>
              <a:gd name="connsiteY7" fmla="*/ 480908 h 4202241"/>
              <a:gd name="connsiteX8" fmla="*/ 2142704 w 3748029"/>
              <a:gd name="connsiteY8" fmla="*/ 199063 h 4202241"/>
              <a:gd name="connsiteX9" fmla="*/ 2623526 w 3748029"/>
              <a:gd name="connsiteY9" fmla="*/ 17231 h 4202241"/>
              <a:gd name="connsiteX10" fmla="*/ 2987000 w 3748029"/>
              <a:gd name="connsiteY10" fmla="*/ 17231 h 4202241"/>
              <a:gd name="connsiteX11" fmla="*/ 3297610 w 3748029"/>
              <a:gd name="connsiteY11" fmla="*/ 93241 h 4202241"/>
              <a:gd name="connsiteX12" fmla="*/ 3562024 w 3748029"/>
              <a:gd name="connsiteY12" fmla="*/ 225066 h 4202241"/>
              <a:gd name="connsiteX13" fmla="*/ 3672609 w 3748029"/>
              <a:gd name="connsiteY13" fmla="*/ 356893 h 4202241"/>
              <a:gd name="connsiteX14" fmla="*/ 3747571 w 3748029"/>
              <a:gd name="connsiteY14" fmla="*/ 635880 h 4202241"/>
              <a:gd name="connsiteX15" fmla="*/ 3712043 w 3748029"/>
              <a:gd name="connsiteY15" fmla="*/ 977351 h 4202241"/>
              <a:gd name="connsiteX16" fmla="*/ 3693755 w 3748029"/>
              <a:gd name="connsiteY16" fmla="*/ 1157278 h 4202241"/>
              <a:gd name="connsiteX17" fmla="*/ 3665847 w 3748029"/>
              <a:gd name="connsiteY17" fmla="*/ 1578760 h 4202241"/>
              <a:gd name="connsiteX18" fmla="*/ 3622031 w 3748029"/>
              <a:gd name="connsiteY18" fmla="*/ 1975857 h 4202241"/>
              <a:gd name="connsiteX19" fmla="*/ 3584178 w 3748029"/>
              <a:gd name="connsiteY19" fmla="*/ 2416305 h 4202241"/>
              <a:gd name="connsiteX20" fmla="*/ 3430090 w 3748029"/>
              <a:gd name="connsiteY20" fmla="*/ 2817469 h 4202241"/>
              <a:gd name="connsiteX21" fmla="*/ 3110682 w 3748029"/>
              <a:gd name="connsiteY21" fmla="*/ 3253982 h 4202241"/>
              <a:gd name="connsiteX22" fmla="*/ 2745209 w 3748029"/>
              <a:gd name="connsiteY22" fmla="*/ 3745738 h 4202241"/>
              <a:gd name="connsiteX23" fmla="*/ 2361561 w 3748029"/>
              <a:gd name="connsiteY23" fmla="*/ 4198868 h 4202241"/>
              <a:gd name="connsiteX24" fmla="*/ 1752159 w 3748029"/>
              <a:gd name="connsiteY24" fmla="*/ 3940306 h 4202241"/>
              <a:gd name="connsiteX25" fmla="*/ 1225446 w 3748029"/>
              <a:gd name="connsiteY25" fmla="*/ 3713217 h 4202241"/>
              <a:gd name="connsiteX26" fmla="*/ 1009705 w 3748029"/>
              <a:gd name="connsiteY26" fmla="*/ 3713217 h 4202241"/>
              <a:gd name="connsiteX27" fmla="*/ 676235 w 3748029"/>
              <a:gd name="connsiteY27" fmla="*/ 3661305 h 4202241"/>
              <a:gd name="connsiteX28" fmla="*/ 557362 w 3748029"/>
              <a:gd name="connsiteY28" fmla="*/ 3604727 h 4202241"/>
              <a:gd name="connsiteX29" fmla="*/ 341621 w 3748029"/>
              <a:gd name="connsiteY29" fmla="*/ 3365745 h 4202241"/>
              <a:gd name="connsiteX30" fmla="*/ 215891 w 3748029"/>
              <a:gd name="connsiteY30" fmla="*/ 3110665 h 4202241"/>
              <a:gd name="connsiteX31" fmla="*/ 45 w 3748029"/>
              <a:gd name="connsiteY31" fmla="*/ 2715259 h 4202241"/>
              <a:gd name="connsiteX32" fmla="*/ 219606 w 3748029"/>
              <a:gd name="connsiteY32" fmla="*/ 2323936 h 4202241"/>
              <a:gd name="connsiteX33" fmla="*/ 603559 w 3748029"/>
              <a:gd name="connsiteY33" fmla="*/ 2103968 h 4202241"/>
              <a:gd name="connsiteX34" fmla="*/ 790439 w 3748029"/>
              <a:gd name="connsiteY34" fmla="*/ 2040436 h 4202241"/>
              <a:gd name="connsiteX35" fmla="*/ 996941 w 3748029"/>
              <a:gd name="connsiteY35" fmla="*/ 1919183 h 4202241"/>
              <a:gd name="connsiteX36" fmla="*/ 1061425 w 3748029"/>
              <a:gd name="connsiteY36" fmla="*/ 1767450 h 4202241"/>
              <a:gd name="connsiteX0" fmla="*/ 1061425 w 3748029"/>
              <a:gd name="connsiteY0" fmla="*/ 1798670 h 4233461"/>
              <a:gd name="connsiteX1" fmla="*/ 1082952 w 3748029"/>
              <a:gd name="connsiteY1" fmla="*/ 1645508 h 4233461"/>
              <a:gd name="connsiteX2" fmla="*/ 1069617 w 3748029"/>
              <a:gd name="connsiteY2" fmla="*/ 1453960 h 4233461"/>
              <a:gd name="connsiteX3" fmla="*/ 1106193 w 3748029"/>
              <a:gd name="connsiteY3" fmla="*/ 1341375 h 4233461"/>
              <a:gd name="connsiteX4" fmla="*/ 1246592 w 3748029"/>
              <a:gd name="connsiteY4" fmla="*/ 1200881 h 4233461"/>
              <a:gd name="connsiteX5" fmla="*/ 1481192 w 3748029"/>
              <a:gd name="connsiteY5" fmla="*/ 1013334 h 4233461"/>
              <a:gd name="connsiteX6" fmla="*/ 1765799 w 3748029"/>
              <a:gd name="connsiteY6" fmla="*/ 768065 h 4233461"/>
              <a:gd name="connsiteX7" fmla="*/ 1942679 w 3748029"/>
              <a:gd name="connsiteY7" fmla="*/ 512128 h 4233461"/>
              <a:gd name="connsiteX8" fmla="*/ 2161288 w 3748029"/>
              <a:gd name="connsiteY8" fmla="*/ 30839 h 4233461"/>
              <a:gd name="connsiteX9" fmla="*/ 2623526 w 3748029"/>
              <a:gd name="connsiteY9" fmla="*/ 48451 h 4233461"/>
              <a:gd name="connsiteX10" fmla="*/ 2987000 w 3748029"/>
              <a:gd name="connsiteY10" fmla="*/ 48451 h 4233461"/>
              <a:gd name="connsiteX11" fmla="*/ 3297610 w 3748029"/>
              <a:gd name="connsiteY11" fmla="*/ 124461 h 4233461"/>
              <a:gd name="connsiteX12" fmla="*/ 3562024 w 3748029"/>
              <a:gd name="connsiteY12" fmla="*/ 256286 h 4233461"/>
              <a:gd name="connsiteX13" fmla="*/ 3672609 w 3748029"/>
              <a:gd name="connsiteY13" fmla="*/ 388113 h 4233461"/>
              <a:gd name="connsiteX14" fmla="*/ 3747571 w 3748029"/>
              <a:gd name="connsiteY14" fmla="*/ 667100 h 4233461"/>
              <a:gd name="connsiteX15" fmla="*/ 3712043 w 3748029"/>
              <a:gd name="connsiteY15" fmla="*/ 1008571 h 4233461"/>
              <a:gd name="connsiteX16" fmla="*/ 3693755 w 3748029"/>
              <a:gd name="connsiteY16" fmla="*/ 1188498 h 4233461"/>
              <a:gd name="connsiteX17" fmla="*/ 3665847 w 3748029"/>
              <a:gd name="connsiteY17" fmla="*/ 1609980 h 4233461"/>
              <a:gd name="connsiteX18" fmla="*/ 3622031 w 3748029"/>
              <a:gd name="connsiteY18" fmla="*/ 2007077 h 4233461"/>
              <a:gd name="connsiteX19" fmla="*/ 3584178 w 3748029"/>
              <a:gd name="connsiteY19" fmla="*/ 2447525 h 4233461"/>
              <a:gd name="connsiteX20" fmla="*/ 3430090 w 3748029"/>
              <a:gd name="connsiteY20" fmla="*/ 2848689 h 4233461"/>
              <a:gd name="connsiteX21" fmla="*/ 3110682 w 3748029"/>
              <a:gd name="connsiteY21" fmla="*/ 3285202 h 4233461"/>
              <a:gd name="connsiteX22" fmla="*/ 2745209 w 3748029"/>
              <a:gd name="connsiteY22" fmla="*/ 3776958 h 4233461"/>
              <a:gd name="connsiteX23" fmla="*/ 2361561 w 3748029"/>
              <a:gd name="connsiteY23" fmla="*/ 4230088 h 4233461"/>
              <a:gd name="connsiteX24" fmla="*/ 1752159 w 3748029"/>
              <a:gd name="connsiteY24" fmla="*/ 3971526 h 4233461"/>
              <a:gd name="connsiteX25" fmla="*/ 1225446 w 3748029"/>
              <a:gd name="connsiteY25" fmla="*/ 3744437 h 4233461"/>
              <a:gd name="connsiteX26" fmla="*/ 1009705 w 3748029"/>
              <a:gd name="connsiteY26" fmla="*/ 3744437 h 4233461"/>
              <a:gd name="connsiteX27" fmla="*/ 676235 w 3748029"/>
              <a:gd name="connsiteY27" fmla="*/ 3692525 h 4233461"/>
              <a:gd name="connsiteX28" fmla="*/ 557362 w 3748029"/>
              <a:gd name="connsiteY28" fmla="*/ 3635947 h 4233461"/>
              <a:gd name="connsiteX29" fmla="*/ 341621 w 3748029"/>
              <a:gd name="connsiteY29" fmla="*/ 3396965 h 4233461"/>
              <a:gd name="connsiteX30" fmla="*/ 215891 w 3748029"/>
              <a:gd name="connsiteY30" fmla="*/ 3141885 h 4233461"/>
              <a:gd name="connsiteX31" fmla="*/ 45 w 3748029"/>
              <a:gd name="connsiteY31" fmla="*/ 2746479 h 4233461"/>
              <a:gd name="connsiteX32" fmla="*/ 219606 w 3748029"/>
              <a:gd name="connsiteY32" fmla="*/ 2355156 h 4233461"/>
              <a:gd name="connsiteX33" fmla="*/ 603559 w 3748029"/>
              <a:gd name="connsiteY33" fmla="*/ 2135188 h 4233461"/>
              <a:gd name="connsiteX34" fmla="*/ 790439 w 3748029"/>
              <a:gd name="connsiteY34" fmla="*/ 2071656 h 4233461"/>
              <a:gd name="connsiteX35" fmla="*/ 996941 w 3748029"/>
              <a:gd name="connsiteY35" fmla="*/ 1950403 h 4233461"/>
              <a:gd name="connsiteX36" fmla="*/ 1061425 w 3748029"/>
              <a:gd name="connsiteY36" fmla="*/ 1798670 h 4233461"/>
              <a:gd name="connsiteX0" fmla="*/ 1061425 w 3748029"/>
              <a:gd name="connsiteY0" fmla="*/ 1901527 h 4336318"/>
              <a:gd name="connsiteX1" fmla="*/ 1082952 w 3748029"/>
              <a:gd name="connsiteY1" fmla="*/ 1748365 h 4336318"/>
              <a:gd name="connsiteX2" fmla="*/ 1069617 w 3748029"/>
              <a:gd name="connsiteY2" fmla="*/ 1556817 h 4336318"/>
              <a:gd name="connsiteX3" fmla="*/ 1106193 w 3748029"/>
              <a:gd name="connsiteY3" fmla="*/ 1444232 h 4336318"/>
              <a:gd name="connsiteX4" fmla="*/ 1246592 w 3748029"/>
              <a:gd name="connsiteY4" fmla="*/ 1303738 h 4336318"/>
              <a:gd name="connsiteX5" fmla="*/ 1481192 w 3748029"/>
              <a:gd name="connsiteY5" fmla="*/ 1116191 h 4336318"/>
              <a:gd name="connsiteX6" fmla="*/ 1765799 w 3748029"/>
              <a:gd name="connsiteY6" fmla="*/ 870922 h 4336318"/>
              <a:gd name="connsiteX7" fmla="*/ 1942679 w 3748029"/>
              <a:gd name="connsiteY7" fmla="*/ 614985 h 4336318"/>
              <a:gd name="connsiteX8" fmla="*/ 2161288 w 3748029"/>
              <a:gd name="connsiteY8" fmla="*/ 133696 h 4336318"/>
              <a:gd name="connsiteX9" fmla="*/ 2592590 w 3748029"/>
              <a:gd name="connsiteY9" fmla="*/ 172 h 4336318"/>
              <a:gd name="connsiteX10" fmla="*/ 2987000 w 3748029"/>
              <a:gd name="connsiteY10" fmla="*/ 151308 h 4336318"/>
              <a:gd name="connsiteX11" fmla="*/ 3297610 w 3748029"/>
              <a:gd name="connsiteY11" fmla="*/ 227318 h 4336318"/>
              <a:gd name="connsiteX12" fmla="*/ 3562024 w 3748029"/>
              <a:gd name="connsiteY12" fmla="*/ 359143 h 4336318"/>
              <a:gd name="connsiteX13" fmla="*/ 3672609 w 3748029"/>
              <a:gd name="connsiteY13" fmla="*/ 490970 h 4336318"/>
              <a:gd name="connsiteX14" fmla="*/ 3747571 w 3748029"/>
              <a:gd name="connsiteY14" fmla="*/ 769957 h 4336318"/>
              <a:gd name="connsiteX15" fmla="*/ 3712043 w 3748029"/>
              <a:gd name="connsiteY15" fmla="*/ 1111428 h 4336318"/>
              <a:gd name="connsiteX16" fmla="*/ 3693755 w 3748029"/>
              <a:gd name="connsiteY16" fmla="*/ 1291355 h 4336318"/>
              <a:gd name="connsiteX17" fmla="*/ 3665847 w 3748029"/>
              <a:gd name="connsiteY17" fmla="*/ 1712837 h 4336318"/>
              <a:gd name="connsiteX18" fmla="*/ 3622031 w 3748029"/>
              <a:gd name="connsiteY18" fmla="*/ 2109934 h 4336318"/>
              <a:gd name="connsiteX19" fmla="*/ 3584178 w 3748029"/>
              <a:gd name="connsiteY19" fmla="*/ 2550382 h 4336318"/>
              <a:gd name="connsiteX20" fmla="*/ 3430090 w 3748029"/>
              <a:gd name="connsiteY20" fmla="*/ 2951546 h 4336318"/>
              <a:gd name="connsiteX21" fmla="*/ 3110682 w 3748029"/>
              <a:gd name="connsiteY21" fmla="*/ 3388059 h 4336318"/>
              <a:gd name="connsiteX22" fmla="*/ 2745209 w 3748029"/>
              <a:gd name="connsiteY22" fmla="*/ 3879815 h 4336318"/>
              <a:gd name="connsiteX23" fmla="*/ 2361561 w 3748029"/>
              <a:gd name="connsiteY23" fmla="*/ 4332945 h 4336318"/>
              <a:gd name="connsiteX24" fmla="*/ 1752159 w 3748029"/>
              <a:gd name="connsiteY24" fmla="*/ 4074383 h 4336318"/>
              <a:gd name="connsiteX25" fmla="*/ 1225446 w 3748029"/>
              <a:gd name="connsiteY25" fmla="*/ 3847294 h 4336318"/>
              <a:gd name="connsiteX26" fmla="*/ 1009705 w 3748029"/>
              <a:gd name="connsiteY26" fmla="*/ 3847294 h 4336318"/>
              <a:gd name="connsiteX27" fmla="*/ 676235 w 3748029"/>
              <a:gd name="connsiteY27" fmla="*/ 3795382 h 4336318"/>
              <a:gd name="connsiteX28" fmla="*/ 557362 w 3748029"/>
              <a:gd name="connsiteY28" fmla="*/ 3738804 h 4336318"/>
              <a:gd name="connsiteX29" fmla="*/ 341621 w 3748029"/>
              <a:gd name="connsiteY29" fmla="*/ 3499822 h 4336318"/>
              <a:gd name="connsiteX30" fmla="*/ 215891 w 3748029"/>
              <a:gd name="connsiteY30" fmla="*/ 3244742 h 4336318"/>
              <a:gd name="connsiteX31" fmla="*/ 45 w 3748029"/>
              <a:gd name="connsiteY31" fmla="*/ 2849336 h 4336318"/>
              <a:gd name="connsiteX32" fmla="*/ 219606 w 3748029"/>
              <a:gd name="connsiteY32" fmla="*/ 2458013 h 4336318"/>
              <a:gd name="connsiteX33" fmla="*/ 603559 w 3748029"/>
              <a:gd name="connsiteY33" fmla="*/ 2238045 h 4336318"/>
              <a:gd name="connsiteX34" fmla="*/ 790439 w 3748029"/>
              <a:gd name="connsiteY34" fmla="*/ 2174513 h 4336318"/>
              <a:gd name="connsiteX35" fmla="*/ 996941 w 3748029"/>
              <a:gd name="connsiteY35" fmla="*/ 2053260 h 4336318"/>
              <a:gd name="connsiteX36" fmla="*/ 1061425 w 3748029"/>
              <a:gd name="connsiteY36" fmla="*/ 1901527 h 4336318"/>
              <a:gd name="connsiteX0" fmla="*/ 1061450 w 3748054"/>
              <a:gd name="connsiteY0" fmla="*/ 1901528 h 4336319"/>
              <a:gd name="connsiteX1" fmla="*/ 1082977 w 3748054"/>
              <a:gd name="connsiteY1" fmla="*/ 1748366 h 4336319"/>
              <a:gd name="connsiteX2" fmla="*/ 1069642 w 3748054"/>
              <a:gd name="connsiteY2" fmla="*/ 1556818 h 4336319"/>
              <a:gd name="connsiteX3" fmla="*/ 1106218 w 3748054"/>
              <a:gd name="connsiteY3" fmla="*/ 1444233 h 4336319"/>
              <a:gd name="connsiteX4" fmla="*/ 1246617 w 3748054"/>
              <a:gd name="connsiteY4" fmla="*/ 1303739 h 4336319"/>
              <a:gd name="connsiteX5" fmla="*/ 1481217 w 3748054"/>
              <a:gd name="connsiteY5" fmla="*/ 1116192 h 4336319"/>
              <a:gd name="connsiteX6" fmla="*/ 1765824 w 3748054"/>
              <a:gd name="connsiteY6" fmla="*/ 870923 h 4336319"/>
              <a:gd name="connsiteX7" fmla="*/ 1942704 w 3748054"/>
              <a:gd name="connsiteY7" fmla="*/ 614986 h 4336319"/>
              <a:gd name="connsiteX8" fmla="*/ 2161313 w 3748054"/>
              <a:gd name="connsiteY8" fmla="*/ 133697 h 4336319"/>
              <a:gd name="connsiteX9" fmla="*/ 2592615 w 3748054"/>
              <a:gd name="connsiteY9" fmla="*/ 173 h 4336319"/>
              <a:gd name="connsiteX10" fmla="*/ 2987025 w 3748054"/>
              <a:gd name="connsiteY10" fmla="*/ 151309 h 4336319"/>
              <a:gd name="connsiteX11" fmla="*/ 3297635 w 3748054"/>
              <a:gd name="connsiteY11" fmla="*/ 227319 h 4336319"/>
              <a:gd name="connsiteX12" fmla="*/ 3562049 w 3748054"/>
              <a:gd name="connsiteY12" fmla="*/ 359144 h 4336319"/>
              <a:gd name="connsiteX13" fmla="*/ 3672634 w 3748054"/>
              <a:gd name="connsiteY13" fmla="*/ 490971 h 4336319"/>
              <a:gd name="connsiteX14" fmla="*/ 3747596 w 3748054"/>
              <a:gd name="connsiteY14" fmla="*/ 769958 h 4336319"/>
              <a:gd name="connsiteX15" fmla="*/ 3712068 w 3748054"/>
              <a:gd name="connsiteY15" fmla="*/ 1111429 h 4336319"/>
              <a:gd name="connsiteX16" fmla="*/ 3693780 w 3748054"/>
              <a:gd name="connsiteY16" fmla="*/ 1291356 h 4336319"/>
              <a:gd name="connsiteX17" fmla="*/ 3665872 w 3748054"/>
              <a:gd name="connsiteY17" fmla="*/ 1712838 h 4336319"/>
              <a:gd name="connsiteX18" fmla="*/ 3622056 w 3748054"/>
              <a:gd name="connsiteY18" fmla="*/ 2109935 h 4336319"/>
              <a:gd name="connsiteX19" fmla="*/ 3584203 w 3748054"/>
              <a:gd name="connsiteY19" fmla="*/ 2550383 h 4336319"/>
              <a:gd name="connsiteX20" fmla="*/ 3430115 w 3748054"/>
              <a:gd name="connsiteY20" fmla="*/ 2951547 h 4336319"/>
              <a:gd name="connsiteX21" fmla="*/ 3110707 w 3748054"/>
              <a:gd name="connsiteY21" fmla="*/ 3388060 h 4336319"/>
              <a:gd name="connsiteX22" fmla="*/ 2745234 w 3748054"/>
              <a:gd name="connsiteY22" fmla="*/ 3879816 h 4336319"/>
              <a:gd name="connsiteX23" fmla="*/ 2361586 w 3748054"/>
              <a:gd name="connsiteY23" fmla="*/ 4332946 h 4336319"/>
              <a:gd name="connsiteX24" fmla="*/ 1752184 w 3748054"/>
              <a:gd name="connsiteY24" fmla="*/ 4074384 h 4336319"/>
              <a:gd name="connsiteX25" fmla="*/ 1225471 w 3748054"/>
              <a:gd name="connsiteY25" fmla="*/ 3847295 h 4336319"/>
              <a:gd name="connsiteX26" fmla="*/ 1009730 w 3748054"/>
              <a:gd name="connsiteY26" fmla="*/ 3847295 h 4336319"/>
              <a:gd name="connsiteX27" fmla="*/ 676260 w 3748054"/>
              <a:gd name="connsiteY27" fmla="*/ 3795383 h 4336319"/>
              <a:gd name="connsiteX28" fmla="*/ 557387 w 3748054"/>
              <a:gd name="connsiteY28" fmla="*/ 3738805 h 4336319"/>
              <a:gd name="connsiteX29" fmla="*/ 341646 w 3748054"/>
              <a:gd name="connsiteY29" fmla="*/ 3499823 h 4336319"/>
              <a:gd name="connsiteX30" fmla="*/ 156146 w 3748054"/>
              <a:gd name="connsiteY30" fmla="*/ 3255025 h 4336319"/>
              <a:gd name="connsiteX31" fmla="*/ 70 w 3748054"/>
              <a:gd name="connsiteY31" fmla="*/ 2849337 h 4336319"/>
              <a:gd name="connsiteX32" fmla="*/ 219631 w 3748054"/>
              <a:gd name="connsiteY32" fmla="*/ 2458014 h 4336319"/>
              <a:gd name="connsiteX33" fmla="*/ 603584 w 3748054"/>
              <a:gd name="connsiteY33" fmla="*/ 2238046 h 4336319"/>
              <a:gd name="connsiteX34" fmla="*/ 790464 w 3748054"/>
              <a:gd name="connsiteY34" fmla="*/ 2174514 h 4336319"/>
              <a:gd name="connsiteX35" fmla="*/ 996966 w 3748054"/>
              <a:gd name="connsiteY35" fmla="*/ 2053261 h 4336319"/>
              <a:gd name="connsiteX36" fmla="*/ 1061450 w 3748054"/>
              <a:gd name="connsiteY36" fmla="*/ 1901528 h 4336319"/>
              <a:gd name="connsiteX0" fmla="*/ 1061450 w 3748054"/>
              <a:gd name="connsiteY0" fmla="*/ 1901528 h 4336319"/>
              <a:gd name="connsiteX1" fmla="*/ 1082977 w 3748054"/>
              <a:gd name="connsiteY1" fmla="*/ 1748366 h 4336319"/>
              <a:gd name="connsiteX2" fmla="*/ 1069642 w 3748054"/>
              <a:gd name="connsiteY2" fmla="*/ 1556818 h 4336319"/>
              <a:gd name="connsiteX3" fmla="*/ 1106218 w 3748054"/>
              <a:gd name="connsiteY3" fmla="*/ 1444233 h 4336319"/>
              <a:gd name="connsiteX4" fmla="*/ 1246617 w 3748054"/>
              <a:gd name="connsiteY4" fmla="*/ 1303739 h 4336319"/>
              <a:gd name="connsiteX5" fmla="*/ 1481217 w 3748054"/>
              <a:gd name="connsiteY5" fmla="*/ 1116192 h 4336319"/>
              <a:gd name="connsiteX6" fmla="*/ 1765824 w 3748054"/>
              <a:gd name="connsiteY6" fmla="*/ 870923 h 4336319"/>
              <a:gd name="connsiteX7" fmla="*/ 1942704 w 3748054"/>
              <a:gd name="connsiteY7" fmla="*/ 614986 h 4336319"/>
              <a:gd name="connsiteX8" fmla="*/ 2161313 w 3748054"/>
              <a:gd name="connsiteY8" fmla="*/ 133697 h 4336319"/>
              <a:gd name="connsiteX9" fmla="*/ 2592615 w 3748054"/>
              <a:gd name="connsiteY9" fmla="*/ 173 h 4336319"/>
              <a:gd name="connsiteX10" fmla="*/ 2987025 w 3748054"/>
              <a:gd name="connsiteY10" fmla="*/ 151309 h 4336319"/>
              <a:gd name="connsiteX11" fmla="*/ 3297635 w 3748054"/>
              <a:gd name="connsiteY11" fmla="*/ 227319 h 4336319"/>
              <a:gd name="connsiteX12" fmla="*/ 3562049 w 3748054"/>
              <a:gd name="connsiteY12" fmla="*/ 359144 h 4336319"/>
              <a:gd name="connsiteX13" fmla="*/ 3672634 w 3748054"/>
              <a:gd name="connsiteY13" fmla="*/ 490971 h 4336319"/>
              <a:gd name="connsiteX14" fmla="*/ 3747596 w 3748054"/>
              <a:gd name="connsiteY14" fmla="*/ 769958 h 4336319"/>
              <a:gd name="connsiteX15" fmla="*/ 3712068 w 3748054"/>
              <a:gd name="connsiteY15" fmla="*/ 1111429 h 4336319"/>
              <a:gd name="connsiteX16" fmla="*/ 3693780 w 3748054"/>
              <a:gd name="connsiteY16" fmla="*/ 1291356 h 4336319"/>
              <a:gd name="connsiteX17" fmla="*/ 3665872 w 3748054"/>
              <a:gd name="connsiteY17" fmla="*/ 1712838 h 4336319"/>
              <a:gd name="connsiteX18" fmla="*/ 3622056 w 3748054"/>
              <a:gd name="connsiteY18" fmla="*/ 2109935 h 4336319"/>
              <a:gd name="connsiteX19" fmla="*/ 3584203 w 3748054"/>
              <a:gd name="connsiteY19" fmla="*/ 2550383 h 4336319"/>
              <a:gd name="connsiteX20" fmla="*/ 3430115 w 3748054"/>
              <a:gd name="connsiteY20" fmla="*/ 2951547 h 4336319"/>
              <a:gd name="connsiteX21" fmla="*/ 3110707 w 3748054"/>
              <a:gd name="connsiteY21" fmla="*/ 3388060 h 4336319"/>
              <a:gd name="connsiteX22" fmla="*/ 2745234 w 3748054"/>
              <a:gd name="connsiteY22" fmla="*/ 3879816 h 4336319"/>
              <a:gd name="connsiteX23" fmla="*/ 2361586 w 3748054"/>
              <a:gd name="connsiteY23" fmla="*/ 4332946 h 4336319"/>
              <a:gd name="connsiteX24" fmla="*/ 1752184 w 3748054"/>
              <a:gd name="connsiteY24" fmla="*/ 4074384 h 4336319"/>
              <a:gd name="connsiteX25" fmla="*/ 1225471 w 3748054"/>
              <a:gd name="connsiteY25" fmla="*/ 3847295 h 4336319"/>
              <a:gd name="connsiteX26" fmla="*/ 1009730 w 3748054"/>
              <a:gd name="connsiteY26" fmla="*/ 3847295 h 4336319"/>
              <a:gd name="connsiteX27" fmla="*/ 557387 w 3748054"/>
              <a:gd name="connsiteY27" fmla="*/ 3738805 h 4336319"/>
              <a:gd name="connsiteX28" fmla="*/ 341646 w 3748054"/>
              <a:gd name="connsiteY28" fmla="*/ 3499823 h 4336319"/>
              <a:gd name="connsiteX29" fmla="*/ 156146 w 3748054"/>
              <a:gd name="connsiteY29" fmla="*/ 3255025 h 4336319"/>
              <a:gd name="connsiteX30" fmla="*/ 70 w 3748054"/>
              <a:gd name="connsiteY30" fmla="*/ 2849337 h 4336319"/>
              <a:gd name="connsiteX31" fmla="*/ 219631 w 3748054"/>
              <a:gd name="connsiteY31" fmla="*/ 2458014 h 4336319"/>
              <a:gd name="connsiteX32" fmla="*/ 603584 w 3748054"/>
              <a:gd name="connsiteY32" fmla="*/ 2238046 h 4336319"/>
              <a:gd name="connsiteX33" fmla="*/ 790464 w 3748054"/>
              <a:gd name="connsiteY33" fmla="*/ 2174514 h 4336319"/>
              <a:gd name="connsiteX34" fmla="*/ 996966 w 3748054"/>
              <a:gd name="connsiteY34" fmla="*/ 2053261 h 4336319"/>
              <a:gd name="connsiteX35" fmla="*/ 1061450 w 3748054"/>
              <a:gd name="connsiteY35" fmla="*/ 1901528 h 4336319"/>
              <a:gd name="connsiteX0" fmla="*/ 1061450 w 3748054"/>
              <a:gd name="connsiteY0" fmla="*/ 1901528 h 4685822"/>
              <a:gd name="connsiteX1" fmla="*/ 1082977 w 3748054"/>
              <a:gd name="connsiteY1" fmla="*/ 1748366 h 4685822"/>
              <a:gd name="connsiteX2" fmla="*/ 1069642 w 3748054"/>
              <a:gd name="connsiteY2" fmla="*/ 1556818 h 4685822"/>
              <a:gd name="connsiteX3" fmla="*/ 1106218 w 3748054"/>
              <a:gd name="connsiteY3" fmla="*/ 1444233 h 4685822"/>
              <a:gd name="connsiteX4" fmla="*/ 1246617 w 3748054"/>
              <a:gd name="connsiteY4" fmla="*/ 1303739 h 4685822"/>
              <a:gd name="connsiteX5" fmla="*/ 1481217 w 3748054"/>
              <a:gd name="connsiteY5" fmla="*/ 1116192 h 4685822"/>
              <a:gd name="connsiteX6" fmla="*/ 1765824 w 3748054"/>
              <a:gd name="connsiteY6" fmla="*/ 870923 h 4685822"/>
              <a:gd name="connsiteX7" fmla="*/ 1942704 w 3748054"/>
              <a:gd name="connsiteY7" fmla="*/ 614986 h 4685822"/>
              <a:gd name="connsiteX8" fmla="*/ 2161313 w 3748054"/>
              <a:gd name="connsiteY8" fmla="*/ 133697 h 4685822"/>
              <a:gd name="connsiteX9" fmla="*/ 2592615 w 3748054"/>
              <a:gd name="connsiteY9" fmla="*/ 173 h 4685822"/>
              <a:gd name="connsiteX10" fmla="*/ 2987025 w 3748054"/>
              <a:gd name="connsiteY10" fmla="*/ 151309 h 4685822"/>
              <a:gd name="connsiteX11" fmla="*/ 3297635 w 3748054"/>
              <a:gd name="connsiteY11" fmla="*/ 227319 h 4685822"/>
              <a:gd name="connsiteX12" fmla="*/ 3562049 w 3748054"/>
              <a:gd name="connsiteY12" fmla="*/ 359144 h 4685822"/>
              <a:gd name="connsiteX13" fmla="*/ 3672634 w 3748054"/>
              <a:gd name="connsiteY13" fmla="*/ 490971 h 4685822"/>
              <a:gd name="connsiteX14" fmla="*/ 3747596 w 3748054"/>
              <a:gd name="connsiteY14" fmla="*/ 769958 h 4685822"/>
              <a:gd name="connsiteX15" fmla="*/ 3712068 w 3748054"/>
              <a:gd name="connsiteY15" fmla="*/ 1111429 h 4685822"/>
              <a:gd name="connsiteX16" fmla="*/ 3693780 w 3748054"/>
              <a:gd name="connsiteY16" fmla="*/ 1291356 h 4685822"/>
              <a:gd name="connsiteX17" fmla="*/ 3665872 w 3748054"/>
              <a:gd name="connsiteY17" fmla="*/ 1712838 h 4685822"/>
              <a:gd name="connsiteX18" fmla="*/ 3622056 w 3748054"/>
              <a:gd name="connsiteY18" fmla="*/ 2109935 h 4685822"/>
              <a:gd name="connsiteX19" fmla="*/ 3584203 w 3748054"/>
              <a:gd name="connsiteY19" fmla="*/ 2550383 h 4685822"/>
              <a:gd name="connsiteX20" fmla="*/ 3430115 w 3748054"/>
              <a:gd name="connsiteY20" fmla="*/ 2951547 h 4685822"/>
              <a:gd name="connsiteX21" fmla="*/ 3110707 w 3748054"/>
              <a:gd name="connsiteY21" fmla="*/ 3388060 h 4685822"/>
              <a:gd name="connsiteX22" fmla="*/ 2745234 w 3748054"/>
              <a:gd name="connsiteY22" fmla="*/ 3879816 h 4685822"/>
              <a:gd name="connsiteX23" fmla="*/ 2477412 w 3748054"/>
              <a:gd name="connsiteY23" fmla="*/ 4684323 h 4685822"/>
              <a:gd name="connsiteX24" fmla="*/ 1752184 w 3748054"/>
              <a:gd name="connsiteY24" fmla="*/ 4074384 h 4685822"/>
              <a:gd name="connsiteX25" fmla="*/ 1225471 w 3748054"/>
              <a:gd name="connsiteY25" fmla="*/ 3847295 h 4685822"/>
              <a:gd name="connsiteX26" fmla="*/ 1009730 w 3748054"/>
              <a:gd name="connsiteY26" fmla="*/ 3847295 h 4685822"/>
              <a:gd name="connsiteX27" fmla="*/ 557387 w 3748054"/>
              <a:gd name="connsiteY27" fmla="*/ 3738805 h 4685822"/>
              <a:gd name="connsiteX28" fmla="*/ 341646 w 3748054"/>
              <a:gd name="connsiteY28" fmla="*/ 3499823 h 4685822"/>
              <a:gd name="connsiteX29" fmla="*/ 156146 w 3748054"/>
              <a:gd name="connsiteY29" fmla="*/ 3255025 h 4685822"/>
              <a:gd name="connsiteX30" fmla="*/ 70 w 3748054"/>
              <a:gd name="connsiteY30" fmla="*/ 2849337 h 4685822"/>
              <a:gd name="connsiteX31" fmla="*/ 219631 w 3748054"/>
              <a:gd name="connsiteY31" fmla="*/ 2458014 h 4685822"/>
              <a:gd name="connsiteX32" fmla="*/ 603584 w 3748054"/>
              <a:gd name="connsiteY32" fmla="*/ 2238046 h 4685822"/>
              <a:gd name="connsiteX33" fmla="*/ 790464 w 3748054"/>
              <a:gd name="connsiteY33" fmla="*/ 2174514 h 4685822"/>
              <a:gd name="connsiteX34" fmla="*/ 996966 w 3748054"/>
              <a:gd name="connsiteY34" fmla="*/ 2053261 h 4685822"/>
              <a:gd name="connsiteX35" fmla="*/ 1061450 w 3748054"/>
              <a:gd name="connsiteY35" fmla="*/ 1901528 h 4685822"/>
              <a:gd name="connsiteX0" fmla="*/ 1061450 w 3748054"/>
              <a:gd name="connsiteY0" fmla="*/ 1901528 h 4685177"/>
              <a:gd name="connsiteX1" fmla="*/ 1082977 w 3748054"/>
              <a:gd name="connsiteY1" fmla="*/ 1748366 h 4685177"/>
              <a:gd name="connsiteX2" fmla="*/ 1069642 w 3748054"/>
              <a:gd name="connsiteY2" fmla="*/ 1556818 h 4685177"/>
              <a:gd name="connsiteX3" fmla="*/ 1106218 w 3748054"/>
              <a:gd name="connsiteY3" fmla="*/ 1444233 h 4685177"/>
              <a:gd name="connsiteX4" fmla="*/ 1246617 w 3748054"/>
              <a:gd name="connsiteY4" fmla="*/ 1303739 h 4685177"/>
              <a:gd name="connsiteX5" fmla="*/ 1481217 w 3748054"/>
              <a:gd name="connsiteY5" fmla="*/ 1116192 h 4685177"/>
              <a:gd name="connsiteX6" fmla="*/ 1765824 w 3748054"/>
              <a:gd name="connsiteY6" fmla="*/ 870923 h 4685177"/>
              <a:gd name="connsiteX7" fmla="*/ 1942704 w 3748054"/>
              <a:gd name="connsiteY7" fmla="*/ 614986 h 4685177"/>
              <a:gd name="connsiteX8" fmla="*/ 2161313 w 3748054"/>
              <a:gd name="connsiteY8" fmla="*/ 133697 h 4685177"/>
              <a:gd name="connsiteX9" fmla="*/ 2592615 w 3748054"/>
              <a:gd name="connsiteY9" fmla="*/ 173 h 4685177"/>
              <a:gd name="connsiteX10" fmla="*/ 2987025 w 3748054"/>
              <a:gd name="connsiteY10" fmla="*/ 151309 h 4685177"/>
              <a:gd name="connsiteX11" fmla="*/ 3297635 w 3748054"/>
              <a:gd name="connsiteY11" fmla="*/ 227319 h 4685177"/>
              <a:gd name="connsiteX12" fmla="*/ 3562049 w 3748054"/>
              <a:gd name="connsiteY12" fmla="*/ 359144 h 4685177"/>
              <a:gd name="connsiteX13" fmla="*/ 3672634 w 3748054"/>
              <a:gd name="connsiteY13" fmla="*/ 490971 h 4685177"/>
              <a:gd name="connsiteX14" fmla="*/ 3747596 w 3748054"/>
              <a:gd name="connsiteY14" fmla="*/ 769958 h 4685177"/>
              <a:gd name="connsiteX15" fmla="*/ 3712068 w 3748054"/>
              <a:gd name="connsiteY15" fmla="*/ 1111429 h 4685177"/>
              <a:gd name="connsiteX16" fmla="*/ 3693780 w 3748054"/>
              <a:gd name="connsiteY16" fmla="*/ 1291356 h 4685177"/>
              <a:gd name="connsiteX17" fmla="*/ 3665872 w 3748054"/>
              <a:gd name="connsiteY17" fmla="*/ 1712838 h 4685177"/>
              <a:gd name="connsiteX18" fmla="*/ 3622056 w 3748054"/>
              <a:gd name="connsiteY18" fmla="*/ 2109935 h 4685177"/>
              <a:gd name="connsiteX19" fmla="*/ 3584203 w 3748054"/>
              <a:gd name="connsiteY19" fmla="*/ 2550383 h 4685177"/>
              <a:gd name="connsiteX20" fmla="*/ 3430115 w 3748054"/>
              <a:gd name="connsiteY20" fmla="*/ 2951547 h 4685177"/>
              <a:gd name="connsiteX21" fmla="*/ 3110707 w 3748054"/>
              <a:gd name="connsiteY21" fmla="*/ 3388060 h 4685177"/>
              <a:gd name="connsiteX22" fmla="*/ 2916166 w 3748054"/>
              <a:gd name="connsiteY22" fmla="*/ 3929491 h 4685177"/>
              <a:gd name="connsiteX23" fmla="*/ 2477412 w 3748054"/>
              <a:gd name="connsiteY23" fmla="*/ 4684323 h 4685177"/>
              <a:gd name="connsiteX24" fmla="*/ 1752184 w 3748054"/>
              <a:gd name="connsiteY24" fmla="*/ 4074384 h 4685177"/>
              <a:gd name="connsiteX25" fmla="*/ 1225471 w 3748054"/>
              <a:gd name="connsiteY25" fmla="*/ 3847295 h 4685177"/>
              <a:gd name="connsiteX26" fmla="*/ 1009730 w 3748054"/>
              <a:gd name="connsiteY26" fmla="*/ 3847295 h 4685177"/>
              <a:gd name="connsiteX27" fmla="*/ 557387 w 3748054"/>
              <a:gd name="connsiteY27" fmla="*/ 3738805 h 4685177"/>
              <a:gd name="connsiteX28" fmla="*/ 341646 w 3748054"/>
              <a:gd name="connsiteY28" fmla="*/ 3499823 h 4685177"/>
              <a:gd name="connsiteX29" fmla="*/ 156146 w 3748054"/>
              <a:gd name="connsiteY29" fmla="*/ 3255025 h 4685177"/>
              <a:gd name="connsiteX30" fmla="*/ 70 w 3748054"/>
              <a:gd name="connsiteY30" fmla="*/ 2849337 h 4685177"/>
              <a:gd name="connsiteX31" fmla="*/ 219631 w 3748054"/>
              <a:gd name="connsiteY31" fmla="*/ 2458014 h 4685177"/>
              <a:gd name="connsiteX32" fmla="*/ 603584 w 3748054"/>
              <a:gd name="connsiteY32" fmla="*/ 2238046 h 4685177"/>
              <a:gd name="connsiteX33" fmla="*/ 790464 w 3748054"/>
              <a:gd name="connsiteY33" fmla="*/ 2174514 h 4685177"/>
              <a:gd name="connsiteX34" fmla="*/ 996966 w 3748054"/>
              <a:gd name="connsiteY34" fmla="*/ 2053261 h 4685177"/>
              <a:gd name="connsiteX35" fmla="*/ 1061450 w 3748054"/>
              <a:gd name="connsiteY35" fmla="*/ 1901528 h 4685177"/>
              <a:gd name="connsiteX0" fmla="*/ 1061450 w 3748054"/>
              <a:gd name="connsiteY0" fmla="*/ 1901528 h 4689596"/>
              <a:gd name="connsiteX1" fmla="*/ 1082977 w 3748054"/>
              <a:gd name="connsiteY1" fmla="*/ 1748366 h 4689596"/>
              <a:gd name="connsiteX2" fmla="*/ 1069642 w 3748054"/>
              <a:gd name="connsiteY2" fmla="*/ 1556818 h 4689596"/>
              <a:gd name="connsiteX3" fmla="*/ 1106218 w 3748054"/>
              <a:gd name="connsiteY3" fmla="*/ 1444233 h 4689596"/>
              <a:gd name="connsiteX4" fmla="*/ 1246617 w 3748054"/>
              <a:gd name="connsiteY4" fmla="*/ 1303739 h 4689596"/>
              <a:gd name="connsiteX5" fmla="*/ 1481217 w 3748054"/>
              <a:gd name="connsiteY5" fmla="*/ 1116192 h 4689596"/>
              <a:gd name="connsiteX6" fmla="*/ 1765824 w 3748054"/>
              <a:gd name="connsiteY6" fmla="*/ 870923 h 4689596"/>
              <a:gd name="connsiteX7" fmla="*/ 1942704 w 3748054"/>
              <a:gd name="connsiteY7" fmla="*/ 614986 h 4689596"/>
              <a:gd name="connsiteX8" fmla="*/ 2161313 w 3748054"/>
              <a:gd name="connsiteY8" fmla="*/ 133697 h 4689596"/>
              <a:gd name="connsiteX9" fmla="*/ 2592615 w 3748054"/>
              <a:gd name="connsiteY9" fmla="*/ 173 h 4689596"/>
              <a:gd name="connsiteX10" fmla="*/ 2987025 w 3748054"/>
              <a:gd name="connsiteY10" fmla="*/ 151309 h 4689596"/>
              <a:gd name="connsiteX11" fmla="*/ 3297635 w 3748054"/>
              <a:gd name="connsiteY11" fmla="*/ 227319 h 4689596"/>
              <a:gd name="connsiteX12" fmla="*/ 3562049 w 3748054"/>
              <a:gd name="connsiteY12" fmla="*/ 359144 h 4689596"/>
              <a:gd name="connsiteX13" fmla="*/ 3672634 w 3748054"/>
              <a:gd name="connsiteY13" fmla="*/ 490971 h 4689596"/>
              <a:gd name="connsiteX14" fmla="*/ 3747596 w 3748054"/>
              <a:gd name="connsiteY14" fmla="*/ 769958 h 4689596"/>
              <a:gd name="connsiteX15" fmla="*/ 3712068 w 3748054"/>
              <a:gd name="connsiteY15" fmla="*/ 1111429 h 4689596"/>
              <a:gd name="connsiteX16" fmla="*/ 3693780 w 3748054"/>
              <a:gd name="connsiteY16" fmla="*/ 1291356 h 4689596"/>
              <a:gd name="connsiteX17" fmla="*/ 3665872 w 3748054"/>
              <a:gd name="connsiteY17" fmla="*/ 1712838 h 4689596"/>
              <a:gd name="connsiteX18" fmla="*/ 3622056 w 3748054"/>
              <a:gd name="connsiteY18" fmla="*/ 2109935 h 4689596"/>
              <a:gd name="connsiteX19" fmla="*/ 3584203 w 3748054"/>
              <a:gd name="connsiteY19" fmla="*/ 2550383 h 4689596"/>
              <a:gd name="connsiteX20" fmla="*/ 3430115 w 3748054"/>
              <a:gd name="connsiteY20" fmla="*/ 2951547 h 4689596"/>
              <a:gd name="connsiteX21" fmla="*/ 3110707 w 3748054"/>
              <a:gd name="connsiteY21" fmla="*/ 3388060 h 4689596"/>
              <a:gd name="connsiteX22" fmla="*/ 2916166 w 3748054"/>
              <a:gd name="connsiteY22" fmla="*/ 3929491 h 4689596"/>
              <a:gd name="connsiteX23" fmla="*/ 2477412 w 3748054"/>
              <a:gd name="connsiteY23" fmla="*/ 4684323 h 4689596"/>
              <a:gd name="connsiteX24" fmla="*/ 1782360 w 3748054"/>
              <a:gd name="connsiteY24" fmla="*/ 4244272 h 4689596"/>
              <a:gd name="connsiteX25" fmla="*/ 1225471 w 3748054"/>
              <a:gd name="connsiteY25" fmla="*/ 3847295 h 4689596"/>
              <a:gd name="connsiteX26" fmla="*/ 1009730 w 3748054"/>
              <a:gd name="connsiteY26" fmla="*/ 3847295 h 4689596"/>
              <a:gd name="connsiteX27" fmla="*/ 557387 w 3748054"/>
              <a:gd name="connsiteY27" fmla="*/ 3738805 h 4689596"/>
              <a:gd name="connsiteX28" fmla="*/ 341646 w 3748054"/>
              <a:gd name="connsiteY28" fmla="*/ 3499823 h 4689596"/>
              <a:gd name="connsiteX29" fmla="*/ 156146 w 3748054"/>
              <a:gd name="connsiteY29" fmla="*/ 3255025 h 4689596"/>
              <a:gd name="connsiteX30" fmla="*/ 70 w 3748054"/>
              <a:gd name="connsiteY30" fmla="*/ 2849337 h 4689596"/>
              <a:gd name="connsiteX31" fmla="*/ 219631 w 3748054"/>
              <a:gd name="connsiteY31" fmla="*/ 2458014 h 4689596"/>
              <a:gd name="connsiteX32" fmla="*/ 603584 w 3748054"/>
              <a:gd name="connsiteY32" fmla="*/ 2238046 h 4689596"/>
              <a:gd name="connsiteX33" fmla="*/ 790464 w 3748054"/>
              <a:gd name="connsiteY33" fmla="*/ 2174514 h 4689596"/>
              <a:gd name="connsiteX34" fmla="*/ 996966 w 3748054"/>
              <a:gd name="connsiteY34" fmla="*/ 2053261 h 4689596"/>
              <a:gd name="connsiteX35" fmla="*/ 1061450 w 3748054"/>
              <a:gd name="connsiteY35" fmla="*/ 1901528 h 4689596"/>
              <a:gd name="connsiteX0" fmla="*/ 1061450 w 3748054"/>
              <a:gd name="connsiteY0" fmla="*/ 1901528 h 4689435"/>
              <a:gd name="connsiteX1" fmla="*/ 1082977 w 3748054"/>
              <a:gd name="connsiteY1" fmla="*/ 1748366 h 4689435"/>
              <a:gd name="connsiteX2" fmla="*/ 1069642 w 3748054"/>
              <a:gd name="connsiteY2" fmla="*/ 1556818 h 4689435"/>
              <a:gd name="connsiteX3" fmla="*/ 1106218 w 3748054"/>
              <a:gd name="connsiteY3" fmla="*/ 1444233 h 4689435"/>
              <a:gd name="connsiteX4" fmla="*/ 1246617 w 3748054"/>
              <a:gd name="connsiteY4" fmla="*/ 1303739 h 4689435"/>
              <a:gd name="connsiteX5" fmla="*/ 1481217 w 3748054"/>
              <a:gd name="connsiteY5" fmla="*/ 1116192 h 4689435"/>
              <a:gd name="connsiteX6" fmla="*/ 1765824 w 3748054"/>
              <a:gd name="connsiteY6" fmla="*/ 870923 h 4689435"/>
              <a:gd name="connsiteX7" fmla="*/ 1942704 w 3748054"/>
              <a:gd name="connsiteY7" fmla="*/ 614986 h 4689435"/>
              <a:gd name="connsiteX8" fmla="*/ 2161313 w 3748054"/>
              <a:gd name="connsiteY8" fmla="*/ 133697 h 4689435"/>
              <a:gd name="connsiteX9" fmla="*/ 2592615 w 3748054"/>
              <a:gd name="connsiteY9" fmla="*/ 173 h 4689435"/>
              <a:gd name="connsiteX10" fmla="*/ 2987025 w 3748054"/>
              <a:gd name="connsiteY10" fmla="*/ 151309 h 4689435"/>
              <a:gd name="connsiteX11" fmla="*/ 3297635 w 3748054"/>
              <a:gd name="connsiteY11" fmla="*/ 227319 h 4689435"/>
              <a:gd name="connsiteX12" fmla="*/ 3562049 w 3748054"/>
              <a:gd name="connsiteY12" fmla="*/ 359144 h 4689435"/>
              <a:gd name="connsiteX13" fmla="*/ 3672634 w 3748054"/>
              <a:gd name="connsiteY13" fmla="*/ 490971 h 4689435"/>
              <a:gd name="connsiteX14" fmla="*/ 3747596 w 3748054"/>
              <a:gd name="connsiteY14" fmla="*/ 769958 h 4689435"/>
              <a:gd name="connsiteX15" fmla="*/ 3712068 w 3748054"/>
              <a:gd name="connsiteY15" fmla="*/ 1111429 h 4689435"/>
              <a:gd name="connsiteX16" fmla="*/ 3693780 w 3748054"/>
              <a:gd name="connsiteY16" fmla="*/ 1291356 h 4689435"/>
              <a:gd name="connsiteX17" fmla="*/ 3665872 w 3748054"/>
              <a:gd name="connsiteY17" fmla="*/ 1712838 h 4689435"/>
              <a:gd name="connsiteX18" fmla="*/ 3622056 w 3748054"/>
              <a:gd name="connsiteY18" fmla="*/ 2109935 h 4689435"/>
              <a:gd name="connsiteX19" fmla="*/ 3584203 w 3748054"/>
              <a:gd name="connsiteY19" fmla="*/ 2550383 h 4689435"/>
              <a:gd name="connsiteX20" fmla="*/ 3430115 w 3748054"/>
              <a:gd name="connsiteY20" fmla="*/ 2951547 h 4689435"/>
              <a:gd name="connsiteX21" fmla="*/ 3110707 w 3748054"/>
              <a:gd name="connsiteY21" fmla="*/ 3388060 h 4689435"/>
              <a:gd name="connsiteX22" fmla="*/ 2916166 w 3748054"/>
              <a:gd name="connsiteY22" fmla="*/ 3929491 h 4689435"/>
              <a:gd name="connsiteX23" fmla="*/ 2477412 w 3748054"/>
              <a:gd name="connsiteY23" fmla="*/ 4684323 h 4689435"/>
              <a:gd name="connsiteX24" fmla="*/ 1782360 w 3748054"/>
              <a:gd name="connsiteY24" fmla="*/ 4244272 h 4689435"/>
              <a:gd name="connsiteX25" fmla="*/ 1384429 w 3748054"/>
              <a:gd name="connsiteY25" fmla="*/ 3923396 h 4689435"/>
              <a:gd name="connsiteX26" fmla="*/ 1009730 w 3748054"/>
              <a:gd name="connsiteY26" fmla="*/ 3847295 h 4689435"/>
              <a:gd name="connsiteX27" fmla="*/ 557387 w 3748054"/>
              <a:gd name="connsiteY27" fmla="*/ 3738805 h 4689435"/>
              <a:gd name="connsiteX28" fmla="*/ 341646 w 3748054"/>
              <a:gd name="connsiteY28" fmla="*/ 3499823 h 4689435"/>
              <a:gd name="connsiteX29" fmla="*/ 156146 w 3748054"/>
              <a:gd name="connsiteY29" fmla="*/ 3255025 h 4689435"/>
              <a:gd name="connsiteX30" fmla="*/ 70 w 3748054"/>
              <a:gd name="connsiteY30" fmla="*/ 2849337 h 4689435"/>
              <a:gd name="connsiteX31" fmla="*/ 219631 w 3748054"/>
              <a:gd name="connsiteY31" fmla="*/ 2458014 h 4689435"/>
              <a:gd name="connsiteX32" fmla="*/ 603584 w 3748054"/>
              <a:gd name="connsiteY32" fmla="*/ 2238046 h 4689435"/>
              <a:gd name="connsiteX33" fmla="*/ 790464 w 3748054"/>
              <a:gd name="connsiteY33" fmla="*/ 2174514 h 4689435"/>
              <a:gd name="connsiteX34" fmla="*/ 996966 w 3748054"/>
              <a:gd name="connsiteY34" fmla="*/ 2053261 h 4689435"/>
              <a:gd name="connsiteX35" fmla="*/ 1061450 w 3748054"/>
              <a:gd name="connsiteY35" fmla="*/ 1901528 h 4689435"/>
              <a:gd name="connsiteX0" fmla="*/ 1173063 w 3859667"/>
              <a:gd name="connsiteY0" fmla="*/ 1901528 h 4689435"/>
              <a:gd name="connsiteX1" fmla="*/ 1194590 w 3859667"/>
              <a:gd name="connsiteY1" fmla="*/ 1748366 h 4689435"/>
              <a:gd name="connsiteX2" fmla="*/ 1181255 w 3859667"/>
              <a:gd name="connsiteY2" fmla="*/ 1556818 h 4689435"/>
              <a:gd name="connsiteX3" fmla="*/ 1217831 w 3859667"/>
              <a:gd name="connsiteY3" fmla="*/ 1444233 h 4689435"/>
              <a:gd name="connsiteX4" fmla="*/ 1358230 w 3859667"/>
              <a:gd name="connsiteY4" fmla="*/ 1303739 h 4689435"/>
              <a:gd name="connsiteX5" fmla="*/ 1592830 w 3859667"/>
              <a:gd name="connsiteY5" fmla="*/ 1116192 h 4689435"/>
              <a:gd name="connsiteX6" fmla="*/ 1877437 w 3859667"/>
              <a:gd name="connsiteY6" fmla="*/ 870923 h 4689435"/>
              <a:gd name="connsiteX7" fmla="*/ 2054317 w 3859667"/>
              <a:gd name="connsiteY7" fmla="*/ 614986 h 4689435"/>
              <a:gd name="connsiteX8" fmla="*/ 2272926 w 3859667"/>
              <a:gd name="connsiteY8" fmla="*/ 133697 h 4689435"/>
              <a:gd name="connsiteX9" fmla="*/ 2704228 w 3859667"/>
              <a:gd name="connsiteY9" fmla="*/ 173 h 4689435"/>
              <a:gd name="connsiteX10" fmla="*/ 3098638 w 3859667"/>
              <a:gd name="connsiteY10" fmla="*/ 151309 h 4689435"/>
              <a:gd name="connsiteX11" fmla="*/ 3409248 w 3859667"/>
              <a:gd name="connsiteY11" fmla="*/ 227319 h 4689435"/>
              <a:gd name="connsiteX12" fmla="*/ 3673662 w 3859667"/>
              <a:gd name="connsiteY12" fmla="*/ 359144 h 4689435"/>
              <a:gd name="connsiteX13" fmla="*/ 3784247 w 3859667"/>
              <a:gd name="connsiteY13" fmla="*/ 490971 h 4689435"/>
              <a:gd name="connsiteX14" fmla="*/ 3859209 w 3859667"/>
              <a:gd name="connsiteY14" fmla="*/ 769958 h 4689435"/>
              <a:gd name="connsiteX15" fmla="*/ 3823681 w 3859667"/>
              <a:gd name="connsiteY15" fmla="*/ 1111429 h 4689435"/>
              <a:gd name="connsiteX16" fmla="*/ 3805393 w 3859667"/>
              <a:gd name="connsiteY16" fmla="*/ 1291356 h 4689435"/>
              <a:gd name="connsiteX17" fmla="*/ 3777485 w 3859667"/>
              <a:gd name="connsiteY17" fmla="*/ 1712838 h 4689435"/>
              <a:gd name="connsiteX18" fmla="*/ 3733669 w 3859667"/>
              <a:gd name="connsiteY18" fmla="*/ 2109935 h 4689435"/>
              <a:gd name="connsiteX19" fmla="*/ 3695816 w 3859667"/>
              <a:gd name="connsiteY19" fmla="*/ 2550383 h 4689435"/>
              <a:gd name="connsiteX20" fmla="*/ 3541728 w 3859667"/>
              <a:gd name="connsiteY20" fmla="*/ 2951547 h 4689435"/>
              <a:gd name="connsiteX21" fmla="*/ 3222320 w 3859667"/>
              <a:gd name="connsiteY21" fmla="*/ 3388060 h 4689435"/>
              <a:gd name="connsiteX22" fmla="*/ 3027779 w 3859667"/>
              <a:gd name="connsiteY22" fmla="*/ 3929491 h 4689435"/>
              <a:gd name="connsiteX23" fmla="*/ 2589025 w 3859667"/>
              <a:gd name="connsiteY23" fmla="*/ 4684323 h 4689435"/>
              <a:gd name="connsiteX24" fmla="*/ 1893973 w 3859667"/>
              <a:gd name="connsiteY24" fmla="*/ 4244272 h 4689435"/>
              <a:gd name="connsiteX25" fmla="*/ 1496042 w 3859667"/>
              <a:gd name="connsiteY25" fmla="*/ 3923396 h 4689435"/>
              <a:gd name="connsiteX26" fmla="*/ 1121343 w 3859667"/>
              <a:gd name="connsiteY26" fmla="*/ 3847295 h 4689435"/>
              <a:gd name="connsiteX27" fmla="*/ 669000 w 3859667"/>
              <a:gd name="connsiteY27" fmla="*/ 3738805 h 4689435"/>
              <a:gd name="connsiteX28" fmla="*/ 453259 w 3859667"/>
              <a:gd name="connsiteY28" fmla="*/ 3499823 h 4689435"/>
              <a:gd name="connsiteX29" fmla="*/ 267759 w 3859667"/>
              <a:gd name="connsiteY29" fmla="*/ 3255025 h 4689435"/>
              <a:gd name="connsiteX30" fmla="*/ 37 w 3859667"/>
              <a:gd name="connsiteY30" fmla="*/ 2870497 h 4689435"/>
              <a:gd name="connsiteX31" fmla="*/ 331244 w 3859667"/>
              <a:gd name="connsiteY31" fmla="*/ 2458014 h 4689435"/>
              <a:gd name="connsiteX32" fmla="*/ 715197 w 3859667"/>
              <a:gd name="connsiteY32" fmla="*/ 2238046 h 4689435"/>
              <a:gd name="connsiteX33" fmla="*/ 902077 w 3859667"/>
              <a:gd name="connsiteY33" fmla="*/ 2174514 h 4689435"/>
              <a:gd name="connsiteX34" fmla="*/ 1108579 w 3859667"/>
              <a:gd name="connsiteY34" fmla="*/ 2053261 h 4689435"/>
              <a:gd name="connsiteX35" fmla="*/ 1173063 w 3859667"/>
              <a:gd name="connsiteY35" fmla="*/ 1901528 h 4689435"/>
              <a:gd name="connsiteX0" fmla="*/ 1173063 w 3859667"/>
              <a:gd name="connsiteY0" fmla="*/ 1901528 h 4689435"/>
              <a:gd name="connsiteX1" fmla="*/ 1194590 w 3859667"/>
              <a:gd name="connsiteY1" fmla="*/ 1748366 h 4689435"/>
              <a:gd name="connsiteX2" fmla="*/ 1181255 w 3859667"/>
              <a:gd name="connsiteY2" fmla="*/ 1556818 h 4689435"/>
              <a:gd name="connsiteX3" fmla="*/ 1217831 w 3859667"/>
              <a:gd name="connsiteY3" fmla="*/ 1444233 h 4689435"/>
              <a:gd name="connsiteX4" fmla="*/ 1358230 w 3859667"/>
              <a:gd name="connsiteY4" fmla="*/ 1303739 h 4689435"/>
              <a:gd name="connsiteX5" fmla="*/ 1592830 w 3859667"/>
              <a:gd name="connsiteY5" fmla="*/ 1116192 h 4689435"/>
              <a:gd name="connsiteX6" fmla="*/ 1877437 w 3859667"/>
              <a:gd name="connsiteY6" fmla="*/ 870923 h 4689435"/>
              <a:gd name="connsiteX7" fmla="*/ 2054317 w 3859667"/>
              <a:gd name="connsiteY7" fmla="*/ 614986 h 4689435"/>
              <a:gd name="connsiteX8" fmla="*/ 2272926 w 3859667"/>
              <a:gd name="connsiteY8" fmla="*/ 133697 h 4689435"/>
              <a:gd name="connsiteX9" fmla="*/ 2704228 w 3859667"/>
              <a:gd name="connsiteY9" fmla="*/ 173 h 4689435"/>
              <a:gd name="connsiteX10" fmla="*/ 3098638 w 3859667"/>
              <a:gd name="connsiteY10" fmla="*/ 151309 h 4689435"/>
              <a:gd name="connsiteX11" fmla="*/ 3409248 w 3859667"/>
              <a:gd name="connsiteY11" fmla="*/ 227319 h 4689435"/>
              <a:gd name="connsiteX12" fmla="*/ 3673662 w 3859667"/>
              <a:gd name="connsiteY12" fmla="*/ 359144 h 4689435"/>
              <a:gd name="connsiteX13" fmla="*/ 3784247 w 3859667"/>
              <a:gd name="connsiteY13" fmla="*/ 490971 h 4689435"/>
              <a:gd name="connsiteX14" fmla="*/ 3859209 w 3859667"/>
              <a:gd name="connsiteY14" fmla="*/ 769958 h 4689435"/>
              <a:gd name="connsiteX15" fmla="*/ 3823681 w 3859667"/>
              <a:gd name="connsiteY15" fmla="*/ 1111429 h 4689435"/>
              <a:gd name="connsiteX16" fmla="*/ 3805393 w 3859667"/>
              <a:gd name="connsiteY16" fmla="*/ 1291356 h 4689435"/>
              <a:gd name="connsiteX17" fmla="*/ 3777485 w 3859667"/>
              <a:gd name="connsiteY17" fmla="*/ 1712838 h 4689435"/>
              <a:gd name="connsiteX18" fmla="*/ 3733669 w 3859667"/>
              <a:gd name="connsiteY18" fmla="*/ 2109935 h 4689435"/>
              <a:gd name="connsiteX19" fmla="*/ 3695816 w 3859667"/>
              <a:gd name="connsiteY19" fmla="*/ 2550383 h 4689435"/>
              <a:gd name="connsiteX20" fmla="*/ 3541728 w 3859667"/>
              <a:gd name="connsiteY20" fmla="*/ 2951547 h 4689435"/>
              <a:gd name="connsiteX21" fmla="*/ 3222320 w 3859667"/>
              <a:gd name="connsiteY21" fmla="*/ 3388060 h 4689435"/>
              <a:gd name="connsiteX22" fmla="*/ 3027779 w 3859667"/>
              <a:gd name="connsiteY22" fmla="*/ 3929491 h 4689435"/>
              <a:gd name="connsiteX23" fmla="*/ 2589025 w 3859667"/>
              <a:gd name="connsiteY23" fmla="*/ 4684323 h 4689435"/>
              <a:gd name="connsiteX24" fmla="*/ 1893973 w 3859667"/>
              <a:gd name="connsiteY24" fmla="*/ 4244272 h 4689435"/>
              <a:gd name="connsiteX25" fmla="*/ 1496042 w 3859667"/>
              <a:gd name="connsiteY25" fmla="*/ 3923396 h 4689435"/>
              <a:gd name="connsiteX26" fmla="*/ 1121343 w 3859667"/>
              <a:gd name="connsiteY26" fmla="*/ 3847295 h 4689435"/>
              <a:gd name="connsiteX27" fmla="*/ 620594 w 3859667"/>
              <a:gd name="connsiteY27" fmla="*/ 3776901 h 4689435"/>
              <a:gd name="connsiteX28" fmla="*/ 453259 w 3859667"/>
              <a:gd name="connsiteY28" fmla="*/ 3499823 h 4689435"/>
              <a:gd name="connsiteX29" fmla="*/ 267759 w 3859667"/>
              <a:gd name="connsiteY29" fmla="*/ 3255025 h 4689435"/>
              <a:gd name="connsiteX30" fmla="*/ 37 w 3859667"/>
              <a:gd name="connsiteY30" fmla="*/ 2870497 h 4689435"/>
              <a:gd name="connsiteX31" fmla="*/ 331244 w 3859667"/>
              <a:gd name="connsiteY31" fmla="*/ 2458014 h 4689435"/>
              <a:gd name="connsiteX32" fmla="*/ 715197 w 3859667"/>
              <a:gd name="connsiteY32" fmla="*/ 2238046 h 4689435"/>
              <a:gd name="connsiteX33" fmla="*/ 902077 w 3859667"/>
              <a:gd name="connsiteY33" fmla="*/ 2174514 h 4689435"/>
              <a:gd name="connsiteX34" fmla="*/ 1108579 w 3859667"/>
              <a:gd name="connsiteY34" fmla="*/ 2053261 h 4689435"/>
              <a:gd name="connsiteX35" fmla="*/ 1173063 w 3859667"/>
              <a:gd name="connsiteY35" fmla="*/ 1901528 h 4689435"/>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673662 w 3859667"/>
              <a:gd name="connsiteY12" fmla="*/ 359144 h 4816979"/>
              <a:gd name="connsiteX13" fmla="*/ 3784247 w 3859667"/>
              <a:gd name="connsiteY13" fmla="*/ 490971 h 4816979"/>
              <a:gd name="connsiteX14" fmla="*/ 3859209 w 3859667"/>
              <a:gd name="connsiteY14" fmla="*/ 769958 h 4816979"/>
              <a:gd name="connsiteX15" fmla="*/ 3823681 w 3859667"/>
              <a:gd name="connsiteY15" fmla="*/ 1111429 h 4816979"/>
              <a:gd name="connsiteX16" fmla="*/ 3805393 w 3859667"/>
              <a:gd name="connsiteY16" fmla="*/ 1291356 h 4816979"/>
              <a:gd name="connsiteX17" fmla="*/ 3777485 w 3859667"/>
              <a:gd name="connsiteY17" fmla="*/ 1712838 h 4816979"/>
              <a:gd name="connsiteX18" fmla="*/ 3733669 w 3859667"/>
              <a:gd name="connsiteY18" fmla="*/ 2109935 h 4816979"/>
              <a:gd name="connsiteX19" fmla="*/ 3695816 w 3859667"/>
              <a:gd name="connsiteY19" fmla="*/ 2550383 h 4816979"/>
              <a:gd name="connsiteX20" fmla="*/ 3541728 w 3859667"/>
              <a:gd name="connsiteY20" fmla="*/ 2951547 h 4816979"/>
              <a:gd name="connsiteX21" fmla="*/ 3222320 w 3859667"/>
              <a:gd name="connsiteY21" fmla="*/ 3388060 h 4816979"/>
              <a:gd name="connsiteX22" fmla="*/ 3027779 w 3859667"/>
              <a:gd name="connsiteY22" fmla="*/ 3929491 h 4816979"/>
              <a:gd name="connsiteX23" fmla="*/ 2638459 w 3859667"/>
              <a:gd name="connsiteY23" fmla="*/ 4812937 h 4816979"/>
              <a:gd name="connsiteX24" fmla="*/ 1893973 w 3859667"/>
              <a:gd name="connsiteY24" fmla="*/ 4244272 h 4816979"/>
              <a:gd name="connsiteX25" fmla="*/ 1496042 w 3859667"/>
              <a:gd name="connsiteY25" fmla="*/ 3923396 h 4816979"/>
              <a:gd name="connsiteX26" fmla="*/ 1121343 w 3859667"/>
              <a:gd name="connsiteY26" fmla="*/ 3847295 h 4816979"/>
              <a:gd name="connsiteX27" fmla="*/ 620594 w 3859667"/>
              <a:gd name="connsiteY27" fmla="*/ 3776901 h 4816979"/>
              <a:gd name="connsiteX28" fmla="*/ 453259 w 3859667"/>
              <a:gd name="connsiteY28" fmla="*/ 3499823 h 4816979"/>
              <a:gd name="connsiteX29" fmla="*/ 267759 w 3859667"/>
              <a:gd name="connsiteY29" fmla="*/ 3255025 h 4816979"/>
              <a:gd name="connsiteX30" fmla="*/ 37 w 3859667"/>
              <a:gd name="connsiteY30" fmla="*/ 2870497 h 4816979"/>
              <a:gd name="connsiteX31" fmla="*/ 331244 w 3859667"/>
              <a:gd name="connsiteY31" fmla="*/ 2458014 h 4816979"/>
              <a:gd name="connsiteX32" fmla="*/ 715197 w 3859667"/>
              <a:gd name="connsiteY32" fmla="*/ 2238046 h 4816979"/>
              <a:gd name="connsiteX33" fmla="*/ 902077 w 3859667"/>
              <a:gd name="connsiteY33" fmla="*/ 2174514 h 4816979"/>
              <a:gd name="connsiteX34" fmla="*/ 1108579 w 3859667"/>
              <a:gd name="connsiteY34" fmla="*/ 2053261 h 4816979"/>
              <a:gd name="connsiteX35" fmla="*/ 1173063 w 3859667"/>
              <a:gd name="connsiteY35" fmla="*/ 1901528 h 4816979"/>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673662 w 3859667"/>
              <a:gd name="connsiteY12" fmla="*/ 359144 h 4816979"/>
              <a:gd name="connsiteX13" fmla="*/ 3859209 w 3859667"/>
              <a:gd name="connsiteY13" fmla="*/ 769958 h 4816979"/>
              <a:gd name="connsiteX14" fmla="*/ 3823681 w 3859667"/>
              <a:gd name="connsiteY14" fmla="*/ 1111429 h 4816979"/>
              <a:gd name="connsiteX15" fmla="*/ 3805393 w 3859667"/>
              <a:gd name="connsiteY15" fmla="*/ 1291356 h 4816979"/>
              <a:gd name="connsiteX16" fmla="*/ 3777485 w 3859667"/>
              <a:gd name="connsiteY16" fmla="*/ 1712838 h 4816979"/>
              <a:gd name="connsiteX17" fmla="*/ 3733669 w 3859667"/>
              <a:gd name="connsiteY17" fmla="*/ 2109935 h 4816979"/>
              <a:gd name="connsiteX18" fmla="*/ 3695816 w 3859667"/>
              <a:gd name="connsiteY18" fmla="*/ 2550383 h 4816979"/>
              <a:gd name="connsiteX19" fmla="*/ 3541728 w 3859667"/>
              <a:gd name="connsiteY19" fmla="*/ 2951547 h 4816979"/>
              <a:gd name="connsiteX20" fmla="*/ 3222320 w 3859667"/>
              <a:gd name="connsiteY20" fmla="*/ 3388060 h 4816979"/>
              <a:gd name="connsiteX21" fmla="*/ 3027779 w 3859667"/>
              <a:gd name="connsiteY21" fmla="*/ 3929491 h 4816979"/>
              <a:gd name="connsiteX22" fmla="*/ 2638459 w 3859667"/>
              <a:gd name="connsiteY22" fmla="*/ 4812937 h 4816979"/>
              <a:gd name="connsiteX23" fmla="*/ 1893973 w 3859667"/>
              <a:gd name="connsiteY23" fmla="*/ 4244272 h 4816979"/>
              <a:gd name="connsiteX24" fmla="*/ 1496042 w 3859667"/>
              <a:gd name="connsiteY24" fmla="*/ 3923396 h 4816979"/>
              <a:gd name="connsiteX25" fmla="*/ 1121343 w 3859667"/>
              <a:gd name="connsiteY25" fmla="*/ 3847295 h 4816979"/>
              <a:gd name="connsiteX26" fmla="*/ 620594 w 3859667"/>
              <a:gd name="connsiteY26" fmla="*/ 3776901 h 4816979"/>
              <a:gd name="connsiteX27" fmla="*/ 453259 w 3859667"/>
              <a:gd name="connsiteY27" fmla="*/ 3499823 h 4816979"/>
              <a:gd name="connsiteX28" fmla="*/ 267759 w 3859667"/>
              <a:gd name="connsiteY28" fmla="*/ 3255025 h 4816979"/>
              <a:gd name="connsiteX29" fmla="*/ 37 w 3859667"/>
              <a:gd name="connsiteY29" fmla="*/ 2870497 h 4816979"/>
              <a:gd name="connsiteX30" fmla="*/ 331244 w 3859667"/>
              <a:gd name="connsiteY30" fmla="*/ 2458014 h 4816979"/>
              <a:gd name="connsiteX31" fmla="*/ 715197 w 3859667"/>
              <a:gd name="connsiteY31" fmla="*/ 2238046 h 4816979"/>
              <a:gd name="connsiteX32" fmla="*/ 902077 w 3859667"/>
              <a:gd name="connsiteY32" fmla="*/ 2174514 h 4816979"/>
              <a:gd name="connsiteX33" fmla="*/ 1108579 w 3859667"/>
              <a:gd name="connsiteY33" fmla="*/ 2053261 h 4816979"/>
              <a:gd name="connsiteX34" fmla="*/ 1173063 w 3859667"/>
              <a:gd name="connsiteY34" fmla="*/ 1901528 h 4816979"/>
              <a:gd name="connsiteX0" fmla="*/ 1173063 w 3859667"/>
              <a:gd name="connsiteY0" fmla="*/ 1901528 h 4816979"/>
              <a:gd name="connsiteX1" fmla="*/ 1194590 w 3859667"/>
              <a:gd name="connsiteY1" fmla="*/ 1748366 h 4816979"/>
              <a:gd name="connsiteX2" fmla="*/ 1181255 w 3859667"/>
              <a:gd name="connsiteY2" fmla="*/ 1556818 h 4816979"/>
              <a:gd name="connsiteX3" fmla="*/ 1217831 w 3859667"/>
              <a:gd name="connsiteY3" fmla="*/ 1444233 h 4816979"/>
              <a:gd name="connsiteX4" fmla="*/ 1358230 w 3859667"/>
              <a:gd name="connsiteY4" fmla="*/ 1303739 h 4816979"/>
              <a:gd name="connsiteX5" fmla="*/ 1592830 w 3859667"/>
              <a:gd name="connsiteY5" fmla="*/ 1116192 h 4816979"/>
              <a:gd name="connsiteX6" fmla="*/ 1877437 w 3859667"/>
              <a:gd name="connsiteY6" fmla="*/ 870923 h 4816979"/>
              <a:gd name="connsiteX7" fmla="*/ 2054317 w 3859667"/>
              <a:gd name="connsiteY7" fmla="*/ 614986 h 4816979"/>
              <a:gd name="connsiteX8" fmla="*/ 2272926 w 3859667"/>
              <a:gd name="connsiteY8" fmla="*/ 133697 h 4816979"/>
              <a:gd name="connsiteX9" fmla="*/ 2704228 w 3859667"/>
              <a:gd name="connsiteY9" fmla="*/ 173 h 4816979"/>
              <a:gd name="connsiteX10" fmla="*/ 3098638 w 3859667"/>
              <a:gd name="connsiteY10" fmla="*/ 151309 h 4816979"/>
              <a:gd name="connsiteX11" fmla="*/ 3409248 w 3859667"/>
              <a:gd name="connsiteY11" fmla="*/ 227319 h 4816979"/>
              <a:gd name="connsiteX12" fmla="*/ 3808470 w 3859667"/>
              <a:gd name="connsiteY12" fmla="*/ 327169 h 4816979"/>
              <a:gd name="connsiteX13" fmla="*/ 3859209 w 3859667"/>
              <a:gd name="connsiteY13" fmla="*/ 769958 h 4816979"/>
              <a:gd name="connsiteX14" fmla="*/ 3823681 w 3859667"/>
              <a:gd name="connsiteY14" fmla="*/ 1111429 h 4816979"/>
              <a:gd name="connsiteX15" fmla="*/ 3805393 w 3859667"/>
              <a:gd name="connsiteY15" fmla="*/ 1291356 h 4816979"/>
              <a:gd name="connsiteX16" fmla="*/ 3777485 w 3859667"/>
              <a:gd name="connsiteY16" fmla="*/ 1712838 h 4816979"/>
              <a:gd name="connsiteX17" fmla="*/ 3733669 w 3859667"/>
              <a:gd name="connsiteY17" fmla="*/ 2109935 h 4816979"/>
              <a:gd name="connsiteX18" fmla="*/ 3695816 w 3859667"/>
              <a:gd name="connsiteY18" fmla="*/ 2550383 h 4816979"/>
              <a:gd name="connsiteX19" fmla="*/ 3541728 w 3859667"/>
              <a:gd name="connsiteY19" fmla="*/ 2951547 h 4816979"/>
              <a:gd name="connsiteX20" fmla="*/ 3222320 w 3859667"/>
              <a:gd name="connsiteY20" fmla="*/ 3388060 h 4816979"/>
              <a:gd name="connsiteX21" fmla="*/ 3027779 w 3859667"/>
              <a:gd name="connsiteY21" fmla="*/ 3929491 h 4816979"/>
              <a:gd name="connsiteX22" fmla="*/ 2638459 w 3859667"/>
              <a:gd name="connsiteY22" fmla="*/ 4812937 h 4816979"/>
              <a:gd name="connsiteX23" fmla="*/ 1893973 w 3859667"/>
              <a:gd name="connsiteY23" fmla="*/ 4244272 h 4816979"/>
              <a:gd name="connsiteX24" fmla="*/ 1496042 w 3859667"/>
              <a:gd name="connsiteY24" fmla="*/ 3923396 h 4816979"/>
              <a:gd name="connsiteX25" fmla="*/ 1121343 w 3859667"/>
              <a:gd name="connsiteY25" fmla="*/ 3847295 h 4816979"/>
              <a:gd name="connsiteX26" fmla="*/ 620594 w 3859667"/>
              <a:gd name="connsiteY26" fmla="*/ 3776901 h 4816979"/>
              <a:gd name="connsiteX27" fmla="*/ 453259 w 3859667"/>
              <a:gd name="connsiteY27" fmla="*/ 3499823 h 4816979"/>
              <a:gd name="connsiteX28" fmla="*/ 267759 w 3859667"/>
              <a:gd name="connsiteY28" fmla="*/ 3255025 h 4816979"/>
              <a:gd name="connsiteX29" fmla="*/ 37 w 3859667"/>
              <a:gd name="connsiteY29" fmla="*/ 2870497 h 4816979"/>
              <a:gd name="connsiteX30" fmla="*/ 331244 w 3859667"/>
              <a:gd name="connsiteY30" fmla="*/ 2458014 h 4816979"/>
              <a:gd name="connsiteX31" fmla="*/ 715197 w 3859667"/>
              <a:gd name="connsiteY31" fmla="*/ 2238046 h 4816979"/>
              <a:gd name="connsiteX32" fmla="*/ 902077 w 3859667"/>
              <a:gd name="connsiteY32" fmla="*/ 2174514 h 4816979"/>
              <a:gd name="connsiteX33" fmla="*/ 1108579 w 3859667"/>
              <a:gd name="connsiteY33" fmla="*/ 2053261 h 4816979"/>
              <a:gd name="connsiteX34" fmla="*/ 1173063 w 3859667"/>
              <a:gd name="connsiteY34" fmla="*/ 1901528 h 4816979"/>
              <a:gd name="connsiteX0" fmla="*/ 1173063 w 3929594"/>
              <a:gd name="connsiteY0" fmla="*/ 1901528 h 4816979"/>
              <a:gd name="connsiteX1" fmla="*/ 1194590 w 3929594"/>
              <a:gd name="connsiteY1" fmla="*/ 1748366 h 4816979"/>
              <a:gd name="connsiteX2" fmla="*/ 1181255 w 3929594"/>
              <a:gd name="connsiteY2" fmla="*/ 1556818 h 4816979"/>
              <a:gd name="connsiteX3" fmla="*/ 1217831 w 3929594"/>
              <a:gd name="connsiteY3" fmla="*/ 1444233 h 4816979"/>
              <a:gd name="connsiteX4" fmla="*/ 1358230 w 3929594"/>
              <a:gd name="connsiteY4" fmla="*/ 1303739 h 4816979"/>
              <a:gd name="connsiteX5" fmla="*/ 1592830 w 3929594"/>
              <a:gd name="connsiteY5" fmla="*/ 1116192 h 4816979"/>
              <a:gd name="connsiteX6" fmla="*/ 1877437 w 3929594"/>
              <a:gd name="connsiteY6" fmla="*/ 870923 h 4816979"/>
              <a:gd name="connsiteX7" fmla="*/ 2054317 w 3929594"/>
              <a:gd name="connsiteY7" fmla="*/ 614986 h 4816979"/>
              <a:gd name="connsiteX8" fmla="*/ 2272926 w 3929594"/>
              <a:gd name="connsiteY8" fmla="*/ 133697 h 4816979"/>
              <a:gd name="connsiteX9" fmla="*/ 2704228 w 3929594"/>
              <a:gd name="connsiteY9" fmla="*/ 173 h 4816979"/>
              <a:gd name="connsiteX10" fmla="*/ 3098638 w 3929594"/>
              <a:gd name="connsiteY10" fmla="*/ 151309 h 4816979"/>
              <a:gd name="connsiteX11" fmla="*/ 3409248 w 3929594"/>
              <a:gd name="connsiteY11" fmla="*/ 227319 h 4816979"/>
              <a:gd name="connsiteX12" fmla="*/ 3808470 w 3929594"/>
              <a:gd name="connsiteY12" fmla="*/ 327169 h 4816979"/>
              <a:gd name="connsiteX13" fmla="*/ 3929465 w 3929594"/>
              <a:gd name="connsiteY13" fmla="*/ 733962 h 4816979"/>
              <a:gd name="connsiteX14" fmla="*/ 3823681 w 3929594"/>
              <a:gd name="connsiteY14" fmla="*/ 1111429 h 4816979"/>
              <a:gd name="connsiteX15" fmla="*/ 3805393 w 3929594"/>
              <a:gd name="connsiteY15" fmla="*/ 1291356 h 4816979"/>
              <a:gd name="connsiteX16" fmla="*/ 3777485 w 3929594"/>
              <a:gd name="connsiteY16" fmla="*/ 1712838 h 4816979"/>
              <a:gd name="connsiteX17" fmla="*/ 3733669 w 3929594"/>
              <a:gd name="connsiteY17" fmla="*/ 2109935 h 4816979"/>
              <a:gd name="connsiteX18" fmla="*/ 3695816 w 3929594"/>
              <a:gd name="connsiteY18" fmla="*/ 2550383 h 4816979"/>
              <a:gd name="connsiteX19" fmla="*/ 3541728 w 3929594"/>
              <a:gd name="connsiteY19" fmla="*/ 2951547 h 4816979"/>
              <a:gd name="connsiteX20" fmla="*/ 3222320 w 3929594"/>
              <a:gd name="connsiteY20" fmla="*/ 3388060 h 4816979"/>
              <a:gd name="connsiteX21" fmla="*/ 3027779 w 3929594"/>
              <a:gd name="connsiteY21" fmla="*/ 3929491 h 4816979"/>
              <a:gd name="connsiteX22" fmla="*/ 2638459 w 3929594"/>
              <a:gd name="connsiteY22" fmla="*/ 4812937 h 4816979"/>
              <a:gd name="connsiteX23" fmla="*/ 1893973 w 3929594"/>
              <a:gd name="connsiteY23" fmla="*/ 4244272 h 4816979"/>
              <a:gd name="connsiteX24" fmla="*/ 1496042 w 3929594"/>
              <a:gd name="connsiteY24" fmla="*/ 3923396 h 4816979"/>
              <a:gd name="connsiteX25" fmla="*/ 1121343 w 3929594"/>
              <a:gd name="connsiteY25" fmla="*/ 3847295 h 4816979"/>
              <a:gd name="connsiteX26" fmla="*/ 620594 w 3929594"/>
              <a:gd name="connsiteY26" fmla="*/ 3776901 h 4816979"/>
              <a:gd name="connsiteX27" fmla="*/ 453259 w 3929594"/>
              <a:gd name="connsiteY27" fmla="*/ 3499823 h 4816979"/>
              <a:gd name="connsiteX28" fmla="*/ 267759 w 3929594"/>
              <a:gd name="connsiteY28" fmla="*/ 3255025 h 4816979"/>
              <a:gd name="connsiteX29" fmla="*/ 37 w 3929594"/>
              <a:gd name="connsiteY29" fmla="*/ 2870497 h 4816979"/>
              <a:gd name="connsiteX30" fmla="*/ 331244 w 3929594"/>
              <a:gd name="connsiteY30" fmla="*/ 2458014 h 4816979"/>
              <a:gd name="connsiteX31" fmla="*/ 715197 w 3929594"/>
              <a:gd name="connsiteY31" fmla="*/ 2238046 h 4816979"/>
              <a:gd name="connsiteX32" fmla="*/ 902077 w 3929594"/>
              <a:gd name="connsiteY32" fmla="*/ 2174514 h 4816979"/>
              <a:gd name="connsiteX33" fmla="*/ 1108579 w 3929594"/>
              <a:gd name="connsiteY33" fmla="*/ 2053261 h 4816979"/>
              <a:gd name="connsiteX34" fmla="*/ 1173063 w 3929594"/>
              <a:gd name="connsiteY34" fmla="*/ 1901528 h 4816979"/>
              <a:gd name="connsiteX0" fmla="*/ 1173063 w 3929594"/>
              <a:gd name="connsiteY0" fmla="*/ 1901528 h 4816979"/>
              <a:gd name="connsiteX1" fmla="*/ 1181255 w 3929594"/>
              <a:gd name="connsiteY1" fmla="*/ 1556818 h 4816979"/>
              <a:gd name="connsiteX2" fmla="*/ 1217831 w 3929594"/>
              <a:gd name="connsiteY2" fmla="*/ 1444233 h 4816979"/>
              <a:gd name="connsiteX3" fmla="*/ 1358230 w 3929594"/>
              <a:gd name="connsiteY3" fmla="*/ 1303739 h 4816979"/>
              <a:gd name="connsiteX4" fmla="*/ 1592830 w 3929594"/>
              <a:gd name="connsiteY4" fmla="*/ 1116192 h 4816979"/>
              <a:gd name="connsiteX5" fmla="*/ 1877437 w 3929594"/>
              <a:gd name="connsiteY5" fmla="*/ 870923 h 4816979"/>
              <a:gd name="connsiteX6" fmla="*/ 2054317 w 3929594"/>
              <a:gd name="connsiteY6" fmla="*/ 614986 h 4816979"/>
              <a:gd name="connsiteX7" fmla="*/ 2272926 w 3929594"/>
              <a:gd name="connsiteY7" fmla="*/ 133697 h 4816979"/>
              <a:gd name="connsiteX8" fmla="*/ 2704228 w 3929594"/>
              <a:gd name="connsiteY8" fmla="*/ 173 h 4816979"/>
              <a:gd name="connsiteX9" fmla="*/ 3098638 w 3929594"/>
              <a:gd name="connsiteY9" fmla="*/ 151309 h 4816979"/>
              <a:gd name="connsiteX10" fmla="*/ 3409248 w 3929594"/>
              <a:gd name="connsiteY10" fmla="*/ 227319 h 4816979"/>
              <a:gd name="connsiteX11" fmla="*/ 3808470 w 3929594"/>
              <a:gd name="connsiteY11" fmla="*/ 327169 h 4816979"/>
              <a:gd name="connsiteX12" fmla="*/ 3929465 w 3929594"/>
              <a:gd name="connsiteY12" fmla="*/ 733962 h 4816979"/>
              <a:gd name="connsiteX13" fmla="*/ 3823681 w 3929594"/>
              <a:gd name="connsiteY13" fmla="*/ 1111429 h 4816979"/>
              <a:gd name="connsiteX14" fmla="*/ 3805393 w 3929594"/>
              <a:gd name="connsiteY14" fmla="*/ 1291356 h 4816979"/>
              <a:gd name="connsiteX15" fmla="*/ 3777485 w 3929594"/>
              <a:gd name="connsiteY15" fmla="*/ 1712838 h 4816979"/>
              <a:gd name="connsiteX16" fmla="*/ 3733669 w 3929594"/>
              <a:gd name="connsiteY16" fmla="*/ 2109935 h 4816979"/>
              <a:gd name="connsiteX17" fmla="*/ 3695816 w 3929594"/>
              <a:gd name="connsiteY17" fmla="*/ 2550383 h 4816979"/>
              <a:gd name="connsiteX18" fmla="*/ 3541728 w 3929594"/>
              <a:gd name="connsiteY18" fmla="*/ 2951547 h 4816979"/>
              <a:gd name="connsiteX19" fmla="*/ 3222320 w 3929594"/>
              <a:gd name="connsiteY19" fmla="*/ 3388060 h 4816979"/>
              <a:gd name="connsiteX20" fmla="*/ 3027779 w 3929594"/>
              <a:gd name="connsiteY20" fmla="*/ 3929491 h 4816979"/>
              <a:gd name="connsiteX21" fmla="*/ 2638459 w 3929594"/>
              <a:gd name="connsiteY21" fmla="*/ 4812937 h 4816979"/>
              <a:gd name="connsiteX22" fmla="*/ 1893973 w 3929594"/>
              <a:gd name="connsiteY22" fmla="*/ 4244272 h 4816979"/>
              <a:gd name="connsiteX23" fmla="*/ 1496042 w 3929594"/>
              <a:gd name="connsiteY23" fmla="*/ 3923396 h 4816979"/>
              <a:gd name="connsiteX24" fmla="*/ 1121343 w 3929594"/>
              <a:gd name="connsiteY24" fmla="*/ 3847295 h 4816979"/>
              <a:gd name="connsiteX25" fmla="*/ 620594 w 3929594"/>
              <a:gd name="connsiteY25" fmla="*/ 3776901 h 4816979"/>
              <a:gd name="connsiteX26" fmla="*/ 453259 w 3929594"/>
              <a:gd name="connsiteY26" fmla="*/ 3499823 h 4816979"/>
              <a:gd name="connsiteX27" fmla="*/ 267759 w 3929594"/>
              <a:gd name="connsiteY27" fmla="*/ 3255025 h 4816979"/>
              <a:gd name="connsiteX28" fmla="*/ 37 w 3929594"/>
              <a:gd name="connsiteY28" fmla="*/ 2870497 h 4816979"/>
              <a:gd name="connsiteX29" fmla="*/ 331244 w 3929594"/>
              <a:gd name="connsiteY29" fmla="*/ 2458014 h 4816979"/>
              <a:gd name="connsiteX30" fmla="*/ 715197 w 3929594"/>
              <a:gd name="connsiteY30" fmla="*/ 2238046 h 4816979"/>
              <a:gd name="connsiteX31" fmla="*/ 902077 w 3929594"/>
              <a:gd name="connsiteY31" fmla="*/ 2174514 h 4816979"/>
              <a:gd name="connsiteX32" fmla="*/ 1108579 w 3929594"/>
              <a:gd name="connsiteY32" fmla="*/ 2053261 h 4816979"/>
              <a:gd name="connsiteX33" fmla="*/ 1173063 w 3929594"/>
              <a:gd name="connsiteY33" fmla="*/ 1901528 h 4816979"/>
              <a:gd name="connsiteX0" fmla="*/ 1173063 w 4239789"/>
              <a:gd name="connsiteY0" fmla="*/ 1901528 h 4816979"/>
              <a:gd name="connsiteX1" fmla="*/ 1181255 w 4239789"/>
              <a:gd name="connsiteY1" fmla="*/ 1556818 h 4816979"/>
              <a:gd name="connsiteX2" fmla="*/ 1217831 w 4239789"/>
              <a:gd name="connsiteY2" fmla="*/ 1444233 h 4816979"/>
              <a:gd name="connsiteX3" fmla="*/ 1358230 w 4239789"/>
              <a:gd name="connsiteY3" fmla="*/ 1303739 h 4816979"/>
              <a:gd name="connsiteX4" fmla="*/ 1592830 w 4239789"/>
              <a:gd name="connsiteY4" fmla="*/ 1116192 h 4816979"/>
              <a:gd name="connsiteX5" fmla="*/ 1877437 w 4239789"/>
              <a:gd name="connsiteY5" fmla="*/ 870923 h 4816979"/>
              <a:gd name="connsiteX6" fmla="*/ 2054317 w 4239789"/>
              <a:gd name="connsiteY6" fmla="*/ 614986 h 4816979"/>
              <a:gd name="connsiteX7" fmla="*/ 2272926 w 4239789"/>
              <a:gd name="connsiteY7" fmla="*/ 133697 h 4816979"/>
              <a:gd name="connsiteX8" fmla="*/ 2704228 w 4239789"/>
              <a:gd name="connsiteY8" fmla="*/ 173 h 4816979"/>
              <a:gd name="connsiteX9" fmla="*/ 3098638 w 4239789"/>
              <a:gd name="connsiteY9" fmla="*/ 151309 h 4816979"/>
              <a:gd name="connsiteX10" fmla="*/ 3409248 w 4239789"/>
              <a:gd name="connsiteY10" fmla="*/ 227319 h 4816979"/>
              <a:gd name="connsiteX11" fmla="*/ 3808470 w 4239789"/>
              <a:gd name="connsiteY11" fmla="*/ 327169 h 4816979"/>
              <a:gd name="connsiteX12" fmla="*/ 4239759 w 4239789"/>
              <a:gd name="connsiteY12" fmla="*/ 646358 h 4816979"/>
              <a:gd name="connsiteX13" fmla="*/ 3823681 w 4239789"/>
              <a:gd name="connsiteY13" fmla="*/ 1111429 h 4816979"/>
              <a:gd name="connsiteX14" fmla="*/ 3805393 w 4239789"/>
              <a:gd name="connsiteY14" fmla="*/ 1291356 h 4816979"/>
              <a:gd name="connsiteX15" fmla="*/ 3777485 w 4239789"/>
              <a:gd name="connsiteY15" fmla="*/ 1712838 h 4816979"/>
              <a:gd name="connsiteX16" fmla="*/ 3733669 w 4239789"/>
              <a:gd name="connsiteY16" fmla="*/ 2109935 h 4816979"/>
              <a:gd name="connsiteX17" fmla="*/ 3695816 w 4239789"/>
              <a:gd name="connsiteY17" fmla="*/ 2550383 h 4816979"/>
              <a:gd name="connsiteX18" fmla="*/ 3541728 w 4239789"/>
              <a:gd name="connsiteY18" fmla="*/ 2951547 h 4816979"/>
              <a:gd name="connsiteX19" fmla="*/ 3222320 w 4239789"/>
              <a:gd name="connsiteY19" fmla="*/ 3388060 h 4816979"/>
              <a:gd name="connsiteX20" fmla="*/ 3027779 w 4239789"/>
              <a:gd name="connsiteY20" fmla="*/ 3929491 h 4816979"/>
              <a:gd name="connsiteX21" fmla="*/ 2638459 w 4239789"/>
              <a:gd name="connsiteY21" fmla="*/ 4812937 h 4816979"/>
              <a:gd name="connsiteX22" fmla="*/ 1893973 w 4239789"/>
              <a:gd name="connsiteY22" fmla="*/ 4244272 h 4816979"/>
              <a:gd name="connsiteX23" fmla="*/ 1496042 w 4239789"/>
              <a:gd name="connsiteY23" fmla="*/ 3923396 h 4816979"/>
              <a:gd name="connsiteX24" fmla="*/ 1121343 w 4239789"/>
              <a:gd name="connsiteY24" fmla="*/ 3847295 h 4816979"/>
              <a:gd name="connsiteX25" fmla="*/ 620594 w 4239789"/>
              <a:gd name="connsiteY25" fmla="*/ 3776901 h 4816979"/>
              <a:gd name="connsiteX26" fmla="*/ 453259 w 4239789"/>
              <a:gd name="connsiteY26" fmla="*/ 3499823 h 4816979"/>
              <a:gd name="connsiteX27" fmla="*/ 267759 w 4239789"/>
              <a:gd name="connsiteY27" fmla="*/ 3255025 h 4816979"/>
              <a:gd name="connsiteX28" fmla="*/ 37 w 4239789"/>
              <a:gd name="connsiteY28" fmla="*/ 2870497 h 4816979"/>
              <a:gd name="connsiteX29" fmla="*/ 331244 w 4239789"/>
              <a:gd name="connsiteY29" fmla="*/ 2458014 h 4816979"/>
              <a:gd name="connsiteX30" fmla="*/ 715197 w 4239789"/>
              <a:gd name="connsiteY30" fmla="*/ 2238046 h 4816979"/>
              <a:gd name="connsiteX31" fmla="*/ 902077 w 4239789"/>
              <a:gd name="connsiteY31" fmla="*/ 2174514 h 4816979"/>
              <a:gd name="connsiteX32" fmla="*/ 1108579 w 4239789"/>
              <a:gd name="connsiteY32" fmla="*/ 2053261 h 4816979"/>
              <a:gd name="connsiteX33" fmla="*/ 1173063 w 4239789"/>
              <a:gd name="connsiteY33" fmla="*/ 1901528 h 4816979"/>
              <a:gd name="connsiteX0" fmla="*/ 1173063 w 4239789"/>
              <a:gd name="connsiteY0" fmla="*/ 1901528 h 4816979"/>
              <a:gd name="connsiteX1" fmla="*/ 1181255 w 4239789"/>
              <a:gd name="connsiteY1" fmla="*/ 1556818 h 4816979"/>
              <a:gd name="connsiteX2" fmla="*/ 1217831 w 4239789"/>
              <a:gd name="connsiteY2" fmla="*/ 1444233 h 4816979"/>
              <a:gd name="connsiteX3" fmla="*/ 1358230 w 4239789"/>
              <a:gd name="connsiteY3" fmla="*/ 1303739 h 4816979"/>
              <a:gd name="connsiteX4" fmla="*/ 1592830 w 4239789"/>
              <a:gd name="connsiteY4" fmla="*/ 1116192 h 4816979"/>
              <a:gd name="connsiteX5" fmla="*/ 1877437 w 4239789"/>
              <a:gd name="connsiteY5" fmla="*/ 870923 h 4816979"/>
              <a:gd name="connsiteX6" fmla="*/ 2054317 w 4239789"/>
              <a:gd name="connsiteY6" fmla="*/ 614986 h 4816979"/>
              <a:gd name="connsiteX7" fmla="*/ 2272926 w 4239789"/>
              <a:gd name="connsiteY7" fmla="*/ 133697 h 4816979"/>
              <a:gd name="connsiteX8" fmla="*/ 2704228 w 4239789"/>
              <a:gd name="connsiteY8" fmla="*/ 173 h 4816979"/>
              <a:gd name="connsiteX9" fmla="*/ 3098638 w 4239789"/>
              <a:gd name="connsiteY9" fmla="*/ 151309 h 4816979"/>
              <a:gd name="connsiteX10" fmla="*/ 3409248 w 4239789"/>
              <a:gd name="connsiteY10" fmla="*/ 227319 h 4816979"/>
              <a:gd name="connsiteX11" fmla="*/ 3790410 w 4239789"/>
              <a:gd name="connsiteY11" fmla="*/ 427052 h 4816979"/>
              <a:gd name="connsiteX12" fmla="*/ 4239759 w 4239789"/>
              <a:gd name="connsiteY12" fmla="*/ 646358 h 4816979"/>
              <a:gd name="connsiteX13" fmla="*/ 3823681 w 4239789"/>
              <a:gd name="connsiteY13" fmla="*/ 1111429 h 4816979"/>
              <a:gd name="connsiteX14" fmla="*/ 3805393 w 4239789"/>
              <a:gd name="connsiteY14" fmla="*/ 1291356 h 4816979"/>
              <a:gd name="connsiteX15" fmla="*/ 3777485 w 4239789"/>
              <a:gd name="connsiteY15" fmla="*/ 1712838 h 4816979"/>
              <a:gd name="connsiteX16" fmla="*/ 3733669 w 4239789"/>
              <a:gd name="connsiteY16" fmla="*/ 2109935 h 4816979"/>
              <a:gd name="connsiteX17" fmla="*/ 3695816 w 4239789"/>
              <a:gd name="connsiteY17" fmla="*/ 2550383 h 4816979"/>
              <a:gd name="connsiteX18" fmla="*/ 3541728 w 4239789"/>
              <a:gd name="connsiteY18" fmla="*/ 2951547 h 4816979"/>
              <a:gd name="connsiteX19" fmla="*/ 3222320 w 4239789"/>
              <a:gd name="connsiteY19" fmla="*/ 3388060 h 4816979"/>
              <a:gd name="connsiteX20" fmla="*/ 3027779 w 4239789"/>
              <a:gd name="connsiteY20" fmla="*/ 3929491 h 4816979"/>
              <a:gd name="connsiteX21" fmla="*/ 2638459 w 4239789"/>
              <a:gd name="connsiteY21" fmla="*/ 4812937 h 4816979"/>
              <a:gd name="connsiteX22" fmla="*/ 1893973 w 4239789"/>
              <a:gd name="connsiteY22" fmla="*/ 4244272 h 4816979"/>
              <a:gd name="connsiteX23" fmla="*/ 1496042 w 4239789"/>
              <a:gd name="connsiteY23" fmla="*/ 3923396 h 4816979"/>
              <a:gd name="connsiteX24" fmla="*/ 1121343 w 4239789"/>
              <a:gd name="connsiteY24" fmla="*/ 3847295 h 4816979"/>
              <a:gd name="connsiteX25" fmla="*/ 620594 w 4239789"/>
              <a:gd name="connsiteY25" fmla="*/ 3776901 h 4816979"/>
              <a:gd name="connsiteX26" fmla="*/ 453259 w 4239789"/>
              <a:gd name="connsiteY26" fmla="*/ 3499823 h 4816979"/>
              <a:gd name="connsiteX27" fmla="*/ 267759 w 4239789"/>
              <a:gd name="connsiteY27" fmla="*/ 3255025 h 4816979"/>
              <a:gd name="connsiteX28" fmla="*/ 37 w 4239789"/>
              <a:gd name="connsiteY28" fmla="*/ 2870497 h 4816979"/>
              <a:gd name="connsiteX29" fmla="*/ 331244 w 4239789"/>
              <a:gd name="connsiteY29" fmla="*/ 2458014 h 4816979"/>
              <a:gd name="connsiteX30" fmla="*/ 715197 w 4239789"/>
              <a:gd name="connsiteY30" fmla="*/ 2238046 h 4816979"/>
              <a:gd name="connsiteX31" fmla="*/ 902077 w 4239789"/>
              <a:gd name="connsiteY31" fmla="*/ 2174514 h 4816979"/>
              <a:gd name="connsiteX32" fmla="*/ 1108579 w 4239789"/>
              <a:gd name="connsiteY32" fmla="*/ 2053261 h 4816979"/>
              <a:gd name="connsiteX33" fmla="*/ 1173063 w 4239789"/>
              <a:gd name="connsiteY33" fmla="*/ 1901528 h 4816979"/>
              <a:gd name="connsiteX0" fmla="*/ 1173063 w 4239789"/>
              <a:gd name="connsiteY0" fmla="*/ 1905659 h 4821110"/>
              <a:gd name="connsiteX1" fmla="*/ 1181255 w 4239789"/>
              <a:gd name="connsiteY1" fmla="*/ 1560949 h 4821110"/>
              <a:gd name="connsiteX2" fmla="*/ 1217831 w 4239789"/>
              <a:gd name="connsiteY2" fmla="*/ 1448364 h 4821110"/>
              <a:gd name="connsiteX3" fmla="*/ 1358230 w 4239789"/>
              <a:gd name="connsiteY3" fmla="*/ 1307870 h 4821110"/>
              <a:gd name="connsiteX4" fmla="*/ 1592830 w 4239789"/>
              <a:gd name="connsiteY4" fmla="*/ 1120323 h 4821110"/>
              <a:gd name="connsiteX5" fmla="*/ 1877437 w 4239789"/>
              <a:gd name="connsiteY5" fmla="*/ 875054 h 4821110"/>
              <a:gd name="connsiteX6" fmla="*/ 2054317 w 4239789"/>
              <a:gd name="connsiteY6" fmla="*/ 619117 h 4821110"/>
              <a:gd name="connsiteX7" fmla="*/ 2272926 w 4239789"/>
              <a:gd name="connsiteY7" fmla="*/ 137828 h 4821110"/>
              <a:gd name="connsiteX8" fmla="*/ 2704228 w 4239789"/>
              <a:gd name="connsiteY8" fmla="*/ 4304 h 4821110"/>
              <a:gd name="connsiteX9" fmla="*/ 3052913 w 4239789"/>
              <a:gd name="connsiteY9" fmla="*/ 51189 h 4821110"/>
              <a:gd name="connsiteX10" fmla="*/ 3409248 w 4239789"/>
              <a:gd name="connsiteY10" fmla="*/ 231450 h 4821110"/>
              <a:gd name="connsiteX11" fmla="*/ 3790410 w 4239789"/>
              <a:gd name="connsiteY11" fmla="*/ 431183 h 4821110"/>
              <a:gd name="connsiteX12" fmla="*/ 4239759 w 4239789"/>
              <a:gd name="connsiteY12" fmla="*/ 650489 h 4821110"/>
              <a:gd name="connsiteX13" fmla="*/ 3823681 w 4239789"/>
              <a:gd name="connsiteY13" fmla="*/ 1115560 h 4821110"/>
              <a:gd name="connsiteX14" fmla="*/ 3805393 w 4239789"/>
              <a:gd name="connsiteY14" fmla="*/ 1295487 h 4821110"/>
              <a:gd name="connsiteX15" fmla="*/ 3777485 w 4239789"/>
              <a:gd name="connsiteY15" fmla="*/ 1716969 h 4821110"/>
              <a:gd name="connsiteX16" fmla="*/ 3733669 w 4239789"/>
              <a:gd name="connsiteY16" fmla="*/ 2114066 h 4821110"/>
              <a:gd name="connsiteX17" fmla="*/ 3695816 w 4239789"/>
              <a:gd name="connsiteY17" fmla="*/ 2554514 h 4821110"/>
              <a:gd name="connsiteX18" fmla="*/ 3541728 w 4239789"/>
              <a:gd name="connsiteY18" fmla="*/ 2955678 h 4821110"/>
              <a:gd name="connsiteX19" fmla="*/ 3222320 w 4239789"/>
              <a:gd name="connsiteY19" fmla="*/ 3392191 h 4821110"/>
              <a:gd name="connsiteX20" fmla="*/ 3027779 w 4239789"/>
              <a:gd name="connsiteY20" fmla="*/ 3933622 h 4821110"/>
              <a:gd name="connsiteX21" fmla="*/ 2638459 w 4239789"/>
              <a:gd name="connsiteY21" fmla="*/ 4817068 h 4821110"/>
              <a:gd name="connsiteX22" fmla="*/ 1893973 w 4239789"/>
              <a:gd name="connsiteY22" fmla="*/ 4248403 h 4821110"/>
              <a:gd name="connsiteX23" fmla="*/ 1496042 w 4239789"/>
              <a:gd name="connsiteY23" fmla="*/ 3927527 h 4821110"/>
              <a:gd name="connsiteX24" fmla="*/ 1121343 w 4239789"/>
              <a:gd name="connsiteY24" fmla="*/ 3851426 h 4821110"/>
              <a:gd name="connsiteX25" fmla="*/ 620594 w 4239789"/>
              <a:gd name="connsiteY25" fmla="*/ 3781032 h 4821110"/>
              <a:gd name="connsiteX26" fmla="*/ 453259 w 4239789"/>
              <a:gd name="connsiteY26" fmla="*/ 3503954 h 4821110"/>
              <a:gd name="connsiteX27" fmla="*/ 267759 w 4239789"/>
              <a:gd name="connsiteY27" fmla="*/ 3259156 h 4821110"/>
              <a:gd name="connsiteX28" fmla="*/ 37 w 4239789"/>
              <a:gd name="connsiteY28" fmla="*/ 2874628 h 4821110"/>
              <a:gd name="connsiteX29" fmla="*/ 331244 w 4239789"/>
              <a:gd name="connsiteY29" fmla="*/ 2462145 h 4821110"/>
              <a:gd name="connsiteX30" fmla="*/ 715197 w 4239789"/>
              <a:gd name="connsiteY30" fmla="*/ 2242177 h 4821110"/>
              <a:gd name="connsiteX31" fmla="*/ 902077 w 4239789"/>
              <a:gd name="connsiteY31" fmla="*/ 2178645 h 4821110"/>
              <a:gd name="connsiteX32" fmla="*/ 1108579 w 4239789"/>
              <a:gd name="connsiteY32" fmla="*/ 2057392 h 4821110"/>
              <a:gd name="connsiteX33" fmla="*/ 1173063 w 4239789"/>
              <a:gd name="connsiteY33" fmla="*/ 1905659 h 4821110"/>
              <a:gd name="connsiteX0" fmla="*/ 1173063 w 4239789"/>
              <a:gd name="connsiteY0" fmla="*/ 2369225 h 5284676"/>
              <a:gd name="connsiteX1" fmla="*/ 1181255 w 4239789"/>
              <a:gd name="connsiteY1" fmla="*/ 2024515 h 5284676"/>
              <a:gd name="connsiteX2" fmla="*/ 1217831 w 4239789"/>
              <a:gd name="connsiteY2" fmla="*/ 1911930 h 5284676"/>
              <a:gd name="connsiteX3" fmla="*/ 1358230 w 4239789"/>
              <a:gd name="connsiteY3" fmla="*/ 1771436 h 5284676"/>
              <a:gd name="connsiteX4" fmla="*/ 1592830 w 4239789"/>
              <a:gd name="connsiteY4" fmla="*/ 1583889 h 5284676"/>
              <a:gd name="connsiteX5" fmla="*/ 1877437 w 4239789"/>
              <a:gd name="connsiteY5" fmla="*/ 1338620 h 5284676"/>
              <a:gd name="connsiteX6" fmla="*/ 2054317 w 4239789"/>
              <a:gd name="connsiteY6" fmla="*/ 1082683 h 5284676"/>
              <a:gd name="connsiteX7" fmla="*/ 2272926 w 4239789"/>
              <a:gd name="connsiteY7" fmla="*/ 601394 h 5284676"/>
              <a:gd name="connsiteX8" fmla="*/ 2561046 w 4239789"/>
              <a:gd name="connsiteY8" fmla="*/ 369 h 5284676"/>
              <a:gd name="connsiteX9" fmla="*/ 3052913 w 4239789"/>
              <a:gd name="connsiteY9" fmla="*/ 514755 h 5284676"/>
              <a:gd name="connsiteX10" fmla="*/ 3409248 w 4239789"/>
              <a:gd name="connsiteY10" fmla="*/ 695016 h 5284676"/>
              <a:gd name="connsiteX11" fmla="*/ 3790410 w 4239789"/>
              <a:gd name="connsiteY11" fmla="*/ 894749 h 5284676"/>
              <a:gd name="connsiteX12" fmla="*/ 4239759 w 4239789"/>
              <a:gd name="connsiteY12" fmla="*/ 1114055 h 5284676"/>
              <a:gd name="connsiteX13" fmla="*/ 3823681 w 4239789"/>
              <a:gd name="connsiteY13" fmla="*/ 1579126 h 5284676"/>
              <a:gd name="connsiteX14" fmla="*/ 3805393 w 4239789"/>
              <a:gd name="connsiteY14" fmla="*/ 1759053 h 5284676"/>
              <a:gd name="connsiteX15" fmla="*/ 3777485 w 4239789"/>
              <a:gd name="connsiteY15" fmla="*/ 2180535 h 5284676"/>
              <a:gd name="connsiteX16" fmla="*/ 3733669 w 4239789"/>
              <a:gd name="connsiteY16" fmla="*/ 2577632 h 5284676"/>
              <a:gd name="connsiteX17" fmla="*/ 3695816 w 4239789"/>
              <a:gd name="connsiteY17" fmla="*/ 3018080 h 5284676"/>
              <a:gd name="connsiteX18" fmla="*/ 3541728 w 4239789"/>
              <a:gd name="connsiteY18" fmla="*/ 3419244 h 5284676"/>
              <a:gd name="connsiteX19" fmla="*/ 3222320 w 4239789"/>
              <a:gd name="connsiteY19" fmla="*/ 3855757 h 5284676"/>
              <a:gd name="connsiteX20" fmla="*/ 3027779 w 4239789"/>
              <a:gd name="connsiteY20" fmla="*/ 4397188 h 5284676"/>
              <a:gd name="connsiteX21" fmla="*/ 2638459 w 4239789"/>
              <a:gd name="connsiteY21" fmla="*/ 5280634 h 5284676"/>
              <a:gd name="connsiteX22" fmla="*/ 1893973 w 4239789"/>
              <a:gd name="connsiteY22" fmla="*/ 4711969 h 5284676"/>
              <a:gd name="connsiteX23" fmla="*/ 1496042 w 4239789"/>
              <a:gd name="connsiteY23" fmla="*/ 4391093 h 5284676"/>
              <a:gd name="connsiteX24" fmla="*/ 1121343 w 4239789"/>
              <a:gd name="connsiteY24" fmla="*/ 4314992 h 5284676"/>
              <a:gd name="connsiteX25" fmla="*/ 620594 w 4239789"/>
              <a:gd name="connsiteY25" fmla="*/ 4244598 h 5284676"/>
              <a:gd name="connsiteX26" fmla="*/ 453259 w 4239789"/>
              <a:gd name="connsiteY26" fmla="*/ 3967520 h 5284676"/>
              <a:gd name="connsiteX27" fmla="*/ 267759 w 4239789"/>
              <a:gd name="connsiteY27" fmla="*/ 3722722 h 5284676"/>
              <a:gd name="connsiteX28" fmla="*/ 37 w 4239789"/>
              <a:gd name="connsiteY28" fmla="*/ 3338194 h 5284676"/>
              <a:gd name="connsiteX29" fmla="*/ 331244 w 4239789"/>
              <a:gd name="connsiteY29" fmla="*/ 2925711 h 5284676"/>
              <a:gd name="connsiteX30" fmla="*/ 715197 w 4239789"/>
              <a:gd name="connsiteY30" fmla="*/ 2705743 h 5284676"/>
              <a:gd name="connsiteX31" fmla="*/ 902077 w 4239789"/>
              <a:gd name="connsiteY31" fmla="*/ 2642211 h 5284676"/>
              <a:gd name="connsiteX32" fmla="*/ 1108579 w 4239789"/>
              <a:gd name="connsiteY32" fmla="*/ 2520958 h 5284676"/>
              <a:gd name="connsiteX33" fmla="*/ 1173063 w 4239789"/>
              <a:gd name="connsiteY33" fmla="*/ 2369225 h 5284676"/>
              <a:gd name="connsiteX0" fmla="*/ 1173063 w 4239789"/>
              <a:gd name="connsiteY0" fmla="*/ 2369225 h 5284676"/>
              <a:gd name="connsiteX1" fmla="*/ 1217831 w 4239789"/>
              <a:gd name="connsiteY1" fmla="*/ 1911930 h 5284676"/>
              <a:gd name="connsiteX2" fmla="*/ 1358230 w 4239789"/>
              <a:gd name="connsiteY2" fmla="*/ 1771436 h 5284676"/>
              <a:gd name="connsiteX3" fmla="*/ 1592830 w 4239789"/>
              <a:gd name="connsiteY3" fmla="*/ 1583889 h 5284676"/>
              <a:gd name="connsiteX4" fmla="*/ 1877437 w 4239789"/>
              <a:gd name="connsiteY4" fmla="*/ 1338620 h 5284676"/>
              <a:gd name="connsiteX5" fmla="*/ 2054317 w 4239789"/>
              <a:gd name="connsiteY5" fmla="*/ 1082683 h 5284676"/>
              <a:gd name="connsiteX6" fmla="*/ 2272926 w 4239789"/>
              <a:gd name="connsiteY6" fmla="*/ 601394 h 5284676"/>
              <a:gd name="connsiteX7" fmla="*/ 2561046 w 4239789"/>
              <a:gd name="connsiteY7" fmla="*/ 369 h 5284676"/>
              <a:gd name="connsiteX8" fmla="*/ 3052913 w 4239789"/>
              <a:gd name="connsiteY8" fmla="*/ 514755 h 5284676"/>
              <a:gd name="connsiteX9" fmla="*/ 3409248 w 4239789"/>
              <a:gd name="connsiteY9" fmla="*/ 695016 h 5284676"/>
              <a:gd name="connsiteX10" fmla="*/ 3790410 w 4239789"/>
              <a:gd name="connsiteY10" fmla="*/ 894749 h 5284676"/>
              <a:gd name="connsiteX11" fmla="*/ 4239759 w 4239789"/>
              <a:gd name="connsiteY11" fmla="*/ 1114055 h 5284676"/>
              <a:gd name="connsiteX12" fmla="*/ 3823681 w 4239789"/>
              <a:gd name="connsiteY12" fmla="*/ 1579126 h 5284676"/>
              <a:gd name="connsiteX13" fmla="*/ 3805393 w 4239789"/>
              <a:gd name="connsiteY13" fmla="*/ 1759053 h 5284676"/>
              <a:gd name="connsiteX14" fmla="*/ 3777485 w 4239789"/>
              <a:gd name="connsiteY14" fmla="*/ 2180535 h 5284676"/>
              <a:gd name="connsiteX15" fmla="*/ 3733669 w 4239789"/>
              <a:gd name="connsiteY15" fmla="*/ 2577632 h 5284676"/>
              <a:gd name="connsiteX16" fmla="*/ 3695816 w 4239789"/>
              <a:gd name="connsiteY16" fmla="*/ 3018080 h 5284676"/>
              <a:gd name="connsiteX17" fmla="*/ 3541728 w 4239789"/>
              <a:gd name="connsiteY17" fmla="*/ 3419244 h 5284676"/>
              <a:gd name="connsiteX18" fmla="*/ 3222320 w 4239789"/>
              <a:gd name="connsiteY18" fmla="*/ 3855757 h 5284676"/>
              <a:gd name="connsiteX19" fmla="*/ 3027779 w 4239789"/>
              <a:gd name="connsiteY19" fmla="*/ 4397188 h 5284676"/>
              <a:gd name="connsiteX20" fmla="*/ 2638459 w 4239789"/>
              <a:gd name="connsiteY20" fmla="*/ 5280634 h 5284676"/>
              <a:gd name="connsiteX21" fmla="*/ 1893973 w 4239789"/>
              <a:gd name="connsiteY21" fmla="*/ 4711969 h 5284676"/>
              <a:gd name="connsiteX22" fmla="*/ 1496042 w 4239789"/>
              <a:gd name="connsiteY22" fmla="*/ 4391093 h 5284676"/>
              <a:gd name="connsiteX23" fmla="*/ 1121343 w 4239789"/>
              <a:gd name="connsiteY23" fmla="*/ 4314992 h 5284676"/>
              <a:gd name="connsiteX24" fmla="*/ 620594 w 4239789"/>
              <a:gd name="connsiteY24" fmla="*/ 4244598 h 5284676"/>
              <a:gd name="connsiteX25" fmla="*/ 453259 w 4239789"/>
              <a:gd name="connsiteY25" fmla="*/ 3967520 h 5284676"/>
              <a:gd name="connsiteX26" fmla="*/ 267759 w 4239789"/>
              <a:gd name="connsiteY26" fmla="*/ 3722722 h 5284676"/>
              <a:gd name="connsiteX27" fmla="*/ 37 w 4239789"/>
              <a:gd name="connsiteY27" fmla="*/ 3338194 h 5284676"/>
              <a:gd name="connsiteX28" fmla="*/ 331244 w 4239789"/>
              <a:gd name="connsiteY28" fmla="*/ 2925711 h 5284676"/>
              <a:gd name="connsiteX29" fmla="*/ 715197 w 4239789"/>
              <a:gd name="connsiteY29" fmla="*/ 2705743 h 5284676"/>
              <a:gd name="connsiteX30" fmla="*/ 902077 w 4239789"/>
              <a:gd name="connsiteY30" fmla="*/ 2642211 h 5284676"/>
              <a:gd name="connsiteX31" fmla="*/ 1108579 w 4239789"/>
              <a:gd name="connsiteY31" fmla="*/ 2520958 h 5284676"/>
              <a:gd name="connsiteX32" fmla="*/ 1173063 w 4239789"/>
              <a:gd name="connsiteY32" fmla="*/ 2369225 h 5284676"/>
              <a:gd name="connsiteX0" fmla="*/ 1173063 w 4239789"/>
              <a:gd name="connsiteY0" fmla="*/ 2369225 h 5284676"/>
              <a:gd name="connsiteX1" fmla="*/ 1058428 w 4239789"/>
              <a:gd name="connsiteY1" fmla="*/ 1817795 h 5284676"/>
              <a:gd name="connsiteX2" fmla="*/ 1358230 w 4239789"/>
              <a:gd name="connsiteY2" fmla="*/ 1771436 h 5284676"/>
              <a:gd name="connsiteX3" fmla="*/ 1592830 w 4239789"/>
              <a:gd name="connsiteY3" fmla="*/ 1583889 h 5284676"/>
              <a:gd name="connsiteX4" fmla="*/ 1877437 w 4239789"/>
              <a:gd name="connsiteY4" fmla="*/ 1338620 h 5284676"/>
              <a:gd name="connsiteX5" fmla="*/ 2054317 w 4239789"/>
              <a:gd name="connsiteY5" fmla="*/ 1082683 h 5284676"/>
              <a:gd name="connsiteX6" fmla="*/ 2272926 w 4239789"/>
              <a:gd name="connsiteY6" fmla="*/ 601394 h 5284676"/>
              <a:gd name="connsiteX7" fmla="*/ 2561046 w 4239789"/>
              <a:gd name="connsiteY7" fmla="*/ 369 h 5284676"/>
              <a:gd name="connsiteX8" fmla="*/ 3052913 w 4239789"/>
              <a:gd name="connsiteY8" fmla="*/ 514755 h 5284676"/>
              <a:gd name="connsiteX9" fmla="*/ 3409248 w 4239789"/>
              <a:gd name="connsiteY9" fmla="*/ 695016 h 5284676"/>
              <a:gd name="connsiteX10" fmla="*/ 3790410 w 4239789"/>
              <a:gd name="connsiteY10" fmla="*/ 894749 h 5284676"/>
              <a:gd name="connsiteX11" fmla="*/ 4239759 w 4239789"/>
              <a:gd name="connsiteY11" fmla="*/ 1114055 h 5284676"/>
              <a:gd name="connsiteX12" fmla="*/ 3823681 w 4239789"/>
              <a:gd name="connsiteY12" fmla="*/ 1579126 h 5284676"/>
              <a:gd name="connsiteX13" fmla="*/ 3805393 w 4239789"/>
              <a:gd name="connsiteY13" fmla="*/ 1759053 h 5284676"/>
              <a:gd name="connsiteX14" fmla="*/ 3777485 w 4239789"/>
              <a:gd name="connsiteY14" fmla="*/ 2180535 h 5284676"/>
              <a:gd name="connsiteX15" fmla="*/ 3733669 w 4239789"/>
              <a:gd name="connsiteY15" fmla="*/ 2577632 h 5284676"/>
              <a:gd name="connsiteX16" fmla="*/ 3695816 w 4239789"/>
              <a:gd name="connsiteY16" fmla="*/ 3018080 h 5284676"/>
              <a:gd name="connsiteX17" fmla="*/ 3541728 w 4239789"/>
              <a:gd name="connsiteY17" fmla="*/ 3419244 h 5284676"/>
              <a:gd name="connsiteX18" fmla="*/ 3222320 w 4239789"/>
              <a:gd name="connsiteY18" fmla="*/ 3855757 h 5284676"/>
              <a:gd name="connsiteX19" fmla="*/ 3027779 w 4239789"/>
              <a:gd name="connsiteY19" fmla="*/ 4397188 h 5284676"/>
              <a:gd name="connsiteX20" fmla="*/ 2638459 w 4239789"/>
              <a:gd name="connsiteY20" fmla="*/ 5280634 h 5284676"/>
              <a:gd name="connsiteX21" fmla="*/ 1893973 w 4239789"/>
              <a:gd name="connsiteY21" fmla="*/ 4711969 h 5284676"/>
              <a:gd name="connsiteX22" fmla="*/ 1496042 w 4239789"/>
              <a:gd name="connsiteY22" fmla="*/ 4391093 h 5284676"/>
              <a:gd name="connsiteX23" fmla="*/ 1121343 w 4239789"/>
              <a:gd name="connsiteY23" fmla="*/ 4314992 h 5284676"/>
              <a:gd name="connsiteX24" fmla="*/ 620594 w 4239789"/>
              <a:gd name="connsiteY24" fmla="*/ 4244598 h 5284676"/>
              <a:gd name="connsiteX25" fmla="*/ 453259 w 4239789"/>
              <a:gd name="connsiteY25" fmla="*/ 3967520 h 5284676"/>
              <a:gd name="connsiteX26" fmla="*/ 267759 w 4239789"/>
              <a:gd name="connsiteY26" fmla="*/ 3722722 h 5284676"/>
              <a:gd name="connsiteX27" fmla="*/ 37 w 4239789"/>
              <a:gd name="connsiteY27" fmla="*/ 3338194 h 5284676"/>
              <a:gd name="connsiteX28" fmla="*/ 331244 w 4239789"/>
              <a:gd name="connsiteY28" fmla="*/ 2925711 h 5284676"/>
              <a:gd name="connsiteX29" fmla="*/ 715197 w 4239789"/>
              <a:gd name="connsiteY29" fmla="*/ 2705743 h 5284676"/>
              <a:gd name="connsiteX30" fmla="*/ 902077 w 4239789"/>
              <a:gd name="connsiteY30" fmla="*/ 2642211 h 5284676"/>
              <a:gd name="connsiteX31" fmla="*/ 1108579 w 4239789"/>
              <a:gd name="connsiteY31" fmla="*/ 2520958 h 5284676"/>
              <a:gd name="connsiteX32" fmla="*/ 1173063 w 4239789"/>
              <a:gd name="connsiteY32" fmla="*/ 2369225 h 5284676"/>
              <a:gd name="connsiteX0" fmla="*/ 1353888 w 4420614"/>
              <a:gd name="connsiteY0" fmla="*/ 2369225 h 5284676"/>
              <a:gd name="connsiteX1" fmla="*/ 1239253 w 4420614"/>
              <a:gd name="connsiteY1" fmla="*/ 1817795 h 5284676"/>
              <a:gd name="connsiteX2" fmla="*/ 1539055 w 4420614"/>
              <a:gd name="connsiteY2" fmla="*/ 1771436 h 5284676"/>
              <a:gd name="connsiteX3" fmla="*/ 1773655 w 4420614"/>
              <a:gd name="connsiteY3" fmla="*/ 1583889 h 5284676"/>
              <a:gd name="connsiteX4" fmla="*/ 2058262 w 4420614"/>
              <a:gd name="connsiteY4" fmla="*/ 1338620 h 5284676"/>
              <a:gd name="connsiteX5" fmla="*/ 2235142 w 4420614"/>
              <a:gd name="connsiteY5" fmla="*/ 1082683 h 5284676"/>
              <a:gd name="connsiteX6" fmla="*/ 2453751 w 4420614"/>
              <a:gd name="connsiteY6" fmla="*/ 601394 h 5284676"/>
              <a:gd name="connsiteX7" fmla="*/ 2741871 w 4420614"/>
              <a:gd name="connsiteY7" fmla="*/ 369 h 5284676"/>
              <a:gd name="connsiteX8" fmla="*/ 3233738 w 4420614"/>
              <a:gd name="connsiteY8" fmla="*/ 514755 h 5284676"/>
              <a:gd name="connsiteX9" fmla="*/ 3590073 w 4420614"/>
              <a:gd name="connsiteY9" fmla="*/ 695016 h 5284676"/>
              <a:gd name="connsiteX10" fmla="*/ 3971235 w 4420614"/>
              <a:gd name="connsiteY10" fmla="*/ 894749 h 5284676"/>
              <a:gd name="connsiteX11" fmla="*/ 4420584 w 4420614"/>
              <a:gd name="connsiteY11" fmla="*/ 1114055 h 5284676"/>
              <a:gd name="connsiteX12" fmla="*/ 4004506 w 4420614"/>
              <a:gd name="connsiteY12" fmla="*/ 1579126 h 5284676"/>
              <a:gd name="connsiteX13" fmla="*/ 3986218 w 4420614"/>
              <a:gd name="connsiteY13" fmla="*/ 1759053 h 5284676"/>
              <a:gd name="connsiteX14" fmla="*/ 3958310 w 4420614"/>
              <a:gd name="connsiteY14" fmla="*/ 2180535 h 5284676"/>
              <a:gd name="connsiteX15" fmla="*/ 3914494 w 4420614"/>
              <a:gd name="connsiteY15" fmla="*/ 2577632 h 5284676"/>
              <a:gd name="connsiteX16" fmla="*/ 3876641 w 4420614"/>
              <a:gd name="connsiteY16" fmla="*/ 3018080 h 5284676"/>
              <a:gd name="connsiteX17" fmla="*/ 3722553 w 4420614"/>
              <a:gd name="connsiteY17" fmla="*/ 3419244 h 5284676"/>
              <a:gd name="connsiteX18" fmla="*/ 3403145 w 4420614"/>
              <a:gd name="connsiteY18" fmla="*/ 3855757 h 5284676"/>
              <a:gd name="connsiteX19" fmla="*/ 3208604 w 4420614"/>
              <a:gd name="connsiteY19" fmla="*/ 4397188 h 5284676"/>
              <a:gd name="connsiteX20" fmla="*/ 2819284 w 4420614"/>
              <a:gd name="connsiteY20" fmla="*/ 5280634 h 5284676"/>
              <a:gd name="connsiteX21" fmla="*/ 2074798 w 4420614"/>
              <a:gd name="connsiteY21" fmla="*/ 4711969 h 5284676"/>
              <a:gd name="connsiteX22" fmla="*/ 1676867 w 4420614"/>
              <a:gd name="connsiteY22" fmla="*/ 4391093 h 5284676"/>
              <a:gd name="connsiteX23" fmla="*/ 1302168 w 4420614"/>
              <a:gd name="connsiteY23" fmla="*/ 4314992 h 5284676"/>
              <a:gd name="connsiteX24" fmla="*/ 801419 w 4420614"/>
              <a:gd name="connsiteY24" fmla="*/ 4244598 h 5284676"/>
              <a:gd name="connsiteX25" fmla="*/ 634084 w 4420614"/>
              <a:gd name="connsiteY25" fmla="*/ 3967520 h 5284676"/>
              <a:gd name="connsiteX26" fmla="*/ 448584 w 4420614"/>
              <a:gd name="connsiteY26" fmla="*/ 3722722 h 5284676"/>
              <a:gd name="connsiteX27" fmla="*/ 21 w 4420614"/>
              <a:gd name="connsiteY27" fmla="*/ 3143891 h 5284676"/>
              <a:gd name="connsiteX28" fmla="*/ 512069 w 4420614"/>
              <a:gd name="connsiteY28" fmla="*/ 2925711 h 5284676"/>
              <a:gd name="connsiteX29" fmla="*/ 896022 w 4420614"/>
              <a:gd name="connsiteY29" fmla="*/ 2705743 h 5284676"/>
              <a:gd name="connsiteX30" fmla="*/ 1082902 w 4420614"/>
              <a:gd name="connsiteY30" fmla="*/ 2642211 h 5284676"/>
              <a:gd name="connsiteX31" fmla="*/ 1289404 w 4420614"/>
              <a:gd name="connsiteY31" fmla="*/ 2520958 h 5284676"/>
              <a:gd name="connsiteX32" fmla="*/ 1353888 w 4420614"/>
              <a:gd name="connsiteY32" fmla="*/ 2369225 h 5284676"/>
              <a:gd name="connsiteX0" fmla="*/ 1353933 w 4420659"/>
              <a:gd name="connsiteY0" fmla="*/ 2369225 h 5284676"/>
              <a:gd name="connsiteX1" fmla="*/ 1239298 w 4420659"/>
              <a:gd name="connsiteY1" fmla="*/ 1817795 h 5284676"/>
              <a:gd name="connsiteX2" fmla="*/ 1539100 w 4420659"/>
              <a:gd name="connsiteY2" fmla="*/ 1771436 h 5284676"/>
              <a:gd name="connsiteX3" fmla="*/ 1773700 w 4420659"/>
              <a:gd name="connsiteY3" fmla="*/ 1583889 h 5284676"/>
              <a:gd name="connsiteX4" fmla="*/ 2058307 w 4420659"/>
              <a:gd name="connsiteY4" fmla="*/ 1338620 h 5284676"/>
              <a:gd name="connsiteX5" fmla="*/ 2235187 w 4420659"/>
              <a:gd name="connsiteY5" fmla="*/ 1082683 h 5284676"/>
              <a:gd name="connsiteX6" fmla="*/ 2453796 w 4420659"/>
              <a:gd name="connsiteY6" fmla="*/ 601394 h 5284676"/>
              <a:gd name="connsiteX7" fmla="*/ 2741916 w 4420659"/>
              <a:gd name="connsiteY7" fmla="*/ 369 h 5284676"/>
              <a:gd name="connsiteX8" fmla="*/ 3233783 w 4420659"/>
              <a:gd name="connsiteY8" fmla="*/ 514755 h 5284676"/>
              <a:gd name="connsiteX9" fmla="*/ 3590118 w 4420659"/>
              <a:gd name="connsiteY9" fmla="*/ 695016 h 5284676"/>
              <a:gd name="connsiteX10" fmla="*/ 3971280 w 4420659"/>
              <a:gd name="connsiteY10" fmla="*/ 894749 h 5284676"/>
              <a:gd name="connsiteX11" fmla="*/ 4420629 w 4420659"/>
              <a:gd name="connsiteY11" fmla="*/ 1114055 h 5284676"/>
              <a:gd name="connsiteX12" fmla="*/ 4004551 w 4420659"/>
              <a:gd name="connsiteY12" fmla="*/ 1579126 h 5284676"/>
              <a:gd name="connsiteX13" fmla="*/ 3986263 w 4420659"/>
              <a:gd name="connsiteY13" fmla="*/ 1759053 h 5284676"/>
              <a:gd name="connsiteX14" fmla="*/ 3958355 w 4420659"/>
              <a:gd name="connsiteY14" fmla="*/ 2180535 h 5284676"/>
              <a:gd name="connsiteX15" fmla="*/ 3914539 w 4420659"/>
              <a:gd name="connsiteY15" fmla="*/ 2577632 h 5284676"/>
              <a:gd name="connsiteX16" fmla="*/ 3876686 w 4420659"/>
              <a:gd name="connsiteY16" fmla="*/ 3018080 h 5284676"/>
              <a:gd name="connsiteX17" fmla="*/ 3722598 w 4420659"/>
              <a:gd name="connsiteY17" fmla="*/ 3419244 h 5284676"/>
              <a:gd name="connsiteX18" fmla="*/ 3403190 w 4420659"/>
              <a:gd name="connsiteY18" fmla="*/ 3855757 h 5284676"/>
              <a:gd name="connsiteX19" fmla="*/ 3208649 w 4420659"/>
              <a:gd name="connsiteY19" fmla="*/ 4397188 h 5284676"/>
              <a:gd name="connsiteX20" fmla="*/ 2819329 w 4420659"/>
              <a:gd name="connsiteY20" fmla="*/ 5280634 h 5284676"/>
              <a:gd name="connsiteX21" fmla="*/ 2074843 w 4420659"/>
              <a:gd name="connsiteY21" fmla="*/ 4711969 h 5284676"/>
              <a:gd name="connsiteX22" fmla="*/ 1676912 w 4420659"/>
              <a:gd name="connsiteY22" fmla="*/ 4391093 h 5284676"/>
              <a:gd name="connsiteX23" fmla="*/ 1302213 w 4420659"/>
              <a:gd name="connsiteY23" fmla="*/ 4314992 h 5284676"/>
              <a:gd name="connsiteX24" fmla="*/ 801464 w 4420659"/>
              <a:gd name="connsiteY24" fmla="*/ 4244598 h 5284676"/>
              <a:gd name="connsiteX25" fmla="*/ 634129 w 4420659"/>
              <a:gd name="connsiteY25" fmla="*/ 3967520 h 5284676"/>
              <a:gd name="connsiteX26" fmla="*/ 212294 w 4420659"/>
              <a:gd name="connsiteY26" fmla="*/ 3850714 h 5284676"/>
              <a:gd name="connsiteX27" fmla="*/ 66 w 4420659"/>
              <a:gd name="connsiteY27" fmla="*/ 3143891 h 5284676"/>
              <a:gd name="connsiteX28" fmla="*/ 512114 w 4420659"/>
              <a:gd name="connsiteY28" fmla="*/ 2925711 h 5284676"/>
              <a:gd name="connsiteX29" fmla="*/ 896067 w 4420659"/>
              <a:gd name="connsiteY29" fmla="*/ 2705743 h 5284676"/>
              <a:gd name="connsiteX30" fmla="*/ 1082947 w 4420659"/>
              <a:gd name="connsiteY30" fmla="*/ 2642211 h 5284676"/>
              <a:gd name="connsiteX31" fmla="*/ 1289449 w 4420659"/>
              <a:gd name="connsiteY31" fmla="*/ 2520958 h 5284676"/>
              <a:gd name="connsiteX32" fmla="*/ 1353933 w 4420659"/>
              <a:gd name="connsiteY32" fmla="*/ 2369225 h 5284676"/>
              <a:gd name="connsiteX0" fmla="*/ 1353903 w 4420629"/>
              <a:gd name="connsiteY0" fmla="*/ 2369225 h 5284676"/>
              <a:gd name="connsiteX1" fmla="*/ 1239268 w 4420629"/>
              <a:gd name="connsiteY1" fmla="*/ 1817795 h 5284676"/>
              <a:gd name="connsiteX2" fmla="*/ 1539070 w 4420629"/>
              <a:gd name="connsiteY2" fmla="*/ 1771436 h 5284676"/>
              <a:gd name="connsiteX3" fmla="*/ 1773670 w 4420629"/>
              <a:gd name="connsiteY3" fmla="*/ 1583889 h 5284676"/>
              <a:gd name="connsiteX4" fmla="*/ 2058277 w 4420629"/>
              <a:gd name="connsiteY4" fmla="*/ 1338620 h 5284676"/>
              <a:gd name="connsiteX5" fmla="*/ 2235157 w 4420629"/>
              <a:gd name="connsiteY5" fmla="*/ 1082683 h 5284676"/>
              <a:gd name="connsiteX6" fmla="*/ 2453766 w 4420629"/>
              <a:gd name="connsiteY6" fmla="*/ 601394 h 5284676"/>
              <a:gd name="connsiteX7" fmla="*/ 2741886 w 4420629"/>
              <a:gd name="connsiteY7" fmla="*/ 369 h 5284676"/>
              <a:gd name="connsiteX8" fmla="*/ 3233753 w 4420629"/>
              <a:gd name="connsiteY8" fmla="*/ 514755 h 5284676"/>
              <a:gd name="connsiteX9" fmla="*/ 3590088 w 4420629"/>
              <a:gd name="connsiteY9" fmla="*/ 695016 h 5284676"/>
              <a:gd name="connsiteX10" fmla="*/ 3971250 w 4420629"/>
              <a:gd name="connsiteY10" fmla="*/ 894749 h 5284676"/>
              <a:gd name="connsiteX11" fmla="*/ 4420599 w 4420629"/>
              <a:gd name="connsiteY11" fmla="*/ 1114055 h 5284676"/>
              <a:gd name="connsiteX12" fmla="*/ 4004521 w 4420629"/>
              <a:gd name="connsiteY12" fmla="*/ 1579126 h 5284676"/>
              <a:gd name="connsiteX13" fmla="*/ 3986233 w 4420629"/>
              <a:gd name="connsiteY13" fmla="*/ 1759053 h 5284676"/>
              <a:gd name="connsiteX14" fmla="*/ 3958325 w 4420629"/>
              <a:gd name="connsiteY14" fmla="*/ 2180535 h 5284676"/>
              <a:gd name="connsiteX15" fmla="*/ 3914509 w 4420629"/>
              <a:gd name="connsiteY15" fmla="*/ 2577632 h 5284676"/>
              <a:gd name="connsiteX16" fmla="*/ 3876656 w 4420629"/>
              <a:gd name="connsiteY16" fmla="*/ 3018080 h 5284676"/>
              <a:gd name="connsiteX17" fmla="*/ 3722568 w 4420629"/>
              <a:gd name="connsiteY17" fmla="*/ 3419244 h 5284676"/>
              <a:gd name="connsiteX18" fmla="*/ 3403160 w 4420629"/>
              <a:gd name="connsiteY18" fmla="*/ 3855757 h 5284676"/>
              <a:gd name="connsiteX19" fmla="*/ 3208619 w 4420629"/>
              <a:gd name="connsiteY19" fmla="*/ 4397188 h 5284676"/>
              <a:gd name="connsiteX20" fmla="*/ 2819299 w 4420629"/>
              <a:gd name="connsiteY20" fmla="*/ 5280634 h 5284676"/>
              <a:gd name="connsiteX21" fmla="*/ 2074813 w 4420629"/>
              <a:gd name="connsiteY21" fmla="*/ 4711969 h 5284676"/>
              <a:gd name="connsiteX22" fmla="*/ 1676882 w 4420629"/>
              <a:gd name="connsiteY22" fmla="*/ 4391093 h 5284676"/>
              <a:gd name="connsiteX23" fmla="*/ 1302183 w 4420629"/>
              <a:gd name="connsiteY23" fmla="*/ 4314992 h 5284676"/>
              <a:gd name="connsiteX24" fmla="*/ 801434 w 4420629"/>
              <a:gd name="connsiteY24" fmla="*/ 4244598 h 5284676"/>
              <a:gd name="connsiteX25" fmla="*/ 634099 w 4420629"/>
              <a:gd name="connsiteY25" fmla="*/ 3967520 h 5284676"/>
              <a:gd name="connsiteX26" fmla="*/ 311947 w 4420629"/>
              <a:gd name="connsiteY26" fmla="*/ 3706105 h 5284676"/>
              <a:gd name="connsiteX27" fmla="*/ 36 w 4420629"/>
              <a:gd name="connsiteY27" fmla="*/ 3143891 h 5284676"/>
              <a:gd name="connsiteX28" fmla="*/ 512084 w 4420629"/>
              <a:gd name="connsiteY28" fmla="*/ 2925711 h 5284676"/>
              <a:gd name="connsiteX29" fmla="*/ 896037 w 4420629"/>
              <a:gd name="connsiteY29" fmla="*/ 2705743 h 5284676"/>
              <a:gd name="connsiteX30" fmla="*/ 1082917 w 4420629"/>
              <a:gd name="connsiteY30" fmla="*/ 2642211 h 5284676"/>
              <a:gd name="connsiteX31" fmla="*/ 1289419 w 4420629"/>
              <a:gd name="connsiteY31" fmla="*/ 2520958 h 5284676"/>
              <a:gd name="connsiteX32" fmla="*/ 1353903 w 4420629"/>
              <a:gd name="connsiteY32" fmla="*/ 2369225 h 5284676"/>
              <a:gd name="connsiteX0" fmla="*/ 1353903 w 4420629"/>
              <a:gd name="connsiteY0" fmla="*/ 2369225 h 5284676"/>
              <a:gd name="connsiteX1" fmla="*/ 1239268 w 4420629"/>
              <a:gd name="connsiteY1" fmla="*/ 1817795 h 5284676"/>
              <a:gd name="connsiteX2" fmla="*/ 1539070 w 4420629"/>
              <a:gd name="connsiteY2" fmla="*/ 1771436 h 5284676"/>
              <a:gd name="connsiteX3" fmla="*/ 1773670 w 4420629"/>
              <a:gd name="connsiteY3" fmla="*/ 1583889 h 5284676"/>
              <a:gd name="connsiteX4" fmla="*/ 2058277 w 4420629"/>
              <a:gd name="connsiteY4" fmla="*/ 1338620 h 5284676"/>
              <a:gd name="connsiteX5" fmla="*/ 2235157 w 4420629"/>
              <a:gd name="connsiteY5" fmla="*/ 1082683 h 5284676"/>
              <a:gd name="connsiteX6" fmla="*/ 2453766 w 4420629"/>
              <a:gd name="connsiteY6" fmla="*/ 601394 h 5284676"/>
              <a:gd name="connsiteX7" fmla="*/ 2741886 w 4420629"/>
              <a:gd name="connsiteY7" fmla="*/ 369 h 5284676"/>
              <a:gd name="connsiteX8" fmla="*/ 3233753 w 4420629"/>
              <a:gd name="connsiteY8" fmla="*/ 514755 h 5284676"/>
              <a:gd name="connsiteX9" fmla="*/ 3590088 w 4420629"/>
              <a:gd name="connsiteY9" fmla="*/ 695016 h 5284676"/>
              <a:gd name="connsiteX10" fmla="*/ 3971250 w 4420629"/>
              <a:gd name="connsiteY10" fmla="*/ 894749 h 5284676"/>
              <a:gd name="connsiteX11" fmla="*/ 4420599 w 4420629"/>
              <a:gd name="connsiteY11" fmla="*/ 1114055 h 5284676"/>
              <a:gd name="connsiteX12" fmla="*/ 4004521 w 4420629"/>
              <a:gd name="connsiteY12" fmla="*/ 1579126 h 5284676"/>
              <a:gd name="connsiteX13" fmla="*/ 3986233 w 4420629"/>
              <a:gd name="connsiteY13" fmla="*/ 1759053 h 5284676"/>
              <a:gd name="connsiteX14" fmla="*/ 3958325 w 4420629"/>
              <a:gd name="connsiteY14" fmla="*/ 2180535 h 5284676"/>
              <a:gd name="connsiteX15" fmla="*/ 3914509 w 4420629"/>
              <a:gd name="connsiteY15" fmla="*/ 2577632 h 5284676"/>
              <a:gd name="connsiteX16" fmla="*/ 3876656 w 4420629"/>
              <a:gd name="connsiteY16" fmla="*/ 3018080 h 5284676"/>
              <a:gd name="connsiteX17" fmla="*/ 3871800 w 4420629"/>
              <a:gd name="connsiteY17" fmla="*/ 3477363 h 5284676"/>
              <a:gd name="connsiteX18" fmla="*/ 3403160 w 4420629"/>
              <a:gd name="connsiteY18" fmla="*/ 3855757 h 5284676"/>
              <a:gd name="connsiteX19" fmla="*/ 3208619 w 4420629"/>
              <a:gd name="connsiteY19" fmla="*/ 4397188 h 5284676"/>
              <a:gd name="connsiteX20" fmla="*/ 2819299 w 4420629"/>
              <a:gd name="connsiteY20" fmla="*/ 5280634 h 5284676"/>
              <a:gd name="connsiteX21" fmla="*/ 2074813 w 4420629"/>
              <a:gd name="connsiteY21" fmla="*/ 4711969 h 5284676"/>
              <a:gd name="connsiteX22" fmla="*/ 1676882 w 4420629"/>
              <a:gd name="connsiteY22" fmla="*/ 4391093 h 5284676"/>
              <a:gd name="connsiteX23" fmla="*/ 1302183 w 4420629"/>
              <a:gd name="connsiteY23" fmla="*/ 4314992 h 5284676"/>
              <a:gd name="connsiteX24" fmla="*/ 801434 w 4420629"/>
              <a:gd name="connsiteY24" fmla="*/ 4244598 h 5284676"/>
              <a:gd name="connsiteX25" fmla="*/ 634099 w 4420629"/>
              <a:gd name="connsiteY25" fmla="*/ 3967520 h 5284676"/>
              <a:gd name="connsiteX26" fmla="*/ 311947 w 4420629"/>
              <a:gd name="connsiteY26" fmla="*/ 3706105 h 5284676"/>
              <a:gd name="connsiteX27" fmla="*/ 36 w 4420629"/>
              <a:gd name="connsiteY27" fmla="*/ 3143891 h 5284676"/>
              <a:gd name="connsiteX28" fmla="*/ 512084 w 4420629"/>
              <a:gd name="connsiteY28" fmla="*/ 2925711 h 5284676"/>
              <a:gd name="connsiteX29" fmla="*/ 896037 w 4420629"/>
              <a:gd name="connsiteY29" fmla="*/ 2705743 h 5284676"/>
              <a:gd name="connsiteX30" fmla="*/ 1082917 w 4420629"/>
              <a:gd name="connsiteY30" fmla="*/ 2642211 h 5284676"/>
              <a:gd name="connsiteX31" fmla="*/ 1289419 w 4420629"/>
              <a:gd name="connsiteY31" fmla="*/ 2520958 h 5284676"/>
              <a:gd name="connsiteX32" fmla="*/ 1353903 w 4420629"/>
              <a:gd name="connsiteY32" fmla="*/ 2369225 h 5284676"/>
              <a:gd name="connsiteX0" fmla="*/ 1353903 w 4420629"/>
              <a:gd name="connsiteY0" fmla="*/ 2369225 h 5281426"/>
              <a:gd name="connsiteX1" fmla="*/ 1239268 w 4420629"/>
              <a:gd name="connsiteY1" fmla="*/ 1817795 h 5281426"/>
              <a:gd name="connsiteX2" fmla="*/ 1539070 w 4420629"/>
              <a:gd name="connsiteY2" fmla="*/ 1771436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289419 w 4420629"/>
              <a:gd name="connsiteY31" fmla="*/ 2520958 h 5281426"/>
              <a:gd name="connsiteX32" fmla="*/ 1353903 w 4420629"/>
              <a:gd name="connsiteY32" fmla="*/ 2369225 h 5281426"/>
              <a:gd name="connsiteX0" fmla="*/ 1353903 w 4420629"/>
              <a:gd name="connsiteY0" fmla="*/ 2369225 h 5281426"/>
              <a:gd name="connsiteX1" fmla="*/ 1239268 w 4420629"/>
              <a:gd name="connsiteY1" fmla="*/ 1817795 h 5281426"/>
              <a:gd name="connsiteX2" fmla="*/ 1539070 w 4420629"/>
              <a:gd name="connsiteY2" fmla="*/ 1771436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353903 w 4420629"/>
              <a:gd name="connsiteY31" fmla="*/ 2369225 h 5281426"/>
              <a:gd name="connsiteX0" fmla="*/ 1257636 w 4420629"/>
              <a:gd name="connsiteY0" fmla="*/ 2412722 h 5281426"/>
              <a:gd name="connsiteX1" fmla="*/ 1239268 w 4420629"/>
              <a:gd name="connsiteY1" fmla="*/ 1817795 h 5281426"/>
              <a:gd name="connsiteX2" fmla="*/ 1539070 w 4420629"/>
              <a:gd name="connsiteY2" fmla="*/ 1771436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257636 w 4420629"/>
              <a:gd name="connsiteY31" fmla="*/ 2412722 h 5281426"/>
              <a:gd name="connsiteX0" fmla="*/ 1257636 w 4420629"/>
              <a:gd name="connsiteY0" fmla="*/ 2412722 h 5281426"/>
              <a:gd name="connsiteX1" fmla="*/ 1239268 w 4420629"/>
              <a:gd name="connsiteY1" fmla="*/ 1817795 h 5281426"/>
              <a:gd name="connsiteX2" fmla="*/ 1507992 w 4420629"/>
              <a:gd name="connsiteY2" fmla="*/ 1662404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257636 w 4420629"/>
              <a:gd name="connsiteY31" fmla="*/ 2412722 h 5281426"/>
              <a:gd name="connsiteX0" fmla="*/ 1257636 w 4420629"/>
              <a:gd name="connsiteY0" fmla="*/ 2412722 h 5281426"/>
              <a:gd name="connsiteX1" fmla="*/ 1239268 w 4420629"/>
              <a:gd name="connsiteY1" fmla="*/ 1817795 h 5281426"/>
              <a:gd name="connsiteX2" fmla="*/ 1507992 w 4420629"/>
              <a:gd name="connsiteY2" fmla="*/ 1662404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257636 w 4420629"/>
              <a:gd name="connsiteY31" fmla="*/ 2412722 h 5281426"/>
              <a:gd name="connsiteX0" fmla="*/ 1239253 w 4420629"/>
              <a:gd name="connsiteY0" fmla="*/ 2387777 h 5281426"/>
              <a:gd name="connsiteX1" fmla="*/ 1239268 w 4420629"/>
              <a:gd name="connsiteY1" fmla="*/ 1817795 h 5281426"/>
              <a:gd name="connsiteX2" fmla="*/ 1507992 w 4420629"/>
              <a:gd name="connsiteY2" fmla="*/ 1662404 h 5281426"/>
              <a:gd name="connsiteX3" fmla="*/ 1773670 w 4420629"/>
              <a:gd name="connsiteY3" fmla="*/ 1583889 h 5281426"/>
              <a:gd name="connsiteX4" fmla="*/ 2058277 w 4420629"/>
              <a:gd name="connsiteY4" fmla="*/ 1338620 h 5281426"/>
              <a:gd name="connsiteX5" fmla="*/ 2235157 w 4420629"/>
              <a:gd name="connsiteY5" fmla="*/ 1082683 h 5281426"/>
              <a:gd name="connsiteX6" fmla="*/ 2453766 w 4420629"/>
              <a:gd name="connsiteY6" fmla="*/ 601394 h 5281426"/>
              <a:gd name="connsiteX7" fmla="*/ 2741886 w 4420629"/>
              <a:gd name="connsiteY7" fmla="*/ 369 h 5281426"/>
              <a:gd name="connsiteX8" fmla="*/ 3233753 w 4420629"/>
              <a:gd name="connsiteY8" fmla="*/ 514755 h 5281426"/>
              <a:gd name="connsiteX9" fmla="*/ 3590088 w 4420629"/>
              <a:gd name="connsiteY9" fmla="*/ 695016 h 5281426"/>
              <a:gd name="connsiteX10" fmla="*/ 3971250 w 4420629"/>
              <a:gd name="connsiteY10" fmla="*/ 894749 h 5281426"/>
              <a:gd name="connsiteX11" fmla="*/ 4420599 w 4420629"/>
              <a:gd name="connsiteY11" fmla="*/ 1114055 h 5281426"/>
              <a:gd name="connsiteX12" fmla="*/ 4004521 w 4420629"/>
              <a:gd name="connsiteY12" fmla="*/ 1579126 h 5281426"/>
              <a:gd name="connsiteX13" fmla="*/ 3986233 w 4420629"/>
              <a:gd name="connsiteY13" fmla="*/ 1759053 h 5281426"/>
              <a:gd name="connsiteX14" fmla="*/ 3958325 w 4420629"/>
              <a:gd name="connsiteY14" fmla="*/ 2180535 h 5281426"/>
              <a:gd name="connsiteX15" fmla="*/ 3914509 w 4420629"/>
              <a:gd name="connsiteY15" fmla="*/ 2577632 h 5281426"/>
              <a:gd name="connsiteX16" fmla="*/ 3876656 w 4420629"/>
              <a:gd name="connsiteY16" fmla="*/ 3018080 h 5281426"/>
              <a:gd name="connsiteX17" fmla="*/ 3871800 w 4420629"/>
              <a:gd name="connsiteY17" fmla="*/ 3477363 h 5281426"/>
              <a:gd name="connsiteX18" fmla="*/ 3403160 w 4420629"/>
              <a:gd name="connsiteY18" fmla="*/ 3855757 h 5281426"/>
              <a:gd name="connsiteX19" fmla="*/ 3305653 w 4420629"/>
              <a:gd name="connsiteY19" fmla="*/ 4579945 h 5281426"/>
              <a:gd name="connsiteX20" fmla="*/ 2819299 w 4420629"/>
              <a:gd name="connsiteY20" fmla="*/ 5280634 h 5281426"/>
              <a:gd name="connsiteX21" fmla="*/ 2074813 w 4420629"/>
              <a:gd name="connsiteY21" fmla="*/ 4711969 h 5281426"/>
              <a:gd name="connsiteX22" fmla="*/ 1676882 w 4420629"/>
              <a:gd name="connsiteY22" fmla="*/ 4391093 h 5281426"/>
              <a:gd name="connsiteX23" fmla="*/ 1302183 w 4420629"/>
              <a:gd name="connsiteY23" fmla="*/ 4314992 h 5281426"/>
              <a:gd name="connsiteX24" fmla="*/ 801434 w 4420629"/>
              <a:gd name="connsiteY24" fmla="*/ 4244598 h 5281426"/>
              <a:gd name="connsiteX25" fmla="*/ 634099 w 4420629"/>
              <a:gd name="connsiteY25" fmla="*/ 3967520 h 5281426"/>
              <a:gd name="connsiteX26" fmla="*/ 311947 w 4420629"/>
              <a:gd name="connsiteY26" fmla="*/ 3706105 h 5281426"/>
              <a:gd name="connsiteX27" fmla="*/ 36 w 4420629"/>
              <a:gd name="connsiteY27" fmla="*/ 3143891 h 5281426"/>
              <a:gd name="connsiteX28" fmla="*/ 512084 w 4420629"/>
              <a:gd name="connsiteY28" fmla="*/ 2925711 h 5281426"/>
              <a:gd name="connsiteX29" fmla="*/ 896037 w 4420629"/>
              <a:gd name="connsiteY29" fmla="*/ 2705743 h 5281426"/>
              <a:gd name="connsiteX30" fmla="*/ 1082917 w 4420629"/>
              <a:gd name="connsiteY30" fmla="*/ 2642211 h 5281426"/>
              <a:gd name="connsiteX31" fmla="*/ 1239253 w 4420629"/>
              <a:gd name="connsiteY31" fmla="*/ 2387777 h 5281426"/>
              <a:gd name="connsiteX0" fmla="*/ 1239253 w 4420645"/>
              <a:gd name="connsiteY0" fmla="*/ 2387777 h 5281426"/>
              <a:gd name="connsiteX1" fmla="*/ 1239268 w 4420645"/>
              <a:gd name="connsiteY1" fmla="*/ 1817795 h 5281426"/>
              <a:gd name="connsiteX2" fmla="*/ 1507992 w 4420645"/>
              <a:gd name="connsiteY2" fmla="*/ 1662404 h 5281426"/>
              <a:gd name="connsiteX3" fmla="*/ 1773670 w 4420645"/>
              <a:gd name="connsiteY3" fmla="*/ 1583889 h 5281426"/>
              <a:gd name="connsiteX4" fmla="*/ 2058277 w 4420645"/>
              <a:gd name="connsiteY4" fmla="*/ 1338620 h 5281426"/>
              <a:gd name="connsiteX5" fmla="*/ 2235157 w 4420645"/>
              <a:gd name="connsiteY5" fmla="*/ 1082683 h 5281426"/>
              <a:gd name="connsiteX6" fmla="*/ 2453766 w 4420645"/>
              <a:gd name="connsiteY6" fmla="*/ 601394 h 5281426"/>
              <a:gd name="connsiteX7" fmla="*/ 2741886 w 4420645"/>
              <a:gd name="connsiteY7" fmla="*/ 369 h 5281426"/>
              <a:gd name="connsiteX8" fmla="*/ 3233753 w 4420645"/>
              <a:gd name="connsiteY8" fmla="*/ 514755 h 5281426"/>
              <a:gd name="connsiteX9" fmla="*/ 3590088 w 4420645"/>
              <a:gd name="connsiteY9" fmla="*/ 695016 h 5281426"/>
              <a:gd name="connsiteX10" fmla="*/ 3971250 w 4420645"/>
              <a:gd name="connsiteY10" fmla="*/ 894749 h 5281426"/>
              <a:gd name="connsiteX11" fmla="*/ 4420599 w 4420645"/>
              <a:gd name="connsiteY11" fmla="*/ 1114055 h 5281426"/>
              <a:gd name="connsiteX12" fmla="*/ 4139833 w 4420645"/>
              <a:gd name="connsiteY12" fmla="*/ 1569512 h 5281426"/>
              <a:gd name="connsiteX13" fmla="*/ 3986233 w 4420645"/>
              <a:gd name="connsiteY13" fmla="*/ 1759053 h 5281426"/>
              <a:gd name="connsiteX14" fmla="*/ 3958325 w 4420645"/>
              <a:gd name="connsiteY14" fmla="*/ 2180535 h 5281426"/>
              <a:gd name="connsiteX15" fmla="*/ 3914509 w 4420645"/>
              <a:gd name="connsiteY15" fmla="*/ 2577632 h 5281426"/>
              <a:gd name="connsiteX16" fmla="*/ 3876656 w 4420645"/>
              <a:gd name="connsiteY16" fmla="*/ 3018080 h 5281426"/>
              <a:gd name="connsiteX17" fmla="*/ 3871800 w 4420645"/>
              <a:gd name="connsiteY17" fmla="*/ 3477363 h 5281426"/>
              <a:gd name="connsiteX18" fmla="*/ 3403160 w 4420645"/>
              <a:gd name="connsiteY18" fmla="*/ 3855757 h 5281426"/>
              <a:gd name="connsiteX19" fmla="*/ 3305653 w 4420645"/>
              <a:gd name="connsiteY19" fmla="*/ 4579945 h 5281426"/>
              <a:gd name="connsiteX20" fmla="*/ 2819299 w 4420645"/>
              <a:gd name="connsiteY20" fmla="*/ 5280634 h 5281426"/>
              <a:gd name="connsiteX21" fmla="*/ 2074813 w 4420645"/>
              <a:gd name="connsiteY21" fmla="*/ 4711969 h 5281426"/>
              <a:gd name="connsiteX22" fmla="*/ 1676882 w 4420645"/>
              <a:gd name="connsiteY22" fmla="*/ 4391093 h 5281426"/>
              <a:gd name="connsiteX23" fmla="*/ 1302183 w 4420645"/>
              <a:gd name="connsiteY23" fmla="*/ 4314992 h 5281426"/>
              <a:gd name="connsiteX24" fmla="*/ 801434 w 4420645"/>
              <a:gd name="connsiteY24" fmla="*/ 4244598 h 5281426"/>
              <a:gd name="connsiteX25" fmla="*/ 634099 w 4420645"/>
              <a:gd name="connsiteY25" fmla="*/ 3967520 h 5281426"/>
              <a:gd name="connsiteX26" fmla="*/ 311947 w 4420645"/>
              <a:gd name="connsiteY26" fmla="*/ 3706105 h 5281426"/>
              <a:gd name="connsiteX27" fmla="*/ 36 w 4420645"/>
              <a:gd name="connsiteY27" fmla="*/ 3143891 h 5281426"/>
              <a:gd name="connsiteX28" fmla="*/ 512084 w 4420645"/>
              <a:gd name="connsiteY28" fmla="*/ 2925711 h 5281426"/>
              <a:gd name="connsiteX29" fmla="*/ 896037 w 4420645"/>
              <a:gd name="connsiteY29" fmla="*/ 2705743 h 5281426"/>
              <a:gd name="connsiteX30" fmla="*/ 1082917 w 4420645"/>
              <a:gd name="connsiteY30" fmla="*/ 2642211 h 5281426"/>
              <a:gd name="connsiteX31" fmla="*/ 1239253 w 4420645"/>
              <a:gd name="connsiteY31" fmla="*/ 2387777 h 5281426"/>
              <a:gd name="connsiteX0" fmla="*/ 1239253 w 4420645"/>
              <a:gd name="connsiteY0" fmla="*/ 2387777 h 5281426"/>
              <a:gd name="connsiteX1" fmla="*/ 1239268 w 4420645"/>
              <a:gd name="connsiteY1" fmla="*/ 1817795 h 5281426"/>
              <a:gd name="connsiteX2" fmla="*/ 1507992 w 4420645"/>
              <a:gd name="connsiteY2" fmla="*/ 1662404 h 5281426"/>
              <a:gd name="connsiteX3" fmla="*/ 1773670 w 4420645"/>
              <a:gd name="connsiteY3" fmla="*/ 1583889 h 5281426"/>
              <a:gd name="connsiteX4" fmla="*/ 2058277 w 4420645"/>
              <a:gd name="connsiteY4" fmla="*/ 1338620 h 5281426"/>
              <a:gd name="connsiteX5" fmla="*/ 2235157 w 4420645"/>
              <a:gd name="connsiteY5" fmla="*/ 1082683 h 5281426"/>
              <a:gd name="connsiteX6" fmla="*/ 2453766 w 4420645"/>
              <a:gd name="connsiteY6" fmla="*/ 601394 h 5281426"/>
              <a:gd name="connsiteX7" fmla="*/ 2741886 w 4420645"/>
              <a:gd name="connsiteY7" fmla="*/ 369 h 5281426"/>
              <a:gd name="connsiteX8" fmla="*/ 3233753 w 4420645"/>
              <a:gd name="connsiteY8" fmla="*/ 514755 h 5281426"/>
              <a:gd name="connsiteX9" fmla="*/ 3590088 w 4420645"/>
              <a:gd name="connsiteY9" fmla="*/ 695016 h 5281426"/>
              <a:gd name="connsiteX10" fmla="*/ 3971250 w 4420645"/>
              <a:gd name="connsiteY10" fmla="*/ 894749 h 5281426"/>
              <a:gd name="connsiteX11" fmla="*/ 4420599 w 4420645"/>
              <a:gd name="connsiteY11" fmla="*/ 1114055 h 5281426"/>
              <a:gd name="connsiteX12" fmla="*/ 4139833 w 4420645"/>
              <a:gd name="connsiteY12" fmla="*/ 1569512 h 5281426"/>
              <a:gd name="connsiteX13" fmla="*/ 3958325 w 4420645"/>
              <a:gd name="connsiteY13" fmla="*/ 2180535 h 5281426"/>
              <a:gd name="connsiteX14" fmla="*/ 3914509 w 4420645"/>
              <a:gd name="connsiteY14" fmla="*/ 2577632 h 5281426"/>
              <a:gd name="connsiteX15" fmla="*/ 3876656 w 4420645"/>
              <a:gd name="connsiteY15" fmla="*/ 3018080 h 5281426"/>
              <a:gd name="connsiteX16" fmla="*/ 3871800 w 4420645"/>
              <a:gd name="connsiteY16" fmla="*/ 3477363 h 5281426"/>
              <a:gd name="connsiteX17" fmla="*/ 3403160 w 4420645"/>
              <a:gd name="connsiteY17" fmla="*/ 3855757 h 5281426"/>
              <a:gd name="connsiteX18" fmla="*/ 3305653 w 4420645"/>
              <a:gd name="connsiteY18" fmla="*/ 4579945 h 5281426"/>
              <a:gd name="connsiteX19" fmla="*/ 2819299 w 4420645"/>
              <a:gd name="connsiteY19" fmla="*/ 5280634 h 5281426"/>
              <a:gd name="connsiteX20" fmla="*/ 2074813 w 4420645"/>
              <a:gd name="connsiteY20" fmla="*/ 4711969 h 5281426"/>
              <a:gd name="connsiteX21" fmla="*/ 1676882 w 4420645"/>
              <a:gd name="connsiteY21" fmla="*/ 4391093 h 5281426"/>
              <a:gd name="connsiteX22" fmla="*/ 1302183 w 4420645"/>
              <a:gd name="connsiteY22" fmla="*/ 4314992 h 5281426"/>
              <a:gd name="connsiteX23" fmla="*/ 801434 w 4420645"/>
              <a:gd name="connsiteY23" fmla="*/ 4244598 h 5281426"/>
              <a:gd name="connsiteX24" fmla="*/ 634099 w 4420645"/>
              <a:gd name="connsiteY24" fmla="*/ 3967520 h 5281426"/>
              <a:gd name="connsiteX25" fmla="*/ 311947 w 4420645"/>
              <a:gd name="connsiteY25" fmla="*/ 3706105 h 5281426"/>
              <a:gd name="connsiteX26" fmla="*/ 36 w 4420645"/>
              <a:gd name="connsiteY26" fmla="*/ 3143891 h 5281426"/>
              <a:gd name="connsiteX27" fmla="*/ 512084 w 4420645"/>
              <a:gd name="connsiteY27" fmla="*/ 2925711 h 5281426"/>
              <a:gd name="connsiteX28" fmla="*/ 896037 w 4420645"/>
              <a:gd name="connsiteY28" fmla="*/ 2705743 h 5281426"/>
              <a:gd name="connsiteX29" fmla="*/ 1082917 w 4420645"/>
              <a:gd name="connsiteY29" fmla="*/ 2642211 h 5281426"/>
              <a:gd name="connsiteX30" fmla="*/ 1239253 w 4420645"/>
              <a:gd name="connsiteY30" fmla="*/ 2387777 h 5281426"/>
              <a:gd name="connsiteX0" fmla="*/ 1239253 w 4420645"/>
              <a:gd name="connsiteY0" fmla="*/ 2387777 h 5281426"/>
              <a:gd name="connsiteX1" fmla="*/ 1239268 w 4420645"/>
              <a:gd name="connsiteY1" fmla="*/ 1817795 h 5281426"/>
              <a:gd name="connsiteX2" fmla="*/ 1507992 w 4420645"/>
              <a:gd name="connsiteY2" fmla="*/ 1662404 h 5281426"/>
              <a:gd name="connsiteX3" fmla="*/ 1773670 w 4420645"/>
              <a:gd name="connsiteY3" fmla="*/ 1583889 h 5281426"/>
              <a:gd name="connsiteX4" fmla="*/ 2058277 w 4420645"/>
              <a:gd name="connsiteY4" fmla="*/ 1338620 h 5281426"/>
              <a:gd name="connsiteX5" fmla="*/ 2235157 w 4420645"/>
              <a:gd name="connsiteY5" fmla="*/ 1082683 h 5281426"/>
              <a:gd name="connsiteX6" fmla="*/ 2453766 w 4420645"/>
              <a:gd name="connsiteY6" fmla="*/ 601394 h 5281426"/>
              <a:gd name="connsiteX7" fmla="*/ 2741886 w 4420645"/>
              <a:gd name="connsiteY7" fmla="*/ 369 h 5281426"/>
              <a:gd name="connsiteX8" fmla="*/ 3233753 w 4420645"/>
              <a:gd name="connsiteY8" fmla="*/ 514755 h 5281426"/>
              <a:gd name="connsiteX9" fmla="*/ 3590088 w 4420645"/>
              <a:gd name="connsiteY9" fmla="*/ 695016 h 5281426"/>
              <a:gd name="connsiteX10" fmla="*/ 3971250 w 4420645"/>
              <a:gd name="connsiteY10" fmla="*/ 894749 h 5281426"/>
              <a:gd name="connsiteX11" fmla="*/ 4420599 w 4420645"/>
              <a:gd name="connsiteY11" fmla="*/ 1114055 h 5281426"/>
              <a:gd name="connsiteX12" fmla="*/ 4139833 w 4420645"/>
              <a:gd name="connsiteY12" fmla="*/ 1569512 h 5281426"/>
              <a:gd name="connsiteX13" fmla="*/ 3958325 w 4420645"/>
              <a:gd name="connsiteY13" fmla="*/ 2180535 h 5281426"/>
              <a:gd name="connsiteX14" fmla="*/ 3967783 w 4420645"/>
              <a:gd name="connsiteY14" fmla="*/ 2529429 h 5281426"/>
              <a:gd name="connsiteX15" fmla="*/ 3876656 w 4420645"/>
              <a:gd name="connsiteY15" fmla="*/ 3018080 h 5281426"/>
              <a:gd name="connsiteX16" fmla="*/ 3871800 w 4420645"/>
              <a:gd name="connsiteY16" fmla="*/ 3477363 h 5281426"/>
              <a:gd name="connsiteX17" fmla="*/ 3403160 w 4420645"/>
              <a:gd name="connsiteY17" fmla="*/ 3855757 h 5281426"/>
              <a:gd name="connsiteX18" fmla="*/ 3305653 w 4420645"/>
              <a:gd name="connsiteY18" fmla="*/ 4579945 h 5281426"/>
              <a:gd name="connsiteX19" fmla="*/ 2819299 w 4420645"/>
              <a:gd name="connsiteY19" fmla="*/ 5280634 h 5281426"/>
              <a:gd name="connsiteX20" fmla="*/ 2074813 w 4420645"/>
              <a:gd name="connsiteY20" fmla="*/ 4711969 h 5281426"/>
              <a:gd name="connsiteX21" fmla="*/ 1676882 w 4420645"/>
              <a:gd name="connsiteY21" fmla="*/ 4391093 h 5281426"/>
              <a:gd name="connsiteX22" fmla="*/ 1302183 w 4420645"/>
              <a:gd name="connsiteY22" fmla="*/ 4314992 h 5281426"/>
              <a:gd name="connsiteX23" fmla="*/ 801434 w 4420645"/>
              <a:gd name="connsiteY23" fmla="*/ 4244598 h 5281426"/>
              <a:gd name="connsiteX24" fmla="*/ 634099 w 4420645"/>
              <a:gd name="connsiteY24" fmla="*/ 3967520 h 5281426"/>
              <a:gd name="connsiteX25" fmla="*/ 311947 w 4420645"/>
              <a:gd name="connsiteY25" fmla="*/ 3706105 h 5281426"/>
              <a:gd name="connsiteX26" fmla="*/ 36 w 4420645"/>
              <a:gd name="connsiteY26" fmla="*/ 3143891 h 5281426"/>
              <a:gd name="connsiteX27" fmla="*/ 512084 w 4420645"/>
              <a:gd name="connsiteY27" fmla="*/ 2925711 h 5281426"/>
              <a:gd name="connsiteX28" fmla="*/ 896037 w 4420645"/>
              <a:gd name="connsiteY28" fmla="*/ 2705743 h 5281426"/>
              <a:gd name="connsiteX29" fmla="*/ 1082917 w 4420645"/>
              <a:gd name="connsiteY29" fmla="*/ 2642211 h 5281426"/>
              <a:gd name="connsiteX30" fmla="*/ 1239253 w 4420645"/>
              <a:gd name="connsiteY30" fmla="*/ 2387777 h 5281426"/>
              <a:gd name="connsiteX0" fmla="*/ 1239253 w 4420645"/>
              <a:gd name="connsiteY0" fmla="*/ 2387777 h 5281426"/>
              <a:gd name="connsiteX1" fmla="*/ 1239268 w 4420645"/>
              <a:gd name="connsiteY1" fmla="*/ 1817795 h 5281426"/>
              <a:gd name="connsiteX2" fmla="*/ 1507992 w 4420645"/>
              <a:gd name="connsiteY2" fmla="*/ 1662404 h 5281426"/>
              <a:gd name="connsiteX3" fmla="*/ 1773670 w 4420645"/>
              <a:gd name="connsiteY3" fmla="*/ 1583889 h 5281426"/>
              <a:gd name="connsiteX4" fmla="*/ 2058277 w 4420645"/>
              <a:gd name="connsiteY4" fmla="*/ 1338620 h 5281426"/>
              <a:gd name="connsiteX5" fmla="*/ 2235157 w 4420645"/>
              <a:gd name="connsiteY5" fmla="*/ 1082683 h 5281426"/>
              <a:gd name="connsiteX6" fmla="*/ 2453766 w 4420645"/>
              <a:gd name="connsiteY6" fmla="*/ 601394 h 5281426"/>
              <a:gd name="connsiteX7" fmla="*/ 2741886 w 4420645"/>
              <a:gd name="connsiteY7" fmla="*/ 369 h 5281426"/>
              <a:gd name="connsiteX8" fmla="*/ 3233753 w 4420645"/>
              <a:gd name="connsiteY8" fmla="*/ 514755 h 5281426"/>
              <a:gd name="connsiteX9" fmla="*/ 3590088 w 4420645"/>
              <a:gd name="connsiteY9" fmla="*/ 695016 h 5281426"/>
              <a:gd name="connsiteX10" fmla="*/ 3971250 w 4420645"/>
              <a:gd name="connsiteY10" fmla="*/ 894749 h 5281426"/>
              <a:gd name="connsiteX11" fmla="*/ 4420599 w 4420645"/>
              <a:gd name="connsiteY11" fmla="*/ 1114055 h 5281426"/>
              <a:gd name="connsiteX12" fmla="*/ 4139833 w 4420645"/>
              <a:gd name="connsiteY12" fmla="*/ 1569512 h 5281426"/>
              <a:gd name="connsiteX13" fmla="*/ 4020577 w 4420645"/>
              <a:gd name="connsiteY13" fmla="*/ 2101902 h 5281426"/>
              <a:gd name="connsiteX14" fmla="*/ 3967783 w 4420645"/>
              <a:gd name="connsiteY14" fmla="*/ 2529429 h 5281426"/>
              <a:gd name="connsiteX15" fmla="*/ 3876656 w 4420645"/>
              <a:gd name="connsiteY15" fmla="*/ 3018080 h 5281426"/>
              <a:gd name="connsiteX16" fmla="*/ 3871800 w 4420645"/>
              <a:gd name="connsiteY16" fmla="*/ 3477363 h 5281426"/>
              <a:gd name="connsiteX17" fmla="*/ 3403160 w 4420645"/>
              <a:gd name="connsiteY17" fmla="*/ 3855757 h 5281426"/>
              <a:gd name="connsiteX18" fmla="*/ 3305653 w 4420645"/>
              <a:gd name="connsiteY18" fmla="*/ 4579945 h 5281426"/>
              <a:gd name="connsiteX19" fmla="*/ 2819299 w 4420645"/>
              <a:gd name="connsiteY19" fmla="*/ 5280634 h 5281426"/>
              <a:gd name="connsiteX20" fmla="*/ 2074813 w 4420645"/>
              <a:gd name="connsiteY20" fmla="*/ 4711969 h 5281426"/>
              <a:gd name="connsiteX21" fmla="*/ 1676882 w 4420645"/>
              <a:gd name="connsiteY21" fmla="*/ 4391093 h 5281426"/>
              <a:gd name="connsiteX22" fmla="*/ 1302183 w 4420645"/>
              <a:gd name="connsiteY22" fmla="*/ 4314992 h 5281426"/>
              <a:gd name="connsiteX23" fmla="*/ 801434 w 4420645"/>
              <a:gd name="connsiteY23" fmla="*/ 4244598 h 5281426"/>
              <a:gd name="connsiteX24" fmla="*/ 634099 w 4420645"/>
              <a:gd name="connsiteY24" fmla="*/ 3967520 h 5281426"/>
              <a:gd name="connsiteX25" fmla="*/ 311947 w 4420645"/>
              <a:gd name="connsiteY25" fmla="*/ 3706105 h 5281426"/>
              <a:gd name="connsiteX26" fmla="*/ 36 w 4420645"/>
              <a:gd name="connsiteY26" fmla="*/ 3143891 h 5281426"/>
              <a:gd name="connsiteX27" fmla="*/ 512084 w 4420645"/>
              <a:gd name="connsiteY27" fmla="*/ 2925711 h 5281426"/>
              <a:gd name="connsiteX28" fmla="*/ 896037 w 4420645"/>
              <a:gd name="connsiteY28" fmla="*/ 2705743 h 5281426"/>
              <a:gd name="connsiteX29" fmla="*/ 1082917 w 4420645"/>
              <a:gd name="connsiteY29" fmla="*/ 2642211 h 5281426"/>
              <a:gd name="connsiteX30" fmla="*/ 1239253 w 4420645"/>
              <a:gd name="connsiteY30" fmla="*/ 2387777 h 5281426"/>
              <a:gd name="connsiteX0" fmla="*/ 1239253 w 4420658"/>
              <a:gd name="connsiteY0" fmla="*/ 2387777 h 5281426"/>
              <a:gd name="connsiteX1" fmla="*/ 1239268 w 4420658"/>
              <a:gd name="connsiteY1" fmla="*/ 1817795 h 5281426"/>
              <a:gd name="connsiteX2" fmla="*/ 1507992 w 4420658"/>
              <a:gd name="connsiteY2" fmla="*/ 1662404 h 5281426"/>
              <a:gd name="connsiteX3" fmla="*/ 1773670 w 4420658"/>
              <a:gd name="connsiteY3" fmla="*/ 1583889 h 5281426"/>
              <a:gd name="connsiteX4" fmla="*/ 2058277 w 4420658"/>
              <a:gd name="connsiteY4" fmla="*/ 1338620 h 5281426"/>
              <a:gd name="connsiteX5" fmla="*/ 2235157 w 4420658"/>
              <a:gd name="connsiteY5" fmla="*/ 1082683 h 5281426"/>
              <a:gd name="connsiteX6" fmla="*/ 2453766 w 4420658"/>
              <a:gd name="connsiteY6" fmla="*/ 601394 h 5281426"/>
              <a:gd name="connsiteX7" fmla="*/ 2741886 w 4420658"/>
              <a:gd name="connsiteY7" fmla="*/ 369 h 5281426"/>
              <a:gd name="connsiteX8" fmla="*/ 3233753 w 4420658"/>
              <a:gd name="connsiteY8" fmla="*/ 514755 h 5281426"/>
              <a:gd name="connsiteX9" fmla="*/ 3590088 w 4420658"/>
              <a:gd name="connsiteY9" fmla="*/ 695016 h 5281426"/>
              <a:gd name="connsiteX10" fmla="*/ 3971250 w 4420658"/>
              <a:gd name="connsiteY10" fmla="*/ 894749 h 5281426"/>
              <a:gd name="connsiteX11" fmla="*/ 4420599 w 4420658"/>
              <a:gd name="connsiteY11" fmla="*/ 1114055 h 5281426"/>
              <a:gd name="connsiteX12" fmla="*/ 4202299 w 4420658"/>
              <a:gd name="connsiteY12" fmla="*/ 1533783 h 5281426"/>
              <a:gd name="connsiteX13" fmla="*/ 4020577 w 4420658"/>
              <a:gd name="connsiteY13" fmla="*/ 2101902 h 5281426"/>
              <a:gd name="connsiteX14" fmla="*/ 3967783 w 4420658"/>
              <a:gd name="connsiteY14" fmla="*/ 2529429 h 5281426"/>
              <a:gd name="connsiteX15" fmla="*/ 3876656 w 4420658"/>
              <a:gd name="connsiteY15" fmla="*/ 3018080 h 5281426"/>
              <a:gd name="connsiteX16" fmla="*/ 3871800 w 4420658"/>
              <a:gd name="connsiteY16" fmla="*/ 3477363 h 5281426"/>
              <a:gd name="connsiteX17" fmla="*/ 3403160 w 4420658"/>
              <a:gd name="connsiteY17" fmla="*/ 3855757 h 5281426"/>
              <a:gd name="connsiteX18" fmla="*/ 3305653 w 4420658"/>
              <a:gd name="connsiteY18" fmla="*/ 4579945 h 5281426"/>
              <a:gd name="connsiteX19" fmla="*/ 2819299 w 4420658"/>
              <a:gd name="connsiteY19" fmla="*/ 5280634 h 5281426"/>
              <a:gd name="connsiteX20" fmla="*/ 2074813 w 4420658"/>
              <a:gd name="connsiteY20" fmla="*/ 4711969 h 5281426"/>
              <a:gd name="connsiteX21" fmla="*/ 1676882 w 4420658"/>
              <a:gd name="connsiteY21" fmla="*/ 4391093 h 5281426"/>
              <a:gd name="connsiteX22" fmla="*/ 1302183 w 4420658"/>
              <a:gd name="connsiteY22" fmla="*/ 4314992 h 5281426"/>
              <a:gd name="connsiteX23" fmla="*/ 801434 w 4420658"/>
              <a:gd name="connsiteY23" fmla="*/ 4244598 h 5281426"/>
              <a:gd name="connsiteX24" fmla="*/ 634099 w 4420658"/>
              <a:gd name="connsiteY24" fmla="*/ 3967520 h 5281426"/>
              <a:gd name="connsiteX25" fmla="*/ 311947 w 4420658"/>
              <a:gd name="connsiteY25" fmla="*/ 3706105 h 5281426"/>
              <a:gd name="connsiteX26" fmla="*/ 36 w 4420658"/>
              <a:gd name="connsiteY26" fmla="*/ 3143891 h 5281426"/>
              <a:gd name="connsiteX27" fmla="*/ 512084 w 4420658"/>
              <a:gd name="connsiteY27" fmla="*/ 2925711 h 5281426"/>
              <a:gd name="connsiteX28" fmla="*/ 896037 w 4420658"/>
              <a:gd name="connsiteY28" fmla="*/ 2705743 h 5281426"/>
              <a:gd name="connsiteX29" fmla="*/ 1082917 w 4420658"/>
              <a:gd name="connsiteY29" fmla="*/ 2642211 h 5281426"/>
              <a:gd name="connsiteX30" fmla="*/ 1239253 w 4420658"/>
              <a:gd name="connsiteY30" fmla="*/ 2387777 h 5281426"/>
              <a:gd name="connsiteX0" fmla="*/ 1239253 w 4420658"/>
              <a:gd name="connsiteY0" fmla="*/ 2387758 h 5281407"/>
              <a:gd name="connsiteX1" fmla="*/ 1239268 w 4420658"/>
              <a:gd name="connsiteY1" fmla="*/ 1817776 h 5281407"/>
              <a:gd name="connsiteX2" fmla="*/ 1507992 w 4420658"/>
              <a:gd name="connsiteY2" fmla="*/ 1662385 h 5281407"/>
              <a:gd name="connsiteX3" fmla="*/ 1773670 w 4420658"/>
              <a:gd name="connsiteY3" fmla="*/ 1583870 h 5281407"/>
              <a:gd name="connsiteX4" fmla="*/ 2058277 w 4420658"/>
              <a:gd name="connsiteY4" fmla="*/ 1338601 h 5281407"/>
              <a:gd name="connsiteX5" fmla="*/ 2235157 w 4420658"/>
              <a:gd name="connsiteY5" fmla="*/ 1082664 h 5281407"/>
              <a:gd name="connsiteX6" fmla="*/ 2453766 w 4420658"/>
              <a:gd name="connsiteY6" fmla="*/ 601375 h 5281407"/>
              <a:gd name="connsiteX7" fmla="*/ 2741886 w 4420658"/>
              <a:gd name="connsiteY7" fmla="*/ 350 h 5281407"/>
              <a:gd name="connsiteX8" fmla="*/ 3233753 w 4420658"/>
              <a:gd name="connsiteY8" fmla="*/ 514736 h 5281407"/>
              <a:gd name="connsiteX9" fmla="*/ 3579849 w 4420658"/>
              <a:gd name="connsiteY9" fmla="*/ 546931 h 5281407"/>
              <a:gd name="connsiteX10" fmla="*/ 3971250 w 4420658"/>
              <a:gd name="connsiteY10" fmla="*/ 894730 h 5281407"/>
              <a:gd name="connsiteX11" fmla="*/ 4420599 w 4420658"/>
              <a:gd name="connsiteY11" fmla="*/ 1114036 h 5281407"/>
              <a:gd name="connsiteX12" fmla="*/ 4202299 w 4420658"/>
              <a:gd name="connsiteY12" fmla="*/ 1533764 h 5281407"/>
              <a:gd name="connsiteX13" fmla="*/ 4020577 w 4420658"/>
              <a:gd name="connsiteY13" fmla="*/ 2101883 h 5281407"/>
              <a:gd name="connsiteX14" fmla="*/ 3967783 w 4420658"/>
              <a:gd name="connsiteY14" fmla="*/ 2529410 h 5281407"/>
              <a:gd name="connsiteX15" fmla="*/ 3876656 w 4420658"/>
              <a:gd name="connsiteY15" fmla="*/ 3018061 h 5281407"/>
              <a:gd name="connsiteX16" fmla="*/ 3871800 w 4420658"/>
              <a:gd name="connsiteY16" fmla="*/ 3477344 h 5281407"/>
              <a:gd name="connsiteX17" fmla="*/ 3403160 w 4420658"/>
              <a:gd name="connsiteY17" fmla="*/ 3855738 h 5281407"/>
              <a:gd name="connsiteX18" fmla="*/ 3305653 w 4420658"/>
              <a:gd name="connsiteY18" fmla="*/ 4579926 h 5281407"/>
              <a:gd name="connsiteX19" fmla="*/ 2819299 w 4420658"/>
              <a:gd name="connsiteY19" fmla="*/ 5280615 h 5281407"/>
              <a:gd name="connsiteX20" fmla="*/ 2074813 w 4420658"/>
              <a:gd name="connsiteY20" fmla="*/ 4711950 h 5281407"/>
              <a:gd name="connsiteX21" fmla="*/ 1676882 w 4420658"/>
              <a:gd name="connsiteY21" fmla="*/ 4391074 h 5281407"/>
              <a:gd name="connsiteX22" fmla="*/ 1302183 w 4420658"/>
              <a:gd name="connsiteY22" fmla="*/ 4314973 h 5281407"/>
              <a:gd name="connsiteX23" fmla="*/ 801434 w 4420658"/>
              <a:gd name="connsiteY23" fmla="*/ 4244579 h 5281407"/>
              <a:gd name="connsiteX24" fmla="*/ 634099 w 4420658"/>
              <a:gd name="connsiteY24" fmla="*/ 3967501 h 5281407"/>
              <a:gd name="connsiteX25" fmla="*/ 311947 w 4420658"/>
              <a:gd name="connsiteY25" fmla="*/ 3706086 h 5281407"/>
              <a:gd name="connsiteX26" fmla="*/ 36 w 4420658"/>
              <a:gd name="connsiteY26" fmla="*/ 3143872 h 5281407"/>
              <a:gd name="connsiteX27" fmla="*/ 512084 w 4420658"/>
              <a:gd name="connsiteY27" fmla="*/ 2925692 h 5281407"/>
              <a:gd name="connsiteX28" fmla="*/ 896037 w 4420658"/>
              <a:gd name="connsiteY28" fmla="*/ 2705724 h 5281407"/>
              <a:gd name="connsiteX29" fmla="*/ 1082917 w 4420658"/>
              <a:gd name="connsiteY29" fmla="*/ 2642192 h 5281407"/>
              <a:gd name="connsiteX30" fmla="*/ 1239253 w 4420658"/>
              <a:gd name="connsiteY30" fmla="*/ 2387758 h 5281407"/>
              <a:gd name="connsiteX0" fmla="*/ 1239253 w 4420658"/>
              <a:gd name="connsiteY0" fmla="*/ 2389146 h 5282795"/>
              <a:gd name="connsiteX1" fmla="*/ 1239268 w 4420658"/>
              <a:gd name="connsiteY1" fmla="*/ 1819164 h 5282795"/>
              <a:gd name="connsiteX2" fmla="*/ 1507992 w 4420658"/>
              <a:gd name="connsiteY2" fmla="*/ 1663773 h 5282795"/>
              <a:gd name="connsiteX3" fmla="*/ 1773670 w 4420658"/>
              <a:gd name="connsiteY3" fmla="*/ 1585258 h 5282795"/>
              <a:gd name="connsiteX4" fmla="*/ 2058277 w 4420658"/>
              <a:gd name="connsiteY4" fmla="*/ 1339989 h 5282795"/>
              <a:gd name="connsiteX5" fmla="*/ 2235157 w 4420658"/>
              <a:gd name="connsiteY5" fmla="*/ 1084052 h 5282795"/>
              <a:gd name="connsiteX6" fmla="*/ 2453766 w 4420658"/>
              <a:gd name="connsiteY6" fmla="*/ 602763 h 5282795"/>
              <a:gd name="connsiteX7" fmla="*/ 2741886 w 4420658"/>
              <a:gd name="connsiteY7" fmla="*/ 1738 h 5282795"/>
              <a:gd name="connsiteX8" fmla="*/ 3181896 w 4420658"/>
              <a:gd name="connsiteY8" fmla="*/ 424155 h 5282795"/>
              <a:gd name="connsiteX9" fmla="*/ 3579849 w 4420658"/>
              <a:gd name="connsiteY9" fmla="*/ 548319 h 5282795"/>
              <a:gd name="connsiteX10" fmla="*/ 3971250 w 4420658"/>
              <a:gd name="connsiteY10" fmla="*/ 896118 h 5282795"/>
              <a:gd name="connsiteX11" fmla="*/ 4420599 w 4420658"/>
              <a:gd name="connsiteY11" fmla="*/ 1115424 h 5282795"/>
              <a:gd name="connsiteX12" fmla="*/ 4202299 w 4420658"/>
              <a:gd name="connsiteY12" fmla="*/ 1535152 h 5282795"/>
              <a:gd name="connsiteX13" fmla="*/ 4020577 w 4420658"/>
              <a:gd name="connsiteY13" fmla="*/ 2103271 h 5282795"/>
              <a:gd name="connsiteX14" fmla="*/ 3967783 w 4420658"/>
              <a:gd name="connsiteY14" fmla="*/ 2530798 h 5282795"/>
              <a:gd name="connsiteX15" fmla="*/ 3876656 w 4420658"/>
              <a:gd name="connsiteY15" fmla="*/ 3019449 h 5282795"/>
              <a:gd name="connsiteX16" fmla="*/ 3871800 w 4420658"/>
              <a:gd name="connsiteY16" fmla="*/ 3478732 h 5282795"/>
              <a:gd name="connsiteX17" fmla="*/ 3403160 w 4420658"/>
              <a:gd name="connsiteY17" fmla="*/ 3857126 h 5282795"/>
              <a:gd name="connsiteX18" fmla="*/ 3305653 w 4420658"/>
              <a:gd name="connsiteY18" fmla="*/ 4581314 h 5282795"/>
              <a:gd name="connsiteX19" fmla="*/ 2819299 w 4420658"/>
              <a:gd name="connsiteY19" fmla="*/ 5282003 h 5282795"/>
              <a:gd name="connsiteX20" fmla="*/ 2074813 w 4420658"/>
              <a:gd name="connsiteY20" fmla="*/ 4713338 h 5282795"/>
              <a:gd name="connsiteX21" fmla="*/ 1676882 w 4420658"/>
              <a:gd name="connsiteY21" fmla="*/ 4392462 h 5282795"/>
              <a:gd name="connsiteX22" fmla="*/ 1302183 w 4420658"/>
              <a:gd name="connsiteY22" fmla="*/ 4316361 h 5282795"/>
              <a:gd name="connsiteX23" fmla="*/ 801434 w 4420658"/>
              <a:gd name="connsiteY23" fmla="*/ 4245967 h 5282795"/>
              <a:gd name="connsiteX24" fmla="*/ 634099 w 4420658"/>
              <a:gd name="connsiteY24" fmla="*/ 3968889 h 5282795"/>
              <a:gd name="connsiteX25" fmla="*/ 311947 w 4420658"/>
              <a:gd name="connsiteY25" fmla="*/ 3707474 h 5282795"/>
              <a:gd name="connsiteX26" fmla="*/ 36 w 4420658"/>
              <a:gd name="connsiteY26" fmla="*/ 3145260 h 5282795"/>
              <a:gd name="connsiteX27" fmla="*/ 512084 w 4420658"/>
              <a:gd name="connsiteY27" fmla="*/ 2927080 h 5282795"/>
              <a:gd name="connsiteX28" fmla="*/ 896037 w 4420658"/>
              <a:gd name="connsiteY28" fmla="*/ 2707112 h 5282795"/>
              <a:gd name="connsiteX29" fmla="*/ 1082917 w 4420658"/>
              <a:gd name="connsiteY29" fmla="*/ 2643580 h 5282795"/>
              <a:gd name="connsiteX30" fmla="*/ 1239253 w 4420658"/>
              <a:gd name="connsiteY30" fmla="*/ 2389146 h 5282795"/>
              <a:gd name="connsiteX0" fmla="*/ 1239253 w 4420658"/>
              <a:gd name="connsiteY0" fmla="*/ 2392950 h 5286599"/>
              <a:gd name="connsiteX1" fmla="*/ 1239268 w 4420658"/>
              <a:gd name="connsiteY1" fmla="*/ 1822968 h 5286599"/>
              <a:gd name="connsiteX2" fmla="*/ 1507992 w 4420658"/>
              <a:gd name="connsiteY2" fmla="*/ 1667577 h 5286599"/>
              <a:gd name="connsiteX3" fmla="*/ 1773670 w 4420658"/>
              <a:gd name="connsiteY3" fmla="*/ 1589062 h 5286599"/>
              <a:gd name="connsiteX4" fmla="*/ 2058277 w 4420658"/>
              <a:gd name="connsiteY4" fmla="*/ 1343793 h 5286599"/>
              <a:gd name="connsiteX5" fmla="*/ 2235157 w 4420658"/>
              <a:gd name="connsiteY5" fmla="*/ 1087856 h 5286599"/>
              <a:gd name="connsiteX6" fmla="*/ 2227633 w 4420658"/>
              <a:gd name="connsiteY6" fmla="*/ 248551 h 5286599"/>
              <a:gd name="connsiteX7" fmla="*/ 2741886 w 4420658"/>
              <a:gd name="connsiteY7" fmla="*/ 5542 h 5286599"/>
              <a:gd name="connsiteX8" fmla="*/ 3181896 w 4420658"/>
              <a:gd name="connsiteY8" fmla="*/ 427959 h 5286599"/>
              <a:gd name="connsiteX9" fmla="*/ 3579849 w 4420658"/>
              <a:gd name="connsiteY9" fmla="*/ 552123 h 5286599"/>
              <a:gd name="connsiteX10" fmla="*/ 3971250 w 4420658"/>
              <a:gd name="connsiteY10" fmla="*/ 899922 h 5286599"/>
              <a:gd name="connsiteX11" fmla="*/ 4420599 w 4420658"/>
              <a:gd name="connsiteY11" fmla="*/ 1119228 h 5286599"/>
              <a:gd name="connsiteX12" fmla="*/ 4202299 w 4420658"/>
              <a:gd name="connsiteY12" fmla="*/ 1538956 h 5286599"/>
              <a:gd name="connsiteX13" fmla="*/ 4020577 w 4420658"/>
              <a:gd name="connsiteY13" fmla="*/ 2107075 h 5286599"/>
              <a:gd name="connsiteX14" fmla="*/ 3967783 w 4420658"/>
              <a:gd name="connsiteY14" fmla="*/ 2534602 h 5286599"/>
              <a:gd name="connsiteX15" fmla="*/ 3876656 w 4420658"/>
              <a:gd name="connsiteY15" fmla="*/ 3023253 h 5286599"/>
              <a:gd name="connsiteX16" fmla="*/ 3871800 w 4420658"/>
              <a:gd name="connsiteY16" fmla="*/ 3482536 h 5286599"/>
              <a:gd name="connsiteX17" fmla="*/ 3403160 w 4420658"/>
              <a:gd name="connsiteY17" fmla="*/ 3860930 h 5286599"/>
              <a:gd name="connsiteX18" fmla="*/ 3305653 w 4420658"/>
              <a:gd name="connsiteY18" fmla="*/ 4585118 h 5286599"/>
              <a:gd name="connsiteX19" fmla="*/ 2819299 w 4420658"/>
              <a:gd name="connsiteY19" fmla="*/ 5285807 h 5286599"/>
              <a:gd name="connsiteX20" fmla="*/ 2074813 w 4420658"/>
              <a:gd name="connsiteY20" fmla="*/ 4717142 h 5286599"/>
              <a:gd name="connsiteX21" fmla="*/ 1676882 w 4420658"/>
              <a:gd name="connsiteY21" fmla="*/ 4396266 h 5286599"/>
              <a:gd name="connsiteX22" fmla="*/ 1302183 w 4420658"/>
              <a:gd name="connsiteY22" fmla="*/ 4320165 h 5286599"/>
              <a:gd name="connsiteX23" fmla="*/ 801434 w 4420658"/>
              <a:gd name="connsiteY23" fmla="*/ 4249771 h 5286599"/>
              <a:gd name="connsiteX24" fmla="*/ 634099 w 4420658"/>
              <a:gd name="connsiteY24" fmla="*/ 3972693 h 5286599"/>
              <a:gd name="connsiteX25" fmla="*/ 311947 w 4420658"/>
              <a:gd name="connsiteY25" fmla="*/ 3711278 h 5286599"/>
              <a:gd name="connsiteX26" fmla="*/ 36 w 4420658"/>
              <a:gd name="connsiteY26" fmla="*/ 3149064 h 5286599"/>
              <a:gd name="connsiteX27" fmla="*/ 512084 w 4420658"/>
              <a:gd name="connsiteY27" fmla="*/ 2930884 h 5286599"/>
              <a:gd name="connsiteX28" fmla="*/ 896037 w 4420658"/>
              <a:gd name="connsiteY28" fmla="*/ 2710916 h 5286599"/>
              <a:gd name="connsiteX29" fmla="*/ 1082917 w 4420658"/>
              <a:gd name="connsiteY29" fmla="*/ 2647384 h 5286599"/>
              <a:gd name="connsiteX30" fmla="*/ 1239253 w 4420658"/>
              <a:gd name="connsiteY30" fmla="*/ 2392950 h 5286599"/>
              <a:gd name="connsiteX0" fmla="*/ 1239253 w 4420686"/>
              <a:gd name="connsiteY0" fmla="*/ 2392950 h 5286599"/>
              <a:gd name="connsiteX1" fmla="*/ 1239268 w 4420686"/>
              <a:gd name="connsiteY1" fmla="*/ 1822968 h 5286599"/>
              <a:gd name="connsiteX2" fmla="*/ 1507992 w 4420686"/>
              <a:gd name="connsiteY2" fmla="*/ 1667577 h 5286599"/>
              <a:gd name="connsiteX3" fmla="*/ 1773670 w 4420686"/>
              <a:gd name="connsiteY3" fmla="*/ 1589062 h 5286599"/>
              <a:gd name="connsiteX4" fmla="*/ 2058277 w 4420686"/>
              <a:gd name="connsiteY4" fmla="*/ 1343793 h 5286599"/>
              <a:gd name="connsiteX5" fmla="*/ 2235157 w 4420686"/>
              <a:gd name="connsiteY5" fmla="*/ 1087856 h 5286599"/>
              <a:gd name="connsiteX6" fmla="*/ 2227633 w 4420686"/>
              <a:gd name="connsiteY6" fmla="*/ 248551 h 5286599"/>
              <a:gd name="connsiteX7" fmla="*/ 2741886 w 4420686"/>
              <a:gd name="connsiteY7" fmla="*/ 5542 h 5286599"/>
              <a:gd name="connsiteX8" fmla="*/ 3181896 w 4420686"/>
              <a:gd name="connsiteY8" fmla="*/ 427959 h 5286599"/>
              <a:gd name="connsiteX9" fmla="*/ 3579849 w 4420686"/>
              <a:gd name="connsiteY9" fmla="*/ 552123 h 5286599"/>
              <a:gd name="connsiteX10" fmla="*/ 3971250 w 4420686"/>
              <a:gd name="connsiteY10" fmla="*/ 899922 h 5286599"/>
              <a:gd name="connsiteX11" fmla="*/ 4420599 w 4420686"/>
              <a:gd name="connsiteY11" fmla="*/ 1119228 h 5286599"/>
              <a:gd name="connsiteX12" fmla="*/ 4268951 w 4420686"/>
              <a:gd name="connsiteY12" fmla="*/ 1520242 h 5286599"/>
              <a:gd name="connsiteX13" fmla="*/ 4020577 w 4420686"/>
              <a:gd name="connsiteY13" fmla="*/ 2107075 h 5286599"/>
              <a:gd name="connsiteX14" fmla="*/ 3967783 w 4420686"/>
              <a:gd name="connsiteY14" fmla="*/ 2534602 h 5286599"/>
              <a:gd name="connsiteX15" fmla="*/ 3876656 w 4420686"/>
              <a:gd name="connsiteY15" fmla="*/ 3023253 h 5286599"/>
              <a:gd name="connsiteX16" fmla="*/ 3871800 w 4420686"/>
              <a:gd name="connsiteY16" fmla="*/ 3482536 h 5286599"/>
              <a:gd name="connsiteX17" fmla="*/ 3403160 w 4420686"/>
              <a:gd name="connsiteY17" fmla="*/ 3860930 h 5286599"/>
              <a:gd name="connsiteX18" fmla="*/ 3305653 w 4420686"/>
              <a:gd name="connsiteY18" fmla="*/ 4585118 h 5286599"/>
              <a:gd name="connsiteX19" fmla="*/ 2819299 w 4420686"/>
              <a:gd name="connsiteY19" fmla="*/ 5285807 h 5286599"/>
              <a:gd name="connsiteX20" fmla="*/ 2074813 w 4420686"/>
              <a:gd name="connsiteY20" fmla="*/ 4717142 h 5286599"/>
              <a:gd name="connsiteX21" fmla="*/ 1676882 w 4420686"/>
              <a:gd name="connsiteY21" fmla="*/ 4396266 h 5286599"/>
              <a:gd name="connsiteX22" fmla="*/ 1302183 w 4420686"/>
              <a:gd name="connsiteY22" fmla="*/ 4320165 h 5286599"/>
              <a:gd name="connsiteX23" fmla="*/ 801434 w 4420686"/>
              <a:gd name="connsiteY23" fmla="*/ 4249771 h 5286599"/>
              <a:gd name="connsiteX24" fmla="*/ 634099 w 4420686"/>
              <a:gd name="connsiteY24" fmla="*/ 3972693 h 5286599"/>
              <a:gd name="connsiteX25" fmla="*/ 311947 w 4420686"/>
              <a:gd name="connsiteY25" fmla="*/ 3711278 h 5286599"/>
              <a:gd name="connsiteX26" fmla="*/ 36 w 4420686"/>
              <a:gd name="connsiteY26" fmla="*/ 3149064 h 5286599"/>
              <a:gd name="connsiteX27" fmla="*/ 512084 w 4420686"/>
              <a:gd name="connsiteY27" fmla="*/ 2930884 h 5286599"/>
              <a:gd name="connsiteX28" fmla="*/ 896037 w 4420686"/>
              <a:gd name="connsiteY28" fmla="*/ 2710916 h 5286599"/>
              <a:gd name="connsiteX29" fmla="*/ 1082917 w 4420686"/>
              <a:gd name="connsiteY29" fmla="*/ 2647384 h 5286599"/>
              <a:gd name="connsiteX30" fmla="*/ 1239253 w 4420686"/>
              <a:gd name="connsiteY30" fmla="*/ 2392950 h 528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420686" h="5286599">
                <a:moveTo>
                  <a:pt x="1239253" y="2392950"/>
                </a:moveTo>
                <a:cubicBezTo>
                  <a:pt x="1265312" y="2255547"/>
                  <a:pt x="1194478" y="1943864"/>
                  <a:pt x="1239268" y="1822968"/>
                </a:cubicBezTo>
                <a:cubicBezTo>
                  <a:pt x="1284058" y="1702072"/>
                  <a:pt x="1412017" y="1683117"/>
                  <a:pt x="1507992" y="1667577"/>
                </a:cubicBezTo>
                <a:cubicBezTo>
                  <a:pt x="1600169" y="1652652"/>
                  <a:pt x="1681956" y="1643026"/>
                  <a:pt x="1773670" y="1589062"/>
                </a:cubicBezTo>
                <a:cubicBezTo>
                  <a:pt x="1865384" y="1535098"/>
                  <a:pt x="1975410" y="1437995"/>
                  <a:pt x="2058277" y="1343793"/>
                </a:cubicBezTo>
                <a:cubicBezTo>
                  <a:pt x="2126857" y="1265783"/>
                  <a:pt x="2206931" y="1270396"/>
                  <a:pt x="2235157" y="1087856"/>
                </a:cubicBezTo>
                <a:cubicBezTo>
                  <a:pt x="2263383" y="905316"/>
                  <a:pt x="2143178" y="428937"/>
                  <a:pt x="2227633" y="248551"/>
                </a:cubicBezTo>
                <a:cubicBezTo>
                  <a:pt x="2312088" y="68165"/>
                  <a:pt x="2582842" y="-24359"/>
                  <a:pt x="2741886" y="5542"/>
                </a:cubicBezTo>
                <a:cubicBezTo>
                  <a:pt x="2900930" y="35443"/>
                  <a:pt x="3042236" y="336862"/>
                  <a:pt x="3181896" y="427959"/>
                </a:cubicBezTo>
                <a:cubicBezTo>
                  <a:pt x="3321557" y="519056"/>
                  <a:pt x="3448290" y="473463"/>
                  <a:pt x="3579849" y="552123"/>
                </a:cubicBezTo>
                <a:cubicBezTo>
                  <a:pt x="3711408" y="630784"/>
                  <a:pt x="3831125" y="805405"/>
                  <a:pt x="3971250" y="899922"/>
                </a:cubicBezTo>
                <a:cubicBezTo>
                  <a:pt x="4111375" y="994440"/>
                  <a:pt x="4395596" y="993847"/>
                  <a:pt x="4420599" y="1119228"/>
                </a:cubicBezTo>
                <a:cubicBezTo>
                  <a:pt x="4424695" y="1233813"/>
                  <a:pt x="4284286" y="1406418"/>
                  <a:pt x="4268951" y="1520242"/>
                </a:cubicBezTo>
                <a:cubicBezTo>
                  <a:pt x="4191905" y="1697989"/>
                  <a:pt x="4058131" y="1939055"/>
                  <a:pt x="4020577" y="2107075"/>
                </a:cubicBezTo>
                <a:cubicBezTo>
                  <a:pt x="3983023" y="2275095"/>
                  <a:pt x="3991770" y="2381906"/>
                  <a:pt x="3967783" y="2534602"/>
                </a:cubicBezTo>
                <a:cubicBezTo>
                  <a:pt x="3943796" y="2687298"/>
                  <a:pt x="3892653" y="2865264"/>
                  <a:pt x="3876656" y="3023253"/>
                </a:cubicBezTo>
                <a:cubicBezTo>
                  <a:pt x="3860659" y="3181242"/>
                  <a:pt x="3950716" y="3342923"/>
                  <a:pt x="3871800" y="3482536"/>
                </a:cubicBezTo>
                <a:cubicBezTo>
                  <a:pt x="3792884" y="3622149"/>
                  <a:pt x="3497518" y="3677166"/>
                  <a:pt x="3403160" y="3860930"/>
                </a:cubicBezTo>
                <a:cubicBezTo>
                  <a:pt x="3308802" y="4044694"/>
                  <a:pt x="3402963" y="4347639"/>
                  <a:pt x="3305653" y="4585118"/>
                </a:cubicBezTo>
                <a:cubicBezTo>
                  <a:pt x="3208343" y="4822597"/>
                  <a:pt x="3024439" y="5263803"/>
                  <a:pt x="2819299" y="5285807"/>
                </a:cubicBezTo>
                <a:cubicBezTo>
                  <a:pt x="2614159" y="5307811"/>
                  <a:pt x="2265216" y="4865399"/>
                  <a:pt x="2074813" y="4717142"/>
                </a:cubicBezTo>
                <a:cubicBezTo>
                  <a:pt x="1884410" y="4568885"/>
                  <a:pt x="1805654" y="4462429"/>
                  <a:pt x="1676882" y="4396266"/>
                </a:cubicBezTo>
                <a:cubicBezTo>
                  <a:pt x="1548110" y="4330103"/>
                  <a:pt x="1448091" y="4344581"/>
                  <a:pt x="1302183" y="4320165"/>
                </a:cubicBezTo>
                <a:cubicBezTo>
                  <a:pt x="1156275" y="4295749"/>
                  <a:pt x="912781" y="4307683"/>
                  <a:pt x="801434" y="4249771"/>
                </a:cubicBezTo>
                <a:cubicBezTo>
                  <a:pt x="690087" y="4191859"/>
                  <a:pt x="715680" y="4062442"/>
                  <a:pt x="634099" y="3972693"/>
                </a:cubicBezTo>
                <a:cubicBezTo>
                  <a:pt x="552518" y="3882944"/>
                  <a:pt x="417624" y="3848549"/>
                  <a:pt x="311947" y="3711278"/>
                </a:cubicBezTo>
                <a:cubicBezTo>
                  <a:pt x="206270" y="3574007"/>
                  <a:pt x="-3108" y="3259459"/>
                  <a:pt x="36" y="3149064"/>
                </a:cubicBezTo>
                <a:cubicBezTo>
                  <a:pt x="4703" y="2983043"/>
                  <a:pt x="362751" y="3003909"/>
                  <a:pt x="512084" y="2930884"/>
                </a:cubicBezTo>
                <a:cubicBezTo>
                  <a:pt x="661417" y="2857859"/>
                  <a:pt x="800898" y="2758166"/>
                  <a:pt x="896037" y="2710916"/>
                </a:cubicBezTo>
                <a:cubicBezTo>
                  <a:pt x="991176" y="2663666"/>
                  <a:pt x="1020243" y="2667673"/>
                  <a:pt x="1082917" y="2647384"/>
                </a:cubicBezTo>
                <a:cubicBezTo>
                  <a:pt x="1159228" y="2591298"/>
                  <a:pt x="1213195" y="2530353"/>
                  <a:pt x="1239253" y="2392950"/>
                </a:cubicBezTo>
                <a:close/>
              </a:path>
            </a:pathLst>
          </a:custGeom>
          <a:noFill/>
          <a:ln w="6350" cap="rnd">
            <a:solidFill>
              <a:schemeClr val="tx1">
                <a:alpha val="35000"/>
              </a:schemeClr>
            </a:solidFill>
            <a:prstDash val="dash"/>
            <a:round/>
          </a:ln>
        </p:spPr>
        <p:txBody>
          <a:bodyPr rtlCol="0" anchor="ctr"/>
          <a:lstStyle/>
          <a:p>
            <a:endParaRPr lang="en-US"/>
          </a:p>
        </p:txBody>
      </p:sp>
      <p:sp>
        <p:nvSpPr>
          <p:cNvPr id="70" name="Freeform: Shape 69">
            <a:extLst>
              <a:ext uri="{FF2B5EF4-FFF2-40B4-BE49-F238E27FC236}">
                <a16:creationId xmlns:a16="http://schemas.microsoft.com/office/drawing/2014/main" id="{51450151-CC07-2F0D-7FE1-12B8C96A0458}"/>
              </a:ext>
            </a:extLst>
          </p:cNvPr>
          <p:cNvSpPr/>
          <p:nvPr userDrawn="1"/>
        </p:nvSpPr>
        <p:spPr>
          <a:xfrm rot="9034682" flipV="1">
            <a:off x="4746192" y="2551049"/>
            <a:ext cx="3922768" cy="3722048"/>
          </a:xfrm>
          <a:custGeom>
            <a:avLst/>
            <a:gdLst>
              <a:gd name="connsiteX0" fmla="*/ 78613 w 3186704"/>
              <a:gd name="connsiteY0" fmla="*/ 3007044 h 3402311"/>
              <a:gd name="connsiteX1" fmla="*/ 2032 w 3186704"/>
              <a:gd name="connsiteY1" fmla="*/ 2731772 h 3402311"/>
              <a:gd name="connsiteX2" fmla="*/ 21177 w 3186704"/>
              <a:gd name="connsiteY2" fmla="*/ 2545082 h 3402311"/>
              <a:gd name="connsiteX3" fmla="*/ 116903 w 3186704"/>
              <a:gd name="connsiteY3" fmla="*/ 2389443 h 3402311"/>
              <a:gd name="connsiteX4" fmla="*/ 241300 w 3186704"/>
              <a:gd name="connsiteY4" fmla="*/ 2308100 h 3402311"/>
              <a:gd name="connsiteX5" fmla="*/ 475805 w 3186704"/>
              <a:gd name="connsiteY5" fmla="*/ 2296099 h 3402311"/>
              <a:gd name="connsiteX6" fmla="*/ 664781 w 3186704"/>
              <a:gd name="connsiteY6" fmla="*/ 2336770 h 3402311"/>
              <a:gd name="connsiteX7" fmla="*/ 803560 w 3186704"/>
              <a:gd name="connsiteY7" fmla="*/ 2336770 h 3402311"/>
              <a:gd name="connsiteX8" fmla="*/ 942340 w 3186704"/>
              <a:gd name="connsiteY8" fmla="*/ 2224280 h 3402311"/>
              <a:gd name="connsiteX9" fmla="*/ 1018921 w 3186704"/>
              <a:gd name="connsiteY9" fmla="*/ 1958532 h 3402311"/>
              <a:gd name="connsiteX10" fmla="*/ 1061974 w 3186704"/>
              <a:gd name="connsiteY10" fmla="*/ 1606679 h 3402311"/>
              <a:gd name="connsiteX11" fmla="*/ 1114647 w 3186704"/>
              <a:gd name="connsiteY11" fmla="*/ 1369697 h 3402311"/>
              <a:gd name="connsiteX12" fmla="*/ 1243806 w 3186704"/>
              <a:gd name="connsiteY12" fmla="*/ 1080042 h 3402311"/>
              <a:gd name="connsiteX13" fmla="*/ 1468691 w 3186704"/>
              <a:gd name="connsiteY13" fmla="*/ 795149 h 3402311"/>
              <a:gd name="connsiteX14" fmla="*/ 1770157 w 3186704"/>
              <a:gd name="connsiteY14" fmla="*/ 452820 h 3402311"/>
              <a:gd name="connsiteX15" fmla="*/ 2082387 w 3186704"/>
              <a:gd name="connsiteY15" fmla="*/ 140400 h 3402311"/>
              <a:gd name="connsiteX16" fmla="*/ 2298890 w 3186704"/>
              <a:gd name="connsiteY16" fmla="*/ 31530 h 3402311"/>
              <a:gd name="connsiteX17" fmla="*/ 2533396 w 3186704"/>
              <a:gd name="connsiteY17" fmla="*/ 383 h 3402311"/>
              <a:gd name="connsiteX18" fmla="*/ 2796572 w 3186704"/>
              <a:gd name="connsiteY18" fmla="*/ 53056 h 3402311"/>
              <a:gd name="connsiteX19" fmla="*/ 3014313 w 3186704"/>
              <a:gd name="connsiteY19" fmla="*/ 177548 h 3402311"/>
              <a:gd name="connsiteX20" fmla="*/ 3131566 w 3186704"/>
              <a:gd name="connsiteY20" fmla="*/ 366619 h 3402311"/>
              <a:gd name="connsiteX21" fmla="*/ 3174619 w 3186704"/>
              <a:gd name="connsiteY21" fmla="*/ 610745 h 3402311"/>
              <a:gd name="connsiteX22" fmla="*/ 3168142 w 3186704"/>
              <a:gd name="connsiteY22" fmla="*/ 993460 h 3402311"/>
              <a:gd name="connsiteX23" fmla="*/ 3185763 w 3186704"/>
              <a:gd name="connsiteY23" fmla="*/ 1497141 h 3402311"/>
              <a:gd name="connsiteX24" fmla="*/ 3150806 w 3186704"/>
              <a:gd name="connsiteY24" fmla="*/ 1790892 h 3402311"/>
              <a:gd name="connsiteX25" fmla="*/ 3076130 w 3186704"/>
              <a:gd name="connsiteY25" fmla="*/ 2071404 h 3402311"/>
              <a:gd name="connsiteX26" fmla="*/ 2847435 w 3186704"/>
              <a:gd name="connsiteY26" fmla="*/ 2470216 h 3402311"/>
              <a:gd name="connsiteX27" fmla="*/ 2359374 w 3186704"/>
              <a:gd name="connsiteY27" fmla="*/ 2929701 h 3402311"/>
              <a:gd name="connsiteX28" fmla="*/ 2099723 w 3186704"/>
              <a:gd name="connsiteY28" fmla="*/ 3097056 h 3402311"/>
              <a:gd name="connsiteX29" fmla="*/ 1760537 w 3186704"/>
              <a:gd name="connsiteY29" fmla="*/ 3241359 h 3402311"/>
              <a:gd name="connsiteX30" fmla="*/ 1610518 w 3186704"/>
              <a:gd name="connsiteY30" fmla="*/ 3309463 h 3402311"/>
              <a:gd name="connsiteX31" fmla="*/ 1367059 w 3186704"/>
              <a:gd name="connsiteY31" fmla="*/ 3374138 h 3402311"/>
              <a:gd name="connsiteX32" fmla="*/ 1210183 w 3186704"/>
              <a:gd name="connsiteY32" fmla="*/ 3385663 h 3402311"/>
              <a:gd name="connsiteX33" fmla="*/ 905573 w 3186704"/>
              <a:gd name="connsiteY33" fmla="*/ 3401856 h 3402311"/>
              <a:gd name="connsiteX34" fmla="*/ 558292 w 3186704"/>
              <a:gd name="connsiteY34" fmla="*/ 3382234 h 3402311"/>
              <a:gd name="connsiteX35" fmla="*/ 467137 w 3186704"/>
              <a:gd name="connsiteY35" fmla="*/ 3363756 h 3402311"/>
              <a:gd name="connsiteX36" fmla="*/ 206343 w 3186704"/>
              <a:gd name="connsiteY36" fmla="*/ 3202117 h 3402311"/>
              <a:gd name="connsiteX37" fmla="*/ 78613 w 3186704"/>
              <a:gd name="connsiteY37" fmla="*/ 3007044 h 3402311"/>
              <a:gd name="connsiteX0" fmla="*/ 78613 w 3186704"/>
              <a:gd name="connsiteY0" fmla="*/ 3007044 h 3759994"/>
              <a:gd name="connsiteX1" fmla="*/ 2032 w 3186704"/>
              <a:gd name="connsiteY1" fmla="*/ 2731772 h 3759994"/>
              <a:gd name="connsiteX2" fmla="*/ 21177 w 3186704"/>
              <a:gd name="connsiteY2" fmla="*/ 2545082 h 3759994"/>
              <a:gd name="connsiteX3" fmla="*/ 116903 w 3186704"/>
              <a:gd name="connsiteY3" fmla="*/ 2389443 h 3759994"/>
              <a:gd name="connsiteX4" fmla="*/ 241300 w 3186704"/>
              <a:gd name="connsiteY4" fmla="*/ 2308100 h 3759994"/>
              <a:gd name="connsiteX5" fmla="*/ 475805 w 3186704"/>
              <a:gd name="connsiteY5" fmla="*/ 2296099 h 3759994"/>
              <a:gd name="connsiteX6" fmla="*/ 664781 w 3186704"/>
              <a:gd name="connsiteY6" fmla="*/ 2336770 h 3759994"/>
              <a:gd name="connsiteX7" fmla="*/ 803560 w 3186704"/>
              <a:gd name="connsiteY7" fmla="*/ 2336770 h 3759994"/>
              <a:gd name="connsiteX8" fmla="*/ 942340 w 3186704"/>
              <a:gd name="connsiteY8" fmla="*/ 2224280 h 3759994"/>
              <a:gd name="connsiteX9" fmla="*/ 1018921 w 3186704"/>
              <a:gd name="connsiteY9" fmla="*/ 1958532 h 3759994"/>
              <a:gd name="connsiteX10" fmla="*/ 1061974 w 3186704"/>
              <a:gd name="connsiteY10" fmla="*/ 1606679 h 3759994"/>
              <a:gd name="connsiteX11" fmla="*/ 1114647 w 3186704"/>
              <a:gd name="connsiteY11" fmla="*/ 1369697 h 3759994"/>
              <a:gd name="connsiteX12" fmla="*/ 1243806 w 3186704"/>
              <a:gd name="connsiteY12" fmla="*/ 1080042 h 3759994"/>
              <a:gd name="connsiteX13" fmla="*/ 1468691 w 3186704"/>
              <a:gd name="connsiteY13" fmla="*/ 795149 h 3759994"/>
              <a:gd name="connsiteX14" fmla="*/ 1770157 w 3186704"/>
              <a:gd name="connsiteY14" fmla="*/ 452820 h 3759994"/>
              <a:gd name="connsiteX15" fmla="*/ 2082387 w 3186704"/>
              <a:gd name="connsiteY15" fmla="*/ 140400 h 3759994"/>
              <a:gd name="connsiteX16" fmla="*/ 2298890 w 3186704"/>
              <a:gd name="connsiteY16" fmla="*/ 31530 h 3759994"/>
              <a:gd name="connsiteX17" fmla="*/ 2533396 w 3186704"/>
              <a:gd name="connsiteY17" fmla="*/ 383 h 3759994"/>
              <a:gd name="connsiteX18" fmla="*/ 2796572 w 3186704"/>
              <a:gd name="connsiteY18" fmla="*/ 53056 h 3759994"/>
              <a:gd name="connsiteX19" fmla="*/ 3014313 w 3186704"/>
              <a:gd name="connsiteY19" fmla="*/ 177548 h 3759994"/>
              <a:gd name="connsiteX20" fmla="*/ 3131566 w 3186704"/>
              <a:gd name="connsiteY20" fmla="*/ 366619 h 3759994"/>
              <a:gd name="connsiteX21" fmla="*/ 3174619 w 3186704"/>
              <a:gd name="connsiteY21" fmla="*/ 610745 h 3759994"/>
              <a:gd name="connsiteX22" fmla="*/ 3168142 w 3186704"/>
              <a:gd name="connsiteY22" fmla="*/ 993460 h 3759994"/>
              <a:gd name="connsiteX23" fmla="*/ 3185763 w 3186704"/>
              <a:gd name="connsiteY23" fmla="*/ 1497141 h 3759994"/>
              <a:gd name="connsiteX24" fmla="*/ 3150806 w 3186704"/>
              <a:gd name="connsiteY24" fmla="*/ 1790892 h 3759994"/>
              <a:gd name="connsiteX25" fmla="*/ 3076130 w 3186704"/>
              <a:gd name="connsiteY25" fmla="*/ 2071404 h 3759994"/>
              <a:gd name="connsiteX26" fmla="*/ 2847435 w 3186704"/>
              <a:gd name="connsiteY26" fmla="*/ 2470216 h 3759994"/>
              <a:gd name="connsiteX27" fmla="*/ 2359374 w 3186704"/>
              <a:gd name="connsiteY27" fmla="*/ 2929701 h 3759994"/>
              <a:gd name="connsiteX28" fmla="*/ 2099723 w 3186704"/>
              <a:gd name="connsiteY28" fmla="*/ 3097056 h 3759994"/>
              <a:gd name="connsiteX29" fmla="*/ 1975292 w 3186704"/>
              <a:gd name="connsiteY29" fmla="*/ 3759085 h 3759994"/>
              <a:gd name="connsiteX30" fmla="*/ 1610518 w 3186704"/>
              <a:gd name="connsiteY30" fmla="*/ 3309463 h 3759994"/>
              <a:gd name="connsiteX31" fmla="*/ 1367059 w 3186704"/>
              <a:gd name="connsiteY31" fmla="*/ 3374138 h 3759994"/>
              <a:gd name="connsiteX32" fmla="*/ 1210183 w 3186704"/>
              <a:gd name="connsiteY32" fmla="*/ 3385663 h 3759994"/>
              <a:gd name="connsiteX33" fmla="*/ 905573 w 3186704"/>
              <a:gd name="connsiteY33" fmla="*/ 3401856 h 3759994"/>
              <a:gd name="connsiteX34" fmla="*/ 558292 w 3186704"/>
              <a:gd name="connsiteY34" fmla="*/ 3382234 h 3759994"/>
              <a:gd name="connsiteX35" fmla="*/ 467137 w 3186704"/>
              <a:gd name="connsiteY35" fmla="*/ 3363756 h 3759994"/>
              <a:gd name="connsiteX36" fmla="*/ 206343 w 3186704"/>
              <a:gd name="connsiteY36" fmla="*/ 3202117 h 3759994"/>
              <a:gd name="connsiteX37" fmla="*/ 78613 w 3186704"/>
              <a:gd name="connsiteY37" fmla="*/ 3007044 h 3759994"/>
              <a:gd name="connsiteX0" fmla="*/ 78613 w 3186704"/>
              <a:gd name="connsiteY0" fmla="*/ 3007044 h 3783423"/>
              <a:gd name="connsiteX1" fmla="*/ 2032 w 3186704"/>
              <a:gd name="connsiteY1" fmla="*/ 2731772 h 3783423"/>
              <a:gd name="connsiteX2" fmla="*/ 21177 w 3186704"/>
              <a:gd name="connsiteY2" fmla="*/ 2545082 h 3783423"/>
              <a:gd name="connsiteX3" fmla="*/ 116903 w 3186704"/>
              <a:gd name="connsiteY3" fmla="*/ 2389443 h 3783423"/>
              <a:gd name="connsiteX4" fmla="*/ 241300 w 3186704"/>
              <a:gd name="connsiteY4" fmla="*/ 2308100 h 3783423"/>
              <a:gd name="connsiteX5" fmla="*/ 475805 w 3186704"/>
              <a:gd name="connsiteY5" fmla="*/ 2296099 h 3783423"/>
              <a:gd name="connsiteX6" fmla="*/ 664781 w 3186704"/>
              <a:gd name="connsiteY6" fmla="*/ 2336770 h 3783423"/>
              <a:gd name="connsiteX7" fmla="*/ 803560 w 3186704"/>
              <a:gd name="connsiteY7" fmla="*/ 2336770 h 3783423"/>
              <a:gd name="connsiteX8" fmla="*/ 942340 w 3186704"/>
              <a:gd name="connsiteY8" fmla="*/ 2224280 h 3783423"/>
              <a:gd name="connsiteX9" fmla="*/ 1018921 w 3186704"/>
              <a:gd name="connsiteY9" fmla="*/ 1958532 h 3783423"/>
              <a:gd name="connsiteX10" fmla="*/ 1061974 w 3186704"/>
              <a:gd name="connsiteY10" fmla="*/ 1606679 h 3783423"/>
              <a:gd name="connsiteX11" fmla="*/ 1114647 w 3186704"/>
              <a:gd name="connsiteY11" fmla="*/ 1369697 h 3783423"/>
              <a:gd name="connsiteX12" fmla="*/ 1243806 w 3186704"/>
              <a:gd name="connsiteY12" fmla="*/ 1080042 h 3783423"/>
              <a:gd name="connsiteX13" fmla="*/ 1468691 w 3186704"/>
              <a:gd name="connsiteY13" fmla="*/ 795149 h 3783423"/>
              <a:gd name="connsiteX14" fmla="*/ 1770157 w 3186704"/>
              <a:gd name="connsiteY14" fmla="*/ 452820 h 3783423"/>
              <a:gd name="connsiteX15" fmla="*/ 2082387 w 3186704"/>
              <a:gd name="connsiteY15" fmla="*/ 140400 h 3783423"/>
              <a:gd name="connsiteX16" fmla="*/ 2298890 w 3186704"/>
              <a:gd name="connsiteY16" fmla="*/ 31530 h 3783423"/>
              <a:gd name="connsiteX17" fmla="*/ 2533396 w 3186704"/>
              <a:gd name="connsiteY17" fmla="*/ 383 h 3783423"/>
              <a:gd name="connsiteX18" fmla="*/ 2796572 w 3186704"/>
              <a:gd name="connsiteY18" fmla="*/ 53056 h 3783423"/>
              <a:gd name="connsiteX19" fmla="*/ 3014313 w 3186704"/>
              <a:gd name="connsiteY19" fmla="*/ 177548 h 3783423"/>
              <a:gd name="connsiteX20" fmla="*/ 3131566 w 3186704"/>
              <a:gd name="connsiteY20" fmla="*/ 366619 h 3783423"/>
              <a:gd name="connsiteX21" fmla="*/ 3174619 w 3186704"/>
              <a:gd name="connsiteY21" fmla="*/ 610745 h 3783423"/>
              <a:gd name="connsiteX22" fmla="*/ 3168142 w 3186704"/>
              <a:gd name="connsiteY22" fmla="*/ 993460 h 3783423"/>
              <a:gd name="connsiteX23" fmla="*/ 3185763 w 3186704"/>
              <a:gd name="connsiteY23" fmla="*/ 1497141 h 3783423"/>
              <a:gd name="connsiteX24" fmla="*/ 3150806 w 3186704"/>
              <a:gd name="connsiteY24" fmla="*/ 1790892 h 3783423"/>
              <a:gd name="connsiteX25" fmla="*/ 3076130 w 3186704"/>
              <a:gd name="connsiteY25" fmla="*/ 2071404 h 3783423"/>
              <a:gd name="connsiteX26" fmla="*/ 2847435 w 3186704"/>
              <a:gd name="connsiteY26" fmla="*/ 2470216 h 3783423"/>
              <a:gd name="connsiteX27" fmla="*/ 2359374 w 3186704"/>
              <a:gd name="connsiteY27" fmla="*/ 2929701 h 3783423"/>
              <a:gd name="connsiteX28" fmla="*/ 2099723 w 3186704"/>
              <a:gd name="connsiteY28" fmla="*/ 3097056 h 3783423"/>
              <a:gd name="connsiteX29" fmla="*/ 1975292 w 3186704"/>
              <a:gd name="connsiteY29" fmla="*/ 3759085 h 3783423"/>
              <a:gd name="connsiteX30" fmla="*/ 1615169 w 3186704"/>
              <a:gd name="connsiteY30" fmla="*/ 3615090 h 3783423"/>
              <a:gd name="connsiteX31" fmla="*/ 1367059 w 3186704"/>
              <a:gd name="connsiteY31" fmla="*/ 3374138 h 3783423"/>
              <a:gd name="connsiteX32" fmla="*/ 1210183 w 3186704"/>
              <a:gd name="connsiteY32" fmla="*/ 3385663 h 3783423"/>
              <a:gd name="connsiteX33" fmla="*/ 905573 w 3186704"/>
              <a:gd name="connsiteY33" fmla="*/ 3401856 h 3783423"/>
              <a:gd name="connsiteX34" fmla="*/ 558292 w 3186704"/>
              <a:gd name="connsiteY34" fmla="*/ 3382234 h 3783423"/>
              <a:gd name="connsiteX35" fmla="*/ 467137 w 3186704"/>
              <a:gd name="connsiteY35" fmla="*/ 3363756 h 3783423"/>
              <a:gd name="connsiteX36" fmla="*/ 206343 w 3186704"/>
              <a:gd name="connsiteY36" fmla="*/ 3202117 h 3783423"/>
              <a:gd name="connsiteX37" fmla="*/ 78613 w 3186704"/>
              <a:gd name="connsiteY37" fmla="*/ 3007044 h 3783423"/>
              <a:gd name="connsiteX0" fmla="*/ 78613 w 3186704"/>
              <a:gd name="connsiteY0" fmla="*/ 3007044 h 3761948"/>
              <a:gd name="connsiteX1" fmla="*/ 2032 w 3186704"/>
              <a:gd name="connsiteY1" fmla="*/ 2731772 h 3761948"/>
              <a:gd name="connsiteX2" fmla="*/ 21177 w 3186704"/>
              <a:gd name="connsiteY2" fmla="*/ 2545082 h 3761948"/>
              <a:gd name="connsiteX3" fmla="*/ 116903 w 3186704"/>
              <a:gd name="connsiteY3" fmla="*/ 2389443 h 3761948"/>
              <a:gd name="connsiteX4" fmla="*/ 241300 w 3186704"/>
              <a:gd name="connsiteY4" fmla="*/ 2308100 h 3761948"/>
              <a:gd name="connsiteX5" fmla="*/ 475805 w 3186704"/>
              <a:gd name="connsiteY5" fmla="*/ 2296099 h 3761948"/>
              <a:gd name="connsiteX6" fmla="*/ 664781 w 3186704"/>
              <a:gd name="connsiteY6" fmla="*/ 2336770 h 3761948"/>
              <a:gd name="connsiteX7" fmla="*/ 803560 w 3186704"/>
              <a:gd name="connsiteY7" fmla="*/ 2336770 h 3761948"/>
              <a:gd name="connsiteX8" fmla="*/ 942340 w 3186704"/>
              <a:gd name="connsiteY8" fmla="*/ 2224280 h 3761948"/>
              <a:gd name="connsiteX9" fmla="*/ 1018921 w 3186704"/>
              <a:gd name="connsiteY9" fmla="*/ 1958532 h 3761948"/>
              <a:gd name="connsiteX10" fmla="*/ 1061974 w 3186704"/>
              <a:gd name="connsiteY10" fmla="*/ 1606679 h 3761948"/>
              <a:gd name="connsiteX11" fmla="*/ 1114647 w 3186704"/>
              <a:gd name="connsiteY11" fmla="*/ 1369697 h 3761948"/>
              <a:gd name="connsiteX12" fmla="*/ 1243806 w 3186704"/>
              <a:gd name="connsiteY12" fmla="*/ 1080042 h 3761948"/>
              <a:gd name="connsiteX13" fmla="*/ 1468691 w 3186704"/>
              <a:gd name="connsiteY13" fmla="*/ 795149 h 3761948"/>
              <a:gd name="connsiteX14" fmla="*/ 1770157 w 3186704"/>
              <a:gd name="connsiteY14" fmla="*/ 452820 h 3761948"/>
              <a:gd name="connsiteX15" fmla="*/ 2082387 w 3186704"/>
              <a:gd name="connsiteY15" fmla="*/ 140400 h 3761948"/>
              <a:gd name="connsiteX16" fmla="*/ 2298890 w 3186704"/>
              <a:gd name="connsiteY16" fmla="*/ 31530 h 3761948"/>
              <a:gd name="connsiteX17" fmla="*/ 2533396 w 3186704"/>
              <a:gd name="connsiteY17" fmla="*/ 383 h 3761948"/>
              <a:gd name="connsiteX18" fmla="*/ 2796572 w 3186704"/>
              <a:gd name="connsiteY18" fmla="*/ 53056 h 3761948"/>
              <a:gd name="connsiteX19" fmla="*/ 3014313 w 3186704"/>
              <a:gd name="connsiteY19" fmla="*/ 177548 h 3761948"/>
              <a:gd name="connsiteX20" fmla="*/ 3131566 w 3186704"/>
              <a:gd name="connsiteY20" fmla="*/ 366619 h 3761948"/>
              <a:gd name="connsiteX21" fmla="*/ 3174619 w 3186704"/>
              <a:gd name="connsiteY21" fmla="*/ 610745 h 3761948"/>
              <a:gd name="connsiteX22" fmla="*/ 3168142 w 3186704"/>
              <a:gd name="connsiteY22" fmla="*/ 993460 h 3761948"/>
              <a:gd name="connsiteX23" fmla="*/ 3185763 w 3186704"/>
              <a:gd name="connsiteY23" fmla="*/ 1497141 h 3761948"/>
              <a:gd name="connsiteX24" fmla="*/ 3150806 w 3186704"/>
              <a:gd name="connsiteY24" fmla="*/ 1790892 h 3761948"/>
              <a:gd name="connsiteX25" fmla="*/ 3076130 w 3186704"/>
              <a:gd name="connsiteY25" fmla="*/ 2071404 h 3761948"/>
              <a:gd name="connsiteX26" fmla="*/ 2847435 w 3186704"/>
              <a:gd name="connsiteY26" fmla="*/ 2470216 h 3761948"/>
              <a:gd name="connsiteX27" fmla="*/ 2359374 w 3186704"/>
              <a:gd name="connsiteY27" fmla="*/ 2929701 h 3761948"/>
              <a:gd name="connsiteX28" fmla="*/ 2314368 w 3186704"/>
              <a:gd name="connsiteY28" fmla="*/ 3488091 h 3761948"/>
              <a:gd name="connsiteX29" fmla="*/ 1975292 w 3186704"/>
              <a:gd name="connsiteY29" fmla="*/ 3759085 h 3761948"/>
              <a:gd name="connsiteX30" fmla="*/ 1615169 w 3186704"/>
              <a:gd name="connsiteY30" fmla="*/ 3615090 h 3761948"/>
              <a:gd name="connsiteX31" fmla="*/ 1367059 w 3186704"/>
              <a:gd name="connsiteY31" fmla="*/ 3374138 h 3761948"/>
              <a:gd name="connsiteX32" fmla="*/ 1210183 w 3186704"/>
              <a:gd name="connsiteY32" fmla="*/ 3385663 h 3761948"/>
              <a:gd name="connsiteX33" fmla="*/ 905573 w 3186704"/>
              <a:gd name="connsiteY33" fmla="*/ 3401856 h 3761948"/>
              <a:gd name="connsiteX34" fmla="*/ 558292 w 3186704"/>
              <a:gd name="connsiteY34" fmla="*/ 3382234 h 3761948"/>
              <a:gd name="connsiteX35" fmla="*/ 467137 w 3186704"/>
              <a:gd name="connsiteY35" fmla="*/ 3363756 h 3761948"/>
              <a:gd name="connsiteX36" fmla="*/ 206343 w 3186704"/>
              <a:gd name="connsiteY36" fmla="*/ 3202117 h 3761948"/>
              <a:gd name="connsiteX37" fmla="*/ 78613 w 3186704"/>
              <a:gd name="connsiteY37" fmla="*/ 3007044 h 3761948"/>
              <a:gd name="connsiteX0" fmla="*/ 78613 w 3186704"/>
              <a:gd name="connsiteY0" fmla="*/ 3007044 h 3926266"/>
              <a:gd name="connsiteX1" fmla="*/ 2032 w 3186704"/>
              <a:gd name="connsiteY1" fmla="*/ 2731772 h 3926266"/>
              <a:gd name="connsiteX2" fmla="*/ 21177 w 3186704"/>
              <a:gd name="connsiteY2" fmla="*/ 2545082 h 3926266"/>
              <a:gd name="connsiteX3" fmla="*/ 116903 w 3186704"/>
              <a:gd name="connsiteY3" fmla="*/ 2389443 h 3926266"/>
              <a:gd name="connsiteX4" fmla="*/ 241300 w 3186704"/>
              <a:gd name="connsiteY4" fmla="*/ 2308100 h 3926266"/>
              <a:gd name="connsiteX5" fmla="*/ 475805 w 3186704"/>
              <a:gd name="connsiteY5" fmla="*/ 2296099 h 3926266"/>
              <a:gd name="connsiteX6" fmla="*/ 664781 w 3186704"/>
              <a:gd name="connsiteY6" fmla="*/ 2336770 h 3926266"/>
              <a:gd name="connsiteX7" fmla="*/ 803560 w 3186704"/>
              <a:gd name="connsiteY7" fmla="*/ 2336770 h 3926266"/>
              <a:gd name="connsiteX8" fmla="*/ 942340 w 3186704"/>
              <a:gd name="connsiteY8" fmla="*/ 2224280 h 3926266"/>
              <a:gd name="connsiteX9" fmla="*/ 1018921 w 3186704"/>
              <a:gd name="connsiteY9" fmla="*/ 1958532 h 3926266"/>
              <a:gd name="connsiteX10" fmla="*/ 1061974 w 3186704"/>
              <a:gd name="connsiteY10" fmla="*/ 1606679 h 3926266"/>
              <a:gd name="connsiteX11" fmla="*/ 1114647 w 3186704"/>
              <a:gd name="connsiteY11" fmla="*/ 1369697 h 3926266"/>
              <a:gd name="connsiteX12" fmla="*/ 1243806 w 3186704"/>
              <a:gd name="connsiteY12" fmla="*/ 1080042 h 3926266"/>
              <a:gd name="connsiteX13" fmla="*/ 1468691 w 3186704"/>
              <a:gd name="connsiteY13" fmla="*/ 795149 h 3926266"/>
              <a:gd name="connsiteX14" fmla="*/ 1770157 w 3186704"/>
              <a:gd name="connsiteY14" fmla="*/ 452820 h 3926266"/>
              <a:gd name="connsiteX15" fmla="*/ 2082387 w 3186704"/>
              <a:gd name="connsiteY15" fmla="*/ 140400 h 3926266"/>
              <a:gd name="connsiteX16" fmla="*/ 2298890 w 3186704"/>
              <a:gd name="connsiteY16" fmla="*/ 31530 h 3926266"/>
              <a:gd name="connsiteX17" fmla="*/ 2533396 w 3186704"/>
              <a:gd name="connsiteY17" fmla="*/ 383 h 3926266"/>
              <a:gd name="connsiteX18" fmla="*/ 2796572 w 3186704"/>
              <a:gd name="connsiteY18" fmla="*/ 53056 h 3926266"/>
              <a:gd name="connsiteX19" fmla="*/ 3014313 w 3186704"/>
              <a:gd name="connsiteY19" fmla="*/ 177548 h 3926266"/>
              <a:gd name="connsiteX20" fmla="*/ 3131566 w 3186704"/>
              <a:gd name="connsiteY20" fmla="*/ 366619 h 3926266"/>
              <a:gd name="connsiteX21" fmla="*/ 3174619 w 3186704"/>
              <a:gd name="connsiteY21" fmla="*/ 610745 h 3926266"/>
              <a:gd name="connsiteX22" fmla="*/ 3168142 w 3186704"/>
              <a:gd name="connsiteY22" fmla="*/ 993460 h 3926266"/>
              <a:gd name="connsiteX23" fmla="*/ 3185763 w 3186704"/>
              <a:gd name="connsiteY23" fmla="*/ 1497141 h 3926266"/>
              <a:gd name="connsiteX24" fmla="*/ 3150806 w 3186704"/>
              <a:gd name="connsiteY24" fmla="*/ 1790892 h 3926266"/>
              <a:gd name="connsiteX25" fmla="*/ 3076130 w 3186704"/>
              <a:gd name="connsiteY25" fmla="*/ 2071404 h 3926266"/>
              <a:gd name="connsiteX26" fmla="*/ 2847435 w 3186704"/>
              <a:gd name="connsiteY26" fmla="*/ 2470216 h 3926266"/>
              <a:gd name="connsiteX27" fmla="*/ 2359374 w 3186704"/>
              <a:gd name="connsiteY27" fmla="*/ 2929701 h 3926266"/>
              <a:gd name="connsiteX28" fmla="*/ 2314368 w 3186704"/>
              <a:gd name="connsiteY28" fmla="*/ 3488091 h 3926266"/>
              <a:gd name="connsiteX29" fmla="*/ 2183603 w 3186704"/>
              <a:gd name="connsiteY29" fmla="*/ 3924947 h 3926266"/>
              <a:gd name="connsiteX30" fmla="*/ 1615169 w 3186704"/>
              <a:gd name="connsiteY30" fmla="*/ 3615090 h 3926266"/>
              <a:gd name="connsiteX31" fmla="*/ 1367059 w 3186704"/>
              <a:gd name="connsiteY31" fmla="*/ 3374138 h 3926266"/>
              <a:gd name="connsiteX32" fmla="*/ 1210183 w 3186704"/>
              <a:gd name="connsiteY32" fmla="*/ 3385663 h 3926266"/>
              <a:gd name="connsiteX33" fmla="*/ 905573 w 3186704"/>
              <a:gd name="connsiteY33" fmla="*/ 3401856 h 3926266"/>
              <a:gd name="connsiteX34" fmla="*/ 558292 w 3186704"/>
              <a:gd name="connsiteY34" fmla="*/ 3382234 h 3926266"/>
              <a:gd name="connsiteX35" fmla="*/ 467137 w 3186704"/>
              <a:gd name="connsiteY35" fmla="*/ 3363756 h 3926266"/>
              <a:gd name="connsiteX36" fmla="*/ 206343 w 3186704"/>
              <a:gd name="connsiteY36" fmla="*/ 3202117 h 3926266"/>
              <a:gd name="connsiteX37" fmla="*/ 78613 w 3186704"/>
              <a:gd name="connsiteY37" fmla="*/ 3007044 h 3926266"/>
              <a:gd name="connsiteX0" fmla="*/ 78613 w 3186704"/>
              <a:gd name="connsiteY0" fmla="*/ 3007044 h 3979296"/>
              <a:gd name="connsiteX1" fmla="*/ 2032 w 3186704"/>
              <a:gd name="connsiteY1" fmla="*/ 2731772 h 3979296"/>
              <a:gd name="connsiteX2" fmla="*/ 21177 w 3186704"/>
              <a:gd name="connsiteY2" fmla="*/ 2545082 h 3979296"/>
              <a:gd name="connsiteX3" fmla="*/ 116903 w 3186704"/>
              <a:gd name="connsiteY3" fmla="*/ 2389443 h 3979296"/>
              <a:gd name="connsiteX4" fmla="*/ 241300 w 3186704"/>
              <a:gd name="connsiteY4" fmla="*/ 2308100 h 3979296"/>
              <a:gd name="connsiteX5" fmla="*/ 475805 w 3186704"/>
              <a:gd name="connsiteY5" fmla="*/ 2296099 h 3979296"/>
              <a:gd name="connsiteX6" fmla="*/ 664781 w 3186704"/>
              <a:gd name="connsiteY6" fmla="*/ 2336770 h 3979296"/>
              <a:gd name="connsiteX7" fmla="*/ 803560 w 3186704"/>
              <a:gd name="connsiteY7" fmla="*/ 2336770 h 3979296"/>
              <a:gd name="connsiteX8" fmla="*/ 942340 w 3186704"/>
              <a:gd name="connsiteY8" fmla="*/ 2224280 h 3979296"/>
              <a:gd name="connsiteX9" fmla="*/ 1018921 w 3186704"/>
              <a:gd name="connsiteY9" fmla="*/ 1958532 h 3979296"/>
              <a:gd name="connsiteX10" fmla="*/ 1061974 w 3186704"/>
              <a:gd name="connsiteY10" fmla="*/ 1606679 h 3979296"/>
              <a:gd name="connsiteX11" fmla="*/ 1114647 w 3186704"/>
              <a:gd name="connsiteY11" fmla="*/ 1369697 h 3979296"/>
              <a:gd name="connsiteX12" fmla="*/ 1243806 w 3186704"/>
              <a:gd name="connsiteY12" fmla="*/ 1080042 h 3979296"/>
              <a:gd name="connsiteX13" fmla="*/ 1468691 w 3186704"/>
              <a:gd name="connsiteY13" fmla="*/ 795149 h 3979296"/>
              <a:gd name="connsiteX14" fmla="*/ 1770157 w 3186704"/>
              <a:gd name="connsiteY14" fmla="*/ 452820 h 3979296"/>
              <a:gd name="connsiteX15" fmla="*/ 2082387 w 3186704"/>
              <a:gd name="connsiteY15" fmla="*/ 140400 h 3979296"/>
              <a:gd name="connsiteX16" fmla="*/ 2298890 w 3186704"/>
              <a:gd name="connsiteY16" fmla="*/ 31530 h 3979296"/>
              <a:gd name="connsiteX17" fmla="*/ 2533396 w 3186704"/>
              <a:gd name="connsiteY17" fmla="*/ 383 h 3979296"/>
              <a:gd name="connsiteX18" fmla="*/ 2796572 w 3186704"/>
              <a:gd name="connsiteY18" fmla="*/ 53056 h 3979296"/>
              <a:gd name="connsiteX19" fmla="*/ 3014313 w 3186704"/>
              <a:gd name="connsiteY19" fmla="*/ 177548 h 3979296"/>
              <a:gd name="connsiteX20" fmla="*/ 3131566 w 3186704"/>
              <a:gd name="connsiteY20" fmla="*/ 366619 h 3979296"/>
              <a:gd name="connsiteX21" fmla="*/ 3174619 w 3186704"/>
              <a:gd name="connsiteY21" fmla="*/ 610745 h 3979296"/>
              <a:gd name="connsiteX22" fmla="*/ 3168142 w 3186704"/>
              <a:gd name="connsiteY22" fmla="*/ 993460 h 3979296"/>
              <a:gd name="connsiteX23" fmla="*/ 3185763 w 3186704"/>
              <a:gd name="connsiteY23" fmla="*/ 1497141 h 3979296"/>
              <a:gd name="connsiteX24" fmla="*/ 3150806 w 3186704"/>
              <a:gd name="connsiteY24" fmla="*/ 1790892 h 3979296"/>
              <a:gd name="connsiteX25" fmla="*/ 3076130 w 3186704"/>
              <a:gd name="connsiteY25" fmla="*/ 2071404 h 3979296"/>
              <a:gd name="connsiteX26" fmla="*/ 2847435 w 3186704"/>
              <a:gd name="connsiteY26" fmla="*/ 2470216 h 3979296"/>
              <a:gd name="connsiteX27" fmla="*/ 2359374 w 3186704"/>
              <a:gd name="connsiteY27" fmla="*/ 2929701 h 3979296"/>
              <a:gd name="connsiteX28" fmla="*/ 2314368 w 3186704"/>
              <a:gd name="connsiteY28" fmla="*/ 3488091 h 3979296"/>
              <a:gd name="connsiteX29" fmla="*/ 2183603 w 3186704"/>
              <a:gd name="connsiteY29" fmla="*/ 3924947 h 3979296"/>
              <a:gd name="connsiteX30" fmla="*/ 1806928 w 3186704"/>
              <a:gd name="connsiteY30" fmla="*/ 3911800 h 3979296"/>
              <a:gd name="connsiteX31" fmla="*/ 1367059 w 3186704"/>
              <a:gd name="connsiteY31" fmla="*/ 3374138 h 3979296"/>
              <a:gd name="connsiteX32" fmla="*/ 1210183 w 3186704"/>
              <a:gd name="connsiteY32" fmla="*/ 3385663 h 3979296"/>
              <a:gd name="connsiteX33" fmla="*/ 905573 w 3186704"/>
              <a:gd name="connsiteY33" fmla="*/ 3401856 h 3979296"/>
              <a:gd name="connsiteX34" fmla="*/ 558292 w 3186704"/>
              <a:gd name="connsiteY34" fmla="*/ 3382234 h 3979296"/>
              <a:gd name="connsiteX35" fmla="*/ 467137 w 3186704"/>
              <a:gd name="connsiteY35" fmla="*/ 3363756 h 3979296"/>
              <a:gd name="connsiteX36" fmla="*/ 206343 w 3186704"/>
              <a:gd name="connsiteY36" fmla="*/ 3202117 h 3979296"/>
              <a:gd name="connsiteX37" fmla="*/ 78613 w 3186704"/>
              <a:gd name="connsiteY37" fmla="*/ 3007044 h 3979296"/>
              <a:gd name="connsiteX0" fmla="*/ 78613 w 3186704"/>
              <a:gd name="connsiteY0" fmla="*/ 3007044 h 4132941"/>
              <a:gd name="connsiteX1" fmla="*/ 2032 w 3186704"/>
              <a:gd name="connsiteY1" fmla="*/ 2731772 h 4132941"/>
              <a:gd name="connsiteX2" fmla="*/ 21177 w 3186704"/>
              <a:gd name="connsiteY2" fmla="*/ 2545082 h 4132941"/>
              <a:gd name="connsiteX3" fmla="*/ 116903 w 3186704"/>
              <a:gd name="connsiteY3" fmla="*/ 2389443 h 4132941"/>
              <a:gd name="connsiteX4" fmla="*/ 241300 w 3186704"/>
              <a:gd name="connsiteY4" fmla="*/ 2308100 h 4132941"/>
              <a:gd name="connsiteX5" fmla="*/ 475805 w 3186704"/>
              <a:gd name="connsiteY5" fmla="*/ 2296099 h 4132941"/>
              <a:gd name="connsiteX6" fmla="*/ 664781 w 3186704"/>
              <a:gd name="connsiteY6" fmla="*/ 2336770 h 4132941"/>
              <a:gd name="connsiteX7" fmla="*/ 803560 w 3186704"/>
              <a:gd name="connsiteY7" fmla="*/ 2336770 h 4132941"/>
              <a:gd name="connsiteX8" fmla="*/ 942340 w 3186704"/>
              <a:gd name="connsiteY8" fmla="*/ 2224280 h 4132941"/>
              <a:gd name="connsiteX9" fmla="*/ 1018921 w 3186704"/>
              <a:gd name="connsiteY9" fmla="*/ 1958532 h 4132941"/>
              <a:gd name="connsiteX10" fmla="*/ 1061974 w 3186704"/>
              <a:gd name="connsiteY10" fmla="*/ 1606679 h 4132941"/>
              <a:gd name="connsiteX11" fmla="*/ 1114647 w 3186704"/>
              <a:gd name="connsiteY11" fmla="*/ 1369697 h 4132941"/>
              <a:gd name="connsiteX12" fmla="*/ 1243806 w 3186704"/>
              <a:gd name="connsiteY12" fmla="*/ 1080042 h 4132941"/>
              <a:gd name="connsiteX13" fmla="*/ 1468691 w 3186704"/>
              <a:gd name="connsiteY13" fmla="*/ 795149 h 4132941"/>
              <a:gd name="connsiteX14" fmla="*/ 1770157 w 3186704"/>
              <a:gd name="connsiteY14" fmla="*/ 452820 h 4132941"/>
              <a:gd name="connsiteX15" fmla="*/ 2082387 w 3186704"/>
              <a:gd name="connsiteY15" fmla="*/ 140400 h 4132941"/>
              <a:gd name="connsiteX16" fmla="*/ 2298890 w 3186704"/>
              <a:gd name="connsiteY16" fmla="*/ 31530 h 4132941"/>
              <a:gd name="connsiteX17" fmla="*/ 2533396 w 3186704"/>
              <a:gd name="connsiteY17" fmla="*/ 383 h 4132941"/>
              <a:gd name="connsiteX18" fmla="*/ 2796572 w 3186704"/>
              <a:gd name="connsiteY18" fmla="*/ 53056 h 4132941"/>
              <a:gd name="connsiteX19" fmla="*/ 3014313 w 3186704"/>
              <a:gd name="connsiteY19" fmla="*/ 177548 h 4132941"/>
              <a:gd name="connsiteX20" fmla="*/ 3131566 w 3186704"/>
              <a:gd name="connsiteY20" fmla="*/ 366619 h 4132941"/>
              <a:gd name="connsiteX21" fmla="*/ 3174619 w 3186704"/>
              <a:gd name="connsiteY21" fmla="*/ 610745 h 4132941"/>
              <a:gd name="connsiteX22" fmla="*/ 3168142 w 3186704"/>
              <a:gd name="connsiteY22" fmla="*/ 993460 h 4132941"/>
              <a:gd name="connsiteX23" fmla="*/ 3185763 w 3186704"/>
              <a:gd name="connsiteY23" fmla="*/ 1497141 h 4132941"/>
              <a:gd name="connsiteX24" fmla="*/ 3150806 w 3186704"/>
              <a:gd name="connsiteY24" fmla="*/ 1790892 h 4132941"/>
              <a:gd name="connsiteX25" fmla="*/ 3076130 w 3186704"/>
              <a:gd name="connsiteY25" fmla="*/ 2071404 h 4132941"/>
              <a:gd name="connsiteX26" fmla="*/ 2847435 w 3186704"/>
              <a:gd name="connsiteY26" fmla="*/ 2470216 h 4132941"/>
              <a:gd name="connsiteX27" fmla="*/ 2359374 w 3186704"/>
              <a:gd name="connsiteY27" fmla="*/ 2929701 h 4132941"/>
              <a:gd name="connsiteX28" fmla="*/ 2314368 w 3186704"/>
              <a:gd name="connsiteY28" fmla="*/ 3488091 h 4132941"/>
              <a:gd name="connsiteX29" fmla="*/ 2162132 w 3186704"/>
              <a:gd name="connsiteY29" fmla="*/ 4114824 h 4132941"/>
              <a:gd name="connsiteX30" fmla="*/ 1806928 w 3186704"/>
              <a:gd name="connsiteY30" fmla="*/ 3911800 h 4132941"/>
              <a:gd name="connsiteX31" fmla="*/ 1367059 w 3186704"/>
              <a:gd name="connsiteY31" fmla="*/ 3374138 h 4132941"/>
              <a:gd name="connsiteX32" fmla="*/ 1210183 w 3186704"/>
              <a:gd name="connsiteY32" fmla="*/ 3385663 h 4132941"/>
              <a:gd name="connsiteX33" fmla="*/ 905573 w 3186704"/>
              <a:gd name="connsiteY33" fmla="*/ 3401856 h 4132941"/>
              <a:gd name="connsiteX34" fmla="*/ 558292 w 3186704"/>
              <a:gd name="connsiteY34" fmla="*/ 3382234 h 4132941"/>
              <a:gd name="connsiteX35" fmla="*/ 467137 w 3186704"/>
              <a:gd name="connsiteY35" fmla="*/ 3363756 h 4132941"/>
              <a:gd name="connsiteX36" fmla="*/ 206343 w 3186704"/>
              <a:gd name="connsiteY36" fmla="*/ 3202117 h 4132941"/>
              <a:gd name="connsiteX37" fmla="*/ 78613 w 3186704"/>
              <a:gd name="connsiteY37" fmla="*/ 3007044 h 4132941"/>
              <a:gd name="connsiteX0" fmla="*/ 78613 w 3186704"/>
              <a:gd name="connsiteY0" fmla="*/ 3007044 h 4130092"/>
              <a:gd name="connsiteX1" fmla="*/ 2032 w 3186704"/>
              <a:gd name="connsiteY1" fmla="*/ 2731772 h 4130092"/>
              <a:gd name="connsiteX2" fmla="*/ 21177 w 3186704"/>
              <a:gd name="connsiteY2" fmla="*/ 2545082 h 4130092"/>
              <a:gd name="connsiteX3" fmla="*/ 116903 w 3186704"/>
              <a:gd name="connsiteY3" fmla="*/ 2389443 h 4130092"/>
              <a:gd name="connsiteX4" fmla="*/ 241300 w 3186704"/>
              <a:gd name="connsiteY4" fmla="*/ 2308100 h 4130092"/>
              <a:gd name="connsiteX5" fmla="*/ 475805 w 3186704"/>
              <a:gd name="connsiteY5" fmla="*/ 2296099 h 4130092"/>
              <a:gd name="connsiteX6" fmla="*/ 664781 w 3186704"/>
              <a:gd name="connsiteY6" fmla="*/ 2336770 h 4130092"/>
              <a:gd name="connsiteX7" fmla="*/ 803560 w 3186704"/>
              <a:gd name="connsiteY7" fmla="*/ 2336770 h 4130092"/>
              <a:gd name="connsiteX8" fmla="*/ 942340 w 3186704"/>
              <a:gd name="connsiteY8" fmla="*/ 2224280 h 4130092"/>
              <a:gd name="connsiteX9" fmla="*/ 1018921 w 3186704"/>
              <a:gd name="connsiteY9" fmla="*/ 1958532 h 4130092"/>
              <a:gd name="connsiteX10" fmla="*/ 1061974 w 3186704"/>
              <a:gd name="connsiteY10" fmla="*/ 1606679 h 4130092"/>
              <a:gd name="connsiteX11" fmla="*/ 1114647 w 3186704"/>
              <a:gd name="connsiteY11" fmla="*/ 1369697 h 4130092"/>
              <a:gd name="connsiteX12" fmla="*/ 1243806 w 3186704"/>
              <a:gd name="connsiteY12" fmla="*/ 1080042 h 4130092"/>
              <a:gd name="connsiteX13" fmla="*/ 1468691 w 3186704"/>
              <a:gd name="connsiteY13" fmla="*/ 795149 h 4130092"/>
              <a:gd name="connsiteX14" fmla="*/ 1770157 w 3186704"/>
              <a:gd name="connsiteY14" fmla="*/ 452820 h 4130092"/>
              <a:gd name="connsiteX15" fmla="*/ 2082387 w 3186704"/>
              <a:gd name="connsiteY15" fmla="*/ 140400 h 4130092"/>
              <a:gd name="connsiteX16" fmla="*/ 2298890 w 3186704"/>
              <a:gd name="connsiteY16" fmla="*/ 31530 h 4130092"/>
              <a:gd name="connsiteX17" fmla="*/ 2533396 w 3186704"/>
              <a:gd name="connsiteY17" fmla="*/ 383 h 4130092"/>
              <a:gd name="connsiteX18" fmla="*/ 2796572 w 3186704"/>
              <a:gd name="connsiteY18" fmla="*/ 53056 h 4130092"/>
              <a:gd name="connsiteX19" fmla="*/ 3014313 w 3186704"/>
              <a:gd name="connsiteY19" fmla="*/ 177548 h 4130092"/>
              <a:gd name="connsiteX20" fmla="*/ 3131566 w 3186704"/>
              <a:gd name="connsiteY20" fmla="*/ 366619 h 4130092"/>
              <a:gd name="connsiteX21" fmla="*/ 3174619 w 3186704"/>
              <a:gd name="connsiteY21" fmla="*/ 610745 h 4130092"/>
              <a:gd name="connsiteX22" fmla="*/ 3168142 w 3186704"/>
              <a:gd name="connsiteY22" fmla="*/ 993460 h 4130092"/>
              <a:gd name="connsiteX23" fmla="*/ 3185763 w 3186704"/>
              <a:gd name="connsiteY23" fmla="*/ 1497141 h 4130092"/>
              <a:gd name="connsiteX24" fmla="*/ 3150806 w 3186704"/>
              <a:gd name="connsiteY24" fmla="*/ 1790892 h 4130092"/>
              <a:gd name="connsiteX25" fmla="*/ 3076130 w 3186704"/>
              <a:gd name="connsiteY25" fmla="*/ 2071404 h 4130092"/>
              <a:gd name="connsiteX26" fmla="*/ 2847435 w 3186704"/>
              <a:gd name="connsiteY26" fmla="*/ 2470216 h 4130092"/>
              <a:gd name="connsiteX27" fmla="*/ 2359374 w 3186704"/>
              <a:gd name="connsiteY27" fmla="*/ 2929701 h 4130092"/>
              <a:gd name="connsiteX28" fmla="*/ 2314368 w 3186704"/>
              <a:gd name="connsiteY28" fmla="*/ 3488091 h 4130092"/>
              <a:gd name="connsiteX29" fmla="*/ 2162132 w 3186704"/>
              <a:gd name="connsiteY29" fmla="*/ 4114824 h 4130092"/>
              <a:gd name="connsiteX30" fmla="*/ 1806928 w 3186704"/>
              <a:gd name="connsiteY30" fmla="*/ 3911800 h 4130092"/>
              <a:gd name="connsiteX31" fmla="*/ 1386578 w 3186704"/>
              <a:gd name="connsiteY31" fmla="*/ 3629367 h 4130092"/>
              <a:gd name="connsiteX32" fmla="*/ 1210183 w 3186704"/>
              <a:gd name="connsiteY32" fmla="*/ 3385663 h 4130092"/>
              <a:gd name="connsiteX33" fmla="*/ 905573 w 3186704"/>
              <a:gd name="connsiteY33" fmla="*/ 3401856 h 4130092"/>
              <a:gd name="connsiteX34" fmla="*/ 558292 w 3186704"/>
              <a:gd name="connsiteY34" fmla="*/ 3382234 h 4130092"/>
              <a:gd name="connsiteX35" fmla="*/ 467137 w 3186704"/>
              <a:gd name="connsiteY35" fmla="*/ 3363756 h 4130092"/>
              <a:gd name="connsiteX36" fmla="*/ 206343 w 3186704"/>
              <a:gd name="connsiteY36" fmla="*/ 3202117 h 4130092"/>
              <a:gd name="connsiteX37" fmla="*/ 78613 w 3186704"/>
              <a:gd name="connsiteY37" fmla="*/ 3007044 h 4130092"/>
              <a:gd name="connsiteX0" fmla="*/ 237396 w 3345487"/>
              <a:gd name="connsiteY0" fmla="*/ 3007044 h 4130092"/>
              <a:gd name="connsiteX1" fmla="*/ 144 w 3345487"/>
              <a:gd name="connsiteY1" fmla="*/ 2588140 h 4130092"/>
              <a:gd name="connsiteX2" fmla="*/ 179960 w 3345487"/>
              <a:gd name="connsiteY2" fmla="*/ 2545082 h 4130092"/>
              <a:gd name="connsiteX3" fmla="*/ 275686 w 3345487"/>
              <a:gd name="connsiteY3" fmla="*/ 2389443 h 4130092"/>
              <a:gd name="connsiteX4" fmla="*/ 400083 w 3345487"/>
              <a:gd name="connsiteY4" fmla="*/ 2308100 h 4130092"/>
              <a:gd name="connsiteX5" fmla="*/ 634588 w 3345487"/>
              <a:gd name="connsiteY5" fmla="*/ 2296099 h 4130092"/>
              <a:gd name="connsiteX6" fmla="*/ 823564 w 3345487"/>
              <a:gd name="connsiteY6" fmla="*/ 2336770 h 4130092"/>
              <a:gd name="connsiteX7" fmla="*/ 962343 w 3345487"/>
              <a:gd name="connsiteY7" fmla="*/ 2336770 h 4130092"/>
              <a:gd name="connsiteX8" fmla="*/ 1101123 w 3345487"/>
              <a:gd name="connsiteY8" fmla="*/ 2224280 h 4130092"/>
              <a:gd name="connsiteX9" fmla="*/ 1177704 w 3345487"/>
              <a:gd name="connsiteY9" fmla="*/ 1958532 h 4130092"/>
              <a:gd name="connsiteX10" fmla="*/ 1220757 w 3345487"/>
              <a:gd name="connsiteY10" fmla="*/ 1606679 h 4130092"/>
              <a:gd name="connsiteX11" fmla="*/ 1273430 w 3345487"/>
              <a:gd name="connsiteY11" fmla="*/ 1369697 h 4130092"/>
              <a:gd name="connsiteX12" fmla="*/ 1402589 w 3345487"/>
              <a:gd name="connsiteY12" fmla="*/ 1080042 h 4130092"/>
              <a:gd name="connsiteX13" fmla="*/ 1627474 w 3345487"/>
              <a:gd name="connsiteY13" fmla="*/ 795149 h 4130092"/>
              <a:gd name="connsiteX14" fmla="*/ 1928940 w 3345487"/>
              <a:gd name="connsiteY14" fmla="*/ 452820 h 4130092"/>
              <a:gd name="connsiteX15" fmla="*/ 2241170 w 3345487"/>
              <a:gd name="connsiteY15" fmla="*/ 140400 h 4130092"/>
              <a:gd name="connsiteX16" fmla="*/ 2457673 w 3345487"/>
              <a:gd name="connsiteY16" fmla="*/ 31530 h 4130092"/>
              <a:gd name="connsiteX17" fmla="*/ 2692179 w 3345487"/>
              <a:gd name="connsiteY17" fmla="*/ 383 h 4130092"/>
              <a:gd name="connsiteX18" fmla="*/ 2955355 w 3345487"/>
              <a:gd name="connsiteY18" fmla="*/ 53056 h 4130092"/>
              <a:gd name="connsiteX19" fmla="*/ 3173096 w 3345487"/>
              <a:gd name="connsiteY19" fmla="*/ 177548 h 4130092"/>
              <a:gd name="connsiteX20" fmla="*/ 3290349 w 3345487"/>
              <a:gd name="connsiteY20" fmla="*/ 366619 h 4130092"/>
              <a:gd name="connsiteX21" fmla="*/ 3333402 w 3345487"/>
              <a:gd name="connsiteY21" fmla="*/ 610745 h 4130092"/>
              <a:gd name="connsiteX22" fmla="*/ 3326925 w 3345487"/>
              <a:gd name="connsiteY22" fmla="*/ 993460 h 4130092"/>
              <a:gd name="connsiteX23" fmla="*/ 3344546 w 3345487"/>
              <a:gd name="connsiteY23" fmla="*/ 1497141 h 4130092"/>
              <a:gd name="connsiteX24" fmla="*/ 3309589 w 3345487"/>
              <a:gd name="connsiteY24" fmla="*/ 1790892 h 4130092"/>
              <a:gd name="connsiteX25" fmla="*/ 3234913 w 3345487"/>
              <a:gd name="connsiteY25" fmla="*/ 2071404 h 4130092"/>
              <a:gd name="connsiteX26" fmla="*/ 3006218 w 3345487"/>
              <a:gd name="connsiteY26" fmla="*/ 2470216 h 4130092"/>
              <a:gd name="connsiteX27" fmla="*/ 2518157 w 3345487"/>
              <a:gd name="connsiteY27" fmla="*/ 2929701 h 4130092"/>
              <a:gd name="connsiteX28" fmla="*/ 2473151 w 3345487"/>
              <a:gd name="connsiteY28" fmla="*/ 3488091 h 4130092"/>
              <a:gd name="connsiteX29" fmla="*/ 2320915 w 3345487"/>
              <a:gd name="connsiteY29" fmla="*/ 4114824 h 4130092"/>
              <a:gd name="connsiteX30" fmla="*/ 1965711 w 3345487"/>
              <a:gd name="connsiteY30" fmla="*/ 3911800 h 4130092"/>
              <a:gd name="connsiteX31" fmla="*/ 1545361 w 3345487"/>
              <a:gd name="connsiteY31" fmla="*/ 3629367 h 4130092"/>
              <a:gd name="connsiteX32" fmla="*/ 1368966 w 3345487"/>
              <a:gd name="connsiteY32" fmla="*/ 3385663 h 4130092"/>
              <a:gd name="connsiteX33" fmla="*/ 1064356 w 3345487"/>
              <a:gd name="connsiteY33" fmla="*/ 3401856 h 4130092"/>
              <a:gd name="connsiteX34" fmla="*/ 717075 w 3345487"/>
              <a:gd name="connsiteY34" fmla="*/ 3382234 h 4130092"/>
              <a:gd name="connsiteX35" fmla="*/ 625920 w 3345487"/>
              <a:gd name="connsiteY35" fmla="*/ 3363756 h 4130092"/>
              <a:gd name="connsiteX36" fmla="*/ 365126 w 3345487"/>
              <a:gd name="connsiteY36" fmla="*/ 3202117 h 4130092"/>
              <a:gd name="connsiteX37" fmla="*/ 237396 w 3345487"/>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177700 w 3345483"/>
              <a:gd name="connsiteY9" fmla="*/ 1958532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962339 w 3345483"/>
              <a:gd name="connsiteY7" fmla="*/ 2336770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823560 w 3345483"/>
              <a:gd name="connsiteY6" fmla="*/ 2336770 h 4130092"/>
              <a:gd name="connsiteX7" fmla="*/ 778014 w 3345483"/>
              <a:gd name="connsiteY7" fmla="*/ 2144508 h 4130092"/>
              <a:gd name="connsiteX8" fmla="*/ 1101119 w 3345483"/>
              <a:gd name="connsiteY8" fmla="*/ 2224280 h 4130092"/>
              <a:gd name="connsiteX9" fmla="*/ 1046161 w 3345483"/>
              <a:gd name="connsiteY9" fmla="*/ 1817694 h 4130092"/>
              <a:gd name="connsiteX10" fmla="*/ 1220753 w 3345483"/>
              <a:gd name="connsiteY10" fmla="*/ 1606679 h 4130092"/>
              <a:gd name="connsiteX11" fmla="*/ 1273426 w 3345483"/>
              <a:gd name="connsiteY11" fmla="*/ 1369697 h 4130092"/>
              <a:gd name="connsiteX12" fmla="*/ 1402585 w 3345483"/>
              <a:gd name="connsiteY12" fmla="*/ 1080042 h 4130092"/>
              <a:gd name="connsiteX13" fmla="*/ 1627470 w 3345483"/>
              <a:gd name="connsiteY13" fmla="*/ 795149 h 4130092"/>
              <a:gd name="connsiteX14" fmla="*/ 1928936 w 3345483"/>
              <a:gd name="connsiteY14" fmla="*/ 452820 h 4130092"/>
              <a:gd name="connsiteX15" fmla="*/ 2241166 w 3345483"/>
              <a:gd name="connsiteY15" fmla="*/ 140400 h 4130092"/>
              <a:gd name="connsiteX16" fmla="*/ 2457669 w 3345483"/>
              <a:gd name="connsiteY16" fmla="*/ 31530 h 4130092"/>
              <a:gd name="connsiteX17" fmla="*/ 2692175 w 3345483"/>
              <a:gd name="connsiteY17" fmla="*/ 383 h 4130092"/>
              <a:gd name="connsiteX18" fmla="*/ 2955351 w 3345483"/>
              <a:gd name="connsiteY18" fmla="*/ 53056 h 4130092"/>
              <a:gd name="connsiteX19" fmla="*/ 3173092 w 3345483"/>
              <a:gd name="connsiteY19" fmla="*/ 177548 h 4130092"/>
              <a:gd name="connsiteX20" fmla="*/ 3290345 w 3345483"/>
              <a:gd name="connsiteY20" fmla="*/ 366619 h 4130092"/>
              <a:gd name="connsiteX21" fmla="*/ 3333398 w 3345483"/>
              <a:gd name="connsiteY21" fmla="*/ 610745 h 4130092"/>
              <a:gd name="connsiteX22" fmla="*/ 3326921 w 3345483"/>
              <a:gd name="connsiteY22" fmla="*/ 993460 h 4130092"/>
              <a:gd name="connsiteX23" fmla="*/ 3344542 w 3345483"/>
              <a:gd name="connsiteY23" fmla="*/ 1497141 h 4130092"/>
              <a:gd name="connsiteX24" fmla="*/ 3309585 w 3345483"/>
              <a:gd name="connsiteY24" fmla="*/ 1790892 h 4130092"/>
              <a:gd name="connsiteX25" fmla="*/ 3234909 w 3345483"/>
              <a:gd name="connsiteY25" fmla="*/ 2071404 h 4130092"/>
              <a:gd name="connsiteX26" fmla="*/ 3006214 w 3345483"/>
              <a:gd name="connsiteY26" fmla="*/ 2470216 h 4130092"/>
              <a:gd name="connsiteX27" fmla="*/ 2518153 w 3345483"/>
              <a:gd name="connsiteY27" fmla="*/ 2929701 h 4130092"/>
              <a:gd name="connsiteX28" fmla="*/ 2473147 w 3345483"/>
              <a:gd name="connsiteY28" fmla="*/ 3488091 h 4130092"/>
              <a:gd name="connsiteX29" fmla="*/ 2320911 w 3345483"/>
              <a:gd name="connsiteY29" fmla="*/ 4114824 h 4130092"/>
              <a:gd name="connsiteX30" fmla="*/ 1965707 w 3345483"/>
              <a:gd name="connsiteY30" fmla="*/ 3911800 h 4130092"/>
              <a:gd name="connsiteX31" fmla="*/ 1545357 w 3345483"/>
              <a:gd name="connsiteY31" fmla="*/ 3629367 h 4130092"/>
              <a:gd name="connsiteX32" fmla="*/ 1368962 w 3345483"/>
              <a:gd name="connsiteY32" fmla="*/ 3385663 h 4130092"/>
              <a:gd name="connsiteX33" fmla="*/ 1064352 w 3345483"/>
              <a:gd name="connsiteY33" fmla="*/ 3401856 h 4130092"/>
              <a:gd name="connsiteX34" fmla="*/ 717071 w 3345483"/>
              <a:gd name="connsiteY34" fmla="*/ 3382234 h 4130092"/>
              <a:gd name="connsiteX35" fmla="*/ 625916 w 3345483"/>
              <a:gd name="connsiteY35" fmla="*/ 3363756 h 4130092"/>
              <a:gd name="connsiteX36" fmla="*/ 365122 w 3345483"/>
              <a:gd name="connsiteY36" fmla="*/ 3202117 h 4130092"/>
              <a:gd name="connsiteX37" fmla="*/ 237392 w 3345483"/>
              <a:gd name="connsiteY37"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634584 w 3345483"/>
              <a:gd name="connsiteY5" fmla="*/ 2296099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400079 w 3345483"/>
              <a:gd name="connsiteY4" fmla="*/ 2308100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392 w 3345483"/>
              <a:gd name="connsiteY0" fmla="*/ 3007044 h 4130092"/>
              <a:gd name="connsiteX1" fmla="*/ 140 w 3345483"/>
              <a:gd name="connsiteY1" fmla="*/ 2588140 h 4130092"/>
              <a:gd name="connsiteX2" fmla="*/ 179956 w 3345483"/>
              <a:gd name="connsiteY2" fmla="*/ 2545082 h 4130092"/>
              <a:gd name="connsiteX3" fmla="*/ 246241 w 3345483"/>
              <a:gd name="connsiteY3" fmla="*/ 2285205 h 4130092"/>
              <a:gd name="connsiteX4" fmla="*/ 369868 w 3345483"/>
              <a:gd name="connsiteY4" fmla="*/ 2207411 h 4130092"/>
              <a:gd name="connsiteX5" fmla="*/ 531007 w 3345483"/>
              <a:gd name="connsiteY5" fmla="*/ 2081160 h 4130092"/>
              <a:gd name="connsiteX6" fmla="*/ 778014 w 3345483"/>
              <a:gd name="connsiteY6" fmla="*/ 2144508 h 4130092"/>
              <a:gd name="connsiteX7" fmla="*/ 1101119 w 3345483"/>
              <a:gd name="connsiteY7" fmla="*/ 2224280 h 4130092"/>
              <a:gd name="connsiteX8" fmla="*/ 1046161 w 3345483"/>
              <a:gd name="connsiteY8" fmla="*/ 1817694 h 4130092"/>
              <a:gd name="connsiteX9" fmla="*/ 1220753 w 3345483"/>
              <a:gd name="connsiteY9" fmla="*/ 1606679 h 4130092"/>
              <a:gd name="connsiteX10" fmla="*/ 1273426 w 3345483"/>
              <a:gd name="connsiteY10" fmla="*/ 1369697 h 4130092"/>
              <a:gd name="connsiteX11" fmla="*/ 1402585 w 3345483"/>
              <a:gd name="connsiteY11" fmla="*/ 1080042 h 4130092"/>
              <a:gd name="connsiteX12" fmla="*/ 1627470 w 3345483"/>
              <a:gd name="connsiteY12" fmla="*/ 795149 h 4130092"/>
              <a:gd name="connsiteX13" fmla="*/ 1928936 w 3345483"/>
              <a:gd name="connsiteY13" fmla="*/ 452820 h 4130092"/>
              <a:gd name="connsiteX14" fmla="*/ 2241166 w 3345483"/>
              <a:gd name="connsiteY14" fmla="*/ 140400 h 4130092"/>
              <a:gd name="connsiteX15" fmla="*/ 2457669 w 3345483"/>
              <a:gd name="connsiteY15" fmla="*/ 31530 h 4130092"/>
              <a:gd name="connsiteX16" fmla="*/ 2692175 w 3345483"/>
              <a:gd name="connsiteY16" fmla="*/ 383 h 4130092"/>
              <a:gd name="connsiteX17" fmla="*/ 2955351 w 3345483"/>
              <a:gd name="connsiteY17" fmla="*/ 53056 h 4130092"/>
              <a:gd name="connsiteX18" fmla="*/ 3173092 w 3345483"/>
              <a:gd name="connsiteY18" fmla="*/ 177548 h 4130092"/>
              <a:gd name="connsiteX19" fmla="*/ 3290345 w 3345483"/>
              <a:gd name="connsiteY19" fmla="*/ 366619 h 4130092"/>
              <a:gd name="connsiteX20" fmla="*/ 3333398 w 3345483"/>
              <a:gd name="connsiteY20" fmla="*/ 610745 h 4130092"/>
              <a:gd name="connsiteX21" fmla="*/ 3326921 w 3345483"/>
              <a:gd name="connsiteY21" fmla="*/ 993460 h 4130092"/>
              <a:gd name="connsiteX22" fmla="*/ 3344542 w 3345483"/>
              <a:gd name="connsiteY22" fmla="*/ 1497141 h 4130092"/>
              <a:gd name="connsiteX23" fmla="*/ 3309585 w 3345483"/>
              <a:gd name="connsiteY23" fmla="*/ 1790892 h 4130092"/>
              <a:gd name="connsiteX24" fmla="*/ 3234909 w 3345483"/>
              <a:gd name="connsiteY24" fmla="*/ 2071404 h 4130092"/>
              <a:gd name="connsiteX25" fmla="*/ 3006214 w 3345483"/>
              <a:gd name="connsiteY25" fmla="*/ 2470216 h 4130092"/>
              <a:gd name="connsiteX26" fmla="*/ 2518153 w 3345483"/>
              <a:gd name="connsiteY26" fmla="*/ 2929701 h 4130092"/>
              <a:gd name="connsiteX27" fmla="*/ 2473147 w 3345483"/>
              <a:gd name="connsiteY27" fmla="*/ 3488091 h 4130092"/>
              <a:gd name="connsiteX28" fmla="*/ 2320911 w 3345483"/>
              <a:gd name="connsiteY28" fmla="*/ 4114824 h 4130092"/>
              <a:gd name="connsiteX29" fmla="*/ 1965707 w 3345483"/>
              <a:gd name="connsiteY29" fmla="*/ 3911800 h 4130092"/>
              <a:gd name="connsiteX30" fmla="*/ 1545357 w 3345483"/>
              <a:gd name="connsiteY30" fmla="*/ 3629367 h 4130092"/>
              <a:gd name="connsiteX31" fmla="*/ 1368962 w 3345483"/>
              <a:gd name="connsiteY31" fmla="*/ 3385663 h 4130092"/>
              <a:gd name="connsiteX32" fmla="*/ 1064352 w 3345483"/>
              <a:gd name="connsiteY32" fmla="*/ 3401856 h 4130092"/>
              <a:gd name="connsiteX33" fmla="*/ 717071 w 3345483"/>
              <a:gd name="connsiteY33" fmla="*/ 3382234 h 4130092"/>
              <a:gd name="connsiteX34" fmla="*/ 625916 w 3345483"/>
              <a:gd name="connsiteY34" fmla="*/ 3363756 h 4130092"/>
              <a:gd name="connsiteX35" fmla="*/ 365122 w 3345483"/>
              <a:gd name="connsiteY35" fmla="*/ 3202117 h 4130092"/>
              <a:gd name="connsiteX36" fmla="*/ 237392 w 3345483"/>
              <a:gd name="connsiteY36" fmla="*/ 3007044 h 4130092"/>
              <a:gd name="connsiteX0" fmla="*/ 237612 w 3345703"/>
              <a:gd name="connsiteY0" fmla="*/ 3007044 h 4130092"/>
              <a:gd name="connsiteX1" fmla="*/ 360 w 3345703"/>
              <a:gd name="connsiteY1" fmla="*/ 2588140 h 4130092"/>
              <a:gd name="connsiteX2" fmla="*/ 89033 w 3345703"/>
              <a:gd name="connsiteY2" fmla="*/ 2416814 h 4130092"/>
              <a:gd name="connsiteX3" fmla="*/ 246461 w 3345703"/>
              <a:gd name="connsiteY3" fmla="*/ 2285205 h 4130092"/>
              <a:gd name="connsiteX4" fmla="*/ 370088 w 3345703"/>
              <a:gd name="connsiteY4" fmla="*/ 2207411 h 4130092"/>
              <a:gd name="connsiteX5" fmla="*/ 531227 w 3345703"/>
              <a:gd name="connsiteY5" fmla="*/ 2081160 h 4130092"/>
              <a:gd name="connsiteX6" fmla="*/ 778234 w 3345703"/>
              <a:gd name="connsiteY6" fmla="*/ 2144508 h 4130092"/>
              <a:gd name="connsiteX7" fmla="*/ 1101339 w 3345703"/>
              <a:gd name="connsiteY7" fmla="*/ 2224280 h 4130092"/>
              <a:gd name="connsiteX8" fmla="*/ 1046381 w 3345703"/>
              <a:gd name="connsiteY8" fmla="*/ 1817694 h 4130092"/>
              <a:gd name="connsiteX9" fmla="*/ 1220973 w 3345703"/>
              <a:gd name="connsiteY9" fmla="*/ 1606679 h 4130092"/>
              <a:gd name="connsiteX10" fmla="*/ 1273646 w 3345703"/>
              <a:gd name="connsiteY10" fmla="*/ 1369697 h 4130092"/>
              <a:gd name="connsiteX11" fmla="*/ 1402805 w 3345703"/>
              <a:gd name="connsiteY11" fmla="*/ 1080042 h 4130092"/>
              <a:gd name="connsiteX12" fmla="*/ 1627690 w 3345703"/>
              <a:gd name="connsiteY12" fmla="*/ 795149 h 4130092"/>
              <a:gd name="connsiteX13" fmla="*/ 1929156 w 3345703"/>
              <a:gd name="connsiteY13" fmla="*/ 452820 h 4130092"/>
              <a:gd name="connsiteX14" fmla="*/ 2241386 w 3345703"/>
              <a:gd name="connsiteY14" fmla="*/ 140400 h 4130092"/>
              <a:gd name="connsiteX15" fmla="*/ 2457889 w 3345703"/>
              <a:gd name="connsiteY15" fmla="*/ 31530 h 4130092"/>
              <a:gd name="connsiteX16" fmla="*/ 2692395 w 3345703"/>
              <a:gd name="connsiteY16" fmla="*/ 383 h 4130092"/>
              <a:gd name="connsiteX17" fmla="*/ 2955571 w 3345703"/>
              <a:gd name="connsiteY17" fmla="*/ 53056 h 4130092"/>
              <a:gd name="connsiteX18" fmla="*/ 3173312 w 3345703"/>
              <a:gd name="connsiteY18" fmla="*/ 177548 h 4130092"/>
              <a:gd name="connsiteX19" fmla="*/ 3290565 w 3345703"/>
              <a:gd name="connsiteY19" fmla="*/ 366619 h 4130092"/>
              <a:gd name="connsiteX20" fmla="*/ 3333618 w 3345703"/>
              <a:gd name="connsiteY20" fmla="*/ 610745 h 4130092"/>
              <a:gd name="connsiteX21" fmla="*/ 3327141 w 3345703"/>
              <a:gd name="connsiteY21" fmla="*/ 993460 h 4130092"/>
              <a:gd name="connsiteX22" fmla="*/ 3344762 w 3345703"/>
              <a:gd name="connsiteY22" fmla="*/ 1497141 h 4130092"/>
              <a:gd name="connsiteX23" fmla="*/ 3309805 w 3345703"/>
              <a:gd name="connsiteY23" fmla="*/ 1790892 h 4130092"/>
              <a:gd name="connsiteX24" fmla="*/ 3235129 w 3345703"/>
              <a:gd name="connsiteY24" fmla="*/ 2071404 h 4130092"/>
              <a:gd name="connsiteX25" fmla="*/ 3006434 w 3345703"/>
              <a:gd name="connsiteY25" fmla="*/ 2470216 h 4130092"/>
              <a:gd name="connsiteX26" fmla="*/ 2518373 w 3345703"/>
              <a:gd name="connsiteY26" fmla="*/ 2929701 h 4130092"/>
              <a:gd name="connsiteX27" fmla="*/ 2473367 w 3345703"/>
              <a:gd name="connsiteY27" fmla="*/ 3488091 h 4130092"/>
              <a:gd name="connsiteX28" fmla="*/ 2321131 w 3345703"/>
              <a:gd name="connsiteY28" fmla="*/ 4114824 h 4130092"/>
              <a:gd name="connsiteX29" fmla="*/ 1965927 w 3345703"/>
              <a:gd name="connsiteY29" fmla="*/ 3911800 h 4130092"/>
              <a:gd name="connsiteX30" fmla="*/ 1545577 w 3345703"/>
              <a:gd name="connsiteY30" fmla="*/ 3629367 h 4130092"/>
              <a:gd name="connsiteX31" fmla="*/ 1369182 w 3345703"/>
              <a:gd name="connsiteY31" fmla="*/ 3385663 h 4130092"/>
              <a:gd name="connsiteX32" fmla="*/ 1064572 w 3345703"/>
              <a:gd name="connsiteY32" fmla="*/ 3401856 h 4130092"/>
              <a:gd name="connsiteX33" fmla="*/ 717291 w 3345703"/>
              <a:gd name="connsiteY33" fmla="*/ 3382234 h 4130092"/>
              <a:gd name="connsiteX34" fmla="*/ 626136 w 3345703"/>
              <a:gd name="connsiteY34" fmla="*/ 3363756 h 4130092"/>
              <a:gd name="connsiteX35" fmla="*/ 365342 w 3345703"/>
              <a:gd name="connsiteY35" fmla="*/ 3202117 h 4130092"/>
              <a:gd name="connsiteX36" fmla="*/ 237612 w 3345703"/>
              <a:gd name="connsiteY36" fmla="*/ 3007044 h 4130092"/>
              <a:gd name="connsiteX0" fmla="*/ 237612 w 3345703"/>
              <a:gd name="connsiteY0" fmla="*/ 2981884 h 4104932"/>
              <a:gd name="connsiteX1" fmla="*/ 360 w 3345703"/>
              <a:gd name="connsiteY1" fmla="*/ 2562980 h 4104932"/>
              <a:gd name="connsiteX2" fmla="*/ 89033 w 3345703"/>
              <a:gd name="connsiteY2" fmla="*/ 2391654 h 4104932"/>
              <a:gd name="connsiteX3" fmla="*/ 246461 w 3345703"/>
              <a:gd name="connsiteY3" fmla="*/ 2260045 h 4104932"/>
              <a:gd name="connsiteX4" fmla="*/ 370088 w 3345703"/>
              <a:gd name="connsiteY4" fmla="*/ 2182251 h 4104932"/>
              <a:gd name="connsiteX5" fmla="*/ 531227 w 3345703"/>
              <a:gd name="connsiteY5" fmla="*/ 2056000 h 4104932"/>
              <a:gd name="connsiteX6" fmla="*/ 778234 w 3345703"/>
              <a:gd name="connsiteY6" fmla="*/ 2119348 h 4104932"/>
              <a:gd name="connsiteX7" fmla="*/ 1101339 w 3345703"/>
              <a:gd name="connsiteY7" fmla="*/ 2199120 h 4104932"/>
              <a:gd name="connsiteX8" fmla="*/ 1046381 w 3345703"/>
              <a:gd name="connsiteY8" fmla="*/ 1792534 h 4104932"/>
              <a:gd name="connsiteX9" fmla="*/ 1220973 w 3345703"/>
              <a:gd name="connsiteY9" fmla="*/ 1581519 h 4104932"/>
              <a:gd name="connsiteX10" fmla="*/ 1273646 w 3345703"/>
              <a:gd name="connsiteY10" fmla="*/ 1344537 h 4104932"/>
              <a:gd name="connsiteX11" fmla="*/ 1402805 w 3345703"/>
              <a:gd name="connsiteY11" fmla="*/ 1054882 h 4104932"/>
              <a:gd name="connsiteX12" fmla="*/ 1627690 w 3345703"/>
              <a:gd name="connsiteY12" fmla="*/ 769989 h 4104932"/>
              <a:gd name="connsiteX13" fmla="*/ 1929156 w 3345703"/>
              <a:gd name="connsiteY13" fmla="*/ 427660 h 4104932"/>
              <a:gd name="connsiteX14" fmla="*/ 2241386 w 3345703"/>
              <a:gd name="connsiteY14" fmla="*/ 115240 h 4104932"/>
              <a:gd name="connsiteX15" fmla="*/ 2457889 w 3345703"/>
              <a:gd name="connsiteY15" fmla="*/ 6370 h 4104932"/>
              <a:gd name="connsiteX16" fmla="*/ 2955571 w 3345703"/>
              <a:gd name="connsiteY16" fmla="*/ 27896 h 4104932"/>
              <a:gd name="connsiteX17" fmla="*/ 3173312 w 3345703"/>
              <a:gd name="connsiteY17" fmla="*/ 152388 h 4104932"/>
              <a:gd name="connsiteX18" fmla="*/ 3290565 w 3345703"/>
              <a:gd name="connsiteY18" fmla="*/ 341459 h 4104932"/>
              <a:gd name="connsiteX19" fmla="*/ 3333618 w 3345703"/>
              <a:gd name="connsiteY19" fmla="*/ 585585 h 4104932"/>
              <a:gd name="connsiteX20" fmla="*/ 3327141 w 3345703"/>
              <a:gd name="connsiteY20" fmla="*/ 968300 h 4104932"/>
              <a:gd name="connsiteX21" fmla="*/ 3344762 w 3345703"/>
              <a:gd name="connsiteY21" fmla="*/ 1471981 h 4104932"/>
              <a:gd name="connsiteX22" fmla="*/ 3309805 w 3345703"/>
              <a:gd name="connsiteY22" fmla="*/ 1765732 h 4104932"/>
              <a:gd name="connsiteX23" fmla="*/ 3235129 w 3345703"/>
              <a:gd name="connsiteY23" fmla="*/ 2046244 h 4104932"/>
              <a:gd name="connsiteX24" fmla="*/ 3006434 w 3345703"/>
              <a:gd name="connsiteY24" fmla="*/ 2445056 h 4104932"/>
              <a:gd name="connsiteX25" fmla="*/ 2518373 w 3345703"/>
              <a:gd name="connsiteY25" fmla="*/ 2904541 h 4104932"/>
              <a:gd name="connsiteX26" fmla="*/ 2473367 w 3345703"/>
              <a:gd name="connsiteY26" fmla="*/ 3462931 h 4104932"/>
              <a:gd name="connsiteX27" fmla="*/ 2321131 w 3345703"/>
              <a:gd name="connsiteY27" fmla="*/ 4089664 h 4104932"/>
              <a:gd name="connsiteX28" fmla="*/ 1965927 w 3345703"/>
              <a:gd name="connsiteY28" fmla="*/ 3886640 h 4104932"/>
              <a:gd name="connsiteX29" fmla="*/ 1545577 w 3345703"/>
              <a:gd name="connsiteY29" fmla="*/ 3604207 h 4104932"/>
              <a:gd name="connsiteX30" fmla="*/ 1369182 w 3345703"/>
              <a:gd name="connsiteY30" fmla="*/ 3360503 h 4104932"/>
              <a:gd name="connsiteX31" fmla="*/ 1064572 w 3345703"/>
              <a:gd name="connsiteY31" fmla="*/ 3376696 h 4104932"/>
              <a:gd name="connsiteX32" fmla="*/ 717291 w 3345703"/>
              <a:gd name="connsiteY32" fmla="*/ 3357074 h 4104932"/>
              <a:gd name="connsiteX33" fmla="*/ 626136 w 3345703"/>
              <a:gd name="connsiteY33" fmla="*/ 3338596 h 4104932"/>
              <a:gd name="connsiteX34" fmla="*/ 365342 w 3345703"/>
              <a:gd name="connsiteY34" fmla="*/ 3176957 h 4104932"/>
              <a:gd name="connsiteX35" fmla="*/ 237612 w 3345703"/>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06434 w 3350535"/>
              <a:gd name="connsiteY24" fmla="*/ 2445056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18373 w 3350535"/>
              <a:gd name="connsiteY25" fmla="*/ 2904541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04932"/>
              <a:gd name="connsiteX1" fmla="*/ 360 w 3350535"/>
              <a:gd name="connsiteY1" fmla="*/ 2562980 h 4104932"/>
              <a:gd name="connsiteX2" fmla="*/ 89033 w 3350535"/>
              <a:gd name="connsiteY2" fmla="*/ 2391654 h 4104932"/>
              <a:gd name="connsiteX3" fmla="*/ 246461 w 3350535"/>
              <a:gd name="connsiteY3" fmla="*/ 2260045 h 4104932"/>
              <a:gd name="connsiteX4" fmla="*/ 370088 w 3350535"/>
              <a:gd name="connsiteY4" fmla="*/ 2182251 h 4104932"/>
              <a:gd name="connsiteX5" fmla="*/ 531227 w 3350535"/>
              <a:gd name="connsiteY5" fmla="*/ 2056000 h 4104932"/>
              <a:gd name="connsiteX6" fmla="*/ 778234 w 3350535"/>
              <a:gd name="connsiteY6" fmla="*/ 2119348 h 4104932"/>
              <a:gd name="connsiteX7" fmla="*/ 1101339 w 3350535"/>
              <a:gd name="connsiteY7" fmla="*/ 2199120 h 4104932"/>
              <a:gd name="connsiteX8" fmla="*/ 1046381 w 3350535"/>
              <a:gd name="connsiteY8" fmla="*/ 1792534 h 4104932"/>
              <a:gd name="connsiteX9" fmla="*/ 1220973 w 3350535"/>
              <a:gd name="connsiteY9" fmla="*/ 1581519 h 4104932"/>
              <a:gd name="connsiteX10" fmla="*/ 1273646 w 3350535"/>
              <a:gd name="connsiteY10" fmla="*/ 1344537 h 4104932"/>
              <a:gd name="connsiteX11" fmla="*/ 1402805 w 3350535"/>
              <a:gd name="connsiteY11" fmla="*/ 1054882 h 4104932"/>
              <a:gd name="connsiteX12" fmla="*/ 1627690 w 3350535"/>
              <a:gd name="connsiteY12" fmla="*/ 769989 h 4104932"/>
              <a:gd name="connsiteX13" fmla="*/ 1929156 w 3350535"/>
              <a:gd name="connsiteY13" fmla="*/ 427660 h 4104932"/>
              <a:gd name="connsiteX14" fmla="*/ 2241386 w 3350535"/>
              <a:gd name="connsiteY14" fmla="*/ 115240 h 4104932"/>
              <a:gd name="connsiteX15" fmla="*/ 2457889 w 3350535"/>
              <a:gd name="connsiteY15" fmla="*/ 6370 h 4104932"/>
              <a:gd name="connsiteX16" fmla="*/ 2955571 w 3350535"/>
              <a:gd name="connsiteY16" fmla="*/ 27896 h 4104932"/>
              <a:gd name="connsiteX17" fmla="*/ 3173312 w 3350535"/>
              <a:gd name="connsiteY17" fmla="*/ 152388 h 4104932"/>
              <a:gd name="connsiteX18" fmla="*/ 3340377 w 3350535"/>
              <a:gd name="connsiteY18" fmla="*/ 269454 h 4104932"/>
              <a:gd name="connsiteX19" fmla="*/ 3333618 w 3350535"/>
              <a:gd name="connsiteY19" fmla="*/ 585585 h 4104932"/>
              <a:gd name="connsiteX20" fmla="*/ 3327141 w 3350535"/>
              <a:gd name="connsiteY20" fmla="*/ 968300 h 4104932"/>
              <a:gd name="connsiteX21" fmla="*/ 3344762 w 3350535"/>
              <a:gd name="connsiteY21" fmla="*/ 1471981 h 4104932"/>
              <a:gd name="connsiteX22" fmla="*/ 3309805 w 3350535"/>
              <a:gd name="connsiteY22" fmla="*/ 1765732 h 4104932"/>
              <a:gd name="connsiteX23" fmla="*/ 3235129 w 3350535"/>
              <a:gd name="connsiteY23" fmla="*/ 2046244 h 4104932"/>
              <a:gd name="connsiteX24" fmla="*/ 3061981 w 3350535"/>
              <a:gd name="connsiteY24" fmla="*/ 2497471 h 4104932"/>
              <a:gd name="connsiteX25" fmla="*/ 2536736 w 3350535"/>
              <a:gd name="connsiteY25" fmla="*/ 2957009 h 4104932"/>
              <a:gd name="connsiteX26" fmla="*/ 2473367 w 3350535"/>
              <a:gd name="connsiteY26" fmla="*/ 3462931 h 4104932"/>
              <a:gd name="connsiteX27" fmla="*/ 2321131 w 3350535"/>
              <a:gd name="connsiteY27" fmla="*/ 4089664 h 4104932"/>
              <a:gd name="connsiteX28" fmla="*/ 1965927 w 3350535"/>
              <a:gd name="connsiteY28" fmla="*/ 3886640 h 4104932"/>
              <a:gd name="connsiteX29" fmla="*/ 1545577 w 3350535"/>
              <a:gd name="connsiteY29" fmla="*/ 3604207 h 4104932"/>
              <a:gd name="connsiteX30" fmla="*/ 1369182 w 3350535"/>
              <a:gd name="connsiteY30" fmla="*/ 3360503 h 4104932"/>
              <a:gd name="connsiteX31" fmla="*/ 1064572 w 3350535"/>
              <a:gd name="connsiteY31" fmla="*/ 3376696 h 4104932"/>
              <a:gd name="connsiteX32" fmla="*/ 717291 w 3350535"/>
              <a:gd name="connsiteY32" fmla="*/ 3357074 h 4104932"/>
              <a:gd name="connsiteX33" fmla="*/ 626136 w 3350535"/>
              <a:gd name="connsiteY33" fmla="*/ 3338596 h 4104932"/>
              <a:gd name="connsiteX34" fmla="*/ 365342 w 3350535"/>
              <a:gd name="connsiteY34" fmla="*/ 3176957 h 4104932"/>
              <a:gd name="connsiteX35" fmla="*/ 237612 w 3350535"/>
              <a:gd name="connsiteY35" fmla="*/ 2981884 h 4104932"/>
              <a:gd name="connsiteX0" fmla="*/ 237612 w 3350535"/>
              <a:gd name="connsiteY0" fmla="*/ 2981884 h 4150071"/>
              <a:gd name="connsiteX1" fmla="*/ 360 w 3350535"/>
              <a:gd name="connsiteY1" fmla="*/ 2562980 h 4150071"/>
              <a:gd name="connsiteX2" fmla="*/ 89033 w 3350535"/>
              <a:gd name="connsiteY2" fmla="*/ 2391654 h 4150071"/>
              <a:gd name="connsiteX3" fmla="*/ 246461 w 3350535"/>
              <a:gd name="connsiteY3" fmla="*/ 2260045 h 4150071"/>
              <a:gd name="connsiteX4" fmla="*/ 370088 w 3350535"/>
              <a:gd name="connsiteY4" fmla="*/ 2182251 h 4150071"/>
              <a:gd name="connsiteX5" fmla="*/ 531227 w 3350535"/>
              <a:gd name="connsiteY5" fmla="*/ 2056000 h 4150071"/>
              <a:gd name="connsiteX6" fmla="*/ 778234 w 3350535"/>
              <a:gd name="connsiteY6" fmla="*/ 2119348 h 4150071"/>
              <a:gd name="connsiteX7" fmla="*/ 1101339 w 3350535"/>
              <a:gd name="connsiteY7" fmla="*/ 2199120 h 4150071"/>
              <a:gd name="connsiteX8" fmla="*/ 1046381 w 3350535"/>
              <a:gd name="connsiteY8" fmla="*/ 1792534 h 4150071"/>
              <a:gd name="connsiteX9" fmla="*/ 1220973 w 3350535"/>
              <a:gd name="connsiteY9" fmla="*/ 1581519 h 4150071"/>
              <a:gd name="connsiteX10" fmla="*/ 1273646 w 3350535"/>
              <a:gd name="connsiteY10" fmla="*/ 1344537 h 4150071"/>
              <a:gd name="connsiteX11" fmla="*/ 1402805 w 3350535"/>
              <a:gd name="connsiteY11" fmla="*/ 1054882 h 4150071"/>
              <a:gd name="connsiteX12" fmla="*/ 1627690 w 3350535"/>
              <a:gd name="connsiteY12" fmla="*/ 769989 h 4150071"/>
              <a:gd name="connsiteX13" fmla="*/ 1929156 w 3350535"/>
              <a:gd name="connsiteY13" fmla="*/ 427660 h 4150071"/>
              <a:gd name="connsiteX14" fmla="*/ 2241386 w 3350535"/>
              <a:gd name="connsiteY14" fmla="*/ 115240 h 4150071"/>
              <a:gd name="connsiteX15" fmla="*/ 2457889 w 3350535"/>
              <a:gd name="connsiteY15" fmla="*/ 6370 h 4150071"/>
              <a:gd name="connsiteX16" fmla="*/ 2955571 w 3350535"/>
              <a:gd name="connsiteY16" fmla="*/ 27896 h 4150071"/>
              <a:gd name="connsiteX17" fmla="*/ 3173312 w 3350535"/>
              <a:gd name="connsiteY17" fmla="*/ 152388 h 4150071"/>
              <a:gd name="connsiteX18" fmla="*/ 3340377 w 3350535"/>
              <a:gd name="connsiteY18" fmla="*/ 269454 h 4150071"/>
              <a:gd name="connsiteX19" fmla="*/ 3333618 w 3350535"/>
              <a:gd name="connsiteY19" fmla="*/ 585585 h 4150071"/>
              <a:gd name="connsiteX20" fmla="*/ 3327141 w 3350535"/>
              <a:gd name="connsiteY20" fmla="*/ 968300 h 4150071"/>
              <a:gd name="connsiteX21" fmla="*/ 3344762 w 3350535"/>
              <a:gd name="connsiteY21" fmla="*/ 1471981 h 4150071"/>
              <a:gd name="connsiteX22" fmla="*/ 3309805 w 3350535"/>
              <a:gd name="connsiteY22" fmla="*/ 1765732 h 4150071"/>
              <a:gd name="connsiteX23" fmla="*/ 3235129 w 3350535"/>
              <a:gd name="connsiteY23" fmla="*/ 2046244 h 4150071"/>
              <a:gd name="connsiteX24" fmla="*/ 3061981 w 3350535"/>
              <a:gd name="connsiteY24" fmla="*/ 2497471 h 4150071"/>
              <a:gd name="connsiteX25" fmla="*/ 2536736 w 3350535"/>
              <a:gd name="connsiteY25" fmla="*/ 2957009 h 4150071"/>
              <a:gd name="connsiteX26" fmla="*/ 2473367 w 3350535"/>
              <a:gd name="connsiteY26" fmla="*/ 3462931 h 4150071"/>
              <a:gd name="connsiteX27" fmla="*/ 2330221 w 3350535"/>
              <a:gd name="connsiteY27" fmla="*/ 4136897 h 4150071"/>
              <a:gd name="connsiteX28" fmla="*/ 1965927 w 3350535"/>
              <a:gd name="connsiteY28" fmla="*/ 3886640 h 4150071"/>
              <a:gd name="connsiteX29" fmla="*/ 1545577 w 3350535"/>
              <a:gd name="connsiteY29" fmla="*/ 3604207 h 4150071"/>
              <a:gd name="connsiteX30" fmla="*/ 1369182 w 3350535"/>
              <a:gd name="connsiteY30" fmla="*/ 3360503 h 4150071"/>
              <a:gd name="connsiteX31" fmla="*/ 1064572 w 3350535"/>
              <a:gd name="connsiteY31" fmla="*/ 3376696 h 4150071"/>
              <a:gd name="connsiteX32" fmla="*/ 717291 w 3350535"/>
              <a:gd name="connsiteY32" fmla="*/ 3357074 h 4150071"/>
              <a:gd name="connsiteX33" fmla="*/ 626136 w 3350535"/>
              <a:gd name="connsiteY33" fmla="*/ 3338596 h 4150071"/>
              <a:gd name="connsiteX34" fmla="*/ 365342 w 3350535"/>
              <a:gd name="connsiteY34" fmla="*/ 3176957 h 4150071"/>
              <a:gd name="connsiteX35" fmla="*/ 237612 w 3350535"/>
              <a:gd name="connsiteY35" fmla="*/ 2981884 h 4150071"/>
              <a:gd name="connsiteX0" fmla="*/ 237612 w 3350535"/>
              <a:gd name="connsiteY0" fmla="*/ 2981884 h 4171753"/>
              <a:gd name="connsiteX1" fmla="*/ 360 w 3350535"/>
              <a:gd name="connsiteY1" fmla="*/ 2562980 h 4171753"/>
              <a:gd name="connsiteX2" fmla="*/ 89033 w 3350535"/>
              <a:gd name="connsiteY2" fmla="*/ 2391654 h 4171753"/>
              <a:gd name="connsiteX3" fmla="*/ 246461 w 3350535"/>
              <a:gd name="connsiteY3" fmla="*/ 2260045 h 4171753"/>
              <a:gd name="connsiteX4" fmla="*/ 370088 w 3350535"/>
              <a:gd name="connsiteY4" fmla="*/ 2182251 h 4171753"/>
              <a:gd name="connsiteX5" fmla="*/ 531227 w 3350535"/>
              <a:gd name="connsiteY5" fmla="*/ 2056000 h 4171753"/>
              <a:gd name="connsiteX6" fmla="*/ 778234 w 3350535"/>
              <a:gd name="connsiteY6" fmla="*/ 2119348 h 4171753"/>
              <a:gd name="connsiteX7" fmla="*/ 1101339 w 3350535"/>
              <a:gd name="connsiteY7" fmla="*/ 2199120 h 4171753"/>
              <a:gd name="connsiteX8" fmla="*/ 1046381 w 3350535"/>
              <a:gd name="connsiteY8" fmla="*/ 1792534 h 4171753"/>
              <a:gd name="connsiteX9" fmla="*/ 1220973 w 3350535"/>
              <a:gd name="connsiteY9" fmla="*/ 1581519 h 4171753"/>
              <a:gd name="connsiteX10" fmla="*/ 1273646 w 3350535"/>
              <a:gd name="connsiteY10" fmla="*/ 1344537 h 4171753"/>
              <a:gd name="connsiteX11" fmla="*/ 1402805 w 3350535"/>
              <a:gd name="connsiteY11" fmla="*/ 1054882 h 4171753"/>
              <a:gd name="connsiteX12" fmla="*/ 1627690 w 3350535"/>
              <a:gd name="connsiteY12" fmla="*/ 769989 h 4171753"/>
              <a:gd name="connsiteX13" fmla="*/ 1929156 w 3350535"/>
              <a:gd name="connsiteY13" fmla="*/ 427660 h 4171753"/>
              <a:gd name="connsiteX14" fmla="*/ 2241386 w 3350535"/>
              <a:gd name="connsiteY14" fmla="*/ 115240 h 4171753"/>
              <a:gd name="connsiteX15" fmla="*/ 2457889 w 3350535"/>
              <a:gd name="connsiteY15" fmla="*/ 6370 h 4171753"/>
              <a:gd name="connsiteX16" fmla="*/ 2955571 w 3350535"/>
              <a:gd name="connsiteY16" fmla="*/ 27896 h 4171753"/>
              <a:gd name="connsiteX17" fmla="*/ 3173312 w 3350535"/>
              <a:gd name="connsiteY17" fmla="*/ 152388 h 4171753"/>
              <a:gd name="connsiteX18" fmla="*/ 3340377 w 3350535"/>
              <a:gd name="connsiteY18" fmla="*/ 269454 h 4171753"/>
              <a:gd name="connsiteX19" fmla="*/ 3333618 w 3350535"/>
              <a:gd name="connsiteY19" fmla="*/ 585585 h 4171753"/>
              <a:gd name="connsiteX20" fmla="*/ 3327141 w 3350535"/>
              <a:gd name="connsiteY20" fmla="*/ 968300 h 4171753"/>
              <a:gd name="connsiteX21" fmla="*/ 3344762 w 3350535"/>
              <a:gd name="connsiteY21" fmla="*/ 1471981 h 4171753"/>
              <a:gd name="connsiteX22" fmla="*/ 3309805 w 3350535"/>
              <a:gd name="connsiteY22" fmla="*/ 1765732 h 4171753"/>
              <a:gd name="connsiteX23" fmla="*/ 3235129 w 3350535"/>
              <a:gd name="connsiteY23" fmla="*/ 2046244 h 4171753"/>
              <a:gd name="connsiteX24" fmla="*/ 3061981 w 3350535"/>
              <a:gd name="connsiteY24" fmla="*/ 2497471 h 4171753"/>
              <a:gd name="connsiteX25" fmla="*/ 2536736 w 3350535"/>
              <a:gd name="connsiteY25" fmla="*/ 2957009 h 4171753"/>
              <a:gd name="connsiteX26" fmla="*/ 2473367 w 3350535"/>
              <a:gd name="connsiteY26" fmla="*/ 3462931 h 4171753"/>
              <a:gd name="connsiteX27" fmla="*/ 2330221 w 3350535"/>
              <a:gd name="connsiteY27" fmla="*/ 4136897 h 4171753"/>
              <a:gd name="connsiteX28" fmla="*/ 1965927 w 3350535"/>
              <a:gd name="connsiteY28" fmla="*/ 3886640 h 4171753"/>
              <a:gd name="connsiteX29" fmla="*/ 1545577 w 3350535"/>
              <a:gd name="connsiteY29" fmla="*/ 3604207 h 4171753"/>
              <a:gd name="connsiteX30" fmla="*/ 1369182 w 3350535"/>
              <a:gd name="connsiteY30" fmla="*/ 3360503 h 4171753"/>
              <a:gd name="connsiteX31" fmla="*/ 1064572 w 3350535"/>
              <a:gd name="connsiteY31" fmla="*/ 3376696 h 4171753"/>
              <a:gd name="connsiteX32" fmla="*/ 717291 w 3350535"/>
              <a:gd name="connsiteY32" fmla="*/ 3357074 h 4171753"/>
              <a:gd name="connsiteX33" fmla="*/ 626136 w 3350535"/>
              <a:gd name="connsiteY33" fmla="*/ 3338596 h 4171753"/>
              <a:gd name="connsiteX34" fmla="*/ 365342 w 3350535"/>
              <a:gd name="connsiteY34" fmla="*/ 3176957 h 4171753"/>
              <a:gd name="connsiteX35" fmla="*/ 237612 w 3350535"/>
              <a:gd name="connsiteY35" fmla="*/ 2981884 h 4171753"/>
              <a:gd name="connsiteX0" fmla="*/ 237612 w 3350535"/>
              <a:gd name="connsiteY0" fmla="*/ 2981884 h 4153398"/>
              <a:gd name="connsiteX1" fmla="*/ 360 w 3350535"/>
              <a:gd name="connsiteY1" fmla="*/ 2562980 h 4153398"/>
              <a:gd name="connsiteX2" fmla="*/ 89033 w 3350535"/>
              <a:gd name="connsiteY2" fmla="*/ 2391654 h 4153398"/>
              <a:gd name="connsiteX3" fmla="*/ 246461 w 3350535"/>
              <a:gd name="connsiteY3" fmla="*/ 2260045 h 4153398"/>
              <a:gd name="connsiteX4" fmla="*/ 370088 w 3350535"/>
              <a:gd name="connsiteY4" fmla="*/ 2182251 h 4153398"/>
              <a:gd name="connsiteX5" fmla="*/ 531227 w 3350535"/>
              <a:gd name="connsiteY5" fmla="*/ 2056000 h 4153398"/>
              <a:gd name="connsiteX6" fmla="*/ 778234 w 3350535"/>
              <a:gd name="connsiteY6" fmla="*/ 2119348 h 4153398"/>
              <a:gd name="connsiteX7" fmla="*/ 1101339 w 3350535"/>
              <a:gd name="connsiteY7" fmla="*/ 2199120 h 4153398"/>
              <a:gd name="connsiteX8" fmla="*/ 1046381 w 3350535"/>
              <a:gd name="connsiteY8" fmla="*/ 1792534 h 4153398"/>
              <a:gd name="connsiteX9" fmla="*/ 1220973 w 3350535"/>
              <a:gd name="connsiteY9" fmla="*/ 1581519 h 4153398"/>
              <a:gd name="connsiteX10" fmla="*/ 1273646 w 3350535"/>
              <a:gd name="connsiteY10" fmla="*/ 1344537 h 4153398"/>
              <a:gd name="connsiteX11" fmla="*/ 1402805 w 3350535"/>
              <a:gd name="connsiteY11" fmla="*/ 1054882 h 4153398"/>
              <a:gd name="connsiteX12" fmla="*/ 1627690 w 3350535"/>
              <a:gd name="connsiteY12" fmla="*/ 769989 h 4153398"/>
              <a:gd name="connsiteX13" fmla="*/ 1929156 w 3350535"/>
              <a:gd name="connsiteY13" fmla="*/ 427660 h 4153398"/>
              <a:gd name="connsiteX14" fmla="*/ 2241386 w 3350535"/>
              <a:gd name="connsiteY14" fmla="*/ 115240 h 4153398"/>
              <a:gd name="connsiteX15" fmla="*/ 2457889 w 3350535"/>
              <a:gd name="connsiteY15" fmla="*/ 6370 h 4153398"/>
              <a:gd name="connsiteX16" fmla="*/ 2955571 w 3350535"/>
              <a:gd name="connsiteY16" fmla="*/ 27896 h 4153398"/>
              <a:gd name="connsiteX17" fmla="*/ 3173312 w 3350535"/>
              <a:gd name="connsiteY17" fmla="*/ 152388 h 4153398"/>
              <a:gd name="connsiteX18" fmla="*/ 3340377 w 3350535"/>
              <a:gd name="connsiteY18" fmla="*/ 269454 h 4153398"/>
              <a:gd name="connsiteX19" fmla="*/ 3333618 w 3350535"/>
              <a:gd name="connsiteY19" fmla="*/ 585585 h 4153398"/>
              <a:gd name="connsiteX20" fmla="*/ 3327141 w 3350535"/>
              <a:gd name="connsiteY20" fmla="*/ 968300 h 4153398"/>
              <a:gd name="connsiteX21" fmla="*/ 3344762 w 3350535"/>
              <a:gd name="connsiteY21" fmla="*/ 1471981 h 4153398"/>
              <a:gd name="connsiteX22" fmla="*/ 3309805 w 3350535"/>
              <a:gd name="connsiteY22" fmla="*/ 1765732 h 4153398"/>
              <a:gd name="connsiteX23" fmla="*/ 3235129 w 3350535"/>
              <a:gd name="connsiteY23" fmla="*/ 2046244 h 4153398"/>
              <a:gd name="connsiteX24" fmla="*/ 3061981 w 3350535"/>
              <a:gd name="connsiteY24" fmla="*/ 2497471 h 4153398"/>
              <a:gd name="connsiteX25" fmla="*/ 2536736 w 3350535"/>
              <a:gd name="connsiteY25" fmla="*/ 2957009 h 4153398"/>
              <a:gd name="connsiteX26" fmla="*/ 2473367 w 3350535"/>
              <a:gd name="connsiteY26" fmla="*/ 3462931 h 4153398"/>
              <a:gd name="connsiteX27" fmla="*/ 2330221 w 3350535"/>
              <a:gd name="connsiteY27" fmla="*/ 4136897 h 4153398"/>
              <a:gd name="connsiteX28" fmla="*/ 1889158 w 3350535"/>
              <a:gd name="connsiteY28" fmla="*/ 3918389 h 4153398"/>
              <a:gd name="connsiteX29" fmla="*/ 1545577 w 3350535"/>
              <a:gd name="connsiteY29" fmla="*/ 3604207 h 4153398"/>
              <a:gd name="connsiteX30" fmla="*/ 1369182 w 3350535"/>
              <a:gd name="connsiteY30" fmla="*/ 3360503 h 4153398"/>
              <a:gd name="connsiteX31" fmla="*/ 1064572 w 3350535"/>
              <a:gd name="connsiteY31" fmla="*/ 3376696 h 4153398"/>
              <a:gd name="connsiteX32" fmla="*/ 717291 w 3350535"/>
              <a:gd name="connsiteY32" fmla="*/ 3357074 h 4153398"/>
              <a:gd name="connsiteX33" fmla="*/ 626136 w 3350535"/>
              <a:gd name="connsiteY33" fmla="*/ 3338596 h 4153398"/>
              <a:gd name="connsiteX34" fmla="*/ 365342 w 3350535"/>
              <a:gd name="connsiteY34" fmla="*/ 3176957 h 4153398"/>
              <a:gd name="connsiteX35" fmla="*/ 237612 w 3350535"/>
              <a:gd name="connsiteY35" fmla="*/ 2981884 h 4153398"/>
              <a:gd name="connsiteX0" fmla="*/ 237612 w 3351508"/>
              <a:gd name="connsiteY0" fmla="*/ 2979913 h 4151426"/>
              <a:gd name="connsiteX1" fmla="*/ 360 w 3351508"/>
              <a:gd name="connsiteY1" fmla="*/ 2561009 h 4151426"/>
              <a:gd name="connsiteX2" fmla="*/ 89033 w 3351508"/>
              <a:gd name="connsiteY2" fmla="*/ 2389683 h 4151426"/>
              <a:gd name="connsiteX3" fmla="*/ 246461 w 3351508"/>
              <a:gd name="connsiteY3" fmla="*/ 2258074 h 4151426"/>
              <a:gd name="connsiteX4" fmla="*/ 370088 w 3351508"/>
              <a:gd name="connsiteY4" fmla="*/ 2180280 h 4151426"/>
              <a:gd name="connsiteX5" fmla="*/ 531227 w 3351508"/>
              <a:gd name="connsiteY5" fmla="*/ 2054029 h 4151426"/>
              <a:gd name="connsiteX6" fmla="*/ 778234 w 3351508"/>
              <a:gd name="connsiteY6" fmla="*/ 2117377 h 4151426"/>
              <a:gd name="connsiteX7" fmla="*/ 1101339 w 3351508"/>
              <a:gd name="connsiteY7" fmla="*/ 2197149 h 4151426"/>
              <a:gd name="connsiteX8" fmla="*/ 1046381 w 3351508"/>
              <a:gd name="connsiteY8" fmla="*/ 1790563 h 4151426"/>
              <a:gd name="connsiteX9" fmla="*/ 1220973 w 3351508"/>
              <a:gd name="connsiteY9" fmla="*/ 1579548 h 4151426"/>
              <a:gd name="connsiteX10" fmla="*/ 1273646 w 3351508"/>
              <a:gd name="connsiteY10" fmla="*/ 1342566 h 4151426"/>
              <a:gd name="connsiteX11" fmla="*/ 1402805 w 3351508"/>
              <a:gd name="connsiteY11" fmla="*/ 1052911 h 4151426"/>
              <a:gd name="connsiteX12" fmla="*/ 1627690 w 3351508"/>
              <a:gd name="connsiteY12" fmla="*/ 768018 h 4151426"/>
              <a:gd name="connsiteX13" fmla="*/ 1929156 w 3351508"/>
              <a:gd name="connsiteY13" fmla="*/ 425689 h 4151426"/>
              <a:gd name="connsiteX14" fmla="*/ 2241386 w 3351508"/>
              <a:gd name="connsiteY14" fmla="*/ 113269 h 4151426"/>
              <a:gd name="connsiteX15" fmla="*/ 2457889 w 3351508"/>
              <a:gd name="connsiteY15" fmla="*/ 4399 h 4151426"/>
              <a:gd name="connsiteX16" fmla="*/ 2955571 w 3351508"/>
              <a:gd name="connsiteY16" fmla="*/ 25925 h 4151426"/>
              <a:gd name="connsiteX17" fmla="*/ 3153822 w 3351508"/>
              <a:gd name="connsiteY17" fmla="*/ 68865 h 4151426"/>
              <a:gd name="connsiteX18" fmla="*/ 3340377 w 3351508"/>
              <a:gd name="connsiteY18" fmla="*/ 267483 h 4151426"/>
              <a:gd name="connsiteX19" fmla="*/ 3333618 w 3351508"/>
              <a:gd name="connsiteY19" fmla="*/ 583614 h 4151426"/>
              <a:gd name="connsiteX20" fmla="*/ 3327141 w 3351508"/>
              <a:gd name="connsiteY20" fmla="*/ 966329 h 4151426"/>
              <a:gd name="connsiteX21" fmla="*/ 3344762 w 3351508"/>
              <a:gd name="connsiteY21" fmla="*/ 1470010 h 4151426"/>
              <a:gd name="connsiteX22" fmla="*/ 3309805 w 3351508"/>
              <a:gd name="connsiteY22" fmla="*/ 1763761 h 4151426"/>
              <a:gd name="connsiteX23" fmla="*/ 3235129 w 3351508"/>
              <a:gd name="connsiteY23" fmla="*/ 2044273 h 4151426"/>
              <a:gd name="connsiteX24" fmla="*/ 3061981 w 3351508"/>
              <a:gd name="connsiteY24" fmla="*/ 2495500 h 4151426"/>
              <a:gd name="connsiteX25" fmla="*/ 2536736 w 3351508"/>
              <a:gd name="connsiteY25" fmla="*/ 2955038 h 4151426"/>
              <a:gd name="connsiteX26" fmla="*/ 2473367 w 3351508"/>
              <a:gd name="connsiteY26" fmla="*/ 3460960 h 4151426"/>
              <a:gd name="connsiteX27" fmla="*/ 2330221 w 3351508"/>
              <a:gd name="connsiteY27" fmla="*/ 4134926 h 4151426"/>
              <a:gd name="connsiteX28" fmla="*/ 1889158 w 3351508"/>
              <a:gd name="connsiteY28" fmla="*/ 3916418 h 4151426"/>
              <a:gd name="connsiteX29" fmla="*/ 1545577 w 3351508"/>
              <a:gd name="connsiteY29" fmla="*/ 3602236 h 4151426"/>
              <a:gd name="connsiteX30" fmla="*/ 1369182 w 3351508"/>
              <a:gd name="connsiteY30" fmla="*/ 3358532 h 4151426"/>
              <a:gd name="connsiteX31" fmla="*/ 1064572 w 3351508"/>
              <a:gd name="connsiteY31" fmla="*/ 3374725 h 4151426"/>
              <a:gd name="connsiteX32" fmla="*/ 717291 w 3351508"/>
              <a:gd name="connsiteY32" fmla="*/ 3355103 h 4151426"/>
              <a:gd name="connsiteX33" fmla="*/ 626136 w 3351508"/>
              <a:gd name="connsiteY33" fmla="*/ 3336625 h 4151426"/>
              <a:gd name="connsiteX34" fmla="*/ 365342 w 3351508"/>
              <a:gd name="connsiteY34" fmla="*/ 3174986 h 4151426"/>
              <a:gd name="connsiteX35" fmla="*/ 237612 w 3351508"/>
              <a:gd name="connsiteY35" fmla="*/ 2979913 h 4151426"/>
              <a:gd name="connsiteX0" fmla="*/ 237612 w 3419542"/>
              <a:gd name="connsiteY0" fmla="*/ 2979913 h 4151426"/>
              <a:gd name="connsiteX1" fmla="*/ 360 w 3419542"/>
              <a:gd name="connsiteY1" fmla="*/ 2561009 h 4151426"/>
              <a:gd name="connsiteX2" fmla="*/ 89033 w 3419542"/>
              <a:gd name="connsiteY2" fmla="*/ 2389683 h 4151426"/>
              <a:gd name="connsiteX3" fmla="*/ 246461 w 3419542"/>
              <a:gd name="connsiteY3" fmla="*/ 2258074 h 4151426"/>
              <a:gd name="connsiteX4" fmla="*/ 370088 w 3419542"/>
              <a:gd name="connsiteY4" fmla="*/ 2180280 h 4151426"/>
              <a:gd name="connsiteX5" fmla="*/ 531227 w 3419542"/>
              <a:gd name="connsiteY5" fmla="*/ 2054029 h 4151426"/>
              <a:gd name="connsiteX6" fmla="*/ 778234 w 3419542"/>
              <a:gd name="connsiteY6" fmla="*/ 2117377 h 4151426"/>
              <a:gd name="connsiteX7" fmla="*/ 1101339 w 3419542"/>
              <a:gd name="connsiteY7" fmla="*/ 2197149 h 4151426"/>
              <a:gd name="connsiteX8" fmla="*/ 1046381 w 3419542"/>
              <a:gd name="connsiteY8" fmla="*/ 1790563 h 4151426"/>
              <a:gd name="connsiteX9" fmla="*/ 1220973 w 3419542"/>
              <a:gd name="connsiteY9" fmla="*/ 1579548 h 4151426"/>
              <a:gd name="connsiteX10" fmla="*/ 1273646 w 3419542"/>
              <a:gd name="connsiteY10" fmla="*/ 1342566 h 4151426"/>
              <a:gd name="connsiteX11" fmla="*/ 1402805 w 3419542"/>
              <a:gd name="connsiteY11" fmla="*/ 1052911 h 4151426"/>
              <a:gd name="connsiteX12" fmla="*/ 1627690 w 3419542"/>
              <a:gd name="connsiteY12" fmla="*/ 768018 h 4151426"/>
              <a:gd name="connsiteX13" fmla="*/ 1929156 w 3419542"/>
              <a:gd name="connsiteY13" fmla="*/ 425689 h 4151426"/>
              <a:gd name="connsiteX14" fmla="*/ 2241386 w 3419542"/>
              <a:gd name="connsiteY14" fmla="*/ 113269 h 4151426"/>
              <a:gd name="connsiteX15" fmla="*/ 2457889 w 3419542"/>
              <a:gd name="connsiteY15" fmla="*/ 4399 h 4151426"/>
              <a:gd name="connsiteX16" fmla="*/ 2955571 w 3419542"/>
              <a:gd name="connsiteY16" fmla="*/ 25925 h 4151426"/>
              <a:gd name="connsiteX17" fmla="*/ 3153822 w 3419542"/>
              <a:gd name="connsiteY17" fmla="*/ 68865 h 4151426"/>
              <a:gd name="connsiteX18" fmla="*/ 3340377 w 3419542"/>
              <a:gd name="connsiteY18" fmla="*/ 267483 h 4151426"/>
              <a:gd name="connsiteX19" fmla="*/ 3419302 w 3419542"/>
              <a:gd name="connsiteY19" fmla="*/ 524470 h 4151426"/>
              <a:gd name="connsiteX20" fmla="*/ 3327141 w 3419542"/>
              <a:gd name="connsiteY20" fmla="*/ 966329 h 4151426"/>
              <a:gd name="connsiteX21" fmla="*/ 3344762 w 3419542"/>
              <a:gd name="connsiteY21" fmla="*/ 1470010 h 4151426"/>
              <a:gd name="connsiteX22" fmla="*/ 3309805 w 3419542"/>
              <a:gd name="connsiteY22" fmla="*/ 1763761 h 4151426"/>
              <a:gd name="connsiteX23" fmla="*/ 3235129 w 3419542"/>
              <a:gd name="connsiteY23" fmla="*/ 2044273 h 4151426"/>
              <a:gd name="connsiteX24" fmla="*/ 3061981 w 3419542"/>
              <a:gd name="connsiteY24" fmla="*/ 2495500 h 4151426"/>
              <a:gd name="connsiteX25" fmla="*/ 2536736 w 3419542"/>
              <a:gd name="connsiteY25" fmla="*/ 2955038 h 4151426"/>
              <a:gd name="connsiteX26" fmla="*/ 2473367 w 3419542"/>
              <a:gd name="connsiteY26" fmla="*/ 3460960 h 4151426"/>
              <a:gd name="connsiteX27" fmla="*/ 2330221 w 3419542"/>
              <a:gd name="connsiteY27" fmla="*/ 4134926 h 4151426"/>
              <a:gd name="connsiteX28" fmla="*/ 1889158 w 3419542"/>
              <a:gd name="connsiteY28" fmla="*/ 3916418 h 4151426"/>
              <a:gd name="connsiteX29" fmla="*/ 1545577 w 3419542"/>
              <a:gd name="connsiteY29" fmla="*/ 3602236 h 4151426"/>
              <a:gd name="connsiteX30" fmla="*/ 1369182 w 3419542"/>
              <a:gd name="connsiteY30" fmla="*/ 3358532 h 4151426"/>
              <a:gd name="connsiteX31" fmla="*/ 1064572 w 3419542"/>
              <a:gd name="connsiteY31" fmla="*/ 3374725 h 4151426"/>
              <a:gd name="connsiteX32" fmla="*/ 717291 w 3419542"/>
              <a:gd name="connsiteY32" fmla="*/ 3355103 h 4151426"/>
              <a:gd name="connsiteX33" fmla="*/ 626136 w 3419542"/>
              <a:gd name="connsiteY33" fmla="*/ 3336625 h 4151426"/>
              <a:gd name="connsiteX34" fmla="*/ 365342 w 3419542"/>
              <a:gd name="connsiteY34" fmla="*/ 3174986 h 4151426"/>
              <a:gd name="connsiteX35" fmla="*/ 237612 w 3419542"/>
              <a:gd name="connsiteY35" fmla="*/ 2979913 h 4151426"/>
              <a:gd name="connsiteX0" fmla="*/ 237612 w 3562849"/>
              <a:gd name="connsiteY0" fmla="*/ 2979913 h 4151426"/>
              <a:gd name="connsiteX1" fmla="*/ 360 w 3562849"/>
              <a:gd name="connsiteY1" fmla="*/ 2561009 h 4151426"/>
              <a:gd name="connsiteX2" fmla="*/ 89033 w 3562849"/>
              <a:gd name="connsiteY2" fmla="*/ 2389683 h 4151426"/>
              <a:gd name="connsiteX3" fmla="*/ 246461 w 3562849"/>
              <a:gd name="connsiteY3" fmla="*/ 2258074 h 4151426"/>
              <a:gd name="connsiteX4" fmla="*/ 370088 w 3562849"/>
              <a:gd name="connsiteY4" fmla="*/ 2180280 h 4151426"/>
              <a:gd name="connsiteX5" fmla="*/ 531227 w 3562849"/>
              <a:gd name="connsiteY5" fmla="*/ 2054029 h 4151426"/>
              <a:gd name="connsiteX6" fmla="*/ 778234 w 3562849"/>
              <a:gd name="connsiteY6" fmla="*/ 2117377 h 4151426"/>
              <a:gd name="connsiteX7" fmla="*/ 1101339 w 3562849"/>
              <a:gd name="connsiteY7" fmla="*/ 2197149 h 4151426"/>
              <a:gd name="connsiteX8" fmla="*/ 1046381 w 3562849"/>
              <a:gd name="connsiteY8" fmla="*/ 1790563 h 4151426"/>
              <a:gd name="connsiteX9" fmla="*/ 1220973 w 3562849"/>
              <a:gd name="connsiteY9" fmla="*/ 1579548 h 4151426"/>
              <a:gd name="connsiteX10" fmla="*/ 1273646 w 3562849"/>
              <a:gd name="connsiteY10" fmla="*/ 1342566 h 4151426"/>
              <a:gd name="connsiteX11" fmla="*/ 1402805 w 3562849"/>
              <a:gd name="connsiteY11" fmla="*/ 1052911 h 4151426"/>
              <a:gd name="connsiteX12" fmla="*/ 1627690 w 3562849"/>
              <a:gd name="connsiteY12" fmla="*/ 768018 h 4151426"/>
              <a:gd name="connsiteX13" fmla="*/ 1929156 w 3562849"/>
              <a:gd name="connsiteY13" fmla="*/ 425689 h 4151426"/>
              <a:gd name="connsiteX14" fmla="*/ 2241386 w 3562849"/>
              <a:gd name="connsiteY14" fmla="*/ 113269 h 4151426"/>
              <a:gd name="connsiteX15" fmla="*/ 2457889 w 3562849"/>
              <a:gd name="connsiteY15" fmla="*/ 4399 h 4151426"/>
              <a:gd name="connsiteX16" fmla="*/ 2955571 w 3562849"/>
              <a:gd name="connsiteY16" fmla="*/ 25925 h 4151426"/>
              <a:gd name="connsiteX17" fmla="*/ 3153822 w 3562849"/>
              <a:gd name="connsiteY17" fmla="*/ 68865 h 4151426"/>
              <a:gd name="connsiteX18" fmla="*/ 3340377 w 3562849"/>
              <a:gd name="connsiteY18" fmla="*/ 267483 h 4151426"/>
              <a:gd name="connsiteX19" fmla="*/ 3562750 w 3562849"/>
              <a:gd name="connsiteY19" fmla="*/ 377055 h 4151426"/>
              <a:gd name="connsiteX20" fmla="*/ 3327141 w 3562849"/>
              <a:gd name="connsiteY20" fmla="*/ 966329 h 4151426"/>
              <a:gd name="connsiteX21" fmla="*/ 3344762 w 3562849"/>
              <a:gd name="connsiteY21" fmla="*/ 1470010 h 4151426"/>
              <a:gd name="connsiteX22" fmla="*/ 3309805 w 3562849"/>
              <a:gd name="connsiteY22" fmla="*/ 1763761 h 4151426"/>
              <a:gd name="connsiteX23" fmla="*/ 3235129 w 3562849"/>
              <a:gd name="connsiteY23" fmla="*/ 2044273 h 4151426"/>
              <a:gd name="connsiteX24" fmla="*/ 3061981 w 3562849"/>
              <a:gd name="connsiteY24" fmla="*/ 2495500 h 4151426"/>
              <a:gd name="connsiteX25" fmla="*/ 2536736 w 3562849"/>
              <a:gd name="connsiteY25" fmla="*/ 2955038 h 4151426"/>
              <a:gd name="connsiteX26" fmla="*/ 2473367 w 3562849"/>
              <a:gd name="connsiteY26" fmla="*/ 3460960 h 4151426"/>
              <a:gd name="connsiteX27" fmla="*/ 2330221 w 3562849"/>
              <a:gd name="connsiteY27" fmla="*/ 4134926 h 4151426"/>
              <a:gd name="connsiteX28" fmla="*/ 1889158 w 3562849"/>
              <a:gd name="connsiteY28" fmla="*/ 3916418 h 4151426"/>
              <a:gd name="connsiteX29" fmla="*/ 1545577 w 3562849"/>
              <a:gd name="connsiteY29" fmla="*/ 3602236 h 4151426"/>
              <a:gd name="connsiteX30" fmla="*/ 1369182 w 3562849"/>
              <a:gd name="connsiteY30" fmla="*/ 3358532 h 4151426"/>
              <a:gd name="connsiteX31" fmla="*/ 1064572 w 3562849"/>
              <a:gd name="connsiteY31" fmla="*/ 3374725 h 4151426"/>
              <a:gd name="connsiteX32" fmla="*/ 717291 w 3562849"/>
              <a:gd name="connsiteY32" fmla="*/ 3355103 h 4151426"/>
              <a:gd name="connsiteX33" fmla="*/ 626136 w 3562849"/>
              <a:gd name="connsiteY33" fmla="*/ 3336625 h 4151426"/>
              <a:gd name="connsiteX34" fmla="*/ 365342 w 3562849"/>
              <a:gd name="connsiteY34" fmla="*/ 3174986 h 4151426"/>
              <a:gd name="connsiteX35" fmla="*/ 237612 w 3562849"/>
              <a:gd name="connsiteY35" fmla="*/ 2979913 h 4151426"/>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1101339 w 3562849"/>
              <a:gd name="connsiteY7" fmla="*/ 2490148 h 4444425"/>
              <a:gd name="connsiteX8" fmla="*/ 1046381 w 3562849"/>
              <a:gd name="connsiteY8" fmla="*/ 2083562 h 4444425"/>
              <a:gd name="connsiteX9" fmla="*/ 1220973 w 3562849"/>
              <a:gd name="connsiteY9" fmla="*/ 1872547 h 4444425"/>
              <a:gd name="connsiteX10" fmla="*/ 1273646 w 3562849"/>
              <a:gd name="connsiteY10" fmla="*/ 1635565 h 4444425"/>
              <a:gd name="connsiteX11" fmla="*/ 1402805 w 3562849"/>
              <a:gd name="connsiteY11" fmla="*/ 1345910 h 4444425"/>
              <a:gd name="connsiteX12" fmla="*/ 1627690 w 3562849"/>
              <a:gd name="connsiteY12" fmla="*/ 1061017 h 4444425"/>
              <a:gd name="connsiteX13" fmla="*/ 1929156 w 3562849"/>
              <a:gd name="connsiteY13" fmla="*/ 718688 h 4444425"/>
              <a:gd name="connsiteX14" fmla="*/ 2241386 w 3562849"/>
              <a:gd name="connsiteY14" fmla="*/ 406268 h 4444425"/>
              <a:gd name="connsiteX15" fmla="*/ 2468305 w 3562849"/>
              <a:gd name="connsiteY15" fmla="*/ 561 h 4444425"/>
              <a:gd name="connsiteX16" fmla="*/ 2955571 w 3562849"/>
              <a:gd name="connsiteY16" fmla="*/ 318924 h 4444425"/>
              <a:gd name="connsiteX17" fmla="*/ 3153822 w 3562849"/>
              <a:gd name="connsiteY17" fmla="*/ 361864 h 4444425"/>
              <a:gd name="connsiteX18" fmla="*/ 3340377 w 3562849"/>
              <a:gd name="connsiteY18" fmla="*/ 560482 h 4444425"/>
              <a:gd name="connsiteX19" fmla="*/ 3562750 w 3562849"/>
              <a:gd name="connsiteY19" fmla="*/ 670054 h 4444425"/>
              <a:gd name="connsiteX20" fmla="*/ 3327141 w 3562849"/>
              <a:gd name="connsiteY20" fmla="*/ 1259328 h 4444425"/>
              <a:gd name="connsiteX21" fmla="*/ 3344762 w 3562849"/>
              <a:gd name="connsiteY21" fmla="*/ 1763009 h 4444425"/>
              <a:gd name="connsiteX22" fmla="*/ 3309805 w 3562849"/>
              <a:gd name="connsiteY22" fmla="*/ 2056760 h 4444425"/>
              <a:gd name="connsiteX23" fmla="*/ 3235129 w 3562849"/>
              <a:gd name="connsiteY23" fmla="*/ 2337272 h 4444425"/>
              <a:gd name="connsiteX24" fmla="*/ 3061981 w 3562849"/>
              <a:gd name="connsiteY24" fmla="*/ 2788499 h 4444425"/>
              <a:gd name="connsiteX25" fmla="*/ 2536736 w 3562849"/>
              <a:gd name="connsiteY25" fmla="*/ 3248037 h 4444425"/>
              <a:gd name="connsiteX26" fmla="*/ 2473367 w 3562849"/>
              <a:gd name="connsiteY26" fmla="*/ 3753959 h 4444425"/>
              <a:gd name="connsiteX27" fmla="*/ 2330221 w 3562849"/>
              <a:gd name="connsiteY27" fmla="*/ 4427925 h 4444425"/>
              <a:gd name="connsiteX28" fmla="*/ 1889158 w 3562849"/>
              <a:gd name="connsiteY28" fmla="*/ 4209417 h 4444425"/>
              <a:gd name="connsiteX29" fmla="*/ 1545577 w 3562849"/>
              <a:gd name="connsiteY29" fmla="*/ 3895235 h 4444425"/>
              <a:gd name="connsiteX30" fmla="*/ 1369182 w 3562849"/>
              <a:gd name="connsiteY30" fmla="*/ 3651531 h 4444425"/>
              <a:gd name="connsiteX31" fmla="*/ 1064572 w 3562849"/>
              <a:gd name="connsiteY31" fmla="*/ 3667724 h 4444425"/>
              <a:gd name="connsiteX32" fmla="*/ 717291 w 3562849"/>
              <a:gd name="connsiteY32" fmla="*/ 3648102 h 4444425"/>
              <a:gd name="connsiteX33" fmla="*/ 626136 w 3562849"/>
              <a:gd name="connsiteY33" fmla="*/ 3629624 h 4444425"/>
              <a:gd name="connsiteX34" fmla="*/ 365342 w 3562849"/>
              <a:gd name="connsiteY34" fmla="*/ 3467985 h 4444425"/>
              <a:gd name="connsiteX35" fmla="*/ 237612 w 3562849"/>
              <a:gd name="connsiteY35"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1101339 w 3562849"/>
              <a:gd name="connsiteY7" fmla="*/ 2490148 h 4444425"/>
              <a:gd name="connsiteX8" fmla="*/ 1046381 w 3562849"/>
              <a:gd name="connsiteY8" fmla="*/ 2083562 h 4444425"/>
              <a:gd name="connsiteX9" fmla="*/ 1220973 w 3562849"/>
              <a:gd name="connsiteY9" fmla="*/ 1872547 h 4444425"/>
              <a:gd name="connsiteX10" fmla="*/ 1273646 w 3562849"/>
              <a:gd name="connsiteY10" fmla="*/ 1635565 h 4444425"/>
              <a:gd name="connsiteX11" fmla="*/ 1225341 w 3562849"/>
              <a:gd name="connsiteY11" fmla="*/ 1351656 h 4444425"/>
              <a:gd name="connsiteX12" fmla="*/ 1627690 w 3562849"/>
              <a:gd name="connsiteY12" fmla="*/ 1061017 h 4444425"/>
              <a:gd name="connsiteX13" fmla="*/ 1929156 w 3562849"/>
              <a:gd name="connsiteY13" fmla="*/ 718688 h 4444425"/>
              <a:gd name="connsiteX14" fmla="*/ 2241386 w 3562849"/>
              <a:gd name="connsiteY14" fmla="*/ 406268 h 4444425"/>
              <a:gd name="connsiteX15" fmla="*/ 2468305 w 3562849"/>
              <a:gd name="connsiteY15" fmla="*/ 561 h 4444425"/>
              <a:gd name="connsiteX16" fmla="*/ 2955571 w 3562849"/>
              <a:gd name="connsiteY16" fmla="*/ 318924 h 4444425"/>
              <a:gd name="connsiteX17" fmla="*/ 3153822 w 3562849"/>
              <a:gd name="connsiteY17" fmla="*/ 361864 h 4444425"/>
              <a:gd name="connsiteX18" fmla="*/ 3340377 w 3562849"/>
              <a:gd name="connsiteY18" fmla="*/ 560482 h 4444425"/>
              <a:gd name="connsiteX19" fmla="*/ 3562750 w 3562849"/>
              <a:gd name="connsiteY19" fmla="*/ 670054 h 4444425"/>
              <a:gd name="connsiteX20" fmla="*/ 3327141 w 3562849"/>
              <a:gd name="connsiteY20" fmla="*/ 1259328 h 4444425"/>
              <a:gd name="connsiteX21" fmla="*/ 3344762 w 3562849"/>
              <a:gd name="connsiteY21" fmla="*/ 1763009 h 4444425"/>
              <a:gd name="connsiteX22" fmla="*/ 3309805 w 3562849"/>
              <a:gd name="connsiteY22" fmla="*/ 2056760 h 4444425"/>
              <a:gd name="connsiteX23" fmla="*/ 3235129 w 3562849"/>
              <a:gd name="connsiteY23" fmla="*/ 2337272 h 4444425"/>
              <a:gd name="connsiteX24" fmla="*/ 3061981 w 3562849"/>
              <a:gd name="connsiteY24" fmla="*/ 2788499 h 4444425"/>
              <a:gd name="connsiteX25" fmla="*/ 2536736 w 3562849"/>
              <a:gd name="connsiteY25" fmla="*/ 3248037 h 4444425"/>
              <a:gd name="connsiteX26" fmla="*/ 2473367 w 3562849"/>
              <a:gd name="connsiteY26" fmla="*/ 3753959 h 4444425"/>
              <a:gd name="connsiteX27" fmla="*/ 2330221 w 3562849"/>
              <a:gd name="connsiteY27" fmla="*/ 4427925 h 4444425"/>
              <a:gd name="connsiteX28" fmla="*/ 1889158 w 3562849"/>
              <a:gd name="connsiteY28" fmla="*/ 4209417 h 4444425"/>
              <a:gd name="connsiteX29" fmla="*/ 1545577 w 3562849"/>
              <a:gd name="connsiteY29" fmla="*/ 3895235 h 4444425"/>
              <a:gd name="connsiteX30" fmla="*/ 1369182 w 3562849"/>
              <a:gd name="connsiteY30" fmla="*/ 3651531 h 4444425"/>
              <a:gd name="connsiteX31" fmla="*/ 1064572 w 3562849"/>
              <a:gd name="connsiteY31" fmla="*/ 3667724 h 4444425"/>
              <a:gd name="connsiteX32" fmla="*/ 717291 w 3562849"/>
              <a:gd name="connsiteY32" fmla="*/ 3648102 h 4444425"/>
              <a:gd name="connsiteX33" fmla="*/ 626136 w 3562849"/>
              <a:gd name="connsiteY33" fmla="*/ 3629624 h 4444425"/>
              <a:gd name="connsiteX34" fmla="*/ 365342 w 3562849"/>
              <a:gd name="connsiteY34" fmla="*/ 3467985 h 4444425"/>
              <a:gd name="connsiteX35" fmla="*/ 237612 w 3562849"/>
              <a:gd name="connsiteY35"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1101339 w 3562849"/>
              <a:gd name="connsiteY7" fmla="*/ 2490148 h 4444425"/>
              <a:gd name="connsiteX8" fmla="*/ 1046381 w 3562849"/>
              <a:gd name="connsiteY8" fmla="*/ 2083562 h 4444425"/>
              <a:gd name="connsiteX9" fmla="*/ 1220973 w 3562849"/>
              <a:gd name="connsiteY9" fmla="*/ 1872547 h 4444425"/>
              <a:gd name="connsiteX10" fmla="*/ 1036118 w 3562849"/>
              <a:gd name="connsiteY10" fmla="*/ 1619781 h 4444425"/>
              <a:gd name="connsiteX11" fmla="*/ 1225341 w 3562849"/>
              <a:gd name="connsiteY11" fmla="*/ 1351656 h 4444425"/>
              <a:gd name="connsiteX12" fmla="*/ 1627690 w 3562849"/>
              <a:gd name="connsiteY12" fmla="*/ 1061017 h 4444425"/>
              <a:gd name="connsiteX13" fmla="*/ 1929156 w 3562849"/>
              <a:gd name="connsiteY13" fmla="*/ 718688 h 4444425"/>
              <a:gd name="connsiteX14" fmla="*/ 2241386 w 3562849"/>
              <a:gd name="connsiteY14" fmla="*/ 406268 h 4444425"/>
              <a:gd name="connsiteX15" fmla="*/ 2468305 w 3562849"/>
              <a:gd name="connsiteY15" fmla="*/ 561 h 4444425"/>
              <a:gd name="connsiteX16" fmla="*/ 2955571 w 3562849"/>
              <a:gd name="connsiteY16" fmla="*/ 318924 h 4444425"/>
              <a:gd name="connsiteX17" fmla="*/ 3153822 w 3562849"/>
              <a:gd name="connsiteY17" fmla="*/ 361864 h 4444425"/>
              <a:gd name="connsiteX18" fmla="*/ 3340377 w 3562849"/>
              <a:gd name="connsiteY18" fmla="*/ 560482 h 4444425"/>
              <a:gd name="connsiteX19" fmla="*/ 3562750 w 3562849"/>
              <a:gd name="connsiteY19" fmla="*/ 670054 h 4444425"/>
              <a:gd name="connsiteX20" fmla="*/ 3327141 w 3562849"/>
              <a:gd name="connsiteY20" fmla="*/ 1259328 h 4444425"/>
              <a:gd name="connsiteX21" fmla="*/ 3344762 w 3562849"/>
              <a:gd name="connsiteY21" fmla="*/ 1763009 h 4444425"/>
              <a:gd name="connsiteX22" fmla="*/ 3309805 w 3562849"/>
              <a:gd name="connsiteY22" fmla="*/ 2056760 h 4444425"/>
              <a:gd name="connsiteX23" fmla="*/ 3235129 w 3562849"/>
              <a:gd name="connsiteY23" fmla="*/ 2337272 h 4444425"/>
              <a:gd name="connsiteX24" fmla="*/ 3061981 w 3562849"/>
              <a:gd name="connsiteY24" fmla="*/ 2788499 h 4444425"/>
              <a:gd name="connsiteX25" fmla="*/ 2536736 w 3562849"/>
              <a:gd name="connsiteY25" fmla="*/ 3248037 h 4444425"/>
              <a:gd name="connsiteX26" fmla="*/ 2473367 w 3562849"/>
              <a:gd name="connsiteY26" fmla="*/ 3753959 h 4444425"/>
              <a:gd name="connsiteX27" fmla="*/ 2330221 w 3562849"/>
              <a:gd name="connsiteY27" fmla="*/ 4427925 h 4444425"/>
              <a:gd name="connsiteX28" fmla="*/ 1889158 w 3562849"/>
              <a:gd name="connsiteY28" fmla="*/ 4209417 h 4444425"/>
              <a:gd name="connsiteX29" fmla="*/ 1545577 w 3562849"/>
              <a:gd name="connsiteY29" fmla="*/ 3895235 h 4444425"/>
              <a:gd name="connsiteX30" fmla="*/ 1369182 w 3562849"/>
              <a:gd name="connsiteY30" fmla="*/ 3651531 h 4444425"/>
              <a:gd name="connsiteX31" fmla="*/ 1064572 w 3562849"/>
              <a:gd name="connsiteY31" fmla="*/ 3667724 h 4444425"/>
              <a:gd name="connsiteX32" fmla="*/ 717291 w 3562849"/>
              <a:gd name="connsiteY32" fmla="*/ 3648102 h 4444425"/>
              <a:gd name="connsiteX33" fmla="*/ 626136 w 3562849"/>
              <a:gd name="connsiteY33" fmla="*/ 3629624 h 4444425"/>
              <a:gd name="connsiteX34" fmla="*/ 365342 w 3562849"/>
              <a:gd name="connsiteY34" fmla="*/ 3467985 h 4444425"/>
              <a:gd name="connsiteX35" fmla="*/ 237612 w 3562849"/>
              <a:gd name="connsiteY35"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1101339 w 3562849"/>
              <a:gd name="connsiteY7" fmla="*/ 2490148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27690 w 3562849"/>
              <a:gd name="connsiteY11" fmla="*/ 1061017 h 4444425"/>
              <a:gd name="connsiteX12" fmla="*/ 1929156 w 3562849"/>
              <a:gd name="connsiteY12" fmla="*/ 718688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061981 w 3562849"/>
              <a:gd name="connsiteY23" fmla="*/ 2788499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1101339 w 3562849"/>
              <a:gd name="connsiteY7" fmla="*/ 2490148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27690 w 3562849"/>
              <a:gd name="connsiteY11" fmla="*/ 1061017 h 4444425"/>
              <a:gd name="connsiteX12" fmla="*/ 1929156 w 3562849"/>
              <a:gd name="connsiteY12" fmla="*/ 718688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167995 w 3562849"/>
              <a:gd name="connsiteY23" fmla="*/ 2863495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70088 w 3562849"/>
              <a:gd name="connsiteY4" fmla="*/ 2473279 h 4444425"/>
              <a:gd name="connsiteX5" fmla="*/ 531227 w 3562849"/>
              <a:gd name="connsiteY5" fmla="*/ 2347028 h 4444425"/>
              <a:gd name="connsiteX6" fmla="*/ 778234 w 3562849"/>
              <a:gd name="connsiteY6" fmla="*/ 2410376 h 4444425"/>
              <a:gd name="connsiteX7" fmla="*/ 960755 w 3562849"/>
              <a:gd name="connsiteY7" fmla="*/ 2326567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27690 w 3562849"/>
              <a:gd name="connsiteY11" fmla="*/ 1061017 h 4444425"/>
              <a:gd name="connsiteX12" fmla="*/ 1929156 w 3562849"/>
              <a:gd name="connsiteY12" fmla="*/ 718688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167995 w 3562849"/>
              <a:gd name="connsiteY23" fmla="*/ 2863495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59740 w 3562849"/>
              <a:gd name="connsiteY4" fmla="*/ 2449686 h 4444425"/>
              <a:gd name="connsiteX5" fmla="*/ 531227 w 3562849"/>
              <a:gd name="connsiteY5" fmla="*/ 2347028 h 4444425"/>
              <a:gd name="connsiteX6" fmla="*/ 778234 w 3562849"/>
              <a:gd name="connsiteY6" fmla="*/ 2410376 h 4444425"/>
              <a:gd name="connsiteX7" fmla="*/ 960755 w 3562849"/>
              <a:gd name="connsiteY7" fmla="*/ 2326567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27690 w 3562849"/>
              <a:gd name="connsiteY11" fmla="*/ 1061017 h 4444425"/>
              <a:gd name="connsiteX12" fmla="*/ 1929156 w 3562849"/>
              <a:gd name="connsiteY12" fmla="*/ 718688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167995 w 3562849"/>
              <a:gd name="connsiteY23" fmla="*/ 2863495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59740 w 3562849"/>
              <a:gd name="connsiteY4" fmla="*/ 2449686 h 4444425"/>
              <a:gd name="connsiteX5" fmla="*/ 531227 w 3562849"/>
              <a:gd name="connsiteY5" fmla="*/ 2347028 h 4444425"/>
              <a:gd name="connsiteX6" fmla="*/ 778234 w 3562849"/>
              <a:gd name="connsiteY6" fmla="*/ 2410376 h 4444425"/>
              <a:gd name="connsiteX7" fmla="*/ 960755 w 3562849"/>
              <a:gd name="connsiteY7" fmla="*/ 2326567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17127 w 3562849"/>
              <a:gd name="connsiteY11" fmla="*/ 994520 h 4444425"/>
              <a:gd name="connsiteX12" fmla="*/ 1929156 w 3562849"/>
              <a:gd name="connsiteY12" fmla="*/ 718688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167995 w 3562849"/>
              <a:gd name="connsiteY23" fmla="*/ 2863495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912 h 4444425"/>
              <a:gd name="connsiteX1" fmla="*/ 360 w 3562849"/>
              <a:gd name="connsiteY1" fmla="*/ 2854008 h 4444425"/>
              <a:gd name="connsiteX2" fmla="*/ 89033 w 3562849"/>
              <a:gd name="connsiteY2" fmla="*/ 2682682 h 4444425"/>
              <a:gd name="connsiteX3" fmla="*/ 246461 w 3562849"/>
              <a:gd name="connsiteY3" fmla="*/ 2551073 h 4444425"/>
              <a:gd name="connsiteX4" fmla="*/ 359740 w 3562849"/>
              <a:gd name="connsiteY4" fmla="*/ 2449686 h 4444425"/>
              <a:gd name="connsiteX5" fmla="*/ 531227 w 3562849"/>
              <a:gd name="connsiteY5" fmla="*/ 2347028 h 4444425"/>
              <a:gd name="connsiteX6" fmla="*/ 778234 w 3562849"/>
              <a:gd name="connsiteY6" fmla="*/ 2410376 h 4444425"/>
              <a:gd name="connsiteX7" fmla="*/ 960755 w 3562849"/>
              <a:gd name="connsiteY7" fmla="*/ 2326567 h 4444425"/>
              <a:gd name="connsiteX8" fmla="*/ 1046381 w 3562849"/>
              <a:gd name="connsiteY8" fmla="*/ 2083562 h 4444425"/>
              <a:gd name="connsiteX9" fmla="*/ 1036118 w 3562849"/>
              <a:gd name="connsiteY9" fmla="*/ 1619781 h 4444425"/>
              <a:gd name="connsiteX10" fmla="*/ 1225341 w 3562849"/>
              <a:gd name="connsiteY10" fmla="*/ 1351656 h 4444425"/>
              <a:gd name="connsiteX11" fmla="*/ 1617127 w 3562849"/>
              <a:gd name="connsiteY11" fmla="*/ 994520 h 4444425"/>
              <a:gd name="connsiteX12" fmla="*/ 1912660 w 3562849"/>
              <a:gd name="connsiteY12" fmla="*/ 630181 h 4444425"/>
              <a:gd name="connsiteX13" fmla="*/ 2241386 w 3562849"/>
              <a:gd name="connsiteY13" fmla="*/ 406268 h 4444425"/>
              <a:gd name="connsiteX14" fmla="*/ 2468305 w 3562849"/>
              <a:gd name="connsiteY14" fmla="*/ 561 h 4444425"/>
              <a:gd name="connsiteX15" fmla="*/ 2955571 w 3562849"/>
              <a:gd name="connsiteY15" fmla="*/ 318924 h 4444425"/>
              <a:gd name="connsiteX16" fmla="*/ 3153822 w 3562849"/>
              <a:gd name="connsiteY16" fmla="*/ 361864 h 4444425"/>
              <a:gd name="connsiteX17" fmla="*/ 3340377 w 3562849"/>
              <a:gd name="connsiteY17" fmla="*/ 560482 h 4444425"/>
              <a:gd name="connsiteX18" fmla="*/ 3562750 w 3562849"/>
              <a:gd name="connsiteY18" fmla="*/ 670054 h 4444425"/>
              <a:gd name="connsiteX19" fmla="*/ 3327141 w 3562849"/>
              <a:gd name="connsiteY19" fmla="*/ 1259328 h 4444425"/>
              <a:gd name="connsiteX20" fmla="*/ 3344762 w 3562849"/>
              <a:gd name="connsiteY20" fmla="*/ 1763009 h 4444425"/>
              <a:gd name="connsiteX21" fmla="*/ 3309805 w 3562849"/>
              <a:gd name="connsiteY21" fmla="*/ 2056760 h 4444425"/>
              <a:gd name="connsiteX22" fmla="*/ 3235129 w 3562849"/>
              <a:gd name="connsiteY22" fmla="*/ 2337272 h 4444425"/>
              <a:gd name="connsiteX23" fmla="*/ 3167995 w 3562849"/>
              <a:gd name="connsiteY23" fmla="*/ 2863495 h 4444425"/>
              <a:gd name="connsiteX24" fmla="*/ 2536736 w 3562849"/>
              <a:gd name="connsiteY24" fmla="*/ 3248037 h 4444425"/>
              <a:gd name="connsiteX25" fmla="*/ 2473367 w 3562849"/>
              <a:gd name="connsiteY25" fmla="*/ 3753959 h 4444425"/>
              <a:gd name="connsiteX26" fmla="*/ 2330221 w 3562849"/>
              <a:gd name="connsiteY26" fmla="*/ 4427925 h 4444425"/>
              <a:gd name="connsiteX27" fmla="*/ 1889158 w 3562849"/>
              <a:gd name="connsiteY27" fmla="*/ 4209417 h 4444425"/>
              <a:gd name="connsiteX28" fmla="*/ 1545577 w 3562849"/>
              <a:gd name="connsiteY28" fmla="*/ 3895235 h 4444425"/>
              <a:gd name="connsiteX29" fmla="*/ 1369182 w 3562849"/>
              <a:gd name="connsiteY29" fmla="*/ 3651531 h 4444425"/>
              <a:gd name="connsiteX30" fmla="*/ 1064572 w 3562849"/>
              <a:gd name="connsiteY30" fmla="*/ 3667724 h 4444425"/>
              <a:gd name="connsiteX31" fmla="*/ 717291 w 3562849"/>
              <a:gd name="connsiteY31" fmla="*/ 3648102 h 4444425"/>
              <a:gd name="connsiteX32" fmla="*/ 626136 w 3562849"/>
              <a:gd name="connsiteY32" fmla="*/ 3629624 h 4444425"/>
              <a:gd name="connsiteX33" fmla="*/ 365342 w 3562849"/>
              <a:gd name="connsiteY33" fmla="*/ 3467985 h 4444425"/>
              <a:gd name="connsiteX34" fmla="*/ 237612 w 3562849"/>
              <a:gd name="connsiteY34" fmla="*/ 3272912 h 4444425"/>
              <a:gd name="connsiteX0" fmla="*/ 237612 w 3562849"/>
              <a:gd name="connsiteY0" fmla="*/ 3272698 h 4444211"/>
              <a:gd name="connsiteX1" fmla="*/ 360 w 3562849"/>
              <a:gd name="connsiteY1" fmla="*/ 2853794 h 4444211"/>
              <a:gd name="connsiteX2" fmla="*/ 89033 w 3562849"/>
              <a:gd name="connsiteY2" fmla="*/ 2682468 h 4444211"/>
              <a:gd name="connsiteX3" fmla="*/ 246461 w 3562849"/>
              <a:gd name="connsiteY3" fmla="*/ 2550859 h 4444211"/>
              <a:gd name="connsiteX4" fmla="*/ 359740 w 3562849"/>
              <a:gd name="connsiteY4" fmla="*/ 2449472 h 4444211"/>
              <a:gd name="connsiteX5" fmla="*/ 531227 w 3562849"/>
              <a:gd name="connsiteY5" fmla="*/ 2346814 h 4444211"/>
              <a:gd name="connsiteX6" fmla="*/ 778234 w 3562849"/>
              <a:gd name="connsiteY6" fmla="*/ 2410162 h 4444211"/>
              <a:gd name="connsiteX7" fmla="*/ 960755 w 3562849"/>
              <a:gd name="connsiteY7" fmla="*/ 2326353 h 4444211"/>
              <a:gd name="connsiteX8" fmla="*/ 1046381 w 3562849"/>
              <a:gd name="connsiteY8" fmla="*/ 2083348 h 4444211"/>
              <a:gd name="connsiteX9" fmla="*/ 1036118 w 3562849"/>
              <a:gd name="connsiteY9" fmla="*/ 1619567 h 4444211"/>
              <a:gd name="connsiteX10" fmla="*/ 1225341 w 3562849"/>
              <a:gd name="connsiteY10" fmla="*/ 1351442 h 4444211"/>
              <a:gd name="connsiteX11" fmla="*/ 1617127 w 3562849"/>
              <a:gd name="connsiteY11" fmla="*/ 994306 h 4444211"/>
              <a:gd name="connsiteX12" fmla="*/ 1912660 w 3562849"/>
              <a:gd name="connsiteY12" fmla="*/ 629967 h 4444211"/>
              <a:gd name="connsiteX13" fmla="*/ 2225391 w 3562849"/>
              <a:gd name="connsiteY13" fmla="*/ 386555 h 4444211"/>
              <a:gd name="connsiteX14" fmla="*/ 2468305 w 3562849"/>
              <a:gd name="connsiteY14" fmla="*/ 347 h 4444211"/>
              <a:gd name="connsiteX15" fmla="*/ 2955571 w 3562849"/>
              <a:gd name="connsiteY15" fmla="*/ 318710 h 4444211"/>
              <a:gd name="connsiteX16" fmla="*/ 3153822 w 3562849"/>
              <a:gd name="connsiteY16" fmla="*/ 361650 h 4444211"/>
              <a:gd name="connsiteX17" fmla="*/ 3340377 w 3562849"/>
              <a:gd name="connsiteY17" fmla="*/ 560268 h 4444211"/>
              <a:gd name="connsiteX18" fmla="*/ 3562750 w 3562849"/>
              <a:gd name="connsiteY18" fmla="*/ 669840 h 4444211"/>
              <a:gd name="connsiteX19" fmla="*/ 3327141 w 3562849"/>
              <a:gd name="connsiteY19" fmla="*/ 1259114 h 4444211"/>
              <a:gd name="connsiteX20" fmla="*/ 3344762 w 3562849"/>
              <a:gd name="connsiteY20" fmla="*/ 1762795 h 4444211"/>
              <a:gd name="connsiteX21" fmla="*/ 3309805 w 3562849"/>
              <a:gd name="connsiteY21" fmla="*/ 2056546 h 4444211"/>
              <a:gd name="connsiteX22" fmla="*/ 3235129 w 3562849"/>
              <a:gd name="connsiteY22" fmla="*/ 2337058 h 4444211"/>
              <a:gd name="connsiteX23" fmla="*/ 3167995 w 3562849"/>
              <a:gd name="connsiteY23" fmla="*/ 2863281 h 4444211"/>
              <a:gd name="connsiteX24" fmla="*/ 2536736 w 3562849"/>
              <a:gd name="connsiteY24" fmla="*/ 3247823 h 4444211"/>
              <a:gd name="connsiteX25" fmla="*/ 2473367 w 3562849"/>
              <a:gd name="connsiteY25" fmla="*/ 3753745 h 4444211"/>
              <a:gd name="connsiteX26" fmla="*/ 2330221 w 3562849"/>
              <a:gd name="connsiteY26" fmla="*/ 4427711 h 4444211"/>
              <a:gd name="connsiteX27" fmla="*/ 1889158 w 3562849"/>
              <a:gd name="connsiteY27" fmla="*/ 4209203 h 4444211"/>
              <a:gd name="connsiteX28" fmla="*/ 1545577 w 3562849"/>
              <a:gd name="connsiteY28" fmla="*/ 3895021 h 4444211"/>
              <a:gd name="connsiteX29" fmla="*/ 1369182 w 3562849"/>
              <a:gd name="connsiteY29" fmla="*/ 3651317 h 4444211"/>
              <a:gd name="connsiteX30" fmla="*/ 1064572 w 3562849"/>
              <a:gd name="connsiteY30" fmla="*/ 3667510 h 4444211"/>
              <a:gd name="connsiteX31" fmla="*/ 717291 w 3562849"/>
              <a:gd name="connsiteY31" fmla="*/ 3647888 h 4444211"/>
              <a:gd name="connsiteX32" fmla="*/ 626136 w 3562849"/>
              <a:gd name="connsiteY32" fmla="*/ 3629410 h 4444211"/>
              <a:gd name="connsiteX33" fmla="*/ 365342 w 3562849"/>
              <a:gd name="connsiteY33" fmla="*/ 3467771 h 4444211"/>
              <a:gd name="connsiteX34" fmla="*/ 237612 w 3562849"/>
              <a:gd name="connsiteY34" fmla="*/ 3272698 h 4444211"/>
              <a:gd name="connsiteX0" fmla="*/ 237612 w 3562886"/>
              <a:gd name="connsiteY0" fmla="*/ 3272697 h 4444210"/>
              <a:gd name="connsiteX1" fmla="*/ 360 w 3562886"/>
              <a:gd name="connsiteY1" fmla="*/ 2853793 h 4444210"/>
              <a:gd name="connsiteX2" fmla="*/ 89033 w 3562886"/>
              <a:gd name="connsiteY2" fmla="*/ 2682467 h 4444210"/>
              <a:gd name="connsiteX3" fmla="*/ 246461 w 3562886"/>
              <a:gd name="connsiteY3" fmla="*/ 2550858 h 4444210"/>
              <a:gd name="connsiteX4" fmla="*/ 359740 w 3562886"/>
              <a:gd name="connsiteY4" fmla="*/ 2449471 h 4444210"/>
              <a:gd name="connsiteX5" fmla="*/ 531227 w 3562886"/>
              <a:gd name="connsiteY5" fmla="*/ 2346813 h 4444210"/>
              <a:gd name="connsiteX6" fmla="*/ 778234 w 3562886"/>
              <a:gd name="connsiteY6" fmla="*/ 2410161 h 4444210"/>
              <a:gd name="connsiteX7" fmla="*/ 960755 w 3562886"/>
              <a:gd name="connsiteY7" fmla="*/ 2326352 h 4444210"/>
              <a:gd name="connsiteX8" fmla="*/ 1046381 w 3562886"/>
              <a:gd name="connsiteY8" fmla="*/ 2083347 h 4444210"/>
              <a:gd name="connsiteX9" fmla="*/ 1036118 w 3562886"/>
              <a:gd name="connsiteY9" fmla="*/ 1619566 h 4444210"/>
              <a:gd name="connsiteX10" fmla="*/ 1225341 w 3562886"/>
              <a:gd name="connsiteY10" fmla="*/ 1351441 h 4444210"/>
              <a:gd name="connsiteX11" fmla="*/ 1617127 w 3562886"/>
              <a:gd name="connsiteY11" fmla="*/ 994305 h 4444210"/>
              <a:gd name="connsiteX12" fmla="*/ 1912660 w 3562886"/>
              <a:gd name="connsiteY12" fmla="*/ 629966 h 4444210"/>
              <a:gd name="connsiteX13" fmla="*/ 2225391 w 3562886"/>
              <a:gd name="connsiteY13" fmla="*/ 386554 h 4444210"/>
              <a:gd name="connsiteX14" fmla="*/ 2468305 w 3562886"/>
              <a:gd name="connsiteY14" fmla="*/ 346 h 4444210"/>
              <a:gd name="connsiteX15" fmla="*/ 2955571 w 3562886"/>
              <a:gd name="connsiteY15" fmla="*/ 318709 h 4444210"/>
              <a:gd name="connsiteX16" fmla="*/ 3153822 w 3562886"/>
              <a:gd name="connsiteY16" fmla="*/ 361649 h 4444210"/>
              <a:gd name="connsiteX17" fmla="*/ 3340377 w 3562886"/>
              <a:gd name="connsiteY17" fmla="*/ 560267 h 4444210"/>
              <a:gd name="connsiteX18" fmla="*/ 3562750 w 3562886"/>
              <a:gd name="connsiteY18" fmla="*/ 669839 h 4444210"/>
              <a:gd name="connsiteX19" fmla="*/ 3392865 w 3562886"/>
              <a:gd name="connsiteY19" fmla="*/ 1213844 h 4444210"/>
              <a:gd name="connsiteX20" fmla="*/ 3344762 w 3562886"/>
              <a:gd name="connsiteY20" fmla="*/ 1762794 h 4444210"/>
              <a:gd name="connsiteX21" fmla="*/ 3309805 w 3562886"/>
              <a:gd name="connsiteY21" fmla="*/ 2056545 h 4444210"/>
              <a:gd name="connsiteX22" fmla="*/ 3235129 w 3562886"/>
              <a:gd name="connsiteY22" fmla="*/ 2337057 h 4444210"/>
              <a:gd name="connsiteX23" fmla="*/ 3167995 w 3562886"/>
              <a:gd name="connsiteY23" fmla="*/ 2863280 h 4444210"/>
              <a:gd name="connsiteX24" fmla="*/ 2536736 w 3562886"/>
              <a:gd name="connsiteY24" fmla="*/ 3247822 h 4444210"/>
              <a:gd name="connsiteX25" fmla="*/ 2473367 w 3562886"/>
              <a:gd name="connsiteY25" fmla="*/ 3753744 h 4444210"/>
              <a:gd name="connsiteX26" fmla="*/ 2330221 w 3562886"/>
              <a:gd name="connsiteY26" fmla="*/ 4427710 h 4444210"/>
              <a:gd name="connsiteX27" fmla="*/ 1889158 w 3562886"/>
              <a:gd name="connsiteY27" fmla="*/ 4209202 h 4444210"/>
              <a:gd name="connsiteX28" fmla="*/ 1545577 w 3562886"/>
              <a:gd name="connsiteY28" fmla="*/ 3895020 h 4444210"/>
              <a:gd name="connsiteX29" fmla="*/ 1369182 w 3562886"/>
              <a:gd name="connsiteY29" fmla="*/ 3651316 h 4444210"/>
              <a:gd name="connsiteX30" fmla="*/ 1064572 w 3562886"/>
              <a:gd name="connsiteY30" fmla="*/ 3667509 h 4444210"/>
              <a:gd name="connsiteX31" fmla="*/ 717291 w 3562886"/>
              <a:gd name="connsiteY31" fmla="*/ 3647887 h 4444210"/>
              <a:gd name="connsiteX32" fmla="*/ 626136 w 3562886"/>
              <a:gd name="connsiteY32" fmla="*/ 3629409 h 4444210"/>
              <a:gd name="connsiteX33" fmla="*/ 365342 w 3562886"/>
              <a:gd name="connsiteY33" fmla="*/ 3467770 h 4444210"/>
              <a:gd name="connsiteX34" fmla="*/ 237612 w 3562886"/>
              <a:gd name="connsiteY34" fmla="*/ 3272697 h 4444210"/>
              <a:gd name="connsiteX0" fmla="*/ 237612 w 3614932"/>
              <a:gd name="connsiteY0" fmla="*/ 3272697 h 4444210"/>
              <a:gd name="connsiteX1" fmla="*/ 360 w 3614932"/>
              <a:gd name="connsiteY1" fmla="*/ 2853793 h 4444210"/>
              <a:gd name="connsiteX2" fmla="*/ 89033 w 3614932"/>
              <a:gd name="connsiteY2" fmla="*/ 2682467 h 4444210"/>
              <a:gd name="connsiteX3" fmla="*/ 246461 w 3614932"/>
              <a:gd name="connsiteY3" fmla="*/ 2550858 h 4444210"/>
              <a:gd name="connsiteX4" fmla="*/ 359740 w 3614932"/>
              <a:gd name="connsiteY4" fmla="*/ 2449471 h 4444210"/>
              <a:gd name="connsiteX5" fmla="*/ 531227 w 3614932"/>
              <a:gd name="connsiteY5" fmla="*/ 2346813 h 4444210"/>
              <a:gd name="connsiteX6" fmla="*/ 778234 w 3614932"/>
              <a:gd name="connsiteY6" fmla="*/ 2410161 h 4444210"/>
              <a:gd name="connsiteX7" fmla="*/ 960755 w 3614932"/>
              <a:gd name="connsiteY7" fmla="*/ 2326352 h 4444210"/>
              <a:gd name="connsiteX8" fmla="*/ 1046381 w 3614932"/>
              <a:gd name="connsiteY8" fmla="*/ 2083347 h 4444210"/>
              <a:gd name="connsiteX9" fmla="*/ 1036118 w 3614932"/>
              <a:gd name="connsiteY9" fmla="*/ 1619566 h 4444210"/>
              <a:gd name="connsiteX10" fmla="*/ 1225341 w 3614932"/>
              <a:gd name="connsiteY10" fmla="*/ 1351441 h 4444210"/>
              <a:gd name="connsiteX11" fmla="*/ 1617127 w 3614932"/>
              <a:gd name="connsiteY11" fmla="*/ 994305 h 4444210"/>
              <a:gd name="connsiteX12" fmla="*/ 1912660 w 3614932"/>
              <a:gd name="connsiteY12" fmla="*/ 629966 h 4444210"/>
              <a:gd name="connsiteX13" fmla="*/ 2225391 w 3614932"/>
              <a:gd name="connsiteY13" fmla="*/ 386554 h 4444210"/>
              <a:gd name="connsiteX14" fmla="*/ 2468305 w 3614932"/>
              <a:gd name="connsiteY14" fmla="*/ 346 h 4444210"/>
              <a:gd name="connsiteX15" fmla="*/ 2955571 w 3614932"/>
              <a:gd name="connsiteY15" fmla="*/ 318709 h 4444210"/>
              <a:gd name="connsiteX16" fmla="*/ 3153822 w 3614932"/>
              <a:gd name="connsiteY16" fmla="*/ 361649 h 4444210"/>
              <a:gd name="connsiteX17" fmla="*/ 3340377 w 3614932"/>
              <a:gd name="connsiteY17" fmla="*/ 560267 h 4444210"/>
              <a:gd name="connsiteX18" fmla="*/ 3614827 w 3614932"/>
              <a:gd name="connsiteY18" fmla="*/ 665564 h 4444210"/>
              <a:gd name="connsiteX19" fmla="*/ 3392865 w 3614932"/>
              <a:gd name="connsiteY19" fmla="*/ 1213844 h 4444210"/>
              <a:gd name="connsiteX20" fmla="*/ 3344762 w 3614932"/>
              <a:gd name="connsiteY20" fmla="*/ 1762794 h 4444210"/>
              <a:gd name="connsiteX21" fmla="*/ 3309805 w 3614932"/>
              <a:gd name="connsiteY21" fmla="*/ 2056545 h 4444210"/>
              <a:gd name="connsiteX22" fmla="*/ 3235129 w 3614932"/>
              <a:gd name="connsiteY22" fmla="*/ 2337057 h 4444210"/>
              <a:gd name="connsiteX23" fmla="*/ 3167995 w 3614932"/>
              <a:gd name="connsiteY23" fmla="*/ 2863280 h 4444210"/>
              <a:gd name="connsiteX24" fmla="*/ 2536736 w 3614932"/>
              <a:gd name="connsiteY24" fmla="*/ 3247822 h 4444210"/>
              <a:gd name="connsiteX25" fmla="*/ 2473367 w 3614932"/>
              <a:gd name="connsiteY25" fmla="*/ 3753744 h 4444210"/>
              <a:gd name="connsiteX26" fmla="*/ 2330221 w 3614932"/>
              <a:gd name="connsiteY26" fmla="*/ 4427710 h 4444210"/>
              <a:gd name="connsiteX27" fmla="*/ 1889158 w 3614932"/>
              <a:gd name="connsiteY27" fmla="*/ 4209202 h 4444210"/>
              <a:gd name="connsiteX28" fmla="*/ 1545577 w 3614932"/>
              <a:gd name="connsiteY28" fmla="*/ 3895020 h 4444210"/>
              <a:gd name="connsiteX29" fmla="*/ 1369182 w 3614932"/>
              <a:gd name="connsiteY29" fmla="*/ 3651316 h 4444210"/>
              <a:gd name="connsiteX30" fmla="*/ 1064572 w 3614932"/>
              <a:gd name="connsiteY30" fmla="*/ 3667509 h 4444210"/>
              <a:gd name="connsiteX31" fmla="*/ 717291 w 3614932"/>
              <a:gd name="connsiteY31" fmla="*/ 3647887 h 4444210"/>
              <a:gd name="connsiteX32" fmla="*/ 626136 w 3614932"/>
              <a:gd name="connsiteY32" fmla="*/ 3629409 h 4444210"/>
              <a:gd name="connsiteX33" fmla="*/ 365342 w 3614932"/>
              <a:gd name="connsiteY33" fmla="*/ 3467770 h 4444210"/>
              <a:gd name="connsiteX34" fmla="*/ 237612 w 3614932"/>
              <a:gd name="connsiteY34" fmla="*/ 3272697 h 4444210"/>
              <a:gd name="connsiteX0" fmla="*/ 237612 w 3614932"/>
              <a:gd name="connsiteY0" fmla="*/ 3274222 h 4445735"/>
              <a:gd name="connsiteX1" fmla="*/ 360 w 3614932"/>
              <a:gd name="connsiteY1" fmla="*/ 2855318 h 4445735"/>
              <a:gd name="connsiteX2" fmla="*/ 89033 w 3614932"/>
              <a:gd name="connsiteY2" fmla="*/ 2683992 h 4445735"/>
              <a:gd name="connsiteX3" fmla="*/ 246461 w 3614932"/>
              <a:gd name="connsiteY3" fmla="*/ 2552383 h 4445735"/>
              <a:gd name="connsiteX4" fmla="*/ 359740 w 3614932"/>
              <a:gd name="connsiteY4" fmla="*/ 2450996 h 4445735"/>
              <a:gd name="connsiteX5" fmla="*/ 531227 w 3614932"/>
              <a:gd name="connsiteY5" fmla="*/ 2348338 h 4445735"/>
              <a:gd name="connsiteX6" fmla="*/ 778234 w 3614932"/>
              <a:gd name="connsiteY6" fmla="*/ 2411686 h 4445735"/>
              <a:gd name="connsiteX7" fmla="*/ 960755 w 3614932"/>
              <a:gd name="connsiteY7" fmla="*/ 2327877 h 4445735"/>
              <a:gd name="connsiteX8" fmla="*/ 1046381 w 3614932"/>
              <a:gd name="connsiteY8" fmla="*/ 2084872 h 4445735"/>
              <a:gd name="connsiteX9" fmla="*/ 1036118 w 3614932"/>
              <a:gd name="connsiteY9" fmla="*/ 1621091 h 4445735"/>
              <a:gd name="connsiteX10" fmla="*/ 1225341 w 3614932"/>
              <a:gd name="connsiteY10" fmla="*/ 1352966 h 4445735"/>
              <a:gd name="connsiteX11" fmla="*/ 1617127 w 3614932"/>
              <a:gd name="connsiteY11" fmla="*/ 995830 h 4445735"/>
              <a:gd name="connsiteX12" fmla="*/ 1912660 w 3614932"/>
              <a:gd name="connsiteY12" fmla="*/ 631491 h 4445735"/>
              <a:gd name="connsiteX13" fmla="*/ 2225391 w 3614932"/>
              <a:gd name="connsiteY13" fmla="*/ 388079 h 4445735"/>
              <a:gd name="connsiteX14" fmla="*/ 2468305 w 3614932"/>
              <a:gd name="connsiteY14" fmla="*/ 1871 h 4445735"/>
              <a:gd name="connsiteX15" fmla="*/ 2846754 w 3614932"/>
              <a:gd name="connsiteY15" fmla="*/ 246048 h 4445735"/>
              <a:gd name="connsiteX16" fmla="*/ 3153822 w 3614932"/>
              <a:gd name="connsiteY16" fmla="*/ 363174 h 4445735"/>
              <a:gd name="connsiteX17" fmla="*/ 3340377 w 3614932"/>
              <a:gd name="connsiteY17" fmla="*/ 561792 h 4445735"/>
              <a:gd name="connsiteX18" fmla="*/ 3614827 w 3614932"/>
              <a:gd name="connsiteY18" fmla="*/ 667089 h 4445735"/>
              <a:gd name="connsiteX19" fmla="*/ 3392865 w 3614932"/>
              <a:gd name="connsiteY19" fmla="*/ 1215369 h 4445735"/>
              <a:gd name="connsiteX20" fmla="*/ 3344762 w 3614932"/>
              <a:gd name="connsiteY20" fmla="*/ 1764319 h 4445735"/>
              <a:gd name="connsiteX21" fmla="*/ 3309805 w 3614932"/>
              <a:gd name="connsiteY21" fmla="*/ 2058070 h 4445735"/>
              <a:gd name="connsiteX22" fmla="*/ 3235129 w 3614932"/>
              <a:gd name="connsiteY22" fmla="*/ 2338582 h 4445735"/>
              <a:gd name="connsiteX23" fmla="*/ 3167995 w 3614932"/>
              <a:gd name="connsiteY23" fmla="*/ 2864805 h 4445735"/>
              <a:gd name="connsiteX24" fmla="*/ 2536736 w 3614932"/>
              <a:gd name="connsiteY24" fmla="*/ 3249347 h 4445735"/>
              <a:gd name="connsiteX25" fmla="*/ 2473367 w 3614932"/>
              <a:gd name="connsiteY25" fmla="*/ 3755269 h 4445735"/>
              <a:gd name="connsiteX26" fmla="*/ 2330221 w 3614932"/>
              <a:gd name="connsiteY26" fmla="*/ 4429235 h 4445735"/>
              <a:gd name="connsiteX27" fmla="*/ 1889158 w 3614932"/>
              <a:gd name="connsiteY27" fmla="*/ 4210727 h 4445735"/>
              <a:gd name="connsiteX28" fmla="*/ 1545577 w 3614932"/>
              <a:gd name="connsiteY28" fmla="*/ 3896545 h 4445735"/>
              <a:gd name="connsiteX29" fmla="*/ 1369182 w 3614932"/>
              <a:gd name="connsiteY29" fmla="*/ 3652841 h 4445735"/>
              <a:gd name="connsiteX30" fmla="*/ 1064572 w 3614932"/>
              <a:gd name="connsiteY30" fmla="*/ 3669034 h 4445735"/>
              <a:gd name="connsiteX31" fmla="*/ 717291 w 3614932"/>
              <a:gd name="connsiteY31" fmla="*/ 3649412 h 4445735"/>
              <a:gd name="connsiteX32" fmla="*/ 626136 w 3614932"/>
              <a:gd name="connsiteY32" fmla="*/ 3630934 h 4445735"/>
              <a:gd name="connsiteX33" fmla="*/ 365342 w 3614932"/>
              <a:gd name="connsiteY33" fmla="*/ 3469295 h 4445735"/>
              <a:gd name="connsiteX34" fmla="*/ 237612 w 3614932"/>
              <a:gd name="connsiteY34" fmla="*/ 3274222 h 4445735"/>
              <a:gd name="connsiteX0" fmla="*/ 237612 w 3614932"/>
              <a:gd name="connsiteY0" fmla="*/ 3272456 h 4443969"/>
              <a:gd name="connsiteX1" fmla="*/ 360 w 3614932"/>
              <a:gd name="connsiteY1" fmla="*/ 2853552 h 4443969"/>
              <a:gd name="connsiteX2" fmla="*/ 89033 w 3614932"/>
              <a:gd name="connsiteY2" fmla="*/ 2682226 h 4443969"/>
              <a:gd name="connsiteX3" fmla="*/ 246461 w 3614932"/>
              <a:gd name="connsiteY3" fmla="*/ 2550617 h 4443969"/>
              <a:gd name="connsiteX4" fmla="*/ 359740 w 3614932"/>
              <a:gd name="connsiteY4" fmla="*/ 2449230 h 4443969"/>
              <a:gd name="connsiteX5" fmla="*/ 531227 w 3614932"/>
              <a:gd name="connsiteY5" fmla="*/ 2346572 h 4443969"/>
              <a:gd name="connsiteX6" fmla="*/ 778234 w 3614932"/>
              <a:gd name="connsiteY6" fmla="*/ 2409920 h 4443969"/>
              <a:gd name="connsiteX7" fmla="*/ 960755 w 3614932"/>
              <a:gd name="connsiteY7" fmla="*/ 2326111 h 4443969"/>
              <a:gd name="connsiteX8" fmla="*/ 1046381 w 3614932"/>
              <a:gd name="connsiteY8" fmla="*/ 2083106 h 4443969"/>
              <a:gd name="connsiteX9" fmla="*/ 1036118 w 3614932"/>
              <a:gd name="connsiteY9" fmla="*/ 1619325 h 4443969"/>
              <a:gd name="connsiteX10" fmla="*/ 1225341 w 3614932"/>
              <a:gd name="connsiteY10" fmla="*/ 1351200 h 4443969"/>
              <a:gd name="connsiteX11" fmla="*/ 1617127 w 3614932"/>
              <a:gd name="connsiteY11" fmla="*/ 994064 h 4443969"/>
              <a:gd name="connsiteX12" fmla="*/ 1912660 w 3614932"/>
              <a:gd name="connsiteY12" fmla="*/ 629725 h 4443969"/>
              <a:gd name="connsiteX13" fmla="*/ 2176833 w 3614932"/>
              <a:gd name="connsiteY13" fmla="*/ 275605 h 4443969"/>
              <a:gd name="connsiteX14" fmla="*/ 2468305 w 3614932"/>
              <a:gd name="connsiteY14" fmla="*/ 105 h 4443969"/>
              <a:gd name="connsiteX15" fmla="*/ 2846754 w 3614932"/>
              <a:gd name="connsiteY15" fmla="*/ 244282 h 4443969"/>
              <a:gd name="connsiteX16" fmla="*/ 3153822 w 3614932"/>
              <a:gd name="connsiteY16" fmla="*/ 361408 h 4443969"/>
              <a:gd name="connsiteX17" fmla="*/ 3340377 w 3614932"/>
              <a:gd name="connsiteY17" fmla="*/ 560026 h 4443969"/>
              <a:gd name="connsiteX18" fmla="*/ 3614827 w 3614932"/>
              <a:gd name="connsiteY18" fmla="*/ 665323 h 4443969"/>
              <a:gd name="connsiteX19" fmla="*/ 3392865 w 3614932"/>
              <a:gd name="connsiteY19" fmla="*/ 1213603 h 4443969"/>
              <a:gd name="connsiteX20" fmla="*/ 3344762 w 3614932"/>
              <a:gd name="connsiteY20" fmla="*/ 1762553 h 4443969"/>
              <a:gd name="connsiteX21" fmla="*/ 3309805 w 3614932"/>
              <a:gd name="connsiteY21" fmla="*/ 2056304 h 4443969"/>
              <a:gd name="connsiteX22" fmla="*/ 3235129 w 3614932"/>
              <a:gd name="connsiteY22" fmla="*/ 2336816 h 4443969"/>
              <a:gd name="connsiteX23" fmla="*/ 3167995 w 3614932"/>
              <a:gd name="connsiteY23" fmla="*/ 2863039 h 4443969"/>
              <a:gd name="connsiteX24" fmla="*/ 2536736 w 3614932"/>
              <a:gd name="connsiteY24" fmla="*/ 3247581 h 4443969"/>
              <a:gd name="connsiteX25" fmla="*/ 2473367 w 3614932"/>
              <a:gd name="connsiteY25" fmla="*/ 3753503 h 4443969"/>
              <a:gd name="connsiteX26" fmla="*/ 2330221 w 3614932"/>
              <a:gd name="connsiteY26" fmla="*/ 4427469 h 4443969"/>
              <a:gd name="connsiteX27" fmla="*/ 1889158 w 3614932"/>
              <a:gd name="connsiteY27" fmla="*/ 4208961 h 4443969"/>
              <a:gd name="connsiteX28" fmla="*/ 1545577 w 3614932"/>
              <a:gd name="connsiteY28" fmla="*/ 3894779 h 4443969"/>
              <a:gd name="connsiteX29" fmla="*/ 1369182 w 3614932"/>
              <a:gd name="connsiteY29" fmla="*/ 3651075 h 4443969"/>
              <a:gd name="connsiteX30" fmla="*/ 1064572 w 3614932"/>
              <a:gd name="connsiteY30" fmla="*/ 3667268 h 4443969"/>
              <a:gd name="connsiteX31" fmla="*/ 717291 w 3614932"/>
              <a:gd name="connsiteY31" fmla="*/ 3647646 h 4443969"/>
              <a:gd name="connsiteX32" fmla="*/ 626136 w 3614932"/>
              <a:gd name="connsiteY32" fmla="*/ 3629168 h 4443969"/>
              <a:gd name="connsiteX33" fmla="*/ 365342 w 3614932"/>
              <a:gd name="connsiteY33" fmla="*/ 3467529 h 4443969"/>
              <a:gd name="connsiteX34" fmla="*/ 237612 w 3614932"/>
              <a:gd name="connsiteY34" fmla="*/ 3272456 h 4443969"/>
              <a:gd name="connsiteX0" fmla="*/ 237612 w 3614932"/>
              <a:gd name="connsiteY0" fmla="*/ 3272456 h 4443969"/>
              <a:gd name="connsiteX1" fmla="*/ 360 w 3614932"/>
              <a:gd name="connsiteY1" fmla="*/ 2853552 h 4443969"/>
              <a:gd name="connsiteX2" fmla="*/ 89033 w 3614932"/>
              <a:gd name="connsiteY2" fmla="*/ 2682226 h 4443969"/>
              <a:gd name="connsiteX3" fmla="*/ 246461 w 3614932"/>
              <a:gd name="connsiteY3" fmla="*/ 2550617 h 4443969"/>
              <a:gd name="connsiteX4" fmla="*/ 359740 w 3614932"/>
              <a:gd name="connsiteY4" fmla="*/ 2449230 h 4443969"/>
              <a:gd name="connsiteX5" fmla="*/ 531227 w 3614932"/>
              <a:gd name="connsiteY5" fmla="*/ 2346572 h 4443969"/>
              <a:gd name="connsiteX6" fmla="*/ 778234 w 3614932"/>
              <a:gd name="connsiteY6" fmla="*/ 2409920 h 4443969"/>
              <a:gd name="connsiteX7" fmla="*/ 960755 w 3614932"/>
              <a:gd name="connsiteY7" fmla="*/ 2326111 h 4443969"/>
              <a:gd name="connsiteX8" fmla="*/ 1046381 w 3614932"/>
              <a:gd name="connsiteY8" fmla="*/ 2083106 h 4443969"/>
              <a:gd name="connsiteX9" fmla="*/ 1036118 w 3614932"/>
              <a:gd name="connsiteY9" fmla="*/ 1619325 h 4443969"/>
              <a:gd name="connsiteX10" fmla="*/ 1225341 w 3614932"/>
              <a:gd name="connsiteY10" fmla="*/ 1351200 h 4443969"/>
              <a:gd name="connsiteX11" fmla="*/ 1617127 w 3614932"/>
              <a:gd name="connsiteY11" fmla="*/ 994064 h 4443969"/>
              <a:gd name="connsiteX12" fmla="*/ 1912660 w 3614932"/>
              <a:gd name="connsiteY12" fmla="*/ 629725 h 4443969"/>
              <a:gd name="connsiteX13" fmla="*/ 2176833 w 3614932"/>
              <a:gd name="connsiteY13" fmla="*/ 275605 h 4443969"/>
              <a:gd name="connsiteX14" fmla="*/ 2468305 w 3614932"/>
              <a:gd name="connsiteY14" fmla="*/ 105 h 4443969"/>
              <a:gd name="connsiteX15" fmla="*/ 2846754 w 3614932"/>
              <a:gd name="connsiteY15" fmla="*/ 244282 h 4443969"/>
              <a:gd name="connsiteX16" fmla="*/ 3153822 w 3614932"/>
              <a:gd name="connsiteY16" fmla="*/ 361408 h 4443969"/>
              <a:gd name="connsiteX17" fmla="*/ 3340377 w 3614932"/>
              <a:gd name="connsiteY17" fmla="*/ 560026 h 4443969"/>
              <a:gd name="connsiteX18" fmla="*/ 3614827 w 3614932"/>
              <a:gd name="connsiteY18" fmla="*/ 665323 h 4443969"/>
              <a:gd name="connsiteX19" fmla="*/ 3392865 w 3614932"/>
              <a:gd name="connsiteY19" fmla="*/ 1213603 h 4443969"/>
              <a:gd name="connsiteX20" fmla="*/ 3344762 w 3614932"/>
              <a:gd name="connsiteY20" fmla="*/ 1762553 h 4443969"/>
              <a:gd name="connsiteX21" fmla="*/ 3309805 w 3614932"/>
              <a:gd name="connsiteY21" fmla="*/ 2056304 h 4443969"/>
              <a:gd name="connsiteX22" fmla="*/ 3235129 w 3614932"/>
              <a:gd name="connsiteY22" fmla="*/ 2336816 h 4443969"/>
              <a:gd name="connsiteX23" fmla="*/ 3167995 w 3614932"/>
              <a:gd name="connsiteY23" fmla="*/ 2863039 h 4443969"/>
              <a:gd name="connsiteX24" fmla="*/ 2564777 w 3614932"/>
              <a:gd name="connsiteY24" fmla="*/ 3315757 h 4443969"/>
              <a:gd name="connsiteX25" fmla="*/ 2473367 w 3614932"/>
              <a:gd name="connsiteY25" fmla="*/ 3753503 h 4443969"/>
              <a:gd name="connsiteX26" fmla="*/ 2330221 w 3614932"/>
              <a:gd name="connsiteY26" fmla="*/ 4427469 h 4443969"/>
              <a:gd name="connsiteX27" fmla="*/ 1889158 w 3614932"/>
              <a:gd name="connsiteY27" fmla="*/ 4208961 h 4443969"/>
              <a:gd name="connsiteX28" fmla="*/ 1545577 w 3614932"/>
              <a:gd name="connsiteY28" fmla="*/ 3894779 h 4443969"/>
              <a:gd name="connsiteX29" fmla="*/ 1369182 w 3614932"/>
              <a:gd name="connsiteY29" fmla="*/ 3651075 h 4443969"/>
              <a:gd name="connsiteX30" fmla="*/ 1064572 w 3614932"/>
              <a:gd name="connsiteY30" fmla="*/ 3667268 h 4443969"/>
              <a:gd name="connsiteX31" fmla="*/ 717291 w 3614932"/>
              <a:gd name="connsiteY31" fmla="*/ 3647646 h 4443969"/>
              <a:gd name="connsiteX32" fmla="*/ 626136 w 3614932"/>
              <a:gd name="connsiteY32" fmla="*/ 3629168 h 4443969"/>
              <a:gd name="connsiteX33" fmla="*/ 365342 w 3614932"/>
              <a:gd name="connsiteY33" fmla="*/ 3467529 h 4443969"/>
              <a:gd name="connsiteX34" fmla="*/ 237612 w 3614932"/>
              <a:gd name="connsiteY34" fmla="*/ 3272456 h 4443969"/>
              <a:gd name="connsiteX0" fmla="*/ 237612 w 3614932"/>
              <a:gd name="connsiteY0" fmla="*/ 3272456 h 4443969"/>
              <a:gd name="connsiteX1" fmla="*/ 360 w 3614932"/>
              <a:gd name="connsiteY1" fmla="*/ 2853552 h 4443969"/>
              <a:gd name="connsiteX2" fmla="*/ 89033 w 3614932"/>
              <a:gd name="connsiteY2" fmla="*/ 2682226 h 4443969"/>
              <a:gd name="connsiteX3" fmla="*/ 246461 w 3614932"/>
              <a:gd name="connsiteY3" fmla="*/ 2550617 h 4443969"/>
              <a:gd name="connsiteX4" fmla="*/ 359740 w 3614932"/>
              <a:gd name="connsiteY4" fmla="*/ 2449230 h 4443969"/>
              <a:gd name="connsiteX5" fmla="*/ 531227 w 3614932"/>
              <a:gd name="connsiteY5" fmla="*/ 2346572 h 4443969"/>
              <a:gd name="connsiteX6" fmla="*/ 778234 w 3614932"/>
              <a:gd name="connsiteY6" fmla="*/ 2409920 h 4443969"/>
              <a:gd name="connsiteX7" fmla="*/ 960755 w 3614932"/>
              <a:gd name="connsiteY7" fmla="*/ 2326111 h 4443969"/>
              <a:gd name="connsiteX8" fmla="*/ 1046381 w 3614932"/>
              <a:gd name="connsiteY8" fmla="*/ 2083106 h 4443969"/>
              <a:gd name="connsiteX9" fmla="*/ 1036118 w 3614932"/>
              <a:gd name="connsiteY9" fmla="*/ 1619325 h 4443969"/>
              <a:gd name="connsiteX10" fmla="*/ 1225341 w 3614932"/>
              <a:gd name="connsiteY10" fmla="*/ 1351200 h 4443969"/>
              <a:gd name="connsiteX11" fmla="*/ 1617127 w 3614932"/>
              <a:gd name="connsiteY11" fmla="*/ 994064 h 4443969"/>
              <a:gd name="connsiteX12" fmla="*/ 1912660 w 3614932"/>
              <a:gd name="connsiteY12" fmla="*/ 629725 h 4443969"/>
              <a:gd name="connsiteX13" fmla="*/ 2176833 w 3614932"/>
              <a:gd name="connsiteY13" fmla="*/ 275605 h 4443969"/>
              <a:gd name="connsiteX14" fmla="*/ 2468305 w 3614932"/>
              <a:gd name="connsiteY14" fmla="*/ 105 h 4443969"/>
              <a:gd name="connsiteX15" fmla="*/ 2846754 w 3614932"/>
              <a:gd name="connsiteY15" fmla="*/ 244282 h 4443969"/>
              <a:gd name="connsiteX16" fmla="*/ 3153822 w 3614932"/>
              <a:gd name="connsiteY16" fmla="*/ 361408 h 4443969"/>
              <a:gd name="connsiteX17" fmla="*/ 3340377 w 3614932"/>
              <a:gd name="connsiteY17" fmla="*/ 560026 h 4443969"/>
              <a:gd name="connsiteX18" fmla="*/ 3614827 w 3614932"/>
              <a:gd name="connsiteY18" fmla="*/ 665323 h 4443969"/>
              <a:gd name="connsiteX19" fmla="*/ 3392865 w 3614932"/>
              <a:gd name="connsiteY19" fmla="*/ 1213603 h 4443969"/>
              <a:gd name="connsiteX20" fmla="*/ 3344762 w 3614932"/>
              <a:gd name="connsiteY20" fmla="*/ 1762553 h 4443969"/>
              <a:gd name="connsiteX21" fmla="*/ 3309805 w 3614932"/>
              <a:gd name="connsiteY21" fmla="*/ 2056304 h 4443969"/>
              <a:gd name="connsiteX22" fmla="*/ 3235129 w 3614932"/>
              <a:gd name="connsiteY22" fmla="*/ 2336816 h 4443969"/>
              <a:gd name="connsiteX23" fmla="*/ 3167995 w 3614932"/>
              <a:gd name="connsiteY23" fmla="*/ 2863039 h 4443969"/>
              <a:gd name="connsiteX24" fmla="*/ 2564777 w 3614932"/>
              <a:gd name="connsiteY24" fmla="*/ 3315757 h 4443969"/>
              <a:gd name="connsiteX25" fmla="*/ 2473367 w 3614932"/>
              <a:gd name="connsiteY25" fmla="*/ 3753503 h 4443969"/>
              <a:gd name="connsiteX26" fmla="*/ 2330221 w 3614932"/>
              <a:gd name="connsiteY26" fmla="*/ 4427469 h 4443969"/>
              <a:gd name="connsiteX27" fmla="*/ 1889158 w 3614932"/>
              <a:gd name="connsiteY27" fmla="*/ 4208961 h 4443969"/>
              <a:gd name="connsiteX28" fmla="*/ 1545577 w 3614932"/>
              <a:gd name="connsiteY28" fmla="*/ 3894779 h 4443969"/>
              <a:gd name="connsiteX29" fmla="*/ 1381951 w 3614932"/>
              <a:gd name="connsiteY29" fmla="*/ 3718362 h 4443969"/>
              <a:gd name="connsiteX30" fmla="*/ 1064572 w 3614932"/>
              <a:gd name="connsiteY30" fmla="*/ 3667268 h 4443969"/>
              <a:gd name="connsiteX31" fmla="*/ 717291 w 3614932"/>
              <a:gd name="connsiteY31" fmla="*/ 3647646 h 4443969"/>
              <a:gd name="connsiteX32" fmla="*/ 626136 w 3614932"/>
              <a:gd name="connsiteY32" fmla="*/ 3629168 h 4443969"/>
              <a:gd name="connsiteX33" fmla="*/ 365342 w 3614932"/>
              <a:gd name="connsiteY33" fmla="*/ 3467529 h 4443969"/>
              <a:gd name="connsiteX34" fmla="*/ 237612 w 3614932"/>
              <a:gd name="connsiteY34" fmla="*/ 3272456 h 4443969"/>
              <a:gd name="connsiteX0" fmla="*/ 237612 w 3614932"/>
              <a:gd name="connsiteY0" fmla="*/ 3272456 h 4443969"/>
              <a:gd name="connsiteX1" fmla="*/ 360 w 3614932"/>
              <a:gd name="connsiteY1" fmla="*/ 2853552 h 4443969"/>
              <a:gd name="connsiteX2" fmla="*/ 89033 w 3614932"/>
              <a:gd name="connsiteY2" fmla="*/ 2682226 h 4443969"/>
              <a:gd name="connsiteX3" fmla="*/ 246461 w 3614932"/>
              <a:gd name="connsiteY3" fmla="*/ 2550617 h 4443969"/>
              <a:gd name="connsiteX4" fmla="*/ 359740 w 3614932"/>
              <a:gd name="connsiteY4" fmla="*/ 2449230 h 4443969"/>
              <a:gd name="connsiteX5" fmla="*/ 531227 w 3614932"/>
              <a:gd name="connsiteY5" fmla="*/ 2346572 h 4443969"/>
              <a:gd name="connsiteX6" fmla="*/ 778234 w 3614932"/>
              <a:gd name="connsiteY6" fmla="*/ 2409920 h 4443969"/>
              <a:gd name="connsiteX7" fmla="*/ 960755 w 3614932"/>
              <a:gd name="connsiteY7" fmla="*/ 2326111 h 4443969"/>
              <a:gd name="connsiteX8" fmla="*/ 1046381 w 3614932"/>
              <a:gd name="connsiteY8" fmla="*/ 2083106 h 4443969"/>
              <a:gd name="connsiteX9" fmla="*/ 1036118 w 3614932"/>
              <a:gd name="connsiteY9" fmla="*/ 1619325 h 4443969"/>
              <a:gd name="connsiteX10" fmla="*/ 1225341 w 3614932"/>
              <a:gd name="connsiteY10" fmla="*/ 1351200 h 4443969"/>
              <a:gd name="connsiteX11" fmla="*/ 1617127 w 3614932"/>
              <a:gd name="connsiteY11" fmla="*/ 994064 h 4443969"/>
              <a:gd name="connsiteX12" fmla="*/ 1912660 w 3614932"/>
              <a:gd name="connsiteY12" fmla="*/ 629725 h 4443969"/>
              <a:gd name="connsiteX13" fmla="*/ 2176833 w 3614932"/>
              <a:gd name="connsiteY13" fmla="*/ 275605 h 4443969"/>
              <a:gd name="connsiteX14" fmla="*/ 2468305 w 3614932"/>
              <a:gd name="connsiteY14" fmla="*/ 105 h 4443969"/>
              <a:gd name="connsiteX15" fmla="*/ 2846754 w 3614932"/>
              <a:gd name="connsiteY15" fmla="*/ 244282 h 4443969"/>
              <a:gd name="connsiteX16" fmla="*/ 3153822 w 3614932"/>
              <a:gd name="connsiteY16" fmla="*/ 361408 h 4443969"/>
              <a:gd name="connsiteX17" fmla="*/ 3340377 w 3614932"/>
              <a:gd name="connsiteY17" fmla="*/ 560026 h 4443969"/>
              <a:gd name="connsiteX18" fmla="*/ 3614827 w 3614932"/>
              <a:gd name="connsiteY18" fmla="*/ 665323 h 4443969"/>
              <a:gd name="connsiteX19" fmla="*/ 3392865 w 3614932"/>
              <a:gd name="connsiteY19" fmla="*/ 1213603 h 4443969"/>
              <a:gd name="connsiteX20" fmla="*/ 3344762 w 3614932"/>
              <a:gd name="connsiteY20" fmla="*/ 1762553 h 4443969"/>
              <a:gd name="connsiteX21" fmla="*/ 3309805 w 3614932"/>
              <a:gd name="connsiteY21" fmla="*/ 2056304 h 4443969"/>
              <a:gd name="connsiteX22" fmla="*/ 3235129 w 3614932"/>
              <a:gd name="connsiteY22" fmla="*/ 2336816 h 4443969"/>
              <a:gd name="connsiteX23" fmla="*/ 3167995 w 3614932"/>
              <a:gd name="connsiteY23" fmla="*/ 2863039 h 4443969"/>
              <a:gd name="connsiteX24" fmla="*/ 2564777 w 3614932"/>
              <a:gd name="connsiteY24" fmla="*/ 3315757 h 4443969"/>
              <a:gd name="connsiteX25" fmla="*/ 2473367 w 3614932"/>
              <a:gd name="connsiteY25" fmla="*/ 3753503 h 4443969"/>
              <a:gd name="connsiteX26" fmla="*/ 2330221 w 3614932"/>
              <a:gd name="connsiteY26" fmla="*/ 4427469 h 4443969"/>
              <a:gd name="connsiteX27" fmla="*/ 1889158 w 3614932"/>
              <a:gd name="connsiteY27" fmla="*/ 4208961 h 4443969"/>
              <a:gd name="connsiteX28" fmla="*/ 1545577 w 3614932"/>
              <a:gd name="connsiteY28" fmla="*/ 3894779 h 4443969"/>
              <a:gd name="connsiteX29" fmla="*/ 1381951 w 3614932"/>
              <a:gd name="connsiteY29" fmla="*/ 3718362 h 4443969"/>
              <a:gd name="connsiteX30" fmla="*/ 1064572 w 3614932"/>
              <a:gd name="connsiteY30" fmla="*/ 3667268 h 4443969"/>
              <a:gd name="connsiteX31" fmla="*/ 717291 w 3614932"/>
              <a:gd name="connsiteY31" fmla="*/ 3647646 h 4443969"/>
              <a:gd name="connsiteX32" fmla="*/ 552706 w 3614932"/>
              <a:gd name="connsiteY32" fmla="*/ 3644141 h 4443969"/>
              <a:gd name="connsiteX33" fmla="*/ 365342 w 3614932"/>
              <a:gd name="connsiteY33" fmla="*/ 3467529 h 4443969"/>
              <a:gd name="connsiteX34" fmla="*/ 237612 w 3614932"/>
              <a:gd name="connsiteY34" fmla="*/ 3272456 h 4443969"/>
              <a:gd name="connsiteX0" fmla="*/ 237612 w 3614932"/>
              <a:gd name="connsiteY0" fmla="*/ 3272456 h 4443969"/>
              <a:gd name="connsiteX1" fmla="*/ 360 w 3614932"/>
              <a:gd name="connsiteY1" fmla="*/ 2853552 h 4443969"/>
              <a:gd name="connsiteX2" fmla="*/ 89033 w 3614932"/>
              <a:gd name="connsiteY2" fmla="*/ 2682226 h 4443969"/>
              <a:gd name="connsiteX3" fmla="*/ 246461 w 3614932"/>
              <a:gd name="connsiteY3" fmla="*/ 2550617 h 4443969"/>
              <a:gd name="connsiteX4" fmla="*/ 359740 w 3614932"/>
              <a:gd name="connsiteY4" fmla="*/ 2449230 h 4443969"/>
              <a:gd name="connsiteX5" fmla="*/ 531227 w 3614932"/>
              <a:gd name="connsiteY5" fmla="*/ 2346572 h 4443969"/>
              <a:gd name="connsiteX6" fmla="*/ 778234 w 3614932"/>
              <a:gd name="connsiteY6" fmla="*/ 2409920 h 4443969"/>
              <a:gd name="connsiteX7" fmla="*/ 960755 w 3614932"/>
              <a:gd name="connsiteY7" fmla="*/ 2326111 h 4443969"/>
              <a:gd name="connsiteX8" fmla="*/ 1046381 w 3614932"/>
              <a:gd name="connsiteY8" fmla="*/ 2083106 h 4443969"/>
              <a:gd name="connsiteX9" fmla="*/ 1036118 w 3614932"/>
              <a:gd name="connsiteY9" fmla="*/ 1619325 h 4443969"/>
              <a:gd name="connsiteX10" fmla="*/ 1225341 w 3614932"/>
              <a:gd name="connsiteY10" fmla="*/ 1351200 h 4443969"/>
              <a:gd name="connsiteX11" fmla="*/ 1617127 w 3614932"/>
              <a:gd name="connsiteY11" fmla="*/ 994064 h 4443969"/>
              <a:gd name="connsiteX12" fmla="*/ 1912660 w 3614932"/>
              <a:gd name="connsiteY12" fmla="*/ 629725 h 4443969"/>
              <a:gd name="connsiteX13" fmla="*/ 2176833 w 3614932"/>
              <a:gd name="connsiteY13" fmla="*/ 275605 h 4443969"/>
              <a:gd name="connsiteX14" fmla="*/ 2468305 w 3614932"/>
              <a:gd name="connsiteY14" fmla="*/ 105 h 4443969"/>
              <a:gd name="connsiteX15" fmla="*/ 2846754 w 3614932"/>
              <a:gd name="connsiteY15" fmla="*/ 244282 h 4443969"/>
              <a:gd name="connsiteX16" fmla="*/ 3153822 w 3614932"/>
              <a:gd name="connsiteY16" fmla="*/ 361408 h 4443969"/>
              <a:gd name="connsiteX17" fmla="*/ 3340377 w 3614932"/>
              <a:gd name="connsiteY17" fmla="*/ 560026 h 4443969"/>
              <a:gd name="connsiteX18" fmla="*/ 3614827 w 3614932"/>
              <a:gd name="connsiteY18" fmla="*/ 665323 h 4443969"/>
              <a:gd name="connsiteX19" fmla="*/ 3392865 w 3614932"/>
              <a:gd name="connsiteY19" fmla="*/ 1213603 h 4443969"/>
              <a:gd name="connsiteX20" fmla="*/ 3344762 w 3614932"/>
              <a:gd name="connsiteY20" fmla="*/ 1762553 h 4443969"/>
              <a:gd name="connsiteX21" fmla="*/ 3309805 w 3614932"/>
              <a:gd name="connsiteY21" fmla="*/ 2056304 h 4443969"/>
              <a:gd name="connsiteX22" fmla="*/ 3235129 w 3614932"/>
              <a:gd name="connsiteY22" fmla="*/ 2336816 h 4443969"/>
              <a:gd name="connsiteX23" fmla="*/ 3167995 w 3614932"/>
              <a:gd name="connsiteY23" fmla="*/ 2863039 h 4443969"/>
              <a:gd name="connsiteX24" fmla="*/ 2639183 w 3614932"/>
              <a:gd name="connsiteY24" fmla="*/ 3307250 h 4443969"/>
              <a:gd name="connsiteX25" fmla="*/ 2473367 w 3614932"/>
              <a:gd name="connsiteY25" fmla="*/ 3753503 h 4443969"/>
              <a:gd name="connsiteX26" fmla="*/ 2330221 w 3614932"/>
              <a:gd name="connsiteY26" fmla="*/ 4427469 h 4443969"/>
              <a:gd name="connsiteX27" fmla="*/ 1889158 w 3614932"/>
              <a:gd name="connsiteY27" fmla="*/ 4208961 h 4443969"/>
              <a:gd name="connsiteX28" fmla="*/ 1545577 w 3614932"/>
              <a:gd name="connsiteY28" fmla="*/ 3894779 h 4443969"/>
              <a:gd name="connsiteX29" fmla="*/ 1381951 w 3614932"/>
              <a:gd name="connsiteY29" fmla="*/ 3718362 h 4443969"/>
              <a:gd name="connsiteX30" fmla="*/ 1064572 w 3614932"/>
              <a:gd name="connsiteY30" fmla="*/ 3667268 h 4443969"/>
              <a:gd name="connsiteX31" fmla="*/ 717291 w 3614932"/>
              <a:gd name="connsiteY31" fmla="*/ 3647646 h 4443969"/>
              <a:gd name="connsiteX32" fmla="*/ 552706 w 3614932"/>
              <a:gd name="connsiteY32" fmla="*/ 3644141 h 4443969"/>
              <a:gd name="connsiteX33" fmla="*/ 365342 w 3614932"/>
              <a:gd name="connsiteY33" fmla="*/ 3467529 h 4443969"/>
              <a:gd name="connsiteX34" fmla="*/ 237612 w 3614932"/>
              <a:gd name="connsiteY34" fmla="*/ 3272456 h 4443969"/>
              <a:gd name="connsiteX0" fmla="*/ 237612 w 3614932"/>
              <a:gd name="connsiteY0" fmla="*/ 3272456 h 4456563"/>
              <a:gd name="connsiteX1" fmla="*/ 360 w 3614932"/>
              <a:gd name="connsiteY1" fmla="*/ 2853552 h 4456563"/>
              <a:gd name="connsiteX2" fmla="*/ 89033 w 3614932"/>
              <a:gd name="connsiteY2" fmla="*/ 2682226 h 4456563"/>
              <a:gd name="connsiteX3" fmla="*/ 246461 w 3614932"/>
              <a:gd name="connsiteY3" fmla="*/ 2550617 h 4456563"/>
              <a:gd name="connsiteX4" fmla="*/ 359740 w 3614932"/>
              <a:gd name="connsiteY4" fmla="*/ 2449230 h 4456563"/>
              <a:gd name="connsiteX5" fmla="*/ 531227 w 3614932"/>
              <a:gd name="connsiteY5" fmla="*/ 2346572 h 4456563"/>
              <a:gd name="connsiteX6" fmla="*/ 778234 w 3614932"/>
              <a:gd name="connsiteY6" fmla="*/ 2409920 h 4456563"/>
              <a:gd name="connsiteX7" fmla="*/ 960755 w 3614932"/>
              <a:gd name="connsiteY7" fmla="*/ 2326111 h 4456563"/>
              <a:gd name="connsiteX8" fmla="*/ 1046381 w 3614932"/>
              <a:gd name="connsiteY8" fmla="*/ 2083106 h 4456563"/>
              <a:gd name="connsiteX9" fmla="*/ 1036118 w 3614932"/>
              <a:gd name="connsiteY9" fmla="*/ 1619325 h 4456563"/>
              <a:gd name="connsiteX10" fmla="*/ 1225341 w 3614932"/>
              <a:gd name="connsiteY10" fmla="*/ 1351200 h 4456563"/>
              <a:gd name="connsiteX11" fmla="*/ 1617127 w 3614932"/>
              <a:gd name="connsiteY11" fmla="*/ 994064 h 4456563"/>
              <a:gd name="connsiteX12" fmla="*/ 1912660 w 3614932"/>
              <a:gd name="connsiteY12" fmla="*/ 629725 h 4456563"/>
              <a:gd name="connsiteX13" fmla="*/ 2176833 w 3614932"/>
              <a:gd name="connsiteY13" fmla="*/ 275605 h 4456563"/>
              <a:gd name="connsiteX14" fmla="*/ 2468305 w 3614932"/>
              <a:gd name="connsiteY14" fmla="*/ 105 h 4456563"/>
              <a:gd name="connsiteX15" fmla="*/ 2846754 w 3614932"/>
              <a:gd name="connsiteY15" fmla="*/ 244282 h 4456563"/>
              <a:gd name="connsiteX16" fmla="*/ 3153822 w 3614932"/>
              <a:gd name="connsiteY16" fmla="*/ 361408 h 4456563"/>
              <a:gd name="connsiteX17" fmla="*/ 3340377 w 3614932"/>
              <a:gd name="connsiteY17" fmla="*/ 560026 h 4456563"/>
              <a:gd name="connsiteX18" fmla="*/ 3614827 w 3614932"/>
              <a:gd name="connsiteY18" fmla="*/ 665323 h 4456563"/>
              <a:gd name="connsiteX19" fmla="*/ 3392865 w 3614932"/>
              <a:gd name="connsiteY19" fmla="*/ 1213603 h 4456563"/>
              <a:gd name="connsiteX20" fmla="*/ 3344762 w 3614932"/>
              <a:gd name="connsiteY20" fmla="*/ 1762553 h 4456563"/>
              <a:gd name="connsiteX21" fmla="*/ 3309805 w 3614932"/>
              <a:gd name="connsiteY21" fmla="*/ 2056304 h 4456563"/>
              <a:gd name="connsiteX22" fmla="*/ 3235129 w 3614932"/>
              <a:gd name="connsiteY22" fmla="*/ 2336816 h 4456563"/>
              <a:gd name="connsiteX23" fmla="*/ 3167995 w 3614932"/>
              <a:gd name="connsiteY23" fmla="*/ 2863039 h 4456563"/>
              <a:gd name="connsiteX24" fmla="*/ 2639183 w 3614932"/>
              <a:gd name="connsiteY24" fmla="*/ 3307250 h 4456563"/>
              <a:gd name="connsiteX25" fmla="*/ 2473367 w 3614932"/>
              <a:gd name="connsiteY25" fmla="*/ 3753503 h 4456563"/>
              <a:gd name="connsiteX26" fmla="*/ 2330221 w 3614932"/>
              <a:gd name="connsiteY26" fmla="*/ 4427469 h 4456563"/>
              <a:gd name="connsiteX27" fmla="*/ 1889158 w 3614932"/>
              <a:gd name="connsiteY27" fmla="*/ 4208961 h 4456563"/>
              <a:gd name="connsiteX28" fmla="*/ 1545577 w 3614932"/>
              <a:gd name="connsiteY28" fmla="*/ 3894779 h 4456563"/>
              <a:gd name="connsiteX29" fmla="*/ 1381951 w 3614932"/>
              <a:gd name="connsiteY29" fmla="*/ 3718362 h 4456563"/>
              <a:gd name="connsiteX30" fmla="*/ 1064572 w 3614932"/>
              <a:gd name="connsiteY30" fmla="*/ 3667268 h 4456563"/>
              <a:gd name="connsiteX31" fmla="*/ 717291 w 3614932"/>
              <a:gd name="connsiteY31" fmla="*/ 3647646 h 4456563"/>
              <a:gd name="connsiteX32" fmla="*/ 552706 w 3614932"/>
              <a:gd name="connsiteY32" fmla="*/ 3644141 h 4456563"/>
              <a:gd name="connsiteX33" fmla="*/ 365342 w 3614932"/>
              <a:gd name="connsiteY33" fmla="*/ 3467529 h 4456563"/>
              <a:gd name="connsiteX34" fmla="*/ 237612 w 3614932"/>
              <a:gd name="connsiteY34" fmla="*/ 3272456 h 4456563"/>
              <a:gd name="connsiteX0" fmla="*/ 237612 w 3614932"/>
              <a:gd name="connsiteY0" fmla="*/ 3272456 h 4425807"/>
              <a:gd name="connsiteX1" fmla="*/ 360 w 3614932"/>
              <a:gd name="connsiteY1" fmla="*/ 2853552 h 4425807"/>
              <a:gd name="connsiteX2" fmla="*/ 89033 w 3614932"/>
              <a:gd name="connsiteY2" fmla="*/ 2682226 h 4425807"/>
              <a:gd name="connsiteX3" fmla="*/ 246461 w 3614932"/>
              <a:gd name="connsiteY3" fmla="*/ 2550617 h 4425807"/>
              <a:gd name="connsiteX4" fmla="*/ 359740 w 3614932"/>
              <a:gd name="connsiteY4" fmla="*/ 2449230 h 4425807"/>
              <a:gd name="connsiteX5" fmla="*/ 531227 w 3614932"/>
              <a:gd name="connsiteY5" fmla="*/ 2346572 h 4425807"/>
              <a:gd name="connsiteX6" fmla="*/ 778234 w 3614932"/>
              <a:gd name="connsiteY6" fmla="*/ 2409920 h 4425807"/>
              <a:gd name="connsiteX7" fmla="*/ 960755 w 3614932"/>
              <a:gd name="connsiteY7" fmla="*/ 2326111 h 4425807"/>
              <a:gd name="connsiteX8" fmla="*/ 1046381 w 3614932"/>
              <a:gd name="connsiteY8" fmla="*/ 2083106 h 4425807"/>
              <a:gd name="connsiteX9" fmla="*/ 1036118 w 3614932"/>
              <a:gd name="connsiteY9" fmla="*/ 1619325 h 4425807"/>
              <a:gd name="connsiteX10" fmla="*/ 1225341 w 3614932"/>
              <a:gd name="connsiteY10" fmla="*/ 1351200 h 4425807"/>
              <a:gd name="connsiteX11" fmla="*/ 1617127 w 3614932"/>
              <a:gd name="connsiteY11" fmla="*/ 994064 h 4425807"/>
              <a:gd name="connsiteX12" fmla="*/ 1912660 w 3614932"/>
              <a:gd name="connsiteY12" fmla="*/ 629725 h 4425807"/>
              <a:gd name="connsiteX13" fmla="*/ 2176833 w 3614932"/>
              <a:gd name="connsiteY13" fmla="*/ 275605 h 4425807"/>
              <a:gd name="connsiteX14" fmla="*/ 2468305 w 3614932"/>
              <a:gd name="connsiteY14" fmla="*/ 105 h 4425807"/>
              <a:gd name="connsiteX15" fmla="*/ 2846754 w 3614932"/>
              <a:gd name="connsiteY15" fmla="*/ 244282 h 4425807"/>
              <a:gd name="connsiteX16" fmla="*/ 3153822 w 3614932"/>
              <a:gd name="connsiteY16" fmla="*/ 361408 h 4425807"/>
              <a:gd name="connsiteX17" fmla="*/ 3340377 w 3614932"/>
              <a:gd name="connsiteY17" fmla="*/ 560026 h 4425807"/>
              <a:gd name="connsiteX18" fmla="*/ 3614827 w 3614932"/>
              <a:gd name="connsiteY18" fmla="*/ 665323 h 4425807"/>
              <a:gd name="connsiteX19" fmla="*/ 3392865 w 3614932"/>
              <a:gd name="connsiteY19" fmla="*/ 1213603 h 4425807"/>
              <a:gd name="connsiteX20" fmla="*/ 3344762 w 3614932"/>
              <a:gd name="connsiteY20" fmla="*/ 1762553 h 4425807"/>
              <a:gd name="connsiteX21" fmla="*/ 3309805 w 3614932"/>
              <a:gd name="connsiteY21" fmla="*/ 2056304 h 4425807"/>
              <a:gd name="connsiteX22" fmla="*/ 3235129 w 3614932"/>
              <a:gd name="connsiteY22" fmla="*/ 2336816 h 4425807"/>
              <a:gd name="connsiteX23" fmla="*/ 3167995 w 3614932"/>
              <a:gd name="connsiteY23" fmla="*/ 2863039 h 4425807"/>
              <a:gd name="connsiteX24" fmla="*/ 2639183 w 3614932"/>
              <a:gd name="connsiteY24" fmla="*/ 3307250 h 4425807"/>
              <a:gd name="connsiteX25" fmla="*/ 2473367 w 3614932"/>
              <a:gd name="connsiteY25" fmla="*/ 3753503 h 4425807"/>
              <a:gd name="connsiteX26" fmla="*/ 2386245 w 3614932"/>
              <a:gd name="connsiteY26" fmla="*/ 4394019 h 4425807"/>
              <a:gd name="connsiteX27" fmla="*/ 1889158 w 3614932"/>
              <a:gd name="connsiteY27" fmla="*/ 4208961 h 4425807"/>
              <a:gd name="connsiteX28" fmla="*/ 1545577 w 3614932"/>
              <a:gd name="connsiteY28" fmla="*/ 3894779 h 4425807"/>
              <a:gd name="connsiteX29" fmla="*/ 1381951 w 3614932"/>
              <a:gd name="connsiteY29" fmla="*/ 3718362 h 4425807"/>
              <a:gd name="connsiteX30" fmla="*/ 1064572 w 3614932"/>
              <a:gd name="connsiteY30" fmla="*/ 3667268 h 4425807"/>
              <a:gd name="connsiteX31" fmla="*/ 717291 w 3614932"/>
              <a:gd name="connsiteY31" fmla="*/ 3647646 h 4425807"/>
              <a:gd name="connsiteX32" fmla="*/ 552706 w 3614932"/>
              <a:gd name="connsiteY32" fmla="*/ 3644141 h 4425807"/>
              <a:gd name="connsiteX33" fmla="*/ 365342 w 3614932"/>
              <a:gd name="connsiteY33" fmla="*/ 3467529 h 4425807"/>
              <a:gd name="connsiteX34" fmla="*/ 237612 w 3614932"/>
              <a:gd name="connsiteY34" fmla="*/ 3272456 h 4425807"/>
              <a:gd name="connsiteX0" fmla="*/ 237612 w 3614932"/>
              <a:gd name="connsiteY0" fmla="*/ 3272456 h 4410301"/>
              <a:gd name="connsiteX1" fmla="*/ 360 w 3614932"/>
              <a:gd name="connsiteY1" fmla="*/ 2853552 h 4410301"/>
              <a:gd name="connsiteX2" fmla="*/ 89033 w 3614932"/>
              <a:gd name="connsiteY2" fmla="*/ 2682226 h 4410301"/>
              <a:gd name="connsiteX3" fmla="*/ 246461 w 3614932"/>
              <a:gd name="connsiteY3" fmla="*/ 2550617 h 4410301"/>
              <a:gd name="connsiteX4" fmla="*/ 359740 w 3614932"/>
              <a:gd name="connsiteY4" fmla="*/ 2449230 h 4410301"/>
              <a:gd name="connsiteX5" fmla="*/ 531227 w 3614932"/>
              <a:gd name="connsiteY5" fmla="*/ 2346572 h 4410301"/>
              <a:gd name="connsiteX6" fmla="*/ 778234 w 3614932"/>
              <a:gd name="connsiteY6" fmla="*/ 2409920 h 4410301"/>
              <a:gd name="connsiteX7" fmla="*/ 960755 w 3614932"/>
              <a:gd name="connsiteY7" fmla="*/ 2326111 h 4410301"/>
              <a:gd name="connsiteX8" fmla="*/ 1046381 w 3614932"/>
              <a:gd name="connsiteY8" fmla="*/ 2083106 h 4410301"/>
              <a:gd name="connsiteX9" fmla="*/ 1036118 w 3614932"/>
              <a:gd name="connsiteY9" fmla="*/ 1619325 h 4410301"/>
              <a:gd name="connsiteX10" fmla="*/ 1225341 w 3614932"/>
              <a:gd name="connsiteY10" fmla="*/ 1351200 h 4410301"/>
              <a:gd name="connsiteX11" fmla="*/ 1617127 w 3614932"/>
              <a:gd name="connsiteY11" fmla="*/ 994064 h 4410301"/>
              <a:gd name="connsiteX12" fmla="*/ 1912660 w 3614932"/>
              <a:gd name="connsiteY12" fmla="*/ 629725 h 4410301"/>
              <a:gd name="connsiteX13" fmla="*/ 2176833 w 3614932"/>
              <a:gd name="connsiteY13" fmla="*/ 275605 h 4410301"/>
              <a:gd name="connsiteX14" fmla="*/ 2468305 w 3614932"/>
              <a:gd name="connsiteY14" fmla="*/ 105 h 4410301"/>
              <a:gd name="connsiteX15" fmla="*/ 2846754 w 3614932"/>
              <a:gd name="connsiteY15" fmla="*/ 244282 h 4410301"/>
              <a:gd name="connsiteX16" fmla="*/ 3153822 w 3614932"/>
              <a:gd name="connsiteY16" fmla="*/ 361408 h 4410301"/>
              <a:gd name="connsiteX17" fmla="*/ 3340377 w 3614932"/>
              <a:gd name="connsiteY17" fmla="*/ 560026 h 4410301"/>
              <a:gd name="connsiteX18" fmla="*/ 3614827 w 3614932"/>
              <a:gd name="connsiteY18" fmla="*/ 665323 h 4410301"/>
              <a:gd name="connsiteX19" fmla="*/ 3392865 w 3614932"/>
              <a:gd name="connsiteY19" fmla="*/ 1213603 h 4410301"/>
              <a:gd name="connsiteX20" fmla="*/ 3344762 w 3614932"/>
              <a:gd name="connsiteY20" fmla="*/ 1762553 h 4410301"/>
              <a:gd name="connsiteX21" fmla="*/ 3309805 w 3614932"/>
              <a:gd name="connsiteY21" fmla="*/ 2056304 h 4410301"/>
              <a:gd name="connsiteX22" fmla="*/ 3235129 w 3614932"/>
              <a:gd name="connsiteY22" fmla="*/ 2336816 h 4410301"/>
              <a:gd name="connsiteX23" fmla="*/ 3167995 w 3614932"/>
              <a:gd name="connsiteY23" fmla="*/ 2863039 h 4410301"/>
              <a:gd name="connsiteX24" fmla="*/ 2639183 w 3614932"/>
              <a:gd name="connsiteY24" fmla="*/ 3307250 h 4410301"/>
              <a:gd name="connsiteX25" fmla="*/ 2547371 w 3614932"/>
              <a:gd name="connsiteY25" fmla="*/ 3790738 h 4410301"/>
              <a:gd name="connsiteX26" fmla="*/ 2386245 w 3614932"/>
              <a:gd name="connsiteY26" fmla="*/ 4394019 h 4410301"/>
              <a:gd name="connsiteX27" fmla="*/ 1889158 w 3614932"/>
              <a:gd name="connsiteY27" fmla="*/ 4208961 h 4410301"/>
              <a:gd name="connsiteX28" fmla="*/ 1545577 w 3614932"/>
              <a:gd name="connsiteY28" fmla="*/ 3894779 h 4410301"/>
              <a:gd name="connsiteX29" fmla="*/ 1381951 w 3614932"/>
              <a:gd name="connsiteY29" fmla="*/ 3718362 h 4410301"/>
              <a:gd name="connsiteX30" fmla="*/ 1064572 w 3614932"/>
              <a:gd name="connsiteY30" fmla="*/ 3667268 h 4410301"/>
              <a:gd name="connsiteX31" fmla="*/ 717291 w 3614932"/>
              <a:gd name="connsiteY31" fmla="*/ 3647646 h 4410301"/>
              <a:gd name="connsiteX32" fmla="*/ 552706 w 3614932"/>
              <a:gd name="connsiteY32" fmla="*/ 3644141 h 4410301"/>
              <a:gd name="connsiteX33" fmla="*/ 365342 w 3614932"/>
              <a:gd name="connsiteY33" fmla="*/ 3467529 h 4410301"/>
              <a:gd name="connsiteX34" fmla="*/ 237612 w 3614932"/>
              <a:gd name="connsiteY34" fmla="*/ 3272456 h 4410301"/>
              <a:gd name="connsiteX0" fmla="*/ 237612 w 3614932"/>
              <a:gd name="connsiteY0" fmla="*/ 3272456 h 4410301"/>
              <a:gd name="connsiteX1" fmla="*/ 360 w 3614932"/>
              <a:gd name="connsiteY1" fmla="*/ 2853552 h 4410301"/>
              <a:gd name="connsiteX2" fmla="*/ 89033 w 3614932"/>
              <a:gd name="connsiteY2" fmla="*/ 2682226 h 4410301"/>
              <a:gd name="connsiteX3" fmla="*/ 246461 w 3614932"/>
              <a:gd name="connsiteY3" fmla="*/ 2550617 h 4410301"/>
              <a:gd name="connsiteX4" fmla="*/ 359740 w 3614932"/>
              <a:gd name="connsiteY4" fmla="*/ 2449230 h 4410301"/>
              <a:gd name="connsiteX5" fmla="*/ 531227 w 3614932"/>
              <a:gd name="connsiteY5" fmla="*/ 2346572 h 4410301"/>
              <a:gd name="connsiteX6" fmla="*/ 778234 w 3614932"/>
              <a:gd name="connsiteY6" fmla="*/ 2409920 h 4410301"/>
              <a:gd name="connsiteX7" fmla="*/ 960755 w 3614932"/>
              <a:gd name="connsiteY7" fmla="*/ 2326111 h 4410301"/>
              <a:gd name="connsiteX8" fmla="*/ 1046381 w 3614932"/>
              <a:gd name="connsiteY8" fmla="*/ 2083106 h 4410301"/>
              <a:gd name="connsiteX9" fmla="*/ 1036118 w 3614932"/>
              <a:gd name="connsiteY9" fmla="*/ 1619325 h 4410301"/>
              <a:gd name="connsiteX10" fmla="*/ 1225341 w 3614932"/>
              <a:gd name="connsiteY10" fmla="*/ 1351200 h 4410301"/>
              <a:gd name="connsiteX11" fmla="*/ 1617127 w 3614932"/>
              <a:gd name="connsiteY11" fmla="*/ 994064 h 4410301"/>
              <a:gd name="connsiteX12" fmla="*/ 1912660 w 3614932"/>
              <a:gd name="connsiteY12" fmla="*/ 629725 h 4410301"/>
              <a:gd name="connsiteX13" fmla="*/ 2176833 w 3614932"/>
              <a:gd name="connsiteY13" fmla="*/ 275605 h 4410301"/>
              <a:gd name="connsiteX14" fmla="*/ 2468305 w 3614932"/>
              <a:gd name="connsiteY14" fmla="*/ 105 h 4410301"/>
              <a:gd name="connsiteX15" fmla="*/ 2846754 w 3614932"/>
              <a:gd name="connsiteY15" fmla="*/ 244282 h 4410301"/>
              <a:gd name="connsiteX16" fmla="*/ 3153822 w 3614932"/>
              <a:gd name="connsiteY16" fmla="*/ 361408 h 4410301"/>
              <a:gd name="connsiteX17" fmla="*/ 3340377 w 3614932"/>
              <a:gd name="connsiteY17" fmla="*/ 560026 h 4410301"/>
              <a:gd name="connsiteX18" fmla="*/ 3614827 w 3614932"/>
              <a:gd name="connsiteY18" fmla="*/ 665323 h 4410301"/>
              <a:gd name="connsiteX19" fmla="*/ 3392865 w 3614932"/>
              <a:gd name="connsiteY19" fmla="*/ 1213603 h 4410301"/>
              <a:gd name="connsiteX20" fmla="*/ 3344762 w 3614932"/>
              <a:gd name="connsiteY20" fmla="*/ 1762553 h 4410301"/>
              <a:gd name="connsiteX21" fmla="*/ 3309805 w 3614932"/>
              <a:gd name="connsiteY21" fmla="*/ 2056304 h 4410301"/>
              <a:gd name="connsiteX22" fmla="*/ 3235129 w 3614932"/>
              <a:gd name="connsiteY22" fmla="*/ 2336816 h 4410301"/>
              <a:gd name="connsiteX23" fmla="*/ 3167995 w 3614932"/>
              <a:gd name="connsiteY23" fmla="*/ 2863039 h 4410301"/>
              <a:gd name="connsiteX24" fmla="*/ 2639183 w 3614932"/>
              <a:gd name="connsiteY24" fmla="*/ 3307250 h 4410301"/>
              <a:gd name="connsiteX25" fmla="*/ 2547371 w 3614932"/>
              <a:gd name="connsiteY25" fmla="*/ 3790738 h 4410301"/>
              <a:gd name="connsiteX26" fmla="*/ 2386245 w 3614932"/>
              <a:gd name="connsiteY26" fmla="*/ 4394019 h 4410301"/>
              <a:gd name="connsiteX27" fmla="*/ 1889158 w 3614932"/>
              <a:gd name="connsiteY27" fmla="*/ 4208961 h 4410301"/>
              <a:gd name="connsiteX28" fmla="*/ 1545577 w 3614932"/>
              <a:gd name="connsiteY28" fmla="*/ 3894779 h 4410301"/>
              <a:gd name="connsiteX29" fmla="*/ 1381951 w 3614932"/>
              <a:gd name="connsiteY29" fmla="*/ 3718362 h 4410301"/>
              <a:gd name="connsiteX30" fmla="*/ 1064572 w 3614932"/>
              <a:gd name="connsiteY30" fmla="*/ 3667268 h 4410301"/>
              <a:gd name="connsiteX31" fmla="*/ 717291 w 3614932"/>
              <a:gd name="connsiteY31" fmla="*/ 3647646 h 4410301"/>
              <a:gd name="connsiteX32" fmla="*/ 552706 w 3614932"/>
              <a:gd name="connsiteY32" fmla="*/ 3644141 h 4410301"/>
              <a:gd name="connsiteX33" fmla="*/ 365342 w 3614932"/>
              <a:gd name="connsiteY33" fmla="*/ 3467529 h 4410301"/>
              <a:gd name="connsiteX34" fmla="*/ 237612 w 3614932"/>
              <a:gd name="connsiteY34" fmla="*/ 3272456 h 4410301"/>
              <a:gd name="connsiteX0" fmla="*/ 237612 w 3614932"/>
              <a:gd name="connsiteY0" fmla="*/ 3272452 h 4410297"/>
              <a:gd name="connsiteX1" fmla="*/ 360 w 3614932"/>
              <a:gd name="connsiteY1" fmla="*/ 2853548 h 4410297"/>
              <a:gd name="connsiteX2" fmla="*/ 89033 w 3614932"/>
              <a:gd name="connsiteY2" fmla="*/ 2682222 h 4410297"/>
              <a:gd name="connsiteX3" fmla="*/ 246461 w 3614932"/>
              <a:gd name="connsiteY3" fmla="*/ 2550613 h 4410297"/>
              <a:gd name="connsiteX4" fmla="*/ 359740 w 3614932"/>
              <a:gd name="connsiteY4" fmla="*/ 2449226 h 4410297"/>
              <a:gd name="connsiteX5" fmla="*/ 531227 w 3614932"/>
              <a:gd name="connsiteY5" fmla="*/ 2346568 h 4410297"/>
              <a:gd name="connsiteX6" fmla="*/ 778234 w 3614932"/>
              <a:gd name="connsiteY6" fmla="*/ 2409916 h 4410297"/>
              <a:gd name="connsiteX7" fmla="*/ 960755 w 3614932"/>
              <a:gd name="connsiteY7" fmla="*/ 2326107 h 4410297"/>
              <a:gd name="connsiteX8" fmla="*/ 1046381 w 3614932"/>
              <a:gd name="connsiteY8" fmla="*/ 2083102 h 4410297"/>
              <a:gd name="connsiteX9" fmla="*/ 1036118 w 3614932"/>
              <a:gd name="connsiteY9" fmla="*/ 1619321 h 4410297"/>
              <a:gd name="connsiteX10" fmla="*/ 1225341 w 3614932"/>
              <a:gd name="connsiteY10" fmla="*/ 1351196 h 4410297"/>
              <a:gd name="connsiteX11" fmla="*/ 1617127 w 3614932"/>
              <a:gd name="connsiteY11" fmla="*/ 994060 h 4410297"/>
              <a:gd name="connsiteX12" fmla="*/ 1912660 w 3614932"/>
              <a:gd name="connsiteY12" fmla="*/ 629721 h 4410297"/>
              <a:gd name="connsiteX13" fmla="*/ 2176833 w 3614932"/>
              <a:gd name="connsiteY13" fmla="*/ 275601 h 4410297"/>
              <a:gd name="connsiteX14" fmla="*/ 2468305 w 3614932"/>
              <a:gd name="connsiteY14" fmla="*/ 101 h 4410297"/>
              <a:gd name="connsiteX15" fmla="*/ 2846754 w 3614932"/>
              <a:gd name="connsiteY15" fmla="*/ 244278 h 4410297"/>
              <a:gd name="connsiteX16" fmla="*/ 3127671 w 3614932"/>
              <a:gd name="connsiteY16" fmla="*/ 295218 h 4410297"/>
              <a:gd name="connsiteX17" fmla="*/ 3340377 w 3614932"/>
              <a:gd name="connsiteY17" fmla="*/ 560022 h 4410297"/>
              <a:gd name="connsiteX18" fmla="*/ 3614827 w 3614932"/>
              <a:gd name="connsiteY18" fmla="*/ 665319 h 4410297"/>
              <a:gd name="connsiteX19" fmla="*/ 3392865 w 3614932"/>
              <a:gd name="connsiteY19" fmla="*/ 1213599 h 4410297"/>
              <a:gd name="connsiteX20" fmla="*/ 3344762 w 3614932"/>
              <a:gd name="connsiteY20" fmla="*/ 1762549 h 4410297"/>
              <a:gd name="connsiteX21" fmla="*/ 3309805 w 3614932"/>
              <a:gd name="connsiteY21" fmla="*/ 2056300 h 4410297"/>
              <a:gd name="connsiteX22" fmla="*/ 3235129 w 3614932"/>
              <a:gd name="connsiteY22" fmla="*/ 2336812 h 4410297"/>
              <a:gd name="connsiteX23" fmla="*/ 3167995 w 3614932"/>
              <a:gd name="connsiteY23" fmla="*/ 2863035 h 4410297"/>
              <a:gd name="connsiteX24" fmla="*/ 2639183 w 3614932"/>
              <a:gd name="connsiteY24" fmla="*/ 3307246 h 4410297"/>
              <a:gd name="connsiteX25" fmla="*/ 2547371 w 3614932"/>
              <a:gd name="connsiteY25" fmla="*/ 3790734 h 4410297"/>
              <a:gd name="connsiteX26" fmla="*/ 2386245 w 3614932"/>
              <a:gd name="connsiteY26" fmla="*/ 4394015 h 4410297"/>
              <a:gd name="connsiteX27" fmla="*/ 1889158 w 3614932"/>
              <a:gd name="connsiteY27" fmla="*/ 4208957 h 4410297"/>
              <a:gd name="connsiteX28" fmla="*/ 1545577 w 3614932"/>
              <a:gd name="connsiteY28" fmla="*/ 3894775 h 4410297"/>
              <a:gd name="connsiteX29" fmla="*/ 1381951 w 3614932"/>
              <a:gd name="connsiteY29" fmla="*/ 3718358 h 4410297"/>
              <a:gd name="connsiteX30" fmla="*/ 1064572 w 3614932"/>
              <a:gd name="connsiteY30" fmla="*/ 3667264 h 4410297"/>
              <a:gd name="connsiteX31" fmla="*/ 717291 w 3614932"/>
              <a:gd name="connsiteY31" fmla="*/ 3647642 h 4410297"/>
              <a:gd name="connsiteX32" fmla="*/ 552706 w 3614932"/>
              <a:gd name="connsiteY32" fmla="*/ 3644137 h 4410297"/>
              <a:gd name="connsiteX33" fmla="*/ 365342 w 3614932"/>
              <a:gd name="connsiteY33" fmla="*/ 3467525 h 4410297"/>
              <a:gd name="connsiteX34" fmla="*/ 237612 w 3614932"/>
              <a:gd name="connsiteY34" fmla="*/ 3272452 h 4410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4932" h="4410297">
                <a:moveTo>
                  <a:pt x="237612" y="3272452"/>
                </a:moveTo>
                <a:cubicBezTo>
                  <a:pt x="197511" y="3185299"/>
                  <a:pt x="8265" y="2949084"/>
                  <a:pt x="360" y="2853548"/>
                </a:cubicBezTo>
                <a:cubicBezTo>
                  <a:pt x="-4879" y="2790493"/>
                  <a:pt x="48016" y="2732711"/>
                  <a:pt x="89033" y="2682222"/>
                </a:cubicBezTo>
                <a:cubicBezTo>
                  <a:pt x="130050" y="2631733"/>
                  <a:pt x="201343" y="2589446"/>
                  <a:pt x="246461" y="2550613"/>
                </a:cubicBezTo>
                <a:cubicBezTo>
                  <a:pt x="291579" y="2511780"/>
                  <a:pt x="312279" y="2483234"/>
                  <a:pt x="359740" y="2449226"/>
                </a:cubicBezTo>
                <a:cubicBezTo>
                  <a:pt x="407201" y="2415219"/>
                  <a:pt x="461478" y="2353120"/>
                  <a:pt x="531227" y="2346568"/>
                </a:cubicBezTo>
                <a:cubicBezTo>
                  <a:pt x="600976" y="2340016"/>
                  <a:pt x="706646" y="2413326"/>
                  <a:pt x="778234" y="2409916"/>
                </a:cubicBezTo>
                <a:cubicBezTo>
                  <a:pt x="849822" y="2406506"/>
                  <a:pt x="916064" y="2380576"/>
                  <a:pt x="960755" y="2326107"/>
                </a:cubicBezTo>
                <a:cubicBezTo>
                  <a:pt x="1005446" y="2271638"/>
                  <a:pt x="1033821" y="2200900"/>
                  <a:pt x="1046381" y="2083102"/>
                </a:cubicBezTo>
                <a:cubicBezTo>
                  <a:pt x="1058942" y="1965304"/>
                  <a:pt x="1006291" y="1741305"/>
                  <a:pt x="1036118" y="1619321"/>
                </a:cubicBezTo>
                <a:cubicBezTo>
                  <a:pt x="1065945" y="1497337"/>
                  <a:pt x="1128506" y="1455406"/>
                  <a:pt x="1225341" y="1351196"/>
                </a:cubicBezTo>
                <a:cubicBezTo>
                  <a:pt x="1322176" y="1246986"/>
                  <a:pt x="1536832" y="1084928"/>
                  <a:pt x="1617127" y="994060"/>
                </a:cubicBezTo>
                <a:lnTo>
                  <a:pt x="1912660" y="629721"/>
                </a:lnTo>
                <a:cubicBezTo>
                  <a:pt x="2009530" y="517898"/>
                  <a:pt x="2084225" y="380538"/>
                  <a:pt x="2176833" y="275601"/>
                </a:cubicBezTo>
                <a:cubicBezTo>
                  <a:pt x="2269441" y="170664"/>
                  <a:pt x="2356652" y="5321"/>
                  <a:pt x="2468305" y="101"/>
                </a:cubicBezTo>
                <a:cubicBezTo>
                  <a:pt x="2579958" y="-5119"/>
                  <a:pt x="2736860" y="195092"/>
                  <a:pt x="2846754" y="244278"/>
                </a:cubicBezTo>
                <a:cubicBezTo>
                  <a:pt x="2956648" y="293464"/>
                  <a:pt x="3045401" y="242594"/>
                  <a:pt x="3127671" y="295218"/>
                </a:cubicBezTo>
                <a:cubicBezTo>
                  <a:pt x="3209942" y="347842"/>
                  <a:pt x="3259184" y="498339"/>
                  <a:pt x="3340377" y="560022"/>
                </a:cubicBezTo>
                <a:cubicBezTo>
                  <a:pt x="3421570" y="621705"/>
                  <a:pt x="3611112" y="582261"/>
                  <a:pt x="3614827" y="665319"/>
                </a:cubicBezTo>
                <a:cubicBezTo>
                  <a:pt x="3620542" y="792859"/>
                  <a:pt x="3392579" y="1085868"/>
                  <a:pt x="3392865" y="1213599"/>
                </a:cubicBezTo>
                <a:cubicBezTo>
                  <a:pt x="3393341" y="1381715"/>
                  <a:pt x="3350572" y="1594528"/>
                  <a:pt x="3344762" y="1762549"/>
                </a:cubicBezTo>
                <a:cubicBezTo>
                  <a:pt x="3341333" y="1861228"/>
                  <a:pt x="3327903" y="1959241"/>
                  <a:pt x="3309805" y="2056300"/>
                </a:cubicBezTo>
                <a:cubicBezTo>
                  <a:pt x="3291993" y="2151646"/>
                  <a:pt x="3258764" y="2202356"/>
                  <a:pt x="3235129" y="2336812"/>
                </a:cubicBezTo>
                <a:cubicBezTo>
                  <a:pt x="3211494" y="2471268"/>
                  <a:pt x="3267319" y="2701296"/>
                  <a:pt x="3167995" y="2863035"/>
                </a:cubicBezTo>
                <a:cubicBezTo>
                  <a:pt x="3068671" y="3024774"/>
                  <a:pt x="2742620" y="3152630"/>
                  <a:pt x="2639183" y="3307246"/>
                </a:cubicBezTo>
                <a:cubicBezTo>
                  <a:pt x="2535746" y="3461863"/>
                  <a:pt x="2523161" y="3526162"/>
                  <a:pt x="2547371" y="3790734"/>
                </a:cubicBezTo>
                <a:cubicBezTo>
                  <a:pt x="2571581" y="4055306"/>
                  <a:pt x="2495947" y="4324311"/>
                  <a:pt x="2386245" y="4394015"/>
                </a:cubicBezTo>
                <a:cubicBezTo>
                  <a:pt x="2276543" y="4463719"/>
                  <a:pt x="2029269" y="4292164"/>
                  <a:pt x="1889158" y="4208957"/>
                </a:cubicBezTo>
                <a:cubicBezTo>
                  <a:pt x="1749047" y="4125750"/>
                  <a:pt x="1630111" y="3976541"/>
                  <a:pt x="1545577" y="3894775"/>
                </a:cubicBezTo>
                <a:cubicBezTo>
                  <a:pt x="1461043" y="3813009"/>
                  <a:pt x="1462118" y="3756276"/>
                  <a:pt x="1381951" y="3718358"/>
                </a:cubicBezTo>
                <a:cubicBezTo>
                  <a:pt x="1301784" y="3680440"/>
                  <a:pt x="1175349" y="3679050"/>
                  <a:pt x="1064572" y="3667264"/>
                </a:cubicBezTo>
                <a:cubicBezTo>
                  <a:pt x="953795" y="3655478"/>
                  <a:pt x="802602" y="3651497"/>
                  <a:pt x="717291" y="3647642"/>
                </a:cubicBezTo>
                <a:cubicBezTo>
                  <a:pt x="631980" y="3643788"/>
                  <a:pt x="582615" y="3652709"/>
                  <a:pt x="552706" y="3644137"/>
                </a:cubicBezTo>
                <a:cubicBezTo>
                  <a:pt x="452789" y="3615657"/>
                  <a:pt x="436875" y="3542963"/>
                  <a:pt x="365342" y="3467525"/>
                </a:cubicBezTo>
                <a:cubicBezTo>
                  <a:pt x="311526" y="3410756"/>
                  <a:pt x="270378" y="3343604"/>
                  <a:pt x="237612" y="3272452"/>
                </a:cubicBezTo>
                <a:close/>
              </a:path>
            </a:pathLst>
          </a:custGeom>
          <a:noFill/>
          <a:ln w="6350" cap="rnd">
            <a:solidFill>
              <a:schemeClr val="tx1">
                <a:alpha val="35000"/>
              </a:schemeClr>
            </a:solidFill>
            <a:prstDash val="dash"/>
            <a:round/>
          </a:ln>
        </p:spPr>
        <p:txBody>
          <a:bodyPr rtlCol="0" anchor="ctr"/>
          <a:lstStyle/>
          <a:p>
            <a:endParaRPr lang="en-US"/>
          </a:p>
        </p:txBody>
      </p:sp>
      <p:sp>
        <p:nvSpPr>
          <p:cNvPr id="71" name="Freeform: Shape 70">
            <a:extLst>
              <a:ext uri="{FF2B5EF4-FFF2-40B4-BE49-F238E27FC236}">
                <a16:creationId xmlns:a16="http://schemas.microsoft.com/office/drawing/2014/main" id="{C6A35C87-6F01-1DE4-03BE-9B4DE7BF6682}"/>
              </a:ext>
            </a:extLst>
          </p:cNvPr>
          <p:cNvSpPr/>
          <p:nvPr userDrawn="1"/>
        </p:nvSpPr>
        <p:spPr>
          <a:xfrm rot="9034682" flipV="1">
            <a:off x="5143303" y="3028556"/>
            <a:ext cx="2985744" cy="2531154"/>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179 w 2710118"/>
              <a:gd name="connsiteY0" fmla="*/ 2712895 h 3077173"/>
              <a:gd name="connsiteX1" fmla="*/ 18085 w 2710118"/>
              <a:gd name="connsiteY1" fmla="*/ 2589260 h 3077173"/>
              <a:gd name="connsiteX2" fmla="*/ 161627 w 2710118"/>
              <a:gd name="connsiteY2" fmla="*/ 2489533 h 3077173"/>
              <a:gd name="connsiteX3" fmla="*/ 384893 w 2710118"/>
              <a:gd name="connsiteY3" fmla="*/ 2559352 h 3077173"/>
              <a:gd name="connsiteX4" fmla="*/ 648069 w 2710118"/>
              <a:gd name="connsiteY4" fmla="*/ 2579259 h 3077173"/>
              <a:gd name="connsiteX5" fmla="*/ 831520 w 2710118"/>
              <a:gd name="connsiteY5" fmla="*/ 2445623 h 3077173"/>
              <a:gd name="connsiteX6" fmla="*/ 909244 w 2710118"/>
              <a:gd name="connsiteY6" fmla="*/ 2210260 h 3077173"/>
              <a:gd name="connsiteX7" fmla="*/ 975062 w 2710118"/>
              <a:gd name="connsiteY7" fmla="*/ 1771444 h 3077173"/>
              <a:gd name="connsiteX8" fmla="*/ 989064 w 2710118"/>
              <a:gd name="connsiteY8" fmla="*/ 1486170 h 3077173"/>
              <a:gd name="connsiteX9" fmla="*/ 1058882 w 2710118"/>
              <a:gd name="connsiteY9" fmla="*/ 1115171 h 3077173"/>
              <a:gd name="connsiteX10" fmla="*/ 1238333 w 2710118"/>
              <a:gd name="connsiteY10" fmla="*/ 776081 h 3077173"/>
              <a:gd name="connsiteX11" fmla="*/ 1567327 w 2710118"/>
              <a:gd name="connsiteY11" fmla="*/ 399081 h 3077173"/>
              <a:gd name="connsiteX12" fmla="*/ 1944136 w 2710118"/>
              <a:gd name="connsiteY12" fmla="*/ 85899 h 3077173"/>
              <a:gd name="connsiteX13" fmla="*/ 2167402 w 2710118"/>
              <a:gd name="connsiteY13" fmla="*/ 2079 h 3077173"/>
              <a:gd name="connsiteX14" fmla="*/ 2412671 w 2710118"/>
              <a:gd name="connsiteY14" fmla="*/ 53991 h 3077173"/>
              <a:gd name="connsiteX15" fmla="*/ 2616030 w 2710118"/>
              <a:gd name="connsiteY15" fmla="*/ 291354 h 3077173"/>
              <a:gd name="connsiteX16" fmla="*/ 2637937 w 2710118"/>
              <a:gd name="connsiteY16" fmla="*/ 724265 h 3077173"/>
              <a:gd name="connsiteX17" fmla="*/ 2691753 w 2710118"/>
              <a:gd name="connsiteY17" fmla="*/ 1117266 h 3077173"/>
              <a:gd name="connsiteX18" fmla="*/ 2705755 w 2710118"/>
              <a:gd name="connsiteY18" fmla="*/ 1476359 h 3077173"/>
              <a:gd name="connsiteX19" fmla="*/ 2616030 w 2710118"/>
              <a:gd name="connsiteY19" fmla="*/ 1859359 h 3077173"/>
              <a:gd name="connsiteX20" fmla="*/ 2404670 w 2710118"/>
              <a:gd name="connsiteY20" fmla="*/ 2250361 h 3077173"/>
              <a:gd name="connsiteX21" fmla="*/ 2198263 w 2710118"/>
              <a:gd name="connsiteY21" fmla="*/ 2456862 h 3077173"/>
              <a:gd name="connsiteX22" fmla="*/ 1482095 w 2710118"/>
              <a:gd name="connsiteY22" fmla="*/ 3073546 h 3077173"/>
              <a:gd name="connsiteX23" fmla="*/ 1327868 w 2710118"/>
              <a:gd name="connsiteY23" fmla="*/ 2810907 h 3077173"/>
              <a:gd name="connsiteX24" fmla="*/ 931057 w 2710118"/>
              <a:gd name="connsiteY24" fmla="*/ 2912634 h 3077173"/>
              <a:gd name="connsiteX25" fmla="*/ 695789 w 2710118"/>
              <a:gd name="connsiteY25" fmla="*/ 2972451 h 3077173"/>
              <a:gd name="connsiteX26" fmla="*/ 348889 w 2710118"/>
              <a:gd name="connsiteY26" fmla="*/ 2984452 h 3077173"/>
              <a:gd name="connsiteX27" fmla="*/ 73711 w 2710118"/>
              <a:gd name="connsiteY27" fmla="*/ 2882725 h 3077173"/>
              <a:gd name="connsiteX28" fmla="*/ 2179 w 2710118"/>
              <a:gd name="connsiteY28" fmla="*/ 2712895 h 3077173"/>
              <a:gd name="connsiteX0" fmla="*/ 2179 w 2710118"/>
              <a:gd name="connsiteY0" fmla="*/ 2712895 h 3084772"/>
              <a:gd name="connsiteX1" fmla="*/ 18085 w 2710118"/>
              <a:gd name="connsiteY1" fmla="*/ 2589260 h 3084772"/>
              <a:gd name="connsiteX2" fmla="*/ 161627 w 2710118"/>
              <a:gd name="connsiteY2" fmla="*/ 2489533 h 3084772"/>
              <a:gd name="connsiteX3" fmla="*/ 384893 w 2710118"/>
              <a:gd name="connsiteY3" fmla="*/ 2559352 h 3084772"/>
              <a:gd name="connsiteX4" fmla="*/ 648069 w 2710118"/>
              <a:gd name="connsiteY4" fmla="*/ 2579259 h 3084772"/>
              <a:gd name="connsiteX5" fmla="*/ 831520 w 2710118"/>
              <a:gd name="connsiteY5" fmla="*/ 2445623 h 3084772"/>
              <a:gd name="connsiteX6" fmla="*/ 909244 w 2710118"/>
              <a:gd name="connsiteY6" fmla="*/ 2210260 h 3084772"/>
              <a:gd name="connsiteX7" fmla="*/ 975062 w 2710118"/>
              <a:gd name="connsiteY7" fmla="*/ 1771444 h 3084772"/>
              <a:gd name="connsiteX8" fmla="*/ 989064 w 2710118"/>
              <a:gd name="connsiteY8" fmla="*/ 1486170 h 3084772"/>
              <a:gd name="connsiteX9" fmla="*/ 1058882 w 2710118"/>
              <a:gd name="connsiteY9" fmla="*/ 1115171 h 3084772"/>
              <a:gd name="connsiteX10" fmla="*/ 1238333 w 2710118"/>
              <a:gd name="connsiteY10" fmla="*/ 776081 h 3084772"/>
              <a:gd name="connsiteX11" fmla="*/ 1567327 w 2710118"/>
              <a:gd name="connsiteY11" fmla="*/ 399081 h 3084772"/>
              <a:gd name="connsiteX12" fmla="*/ 1944136 w 2710118"/>
              <a:gd name="connsiteY12" fmla="*/ 85899 h 3084772"/>
              <a:gd name="connsiteX13" fmla="*/ 2167402 w 2710118"/>
              <a:gd name="connsiteY13" fmla="*/ 2079 h 3084772"/>
              <a:gd name="connsiteX14" fmla="*/ 2412671 w 2710118"/>
              <a:gd name="connsiteY14" fmla="*/ 53991 h 3084772"/>
              <a:gd name="connsiteX15" fmla="*/ 2616030 w 2710118"/>
              <a:gd name="connsiteY15" fmla="*/ 291354 h 3084772"/>
              <a:gd name="connsiteX16" fmla="*/ 2637937 w 2710118"/>
              <a:gd name="connsiteY16" fmla="*/ 724265 h 3084772"/>
              <a:gd name="connsiteX17" fmla="*/ 2691753 w 2710118"/>
              <a:gd name="connsiteY17" fmla="*/ 1117266 h 3084772"/>
              <a:gd name="connsiteX18" fmla="*/ 2705755 w 2710118"/>
              <a:gd name="connsiteY18" fmla="*/ 1476359 h 3084772"/>
              <a:gd name="connsiteX19" fmla="*/ 2616030 w 2710118"/>
              <a:gd name="connsiteY19" fmla="*/ 1859359 h 3084772"/>
              <a:gd name="connsiteX20" fmla="*/ 2404670 w 2710118"/>
              <a:gd name="connsiteY20" fmla="*/ 2250361 h 3084772"/>
              <a:gd name="connsiteX21" fmla="*/ 2198263 w 2710118"/>
              <a:gd name="connsiteY21" fmla="*/ 2456862 h 3084772"/>
              <a:gd name="connsiteX22" fmla="*/ 1482095 w 2710118"/>
              <a:gd name="connsiteY22" fmla="*/ 3073546 h 3084772"/>
              <a:gd name="connsiteX23" fmla="*/ 1244492 w 2710118"/>
              <a:gd name="connsiteY23" fmla="*/ 2859409 h 3084772"/>
              <a:gd name="connsiteX24" fmla="*/ 931057 w 2710118"/>
              <a:gd name="connsiteY24" fmla="*/ 2912634 h 3084772"/>
              <a:gd name="connsiteX25" fmla="*/ 695789 w 2710118"/>
              <a:gd name="connsiteY25" fmla="*/ 2972451 h 3084772"/>
              <a:gd name="connsiteX26" fmla="*/ 348889 w 2710118"/>
              <a:gd name="connsiteY26" fmla="*/ 2984452 h 3084772"/>
              <a:gd name="connsiteX27" fmla="*/ 73711 w 2710118"/>
              <a:gd name="connsiteY27" fmla="*/ 2882725 h 3084772"/>
              <a:gd name="connsiteX28" fmla="*/ 2179 w 2710118"/>
              <a:gd name="connsiteY28" fmla="*/ 2712895 h 3084772"/>
              <a:gd name="connsiteX0" fmla="*/ 1885 w 2709824"/>
              <a:gd name="connsiteY0" fmla="*/ 2712895 h 3084772"/>
              <a:gd name="connsiteX1" fmla="*/ 17791 w 2709824"/>
              <a:gd name="connsiteY1" fmla="*/ 2589260 h 3084772"/>
              <a:gd name="connsiteX2" fmla="*/ 99190 w 2709824"/>
              <a:gd name="connsiteY2" fmla="*/ 2337246 h 3084772"/>
              <a:gd name="connsiteX3" fmla="*/ 384599 w 2709824"/>
              <a:gd name="connsiteY3" fmla="*/ 2559352 h 3084772"/>
              <a:gd name="connsiteX4" fmla="*/ 647775 w 2709824"/>
              <a:gd name="connsiteY4" fmla="*/ 2579259 h 3084772"/>
              <a:gd name="connsiteX5" fmla="*/ 831226 w 2709824"/>
              <a:gd name="connsiteY5" fmla="*/ 2445623 h 3084772"/>
              <a:gd name="connsiteX6" fmla="*/ 908950 w 2709824"/>
              <a:gd name="connsiteY6" fmla="*/ 2210260 h 3084772"/>
              <a:gd name="connsiteX7" fmla="*/ 974768 w 2709824"/>
              <a:gd name="connsiteY7" fmla="*/ 1771444 h 3084772"/>
              <a:gd name="connsiteX8" fmla="*/ 988770 w 2709824"/>
              <a:gd name="connsiteY8" fmla="*/ 1486170 h 3084772"/>
              <a:gd name="connsiteX9" fmla="*/ 1058588 w 2709824"/>
              <a:gd name="connsiteY9" fmla="*/ 1115171 h 3084772"/>
              <a:gd name="connsiteX10" fmla="*/ 1238039 w 2709824"/>
              <a:gd name="connsiteY10" fmla="*/ 776081 h 3084772"/>
              <a:gd name="connsiteX11" fmla="*/ 1567033 w 2709824"/>
              <a:gd name="connsiteY11" fmla="*/ 399081 h 3084772"/>
              <a:gd name="connsiteX12" fmla="*/ 1943842 w 2709824"/>
              <a:gd name="connsiteY12" fmla="*/ 85899 h 3084772"/>
              <a:gd name="connsiteX13" fmla="*/ 2167108 w 2709824"/>
              <a:gd name="connsiteY13" fmla="*/ 2079 h 3084772"/>
              <a:gd name="connsiteX14" fmla="*/ 2412377 w 2709824"/>
              <a:gd name="connsiteY14" fmla="*/ 53991 h 3084772"/>
              <a:gd name="connsiteX15" fmla="*/ 2615736 w 2709824"/>
              <a:gd name="connsiteY15" fmla="*/ 291354 h 3084772"/>
              <a:gd name="connsiteX16" fmla="*/ 2637643 w 2709824"/>
              <a:gd name="connsiteY16" fmla="*/ 724265 h 3084772"/>
              <a:gd name="connsiteX17" fmla="*/ 2691459 w 2709824"/>
              <a:gd name="connsiteY17" fmla="*/ 1117266 h 3084772"/>
              <a:gd name="connsiteX18" fmla="*/ 2705461 w 2709824"/>
              <a:gd name="connsiteY18" fmla="*/ 1476359 h 3084772"/>
              <a:gd name="connsiteX19" fmla="*/ 2615736 w 2709824"/>
              <a:gd name="connsiteY19" fmla="*/ 1859359 h 3084772"/>
              <a:gd name="connsiteX20" fmla="*/ 2404376 w 2709824"/>
              <a:gd name="connsiteY20" fmla="*/ 2250361 h 3084772"/>
              <a:gd name="connsiteX21" fmla="*/ 2197969 w 2709824"/>
              <a:gd name="connsiteY21" fmla="*/ 2456862 h 3084772"/>
              <a:gd name="connsiteX22" fmla="*/ 1481801 w 2709824"/>
              <a:gd name="connsiteY22" fmla="*/ 3073546 h 3084772"/>
              <a:gd name="connsiteX23" fmla="*/ 1244198 w 2709824"/>
              <a:gd name="connsiteY23" fmla="*/ 2859409 h 3084772"/>
              <a:gd name="connsiteX24" fmla="*/ 930763 w 2709824"/>
              <a:gd name="connsiteY24" fmla="*/ 2912634 h 3084772"/>
              <a:gd name="connsiteX25" fmla="*/ 695495 w 2709824"/>
              <a:gd name="connsiteY25" fmla="*/ 2972451 h 3084772"/>
              <a:gd name="connsiteX26" fmla="*/ 348595 w 2709824"/>
              <a:gd name="connsiteY26" fmla="*/ 2984452 h 3084772"/>
              <a:gd name="connsiteX27" fmla="*/ 73417 w 2709824"/>
              <a:gd name="connsiteY27" fmla="*/ 2882725 h 3084772"/>
              <a:gd name="connsiteX28" fmla="*/ 1885 w 2709824"/>
              <a:gd name="connsiteY28" fmla="*/ 2712895 h 3084772"/>
              <a:gd name="connsiteX0" fmla="*/ 1885 w 2709824"/>
              <a:gd name="connsiteY0" fmla="*/ 2664363 h 3036240"/>
              <a:gd name="connsiteX1" fmla="*/ 17791 w 2709824"/>
              <a:gd name="connsiteY1" fmla="*/ 2540728 h 3036240"/>
              <a:gd name="connsiteX2" fmla="*/ 99190 w 2709824"/>
              <a:gd name="connsiteY2" fmla="*/ 2288714 h 3036240"/>
              <a:gd name="connsiteX3" fmla="*/ 384599 w 2709824"/>
              <a:gd name="connsiteY3" fmla="*/ 2510820 h 3036240"/>
              <a:gd name="connsiteX4" fmla="*/ 647775 w 2709824"/>
              <a:gd name="connsiteY4" fmla="*/ 2530727 h 3036240"/>
              <a:gd name="connsiteX5" fmla="*/ 831226 w 2709824"/>
              <a:gd name="connsiteY5" fmla="*/ 2397091 h 3036240"/>
              <a:gd name="connsiteX6" fmla="*/ 908950 w 2709824"/>
              <a:gd name="connsiteY6" fmla="*/ 2161728 h 3036240"/>
              <a:gd name="connsiteX7" fmla="*/ 974768 w 2709824"/>
              <a:gd name="connsiteY7" fmla="*/ 1722912 h 3036240"/>
              <a:gd name="connsiteX8" fmla="*/ 988770 w 2709824"/>
              <a:gd name="connsiteY8" fmla="*/ 1437638 h 3036240"/>
              <a:gd name="connsiteX9" fmla="*/ 1058588 w 2709824"/>
              <a:gd name="connsiteY9" fmla="*/ 1066639 h 3036240"/>
              <a:gd name="connsiteX10" fmla="*/ 1238039 w 2709824"/>
              <a:gd name="connsiteY10" fmla="*/ 727549 h 3036240"/>
              <a:gd name="connsiteX11" fmla="*/ 1567033 w 2709824"/>
              <a:gd name="connsiteY11" fmla="*/ 350549 h 3036240"/>
              <a:gd name="connsiteX12" fmla="*/ 1943842 w 2709824"/>
              <a:gd name="connsiteY12" fmla="*/ 37367 h 3036240"/>
              <a:gd name="connsiteX13" fmla="*/ 2169089 w 2709824"/>
              <a:gd name="connsiteY13" fmla="*/ 74709 h 3036240"/>
              <a:gd name="connsiteX14" fmla="*/ 2412377 w 2709824"/>
              <a:gd name="connsiteY14" fmla="*/ 5459 h 3036240"/>
              <a:gd name="connsiteX15" fmla="*/ 2615736 w 2709824"/>
              <a:gd name="connsiteY15" fmla="*/ 242822 h 3036240"/>
              <a:gd name="connsiteX16" fmla="*/ 2637643 w 2709824"/>
              <a:gd name="connsiteY16" fmla="*/ 675733 h 3036240"/>
              <a:gd name="connsiteX17" fmla="*/ 2691459 w 2709824"/>
              <a:gd name="connsiteY17" fmla="*/ 1068734 h 3036240"/>
              <a:gd name="connsiteX18" fmla="*/ 2705461 w 2709824"/>
              <a:gd name="connsiteY18" fmla="*/ 1427827 h 3036240"/>
              <a:gd name="connsiteX19" fmla="*/ 2615736 w 2709824"/>
              <a:gd name="connsiteY19" fmla="*/ 1810827 h 3036240"/>
              <a:gd name="connsiteX20" fmla="*/ 2404376 w 2709824"/>
              <a:gd name="connsiteY20" fmla="*/ 2201829 h 3036240"/>
              <a:gd name="connsiteX21" fmla="*/ 2197969 w 2709824"/>
              <a:gd name="connsiteY21" fmla="*/ 2408330 h 3036240"/>
              <a:gd name="connsiteX22" fmla="*/ 1481801 w 2709824"/>
              <a:gd name="connsiteY22" fmla="*/ 3025014 h 3036240"/>
              <a:gd name="connsiteX23" fmla="*/ 1244198 w 2709824"/>
              <a:gd name="connsiteY23" fmla="*/ 2810877 h 3036240"/>
              <a:gd name="connsiteX24" fmla="*/ 930763 w 2709824"/>
              <a:gd name="connsiteY24" fmla="*/ 2864102 h 3036240"/>
              <a:gd name="connsiteX25" fmla="*/ 695495 w 2709824"/>
              <a:gd name="connsiteY25" fmla="*/ 2923919 h 3036240"/>
              <a:gd name="connsiteX26" fmla="*/ 348595 w 2709824"/>
              <a:gd name="connsiteY26" fmla="*/ 2935920 h 3036240"/>
              <a:gd name="connsiteX27" fmla="*/ 73417 w 2709824"/>
              <a:gd name="connsiteY27" fmla="*/ 2834193 h 3036240"/>
              <a:gd name="connsiteX28" fmla="*/ 1885 w 2709824"/>
              <a:gd name="connsiteY28" fmla="*/ 2664363 h 3036240"/>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974768 w 2709824"/>
              <a:gd name="connsiteY7" fmla="*/ 1723861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1885 w 2709824"/>
              <a:gd name="connsiteY0" fmla="*/ 2665312 h 3037189"/>
              <a:gd name="connsiteX1" fmla="*/ 17791 w 2709824"/>
              <a:gd name="connsiteY1" fmla="*/ 2541677 h 3037189"/>
              <a:gd name="connsiteX2" fmla="*/ 99190 w 2709824"/>
              <a:gd name="connsiteY2" fmla="*/ 2289663 h 3037189"/>
              <a:gd name="connsiteX3" fmla="*/ 384599 w 2709824"/>
              <a:gd name="connsiteY3" fmla="*/ 2511769 h 3037189"/>
              <a:gd name="connsiteX4" fmla="*/ 647775 w 2709824"/>
              <a:gd name="connsiteY4" fmla="*/ 2531676 h 3037189"/>
              <a:gd name="connsiteX5" fmla="*/ 831226 w 2709824"/>
              <a:gd name="connsiteY5" fmla="*/ 2398040 h 3037189"/>
              <a:gd name="connsiteX6" fmla="*/ 908950 w 2709824"/>
              <a:gd name="connsiteY6" fmla="*/ 2162677 h 3037189"/>
              <a:gd name="connsiteX7" fmla="*/ 870087 w 2709824"/>
              <a:gd name="connsiteY7" fmla="*/ 1760900 h 3037189"/>
              <a:gd name="connsiteX8" fmla="*/ 988770 w 2709824"/>
              <a:gd name="connsiteY8" fmla="*/ 1438587 h 3037189"/>
              <a:gd name="connsiteX9" fmla="*/ 1058588 w 2709824"/>
              <a:gd name="connsiteY9" fmla="*/ 1067588 h 3037189"/>
              <a:gd name="connsiteX10" fmla="*/ 1238039 w 2709824"/>
              <a:gd name="connsiteY10" fmla="*/ 728498 h 3037189"/>
              <a:gd name="connsiteX11" fmla="*/ 1567033 w 2709824"/>
              <a:gd name="connsiteY11" fmla="*/ 351498 h 3037189"/>
              <a:gd name="connsiteX12" fmla="*/ 1893304 w 2709824"/>
              <a:gd name="connsiteY12" fmla="*/ 161680 h 3037189"/>
              <a:gd name="connsiteX13" fmla="*/ 2169089 w 2709824"/>
              <a:gd name="connsiteY13" fmla="*/ 75658 h 3037189"/>
              <a:gd name="connsiteX14" fmla="*/ 2412377 w 2709824"/>
              <a:gd name="connsiteY14" fmla="*/ 6408 h 3037189"/>
              <a:gd name="connsiteX15" fmla="*/ 2615736 w 2709824"/>
              <a:gd name="connsiteY15" fmla="*/ 243771 h 3037189"/>
              <a:gd name="connsiteX16" fmla="*/ 2637643 w 2709824"/>
              <a:gd name="connsiteY16" fmla="*/ 676682 h 3037189"/>
              <a:gd name="connsiteX17" fmla="*/ 2691459 w 2709824"/>
              <a:gd name="connsiteY17" fmla="*/ 1069683 h 3037189"/>
              <a:gd name="connsiteX18" fmla="*/ 2705461 w 2709824"/>
              <a:gd name="connsiteY18" fmla="*/ 1428776 h 3037189"/>
              <a:gd name="connsiteX19" fmla="*/ 2615736 w 2709824"/>
              <a:gd name="connsiteY19" fmla="*/ 1811776 h 3037189"/>
              <a:gd name="connsiteX20" fmla="*/ 2404376 w 2709824"/>
              <a:gd name="connsiteY20" fmla="*/ 2202778 h 3037189"/>
              <a:gd name="connsiteX21" fmla="*/ 2197969 w 2709824"/>
              <a:gd name="connsiteY21" fmla="*/ 2409279 h 3037189"/>
              <a:gd name="connsiteX22" fmla="*/ 1481801 w 2709824"/>
              <a:gd name="connsiteY22" fmla="*/ 3025963 h 3037189"/>
              <a:gd name="connsiteX23" fmla="*/ 1244198 w 2709824"/>
              <a:gd name="connsiteY23" fmla="*/ 2811826 h 3037189"/>
              <a:gd name="connsiteX24" fmla="*/ 930763 w 2709824"/>
              <a:gd name="connsiteY24" fmla="*/ 2865051 h 3037189"/>
              <a:gd name="connsiteX25" fmla="*/ 695495 w 2709824"/>
              <a:gd name="connsiteY25" fmla="*/ 2924868 h 3037189"/>
              <a:gd name="connsiteX26" fmla="*/ 348595 w 2709824"/>
              <a:gd name="connsiteY26" fmla="*/ 2936869 h 3037189"/>
              <a:gd name="connsiteX27" fmla="*/ 73417 w 2709824"/>
              <a:gd name="connsiteY27" fmla="*/ 2835142 h 3037189"/>
              <a:gd name="connsiteX28" fmla="*/ 1885 w 2709824"/>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57352 w 2751440"/>
              <a:gd name="connsiteY19" fmla="*/ 181177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445992 w 2751440"/>
              <a:gd name="connsiteY20" fmla="*/ 2202778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679259 w 2751440"/>
              <a:gd name="connsiteY16" fmla="*/ 676682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5312 h 3037189"/>
              <a:gd name="connsiteX1" fmla="*/ 3140 w 2751440"/>
              <a:gd name="connsiteY1" fmla="*/ 2423999 h 3037189"/>
              <a:gd name="connsiteX2" fmla="*/ 140806 w 2751440"/>
              <a:gd name="connsiteY2" fmla="*/ 2289663 h 3037189"/>
              <a:gd name="connsiteX3" fmla="*/ 426215 w 2751440"/>
              <a:gd name="connsiteY3" fmla="*/ 2511769 h 3037189"/>
              <a:gd name="connsiteX4" fmla="*/ 689391 w 2751440"/>
              <a:gd name="connsiteY4" fmla="*/ 2531676 h 3037189"/>
              <a:gd name="connsiteX5" fmla="*/ 872842 w 2751440"/>
              <a:gd name="connsiteY5" fmla="*/ 2398040 h 3037189"/>
              <a:gd name="connsiteX6" fmla="*/ 950566 w 2751440"/>
              <a:gd name="connsiteY6" fmla="*/ 2162677 h 3037189"/>
              <a:gd name="connsiteX7" fmla="*/ 911703 w 2751440"/>
              <a:gd name="connsiteY7" fmla="*/ 1760900 h 3037189"/>
              <a:gd name="connsiteX8" fmla="*/ 1030386 w 2751440"/>
              <a:gd name="connsiteY8" fmla="*/ 1438587 h 3037189"/>
              <a:gd name="connsiteX9" fmla="*/ 1100204 w 2751440"/>
              <a:gd name="connsiteY9" fmla="*/ 1067588 h 3037189"/>
              <a:gd name="connsiteX10" fmla="*/ 1279655 w 2751440"/>
              <a:gd name="connsiteY10" fmla="*/ 728498 h 3037189"/>
              <a:gd name="connsiteX11" fmla="*/ 1608649 w 2751440"/>
              <a:gd name="connsiteY11" fmla="*/ 351498 h 3037189"/>
              <a:gd name="connsiteX12" fmla="*/ 1934920 w 2751440"/>
              <a:gd name="connsiteY12" fmla="*/ 161680 h 3037189"/>
              <a:gd name="connsiteX13" fmla="*/ 2210705 w 2751440"/>
              <a:gd name="connsiteY13" fmla="*/ 75658 h 3037189"/>
              <a:gd name="connsiteX14" fmla="*/ 2453993 w 2751440"/>
              <a:gd name="connsiteY14" fmla="*/ 6408 h 3037189"/>
              <a:gd name="connsiteX15" fmla="*/ 2657352 w 2751440"/>
              <a:gd name="connsiteY15" fmla="*/ 243771 h 3037189"/>
              <a:gd name="connsiteX16" fmla="*/ 2582362 w 2751440"/>
              <a:gd name="connsiteY16" fmla="*/ 657243 h 3037189"/>
              <a:gd name="connsiteX17" fmla="*/ 2733075 w 2751440"/>
              <a:gd name="connsiteY17" fmla="*/ 1069683 h 3037189"/>
              <a:gd name="connsiteX18" fmla="*/ 2747077 w 2751440"/>
              <a:gd name="connsiteY18" fmla="*/ 1428776 h 3037189"/>
              <a:gd name="connsiteX19" fmla="*/ 2601262 w 2751440"/>
              <a:gd name="connsiteY19" fmla="*/ 1768726 h 3037189"/>
              <a:gd name="connsiteX20" fmla="*/ 2501774 w 2751440"/>
              <a:gd name="connsiteY20" fmla="*/ 2144386 h 3037189"/>
              <a:gd name="connsiteX21" fmla="*/ 2239585 w 2751440"/>
              <a:gd name="connsiteY21" fmla="*/ 2409279 h 3037189"/>
              <a:gd name="connsiteX22" fmla="*/ 1523417 w 2751440"/>
              <a:gd name="connsiteY22" fmla="*/ 3025963 h 3037189"/>
              <a:gd name="connsiteX23" fmla="*/ 1285814 w 2751440"/>
              <a:gd name="connsiteY23" fmla="*/ 2811826 h 3037189"/>
              <a:gd name="connsiteX24" fmla="*/ 972379 w 2751440"/>
              <a:gd name="connsiteY24" fmla="*/ 2865051 h 3037189"/>
              <a:gd name="connsiteX25" fmla="*/ 737111 w 2751440"/>
              <a:gd name="connsiteY25" fmla="*/ 2924868 h 3037189"/>
              <a:gd name="connsiteX26" fmla="*/ 390211 w 2751440"/>
              <a:gd name="connsiteY26" fmla="*/ 2936869 h 3037189"/>
              <a:gd name="connsiteX27" fmla="*/ 115033 w 2751440"/>
              <a:gd name="connsiteY27" fmla="*/ 2835142 h 3037189"/>
              <a:gd name="connsiteX28" fmla="*/ 43501 w 2751440"/>
              <a:gd name="connsiteY28" fmla="*/ 2665312 h 3037189"/>
              <a:gd name="connsiteX0" fmla="*/ 43501 w 2751440"/>
              <a:gd name="connsiteY0" fmla="*/ 2660058 h 3031935"/>
              <a:gd name="connsiteX1" fmla="*/ 3140 w 2751440"/>
              <a:gd name="connsiteY1" fmla="*/ 2418745 h 3031935"/>
              <a:gd name="connsiteX2" fmla="*/ 140806 w 2751440"/>
              <a:gd name="connsiteY2" fmla="*/ 2284409 h 3031935"/>
              <a:gd name="connsiteX3" fmla="*/ 426215 w 2751440"/>
              <a:gd name="connsiteY3" fmla="*/ 2506515 h 3031935"/>
              <a:gd name="connsiteX4" fmla="*/ 689391 w 2751440"/>
              <a:gd name="connsiteY4" fmla="*/ 2526422 h 3031935"/>
              <a:gd name="connsiteX5" fmla="*/ 872842 w 2751440"/>
              <a:gd name="connsiteY5" fmla="*/ 2392786 h 3031935"/>
              <a:gd name="connsiteX6" fmla="*/ 950566 w 2751440"/>
              <a:gd name="connsiteY6" fmla="*/ 2157423 h 3031935"/>
              <a:gd name="connsiteX7" fmla="*/ 911703 w 2751440"/>
              <a:gd name="connsiteY7" fmla="*/ 1755646 h 3031935"/>
              <a:gd name="connsiteX8" fmla="*/ 1030386 w 2751440"/>
              <a:gd name="connsiteY8" fmla="*/ 1433333 h 3031935"/>
              <a:gd name="connsiteX9" fmla="*/ 1100204 w 2751440"/>
              <a:gd name="connsiteY9" fmla="*/ 1062334 h 3031935"/>
              <a:gd name="connsiteX10" fmla="*/ 1279655 w 2751440"/>
              <a:gd name="connsiteY10" fmla="*/ 723244 h 3031935"/>
              <a:gd name="connsiteX11" fmla="*/ 1608649 w 2751440"/>
              <a:gd name="connsiteY11" fmla="*/ 346244 h 3031935"/>
              <a:gd name="connsiteX12" fmla="*/ 1934920 w 2751440"/>
              <a:gd name="connsiteY12" fmla="*/ 156426 h 3031935"/>
              <a:gd name="connsiteX13" fmla="*/ 2453993 w 2751440"/>
              <a:gd name="connsiteY13" fmla="*/ 1154 h 3031935"/>
              <a:gd name="connsiteX14" fmla="*/ 2657352 w 2751440"/>
              <a:gd name="connsiteY14" fmla="*/ 238517 h 3031935"/>
              <a:gd name="connsiteX15" fmla="*/ 2582362 w 2751440"/>
              <a:gd name="connsiteY15" fmla="*/ 651989 h 3031935"/>
              <a:gd name="connsiteX16" fmla="*/ 2733075 w 2751440"/>
              <a:gd name="connsiteY16" fmla="*/ 1064429 h 3031935"/>
              <a:gd name="connsiteX17" fmla="*/ 2747077 w 2751440"/>
              <a:gd name="connsiteY17" fmla="*/ 1423522 h 3031935"/>
              <a:gd name="connsiteX18" fmla="*/ 2601262 w 2751440"/>
              <a:gd name="connsiteY18" fmla="*/ 1763472 h 3031935"/>
              <a:gd name="connsiteX19" fmla="*/ 2501774 w 2751440"/>
              <a:gd name="connsiteY19" fmla="*/ 2139132 h 3031935"/>
              <a:gd name="connsiteX20" fmla="*/ 2239585 w 2751440"/>
              <a:gd name="connsiteY20" fmla="*/ 2404025 h 3031935"/>
              <a:gd name="connsiteX21" fmla="*/ 1523417 w 2751440"/>
              <a:gd name="connsiteY21" fmla="*/ 3020709 h 3031935"/>
              <a:gd name="connsiteX22" fmla="*/ 1285814 w 2751440"/>
              <a:gd name="connsiteY22" fmla="*/ 2806572 h 3031935"/>
              <a:gd name="connsiteX23" fmla="*/ 972379 w 2751440"/>
              <a:gd name="connsiteY23" fmla="*/ 2859797 h 3031935"/>
              <a:gd name="connsiteX24" fmla="*/ 737111 w 2751440"/>
              <a:gd name="connsiteY24" fmla="*/ 2919614 h 3031935"/>
              <a:gd name="connsiteX25" fmla="*/ 390211 w 2751440"/>
              <a:gd name="connsiteY25" fmla="*/ 2931615 h 3031935"/>
              <a:gd name="connsiteX26" fmla="*/ 115033 w 2751440"/>
              <a:gd name="connsiteY26" fmla="*/ 2829888 h 3031935"/>
              <a:gd name="connsiteX27" fmla="*/ 43501 w 2751440"/>
              <a:gd name="connsiteY27" fmla="*/ 2660058 h 3031935"/>
              <a:gd name="connsiteX0" fmla="*/ 43501 w 2751440"/>
              <a:gd name="connsiteY0" fmla="*/ 2665155 h 3037032"/>
              <a:gd name="connsiteX1" fmla="*/ 3140 w 2751440"/>
              <a:gd name="connsiteY1" fmla="*/ 2423842 h 3037032"/>
              <a:gd name="connsiteX2" fmla="*/ 140806 w 2751440"/>
              <a:gd name="connsiteY2" fmla="*/ 2289506 h 3037032"/>
              <a:gd name="connsiteX3" fmla="*/ 426215 w 2751440"/>
              <a:gd name="connsiteY3" fmla="*/ 2511612 h 3037032"/>
              <a:gd name="connsiteX4" fmla="*/ 689391 w 2751440"/>
              <a:gd name="connsiteY4" fmla="*/ 2531519 h 3037032"/>
              <a:gd name="connsiteX5" fmla="*/ 872842 w 2751440"/>
              <a:gd name="connsiteY5" fmla="*/ 2397883 h 3037032"/>
              <a:gd name="connsiteX6" fmla="*/ 950566 w 2751440"/>
              <a:gd name="connsiteY6" fmla="*/ 2162520 h 3037032"/>
              <a:gd name="connsiteX7" fmla="*/ 911703 w 2751440"/>
              <a:gd name="connsiteY7" fmla="*/ 1760743 h 3037032"/>
              <a:gd name="connsiteX8" fmla="*/ 1030386 w 2751440"/>
              <a:gd name="connsiteY8" fmla="*/ 1438430 h 3037032"/>
              <a:gd name="connsiteX9" fmla="*/ 1100204 w 2751440"/>
              <a:gd name="connsiteY9" fmla="*/ 1067431 h 3037032"/>
              <a:gd name="connsiteX10" fmla="*/ 1279655 w 2751440"/>
              <a:gd name="connsiteY10" fmla="*/ 728341 h 3037032"/>
              <a:gd name="connsiteX11" fmla="*/ 1608649 w 2751440"/>
              <a:gd name="connsiteY11" fmla="*/ 351341 h 3037032"/>
              <a:gd name="connsiteX12" fmla="*/ 1934920 w 2751440"/>
              <a:gd name="connsiteY12" fmla="*/ 161523 h 3037032"/>
              <a:gd name="connsiteX13" fmla="*/ 2453993 w 2751440"/>
              <a:gd name="connsiteY13" fmla="*/ 6251 h 3037032"/>
              <a:gd name="connsiteX14" fmla="*/ 2657352 w 2751440"/>
              <a:gd name="connsiteY14" fmla="*/ 243614 h 3037032"/>
              <a:gd name="connsiteX15" fmla="*/ 2582362 w 2751440"/>
              <a:gd name="connsiteY15" fmla="*/ 657086 h 3037032"/>
              <a:gd name="connsiteX16" fmla="*/ 2733075 w 2751440"/>
              <a:gd name="connsiteY16" fmla="*/ 1069526 h 3037032"/>
              <a:gd name="connsiteX17" fmla="*/ 2747077 w 2751440"/>
              <a:gd name="connsiteY17" fmla="*/ 1428619 h 3037032"/>
              <a:gd name="connsiteX18" fmla="*/ 2601262 w 2751440"/>
              <a:gd name="connsiteY18" fmla="*/ 1768569 h 3037032"/>
              <a:gd name="connsiteX19" fmla="*/ 2501774 w 2751440"/>
              <a:gd name="connsiteY19" fmla="*/ 2144229 h 3037032"/>
              <a:gd name="connsiteX20" fmla="*/ 2239585 w 2751440"/>
              <a:gd name="connsiteY20" fmla="*/ 2409122 h 3037032"/>
              <a:gd name="connsiteX21" fmla="*/ 1523417 w 2751440"/>
              <a:gd name="connsiteY21" fmla="*/ 3025806 h 3037032"/>
              <a:gd name="connsiteX22" fmla="*/ 1285814 w 2751440"/>
              <a:gd name="connsiteY22" fmla="*/ 2811669 h 3037032"/>
              <a:gd name="connsiteX23" fmla="*/ 972379 w 2751440"/>
              <a:gd name="connsiteY23" fmla="*/ 2864894 h 3037032"/>
              <a:gd name="connsiteX24" fmla="*/ 737111 w 2751440"/>
              <a:gd name="connsiteY24" fmla="*/ 2924711 h 3037032"/>
              <a:gd name="connsiteX25" fmla="*/ 390211 w 2751440"/>
              <a:gd name="connsiteY25" fmla="*/ 2936712 h 3037032"/>
              <a:gd name="connsiteX26" fmla="*/ 115033 w 2751440"/>
              <a:gd name="connsiteY26" fmla="*/ 2834985 h 3037032"/>
              <a:gd name="connsiteX27" fmla="*/ 43501 w 2751440"/>
              <a:gd name="connsiteY27" fmla="*/ 2665155 h 3037032"/>
              <a:gd name="connsiteX0" fmla="*/ 43501 w 2751440"/>
              <a:gd name="connsiteY0" fmla="*/ 2627314 h 2999191"/>
              <a:gd name="connsiteX1" fmla="*/ 3140 w 2751440"/>
              <a:gd name="connsiteY1" fmla="*/ 2386001 h 2999191"/>
              <a:gd name="connsiteX2" fmla="*/ 140806 w 2751440"/>
              <a:gd name="connsiteY2" fmla="*/ 2251665 h 2999191"/>
              <a:gd name="connsiteX3" fmla="*/ 426215 w 2751440"/>
              <a:gd name="connsiteY3" fmla="*/ 2473771 h 2999191"/>
              <a:gd name="connsiteX4" fmla="*/ 689391 w 2751440"/>
              <a:gd name="connsiteY4" fmla="*/ 2493678 h 2999191"/>
              <a:gd name="connsiteX5" fmla="*/ 872842 w 2751440"/>
              <a:gd name="connsiteY5" fmla="*/ 2360042 h 2999191"/>
              <a:gd name="connsiteX6" fmla="*/ 950566 w 2751440"/>
              <a:gd name="connsiteY6" fmla="*/ 2124679 h 2999191"/>
              <a:gd name="connsiteX7" fmla="*/ 911703 w 2751440"/>
              <a:gd name="connsiteY7" fmla="*/ 1722902 h 2999191"/>
              <a:gd name="connsiteX8" fmla="*/ 1030386 w 2751440"/>
              <a:gd name="connsiteY8" fmla="*/ 1400589 h 2999191"/>
              <a:gd name="connsiteX9" fmla="*/ 1100204 w 2751440"/>
              <a:gd name="connsiteY9" fmla="*/ 1029590 h 2999191"/>
              <a:gd name="connsiteX10" fmla="*/ 1279655 w 2751440"/>
              <a:gd name="connsiteY10" fmla="*/ 690500 h 2999191"/>
              <a:gd name="connsiteX11" fmla="*/ 1608649 w 2751440"/>
              <a:gd name="connsiteY11" fmla="*/ 313500 h 2999191"/>
              <a:gd name="connsiteX12" fmla="*/ 1934920 w 2751440"/>
              <a:gd name="connsiteY12" fmla="*/ 123682 h 2999191"/>
              <a:gd name="connsiteX13" fmla="*/ 2354830 w 2751440"/>
              <a:gd name="connsiteY13" fmla="*/ 7427 h 2999191"/>
              <a:gd name="connsiteX14" fmla="*/ 2657352 w 2751440"/>
              <a:gd name="connsiteY14" fmla="*/ 205773 h 2999191"/>
              <a:gd name="connsiteX15" fmla="*/ 2582362 w 2751440"/>
              <a:gd name="connsiteY15" fmla="*/ 619245 h 2999191"/>
              <a:gd name="connsiteX16" fmla="*/ 2733075 w 2751440"/>
              <a:gd name="connsiteY16" fmla="*/ 1031685 h 2999191"/>
              <a:gd name="connsiteX17" fmla="*/ 2747077 w 2751440"/>
              <a:gd name="connsiteY17" fmla="*/ 1390778 h 2999191"/>
              <a:gd name="connsiteX18" fmla="*/ 2601262 w 2751440"/>
              <a:gd name="connsiteY18" fmla="*/ 1730728 h 2999191"/>
              <a:gd name="connsiteX19" fmla="*/ 2501774 w 2751440"/>
              <a:gd name="connsiteY19" fmla="*/ 2106388 h 2999191"/>
              <a:gd name="connsiteX20" fmla="*/ 2239585 w 2751440"/>
              <a:gd name="connsiteY20" fmla="*/ 2371281 h 2999191"/>
              <a:gd name="connsiteX21" fmla="*/ 1523417 w 2751440"/>
              <a:gd name="connsiteY21" fmla="*/ 2987965 h 2999191"/>
              <a:gd name="connsiteX22" fmla="*/ 1285814 w 2751440"/>
              <a:gd name="connsiteY22" fmla="*/ 2773828 h 2999191"/>
              <a:gd name="connsiteX23" fmla="*/ 972379 w 2751440"/>
              <a:gd name="connsiteY23" fmla="*/ 2827053 h 2999191"/>
              <a:gd name="connsiteX24" fmla="*/ 737111 w 2751440"/>
              <a:gd name="connsiteY24" fmla="*/ 2886870 h 2999191"/>
              <a:gd name="connsiteX25" fmla="*/ 390211 w 2751440"/>
              <a:gd name="connsiteY25" fmla="*/ 2898871 h 2999191"/>
              <a:gd name="connsiteX26" fmla="*/ 115033 w 2751440"/>
              <a:gd name="connsiteY26" fmla="*/ 2797144 h 2999191"/>
              <a:gd name="connsiteX27" fmla="*/ 43501 w 2751440"/>
              <a:gd name="connsiteY27" fmla="*/ 2627314 h 299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51440" h="2999191">
                <a:moveTo>
                  <a:pt x="43501" y="2627314"/>
                </a:moveTo>
                <a:cubicBezTo>
                  <a:pt x="38548" y="2585023"/>
                  <a:pt x="-13077" y="2448609"/>
                  <a:pt x="3140" y="2386001"/>
                </a:cubicBezTo>
                <a:cubicBezTo>
                  <a:pt x="19357" y="2323393"/>
                  <a:pt x="70294" y="2237037"/>
                  <a:pt x="140806" y="2251665"/>
                </a:cubicBezTo>
                <a:cubicBezTo>
                  <a:pt x="211318" y="2266293"/>
                  <a:pt x="334784" y="2433436"/>
                  <a:pt x="426215" y="2473771"/>
                </a:cubicBezTo>
                <a:cubicBezTo>
                  <a:pt x="517646" y="2514106"/>
                  <a:pt x="602714" y="2517871"/>
                  <a:pt x="689391" y="2493678"/>
                </a:cubicBezTo>
                <a:cubicBezTo>
                  <a:pt x="764924" y="2472628"/>
                  <a:pt x="829885" y="2425765"/>
                  <a:pt x="872842" y="2360042"/>
                </a:cubicBezTo>
                <a:cubicBezTo>
                  <a:pt x="918372" y="2290224"/>
                  <a:pt x="944089" y="2230869"/>
                  <a:pt x="950566" y="2124679"/>
                </a:cubicBezTo>
                <a:cubicBezTo>
                  <a:pt x="957043" y="2018489"/>
                  <a:pt x="899797" y="1870444"/>
                  <a:pt x="911703" y="1722902"/>
                </a:cubicBezTo>
                <a:cubicBezTo>
                  <a:pt x="919323" y="1628033"/>
                  <a:pt x="1022861" y="1495553"/>
                  <a:pt x="1030386" y="1400589"/>
                </a:cubicBezTo>
                <a:cubicBezTo>
                  <a:pt x="1040292" y="1274573"/>
                  <a:pt x="1058485" y="1148843"/>
                  <a:pt x="1100204" y="1029590"/>
                </a:cubicBezTo>
                <a:cubicBezTo>
                  <a:pt x="1142591" y="908241"/>
                  <a:pt x="1205170" y="795370"/>
                  <a:pt x="1279655" y="690500"/>
                </a:cubicBezTo>
                <a:cubicBezTo>
                  <a:pt x="1376429" y="554197"/>
                  <a:pt x="1499438" y="407970"/>
                  <a:pt x="1608649" y="313500"/>
                </a:cubicBezTo>
                <a:cubicBezTo>
                  <a:pt x="1717860" y="219030"/>
                  <a:pt x="1810557" y="174694"/>
                  <a:pt x="1934920" y="123682"/>
                </a:cubicBezTo>
                <a:cubicBezTo>
                  <a:pt x="2059284" y="72670"/>
                  <a:pt x="2225870" y="53772"/>
                  <a:pt x="2354830" y="7427"/>
                </a:cubicBezTo>
                <a:cubicBezTo>
                  <a:pt x="2468869" y="-33556"/>
                  <a:pt x="2619430" y="103803"/>
                  <a:pt x="2657352" y="205773"/>
                </a:cubicBezTo>
                <a:cubicBezTo>
                  <a:pt x="2695274" y="307743"/>
                  <a:pt x="2578076" y="472750"/>
                  <a:pt x="2582362" y="619245"/>
                </a:cubicBezTo>
                <a:cubicBezTo>
                  <a:pt x="2586267" y="751452"/>
                  <a:pt x="2715263" y="900431"/>
                  <a:pt x="2733075" y="1031685"/>
                </a:cubicBezTo>
                <a:cubicBezTo>
                  <a:pt x="2749268" y="1150653"/>
                  <a:pt x="2756887" y="1271049"/>
                  <a:pt x="2747077" y="1390778"/>
                </a:cubicBezTo>
                <a:cubicBezTo>
                  <a:pt x="2736218" y="1522128"/>
                  <a:pt x="2642146" y="1611460"/>
                  <a:pt x="2601262" y="1730728"/>
                </a:cubicBezTo>
                <a:cubicBezTo>
                  <a:pt x="2560378" y="1849996"/>
                  <a:pt x="2562053" y="1999629"/>
                  <a:pt x="2501774" y="2106388"/>
                </a:cubicBezTo>
                <a:cubicBezTo>
                  <a:pt x="2441495" y="2213147"/>
                  <a:pt x="2402644" y="2224352"/>
                  <a:pt x="2239585" y="2371281"/>
                </a:cubicBezTo>
                <a:cubicBezTo>
                  <a:pt x="2076526" y="2518210"/>
                  <a:pt x="1682379" y="2920874"/>
                  <a:pt x="1523417" y="2987965"/>
                </a:cubicBezTo>
                <a:cubicBezTo>
                  <a:pt x="1364455" y="3055056"/>
                  <a:pt x="1377654" y="2800647"/>
                  <a:pt x="1285814" y="2773828"/>
                </a:cubicBezTo>
                <a:cubicBezTo>
                  <a:pt x="1193974" y="2747009"/>
                  <a:pt x="1063830" y="2808213"/>
                  <a:pt x="972379" y="2827053"/>
                </a:cubicBezTo>
                <a:cubicBezTo>
                  <a:pt x="880929" y="2845893"/>
                  <a:pt x="816835" y="2872678"/>
                  <a:pt x="737111" y="2886870"/>
                </a:cubicBezTo>
                <a:cubicBezTo>
                  <a:pt x="622525" y="2907348"/>
                  <a:pt x="506130" y="2909730"/>
                  <a:pt x="390211" y="2898871"/>
                </a:cubicBezTo>
                <a:cubicBezTo>
                  <a:pt x="288674" y="2889346"/>
                  <a:pt x="183328" y="2870963"/>
                  <a:pt x="115033" y="2797144"/>
                </a:cubicBezTo>
                <a:cubicBezTo>
                  <a:pt x="72742" y="2750853"/>
                  <a:pt x="50835" y="2689893"/>
                  <a:pt x="43501" y="2627314"/>
                </a:cubicBezTo>
                <a:close/>
              </a:path>
            </a:pathLst>
          </a:custGeom>
          <a:noFill/>
          <a:ln w="6350" cap="rnd">
            <a:solidFill>
              <a:schemeClr val="tx1">
                <a:alpha val="35000"/>
              </a:schemeClr>
            </a:solidFill>
            <a:prstDash val="dash"/>
            <a:round/>
          </a:ln>
        </p:spPr>
        <p:txBody>
          <a:bodyPr rtlCol="0" anchor="ctr"/>
          <a:lstStyle/>
          <a:p>
            <a:endParaRPr lang="en-US"/>
          </a:p>
        </p:txBody>
      </p:sp>
      <p:sp>
        <p:nvSpPr>
          <p:cNvPr id="72" name="Freeform: Shape 71">
            <a:extLst>
              <a:ext uri="{FF2B5EF4-FFF2-40B4-BE49-F238E27FC236}">
                <a16:creationId xmlns:a16="http://schemas.microsoft.com/office/drawing/2014/main" id="{17E3B589-BD8C-BAAA-3A5E-A9B445544DF9}"/>
              </a:ext>
            </a:extLst>
          </p:cNvPr>
          <p:cNvSpPr/>
          <p:nvPr userDrawn="1"/>
        </p:nvSpPr>
        <p:spPr>
          <a:xfrm rot="9034682" flipV="1">
            <a:off x="5345935" y="3465582"/>
            <a:ext cx="1603947" cy="209171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73" name="Freeform: Shape 72">
            <a:extLst>
              <a:ext uri="{FF2B5EF4-FFF2-40B4-BE49-F238E27FC236}">
                <a16:creationId xmlns:a16="http://schemas.microsoft.com/office/drawing/2014/main" id="{7065D95E-1194-0FBC-330A-D5486B717E91}"/>
              </a:ext>
            </a:extLst>
          </p:cNvPr>
          <p:cNvSpPr/>
          <p:nvPr userDrawn="1"/>
        </p:nvSpPr>
        <p:spPr>
          <a:xfrm rot="15729146" flipV="1">
            <a:off x="5639497" y="3947157"/>
            <a:ext cx="824539" cy="726810"/>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14856"/>
              <a:gd name="connsiteY0" fmla="*/ 512152 h 633960"/>
              <a:gd name="connsiteX1" fmla="*/ 236740 w 414856"/>
              <a:gd name="connsiteY1" fmla="*/ 631376 h 633960"/>
              <a:gd name="connsiteX2" fmla="*/ 371882 w 414856"/>
              <a:gd name="connsiteY2" fmla="*/ 582587 h 633960"/>
              <a:gd name="connsiteX3" fmla="*/ 414544 w 414856"/>
              <a:gd name="connsiteY3" fmla="*/ 450271 h 633960"/>
              <a:gd name="connsiteX4" fmla="*/ 399074 w 414856"/>
              <a:gd name="connsiteY4" fmla="*/ 265944 h 633960"/>
              <a:gd name="connsiteX5" fmla="*/ 300911 w 414856"/>
              <a:gd name="connsiteY5" fmla="*/ 85027 h 633960"/>
              <a:gd name="connsiteX6" fmla="*/ 162385 w 414856"/>
              <a:gd name="connsiteY6" fmla="*/ 6115 h 633960"/>
              <a:gd name="connsiteX7" fmla="*/ 3817 w 414856"/>
              <a:gd name="connsiteY7" fmla="*/ 102462 h 633960"/>
              <a:gd name="connsiteX8" fmla="*/ 85286 w 414856"/>
              <a:gd name="connsiteY8" fmla="*/ 512152 h 633960"/>
              <a:gd name="connsiteX0" fmla="*/ 85286 w 414867"/>
              <a:gd name="connsiteY0" fmla="*/ 512152 h 632762"/>
              <a:gd name="connsiteX1" fmla="*/ 236740 w 414867"/>
              <a:gd name="connsiteY1" fmla="*/ 631376 h 632762"/>
              <a:gd name="connsiteX2" fmla="*/ 371882 w 414867"/>
              <a:gd name="connsiteY2" fmla="*/ 582587 h 632762"/>
              <a:gd name="connsiteX3" fmla="*/ 414544 w 414867"/>
              <a:gd name="connsiteY3" fmla="*/ 450271 h 632762"/>
              <a:gd name="connsiteX4" fmla="*/ 399074 w 414867"/>
              <a:gd name="connsiteY4" fmla="*/ 265944 h 632762"/>
              <a:gd name="connsiteX5" fmla="*/ 300911 w 414867"/>
              <a:gd name="connsiteY5" fmla="*/ 85027 h 632762"/>
              <a:gd name="connsiteX6" fmla="*/ 162385 w 414867"/>
              <a:gd name="connsiteY6" fmla="*/ 6115 h 632762"/>
              <a:gd name="connsiteX7" fmla="*/ 3817 w 414867"/>
              <a:gd name="connsiteY7" fmla="*/ 102462 h 632762"/>
              <a:gd name="connsiteX8" fmla="*/ 85286 w 414867"/>
              <a:gd name="connsiteY8" fmla="*/ 512152 h 632762"/>
              <a:gd name="connsiteX0" fmla="*/ 85286 w 414856"/>
              <a:gd name="connsiteY0" fmla="*/ 512152 h 601382"/>
              <a:gd name="connsiteX1" fmla="*/ 213461 w 414856"/>
              <a:gd name="connsiteY1" fmla="*/ 593092 h 601382"/>
              <a:gd name="connsiteX2" fmla="*/ 371882 w 414856"/>
              <a:gd name="connsiteY2" fmla="*/ 582587 h 601382"/>
              <a:gd name="connsiteX3" fmla="*/ 414544 w 414856"/>
              <a:gd name="connsiteY3" fmla="*/ 450271 h 601382"/>
              <a:gd name="connsiteX4" fmla="*/ 399074 w 414856"/>
              <a:gd name="connsiteY4" fmla="*/ 265944 h 601382"/>
              <a:gd name="connsiteX5" fmla="*/ 300911 w 414856"/>
              <a:gd name="connsiteY5" fmla="*/ 85027 h 601382"/>
              <a:gd name="connsiteX6" fmla="*/ 162385 w 414856"/>
              <a:gd name="connsiteY6" fmla="*/ 6115 h 601382"/>
              <a:gd name="connsiteX7" fmla="*/ 3817 w 414856"/>
              <a:gd name="connsiteY7" fmla="*/ 102462 h 601382"/>
              <a:gd name="connsiteX8" fmla="*/ 85286 w 414856"/>
              <a:gd name="connsiteY8" fmla="*/ 512152 h 601382"/>
              <a:gd name="connsiteX0" fmla="*/ 85286 w 414856"/>
              <a:gd name="connsiteY0" fmla="*/ 512152 h 600110"/>
              <a:gd name="connsiteX1" fmla="*/ 213461 w 414856"/>
              <a:gd name="connsiteY1" fmla="*/ 593092 h 600110"/>
              <a:gd name="connsiteX2" fmla="*/ 371882 w 414856"/>
              <a:gd name="connsiteY2" fmla="*/ 582587 h 600110"/>
              <a:gd name="connsiteX3" fmla="*/ 414544 w 414856"/>
              <a:gd name="connsiteY3" fmla="*/ 450271 h 600110"/>
              <a:gd name="connsiteX4" fmla="*/ 399074 w 414856"/>
              <a:gd name="connsiteY4" fmla="*/ 265944 h 600110"/>
              <a:gd name="connsiteX5" fmla="*/ 300911 w 414856"/>
              <a:gd name="connsiteY5" fmla="*/ 85027 h 600110"/>
              <a:gd name="connsiteX6" fmla="*/ 162385 w 414856"/>
              <a:gd name="connsiteY6" fmla="*/ 6115 h 600110"/>
              <a:gd name="connsiteX7" fmla="*/ 3817 w 414856"/>
              <a:gd name="connsiteY7" fmla="*/ 102462 h 600110"/>
              <a:gd name="connsiteX8" fmla="*/ 85286 w 414856"/>
              <a:gd name="connsiteY8" fmla="*/ 512152 h 600110"/>
              <a:gd name="connsiteX0" fmla="*/ 85286 w 414856"/>
              <a:gd name="connsiteY0" fmla="*/ 574026 h 661984"/>
              <a:gd name="connsiteX1" fmla="*/ 213461 w 414856"/>
              <a:gd name="connsiteY1" fmla="*/ 654966 h 661984"/>
              <a:gd name="connsiteX2" fmla="*/ 371882 w 414856"/>
              <a:gd name="connsiteY2" fmla="*/ 644461 h 661984"/>
              <a:gd name="connsiteX3" fmla="*/ 414544 w 414856"/>
              <a:gd name="connsiteY3" fmla="*/ 512145 h 661984"/>
              <a:gd name="connsiteX4" fmla="*/ 399074 w 414856"/>
              <a:gd name="connsiteY4" fmla="*/ 327818 h 661984"/>
              <a:gd name="connsiteX5" fmla="*/ 300911 w 414856"/>
              <a:gd name="connsiteY5" fmla="*/ 146901 h 661984"/>
              <a:gd name="connsiteX6" fmla="*/ 181839 w 414856"/>
              <a:gd name="connsiteY6" fmla="*/ 65 h 661984"/>
              <a:gd name="connsiteX7" fmla="*/ 3817 w 414856"/>
              <a:gd name="connsiteY7" fmla="*/ 164336 h 661984"/>
              <a:gd name="connsiteX8" fmla="*/ 85286 w 414856"/>
              <a:gd name="connsiteY8" fmla="*/ 574026 h 661984"/>
              <a:gd name="connsiteX0" fmla="*/ 85286 w 414856"/>
              <a:gd name="connsiteY0" fmla="*/ 574098 h 662056"/>
              <a:gd name="connsiteX1" fmla="*/ 213461 w 414856"/>
              <a:gd name="connsiteY1" fmla="*/ 655038 h 662056"/>
              <a:gd name="connsiteX2" fmla="*/ 371882 w 414856"/>
              <a:gd name="connsiteY2" fmla="*/ 644533 h 662056"/>
              <a:gd name="connsiteX3" fmla="*/ 414544 w 414856"/>
              <a:gd name="connsiteY3" fmla="*/ 512217 h 662056"/>
              <a:gd name="connsiteX4" fmla="*/ 399074 w 414856"/>
              <a:gd name="connsiteY4" fmla="*/ 327890 h 662056"/>
              <a:gd name="connsiteX5" fmla="*/ 328390 w 414856"/>
              <a:gd name="connsiteY5" fmla="*/ 95437 h 662056"/>
              <a:gd name="connsiteX6" fmla="*/ 181839 w 414856"/>
              <a:gd name="connsiteY6" fmla="*/ 137 h 662056"/>
              <a:gd name="connsiteX7" fmla="*/ 3817 w 414856"/>
              <a:gd name="connsiteY7" fmla="*/ 164408 h 662056"/>
              <a:gd name="connsiteX8" fmla="*/ 85286 w 414856"/>
              <a:gd name="connsiteY8" fmla="*/ 574098 h 662056"/>
              <a:gd name="connsiteX0" fmla="*/ 73172 w 402742"/>
              <a:gd name="connsiteY0" fmla="*/ 584463 h 672421"/>
              <a:gd name="connsiteX1" fmla="*/ 201347 w 402742"/>
              <a:gd name="connsiteY1" fmla="*/ 665403 h 672421"/>
              <a:gd name="connsiteX2" fmla="*/ 359768 w 402742"/>
              <a:gd name="connsiteY2" fmla="*/ 654898 h 672421"/>
              <a:gd name="connsiteX3" fmla="*/ 402430 w 402742"/>
              <a:gd name="connsiteY3" fmla="*/ 522582 h 672421"/>
              <a:gd name="connsiteX4" fmla="*/ 386960 w 402742"/>
              <a:gd name="connsiteY4" fmla="*/ 338255 h 672421"/>
              <a:gd name="connsiteX5" fmla="*/ 316276 w 402742"/>
              <a:gd name="connsiteY5" fmla="*/ 105802 h 672421"/>
              <a:gd name="connsiteX6" fmla="*/ 169725 w 402742"/>
              <a:gd name="connsiteY6" fmla="*/ 10502 h 672421"/>
              <a:gd name="connsiteX7" fmla="*/ 4487 w 402742"/>
              <a:gd name="connsiteY7" fmla="*/ 95651 h 672421"/>
              <a:gd name="connsiteX8" fmla="*/ 73172 w 402742"/>
              <a:gd name="connsiteY8" fmla="*/ 584463 h 67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2742" h="672421">
                <a:moveTo>
                  <a:pt x="73172" y="584463"/>
                </a:moveTo>
                <a:cubicBezTo>
                  <a:pt x="111992" y="672615"/>
                  <a:pt x="148857" y="682625"/>
                  <a:pt x="201347" y="665403"/>
                </a:cubicBezTo>
                <a:cubicBezTo>
                  <a:pt x="253837" y="648181"/>
                  <a:pt x="326254" y="678701"/>
                  <a:pt x="359768" y="654898"/>
                </a:cubicBezTo>
                <a:cubicBezTo>
                  <a:pt x="393282" y="631095"/>
                  <a:pt x="401382" y="571350"/>
                  <a:pt x="402430" y="522582"/>
                </a:cubicBezTo>
                <a:cubicBezTo>
                  <a:pt x="404049" y="449049"/>
                  <a:pt x="399437" y="410549"/>
                  <a:pt x="386960" y="338255"/>
                </a:cubicBezTo>
                <a:cubicBezTo>
                  <a:pt x="376196" y="276152"/>
                  <a:pt x="352482" y="160427"/>
                  <a:pt x="316276" y="105802"/>
                </a:cubicBezTo>
                <a:cubicBezTo>
                  <a:pt x="280070" y="51177"/>
                  <a:pt x="219241" y="7596"/>
                  <a:pt x="169725" y="10502"/>
                </a:cubicBezTo>
                <a:cubicBezTo>
                  <a:pt x="120209" y="13408"/>
                  <a:pt x="27823" y="-47700"/>
                  <a:pt x="4487" y="95651"/>
                </a:cubicBezTo>
                <a:cubicBezTo>
                  <a:pt x="-16103" y="184757"/>
                  <a:pt x="38930" y="524281"/>
                  <a:pt x="73172" y="584463"/>
                </a:cubicBezTo>
                <a:close/>
              </a:path>
            </a:pathLst>
          </a:custGeom>
          <a:noFill/>
          <a:ln w="6350" cap="rnd">
            <a:solidFill>
              <a:schemeClr val="tx1">
                <a:alpha val="35000"/>
              </a:schemeClr>
            </a:solidFill>
            <a:prstDash val="dash"/>
            <a:round/>
          </a:ln>
        </p:spPr>
        <p:txBody>
          <a:bodyPr rtlCol="0" anchor="ctr"/>
          <a:lstStyle/>
          <a:p>
            <a:endParaRPr lang="en-US"/>
          </a:p>
        </p:txBody>
      </p:sp>
      <p:sp>
        <p:nvSpPr>
          <p:cNvPr id="3" name="Text Placeholder 2">
            <a:extLst>
              <a:ext uri="{FF2B5EF4-FFF2-40B4-BE49-F238E27FC236}">
                <a16:creationId xmlns:a16="http://schemas.microsoft.com/office/drawing/2014/main" id="{3ED2E52C-75E2-540D-974C-08ED84C8895D}"/>
              </a:ext>
            </a:extLst>
          </p:cNvPr>
          <p:cNvSpPr>
            <a:spLocks noGrp="1"/>
          </p:cNvSpPr>
          <p:nvPr userDrawn="1">
            <p:ph type="body" idx="1"/>
          </p:nvPr>
        </p:nvSpPr>
        <p:spPr>
          <a:xfrm>
            <a:off x="299144" y="4589463"/>
            <a:ext cx="5949256" cy="1500187"/>
          </a:xfrm>
        </p:spPr>
        <p:txBody>
          <a:bodyPr>
            <a:normAutofit/>
          </a:bodyPr>
          <a:lstStyle>
            <a:lvl1pPr marL="0" indent="0">
              <a:buNone/>
              <a:defRPr sz="1800">
                <a:solidFill>
                  <a:schemeClr val="tx1"/>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2AAB3D3-4A03-0712-C3E5-81BA5B633F94}"/>
              </a:ext>
            </a:extLst>
          </p:cNvPr>
          <p:cNvSpPr>
            <a:spLocks noGrp="1"/>
          </p:cNvSpPr>
          <p:nvPr userDrawn="1">
            <p:ph type="dt" sz="half" idx="10"/>
          </p:nvPr>
        </p:nvSpPr>
        <p:spPr>
          <a:xfrm>
            <a:off x="299144" y="6418800"/>
            <a:ext cx="1637191" cy="294462"/>
          </a:xfrm>
          <a:prstGeom prst="rect">
            <a:avLst/>
          </a:prstGeom>
        </p:spPr>
        <p:txBody>
          <a:bodyPr/>
          <a:lstStyle/>
          <a:p>
            <a:fld id="{D976BD8D-7C47-4F14-ACEB-E2B77470A422}" type="datetime1">
              <a:rPr lang="en-US" smtClean="0"/>
              <a:t>3/25/2026</a:t>
            </a:fld>
            <a:endParaRPr lang="en-US"/>
          </a:p>
        </p:txBody>
      </p:sp>
      <p:sp>
        <p:nvSpPr>
          <p:cNvPr id="5" name="Footer Placeholder 4">
            <a:extLst>
              <a:ext uri="{FF2B5EF4-FFF2-40B4-BE49-F238E27FC236}">
                <a16:creationId xmlns:a16="http://schemas.microsoft.com/office/drawing/2014/main" id="{70D027F8-7D46-AC39-1CEB-833983A1819A}"/>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EB452FA2-1CBB-24DE-8E07-8CF9B06E865E}"/>
              </a:ext>
            </a:extLst>
          </p:cNvPr>
          <p:cNvSpPr>
            <a:spLocks noGrp="1"/>
          </p:cNvSpPr>
          <p:nvPr userDrawn="1">
            <p:ph type="sldNum" sz="quarter" idx="12"/>
          </p:nvPr>
        </p:nvSpPr>
        <p:spPr/>
        <p:txBody>
          <a:bodyPr/>
          <a:lstStyle/>
          <a:p>
            <a:fld id="{70FEC90E-E5BA-494A-9F79-6819593C9BFA}" type="slidenum">
              <a:rPr lang="en-US" smtClean="0"/>
              <a:t>‹#›</a:t>
            </a:fld>
            <a:endParaRPr lang="en-US"/>
          </a:p>
        </p:txBody>
      </p:sp>
      <p:grpSp>
        <p:nvGrpSpPr>
          <p:cNvPr id="7" name="Group 6">
            <a:extLst>
              <a:ext uri="{FF2B5EF4-FFF2-40B4-BE49-F238E27FC236}">
                <a16:creationId xmlns:a16="http://schemas.microsoft.com/office/drawing/2014/main" id="{A1F4BE59-A8CA-1D88-B659-C8D04FAA937B}"/>
              </a:ext>
            </a:extLst>
          </p:cNvPr>
          <p:cNvGrpSpPr/>
          <p:nvPr userDrawn="1"/>
        </p:nvGrpSpPr>
        <p:grpSpPr>
          <a:xfrm>
            <a:off x="10717175" y="6292721"/>
            <a:ext cx="1159651" cy="339792"/>
            <a:chOff x="10717175" y="6292721"/>
            <a:chExt cx="1159651" cy="339792"/>
          </a:xfrm>
        </p:grpSpPr>
        <p:sp>
          <p:nvSpPr>
            <p:cNvPr id="94" name="Freeform 24">
              <a:extLst>
                <a:ext uri="{FF2B5EF4-FFF2-40B4-BE49-F238E27FC236}">
                  <a16:creationId xmlns:a16="http://schemas.microsoft.com/office/drawing/2014/main" id="{46F5397E-3E7D-1BC9-0AD9-F669AA6BC2EF}"/>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95" name="Freeform 25">
              <a:extLst>
                <a:ext uri="{FF2B5EF4-FFF2-40B4-BE49-F238E27FC236}">
                  <a16:creationId xmlns:a16="http://schemas.microsoft.com/office/drawing/2014/main" id="{E6D47972-3AB6-8A72-0951-FE2381038302}"/>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96" name="Freeform 26">
              <a:extLst>
                <a:ext uri="{FF2B5EF4-FFF2-40B4-BE49-F238E27FC236}">
                  <a16:creationId xmlns:a16="http://schemas.microsoft.com/office/drawing/2014/main" id="{91F4A699-CDDD-A956-3CEB-45EB8EE0DF2D}"/>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97" name="Freeform 27">
              <a:extLst>
                <a:ext uri="{FF2B5EF4-FFF2-40B4-BE49-F238E27FC236}">
                  <a16:creationId xmlns:a16="http://schemas.microsoft.com/office/drawing/2014/main" id="{A34156B0-6C97-2276-554C-A7920399D3DB}"/>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98" name="Freeform 28">
              <a:extLst>
                <a:ext uri="{FF2B5EF4-FFF2-40B4-BE49-F238E27FC236}">
                  <a16:creationId xmlns:a16="http://schemas.microsoft.com/office/drawing/2014/main" id="{EBA56B55-49C1-0982-55AA-084AC5AFA55F}"/>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99" name="Freeform 29">
              <a:extLst>
                <a:ext uri="{FF2B5EF4-FFF2-40B4-BE49-F238E27FC236}">
                  <a16:creationId xmlns:a16="http://schemas.microsoft.com/office/drawing/2014/main" id="{2BDB7405-253F-53B0-415F-F59E558B93C1}"/>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00" name="Freeform 30">
              <a:extLst>
                <a:ext uri="{FF2B5EF4-FFF2-40B4-BE49-F238E27FC236}">
                  <a16:creationId xmlns:a16="http://schemas.microsoft.com/office/drawing/2014/main" id="{0022CC2B-A39A-845B-C353-ACBD36279A2A}"/>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01" name="Freeform 31">
              <a:extLst>
                <a:ext uri="{FF2B5EF4-FFF2-40B4-BE49-F238E27FC236}">
                  <a16:creationId xmlns:a16="http://schemas.microsoft.com/office/drawing/2014/main" id="{4ECFCA4B-E3FD-5DF6-7BF4-03487CE3741D}"/>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02" name="Freeform 32">
              <a:extLst>
                <a:ext uri="{FF2B5EF4-FFF2-40B4-BE49-F238E27FC236}">
                  <a16:creationId xmlns:a16="http://schemas.microsoft.com/office/drawing/2014/main" id="{A0A013A8-C2DB-08A3-6E34-7FF0957D73BD}"/>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03" name="Group 102">
              <a:extLst>
                <a:ext uri="{FF2B5EF4-FFF2-40B4-BE49-F238E27FC236}">
                  <a16:creationId xmlns:a16="http://schemas.microsoft.com/office/drawing/2014/main" id="{A4C102D8-4575-BAB9-CB34-C62008D816D5}"/>
                </a:ext>
              </a:extLst>
            </p:cNvPr>
            <p:cNvGrpSpPr/>
            <p:nvPr userDrawn="1"/>
          </p:nvGrpSpPr>
          <p:grpSpPr>
            <a:xfrm>
              <a:off x="10717905" y="6554391"/>
              <a:ext cx="1158921" cy="78122"/>
              <a:chOff x="10717904" y="6548918"/>
              <a:chExt cx="1248337" cy="84149"/>
            </a:xfrm>
          </p:grpSpPr>
          <p:grpSp>
            <p:nvGrpSpPr>
              <p:cNvPr id="104" name="Group 103">
                <a:extLst>
                  <a:ext uri="{FF2B5EF4-FFF2-40B4-BE49-F238E27FC236}">
                    <a16:creationId xmlns:a16="http://schemas.microsoft.com/office/drawing/2014/main" id="{9500AA6C-D426-0675-36C4-146DF13448A3}"/>
                  </a:ext>
                </a:extLst>
              </p:cNvPr>
              <p:cNvGrpSpPr/>
              <p:nvPr userDrawn="1"/>
            </p:nvGrpSpPr>
            <p:grpSpPr>
              <a:xfrm>
                <a:off x="11365302" y="6551088"/>
                <a:ext cx="491266" cy="81979"/>
                <a:chOff x="10719494" y="6551088"/>
                <a:chExt cx="491266" cy="81979"/>
              </a:xfrm>
            </p:grpSpPr>
            <p:sp>
              <p:nvSpPr>
                <p:cNvPr id="111" name="Freeform 33">
                  <a:extLst>
                    <a:ext uri="{FF2B5EF4-FFF2-40B4-BE49-F238E27FC236}">
                      <a16:creationId xmlns:a16="http://schemas.microsoft.com/office/drawing/2014/main" id="{B5DD9FC1-0B5D-F08E-37F9-B4DDD652165D}"/>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112" name="Freeform 34">
                  <a:extLst>
                    <a:ext uri="{FF2B5EF4-FFF2-40B4-BE49-F238E27FC236}">
                      <a16:creationId xmlns:a16="http://schemas.microsoft.com/office/drawing/2014/main" id="{F87CE0AB-DFBA-F709-9014-DA0AECB01981}"/>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113" name="Freeform 35">
                  <a:extLst>
                    <a:ext uri="{FF2B5EF4-FFF2-40B4-BE49-F238E27FC236}">
                      <a16:creationId xmlns:a16="http://schemas.microsoft.com/office/drawing/2014/main" id="{092FFE10-C968-8F5E-07CF-C1F23779D82D}"/>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114" name="Freeform 36">
                  <a:extLst>
                    <a:ext uri="{FF2B5EF4-FFF2-40B4-BE49-F238E27FC236}">
                      <a16:creationId xmlns:a16="http://schemas.microsoft.com/office/drawing/2014/main" id="{DCEC393A-99D9-BDD1-9375-EAC74A568202}"/>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115" name="Freeform 37">
                  <a:extLst>
                    <a:ext uri="{FF2B5EF4-FFF2-40B4-BE49-F238E27FC236}">
                      <a16:creationId xmlns:a16="http://schemas.microsoft.com/office/drawing/2014/main" id="{64E1F178-BCCF-3C4F-B7AD-358C52E73CDE}"/>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105" name="Freeform 38">
                <a:extLst>
                  <a:ext uri="{FF2B5EF4-FFF2-40B4-BE49-F238E27FC236}">
                    <a16:creationId xmlns:a16="http://schemas.microsoft.com/office/drawing/2014/main" id="{325ADB2A-BC32-7F27-9724-041074959533}"/>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106" name="Freeform 39">
                <a:extLst>
                  <a:ext uri="{FF2B5EF4-FFF2-40B4-BE49-F238E27FC236}">
                    <a16:creationId xmlns:a16="http://schemas.microsoft.com/office/drawing/2014/main" id="{C5C61582-D848-32F0-24B1-781549686F79}"/>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107" name="Freeform 40">
                <a:extLst>
                  <a:ext uri="{FF2B5EF4-FFF2-40B4-BE49-F238E27FC236}">
                    <a16:creationId xmlns:a16="http://schemas.microsoft.com/office/drawing/2014/main" id="{E118180E-47AE-C071-ED71-D91CFA5FB9F8}"/>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108" name="Freeform 41">
                <a:extLst>
                  <a:ext uri="{FF2B5EF4-FFF2-40B4-BE49-F238E27FC236}">
                    <a16:creationId xmlns:a16="http://schemas.microsoft.com/office/drawing/2014/main" id="{14AF086F-2D6B-DBFD-50F7-0DE915E4B29E}"/>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109" name="Freeform 42">
                <a:extLst>
                  <a:ext uri="{FF2B5EF4-FFF2-40B4-BE49-F238E27FC236}">
                    <a16:creationId xmlns:a16="http://schemas.microsoft.com/office/drawing/2014/main" id="{37F01663-2DC7-8A70-256E-E02BFEC279E5}"/>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110" name="Freeform 42">
                <a:extLst>
                  <a:ext uri="{FF2B5EF4-FFF2-40B4-BE49-F238E27FC236}">
                    <a16:creationId xmlns:a16="http://schemas.microsoft.com/office/drawing/2014/main" id="{E7735A30-CFED-9CCC-6E48-AAD91FB6D478}"/>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69763353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 Subtitle + Photo_1">
    <p:spTree>
      <p:nvGrpSpPr>
        <p:cNvPr id="1" name=""/>
        <p:cNvGrpSpPr/>
        <p:nvPr/>
      </p:nvGrpSpPr>
      <p:grpSpPr>
        <a:xfrm>
          <a:off x="0" y="0"/>
          <a:ext cx="0" cy="0"/>
          <a:chOff x="0" y="0"/>
          <a:chExt cx="0" cy="0"/>
        </a:xfrm>
      </p:grpSpPr>
      <p:sp>
        <p:nvSpPr>
          <p:cNvPr id="31" name="Freeform: Shape 30">
            <a:extLst>
              <a:ext uri="{FF2B5EF4-FFF2-40B4-BE49-F238E27FC236}">
                <a16:creationId xmlns:a16="http://schemas.microsoft.com/office/drawing/2014/main" id="{438AFC00-866A-A30A-A0AA-0658324754DC}"/>
              </a:ext>
            </a:extLst>
          </p:cNvPr>
          <p:cNvSpPr/>
          <p:nvPr/>
        </p:nvSpPr>
        <p:spPr>
          <a:xfrm rot="7029322">
            <a:off x="6051106" y="166792"/>
            <a:ext cx="2932108" cy="4220971"/>
          </a:xfrm>
          <a:custGeom>
            <a:avLst/>
            <a:gdLst>
              <a:gd name="connsiteX0" fmla="*/ 0 w 3296088"/>
              <a:gd name="connsiteY0" fmla="*/ 5012722 h 5012722"/>
              <a:gd name="connsiteX1" fmla="*/ 244031 w 3296088"/>
              <a:gd name="connsiteY1" fmla="*/ 4820222 h 5012722"/>
              <a:gd name="connsiteX2" fmla="*/ 729234 w 3296088"/>
              <a:gd name="connsiteY2" fmla="*/ 4360641 h 5012722"/>
              <a:gd name="connsiteX3" fmla="*/ 881444 w 3296088"/>
              <a:gd name="connsiteY3" fmla="*/ 4173950 h 5012722"/>
              <a:gd name="connsiteX4" fmla="*/ 1151287 w 3296088"/>
              <a:gd name="connsiteY4" fmla="*/ 3972877 h 5012722"/>
              <a:gd name="connsiteX5" fmla="*/ 1498664 w 3296088"/>
              <a:gd name="connsiteY5" fmla="*/ 3786188 h 5012722"/>
              <a:gd name="connsiteX6" fmla="*/ 1716881 w 3296088"/>
              <a:gd name="connsiteY6" fmla="*/ 3674174 h 5012722"/>
              <a:gd name="connsiteX7" fmla="*/ 1913573 w 3296088"/>
              <a:gd name="connsiteY7" fmla="*/ 3477387 h 5012722"/>
              <a:gd name="connsiteX8" fmla="*/ 2167700 w 3296088"/>
              <a:gd name="connsiteY8" fmla="*/ 3042190 h 5012722"/>
              <a:gd name="connsiteX9" fmla="*/ 2273903 w 3296088"/>
              <a:gd name="connsiteY9" fmla="*/ 2775014 h 5012722"/>
              <a:gd name="connsiteX10" fmla="*/ 2463356 w 3296088"/>
              <a:gd name="connsiteY10" fmla="*/ 2335530 h 5012722"/>
              <a:gd name="connsiteX11" fmla="*/ 2741866 w 3296088"/>
              <a:gd name="connsiteY11" fmla="*/ 1982248 h 5012722"/>
              <a:gd name="connsiteX12" fmla="*/ 2985897 w 3296088"/>
              <a:gd name="connsiteY12" fmla="*/ 1634681 h 5012722"/>
              <a:gd name="connsiteX13" fmla="*/ 3212687 w 3296088"/>
              <a:gd name="connsiteY13" fmla="*/ 1226820 h 5012722"/>
              <a:gd name="connsiteX14" fmla="*/ 3281553 w 3296088"/>
              <a:gd name="connsiteY14" fmla="*/ 959644 h 5012722"/>
              <a:gd name="connsiteX15" fmla="*/ 3295936 w 3296088"/>
              <a:gd name="connsiteY15" fmla="*/ 701135 h 5012722"/>
              <a:gd name="connsiteX16" fmla="*/ 3267266 w 3296088"/>
              <a:gd name="connsiteY16" fmla="*/ 436817 h 5012722"/>
              <a:gd name="connsiteX17" fmla="*/ 3105341 w 3296088"/>
              <a:gd name="connsiteY17" fmla="*/ 0 h 5012722"/>
              <a:gd name="connsiteX0" fmla="*/ 0 w 3200546"/>
              <a:gd name="connsiteY0" fmla="*/ 5472335 h 5472335"/>
              <a:gd name="connsiteX1" fmla="*/ 148488 w 3200546"/>
              <a:gd name="connsiteY1" fmla="*/ 4820222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472335 h 5472335"/>
              <a:gd name="connsiteX1" fmla="*/ 279232 w 3200546"/>
              <a:gd name="connsiteY1" fmla="*/ 5033096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71723 w 3200546"/>
              <a:gd name="connsiteY16" fmla="*/ 475701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328964 w 3200546"/>
              <a:gd name="connsiteY1" fmla="*/ 523259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194330"/>
              <a:gd name="connsiteY0" fmla="*/ 5685354 h 5685354"/>
              <a:gd name="connsiteX1" fmla="*/ 322748 w 3194330"/>
              <a:gd name="connsiteY1" fmla="*/ 5232590 h 5685354"/>
              <a:gd name="connsiteX2" fmla="*/ 627475 w 3194330"/>
              <a:gd name="connsiteY2" fmla="*/ 4399525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0648 w 3194330"/>
              <a:gd name="connsiteY2" fmla="*/ 4604092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538617 w 3194330"/>
              <a:gd name="connsiteY5" fmla="*/ 4042855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745280 w 3194330"/>
              <a:gd name="connsiteY2" fmla="*/ 4599311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680465 w 3194330"/>
              <a:gd name="connsiteY1" fmla="*/ 4874986 h 5685354"/>
              <a:gd name="connsiteX2" fmla="*/ 745280 w 3194330"/>
              <a:gd name="connsiteY2" fmla="*/ 4599311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2513865"/>
              <a:gd name="connsiteY0" fmla="*/ 4874986 h 4874986"/>
              <a:gd name="connsiteX1" fmla="*/ 64815 w 2513865"/>
              <a:gd name="connsiteY1" fmla="*/ 4599311 h 4874986"/>
              <a:gd name="connsiteX2" fmla="*/ 363697 w 2513865"/>
              <a:gd name="connsiteY2" fmla="*/ 4378858 h 4874986"/>
              <a:gd name="connsiteX3" fmla="*/ 435356 w 2513865"/>
              <a:gd name="connsiteY3" fmla="*/ 3955482 h 4874986"/>
              <a:gd name="connsiteX4" fmla="*/ 858152 w 2513865"/>
              <a:gd name="connsiteY4" fmla="*/ 4042855 h 4874986"/>
              <a:gd name="connsiteX5" fmla="*/ 1046112 w 2513865"/>
              <a:gd name="connsiteY5" fmla="*/ 3775491 h 4874986"/>
              <a:gd name="connsiteX6" fmla="*/ 1235459 w 2513865"/>
              <a:gd name="connsiteY6" fmla="*/ 3380265 h 4874986"/>
              <a:gd name="connsiteX7" fmla="*/ 1385476 w 2513865"/>
              <a:gd name="connsiteY7" fmla="*/ 3081074 h 4874986"/>
              <a:gd name="connsiteX8" fmla="*/ 1397575 w 2513865"/>
              <a:gd name="connsiteY8" fmla="*/ 2694017 h 4874986"/>
              <a:gd name="connsiteX9" fmla="*/ 1598764 w 2513865"/>
              <a:gd name="connsiteY9" fmla="*/ 2376105 h 4874986"/>
              <a:gd name="connsiteX10" fmla="*/ 1959642 w 2513865"/>
              <a:gd name="connsiteY10" fmla="*/ 2021132 h 4874986"/>
              <a:gd name="connsiteX11" fmla="*/ 2166374 w 2513865"/>
              <a:gd name="connsiteY11" fmla="*/ 1653278 h 4874986"/>
              <a:gd name="connsiteX12" fmla="*/ 2488973 w 2513865"/>
              <a:gd name="connsiteY12" fmla="*/ 1408450 h 4874986"/>
              <a:gd name="connsiteX13" fmla="*/ 2499329 w 2513865"/>
              <a:gd name="connsiteY13" fmla="*/ 998528 h 4874986"/>
              <a:gd name="connsiteX14" fmla="*/ 2513712 w 2513865"/>
              <a:gd name="connsiteY14" fmla="*/ 740019 h 4874986"/>
              <a:gd name="connsiteX15" fmla="*/ 2449956 w 2513865"/>
              <a:gd name="connsiteY15" fmla="*/ 305754 h 4874986"/>
              <a:gd name="connsiteX16" fmla="*/ 2192570 w 2513865"/>
              <a:gd name="connsiteY16"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435356 w 2513865"/>
              <a:gd name="connsiteY3" fmla="*/ 3955482 h 4874986"/>
              <a:gd name="connsiteX4" fmla="*/ 696577 w 2513865"/>
              <a:gd name="connsiteY4" fmla="*/ 3947870 h 4874986"/>
              <a:gd name="connsiteX5" fmla="*/ 858152 w 2513865"/>
              <a:gd name="connsiteY5" fmla="*/ 4042855 h 4874986"/>
              <a:gd name="connsiteX6" fmla="*/ 1046112 w 2513865"/>
              <a:gd name="connsiteY6" fmla="*/ 3775491 h 4874986"/>
              <a:gd name="connsiteX7" fmla="*/ 1235459 w 2513865"/>
              <a:gd name="connsiteY7" fmla="*/ 3380265 h 4874986"/>
              <a:gd name="connsiteX8" fmla="*/ 1385476 w 2513865"/>
              <a:gd name="connsiteY8" fmla="*/ 3081074 h 4874986"/>
              <a:gd name="connsiteX9" fmla="*/ 1397575 w 2513865"/>
              <a:gd name="connsiteY9" fmla="*/ 2694017 h 4874986"/>
              <a:gd name="connsiteX10" fmla="*/ 1598764 w 2513865"/>
              <a:gd name="connsiteY10" fmla="*/ 2376105 h 4874986"/>
              <a:gd name="connsiteX11" fmla="*/ 1959642 w 2513865"/>
              <a:gd name="connsiteY11" fmla="*/ 2021132 h 4874986"/>
              <a:gd name="connsiteX12" fmla="*/ 2166374 w 2513865"/>
              <a:gd name="connsiteY12" fmla="*/ 1653278 h 4874986"/>
              <a:gd name="connsiteX13" fmla="*/ 2488973 w 2513865"/>
              <a:gd name="connsiteY13" fmla="*/ 1408450 h 4874986"/>
              <a:gd name="connsiteX14" fmla="*/ 2499329 w 2513865"/>
              <a:gd name="connsiteY14" fmla="*/ 998528 h 4874986"/>
              <a:gd name="connsiteX15" fmla="*/ 2513712 w 2513865"/>
              <a:gd name="connsiteY15" fmla="*/ 740019 h 4874986"/>
              <a:gd name="connsiteX16" fmla="*/ 2449956 w 2513865"/>
              <a:gd name="connsiteY16" fmla="*/ 305754 h 4874986"/>
              <a:gd name="connsiteX17" fmla="*/ 2192570 w 2513865"/>
              <a:gd name="connsiteY17"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410348 w 2513865"/>
              <a:gd name="connsiteY3" fmla="*/ 4032987 h 4874986"/>
              <a:gd name="connsiteX4" fmla="*/ 696577 w 2513865"/>
              <a:gd name="connsiteY4" fmla="*/ 3947870 h 4874986"/>
              <a:gd name="connsiteX5" fmla="*/ 858152 w 2513865"/>
              <a:gd name="connsiteY5" fmla="*/ 4042855 h 4874986"/>
              <a:gd name="connsiteX6" fmla="*/ 1046112 w 2513865"/>
              <a:gd name="connsiteY6" fmla="*/ 3775491 h 4874986"/>
              <a:gd name="connsiteX7" fmla="*/ 1235459 w 2513865"/>
              <a:gd name="connsiteY7" fmla="*/ 3380265 h 4874986"/>
              <a:gd name="connsiteX8" fmla="*/ 1385476 w 2513865"/>
              <a:gd name="connsiteY8" fmla="*/ 3081074 h 4874986"/>
              <a:gd name="connsiteX9" fmla="*/ 1397575 w 2513865"/>
              <a:gd name="connsiteY9" fmla="*/ 2694017 h 4874986"/>
              <a:gd name="connsiteX10" fmla="*/ 1598764 w 2513865"/>
              <a:gd name="connsiteY10" fmla="*/ 2376105 h 4874986"/>
              <a:gd name="connsiteX11" fmla="*/ 1959642 w 2513865"/>
              <a:gd name="connsiteY11" fmla="*/ 2021132 h 4874986"/>
              <a:gd name="connsiteX12" fmla="*/ 2166374 w 2513865"/>
              <a:gd name="connsiteY12" fmla="*/ 1653278 h 4874986"/>
              <a:gd name="connsiteX13" fmla="*/ 2488973 w 2513865"/>
              <a:gd name="connsiteY13" fmla="*/ 1408450 h 4874986"/>
              <a:gd name="connsiteX14" fmla="*/ 2499329 w 2513865"/>
              <a:gd name="connsiteY14" fmla="*/ 998528 h 4874986"/>
              <a:gd name="connsiteX15" fmla="*/ 2513712 w 2513865"/>
              <a:gd name="connsiteY15" fmla="*/ 740019 h 4874986"/>
              <a:gd name="connsiteX16" fmla="*/ 2449956 w 2513865"/>
              <a:gd name="connsiteY16" fmla="*/ 305754 h 4874986"/>
              <a:gd name="connsiteX17" fmla="*/ 2192570 w 2513865"/>
              <a:gd name="connsiteY17"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410348 w 2513865"/>
              <a:gd name="connsiteY3" fmla="*/ 4032987 h 4874986"/>
              <a:gd name="connsiteX4" fmla="*/ 654487 w 2513865"/>
              <a:gd name="connsiteY4" fmla="*/ 3941606 h 4874986"/>
              <a:gd name="connsiteX5" fmla="*/ 858152 w 2513865"/>
              <a:gd name="connsiteY5" fmla="*/ 4042855 h 4874986"/>
              <a:gd name="connsiteX6" fmla="*/ 1046112 w 2513865"/>
              <a:gd name="connsiteY6" fmla="*/ 3775491 h 4874986"/>
              <a:gd name="connsiteX7" fmla="*/ 1235459 w 2513865"/>
              <a:gd name="connsiteY7" fmla="*/ 3380265 h 4874986"/>
              <a:gd name="connsiteX8" fmla="*/ 1385476 w 2513865"/>
              <a:gd name="connsiteY8" fmla="*/ 3081074 h 4874986"/>
              <a:gd name="connsiteX9" fmla="*/ 1397575 w 2513865"/>
              <a:gd name="connsiteY9" fmla="*/ 2694017 h 4874986"/>
              <a:gd name="connsiteX10" fmla="*/ 1598764 w 2513865"/>
              <a:gd name="connsiteY10" fmla="*/ 2376105 h 4874986"/>
              <a:gd name="connsiteX11" fmla="*/ 1959642 w 2513865"/>
              <a:gd name="connsiteY11" fmla="*/ 2021132 h 4874986"/>
              <a:gd name="connsiteX12" fmla="*/ 2166374 w 2513865"/>
              <a:gd name="connsiteY12" fmla="*/ 1653278 h 4874986"/>
              <a:gd name="connsiteX13" fmla="*/ 2488973 w 2513865"/>
              <a:gd name="connsiteY13" fmla="*/ 1408450 h 4874986"/>
              <a:gd name="connsiteX14" fmla="*/ 2499329 w 2513865"/>
              <a:gd name="connsiteY14" fmla="*/ 998528 h 4874986"/>
              <a:gd name="connsiteX15" fmla="*/ 2513712 w 2513865"/>
              <a:gd name="connsiteY15" fmla="*/ 740019 h 4874986"/>
              <a:gd name="connsiteX16" fmla="*/ 2449956 w 2513865"/>
              <a:gd name="connsiteY16" fmla="*/ 305754 h 4874986"/>
              <a:gd name="connsiteX17" fmla="*/ 2192570 w 2513865"/>
              <a:gd name="connsiteY17"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410348 w 2513865"/>
              <a:gd name="connsiteY3" fmla="*/ 4032987 h 4874986"/>
              <a:gd name="connsiteX4" fmla="*/ 654487 w 2513865"/>
              <a:gd name="connsiteY4" fmla="*/ 3941606 h 4874986"/>
              <a:gd name="connsiteX5" fmla="*/ 858152 w 2513865"/>
              <a:gd name="connsiteY5" fmla="*/ 4042855 h 4874986"/>
              <a:gd name="connsiteX6" fmla="*/ 1046112 w 2513865"/>
              <a:gd name="connsiteY6" fmla="*/ 3775491 h 4874986"/>
              <a:gd name="connsiteX7" fmla="*/ 1235459 w 2513865"/>
              <a:gd name="connsiteY7" fmla="*/ 3380265 h 4874986"/>
              <a:gd name="connsiteX8" fmla="*/ 1257858 w 2513865"/>
              <a:gd name="connsiteY8" fmla="*/ 3214813 h 4874986"/>
              <a:gd name="connsiteX9" fmla="*/ 1385476 w 2513865"/>
              <a:gd name="connsiteY9" fmla="*/ 3081074 h 4874986"/>
              <a:gd name="connsiteX10" fmla="*/ 1397575 w 2513865"/>
              <a:gd name="connsiteY10" fmla="*/ 2694017 h 4874986"/>
              <a:gd name="connsiteX11" fmla="*/ 1598764 w 2513865"/>
              <a:gd name="connsiteY11" fmla="*/ 2376105 h 4874986"/>
              <a:gd name="connsiteX12" fmla="*/ 1959642 w 2513865"/>
              <a:gd name="connsiteY12" fmla="*/ 2021132 h 4874986"/>
              <a:gd name="connsiteX13" fmla="*/ 2166374 w 2513865"/>
              <a:gd name="connsiteY13" fmla="*/ 1653278 h 4874986"/>
              <a:gd name="connsiteX14" fmla="*/ 2488973 w 2513865"/>
              <a:gd name="connsiteY14" fmla="*/ 1408450 h 4874986"/>
              <a:gd name="connsiteX15" fmla="*/ 2499329 w 2513865"/>
              <a:gd name="connsiteY15" fmla="*/ 998528 h 4874986"/>
              <a:gd name="connsiteX16" fmla="*/ 2513712 w 2513865"/>
              <a:gd name="connsiteY16" fmla="*/ 740019 h 4874986"/>
              <a:gd name="connsiteX17" fmla="*/ 2449956 w 2513865"/>
              <a:gd name="connsiteY17" fmla="*/ 305754 h 4874986"/>
              <a:gd name="connsiteX18" fmla="*/ 2192570 w 2513865"/>
              <a:gd name="connsiteY18"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410348 w 2513865"/>
              <a:gd name="connsiteY3" fmla="*/ 4032987 h 4874986"/>
              <a:gd name="connsiteX4" fmla="*/ 654487 w 2513865"/>
              <a:gd name="connsiteY4" fmla="*/ 3941606 h 4874986"/>
              <a:gd name="connsiteX5" fmla="*/ 858152 w 2513865"/>
              <a:gd name="connsiteY5" fmla="*/ 4042855 h 4874986"/>
              <a:gd name="connsiteX6" fmla="*/ 1046112 w 2513865"/>
              <a:gd name="connsiteY6" fmla="*/ 3775491 h 4874986"/>
              <a:gd name="connsiteX7" fmla="*/ 1235459 w 2513865"/>
              <a:gd name="connsiteY7" fmla="*/ 3380265 h 4874986"/>
              <a:gd name="connsiteX8" fmla="*/ 1257858 w 2513865"/>
              <a:gd name="connsiteY8" fmla="*/ 3214813 h 4874986"/>
              <a:gd name="connsiteX9" fmla="*/ 1385476 w 2513865"/>
              <a:gd name="connsiteY9" fmla="*/ 3081074 h 4874986"/>
              <a:gd name="connsiteX10" fmla="*/ 1397575 w 2513865"/>
              <a:gd name="connsiteY10" fmla="*/ 2694017 h 4874986"/>
              <a:gd name="connsiteX11" fmla="*/ 1554559 w 2513865"/>
              <a:gd name="connsiteY11" fmla="*/ 2316469 h 4874986"/>
              <a:gd name="connsiteX12" fmla="*/ 1959642 w 2513865"/>
              <a:gd name="connsiteY12" fmla="*/ 2021132 h 4874986"/>
              <a:gd name="connsiteX13" fmla="*/ 2166374 w 2513865"/>
              <a:gd name="connsiteY13" fmla="*/ 1653278 h 4874986"/>
              <a:gd name="connsiteX14" fmla="*/ 2488973 w 2513865"/>
              <a:gd name="connsiteY14" fmla="*/ 1408450 h 4874986"/>
              <a:gd name="connsiteX15" fmla="*/ 2499329 w 2513865"/>
              <a:gd name="connsiteY15" fmla="*/ 998528 h 4874986"/>
              <a:gd name="connsiteX16" fmla="*/ 2513712 w 2513865"/>
              <a:gd name="connsiteY16" fmla="*/ 740019 h 4874986"/>
              <a:gd name="connsiteX17" fmla="*/ 2449956 w 2513865"/>
              <a:gd name="connsiteY17" fmla="*/ 305754 h 4874986"/>
              <a:gd name="connsiteX18" fmla="*/ 2192570 w 2513865"/>
              <a:gd name="connsiteY18" fmla="*/ 0 h 4874986"/>
              <a:gd name="connsiteX0" fmla="*/ 0 w 2589769"/>
              <a:gd name="connsiteY0" fmla="*/ 4874986 h 4874986"/>
              <a:gd name="connsiteX1" fmla="*/ 64815 w 2589769"/>
              <a:gd name="connsiteY1" fmla="*/ 4599311 h 4874986"/>
              <a:gd name="connsiteX2" fmla="*/ 363697 w 2589769"/>
              <a:gd name="connsiteY2" fmla="*/ 4378858 h 4874986"/>
              <a:gd name="connsiteX3" fmla="*/ 410348 w 2589769"/>
              <a:gd name="connsiteY3" fmla="*/ 4032987 h 4874986"/>
              <a:gd name="connsiteX4" fmla="*/ 654487 w 2589769"/>
              <a:gd name="connsiteY4" fmla="*/ 3941606 h 4874986"/>
              <a:gd name="connsiteX5" fmla="*/ 858152 w 2589769"/>
              <a:gd name="connsiteY5" fmla="*/ 4042855 h 4874986"/>
              <a:gd name="connsiteX6" fmla="*/ 1046112 w 2589769"/>
              <a:gd name="connsiteY6" fmla="*/ 3775491 h 4874986"/>
              <a:gd name="connsiteX7" fmla="*/ 1235459 w 2589769"/>
              <a:gd name="connsiteY7" fmla="*/ 3380265 h 4874986"/>
              <a:gd name="connsiteX8" fmla="*/ 1257858 w 2589769"/>
              <a:gd name="connsiteY8" fmla="*/ 3214813 h 4874986"/>
              <a:gd name="connsiteX9" fmla="*/ 1385476 w 2589769"/>
              <a:gd name="connsiteY9" fmla="*/ 3081074 h 4874986"/>
              <a:gd name="connsiteX10" fmla="*/ 1397575 w 2589769"/>
              <a:gd name="connsiteY10" fmla="*/ 2694017 h 4874986"/>
              <a:gd name="connsiteX11" fmla="*/ 1554559 w 2589769"/>
              <a:gd name="connsiteY11" fmla="*/ 2316469 h 4874986"/>
              <a:gd name="connsiteX12" fmla="*/ 1959642 w 2589769"/>
              <a:gd name="connsiteY12" fmla="*/ 2021132 h 4874986"/>
              <a:gd name="connsiteX13" fmla="*/ 2166374 w 2589769"/>
              <a:gd name="connsiteY13" fmla="*/ 1653278 h 4874986"/>
              <a:gd name="connsiteX14" fmla="*/ 2488973 w 2589769"/>
              <a:gd name="connsiteY14" fmla="*/ 1408450 h 4874986"/>
              <a:gd name="connsiteX15" fmla="*/ 2588621 w 2589769"/>
              <a:gd name="connsiteY15" fmla="*/ 971377 h 4874986"/>
              <a:gd name="connsiteX16" fmla="*/ 2513712 w 2589769"/>
              <a:gd name="connsiteY16" fmla="*/ 740019 h 4874986"/>
              <a:gd name="connsiteX17" fmla="*/ 2449956 w 2589769"/>
              <a:gd name="connsiteY17" fmla="*/ 305754 h 4874986"/>
              <a:gd name="connsiteX18" fmla="*/ 2192570 w 2589769"/>
              <a:gd name="connsiteY18" fmla="*/ 0 h 4874986"/>
              <a:gd name="connsiteX0" fmla="*/ 0 w 2524954"/>
              <a:gd name="connsiteY0" fmla="*/ 4599311 h 4599311"/>
              <a:gd name="connsiteX1" fmla="*/ 298882 w 2524954"/>
              <a:gd name="connsiteY1" fmla="*/ 4378858 h 4599311"/>
              <a:gd name="connsiteX2" fmla="*/ 345533 w 2524954"/>
              <a:gd name="connsiteY2" fmla="*/ 4032987 h 4599311"/>
              <a:gd name="connsiteX3" fmla="*/ 589672 w 2524954"/>
              <a:gd name="connsiteY3" fmla="*/ 3941606 h 4599311"/>
              <a:gd name="connsiteX4" fmla="*/ 793337 w 2524954"/>
              <a:gd name="connsiteY4" fmla="*/ 4042855 h 4599311"/>
              <a:gd name="connsiteX5" fmla="*/ 981297 w 2524954"/>
              <a:gd name="connsiteY5" fmla="*/ 3775491 h 4599311"/>
              <a:gd name="connsiteX6" fmla="*/ 1170644 w 2524954"/>
              <a:gd name="connsiteY6" fmla="*/ 3380265 h 4599311"/>
              <a:gd name="connsiteX7" fmla="*/ 1193043 w 2524954"/>
              <a:gd name="connsiteY7" fmla="*/ 3214813 h 4599311"/>
              <a:gd name="connsiteX8" fmla="*/ 1320661 w 2524954"/>
              <a:gd name="connsiteY8" fmla="*/ 3081074 h 4599311"/>
              <a:gd name="connsiteX9" fmla="*/ 1332760 w 2524954"/>
              <a:gd name="connsiteY9" fmla="*/ 2694017 h 4599311"/>
              <a:gd name="connsiteX10" fmla="*/ 1489744 w 2524954"/>
              <a:gd name="connsiteY10" fmla="*/ 2316469 h 4599311"/>
              <a:gd name="connsiteX11" fmla="*/ 1894827 w 2524954"/>
              <a:gd name="connsiteY11" fmla="*/ 2021132 h 4599311"/>
              <a:gd name="connsiteX12" fmla="*/ 2101559 w 2524954"/>
              <a:gd name="connsiteY12" fmla="*/ 1653278 h 4599311"/>
              <a:gd name="connsiteX13" fmla="*/ 2424158 w 2524954"/>
              <a:gd name="connsiteY13" fmla="*/ 1408450 h 4599311"/>
              <a:gd name="connsiteX14" fmla="*/ 2523806 w 2524954"/>
              <a:gd name="connsiteY14" fmla="*/ 971377 h 4599311"/>
              <a:gd name="connsiteX15" fmla="*/ 2448897 w 2524954"/>
              <a:gd name="connsiteY15" fmla="*/ 740019 h 4599311"/>
              <a:gd name="connsiteX16" fmla="*/ 2385141 w 2524954"/>
              <a:gd name="connsiteY16" fmla="*/ 305754 h 4599311"/>
              <a:gd name="connsiteX17" fmla="*/ 2127755 w 2524954"/>
              <a:gd name="connsiteY17" fmla="*/ 0 h 4599311"/>
              <a:gd name="connsiteX0" fmla="*/ 0 w 2384515"/>
              <a:gd name="connsiteY0" fmla="*/ 4522828 h 4522828"/>
              <a:gd name="connsiteX1" fmla="*/ 158443 w 2384515"/>
              <a:gd name="connsiteY1" fmla="*/ 4378858 h 4522828"/>
              <a:gd name="connsiteX2" fmla="*/ 205094 w 2384515"/>
              <a:gd name="connsiteY2" fmla="*/ 4032987 h 4522828"/>
              <a:gd name="connsiteX3" fmla="*/ 449233 w 2384515"/>
              <a:gd name="connsiteY3" fmla="*/ 3941606 h 4522828"/>
              <a:gd name="connsiteX4" fmla="*/ 652898 w 2384515"/>
              <a:gd name="connsiteY4" fmla="*/ 4042855 h 4522828"/>
              <a:gd name="connsiteX5" fmla="*/ 840858 w 2384515"/>
              <a:gd name="connsiteY5" fmla="*/ 3775491 h 4522828"/>
              <a:gd name="connsiteX6" fmla="*/ 1030205 w 2384515"/>
              <a:gd name="connsiteY6" fmla="*/ 3380265 h 4522828"/>
              <a:gd name="connsiteX7" fmla="*/ 1052604 w 2384515"/>
              <a:gd name="connsiteY7" fmla="*/ 3214813 h 4522828"/>
              <a:gd name="connsiteX8" fmla="*/ 1180222 w 2384515"/>
              <a:gd name="connsiteY8" fmla="*/ 3081074 h 4522828"/>
              <a:gd name="connsiteX9" fmla="*/ 1192321 w 2384515"/>
              <a:gd name="connsiteY9" fmla="*/ 2694017 h 4522828"/>
              <a:gd name="connsiteX10" fmla="*/ 1349305 w 2384515"/>
              <a:gd name="connsiteY10" fmla="*/ 2316469 h 4522828"/>
              <a:gd name="connsiteX11" fmla="*/ 1754388 w 2384515"/>
              <a:gd name="connsiteY11" fmla="*/ 2021132 h 4522828"/>
              <a:gd name="connsiteX12" fmla="*/ 1961120 w 2384515"/>
              <a:gd name="connsiteY12" fmla="*/ 1653278 h 4522828"/>
              <a:gd name="connsiteX13" fmla="*/ 2283719 w 2384515"/>
              <a:gd name="connsiteY13" fmla="*/ 1408450 h 4522828"/>
              <a:gd name="connsiteX14" fmla="*/ 2383367 w 2384515"/>
              <a:gd name="connsiteY14" fmla="*/ 971377 h 4522828"/>
              <a:gd name="connsiteX15" fmla="*/ 2308458 w 2384515"/>
              <a:gd name="connsiteY15" fmla="*/ 740019 h 4522828"/>
              <a:gd name="connsiteX16" fmla="*/ 2244702 w 2384515"/>
              <a:gd name="connsiteY16" fmla="*/ 305754 h 4522828"/>
              <a:gd name="connsiteX17" fmla="*/ 1987316 w 2384515"/>
              <a:gd name="connsiteY17" fmla="*/ 0 h 4522828"/>
              <a:gd name="connsiteX0" fmla="*/ 0 w 2384515"/>
              <a:gd name="connsiteY0" fmla="*/ 4522828 h 4522828"/>
              <a:gd name="connsiteX1" fmla="*/ 158443 w 2384515"/>
              <a:gd name="connsiteY1" fmla="*/ 4378858 h 4522828"/>
              <a:gd name="connsiteX2" fmla="*/ 225266 w 2384515"/>
              <a:gd name="connsiteY2" fmla="*/ 4120737 h 4522828"/>
              <a:gd name="connsiteX3" fmla="*/ 449233 w 2384515"/>
              <a:gd name="connsiteY3" fmla="*/ 3941606 h 4522828"/>
              <a:gd name="connsiteX4" fmla="*/ 652898 w 2384515"/>
              <a:gd name="connsiteY4" fmla="*/ 4042855 h 4522828"/>
              <a:gd name="connsiteX5" fmla="*/ 840858 w 2384515"/>
              <a:gd name="connsiteY5" fmla="*/ 3775491 h 4522828"/>
              <a:gd name="connsiteX6" fmla="*/ 1030205 w 2384515"/>
              <a:gd name="connsiteY6" fmla="*/ 3380265 h 4522828"/>
              <a:gd name="connsiteX7" fmla="*/ 1052604 w 2384515"/>
              <a:gd name="connsiteY7" fmla="*/ 3214813 h 4522828"/>
              <a:gd name="connsiteX8" fmla="*/ 1180222 w 2384515"/>
              <a:gd name="connsiteY8" fmla="*/ 3081074 h 4522828"/>
              <a:gd name="connsiteX9" fmla="*/ 1192321 w 2384515"/>
              <a:gd name="connsiteY9" fmla="*/ 2694017 h 4522828"/>
              <a:gd name="connsiteX10" fmla="*/ 1349305 w 2384515"/>
              <a:gd name="connsiteY10" fmla="*/ 2316469 h 4522828"/>
              <a:gd name="connsiteX11" fmla="*/ 1754388 w 2384515"/>
              <a:gd name="connsiteY11" fmla="*/ 2021132 h 4522828"/>
              <a:gd name="connsiteX12" fmla="*/ 1961120 w 2384515"/>
              <a:gd name="connsiteY12" fmla="*/ 1653278 h 4522828"/>
              <a:gd name="connsiteX13" fmla="*/ 2283719 w 2384515"/>
              <a:gd name="connsiteY13" fmla="*/ 1408450 h 4522828"/>
              <a:gd name="connsiteX14" fmla="*/ 2383367 w 2384515"/>
              <a:gd name="connsiteY14" fmla="*/ 971377 h 4522828"/>
              <a:gd name="connsiteX15" fmla="*/ 2308458 w 2384515"/>
              <a:gd name="connsiteY15" fmla="*/ 740019 h 4522828"/>
              <a:gd name="connsiteX16" fmla="*/ 2244702 w 2384515"/>
              <a:gd name="connsiteY16" fmla="*/ 305754 h 4522828"/>
              <a:gd name="connsiteX17" fmla="*/ 1987316 w 2384515"/>
              <a:gd name="connsiteY17" fmla="*/ 0 h 452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84515" h="4522828">
                <a:moveTo>
                  <a:pt x="0" y="4522828"/>
                </a:moveTo>
                <a:cubicBezTo>
                  <a:pt x="60616" y="4440140"/>
                  <a:pt x="120899" y="4445873"/>
                  <a:pt x="158443" y="4378858"/>
                </a:cubicBezTo>
                <a:cubicBezTo>
                  <a:pt x="195987" y="4311843"/>
                  <a:pt x="176801" y="4193612"/>
                  <a:pt x="225266" y="4120737"/>
                </a:cubicBezTo>
                <a:cubicBezTo>
                  <a:pt x="273731" y="4047862"/>
                  <a:pt x="378767" y="3927044"/>
                  <a:pt x="449233" y="3941606"/>
                </a:cubicBezTo>
                <a:cubicBezTo>
                  <a:pt x="519699" y="3956168"/>
                  <a:pt x="587627" y="4070541"/>
                  <a:pt x="652898" y="4042855"/>
                </a:cubicBezTo>
                <a:cubicBezTo>
                  <a:pt x="718169" y="4015169"/>
                  <a:pt x="777974" y="3885923"/>
                  <a:pt x="840858" y="3775491"/>
                </a:cubicBezTo>
                <a:cubicBezTo>
                  <a:pt x="903742" y="3665059"/>
                  <a:pt x="994914" y="3473711"/>
                  <a:pt x="1030205" y="3380265"/>
                </a:cubicBezTo>
                <a:cubicBezTo>
                  <a:pt x="1065496" y="3286819"/>
                  <a:pt x="1027601" y="3264678"/>
                  <a:pt x="1052604" y="3214813"/>
                </a:cubicBezTo>
                <a:cubicBezTo>
                  <a:pt x="1077607" y="3164948"/>
                  <a:pt x="1156936" y="3167873"/>
                  <a:pt x="1180222" y="3081074"/>
                </a:cubicBezTo>
                <a:cubicBezTo>
                  <a:pt x="1203508" y="2994275"/>
                  <a:pt x="1164141" y="2821451"/>
                  <a:pt x="1192321" y="2694017"/>
                </a:cubicBezTo>
                <a:cubicBezTo>
                  <a:pt x="1220501" y="2566583"/>
                  <a:pt x="1255627" y="2428616"/>
                  <a:pt x="1349305" y="2316469"/>
                </a:cubicBezTo>
                <a:cubicBezTo>
                  <a:pt x="1442983" y="2204322"/>
                  <a:pt x="1652419" y="2131664"/>
                  <a:pt x="1754388" y="2021132"/>
                </a:cubicBezTo>
                <a:cubicBezTo>
                  <a:pt x="1856357" y="1910600"/>
                  <a:pt x="1872898" y="1755392"/>
                  <a:pt x="1961120" y="1653278"/>
                </a:cubicBezTo>
                <a:cubicBezTo>
                  <a:pt x="2049342" y="1551164"/>
                  <a:pt x="2213345" y="1522100"/>
                  <a:pt x="2283719" y="1408450"/>
                </a:cubicBezTo>
                <a:cubicBezTo>
                  <a:pt x="2354093" y="1294800"/>
                  <a:pt x="2370604" y="1062817"/>
                  <a:pt x="2383367" y="971377"/>
                </a:cubicBezTo>
                <a:cubicBezTo>
                  <a:pt x="2395369" y="885747"/>
                  <a:pt x="2309410" y="826411"/>
                  <a:pt x="2308458" y="740019"/>
                </a:cubicBezTo>
                <a:cubicBezTo>
                  <a:pt x="2307410" y="651056"/>
                  <a:pt x="2266704" y="391955"/>
                  <a:pt x="2244702" y="305754"/>
                </a:cubicBezTo>
                <a:cubicBezTo>
                  <a:pt x="2066451" y="245739"/>
                  <a:pt x="1987316" y="0"/>
                  <a:pt x="1987316"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378D015D-6176-C907-0F01-1FDCFA8A6CE3}"/>
              </a:ext>
            </a:extLst>
          </p:cNvPr>
          <p:cNvSpPr/>
          <p:nvPr/>
        </p:nvSpPr>
        <p:spPr>
          <a:xfrm rot="7029322">
            <a:off x="6350531" y="245228"/>
            <a:ext cx="2685522" cy="3540320"/>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2106263 w 2977477"/>
              <a:gd name="connsiteY11" fmla="*/ 2030254 h 4627150"/>
              <a:gd name="connsiteX12" fmla="*/ 2277237 w 2977477"/>
              <a:gd name="connsiteY12" fmla="*/ 185918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2106263 w 2977477"/>
              <a:gd name="connsiteY10" fmla="*/ 2030254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535683 w 2977477"/>
              <a:gd name="connsiteY9" fmla="*/ 2689001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499455 w 2977477"/>
              <a:gd name="connsiteY10" fmla="*/ 1656207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07571 w 2977477"/>
              <a:gd name="connsiteY9" fmla="*/ 1964587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864906"/>
              <a:gd name="connsiteY0" fmla="*/ 4448911 h 4448911"/>
              <a:gd name="connsiteX1" fmla="*/ 162511 w 2864906"/>
              <a:gd name="connsiteY1" fmla="*/ 4341590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48911 h 4448911"/>
              <a:gd name="connsiteX1" fmla="*/ 171891 w 2864906"/>
              <a:gd name="connsiteY1" fmla="*/ 4261852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77054 h 4477054"/>
              <a:gd name="connsiteX1" fmla="*/ 171891 w 2864906"/>
              <a:gd name="connsiteY1" fmla="*/ 4289995 h 4477054"/>
              <a:gd name="connsiteX2" fmla="*/ 390254 w 2864906"/>
              <a:gd name="connsiteY2" fmla="*/ 4082269 h 4477054"/>
              <a:gd name="connsiteX3" fmla="*/ 553608 w 2864906"/>
              <a:gd name="connsiteY3" fmla="*/ 3918820 h 4477054"/>
              <a:gd name="connsiteX4" fmla="*/ 751632 w 2864906"/>
              <a:gd name="connsiteY4" fmla="*/ 3704126 h 4477054"/>
              <a:gd name="connsiteX5" fmla="*/ 870028 w 2864906"/>
              <a:gd name="connsiteY5" fmla="*/ 3585635 h 4477054"/>
              <a:gd name="connsiteX6" fmla="*/ 1075673 w 2864906"/>
              <a:gd name="connsiteY6" fmla="*/ 3357797 h 4477054"/>
              <a:gd name="connsiteX7" fmla="*/ 1171192 w 2864906"/>
              <a:gd name="connsiteY7" fmla="*/ 3174917 h 4477054"/>
              <a:gd name="connsiteX8" fmla="*/ 1376207 w 2864906"/>
              <a:gd name="connsiteY8" fmla="*/ 2628024 h 4477054"/>
              <a:gd name="connsiteX9" fmla="*/ 1595000 w 2864906"/>
              <a:gd name="connsiteY9" fmla="*/ 1992730 h 4477054"/>
              <a:gd name="connsiteX10" fmla="*/ 2166431 w 2864906"/>
              <a:gd name="connsiteY10" fmla="*/ 1693731 h 4477054"/>
              <a:gd name="connsiteX11" fmla="*/ 2594529 w 2864906"/>
              <a:gd name="connsiteY11" fmla="*/ 1418412 h 4477054"/>
              <a:gd name="connsiteX12" fmla="*/ 2699781 w 2864906"/>
              <a:gd name="connsiteY12" fmla="*/ 1259059 h 4477054"/>
              <a:gd name="connsiteX13" fmla="*/ 2785601 w 2864906"/>
              <a:gd name="connsiteY13" fmla="*/ 1065130 h 4477054"/>
              <a:gd name="connsiteX14" fmla="*/ 2850657 w 2864906"/>
              <a:gd name="connsiteY14" fmla="*/ 878154 h 4477054"/>
              <a:gd name="connsiteX15" fmla="*/ 2864754 w 2864906"/>
              <a:gd name="connsiteY15" fmla="*/ 773570 h 4477054"/>
              <a:gd name="connsiteX16" fmla="*/ 2816938 w 2864906"/>
              <a:gd name="connsiteY16" fmla="*/ 508298 h 4477054"/>
              <a:gd name="connsiteX17" fmla="*/ 2215986 w 2864906"/>
              <a:gd name="connsiteY17" fmla="*/ 0 h 4477054"/>
              <a:gd name="connsiteX0" fmla="*/ 0 w 2864763"/>
              <a:gd name="connsiteY0" fmla="*/ 4477054 h 4477054"/>
              <a:gd name="connsiteX1" fmla="*/ 171891 w 2864763"/>
              <a:gd name="connsiteY1" fmla="*/ 4289995 h 4477054"/>
              <a:gd name="connsiteX2" fmla="*/ 390254 w 2864763"/>
              <a:gd name="connsiteY2" fmla="*/ 4082269 h 4477054"/>
              <a:gd name="connsiteX3" fmla="*/ 553608 w 2864763"/>
              <a:gd name="connsiteY3" fmla="*/ 3918820 h 4477054"/>
              <a:gd name="connsiteX4" fmla="*/ 751632 w 2864763"/>
              <a:gd name="connsiteY4" fmla="*/ 3704126 h 4477054"/>
              <a:gd name="connsiteX5" fmla="*/ 870028 w 2864763"/>
              <a:gd name="connsiteY5" fmla="*/ 3585635 h 4477054"/>
              <a:gd name="connsiteX6" fmla="*/ 1075673 w 2864763"/>
              <a:gd name="connsiteY6" fmla="*/ 3357797 h 4477054"/>
              <a:gd name="connsiteX7" fmla="*/ 1171192 w 2864763"/>
              <a:gd name="connsiteY7" fmla="*/ 3174917 h 4477054"/>
              <a:gd name="connsiteX8" fmla="*/ 1376207 w 2864763"/>
              <a:gd name="connsiteY8" fmla="*/ 2628024 h 4477054"/>
              <a:gd name="connsiteX9" fmla="*/ 1595000 w 2864763"/>
              <a:gd name="connsiteY9" fmla="*/ 1992730 h 4477054"/>
              <a:gd name="connsiteX10" fmla="*/ 2166431 w 2864763"/>
              <a:gd name="connsiteY10" fmla="*/ 1693731 h 4477054"/>
              <a:gd name="connsiteX11" fmla="*/ 2594529 w 2864763"/>
              <a:gd name="connsiteY11" fmla="*/ 1418412 h 4477054"/>
              <a:gd name="connsiteX12" fmla="*/ 2699781 w 2864763"/>
              <a:gd name="connsiteY12" fmla="*/ 1259059 h 4477054"/>
              <a:gd name="connsiteX13" fmla="*/ 2785601 w 2864763"/>
              <a:gd name="connsiteY13" fmla="*/ 1065130 h 4477054"/>
              <a:gd name="connsiteX14" fmla="*/ 2850657 w 2864763"/>
              <a:gd name="connsiteY14" fmla="*/ 878154 h 4477054"/>
              <a:gd name="connsiteX15" fmla="*/ 2864754 w 2864763"/>
              <a:gd name="connsiteY15" fmla="*/ 773570 h 4477054"/>
              <a:gd name="connsiteX16" fmla="*/ 2549579 w 2864763"/>
              <a:gd name="connsiteY16" fmla="*/ 484845 h 4477054"/>
              <a:gd name="connsiteX17" fmla="*/ 2215986 w 2864763"/>
              <a:gd name="connsiteY17" fmla="*/ 0 h 4477054"/>
              <a:gd name="connsiteX0" fmla="*/ 0 w 2853812"/>
              <a:gd name="connsiteY0" fmla="*/ 4477054 h 4477054"/>
              <a:gd name="connsiteX1" fmla="*/ 171891 w 2853812"/>
              <a:gd name="connsiteY1" fmla="*/ 4289995 h 4477054"/>
              <a:gd name="connsiteX2" fmla="*/ 390254 w 2853812"/>
              <a:gd name="connsiteY2" fmla="*/ 4082269 h 4477054"/>
              <a:gd name="connsiteX3" fmla="*/ 553608 w 2853812"/>
              <a:gd name="connsiteY3" fmla="*/ 3918820 h 4477054"/>
              <a:gd name="connsiteX4" fmla="*/ 751632 w 2853812"/>
              <a:gd name="connsiteY4" fmla="*/ 3704126 h 4477054"/>
              <a:gd name="connsiteX5" fmla="*/ 870028 w 2853812"/>
              <a:gd name="connsiteY5" fmla="*/ 3585635 h 4477054"/>
              <a:gd name="connsiteX6" fmla="*/ 1075673 w 2853812"/>
              <a:gd name="connsiteY6" fmla="*/ 3357797 h 4477054"/>
              <a:gd name="connsiteX7" fmla="*/ 1171192 w 2853812"/>
              <a:gd name="connsiteY7" fmla="*/ 3174917 h 4477054"/>
              <a:gd name="connsiteX8" fmla="*/ 1376207 w 2853812"/>
              <a:gd name="connsiteY8" fmla="*/ 2628024 h 4477054"/>
              <a:gd name="connsiteX9" fmla="*/ 1595000 w 2853812"/>
              <a:gd name="connsiteY9" fmla="*/ 1992730 h 4477054"/>
              <a:gd name="connsiteX10" fmla="*/ 2166431 w 2853812"/>
              <a:gd name="connsiteY10" fmla="*/ 1693731 h 4477054"/>
              <a:gd name="connsiteX11" fmla="*/ 2594529 w 2853812"/>
              <a:gd name="connsiteY11" fmla="*/ 1418412 h 4477054"/>
              <a:gd name="connsiteX12" fmla="*/ 2699781 w 2853812"/>
              <a:gd name="connsiteY12" fmla="*/ 1259059 h 4477054"/>
              <a:gd name="connsiteX13" fmla="*/ 2785601 w 2853812"/>
              <a:gd name="connsiteY13" fmla="*/ 1065130 h 4477054"/>
              <a:gd name="connsiteX14" fmla="*/ 2850657 w 2853812"/>
              <a:gd name="connsiteY14" fmla="*/ 878154 h 4477054"/>
              <a:gd name="connsiteX15" fmla="*/ 2681825 w 2853812"/>
              <a:gd name="connsiteY15" fmla="*/ 773570 h 4477054"/>
              <a:gd name="connsiteX16" fmla="*/ 2549579 w 2853812"/>
              <a:gd name="connsiteY16" fmla="*/ 484845 h 4477054"/>
              <a:gd name="connsiteX17" fmla="*/ 2215986 w 2853812"/>
              <a:gd name="connsiteY17" fmla="*/ 0 h 4477054"/>
              <a:gd name="connsiteX0" fmla="*/ 0 w 2785719"/>
              <a:gd name="connsiteY0" fmla="*/ 4477054 h 4477054"/>
              <a:gd name="connsiteX1" fmla="*/ 171891 w 2785719"/>
              <a:gd name="connsiteY1" fmla="*/ 4289995 h 4477054"/>
              <a:gd name="connsiteX2" fmla="*/ 390254 w 2785719"/>
              <a:gd name="connsiteY2" fmla="*/ 4082269 h 4477054"/>
              <a:gd name="connsiteX3" fmla="*/ 553608 w 2785719"/>
              <a:gd name="connsiteY3" fmla="*/ 3918820 h 4477054"/>
              <a:gd name="connsiteX4" fmla="*/ 751632 w 2785719"/>
              <a:gd name="connsiteY4" fmla="*/ 3704126 h 4477054"/>
              <a:gd name="connsiteX5" fmla="*/ 870028 w 2785719"/>
              <a:gd name="connsiteY5" fmla="*/ 3585635 h 4477054"/>
              <a:gd name="connsiteX6" fmla="*/ 1075673 w 2785719"/>
              <a:gd name="connsiteY6" fmla="*/ 3357797 h 4477054"/>
              <a:gd name="connsiteX7" fmla="*/ 1171192 w 2785719"/>
              <a:gd name="connsiteY7" fmla="*/ 3174917 h 4477054"/>
              <a:gd name="connsiteX8" fmla="*/ 1376207 w 2785719"/>
              <a:gd name="connsiteY8" fmla="*/ 2628024 h 4477054"/>
              <a:gd name="connsiteX9" fmla="*/ 1595000 w 2785719"/>
              <a:gd name="connsiteY9" fmla="*/ 1992730 h 4477054"/>
              <a:gd name="connsiteX10" fmla="*/ 2166431 w 2785719"/>
              <a:gd name="connsiteY10" fmla="*/ 1693731 h 4477054"/>
              <a:gd name="connsiteX11" fmla="*/ 2594529 w 2785719"/>
              <a:gd name="connsiteY11" fmla="*/ 1418412 h 4477054"/>
              <a:gd name="connsiteX12" fmla="*/ 2699781 w 2785719"/>
              <a:gd name="connsiteY12" fmla="*/ 1259059 h 4477054"/>
              <a:gd name="connsiteX13" fmla="*/ 2785601 w 2785719"/>
              <a:gd name="connsiteY13" fmla="*/ 1065130 h 4477054"/>
              <a:gd name="connsiteX14" fmla="*/ 2681825 w 2785719"/>
              <a:gd name="connsiteY14" fmla="*/ 773570 h 4477054"/>
              <a:gd name="connsiteX15" fmla="*/ 2549579 w 2785719"/>
              <a:gd name="connsiteY15" fmla="*/ 484845 h 4477054"/>
              <a:gd name="connsiteX16" fmla="*/ 2215986 w 2785719"/>
              <a:gd name="connsiteY16" fmla="*/ 0 h 4477054"/>
              <a:gd name="connsiteX0" fmla="*/ 0 w 2707159"/>
              <a:gd name="connsiteY0" fmla="*/ 4477054 h 4477054"/>
              <a:gd name="connsiteX1" fmla="*/ 171891 w 2707159"/>
              <a:gd name="connsiteY1" fmla="*/ 4289995 h 4477054"/>
              <a:gd name="connsiteX2" fmla="*/ 390254 w 2707159"/>
              <a:gd name="connsiteY2" fmla="*/ 4082269 h 4477054"/>
              <a:gd name="connsiteX3" fmla="*/ 553608 w 2707159"/>
              <a:gd name="connsiteY3" fmla="*/ 3918820 h 4477054"/>
              <a:gd name="connsiteX4" fmla="*/ 751632 w 2707159"/>
              <a:gd name="connsiteY4" fmla="*/ 3704126 h 4477054"/>
              <a:gd name="connsiteX5" fmla="*/ 870028 w 2707159"/>
              <a:gd name="connsiteY5" fmla="*/ 3585635 h 4477054"/>
              <a:gd name="connsiteX6" fmla="*/ 1075673 w 2707159"/>
              <a:gd name="connsiteY6" fmla="*/ 3357797 h 4477054"/>
              <a:gd name="connsiteX7" fmla="*/ 1171192 w 2707159"/>
              <a:gd name="connsiteY7" fmla="*/ 3174917 h 4477054"/>
              <a:gd name="connsiteX8" fmla="*/ 1376207 w 2707159"/>
              <a:gd name="connsiteY8" fmla="*/ 2628024 h 4477054"/>
              <a:gd name="connsiteX9" fmla="*/ 1595000 w 2707159"/>
              <a:gd name="connsiteY9" fmla="*/ 1992730 h 4477054"/>
              <a:gd name="connsiteX10" fmla="*/ 2166431 w 2707159"/>
              <a:gd name="connsiteY10" fmla="*/ 1693731 h 4477054"/>
              <a:gd name="connsiteX11" fmla="*/ 2594529 w 2707159"/>
              <a:gd name="connsiteY11" fmla="*/ 1418412 h 4477054"/>
              <a:gd name="connsiteX12" fmla="*/ 2699781 w 2707159"/>
              <a:gd name="connsiteY12" fmla="*/ 1259059 h 4477054"/>
              <a:gd name="connsiteX13" fmla="*/ 2681825 w 2707159"/>
              <a:gd name="connsiteY13" fmla="*/ 773570 h 4477054"/>
              <a:gd name="connsiteX14" fmla="*/ 2549579 w 2707159"/>
              <a:gd name="connsiteY14" fmla="*/ 484845 h 4477054"/>
              <a:gd name="connsiteX15" fmla="*/ 2215986 w 2707159"/>
              <a:gd name="connsiteY15" fmla="*/ 0 h 4477054"/>
              <a:gd name="connsiteX0" fmla="*/ 0 w 2683928"/>
              <a:gd name="connsiteY0" fmla="*/ 4477054 h 4477054"/>
              <a:gd name="connsiteX1" fmla="*/ 171891 w 2683928"/>
              <a:gd name="connsiteY1" fmla="*/ 4289995 h 4477054"/>
              <a:gd name="connsiteX2" fmla="*/ 390254 w 2683928"/>
              <a:gd name="connsiteY2" fmla="*/ 4082269 h 4477054"/>
              <a:gd name="connsiteX3" fmla="*/ 553608 w 2683928"/>
              <a:gd name="connsiteY3" fmla="*/ 3918820 h 4477054"/>
              <a:gd name="connsiteX4" fmla="*/ 751632 w 2683928"/>
              <a:gd name="connsiteY4" fmla="*/ 3704126 h 4477054"/>
              <a:gd name="connsiteX5" fmla="*/ 870028 w 2683928"/>
              <a:gd name="connsiteY5" fmla="*/ 3585635 h 4477054"/>
              <a:gd name="connsiteX6" fmla="*/ 1075673 w 2683928"/>
              <a:gd name="connsiteY6" fmla="*/ 3357797 h 4477054"/>
              <a:gd name="connsiteX7" fmla="*/ 1171192 w 2683928"/>
              <a:gd name="connsiteY7" fmla="*/ 3174917 h 4477054"/>
              <a:gd name="connsiteX8" fmla="*/ 1376207 w 2683928"/>
              <a:gd name="connsiteY8" fmla="*/ 2628024 h 4477054"/>
              <a:gd name="connsiteX9" fmla="*/ 1595000 w 2683928"/>
              <a:gd name="connsiteY9" fmla="*/ 1992730 h 4477054"/>
              <a:gd name="connsiteX10" fmla="*/ 2166431 w 2683928"/>
              <a:gd name="connsiteY10" fmla="*/ 1693731 h 4477054"/>
              <a:gd name="connsiteX11" fmla="*/ 2594529 w 2683928"/>
              <a:gd name="connsiteY11" fmla="*/ 1418412 h 4477054"/>
              <a:gd name="connsiteX12" fmla="*/ 2681825 w 2683928"/>
              <a:gd name="connsiteY12" fmla="*/ 773570 h 4477054"/>
              <a:gd name="connsiteX13" fmla="*/ 2549579 w 2683928"/>
              <a:gd name="connsiteY13" fmla="*/ 484845 h 4477054"/>
              <a:gd name="connsiteX14" fmla="*/ 2215986 w 2683928"/>
              <a:gd name="connsiteY14" fmla="*/ 0 h 4477054"/>
              <a:gd name="connsiteX0" fmla="*/ 0 w 2682248"/>
              <a:gd name="connsiteY0" fmla="*/ 4477054 h 4477054"/>
              <a:gd name="connsiteX1" fmla="*/ 171891 w 2682248"/>
              <a:gd name="connsiteY1" fmla="*/ 4289995 h 4477054"/>
              <a:gd name="connsiteX2" fmla="*/ 390254 w 2682248"/>
              <a:gd name="connsiteY2" fmla="*/ 4082269 h 4477054"/>
              <a:gd name="connsiteX3" fmla="*/ 553608 w 2682248"/>
              <a:gd name="connsiteY3" fmla="*/ 3918820 h 4477054"/>
              <a:gd name="connsiteX4" fmla="*/ 751632 w 2682248"/>
              <a:gd name="connsiteY4" fmla="*/ 3704126 h 4477054"/>
              <a:gd name="connsiteX5" fmla="*/ 870028 w 2682248"/>
              <a:gd name="connsiteY5" fmla="*/ 3585635 h 4477054"/>
              <a:gd name="connsiteX6" fmla="*/ 1075673 w 2682248"/>
              <a:gd name="connsiteY6" fmla="*/ 3357797 h 4477054"/>
              <a:gd name="connsiteX7" fmla="*/ 1171192 w 2682248"/>
              <a:gd name="connsiteY7" fmla="*/ 3174917 h 4477054"/>
              <a:gd name="connsiteX8" fmla="*/ 1376207 w 2682248"/>
              <a:gd name="connsiteY8" fmla="*/ 2628024 h 4477054"/>
              <a:gd name="connsiteX9" fmla="*/ 1595000 w 2682248"/>
              <a:gd name="connsiteY9" fmla="*/ 1992730 h 4477054"/>
              <a:gd name="connsiteX10" fmla="*/ 2166431 w 2682248"/>
              <a:gd name="connsiteY10" fmla="*/ 1693731 h 4477054"/>
              <a:gd name="connsiteX11" fmla="*/ 2510100 w 2682248"/>
              <a:gd name="connsiteY11" fmla="*/ 1333983 h 4477054"/>
              <a:gd name="connsiteX12" fmla="*/ 2681825 w 2682248"/>
              <a:gd name="connsiteY12" fmla="*/ 773570 h 4477054"/>
              <a:gd name="connsiteX13" fmla="*/ 2549579 w 2682248"/>
              <a:gd name="connsiteY13" fmla="*/ 484845 h 4477054"/>
              <a:gd name="connsiteX14" fmla="*/ 2215986 w 2682248"/>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549579 w 2607872"/>
              <a:gd name="connsiteY13" fmla="*/ 484845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103414 w 2607872"/>
              <a:gd name="connsiteY14" fmla="*/ 0 h 4477054"/>
              <a:gd name="connsiteX0" fmla="*/ 0 w 2607872"/>
              <a:gd name="connsiteY0" fmla="*/ 4481971 h 4481971"/>
              <a:gd name="connsiteX1" fmla="*/ 171891 w 2607872"/>
              <a:gd name="connsiteY1" fmla="*/ 4294912 h 4481971"/>
              <a:gd name="connsiteX2" fmla="*/ 390254 w 2607872"/>
              <a:gd name="connsiteY2" fmla="*/ 4087186 h 4481971"/>
              <a:gd name="connsiteX3" fmla="*/ 553608 w 2607872"/>
              <a:gd name="connsiteY3" fmla="*/ 3923737 h 4481971"/>
              <a:gd name="connsiteX4" fmla="*/ 751632 w 2607872"/>
              <a:gd name="connsiteY4" fmla="*/ 3709043 h 4481971"/>
              <a:gd name="connsiteX5" fmla="*/ 870028 w 2607872"/>
              <a:gd name="connsiteY5" fmla="*/ 3590552 h 4481971"/>
              <a:gd name="connsiteX6" fmla="*/ 1075673 w 2607872"/>
              <a:gd name="connsiteY6" fmla="*/ 3362714 h 4481971"/>
              <a:gd name="connsiteX7" fmla="*/ 1171192 w 2607872"/>
              <a:gd name="connsiteY7" fmla="*/ 3179834 h 4481971"/>
              <a:gd name="connsiteX8" fmla="*/ 1376207 w 2607872"/>
              <a:gd name="connsiteY8" fmla="*/ 2632941 h 4481971"/>
              <a:gd name="connsiteX9" fmla="*/ 1595000 w 2607872"/>
              <a:gd name="connsiteY9" fmla="*/ 1997647 h 4481971"/>
              <a:gd name="connsiteX10" fmla="*/ 2166431 w 2607872"/>
              <a:gd name="connsiteY10" fmla="*/ 1698648 h 4481971"/>
              <a:gd name="connsiteX11" fmla="*/ 2510100 w 2607872"/>
              <a:gd name="connsiteY11" fmla="*/ 1338900 h 4481971"/>
              <a:gd name="connsiteX12" fmla="*/ 2606777 w 2607872"/>
              <a:gd name="connsiteY12" fmla="*/ 778487 h 4481971"/>
              <a:gd name="connsiteX13" fmla="*/ 2399484 w 2607872"/>
              <a:gd name="connsiteY13" fmla="*/ 466310 h 4481971"/>
              <a:gd name="connsiteX14" fmla="*/ 2065724 w 2607872"/>
              <a:gd name="connsiteY14"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334623 w 2616570"/>
              <a:gd name="connsiteY5" fmla="*/ 3482063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334623 w 2616570"/>
              <a:gd name="connsiteY5" fmla="*/ 3482063 h 4698329"/>
              <a:gd name="connsiteX6" fmla="*/ 1399013 w 2616570"/>
              <a:gd name="connsiteY6" fmla="*/ 3013303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508860 w 2616570"/>
              <a:gd name="connsiteY1" fmla="*/ 415225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334623 w 2616570"/>
              <a:gd name="connsiteY5" fmla="*/ 3482063 h 4698329"/>
              <a:gd name="connsiteX6" fmla="*/ 1399013 w 2616570"/>
              <a:gd name="connsiteY6" fmla="*/ 3013303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107710"/>
              <a:gd name="connsiteY0" fmla="*/ 4152252 h 4152252"/>
              <a:gd name="connsiteX1" fmla="*/ 53446 w 2107710"/>
              <a:gd name="connsiteY1" fmla="*/ 3923737 h 4152252"/>
              <a:gd name="connsiteX2" fmla="*/ 234074 w 2107710"/>
              <a:gd name="connsiteY2" fmla="*/ 3676262 h 4152252"/>
              <a:gd name="connsiteX3" fmla="*/ 369866 w 2107710"/>
              <a:gd name="connsiteY3" fmla="*/ 3590552 h 4152252"/>
              <a:gd name="connsiteX4" fmla="*/ 825763 w 2107710"/>
              <a:gd name="connsiteY4" fmla="*/ 3482063 h 4152252"/>
              <a:gd name="connsiteX5" fmla="*/ 890153 w 2107710"/>
              <a:gd name="connsiteY5" fmla="*/ 3013303 h 4152252"/>
              <a:gd name="connsiteX6" fmla="*/ 876045 w 2107710"/>
              <a:gd name="connsiteY6" fmla="*/ 2632941 h 4152252"/>
              <a:gd name="connsiteX7" fmla="*/ 1094838 w 2107710"/>
              <a:gd name="connsiteY7" fmla="*/ 1997647 h 4152252"/>
              <a:gd name="connsiteX8" fmla="*/ 1666269 w 2107710"/>
              <a:gd name="connsiteY8" fmla="*/ 1698648 h 4152252"/>
              <a:gd name="connsiteX9" fmla="*/ 2009938 w 2107710"/>
              <a:gd name="connsiteY9" fmla="*/ 1338900 h 4152252"/>
              <a:gd name="connsiteX10" fmla="*/ 2106615 w 2107710"/>
              <a:gd name="connsiteY10" fmla="*/ 778487 h 4152252"/>
              <a:gd name="connsiteX11" fmla="*/ 1899322 w 2107710"/>
              <a:gd name="connsiteY11" fmla="*/ 466310 h 4152252"/>
              <a:gd name="connsiteX12" fmla="*/ 1565562 w 2107710"/>
              <a:gd name="connsiteY12" fmla="*/ 0 h 4152252"/>
              <a:gd name="connsiteX0" fmla="*/ 0 w 2120367"/>
              <a:gd name="connsiteY0" fmla="*/ 4245747 h 4245747"/>
              <a:gd name="connsiteX1" fmla="*/ 66103 w 2120367"/>
              <a:gd name="connsiteY1" fmla="*/ 3923737 h 4245747"/>
              <a:gd name="connsiteX2" fmla="*/ 246731 w 2120367"/>
              <a:gd name="connsiteY2" fmla="*/ 3676262 h 4245747"/>
              <a:gd name="connsiteX3" fmla="*/ 382523 w 2120367"/>
              <a:gd name="connsiteY3" fmla="*/ 3590552 h 4245747"/>
              <a:gd name="connsiteX4" fmla="*/ 838420 w 2120367"/>
              <a:gd name="connsiteY4" fmla="*/ 3482063 h 4245747"/>
              <a:gd name="connsiteX5" fmla="*/ 902810 w 2120367"/>
              <a:gd name="connsiteY5" fmla="*/ 3013303 h 4245747"/>
              <a:gd name="connsiteX6" fmla="*/ 888702 w 2120367"/>
              <a:gd name="connsiteY6" fmla="*/ 2632941 h 4245747"/>
              <a:gd name="connsiteX7" fmla="*/ 1107495 w 2120367"/>
              <a:gd name="connsiteY7" fmla="*/ 1997647 h 4245747"/>
              <a:gd name="connsiteX8" fmla="*/ 1678926 w 2120367"/>
              <a:gd name="connsiteY8" fmla="*/ 1698648 h 4245747"/>
              <a:gd name="connsiteX9" fmla="*/ 2022595 w 2120367"/>
              <a:gd name="connsiteY9" fmla="*/ 1338900 h 4245747"/>
              <a:gd name="connsiteX10" fmla="*/ 2119272 w 2120367"/>
              <a:gd name="connsiteY10" fmla="*/ 778487 h 4245747"/>
              <a:gd name="connsiteX11" fmla="*/ 1911979 w 2120367"/>
              <a:gd name="connsiteY11" fmla="*/ 466310 h 4245747"/>
              <a:gd name="connsiteX12" fmla="*/ 1578219 w 2120367"/>
              <a:gd name="connsiteY12" fmla="*/ 0 h 4245747"/>
              <a:gd name="connsiteX0" fmla="*/ 0 w 2054264"/>
              <a:gd name="connsiteY0" fmla="*/ 3923737 h 3923737"/>
              <a:gd name="connsiteX1" fmla="*/ 180628 w 2054264"/>
              <a:gd name="connsiteY1" fmla="*/ 3676262 h 3923737"/>
              <a:gd name="connsiteX2" fmla="*/ 316420 w 2054264"/>
              <a:gd name="connsiteY2" fmla="*/ 3590552 h 3923737"/>
              <a:gd name="connsiteX3" fmla="*/ 772317 w 2054264"/>
              <a:gd name="connsiteY3" fmla="*/ 3482063 h 3923737"/>
              <a:gd name="connsiteX4" fmla="*/ 836707 w 2054264"/>
              <a:gd name="connsiteY4" fmla="*/ 3013303 h 3923737"/>
              <a:gd name="connsiteX5" fmla="*/ 822599 w 2054264"/>
              <a:gd name="connsiteY5" fmla="*/ 2632941 h 3923737"/>
              <a:gd name="connsiteX6" fmla="*/ 1041392 w 2054264"/>
              <a:gd name="connsiteY6" fmla="*/ 1997647 h 3923737"/>
              <a:gd name="connsiteX7" fmla="*/ 1612823 w 2054264"/>
              <a:gd name="connsiteY7" fmla="*/ 1698648 h 3923737"/>
              <a:gd name="connsiteX8" fmla="*/ 1956492 w 2054264"/>
              <a:gd name="connsiteY8" fmla="*/ 1338900 h 3923737"/>
              <a:gd name="connsiteX9" fmla="*/ 2053169 w 2054264"/>
              <a:gd name="connsiteY9" fmla="*/ 778487 h 3923737"/>
              <a:gd name="connsiteX10" fmla="*/ 1845876 w 2054264"/>
              <a:gd name="connsiteY10" fmla="*/ 466310 h 3923737"/>
              <a:gd name="connsiteX11" fmla="*/ 1512116 w 2054264"/>
              <a:gd name="connsiteY11" fmla="*/ 0 h 3923737"/>
              <a:gd name="connsiteX0" fmla="*/ 0 w 2037127"/>
              <a:gd name="connsiteY0" fmla="*/ 4015946 h 4015946"/>
              <a:gd name="connsiteX1" fmla="*/ 163491 w 2037127"/>
              <a:gd name="connsiteY1" fmla="*/ 3676262 h 4015946"/>
              <a:gd name="connsiteX2" fmla="*/ 299283 w 2037127"/>
              <a:gd name="connsiteY2" fmla="*/ 3590552 h 4015946"/>
              <a:gd name="connsiteX3" fmla="*/ 755180 w 2037127"/>
              <a:gd name="connsiteY3" fmla="*/ 3482063 h 4015946"/>
              <a:gd name="connsiteX4" fmla="*/ 819570 w 2037127"/>
              <a:gd name="connsiteY4" fmla="*/ 3013303 h 4015946"/>
              <a:gd name="connsiteX5" fmla="*/ 805462 w 2037127"/>
              <a:gd name="connsiteY5" fmla="*/ 2632941 h 4015946"/>
              <a:gd name="connsiteX6" fmla="*/ 1024255 w 2037127"/>
              <a:gd name="connsiteY6" fmla="*/ 1997647 h 4015946"/>
              <a:gd name="connsiteX7" fmla="*/ 1595686 w 2037127"/>
              <a:gd name="connsiteY7" fmla="*/ 1698648 h 4015946"/>
              <a:gd name="connsiteX8" fmla="*/ 1939355 w 2037127"/>
              <a:gd name="connsiteY8" fmla="*/ 1338900 h 4015946"/>
              <a:gd name="connsiteX9" fmla="*/ 2036032 w 2037127"/>
              <a:gd name="connsiteY9" fmla="*/ 778487 h 4015946"/>
              <a:gd name="connsiteX10" fmla="*/ 1828739 w 2037127"/>
              <a:gd name="connsiteY10" fmla="*/ 466310 h 4015946"/>
              <a:gd name="connsiteX11" fmla="*/ 1494979 w 2037127"/>
              <a:gd name="connsiteY11" fmla="*/ 0 h 4015946"/>
              <a:gd name="connsiteX0" fmla="*/ 0 w 2037127"/>
              <a:gd name="connsiteY0" fmla="*/ 4015946 h 4015946"/>
              <a:gd name="connsiteX1" fmla="*/ 99916 w 2037127"/>
              <a:gd name="connsiteY1" fmla="*/ 3738795 h 4015946"/>
              <a:gd name="connsiteX2" fmla="*/ 299283 w 2037127"/>
              <a:gd name="connsiteY2" fmla="*/ 3590552 h 4015946"/>
              <a:gd name="connsiteX3" fmla="*/ 755180 w 2037127"/>
              <a:gd name="connsiteY3" fmla="*/ 3482063 h 4015946"/>
              <a:gd name="connsiteX4" fmla="*/ 819570 w 2037127"/>
              <a:gd name="connsiteY4" fmla="*/ 3013303 h 4015946"/>
              <a:gd name="connsiteX5" fmla="*/ 805462 w 2037127"/>
              <a:gd name="connsiteY5" fmla="*/ 2632941 h 4015946"/>
              <a:gd name="connsiteX6" fmla="*/ 1024255 w 2037127"/>
              <a:gd name="connsiteY6" fmla="*/ 1997647 h 4015946"/>
              <a:gd name="connsiteX7" fmla="*/ 1595686 w 2037127"/>
              <a:gd name="connsiteY7" fmla="*/ 1698648 h 4015946"/>
              <a:gd name="connsiteX8" fmla="*/ 1939355 w 2037127"/>
              <a:gd name="connsiteY8" fmla="*/ 1338900 h 4015946"/>
              <a:gd name="connsiteX9" fmla="*/ 2036032 w 2037127"/>
              <a:gd name="connsiteY9" fmla="*/ 778487 h 4015946"/>
              <a:gd name="connsiteX10" fmla="*/ 1828739 w 2037127"/>
              <a:gd name="connsiteY10" fmla="*/ 466310 h 4015946"/>
              <a:gd name="connsiteX11" fmla="*/ 1494979 w 2037127"/>
              <a:gd name="connsiteY11" fmla="*/ 0 h 4015946"/>
              <a:gd name="connsiteX0" fmla="*/ 0 w 2037127"/>
              <a:gd name="connsiteY0" fmla="*/ 4015946 h 4015946"/>
              <a:gd name="connsiteX1" fmla="*/ 99916 w 2037127"/>
              <a:gd name="connsiteY1" fmla="*/ 3738795 h 4015946"/>
              <a:gd name="connsiteX2" fmla="*/ 311738 w 2037127"/>
              <a:gd name="connsiteY2" fmla="*/ 3635416 h 4015946"/>
              <a:gd name="connsiteX3" fmla="*/ 755180 w 2037127"/>
              <a:gd name="connsiteY3" fmla="*/ 3482063 h 4015946"/>
              <a:gd name="connsiteX4" fmla="*/ 819570 w 2037127"/>
              <a:gd name="connsiteY4" fmla="*/ 3013303 h 4015946"/>
              <a:gd name="connsiteX5" fmla="*/ 805462 w 2037127"/>
              <a:gd name="connsiteY5" fmla="*/ 2632941 h 4015946"/>
              <a:gd name="connsiteX6" fmla="*/ 1024255 w 2037127"/>
              <a:gd name="connsiteY6" fmla="*/ 1997647 h 4015946"/>
              <a:gd name="connsiteX7" fmla="*/ 1595686 w 2037127"/>
              <a:gd name="connsiteY7" fmla="*/ 1698648 h 4015946"/>
              <a:gd name="connsiteX8" fmla="*/ 1939355 w 2037127"/>
              <a:gd name="connsiteY8" fmla="*/ 1338900 h 4015946"/>
              <a:gd name="connsiteX9" fmla="*/ 2036032 w 2037127"/>
              <a:gd name="connsiteY9" fmla="*/ 778487 h 4015946"/>
              <a:gd name="connsiteX10" fmla="*/ 1828739 w 2037127"/>
              <a:gd name="connsiteY10" fmla="*/ 466310 h 4015946"/>
              <a:gd name="connsiteX11" fmla="*/ 1494979 w 2037127"/>
              <a:gd name="connsiteY11" fmla="*/ 0 h 4015946"/>
              <a:gd name="connsiteX0" fmla="*/ 0 w 2037127"/>
              <a:gd name="connsiteY0" fmla="*/ 4015946 h 4015946"/>
              <a:gd name="connsiteX1" fmla="*/ 99916 w 2037127"/>
              <a:gd name="connsiteY1" fmla="*/ 3738795 h 4015946"/>
              <a:gd name="connsiteX2" fmla="*/ 311738 w 2037127"/>
              <a:gd name="connsiteY2" fmla="*/ 3635416 h 4015946"/>
              <a:gd name="connsiteX3" fmla="*/ 755180 w 2037127"/>
              <a:gd name="connsiteY3" fmla="*/ 3482063 h 4015946"/>
              <a:gd name="connsiteX4" fmla="*/ 819570 w 2037127"/>
              <a:gd name="connsiteY4" fmla="*/ 3013303 h 4015946"/>
              <a:gd name="connsiteX5" fmla="*/ 848777 w 2037127"/>
              <a:gd name="connsiteY5" fmla="*/ 2638256 h 4015946"/>
              <a:gd name="connsiteX6" fmla="*/ 1024255 w 2037127"/>
              <a:gd name="connsiteY6" fmla="*/ 1997647 h 4015946"/>
              <a:gd name="connsiteX7" fmla="*/ 1595686 w 2037127"/>
              <a:gd name="connsiteY7" fmla="*/ 1698648 h 4015946"/>
              <a:gd name="connsiteX8" fmla="*/ 1939355 w 2037127"/>
              <a:gd name="connsiteY8" fmla="*/ 1338900 h 4015946"/>
              <a:gd name="connsiteX9" fmla="*/ 2036032 w 2037127"/>
              <a:gd name="connsiteY9" fmla="*/ 778487 h 4015946"/>
              <a:gd name="connsiteX10" fmla="*/ 1828739 w 2037127"/>
              <a:gd name="connsiteY10" fmla="*/ 466310 h 4015946"/>
              <a:gd name="connsiteX11" fmla="*/ 1494979 w 2037127"/>
              <a:gd name="connsiteY11" fmla="*/ 0 h 4015946"/>
              <a:gd name="connsiteX0" fmla="*/ 0 w 2037127"/>
              <a:gd name="connsiteY0" fmla="*/ 4015946 h 4015946"/>
              <a:gd name="connsiteX1" fmla="*/ 99916 w 2037127"/>
              <a:gd name="connsiteY1" fmla="*/ 3738795 h 4015946"/>
              <a:gd name="connsiteX2" fmla="*/ 311738 w 2037127"/>
              <a:gd name="connsiteY2" fmla="*/ 3635416 h 4015946"/>
              <a:gd name="connsiteX3" fmla="*/ 755180 w 2037127"/>
              <a:gd name="connsiteY3" fmla="*/ 3482063 h 4015946"/>
              <a:gd name="connsiteX4" fmla="*/ 819570 w 2037127"/>
              <a:gd name="connsiteY4" fmla="*/ 3013303 h 4015946"/>
              <a:gd name="connsiteX5" fmla="*/ 848777 w 2037127"/>
              <a:gd name="connsiteY5" fmla="*/ 2638256 h 4015946"/>
              <a:gd name="connsiteX6" fmla="*/ 1024255 w 2037127"/>
              <a:gd name="connsiteY6" fmla="*/ 1997647 h 4015946"/>
              <a:gd name="connsiteX7" fmla="*/ 1595686 w 2037127"/>
              <a:gd name="connsiteY7" fmla="*/ 1698648 h 4015946"/>
              <a:gd name="connsiteX8" fmla="*/ 1939355 w 2037127"/>
              <a:gd name="connsiteY8" fmla="*/ 1338900 h 4015946"/>
              <a:gd name="connsiteX9" fmla="*/ 2036032 w 2037127"/>
              <a:gd name="connsiteY9" fmla="*/ 778487 h 4015946"/>
              <a:gd name="connsiteX10" fmla="*/ 1828739 w 2037127"/>
              <a:gd name="connsiteY10" fmla="*/ 466310 h 4015946"/>
              <a:gd name="connsiteX11" fmla="*/ 1494979 w 2037127"/>
              <a:gd name="connsiteY11" fmla="*/ 0 h 4015946"/>
              <a:gd name="connsiteX0" fmla="*/ 0 w 2037127"/>
              <a:gd name="connsiteY0" fmla="*/ 3549636 h 3549636"/>
              <a:gd name="connsiteX1" fmla="*/ 99916 w 2037127"/>
              <a:gd name="connsiteY1" fmla="*/ 3272485 h 3549636"/>
              <a:gd name="connsiteX2" fmla="*/ 311738 w 2037127"/>
              <a:gd name="connsiteY2" fmla="*/ 3169106 h 3549636"/>
              <a:gd name="connsiteX3" fmla="*/ 755180 w 2037127"/>
              <a:gd name="connsiteY3" fmla="*/ 3015753 h 3549636"/>
              <a:gd name="connsiteX4" fmla="*/ 819570 w 2037127"/>
              <a:gd name="connsiteY4" fmla="*/ 2546993 h 3549636"/>
              <a:gd name="connsiteX5" fmla="*/ 848777 w 2037127"/>
              <a:gd name="connsiteY5" fmla="*/ 2171946 h 3549636"/>
              <a:gd name="connsiteX6" fmla="*/ 1024255 w 2037127"/>
              <a:gd name="connsiteY6" fmla="*/ 1531337 h 3549636"/>
              <a:gd name="connsiteX7" fmla="*/ 1595686 w 2037127"/>
              <a:gd name="connsiteY7" fmla="*/ 1232338 h 3549636"/>
              <a:gd name="connsiteX8" fmla="*/ 1939355 w 2037127"/>
              <a:gd name="connsiteY8" fmla="*/ 872590 h 3549636"/>
              <a:gd name="connsiteX9" fmla="*/ 2036032 w 2037127"/>
              <a:gd name="connsiteY9" fmla="*/ 312177 h 3549636"/>
              <a:gd name="connsiteX10" fmla="*/ 1828739 w 2037127"/>
              <a:gd name="connsiteY10" fmla="*/ 0 h 3549636"/>
              <a:gd name="connsiteX0" fmla="*/ 0 w 2037127"/>
              <a:gd name="connsiteY0" fmla="*/ 3677816 h 3677816"/>
              <a:gd name="connsiteX1" fmla="*/ 99916 w 2037127"/>
              <a:gd name="connsiteY1" fmla="*/ 3400665 h 3677816"/>
              <a:gd name="connsiteX2" fmla="*/ 311738 w 2037127"/>
              <a:gd name="connsiteY2" fmla="*/ 3297286 h 3677816"/>
              <a:gd name="connsiteX3" fmla="*/ 755180 w 2037127"/>
              <a:gd name="connsiteY3" fmla="*/ 3143933 h 3677816"/>
              <a:gd name="connsiteX4" fmla="*/ 819570 w 2037127"/>
              <a:gd name="connsiteY4" fmla="*/ 2675173 h 3677816"/>
              <a:gd name="connsiteX5" fmla="*/ 848777 w 2037127"/>
              <a:gd name="connsiteY5" fmla="*/ 2300126 h 3677816"/>
              <a:gd name="connsiteX6" fmla="*/ 1024255 w 2037127"/>
              <a:gd name="connsiteY6" fmla="*/ 1659517 h 3677816"/>
              <a:gd name="connsiteX7" fmla="*/ 1595686 w 2037127"/>
              <a:gd name="connsiteY7" fmla="*/ 1360518 h 3677816"/>
              <a:gd name="connsiteX8" fmla="*/ 1939355 w 2037127"/>
              <a:gd name="connsiteY8" fmla="*/ 1000770 h 3677816"/>
              <a:gd name="connsiteX9" fmla="*/ 2036032 w 2037127"/>
              <a:gd name="connsiteY9" fmla="*/ 440357 h 3677816"/>
              <a:gd name="connsiteX10" fmla="*/ 1756806 w 2037127"/>
              <a:gd name="connsiteY10" fmla="*/ 0 h 367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7127" h="3677816">
                <a:moveTo>
                  <a:pt x="0" y="3677816"/>
                </a:moveTo>
                <a:cubicBezTo>
                  <a:pt x="41122" y="3582902"/>
                  <a:pt x="47960" y="3464086"/>
                  <a:pt x="99916" y="3400665"/>
                </a:cubicBezTo>
                <a:cubicBezTo>
                  <a:pt x="151872" y="3337244"/>
                  <a:pt x="202527" y="3340075"/>
                  <a:pt x="311738" y="3297286"/>
                </a:cubicBezTo>
                <a:cubicBezTo>
                  <a:pt x="420949" y="3254497"/>
                  <a:pt x="670541" y="3247619"/>
                  <a:pt x="755180" y="3143933"/>
                </a:cubicBezTo>
                <a:cubicBezTo>
                  <a:pt x="839819" y="3040248"/>
                  <a:pt x="803971" y="2815807"/>
                  <a:pt x="819570" y="2675173"/>
                </a:cubicBezTo>
                <a:cubicBezTo>
                  <a:pt x="835169" y="2534539"/>
                  <a:pt x="795232" y="2417524"/>
                  <a:pt x="848777" y="2300126"/>
                </a:cubicBezTo>
                <a:cubicBezTo>
                  <a:pt x="902322" y="2182728"/>
                  <a:pt x="899770" y="1816118"/>
                  <a:pt x="1024255" y="1659517"/>
                </a:cubicBezTo>
                <a:cubicBezTo>
                  <a:pt x="1148740" y="1502916"/>
                  <a:pt x="1443169" y="1470309"/>
                  <a:pt x="1595686" y="1360518"/>
                </a:cubicBezTo>
                <a:cubicBezTo>
                  <a:pt x="1748203" y="1250727"/>
                  <a:pt x="1865964" y="1154130"/>
                  <a:pt x="1939355" y="1000770"/>
                </a:cubicBezTo>
                <a:cubicBezTo>
                  <a:pt x="2012746" y="847410"/>
                  <a:pt x="2043524" y="595951"/>
                  <a:pt x="2036032" y="440357"/>
                </a:cubicBezTo>
                <a:cubicBezTo>
                  <a:pt x="2037937" y="349774"/>
                  <a:pt x="1790620" y="84106"/>
                  <a:pt x="1756806"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3" name="Freeform: Shape 32">
            <a:extLst>
              <a:ext uri="{FF2B5EF4-FFF2-40B4-BE49-F238E27FC236}">
                <a16:creationId xmlns:a16="http://schemas.microsoft.com/office/drawing/2014/main" id="{47966E15-3000-6901-1A45-7E5102A47C8F}"/>
              </a:ext>
            </a:extLst>
          </p:cNvPr>
          <p:cNvSpPr/>
          <p:nvPr/>
        </p:nvSpPr>
        <p:spPr>
          <a:xfrm rot="7029322">
            <a:off x="6386276" y="-928847"/>
            <a:ext cx="4754625" cy="4214396"/>
          </a:xfrm>
          <a:custGeom>
            <a:avLst/>
            <a:gdLst>
              <a:gd name="connsiteX0" fmla="*/ 1707071 w 2356712"/>
              <a:gd name="connsiteY0" fmla="*/ 0 h 4118991"/>
              <a:gd name="connsiteX1" fmla="*/ 1824514 w 2356712"/>
              <a:gd name="connsiteY1" fmla="*/ 244697 h 4118991"/>
              <a:gd name="connsiteX2" fmla="*/ 1908715 w 2356712"/>
              <a:gd name="connsiteY2" fmla="*/ 328994 h 4118991"/>
              <a:gd name="connsiteX3" fmla="*/ 2226469 w 2356712"/>
              <a:gd name="connsiteY3" fmla="*/ 603695 h 4118991"/>
              <a:gd name="connsiteX4" fmla="*/ 2355628 w 2356712"/>
              <a:gd name="connsiteY4" fmla="*/ 900494 h 4118991"/>
              <a:gd name="connsiteX5" fmla="*/ 2281428 w 2356712"/>
              <a:gd name="connsiteY5" fmla="*/ 1206913 h 4118991"/>
              <a:gd name="connsiteX6" fmla="*/ 2092452 w 2356712"/>
              <a:gd name="connsiteY6" fmla="*/ 1460659 h 4118991"/>
              <a:gd name="connsiteX7" fmla="*/ 1834039 w 2356712"/>
              <a:gd name="connsiteY7" fmla="*/ 1625822 h 4118991"/>
              <a:gd name="connsiteX8" fmla="*/ 1558862 w 2356712"/>
              <a:gd name="connsiteY8" fmla="*/ 1743075 h 4118991"/>
              <a:gd name="connsiteX9" fmla="*/ 1386554 w 2356712"/>
              <a:gd name="connsiteY9" fmla="*/ 1869948 h 4118991"/>
              <a:gd name="connsiteX10" fmla="*/ 1271683 w 2356712"/>
              <a:gd name="connsiteY10" fmla="*/ 2073402 h 4118991"/>
              <a:gd name="connsiteX11" fmla="*/ 1178338 w 2356712"/>
              <a:gd name="connsiteY11" fmla="*/ 2355914 h 4118991"/>
              <a:gd name="connsiteX12" fmla="*/ 1113758 w 2356712"/>
              <a:gd name="connsiteY12" fmla="*/ 2578513 h 4118991"/>
              <a:gd name="connsiteX13" fmla="*/ 1034796 w 2356712"/>
              <a:gd name="connsiteY13" fmla="*/ 2834640 h 4118991"/>
              <a:gd name="connsiteX14" fmla="*/ 905637 w 2356712"/>
              <a:gd name="connsiteY14" fmla="*/ 3081242 h 4118991"/>
              <a:gd name="connsiteX15" fmla="*/ 793147 w 2356712"/>
              <a:gd name="connsiteY15" fmla="*/ 3258407 h 4118991"/>
              <a:gd name="connsiteX16" fmla="*/ 546735 w 2356712"/>
              <a:gd name="connsiteY16" fmla="*/ 3571970 h 4118991"/>
              <a:gd name="connsiteX17" fmla="*/ 346996 w 2356712"/>
              <a:gd name="connsiteY17" fmla="*/ 3771900 h 4118991"/>
              <a:gd name="connsiteX18" fmla="*/ 174689 w 2356712"/>
              <a:gd name="connsiteY18" fmla="*/ 3944207 h 4118991"/>
              <a:gd name="connsiteX19" fmla="*/ 0 w 2356712"/>
              <a:gd name="connsiteY19" fmla="*/ 4118991 h 4118991"/>
              <a:gd name="connsiteX0" fmla="*/ 1843096 w 2492737"/>
              <a:gd name="connsiteY0" fmla="*/ 0 h 4353517"/>
              <a:gd name="connsiteX1" fmla="*/ 1960539 w 2492737"/>
              <a:gd name="connsiteY1" fmla="*/ 244697 h 4353517"/>
              <a:gd name="connsiteX2" fmla="*/ 2044740 w 2492737"/>
              <a:gd name="connsiteY2" fmla="*/ 328994 h 4353517"/>
              <a:gd name="connsiteX3" fmla="*/ 2362494 w 2492737"/>
              <a:gd name="connsiteY3" fmla="*/ 603695 h 4353517"/>
              <a:gd name="connsiteX4" fmla="*/ 2491653 w 2492737"/>
              <a:gd name="connsiteY4" fmla="*/ 900494 h 4353517"/>
              <a:gd name="connsiteX5" fmla="*/ 2417453 w 2492737"/>
              <a:gd name="connsiteY5" fmla="*/ 1206913 h 4353517"/>
              <a:gd name="connsiteX6" fmla="*/ 2228477 w 2492737"/>
              <a:gd name="connsiteY6" fmla="*/ 1460659 h 4353517"/>
              <a:gd name="connsiteX7" fmla="*/ 1970064 w 2492737"/>
              <a:gd name="connsiteY7" fmla="*/ 1625822 h 4353517"/>
              <a:gd name="connsiteX8" fmla="*/ 1694887 w 2492737"/>
              <a:gd name="connsiteY8" fmla="*/ 1743075 h 4353517"/>
              <a:gd name="connsiteX9" fmla="*/ 1522579 w 2492737"/>
              <a:gd name="connsiteY9" fmla="*/ 1869948 h 4353517"/>
              <a:gd name="connsiteX10" fmla="*/ 1407708 w 2492737"/>
              <a:gd name="connsiteY10" fmla="*/ 2073402 h 4353517"/>
              <a:gd name="connsiteX11" fmla="*/ 1314363 w 2492737"/>
              <a:gd name="connsiteY11" fmla="*/ 2355914 h 4353517"/>
              <a:gd name="connsiteX12" fmla="*/ 1249783 w 2492737"/>
              <a:gd name="connsiteY12" fmla="*/ 2578513 h 4353517"/>
              <a:gd name="connsiteX13" fmla="*/ 1170821 w 2492737"/>
              <a:gd name="connsiteY13" fmla="*/ 2834640 h 4353517"/>
              <a:gd name="connsiteX14" fmla="*/ 1041662 w 2492737"/>
              <a:gd name="connsiteY14" fmla="*/ 3081242 h 4353517"/>
              <a:gd name="connsiteX15" fmla="*/ 929172 w 2492737"/>
              <a:gd name="connsiteY15" fmla="*/ 3258407 h 4353517"/>
              <a:gd name="connsiteX16" fmla="*/ 682760 w 2492737"/>
              <a:gd name="connsiteY16" fmla="*/ 3571970 h 4353517"/>
              <a:gd name="connsiteX17" fmla="*/ 483021 w 2492737"/>
              <a:gd name="connsiteY17" fmla="*/ 3771900 h 4353517"/>
              <a:gd name="connsiteX18" fmla="*/ 310714 w 2492737"/>
              <a:gd name="connsiteY18" fmla="*/ 3944207 h 4353517"/>
              <a:gd name="connsiteX19" fmla="*/ 0 w 2492737"/>
              <a:gd name="connsiteY19" fmla="*/ 4353517 h 4353517"/>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212093 w 2455047"/>
              <a:gd name="connsiteY12" fmla="*/ 2578513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273024 w 2455047"/>
              <a:gd name="connsiteY16" fmla="*/ 3944207 h 4210918"/>
              <a:gd name="connsiteX17" fmla="*/ 0 w 2455047"/>
              <a:gd name="connsiteY17" fmla="*/ 4210918 h 4210918"/>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345506 w 2463745"/>
              <a:gd name="connsiteY16" fmla="*/ 3944207 h 4191249"/>
              <a:gd name="connsiteX17" fmla="*/ 0 w 2463745"/>
              <a:gd name="connsiteY17" fmla="*/ 4191249 h 41912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162060 w 2483976"/>
              <a:gd name="connsiteY12" fmla="*/ 2834640 h 4479474"/>
              <a:gd name="connsiteX13" fmla="*/ 1296393 w 2483976"/>
              <a:gd name="connsiteY13" fmla="*/ 3309532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303163 w 2483976"/>
              <a:gd name="connsiteY12" fmla="*/ 2828954 h 4479474"/>
              <a:gd name="connsiteX13" fmla="*/ 1296393 w 2483976"/>
              <a:gd name="connsiteY13" fmla="*/ 3309532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243428 w 2483976"/>
              <a:gd name="connsiteY11" fmla="*/ 2530415 h 4479474"/>
              <a:gd name="connsiteX12" fmla="*/ 1303163 w 2483976"/>
              <a:gd name="connsiteY12" fmla="*/ 2828954 h 4479474"/>
              <a:gd name="connsiteX13" fmla="*/ 1296393 w 2483976"/>
              <a:gd name="connsiteY13" fmla="*/ 3309532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243428 w 2483976"/>
              <a:gd name="connsiteY11" fmla="*/ 2530415 h 4479474"/>
              <a:gd name="connsiteX12" fmla="*/ 1303163 w 2483976"/>
              <a:gd name="connsiteY12" fmla="*/ 2828954 h 4479474"/>
              <a:gd name="connsiteX13" fmla="*/ 1296393 w 2483976"/>
              <a:gd name="connsiteY13" fmla="*/ 3309532 h 4479474"/>
              <a:gd name="connsiteX14" fmla="*/ 965587 w 2483976"/>
              <a:gd name="connsiteY14" fmla="*/ 3506481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243428 w 2483976"/>
              <a:gd name="connsiteY11" fmla="*/ 2530415 h 4479474"/>
              <a:gd name="connsiteX12" fmla="*/ 1303163 w 2483976"/>
              <a:gd name="connsiteY12" fmla="*/ 2828954 h 4479474"/>
              <a:gd name="connsiteX13" fmla="*/ 1296393 w 2483976"/>
              <a:gd name="connsiteY13" fmla="*/ 3309532 h 4479474"/>
              <a:gd name="connsiteX14" fmla="*/ 965587 w 2483976"/>
              <a:gd name="connsiteY14" fmla="*/ 3506481 h 4479474"/>
              <a:gd name="connsiteX15" fmla="*/ 673999 w 2483976"/>
              <a:gd name="connsiteY15" fmla="*/ 3571970 h 4479474"/>
              <a:gd name="connsiteX16" fmla="*/ 416573 w 2483976"/>
              <a:gd name="connsiteY16" fmla="*/ 3706351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243428 w 2483976"/>
              <a:gd name="connsiteY11" fmla="*/ 2530415 h 4479474"/>
              <a:gd name="connsiteX12" fmla="*/ 1303163 w 2483976"/>
              <a:gd name="connsiteY12" fmla="*/ 2828954 h 4479474"/>
              <a:gd name="connsiteX13" fmla="*/ 1296393 w 2483976"/>
              <a:gd name="connsiteY13" fmla="*/ 3309532 h 4479474"/>
              <a:gd name="connsiteX14" fmla="*/ 965587 w 2483976"/>
              <a:gd name="connsiteY14" fmla="*/ 3506481 h 4479474"/>
              <a:gd name="connsiteX15" fmla="*/ 673999 w 2483976"/>
              <a:gd name="connsiteY15" fmla="*/ 3571970 h 4479474"/>
              <a:gd name="connsiteX16" fmla="*/ 473640 w 2483976"/>
              <a:gd name="connsiteY16" fmla="*/ 3910103 h 4479474"/>
              <a:gd name="connsiteX17" fmla="*/ 0 w 2483976"/>
              <a:gd name="connsiteY17" fmla="*/ 4479474 h 4479474"/>
              <a:gd name="connsiteX0" fmla="*/ 1360695 w 2010336"/>
              <a:gd name="connsiteY0" fmla="*/ 0 h 3910103"/>
              <a:gd name="connsiteX1" fmla="*/ 1478138 w 2010336"/>
              <a:gd name="connsiteY1" fmla="*/ 244697 h 3910103"/>
              <a:gd name="connsiteX2" fmla="*/ 1562339 w 2010336"/>
              <a:gd name="connsiteY2" fmla="*/ 328994 h 3910103"/>
              <a:gd name="connsiteX3" fmla="*/ 1880093 w 2010336"/>
              <a:gd name="connsiteY3" fmla="*/ 603695 h 3910103"/>
              <a:gd name="connsiteX4" fmla="*/ 2009252 w 2010336"/>
              <a:gd name="connsiteY4" fmla="*/ 900494 h 3910103"/>
              <a:gd name="connsiteX5" fmla="*/ 1935052 w 2010336"/>
              <a:gd name="connsiteY5" fmla="*/ 1206913 h 3910103"/>
              <a:gd name="connsiteX6" fmla="*/ 1746076 w 2010336"/>
              <a:gd name="connsiteY6" fmla="*/ 1460659 h 3910103"/>
              <a:gd name="connsiteX7" fmla="*/ 1487663 w 2010336"/>
              <a:gd name="connsiteY7" fmla="*/ 1625822 h 3910103"/>
              <a:gd name="connsiteX8" fmla="*/ 1212486 w 2010336"/>
              <a:gd name="connsiteY8" fmla="*/ 1743075 h 3910103"/>
              <a:gd name="connsiteX9" fmla="*/ 1012635 w 2010336"/>
              <a:gd name="connsiteY9" fmla="*/ 1827332 h 3910103"/>
              <a:gd name="connsiteX10" fmla="*/ 912260 w 2010336"/>
              <a:gd name="connsiteY10" fmla="*/ 2222558 h 3910103"/>
              <a:gd name="connsiteX11" fmla="*/ 769788 w 2010336"/>
              <a:gd name="connsiteY11" fmla="*/ 2530415 h 3910103"/>
              <a:gd name="connsiteX12" fmla="*/ 829523 w 2010336"/>
              <a:gd name="connsiteY12" fmla="*/ 2828954 h 3910103"/>
              <a:gd name="connsiteX13" fmla="*/ 822753 w 2010336"/>
              <a:gd name="connsiteY13" fmla="*/ 3309532 h 3910103"/>
              <a:gd name="connsiteX14" fmla="*/ 491947 w 2010336"/>
              <a:gd name="connsiteY14" fmla="*/ 3506481 h 3910103"/>
              <a:gd name="connsiteX15" fmla="*/ 200359 w 2010336"/>
              <a:gd name="connsiteY15" fmla="*/ 3571970 h 3910103"/>
              <a:gd name="connsiteX16" fmla="*/ 0 w 2010336"/>
              <a:gd name="connsiteY16" fmla="*/ 3910103 h 3910103"/>
              <a:gd name="connsiteX0" fmla="*/ 1340925 w 1990566"/>
              <a:gd name="connsiteY0" fmla="*/ 0 h 3777075"/>
              <a:gd name="connsiteX1" fmla="*/ 1458368 w 1990566"/>
              <a:gd name="connsiteY1" fmla="*/ 244697 h 3777075"/>
              <a:gd name="connsiteX2" fmla="*/ 1542569 w 1990566"/>
              <a:gd name="connsiteY2" fmla="*/ 328994 h 3777075"/>
              <a:gd name="connsiteX3" fmla="*/ 1860323 w 1990566"/>
              <a:gd name="connsiteY3" fmla="*/ 603695 h 3777075"/>
              <a:gd name="connsiteX4" fmla="*/ 1989482 w 1990566"/>
              <a:gd name="connsiteY4" fmla="*/ 900494 h 3777075"/>
              <a:gd name="connsiteX5" fmla="*/ 1915282 w 1990566"/>
              <a:gd name="connsiteY5" fmla="*/ 1206913 h 3777075"/>
              <a:gd name="connsiteX6" fmla="*/ 1726306 w 1990566"/>
              <a:gd name="connsiteY6" fmla="*/ 1460659 h 3777075"/>
              <a:gd name="connsiteX7" fmla="*/ 1467893 w 1990566"/>
              <a:gd name="connsiteY7" fmla="*/ 1625822 h 3777075"/>
              <a:gd name="connsiteX8" fmla="*/ 1192716 w 1990566"/>
              <a:gd name="connsiteY8" fmla="*/ 1743075 h 3777075"/>
              <a:gd name="connsiteX9" fmla="*/ 992865 w 1990566"/>
              <a:gd name="connsiteY9" fmla="*/ 1827332 h 3777075"/>
              <a:gd name="connsiteX10" fmla="*/ 892490 w 1990566"/>
              <a:gd name="connsiteY10" fmla="*/ 2222558 h 3777075"/>
              <a:gd name="connsiteX11" fmla="*/ 750018 w 1990566"/>
              <a:gd name="connsiteY11" fmla="*/ 2530415 h 3777075"/>
              <a:gd name="connsiteX12" fmla="*/ 809753 w 1990566"/>
              <a:gd name="connsiteY12" fmla="*/ 2828954 h 3777075"/>
              <a:gd name="connsiteX13" fmla="*/ 802983 w 1990566"/>
              <a:gd name="connsiteY13" fmla="*/ 3309532 h 3777075"/>
              <a:gd name="connsiteX14" fmla="*/ 472177 w 1990566"/>
              <a:gd name="connsiteY14" fmla="*/ 3506481 h 3777075"/>
              <a:gd name="connsiteX15" fmla="*/ 180589 w 1990566"/>
              <a:gd name="connsiteY15" fmla="*/ 3571970 h 3777075"/>
              <a:gd name="connsiteX16" fmla="*/ 0 w 1990566"/>
              <a:gd name="connsiteY16" fmla="*/ 3777075 h 3777075"/>
              <a:gd name="connsiteX0" fmla="*/ 1340925 w 1990566"/>
              <a:gd name="connsiteY0" fmla="*/ 0 h 3777075"/>
              <a:gd name="connsiteX1" fmla="*/ 1458368 w 1990566"/>
              <a:gd name="connsiteY1" fmla="*/ 244697 h 3777075"/>
              <a:gd name="connsiteX2" fmla="*/ 1542569 w 1990566"/>
              <a:gd name="connsiteY2" fmla="*/ 328994 h 3777075"/>
              <a:gd name="connsiteX3" fmla="*/ 1860323 w 1990566"/>
              <a:gd name="connsiteY3" fmla="*/ 603695 h 3777075"/>
              <a:gd name="connsiteX4" fmla="*/ 1989482 w 1990566"/>
              <a:gd name="connsiteY4" fmla="*/ 900494 h 3777075"/>
              <a:gd name="connsiteX5" fmla="*/ 1915282 w 1990566"/>
              <a:gd name="connsiteY5" fmla="*/ 1206913 h 3777075"/>
              <a:gd name="connsiteX6" fmla="*/ 1726306 w 1990566"/>
              <a:gd name="connsiteY6" fmla="*/ 1460659 h 3777075"/>
              <a:gd name="connsiteX7" fmla="*/ 1467893 w 1990566"/>
              <a:gd name="connsiteY7" fmla="*/ 1625822 h 3777075"/>
              <a:gd name="connsiteX8" fmla="*/ 1192716 w 1990566"/>
              <a:gd name="connsiteY8" fmla="*/ 1743075 h 3777075"/>
              <a:gd name="connsiteX9" fmla="*/ 992865 w 1990566"/>
              <a:gd name="connsiteY9" fmla="*/ 1827332 h 3777075"/>
              <a:gd name="connsiteX10" fmla="*/ 892490 w 1990566"/>
              <a:gd name="connsiteY10" fmla="*/ 2222558 h 3777075"/>
              <a:gd name="connsiteX11" fmla="*/ 750018 w 1990566"/>
              <a:gd name="connsiteY11" fmla="*/ 2530415 h 3777075"/>
              <a:gd name="connsiteX12" fmla="*/ 809753 w 1990566"/>
              <a:gd name="connsiteY12" fmla="*/ 2828954 h 3777075"/>
              <a:gd name="connsiteX13" fmla="*/ 802983 w 1990566"/>
              <a:gd name="connsiteY13" fmla="*/ 3309532 h 3777075"/>
              <a:gd name="connsiteX14" fmla="*/ 472177 w 1990566"/>
              <a:gd name="connsiteY14" fmla="*/ 3506481 h 3777075"/>
              <a:gd name="connsiteX15" fmla="*/ 165708 w 1990566"/>
              <a:gd name="connsiteY15" fmla="*/ 3549658 h 3777075"/>
              <a:gd name="connsiteX16" fmla="*/ 0 w 1990566"/>
              <a:gd name="connsiteY16" fmla="*/ 3777075 h 3777075"/>
              <a:gd name="connsiteX0" fmla="*/ 0 w 3574358"/>
              <a:gd name="connsiteY0" fmla="*/ 0 h 4770407"/>
              <a:gd name="connsiteX1" fmla="*/ 3042160 w 3574358"/>
              <a:gd name="connsiteY1" fmla="*/ 1238029 h 4770407"/>
              <a:gd name="connsiteX2" fmla="*/ 3126361 w 3574358"/>
              <a:gd name="connsiteY2" fmla="*/ 1322326 h 4770407"/>
              <a:gd name="connsiteX3" fmla="*/ 3444115 w 3574358"/>
              <a:gd name="connsiteY3" fmla="*/ 1597027 h 4770407"/>
              <a:gd name="connsiteX4" fmla="*/ 3573274 w 3574358"/>
              <a:gd name="connsiteY4" fmla="*/ 1893826 h 4770407"/>
              <a:gd name="connsiteX5" fmla="*/ 3499074 w 3574358"/>
              <a:gd name="connsiteY5" fmla="*/ 2200245 h 4770407"/>
              <a:gd name="connsiteX6" fmla="*/ 3310098 w 3574358"/>
              <a:gd name="connsiteY6" fmla="*/ 2453991 h 4770407"/>
              <a:gd name="connsiteX7" fmla="*/ 3051685 w 3574358"/>
              <a:gd name="connsiteY7" fmla="*/ 2619154 h 4770407"/>
              <a:gd name="connsiteX8" fmla="*/ 2776508 w 3574358"/>
              <a:gd name="connsiteY8" fmla="*/ 2736407 h 4770407"/>
              <a:gd name="connsiteX9" fmla="*/ 2576657 w 3574358"/>
              <a:gd name="connsiteY9" fmla="*/ 2820664 h 4770407"/>
              <a:gd name="connsiteX10" fmla="*/ 2476282 w 3574358"/>
              <a:gd name="connsiteY10" fmla="*/ 3215890 h 4770407"/>
              <a:gd name="connsiteX11" fmla="*/ 2333810 w 3574358"/>
              <a:gd name="connsiteY11" fmla="*/ 3523747 h 4770407"/>
              <a:gd name="connsiteX12" fmla="*/ 2393545 w 3574358"/>
              <a:gd name="connsiteY12" fmla="*/ 3822286 h 4770407"/>
              <a:gd name="connsiteX13" fmla="*/ 2386775 w 3574358"/>
              <a:gd name="connsiteY13" fmla="*/ 4302864 h 4770407"/>
              <a:gd name="connsiteX14" fmla="*/ 2055969 w 3574358"/>
              <a:gd name="connsiteY14" fmla="*/ 4499813 h 4770407"/>
              <a:gd name="connsiteX15" fmla="*/ 1749500 w 3574358"/>
              <a:gd name="connsiteY15" fmla="*/ 4542990 h 4770407"/>
              <a:gd name="connsiteX16" fmla="*/ 1583792 w 3574358"/>
              <a:gd name="connsiteY16" fmla="*/ 4770407 h 4770407"/>
              <a:gd name="connsiteX0" fmla="*/ 0 w 3574358"/>
              <a:gd name="connsiteY0" fmla="*/ 0 h 4770407"/>
              <a:gd name="connsiteX1" fmla="*/ 1757781 w 3574358"/>
              <a:gd name="connsiteY1" fmla="*/ 918586 h 4770407"/>
              <a:gd name="connsiteX2" fmla="*/ 3042160 w 3574358"/>
              <a:gd name="connsiteY2" fmla="*/ 1238029 h 4770407"/>
              <a:gd name="connsiteX3" fmla="*/ 3126361 w 3574358"/>
              <a:gd name="connsiteY3" fmla="*/ 1322326 h 4770407"/>
              <a:gd name="connsiteX4" fmla="*/ 3444115 w 3574358"/>
              <a:gd name="connsiteY4" fmla="*/ 1597027 h 4770407"/>
              <a:gd name="connsiteX5" fmla="*/ 3573274 w 3574358"/>
              <a:gd name="connsiteY5" fmla="*/ 1893826 h 4770407"/>
              <a:gd name="connsiteX6" fmla="*/ 3499074 w 3574358"/>
              <a:gd name="connsiteY6" fmla="*/ 2200245 h 4770407"/>
              <a:gd name="connsiteX7" fmla="*/ 3310098 w 3574358"/>
              <a:gd name="connsiteY7" fmla="*/ 2453991 h 4770407"/>
              <a:gd name="connsiteX8" fmla="*/ 3051685 w 3574358"/>
              <a:gd name="connsiteY8" fmla="*/ 2619154 h 4770407"/>
              <a:gd name="connsiteX9" fmla="*/ 2776508 w 3574358"/>
              <a:gd name="connsiteY9" fmla="*/ 2736407 h 4770407"/>
              <a:gd name="connsiteX10" fmla="*/ 2576657 w 3574358"/>
              <a:gd name="connsiteY10" fmla="*/ 2820664 h 4770407"/>
              <a:gd name="connsiteX11" fmla="*/ 2476282 w 3574358"/>
              <a:gd name="connsiteY11" fmla="*/ 3215890 h 4770407"/>
              <a:gd name="connsiteX12" fmla="*/ 2333810 w 3574358"/>
              <a:gd name="connsiteY12" fmla="*/ 3523747 h 4770407"/>
              <a:gd name="connsiteX13" fmla="*/ 2393545 w 3574358"/>
              <a:gd name="connsiteY13" fmla="*/ 3822286 h 4770407"/>
              <a:gd name="connsiteX14" fmla="*/ 2386775 w 3574358"/>
              <a:gd name="connsiteY14" fmla="*/ 4302864 h 4770407"/>
              <a:gd name="connsiteX15" fmla="*/ 2055969 w 3574358"/>
              <a:gd name="connsiteY15" fmla="*/ 4499813 h 4770407"/>
              <a:gd name="connsiteX16" fmla="*/ 1749500 w 3574358"/>
              <a:gd name="connsiteY16" fmla="*/ 4542990 h 4770407"/>
              <a:gd name="connsiteX17" fmla="*/ 1583792 w 3574358"/>
              <a:gd name="connsiteY17" fmla="*/ 4770407 h 4770407"/>
              <a:gd name="connsiteX0" fmla="*/ 0 w 3574358"/>
              <a:gd name="connsiteY0" fmla="*/ 0 h 4770407"/>
              <a:gd name="connsiteX1" fmla="*/ 527197 w 3574358"/>
              <a:gd name="connsiteY1" fmla="*/ 506116 h 4770407"/>
              <a:gd name="connsiteX2" fmla="*/ 1757781 w 3574358"/>
              <a:gd name="connsiteY2" fmla="*/ 918586 h 4770407"/>
              <a:gd name="connsiteX3" fmla="*/ 3042160 w 3574358"/>
              <a:gd name="connsiteY3" fmla="*/ 1238029 h 4770407"/>
              <a:gd name="connsiteX4" fmla="*/ 3126361 w 3574358"/>
              <a:gd name="connsiteY4" fmla="*/ 1322326 h 4770407"/>
              <a:gd name="connsiteX5" fmla="*/ 3444115 w 3574358"/>
              <a:gd name="connsiteY5" fmla="*/ 1597027 h 4770407"/>
              <a:gd name="connsiteX6" fmla="*/ 3573274 w 3574358"/>
              <a:gd name="connsiteY6" fmla="*/ 1893826 h 4770407"/>
              <a:gd name="connsiteX7" fmla="*/ 3499074 w 3574358"/>
              <a:gd name="connsiteY7" fmla="*/ 2200245 h 4770407"/>
              <a:gd name="connsiteX8" fmla="*/ 3310098 w 3574358"/>
              <a:gd name="connsiteY8" fmla="*/ 2453991 h 4770407"/>
              <a:gd name="connsiteX9" fmla="*/ 3051685 w 3574358"/>
              <a:gd name="connsiteY9" fmla="*/ 2619154 h 4770407"/>
              <a:gd name="connsiteX10" fmla="*/ 2776508 w 3574358"/>
              <a:gd name="connsiteY10" fmla="*/ 2736407 h 4770407"/>
              <a:gd name="connsiteX11" fmla="*/ 2576657 w 3574358"/>
              <a:gd name="connsiteY11" fmla="*/ 2820664 h 4770407"/>
              <a:gd name="connsiteX12" fmla="*/ 2476282 w 3574358"/>
              <a:gd name="connsiteY12" fmla="*/ 3215890 h 4770407"/>
              <a:gd name="connsiteX13" fmla="*/ 2333810 w 3574358"/>
              <a:gd name="connsiteY13" fmla="*/ 3523747 h 4770407"/>
              <a:gd name="connsiteX14" fmla="*/ 2393545 w 3574358"/>
              <a:gd name="connsiteY14" fmla="*/ 3822286 h 4770407"/>
              <a:gd name="connsiteX15" fmla="*/ 2386775 w 3574358"/>
              <a:gd name="connsiteY15" fmla="*/ 4302864 h 4770407"/>
              <a:gd name="connsiteX16" fmla="*/ 2055969 w 3574358"/>
              <a:gd name="connsiteY16" fmla="*/ 4499813 h 4770407"/>
              <a:gd name="connsiteX17" fmla="*/ 1749500 w 3574358"/>
              <a:gd name="connsiteY17" fmla="*/ 4542990 h 4770407"/>
              <a:gd name="connsiteX18" fmla="*/ 1583792 w 3574358"/>
              <a:gd name="connsiteY18" fmla="*/ 4770407 h 4770407"/>
              <a:gd name="connsiteX0" fmla="*/ 0 w 3606664"/>
              <a:gd name="connsiteY0" fmla="*/ 0 h 4375103"/>
              <a:gd name="connsiteX1" fmla="*/ 559503 w 3606664"/>
              <a:gd name="connsiteY1" fmla="*/ 110812 h 4375103"/>
              <a:gd name="connsiteX2" fmla="*/ 1790087 w 3606664"/>
              <a:gd name="connsiteY2" fmla="*/ 523282 h 4375103"/>
              <a:gd name="connsiteX3" fmla="*/ 3074466 w 3606664"/>
              <a:gd name="connsiteY3" fmla="*/ 842725 h 4375103"/>
              <a:gd name="connsiteX4" fmla="*/ 3158667 w 3606664"/>
              <a:gd name="connsiteY4" fmla="*/ 927022 h 4375103"/>
              <a:gd name="connsiteX5" fmla="*/ 3476421 w 3606664"/>
              <a:gd name="connsiteY5" fmla="*/ 1201723 h 4375103"/>
              <a:gd name="connsiteX6" fmla="*/ 3605580 w 3606664"/>
              <a:gd name="connsiteY6" fmla="*/ 1498522 h 4375103"/>
              <a:gd name="connsiteX7" fmla="*/ 3531380 w 3606664"/>
              <a:gd name="connsiteY7" fmla="*/ 1804941 h 4375103"/>
              <a:gd name="connsiteX8" fmla="*/ 3342404 w 3606664"/>
              <a:gd name="connsiteY8" fmla="*/ 2058687 h 4375103"/>
              <a:gd name="connsiteX9" fmla="*/ 3083991 w 3606664"/>
              <a:gd name="connsiteY9" fmla="*/ 2223850 h 4375103"/>
              <a:gd name="connsiteX10" fmla="*/ 2808814 w 3606664"/>
              <a:gd name="connsiteY10" fmla="*/ 2341103 h 4375103"/>
              <a:gd name="connsiteX11" fmla="*/ 2608963 w 3606664"/>
              <a:gd name="connsiteY11" fmla="*/ 2425360 h 4375103"/>
              <a:gd name="connsiteX12" fmla="*/ 2508588 w 3606664"/>
              <a:gd name="connsiteY12" fmla="*/ 2820586 h 4375103"/>
              <a:gd name="connsiteX13" fmla="*/ 2366116 w 3606664"/>
              <a:gd name="connsiteY13" fmla="*/ 3128443 h 4375103"/>
              <a:gd name="connsiteX14" fmla="*/ 2425851 w 3606664"/>
              <a:gd name="connsiteY14" fmla="*/ 3426982 h 4375103"/>
              <a:gd name="connsiteX15" fmla="*/ 2419081 w 3606664"/>
              <a:gd name="connsiteY15" fmla="*/ 3907560 h 4375103"/>
              <a:gd name="connsiteX16" fmla="*/ 2088275 w 3606664"/>
              <a:gd name="connsiteY16" fmla="*/ 4104509 h 4375103"/>
              <a:gd name="connsiteX17" fmla="*/ 1781806 w 3606664"/>
              <a:gd name="connsiteY17" fmla="*/ 4147686 h 4375103"/>
              <a:gd name="connsiteX18" fmla="*/ 1616098 w 3606664"/>
              <a:gd name="connsiteY18" fmla="*/ 4375103 h 4375103"/>
              <a:gd name="connsiteX0" fmla="*/ 0 w 3606664"/>
              <a:gd name="connsiteY0" fmla="*/ 18859 h 4393962"/>
              <a:gd name="connsiteX1" fmla="*/ 559503 w 3606664"/>
              <a:gd name="connsiteY1" fmla="*/ 129671 h 4393962"/>
              <a:gd name="connsiteX2" fmla="*/ 1790087 w 3606664"/>
              <a:gd name="connsiteY2" fmla="*/ 542141 h 4393962"/>
              <a:gd name="connsiteX3" fmla="*/ 3074466 w 3606664"/>
              <a:gd name="connsiteY3" fmla="*/ 861584 h 4393962"/>
              <a:gd name="connsiteX4" fmla="*/ 3158667 w 3606664"/>
              <a:gd name="connsiteY4" fmla="*/ 945881 h 4393962"/>
              <a:gd name="connsiteX5" fmla="*/ 3476421 w 3606664"/>
              <a:gd name="connsiteY5" fmla="*/ 1220582 h 4393962"/>
              <a:gd name="connsiteX6" fmla="*/ 3605580 w 3606664"/>
              <a:gd name="connsiteY6" fmla="*/ 1517381 h 4393962"/>
              <a:gd name="connsiteX7" fmla="*/ 3531380 w 3606664"/>
              <a:gd name="connsiteY7" fmla="*/ 1823800 h 4393962"/>
              <a:gd name="connsiteX8" fmla="*/ 3342404 w 3606664"/>
              <a:gd name="connsiteY8" fmla="*/ 2077546 h 4393962"/>
              <a:gd name="connsiteX9" fmla="*/ 3083991 w 3606664"/>
              <a:gd name="connsiteY9" fmla="*/ 2242709 h 4393962"/>
              <a:gd name="connsiteX10" fmla="*/ 2808814 w 3606664"/>
              <a:gd name="connsiteY10" fmla="*/ 2359962 h 4393962"/>
              <a:gd name="connsiteX11" fmla="*/ 2608963 w 3606664"/>
              <a:gd name="connsiteY11" fmla="*/ 2444219 h 4393962"/>
              <a:gd name="connsiteX12" fmla="*/ 2508588 w 3606664"/>
              <a:gd name="connsiteY12" fmla="*/ 2839445 h 4393962"/>
              <a:gd name="connsiteX13" fmla="*/ 2366116 w 3606664"/>
              <a:gd name="connsiteY13" fmla="*/ 3147302 h 4393962"/>
              <a:gd name="connsiteX14" fmla="*/ 2425851 w 3606664"/>
              <a:gd name="connsiteY14" fmla="*/ 3445841 h 4393962"/>
              <a:gd name="connsiteX15" fmla="*/ 2419081 w 3606664"/>
              <a:gd name="connsiteY15" fmla="*/ 3926419 h 4393962"/>
              <a:gd name="connsiteX16" fmla="*/ 2088275 w 3606664"/>
              <a:gd name="connsiteY16" fmla="*/ 4123368 h 4393962"/>
              <a:gd name="connsiteX17" fmla="*/ 1781806 w 3606664"/>
              <a:gd name="connsiteY17" fmla="*/ 4166545 h 4393962"/>
              <a:gd name="connsiteX18" fmla="*/ 1616098 w 3606664"/>
              <a:gd name="connsiteY18" fmla="*/ 4393962 h 4393962"/>
              <a:gd name="connsiteX0" fmla="*/ 0 w 3606664"/>
              <a:gd name="connsiteY0" fmla="*/ 18859 h 4393962"/>
              <a:gd name="connsiteX1" fmla="*/ 559503 w 3606664"/>
              <a:gd name="connsiteY1" fmla="*/ 129671 h 4393962"/>
              <a:gd name="connsiteX2" fmla="*/ 1790087 w 3606664"/>
              <a:gd name="connsiteY2" fmla="*/ 542141 h 4393962"/>
              <a:gd name="connsiteX3" fmla="*/ 2843826 w 3606664"/>
              <a:gd name="connsiteY3" fmla="*/ 604936 h 4393962"/>
              <a:gd name="connsiteX4" fmla="*/ 3158667 w 3606664"/>
              <a:gd name="connsiteY4" fmla="*/ 945881 h 4393962"/>
              <a:gd name="connsiteX5" fmla="*/ 3476421 w 3606664"/>
              <a:gd name="connsiteY5" fmla="*/ 1220582 h 4393962"/>
              <a:gd name="connsiteX6" fmla="*/ 3605580 w 3606664"/>
              <a:gd name="connsiteY6" fmla="*/ 1517381 h 4393962"/>
              <a:gd name="connsiteX7" fmla="*/ 3531380 w 3606664"/>
              <a:gd name="connsiteY7" fmla="*/ 1823800 h 4393962"/>
              <a:gd name="connsiteX8" fmla="*/ 3342404 w 3606664"/>
              <a:gd name="connsiteY8" fmla="*/ 2077546 h 4393962"/>
              <a:gd name="connsiteX9" fmla="*/ 3083991 w 3606664"/>
              <a:gd name="connsiteY9" fmla="*/ 2242709 h 4393962"/>
              <a:gd name="connsiteX10" fmla="*/ 2808814 w 3606664"/>
              <a:gd name="connsiteY10" fmla="*/ 2359962 h 4393962"/>
              <a:gd name="connsiteX11" fmla="*/ 2608963 w 3606664"/>
              <a:gd name="connsiteY11" fmla="*/ 2444219 h 4393962"/>
              <a:gd name="connsiteX12" fmla="*/ 2508588 w 3606664"/>
              <a:gd name="connsiteY12" fmla="*/ 2839445 h 4393962"/>
              <a:gd name="connsiteX13" fmla="*/ 2366116 w 3606664"/>
              <a:gd name="connsiteY13" fmla="*/ 3147302 h 4393962"/>
              <a:gd name="connsiteX14" fmla="*/ 2425851 w 3606664"/>
              <a:gd name="connsiteY14" fmla="*/ 3445841 h 4393962"/>
              <a:gd name="connsiteX15" fmla="*/ 2419081 w 3606664"/>
              <a:gd name="connsiteY15" fmla="*/ 3926419 h 4393962"/>
              <a:gd name="connsiteX16" fmla="*/ 2088275 w 3606664"/>
              <a:gd name="connsiteY16" fmla="*/ 4123368 h 4393962"/>
              <a:gd name="connsiteX17" fmla="*/ 1781806 w 3606664"/>
              <a:gd name="connsiteY17" fmla="*/ 4166545 h 4393962"/>
              <a:gd name="connsiteX18" fmla="*/ 1616098 w 3606664"/>
              <a:gd name="connsiteY18" fmla="*/ 4393962 h 4393962"/>
              <a:gd name="connsiteX0" fmla="*/ 0 w 3606664"/>
              <a:gd name="connsiteY0" fmla="*/ 18859 h 4393962"/>
              <a:gd name="connsiteX1" fmla="*/ 559503 w 3606664"/>
              <a:gd name="connsiteY1" fmla="*/ 129671 h 4393962"/>
              <a:gd name="connsiteX2" fmla="*/ 1790087 w 3606664"/>
              <a:gd name="connsiteY2" fmla="*/ 542141 h 4393962"/>
              <a:gd name="connsiteX3" fmla="*/ 2085081 w 3606664"/>
              <a:gd name="connsiteY3" fmla="*/ 782886 h 4393962"/>
              <a:gd name="connsiteX4" fmla="*/ 2843826 w 3606664"/>
              <a:gd name="connsiteY4" fmla="*/ 604936 h 4393962"/>
              <a:gd name="connsiteX5" fmla="*/ 3158667 w 3606664"/>
              <a:gd name="connsiteY5" fmla="*/ 945881 h 4393962"/>
              <a:gd name="connsiteX6" fmla="*/ 3476421 w 3606664"/>
              <a:gd name="connsiteY6" fmla="*/ 1220582 h 4393962"/>
              <a:gd name="connsiteX7" fmla="*/ 3605580 w 3606664"/>
              <a:gd name="connsiteY7" fmla="*/ 1517381 h 4393962"/>
              <a:gd name="connsiteX8" fmla="*/ 3531380 w 3606664"/>
              <a:gd name="connsiteY8" fmla="*/ 1823800 h 4393962"/>
              <a:gd name="connsiteX9" fmla="*/ 3342404 w 3606664"/>
              <a:gd name="connsiteY9" fmla="*/ 2077546 h 4393962"/>
              <a:gd name="connsiteX10" fmla="*/ 3083991 w 3606664"/>
              <a:gd name="connsiteY10" fmla="*/ 2242709 h 4393962"/>
              <a:gd name="connsiteX11" fmla="*/ 2808814 w 3606664"/>
              <a:gd name="connsiteY11" fmla="*/ 2359962 h 4393962"/>
              <a:gd name="connsiteX12" fmla="*/ 2608963 w 3606664"/>
              <a:gd name="connsiteY12" fmla="*/ 2444219 h 4393962"/>
              <a:gd name="connsiteX13" fmla="*/ 2508588 w 3606664"/>
              <a:gd name="connsiteY13" fmla="*/ 2839445 h 4393962"/>
              <a:gd name="connsiteX14" fmla="*/ 2366116 w 3606664"/>
              <a:gd name="connsiteY14" fmla="*/ 3147302 h 4393962"/>
              <a:gd name="connsiteX15" fmla="*/ 2425851 w 3606664"/>
              <a:gd name="connsiteY15" fmla="*/ 3445841 h 4393962"/>
              <a:gd name="connsiteX16" fmla="*/ 2419081 w 3606664"/>
              <a:gd name="connsiteY16" fmla="*/ 3926419 h 4393962"/>
              <a:gd name="connsiteX17" fmla="*/ 2088275 w 3606664"/>
              <a:gd name="connsiteY17" fmla="*/ 4123368 h 4393962"/>
              <a:gd name="connsiteX18" fmla="*/ 1781806 w 3606664"/>
              <a:gd name="connsiteY18" fmla="*/ 4166545 h 4393962"/>
              <a:gd name="connsiteX19" fmla="*/ 1616098 w 3606664"/>
              <a:gd name="connsiteY19" fmla="*/ 4393962 h 4393962"/>
              <a:gd name="connsiteX0" fmla="*/ 0 w 3606664"/>
              <a:gd name="connsiteY0" fmla="*/ 18859 h 4393962"/>
              <a:gd name="connsiteX1" fmla="*/ 559503 w 3606664"/>
              <a:gd name="connsiteY1" fmla="*/ 129671 h 4393962"/>
              <a:gd name="connsiteX2" fmla="*/ 1740816 w 3606664"/>
              <a:gd name="connsiteY2" fmla="*/ 622805 h 4393962"/>
              <a:gd name="connsiteX3" fmla="*/ 2085081 w 3606664"/>
              <a:gd name="connsiteY3" fmla="*/ 782886 h 4393962"/>
              <a:gd name="connsiteX4" fmla="*/ 2843826 w 3606664"/>
              <a:gd name="connsiteY4" fmla="*/ 604936 h 4393962"/>
              <a:gd name="connsiteX5" fmla="*/ 3158667 w 3606664"/>
              <a:gd name="connsiteY5" fmla="*/ 945881 h 4393962"/>
              <a:gd name="connsiteX6" fmla="*/ 3476421 w 3606664"/>
              <a:gd name="connsiteY6" fmla="*/ 1220582 h 4393962"/>
              <a:gd name="connsiteX7" fmla="*/ 3605580 w 3606664"/>
              <a:gd name="connsiteY7" fmla="*/ 1517381 h 4393962"/>
              <a:gd name="connsiteX8" fmla="*/ 3531380 w 3606664"/>
              <a:gd name="connsiteY8" fmla="*/ 1823800 h 4393962"/>
              <a:gd name="connsiteX9" fmla="*/ 3342404 w 3606664"/>
              <a:gd name="connsiteY9" fmla="*/ 2077546 h 4393962"/>
              <a:gd name="connsiteX10" fmla="*/ 3083991 w 3606664"/>
              <a:gd name="connsiteY10" fmla="*/ 2242709 h 4393962"/>
              <a:gd name="connsiteX11" fmla="*/ 2808814 w 3606664"/>
              <a:gd name="connsiteY11" fmla="*/ 2359962 h 4393962"/>
              <a:gd name="connsiteX12" fmla="*/ 2608963 w 3606664"/>
              <a:gd name="connsiteY12" fmla="*/ 2444219 h 4393962"/>
              <a:gd name="connsiteX13" fmla="*/ 2508588 w 3606664"/>
              <a:gd name="connsiteY13" fmla="*/ 2839445 h 4393962"/>
              <a:gd name="connsiteX14" fmla="*/ 2366116 w 3606664"/>
              <a:gd name="connsiteY14" fmla="*/ 3147302 h 4393962"/>
              <a:gd name="connsiteX15" fmla="*/ 2425851 w 3606664"/>
              <a:gd name="connsiteY15" fmla="*/ 3445841 h 4393962"/>
              <a:gd name="connsiteX16" fmla="*/ 2419081 w 3606664"/>
              <a:gd name="connsiteY16" fmla="*/ 3926419 h 4393962"/>
              <a:gd name="connsiteX17" fmla="*/ 2088275 w 3606664"/>
              <a:gd name="connsiteY17" fmla="*/ 4123368 h 4393962"/>
              <a:gd name="connsiteX18" fmla="*/ 1781806 w 3606664"/>
              <a:gd name="connsiteY18" fmla="*/ 4166545 h 4393962"/>
              <a:gd name="connsiteX19" fmla="*/ 1616098 w 3606664"/>
              <a:gd name="connsiteY19" fmla="*/ 4393962 h 4393962"/>
              <a:gd name="connsiteX0" fmla="*/ 0 w 3606664"/>
              <a:gd name="connsiteY0" fmla="*/ 18859 h 4393962"/>
              <a:gd name="connsiteX1" fmla="*/ 559503 w 3606664"/>
              <a:gd name="connsiteY1" fmla="*/ 129671 h 4393962"/>
              <a:gd name="connsiteX2" fmla="*/ 1172744 w 3606664"/>
              <a:gd name="connsiteY2" fmla="*/ 305947 h 4393962"/>
              <a:gd name="connsiteX3" fmla="*/ 1740816 w 3606664"/>
              <a:gd name="connsiteY3" fmla="*/ 622805 h 4393962"/>
              <a:gd name="connsiteX4" fmla="*/ 2085081 w 3606664"/>
              <a:gd name="connsiteY4" fmla="*/ 782886 h 4393962"/>
              <a:gd name="connsiteX5" fmla="*/ 2843826 w 3606664"/>
              <a:gd name="connsiteY5" fmla="*/ 604936 h 4393962"/>
              <a:gd name="connsiteX6" fmla="*/ 3158667 w 3606664"/>
              <a:gd name="connsiteY6" fmla="*/ 945881 h 4393962"/>
              <a:gd name="connsiteX7" fmla="*/ 3476421 w 3606664"/>
              <a:gd name="connsiteY7" fmla="*/ 1220582 h 4393962"/>
              <a:gd name="connsiteX8" fmla="*/ 3605580 w 3606664"/>
              <a:gd name="connsiteY8" fmla="*/ 1517381 h 4393962"/>
              <a:gd name="connsiteX9" fmla="*/ 3531380 w 3606664"/>
              <a:gd name="connsiteY9" fmla="*/ 1823800 h 4393962"/>
              <a:gd name="connsiteX10" fmla="*/ 3342404 w 3606664"/>
              <a:gd name="connsiteY10" fmla="*/ 2077546 h 4393962"/>
              <a:gd name="connsiteX11" fmla="*/ 3083991 w 3606664"/>
              <a:gd name="connsiteY11" fmla="*/ 2242709 h 4393962"/>
              <a:gd name="connsiteX12" fmla="*/ 2808814 w 3606664"/>
              <a:gd name="connsiteY12" fmla="*/ 2359962 h 4393962"/>
              <a:gd name="connsiteX13" fmla="*/ 2608963 w 3606664"/>
              <a:gd name="connsiteY13" fmla="*/ 2444219 h 4393962"/>
              <a:gd name="connsiteX14" fmla="*/ 2508588 w 3606664"/>
              <a:gd name="connsiteY14" fmla="*/ 2839445 h 4393962"/>
              <a:gd name="connsiteX15" fmla="*/ 2366116 w 3606664"/>
              <a:gd name="connsiteY15" fmla="*/ 3147302 h 4393962"/>
              <a:gd name="connsiteX16" fmla="*/ 2425851 w 3606664"/>
              <a:gd name="connsiteY16" fmla="*/ 3445841 h 4393962"/>
              <a:gd name="connsiteX17" fmla="*/ 2419081 w 3606664"/>
              <a:gd name="connsiteY17" fmla="*/ 3926419 h 4393962"/>
              <a:gd name="connsiteX18" fmla="*/ 2088275 w 3606664"/>
              <a:gd name="connsiteY18" fmla="*/ 4123368 h 4393962"/>
              <a:gd name="connsiteX19" fmla="*/ 1781806 w 3606664"/>
              <a:gd name="connsiteY19" fmla="*/ 4166545 h 4393962"/>
              <a:gd name="connsiteX20" fmla="*/ 1616098 w 3606664"/>
              <a:gd name="connsiteY20" fmla="*/ 4393962 h 4393962"/>
              <a:gd name="connsiteX0" fmla="*/ 0 w 3606664"/>
              <a:gd name="connsiteY0" fmla="*/ 2969 h 4378072"/>
              <a:gd name="connsiteX1" fmla="*/ 523461 w 3606664"/>
              <a:gd name="connsiteY1" fmla="*/ 335871 h 4378072"/>
              <a:gd name="connsiteX2" fmla="*/ 1172744 w 3606664"/>
              <a:gd name="connsiteY2" fmla="*/ 290057 h 4378072"/>
              <a:gd name="connsiteX3" fmla="*/ 1740816 w 3606664"/>
              <a:gd name="connsiteY3" fmla="*/ 606915 h 4378072"/>
              <a:gd name="connsiteX4" fmla="*/ 2085081 w 3606664"/>
              <a:gd name="connsiteY4" fmla="*/ 766996 h 4378072"/>
              <a:gd name="connsiteX5" fmla="*/ 2843826 w 3606664"/>
              <a:gd name="connsiteY5" fmla="*/ 589046 h 4378072"/>
              <a:gd name="connsiteX6" fmla="*/ 3158667 w 3606664"/>
              <a:gd name="connsiteY6" fmla="*/ 929991 h 4378072"/>
              <a:gd name="connsiteX7" fmla="*/ 3476421 w 3606664"/>
              <a:gd name="connsiteY7" fmla="*/ 1204692 h 4378072"/>
              <a:gd name="connsiteX8" fmla="*/ 3605580 w 3606664"/>
              <a:gd name="connsiteY8" fmla="*/ 1501491 h 4378072"/>
              <a:gd name="connsiteX9" fmla="*/ 3531380 w 3606664"/>
              <a:gd name="connsiteY9" fmla="*/ 1807910 h 4378072"/>
              <a:gd name="connsiteX10" fmla="*/ 3342404 w 3606664"/>
              <a:gd name="connsiteY10" fmla="*/ 2061656 h 4378072"/>
              <a:gd name="connsiteX11" fmla="*/ 3083991 w 3606664"/>
              <a:gd name="connsiteY11" fmla="*/ 2226819 h 4378072"/>
              <a:gd name="connsiteX12" fmla="*/ 2808814 w 3606664"/>
              <a:gd name="connsiteY12" fmla="*/ 2344072 h 4378072"/>
              <a:gd name="connsiteX13" fmla="*/ 2608963 w 3606664"/>
              <a:gd name="connsiteY13" fmla="*/ 2428329 h 4378072"/>
              <a:gd name="connsiteX14" fmla="*/ 2508588 w 3606664"/>
              <a:gd name="connsiteY14" fmla="*/ 2823555 h 4378072"/>
              <a:gd name="connsiteX15" fmla="*/ 2366116 w 3606664"/>
              <a:gd name="connsiteY15" fmla="*/ 3131412 h 4378072"/>
              <a:gd name="connsiteX16" fmla="*/ 2425851 w 3606664"/>
              <a:gd name="connsiteY16" fmla="*/ 3429951 h 4378072"/>
              <a:gd name="connsiteX17" fmla="*/ 2419081 w 3606664"/>
              <a:gd name="connsiteY17" fmla="*/ 3910529 h 4378072"/>
              <a:gd name="connsiteX18" fmla="*/ 2088275 w 3606664"/>
              <a:gd name="connsiteY18" fmla="*/ 4107478 h 4378072"/>
              <a:gd name="connsiteX19" fmla="*/ 1781806 w 3606664"/>
              <a:gd name="connsiteY19" fmla="*/ 4150655 h 4378072"/>
              <a:gd name="connsiteX20" fmla="*/ 1616098 w 3606664"/>
              <a:gd name="connsiteY20" fmla="*/ 4378072 h 4378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6664" h="4378072">
                <a:moveTo>
                  <a:pt x="0" y="2969"/>
                </a:moveTo>
                <a:cubicBezTo>
                  <a:pt x="116199" y="-27478"/>
                  <a:pt x="230498" y="182773"/>
                  <a:pt x="523461" y="335871"/>
                </a:cubicBezTo>
                <a:cubicBezTo>
                  <a:pt x="713148" y="398239"/>
                  <a:pt x="975859" y="207868"/>
                  <a:pt x="1172744" y="290057"/>
                </a:cubicBezTo>
                <a:cubicBezTo>
                  <a:pt x="1369629" y="372246"/>
                  <a:pt x="1582989" y="541945"/>
                  <a:pt x="1740816" y="606915"/>
                </a:cubicBezTo>
                <a:cubicBezTo>
                  <a:pt x="1898643" y="671885"/>
                  <a:pt x="1909458" y="756530"/>
                  <a:pt x="2085081" y="766996"/>
                </a:cubicBezTo>
                <a:cubicBezTo>
                  <a:pt x="2260704" y="777462"/>
                  <a:pt x="2664895" y="561880"/>
                  <a:pt x="2843826" y="589046"/>
                </a:cubicBezTo>
                <a:cubicBezTo>
                  <a:pt x="3022757" y="616212"/>
                  <a:pt x="3053235" y="827383"/>
                  <a:pt x="3158667" y="929991"/>
                </a:cubicBezTo>
                <a:cubicBezTo>
                  <a:pt x="3264100" y="1032599"/>
                  <a:pt x="3387838" y="1095630"/>
                  <a:pt x="3476421" y="1204692"/>
                </a:cubicBezTo>
                <a:cubicBezTo>
                  <a:pt x="3546239" y="1290607"/>
                  <a:pt x="3597769" y="1391477"/>
                  <a:pt x="3605580" y="1501491"/>
                </a:cubicBezTo>
                <a:cubicBezTo>
                  <a:pt x="3613200" y="1608075"/>
                  <a:pt x="3579862" y="1712184"/>
                  <a:pt x="3531380" y="1807910"/>
                </a:cubicBezTo>
                <a:cubicBezTo>
                  <a:pt x="3483374" y="1902874"/>
                  <a:pt x="3420890" y="1989933"/>
                  <a:pt x="3342404" y="2061656"/>
                </a:cubicBezTo>
                <a:cubicBezTo>
                  <a:pt x="3266490" y="2130998"/>
                  <a:pt x="3177717" y="2184433"/>
                  <a:pt x="3083991" y="2226819"/>
                </a:cubicBezTo>
                <a:cubicBezTo>
                  <a:pt x="2993027" y="2267967"/>
                  <a:pt x="2887985" y="2310487"/>
                  <a:pt x="2808814" y="2344072"/>
                </a:cubicBezTo>
                <a:cubicBezTo>
                  <a:pt x="2729643" y="2377657"/>
                  <a:pt x="2659001" y="2348415"/>
                  <a:pt x="2608963" y="2428329"/>
                </a:cubicBezTo>
                <a:cubicBezTo>
                  <a:pt x="2558925" y="2508243"/>
                  <a:pt x="2549062" y="2706375"/>
                  <a:pt x="2508588" y="2823555"/>
                </a:cubicBezTo>
                <a:cubicBezTo>
                  <a:pt x="2468114" y="2940735"/>
                  <a:pt x="2379906" y="3030346"/>
                  <a:pt x="2366116" y="3131412"/>
                </a:cubicBezTo>
                <a:cubicBezTo>
                  <a:pt x="2352327" y="3232478"/>
                  <a:pt x="2417024" y="3300098"/>
                  <a:pt x="2425851" y="3429951"/>
                </a:cubicBezTo>
                <a:cubicBezTo>
                  <a:pt x="2434679" y="3559804"/>
                  <a:pt x="2475344" y="3797608"/>
                  <a:pt x="2419081" y="3910529"/>
                </a:cubicBezTo>
                <a:cubicBezTo>
                  <a:pt x="2362818" y="4023450"/>
                  <a:pt x="2194488" y="4067457"/>
                  <a:pt x="2088275" y="4107478"/>
                </a:cubicBezTo>
                <a:cubicBezTo>
                  <a:pt x="1982063" y="4147499"/>
                  <a:pt x="1860502" y="4105556"/>
                  <a:pt x="1781806" y="4150655"/>
                </a:cubicBezTo>
                <a:cubicBezTo>
                  <a:pt x="1703110" y="4195754"/>
                  <a:pt x="1718852" y="4253993"/>
                  <a:pt x="1616098" y="4378072"/>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34" name="Freeform: Shape 33">
            <a:extLst>
              <a:ext uri="{FF2B5EF4-FFF2-40B4-BE49-F238E27FC236}">
                <a16:creationId xmlns:a16="http://schemas.microsoft.com/office/drawing/2014/main" id="{0108F765-021E-FDDC-7373-11E26D61FC6D}"/>
              </a:ext>
            </a:extLst>
          </p:cNvPr>
          <p:cNvSpPr/>
          <p:nvPr/>
        </p:nvSpPr>
        <p:spPr>
          <a:xfrm rot="7029322">
            <a:off x="6605173" y="-600683"/>
            <a:ext cx="4296931" cy="3431126"/>
          </a:xfrm>
          <a:custGeom>
            <a:avLst/>
            <a:gdLst>
              <a:gd name="connsiteX0" fmla="*/ 0 w 2059193"/>
              <a:gd name="connsiteY0" fmla="*/ 3980116 h 3980116"/>
              <a:gd name="connsiteX1" fmla="*/ 471583 w 2059193"/>
              <a:gd name="connsiteY1" fmla="*/ 3515678 h 3980116"/>
              <a:gd name="connsiteX2" fmla="*/ 758666 w 2059193"/>
              <a:gd name="connsiteY2" fmla="*/ 3163824 h 3980116"/>
              <a:gd name="connsiteX3" fmla="*/ 940499 w 2059193"/>
              <a:gd name="connsiteY3" fmla="*/ 2780824 h 3980116"/>
              <a:gd name="connsiteX4" fmla="*/ 1055370 w 2059193"/>
              <a:gd name="connsiteY4" fmla="*/ 2242185 h 3980116"/>
              <a:gd name="connsiteX5" fmla="*/ 1136714 w 2059193"/>
              <a:gd name="connsiteY5" fmla="*/ 1878330 h 3980116"/>
              <a:gd name="connsiteX6" fmla="*/ 1246727 w 2059193"/>
              <a:gd name="connsiteY6" fmla="*/ 1562386 h 3980116"/>
              <a:gd name="connsiteX7" fmla="*/ 1378363 w 2059193"/>
              <a:gd name="connsiteY7" fmla="*/ 1430750 h 3980116"/>
              <a:gd name="connsiteX8" fmla="*/ 1691831 w 2059193"/>
              <a:gd name="connsiteY8" fmla="*/ 1394841 h 3980116"/>
              <a:gd name="connsiteX9" fmla="*/ 1914335 w 2059193"/>
              <a:gd name="connsiteY9" fmla="*/ 1323023 h 3980116"/>
              <a:gd name="connsiteX10" fmla="*/ 2055495 w 2059193"/>
              <a:gd name="connsiteY10" fmla="*/ 1098042 h 3980116"/>
              <a:gd name="connsiteX11" fmla="*/ 2033969 w 2059193"/>
              <a:gd name="connsiteY11" fmla="*/ 930497 h 3980116"/>
              <a:gd name="connsiteX12" fmla="*/ 1885664 w 2059193"/>
              <a:gd name="connsiteY12" fmla="*/ 760571 h 3980116"/>
              <a:gd name="connsiteX13" fmla="*/ 1636871 w 2059193"/>
              <a:gd name="connsiteY13" fmla="*/ 612172 h 3980116"/>
              <a:gd name="connsiteX14" fmla="*/ 1335405 w 2059193"/>
              <a:gd name="connsiteY14" fmla="*/ 459010 h 3980116"/>
              <a:gd name="connsiteX15" fmla="*/ 1234916 w 2059193"/>
              <a:gd name="connsiteY15" fmla="*/ 269939 h 3980116"/>
              <a:gd name="connsiteX16" fmla="*/ 1386935 w 2059193"/>
              <a:gd name="connsiteY16" fmla="*/ 0 h 39801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57799 w 2270265"/>
              <a:gd name="connsiteY6" fmla="*/ 1562386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902903 w 2270265"/>
              <a:gd name="connsiteY7" fmla="*/ 1394841 h 4134216"/>
              <a:gd name="connsiteX8" fmla="*/ 2125407 w 2270265"/>
              <a:gd name="connsiteY8" fmla="*/ 1323023 h 4134216"/>
              <a:gd name="connsiteX9" fmla="*/ 2266567 w 2270265"/>
              <a:gd name="connsiteY9" fmla="*/ 1098042 h 4134216"/>
              <a:gd name="connsiteX10" fmla="*/ 2245041 w 2270265"/>
              <a:gd name="connsiteY10" fmla="*/ 930497 h 4134216"/>
              <a:gd name="connsiteX11" fmla="*/ 2096736 w 2270265"/>
              <a:gd name="connsiteY11" fmla="*/ 760571 h 4134216"/>
              <a:gd name="connsiteX12" fmla="*/ 1847943 w 2270265"/>
              <a:gd name="connsiteY12" fmla="*/ 612172 h 4134216"/>
              <a:gd name="connsiteX13" fmla="*/ 1546477 w 2270265"/>
              <a:gd name="connsiteY13" fmla="*/ 459010 h 4134216"/>
              <a:gd name="connsiteX14" fmla="*/ 1445988 w 2270265"/>
              <a:gd name="connsiteY14" fmla="*/ 269939 h 4134216"/>
              <a:gd name="connsiteX15" fmla="*/ 1598007 w 2270265"/>
              <a:gd name="connsiteY15"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2125407 w 2270265"/>
              <a:gd name="connsiteY7" fmla="*/ 1323023 h 4134216"/>
              <a:gd name="connsiteX8" fmla="*/ 2266567 w 2270265"/>
              <a:gd name="connsiteY8" fmla="*/ 1098042 h 4134216"/>
              <a:gd name="connsiteX9" fmla="*/ 2245041 w 2270265"/>
              <a:gd name="connsiteY9" fmla="*/ 930497 h 4134216"/>
              <a:gd name="connsiteX10" fmla="*/ 2096736 w 2270265"/>
              <a:gd name="connsiteY10" fmla="*/ 760571 h 4134216"/>
              <a:gd name="connsiteX11" fmla="*/ 1847943 w 2270265"/>
              <a:gd name="connsiteY11" fmla="*/ 612172 h 4134216"/>
              <a:gd name="connsiteX12" fmla="*/ 1546477 w 2270265"/>
              <a:gd name="connsiteY12" fmla="*/ 459010 h 4134216"/>
              <a:gd name="connsiteX13" fmla="*/ 1445988 w 2270265"/>
              <a:gd name="connsiteY13" fmla="*/ 269939 h 4134216"/>
              <a:gd name="connsiteX14" fmla="*/ 1598007 w 2270265"/>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462489 w 2276211"/>
              <a:gd name="connsiteY6" fmla="*/ 1739148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40440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847943 w 2279707"/>
              <a:gd name="connsiteY11" fmla="*/ 612172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763514 w 2279707"/>
              <a:gd name="connsiteY11" fmla="*/ 657495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47786 w 2268544"/>
              <a:gd name="connsiteY5" fmla="*/ 1878330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537314 w 2268544"/>
              <a:gd name="connsiteY12" fmla="*/ 450494 h 4134216"/>
              <a:gd name="connsiteX13" fmla="*/ 1598007 w 2268544"/>
              <a:gd name="connsiteY13" fmla="*/ 0 h 4134216"/>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763514 w 2268544"/>
              <a:gd name="connsiteY10" fmla="*/ 389831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841794 w 2268544"/>
              <a:gd name="connsiteY10" fmla="*/ 404085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14953 w 2267142"/>
              <a:gd name="connsiteY5" fmla="*/ 1492825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22202 w 2267142"/>
              <a:gd name="connsiteY5" fmla="*/ 1586270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01"/>
              <a:gd name="connsiteY0" fmla="*/ 3866552 h 3866552"/>
              <a:gd name="connsiteX1" fmla="*/ 640440 w 2267101"/>
              <a:gd name="connsiteY1" fmla="*/ 3248014 h 3866552"/>
              <a:gd name="connsiteX2" fmla="*/ 875928 w 2267101"/>
              <a:gd name="connsiteY2" fmla="*/ 2850837 h 3866552"/>
              <a:gd name="connsiteX3" fmla="*/ 959260 w 2267101"/>
              <a:gd name="connsiteY3" fmla="*/ 2485967 h 3866552"/>
              <a:gd name="connsiteX4" fmla="*/ 1233609 w 2267101"/>
              <a:gd name="connsiteY4" fmla="*/ 2060636 h 3866552"/>
              <a:gd name="connsiteX5" fmla="*/ 1322202 w 2267101"/>
              <a:gd name="connsiteY5" fmla="*/ 1586270 h 3866552"/>
              <a:gd name="connsiteX6" fmla="*/ 1579917 w 2267101"/>
              <a:gd name="connsiteY6" fmla="*/ 1476135 h 3866552"/>
              <a:gd name="connsiteX7" fmla="*/ 2082344 w 2267101"/>
              <a:gd name="connsiteY7" fmla="*/ 1319011 h 3866552"/>
              <a:gd name="connsiteX8" fmla="*/ 2266567 w 2267101"/>
              <a:gd name="connsiteY8" fmla="*/ 830378 h 3866552"/>
              <a:gd name="connsiteX9" fmla="*/ 2035760 w 2267101"/>
              <a:gd name="connsiteY9" fmla="*/ 565424 h 3866552"/>
              <a:gd name="connsiteX10" fmla="*/ 1841794 w 2267101"/>
              <a:gd name="connsiteY10" fmla="*/ 404085 h 3866552"/>
              <a:gd name="connsiteX11" fmla="*/ 1642152 w 2267101"/>
              <a:gd name="connsiteY11" fmla="*/ 253115 h 3866552"/>
              <a:gd name="connsiteX12" fmla="*/ 1537314 w 2267101"/>
              <a:gd name="connsiteY12" fmla="*/ 182830 h 3866552"/>
              <a:gd name="connsiteX13" fmla="*/ 1528426 w 2267101"/>
              <a:gd name="connsiteY13" fmla="*/ 0 h 3866552"/>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220249 w 2253741"/>
              <a:gd name="connsiteY4" fmla="*/ 2060636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148094 w 2253741"/>
              <a:gd name="connsiteY4" fmla="*/ 2062955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38886"/>
              <a:gd name="connsiteY0" fmla="*/ 3964315 h 3964315"/>
              <a:gd name="connsiteX1" fmla="*/ 612225 w 2238886"/>
              <a:gd name="connsiteY1" fmla="*/ 3248014 h 3964315"/>
              <a:gd name="connsiteX2" fmla="*/ 847713 w 2238886"/>
              <a:gd name="connsiteY2" fmla="*/ 2850837 h 3964315"/>
              <a:gd name="connsiteX3" fmla="*/ 931045 w 2238886"/>
              <a:gd name="connsiteY3" fmla="*/ 2485967 h 3964315"/>
              <a:gd name="connsiteX4" fmla="*/ 1133239 w 2238886"/>
              <a:gd name="connsiteY4" fmla="*/ 2062955 h 3964315"/>
              <a:gd name="connsiteX5" fmla="*/ 1293987 w 2238886"/>
              <a:gd name="connsiteY5" fmla="*/ 1586270 h 3964315"/>
              <a:gd name="connsiteX6" fmla="*/ 1551702 w 2238886"/>
              <a:gd name="connsiteY6" fmla="*/ 1476135 h 3964315"/>
              <a:gd name="connsiteX7" fmla="*/ 2054129 w 2238886"/>
              <a:gd name="connsiteY7" fmla="*/ 1319011 h 3964315"/>
              <a:gd name="connsiteX8" fmla="*/ 2238352 w 2238886"/>
              <a:gd name="connsiteY8" fmla="*/ 830378 h 3964315"/>
              <a:gd name="connsiteX9" fmla="*/ 2007545 w 2238886"/>
              <a:gd name="connsiteY9" fmla="*/ 565424 h 3964315"/>
              <a:gd name="connsiteX10" fmla="*/ 1813579 w 2238886"/>
              <a:gd name="connsiteY10" fmla="*/ 404085 h 3964315"/>
              <a:gd name="connsiteX11" fmla="*/ 1613937 w 2238886"/>
              <a:gd name="connsiteY11" fmla="*/ 253115 h 3964315"/>
              <a:gd name="connsiteX12" fmla="*/ 1509099 w 2238886"/>
              <a:gd name="connsiteY12" fmla="*/ 182830 h 3964315"/>
              <a:gd name="connsiteX13" fmla="*/ 1500211 w 2238886"/>
              <a:gd name="connsiteY13" fmla="*/ 0 h 3964315"/>
              <a:gd name="connsiteX0" fmla="*/ 0 w 2184293"/>
              <a:gd name="connsiteY0" fmla="*/ 3964315 h 3964315"/>
              <a:gd name="connsiteX1" fmla="*/ 612225 w 2184293"/>
              <a:gd name="connsiteY1" fmla="*/ 3248014 h 3964315"/>
              <a:gd name="connsiteX2" fmla="*/ 847713 w 2184293"/>
              <a:gd name="connsiteY2" fmla="*/ 2850837 h 3964315"/>
              <a:gd name="connsiteX3" fmla="*/ 931045 w 2184293"/>
              <a:gd name="connsiteY3" fmla="*/ 2485967 h 3964315"/>
              <a:gd name="connsiteX4" fmla="*/ 1133239 w 2184293"/>
              <a:gd name="connsiteY4" fmla="*/ 2062955 h 3964315"/>
              <a:gd name="connsiteX5" fmla="*/ 1293987 w 2184293"/>
              <a:gd name="connsiteY5" fmla="*/ 1586270 h 3964315"/>
              <a:gd name="connsiteX6" fmla="*/ 1551702 w 2184293"/>
              <a:gd name="connsiteY6" fmla="*/ 1476135 h 3964315"/>
              <a:gd name="connsiteX7" fmla="*/ 2054129 w 2184293"/>
              <a:gd name="connsiteY7" fmla="*/ 1319011 h 3964315"/>
              <a:gd name="connsiteX8" fmla="*/ 2183175 w 2184293"/>
              <a:gd name="connsiteY8" fmla="*/ 883707 h 3964315"/>
              <a:gd name="connsiteX9" fmla="*/ 2007545 w 2184293"/>
              <a:gd name="connsiteY9" fmla="*/ 565424 h 3964315"/>
              <a:gd name="connsiteX10" fmla="*/ 1813579 w 2184293"/>
              <a:gd name="connsiteY10" fmla="*/ 404085 h 3964315"/>
              <a:gd name="connsiteX11" fmla="*/ 1613937 w 2184293"/>
              <a:gd name="connsiteY11" fmla="*/ 253115 h 3964315"/>
              <a:gd name="connsiteX12" fmla="*/ 1509099 w 2184293"/>
              <a:gd name="connsiteY12" fmla="*/ 182830 h 3964315"/>
              <a:gd name="connsiteX13" fmla="*/ 1500211 w 2184293"/>
              <a:gd name="connsiteY13" fmla="*/ 0 h 3964315"/>
              <a:gd name="connsiteX0" fmla="*/ 0 w 2338367"/>
              <a:gd name="connsiteY0" fmla="*/ 3964315 h 3964315"/>
              <a:gd name="connsiteX1" fmla="*/ 612225 w 2338367"/>
              <a:gd name="connsiteY1" fmla="*/ 3248014 h 3964315"/>
              <a:gd name="connsiteX2" fmla="*/ 847713 w 2338367"/>
              <a:gd name="connsiteY2" fmla="*/ 2850837 h 3964315"/>
              <a:gd name="connsiteX3" fmla="*/ 931045 w 2338367"/>
              <a:gd name="connsiteY3" fmla="*/ 2485967 h 3964315"/>
              <a:gd name="connsiteX4" fmla="*/ 1133239 w 2338367"/>
              <a:gd name="connsiteY4" fmla="*/ 2062955 h 3964315"/>
              <a:gd name="connsiteX5" fmla="*/ 1293987 w 2338367"/>
              <a:gd name="connsiteY5" fmla="*/ 1586270 h 3964315"/>
              <a:gd name="connsiteX6" fmla="*/ 1551702 w 2338367"/>
              <a:gd name="connsiteY6" fmla="*/ 1476135 h 3964315"/>
              <a:gd name="connsiteX7" fmla="*/ 2054129 w 2338367"/>
              <a:gd name="connsiteY7" fmla="*/ 1319011 h 3964315"/>
              <a:gd name="connsiteX8" fmla="*/ 2338097 w 2338367"/>
              <a:gd name="connsiteY8" fmla="*/ 821104 h 3964315"/>
              <a:gd name="connsiteX9" fmla="*/ 2007545 w 2338367"/>
              <a:gd name="connsiteY9" fmla="*/ 565424 h 3964315"/>
              <a:gd name="connsiteX10" fmla="*/ 1813579 w 2338367"/>
              <a:gd name="connsiteY10" fmla="*/ 404085 h 3964315"/>
              <a:gd name="connsiteX11" fmla="*/ 1613937 w 2338367"/>
              <a:gd name="connsiteY11" fmla="*/ 253115 h 3964315"/>
              <a:gd name="connsiteX12" fmla="*/ 1509099 w 2338367"/>
              <a:gd name="connsiteY12" fmla="*/ 182830 h 3964315"/>
              <a:gd name="connsiteX13" fmla="*/ 1500211 w 2338367"/>
              <a:gd name="connsiteY13" fmla="*/ 0 h 3964315"/>
              <a:gd name="connsiteX0" fmla="*/ 0 w 2338097"/>
              <a:gd name="connsiteY0" fmla="*/ 3964315 h 3964315"/>
              <a:gd name="connsiteX1" fmla="*/ 612225 w 2338097"/>
              <a:gd name="connsiteY1" fmla="*/ 3248014 h 3964315"/>
              <a:gd name="connsiteX2" fmla="*/ 847713 w 2338097"/>
              <a:gd name="connsiteY2" fmla="*/ 2850837 h 3964315"/>
              <a:gd name="connsiteX3" fmla="*/ 931045 w 2338097"/>
              <a:gd name="connsiteY3" fmla="*/ 2485967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612225 w 2338097"/>
              <a:gd name="connsiteY1" fmla="*/ 3248014 h 3964315"/>
              <a:gd name="connsiteX2" fmla="*/ 1052936 w 2338097"/>
              <a:gd name="connsiteY2" fmla="*/ 2968636 h 3964315"/>
              <a:gd name="connsiteX3" fmla="*/ 931045 w 2338097"/>
              <a:gd name="connsiteY3" fmla="*/ 2485967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612225 w 2338097"/>
              <a:gd name="connsiteY1" fmla="*/ 3248014 h 3964315"/>
              <a:gd name="connsiteX2" fmla="*/ 1052936 w 2338097"/>
              <a:gd name="connsiteY2" fmla="*/ 2968636 h 3964315"/>
              <a:gd name="connsiteX3" fmla="*/ 1051397 w 2338097"/>
              <a:gd name="connsiteY3" fmla="*/ 2475531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659953 w 2338097"/>
              <a:gd name="connsiteY1" fmla="*/ 3391350 h 3964315"/>
              <a:gd name="connsiteX2" fmla="*/ 1052936 w 2338097"/>
              <a:gd name="connsiteY2" fmla="*/ 2968636 h 3964315"/>
              <a:gd name="connsiteX3" fmla="*/ 1051397 w 2338097"/>
              <a:gd name="connsiteY3" fmla="*/ 2475531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659953 w 2338097"/>
              <a:gd name="connsiteY1" fmla="*/ 3391350 h 3964315"/>
              <a:gd name="connsiteX2" fmla="*/ 1052936 w 2338097"/>
              <a:gd name="connsiteY2" fmla="*/ 2968636 h 3964315"/>
              <a:gd name="connsiteX3" fmla="*/ 1051397 w 2338097"/>
              <a:gd name="connsiteY3" fmla="*/ 2475531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659953 w 2338097"/>
              <a:gd name="connsiteY1" fmla="*/ 3391350 h 3964315"/>
              <a:gd name="connsiteX2" fmla="*/ 1052936 w 2338097"/>
              <a:gd name="connsiteY2" fmla="*/ 2968636 h 3964315"/>
              <a:gd name="connsiteX3" fmla="*/ 1051397 w 2338097"/>
              <a:gd name="connsiteY3" fmla="*/ 2475531 h 3964315"/>
              <a:gd name="connsiteX4" fmla="*/ 1133239 w 2338097"/>
              <a:gd name="connsiteY4" fmla="*/ 2062955 h 3964315"/>
              <a:gd name="connsiteX5" fmla="*/ 1358521 w 2338097"/>
              <a:gd name="connsiteY5" fmla="*/ 1581601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5 h 3964315"/>
              <a:gd name="connsiteX1" fmla="*/ 372762 w 2338097"/>
              <a:gd name="connsiteY1" fmla="*/ 3397311 h 3964315"/>
              <a:gd name="connsiteX2" fmla="*/ 659953 w 2338097"/>
              <a:gd name="connsiteY2" fmla="*/ 3391350 h 3964315"/>
              <a:gd name="connsiteX3" fmla="*/ 1052936 w 2338097"/>
              <a:gd name="connsiteY3" fmla="*/ 2968636 h 3964315"/>
              <a:gd name="connsiteX4" fmla="*/ 1051397 w 2338097"/>
              <a:gd name="connsiteY4" fmla="*/ 2475531 h 3964315"/>
              <a:gd name="connsiteX5" fmla="*/ 1133239 w 2338097"/>
              <a:gd name="connsiteY5" fmla="*/ 2062955 h 3964315"/>
              <a:gd name="connsiteX6" fmla="*/ 1358521 w 2338097"/>
              <a:gd name="connsiteY6" fmla="*/ 1581601 h 3964315"/>
              <a:gd name="connsiteX7" fmla="*/ 1551702 w 2338097"/>
              <a:gd name="connsiteY7" fmla="*/ 1476135 h 3964315"/>
              <a:gd name="connsiteX8" fmla="*/ 2054129 w 2338097"/>
              <a:gd name="connsiteY8" fmla="*/ 1319011 h 3964315"/>
              <a:gd name="connsiteX9" fmla="*/ 2338097 w 2338097"/>
              <a:gd name="connsiteY9" fmla="*/ 821104 h 3964315"/>
              <a:gd name="connsiteX10" fmla="*/ 2054235 w 2338097"/>
              <a:gd name="connsiteY10" fmla="*/ 549193 h 3964315"/>
              <a:gd name="connsiteX11" fmla="*/ 1813579 w 2338097"/>
              <a:gd name="connsiteY11" fmla="*/ 404085 h 3964315"/>
              <a:gd name="connsiteX12" fmla="*/ 1613937 w 2338097"/>
              <a:gd name="connsiteY12" fmla="*/ 253115 h 3964315"/>
              <a:gd name="connsiteX13" fmla="*/ 1509099 w 2338097"/>
              <a:gd name="connsiteY13" fmla="*/ 182830 h 3964315"/>
              <a:gd name="connsiteX14" fmla="*/ 1500211 w 2338097"/>
              <a:gd name="connsiteY14" fmla="*/ 0 h 3964315"/>
              <a:gd name="connsiteX0" fmla="*/ 0 w 1965335"/>
              <a:gd name="connsiteY0" fmla="*/ 3397311 h 3410259"/>
              <a:gd name="connsiteX1" fmla="*/ 287191 w 1965335"/>
              <a:gd name="connsiteY1" fmla="*/ 3391350 h 3410259"/>
              <a:gd name="connsiteX2" fmla="*/ 680174 w 1965335"/>
              <a:gd name="connsiteY2" fmla="*/ 2968636 h 3410259"/>
              <a:gd name="connsiteX3" fmla="*/ 678635 w 1965335"/>
              <a:gd name="connsiteY3" fmla="*/ 2475531 h 3410259"/>
              <a:gd name="connsiteX4" fmla="*/ 760477 w 1965335"/>
              <a:gd name="connsiteY4" fmla="*/ 2062955 h 3410259"/>
              <a:gd name="connsiteX5" fmla="*/ 985759 w 1965335"/>
              <a:gd name="connsiteY5" fmla="*/ 1581601 h 3410259"/>
              <a:gd name="connsiteX6" fmla="*/ 1178940 w 1965335"/>
              <a:gd name="connsiteY6" fmla="*/ 1476135 h 3410259"/>
              <a:gd name="connsiteX7" fmla="*/ 1681367 w 1965335"/>
              <a:gd name="connsiteY7" fmla="*/ 1319011 h 3410259"/>
              <a:gd name="connsiteX8" fmla="*/ 1965335 w 1965335"/>
              <a:gd name="connsiteY8" fmla="*/ 821104 h 3410259"/>
              <a:gd name="connsiteX9" fmla="*/ 1681473 w 1965335"/>
              <a:gd name="connsiteY9" fmla="*/ 549193 h 3410259"/>
              <a:gd name="connsiteX10" fmla="*/ 1440817 w 1965335"/>
              <a:gd name="connsiteY10" fmla="*/ 404085 h 3410259"/>
              <a:gd name="connsiteX11" fmla="*/ 1241175 w 1965335"/>
              <a:gd name="connsiteY11" fmla="*/ 253115 h 3410259"/>
              <a:gd name="connsiteX12" fmla="*/ 1136337 w 1965335"/>
              <a:gd name="connsiteY12" fmla="*/ 182830 h 3410259"/>
              <a:gd name="connsiteX13" fmla="*/ 1127449 w 1965335"/>
              <a:gd name="connsiteY13" fmla="*/ 0 h 3410259"/>
              <a:gd name="connsiteX0" fmla="*/ 0 w 1920723"/>
              <a:gd name="connsiteY0" fmla="*/ 3278412 h 3398204"/>
              <a:gd name="connsiteX1" fmla="*/ 242579 w 1920723"/>
              <a:gd name="connsiteY1" fmla="*/ 3391350 h 3398204"/>
              <a:gd name="connsiteX2" fmla="*/ 635562 w 1920723"/>
              <a:gd name="connsiteY2" fmla="*/ 2968636 h 3398204"/>
              <a:gd name="connsiteX3" fmla="*/ 634023 w 1920723"/>
              <a:gd name="connsiteY3" fmla="*/ 2475531 h 3398204"/>
              <a:gd name="connsiteX4" fmla="*/ 715865 w 1920723"/>
              <a:gd name="connsiteY4" fmla="*/ 2062955 h 3398204"/>
              <a:gd name="connsiteX5" fmla="*/ 941147 w 1920723"/>
              <a:gd name="connsiteY5" fmla="*/ 1581601 h 3398204"/>
              <a:gd name="connsiteX6" fmla="*/ 1134328 w 1920723"/>
              <a:gd name="connsiteY6" fmla="*/ 1476135 h 3398204"/>
              <a:gd name="connsiteX7" fmla="*/ 1636755 w 1920723"/>
              <a:gd name="connsiteY7" fmla="*/ 1319011 h 3398204"/>
              <a:gd name="connsiteX8" fmla="*/ 1920723 w 1920723"/>
              <a:gd name="connsiteY8" fmla="*/ 821104 h 3398204"/>
              <a:gd name="connsiteX9" fmla="*/ 1636861 w 1920723"/>
              <a:gd name="connsiteY9" fmla="*/ 549193 h 3398204"/>
              <a:gd name="connsiteX10" fmla="*/ 1396205 w 1920723"/>
              <a:gd name="connsiteY10" fmla="*/ 404085 h 3398204"/>
              <a:gd name="connsiteX11" fmla="*/ 1196563 w 1920723"/>
              <a:gd name="connsiteY11" fmla="*/ 253115 h 3398204"/>
              <a:gd name="connsiteX12" fmla="*/ 1091725 w 1920723"/>
              <a:gd name="connsiteY12" fmla="*/ 182830 h 3398204"/>
              <a:gd name="connsiteX13" fmla="*/ 1082837 w 1920723"/>
              <a:gd name="connsiteY13" fmla="*/ 0 h 3398204"/>
              <a:gd name="connsiteX0" fmla="*/ 0 w 1920723"/>
              <a:gd name="connsiteY0" fmla="*/ 3278412 h 3406701"/>
              <a:gd name="connsiteX1" fmla="*/ 242579 w 1920723"/>
              <a:gd name="connsiteY1" fmla="*/ 3391350 h 3406701"/>
              <a:gd name="connsiteX2" fmla="*/ 635562 w 1920723"/>
              <a:gd name="connsiteY2" fmla="*/ 2968636 h 3406701"/>
              <a:gd name="connsiteX3" fmla="*/ 634023 w 1920723"/>
              <a:gd name="connsiteY3" fmla="*/ 2475531 h 3406701"/>
              <a:gd name="connsiteX4" fmla="*/ 715865 w 1920723"/>
              <a:gd name="connsiteY4" fmla="*/ 2062955 h 3406701"/>
              <a:gd name="connsiteX5" fmla="*/ 941147 w 1920723"/>
              <a:gd name="connsiteY5" fmla="*/ 1581601 h 3406701"/>
              <a:gd name="connsiteX6" fmla="*/ 1134328 w 1920723"/>
              <a:gd name="connsiteY6" fmla="*/ 1476135 h 3406701"/>
              <a:gd name="connsiteX7" fmla="*/ 1636755 w 1920723"/>
              <a:gd name="connsiteY7" fmla="*/ 1319011 h 3406701"/>
              <a:gd name="connsiteX8" fmla="*/ 1920723 w 1920723"/>
              <a:gd name="connsiteY8" fmla="*/ 821104 h 3406701"/>
              <a:gd name="connsiteX9" fmla="*/ 1636861 w 1920723"/>
              <a:gd name="connsiteY9" fmla="*/ 549193 h 3406701"/>
              <a:gd name="connsiteX10" fmla="*/ 1396205 w 1920723"/>
              <a:gd name="connsiteY10" fmla="*/ 404085 h 3406701"/>
              <a:gd name="connsiteX11" fmla="*/ 1196563 w 1920723"/>
              <a:gd name="connsiteY11" fmla="*/ 253115 h 3406701"/>
              <a:gd name="connsiteX12" fmla="*/ 1091725 w 1920723"/>
              <a:gd name="connsiteY12" fmla="*/ 182830 h 3406701"/>
              <a:gd name="connsiteX13" fmla="*/ 1082837 w 1920723"/>
              <a:gd name="connsiteY13" fmla="*/ 0 h 3406701"/>
              <a:gd name="connsiteX0" fmla="*/ 0 w 1920723"/>
              <a:gd name="connsiteY0" fmla="*/ 3278412 h 3406701"/>
              <a:gd name="connsiteX1" fmla="*/ 242579 w 1920723"/>
              <a:gd name="connsiteY1" fmla="*/ 3391350 h 3406701"/>
              <a:gd name="connsiteX2" fmla="*/ 635562 w 1920723"/>
              <a:gd name="connsiteY2" fmla="*/ 2968636 h 3406701"/>
              <a:gd name="connsiteX3" fmla="*/ 634023 w 1920723"/>
              <a:gd name="connsiteY3" fmla="*/ 2475531 h 3406701"/>
              <a:gd name="connsiteX4" fmla="*/ 519165 w 1920723"/>
              <a:gd name="connsiteY4" fmla="*/ 2296457 h 3406701"/>
              <a:gd name="connsiteX5" fmla="*/ 715865 w 1920723"/>
              <a:gd name="connsiteY5" fmla="*/ 2062955 h 3406701"/>
              <a:gd name="connsiteX6" fmla="*/ 941147 w 1920723"/>
              <a:gd name="connsiteY6" fmla="*/ 1581601 h 3406701"/>
              <a:gd name="connsiteX7" fmla="*/ 1134328 w 1920723"/>
              <a:gd name="connsiteY7" fmla="*/ 1476135 h 3406701"/>
              <a:gd name="connsiteX8" fmla="*/ 1636755 w 1920723"/>
              <a:gd name="connsiteY8" fmla="*/ 1319011 h 3406701"/>
              <a:gd name="connsiteX9" fmla="*/ 1920723 w 1920723"/>
              <a:gd name="connsiteY9" fmla="*/ 821104 h 3406701"/>
              <a:gd name="connsiteX10" fmla="*/ 1636861 w 1920723"/>
              <a:gd name="connsiteY10" fmla="*/ 549193 h 3406701"/>
              <a:gd name="connsiteX11" fmla="*/ 1396205 w 1920723"/>
              <a:gd name="connsiteY11" fmla="*/ 404085 h 3406701"/>
              <a:gd name="connsiteX12" fmla="*/ 1196563 w 1920723"/>
              <a:gd name="connsiteY12" fmla="*/ 253115 h 3406701"/>
              <a:gd name="connsiteX13" fmla="*/ 1091725 w 1920723"/>
              <a:gd name="connsiteY13" fmla="*/ 182830 h 3406701"/>
              <a:gd name="connsiteX14" fmla="*/ 1082837 w 1920723"/>
              <a:gd name="connsiteY14" fmla="*/ 0 h 3406701"/>
              <a:gd name="connsiteX0" fmla="*/ 0 w 1920723"/>
              <a:gd name="connsiteY0" fmla="*/ 3278412 h 3406701"/>
              <a:gd name="connsiteX1" fmla="*/ 242579 w 1920723"/>
              <a:gd name="connsiteY1" fmla="*/ 3391350 h 3406701"/>
              <a:gd name="connsiteX2" fmla="*/ 635562 w 1920723"/>
              <a:gd name="connsiteY2" fmla="*/ 2968636 h 3406701"/>
              <a:gd name="connsiteX3" fmla="*/ 634023 w 1920723"/>
              <a:gd name="connsiteY3" fmla="*/ 2475531 h 3406701"/>
              <a:gd name="connsiteX4" fmla="*/ 519165 w 1920723"/>
              <a:gd name="connsiteY4" fmla="*/ 2296457 h 3406701"/>
              <a:gd name="connsiteX5" fmla="*/ 715865 w 1920723"/>
              <a:gd name="connsiteY5" fmla="*/ 2062955 h 3406701"/>
              <a:gd name="connsiteX6" fmla="*/ 941147 w 1920723"/>
              <a:gd name="connsiteY6" fmla="*/ 1581601 h 3406701"/>
              <a:gd name="connsiteX7" fmla="*/ 1134328 w 1920723"/>
              <a:gd name="connsiteY7" fmla="*/ 1476135 h 3406701"/>
              <a:gd name="connsiteX8" fmla="*/ 1636755 w 1920723"/>
              <a:gd name="connsiteY8" fmla="*/ 1319011 h 3406701"/>
              <a:gd name="connsiteX9" fmla="*/ 1920723 w 1920723"/>
              <a:gd name="connsiteY9" fmla="*/ 821104 h 3406701"/>
              <a:gd name="connsiteX10" fmla="*/ 1636861 w 1920723"/>
              <a:gd name="connsiteY10" fmla="*/ 549193 h 3406701"/>
              <a:gd name="connsiteX11" fmla="*/ 1396205 w 1920723"/>
              <a:gd name="connsiteY11" fmla="*/ 404085 h 3406701"/>
              <a:gd name="connsiteX12" fmla="*/ 1196563 w 1920723"/>
              <a:gd name="connsiteY12" fmla="*/ 253115 h 3406701"/>
              <a:gd name="connsiteX13" fmla="*/ 1091725 w 1920723"/>
              <a:gd name="connsiteY13" fmla="*/ 182830 h 3406701"/>
              <a:gd name="connsiteX14" fmla="*/ 1082837 w 1920723"/>
              <a:gd name="connsiteY14" fmla="*/ 0 h 3406701"/>
              <a:gd name="connsiteX0" fmla="*/ 0 w 1885449"/>
              <a:gd name="connsiteY0" fmla="*/ 3154846 h 3394713"/>
              <a:gd name="connsiteX1" fmla="*/ 207305 w 1885449"/>
              <a:gd name="connsiteY1" fmla="*/ 3391350 h 3394713"/>
              <a:gd name="connsiteX2" fmla="*/ 600288 w 1885449"/>
              <a:gd name="connsiteY2" fmla="*/ 2968636 h 3394713"/>
              <a:gd name="connsiteX3" fmla="*/ 598749 w 1885449"/>
              <a:gd name="connsiteY3" fmla="*/ 2475531 h 3394713"/>
              <a:gd name="connsiteX4" fmla="*/ 483891 w 1885449"/>
              <a:gd name="connsiteY4" fmla="*/ 2296457 h 3394713"/>
              <a:gd name="connsiteX5" fmla="*/ 680591 w 1885449"/>
              <a:gd name="connsiteY5" fmla="*/ 2062955 h 3394713"/>
              <a:gd name="connsiteX6" fmla="*/ 905873 w 1885449"/>
              <a:gd name="connsiteY6" fmla="*/ 1581601 h 3394713"/>
              <a:gd name="connsiteX7" fmla="*/ 1099054 w 1885449"/>
              <a:gd name="connsiteY7" fmla="*/ 1476135 h 3394713"/>
              <a:gd name="connsiteX8" fmla="*/ 1601481 w 1885449"/>
              <a:gd name="connsiteY8" fmla="*/ 1319011 h 3394713"/>
              <a:gd name="connsiteX9" fmla="*/ 1885449 w 1885449"/>
              <a:gd name="connsiteY9" fmla="*/ 821104 h 3394713"/>
              <a:gd name="connsiteX10" fmla="*/ 1601587 w 1885449"/>
              <a:gd name="connsiteY10" fmla="*/ 549193 h 3394713"/>
              <a:gd name="connsiteX11" fmla="*/ 1360931 w 1885449"/>
              <a:gd name="connsiteY11" fmla="*/ 404085 h 3394713"/>
              <a:gd name="connsiteX12" fmla="*/ 1161289 w 1885449"/>
              <a:gd name="connsiteY12" fmla="*/ 253115 h 3394713"/>
              <a:gd name="connsiteX13" fmla="*/ 1056451 w 1885449"/>
              <a:gd name="connsiteY13" fmla="*/ 182830 h 3394713"/>
              <a:gd name="connsiteX14" fmla="*/ 1047563 w 1885449"/>
              <a:gd name="connsiteY14" fmla="*/ 0 h 3394713"/>
              <a:gd name="connsiteX0" fmla="*/ 0 w 1885449"/>
              <a:gd name="connsiteY0" fmla="*/ 3154846 h 3245824"/>
              <a:gd name="connsiteX1" fmla="*/ 376005 w 1885449"/>
              <a:gd name="connsiteY1" fmla="*/ 3234555 h 3245824"/>
              <a:gd name="connsiteX2" fmla="*/ 600288 w 1885449"/>
              <a:gd name="connsiteY2" fmla="*/ 2968636 h 3245824"/>
              <a:gd name="connsiteX3" fmla="*/ 598749 w 1885449"/>
              <a:gd name="connsiteY3" fmla="*/ 2475531 h 3245824"/>
              <a:gd name="connsiteX4" fmla="*/ 483891 w 1885449"/>
              <a:gd name="connsiteY4" fmla="*/ 2296457 h 3245824"/>
              <a:gd name="connsiteX5" fmla="*/ 680591 w 1885449"/>
              <a:gd name="connsiteY5" fmla="*/ 2062955 h 3245824"/>
              <a:gd name="connsiteX6" fmla="*/ 905873 w 1885449"/>
              <a:gd name="connsiteY6" fmla="*/ 1581601 h 3245824"/>
              <a:gd name="connsiteX7" fmla="*/ 1099054 w 1885449"/>
              <a:gd name="connsiteY7" fmla="*/ 1476135 h 3245824"/>
              <a:gd name="connsiteX8" fmla="*/ 1601481 w 1885449"/>
              <a:gd name="connsiteY8" fmla="*/ 1319011 h 3245824"/>
              <a:gd name="connsiteX9" fmla="*/ 1885449 w 1885449"/>
              <a:gd name="connsiteY9" fmla="*/ 821104 h 3245824"/>
              <a:gd name="connsiteX10" fmla="*/ 1601587 w 1885449"/>
              <a:gd name="connsiteY10" fmla="*/ 549193 h 3245824"/>
              <a:gd name="connsiteX11" fmla="*/ 1360931 w 1885449"/>
              <a:gd name="connsiteY11" fmla="*/ 404085 h 3245824"/>
              <a:gd name="connsiteX12" fmla="*/ 1161289 w 1885449"/>
              <a:gd name="connsiteY12" fmla="*/ 253115 h 3245824"/>
              <a:gd name="connsiteX13" fmla="*/ 1056451 w 1885449"/>
              <a:gd name="connsiteY13" fmla="*/ 182830 h 3245824"/>
              <a:gd name="connsiteX14" fmla="*/ 1047563 w 1885449"/>
              <a:gd name="connsiteY14" fmla="*/ 0 h 3245824"/>
              <a:gd name="connsiteX0" fmla="*/ 0 w 1885449"/>
              <a:gd name="connsiteY0" fmla="*/ 3154846 h 3244694"/>
              <a:gd name="connsiteX1" fmla="*/ 376005 w 1885449"/>
              <a:gd name="connsiteY1" fmla="*/ 3234555 h 3244694"/>
              <a:gd name="connsiteX2" fmla="*/ 645731 w 1885449"/>
              <a:gd name="connsiteY2" fmla="*/ 2984838 h 3244694"/>
              <a:gd name="connsiteX3" fmla="*/ 598749 w 1885449"/>
              <a:gd name="connsiteY3" fmla="*/ 2475531 h 3244694"/>
              <a:gd name="connsiteX4" fmla="*/ 483891 w 1885449"/>
              <a:gd name="connsiteY4" fmla="*/ 2296457 h 3244694"/>
              <a:gd name="connsiteX5" fmla="*/ 680591 w 1885449"/>
              <a:gd name="connsiteY5" fmla="*/ 2062955 h 3244694"/>
              <a:gd name="connsiteX6" fmla="*/ 905873 w 1885449"/>
              <a:gd name="connsiteY6" fmla="*/ 1581601 h 3244694"/>
              <a:gd name="connsiteX7" fmla="*/ 1099054 w 1885449"/>
              <a:gd name="connsiteY7" fmla="*/ 1476135 h 3244694"/>
              <a:gd name="connsiteX8" fmla="*/ 1601481 w 1885449"/>
              <a:gd name="connsiteY8" fmla="*/ 1319011 h 3244694"/>
              <a:gd name="connsiteX9" fmla="*/ 1885449 w 1885449"/>
              <a:gd name="connsiteY9" fmla="*/ 821104 h 3244694"/>
              <a:gd name="connsiteX10" fmla="*/ 1601587 w 1885449"/>
              <a:gd name="connsiteY10" fmla="*/ 549193 h 3244694"/>
              <a:gd name="connsiteX11" fmla="*/ 1360931 w 1885449"/>
              <a:gd name="connsiteY11" fmla="*/ 404085 h 3244694"/>
              <a:gd name="connsiteX12" fmla="*/ 1161289 w 1885449"/>
              <a:gd name="connsiteY12" fmla="*/ 253115 h 3244694"/>
              <a:gd name="connsiteX13" fmla="*/ 1056451 w 1885449"/>
              <a:gd name="connsiteY13" fmla="*/ 182830 h 3244694"/>
              <a:gd name="connsiteX14" fmla="*/ 1047563 w 1885449"/>
              <a:gd name="connsiteY14" fmla="*/ 0 h 3244694"/>
              <a:gd name="connsiteX0" fmla="*/ 10087 w 1895536"/>
              <a:gd name="connsiteY0" fmla="*/ 3256701 h 3346549"/>
              <a:gd name="connsiteX1" fmla="*/ 386092 w 1895536"/>
              <a:gd name="connsiteY1" fmla="*/ 3336410 h 3346549"/>
              <a:gd name="connsiteX2" fmla="*/ 655818 w 1895536"/>
              <a:gd name="connsiteY2" fmla="*/ 3086693 h 3346549"/>
              <a:gd name="connsiteX3" fmla="*/ 608836 w 1895536"/>
              <a:gd name="connsiteY3" fmla="*/ 2577386 h 3346549"/>
              <a:gd name="connsiteX4" fmla="*/ 493978 w 1895536"/>
              <a:gd name="connsiteY4" fmla="*/ 2398312 h 3346549"/>
              <a:gd name="connsiteX5" fmla="*/ 690678 w 1895536"/>
              <a:gd name="connsiteY5" fmla="*/ 2164810 h 3346549"/>
              <a:gd name="connsiteX6" fmla="*/ 915960 w 1895536"/>
              <a:gd name="connsiteY6" fmla="*/ 1683456 h 3346549"/>
              <a:gd name="connsiteX7" fmla="*/ 1109141 w 1895536"/>
              <a:gd name="connsiteY7" fmla="*/ 1577990 h 3346549"/>
              <a:gd name="connsiteX8" fmla="*/ 1611568 w 1895536"/>
              <a:gd name="connsiteY8" fmla="*/ 1420866 h 3346549"/>
              <a:gd name="connsiteX9" fmla="*/ 1895536 w 1895536"/>
              <a:gd name="connsiteY9" fmla="*/ 922959 h 3346549"/>
              <a:gd name="connsiteX10" fmla="*/ 1611674 w 1895536"/>
              <a:gd name="connsiteY10" fmla="*/ 651048 h 3346549"/>
              <a:gd name="connsiteX11" fmla="*/ 1371018 w 1895536"/>
              <a:gd name="connsiteY11" fmla="*/ 505940 h 3346549"/>
              <a:gd name="connsiteX12" fmla="*/ 1171376 w 1895536"/>
              <a:gd name="connsiteY12" fmla="*/ 354970 h 3346549"/>
              <a:gd name="connsiteX13" fmla="*/ 1066538 w 1895536"/>
              <a:gd name="connsiteY13" fmla="*/ 284685 h 3346549"/>
              <a:gd name="connsiteX14" fmla="*/ 0 w 1895536"/>
              <a:gd name="connsiteY14" fmla="*/ 0 h 3346549"/>
              <a:gd name="connsiteX0" fmla="*/ 10087 w 1895536"/>
              <a:gd name="connsiteY0" fmla="*/ 3256701 h 3346549"/>
              <a:gd name="connsiteX1" fmla="*/ 386092 w 1895536"/>
              <a:gd name="connsiteY1" fmla="*/ 3336410 h 3346549"/>
              <a:gd name="connsiteX2" fmla="*/ 655818 w 1895536"/>
              <a:gd name="connsiteY2" fmla="*/ 3086693 h 3346549"/>
              <a:gd name="connsiteX3" fmla="*/ 608836 w 1895536"/>
              <a:gd name="connsiteY3" fmla="*/ 2577386 h 3346549"/>
              <a:gd name="connsiteX4" fmla="*/ 493978 w 1895536"/>
              <a:gd name="connsiteY4" fmla="*/ 2398312 h 3346549"/>
              <a:gd name="connsiteX5" fmla="*/ 690678 w 1895536"/>
              <a:gd name="connsiteY5" fmla="*/ 2164810 h 3346549"/>
              <a:gd name="connsiteX6" fmla="*/ 915960 w 1895536"/>
              <a:gd name="connsiteY6" fmla="*/ 1683456 h 3346549"/>
              <a:gd name="connsiteX7" fmla="*/ 1109141 w 1895536"/>
              <a:gd name="connsiteY7" fmla="*/ 1577990 h 3346549"/>
              <a:gd name="connsiteX8" fmla="*/ 1611568 w 1895536"/>
              <a:gd name="connsiteY8" fmla="*/ 1420866 h 3346549"/>
              <a:gd name="connsiteX9" fmla="*/ 1895536 w 1895536"/>
              <a:gd name="connsiteY9" fmla="*/ 922959 h 3346549"/>
              <a:gd name="connsiteX10" fmla="*/ 1611674 w 1895536"/>
              <a:gd name="connsiteY10" fmla="*/ 651048 h 3346549"/>
              <a:gd name="connsiteX11" fmla="*/ 1371018 w 1895536"/>
              <a:gd name="connsiteY11" fmla="*/ 505940 h 3346549"/>
              <a:gd name="connsiteX12" fmla="*/ 1171376 w 1895536"/>
              <a:gd name="connsiteY12" fmla="*/ 354970 h 3346549"/>
              <a:gd name="connsiteX13" fmla="*/ 1066538 w 1895536"/>
              <a:gd name="connsiteY13" fmla="*/ 284685 h 3346549"/>
              <a:gd name="connsiteX14" fmla="*/ 523837 w 1895536"/>
              <a:gd name="connsiteY14" fmla="*/ 272408 h 3346549"/>
              <a:gd name="connsiteX15" fmla="*/ 0 w 1895536"/>
              <a:gd name="connsiteY15" fmla="*/ 0 h 3346549"/>
              <a:gd name="connsiteX0" fmla="*/ 10087 w 1895536"/>
              <a:gd name="connsiteY0" fmla="*/ 3311317 h 3401165"/>
              <a:gd name="connsiteX1" fmla="*/ 386092 w 1895536"/>
              <a:gd name="connsiteY1" fmla="*/ 3391026 h 3401165"/>
              <a:gd name="connsiteX2" fmla="*/ 655818 w 1895536"/>
              <a:gd name="connsiteY2" fmla="*/ 3141309 h 3401165"/>
              <a:gd name="connsiteX3" fmla="*/ 608836 w 1895536"/>
              <a:gd name="connsiteY3" fmla="*/ 2632002 h 3401165"/>
              <a:gd name="connsiteX4" fmla="*/ 493978 w 1895536"/>
              <a:gd name="connsiteY4" fmla="*/ 2452928 h 3401165"/>
              <a:gd name="connsiteX5" fmla="*/ 690678 w 1895536"/>
              <a:gd name="connsiteY5" fmla="*/ 2219426 h 3401165"/>
              <a:gd name="connsiteX6" fmla="*/ 915960 w 1895536"/>
              <a:gd name="connsiteY6" fmla="*/ 1738072 h 3401165"/>
              <a:gd name="connsiteX7" fmla="*/ 1109141 w 1895536"/>
              <a:gd name="connsiteY7" fmla="*/ 1632606 h 3401165"/>
              <a:gd name="connsiteX8" fmla="*/ 1611568 w 1895536"/>
              <a:gd name="connsiteY8" fmla="*/ 1475482 h 3401165"/>
              <a:gd name="connsiteX9" fmla="*/ 1895536 w 1895536"/>
              <a:gd name="connsiteY9" fmla="*/ 977575 h 3401165"/>
              <a:gd name="connsiteX10" fmla="*/ 1611674 w 1895536"/>
              <a:gd name="connsiteY10" fmla="*/ 705664 h 3401165"/>
              <a:gd name="connsiteX11" fmla="*/ 1371018 w 1895536"/>
              <a:gd name="connsiteY11" fmla="*/ 560556 h 3401165"/>
              <a:gd name="connsiteX12" fmla="*/ 1171376 w 1895536"/>
              <a:gd name="connsiteY12" fmla="*/ 409586 h 3401165"/>
              <a:gd name="connsiteX13" fmla="*/ 1066538 w 1895536"/>
              <a:gd name="connsiteY13" fmla="*/ 339301 h 3401165"/>
              <a:gd name="connsiteX14" fmla="*/ 523837 w 1895536"/>
              <a:gd name="connsiteY14" fmla="*/ 327024 h 3401165"/>
              <a:gd name="connsiteX15" fmla="*/ 190375 w 1895536"/>
              <a:gd name="connsiteY15" fmla="*/ 11522 h 3401165"/>
              <a:gd name="connsiteX16" fmla="*/ 0 w 1895536"/>
              <a:gd name="connsiteY16" fmla="*/ 54616 h 3401165"/>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55389 w 2679907"/>
              <a:gd name="connsiteY11" fmla="*/ 946922 h 3787531"/>
              <a:gd name="connsiteX12" fmla="*/ 1955747 w 2679907"/>
              <a:gd name="connsiteY12" fmla="*/ 795952 h 3787531"/>
              <a:gd name="connsiteX13" fmla="*/ 1850909 w 2679907"/>
              <a:gd name="connsiteY13" fmla="*/ 725667 h 3787531"/>
              <a:gd name="connsiteX14" fmla="*/ 1308208 w 2679907"/>
              <a:gd name="connsiteY14" fmla="*/ 713390 h 3787531"/>
              <a:gd name="connsiteX15" fmla="*/ 974746 w 2679907"/>
              <a:gd name="connsiteY15" fmla="*/ 397888 h 3787531"/>
              <a:gd name="connsiteX16" fmla="*/ 0 w 2679907"/>
              <a:gd name="connsiteY16" fmla="*/ 0 h 3787531"/>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55389 w 2679907"/>
              <a:gd name="connsiteY11" fmla="*/ 946922 h 3787531"/>
              <a:gd name="connsiteX12" fmla="*/ 1955747 w 2679907"/>
              <a:gd name="connsiteY12" fmla="*/ 795952 h 3787531"/>
              <a:gd name="connsiteX13" fmla="*/ 1850909 w 2679907"/>
              <a:gd name="connsiteY13" fmla="*/ 725667 h 3787531"/>
              <a:gd name="connsiteX14" fmla="*/ 1308208 w 2679907"/>
              <a:gd name="connsiteY14" fmla="*/ 713390 h 3787531"/>
              <a:gd name="connsiteX15" fmla="*/ 974746 w 2679907"/>
              <a:gd name="connsiteY15" fmla="*/ 397888 h 3787531"/>
              <a:gd name="connsiteX16" fmla="*/ 0 w 2679907"/>
              <a:gd name="connsiteY16" fmla="*/ 0 h 3787531"/>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55389 w 2679907"/>
              <a:gd name="connsiteY11" fmla="*/ 946922 h 3787531"/>
              <a:gd name="connsiteX12" fmla="*/ 1955747 w 2679907"/>
              <a:gd name="connsiteY12" fmla="*/ 795952 h 3787531"/>
              <a:gd name="connsiteX13" fmla="*/ 1850909 w 2679907"/>
              <a:gd name="connsiteY13" fmla="*/ 725667 h 3787531"/>
              <a:gd name="connsiteX14" fmla="*/ 1252184 w 2679907"/>
              <a:gd name="connsiteY14" fmla="*/ 832016 h 3787531"/>
              <a:gd name="connsiteX15" fmla="*/ 974746 w 2679907"/>
              <a:gd name="connsiteY15" fmla="*/ 397888 h 3787531"/>
              <a:gd name="connsiteX16" fmla="*/ 0 w 2679907"/>
              <a:gd name="connsiteY16" fmla="*/ 0 h 3787531"/>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47712 w 2679907"/>
              <a:gd name="connsiteY11" fmla="*/ 968066 h 3787531"/>
              <a:gd name="connsiteX12" fmla="*/ 1955747 w 2679907"/>
              <a:gd name="connsiteY12" fmla="*/ 795952 h 3787531"/>
              <a:gd name="connsiteX13" fmla="*/ 1850909 w 2679907"/>
              <a:gd name="connsiteY13" fmla="*/ 725667 h 3787531"/>
              <a:gd name="connsiteX14" fmla="*/ 1252184 w 2679907"/>
              <a:gd name="connsiteY14" fmla="*/ 832016 h 3787531"/>
              <a:gd name="connsiteX15" fmla="*/ 974746 w 2679907"/>
              <a:gd name="connsiteY15" fmla="*/ 397888 h 3787531"/>
              <a:gd name="connsiteX16" fmla="*/ 0 w 2679907"/>
              <a:gd name="connsiteY16" fmla="*/ 0 h 3787531"/>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47712 w 2679907"/>
              <a:gd name="connsiteY11" fmla="*/ 968066 h 3787531"/>
              <a:gd name="connsiteX12" fmla="*/ 1955747 w 2679907"/>
              <a:gd name="connsiteY12" fmla="*/ 795952 h 3787531"/>
              <a:gd name="connsiteX13" fmla="*/ 1707318 w 2679907"/>
              <a:gd name="connsiteY13" fmla="*/ 912393 h 3787531"/>
              <a:gd name="connsiteX14" fmla="*/ 1252184 w 2679907"/>
              <a:gd name="connsiteY14" fmla="*/ 832016 h 3787531"/>
              <a:gd name="connsiteX15" fmla="*/ 974746 w 2679907"/>
              <a:gd name="connsiteY15" fmla="*/ 397888 h 3787531"/>
              <a:gd name="connsiteX16" fmla="*/ 0 w 2679907"/>
              <a:gd name="connsiteY16" fmla="*/ 0 h 3787531"/>
              <a:gd name="connsiteX0" fmla="*/ 794458 w 2679907"/>
              <a:gd name="connsiteY0" fmla="*/ 3697683 h 3787531"/>
              <a:gd name="connsiteX1" fmla="*/ 1170463 w 2679907"/>
              <a:gd name="connsiteY1" fmla="*/ 3777392 h 3787531"/>
              <a:gd name="connsiteX2" fmla="*/ 1440189 w 2679907"/>
              <a:gd name="connsiteY2" fmla="*/ 3527675 h 3787531"/>
              <a:gd name="connsiteX3" fmla="*/ 1393207 w 2679907"/>
              <a:gd name="connsiteY3" fmla="*/ 3018368 h 3787531"/>
              <a:gd name="connsiteX4" fmla="*/ 1278349 w 2679907"/>
              <a:gd name="connsiteY4" fmla="*/ 2839294 h 3787531"/>
              <a:gd name="connsiteX5" fmla="*/ 1475049 w 2679907"/>
              <a:gd name="connsiteY5" fmla="*/ 2605792 h 3787531"/>
              <a:gd name="connsiteX6" fmla="*/ 1700331 w 2679907"/>
              <a:gd name="connsiteY6" fmla="*/ 2124438 h 3787531"/>
              <a:gd name="connsiteX7" fmla="*/ 1893512 w 2679907"/>
              <a:gd name="connsiteY7" fmla="*/ 2018972 h 3787531"/>
              <a:gd name="connsiteX8" fmla="*/ 2395939 w 2679907"/>
              <a:gd name="connsiteY8" fmla="*/ 1861848 h 3787531"/>
              <a:gd name="connsiteX9" fmla="*/ 2679907 w 2679907"/>
              <a:gd name="connsiteY9" fmla="*/ 1363941 h 3787531"/>
              <a:gd name="connsiteX10" fmla="*/ 2396045 w 2679907"/>
              <a:gd name="connsiteY10" fmla="*/ 1092030 h 3787531"/>
              <a:gd name="connsiteX11" fmla="*/ 2147712 w 2679907"/>
              <a:gd name="connsiteY11" fmla="*/ 968066 h 3787531"/>
              <a:gd name="connsiteX12" fmla="*/ 1955747 w 2679907"/>
              <a:gd name="connsiteY12" fmla="*/ 795952 h 3787531"/>
              <a:gd name="connsiteX13" fmla="*/ 1707318 w 2679907"/>
              <a:gd name="connsiteY13" fmla="*/ 912393 h 3787531"/>
              <a:gd name="connsiteX14" fmla="*/ 1244507 w 2679907"/>
              <a:gd name="connsiteY14" fmla="*/ 902037 h 3787531"/>
              <a:gd name="connsiteX15" fmla="*/ 974746 w 2679907"/>
              <a:gd name="connsiteY15" fmla="*/ 397888 h 3787531"/>
              <a:gd name="connsiteX16" fmla="*/ 0 w 2679907"/>
              <a:gd name="connsiteY16" fmla="*/ 0 h 3787531"/>
              <a:gd name="connsiteX0" fmla="*/ 0 w 1885449"/>
              <a:gd name="connsiteY0" fmla="*/ 3299795 h 3389643"/>
              <a:gd name="connsiteX1" fmla="*/ 376005 w 1885449"/>
              <a:gd name="connsiteY1" fmla="*/ 3379504 h 3389643"/>
              <a:gd name="connsiteX2" fmla="*/ 645731 w 1885449"/>
              <a:gd name="connsiteY2" fmla="*/ 3129787 h 3389643"/>
              <a:gd name="connsiteX3" fmla="*/ 598749 w 1885449"/>
              <a:gd name="connsiteY3" fmla="*/ 2620480 h 3389643"/>
              <a:gd name="connsiteX4" fmla="*/ 483891 w 1885449"/>
              <a:gd name="connsiteY4" fmla="*/ 2441406 h 3389643"/>
              <a:gd name="connsiteX5" fmla="*/ 680591 w 1885449"/>
              <a:gd name="connsiteY5" fmla="*/ 2207904 h 3389643"/>
              <a:gd name="connsiteX6" fmla="*/ 905873 w 1885449"/>
              <a:gd name="connsiteY6" fmla="*/ 1726550 h 3389643"/>
              <a:gd name="connsiteX7" fmla="*/ 1099054 w 1885449"/>
              <a:gd name="connsiteY7" fmla="*/ 1621084 h 3389643"/>
              <a:gd name="connsiteX8" fmla="*/ 1601481 w 1885449"/>
              <a:gd name="connsiteY8" fmla="*/ 1463960 h 3389643"/>
              <a:gd name="connsiteX9" fmla="*/ 1885449 w 1885449"/>
              <a:gd name="connsiteY9" fmla="*/ 966053 h 3389643"/>
              <a:gd name="connsiteX10" fmla="*/ 1601587 w 1885449"/>
              <a:gd name="connsiteY10" fmla="*/ 694142 h 3389643"/>
              <a:gd name="connsiteX11" fmla="*/ 1353254 w 1885449"/>
              <a:gd name="connsiteY11" fmla="*/ 570178 h 3389643"/>
              <a:gd name="connsiteX12" fmla="*/ 1161289 w 1885449"/>
              <a:gd name="connsiteY12" fmla="*/ 398064 h 3389643"/>
              <a:gd name="connsiteX13" fmla="*/ 912860 w 1885449"/>
              <a:gd name="connsiteY13" fmla="*/ 514505 h 3389643"/>
              <a:gd name="connsiteX14" fmla="*/ 450049 w 1885449"/>
              <a:gd name="connsiteY14" fmla="*/ 504149 h 3389643"/>
              <a:gd name="connsiteX15" fmla="*/ 180288 w 1885449"/>
              <a:gd name="connsiteY15" fmla="*/ 0 h 3389643"/>
              <a:gd name="connsiteX0" fmla="*/ 0 w 1885449"/>
              <a:gd name="connsiteY0" fmla="*/ 2902115 h 2991963"/>
              <a:gd name="connsiteX1" fmla="*/ 376005 w 1885449"/>
              <a:gd name="connsiteY1" fmla="*/ 2981824 h 2991963"/>
              <a:gd name="connsiteX2" fmla="*/ 645731 w 1885449"/>
              <a:gd name="connsiteY2" fmla="*/ 2732107 h 2991963"/>
              <a:gd name="connsiteX3" fmla="*/ 598749 w 1885449"/>
              <a:gd name="connsiteY3" fmla="*/ 2222800 h 2991963"/>
              <a:gd name="connsiteX4" fmla="*/ 483891 w 1885449"/>
              <a:gd name="connsiteY4" fmla="*/ 2043726 h 2991963"/>
              <a:gd name="connsiteX5" fmla="*/ 680591 w 1885449"/>
              <a:gd name="connsiteY5" fmla="*/ 1810224 h 2991963"/>
              <a:gd name="connsiteX6" fmla="*/ 905873 w 1885449"/>
              <a:gd name="connsiteY6" fmla="*/ 1328870 h 2991963"/>
              <a:gd name="connsiteX7" fmla="*/ 1099054 w 1885449"/>
              <a:gd name="connsiteY7" fmla="*/ 1223404 h 2991963"/>
              <a:gd name="connsiteX8" fmla="*/ 1601481 w 1885449"/>
              <a:gd name="connsiteY8" fmla="*/ 1066280 h 2991963"/>
              <a:gd name="connsiteX9" fmla="*/ 1885449 w 1885449"/>
              <a:gd name="connsiteY9" fmla="*/ 568373 h 2991963"/>
              <a:gd name="connsiteX10" fmla="*/ 1601587 w 1885449"/>
              <a:gd name="connsiteY10" fmla="*/ 296462 h 2991963"/>
              <a:gd name="connsiteX11" fmla="*/ 1353254 w 1885449"/>
              <a:gd name="connsiteY11" fmla="*/ 172498 h 2991963"/>
              <a:gd name="connsiteX12" fmla="*/ 1161289 w 1885449"/>
              <a:gd name="connsiteY12" fmla="*/ 384 h 2991963"/>
              <a:gd name="connsiteX13" fmla="*/ 912860 w 1885449"/>
              <a:gd name="connsiteY13" fmla="*/ 116825 h 2991963"/>
              <a:gd name="connsiteX14" fmla="*/ 450049 w 1885449"/>
              <a:gd name="connsiteY14" fmla="*/ 106469 h 2991963"/>
              <a:gd name="connsiteX0" fmla="*/ 0 w 1885449"/>
              <a:gd name="connsiteY0" fmla="*/ 2902115 h 2991963"/>
              <a:gd name="connsiteX1" fmla="*/ 376005 w 1885449"/>
              <a:gd name="connsiteY1" fmla="*/ 2981824 h 2991963"/>
              <a:gd name="connsiteX2" fmla="*/ 645731 w 1885449"/>
              <a:gd name="connsiteY2" fmla="*/ 2732107 h 2991963"/>
              <a:gd name="connsiteX3" fmla="*/ 598749 w 1885449"/>
              <a:gd name="connsiteY3" fmla="*/ 2222800 h 2991963"/>
              <a:gd name="connsiteX4" fmla="*/ 483891 w 1885449"/>
              <a:gd name="connsiteY4" fmla="*/ 2043726 h 2991963"/>
              <a:gd name="connsiteX5" fmla="*/ 680591 w 1885449"/>
              <a:gd name="connsiteY5" fmla="*/ 1810224 h 2991963"/>
              <a:gd name="connsiteX6" fmla="*/ 905873 w 1885449"/>
              <a:gd name="connsiteY6" fmla="*/ 1328870 h 2991963"/>
              <a:gd name="connsiteX7" fmla="*/ 1099054 w 1885449"/>
              <a:gd name="connsiteY7" fmla="*/ 1223404 h 2991963"/>
              <a:gd name="connsiteX8" fmla="*/ 1601481 w 1885449"/>
              <a:gd name="connsiteY8" fmla="*/ 1066280 h 2991963"/>
              <a:gd name="connsiteX9" fmla="*/ 1885449 w 1885449"/>
              <a:gd name="connsiteY9" fmla="*/ 568373 h 2991963"/>
              <a:gd name="connsiteX10" fmla="*/ 1601587 w 1885449"/>
              <a:gd name="connsiteY10" fmla="*/ 296462 h 2991963"/>
              <a:gd name="connsiteX11" fmla="*/ 1353254 w 1885449"/>
              <a:gd name="connsiteY11" fmla="*/ 172498 h 2991963"/>
              <a:gd name="connsiteX12" fmla="*/ 1161289 w 1885449"/>
              <a:gd name="connsiteY12" fmla="*/ 384 h 2991963"/>
              <a:gd name="connsiteX13" fmla="*/ 912860 w 1885449"/>
              <a:gd name="connsiteY13" fmla="*/ 116825 h 2991963"/>
              <a:gd name="connsiteX0" fmla="*/ 0 w 1750655"/>
              <a:gd name="connsiteY0" fmla="*/ 2902115 h 2991963"/>
              <a:gd name="connsiteX1" fmla="*/ 376005 w 1750655"/>
              <a:gd name="connsiteY1" fmla="*/ 2981824 h 2991963"/>
              <a:gd name="connsiteX2" fmla="*/ 645731 w 1750655"/>
              <a:gd name="connsiteY2" fmla="*/ 2732107 h 2991963"/>
              <a:gd name="connsiteX3" fmla="*/ 598749 w 1750655"/>
              <a:gd name="connsiteY3" fmla="*/ 2222800 h 2991963"/>
              <a:gd name="connsiteX4" fmla="*/ 483891 w 1750655"/>
              <a:gd name="connsiteY4" fmla="*/ 2043726 h 2991963"/>
              <a:gd name="connsiteX5" fmla="*/ 680591 w 1750655"/>
              <a:gd name="connsiteY5" fmla="*/ 1810224 h 2991963"/>
              <a:gd name="connsiteX6" fmla="*/ 905873 w 1750655"/>
              <a:gd name="connsiteY6" fmla="*/ 1328870 h 2991963"/>
              <a:gd name="connsiteX7" fmla="*/ 1099054 w 1750655"/>
              <a:gd name="connsiteY7" fmla="*/ 1223404 h 2991963"/>
              <a:gd name="connsiteX8" fmla="*/ 1601481 w 1750655"/>
              <a:gd name="connsiteY8" fmla="*/ 1066280 h 2991963"/>
              <a:gd name="connsiteX9" fmla="*/ 1750655 w 1750655"/>
              <a:gd name="connsiteY9" fmla="*/ 599188 h 2991963"/>
              <a:gd name="connsiteX10" fmla="*/ 1601587 w 1750655"/>
              <a:gd name="connsiteY10" fmla="*/ 296462 h 2991963"/>
              <a:gd name="connsiteX11" fmla="*/ 1353254 w 1750655"/>
              <a:gd name="connsiteY11" fmla="*/ 172498 h 2991963"/>
              <a:gd name="connsiteX12" fmla="*/ 1161289 w 1750655"/>
              <a:gd name="connsiteY12" fmla="*/ 384 h 2991963"/>
              <a:gd name="connsiteX13" fmla="*/ 912860 w 1750655"/>
              <a:gd name="connsiteY13" fmla="*/ 116825 h 2991963"/>
              <a:gd name="connsiteX0" fmla="*/ 0 w 1750655"/>
              <a:gd name="connsiteY0" fmla="*/ 2903299 h 2993147"/>
              <a:gd name="connsiteX1" fmla="*/ 376005 w 1750655"/>
              <a:gd name="connsiteY1" fmla="*/ 2983008 h 2993147"/>
              <a:gd name="connsiteX2" fmla="*/ 645731 w 1750655"/>
              <a:gd name="connsiteY2" fmla="*/ 2733291 h 2993147"/>
              <a:gd name="connsiteX3" fmla="*/ 598749 w 1750655"/>
              <a:gd name="connsiteY3" fmla="*/ 2223984 h 2993147"/>
              <a:gd name="connsiteX4" fmla="*/ 483891 w 1750655"/>
              <a:gd name="connsiteY4" fmla="*/ 2044910 h 2993147"/>
              <a:gd name="connsiteX5" fmla="*/ 680591 w 1750655"/>
              <a:gd name="connsiteY5" fmla="*/ 1811408 h 2993147"/>
              <a:gd name="connsiteX6" fmla="*/ 905873 w 1750655"/>
              <a:gd name="connsiteY6" fmla="*/ 1330054 h 2993147"/>
              <a:gd name="connsiteX7" fmla="*/ 1099054 w 1750655"/>
              <a:gd name="connsiteY7" fmla="*/ 1224588 h 2993147"/>
              <a:gd name="connsiteX8" fmla="*/ 1601481 w 1750655"/>
              <a:gd name="connsiteY8" fmla="*/ 1067464 h 2993147"/>
              <a:gd name="connsiteX9" fmla="*/ 1750655 w 1750655"/>
              <a:gd name="connsiteY9" fmla="*/ 600372 h 2993147"/>
              <a:gd name="connsiteX10" fmla="*/ 1601587 w 1750655"/>
              <a:gd name="connsiteY10" fmla="*/ 297646 h 2993147"/>
              <a:gd name="connsiteX11" fmla="*/ 1353254 w 1750655"/>
              <a:gd name="connsiteY11" fmla="*/ 173682 h 2993147"/>
              <a:gd name="connsiteX12" fmla="*/ 1161289 w 1750655"/>
              <a:gd name="connsiteY12" fmla="*/ 1568 h 2993147"/>
              <a:gd name="connsiteX13" fmla="*/ 222733 w 1750655"/>
              <a:gd name="connsiteY13" fmla="*/ 72684 h 2993147"/>
              <a:gd name="connsiteX0" fmla="*/ 0 w 1750655"/>
              <a:gd name="connsiteY0" fmla="*/ 2901732 h 2991580"/>
              <a:gd name="connsiteX1" fmla="*/ 376005 w 1750655"/>
              <a:gd name="connsiteY1" fmla="*/ 2981441 h 2991580"/>
              <a:gd name="connsiteX2" fmla="*/ 645731 w 1750655"/>
              <a:gd name="connsiteY2" fmla="*/ 2731724 h 2991580"/>
              <a:gd name="connsiteX3" fmla="*/ 598749 w 1750655"/>
              <a:gd name="connsiteY3" fmla="*/ 2222417 h 2991580"/>
              <a:gd name="connsiteX4" fmla="*/ 483891 w 1750655"/>
              <a:gd name="connsiteY4" fmla="*/ 2043343 h 2991580"/>
              <a:gd name="connsiteX5" fmla="*/ 680591 w 1750655"/>
              <a:gd name="connsiteY5" fmla="*/ 1809841 h 2991580"/>
              <a:gd name="connsiteX6" fmla="*/ 905873 w 1750655"/>
              <a:gd name="connsiteY6" fmla="*/ 1328487 h 2991580"/>
              <a:gd name="connsiteX7" fmla="*/ 1099054 w 1750655"/>
              <a:gd name="connsiteY7" fmla="*/ 1223021 h 2991580"/>
              <a:gd name="connsiteX8" fmla="*/ 1601481 w 1750655"/>
              <a:gd name="connsiteY8" fmla="*/ 1065897 h 2991580"/>
              <a:gd name="connsiteX9" fmla="*/ 1750655 w 1750655"/>
              <a:gd name="connsiteY9" fmla="*/ 598805 h 2991580"/>
              <a:gd name="connsiteX10" fmla="*/ 1601587 w 1750655"/>
              <a:gd name="connsiteY10" fmla="*/ 296079 h 2991580"/>
              <a:gd name="connsiteX11" fmla="*/ 1353254 w 1750655"/>
              <a:gd name="connsiteY11" fmla="*/ 172115 h 2991580"/>
              <a:gd name="connsiteX12" fmla="*/ 1161289 w 1750655"/>
              <a:gd name="connsiteY12" fmla="*/ 1 h 2991580"/>
              <a:gd name="connsiteX13" fmla="*/ 595379 w 1750655"/>
              <a:gd name="connsiteY13" fmla="*/ 174077 h 2991580"/>
              <a:gd name="connsiteX14" fmla="*/ 222733 w 1750655"/>
              <a:gd name="connsiteY14" fmla="*/ 71117 h 2991580"/>
              <a:gd name="connsiteX0" fmla="*/ 0 w 1750655"/>
              <a:gd name="connsiteY0" fmla="*/ 2901732 h 2991580"/>
              <a:gd name="connsiteX1" fmla="*/ 376005 w 1750655"/>
              <a:gd name="connsiteY1" fmla="*/ 2981441 h 2991580"/>
              <a:gd name="connsiteX2" fmla="*/ 645731 w 1750655"/>
              <a:gd name="connsiteY2" fmla="*/ 2731724 h 2991580"/>
              <a:gd name="connsiteX3" fmla="*/ 598749 w 1750655"/>
              <a:gd name="connsiteY3" fmla="*/ 2222417 h 2991580"/>
              <a:gd name="connsiteX4" fmla="*/ 483891 w 1750655"/>
              <a:gd name="connsiteY4" fmla="*/ 2043343 h 2991580"/>
              <a:gd name="connsiteX5" fmla="*/ 680591 w 1750655"/>
              <a:gd name="connsiteY5" fmla="*/ 1809841 h 2991580"/>
              <a:gd name="connsiteX6" fmla="*/ 905873 w 1750655"/>
              <a:gd name="connsiteY6" fmla="*/ 1328487 h 2991580"/>
              <a:gd name="connsiteX7" fmla="*/ 1099054 w 1750655"/>
              <a:gd name="connsiteY7" fmla="*/ 1223021 h 2991580"/>
              <a:gd name="connsiteX8" fmla="*/ 1601481 w 1750655"/>
              <a:gd name="connsiteY8" fmla="*/ 1065897 h 2991580"/>
              <a:gd name="connsiteX9" fmla="*/ 1750655 w 1750655"/>
              <a:gd name="connsiteY9" fmla="*/ 598805 h 2991580"/>
              <a:gd name="connsiteX10" fmla="*/ 1601587 w 1750655"/>
              <a:gd name="connsiteY10" fmla="*/ 296079 h 2991580"/>
              <a:gd name="connsiteX11" fmla="*/ 1353254 w 1750655"/>
              <a:gd name="connsiteY11" fmla="*/ 172115 h 2991580"/>
              <a:gd name="connsiteX12" fmla="*/ 1161289 w 1750655"/>
              <a:gd name="connsiteY12" fmla="*/ 1 h 2991580"/>
              <a:gd name="connsiteX13" fmla="*/ 595379 w 1750655"/>
              <a:gd name="connsiteY13" fmla="*/ 174077 h 2991580"/>
              <a:gd name="connsiteX14" fmla="*/ 116303 w 1750655"/>
              <a:gd name="connsiteY14" fmla="*/ 151451 h 2991580"/>
              <a:gd name="connsiteX0" fmla="*/ 0 w 1750655"/>
              <a:gd name="connsiteY0" fmla="*/ 2901732 h 2991580"/>
              <a:gd name="connsiteX1" fmla="*/ 376005 w 1750655"/>
              <a:gd name="connsiteY1" fmla="*/ 2981441 h 2991580"/>
              <a:gd name="connsiteX2" fmla="*/ 645731 w 1750655"/>
              <a:gd name="connsiteY2" fmla="*/ 2731724 h 2991580"/>
              <a:gd name="connsiteX3" fmla="*/ 598749 w 1750655"/>
              <a:gd name="connsiteY3" fmla="*/ 2222417 h 2991580"/>
              <a:gd name="connsiteX4" fmla="*/ 483891 w 1750655"/>
              <a:gd name="connsiteY4" fmla="*/ 2043343 h 2991580"/>
              <a:gd name="connsiteX5" fmla="*/ 680591 w 1750655"/>
              <a:gd name="connsiteY5" fmla="*/ 1809841 h 2991580"/>
              <a:gd name="connsiteX6" fmla="*/ 905873 w 1750655"/>
              <a:gd name="connsiteY6" fmla="*/ 1328487 h 2991580"/>
              <a:gd name="connsiteX7" fmla="*/ 1099054 w 1750655"/>
              <a:gd name="connsiteY7" fmla="*/ 1223021 h 2991580"/>
              <a:gd name="connsiteX8" fmla="*/ 1601481 w 1750655"/>
              <a:gd name="connsiteY8" fmla="*/ 1065897 h 2991580"/>
              <a:gd name="connsiteX9" fmla="*/ 1750655 w 1750655"/>
              <a:gd name="connsiteY9" fmla="*/ 598805 h 2991580"/>
              <a:gd name="connsiteX10" fmla="*/ 1601587 w 1750655"/>
              <a:gd name="connsiteY10" fmla="*/ 296079 h 2991580"/>
              <a:gd name="connsiteX11" fmla="*/ 1353254 w 1750655"/>
              <a:gd name="connsiteY11" fmla="*/ 172115 h 2991580"/>
              <a:gd name="connsiteX12" fmla="*/ 1161289 w 1750655"/>
              <a:gd name="connsiteY12" fmla="*/ 1 h 2991580"/>
              <a:gd name="connsiteX13" fmla="*/ 595379 w 1750655"/>
              <a:gd name="connsiteY13" fmla="*/ 174077 h 2991580"/>
              <a:gd name="connsiteX14" fmla="*/ 203218 w 1750655"/>
              <a:gd name="connsiteY14" fmla="*/ 274406 h 2991580"/>
              <a:gd name="connsiteX15" fmla="*/ 116303 w 1750655"/>
              <a:gd name="connsiteY15" fmla="*/ 151451 h 2991580"/>
              <a:gd name="connsiteX0" fmla="*/ 1122692 w 2873347"/>
              <a:gd name="connsiteY0" fmla="*/ 3604319 h 3694167"/>
              <a:gd name="connsiteX1" fmla="*/ 1498697 w 2873347"/>
              <a:gd name="connsiteY1" fmla="*/ 3684028 h 3694167"/>
              <a:gd name="connsiteX2" fmla="*/ 1768423 w 2873347"/>
              <a:gd name="connsiteY2" fmla="*/ 3434311 h 3694167"/>
              <a:gd name="connsiteX3" fmla="*/ 1721441 w 2873347"/>
              <a:gd name="connsiteY3" fmla="*/ 2925004 h 3694167"/>
              <a:gd name="connsiteX4" fmla="*/ 1606583 w 2873347"/>
              <a:gd name="connsiteY4" fmla="*/ 2745930 h 3694167"/>
              <a:gd name="connsiteX5" fmla="*/ 1803283 w 2873347"/>
              <a:gd name="connsiteY5" fmla="*/ 2512428 h 3694167"/>
              <a:gd name="connsiteX6" fmla="*/ 2028565 w 2873347"/>
              <a:gd name="connsiteY6" fmla="*/ 2031074 h 3694167"/>
              <a:gd name="connsiteX7" fmla="*/ 2221746 w 2873347"/>
              <a:gd name="connsiteY7" fmla="*/ 1925608 h 3694167"/>
              <a:gd name="connsiteX8" fmla="*/ 2724173 w 2873347"/>
              <a:gd name="connsiteY8" fmla="*/ 1768484 h 3694167"/>
              <a:gd name="connsiteX9" fmla="*/ 2873347 w 2873347"/>
              <a:gd name="connsiteY9" fmla="*/ 1301392 h 3694167"/>
              <a:gd name="connsiteX10" fmla="*/ 2724279 w 2873347"/>
              <a:gd name="connsiteY10" fmla="*/ 998666 h 3694167"/>
              <a:gd name="connsiteX11" fmla="*/ 2475946 w 2873347"/>
              <a:gd name="connsiteY11" fmla="*/ 874702 h 3694167"/>
              <a:gd name="connsiteX12" fmla="*/ 2283981 w 2873347"/>
              <a:gd name="connsiteY12" fmla="*/ 702588 h 3694167"/>
              <a:gd name="connsiteX13" fmla="*/ 1718071 w 2873347"/>
              <a:gd name="connsiteY13" fmla="*/ 876664 h 3694167"/>
              <a:gd name="connsiteX14" fmla="*/ 1325910 w 2873347"/>
              <a:gd name="connsiteY14" fmla="*/ 976993 h 3694167"/>
              <a:gd name="connsiteX15" fmla="*/ 0 w 2873347"/>
              <a:gd name="connsiteY15" fmla="*/ 0 h 3694167"/>
              <a:gd name="connsiteX0" fmla="*/ 1122692 w 2873347"/>
              <a:gd name="connsiteY0" fmla="*/ 3604319 h 3694167"/>
              <a:gd name="connsiteX1" fmla="*/ 1498697 w 2873347"/>
              <a:gd name="connsiteY1" fmla="*/ 3684028 h 3694167"/>
              <a:gd name="connsiteX2" fmla="*/ 1768423 w 2873347"/>
              <a:gd name="connsiteY2" fmla="*/ 3434311 h 3694167"/>
              <a:gd name="connsiteX3" fmla="*/ 1721441 w 2873347"/>
              <a:gd name="connsiteY3" fmla="*/ 2925004 h 3694167"/>
              <a:gd name="connsiteX4" fmla="*/ 1606583 w 2873347"/>
              <a:gd name="connsiteY4" fmla="*/ 2745930 h 3694167"/>
              <a:gd name="connsiteX5" fmla="*/ 1803283 w 2873347"/>
              <a:gd name="connsiteY5" fmla="*/ 2512428 h 3694167"/>
              <a:gd name="connsiteX6" fmla="*/ 2028565 w 2873347"/>
              <a:gd name="connsiteY6" fmla="*/ 2031074 h 3694167"/>
              <a:gd name="connsiteX7" fmla="*/ 2221746 w 2873347"/>
              <a:gd name="connsiteY7" fmla="*/ 1925608 h 3694167"/>
              <a:gd name="connsiteX8" fmla="*/ 2724173 w 2873347"/>
              <a:gd name="connsiteY8" fmla="*/ 1768484 h 3694167"/>
              <a:gd name="connsiteX9" fmla="*/ 2873347 w 2873347"/>
              <a:gd name="connsiteY9" fmla="*/ 1301392 h 3694167"/>
              <a:gd name="connsiteX10" fmla="*/ 2724279 w 2873347"/>
              <a:gd name="connsiteY10" fmla="*/ 998666 h 3694167"/>
              <a:gd name="connsiteX11" fmla="*/ 2475946 w 2873347"/>
              <a:gd name="connsiteY11" fmla="*/ 874702 h 3694167"/>
              <a:gd name="connsiteX12" fmla="*/ 2283981 w 2873347"/>
              <a:gd name="connsiteY12" fmla="*/ 702588 h 3694167"/>
              <a:gd name="connsiteX13" fmla="*/ 1718071 w 2873347"/>
              <a:gd name="connsiteY13" fmla="*/ 876664 h 3694167"/>
              <a:gd name="connsiteX14" fmla="*/ 1325910 w 2873347"/>
              <a:gd name="connsiteY14" fmla="*/ 976993 h 3694167"/>
              <a:gd name="connsiteX15" fmla="*/ 179775 w 2873347"/>
              <a:gd name="connsiteY15" fmla="*/ 330969 h 3694167"/>
              <a:gd name="connsiteX16" fmla="*/ 0 w 2873347"/>
              <a:gd name="connsiteY16" fmla="*/ 0 h 3694167"/>
              <a:gd name="connsiteX0" fmla="*/ 1508820 w 3259475"/>
              <a:gd name="connsiteY0" fmla="*/ 3364075 h 3453923"/>
              <a:gd name="connsiteX1" fmla="*/ 1884825 w 3259475"/>
              <a:gd name="connsiteY1" fmla="*/ 3443784 h 3453923"/>
              <a:gd name="connsiteX2" fmla="*/ 2154551 w 3259475"/>
              <a:gd name="connsiteY2" fmla="*/ 3194067 h 3453923"/>
              <a:gd name="connsiteX3" fmla="*/ 2107569 w 3259475"/>
              <a:gd name="connsiteY3" fmla="*/ 2684760 h 3453923"/>
              <a:gd name="connsiteX4" fmla="*/ 1992711 w 3259475"/>
              <a:gd name="connsiteY4" fmla="*/ 2505686 h 3453923"/>
              <a:gd name="connsiteX5" fmla="*/ 2189411 w 3259475"/>
              <a:gd name="connsiteY5" fmla="*/ 2272184 h 3453923"/>
              <a:gd name="connsiteX6" fmla="*/ 2414693 w 3259475"/>
              <a:gd name="connsiteY6" fmla="*/ 1790830 h 3453923"/>
              <a:gd name="connsiteX7" fmla="*/ 2607874 w 3259475"/>
              <a:gd name="connsiteY7" fmla="*/ 1685364 h 3453923"/>
              <a:gd name="connsiteX8" fmla="*/ 3110301 w 3259475"/>
              <a:gd name="connsiteY8" fmla="*/ 1528240 h 3453923"/>
              <a:gd name="connsiteX9" fmla="*/ 3259475 w 3259475"/>
              <a:gd name="connsiteY9" fmla="*/ 1061148 h 3453923"/>
              <a:gd name="connsiteX10" fmla="*/ 3110407 w 3259475"/>
              <a:gd name="connsiteY10" fmla="*/ 758422 h 3453923"/>
              <a:gd name="connsiteX11" fmla="*/ 2862074 w 3259475"/>
              <a:gd name="connsiteY11" fmla="*/ 634458 h 3453923"/>
              <a:gd name="connsiteX12" fmla="*/ 2670109 w 3259475"/>
              <a:gd name="connsiteY12" fmla="*/ 462344 h 3453923"/>
              <a:gd name="connsiteX13" fmla="*/ 2104199 w 3259475"/>
              <a:gd name="connsiteY13" fmla="*/ 636420 h 3453923"/>
              <a:gd name="connsiteX14" fmla="*/ 1712038 w 3259475"/>
              <a:gd name="connsiteY14" fmla="*/ 736749 h 3453923"/>
              <a:gd name="connsiteX15" fmla="*/ 565903 w 3259475"/>
              <a:gd name="connsiteY15" fmla="*/ 90725 h 3453923"/>
              <a:gd name="connsiteX16" fmla="*/ 0 w 3259475"/>
              <a:gd name="connsiteY16" fmla="*/ 9718 h 3453923"/>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712038 w 3259475"/>
              <a:gd name="connsiteY14" fmla="*/ 727031 h 3444205"/>
              <a:gd name="connsiteX15" fmla="*/ 565903 w 3259475"/>
              <a:gd name="connsiteY15" fmla="*/ 81007 h 3444205"/>
              <a:gd name="connsiteX16" fmla="*/ 0 w 3259475"/>
              <a:gd name="connsiteY16" fmla="*/ 0 h 3444205"/>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610249 w 3259475"/>
              <a:gd name="connsiteY14" fmla="*/ 622169 h 3444205"/>
              <a:gd name="connsiteX15" fmla="*/ 565903 w 3259475"/>
              <a:gd name="connsiteY15" fmla="*/ 81007 h 3444205"/>
              <a:gd name="connsiteX16" fmla="*/ 0 w 3259475"/>
              <a:gd name="connsiteY16" fmla="*/ 0 h 3444205"/>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610249 w 3259475"/>
              <a:gd name="connsiteY14" fmla="*/ 622169 h 3444205"/>
              <a:gd name="connsiteX15" fmla="*/ 1192988 w 3259475"/>
              <a:gd name="connsiteY15" fmla="*/ 310716 h 3444205"/>
              <a:gd name="connsiteX16" fmla="*/ 565903 w 3259475"/>
              <a:gd name="connsiteY16" fmla="*/ 81007 h 3444205"/>
              <a:gd name="connsiteX17" fmla="*/ 0 w 3259475"/>
              <a:gd name="connsiteY17" fmla="*/ 0 h 3444205"/>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610249 w 3259475"/>
              <a:gd name="connsiteY14" fmla="*/ 622169 h 3444205"/>
              <a:gd name="connsiteX15" fmla="*/ 1192988 w 3259475"/>
              <a:gd name="connsiteY15" fmla="*/ 310716 h 3444205"/>
              <a:gd name="connsiteX16" fmla="*/ 565903 w 3259475"/>
              <a:gd name="connsiteY16" fmla="*/ 81007 h 3444205"/>
              <a:gd name="connsiteX17" fmla="*/ 0 w 3259475"/>
              <a:gd name="connsiteY17" fmla="*/ 0 h 3444205"/>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610249 w 3259475"/>
              <a:gd name="connsiteY14" fmla="*/ 622169 h 3444205"/>
              <a:gd name="connsiteX15" fmla="*/ 1192988 w 3259475"/>
              <a:gd name="connsiteY15" fmla="*/ 310716 h 3444205"/>
              <a:gd name="connsiteX16" fmla="*/ 565903 w 3259475"/>
              <a:gd name="connsiteY16" fmla="*/ 81007 h 3444205"/>
              <a:gd name="connsiteX17" fmla="*/ 0 w 3259475"/>
              <a:gd name="connsiteY17" fmla="*/ 0 h 3444205"/>
              <a:gd name="connsiteX0" fmla="*/ 1508820 w 3259475"/>
              <a:gd name="connsiteY0" fmla="*/ 3354357 h 3444205"/>
              <a:gd name="connsiteX1" fmla="*/ 1884825 w 3259475"/>
              <a:gd name="connsiteY1" fmla="*/ 3434066 h 3444205"/>
              <a:gd name="connsiteX2" fmla="*/ 2154551 w 3259475"/>
              <a:gd name="connsiteY2" fmla="*/ 3184349 h 3444205"/>
              <a:gd name="connsiteX3" fmla="*/ 2107569 w 3259475"/>
              <a:gd name="connsiteY3" fmla="*/ 2675042 h 3444205"/>
              <a:gd name="connsiteX4" fmla="*/ 1992711 w 3259475"/>
              <a:gd name="connsiteY4" fmla="*/ 2495968 h 3444205"/>
              <a:gd name="connsiteX5" fmla="*/ 2189411 w 3259475"/>
              <a:gd name="connsiteY5" fmla="*/ 2262466 h 3444205"/>
              <a:gd name="connsiteX6" fmla="*/ 2414693 w 3259475"/>
              <a:gd name="connsiteY6" fmla="*/ 1781112 h 3444205"/>
              <a:gd name="connsiteX7" fmla="*/ 2607874 w 3259475"/>
              <a:gd name="connsiteY7" fmla="*/ 1675646 h 3444205"/>
              <a:gd name="connsiteX8" fmla="*/ 3110301 w 3259475"/>
              <a:gd name="connsiteY8" fmla="*/ 1518522 h 3444205"/>
              <a:gd name="connsiteX9" fmla="*/ 3259475 w 3259475"/>
              <a:gd name="connsiteY9" fmla="*/ 1051430 h 3444205"/>
              <a:gd name="connsiteX10" fmla="*/ 3110407 w 3259475"/>
              <a:gd name="connsiteY10" fmla="*/ 748704 h 3444205"/>
              <a:gd name="connsiteX11" fmla="*/ 2862074 w 3259475"/>
              <a:gd name="connsiteY11" fmla="*/ 624740 h 3444205"/>
              <a:gd name="connsiteX12" fmla="*/ 2670109 w 3259475"/>
              <a:gd name="connsiteY12" fmla="*/ 452626 h 3444205"/>
              <a:gd name="connsiteX13" fmla="*/ 2104199 w 3259475"/>
              <a:gd name="connsiteY13" fmla="*/ 626702 h 3444205"/>
              <a:gd name="connsiteX14" fmla="*/ 1610249 w 3259475"/>
              <a:gd name="connsiteY14" fmla="*/ 622169 h 3444205"/>
              <a:gd name="connsiteX15" fmla="*/ 1192988 w 3259475"/>
              <a:gd name="connsiteY15" fmla="*/ 310716 h 3444205"/>
              <a:gd name="connsiteX16" fmla="*/ 663040 w 3259475"/>
              <a:gd name="connsiteY16" fmla="*/ 213299 h 3444205"/>
              <a:gd name="connsiteX17" fmla="*/ 0 w 3259475"/>
              <a:gd name="connsiteY17" fmla="*/ 0 h 344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59475" h="3444205">
                <a:moveTo>
                  <a:pt x="1508820" y="3354357"/>
                </a:moveTo>
                <a:cubicBezTo>
                  <a:pt x="1563411" y="3429935"/>
                  <a:pt x="1777203" y="3462401"/>
                  <a:pt x="1884825" y="3434066"/>
                </a:cubicBezTo>
                <a:cubicBezTo>
                  <a:pt x="1992447" y="3405731"/>
                  <a:pt x="2117427" y="3310853"/>
                  <a:pt x="2154551" y="3184349"/>
                </a:cubicBezTo>
                <a:cubicBezTo>
                  <a:pt x="2191675" y="3057845"/>
                  <a:pt x="2134542" y="2789772"/>
                  <a:pt x="2107569" y="2675042"/>
                </a:cubicBezTo>
                <a:cubicBezTo>
                  <a:pt x="2080596" y="2560312"/>
                  <a:pt x="1979071" y="2564731"/>
                  <a:pt x="1992711" y="2495968"/>
                </a:cubicBezTo>
                <a:cubicBezTo>
                  <a:pt x="1810260" y="2378057"/>
                  <a:pt x="2119081" y="2381609"/>
                  <a:pt x="2189411" y="2262466"/>
                </a:cubicBezTo>
                <a:cubicBezTo>
                  <a:pt x="2259741" y="2143323"/>
                  <a:pt x="2344949" y="1878915"/>
                  <a:pt x="2414693" y="1781112"/>
                </a:cubicBezTo>
                <a:cubicBezTo>
                  <a:pt x="2484437" y="1683309"/>
                  <a:pt x="2491939" y="1719411"/>
                  <a:pt x="2607874" y="1675646"/>
                </a:cubicBezTo>
                <a:cubicBezTo>
                  <a:pt x="2723809" y="1631881"/>
                  <a:pt x="3001701" y="1622558"/>
                  <a:pt x="3110301" y="1518522"/>
                </a:cubicBezTo>
                <a:cubicBezTo>
                  <a:pt x="3218901" y="1414486"/>
                  <a:pt x="3259457" y="1179733"/>
                  <a:pt x="3259475" y="1051430"/>
                </a:cubicBezTo>
                <a:cubicBezTo>
                  <a:pt x="3259493" y="923127"/>
                  <a:pt x="3176640" y="819819"/>
                  <a:pt x="3110407" y="748704"/>
                </a:cubicBezTo>
                <a:cubicBezTo>
                  <a:pt x="3044174" y="677589"/>
                  <a:pt x="2935457" y="674086"/>
                  <a:pt x="2862074" y="624740"/>
                </a:cubicBezTo>
                <a:cubicBezTo>
                  <a:pt x="2788691" y="575394"/>
                  <a:pt x="2796421" y="452299"/>
                  <a:pt x="2670109" y="452626"/>
                </a:cubicBezTo>
                <a:cubicBezTo>
                  <a:pt x="2543797" y="452953"/>
                  <a:pt x="2254890" y="598531"/>
                  <a:pt x="2104199" y="626702"/>
                </a:cubicBezTo>
                <a:cubicBezTo>
                  <a:pt x="1953508" y="654873"/>
                  <a:pt x="1777032" y="663361"/>
                  <a:pt x="1610249" y="622169"/>
                </a:cubicBezTo>
                <a:cubicBezTo>
                  <a:pt x="1443466" y="580977"/>
                  <a:pt x="1367046" y="400910"/>
                  <a:pt x="1192988" y="310716"/>
                </a:cubicBezTo>
                <a:cubicBezTo>
                  <a:pt x="1018930" y="220522"/>
                  <a:pt x="882697" y="179478"/>
                  <a:pt x="663040" y="213299"/>
                </a:cubicBezTo>
                <a:cubicBezTo>
                  <a:pt x="497984" y="202641"/>
                  <a:pt x="252906" y="174202"/>
                  <a:pt x="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24B3CD05-BF4F-32EF-C5F4-3A7E12C5F9FB}"/>
              </a:ext>
            </a:extLst>
          </p:cNvPr>
          <p:cNvSpPr/>
          <p:nvPr/>
        </p:nvSpPr>
        <p:spPr>
          <a:xfrm rot="7029322">
            <a:off x="7948254" y="-1254104"/>
            <a:ext cx="2289645" cy="3114996"/>
          </a:xfrm>
          <a:custGeom>
            <a:avLst/>
            <a:gdLst>
              <a:gd name="connsiteX0" fmla="*/ 11144 w 743796"/>
              <a:gd name="connsiteY0" fmla="*/ 0 h 2867501"/>
              <a:gd name="connsiteX1" fmla="*/ 353663 w 743796"/>
              <a:gd name="connsiteY1" fmla="*/ 55245 h 2867501"/>
              <a:gd name="connsiteX2" fmla="*/ 571405 w 743796"/>
              <a:gd name="connsiteY2" fmla="*/ 179737 h 2867501"/>
              <a:gd name="connsiteX3" fmla="*/ 688658 w 743796"/>
              <a:gd name="connsiteY3" fmla="*/ 368808 h 2867501"/>
              <a:gd name="connsiteX4" fmla="*/ 731711 w 743796"/>
              <a:gd name="connsiteY4" fmla="*/ 612934 h 2867501"/>
              <a:gd name="connsiteX5" fmla="*/ 725233 w 743796"/>
              <a:gd name="connsiteY5" fmla="*/ 995648 h 2867501"/>
              <a:gd name="connsiteX6" fmla="*/ 742855 w 743796"/>
              <a:gd name="connsiteY6" fmla="*/ 1499330 h 2867501"/>
              <a:gd name="connsiteX7" fmla="*/ 707898 w 743796"/>
              <a:gd name="connsiteY7" fmla="*/ 1793081 h 2867501"/>
              <a:gd name="connsiteX8" fmla="*/ 633222 w 743796"/>
              <a:gd name="connsiteY8" fmla="*/ 2073592 h 2867501"/>
              <a:gd name="connsiteX9" fmla="*/ 404527 w 743796"/>
              <a:gd name="connsiteY9" fmla="*/ 2472404 h 2867501"/>
              <a:gd name="connsiteX10" fmla="*/ 0 w 743796"/>
              <a:gd name="connsiteY10" fmla="*/ 2867501 h 2867501"/>
              <a:gd name="connsiteX0" fmla="*/ 11144 w 847008"/>
              <a:gd name="connsiteY0" fmla="*/ 0 h 2867501"/>
              <a:gd name="connsiteX1" fmla="*/ 353663 w 847008"/>
              <a:gd name="connsiteY1" fmla="*/ 55245 h 2867501"/>
              <a:gd name="connsiteX2" fmla="*/ 571405 w 847008"/>
              <a:gd name="connsiteY2" fmla="*/ 179737 h 2867501"/>
              <a:gd name="connsiteX3" fmla="*/ 843445 w 847008"/>
              <a:gd name="connsiteY3" fmla="*/ 377934 h 2867501"/>
              <a:gd name="connsiteX4" fmla="*/ 731711 w 847008"/>
              <a:gd name="connsiteY4" fmla="*/ 612934 h 2867501"/>
              <a:gd name="connsiteX5" fmla="*/ 725233 w 847008"/>
              <a:gd name="connsiteY5" fmla="*/ 995648 h 2867501"/>
              <a:gd name="connsiteX6" fmla="*/ 742855 w 847008"/>
              <a:gd name="connsiteY6" fmla="*/ 1499330 h 2867501"/>
              <a:gd name="connsiteX7" fmla="*/ 707898 w 847008"/>
              <a:gd name="connsiteY7" fmla="*/ 1793081 h 2867501"/>
              <a:gd name="connsiteX8" fmla="*/ 633222 w 847008"/>
              <a:gd name="connsiteY8" fmla="*/ 2073592 h 2867501"/>
              <a:gd name="connsiteX9" fmla="*/ 404527 w 847008"/>
              <a:gd name="connsiteY9" fmla="*/ 2472404 h 2867501"/>
              <a:gd name="connsiteX10" fmla="*/ 0 w 847008"/>
              <a:gd name="connsiteY10" fmla="*/ 2867501 h 2867501"/>
              <a:gd name="connsiteX0" fmla="*/ 90883 w 847008"/>
              <a:gd name="connsiteY0" fmla="*/ 0 h 3123014"/>
              <a:gd name="connsiteX1" fmla="*/ 353663 w 847008"/>
              <a:gd name="connsiteY1" fmla="*/ 310758 h 3123014"/>
              <a:gd name="connsiteX2" fmla="*/ 571405 w 847008"/>
              <a:gd name="connsiteY2" fmla="*/ 435250 h 3123014"/>
              <a:gd name="connsiteX3" fmla="*/ 843445 w 847008"/>
              <a:gd name="connsiteY3" fmla="*/ 633447 h 3123014"/>
              <a:gd name="connsiteX4" fmla="*/ 731711 w 847008"/>
              <a:gd name="connsiteY4" fmla="*/ 868447 h 3123014"/>
              <a:gd name="connsiteX5" fmla="*/ 725233 w 847008"/>
              <a:gd name="connsiteY5" fmla="*/ 1251161 h 3123014"/>
              <a:gd name="connsiteX6" fmla="*/ 742855 w 847008"/>
              <a:gd name="connsiteY6" fmla="*/ 1754843 h 3123014"/>
              <a:gd name="connsiteX7" fmla="*/ 707898 w 847008"/>
              <a:gd name="connsiteY7" fmla="*/ 2048594 h 3123014"/>
              <a:gd name="connsiteX8" fmla="*/ 633222 w 847008"/>
              <a:gd name="connsiteY8" fmla="*/ 2329105 h 3123014"/>
              <a:gd name="connsiteX9" fmla="*/ 404527 w 847008"/>
              <a:gd name="connsiteY9" fmla="*/ 2727917 h 3123014"/>
              <a:gd name="connsiteX10" fmla="*/ 0 w 847008"/>
              <a:gd name="connsiteY10" fmla="*/ 3123014 h 3123014"/>
              <a:gd name="connsiteX0" fmla="*/ 90883 w 846791"/>
              <a:gd name="connsiteY0" fmla="*/ 0 h 3123014"/>
              <a:gd name="connsiteX1" fmla="*/ 353663 w 846791"/>
              <a:gd name="connsiteY1" fmla="*/ 310758 h 3123014"/>
              <a:gd name="connsiteX2" fmla="*/ 571405 w 846791"/>
              <a:gd name="connsiteY2" fmla="*/ 334870 h 3123014"/>
              <a:gd name="connsiteX3" fmla="*/ 843445 w 846791"/>
              <a:gd name="connsiteY3" fmla="*/ 633447 h 3123014"/>
              <a:gd name="connsiteX4" fmla="*/ 731711 w 846791"/>
              <a:gd name="connsiteY4" fmla="*/ 868447 h 3123014"/>
              <a:gd name="connsiteX5" fmla="*/ 725233 w 846791"/>
              <a:gd name="connsiteY5" fmla="*/ 1251161 h 3123014"/>
              <a:gd name="connsiteX6" fmla="*/ 742855 w 846791"/>
              <a:gd name="connsiteY6" fmla="*/ 1754843 h 3123014"/>
              <a:gd name="connsiteX7" fmla="*/ 707898 w 846791"/>
              <a:gd name="connsiteY7" fmla="*/ 2048594 h 3123014"/>
              <a:gd name="connsiteX8" fmla="*/ 633222 w 846791"/>
              <a:gd name="connsiteY8" fmla="*/ 2329105 h 3123014"/>
              <a:gd name="connsiteX9" fmla="*/ 404527 w 846791"/>
              <a:gd name="connsiteY9" fmla="*/ 2727917 h 3123014"/>
              <a:gd name="connsiteX10" fmla="*/ 0 w 846791"/>
              <a:gd name="connsiteY10" fmla="*/ 3123014 h 3123014"/>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313644 w 755908"/>
              <a:gd name="connsiteY9" fmla="*/ 2727917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7202 w 755908"/>
              <a:gd name="connsiteY9" fmla="*/ 2672456 h 3013508"/>
              <a:gd name="connsiteX10" fmla="*/ 7618 w 755908"/>
              <a:gd name="connsiteY10" fmla="*/ 3013508 h 3013508"/>
              <a:gd name="connsiteX0" fmla="*/ 0 w 755908"/>
              <a:gd name="connsiteY0" fmla="*/ 0 h 3013508"/>
              <a:gd name="connsiteX1" fmla="*/ 256388 w 755908"/>
              <a:gd name="connsiteY1" fmla="*/ 219426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83073 w 755908"/>
              <a:gd name="connsiteY7" fmla="*/ 2105942 h 3013508"/>
              <a:gd name="connsiteX8" fmla="*/ 542339 w 755908"/>
              <a:gd name="connsiteY8" fmla="*/ 2329105 h 3013508"/>
              <a:gd name="connsiteX9" fmla="*/ 287202 w 755908"/>
              <a:gd name="connsiteY9" fmla="*/ 2672456 h 3013508"/>
              <a:gd name="connsiteX10" fmla="*/ 7618 w 755908"/>
              <a:gd name="connsiteY10" fmla="*/ 3013508 h 3013508"/>
              <a:gd name="connsiteX0" fmla="*/ 0 w 755908"/>
              <a:gd name="connsiteY0" fmla="*/ 0 h 3013508"/>
              <a:gd name="connsiteX1" fmla="*/ 256388 w 755908"/>
              <a:gd name="connsiteY1" fmla="*/ 219426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475135 w 755908"/>
              <a:gd name="connsiteY7" fmla="*/ 1988224 h 3013508"/>
              <a:gd name="connsiteX8" fmla="*/ 542339 w 755908"/>
              <a:gd name="connsiteY8" fmla="*/ 2329105 h 3013508"/>
              <a:gd name="connsiteX9" fmla="*/ 287202 w 755908"/>
              <a:gd name="connsiteY9" fmla="*/ 2672456 h 3013508"/>
              <a:gd name="connsiteX10" fmla="*/ 7618 w 755908"/>
              <a:gd name="connsiteY10" fmla="*/ 3013508 h 3013508"/>
              <a:gd name="connsiteX0" fmla="*/ 0 w 755908"/>
              <a:gd name="connsiteY0" fmla="*/ 0 h 3013508"/>
              <a:gd name="connsiteX1" fmla="*/ 256388 w 755908"/>
              <a:gd name="connsiteY1" fmla="*/ 219426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475135 w 755908"/>
              <a:gd name="connsiteY7" fmla="*/ 1988224 h 3013508"/>
              <a:gd name="connsiteX8" fmla="*/ 365446 w 755908"/>
              <a:gd name="connsiteY8" fmla="*/ 2254401 h 3013508"/>
              <a:gd name="connsiteX9" fmla="*/ 287202 w 755908"/>
              <a:gd name="connsiteY9" fmla="*/ 2672456 h 3013508"/>
              <a:gd name="connsiteX10" fmla="*/ 7618 w 755908"/>
              <a:gd name="connsiteY10" fmla="*/ 3013508 h 3013508"/>
              <a:gd name="connsiteX0" fmla="*/ 0 w 755908"/>
              <a:gd name="connsiteY0" fmla="*/ 0 h 3013508"/>
              <a:gd name="connsiteX1" fmla="*/ 256388 w 755908"/>
              <a:gd name="connsiteY1" fmla="*/ 219426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475135 w 755908"/>
              <a:gd name="connsiteY7" fmla="*/ 1988224 h 3013508"/>
              <a:gd name="connsiteX8" fmla="*/ 365446 w 755908"/>
              <a:gd name="connsiteY8" fmla="*/ 2254401 h 3013508"/>
              <a:gd name="connsiteX9" fmla="*/ 410755 w 755908"/>
              <a:gd name="connsiteY9" fmla="*/ 2662141 h 3013508"/>
              <a:gd name="connsiteX10" fmla="*/ 7618 w 755908"/>
              <a:gd name="connsiteY10" fmla="*/ 3013508 h 3013508"/>
              <a:gd name="connsiteX0" fmla="*/ 0 w 761866"/>
              <a:gd name="connsiteY0" fmla="*/ 0 h 3013508"/>
              <a:gd name="connsiteX1" fmla="*/ 256388 w 761866"/>
              <a:gd name="connsiteY1" fmla="*/ 219426 h 3013508"/>
              <a:gd name="connsiteX2" fmla="*/ 480522 w 761866"/>
              <a:gd name="connsiteY2" fmla="*/ 334870 h 3013508"/>
              <a:gd name="connsiteX3" fmla="*/ 752562 w 761866"/>
              <a:gd name="connsiteY3" fmla="*/ 633447 h 3013508"/>
              <a:gd name="connsiteX4" fmla="*/ 640828 w 761866"/>
              <a:gd name="connsiteY4" fmla="*/ 868447 h 3013508"/>
              <a:gd name="connsiteX5" fmla="*/ 761865 w 761866"/>
              <a:gd name="connsiteY5" fmla="*/ 1515277 h 3013508"/>
              <a:gd name="connsiteX6" fmla="*/ 651972 w 761866"/>
              <a:gd name="connsiteY6" fmla="*/ 1754843 h 3013508"/>
              <a:gd name="connsiteX7" fmla="*/ 475135 w 761866"/>
              <a:gd name="connsiteY7" fmla="*/ 1988224 h 3013508"/>
              <a:gd name="connsiteX8" fmla="*/ 365446 w 761866"/>
              <a:gd name="connsiteY8" fmla="*/ 2254401 h 3013508"/>
              <a:gd name="connsiteX9" fmla="*/ 410755 w 761866"/>
              <a:gd name="connsiteY9" fmla="*/ 2662141 h 3013508"/>
              <a:gd name="connsiteX10" fmla="*/ 7618 w 761866"/>
              <a:gd name="connsiteY10" fmla="*/ 3013508 h 3013508"/>
              <a:gd name="connsiteX0" fmla="*/ 0 w 761866"/>
              <a:gd name="connsiteY0" fmla="*/ 0 h 3013508"/>
              <a:gd name="connsiteX1" fmla="*/ 256388 w 761866"/>
              <a:gd name="connsiteY1" fmla="*/ 219426 h 3013508"/>
              <a:gd name="connsiteX2" fmla="*/ 480522 w 761866"/>
              <a:gd name="connsiteY2" fmla="*/ 334870 h 3013508"/>
              <a:gd name="connsiteX3" fmla="*/ 752562 w 761866"/>
              <a:gd name="connsiteY3" fmla="*/ 633447 h 3013508"/>
              <a:gd name="connsiteX4" fmla="*/ 700834 w 761866"/>
              <a:gd name="connsiteY4" fmla="*/ 913722 h 3013508"/>
              <a:gd name="connsiteX5" fmla="*/ 761865 w 761866"/>
              <a:gd name="connsiteY5" fmla="*/ 1515277 h 3013508"/>
              <a:gd name="connsiteX6" fmla="*/ 651972 w 761866"/>
              <a:gd name="connsiteY6" fmla="*/ 1754843 h 3013508"/>
              <a:gd name="connsiteX7" fmla="*/ 475135 w 761866"/>
              <a:gd name="connsiteY7" fmla="*/ 1988224 h 3013508"/>
              <a:gd name="connsiteX8" fmla="*/ 365446 w 761866"/>
              <a:gd name="connsiteY8" fmla="*/ 2254401 h 3013508"/>
              <a:gd name="connsiteX9" fmla="*/ 410755 w 761866"/>
              <a:gd name="connsiteY9" fmla="*/ 2662141 h 3013508"/>
              <a:gd name="connsiteX10" fmla="*/ 7618 w 761866"/>
              <a:gd name="connsiteY10" fmla="*/ 3013508 h 3013508"/>
              <a:gd name="connsiteX0" fmla="*/ 0 w 761866"/>
              <a:gd name="connsiteY0" fmla="*/ 0 h 3013508"/>
              <a:gd name="connsiteX1" fmla="*/ 256388 w 761866"/>
              <a:gd name="connsiteY1" fmla="*/ 219426 h 3013508"/>
              <a:gd name="connsiteX2" fmla="*/ 480522 w 761866"/>
              <a:gd name="connsiteY2" fmla="*/ 334870 h 3013508"/>
              <a:gd name="connsiteX3" fmla="*/ 726099 w 761866"/>
              <a:gd name="connsiteY3" fmla="*/ 509941 h 3013508"/>
              <a:gd name="connsiteX4" fmla="*/ 700834 w 761866"/>
              <a:gd name="connsiteY4" fmla="*/ 913722 h 3013508"/>
              <a:gd name="connsiteX5" fmla="*/ 761865 w 761866"/>
              <a:gd name="connsiteY5" fmla="*/ 1515277 h 3013508"/>
              <a:gd name="connsiteX6" fmla="*/ 651972 w 761866"/>
              <a:gd name="connsiteY6" fmla="*/ 1754843 h 3013508"/>
              <a:gd name="connsiteX7" fmla="*/ 475135 w 761866"/>
              <a:gd name="connsiteY7" fmla="*/ 1988224 h 3013508"/>
              <a:gd name="connsiteX8" fmla="*/ 365446 w 761866"/>
              <a:gd name="connsiteY8" fmla="*/ 2254401 h 3013508"/>
              <a:gd name="connsiteX9" fmla="*/ 410755 w 761866"/>
              <a:gd name="connsiteY9" fmla="*/ 2662141 h 3013508"/>
              <a:gd name="connsiteX10" fmla="*/ 7618 w 761866"/>
              <a:gd name="connsiteY10" fmla="*/ 3013508 h 3013508"/>
              <a:gd name="connsiteX0" fmla="*/ 0 w 761866"/>
              <a:gd name="connsiteY0" fmla="*/ 0 h 2662141"/>
              <a:gd name="connsiteX1" fmla="*/ 256388 w 761866"/>
              <a:gd name="connsiteY1" fmla="*/ 219426 h 2662141"/>
              <a:gd name="connsiteX2" fmla="*/ 480522 w 761866"/>
              <a:gd name="connsiteY2" fmla="*/ 334870 h 2662141"/>
              <a:gd name="connsiteX3" fmla="*/ 726099 w 761866"/>
              <a:gd name="connsiteY3" fmla="*/ 509941 h 2662141"/>
              <a:gd name="connsiteX4" fmla="*/ 700834 w 761866"/>
              <a:gd name="connsiteY4" fmla="*/ 913722 h 2662141"/>
              <a:gd name="connsiteX5" fmla="*/ 761865 w 761866"/>
              <a:gd name="connsiteY5" fmla="*/ 1515277 h 2662141"/>
              <a:gd name="connsiteX6" fmla="*/ 651972 w 761866"/>
              <a:gd name="connsiteY6" fmla="*/ 1754843 h 2662141"/>
              <a:gd name="connsiteX7" fmla="*/ 475135 w 761866"/>
              <a:gd name="connsiteY7" fmla="*/ 1988224 h 2662141"/>
              <a:gd name="connsiteX8" fmla="*/ 365446 w 761866"/>
              <a:gd name="connsiteY8" fmla="*/ 2254401 h 2662141"/>
              <a:gd name="connsiteX9" fmla="*/ 410755 w 761866"/>
              <a:gd name="connsiteY9" fmla="*/ 2662141 h 2662141"/>
              <a:gd name="connsiteX0" fmla="*/ 0 w 761866"/>
              <a:gd name="connsiteY0" fmla="*/ 0 h 2663147"/>
              <a:gd name="connsiteX1" fmla="*/ 256388 w 761866"/>
              <a:gd name="connsiteY1" fmla="*/ 219426 h 2663147"/>
              <a:gd name="connsiteX2" fmla="*/ 480522 w 761866"/>
              <a:gd name="connsiteY2" fmla="*/ 334870 h 2663147"/>
              <a:gd name="connsiteX3" fmla="*/ 726099 w 761866"/>
              <a:gd name="connsiteY3" fmla="*/ 509941 h 2663147"/>
              <a:gd name="connsiteX4" fmla="*/ 700834 w 761866"/>
              <a:gd name="connsiteY4" fmla="*/ 913722 h 2663147"/>
              <a:gd name="connsiteX5" fmla="*/ 761865 w 761866"/>
              <a:gd name="connsiteY5" fmla="*/ 1515277 h 2663147"/>
              <a:gd name="connsiteX6" fmla="*/ 651972 w 761866"/>
              <a:gd name="connsiteY6" fmla="*/ 1754843 h 2663147"/>
              <a:gd name="connsiteX7" fmla="*/ 475135 w 761866"/>
              <a:gd name="connsiteY7" fmla="*/ 1988224 h 2663147"/>
              <a:gd name="connsiteX8" fmla="*/ 365446 w 761866"/>
              <a:gd name="connsiteY8" fmla="*/ 2254401 h 2663147"/>
              <a:gd name="connsiteX9" fmla="*/ 456592 w 761866"/>
              <a:gd name="connsiteY9" fmla="*/ 2663147 h 2663147"/>
              <a:gd name="connsiteX0" fmla="*/ 0 w 761866"/>
              <a:gd name="connsiteY0" fmla="*/ 0 h 2663147"/>
              <a:gd name="connsiteX1" fmla="*/ 256388 w 761866"/>
              <a:gd name="connsiteY1" fmla="*/ 219426 h 2663147"/>
              <a:gd name="connsiteX2" fmla="*/ 480522 w 761866"/>
              <a:gd name="connsiteY2" fmla="*/ 334870 h 2663147"/>
              <a:gd name="connsiteX3" fmla="*/ 726099 w 761866"/>
              <a:gd name="connsiteY3" fmla="*/ 509941 h 2663147"/>
              <a:gd name="connsiteX4" fmla="*/ 700834 w 761866"/>
              <a:gd name="connsiteY4" fmla="*/ 913722 h 2663147"/>
              <a:gd name="connsiteX5" fmla="*/ 761865 w 761866"/>
              <a:gd name="connsiteY5" fmla="*/ 1515277 h 2663147"/>
              <a:gd name="connsiteX6" fmla="*/ 651972 w 761866"/>
              <a:gd name="connsiteY6" fmla="*/ 1754843 h 2663147"/>
              <a:gd name="connsiteX7" fmla="*/ 475135 w 761866"/>
              <a:gd name="connsiteY7" fmla="*/ 1988224 h 2663147"/>
              <a:gd name="connsiteX8" fmla="*/ 365446 w 761866"/>
              <a:gd name="connsiteY8" fmla="*/ 2254401 h 2663147"/>
              <a:gd name="connsiteX9" fmla="*/ 456592 w 761866"/>
              <a:gd name="connsiteY9" fmla="*/ 2663147 h 2663147"/>
              <a:gd name="connsiteX0" fmla="*/ 0 w 761866"/>
              <a:gd name="connsiteY0" fmla="*/ 0 h 2663147"/>
              <a:gd name="connsiteX1" fmla="*/ 256388 w 761866"/>
              <a:gd name="connsiteY1" fmla="*/ 219426 h 2663147"/>
              <a:gd name="connsiteX2" fmla="*/ 480522 w 761866"/>
              <a:gd name="connsiteY2" fmla="*/ 334870 h 2663147"/>
              <a:gd name="connsiteX3" fmla="*/ 726099 w 761866"/>
              <a:gd name="connsiteY3" fmla="*/ 509941 h 2663147"/>
              <a:gd name="connsiteX4" fmla="*/ 700834 w 761866"/>
              <a:gd name="connsiteY4" fmla="*/ 913722 h 2663147"/>
              <a:gd name="connsiteX5" fmla="*/ 761865 w 761866"/>
              <a:gd name="connsiteY5" fmla="*/ 1515277 h 2663147"/>
              <a:gd name="connsiteX6" fmla="*/ 651972 w 761866"/>
              <a:gd name="connsiteY6" fmla="*/ 1754843 h 2663147"/>
              <a:gd name="connsiteX7" fmla="*/ 475135 w 761866"/>
              <a:gd name="connsiteY7" fmla="*/ 1988224 h 2663147"/>
              <a:gd name="connsiteX8" fmla="*/ 436078 w 761866"/>
              <a:gd name="connsiteY8" fmla="*/ 2265721 h 2663147"/>
              <a:gd name="connsiteX9" fmla="*/ 456592 w 761866"/>
              <a:gd name="connsiteY9" fmla="*/ 2663147 h 2663147"/>
              <a:gd name="connsiteX0" fmla="*/ 0 w 761866"/>
              <a:gd name="connsiteY0" fmla="*/ 0 h 2663147"/>
              <a:gd name="connsiteX1" fmla="*/ 256388 w 761866"/>
              <a:gd name="connsiteY1" fmla="*/ 219426 h 2663147"/>
              <a:gd name="connsiteX2" fmla="*/ 480522 w 761866"/>
              <a:gd name="connsiteY2" fmla="*/ 334870 h 2663147"/>
              <a:gd name="connsiteX3" fmla="*/ 726099 w 761866"/>
              <a:gd name="connsiteY3" fmla="*/ 509941 h 2663147"/>
              <a:gd name="connsiteX4" fmla="*/ 700834 w 761866"/>
              <a:gd name="connsiteY4" fmla="*/ 913722 h 2663147"/>
              <a:gd name="connsiteX5" fmla="*/ 761865 w 761866"/>
              <a:gd name="connsiteY5" fmla="*/ 1515277 h 2663147"/>
              <a:gd name="connsiteX6" fmla="*/ 651972 w 761866"/>
              <a:gd name="connsiteY6" fmla="*/ 1754843 h 2663147"/>
              <a:gd name="connsiteX7" fmla="*/ 491387 w 761866"/>
              <a:gd name="connsiteY7" fmla="*/ 2073245 h 2663147"/>
              <a:gd name="connsiteX8" fmla="*/ 436078 w 761866"/>
              <a:gd name="connsiteY8" fmla="*/ 2265721 h 2663147"/>
              <a:gd name="connsiteX9" fmla="*/ 456592 w 761866"/>
              <a:gd name="connsiteY9" fmla="*/ 2663147 h 2663147"/>
              <a:gd name="connsiteX0" fmla="*/ 0 w 1008770"/>
              <a:gd name="connsiteY0" fmla="*/ 0 h 3104096"/>
              <a:gd name="connsiteX1" fmla="*/ 503292 w 1008770"/>
              <a:gd name="connsiteY1" fmla="*/ 660375 h 3104096"/>
              <a:gd name="connsiteX2" fmla="*/ 727426 w 1008770"/>
              <a:gd name="connsiteY2" fmla="*/ 775819 h 3104096"/>
              <a:gd name="connsiteX3" fmla="*/ 973003 w 1008770"/>
              <a:gd name="connsiteY3" fmla="*/ 950890 h 3104096"/>
              <a:gd name="connsiteX4" fmla="*/ 947738 w 1008770"/>
              <a:gd name="connsiteY4" fmla="*/ 1354671 h 3104096"/>
              <a:gd name="connsiteX5" fmla="*/ 1008769 w 1008770"/>
              <a:gd name="connsiteY5" fmla="*/ 1956226 h 3104096"/>
              <a:gd name="connsiteX6" fmla="*/ 898876 w 1008770"/>
              <a:gd name="connsiteY6" fmla="*/ 2195792 h 3104096"/>
              <a:gd name="connsiteX7" fmla="*/ 738291 w 1008770"/>
              <a:gd name="connsiteY7" fmla="*/ 2514194 h 3104096"/>
              <a:gd name="connsiteX8" fmla="*/ 682982 w 1008770"/>
              <a:gd name="connsiteY8" fmla="*/ 2706670 h 3104096"/>
              <a:gd name="connsiteX9" fmla="*/ 703496 w 1008770"/>
              <a:gd name="connsiteY9" fmla="*/ 3104096 h 3104096"/>
              <a:gd name="connsiteX0" fmla="*/ 0 w 1008770"/>
              <a:gd name="connsiteY0" fmla="*/ 0 h 3104096"/>
              <a:gd name="connsiteX1" fmla="*/ 501206 w 1008770"/>
              <a:gd name="connsiteY1" fmla="*/ 530078 h 3104096"/>
              <a:gd name="connsiteX2" fmla="*/ 727426 w 1008770"/>
              <a:gd name="connsiteY2" fmla="*/ 775819 h 3104096"/>
              <a:gd name="connsiteX3" fmla="*/ 973003 w 1008770"/>
              <a:gd name="connsiteY3" fmla="*/ 950890 h 3104096"/>
              <a:gd name="connsiteX4" fmla="*/ 947738 w 1008770"/>
              <a:gd name="connsiteY4" fmla="*/ 1354671 h 3104096"/>
              <a:gd name="connsiteX5" fmla="*/ 1008769 w 1008770"/>
              <a:gd name="connsiteY5" fmla="*/ 1956226 h 3104096"/>
              <a:gd name="connsiteX6" fmla="*/ 898876 w 1008770"/>
              <a:gd name="connsiteY6" fmla="*/ 2195792 h 3104096"/>
              <a:gd name="connsiteX7" fmla="*/ 738291 w 1008770"/>
              <a:gd name="connsiteY7" fmla="*/ 2514194 h 3104096"/>
              <a:gd name="connsiteX8" fmla="*/ 682982 w 1008770"/>
              <a:gd name="connsiteY8" fmla="*/ 2706670 h 3104096"/>
              <a:gd name="connsiteX9" fmla="*/ 703496 w 1008770"/>
              <a:gd name="connsiteY9" fmla="*/ 3104096 h 3104096"/>
              <a:gd name="connsiteX0" fmla="*/ 0 w 1008770"/>
              <a:gd name="connsiteY0" fmla="*/ 0 h 3104096"/>
              <a:gd name="connsiteX1" fmla="*/ 501206 w 1008770"/>
              <a:gd name="connsiteY1" fmla="*/ 530078 h 3104096"/>
              <a:gd name="connsiteX2" fmla="*/ 809516 w 1008770"/>
              <a:gd name="connsiteY2" fmla="*/ 653065 h 3104096"/>
              <a:gd name="connsiteX3" fmla="*/ 973003 w 1008770"/>
              <a:gd name="connsiteY3" fmla="*/ 950890 h 3104096"/>
              <a:gd name="connsiteX4" fmla="*/ 947738 w 1008770"/>
              <a:gd name="connsiteY4" fmla="*/ 1354671 h 3104096"/>
              <a:gd name="connsiteX5" fmla="*/ 1008769 w 1008770"/>
              <a:gd name="connsiteY5" fmla="*/ 1956226 h 3104096"/>
              <a:gd name="connsiteX6" fmla="*/ 898876 w 1008770"/>
              <a:gd name="connsiteY6" fmla="*/ 2195792 h 3104096"/>
              <a:gd name="connsiteX7" fmla="*/ 738291 w 1008770"/>
              <a:gd name="connsiteY7" fmla="*/ 2514194 h 3104096"/>
              <a:gd name="connsiteX8" fmla="*/ 682982 w 1008770"/>
              <a:gd name="connsiteY8" fmla="*/ 2706670 h 3104096"/>
              <a:gd name="connsiteX9" fmla="*/ 703496 w 1008770"/>
              <a:gd name="connsiteY9" fmla="*/ 3104096 h 3104096"/>
              <a:gd name="connsiteX0" fmla="*/ 0 w 1019993"/>
              <a:gd name="connsiteY0" fmla="*/ 0 h 3104096"/>
              <a:gd name="connsiteX1" fmla="*/ 501206 w 1019993"/>
              <a:gd name="connsiteY1" fmla="*/ 530078 h 3104096"/>
              <a:gd name="connsiteX2" fmla="*/ 809516 w 1019993"/>
              <a:gd name="connsiteY2" fmla="*/ 653065 h 3104096"/>
              <a:gd name="connsiteX3" fmla="*/ 973003 w 1019993"/>
              <a:gd name="connsiteY3" fmla="*/ 950890 h 3104096"/>
              <a:gd name="connsiteX4" fmla="*/ 947738 w 1019993"/>
              <a:gd name="connsiteY4" fmla="*/ 1354671 h 3104096"/>
              <a:gd name="connsiteX5" fmla="*/ 1014684 w 1019993"/>
              <a:gd name="connsiteY5" fmla="*/ 1555044 h 3104096"/>
              <a:gd name="connsiteX6" fmla="*/ 1008769 w 1019993"/>
              <a:gd name="connsiteY6" fmla="*/ 1956226 h 3104096"/>
              <a:gd name="connsiteX7" fmla="*/ 898876 w 1019993"/>
              <a:gd name="connsiteY7" fmla="*/ 2195792 h 3104096"/>
              <a:gd name="connsiteX8" fmla="*/ 738291 w 1019993"/>
              <a:gd name="connsiteY8" fmla="*/ 2514194 h 3104096"/>
              <a:gd name="connsiteX9" fmla="*/ 682982 w 1019993"/>
              <a:gd name="connsiteY9" fmla="*/ 2706670 h 3104096"/>
              <a:gd name="connsiteX10" fmla="*/ 703496 w 1019993"/>
              <a:gd name="connsiteY10" fmla="*/ 3104096 h 3104096"/>
              <a:gd name="connsiteX0" fmla="*/ 0 w 1014684"/>
              <a:gd name="connsiteY0" fmla="*/ 0 h 3104096"/>
              <a:gd name="connsiteX1" fmla="*/ 501206 w 1014684"/>
              <a:gd name="connsiteY1" fmla="*/ 530078 h 3104096"/>
              <a:gd name="connsiteX2" fmla="*/ 809516 w 1014684"/>
              <a:gd name="connsiteY2" fmla="*/ 653065 h 3104096"/>
              <a:gd name="connsiteX3" fmla="*/ 973003 w 1014684"/>
              <a:gd name="connsiteY3" fmla="*/ 950890 h 3104096"/>
              <a:gd name="connsiteX4" fmla="*/ 947738 w 1014684"/>
              <a:gd name="connsiteY4" fmla="*/ 1354671 h 3104096"/>
              <a:gd name="connsiteX5" fmla="*/ 1014684 w 1014684"/>
              <a:gd name="connsiteY5" fmla="*/ 1555044 h 3104096"/>
              <a:gd name="connsiteX6" fmla="*/ 1008769 w 1014684"/>
              <a:gd name="connsiteY6" fmla="*/ 1956226 h 3104096"/>
              <a:gd name="connsiteX7" fmla="*/ 898876 w 1014684"/>
              <a:gd name="connsiteY7" fmla="*/ 2195792 h 3104096"/>
              <a:gd name="connsiteX8" fmla="*/ 738291 w 1014684"/>
              <a:gd name="connsiteY8" fmla="*/ 2514194 h 3104096"/>
              <a:gd name="connsiteX9" fmla="*/ 682982 w 1014684"/>
              <a:gd name="connsiteY9" fmla="*/ 2706670 h 3104096"/>
              <a:gd name="connsiteX10" fmla="*/ 703496 w 1014684"/>
              <a:gd name="connsiteY10" fmla="*/ 3104096 h 3104096"/>
              <a:gd name="connsiteX0" fmla="*/ 0 w 1074486"/>
              <a:gd name="connsiteY0" fmla="*/ 0 h 3104096"/>
              <a:gd name="connsiteX1" fmla="*/ 501206 w 1074486"/>
              <a:gd name="connsiteY1" fmla="*/ 530078 h 3104096"/>
              <a:gd name="connsiteX2" fmla="*/ 809516 w 1074486"/>
              <a:gd name="connsiteY2" fmla="*/ 653065 h 3104096"/>
              <a:gd name="connsiteX3" fmla="*/ 973003 w 1074486"/>
              <a:gd name="connsiteY3" fmla="*/ 950890 h 3104096"/>
              <a:gd name="connsiteX4" fmla="*/ 947738 w 1074486"/>
              <a:gd name="connsiteY4" fmla="*/ 1354671 h 3104096"/>
              <a:gd name="connsiteX5" fmla="*/ 1014684 w 1074486"/>
              <a:gd name="connsiteY5" fmla="*/ 1555044 h 3104096"/>
              <a:gd name="connsiteX6" fmla="*/ 1073985 w 1074486"/>
              <a:gd name="connsiteY6" fmla="*/ 2013828 h 3104096"/>
              <a:gd name="connsiteX7" fmla="*/ 898876 w 1074486"/>
              <a:gd name="connsiteY7" fmla="*/ 2195792 h 3104096"/>
              <a:gd name="connsiteX8" fmla="*/ 738291 w 1074486"/>
              <a:gd name="connsiteY8" fmla="*/ 2514194 h 3104096"/>
              <a:gd name="connsiteX9" fmla="*/ 682982 w 1074486"/>
              <a:gd name="connsiteY9" fmla="*/ 2706670 h 3104096"/>
              <a:gd name="connsiteX10" fmla="*/ 703496 w 1074486"/>
              <a:gd name="connsiteY10" fmla="*/ 3104096 h 3104096"/>
              <a:gd name="connsiteX0" fmla="*/ 0 w 1074486"/>
              <a:gd name="connsiteY0" fmla="*/ 0 h 3104096"/>
              <a:gd name="connsiteX1" fmla="*/ 501206 w 1074486"/>
              <a:gd name="connsiteY1" fmla="*/ 530078 h 3104096"/>
              <a:gd name="connsiteX2" fmla="*/ 809516 w 1074486"/>
              <a:gd name="connsiteY2" fmla="*/ 653065 h 3104096"/>
              <a:gd name="connsiteX3" fmla="*/ 757356 w 1074486"/>
              <a:gd name="connsiteY3" fmla="*/ 897316 h 3104096"/>
              <a:gd name="connsiteX4" fmla="*/ 947738 w 1074486"/>
              <a:gd name="connsiteY4" fmla="*/ 1354671 h 3104096"/>
              <a:gd name="connsiteX5" fmla="*/ 1014684 w 1074486"/>
              <a:gd name="connsiteY5" fmla="*/ 1555044 h 3104096"/>
              <a:gd name="connsiteX6" fmla="*/ 1073985 w 1074486"/>
              <a:gd name="connsiteY6" fmla="*/ 2013828 h 3104096"/>
              <a:gd name="connsiteX7" fmla="*/ 898876 w 1074486"/>
              <a:gd name="connsiteY7" fmla="*/ 2195792 h 3104096"/>
              <a:gd name="connsiteX8" fmla="*/ 738291 w 1074486"/>
              <a:gd name="connsiteY8" fmla="*/ 2514194 h 3104096"/>
              <a:gd name="connsiteX9" fmla="*/ 682982 w 1074486"/>
              <a:gd name="connsiteY9" fmla="*/ 2706670 h 3104096"/>
              <a:gd name="connsiteX10" fmla="*/ 703496 w 1074486"/>
              <a:gd name="connsiteY10" fmla="*/ 3104096 h 3104096"/>
              <a:gd name="connsiteX0" fmla="*/ 0 w 1074486"/>
              <a:gd name="connsiteY0" fmla="*/ 0 h 3104096"/>
              <a:gd name="connsiteX1" fmla="*/ 501206 w 1074486"/>
              <a:gd name="connsiteY1" fmla="*/ 530078 h 3104096"/>
              <a:gd name="connsiteX2" fmla="*/ 809516 w 1074486"/>
              <a:gd name="connsiteY2" fmla="*/ 653065 h 3104096"/>
              <a:gd name="connsiteX3" fmla="*/ 757356 w 1074486"/>
              <a:gd name="connsiteY3" fmla="*/ 897316 h 3104096"/>
              <a:gd name="connsiteX4" fmla="*/ 960298 w 1074486"/>
              <a:gd name="connsiteY4" fmla="*/ 1001905 h 3104096"/>
              <a:gd name="connsiteX5" fmla="*/ 947738 w 1074486"/>
              <a:gd name="connsiteY5" fmla="*/ 1354671 h 3104096"/>
              <a:gd name="connsiteX6" fmla="*/ 1014684 w 1074486"/>
              <a:gd name="connsiteY6" fmla="*/ 1555044 h 3104096"/>
              <a:gd name="connsiteX7" fmla="*/ 1073985 w 1074486"/>
              <a:gd name="connsiteY7" fmla="*/ 2013828 h 3104096"/>
              <a:gd name="connsiteX8" fmla="*/ 898876 w 1074486"/>
              <a:gd name="connsiteY8" fmla="*/ 2195792 h 3104096"/>
              <a:gd name="connsiteX9" fmla="*/ 738291 w 1074486"/>
              <a:gd name="connsiteY9" fmla="*/ 2514194 h 3104096"/>
              <a:gd name="connsiteX10" fmla="*/ 682982 w 1074486"/>
              <a:gd name="connsiteY10" fmla="*/ 2706670 h 3104096"/>
              <a:gd name="connsiteX11" fmla="*/ 703496 w 1074486"/>
              <a:gd name="connsiteY11" fmla="*/ 3104096 h 3104096"/>
              <a:gd name="connsiteX0" fmla="*/ 0 w 1074486"/>
              <a:gd name="connsiteY0" fmla="*/ 0 h 3030644"/>
              <a:gd name="connsiteX1" fmla="*/ 501206 w 1074486"/>
              <a:gd name="connsiteY1" fmla="*/ 530078 h 3030644"/>
              <a:gd name="connsiteX2" fmla="*/ 809516 w 1074486"/>
              <a:gd name="connsiteY2" fmla="*/ 653065 h 3030644"/>
              <a:gd name="connsiteX3" fmla="*/ 757356 w 1074486"/>
              <a:gd name="connsiteY3" fmla="*/ 897316 h 3030644"/>
              <a:gd name="connsiteX4" fmla="*/ 960298 w 1074486"/>
              <a:gd name="connsiteY4" fmla="*/ 1001905 h 3030644"/>
              <a:gd name="connsiteX5" fmla="*/ 947738 w 1074486"/>
              <a:gd name="connsiteY5" fmla="*/ 1354671 h 3030644"/>
              <a:gd name="connsiteX6" fmla="*/ 1014684 w 1074486"/>
              <a:gd name="connsiteY6" fmla="*/ 1555044 h 3030644"/>
              <a:gd name="connsiteX7" fmla="*/ 1073985 w 1074486"/>
              <a:gd name="connsiteY7" fmla="*/ 2013828 h 3030644"/>
              <a:gd name="connsiteX8" fmla="*/ 898876 w 1074486"/>
              <a:gd name="connsiteY8" fmla="*/ 2195792 h 3030644"/>
              <a:gd name="connsiteX9" fmla="*/ 738291 w 1074486"/>
              <a:gd name="connsiteY9" fmla="*/ 2514194 h 3030644"/>
              <a:gd name="connsiteX10" fmla="*/ 682982 w 1074486"/>
              <a:gd name="connsiteY10" fmla="*/ 2706670 h 3030644"/>
              <a:gd name="connsiteX11" fmla="*/ 769334 w 1074486"/>
              <a:gd name="connsiteY11" fmla="*/ 3030644 h 3030644"/>
              <a:gd name="connsiteX0" fmla="*/ 0 w 1761079"/>
              <a:gd name="connsiteY0" fmla="*/ 0 h 2868413"/>
              <a:gd name="connsiteX1" fmla="*/ 1187799 w 1761079"/>
              <a:gd name="connsiteY1" fmla="*/ 367847 h 2868413"/>
              <a:gd name="connsiteX2" fmla="*/ 1496109 w 1761079"/>
              <a:gd name="connsiteY2" fmla="*/ 490834 h 2868413"/>
              <a:gd name="connsiteX3" fmla="*/ 1443949 w 1761079"/>
              <a:gd name="connsiteY3" fmla="*/ 735085 h 2868413"/>
              <a:gd name="connsiteX4" fmla="*/ 1646891 w 1761079"/>
              <a:gd name="connsiteY4" fmla="*/ 839674 h 2868413"/>
              <a:gd name="connsiteX5" fmla="*/ 1634331 w 1761079"/>
              <a:gd name="connsiteY5" fmla="*/ 1192440 h 2868413"/>
              <a:gd name="connsiteX6" fmla="*/ 1701277 w 1761079"/>
              <a:gd name="connsiteY6" fmla="*/ 1392813 h 2868413"/>
              <a:gd name="connsiteX7" fmla="*/ 1760578 w 1761079"/>
              <a:gd name="connsiteY7" fmla="*/ 1851597 h 2868413"/>
              <a:gd name="connsiteX8" fmla="*/ 1585469 w 1761079"/>
              <a:gd name="connsiteY8" fmla="*/ 2033561 h 2868413"/>
              <a:gd name="connsiteX9" fmla="*/ 1424884 w 1761079"/>
              <a:gd name="connsiteY9" fmla="*/ 2351963 h 2868413"/>
              <a:gd name="connsiteX10" fmla="*/ 1369575 w 1761079"/>
              <a:gd name="connsiteY10" fmla="*/ 2544439 h 2868413"/>
              <a:gd name="connsiteX11" fmla="*/ 1455927 w 1761079"/>
              <a:gd name="connsiteY11" fmla="*/ 2868413 h 2868413"/>
              <a:gd name="connsiteX0" fmla="*/ 0 w 1761079"/>
              <a:gd name="connsiteY0" fmla="*/ 25724 h 2894137"/>
              <a:gd name="connsiteX1" fmla="*/ 1187799 w 1761079"/>
              <a:gd name="connsiteY1" fmla="*/ 393571 h 2894137"/>
              <a:gd name="connsiteX2" fmla="*/ 1496109 w 1761079"/>
              <a:gd name="connsiteY2" fmla="*/ 516558 h 2894137"/>
              <a:gd name="connsiteX3" fmla="*/ 1443949 w 1761079"/>
              <a:gd name="connsiteY3" fmla="*/ 760809 h 2894137"/>
              <a:gd name="connsiteX4" fmla="*/ 1646891 w 1761079"/>
              <a:gd name="connsiteY4" fmla="*/ 865398 h 2894137"/>
              <a:gd name="connsiteX5" fmla="*/ 1634331 w 1761079"/>
              <a:gd name="connsiteY5" fmla="*/ 1218164 h 2894137"/>
              <a:gd name="connsiteX6" fmla="*/ 1701277 w 1761079"/>
              <a:gd name="connsiteY6" fmla="*/ 1418537 h 2894137"/>
              <a:gd name="connsiteX7" fmla="*/ 1760578 w 1761079"/>
              <a:gd name="connsiteY7" fmla="*/ 1877321 h 2894137"/>
              <a:gd name="connsiteX8" fmla="*/ 1585469 w 1761079"/>
              <a:gd name="connsiteY8" fmla="*/ 2059285 h 2894137"/>
              <a:gd name="connsiteX9" fmla="*/ 1424884 w 1761079"/>
              <a:gd name="connsiteY9" fmla="*/ 2377687 h 2894137"/>
              <a:gd name="connsiteX10" fmla="*/ 1369575 w 1761079"/>
              <a:gd name="connsiteY10" fmla="*/ 2570163 h 2894137"/>
              <a:gd name="connsiteX11" fmla="*/ 1455927 w 1761079"/>
              <a:gd name="connsiteY11" fmla="*/ 2894137 h 2894137"/>
              <a:gd name="connsiteX0" fmla="*/ 0 w 1761079"/>
              <a:gd name="connsiteY0" fmla="*/ 35244 h 2903657"/>
              <a:gd name="connsiteX1" fmla="*/ 658427 w 1761079"/>
              <a:gd name="connsiteY1" fmla="*/ 262526 h 2903657"/>
              <a:gd name="connsiteX2" fmla="*/ 1496109 w 1761079"/>
              <a:gd name="connsiteY2" fmla="*/ 526078 h 2903657"/>
              <a:gd name="connsiteX3" fmla="*/ 1443949 w 1761079"/>
              <a:gd name="connsiteY3" fmla="*/ 770329 h 2903657"/>
              <a:gd name="connsiteX4" fmla="*/ 1646891 w 1761079"/>
              <a:gd name="connsiteY4" fmla="*/ 874918 h 2903657"/>
              <a:gd name="connsiteX5" fmla="*/ 1634331 w 1761079"/>
              <a:gd name="connsiteY5" fmla="*/ 1227684 h 2903657"/>
              <a:gd name="connsiteX6" fmla="*/ 1701277 w 1761079"/>
              <a:gd name="connsiteY6" fmla="*/ 1428057 h 2903657"/>
              <a:gd name="connsiteX7" fmla="*/ 1760578 w 1761079"/>
              <a:gd name="connsiteY7" fmla="*/ 1886841 h 2903657"/>
              <a:gd name="connsiteX8" fmla="*/ 1585469 w 1761079"/>
              <a:gd name="connsiteY8" fmla="*/ 2068805 h 2903657"/>
              <a:gd name="connsiteX9" fmla="*/ 1424884 w 1761079"/>
              <a:gd name="connsiteY9" fmla="*/ 2387207 h 2903657"/>
              <a:gd name="connsiteX10" fmla="*/ 1369575 w 1761079"/>
              <a:gd name="connsiteY10" fmla="*/ 2579683 h 2903657"/>
              <a:gd name="connsiteX11" fmla="*/ 1455927 w 1761079"/>
              <a:gd name="connsiteY11" fmla="*/ 2903657 h 2903657"/>
              <a:gd name="connsiteX0" fmla="*/ 0 w 1761079"/>
              <a:gd name="connsiteY0" fmla="*/ 33628 h 2902041"/>
              <a:gd name="connsiteX1" fmla="*/ 658427 w 1761079"/>
              <a:gd name="connsiteY1" fmla="*/ 260910 h 2902041"/>
              <a:gd name="connsiteX2" fmla="*/ 1275706 w 1761079"/>
              <a:gd name="connsiteY2" fmla="*/ 406214 h 2902041"/>
              <a:gd name="connsiteX3" fmla="*/ 1443949 w 1761079"/>
              <a:gd name="connsiteY3" fmla="*/ 768713 h 2902041"/>
              <a:gd name="connsiteX4" fmla="*/ 1646891 w 1761079"/>
              <a:gd name="connsiteY4" fmla="*/ 873302 h 2902041"/>
              <a:gd name="connsiteX5" fmla="*/ 1634331 w 1761079"/>
              <a:gd name="connsiteY5" fmla="*/ 1226068 h 2902041"/>
              <a:gd name="connsiteX6" fmla="*/ 1701277 w 1761079"/>
              <a:gd name="connsiteY6" fmla="*/ 1426441 h 2902041"/>
              <a:gd name="connsiteX7" fmla="*/ 1760578 w 1761079"/>
              <a:gd name="connsiteY7" fmla="*/ 1885225 h 2902041"/>
              <a:gd name="connsiteX8" fmla="*/ 1585469 w 1761079"/>
              <a:gd name="connsiteY8" fmla="*/ 2067189 h 2902041"/>
              <a:gd name="connsiteX9" fmla="*/ 1424884 w 1761079"/>
              <a:gd name="connsiteY9" fmla="*/ 2385591 h 2902041"/>
              <a:gd name="connsiteX10" fmla="*/ 1369575 w 1761079"/>
              <a:gd name="connsiteY10" fmla="*/ 2578067 h 2902041"/>
              <a:gd name="connsiteX11" fmla="*/ 1455927 w 1761079"/>
              <a:gd name="connsiteY11" fmla="*/ 2902041 h 2902041"/>
              <a:gd name="connsiteX0" fmla="*/ 0 w 1761079"/>
              <a:gd name="connsiteY0" fmla="*/ 33188 h 2901601"/>
              <a:gd name="connsiteX1" fmla="*/ 658427 w 1761079"/>
              <a:gd name="connsiteY1" fmla="*/ 260470 h 2901601"/>
              <a:gd name="connsiteX2" fmla="*/ 1156929 w 1761079"/>
              <a:gd name="connsiteY2" fmla="*/ 371858 h 2901601"/>
              <a:gd name="connsiteX3" fmla="*/ 1443949 w 1761079"/>
              <a:gd name="connsiteY3" fmla="*/ 768273 h 2901601"/>
              <a:gd name="connsiteX4" fmla="*/ 1646891 w 1761079"/>
              <a:gd name="connsiteY4" fmla="*/ 872862 h 2901601"/>
              <a:gd name="connsiteX5" fmla="*/ 1634331 w 1761079"/>
              <a:gd name="connsiteY5" fmla="*/ 1225628 h 2901601"/>
              <a:gd name="connsiteX6" fmla="*/ 1701277 w 1761079"/>
              <a:gd name="connsiteY6" fmla="*/ 1426001 h 2901601"/>
              <a:gd name="connsiteX7" fmla="*/ 1760578 w 1761079"/>
              <a:gd name="connsiteY7" fmla="*/ 1884785 h 2901601"/>
              <a:gd name="connsiteX8" fmla="*/ 1585469 w 1761079"/>
              <a:gd name="connsiteY8" fmla="*/ 2066749 h 2901601"/>
              <a:gd name="connsiteX9" fmla="*/ 1424884 w 1761079"/>
              <a:gd name="connsiteY9" fmla="*/ 2385151 h 2901601"/>
              <a:gd name="connsiteX10" fmla="*/ 1369575 w 1761079"/>
              <a:gd name="connsiteY10" fmla="*/ 2577627 h 2901601"/>
              <a:gd name="connsiteX11" fmla="*/ 1455927 w 1761079"/>
              <a:gd name="connsiteY11" fmla="*/ 2901601 h 2901601"/>
              <a:gd name="connsiteX0" fmla="*/ 0 w 1761079"/>
              <a:gd name="connsiteY0" fmla="*/ 159 h 2868572"/>
              <a:gd name="connsiteX1" fmla="*/ 257948 w 1761079"/>
              <a:gd name="connsiteY1" fmla="*/ 150337 h 2868572"/>
              <a:gd name="connsiteX2" fmla="*/ 658427 w 1761079"/>
              <a:gd name="connsiteY2" fmla="*/ 227441 h 2868572"/>
              <a:gd name="connsiteX3" fmla="*/ 1156929 w 1761079"/>
              <a:gd name="connsiteY3" fmla="*/ 338829 h 2868572"/>
              <a:gd name="connsiteX4" fmla="*/ 1443949 w 1761079"/>
              <a:gd name="connsiteY4" fmla="*/ 735244 h 2868572"/>
              <a:gd name="connsiteX5" fmla="*/ 1646891 w 1761079"/>
              <a:gd name="connsiteY5" fmla="*/ 839833 h 2868572"/>
              <a:gd name="connsiteX6" fmla="*/ 1634331 w 1761079"/>
              <a:gd name="connsiteY6" fmla="*/ 1192599 h 2868572"/>
              <a:gd name="connsiteX7" fmla="*/ 1701277 w 1761079"/>
              <a:gd name="connsiteY7" fmla="*/ 1392972 h 2868572"/>
              <a:gd name="connsiteX8" fmla="*/ 1760578 w 1761079"/>
              <a:gd name="connsiteY8" fmla="*/ 1851756 h 2868572"/>
              <a:gd name="connsiteX9" fmla="*/ 1585469 w 1761079"/>
              <a:gd name="connsiteY9" fmla="*/ 2033720 h 2868572"/>
              <a:gd name="connsiteX10" fmla="*/ 1424884 w 1761079"/>
              <a:gd name="connsiteY10" fmla="*/ 2352122 h 2868572"/>
              <a:gd name="connsiteX11" fmla="*/ 1369575 w 1761079"/>
              <a:gd name="connsiteY11" fmla="*/ 2544598 h 2868572"/>
              <a:gd name="connsiteX12" fmla="*/ 1455927 w 1761079"/>
              <a:gd name="connsiteY12" fmla="*/ 2868572 h 2868572"/>
              <a:gd name="connsiteX0" fmla="*/ 0 w 1743942"/>
              <a:gd name="connsiteY0" fmla="*/ 164 h 2864366"/>
              <a:gd name="connsiteX1" fmla="*/ 240811 w 1743942"/>
              <a:gd name="connsiteY1" fmla="*/ 146131 h 2864366"/>
              <a:gd name="connsiteX2" fmla="*/ 641290 w 1743942"/>
              <a:gd name="connsiteY2" fmla="*/ 223235 h 2864366"/>
              <a:gd name="connsiteX3" fmla="*/ 1139792 w 1743942"/>
              <a:gd name="connsiteY3" fmla="*/ 334623 h 2864366"/>
              <a:gd name="connsiteX4" fmla="*/ 1426812 w 1743942"/>
              <a:gd name="connsiteY4" fmla="*/ 731038 h 2864366"/>
              <a:gd name="connsiteX5" fmla="*/ 1629754 w 1743942"/>
              <a:gd name="connsiteY5" fmla="*/ 835627 h 2864366"/>
              <a:gd name="connsiteX6" fmla="*/ 1617194 w 1743942"/>
              <a:gd name="connsiteY6" fmla="*/ 1188393 h 2864366"/>
              <a:gd name="connsiteX7" fmla="*/ 1684140 w 1743942"/>
              <a:gd name="connsiteY7" fmla="*/ 1388766 h 2864366"/>
              <a:gd name="connsiteX8" fmla="*/ 1743441 w 1743942"/>
              <a:gd name="connsiteY8" fmla="*/ 1847550 h 2864366"/>
              <a:gd name="connsiteX9" fmla="*/ 1568332 w 1743942"/>
              <a:gd name="connsiteY9" fmla="*/ 2029514 h 2864366"/>
              <a:gd name="connsiteX10" fmla="*/ 1407747 w 1743942"/>
              <a:gd name="connsiteY10" fmla="*/ 2347916 h 2864366"/>
              <a:gd name="connsiteX11" fmla="*/ 1352438 w 1743942"/>
              <a:gd name="connsiteY11" fmla="*/ 2540392 h 2864366"/>
              <a:gd name="connsiteX12" fmla="*/ 1438790 w 1743942"/>
              <a:gd name="connsiteY12" fmla="*/ 2864366 h 286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43942" h="2864366">
                <a:moveTo>
                  <a:pt x="0" y="164"/>
                </a:moveTo>
                <a:cubicBezTo>
                  <a:pt x="30723" y="-4885"/>
                  <a:pt x="131073" y="108251"/>
                  <a:pt x="240811" y="146131"/>
                </a:cubicBezTo>
                <a:cubicBezTo>
                  <a:pt x="350549" y="184011"/>
                  <a:pt x="491460" y="191820"/>
                  <a:pt x="641290" y="223235"/>
                </a:cubicBezTo>
                <a:cubicBezTo>
                  <a:pt x="791120" y="254650"/>
                  <a:pt x="1008872" y="249989"/>
                  <a:pt x="1139792" y="334623"/>
                </a:cubicBezTo>
                <a:cubicBezTo>
                  <a:pt x="1270712" y="419257"/>
                  <a:pt x="1345152" y="647537"/>
                  <a:pt x="1426812" y="731038"/>
                </a:cubicBezTo>
                <a:cubicBezTo>
                  <a:pt x="1508472" y="814539"/>
                  <a:pt x="1598024" y="759401"/>
                  <a:pt x="1629754" y="835627"/>
                </a:cubicBezTo>
                <a:cubicBezTo>
                  <a:pt x="1661484" y="911853"/>
                  <a:pt x="1589031" y="1110709"/>
                  <a:pt x="1617194" y="1188393"/>
                </a:cubicBezTo>
                <a:cubicBezTo>
                  <a:pt x="1645357" y="1266077"/>
                  <a:pt x="1673968" y="1288507"/>
                  <a:pt x="1684140" y="1388766"/>
                </a:cubicBezTo>
                <a:cubicBezTo>
                  <a:pt x="1601804" y="1587128"/>
                  <a:pt x="1753714" y="1743274"/>
                  <a:pt x="1743441" y="1847550"/>
                </a:cubicBezTo>
                <a:cubicBezTo>
                  <a:pt x="1743918" y="2015667"/>
                  <a:pt x="1574142" y="1861493"/>
                  <a:pt x="1568332" y="2029514"/>
                </a:cubicBezTo>
                <a:cubicBezTo>
                  <a:pt x="1564903" y="2128193"/>
                  <a:pt x="1443729" y="2262770"/>
                  <a:pt x="1407747" y="2347916"/>
                </a:cubicBezTo>
                <a:cubicBezTo>
                  <a:pt x="1371765" y="2433062"/>
                  <a:pt x="1347264" y="2454317"/>
                  <a:pt x="1352438" y="2540392"/>
                </a:cubicBezTo>
                <a:cubicBezTo>
                  <a:pt x="1357612" y="2626467"/>
                  <a:pt x="1400392" y="2835336"/>
                  <a:pt x="1438790" y="2864366"/>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C2AE4E8A-16BE-2B41-08A5-33964D7AEC3B}"/>
              </a:ext>
            </a:extLst>
          </p:cNvPr>
          <p:cNvSpPr/>
          <p:nvPr/>
        </p:nvSpPr>
        <p:spPr>
          <a:xfrm rot="7029322">
            <a:off x="8380140" y="-877183"/>
            <a:ext cx="1400006" cy="2055736"/>
          </a:xfrm>
          <a:custGeom>
            <a:avLst/>
            <a:gdLst>
              <a:gd name="connsiteX0" fmla="*/ 16478 w 597294"/>
              <a:gd name="connsiteY0" fmla="*/ 2079 h 2543540"/>
              <a:gd name="connsiteX1" fmla="*/ 299847 w 597294"/>
              <a:gd name="connsiteY1" fmla="*/ 53991 h 2543540"/>
              <a:gd name="connsiteX2" fmla="*/ 503206 w 597294"/>
              <a:gd name="connsiteY2" fmla="*/ 291354 h 2543540"/>
              <a:gd name="connsiteX3" fmla="*/ 525113 w 597294"/>
              <a:gd name="connsiteY3" fmla="*/ 724265 h 2543540"/>
              <a:gd name="connsiteX4" fmla="*/ 578930 w 597294"/>
              <a:gd name="connsiteY4" fmla="*/ 1117267 h 2543540"/>
              <a:gd name="connsiteX5" fmla="*/ 592931 w 597294"/>
              <a:gd name="connsiteY5" fmla="*/ 1476359 h 2543540"/>
              <a:gd name="connsiteX6" fmla="*/ 503206 w 597294"/>
              <a:gd name="connsiteY6" fmla="*/ 1859359 h 2543540"/>
              <a:gd name="connsiteX7" fmla="*/ 291846 w 597294"/>
              <a:gd name="connsiteY7" fmla="*/ 2250361 h 2543540"/>
              <a:gd name="connsiteX8" fmla="*/ 0 w 597294"/>
              <a:gd name="connsiteY8" fmla="*/ 2543540 h 2543540"/>
              <a:gd name="connsiteX0" fmla="*/ 72764 w 597294"/>
              <a:gd name="connsiteY0" fmla="*/ 246 h 2799685"/>
              <a:gd name="connsiteX1" fmla="*/ 299847 w 597294"/>
              <a:gd name="connsiteY1" fmla="*/ 310136 h 2799685"/>
              <a:gd name="connsiteX2" fmla="*/ 503206 w 597294"/>
              <a:gd name="connsiteY2" fmla="*/ 547499 h 2799685"/>
              <a:gd name="connsiteX3" fmla="*/ 525113 w 597294"/>
              <a:gd name="connsiteY3" fmla="*/ 980410 h 2799685"/>
              <a:gd name="connsiteX4" fmla="*/ 578930 w 597294"/>
              <a:gd name="connsiteY4" fmla="*/ 1373412 h 2799685"/>
              <a:gd name="connsiteX5" fmla="*/ 592931 w 597294"/>
              <a:gd name="connsiteY5" fmla="*/ 1732504 h 2799685"/>
              <a:gd name="connsiteX6" fmla="*/ 503206 w 597294"/>
              <a:gd name="connsiteY6" fmla="*/ 2115504 h 2799685"/>
              <a:gd name="connsiteX7" fmla="*/ 291846 w 597294"/>
              <a:gd name="connsiteY7" fmla="*/ 2506506 h 2799685"/>
              <a:gd name="connsiteX8" fmla="*/ 0 w 597294"/>
              <a:gd name="connsiteY8" fmla="*/ 2799685 h 2799685"/>
              <a:gd name="connsiteX0" fmla="*/ 72764 w 597294"/>
              <a:gd name="connsiteY0" fmla="*/ 246 h 2799685"/>
              <a:gd name="connsiteX1" fmla="*/ 384277 w 597294"/>
              <a:gd name="connsiteY1" fmla="*/ 310136 h 2799685"/>
              <a:gd name="connsiteX2" fmla="*/ 503206 w 597294"/>
              <a:gd name="connsiteY2" fmla="*/ 547499 h 2799685"/>
              <a:gd name="connsiteX3" fmla="*/ 525113 w 597294"/>
              <a:gd name="connsiteY3" fmla="*/ 980410 h 2799685"/>
              <a:gd name="connsiteX4" fmla="*/ 578930 w 597294"/>
              <a:gd name="connsiteY4" fmla="*/ 1373412 h 2799685"/>
              <a:gd name="connsiteX5" fmla="*/ 592931 w 597294"/>
              <a:gd name="connsiteY5" fmla="*/ 1732504 h 2799685"/>
              <a:gd name="connsiteX6" fmla="*/ 503206 w 597294"/>
              <a:gd name="connsiteY6" fmla="*/ 2115504 h 2799685"/>
              <a:gd name="connsiteX7" fmla="*/ 291846 w 597294"/>
              <a:gd name="connsiteY7" fmla="*/ 2506506 h 2799685"/>
              <a:gd name="connsiteX8" fmla="*/ 0 w 597294"/>
              <a:gd name="connsiteY8" fmla="*/ 2799685 h 2799685"/>
              <a:gd name="connsiteX0" fmla="*/ 72764 w 597294"/>
              <a:gd name="connsiteY0" fmla="*/ 246 h 2799685"/>
              <a:gd name="connsiteX1" fmla="*/ 384277 w 597294"/>
              <a:gd name="connsiteY1" fmla="*/ 310136 h 2799685"/>
              <a:gd name="connsiteX2" fmla="*/ 503206 w 597294"/>
              <a:gd name="connsiteY2" fmla="*/ 547499 h 2799685"/>
              <a:gd name="connsiteX3" fmla="*/ 525113 w 597294"/>
              <a:gd name="connsiteY3" fmla="*/ 980410 h 2799685"/>
              <a:gd name="connsiteX4" fmla="*/ 578930 w 597294"/>
              <a:gd name="connsiteY4" fmla="*/ 1373412 h 2799685"/>
              <a:gd name="connsiteX5" fmla="*/ 592931 w 597294"/>
              <a:gd name="connsiteY5" fmla="*/ 1732504 h 2799685"/>
              <a:gd name="connsiteX6" fmla="*/ 503206 w 597294"/>
              <a:gd name="connsiteY6" fmla="*/ 2115504 h 2799685"/>
              <a:gd name="connsiteX7" fmla="*/ 254322 w 597294"/>
              <a:gd name="connsiteY7" fmla="*/ 2323577 h 2799685"/>
              <a:gd name="connsiteX8" fmla="*/ 0 w 597294"/>
              <a:gd name="connsiteY8" fmla="*/ 2799685 h 2799685"/>
              <a:gd name="connsiteX0" fmla="*/ 0 w 524530"/>
              <a:gd name="connsiteY0" fmla="*/ 246 h 2588613"/>
              <a:gd name="connsiteX1" fmla="*/ 311513 w 524530"/>
              <a:gd name="connsiteY1" fmla="*/ 310136 h 2588613"/>
              <a:gd name="connsiteX2" fmla="*/ 430442 w 524530"/>
              <a:gd name="connsiteY2" fmla="*/ 547499 h 2588613"/>
              <a:gd name="connsiteX3" fmla="*/ 452349 w 524530"/>
              <a:gd name="connsiteY3" fmla="*/ 980410 h 2588613"/>
              <a:gd name="connsiteX4" fmla="*/ 506166 w 524530"/>
              <a:gd name="connsiteY4" fmla="*/ 1373412 h 2588613"/>
              <a:gd name="connsiteX5" fmla="*/ 520167 w 524530"/>
              <a:gd name="connsiteY5" fmla="*/ 1732504 h 2588613"/>
              <a:gd name="connsiteX6" fmla="*/ 430442 w 524530"/>
              <a:gd name="connsiteY6" fmla="*/ 2115504 h 2588613"/>
              <a:gd name="connsiteX7" fmla="*/ 181558 w 524530"/>
              <a:gd name="connsiteY7" fmla="*/ 2323577 h 2588613"/>
              <a:gd name="connsiteX8" fmla="*/ 35117 w 524530"/>
              <a:gd name="connsiteY8" fmla="*/ 2588613 h 2588613"/>
              <a:gd name="connsiteX0" fmla="*/ 0 w 524530"/>
              <a:gd name="connsiteY0" fmla="*/ 246 h 2588613"/>
              <a:gd name="connsiteX1" fmla="*/ 311513 w 524530"/>
              <a:gd name="connsiteY1" fmla="*/ 310136 h 2588613"/>
              <a:gd name="connsiteX2" fmla="*/ 430442 w 524530"/>
              <a:gd name="connsiteY2" fmla="*/ 547499 h 2588613"/>
              <a:gd name="connsiteX3" fmla="*/ 452349 w 524530"/>
              <a:gd name="connsiteY3" fmla="*/ 980410 h 2588613"/>
              <a:gd name="connsiteX4" fmla="*/ 506166 w 524530"/>
              <a:gd name="connsiteY4" fmla="*/ 1373412 h 2588613"/>
              <a:gd name="connsiteX5" fmla="*/ 520167 w 524530"/>
              <a:gd name="connsiteY5" fmla="*/ 1732504 h 2588613"/>
              <a:gd name="connsiteX6" fmla="*/ 392919 w 524530"/>
              <a:gd name="connsiteY6" fmla="*/ 2115504 h 2588613"/>
              <a:gd name="connsiteX7" fmla="*/ 181558 w 524530"/>
              <a:gd name="connsiteY7" fmla="*/ 2323577 h 2588613"/>
              <a:gd name="connsiteX8" fmla="*/ 35117 w 524530"/>
              <a:gd name="connsiteY8" fmla="*/ 2588613 h 2588613"/>
              <a:gd name="connsiteX0" fmla="*/ 6922 w 489413"/>
              <a:gd name="connsiteY0" fmla="*/ 228 h 2609903"/>
              <a:gd name="connsiteX1" fmla="*/ 276396 w 489413"/>
              <a:gd name="connsiteY1" fmla="*/ 331426 h 2609903"/>
              <a:gd name="connsiteX2" fmla="*/ 395325 w 489413"/>
              <a:gd name="connsiteY2" fmla="*/ 568789 h 2609903"/>
              <a:gd name="connsiteX3" fmla="*/ 417232 w 489413"/>
              <a:gd name="connsiteY3" fmla="*/ 1001700 h 2609903"/>
              <a:gd name="connsiteX4" fmla="*/ 471049 w 489413"/>
              <a:gd name="connsiteY4" fmla="*/ 1394702 h 2609903"/>
              <a:gd name="connsiteX5" fmla="*/ 485050 w 489413"/>
              <a:gd name="connsiteY5" fmla="*/ 1753794 h 2609903"/>
              <a:gd name="connsiteX6" fmla="*/ 357802 w 489413"/>
              <a:gd name="connsiteY6" fmla="*/ 2136794 h 2609903"/>
              <a:gd name="connsiteX7" fmla="*/ 146441 w 489413"/>
              <a:gd name="connsiteY7" fmla="*/ 2344867 h 2609903"/>
              <a:gd name="connsiteX8" fmla="*/ 0 w 489413"/>
              <a:gd name="connsiteY8" fmla="*/ 2609903 h 2609903"/>
              <a:gd name="connsiteX0" fmla="*/ 6922 w 489413"/>
              <a:gd name="connsiteY0" fmla="*/ 0 h 2609675"/>
              <a:gd name="connsiteX1" fmla="*/ 276396 w 489413"/>
              <a:gd name="connsiteY1" fmla="*/ 331198 h 2609675"/>
              <a:gd name="connsiteX2" fmla="*/ 395325 w 489413"/>
              <a:gd name="connsiteY2" fmla="*/ 568561 h 2609675"/>
              <a:gd name="connsiteX3" fmla="*/ 417232 w 489413"/>
              <a:gd name="connsiteY3" fmla="*/ 1001472 h 2609675"/>
              <a:gd name="connsiteX4" fmla="*/ 471049 w 489413"/>
              <a:gd name="connsiteY4" fmla="*/ 1394474 h 2609675"/>
              <a:gd name="connsiteX5" fmla="*/ 485050 w 489413"/>
              <a:gd name="connsiteY5" fmla="*/ 1753566 h 2609675"/>
              <a:gd name="connsiteX6" fmla="*/ 357802 w 489413"/>
              <a:gd name="connsiteY6" fmla="*/ 2136566 h 2609675"/>
              <a:gd name="connsiteX7" fmla="*/ 146441 w 489413"/>
              <a:gd name="connsiteY7" fmla="*/ 2344639 h 2609675"/>
              <a:gd name="connsiteX8" fmla="*/ 0 w 489413"/>
              <a:gd name="connsiteY8" fmla="*/ 2609675 h 2609675"/>
              <a:gd name="connsiteX0" fmla="*/ 6922 w 489413"/>
              <a:gd name="connsiteY0" fmla="*/ 0 h 2609675"/>
              <a:gd name="connsiteX1" fmla="*/ 276396 w 489413"/>
              <a:gd name="connsiteY1" fmla="*/ 331198 h 2609675"/>
              <a:gd name="connsiteX2" fmla="*/ 457659 w 489413"/>
              <a:gd name="connsiteY2" fmla="*/ 525945 h 2609675"/>
              <a:gd name="connsiteX3" fmla="*/ 417232 w 489413"/>
              <a:gd name="connsiteY3" fmla="*/ 1001472 h 2609675"/>
              <a:gd name="connsiteX4" fmla="*/ 471049 w 489413"/>
              <a:gd name="connsiteY4" fmla="*/ 1394474 h 2609675"/>
              <a:gd name="connsiteX5" fmla="*/ 485050 w 489413"/>
              <a:gd name="connsiteY5" fmla="*/ 1753566 h 2609675"/>
              <a:gd name="connsiteX6" fmla="*/ 357802 w 489413"/>
              <a:gd name="connsiteY6" fmla="*/ 2136566 h 2609675"/>
              <a:gd name="connsiteX7" fmla="*/ 146441 w 489413"/>
              <a:gd name="connsiteY7" fmla="*/ 2344639 h 2609675"/>
              <a:gd name="connsiteX8" fmla="*/ 0 w 489413"/>
              <a:gd name="connsiteY8" fmla="*/ 2609675 h 2609675"/>
              <a:gd name="connsiteX0" fmla="*/ 4023 w 486514"/>
              <a:gd name="connsiteY0" fmla="*/ 0 h 2471993"/>
              <a:gd name="connsiteX1" fmla="*/ 273497 w 486514"/>
              <a:gd name="connsiteY1" fmla="*/ 331198 h 2471993"/>
              <a:gd name="connsiteX2" fmla="*/ 454760 w 486514"/>
              <a:gd name="connsiteY2" fmla="*/ 525945 h 2471993"/>
              <a:gd name="connsiteX3" fmla="*/ 414333 w 486514"/>
              <a:gd name="connsiteY3" fmla="*/ 1001472 h 2471993"/>
              <a:gd name="connsiteX4" fmla="*/ 468150 w 486514"/>
              <a:gd name="connsiteY4" fmla="*/ 1394474 h 2471993"/>
              <a:gd name="connsiteX5" fmla="*/ 482151 w 486514"/>
              <a:gd name="connsiteY5" fmla="*/ 1753566 h 2471993"/>
              <a:gd name="connsiteX6" fmla="*/ 354903 w 486514"/>
              <a:gd name="connsiteY6" fmla="*/ 2136566 h 2471993"/>
              <a:gd name="connsiteX7" fmla="*/ 143542 w 486514"/>
              <a:gd name="connsiteY7" fmla="*/ 2344639 h 2471993"/>
              <a:gd name="connsiteX8" fmla="*/ 0 w 486514"/>
              <a:gd name="connsiteY8" fmla="*/ 2471993 h 2471993"/>
              <a:gd name="connsiteX0" fmla="*/ 4023 w 486514"/>
              <a:gd name="connsiteY0" fmla="*/ 0 h 2471993"/>
              <a:gd name="connsiteX1" fmla="*/ 273497 w 486514"/>
              <a:gd name="connsiteY1" fmla="*/ 331198 h 2471993"/>
              <a:gd name="connsiteX2" fmla="*/ 454760 w 486514"/>
              <a:gd name="connsiteY2" fmla="*/ 525945 h 2471993"/>
              <a:gd name="connsiteX3" fmla="*/ 414333 w 486514"/>
              <a:gd name="connsiteY3" fmla="*/ 1001472 h 2471993"/>
              <a:gd name="connsiteX4" fmla="*/ 468150 w 486514"/>
              <a:gd name="connsiteY4" fmla="*/ 1394474 h 2471993"/>
              <a:gd name="connsiteX5" fmla="*/ 482151 w 486514"/>
              <a:gd name="connsiteY5" fmla="*/ 1753566 h 2471993"/>
              <a:gd name="connsiteX6" fmla="*/ 330259 w 486514"/>
              <a:gd name="connsiteY6" fmla="*/ 2049695 h 2471993"/>
              <a:gd name="connsiteX7" fmla="*/ 143542 w 486514"/>
              <a:gd name="connsiteY7" fmla="*/ 2344639 h 2471993"/>
              <a:gd name="connsiteX8" fmla="*/ 0 w 486514"/>
              <a:gd name="connsiteY8" fmla="*/ 2471993 h 2471993"/>
              <a:gd name="connsiteX0" fmla="*/ 8268 w 490759"/>
              <a:gd name="connsiteY0" fmla="*/ 0 h 2649561"/>
              <a:gd name="connsiteX1" fmla="*/ 277742 w 490759"/>
              <a:gd name="connsiteY1" fmla="*/ 331198 h 2649561"/>
              <a:gd name="connsiteX2" fmla="*/ 459005 w 490759"/>
              <a:gd name="connsiteY2" fmla="*/ 525945 h 2649561"/>
              <a:gd name="connsiteX3" fmla="*/ 418578 w 490759"/>
              <a:gd name="connsiteY3" fmla="*/ 1001472 h 2649561"/>
              <a:gd name="connsiteX4" fmla="*/ 472395 w 490759"/>
              <a:gd name="connsiteY4" fmla="*/ 1394474 h 2649561"/>
              <a:gd name="connsiteX5" fmla="*/ 486396 w 490759"/>
              <a:gd name="connsiteY5" fmla="*/ 1753566 h 2649561"/>
              <a:gd name="connsiteX6" fmla="*/ 334504 w 490759"/>
              <a:gd name="connsiteY6" fmla="*/ 2049695 h 2649561"/>
              <a:gd name="connsiteX7" fmla="*/ 147787 w 490759"/>
              <a:gd name="connsiteY7" fmla="*/ 2344639 h 2649561"/>
              <a:gd name="connsiteX8" fmla="*/ 0 w 490759"/>
              <a:gd name="connsiteY8" fmla="*/ 2649561 h 2649561"/>
              <a:gd name="connsiteX0" fmla="*/ 8268 w 475062"/>
              <a:gd name="connsiteY0" fmla="*/ 0 h 2649561"/>
              <a:gd name="connsiteX1" fmla="*/ 277742 w 475062"/>
              <a:gd name="connsiteY1" fmla="*/ 331198 h 2649561"/>
              <a:gd name="connsiteX2" fmla="*/ 459005 w 475062"/>
              <a:gd name="connsiteY2" fmla="*/ 525945 h 2649561"/>
              <a:gd name="connsiteX3" fmla="*/ 418578 w 475062"/>
              <a:gd name="connsiteY3" fmla="*/ 1001472 h 2649561"/>
              <a:gd name="connsiteX4" fmla="*/ 472395 w 475062"/>
              <a:gd name="connsiteY4" fmla="*/ 1394474 h 2649561"/>
              <a:gd name="connsiteX5" fmla="*/ 416363 w 475062"/>
              <a:gd name="connsiteY5" fmla="*/ 1837551 h 2649561"/>
              <a:gd name="connsiteX6" fmla="*/ 334504 w 475062"/>
              <a:gd name="connsiteY6" fmla="*/ 2049695 h 2649561"/>
              <a:gd name="connsiteX7" fmla="*/ 147787 w 475062"/>
              <a:gd name="connsiteY7" fmla="*/ 2344639 h 2649561"/>
              <a:gd name="connsiteX8" fmla="*/ 0 w 475062"/>
              <a:gd name="connsiteY8" fmla="*/ 2649561 h 2649561"/>
              <a:gd name="connsiteX0" fmla="*/ 8268 w 475062"/>
              <a:gd name="connsiteY0" fmla="*/ 0 h 2649561"/>
              <a:gd name="connsiteX1" fmla="*/ 277742 w 475062"/>
              <a:gd name="connsiteY1" fmla="*/ 331198 h 2649561"/>
              <a:gd name="connsiteX2" fmla="*/ 425049 w 475062"/>
              <a:gd name="connsiteY2" fmla="*/ 521145 h 2649561"/>
              <a:gd name="connsiteX3" fmla="*/ 418578 w 475062"/>
              <a:gd name="connsiteY3" fmla="*/ 1001472 h 2649561"/>
              <a:gd name="connsiteX4" fmla="*/ 472395 w 475062"/>
              <a:gd name="connsiteY4" fmla="*/ 1394474 h 2649561"/>
              <a:gd name="connsiteX5" fmla="*/ 416363 w 475062"/>
              <a:gd name="connsiteY5" fmla="*/ 1837551 h 2649561"/>
              <a:gd name="connsiteX6" fmla="*/ 334504 w 475062"/>
              <a:gd name="connsiteY6" fmla="*/ 2049695 h 2649561"/>
              <a:gd name="connsiteX7" fmla="*/ 147787 w 475062"/>
              <a:gd name="connsiteY7" fmla="*/ 2344639 h 2649561"/>
              <a:gd name="connsiteX8" fmla="*/ 0 w 475062"/>
              <a:gd name="connsiteY8" fmla="*/ 2649561 h 2649561"/>
              <a:gd name="connsiteX0" fmla="*/ 0 w 581190"/>
              <a:gd name="connsiteY0" fmla="*/ 0 h 2670293"/>
              <a:gd name="connsiteX1" fmla="*/ 383870 w 581190"/>
              <a:gd name="connsiteY1" fmla="*/ 351930 h 2670293"/>
              <a:gd name="connsiteX2" fmla="*/ 531177 w 581190"/>
              <a:gd name="connsiteY2" fmla="*/ 541877 h 2670293"/>
              <a:gd name="connsiteX3" fmla="*/ 524706 w 581190"/>
              <a:gd name="connsiteY3" fmla="*/ 1022204 h 2670293"/>
              <a:gd name="connsiteX4" fmla="*/ 578523 w 581190"/>
              <a:gd name="connsiteY4" fmla="*/ 1415206 h 2670293"/>
              <a:gd name="connsiteX5" fmla="*/ 522491 w 581190"/>
              <a:gd name="connsiteY5" fmla="*/ 1858283 h 2670293"/>
              <a:gd name="connsiteX6" fmla="*/ 440632 w 581190"/>
              <a:gd name="connsiteY6" fmla="*/ 2070427 h 2670293"/>
              <a:gd name="connsiteX7" fmla="*/ 253915 w 581190"/>
              <a:gd name="connsiteY7" fmla="*/ 2365371 h 2670293"/>
              <a:gd name="connsiteX8" fmla="*/ 106128 w 581190"/>
              <a:gd name="connsiteY8" fmla="*/ 2670293 h 2670293"/>
              <a:gd name="connsiteX0" fmla="*/ 0 w 581190"/>
              <a:gd name="connsiteY0" fmla="*/ 0 h 2365371"/>
              <a:gd name="connsiteX1" fmla="*/ 383870 w 581190"/>
              <a:gd name="connsiteY1" fmla="*/ 351930 h 2365371"/>
              <a:gd name="connsiteX2" fmla="*/ 531177 w 581190"/>
              <a:gd name="connsiteY2" fmla="*/ 541877 h 2365371"/>
              <a:gd name="connsiteX3" fmla="*/ 524706 w 581190"/>
              <a:gd name="connsiteY3" fmla="*/ 1022204 h 2365371"/>
              <a:gd name="connsiteX4" fmla="*/ 578523 w 581190"/>
              <a:gd name="connsiteY4" fmla="*/ 1415206 h 2365371"/>
              <a:gd name="connsiteX5" fmla="*/ 522491 w 581190"/>
              <a:gd name="connsiteY5" fmla="*/ 1858283 h 2365371"/>
              <a:gd name="connsiteX6" fmla="*/ 440632 w 581190"/>
              <a:gd name="connsiteY6" fmla="*/ 2070427 h 2365371"/>
              <a:gd name="connsiteX7" fmla="*/ 253915 w 581190"/>
              <a:gd name="connsiteY7" fmla="*/ 2365371 h 2365371"/>
              <a:gd name="connsiteX0" fmla="*/ 0 w 581190"/>
              <a:gd name="connsiteY0" fmla="*/ 0 h 2129666"/>
              <a:gd name="connsiteX1" fmla="*/ 383870 w 581190"/>
              <a:gd name="connsiteY1" fmla="*/ 351930 h 2129666"/>
              <a:gd name="connsiteX2" fmla="*/ 531177 w 581190"/>
              <a:gd name="connsiteY2" fmla="*/ 541877 h 2129666"/>
              <a:gd name="connsiteX3" fmla="*/ 524706 w 581190"/>
              <a:gd name="connsiteY3" fmla="*/ 1022204 h 2129666"/>
              <a:gd name="connsiteX4" fmla="*/ 578523 w 581190"/>
              <a:gd name="connsiteY4" fmla="*/ 1415206 h 2129666"/>
              <a:gd name="connsiteX5" fmla="*/ 522491 w 581190"/>
              <a:gd name="connsiteY5" fmla="*/ 1858283 h 2129666"/>
              <a:gd name="connsiteX6" fmla="*/ 440632 w 581190"/>
              <a:gd name="connsiteY6" fmla="*/ 2070427 h 2129666"/>
              <a:gd name="connsiteX7" fmla="*/ 335656 w 581190"/>
              <a:gd name="connsiteY7" fmla="*/ 2129666 h 2129666"/>
              <a:gd name="connsiteX0" fmla="*/ 0 w 581190"/>
              <a:gd name="connsiteY0" fmla="*/ 0 h 2129666"/>
              <a:gd name="connsiteX1" fmla="*/ 383870 w 581190"/>
              <a:gd name="connsiteY1" fmla="*/ 351930 h 2129666"/>
              <a:gd name="connsiteX2" fmla="*/ 531177 w 581190"/>
              <a:gd name="connsiteY2" fmla="*/ 541877 h 2129666"/>
              <a:gd name="connsiteX3" fmla="*/ 524706 w 581190"/>
              <a:gd name="connsiteY3" fmla="*/ 1022204 h 2129666"/>
              <a:gd name="connsiteX4" fmla="*/ 578523 w 581190"/>
              <a:gd name="connsiteY4" fmla="*/ 1415206 h 2129666"/>
              <a:gd name="connsiteX5" fmla="*/ 522491 w 581190"/>
              <a:gd name="connsiteY5" fmla="*/ 1858283 h 2129666"/>
              <a:gd name="connsiteX6" fmla="*/ 335656 w 581190"/>
              <a:gd name="connsiteY6" fmla="*/ 2129666 h 2129666"/>
              <a:gd name="connsiteX0" fmla="*/ 0 w 583303"/>
              <a:gd name="connsiteY0" fmla="*/ 0 h 2129666"/>
              <a:gd name="connsiteX1" fmla="*/ 383870 w 583303"/>
              <a:gd name="connsiteY1" fmla="*/ 351930 h 2129666"/>
              <a:gd name="connsiteX2" fmla="*/ 531177 w 583303"/>
              <a:gd name="connsiteY2" fmla="*/ 541877 h 2129666"/>
              <a:gd name="connsiteX3" fmla="*/ 583262 w 583303"/>
              <a:gd name="connsiteY3" fmla="*/ 712299 h 2129666"/>
              <a:gd name="connsiteX4" fmla="*/ 524706 w 583303"/>
              <a:gd name="connsiteY4" fmla="*/ 1022204 h 2129666"/>
              <a:gd name="connsiteX5" fmla="*/ 578523 w 583303"/>
              <a:gd name="connsiteY5" fmla="*/ 1415206 h 2129666"/>
              <a:gd name="connsiteX6" fmla="*/ 522491 w 583303"/>
              <a:gd name="connsiteY6" fmla="*/ 1858283 h 2129666"/>
              <a:gd name="connsiteX7" fmla="*/ 335656 w 583303"/>
              <a:gd name="connsiteY7" fmla="*/ 2129666 h 2129666"/>
              <a:gd name="connsiteX0" fmla="*/ 0 w 583267"/>
              <a:gd name="connsiteY0" fmla="*/ 0 h 2129666"/>
              <a:gd name="connsiteX1" fmla="*/ 383870 w 583267"/>
              <a:gd name="connsiteY1" fmla="*/ 351930 h 2129666"/>
              <a:gd name="connsiteX2" fmla="*/ 387330 w 583267"/>
              <a:gd name="connsiteY2" fmla="*/ 718731 h 2129666"/>
              <a:gd name="connsiteX3" fmla="*/ 583262 w 583267"/>
              <a:gd name="connsiteY3" fmla="*/ 712299 h 2129666"/>
              <a:gd name="connsiteX4" fmla="*/ 524706 w 583267"/>
              <a:gd name="connsiteY4" fmla="*/ 1022204 h 2129666"/>
              <a:gd name="connsiteX5" fmla="*/ 578523 w 583267"/>
              <a:gd name="connsiteY5" fmla="*/ 1415206 h 2129666"/>
              <a:gd name="connsiteX6" fmla="*/ 522491 w 583267"/>
              <a:gd name="connsiteY6" fmla="*/ 1858283 h 2129666"/>
              <a:gd name="connsiteX7" fmla="*/ 335656 w 583267"/>
              <a:gd name="connsiteY7" fmla="*/ 2129666 h 2129666"/>
              <a:gd name="connsiteX0" fmla="*/ 0 w 583267"/>
              <a:gd name="connsiteY0" fmla="*/ 129863 h 2259529"/>
              <a:gd name="connsiteX1" fmla="*/ 153844 w 583267"/>
              <a:gd name="connsiteY1" fmla="*/ 10961 h 2259529"/>
              <a:gd name="connsiteX2" fmla="*/ 383870 w 583267"/>
              <a:gd name="connsiteY2" fmla="*/ 481793 h 2259529"/>
              <a:gd name="connsiteX3" fmla="*/ 387330 w 583267"/>
              <a:gd name="connsiteY3" fmla="*/ 848594 h 2259529"/>
              <a:gd name="connsiteX4" fmla="*/ 583262 w 583267"/>
              <a:gd name="connsiteY4" fmla="*/ 842162 h 2259529"/>
              <a:gd name="connsiteX5" fmla="*/ 524706 w 583267"/>
              <a:gd name="connsiteY5" fmla="*/ 1152067 h 2259529"/>
              <a:gd name="connsiteX6" fmla="*/ 578523 w 583267"/>
              <a:gd name="connsiteY6" fmla="*/ 1545069 h 2259529"/>
              <a:gd name="connsiteX7" fmla="*/ 522491 w 583267"/>
              <a:gd name="connsiteY7" fmla="*/ 1988146 h 2259529"/>
              <a:gd name="connsiteX8" fmla="*/ 335656 w 583267"/>
              <a:gd name="connsiteY8" fmla="*/ 2259529 h 2259529"/>
              <a:gd name="connsiteX0" fmla="*/ 0 w 593511"/>
              <a:gd name="connsiteY0" fmla="*/ 129863 h 2259529"/>
              <a:gd name="connsiteX1" fmla="*/ 153844 w 593511"/>
              <a:gd name="connsiteY1" fmla="*/ 10961 h 2259529"/>
              <a:gd name="connsiteX2" fmla="*/ 383870 w 593511"/>
              <a:gd name="connsiteY2" fmla="*/ 481793 h 2259529"/>
              <a:gd name="connsiteX3" fmla="*/ 387330 w 593511"/>
              <a:gd name="connsiteY3" fmla="*/ 848594 h 2259529"/>
              <a:gd name="connsiteX4" fmla="*/ 593506 w 593511"/>
              <a:gd name="connsiteY4" fmla="*/ 905585 h 2259529"/>
              <a:gd name="connsiteX5" fmla="*/ 524706 w 593511"/>
              <a:gd name="connsiteY5" fmla="*/ 1152067 h 2259529"/>
              <a:gd name="connsiteX6" fmla="*/ 578523 w 593511"/>
              <a:gd name="connsiteY6" fmla="*/ 1545069 h 2259529"/>
              <a:gd name="connsiteX7" fmla="*/ 522491 w 593511"/>
              <a:gd name="connsiteY7" fmla="*/ 1988146 h 2259529"/>
              <a:gd name="connsiteX8" fmla="*/ 335656 w 593511"/>
              <a:gd name="connsiteY8" fmla="*/ 2259529 h 2259529"/>
              <a:gd name="connsiteX0" fmla="*/ 0 w 593511"/>
              <a:gd name="connsiteY0" fmla="*/ 129863 h 2259529"/>
              <a:gd name="connsiteX1" fmla="*/ 153844 w 593511"/>
              <a:gd name="connsiteY1" fmla="*/ 10961 h 2259529"/>
              <a:gd name="connsiteX2" fmla="*/ 383870 w 593511"/>
              <a:gd name="connsiteY2" fmla="*/ 481793 h 2259529"/>
              <a:gd name="connsiteX3" fmla="*/ 387330 w 593511"/>
              <a:gd name="connsiteY3" fmla="*/ 848594 h 2259529"/>
              <a:gd name="connsiteX4" fmla="*/ 593506 w 593511"/>
              <a:gd name="connsiteY4" fmla="*/ 905585 h 2259529"/>
              <a:gd name="connsiteX5" fmla="*/ 524706 w 593511"/>
              <a:gd name="connsiteY5" fmla="*/ 1152067 h 2259529"/>
              <a:gd name="connsiteX6" fmla="*/ 578523 w 593511"/>
              <a:gd name="connsiteY6" fmla="*/ 1545069 h 2259529"/>
              <a:gd name="connsiteX7" fmla="*/ 547782 w 593511"/>
              <a:gd name="connsiteY7" fmla="*/ 1915281 h 2259529"/>
              <a:gd name="connsiteX8" fmla="*/ 335656 w 593511"/>
              <a:gd name="connsiteY8" fmla="*/ 2259529 h 2259529"/>
              <a:gd name="connsiteX0" fmla="*/ 0 w 593511"/>
              <a:gd name="connsiteY0" fmla="*/ 129863 h 2259529"/>
              <a:gd name="connsiteX1" fmla="*/ 153844 w 593511"/>
              <a:gd name="connsiteY1" fmla="*/ 10961 h 2259529"/>
              <a:gd name="connsiteX2" fmla="*/ 383870 w 593511"/>
              <a:gd name="connsiteY2" fmla="*/ 481793 h 2259529"/>
              <a:gd name="connsiteX3" fmla="*/ 387330 w 593511"/>
              <a:gd name="connsiteY3" fmla="*/ 848594 h 2259529"/>
              <a:gd name="connsiteX4" fmla="*/ 593506 w 593511"/>
              <a:gd name="connsiteY4" fmla="*/ 905585 h 2259529"/>
              <a:gd name="connsiteX5" fmla="*/ 524706 w 593511"/>
              <a:gd name="connsiteY5" fmla="*/ 1152067 h 2259529"/>
              <a:gd name="connsiteX6" fmla="*/ 578523 w 593511"/>
              <a:gd name="connsiteY6" fmla="*/ 1545069 h 2259529"/>
              <a:gd name="connsiteX7" fmla="*/ 547782 w 593511"/>
              <a:gd name="connsiteY7" fmla="*/ 1915281 h 2259529"/>
              <a:gd name="connsiteX8" fmla="*/ 335656 w 593511"/>
              <a:gd name="connsiteY8" fmla="*/ 2259529 h 2259529"/>
              <a:gd name="connsiteX0" fmla="*/ 0 w 1092288"/>
              <a:gd name="connsiteY0" fmla="*/ 0 h 2291472"/>
              <a:gd name="connsiteX1" fmla="*/ 652621 w 1092288"/>
              <a:gd name="connsiteY1" fmla="*/ 42904 h 2291472"/>
              <a:gd name="connsiteX2" fmla="*/ 882647 w 1092288"/>
              <a:gd name="connsiteY2" fmla="*/ 513736 h 2291472"/>
              <a:gd name="connsiteX3" fmla="*/ 886107 w 1092288"/>
              <a:gd name="connsiteY3" fmla="*/ 880537 h 2291472"/>
              <a:gd name="connsiteX4" fmla="*/ 1092283 w 1092288"/>
              <a:gd name="connsiteY4" fmla="*/ 937528 h 2291472"/>
              <a:gd name="connsiteX5" fmla="*/ 1023483 w 1092288"/>
              <a:gd name="connsiteY5" fmla="*/ 1184010 h 2291472"/>
              <a:gd name="connsiteX6" fmla="*/ 1077300 w 1092288"/>
              <a:gd name="connsiteY6" fmla="*/ 1577012 h 2291472"/>
              <a:gd name="connsiteX7" fmla="*/ 1046559 w 1092288"/>
              <a:gd name="connsiteY7" fmla="*/ 1947224 h 2291472"/>
              <a:gd name="connsiteX8" fmla="*/ 834433 w 1092288"/>
              <a:gd name="connsiteY8" fmla="*/ 2291472 h 2291472"/>
              <a:gd name="connsiteX0" fmla="*/ 0 w 1092288"/>
              <a:gd name="connsiteY0" fmla="*/ 0 h 2291472"/>
              <a:gd name="connsiteX1" fmla="*/ 652621 w 1092288"/>
              <a:gd name="connsiteY1" fmla="*/ 42904 h 2291472"/>
              <a:gd name="connsiteX2" fmla="*/ 882647 w 1092288"/>
              <a:gd name="connsiteY2" fmla="*/ 513736 h 2291472"/>
              <a:gd name="connsiteX3" fmla="*/ 886107 w 1092288"/>
              <a:gd name="connsiteY3" fmla="*/ 880537 h 2291472"/>
              <a:gd name="connsiteX4" fmla="*/ 1092283 w 1092288"/>
              <a:gd name="connsiteY4" fmla="*/ 937528 h 2291472"/>
              <a:gd name="connsiteX5" fmla="*/ 1023483 w 1092288"/>
              <a:gd name="connsiteY5" fmla="*/ 1184010 h 2291472"/>
              <a:gd name="connsiteX6" fmla="*/ 1077300 w 1092288"/>
              <a:gd name="connsiteY6" fmla="*/ 1577012 h 2291472"/>
              <a:gd name="connsiteX7" fmla="*/ 1046559 w 1092288"/>
              <a:gd name="connsiteY7" fmla="*/ 1947224 h 2291472"/>
              <a:gd name="connsiteX8" fmla="*/ 834433 w 1092288"/>
              <a:gd name="connsiteY8" fmla="*/ 2291472 h 2291472"/>
              <a:gd name="connsiteX0" fmla="*/ 0 w 1092288"/>
              <a:gd name="connsiteY0" fmla="*/ 0 h 2291472"/>
              <a:gd name="connsiteX1" fmla="*/ 517153 w 1092288"/>
              <a:gd name="connsiteY1" fmla="*/ 20733 h 2291472"/>
              <a:gd name="connsiteX2" fmla="*/ 882647 w 1092288"/>
              <a:gd name="connsiteY2" fmla="*/ 513736 h 2291472"/>
              <a:gd name="connsiteX3" fmla="*/ 886107 w 1092288"/>
              <a:gd name="connsiteY3" fmla="*/ 880537 h 2291472"/>
              <a:gd name="connsiteX4" fmla="*/ 1092283 w 1092288"/>
              <a:gd name="connsiteY4" fmla="*/ 937528 h 2291472"/>
              <a:gd name="connsiteX5" fmla="*/ 1023483 w 1092288"/>
              <a:gd name="connsiteY5" fmla="*/ 1184010 h 2291472"/>
              <a:gd name="connsiteX6" fmla="*/ 1077300 w 1092288"/>
              <a:gd name="connsiteY6" fmla="*/ 1577012 h 2291472"/>
              <a:gd name="connsiteX7" fmla="*/ 1046559 w 1092288"/>
              <a:gd name="connsiteY7" fmla="*/ 1947224 h 2291472"/>
              <a:gd name="connsiteX8" fmla="*/ 834433 w 1092288"/>
              <a:gd name="connsiteY8" fmla="*/ 2291472 h 2291472"/>
              <a:gd name="connsiteX0" fmla="*/ 0 w 1092288"/>
              <a:gd name="connsiteY0" fmla="*/ 0 h 2291472"/>
              <a:gd name="connsiteX1" fmla="*/ 536230 w 1092288"/>
              <a:gd name="connsiteY1" fmla="*/ 73867 h 2291472"/>
              <a:gd name="connsiteX2" fmla="*/ 882647 w 1092288"/>
              <a:gd name="connsiteY2" fmla="*/ 513736 h 2291472"/>
              <a:gd name="connsiteX3" fmla="*/ 886107 w 1092288"/>
              <a:gd name="connsiteY3" fmla="*/ 880537 h 2291472"/>
              <a:gd name="connsiteX4" fmla="*/ 1092283 w 1092288"/>
              <a:gd name="connsiteY4" fmla="*/ 937528 h 2291472"/>
              <a:gd name="connsiteX5" fmla="*/ 1023483 w 1092288"/>
              <a:gd name="connsiteY5" fmla="*/ 1184010 h 2291472"/>
              <a:gd name="connsiteX6" fmla="*/ 1077300 w 1092288"/>
              <a:gd name="connsiteY6" fmla="*/ 1577012 h 2291472"/>
              <a:gd name="connsiteX7" fmla="*/ 1046559 w 1092288"/>
              <a:gd name="connsiteY7" fmla="*/ 1947224 h 2291472"/>
              <a:gd name="connsiteX8" fmla="*/ 834433 w 1092288"/>
              <a:gd name="connsiteY8" fmla="*/ 2291472 h 229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88" h="2291472">
                <a:moveTo>
                  <a:pt x="0" y="0"/>
                </a:moveTo>
                <a:cubicBezTo>
                  <a:pt x="156586" y="135590"/>
                  <a:pt x="472252" y="15212"/>
                  <a:pt x="536230" y="73867"/>
                </a:cubicBezTo>
                <a:cubicBezTo>
                  <a:pt x="600208" y="132522"/>
                  <a:pt x="824334" y="379291"/>
                  <a:pt x="882647" y="513736"/>
                </a:cubicBezTo>
                <a:cubicBezTo>
                  <a:pt x="940960" y="648181"/>
                  <a:pt x="851168" y="809905"/>
                  <a:pt x="886107" y="880537"/>
                </a:cubicBezTo>
                <a:cubicBezTo>
                  <a:pt x="921046" y="951169"/>
                  <a:pt x="1093361" y="857474"/>
                  <a:pt x="1092283" y="937528"/>
                </a:cubicBezTo>
                <a:cubicBezTo>
                  <a:pt x="1091205" y="1017582"/>
                  <a:pt x="1015238" y="1071230"/>
                  <a:pt x="1023483" y="1184010"/>
                </a:cubicBezTo>
                <a:cubicBezTo>
                  <a:pt x="1027389" y="1316217"/>
                  <a:pt x="1059488" y="1445757"/>
                  <a:pt x="1077300" y="1577012"/>
                </a:cubicBezTo>
                <a:cubicBezTo>
                  <a:pt x="1093492" y="1695979"/>
                  <a:pt x="1081164" y="1809324"/>
                  <a:pt x="1046559" y="1947224"/>
                </a:cubicBezTo>
                <a:cubicBezTo>
                  <a:pt x="1006081" y="2066301"/>
                  <a:pt x="873357" y="2234934"/>
                  <a:pt x="834433" y="2291472"/>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B5214490-0DBD-0C7E-0CD9-97D7DAA6AC2D}"/>
              </a:ext>
            </a:extLst>
          </p:cNvPr>
          <p:cNvSpPr/>
          <p:nvPr/>
        </p:nvSpPr>
        <p:spPr>
          <a:xfrm rot="7029322">
            <a:off x="8517486" y="-734785"/>
            <a:ext cx="1072984" cy="1681789"/>
          </a:xfrm>
          <a:custGeom>
            <a:avLst/>
            <a:gdLst>
              <a:gd name="connsiteX0" fmla="*/ 0 w 389425"/>
              <a:gd name="connsiteY0" fmla="*/ 33 h 2011236"/>
              <a:gd name="connsiteX1" fmla="*/ 171260 w 389425"/>
              <a:gd name="connsiteY1" fmla="*/ 60326 h 2011236"/>
              <a:gd name="connsiteX2" fmla="*/ 211455 w 389425"/>
              <a:gd name="connsiteY2" fmla="*/ 221204 h 2011236"/>
              <a:gd name="connsiteX3" fmla="*/ 243078 w 389425"/>
              <a:gd name="connsiteY3" fmla="*/ 448089 h 2011236"/>
              <a:gd name="connsiteX4" fmla="*/ 346424 w 389425"/>
              <a:gd name="connsiteY4" fmla="*/ 789941 h 2011236"/>
              <a:gd name="connsiteX5" fmla="*/ 372237 w 389425"/>
              <a:gd name="connsiteY5" fmla="*/ 942151 h 2011236"/>
              <a:gd name="connsiteX6" fmla="*/ 386620 w 389425"/>
              <a:gd name="connsiteY6" fmla="*/ 1272478 h 2011236"/>
              <a:gd name="connsiteX7" fmla="*/ 280416 w 389425"/>
              <a:gd name="connsiteY7" fmla="*/ 1660241 h 2011236"/>
              <a:gd name="connsiteX8" fmla="*/ 151257 w 389425"/>
              <a:gd name="connsiteY8" fmla="*/ 1844073 h 2011236"/>
              <a:gd name="connsiteX9" fmla="*/ 1905 w 389425"/>
              <a:gd name="connsiteY9" fmla="*/ 2011237 h 2011236"/>
              <a:gd name="connsiteX0" fmla="*/ 0 w 389425"/>
              <a:gd name="connsiteY0" fmla="*/ 33 h 1864349"/>
              <a:gd name="connsiteX1" fmla="*/ 171260 w 389425"/>
              <a:gd name="connsiteY1" fmla="*/ 60326 h 1864349"/>
              <a:gd name="connsiteX2" fmla="*/ 211455 w 389425"/>
              <a:gd name="connsiteY2" fmla="*/ 221204 h 1864349"/>
              <a:gd name="connsiteX3" fmla="*/ 243078 w 389425"/>
              <a:gd name="connsiteY3" fmla="*/ 448089 h 1864349"/>
              <a:gd name="connsiteX4" fmla="*/ 346424 w 389425"/>
              <a:gd name="connsiteY4" fmla="*/ 789941 h 1864349"/>
              <a:gd name="connsiteX5" fmla="*/ 372237 w 389425"/>
              <a:gd name="connsiteY5" fmla="*/ 942151 h 1864349"/>
              <a:gd name="connsiteX6" fmla="*/ 386620 w 389425"/>
              <a:gd name="connsiteY6" fmla="*/ 1272478 h 1864349"/>
              <a:gd name="connsiteX7" fmla="*/ 280416 w 389425"/>
              <a:gd name="connsiteY7" fmla="*/ 1660241 h 1864349"/>
              <a:gd name="connsiteX8" fmla="*/ 151257 w 389425"/>
              <a:gd name="connsiteY8" fmla="*/ 1844073 h 1864349"/>
              <a:gd name="connsiteX9" fmla="*/ 66251 w 389425"/>
              <a:gd name="connsiteY9" fmla="*/ 1780067 h 1864349"/>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280416 w 389425"/>
              <a:gd name="connsiteY7" fmla="*/ 1660241 h 1872081"/>
              <a:gd name="connsiteX8" fmla="*/ 279950 w 389425"/>
              <a:gd name="connsiteY8" fmla="*/ 1852414 h 1872081"/>
              <a:gd name="connsiteX9" fmla="*/ 66251 w 389425"/>
              <a:gd name="connsiteY9" fmla="*/ 1780067 h 1872081"/>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357871 w 389425"/>
              <a:gd name="connsiteY7" fmla="*/ 1623302 h 1872081"/>
              <a:gd name="connsiteX8" fmla="*/ 279950 w 389425"/>
              <a:gd name="connsiteY8" fmla="*/ 1852414 h 1872081"/>
              <a:gd name="connsiteX9" fmla="*/ 66251 w 389425"/>
              <a:gd name="connsiteY9" fmla="*/ 1780067 h 1872081"/>
              <a:gd name="connsiteX0" fmla="*/ 0 w 389425"/>
              <a:gd name="connsiteY0" fmla="*/ 33 h 1897079"/>
              <a:gd name="connsiteX1" fmla="*/ 171260 w 389425"/>
              <a:gd name="connsiteY1" fmla="*/ 60326 h 1897079"/>
              <a:gd name="connsiteX2" fmla="*/ 211455 w 389425"/>
              <a:gd name="connsiteY2" fmla="*/ 221204 h 1897079"/>
              <a:gd name="connsiteX3" fmla="*/ 243078 w 389425"/>
              <a:gd name="connsiteY3" fmla="*/ 448089 h 1897079"/>
              <a:gd name="connsiteX4" fmla="*/ 346424 w 389425"/>
              <a:gd name="connsiteY4" fmla="*/ 789941 h 1897079"/>
              <a:gd name="connsiteX5" fmla="*/ 372237 w 389425"/>
              <a:gd name="connsiteY5" fmla="*/ 942151 h 1897079"/>
              <a:gd name="connsiteX6" fmla="*/ 386620 w 389425"/>
              <a:gd name="connsiteY6" fmla="*/ 1272478 h 1897079"/>
              <a:gd name="connsiteX7" fmla="*/ 357871 w 389425"/>
              <a:gd name="connsiteY7" fmla="*/ 1623302 h 1897079"/>
              <a:gd name="connsiteX8" fmla="*/ 279950 w 389425"/>
              <a:gd name="connsiteY8" fmla="*/ 1852414 h 1897079"/>
              <a:gd name="connsiteX9" fmla="*/ 66251 w 389425"/>
              <a:gd name="connsiteY9" fmla="*/ 1780067 h 1897079"/>
              <a:gd name="connsiteX0" fmla="*/ 0 w 389425"/>
              <a:gd name="connsiteY0" fmla="*/ 33 h 1901975"/>
              <a:gd name="connsiteX1" fmla="*/ 171260 w 389425"/>
              <a:gd name="connsiteY1" fmla="*/ 60326 h 1901975"/>
              <a:gd name="connsiteX2" fmla="*/ 211455 w 389425"/>
              <a:gd name="connsiteY2" fmla="*/ 221204 h 1901975"/>
              <a:gd name="connsiteX3" fmla="*/ 243078 w 389425"/>
              <a:gd name="connsiteY3" fmla="*/ 448089 h 1901975"/>
              <a:gd name="connsiteX4" fmla="*/ 346424 w 389425"/>
              <a:gd name="connsiteY4" fmla="*/ 789941 h 1901975"/>
              <a:gd name="connsiteX5" fmla="*/ 372237 w 389425"/>
              <a:gd name="connsiteY5" fmla="*/ 942151 h 1901975"/>
              <a:gd name="connsiteX6" fmla="*/ 386620 w 389425"/>
              <a:gd name="connsiteY6" fmla="*/ 1272478 h 1901975"/>
              <a:gd name="connsiteX7" fmla="*/ 357871 w 389425"/>
              <a:gd name="connsiteY7" fmla="*/ 1623302 h 1901975"/>
              <a:gd name="connsiteX8" fmla="*/ 279950 w 389425"/>
              <a:gd name="connsiteY8" fmla="*/ 1852414 h 1901975"/>
              <a:gd name="connsiteX9" fmla="*/ 66251 w 389425"/>
              <a:gd name="connsiteY9" fmla="*/ 1795558 h 1901975"/>
              <a:gd name="connsiteX0" fmla="*/ 0 w 416359"/>
              <a:gd name="connsiteY0" fmla="*/ 33 h 1901975"/>
              <a:gd name="connsiteX1" fmla="*/ 171260 w 416359"/>
              <a:gd name="connsiteY1" fmla="*/ 60326 h 1901975"/>
              <a:gd name="connsiteX2" fmla="*/ 211455 w 416359"/>
              <a:gd name="connsiteY2" fmla="*/ 221204 h 1901975"/>
              <a:gd name="connsiteX3" fmla="*/ 243078 w 416359"/>
              <a:gd name="connsiteY3" fmla="*/ 448089 h 1901975"/>
              <a:gd name="connsiteX4" fmla="*/ 346424 w 416359"/>
              <a:gd name="connsiteY4" fmla="*/ 789941 h 1901975"/>
              <a:gd name="connsiteX5" fmla="*/ 372237 w 416359"/>
              <a:gd name="connsiteY5" fmla="*/ 942151 h 1901975"/>
              <a:gd name="connsiteX6" fmla="*/ 386620 w 416359"/>
              <a:gd name="connsiteY6" fmla="*/ 1272478 h 1901975"/>
              <a:gd name="connsiteX7" fmla="*/ 412684 w 416359"/>
              <a:gd name="connsiteY7" fmla="*/ 1613769 h 1901975"/>
              <a:gd name="connsiteX8" fmla="*/ 279950 w 416359"/>
              <a:gd name="connsiteY8" fmla="*/ 1852414 h 1901975"/>
              <a:gd name="connsiteX9" fmla="*/ 66251 w 416359"/>
              <a:gd name="connsiteY9" fmla="*/ 1795558 h 1901975"/>
              <a:gd name="connsiteX0" fmla="*/ 0 w 356779"/>
              <a:gd name="connsiteY0" fmla="*/ 7 h 1963912"/>
              <a:gd name="connsiteX1" fmla="*/ 111680 w 356779"/>
              <a:gd name="connsiteY1" fmla="*/ 122263 h 1963912"/>
              <a:gd name="connsiteX2" fmla="*/ 151875 w 356779"/>
              <a:gd name="connsiteY2" fmla="*/ 283141 h 1963912"/>
              <a:gd name="connsiteX3" fmla="*/ 183498 w 356779"/>
              <a:gd name="connsiteY3" fmla="*/ 510026 h 1963912"/>
              <a:gd name="connsiteX4" fmla="*/ 286844 w 356779"/>
              <a:gd name="connsiteY4" fmla="*/ 851878 h 1963912"/>
              <a:gd name="connsiteX5" fmla="*/ 312657 w 356779"/>
              <a:gd name="connsiteY5" fmla="*/ 1004088 h 1963912"/>
              <a:gd name="connsiteX6" fmla="*/ 327040 w 356779"/>
              <a:gd name="connsiteY6" fmla="*/ 1334415 h 1963912"/>
              <a:gd name="connsiteX7" fmla="*/ 353104 w 356779"/>
              <a:gd name="connsiteY7" fmla="*/ 1675706 h 1963912"/>
              <a:gd name="connsiteX8" fmla="*/ 220370 w 356779"/>
              <a:gd name="connsiteY8" fmla="*/ 1914351 h 1963912"/>
              <a:gd name="connsiteX9" fmla="*/ 6671 w 356779"/>
              <a:gd name="connsiteY9" fmla="*/ 1857495 h 1963912"/>
              <a:gd name="connsiteX0" fmla="*/ 0 w 356779"/>
              <a:gd name="connsiteY0" fmla="*/ 8 h 1963913"/>
              <a:gd name="connsiteX1" fmla="*/ 111680 w 356779"/>
              <a:gd name="connsiteY1" fmla="*/ 122264 h 1963913"/>
              <a:gd name="connsiteX2" fmla="*/ 228137 w 356779"/>
              <a:gd name="connsiteY2" fmla="*/ 339147 h 1963913"/>
              <a:gd name="connsiteX3" fmla="*/ 183498 w 356779"/>
              <a:gd name="connsiteY3" fmla="*/ 510027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6779"/>
              <a:gd name="connsiteY0" fmla="*/ 8 h 1963913"/>
              <a:gd name="connsiteX1" fmla="*/ 111680 w 356779"/>
              <a:gd name="connsiteY1" fmla="*/ 122264 h 1963913"/>
              <a:gd name="connsiteX2" fmla="*/ 228137 w 356779"/>
              <a:gd name="connsiteY2" fmla="*/ 339147 h 1963913"/>
              <a:gd name="connsiteX3" fmla="*/ 239504 w 356779"/>
              <a:gd name="connsiteY3" fmla="*/ 602972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8694"/>
              <a:gd name="connsiteY0" fmla="*/ 8 h 1930725"/>
              <a:gd name="connsiteX1" fmla="*/ 111680 w 358694"/>
              <a:gd name="connsiteY1" fmla="*/ 122264 h 1930725"/>
              <a:gd name="connsiteX2" fmla="*/ 228137 w 358694"/>
              <a:gd name="connsiteY2" fmla="*/ 339147 h 1930725"/>
              <a:gd name="connsiteX3" fmla="*/ 239504 w 358694"/>
              <a:gd name="connsiteY3" fmla="*/ 602972 h 1930725"/>
              <a:gd name="connsiteX4" fmla="*/ 286844 w 358694"/>
              <a:gd name="connsiteY4" fmla="*/ 851879 h 1930725"/>
              <a:gd name="connsiteX5" fmla="*/ 312657 w 358694"/>
              <a:gd name="connsiteY5" fmla="*/ 1004089 h 1930725"/>
              <a:gd name="connsiteX6" fmla="*/ 327040 w 358694"/>
              <a:gd name="connsiteY6" fmla="*/ 1334416 h 1930725"/>
              <a:gd name="connsiteX7" fmla="*/ 353104 w 358694"/>
              <a:gd name="connsiteY7" fmla="*/ 1675707 h 1930725"/>
              <a:gd name="connsiteX8" fmla="*/ 186123 w 358694"/>
              <a:gd name="connsiteY8" fmla="*/ 1854034 h 1930725"/>
              <a:gd name="connsiteX9" fmla="*/ 6671 w 358694"/>
              <a:gd name="connsiteY9" fmla="*/ 1857496 h 1930725"/>
              <a:gd name="connsiteX0" fmla="*/ 0 w 358694"/>
              <a:gd name="connsiteY0" fmla="*/ 8 h 1956567"/>
              <a:gd name="connsiteX1" fmla="*/ 111680 w 358694"/>
              <a:gd name="connsiteY1" fmla="*/ 122264 h 1956567"/>
              <a:gd name="connsiteX2" fmla="*/ 228137 w 358694"/>
              <a:gd name="connsiteY2" fmla="*/ 339147 h 1956567"/>
              <a:gd name="connsiteX3" fmla="*/ 239504 w 358694"/>
              <a:gd name="connsiteY3" fmla="*/ 602972 h 1956567"/>
              <a:gd name="connsiteX4" fmla="*/ 286844 w 358694"/>
              <a:gd name="connsiteY4" fmla="*/ 851879 h 1956567"/>
              <a:gd name="connsiteX5" fmla="*/ 312657 w 358694"/>
              <a:gd name="connsiteY5" fmla="*/ 1004089 h 1956567"/>
              <a:gd name="connsiteX6" fmla="*/ 327040 w 358694"/>
              <a:gd name="connsiteY6" fmla="*/ 1334416 h 1956567"/>
              <a:gd name="connsiteX7" fmla="*/ 353104 w 358694"/>
              <a:gd name="connsiteY7" fmla="*/ 1675707 h 1956567"/>
              <a:gd name="connsiteX8" fmla="*/ 186123 w 358694"/>
              <a:gd name="connsiteY8" fmla="*/ 1854034 h 1956567"/>
              <a:gd name="connsiteX9" fmla="*/ 4388 w 358694"/>
              <a:gd name="connsiteY9" fmla="*/ 1898513 h 1956567"/>
              <a:gd name="connsiteX0" fmla="*/ 0 w 358694"/>
              <a:gd name="connsiteY0" fmla="*/ 8 h 1913885"/>
              <a:gd name="connsiteX1" fmla="*/ 111680 w 358694"/>
              <a:gd name="connsiteY1" fmla="*/ 122264 h 1913885"/>
              <a:gd name="connsiteX2" fmla="*/ 228137 w 358694"/>
              <a:gd name="connsiteY2" fmla="*/ 339147 h 1913885"/>
              <a:gd name="connsiteX3" fmla="*/ 239504 w 358694"/>
              <a:gd name="connsiteY3" fmla="*/ 602972 h 1913885"/>
              <a:gd name="connsiteX4" fmla="*/ 286844 w 358694"/>
              <a:gd name="connsiteY4" fmla="*/ 851879 h 1913885"/>
              <a:gd name="connsiteX5" fmla="*/ 312657 w 358694"/>
              <a:gd name="connsiteY5" fmla="*/ 1004089 h 1913885"/>
              <a:gd name="connsiteX6" fmla="*/ 327040 w 358694"/>
              <a:gd name="connsiteY6" fmla="*/ 1334416 h 1913885"/>
              <a:gd name="connsiteX7" fmla="*/ 353104 w 358694"/>
              <a:gd name="connsiteY7" fmla="*/ 1675707 h 1913885"/>
              <a:gd name="connsiteX8" fmla="*/ 186123 w 358694"/>
              <a:gd name="connsiteY8" fmla="*/ 1854034 h 1913885"/>
              <a:gd name="connsiteX9" fmla="*/ 4388 w 358694"/>
              <a:gd name="connsiteY9" fmla="*/ 1898513 h 1913885"/>
              <a:gd name="connsiteX0" fmla="*/ 0 w 329845"/>
              <a:gd name="connsiteY0" fmla="*/ 8 h 1913885"/>
              <a:gd name="connsiteX1" fmla="*/ 111680 w 329845"/>
              <a:gd name="connsiteY1" fmla="*/ 122264 h 1913885"/>
              <a:gd name="connsiteX2" fmla="*/ 228137 w 329845"/>
              <a:gd name="connsiteY2" fmla="*/ 339147 h 1913885"/>
              <a:gd name="connsiteX3" fmla="*/ 239504 w 329845"/>
              <a:gd name="connsiteY3" fmla="*/ 602972 h 1913885"/>
              <a:gd name="connsiteX4" fmla="*/ 286844 w 329845"/>
              <a:gd name="connsiteY4" fmla="*/ 851879 h 1913885"/>
              <a:gd name="connsiteX5" fmla="*/ 312657 w 329845"/>
              <a:gd name="connsiteY5" fmla="*/ 1004089 h 1913885"/>
              <a:gd name="connsiteX6" fmla="*/ 327040 w 329845"/>
              <a:gd name="connsiteY6" fmla="*/ 1334416 h 1913885"/>
              <a:gd name="connsiteX7" fmla="*/ 316574 w 329845"/>
              <a:gd name="connsiteY7" fmla="*/ 1656406 h 1913885"/>
              <a:gd name="connsiteX8" fmla="*/ 186123 w 329845"/>
              <a:gd name="connsiteY8" fmla="*/ 1854034 h 1913885"/>
              <a:gd name="connsiteX9" fmla="*/ 4388 w 329845"/>
              <a:gd name="connsiteY9"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6844 w 332491"/>
              <a:gd name="connsiteY4" fmla="*/ 851879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2278 w 332491"/>
              <a:gd name="connsiteY4" fmla="*/ 871181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73146 w 332491"/>
              <a:gd name="connsiteY4" fmla="*/ 895308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4745 w 337236"/>
              <a:gd name="connsiteY0" fmla="*/ 8 h 2010962"/>
              <a:gd name="connsiteX1" fmla="*/ 116425 w 337236"/>
              <a:gd name="connsiteY1" fmla="*/ 122264 h 2010962"/>
              <a:gd name="connsiteX2" fmla="*/ 232882 w 337236"/>
              <a:gd name="connsiteY2" fmla="*/ 339147 h 2010962"/>
              <a:gd name="connsiteX3" fmla="*/ 244249 w 337236"/>
              <a:gd name="connsiteY3" fmla="*/ 602972 h 2010962"/>
              <a:gd name="connsiteX4" fmla="*/ 277891 w 337236"/>
              <a:gd name="connsiteY4" fmla="*/ 895308 h 2010962"/>
              <a:gd name="connsiteX5" fmla="*/ 331785 w 337236"/>
              <a:gd name="connsiteY5" fmla="*/ 1334416 h 2010962"/>
              <a:gd name="connsiteX6" fmla="*/ 321319 w 337236"/>
              <a:gd name="connsiteY6" fmla="*/ 1656406 h 2010962"/>
              <a:gd name="connsiteX7" fmla="*/ 190868 w 337236"/>
              <a:gd name="connsiteY7" fmla="*/ 1854034 h 2010962"/>
              <a:gd name="connsiteX8" fmla="*/ 0 w 337236"/>
              <a:gd name="connsiteY8" fmla="*/ 2009498 h 2010962"/>
              <a:gd name="connsiteX0" fmla="*/ 4745 w 332134"/>
              <a:gd name="connsiteY0" fmla="*/ 8 h 2010962"/>
              <a:gd name="connsiteX1" fmla="*/ 116425 w 332134"/>
              <a:gd name="connsiteY1" fmla="*/ 122264 h 2010962"/>
              <a:gd name="connsiteX2" fmla="*/ 232882 w 332134"/>
              <a:gd name="connsiteY2" fmla="*/ 339147 h 2010962"/>
              <a:gd name="connsiteX3" fmla="*/ 244249 w 332134"/>
              <a:gd name="connsiteY3" fmla="*/ 602972 h 2010962"/>
              <a:gd name="connsiteX4" fmla="*/ 277891 w 332134"/>
              <a:gd name="connsiteY4" fmla="*/ 895308 h 2010962"/>
              <a:gd name="connsiteX5" fmla="*/ 331785 w 332134"/>
              <a:gd name="connsiteY5" fmla="*/ 1334416 h 2010962"/>
              <a:gd name="connsiteX6" fmla="*/ 264240 w 332134"/>
              <a:gd name="connsiteY6" fmla="*/ 1661232 h 2010962"/>
              <a:gd name="connsiteX7" fmla="*/ 190868 w 332134"/>
              <a:gd name="connsiteY7" fmla="*/ 1854034 h 2010962"/>
              <a:gd name="connsiteX8" fmla="*/ 0 w 332134"/>
              <a:gd name="connsiteY8" fmla="*/ 2009498 h 2010962"/>
              <a:gd name="connsiteX0" fmla="*/ 4745 w 435723"/>
              <a:gd name="connsiteY0" fmla="*/ 8 h 2010962"/>
              <a:gd name="connsiteX1" fmla="*/ 116425 w 435723"/>
              <a:gd name="connsiteY1" fmla="*/ 122264 h 2010962"/>
              <a:gd name="connsiteX2" fmla="*/ 232882 w 435723"/>
              <a:gd name="connsiteY2" fmla="*/ 339147 h 2010962"/>
              <a:gd name="connsiteX3" fmla="*/ 244249 w 435723"/>
              <a:gd name="connsiteY3" fmla="*/ 602972 h 2010962"/>
              <a:gd name="connsiteX4" fmla="*/ 277891 w 435723"/>
              <a:gd name="connsiteY4" fmla="*/ 895308 h 2010962"/>
              <a:gd name="connsiteX5" fmla="*/ 435591 w 435723"/>
              <a:gd name="connsiteY5" fmla="*/ 1248980 h 2010962"/>
              <a:gd name="connsiteX6" fmla="*/ 264240 w 435723"/>
              <a:gd name="connsiteY6" fmla="*/ 1661232 h 2010962"/>
              <a:gd name="connsiteX7" fmla="*/ 190868 w 435723"/>
              <a:gd name="connsiteY7" fmla="*/ 1854034 h 2010962"/>
              <a:gd name="connsiteX8" fmla="*/ 0 w 435723"/>
              <a:gd name="connsiteY8" fmla="*/ 2009498 h 2010962"/>
              <a:gd name="connsiteX0" fmla="*/ 4745 w 435723"/>
              <a:gd name="connsiteY0" fmla="*/ 8 h 2010962"/>
              <a:gd name="connsiteX1" fmla="*/ 116425 w 435723"/>
              <a:gd name="connsiteY1" fmla="*/ 122264 h 2010962"/>
              <a:gd name="connsiteX2" fmla="*/ 232882 w 435723"/>
              <a:gd name="connsiteY2" fmla="*/ 339147 h 2010962"/>
              <a:gd name="connsiteX3" fmla="*/ 361227 w 435723"/>
              <a:gd name="connsiteY3" fmla="*/ 505822 h 2010962"/>
              <a:gd name="connsiteX4" fmla="*/ 277891 w 435723"/>
              <a:gd name="connsiteY4" fmla="*/ 895308 h 2010962"/>
              <a:gd name="connsiteX5" fmla="*/ 435591 w 435723"/>
              <a:gd name="connsiteY5" fmla="*/ 1248980 h 2010962"/>
              <a:gd name="connsiteX6" fmla="*/ 264240 w 435723"/>
              <a:gd name="connsiteY6" fmla="*/ 1661232 h 2010962"/>
              <a:gd name="connsiteX7" fmla="*/ 190868 w 435723"/>
              <a:gd name="connsiteY7" fmla="*/ 1854034 h 2010962"/>
              <a:gd name="connsiteX8" fmla="*/ 0 w 435723"/>
              <a:gd name="connsiteY8" fmla="*/ 2009498 h 2010962"/>
              <a:gd name="connsiteX0" fmla="*/ 0 w 430978"/>
              <a:gd name="connsiteY0" fmla="*/ 8 h 1854034"/>
              <a:gd name="connsiteX1" fmla="*/ 111680 w 430978"/>
              <a:gd name="connsiteY1" fmla="*/ 122264 h 1854034"/>
              <a:gd name="connsiteX2" fmla="*/ 228137 w 430978"/>
              <a:gd name="connsiteY2" fmla="*/ 339147 h 1854034"/>
              <a:gd name="connsiteX3" fmla="*/ 356482 w 430978"/>
              <a:gd name="connsiteY3" fmla="*/ 505822 h 1854034"/>
              <a:gd name="connsiteX4" fmla="*/ 273146 w 430978"/>
              <a:gd name="connsiteY4" fmla="*/ 895308 h 1854034"/>
              <a:gd name="connsiteX5" fmla="*/ 430846 w 430978"/>
              <a:gd name="connsiteY5" fmla="*/ 1248980 h 1854034"/>
              <a:gd name="connsiteX6" fmla="*/ 259495 w 430978"/>
              <a:gd name="connsiteY6" fmla="*/ 1661232 h 1854034"/>
              <a:gd name="connsiteX7" fmla="*/ 186123 w 430978"/>
              <a:gd name="connsiteY7" fmla="*/ 1854034 h 1854034"/>
              <a:gd name="connsiteX0" fmla="*/ 0 w 430978"/>
              <a:gd name="connsiteY0" fmla="*/ 8 h 1661232"/>
              <a:gd name="connsiteX1" fmla="*/ 111680 w 430978"/>
              <a:gd name="connsiteY1" fmla="*/ 122264 h 1661232"/>
              <a:gd name="connsiteX2" fmla="*/ 228137 w 430978"/>
              <a:gd name="connsiteY2" fmla="*/ 339147 h 1661232"/>
              <a:gd name="connsiteX3" fmla="*/ 356482 w 430978"/>
              <a:gd name="connsiteY3" fmla="*/ 505822 h 1661232"/>
              <a:gd name="connsiteX4" fmla="*/ 273146 w 430978"/>
              <a:gd name="connsiteY4" fmla="*/ 895308 h 1661232"/>
              <a:gd name="connsiteX5" fmla="*/ 430846 w 430978"/>
              <a:gd name="connsiteY5" fmla="*/ 1248980 h 1661232"/>
              <a:gd name="connsiteX6" fmla="*/ 259495 w 430978"/>
              <a:gd name="connsiteY6" fmla="*/ 1661232 h 1661232"/>
              <a:gd name="connsiteX0" fmla="*/ 0 w 430978"/>
              <a:gd name="connsiteY0" fmla="*/ 8 h 1661232"/>
              <a:gd name="connsiteX1" fmla="*/ 111680 w 430978"/>
              <a:gd name="connsiteY1" fmla="*/ 122264 h 1661232"/>
              <a:gd name="connsiteX2" fmla="*/ 228137 w 430978"/>
              <a:gd name="connsiteY2" fmla="*/ 339147 h 1661232"/>
              <a:gd name="connsiteX3" fmla="*/ 266294 w 430978"/>
              <a:gd name="connsiteY3" fmla="*/ 598972 h 1661232"/>
              <a:gd name="connsiteX4" fmla="*/ 273146 w 430978"/>
              <a:gd name="connsiteY4" fmla="*/ 895308 h 1661232"/>
              <a:gd name="connsiteX5" fmla="*/ 430846 w 430978"/>
              <a:gd name="connsiteY5" fmla="*/ 1248980 h 1661232"/>
              <a:gd name="connsiteX6" fmla="*/ 259495 w 430978"/>
              <a:gd name="connsiteY6" fmla="*/ 1661232 h 1661232"/>
              <a:gd name="connsiteX0" fmla="*/ 0 w 430978"/>
              <a:gd name="connsiteY0" fmla="*/ 7967 h 1669191"/>
              <a:gd name="connsiteX1" fmla="*/ 115921 w 430978"/>
              <a:gd name="connsiteY1" fmla="*/ 35074 h 1669191"/>
              <a:gd name="connsiteX2" fmla="*/ 228137 w 430978"/>
              <a:gd name="connsiteY2" fmla="*/ 347106 h 1669191"/>
              <a:gd name="connsiteX3" fmla="*/ 266294 w 430978"/>
              <a:gd name="connsiteY3" fmla="*/ 606931 h 1669191"/>
              <a:gd name="connsiteX4" fmla="*/ 273146 w 430978"/>
              <a:gd name="connsiteY4" fmla="*/ 903267 h 1669191"/>
              <a:gd name="connsiteX5" fmla="*/ 430846 w 430978"/>
              <a:gd name="connsiteY5" fmla="*/ 1256939 h 1669191"/>
              <a:gd name="connsiteX6" fmla="*/ 259495 w 430978"/>
              <a:gd name="connsiteY6" fmla="*/ 1669191 h 1669191"/>
              <a:gd name="connsiteX0" fmla="*/ 0 w 432599"/>
              <a:gd name="connsiteY0" fmla="*/ 7967 h 1669191"/>
              <a:gd name="connsiteX1" fmla="*/ 115921 w 432599"/>
              <a:gd name="connsiteY1" fmla="*/ 35074 h 1669191"/>
              <a:gd name="connsiteX2" fmla="*/ 228137 w 432599"/>
              <a:gd name="connsiteY2" fmla="*/ 347106 h 1669191"/>
              <a:gd name="connsiteX3" fmla="*/ 266294 w 432599"/>
              <a:gd name="connsiteY3" fmla="*/ 606931 h 1669191"/>
              <a:gd name="connsiteX4" fmla="*/ 348099 w 432599"/>
              <a:gd name="connsiteY4" fmla="*/ 845074 h 1669191"/>
              <a:gd name="connsiteX5" fmla="*/ 430846 w 432599"/>
              <a:gd name="connsiteY5" fmla="*/ 1256939 h 1669191"/>
              <a:gd name="connsiteX6" fmla="*/ 259495 w 432599"/>
              <a:gd name="connsiteY6" fmla="*/ 1669191 h 1669191"/>
              <a:gd name="connsiteX0" fmla="*/ 0 w 912038"/>
              <a:gd name="connsiteY0" fmla="*/ 9 h 1765744"/>
              <a:gd name="connsiteX1" fmla="*/ 595360 w 912038"/>
              <a:gd name="connsiteY1" fmla="*/ 131627 h 1765744"/>
              <a:gd name="connsiteX2" fmla="*/ 707576 w 912038"/>
              <a:gd name="connsiteY2" fmla="*/ 443659 h 1765744"/>
              <a:gd name="connsiteX3" fmla="*/ 745733 w 912038"/>
              <a:gd name="connsiteY3" fmla="*/ 703484 h 1765744"/>
              <a:gd name="connsiteX4" fmla="*/ 827538 w 912038"/>
              <a:gd name="connsiteY4" fmla="*/ 941627 h 1765744"/>
              <a:gd name="connsiteX5" fmla="*/ 910285 w 912038"/>
              <a:gd name="connsiteY5" fmla="*/ 1353492 h 1765744"/>
              <a:gd name="connsiteX6" fmla="*/ 738934 w 912038"/>
              <a:gd name="connsiteY6" fmla="*/ 1765744 h 1765744"/>
              <a:gd name="connsiteX0" fmla="*/ 0 w 912038"/>
              <a:gd name="connsiteY0" fmla="*/ 1712 h 1767447"/>
              <a:gd name="connsiteX1" fmla="*/ 595360 w 912038"/>
              <a:gd name="connsiteY1" fmla="*/ 133330 h 1767447"/>
              <a:gd name="connsiteX2" fmla="*/ 707576 w 912038"/>
              <a:gd name="connsiteY2" fmla="*/ 445362 h 1767447"/>
              <a:gd name="connsiteX3" fmla="*/ 745733 w 912038"/>
              <a:gd name="connsiteY3" fmla="*/ 705187 h 1767447"/>
              <a:gd name="connsiteX4" fmla="*/ 827538 w 912038"/>
              <a:gd name="connsiteY4" fmla="*/ 943330 h 1767447"/>
              <a:gd name="connsiteX5" fmla="*/ 910285 w 912038"/>
              <a:gd name="connsiteY5" fmla="*/ 1355195 h 1767447"/>
              <a:gd name="connsiteX6" fmla="*/ 738934 w 912038"/>
              <a:gd name="connsiteY6" fmla="*/ 1767447 h 1767447"/>
              <a:gd name="connsiteX0" fmla="*/ 0 w 875651"/>
              <a:gd name="connsiteY0" fmla="*/ 1879 h 1758559"/>
              <a:gd name="connsiteX1" fmla="*/ 558973 w 875651"/>
              <a:gd name="connsiteY1" fmla="*/ 124442 h 1758559"/>
              <a:gd name="connsiteX2" fmla="*/ 671189 w 875651"/>
              <a:gd name="connsiteY2" fmla="*/ 436474 h 1758559"/>
              <a:gd name="connsiteX3" fmla="*/ 709346 w 875651"/>
              <a:gd name="connsiteY3" fmla="*/ 696299 h 1758559"/>
              <a:gd name="connsiteX4" fmla="*/ 791151 w 875651"/>
              <a:gd name="connsiteY4" fmla="*/ 934442 h 1758559"/>
              <a:gd name="connsiteX5" fmla="*/ 873898 w 875651"/>
              <a:gd name="connsiteY5" fmla="*/ 1346307 h 1758559"/>
              <a:gd name="connsiteX6" fmla="*/ 702547 w 875651"/>
              <a:gd name="connsiteY6" fmla="*/ 1758559 h 1758559"/>
              <a:gd name="connsiteX0" fmla="*/ 0 w 875651"/>
              <a:gd name="connsiteY0" fmla="*/ 0 h 1756680"/>
              <a:gd name="connsiteX1" fmla="*/ 558973 w 875651"/>
              <a:gd name="connsiteY1" fmla="*/ 122563 h 1756680"/>
              <a:gd name="connsiteX2" fmla="*/ 671189 w 875651"/>
              <a:gd name="connsiteY2" fmla="*/ 434595 h 1756680"/>
              <a:gd name="connsiteX3" fmla="*/ 709346 w 875651"/>
              <a:gd name="connsiteY3" fmla="*/ 694420 h 1756680"/>
              <a:gd name="connsiteX4" fmla="*/ 791151 w 875651"/>
              <a:gd name="connsiteY4" fmla="*/ 932563 h 1756680"/>
              <a:gd name="connsiteX5" fmla="*/ 873898 w 875651"/>
              <a:gd name="connsiteY5" fmla="*/ 1344428 h 1756680"/>
              <a:gd name="connsiteX6" fmla="*/ 702547 w 875651"/>
              <a:gd name="connsiteY6" fmla="*/ 1756680 h 1756680"/>
              <a:gd name="connsiteX0" fmla="*/ 0 w 875651"/>
              <a:gd name="connsiteY0" fmla="*/ 0 h 1756680"/>
              <a:gd name="connsiteX1" fmla="*/ 503630 w 875651"/>
              <a:gd name="connsiteY1" fmla="*/ 72046 h 1756680"/>
              <a:gd name="connsiteX2" fmla="*/ 671189 w 875651"/>
              <a:gd name="connsiteY2" fmla="*/ 434595 h 1756680"/>
              <a:gd name="connsiteX3" fmla="*/ 709346 w 875651"/>
              <a:gd name="connsiteY3" fmla="*/ 694420 h 1756680"/>
              <a:gd name="connsiteX4" fmla="*/ 791151 w 875651"/>
              <a:gd name="connsiteY4" fmla="*/ 932563 h 1756680"/>
              <a:gd name="connsiteX5" fmla="*/ 873898 w 875651"/>
              <a:gd name="connsiteY5" fmla="*/ 1344428 h 1756680"/>
              <a:gd name="connsiteX6" fmla="*/ 702547 w 875651"/>
              <a:gd name="connsiteY6" fmla="*/ 1756680 h 175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5651" h="1756680">
                <a:moveTo>
                  <a:pt x="0" y="0"/>
                </a:moveTo>
                <a:cubicBezTo>
                  <a:pt x="184416" y="98776"/>
                  <a:pt x="391765" y="-386"/>
                  <a:pt x="503630" y="72046"/>
                </a:cubicBezTo>
                <a:cubicBezTo>
                  <a:pt x="615495" y="144478"/>
                  <a:pt x="667474" y="377635"/>
                  <a:pt x="671189" y="434595"/>
                </a:cubicBezTo>
                <a:cubicBezTo>
                  <a:pt x="676142" y="510985"/>
                  <a:pt x="689352" y="611425"/>
                  <a:pt x="709346" y="694420"/>
                </a:cubicBezTo>
                <a:cubicBezTo>
                  <a:pt x="729340" y="777415"/>
                  <a:pt x="763910" y="816549"/>
                  <a:pt x="791151" y="932563"/>
                </a:cubicBezTo>
                <a:cubicBezTo>
                  <a:pt x="805740" y="1054470"/>
                  <a:pt x="888665" y="1207075"/>
                  <a:pt x="873898" y="1344428"/>
                </a:cubicBezTo>
                <a:cubicBezTo>
                  <a:pt x="859131" y="1481781"/>
                  <a:pt x="743334" y="1655838"/>
                  <a:pt x="702547" y="175668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F5C7C33A-9DA1-D338-CFB6-E62452BDC49C}"/>
              </a:ext>
            </a:extLst>
          </p:cNvPr>
          <p:cNvSpPr/>
          <p:nvPr/>
        </p:nvSpPr>
        <p:spPr>
          <a:xfrm rot="7029322">
            <a:off x="6224746" y="169844"/>
            <a:ext cx="2864692" cy="4073566"/>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106263 w 2977477"/>
              <a:gd name="connsiteY12" fmla="*/ 2030254 h 4627150"/>
              <a:gd name="connsiteX13" fmla="*/ 2009880 w 2977477"/>
              <a:gd name="connsiteY13" fmla="*/ 1863875 h 4627150"/>
              <a:gd name="connsiteX14" fmla="*/ 2499455 w 2977477"/>
              <a:gd name="connsiteY14" fmla="*/ 1656207 h 4627150"/>
              <a:gd name="connsiteX15" fmla="*/ 2707100 w 2977477"/>
              <a:gd name="connsiteY15" fmla="*/ 1390269 h 4627150"/>
              <a:gd name="connsiteX16" fmla="*/ 2812352 w 2977477"/>
              <a:gd name="connsiteY16" fmla="*/ 1230916 h 4627150"/>
              <a:gd name="connsiteX17" fmla="*/ 2898172 w 2977477"/>
              <a:gd name="connsiteY17" fmla="*/ 1036987 h 4627150"/>
              <a:gd name="connsiteX18" fmla="*/ 2963228 w 2977477"/>
              <a:gd name="connsiteY18" fmla="*/ 850011 h 4627150"/>
              <a:gd name="connsiteX19" fmla="*/ 2977325 w 2977477"/>
              <a:gd name="connsiteY19" fmla="*/ 745427 h 4627150"/>
              <a:gd name="connsiteX20" fmla="*/ 2929509 w 2977477"/>
              <a:gd name="connsiteY20" fmla="*/ 480155 h 4627150"/>
              <a:gd name="connsiteX21" fmla="*/ 2563082 w 2977477"/>
              <a:gd name="connsiteY21"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740066 w 2977477"/>
              <a:gd name="connsiteY11" fmla="*/ 2356334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40066 w 2977477"/>
              <a:gd name="connsiteY10" fmla="*/ 2356334 h 4627150"/>
              <a:gd name="connsiteX11" fmla="*/ 2009880 w 2977477"/>
              <a:gd name="connsiteY11" fmla="*/ 186387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80301"/>
              <a:gd name="connsiteY0" fmla="*/ 4627150 h 4627150"/>
              <a:gd name="connsiteX1" fmla="*/ 275082 w 2980301"/>
              <a:gd name="connsiteY1" fmla="*/ 4341590 h 4627150"/>
              <a:gd name="connsiteX2" fmla="*/ 502825 w 2980301"/>
              <a:gd name="connsiteY2" fmla="*/ 4054126 h 4627150"/>
              <a:gd name="connsiteX3" fmla="*/ 666179 w 2980301"/>
              <a:gd name="connsiteY3" fmla="*/ 3890677 h 4627150"/>
              <a:gd name="connsiteX4" fmla="*/ 864203 w 2980301"/>
              <a:gd name="connsiteY4" fmla="*/ 3675983 h 4627150"/>
              <a:gd name="connsiteX5" fmla="*/ 982599 w 2980301"/>
              <a:gd name="connsiteY5" fmla="*/ 3557492 h 4627150"/>
              <a:gd name="connsiteX6" fmla="*/ 1188244 w 2980301"/>
              <a:gd name="connsiteY6" fmla="*/ 3329654 h 4627150"/>
              <a:gd name="connsiteX7" fmla="*/ 1344740 w 2980301"/>
              <a:gd name="connsiteY7" fmla="*/ 3146774 h 4627150"/>
              <a:gd name="connsiteX8" fmla="*/ 1470755 w 2980301"/>
              <a:gd name="connsiteY8" fmla="*/ 2984659 h 4627150"/>
              <a:gd name="connsiteX9" fmla="*/ 1657636 w 2980301"/>
              <a:gd name="connsiteY9" fmla="*/ 2670239 h 4627150"/>
              <a:gd name="connsiteX10" fmla="*/ 1740066 w 2980301"/>
              <a:gd name="connsiteY10" fmla="*/ 2356334 h 4627150"/>
              <a:gd name="connsiteX11" fmla="*/ 2009880 w 2980301"/>
              <a:gd name="connsiteY11" fmla="*/ 1863875 h 4627150"/>
              <a:gd name="connsiteX12" fmla="*/ 2499455 w 2980301"/>
              <a:gd name="connsiteY12" fmla="*/ 1656207 h 4627150"/>
              <a:gd name="connsiteX13" fmla="*/ 2707100 w 2980301"/>
              <a:gd name="connsiteY13" fmla="*/ 1390269 h 4627150"/>
              <a:gd name="connsiteX14" fmla="*/ 2812352 w 2980301"/>
              <a:gd name="connsiteY14" fmla="*/ 1230916 h 4627150"/>
              <a:gd name="connsiteX15" fmla="*/ 2963228 w 2980301"/>
              <a:gd name="connsiteY15" fmla="*/ 850011 h 4627150"/>
              <a:gd name="connsiteX16" fmla="*/ 2977325 w 2980301"/>
              <a:gd name="connsiteY16" fmla="*/ 745427 h 4627150"/>
              <a:gd name="connsiteX17" fmla="*/ 2929509 w 2980301"/>
              <a:gd name="connsiteY17" fmla="*/ 480155 h 4627150"/>
              <a:gd name="connsiteX18" fmla="*/ 2563082 w 2980301"/>
              <a:gd name="connsiteY18" fmla="*/ 0 h 462715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929509 w 2980301"/>
              <a:gd name="connsiteY17" fmla="*/ 569275 h 4716270"/>
              <a:gd name="connsiteX18" fmla="*/ 2417677 w 2980301"/>
              <a:gd name="connsiteY18" fmla="*/ 0 h 471627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417677 w 2980301"/>
              <a:gd name="connsiteY17" fmla="*/ 0 h 4716270"/>
              <a:gd name="connsiteX0" fmla="*/ 0 w 2963287"/>
              <a:gd name="connsiteY0" fmla="*/ 4716270 h 4716270"/>
              <a:gd name="connsiteX1" fmla="*/ 275082 w 2963287"/>
              <a:gd name="connsiteY1" fmla="*/ 4430710 h 4716270"/>
              <a:gd name="connsiteX2" fmla="*/ 502825 w 2963287"/>
              <a:gd name="connsiteY2" fmla="*/ 4143246 h 4716270"/>
              <a:gd name="connsiteX3" fmla="*/ 666179 w 2963287"/>
              <a:gd name="connsiteY3" fmla="*/ 3979797 h 4716270"/>
              <a:gd name="connsiteX4" fmla="*/ 864203 w 2963287"/>
              <a:gd name="connsiteY4" fmla="*/ 3765103 h 4716270"/>
              <a:gd name="connsiteX5" fmla="*/ 982599 w 2963287"/>
              <a:gd name="connsiteY5" fmla="*/ 3646612 h 4716270"/>
              <a:gd name="connsiteX6" fmla="*/ 1188244 w 2963287"/>
              <a:gd name="connsiteY6" fmla="*/ 3418774 h 4716270"/>
              <a:gd name="connsiteX7" fmla="*/ 1344740 w 2963287"/>
              <a:gd name="connsiteY7" fmla="*/ 3235894 h 4716270"/>
              <a:gd name="connsiteX8" fmla="*/ 1470755 w 2963287"/>
              <a:gd name="connsiteY8" fmla="*/ 3073779 h 4716270"/>
              <a:gd name="connsiteX9" fmla="*/ 1657636 w 2963287"/>
              <a:gd name="connsiteY9" fmla="*/ 2759359 h 4716270"/>
              <a:gd name="connsiteX10" fmla="*/ 1740066 w 2963287"/>
              <a:gd name="connsiteY10" fmla="*/ 2445454 h 4716270"/>
              <a:gd name="connsiteX11" fmla="*/ 2009880 w 2963287"/>
              <a:gd name="connsiteY11" fmla="*/ 1952995 h 4716270"/>
              <a:gd name="connsiteX12" fmla="*/ 2499455 w 2963287"/>
              <a:gd name="connsiteY12" fmla="*/ 1745327 h 4716270"/>
              <a:gd name="connsiteX13" fmla="*/ 2707100 w 2963287"/>
              <a:gd name="connsiteY13" fmla="*/ 1479389 h 4716270"/>
              <a:gd name="connsiteX14" fmla="*/ 2812352 w 2963287"/>
              <a:gd name="connsiteY14" fmla="*/ 1320036 h 4716270"/>
              <a:gd name="connsiteX15" fmla="*/ 2963228 w 2963287"/>
              <a:gd name="connsiteY15" fmla="*/ 939131 h 4716270"/>
              <a:gd name="connsiteX16" fmla="*/ 2794396 w 2963287"/>
              <a:gd name="connsiteY16" fmla="*/ 557808 h 4716270"/>
              <a:gd name="connsiteX17" fmla="*/ 2417677 w 2963287"/>
              <a:gd name="connsiteY17"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320036 h 4716270"/>
              <a:gd name="connsiteX15" fmla="*/ 2794396 w 2833759"/>
              <a:gd name="connsiteY15" fmla="*/ 557808 h 4716270"/>
              <a:gd name="connsiteX16" fmla="*/ 2417677 w 2833759"/>
              <a:gd name="connsiteY16"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132416 h 4716270"/>
              <a:gd name="connsiteX15" fmla="*/ 2794396 w 2833759"/>
              <a:gd name="connsiteY15" fmla="*/ 557808 h 4716270"/>
              <a:gd name="connsiteX16" fmla="*/ 2417677 w 2833759"/>
              <a:gd name="connsiteY16" fmla="*/ 0 h 4716270"/>
              <a:gd name="connsiteX0" fmla="*/ 0 w 2846779"/>
              <a:gd name="connsiteY0" fmla="*/ 4716270 h 4716270"/>
              <a:gd name="connsiteX1" fmla="*/ 275082 w 2846779"/>
              <a:gd name="connsiteY1" fmla="*/ 4430710 h 4716270"/>
              <a:gd name="connsiteX2" fmla="*/ 502825 w 2846779"/>
              <a:gd name="connsiteY2" fmla="*/ 4143246 h 4716270"/>
              <a:gd name="connsiteX3" fmla="*/ 666179 w 2846779"/>
              <a:gd name="connsiteY3" fmla="*/ 3979797 h 4716270"/>
              <a:gd name="connsiteX4" fmla="*/ 864203 w 2846779"/>
              <a:gd name="connsiteY4" fmla="*/ 3765103 h 4716270"/>
              <a:gd name="connsiteX5" fmla="*/ 982599 w 2846779"/>
              <a:gd name="connsiteY5" fmla="*/ 3646612 h 4716270"/>
              <a:gd name="connsiteX6" fmla="*/ 1188244 w 2846779"/>
              <a:gd name="connsiteY6" fmla="*/ 3418774 h 4716270"/>
              <a:gd name="connsiteX7" fmla="*/ 1344740 w 2846779"/>
              <a:gd name="connsiteY7" fmla="*/ 3235894 h 4716270"/>
              <a:gd name="connsiteX8" fmla="*/ 1470755 w 2846779"/>
              <a:gd name="connsiteY8" fmla="*/ 3073779 h 4716270"/>
              <a:gd name="connsiteX9" fmla="*/ 1657636 w 2846779"/>
              <a:gd name="connsiteY9" fmla="*/ 2759359 h 4716270"/>
              <a:gd name="connsiteX10" fmla="*/ 1740066 w 2846779"/>
              <a:gd name="connsiteY10" fmla="*/ 2445454 h 4716270"/>
              <a:gd name="connsiteX11" fmla="*/ 2009880 w 2846779"/>
              <a:gd name="connsiteY11" fmla="*/ 1952995 h 4716270"/>
              <a:gd name="connsiteX12" fmla="*/ 2499455 w 2846779"/>
              <a:gd name="connsiteY12" fmla="*/ 1745327 h 4716270"/>
              <a:gd name="connsiteX13" fmla="*/ 2812352 w 2846779"/>
              <a:gd name="connsiteY13" fmla="*/ 1132416 h 4716270"/>
              <a:gd name="connsiteX14" fmla="*/ 2794396 w 2846779"/>
              <a:gd name="connsiteY14" fmla="*/ 557808 h 4716270"/>
              <a:gd name="connsiteX15" fmla="*/ 2417677 w 2846779"/>
              <a:gd name="connsiteY15" fmla="*/ 0 h 4716270"/>
              <a:gd name="connsiteX0" fmla="*/ 0 w 2853204"/>
              <a:gd name="connsiteY0" fmla="*/ 4716270 h 4716270"/>
              <a:gd name="connsiteX1" fmla="*/ 275082 w 2853204"/>
              <a:gd name="connsiteY1" fmla="*/ 4430710 h 4716270"/>
              <a:gd name="connsiteX2" fmla="*/ 502825 w 2853204"/>
              <a:gd name="connsiteY2" fmla="*/ 4143246 h 4716270"/>
              <a:gd name="connsiteX3" fmla="*/ 666179 w 2853204"/>
              <a:gd name="connsiteY3" fmla="*/ 3979797 h 4716270"/>
              <a:gd name="connsiteX4" fmla="*/ 864203 w 2853204"/>
              <a:gd name="connsiteY4" fmla="*/ 3765103 h 4716270"/>
              <a:gd name="connsiteX5" fmla="*/ 982599 w 2853204"/>
              <a:gd name="connsiteY5" fmla="*/ 3646612 h 4716270"/>
              <a:gd name="connsiteX6" fmla="*/ 1188244 w 2853204"/>
              <a:gd name="connsiteY6" fmla="*/ 3418774 h 4716270"/>
              <a:gd name="connsiteX7" fmla="*/ 1344740 w 2853204"/>
              <a:gd name="connsiteY7" fmla="*/ 3235894 h 4716270"/>
              <a:gd name="connsiteX8" fmla="*/ 1470755 w 2853204"/>
              <a:gd name="connsiteY8" fmla="*/ 3073779 h 4716270"/>
              <a:gd name="connsiteX9" fmla="*/ 1657636 w 2853204"/>
              <a:gd name="connsiteY9" fmla="*/ 2759359 h 4716270"/>
              <a:gd name="connsiteX10" fmla="*/ 1740066 w 2853204"/>
              <a:gd name="connsiteY10" fmla="*/ 2445454 h 4716270"/>
              <a:gd name="connsiteX11" fmla="*/ 2009880 w 2853204"/>
              <a:gd name="connsiteY11" fmla="*/ 1952995 h 4716270"/>
              <a:gd name="connsiteX12" fmla="*/ 2405645 w 2853204"/>
              <a:gd name="connsiteY12" fmla="*/ 1656207 h 4716270"/>
              <a:gd name="connsiteX13" fmla="*/ 2812352 w 2853204"/>
              <a:gd name="connsiteY13" fmla="*/ 1132416 h 4716270"/>
              <a:gd name="connsiteX14" fmla="*/ 2794396 w 2853204"/>
              <a:gd name="connsiteY14" fmla="*/ 557808 h 4716270"/>
              <a:gd name="connsiteX15" fmla="*/ 2417677 w 2853204"/>
              <a:gd name="connsiteY15" fmla="*/ 0 h 471627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4172 w 2839132"/>
              <a:gd name="connsiteY6" fmla="*/ 341877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5622 w 2839132"/>
              <a:gd name="connsiteY6" fmla="*/ 347122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95808 w 2839132"/>
              <a:gd name="connsiteY10" fmla="*/ 1952995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24776 w 2839132"/>
              <a:gd name="connsiteY10" fmla="*/ 2000528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7125"/>
              <a:gd name="connsiteY0" fmla="*/ 5091510 h 5091510"/>
              <a:gd name="connsiteX1" fmla="*/ 261010 w 2837125"/>
              <a:gd name="connsiteY1" fmla="*/ 4430710 h 5091510"/>
              <a:gd name="connsiteX2" fmla="*/ 488753 w 2837125"/>
              <a:gd name="connsiteY2" fmla="*/ 4143246 h 5091510"/>
              <a:gd name="connsiteX3" fmla="*/ 652107 w 2837125"/>
              <a:gd name="connsiteY3" fmla="*/ 3979797 h 5091510"/>
              <a:gd name="connsiteX4" fmla="*/ 968527 w 2837125"/>
              <a:gd name="connsiteY4" fmla="*/ 3646612 h 5091510"/>
              <a:gd name="connsiteX5" fmla="*/ 1175622 w 2837125"/>
              <a:gd name="connsiteY5" fmla="*/ 3471224 h 5091510"/>
              <a:gd name="connsiteX6" fmla="*/ 1330668 w 2837125"/>
              <a:gd name="connsiteY6" fmla="*/ 3235894 h 5091510"/>
              <a:gd name="connsiteX7" fmla="*/ 1456683 w 2837125"/>
              <a:gd name="connsiteY7" fmla="*/ 3073779 h 5091510"/>
              <a:gd name="connsiteX8" fmla="*/ 1643564 w 2837125"/>
              <a:gd name="connsiteY8" fmla="*/ 2759359 h 5091510"/>
              <a:gd name="connsiteX9" fmla="*/ 1725994 w 2837125"/>
              <a:gd name="connsiteY9" fmla="*/ 2445454 h 5091510"/>
              <a:gd name="connsiteX10" fmla="*/ 1924776 w 2837125"/>
              <a:gd name="connsiteY10" fmla="*/ 2000528 h 5091510"/>
              <a:gd name="connsiteX11" fmla="*/ 2420566 w 2837125"/>
              <a:gd name="connsiteY11" fmla="*/ 1664402 h 5091510"/>
              <a:gd name="connsiteX12" fmla="*/ 2798280 w 2837125"/>
              <a:gd name="connsiteY12" fmla="*/ 1132416 h 5091510"/>
              <a:gd name="connsiteX13" fmla="*/ 2780324 w 2837125"/>
              <a:gd name="connsiteY13" fmla="*/ 557808 h 5091510"/>
              <a:gd name="connsiteX14" fmla="*/ 2403605 w 2837125"/>
              <a:gd name="connsiteY14"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175622 w 2826929"/>
              <a:gd name="connsiteY5" fmla="*/ 3471224 h 5091510"/>
              <a:gd name="connsiteX6" fmla="*/ 1330668 w 2826929"/>
              <a:gd name="connsiteY6" fmla="*/ 3235894 h 5091510"/>
              <a:gd name="connsiteX7" fmla="*/ 1456683 w 2826929"/>
              <a:gd name="connsiteY7" fmla="*/ 3073779 h 5091510"/>
              <a:gd name="connsiteX8" fmla="*/ 1643564 w 2826929"/>
              <a:gd name="connsiteY8" fmla="*/ 2759359 h 5091510"/>
              <a:gd name="connsiteX9" fmla="*/ 1725994 w 2826929"/>
              <a:gd name="connsiteY9" fmla="*/ 244545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175622 w 2826929"/>
              <a:gd name="connsiteY5" fmla="*/ 3471224 h 5091510"/>
              <a:gd name="connsiteX6" fmla="*/ 1330668 w 2826929"/>
              <a:gd name="connsiteY6" fmla="*/ 3235894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175622 w 2826929"/>
              <a:gd name="connsiteY5" fmla="*/ 3471224 h 5091510"/>
              <a:gd name="connsiteX6" fmla="*/ 1519498 w 2826929"/>
              <a:gd name="connsiteY6" fmla="*/ 3378547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277923 w 2826929"/>
              <a:gd name="connsiteY5" fmla="*/ 3606205 h 5091510"/>
              <a:gd name="connsiteX6" fmla="*/ 1519498 w 2826929"/>
              <a:gd name="connsiteY6" fmla="*/ 3378547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707302 w 2826929"/>
              <a:gd name="connsiteY3" fmla="*/ 3970134 h 5091510"/>
              <a:gd name="connsiteX4" fmla="*/ 968527 w 2826929"/>
              <a:gd name="connsiteY4" fmla="*/ 3646612 h 5091510"/>
              <a:gd name="connsiteX5" fmla="*/ 1277923 w 2826929"/>
              <a:gd name="connsiteY5" fmla="*/ 3606205 h 5091510"/>
              <a:gd name="connsiteX6" fmla="*/ 1519498 w 2826929"/>
              <a:gd name="connsiteY6" fmla="*/ 3378547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261010 w 2826929"/>
              <a:gd name="connsiteY1" fmla="*/ 4430710 h 5091510"/>
              <a:gd name="connsiteX2" fmla="*/ 679242 w 2826929"/>
              <a:gd name="connsiteY2" fmla="*/ 4211445 h 5091510"/>
              <a:gd name="connsiteX3" fmla="*/ 707302 w 2826929"/>
              <a:gd name="connsiteY3" fmla="*/ 3970134 h 5091510"/>
              <a:gd name="connsiteX4" fmla="*/ 968527 w 2826929"/>
              <a:gd name="connsiteY4" fmla="*/ 3646612 h 5091510"/>
              <a:gd name="connsiteX5" fmla="*/ 1277923 w 2826929"/>
              <a:gd name="connsiteY5" fmla="*/ 3606205 h 5091510"/>
              <a:gd name="connsiteX6" fmla="*/ 1519498 w 2826929"/>
              <a:gd name="connsiteY6" fmla="*/ 3378547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826929"/>
              <a:gd name="connsiteY0" fmla="*/ 5091510 h 5091510"/>
              <a:gd name="connsiteX1" fmla="*/ 515617 w 2826929"/>
              <a:gd name="connsiteY1" fmla="*/ 4373587 h 5091510"/>
              <a:gd name="connsiteX2" fmla="*/ 679242 w 2826929"/>
              <a:gd name="connsiteY2" fmla="*/ 4211445 h 5091510"/>
              <a:gd name="connsiteX3" fmla="*/ 707302 w 2826929"/>
              <a:gd name="connsiteY3" fmla="*/ 3970134 h 5091510"/>
              <a:gd name="connsiteX4" fmla="*/ 968527 w 2826929"/>
              <a:gd name="connsiteY4" fmla="*/ 3646612 h 5091510"/>
              <a:gd name="connsiteX5" fmla="*/ 1277923 w 2826929"/>
              <a:gd name="connsiteY5" fmla="*/ 3606205 h 5091510"/>
              <a:gd name="connsiteX6" fmla="*/ 1519498 w 2826929"/>
              <a:gd name="connsiteY6" fmla="*/ 3378547 h 5091510"/>
              <a:gd name="connsiteX7" fmla="*/ 1456683 w 2826929"/>
              <a:gd name="connsiteY7" fmla="*/ 3073779 h 5091510"/>
              <a:gd name="connsiteX8" fmla="*/ 1643564 w 2826929"/>
              <a:gd name="connsiteY8" fmla="*/ 2759359 h 5091510"/>
              <a:gd name="connsiteX9" fmla="*/ 1622448 w 2826929"/>
              <a:gd name="connsiteY9" fmla="*/ 230308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311312"/>
              <a:gd name="connsiteY0" fmla="*/ 4373587 h 4373587"/>
              <a:gd name="connsiteX1" fmla="*/ 163625 w 2311312"/>
              <a:gd name="connsiteY1" fmla="*/ 4211445 h 4373587"/>
              <a:gd name="connsiteX2" fmla="*/ 191685 w 2311312"/>
              <a:gd name="connsiteY2" fmla="*/ 3970134 h 4373587"/>
              <a:gd name="connsiteX3" fmla="*/ 452910 w 2311312"/>
              <a:gd name="connsiteY3" fmla="*/ 3646612 h 4373587"/>
              <a:gd name="connsiteX4" fmla="*/ 762306 w 2311312"/>
              <a:gd name="connsiteY4" fmla="*/ 3606205 h 4373587"/>
              <a:gd name="connsiteX5" fmla="*/ 1003881 w 2311312"/>
              <a:gd name="connsiteY5" fmla="*/ 3378547 h 4373587"/>
              <a:gd name="connsiteX6" fmla="*/ 941066 w 2311312"/>
              <a:gd name="connsiteY6" fmla="*/ 3073779 h 4373587"/>
              <a:gd name="connsiteX7" fmla="*/ 1127947 w 2311312"/>
              <a:gd name="connsiteY7" fmla="*/ 2759359 h 4373587"/>
              <a:gd name="connsiteX8" fmla="*/ 1106831 w 2311312"/>
              <a:gd name="connsiteY8" fmla="*/ 2303084 h 4373587"/>
              <a:gd name="connsiteX9" fmla="*/ 1409159 w 2311312"/>
              <a:gd name="connsiteY9" fmla="*/ 2000528 h 4373587"/>
              <a:gd name="connsiteX10" fmla="*/ 1904949 w 2311312"/>
              <a:gd name="connsiteY10" fmla="*/ 1664402 h 4373587"/>
              <a:gd name="connsiteX11" fmla="*/ 2282663 w 2311312"/>
              <a:gd name="connsiteY11" fmla="*/ 1132416 h 4373587"/>
              <a:gd name="connsiteX12" fmla="*/ 2264707 w 2311312"/>
              <a:gd name="connsiteY12" fmla="*/ 557808 h 4373587"/>
              <a:gd name="connsiteX13" fmla="*/ 2078036 w 2311312"/>
              <a:gd name="connsiteY13" fmla="*/ 326532 h 4373587"/>
              <a:gd name="connsiteX14" fmla="*/ 1887988 w 2311312"/>
              <a:gd name="connsiteY14" fmla="*/ 0 h 4373587"/>
              <a:gd name="connsiteX0" fmla="*/ 0 w 2311312"/>
              <a:gd name="connsiteY0" fmla="*/ 4373587 h 4373587"/>
              <a:gd name="connsiteX1" fmla="*/ 163625 w 2311312"/>
              <a:gd name="connsiteY1" fmla="*/ 4211445 h 4373587"/>
              <a:gd name="connsiteX2" fmla="*/ 191685 w 2311312"/>
              <a:gd name="connsiteY2" fmla="*/ 3970134 h 4373587"/>
              <a:gd name="connsiteX3" fmla="*/ 465677 w 2311312"/>
              <a:gd name="connsiteY3" fmla="*/ 3732957 h 4373587"/>
              <a:gd name="connsiteX4" fmla="*/ 762306 w 2311312"/>
              <a:gd name="connsiteY4" fmla="*/ 3606205 h 4373587"/>
              <a:gd name="connsiteX5" fmla="*/ 1003881 w 2311312"/>
              <a:gd name="connsiteY5" fmla="*/ 3378547 h 4373587"/>
              <a:gd name="connsiteX6" fmla="*/ 941066 w 2311312"/>
              <a:gd name="connsiteY6" fmla="*/ 3073779 h 4373587"/>
              <a:gd name="connsiteX7" fmla="*/ 1127947 w 2311312"/>
              <a:gd name="connsiteY7" fmla="*/ 2759359 h 4373587"/>
              <a:gd name="connsiteX8" fmla="*/ 1106831 w 2311312"/>
              <a:gd name="connsiteY8" fmla="*/ 2303084 h 4373587"/>
              <a:gd name="connsiteX9" fmla="*/ 1409159 w 2311312"/>
              <a:gd name="connsiteY9" fmla="*/ 2000528 h 4373587"/>
              <a:gd name="connsiteX10" fmla="*/ 1904949 w 2311312"/>
              <a:gd name="connsiteY10" fmla="*/ 1664402 h 4373587"/>
              <a:gd name="connsiteX11" fmla="*/ 2282663 w 2311312"/>
              <a:gd name="connsiteY11" fmla="*/ 1132416 h 4373587"/>
              <a:gd name="connsiteX12" fmla="*/ 2264707 w 2311312"/>
              <a:gd name="connsiteY12" fmla="*/ 557808 h 4373587"/>
              <a:gd name="connsiteX13" fmla="*/ 2078036 w 2311312"/>
              <a:gd name="connsiteY13" fmla="*/ 326532 h 4373587"/>
              <a:gd name="connsiteX14" fmla="*/ 1887988 w 2311312"/>
              <a:gd name="connsiteY14" fmla="*/ 0 h 4373587"/>
              <a:gd name="connsiteX0" fmla="*/ 0 w 2311312"/>
              <a:gd name="connsiteY0" fmla="*/ 4373587 h 4373587"/>
              <a:gd name="connsiteX1" fmla="*/ 163625 w 2311312"/>
              <a:gd name="connsiteY1" fmla="*/ 4211445 h 4373587"/>
              <a:gd name="connsiteX2" fmla="*/ 264797 w 2311312"/>
              <a:gd name="connsiteY2" fmla="*/ 3909840 h 4373587"/>
              <a:gd name="connsiteX3" fmla="*/ 465677 w 2311312"/>
              <a:gd name="connsiteY3" fmla="*/ 3732957 h 4373587"/>
              <a:gd name="connsiteX4" fmla="*/ 762306 w 2311312"/>
              <a:gd name="connsiteY4" fmla="*/ 3606205 h 4373587"/>
              <a:gd name="connsiteX5" fmla="*/ 1003881 w 2311312"/>
              <a:gd name="connsiteY5" fmla="*/ 3378547 h 4373587"/>
              <a:gd name="connsiteX6" fmla="*/ 941066 w 2311312"/>
              <a:gd name="connsiteY6" fmla="*/ 3073779 h 4373587"/>
              <a:gd name="connsiteX7" fmla="*/ 1127947 w 2311312"/>
              <a:gd name="connsiteY7" fmla="*/ 2759359 h 4373587"/>
              <a:gd name="connsiteX8" fmla="*/ 1106831 w 2311312"/>
              <a:gd name="connsiteY8" fmla="*/ 2303084 h 4373587"/>
              <a:gd name="connsiteX9" fmla="*/ 1409159 w 2311312"/>
              <a:gd name="connsiteY9" fmla="*/ 2000528 h 4373587"/>
              <a:gd name="connsiteX10" fmla="*/ 1904949 w 2311312"/>
              <a:gd name="connsiteY10" fmla="*/ 1664402 h 4373587"/>
              <a:gd name="connsiteX11" fmla="*/ 2282663 w 2311312"/>
              <a:gd name="connsiteY11" fmla="*/ 1132416 h 4373587"/>
              <a:gd name="connsiteX12" fmla="*/ 2264707 w 2311312"/>
              <a:gd name="connsiteY12" fmla="*/ 557808 h 4373587"/>
              <a:gd name="connsiteX13" fmla="*/ 2078036 w 2311312"/>
              <a:gd name="connsiteY13" fmla="*/ 326532 h 4373587"/>
              <a:gd name="connsiteX14" fmla="*/ 1887988 w 2311312"/>
              <a:gd name="connsiteY14" fmla="*/ 0 h 4373587"/>
              <a:gd name="connsiteX0" fmla="*/ 0 w 2311312"/>
              <a:gd name="connsiteY0" fmla="*/ 4373587 h 4373587"/>
              <a:gd name="connsiteX1" fmla="*/ 242831 w 2311312"/>
              <a:gd name="connsiteY1" fmla="*/ 4155804 h 4373587"/>
              <a:gd name="connsiteX2" fmla="*/ 264797 w 2311312"/>
              <a:gd name="connsiteY2" fmla="*/ 3909840 h 4373587"/>
              <a:gd name="connsiteX3" fmla="*/ 465677 w 2311312"/>
              <a:gd name="connsiteY3" fmla="*/ 3732957 h 4373587"/>
              <a:gd name="connsiteX4" fmla="*/ 762306 w 2311312"/>
              <a:gd name="connsiteY4" fmla="*/ 3606205 h 4373587"/>
              <a:gd name="connsiteX5" fmla="*/ 1003881 w 2311312"/>
              <a:gd name="connsiteY5" fmla="*/ 3378547 h 4373587"/>
              <a:gd name="connsiteX6" fmla="*/ 941066 w 2311312"/>
              <a:gd name="connsiteY6" fmla="*/ 3073779 h 4373587"/>
              <a:gd name="connsiteX7" fmla="*/ 1127947 w 2311312"/>
              <a:gd name="connsiteY7" fmla="*/ 2759359 h 4373587"/>
              <a:gd name="connsiteX8" fmla="*/ 1106831 w 2311312"/>
              <a:gd name="connsiteY8" fmla="*/ 2303084 h 4373587"/>
              <a:gd name="connsiteX9" fmla="*/ 1409159 w 2311312"/>
              <a:gd name="connsiteY9" fmla="*/ 2000528 h 4373587"/>
              <a:gd name="connsiteX10" fmla="*/ 1904949 w 2311312"/>
              <a:gd name="connsiteY10" fmla="*/ 1664402 h 4373587"/>
              <a:gd name="connsiteX11" fmla="*/ 2282663 w 2311312"/>
              <a:gd name="connsiteY11" fmla="*/ 1132416 h 4373587"/>
              <a:gd name="connsiteX12" fmla="*/ 2264707 w 2311312"/>
              <a:gd name="connsiteY12" fmla="*/ 557808 h 4373587"/>
              <a:gd name="connsiteX13" fmla="*/ 2078036 w 2311312"/>
              <a:gd name="connsiteY13" fmla="*/ 326532 h 4373587"/>
              <a:gd name="connsiteX14" fmla="*/ 1887988 w 2311312"/>
              <a:gd name="connsiteY14" fmla="*/ 0 h 4373587"/>
              <a:gd name="connsiteX0" fmla="*/ 0 w 2173036"/>
              <a:gd name="connsiteY0" fmla="*/ 4231773 h 4231773"/>
              <a:gd name="connsiteX1" fmla="*/ 104555 w 2173036"/>
              <a:gd name="connsiteY1" fmla="*/ 4155804 h 4231773"/>
              <a:gd name="connsiteX2" fmla="*/ 126521 w 2173036"/>
              <a:gd name="connsiteY2" fmla="*/ 3909840 h 4231773"/>
              <a:gd name="connsiteX3" fmla="*/ 327401 w 2173036"/>
              <a:gd name="connsiteY3" fmla="*/ 3732957 h 4231773"/>
              <a:gd name="connsiteX4" fmla="*/ 624030 w 2173036"/>
              <a:gd name="connsiteY4" fmla="*/ 3606205 h 4231773"/>
              <a:gd name="connsiteX5" fmla="*/ 865605 w 2173036"/>
              <a:gd name="connsiteY5" fmla="*/ 3378547 h 4231773"/>
              <a:gd name="connsiteX6" fmla="*/ 802790 w 2173036"/>
              <a:gd name="connsiteY6" fmla="*/ 3073779 h 4231773"/>
              <a:gd name="connsiteX7" fmla="*/ 989671 w 2173036"/>
              <a:gd name="connsiteY7" fmla="*/ 2759359 h 4231773"/>
              <a:gd name="connsiteX8" fmla="*/ 968555 w 2173036"/>
              <a:gd name="connsiteY8" fmla="*/ 2303084 h 4231773"/>
              <a:gd name="connsiteX9" fmla="*/ 1270883 w 2173036"/>
              <a:gd name="connsiteY9" fmla="*/ 2000528 h 4231773"/>
              <a:gd name="connsiteX10" fmla="*/ 1766673 w 2173036"/>
              <a:gd name="connsiteY10" fmla="*/ 1664402 h 4231773"/>
              <a:gd name="connsiteX11" fmla="*/ 2144387 w 2173036"/>
              <a:gd name="connsiteY11" fmla="*/ 1132416 h 4231773"/>
              <a:gd name="connsiteX12" fmla="*/ 2126431 w 2173036"/>
              <a:gd name="connsiteY12" fmla="*/ 557808 h 4231773"/>
              <a:gd name="connsiteX13" fmla="*/ 1939760 w 2173036"/>
              <a:gd name="connsiteY13" fmla="*/ 326532 h 4231773"/>
              <a:gd name="connsiteX14" fmla="*/ 1749712 w 2173036"/>
              <a:gd name="connsiteY14" fmla="*/ 0 h 4231773"/>
              <a:gd name="connsiteX0" fmla="*/ 0 w 2173036"/>
              <a:gd name="connsiteY0" fmla="*/ 4231773 h 4231773"/>
              <a:gd name="connsiteX1" fmla="*/ 104555 w 2173036"/>
              <a:gd name="connsiteY1" fmla="*/ 4155804 h 4231773"/>
              <a:gd name="connsiteX2" fmla="*/ 183432 w 2173036"/>
              <a:gd name="connsiteY2" fmla="*/ 3881777 h 4231773"/>
              <a:gd name="connsiteX3" fmla="*/ 327401 w 2173036"/>
              <a:gd name="connsiteY3" fmla="*/ 3732957 h 4231773"/>
              <a:gd name="connsiteX4" fmla="*/ 624030 w 2173036"/>
              <a:gd name="connsiteY4" fmla="*/ 3606205 h 4231773"/>
              <a:gd name="connsiteX5" fmla="*/ 865605 w 2173036"/>
              <a:gd name="connsiteY5" fmla="*/ 3378547 h 4231773"/>
              <a:gd name="connsiteX6" fmla="*/ 802790 w 2173036"/>
              <a:gd name="connsiteY6" fmla="*/ 3073779 h 4231773"/>
              <a:gd name="connsiteX7" fmla="*/ 989671 w 2173036"/>
              <a:gd name="connsiteY7" fmla="*/ 2759359 h 4231773"/>
              <a:gd name="connsiteX8" fmla="*/ 968555 w 2173036"/>
              <a:gd name="connsiteY8" fmla="*/ 2303084 h 4231773"/>
              <a:gd name="connsiteX9" fmla="*/ 1270883 w 2173036"/>
              <a:gd name="connsiteY9" fmla="*/ 2000528 h 4231773"/>
              <a:gd name="connsiteX10" fmla="*/ 1766673 w 2173036"/>
              <a:gd name="connsiteY10" fmla="*/ 1664402 h 4231773"/>
              <a:gd name="connsiteX11" fmla="*/ 2144387 w 2173036"/>
              <a:gd name="connsiteY11" fmla="*/ 1132416 h 4231773"/>
              <a:gd name="connsiteX12" fmla="*/ 2126431 w 2173036"/>
              <a:gd name="connsiteY12" fmla="*/ 557808 h 4231773"/>
              <a:gd name="connsiteX13" fmla="*/ 1939760 w 2173036"/>
              <a:gd name="connsiteY13" fmla="*/ 326532 h 4231773"/>
              <a:gd name="connsiteX14" fmla="*/ 1749712 w 2173036"/>
              <a:gd name="connsiteY14" fmla="*/ 0 h 4231773"/>
              <a:gd name="connsiteX0" fmla="*/ 0 w 2173036"/>
              <a:gd name="connsiteY0" fmla="*/ 4231773 h 4231773"/>
              <a:gd name="connsiteX1" fmla="*/ 183432 w 2173036"/>
              <a:gd name="connsiteY1" fmla="*/ 3881777 h 4231773"/>
              <a:gd name="connsiteX2" fmla="*/ 327401 w 2173036"/>
              <a:gd name="connsiteY2" fmla="*/ 3732957 h 4231773"/>
              <a:gd name="connsiteX3" fmla="*/ 624030 w 2173036"/>
              <a:gd name="connsiteY3" fmla="*/ 3606205 h 4231773"/>
              <a:gd name="connsiteX4" fmla="*/ 865605 w 2173036"/>
              <a:gd name="connsiteY4" fmla="*/ 3378547 h 4231773"/>
              <a:gd name="connsiteX5" fmla="*/ 802790 w 2173036"/>
              <a:gd name="connsiteY5" fmla="*/ 3073779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 name="connsiteX0" fmla="*/ 0 w 2173036"/>
              <a:gd name="connsiteY0" fmla="*/ 4231773 h 4231773"/>
              <a:gd name="connsiteX1" fmla="*/ 183432 w 2173036"/>
              <a:gd name="connsiteY1" fmla="*/ 3881777 h 4231773"/>
              <a:gd name="connsiteX2" fmla="*/ 327401 w 2173036"/>
              <a:gd name="connsiteY2" fmla="*/ 3732957 h 4231773"/>
              <a:gd name="connsiteX3" fmla="*/ 624030 w 2173036"/>
              <a:gd name="connsiteY3" fmla="*/ 3606205 h 4231773"/>
              <a:gd name="connsiteX4" fmla="*/ 865605 w 2173036"/>
              <a:gd name="connsiteY4" fmla="*/ 3378547 h 4231773"/>
              <a:gd name="connsiteX5" fmla="*/ 802790 w 2173036"/>
              <a:gd name="connsiteY5" fmla="*/ 3073779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 name="connsiteX0" fmla="*/ 0 w 2173036"/>
              <a:gd name="connsiteY0" fmla="*/ 4231773 h 4231773"/>
              <a:gd name="connsiteX1" fmla="*/ 166704 w 2173036"/>
              <a:gd name="connsiteY1" fmla="*/ 3959055 h 4231773"/>
              <a:gd name="connsiteX2" fmla="*/ 327401 w 2173036"/>
              <a:gd name="connsiteY2" fmla="*/ 3732957 h 4231773"/>
              <a:gd name="connsiteX3" fmla="*/ 624030 w 2173036"/>
              <a:gd name="connsiteY3" fmla="*/ 3606205 h 4231773"/>
              <a:gd name="connsiteX4" fmla="*/ 865605 w 2173036"/>
              <a:gd name="connsiteY4" fmla="*/ 3378547 h 4231773"/>
              <a:gd name="connsiteX5" fmla="*/ 802790 w 2173036"/>
              <a:gd name="connsiteY5" fmla="*/ 3073779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 name="connsiteX0" fmla="*/ 0 w 2173036"/>
              <a:gd name="connsiteY0" fmla="*/ 4231773 h 4231773"/>
              <a:gd name="connsiteX1" fmla="*/ 166704 w 2173036"/>
              <a:gd name="connsiteY1" fmla="*/ 3959055 h 4231773"/>
              <a:gd name="connsiteX2" fmla="*/ 327401 w 2173036"/>
              <a:gd name="connsiteY2" fmla="*/ 3732957 h 4231773"/>
              <a:gd name="connsiteX3" fmla="*/ 645227 w 2173036"/>
              <a:gd name="connsiteY3" fmla="*/ 3662801 h 4231773"/>
              <a:gd name="connsiteX4" fmla="*/ 865605 w 2173036"/>
              <a:gd name="connsiteY4" fmla="*/ 3378547 h 4231773"/>
              <a:gd name="connsiteX5" fmla="*/ 802790 w 2173036"/>
              <a:gd name="connsiteY5" fmla="*/ 3073779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 name="connsiteX0" fmla="*/ 0 w 2173036"/>
              <a:gd name="connsiteY0" fmla="*/ 4231773 h 4231773"/>
              <a:gd name="connsiteX1" fmla="*/ 166704 w 2173036"/>
              <a:gd name="connsiteY1" fmla="*/ 3959055 h 4231773"/>
              <a:gd name="connsiteX2" fmla="*/ 327401 w 2173036"/>
              <a:gd name="connsiteY2" fmla="*/ 3732957 h 4231773"/>
              <a:gd name="connsiteX3" fmla="*/ 645227 w 2173036"/>
              <a:gd name="connsiteY3" fmla="*/ 3662801 h 4231773"/>
              <a:gd name="connsiteX4" fmla="*/ 865605 w 2173036"/>
              <a:gd name="connsiteY4" fmla="*/ 3378547 h 4231773"/>
              <a:gd name="connsiteX5" fmla="*/ 878552 w 2173036"/>
              <a:gd name="connsiteY5" fmla="*/ 3020558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 name="connsiteX0" fmla="*/ 0 w 2173036"/>
              <a:gd name="connsiteY0" fmla="*/ 4231773 h 4231773"/>
              <a:gd name="connsiteX1" fmla="*/ 166704 w 2173036"/>
              <a:gd name="connsiteY1" fmla="*/ 3959055 h 4231773"/>
              <a:gd name="connsiteX2" fmla="*/ 327401 w 2173036"/>
              <a:gd name="connsiteY2" fmla="*/ 3732957 h 4231773"/>
              <a:gd name="connsiteX3" fmla="*/ 645227 w 2173036"/>
              <a:gd name="connsiteY3" fmla="*/ 3662801 h 4231773"/>
              <a:gd name="connsiteX4" fmla="*/ 865605 w 2173036"/>
              <a:gd name="connsiteY4" fmla="*/ 3378547 h 4231773"/>
              <a:gd name="connsiteX5" fmla="*/ 878552 w 2173036"/>
              <a:gd name="connsiteY5" fmla="*/ 3020558 h 4231773"/>
              <a:gd name="connsiteX6" fmla="*/ 989671 w 2173036"/>
              <a:gd name="connsiteY6" fmla="*/ 2759359 h 4231773"/>
              <a:gd name="connsiteX7" fmla="*/ 968555 w 2173036"/>
              <a:gd name="connsiteY7" fmla="*/ 2303084 h 4231773"/>
              <a:gd name="connsiteX8" fmla="*/ 1270883 w 2173036"/>
              <a:gd name="connsiteY8" fmla="*/ 2000528 h 4231773"/>
              <a:gd name="connsiteX9" fmla="*/ 1766673 w 2173036"/>
              <a:gd name="connsiteY9" fmla="*/ 1664402 h 4231773"/>
              <a:gd name="connsiteX10" fmla="*/ 2144387 w 2173036"/>
              <a:gd name="connsiteY10" fmla="*/ 1132416 h 4231773"/>
              <a:gd name="connsiteX11" fmla="*/ 2126431 w 2173036"/>
              <a:gd name="connsiteY11" fmla="*/ 557808 h 4231773"/>
              <a:gd name="connsiteX12" fmla="*/ 1939760 w 2173036"/>
              <a:gd name="connsiteY12" fmla="*/ 326532 h 4231773"/>
              <a:gd name="connsiteX13" fmla="*/ 1749712 w 2173036"/>
              <a:gd name="connsiteY13" fmla="*/ 0 h 4231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3036" h="4231773">
                <a:moveTo>
                  <a:pt x="0" y="4231773"/>
                </a:moveTo>
                <a:cubicBezTo>
                  <a:pt x="38215" y="4158857"/>
                  <a:pt x="138634" y="4112932"/>
                  <a:pt x="166704" y="3959055"/>
                </a:cubicBezTo>
                <a:cubicBezTo>
                  <a:pt x="194774" y="3805178"/>
                  <a:pt x="247647" y="3782333"/>
                  <a:pt x="327401" y="3732957"/>
                </a:cubicBezTo>
                <a:cubicBezTo>
                  <a:pt x="407155" y="3683581"/>
                  <a:pt x="555526" y="3721869"/>
                  <a:pt x="645227" y="3662801"/>
                </a:cubicBezTo>
                <a:cubicBezTo>
                  <a:pt x="734928" y="3603733"/>
                  <a:pt x="826718" y="3485587"/>
                  <a:pt x="865605" y="3378547"/>
                </a:cubicBezTo>
                <a:cubicBezTo>
                  <a:pt x="904492" y="3271507"/>
                  <a:pt x="857874" y="3123756"/>
                  <a:pt x="878552" y="3020558"/>
                </a:cubicBezTo>
                <a:cubicBezTo>
                  <a:pt x="899230" y="2917360"/>
                  <a:pt x="974671" y="2878938"/>
                  <a:pt x="989671" y="2759359"/>
                </a:cubicBezTo>
                <a:cubicBezTo>
                  <a:pt x="1004671" y="2639780"/>
                  <a:pt x="921686" y="2429556"/>
                  <a:pt x="968555" y="2303084"/>
                </a:cubicBezTo>
                <a:cubicBezTo>
                  <a:pt x="1015424" y="2176612"/>
                  <a:pt x="1137863" y="2106975"/>
                  <a:pt x="1270883" y="2000528"/>
                </a:cubicBezTo>
                <a:cubicBezTo>
                  <a:pt x="1403903" y="1894081"/>
                  <a:pt x="1689660" y="1835379"/>
                  <a:pt x="1766673" y="1664402"/>
                </a:cubicBezTo>
                <a:cubicBezTo>
                  <a:pt x="1843686" y="1493425"/>
                  <a:pt x="2084427" y="1316848"/>
                  <a:pt x="2144387" y="1132416"/>
                </a:cubicBezTo>
                <a:cubicBezTo>
                  <a:pt x="2204347" y="947984"/>
                  <a:pt x="2156187" y="694034"/>
                  <a:pt x="2126431" y="557808"/>
                </a:cubicBezTo>
                <a:cubicBezTo>
                  <a:pt x="2096675" y="421582"/>
                  <a:pt x="2002546" y="419500"/>
                  <a:pt x="1939760" y="326532"/>
                </a:cubicBezTo>
                <a:cubicBezTo>
                  <a:pt x="1876974" y="233564"/>
                  <a:pt x="1785735" y="52510"/>
                  <a:pt x="1749712"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39" name="Freeform: Shape 38">
            <a:extLst>
              <a:ext uri="{FF2B5EF4-FFF2-40B4-BE49-F238E27FC236}">
                <a16:creationId xmlns:a16="http://schemas.microsoft.com/office/drawing/2014/main" id="{5F9225AF-0267-DBBA-83B1-32E564CDC04D}"/>
              </a:ext>
            </a:extLst>
          </p:cNvPr>
          <p:cNvSpPr/>
          <p:nvPr/>
        </p:nvSpPr>
        <p:spPr>
          <a:xfrm rot="4296550" flipV="1">
            <a:off x="7819892" y="1315267"/>
            <a:ext cx="1775839" cy="1392626"/>
          </a:xfrm>
          <a:custGeom>
            <a:avLst/>
            <a:gdLst>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866242 w 1954262"/>
              <a:gd name="connsiteY6" fmla="*/ 1018341 h 1311701"/>
              <a:gd name="connsiteX7" fmla="*/ 1009763 w 1954262"/>
              <a:gd name="connsiteY7" fmla="*/ 1311529 h 1311701"/>
              <a:gd name="connsiteX8" fmla="*/ 1398289 w 1954262"/>
              <a:gd name="connsiteY8" fmla="*/ 979020 h 1311701"/>
              <a:gd name="connsiteX9" fmla="*/ 1711848 w 1954262"/>
              <a:gd name="connsiteY9" fmla="*/ 792259 h 1311701"/>
              <a:gd name="connsiteX10" fmla="*/ 1932413 w 1954262"/>
              <a:gd name="connsiteY10" fmla="*/ 480044 h 1311701"/>
              <a:gd name="connsiteX11" fmla="*/ 1901490 w 1954262"/>
              <a:gd name="connsiteY11" fmla="*/ 114372 h 1311701"/>
              <a:gd name="connsiteX12" fmla="*/ 1536984 w 1954262"/>
              <a:gd name="connsiteY12" fmla="*/ 800 h 1311701"/>
              <a:gd name="connsiteX13" fmla="*/ 1273260 w 1954262"/>
              <a:gd name="connsiteY13" fmla="*/ 157201 h 1311701"/>
              <a:gd name="connsiteX14" fmla="*/ 1048409 w 1954262"/>
              <a:gd name="connsiteY14" fmla="*/ 324413 h 1311701"/>
              <a:gd name="connsiteX15" fmla="*/ 887866 w 1954262"/>
              <a:gd name="connsiteY15" fmla="*/ 559442 h 1311701"/>
              <a:gd name="connsiteX16" fmla="*/ 859931 w 1954262"/>
              <a:gd name="connsiteY16" fmla="*/ 718191 h 1311701"/>
              <a:gd name="connsiteX17" fmla="*/ 857700 w 1954262"/>
              <a:gd name="connsiteY17" fmla="*/ 744063 h 1311701"/>
              <a:gd name="connsiteX18" fmla="*/ 823908 w 1954262"/>
              <a:gd name="connsiteY18" fmla="*/ 694679 h 1311701"/>
              <a:gd name="connsiteX19" fmla="*/ 503872 w 1954262"/>
              <a:gd name="connsiteY19" fmla="*/ 381747 h 1311701"/>
              <a:gd name="connsiteX20" fmla="*/ 41531 w 1954262"/>
              <a:gd name="connsiteY20"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57700 w 1954262"/>
              <a:gd name="connsiteY16" fmla="*/ 744063 h 1311701"/>
              <a:gd name="connsiteX17" fmla="*/ 823908 w 1954262"/>
              <a:gd name="connsiteY17" fmla="*/ 694679 h 1311701"/>
              <a:gd name="connsiteX18" fmla="*/ 503872 w 1954262"/>
              <a:gd name="connsiteY18" fmla="*/ 381747 h 1311701"/>
              <a:gd name="connsiteX19" fmla="*/ 41531 w 1954262"/>
              <a:gd name="connsiteY19"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23908 w 1954262"/>
              <a:gd name="connsiteY16" fmla="*/ 694679 h 1311701"/>
              <a:gd name="connsiteX17" fmla="*/ 503872 w 1954262"/>
              <a:gd name="connsiteY17" fmla="*/ 381747 h 1311701"/>
              <a:gd name="connsiteX18" fmla="*/ 41531 w 1954262"/>
              <a:gd name="connsiteY18"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23908 w 1954262"/>
              <a:gd name="connsiteY15" fmla="*/ 694679 h 1311701"/>
              <a:gd name="connsiteX16" fmla="*/ 503872 w 1954262"/>
              <a:gd name="connsiteY16" fmla="*/ 381747 h 1311701"/>
              <a:gd name="connsiteX17" fmla="*/ 41531 w 1954262"/>
              <a:gd name="connsiteY17"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503872 w 1954262"/>
              <a:gd name="connsiteY15" fmla="*/ 381747 h 1311701"/>
              <a:gd name="connsiteX16" fmla="*/ 41531 w 1954262"/>
              <a:gd name="connsiteY16"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1009763 w 1954262"/>
              <a:gd name="connsiteY5" fmla="*/ 1311529 h 1311701"/>
              <a:gd name="connsiteX6" fmla="*/ 1398289 w 1954262"/>
              <a:gd name="connsiteY6" fmla="*/ 979020 h 1311701"/>
              <a:gd name="connsiteX7" fmla="*/ 1711848 w 1954262"/>
              <a:gd name="connsiteY7" fmla="*/ 792259 h 1311701"/>
              <a:gd name="connsiteX8" fmla="*/ 1932413 w 1954262"/>
              <a:gd name="connsiteY8" fmla="*/ 480044 h 1311701"/>
              <a:gd name="connsiteX9" fmla="*/ 1901490 w 1954262"/>
              <a:gd name="connsiteY9" fmla="*/ 114372 h 1311701"/>
              <a:gd name="connsiteX10" fmla="*/ 1536984 w 1954262"/>
              <a:gd name="connsiteY10" fmla="*/ 800 h 1311701"/>
              <a:gd name="connsiteX11" fmla="*/ 1273260 w 1954262"/>
              <a:gd name="connsiteY11" fmla="*/ 157201 h 1311701"/>
              <a:gd name="connsiteX12" fmla="*/ 1048409 w 1954262"/>
              <a:gd name="connsiteY12" fmla="*/ 324413 h 1311701"/>
              <a:gd name="connsiteX13" fmla="*/ 887866 w 1954262"/>
              <a:gd name="connsiteY13" fmla="*/ 559442 h 1311701"/>
              <a:gd name="connsiteX14" fmla="*/ 503872 w 1954262"/>
              <a:gd name="connsiteY14" fmla="*/ 381747 h 1311701"/>
              <a:gd name="connsiteX15" fmla="*/ 41531 w 1954262"/>
              <a:gd name="connsiteY15" fmla="*/ 263126 h 1311701"/>
              <a:gd name="connsiteX0" fmla="*/ 41531 w 1954262"/>
              <a:gd name="connsiteY0" fmla="*/ 263126 h 1312744"/>
              <a:gd name="connsiteX1" fmla="*/ 12391 w 1954262"/>
              <a:gd name="connsiteY1" fmla="*/ 316765 h 1312744"/>
              <a:gd name="connsiteX2" fmla="*/ 315677 w 1954262"/>
              <a:gd name="connsiteY2" fmla="*/ 773987 h 1312744"/>
              <a:gd name="connsiteX3" fmla="*/ 596918 w 1954262"/>
              <a:gd name="connsiteY3" fmla="*/ 1079219 h 1312744"/>
              <a:gd name="connsiteX4" fmla="*/ 1009763 w 1954262"/>
              <a:gd name="connsiteY4" fmla="*/ 1311529 h 1312744"/>
              <a:gd name="connsiteX5" fmla="*/ 1398289 w 1954262"/>
              <a:gd name="connsiteY5" fmla="*/ 979020 h 1312744"/>
              <a:gd name="connsiteX6" fmla="*/ 1711848 w 1954262"/>
              <a:gd name="connsiteY6" fmla="*/ 792259 h 1312744"/>
              <a:gd name="connsiteX7" fmla="*/ 1932413 w 1954262"/>
              <a:gd name="connsiteY7" fmla="*/ 480044 h 1312744"/>
              <a:gd name="connsiteX8" fmla="*/ 1901490 w 1954262"/>
              <a:gd name="connsiteY8" fmla="*/ 114372 h 1312744"/>
              <a:gd name="connsiteX9" fmla="*/ 1536984 w 1954262"/>
              <a:gd name="connsiteY9" fmla="*/ 800 h 1312744"/>
              <a:gd name="connsiteX10" fmla="*/ 1273260 w 1954262"/>
              <a:gd name="connsiteY10" fmla="*/ 157201 h 1312744"/>
              <a:gd name="connsiteX11" fmla="*/ 1048409 w 1954262"/>
              <a:gd name="connsiteY11" fmla="*/ 324413 h 1312744"/>
              <a:gd name="connsiteX12" fmla="*/ 887866 w 1954262"/>
              <a:gd name="connsiteY12" fmla="*/ 559442 h 1312744"/>
              <a:gd name="connsiteX13" fmla="*/ 503872 w 1954262"/>
              <a:gd name="connsiteY13" fmla="*/ 381747 h 1312744"/>
              <a:gd name="connsiteX14" fmla="*/ 41531 w 1954262"/>
              <a:gd name="connsiteY14" fmla="*/ 263126 h 1312744"/>
              <a:gd name="connsiteX0" fmla="*/ 41794 w 1954525"/>
              <a:gd name="connsiteY0" fmla="*/ 263126 h 1311685"/>
              <a:gd name="connsiteX1" fmla="*/ 12654 w 1954525"/>
              <a:gd name="connsiteY1" fmla="*/ 316765 h 1311685"/>
              <a:gd name="connsiteX2" fmla="*/ 315940 w 1954525"/>
              <a:gd name="connsiteY2" fmla="*/ 773987 h 1311685"/>
              <a:gd name="connsiteX3" fmla="*/ 641331 w 1954525"/>
              <a:gd name="connsiteY3" fmla="*/ 1019169 h 1311685"/>
              <a:gd name="connsiteX4" fmla="*/ 1010026 w 1954525"/>
              <a:gd name="connsiteY4" fmla="*/ 1311529 h 1311685"/>
              <a:gd name="connsiteX5" fmla="*/ 1398552 w 1954525"/>
              <a:gd name="connsiteY5" fmla="*/ 979020 h 1311685"/>
              <a:gd name="connsiteX6" fmla="*/ 1712111 w 1954525"/>
              <a:gd name="connsiteY6" fmla="*/ 792259 h 1311685"/>
              <a:gd name="connsiteX7" fmla="*/ 1932676 w 1954525"/>
              <a:gd name="connsiteY7" fmla="*/ 480044 h 1311685"/>
              <a:gd name="connsiteX8" fmla="*/ 1901753 w 1954525"/>
              <a:gd name="connsiteY8" fmla="*/ 114372 h 1311685"/>
              <a:gd name="connsiteX9" fmla="*/ 1537247 w 1954525"/>
              <a:gd name="connsiteY9" fmla="*/ 800 h 1311685"/>
              <a:gd name="connsiteX10" fmla="*/ 1273523 w 1954525"/>
              <a:gd name="connsiteY10" fmla="*/ 157201 h 1311685"/>
              <a:gd name="connsiteX11" fmla="*/ 1048672 w 1954525"/>
              <a:gd name="connsiteY11" fmla="*/ 324413 h 1311685"/>
              <a:gd name="connsiteX12" fmla="*/ 888129 w 1954525"/>
              <a:gd name="connsiteY12" fmla="*/ 559442 h 1311685"/>
              <a:gd name="connsiteX13" fmla="*/ 504135 w 1954525"/>
              <a:gd name="connsiteY13" fmla="*/ 381747 h 1311685"/>
              <a:gd name="connsiteX14" fmla="*/ 41794 w 1954525"/>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969467 w 2035863"/>
              <a:gd name="connsiteY12" fmla="*/ 559442 h 1311685"/>
              <a:gd name="connsiteX13" fmla="*/ 585473 w 2035863"/>
              <a:gd name="connsiteY13" fmla="*/ 381747 h 1311685"/>
              <a:gd name="connsiteX14" fmla="*/ 123132 w 2035863"/>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585473 w 2035863"/>
              <a:gd name="connsiteY12" fmla="*/ 381747 h 1311685"/>
              <a:gd name="connsiteX13" fmla="*/ 123132 w 2035863"/>
              <a:gd name="connsiteY13"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14581 w 2035863"/>
              <a:gd name="connsiteY11" fmla="*/ 319631 h 1311685"/>
              <a:gd name="connsiteX12" fmla="*/ 585473 w 2035863"/>
              <a:gd name="connsiteY12" fmla="*/ 381747 h 1311685"/>
              <a:gd name="connsiteX13" fmla="*/ 123132 w 2035863"/>
              <a:gd name="connsiteY13" fmla="*/ 263126 h 1311685"/>
              <a:gd name="connsiteX0" fmla="*/ 122659 w 2035390"/>
              <a:gd name="connsiteY0" fmla="*/ 263126 h 1311721"/>
              <a:gd name="connsiteX1" fmla="*/ 9974 w 2035390"/>
              <a:gd name="connsiteY1" fmla="*/ 349240 h 1311721"/>
              <a:gd name="connsiteX2" fmla="*/ 396805 w 2035390"/>
              <a:gd name="connsiteY2" fmla="*/ 773987 h 1311721"/>
              <a:gd name="connsiteX3" fmla="*/ 604142 w 2035390"/>
              <a:gd name="connsiteY3" fmla="*/ 1023271 h 1311721"/>
              <a:gd name="connsiteX4" fmla="*/ 1090891 w 2035390"/>
              <a:gd name="connsiteY4" fmla="*/ 1311529 h 1311721"/>
              <a:gd name="connsiteX5" fmla="*/ 1479417 w 2035390"/>
              <a:gd name="connsiteY5" fmla="*/ 979020 h 1311721"/>
              <a:gd name="connsiteX6" fmla="*/ 1792976 w 2035390"/>
              <a:gd name="connsiteY6" fmla="*/ 792259 h 1311721"/>
              <a:gd name="connsiteX7" fmla="*/ 2013541 w 2035390"/>
              <a:gd name="connsiteY7" fmla="*/ 480044 h 1311721"/>
              <a:gd name="connsiteX8" fmla="*/ 1982618 w 2035390"/>
              <a:gd name="connsiteY8" fmla="*/ 114372 h 1311721"/>
              <a:gd name="connsiteX9" fmla="*/ 1618112 w 2035390"/>
              <a:gd name="connsiteY9" fmla="*/ 800 h 1311721"/>
              <a:gd name="connsiteX10" fmla="*/ 1354388 w 2035390"/>
              <a:gd name="connsiteY10" fmla="*/ 157201 h 1311721"/>
              <a:gd name="connsiteX11" fmla="*/ 1114108 w 2035390"/>
              <a:gd name="connsiteY11" fmla="*/ 319631 h 1311721"/>
              <a:gd name="connsiteX12" fmla="*/ 585000 w 2035390"/>
              <a:gd name="connsiteY12" fmla="*/ 381747 h 1311721"/>
              <a:gd name="connsiteX13" fmla="*/ 122659 w 2035390"/>
              <a:gd name="connsiteY13" fmla="*/ 263126 h 1311721"/>
              <a:gd name="connsiteX0" fmla="*/ 113202 w 2025933"/>
              <a:gd name="connsiteY0" fmla="*/ 263126 h 1311721"/>
              <a:gd name="connsiteX1" fmla="*/ 517 w 2025933"/>
              <a:gd name="connsiteY1" fmla="*/ 349240 h 1311721"/>
              <a:gd name="connsiteX2" fmla="*/ 166424 w 2025933"/>
              <a:gd name="connsiteY2" fmla="*/ 644277 h 1311721"/>
              <a:gd name="connsiteX3" fmla="*/ 387348 w 2025933"/>
              <a:gd name="connsiteY3" fmla="*/ 773987 h 1311721"/>
              <a:gd name="connsiteX4" fmla="*/ 594685 w 2025933"/>
              <a:gd name="connsiteY4" fmla="*/ 1023271 h 1311721"/>
              <a:gd name="connsiteX5" fmla="*/ 1081434 w 2025933"/>
              <a:gd name="connsiteY5" fmla="*/ 1311529 h 1311721"/>
              <a:gd name="connsiteX6" fmla="*/ 1469960 w 2025933"/>
              <a:gd name="connsiteY6" fmla="*/ 979020 h 1311721"/>
              <a:gd name="connsiteX7" fmla="*/ 1783519 w 2025933"/>
              <a:gd name="connsiteY7" fmla="*/ 792259 h 1311721"/>
              <a:gd name="connsiteX8" fmla="*/ 2004084 w 2025933"/>
              <a:gd name="connsiteY8" fmla="*/ 480044 h 1311721"/>
              <a:gd name="connsiteX9" fmla="*/ 1973161 w 2025933"/>
              <a:gd name="connsiteY9" fmla="*/ 114372 h 1311721"/>
              <a:gd name="connsiteX10" fmla="*/ 1608655 w 2025933"/>
              <a:gd name="connsiteY10" fmla="*/ 800 h 1311721"/>
              <a:gd name="connsiteX11" fmla="*/ 1344931 w 2025933"/>
              <a:gd name="connsiteY11" fmla="*/ 157201 h 1311721"/>
              <a:gd name="connsiteX12" fmla="*/ 1104651 w 2025933"/>
              <a:gd name="connsiteY12" fmla="*/ 319631 h 1311721"/>
              <a:gd name="connsiteX13" fmla="*/ 575543 w 2025933"/>
              <a:gd name="connsiteY13" fmla="*/ 381747 h 1311721"/>
              <a:gd name="connsiteX14" fmla="*/ 113202 w 2025933"/>
              <a:gd name="connsiteY14" fmla="*/ 263126 h 131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5933" h="1311721">
                <a:moveTo>
                  <a:pt x="113202" y="263126"/>
                </a:moveTo>
                <a:cubicBezTo>
                  <a:pt x="99500" y="280232"/>
                  <a:pt x="-8353" y="285715"/>
                  <a:pt x="517" y="349240"/>
                </a:cubicBezTo>
                <a:cubicBezTo>
                  <a:pt x="9387" y="412765"/>
                  <a:pt x="101952" y="573486"/>
                  <a:pt x="166424" y="644277"/>
                </a:cubicBezTo>
                <a:cubicBezTo>
                  <a:pt x="230896" y="715068"/>
                  <a:pt x="315971" y="710821"/>
                  <a:pt x="387348" y="773987"/>
                </a:cubicBezTo>
                <a:cubicBezTo>
                  <a:pt x="458725" y="837153"/>
                  <a:pt x="532499" y="1003794"/>
                  <a:pt x="594685" y="1023271"/>
                </a:cubicBezTo>
                <a:cubicBezTo>
                  <a:pt x="710366" y="1112861"/>
                  <a:pt x="935555" y="1318904"/>
                  <a:pt x="1081434" y="1311529"/>
                </a:cubicBezTo>
                <a:cubicBezTo>
                  <a:pt x="1227313" y="1304154"/>
                  <a:pt x="1352946" y="1065566"/>
                  <a:pt x="1469960" y="979020"/>
                </a:cubicBezTo>
                <a:cubicBezTo>
                  <a:pt x="1586974" y="892475"/>
                  <a:pt x="1694498" y="875421"/>
                  <a:pt x="1783519" y="792259"/>
                </a:cubicBezTo>
                <a:cubicBezTo>
                  <a:pt x="1872540" y="709096"/>
                  <a:pt x="1972478" y="593025"/>
                  <a:pt x="2004084" y="480044"/>
                </a:cubicBezTo>
                <a:cubicBezTo>
                  <a:pt x="2035690" y="367063"/>
                  <a:pt x="2039065" y="194246"/>
                  <a:pt x="1973161" y="114372"/>
                </a:cubicBezTo>
                <a:cubicBezTo>
                  <a:pt x="1907256" y="34498"/>
                  <a:pt x="1713361" y="-6338"/>
                  <a:pt x="1608655" y="800"/>
                </a:cubicBezTo>
                <a:cubicBezTo>
                  <a:pt x="1503949" y="7939"/>
                  <a:pt x="1428932" y="104063"/>
                  <a:pt x="1344931" y="157201"/>
                </a:cubicBezTo>
                <a:cubicBezTo>
                  <a:pt x="1260930" y="210340"/>
                  <a:pt x="1232882" y="282207"/>
                  <a:pt x="1104651" y="319631"/>
                </a:cubicBezTo>
                <a:cubicBezTo>
                  <a:pt x="976420" y="357055"/>
                  <a:pt x="743356" y="391962"/>
                  <a:pt x="575543" y="381747"/>
                </a:cubicBezTo>
                <a:cubicBezTo>
                  <a:pt x="250593" y="188437"/>
                  <a:pt x="154309" y="211810"/>
                  <a:pt x="113202" y="263126"/>
                </a:cubicBezTo>
                <a:close/>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40" name="Freeform: Shape 39">
            <a:extLst>
              <a:ext uri="{FF2B5EF4-FFF2-40B4-BE49-F238E27FC236}">
                <a16:creationId xmlns:a16="http://schemas.microsoft.com/office/drawing/2014/main" id="{9A0E8ED9-CF12-E0C9-13D8-38170215D2C1}"/>
              </a:ext>
            </a:extLst>
          </p:cNvPr>
          <p:cNvSpPr/>
          <p:nvPr/>
        </p:nvSpPr>
        <p:spPr>
          <a:xfrm rot="4296550" flipV="1">
            <a:off x="8190358" y="1791985"/>
            <a:ext cx="962495" cy="878154"/>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5908" h="1478726">
                <a:moveTo>
                  <a:pt x="504250" y="614371"/>
                </a:moveTo>
                <a:cubicBezTo>
                  <a:pt x="532730" y="526932"/>
                  <a:pt x="713059" y="493619"/>
                  <a:pt x="779510" y="432702"/>
                </a:cubicBezTo>
                <a:cubicBezTo>
                  <a:pt x="845961" y="371785"/>
                  <a:pt x="847859" y="317070"/>
                  <a:pt x="902954" y="248869"/>
                </a:cubicBezTo>
                <a:cubicBezTo>
                  <a:pt x="958049" y="180668"/>
                  <a:pt x="1039165" y="56356"/>
                  <a:pt x="1110078" y="23497"/>
                </a:cubicBezTo>
                <a:cubicBezTo>
                  <a:pt x="1180991" y="-9362"/>
                  <a:pt x="1274522" y="-14314"/>
                  <a:pt x="1328431" y="51717"/>
                </a:cubicBezTo>
                <a:cubicBezTo>
                  <a:pt x="1382340" y="117748"/>
                  <a:pt x="1449424" y="300165"/>
                  <a:pt x="1433534" y="419685"/>
                </a:cubicBezTo>
                <a:cubicBezTo>
                  <a:pt x="1417644" y="539205"/>
                  <a:pt x="1308723" y="673666"/>
                  <a:pt x="1233090" y="768839"/>
                </a:cubicBezTo>
                <a:cubicBezTo>
                  <a:pt x="1157458" y="864012"/>
                  <a:pt x="1114476" y="872424"/>
                  <a:pt x="979739" y="990724"/>
                </a:cubicBezTo>
                <a:cubicBezTo>
                  <a:pt x="845002" y="1109024"/>
                  <a:pt x="486959" y="1485399"/>
                  <a:pt x="424666" y="1478637"/>
                </a:cubicBezTo>
                <a:cubicBezTo>
                  <a:pt x="118481" y="1364902"/>
                  <a:pt x="-15581" y="964587"/>
                  <a:pt x="1468" y="835925"/>
                </a:cubicBezTo>
                <a:cubicBezTo>
                  <a:pt x="-25678" y="777632"/>
                  <a:pt x="330436" y="661725"/>
                  <a:pt x="504250" y="614371"/>
                </a:cubicBezTo>
                <a:close/>
              </a:path>
            </a:pathLst>
          </a:custGeom>
          <a:noFill/>
          <a:ln w="6350" cap="rnd">
            <a:solidFill>
              <a:schemeClr val="tx1">
                <a:lumMod val="95000"/>
                <a:alpha val="35000"/>
              </a:schemeClr>
            </a:solidFill>
            <a:prstDash val="dash"/>
            <a:round/>
          </a:ln>
        </p:spPr>
        <p:txBody>
          <a:bodyPr rtlCol="0" anchor="ctr"/>
          <a:lstStyle/>
          <a:p>
            <a:endParaRPr lang="en-US"/>
          </a:p>
        </p:txBody>
      </p:sp>
      <p:sp>
        <p:nvSpPr>
          <p:cNvPr id="41" name="Freeform: Shape 40">
            <a:extLst>
              <a:ext uri="{FF2B5EF4-FFF2-40B4-BE49-F238E27FC236}">
                <a16:creationId xmlns:a16="http://schemas.microsoft.com/office/drawing/2014/main" id="{1D62F30C-D2BE-BC11-56BB-7310A344E2B1}"/>
              </a:ext>
            </a:extLst>
          </p:cNvPr>
          <p:cNvSpPr/>
          <p:nvPr userDrawn="1"/>
        </p:nvSpPr>
        <p:spPr>
          <a:xfrm rot="7029322">
            <a:off x="7873140" y="-1311258"/>
            <a:ext cx="1805816" cy="2949110"/>
          </a:xfrm>
          <a:custGeom>
            <a:avLst/>
            <a:gdLst>
              <a:gd name="connsiteX0" fmla="*/ 11144 w 743796"/>
              <a:gd name="connsiteY0" fmla="*/ 0 h 2867501"/>
              <a:gd name="connsiteX1" fmla="*/ 353663 w 743796"/>
              <a:gd name="connsiteY1" fmla="*/ 55245 h 2867501"/>
              <a:gd name="connsiteX2" fmla="*/ 571405 w 743796"/>
              <a:gd name="connsiteY2" fmla="*/ 179737 h 2867501"/>
              <a:gd name="connsiteX3" fmla="*/ 688658 w 743796"/>
              <a:gd name="connsiteY3" fmla="*/ 368808 h 2867501"/>
              <a:gd name="connsiteX4" fmla="*/ 731711 w 743796"/>
              <a:gd name="connsiteY4" fmla="*/ 612934 h 2867501"/>
              <a:gd name="connsiteX5" fmla="*/ 725233 w 743796"/>
              <a:gd name="connsiteY5" fmla="*/ 995648 h 2867501"/>
              <a:gd name="connsiteX6" fmla="*/ 742855 w 743796"/>
              <a:gd name="connsiteY6" fmla="*/ 1499330 h 2867501"/>
              <a:gd name="connsiteX7" fmla="*/ 707898 w 743796"/>
              <a:gd name="connsiteY7" fmla="*/ 1793081 h 2867501"/>
              <a:gd name="connsiteX8" fmla="*/ 633222 w 743796"/>
              <a:gd name="connsiteY8" fmla="*/ 2073592 h 2867501"/>
              <a:gd name="connsiteX9" fmla="*/ 404527 w 743796"/>
              <a:gd name="connsiteY9" fmla="*/ 2472404 h 2867501"/>
              <a:gd name="connsiteX10" fmla="*/ 0 w 743796"/>
              <a:gd name="connsiteY10" fmla="*/ 2867501 h 2867501"/>
              <a:gd name="connsiteX0" fmla="*/ 11144 w 847008"/>
              <a:gd name="connsiteY0" fmla="*/ 0 h 2867501"/>
              <a:gd name="connsiteX1" fmla="*/ 353663 w 847008"/>
              <a:gd name="connsiteY1" fmla="*/ 55245 h 2867501"/>
              <a:gd name="connsiteX2" fmla="*/ 571405 w 847008"/>
              <a:gd name="connsiteY2" fmla="*/ 179737 h 2867501"/>
              <a:gd name="connsiteX3" fmla="*/ 843445 w 847008"/>
              <a:gd name="connsiteY3" fmla="*/ 377934 h 2867501"/>
              <a:gd name="connsiteX4" fmla="*/ 731711 w 847008"/>
              <a:gd name="connsiteY4" fmla="*/ 612934 h 2867501"/>
              <a:gd name="connsiteX5" fmla="*/ 725233 w 847008"/>
              <a:gd name="connsiteY5" fmla="*/ 995648 h 2867501"/>
              <a:gd name="connsiteX6" fmla="*/ 742855 w 847008"/>
              <a:gd name="connsiteY6" fmla="*/ 1499330 h 2867501"/>
              <a:gd name="connsiteX7" fmla="*/ 707898 w 847008"/>
              <a:gd name="connsiteY7" fmla="*/ 1793081 h 2867501"/>
              <a:gd name="connsiteX8" fmla="*/ 633222 w 847008"/>
              <a:gd name="connsiteY8" fmla="*/ 2073592 h 2867501"/>
              <a:gd name="connsiteX9" fmla="*/ 404527 w 847008"/>
              <a:gd name="connsiteY9" fmla="*/ 2472404 h 2867501"/>
              <a:gd name="connsiteX10" fmla="*/ 0 w 847008"/>
              <a:gd name="connsiteY10" fmla="*/ 2867501 h 2867501"/>
              <a:gd name="connsiteX0" fmla="*/ 90883 w 847008"/>
              <a:gd name="connsiteY0" fmla="*/ 0 h 3123014"/>
              <a:gd name="connsiteX1" fmla="*/ 353663 w 847008"/>
              <a:gd name="connsiteY1" fmla="*/ 310758 h 3123014"/>
              <a:gd name="connsiteX2" fmla="*/ 571405 w 847008"/>
              <a:gd name="connsiteY2" fmla="*/ 435250 h 3123014"/>
              <a:gd name="connsiteX3" fmla="*/ 843445 w 847008"/>
              <a:gd name="connsiteY3" fmla="*/ 633447 h 3123014"/>
              <a:gd name="connsiteX4" fmla="*/ 731711 w 847008"/>
              <a:gd name="connsiteY4" fmla="*/ 868447 h 3123014"/>
              <a:gd name="connsiteX5" fmla="*/ 725233 w 847008"/>
              <a:gd name="connsiteY5" fmla="*/ 1251161 h 3123014"/>
              <a:gd name="connsiteX6" fmla="*/ 742855 w 847008"/>
              <a:gd name="connsiteY6" fmla="*/ 1754843 h 3123014"/>
              <a:gd name="connsiteX7" fmla="*/ 707898 w 847008"/>
              <a:gd name="connsiteY7" fmla="*/ 2048594 h 3123014"/>
              <a:gd name="connsiteX8" fmla="*/ 633222 w 847008"/>
              <a:gd name="connsiteY8" fmla="*/ 2329105 h 3123014"/>
              <a:gd name="connsiteX9" fmla="*/ 404527 w 847008"/>
              <a:gd name="connsiteY9" fmla="*/ 2727917 h 3123014"/>
              <a:gd name="connsiteX10" fmla="*/ 0 w 847008"/>
              <a:gd name="connsiteY10" fmla="*/ 3123014 h 3123014"/>
              <a:gd name="connsiteX0" fmla="*/ 90883 w 846791"/>
              <a:gd name="connsiteY0" fmla="*/ 0 h 3123014"/>
              <a:gd name="connsiteX1" fmla="*/ 353663 w 846791"/>
              <a:gd name="connsiteY1" fmla="*/ 310758 h 3123014"/>
              <a:gd name="connsiteX2" fmla="*/ 571405 w 846791"/>
              <a:gd name="connsiteY2" fmla="*/ 334870 h 3123014"/>
              <a:gd name="connsiteX3" fmla="*/ 843445 w 846791"/>
              <a:gd name="connsiteY3" fmla="*/ 633447 h 3123014"/>
              <a:gd name="connsiteX4" fmla="*/ 731711 w 846791"/>
              <a:gd name="connsiteY4" fmla="*/ 868447 h 3123014"/>
              <a:gd name="connsiteX5" fmla="*/ 725233 w 846791"/>
              <a:gd name="connsiteY5" fmla="*/ 1251161 h 3123014"/>
              <a:gd name="connsiteX6" fmla="*/ 742855 w 846791"/>
              <a:gd name="connsiteY6" fmla="*/ 1754843 h 3123014"/>
              <a:gd name="connsiteX7" fmla="*/ 707898 w 846791"/>
              <a:gd name="connsiteY7" fmla="*/ 2048594 h 3123014"/>
              <a:gd name="connsiteX8" fmla="*/ 633222 w 846791"/>
              <a:gd name="connsiteY8" fmla="*/ 2329105 h 3123014"/>
              <a:gd name="connsiteX9" fmla="*/ 404527 w 846791"/>
              <a:gd name="connsiteY9" fmla="*/ 2727917 h 3123014"/>
              <a:gd name="connsiteX10" fmla="*/ 0 w 846791"/>
              <a:gd name="connsiteY10" fmla="*/ 3123014 h 3123014"/>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313644 w 755908"/>
              <a:gd name="connsiteY9" fmla="*/ 2727917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333080 w 755908"/>
              <a:gd name="connsiteY9" fmla="*/ 2654705 h 3029331"/>
              <a:gd name="connsiteX10" fmla="*/ 126794 w 755908"/>
              <a:gd name="connsiteY10" fmla="*/ 3029331 h 3029331"/>
              <a:gd name="connsiteX0" fmla="*/ 0 w 703268"/>
              <a:gd name="connsiteY0" fmla="*/ 0 h 3029331"/>
              <a:gd name="connsiteX1" fmla="*/ 262780 w 703268"/>
              <a:gd name="connsiteY1" fmla="*/ 310758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0 w 703268"/>
              <a:gd name="connsiteY0" fmla="*/ 0 h 3029331"/>
              <a:gd name="connsiteX1" fmla="*/ 287870 w 703268"/>
              <a:gd name="connsiteY1" fmla="*/ 267810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540401 w 576474"/>
              <a:gd name="connsiteY7" fmla="*/ 2062157 h 3029331"/>
              <a:gd name="connsiteX8" fmla="*/ 415545 w 576474"/>
              <a:gd name="connsiteY8" fmla="*/ 2329105 h 3029331"/>
              <a:gd name="connsiteX9" fmla="*/ 206286 w 576474"/>
              <a:gd name="connsiteY9" fmla="*/ 2654705 h 3029331"/>
              <a:gd name="connsiteX10" fmla="*/ 0 w 576474"/>
              <a:gd name="connsiteY10" fmla="*/ 3029331 h 3029331"/>
              <a:gd name="connsiteX0" fmla="*/ 0 w 577820"/>
              <a:gd name="connsiteY0" fmla="*/ 0 h 2972821"/>
              <a:gd name="connsiteX1" fmla="*/ 162422 w 577820"/>
              <a:gd name="connsiteY1" fmla="*/ 211300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20979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8702"/>
              <a:gd name="connsiteY0" fmla="*/ 0 h 2972821"/>
              <a:gd name="connsiteX1" fmla="*/ 160331 w 578702"/>
              <a:gd name="connsiteY1" fmla="*/ 170613 h 2972821"/>
              <a:gd name="connsiteX2" fmla="*/ 355074 w 578702"/>
              <a:gd name="connsiteY2" fmla="*/ 278360 h 2972821"/>
              <a:gd name="connsiteX3" fmla="*/ 572753 w 578702"/>
              <a:gd name="connsiteY3" fmla="*/ 540770 h 2972821"/>
              <a:gd name="connsiteX4" fmla="*/ 523744 w 578702"/>
              <a:gd name="connsiteY4" fmla="*/ 825500 h 2972821"/>
              <a:gd name="connsiteX5" fmla="*/ 508902 w 578702"/>
              <a:gd name="connsiteY5" fmla="*/ 1194651 h 2972821"/>
              <a:gd name="connsiteX6" fmla="*/ 526524 w 578702"/>
              <a:gd name="connsiteY6" fmla="*/ 1698333 h 2972821"/>
              <a:gd name="connsiteX7" fmla="*/ 541747 w 578702"/>
              <a:gd name="connsiteY7" fmla="*/ 2005647 h 2972821"/>
              <a:gd name="connsiteX8" fmla="*/ 416891 w 578702"/>
              <a:gd name="connsiteY8" fmla="*/ 2272595 h 2972821"/>
              <a:gd name="connsiteX9" fmla="*/ 207632 w 578702"/>
              <a:gd name="connsiteY9" fmla="*/ 2598195 h 2972821"/>
              <a:gd name="connsiteX10" fmla="*/ 1346 w 578702"/>
              <a:gd name="connsiteY10" fmla="*/ 2972821 h 2972821"/>
              <a:gd name="connsiteX0" fmla="*/ 0 w 546784"/>
              <a:gd name="connsiteY0" fmla="*/ 0 h 2972821"/>
              <a:gd name="connsiteX1" fmla="*/ 160331 w 546784"/>
              <a:gd name="connsiteY1" fmla="*/ 170613 h 2972821"/>
              <a:gd name="connsiteX2" fmla="*/ 355074 w 546784"/>
              <a:gd name="connsiteY2" fmla="*/ 278360 h 2972821"/>
              <a:gd name="connsiteX3" fmla="*/ 535118 w 546784"/>
              <a:gd name="connsiteY3" fmla="*/ 545291 h 2972821"/>
              <a:gd name="connsiteX4" fmla="*/ 523744 w 546784"/>
              <a:gd name="connsiteY4" fmla="*/ 825500 h 2972821"/>
              <a:gd name="connsiteX5" fmla="*/ 508902 w 546784"/>
              <a:gd name="connsiteY5" fmla="*/ 1194651 h 2972821"/>
              <a:gd name="connsiteX6" fmla="*/ 526524 w 546784"/>
              <a:gd name="connsiteY6" fmla="*/ 1698333 h 2972821"/>
              <a:gd name="connsiteX7" fmla="*/ 541747 w 546784"/>
              <a:gd name="connsiteY7" fmla="*/ 2005647 h 2972821"/>
              <a:gd name="connsiteX8" fmla="*/ 416891 w 546784"/>
              <a:gd name="connsiteY8" fmla="*/ 2272595 h 2972821"/>
              <a:gd name="connsiteX9" fmla="*/ 207632 w 546784"/>
              <a:gd name="connsiteY9" fmla="*/ 2598195 h 2972821"/>
              <a:gd name="connsiteX10" fmla="*/ 1346 w 546784"/>
              <a:gd name="connsiteY10" fmla="*/ 2972821 h 2972821"/>
              <a:gd name="connsiteX0" fmla="*/ 0 w 544678"/>
              <a:gd name="connsiteY0" fmla="*/ 0 h 2972821"/>
              <a:gd name="connsiteX1" fmla="*/ 160331 w 544678"/>
              <a:gd name="connsiteY1" fmla="*/ 170613 h 2972821"/>
              <a:gd name="connsiteX2" fmla="*/ 355074 w 544678"/>
              <a:gd name="connsiteY2" fmla="*/ 278360 h 2972821"/>
              <a:gd name="connsiteX3" fmla="*/ 535118 w 544678"/>
              <a:gd name="connsiteY3" fmla="*/ 545291 h 2972821"/>
              <a:gd name="connsiteX4" fmla="*/ 523744 w 544678"/>
              <a:gd name="connsiteY4" fmla="*/ 825500 h 2972821"/>
              <a:gd name="connsiteX5" fmla="*/ 508902 w 544678"/>
              <a:gd name="connsiteY5" fmla="*/ 1194651 h 2972821"/>
              <a:gd name="connsiteX6" fmla="*/ 526524 w 544678"/>
              <a:gd name="connsiteY6" fmla="*/ 1698333 h 2972821"/>
              <a:gd name="connsiteX7" fmla="*/ 419290 w 544678"/>
              <a:gd name="connsiteY7" fmla="*/ 1962016 h 2972821"/>
              <a:gd name="connsiteX8" fmla="*/ 416891 w 544678"/>
              <a:gd name="connsiteY8" fmla="*/ 2272595 h 2972821"/>
              <a:gd name="connsiteX9" fmla="*/ 207632 w 544678"/>
              <a:gd name="connsiteY9" fmla="*/ 2598195 h 2972821"/>
              <a:gd name="connsiteX10" fmla="*/ 1346 w 544678"/>
              <a:gd name="connsiteY10" fmla="*/ 2972821 h 2972821"/>
              <a:gd name="connsiteX0" fmla="*/ 0 w 544678"/>
              <a:gd name="connsiteY0" fmla="*/ 0 h 2972821"/>
              <a:gd name="connsiteX1" fmla="*/ 160331 w 544678"/>
              <a:gd name="connsiteY1" fmla="*/ 170613 h 2972821"/>
              <a:gd name="connsiteX2" fmla="*/ 355074 w 544678"/>
              <a:gd name="connsiteY2" fmla="*/ 278360 h 2972821"/>
              <a:gd name="connsiteX3" fmla="*/ 535118 w 544678"/>
              <a:gd name="connsiteY3" fmla="*/ 545291 h 2972821"/>
              <a:gd name="connsiteX4" fmla="*/ 523744 w 544678"/>
              <a:gd name="connsiteY4" fmla="*/ 825500 h 2972821"/>
              <a:gd name="connsiteX5" fmla="*/ 508902 w 544678"/>
              <a:gd name="connsiteY5" fmla="*/ 1194651 h 2972821"/>
              <a:gd name="connsiteX6" fmla="*/ 526524 w 544678"/>
              <a:gd name="connsiteY6" fmla="*/ 1698333 h 2972821"/>
              <a:gd name="connsiteX7" fmla="*/ 419290 w 544678"/>
              <a:gd name="connsiteY7" fmla="*/ 1962016 h 2972821"/>
              <a:gd name="connsiteX8" fmla="*/ 303429 w 544678"/>
              <a:gd name="connsiteY8" fmla="*/ 2200587 h 2972821"/>
              <a:gd name="connsiteX9" fmla="*/ 207632 w 544678"/>
              <a:gd name="connsiteY9" fmla="*/ 2598195 h 2972821"/>
              <a:gd name="connsiteX10" fmla="*/ 1346 w 544678"/>
              <a:gd name="connsiteY10" fmla="*/ 2972821 h 2972821"/>
              <a:gd name="connsiteX0" fmla="*/ 0 w 544678"/>
              <a:gd name="connsiteY0" fmla="*/ 0 h 2972821"/>
              <a:gd name="connsiteX1" fmla="*/ 160331 w 544678"/>
              <a:gd name="connsiteY1" fmla="*/ 170613 h 2972821"/>
              <a:gd name="connsiteX2" fmla="*/ 355074 w 544678"/>
              <a:gd name="connsiteY2" fmla="*/ 278360 h 2972821"/>
              <a:gd name="connsiteX3" fmla="*/ 535118 w 544678"/>
              <a:gd name="connsiteY3" fmla="*/ 545291 h 2972821"/>
              <a:gd name="connsiteX4" fmla="*/ 523744 w 544678"/>
              <a:gd name="connsiteY4" fmla="*/ 825500 h 2972821"/>
              <a:gd name="connsiteX5" fmla="*/ 508902 w 544678"/>
              <a:gd name="connsiteY5" fmla="*/ 1194651 h 2972821"/>
              <a:gd name="connsiteX6" fmla="*/ 526524 w 544678"/>
              <a:gd name="connsiteY6" fmla="*/ 1698333 h 2972821"/>
              <a:gd name="connsiteX7" fmla="*/ 419290 w 544678"/>
              <a:gd name="connsiteY7" fmla="*/ 1962016 h 2972821"/>
              <a:gd name="connsiteX8" fmla="*/ 303429 w 544678"/>
              <a:gd name="connsiteY8" fmla="*/ 2200587 h 2972821"/>
              <a:gd name="connsiteX9" fmla="*/ 320480 w 544678"/>
              <a:gd name="connsiteY9" fmla="*/ 2523775 h 2972821"/>
              <a:gd name="connsiteX10" fmla="*/ 1346 w 544678"/>
              <a:gd name="connsiteY10" fmla="*/ 2972821 h 2972821"/>
              <a:gd name="connsiteX0" fmla="*/ 0 w 544678"/>
              <a:gd name="connsiteY0" fmla="*/ 0 h 2523775"/>
              <a:gd name="connsiteX1" fmla="*/ 160331 w 544678"/>
              <a:gd name="connsiteY1" fmla="*/ 170613 h 2523775"/>
              <a:gd name="connsiteX2" fmla="*/ 355074 w 544678"/>
              <a:gd name="connsiteY2" fmla="*/ 278360 h 2523775"/>
              <a:gd name="connsiteX3" fmla="*/ 535118 w 544678"/>
              <a:gd name="connsiteY3" fmla="*/ 545291 h 2523775"/>
              <a:gd name="connsiteX4" fmla="*/ 523744 w 544678"/>
              <a:gd name="connsiteY4" fmla="*/ 825500 h 2523775"/>
              <a:gd name="connsiteX5" fmla="*/ 508902 w 544678"/>
              <a:gd name="connsiteY5" fmla="*/ 1194651 h 2523775"/>
              <a:gd name="connsiteX6" fmla="*/ 526524 w 544678"/>
              <a:gd name="connsiteY6" fmla="*/ 1698333 h 2523775"/>
              <a:gd name="connsiteX7" fmla="*/ 419290 w 544678"/>
              <a:gd name="connsiteY7" fmla="*/ 1962016 h 2523775"/>
              <a:gd name="connsiteX8" fmla="*/ 303429 w 544678"/>
              <a:gd name="connsiteY8" fmla="*/ 2200587 h 2523775"/>
              <a:gd name="connsiteX9" fmla="*/ 320480 w 544678"/>
              <a:gd name="connsiteY9" fmla="*/ 2523775 h 2523775"/>
              <a:gd name="connsiteX0" fmla="*/ 0 w 604376"/>
              <a:gd name="connsiteY0" fmla="*/ 0 h 2523775"/>
              <a:gd name="connsiteX1" fmla="*/ 160331 w 604376"/>
              <a:gd name="connsiteY1" fmla="*/ 170613 h 2523775"/>
              <a:gd name="connsiteX2" fmla="*/ 355074 w 604376"/>
              <a:gd name="connsiteY2" fmla="*/ 278360 h 2523775"/>
              <a:gd name="connsiteX3" fmla="*/ 535118 w 604376"/>
              <a:gd name="connsiteY3" fmla="*/ 545291 h 2523775"/>
              <a:gd name="connsiteX4" fmla="*/ 523744 w 604376"/>
              <a:gd name="connsiteY4" fmla="*/ 825500 h 2523775"/>
              <a:gd name="connsiteX5" fmla="*/ 604374 w 604376"/>
              <a:gd name="connsiteY5" fmla="*/ 1275762 h 2523775"/>
              <a:gd name="connsiteX6" fmla="*/ 526524 w 604376"/>
              <a:gd name="connsiteY6" fmla="*/ 1698333 h 2523775"/>
              <a:gd name="connsiteX7" fmla="*/ 419290 w 604376"/>
              <a:gd name="connsiteY7" fmla="*/ 1962016 h 2523775"/>
              <a:gd name="connsiteX8" fmla="*/ 303429 w 604376"/>
              <a:gd name="connsiteY8" fmla="*/ 2200587 h 2523775"/>
              <a:gd name="connsiteX9" fmla="*/ 320480 w 604376"/>
              <a:gd name="connsiteY9" fmla="*/ 2523775 h 2523775"/>
              <a:gd name="connsiteX0" fmla="*/ 0 w 801453"/>
              <a:gd name="connsiteY0" fmla="*/ 0 h 2768443"/>
              <a:gd name="connsiteX1" fmla="*/ 357408 w 801453"/>
              <a:gd name="connsiteY1" fmla="*/ 415281 h 2768443"/>
              <a:gd name="connsiteX2" fmla="*/ 552151 w 801453"/>
              <a:gd name="connsiteY2" fmla="*/ 523028 h 2768443"/>
              <a:gd name="connsiteX3" fmla="*/ 732195 w 801453"/>
              <a:gd name="connsiteY3" fmla="*/ 789959 h 2768443"/>
              <a:gd name="connsiteX4" fmla="*/ 720821 w 801453"/>
              <a:gd name="connsiteY4" fmla="*/ 1070168 h 2768443"/>
              <a:gd name="connsiteX5" fmla="*/ 801451 w 801453"/>
              <a:gd name="connsiteY5" fmla="*/ 1520430 h 2768443"/>
              <a:gd name="connsiteX6" fmla="*/ 723601 w 801453"/>
              <a:gd name="connsiteY6" fmla="*/ 1943001 h 2768443"/>
              <a:gd name="connsiteX7" fmla="*/ 616367 w 801453"/>
              <a:gd name="connsiteY7" fmla="*/ 2206684 h 2768443"/>
              <a:gd name="connsiteX8" fmla="*/ 500506 w 801453"/>
              <a:gd name="connsiteY8" fmla="*/ 2445255 h 2768443"/>
              <a:gd name="connsiteX9" fmla="*/ 517557 w 801453"/>
              <a:gd name="connsiteY9" fmla="*/ 2768443 h 2768443"/>
              <a:gd name="connsiteX0" fmla="*/ 0 w 844520"/>
              <a:gd name="connsiteY0" fmla="*/ 0 h 2768443"/>
              <a:gd name="connsiteX1" fmla="*/ 357408 w 844520"/>
              <a:gd name="connsiteY1" fmla="*/ 415281 h 2768443"/>
              <a:gd name="connsiteX2" fmla="*/ 552151 w 844520"/>
              <a:gd name="connsiteY2" fmla="*/ 523028 h 2768443"/>
              <a:gd name="connsiteX3" fmla="*/ 732195 w 844520"/>
              <a:gd name="connsiteY3" fmla="*/ 789959 h 2768443"/>
              <a:gd name="connsiteX4" fmla="*/ 720821 w 844520"/>
              <a:gd name="connsiteY4" fmla="*/ 1070168 h 2768443"/>
              <a:gd name="connsiteX5" fmla="*/ 842287 w 844520"/>
              <a:gd name="connsiteY5" fmla="*/ 1241527 h 2768443"/>
              <a:gd name="connsiteX6" fmla="*/ 801451 w 844520"/>
              <a:gd name="connsiteY6" fmla="*/ 1520430 h 2768443"/>
              <a:gd name="connsiteX7" fmla="*/ 723601 w 844520"/>
              <a:gd name="connsiteY7" fmla="*/ 1943001 h 2768443"/>
              <a:gd name="connsiteX8" fmla="*/ 616367 w 844520"/>
              <a:gd name="connsiteY8" fmla="*/ 2206684 h 2768443"/>
              <a:gd name="connsiteX9" fmla="*/ 500506 w 844520"/>
              <a:gd name="connsiteY9" fmla="*/ 2445255 h 2768443"/>
              <a:gd name="connsiteX10" fmla="*/ 517557 w 844520"/>
              <a:gd name="connsiteY10" fmla="*/ 2768443 h 2768443"/>
              <a:gd name="connsiteX0" fmla="*/ 0 w 844520"/>
              <a:gd name="connsiteY0" fmla="*/ 0 h 2768443"/>
              <a:gd name="connsiteX1" fmla="*/ 357408 w 844520"/>
              <a:gd name="connsiteY1" fmla="*/ 415281 h 2768443"/>
              <a:gd name="connsiteX2" fmla="*/ 552151 w 844520"/>
              <a:gd name="connsiteY2" fmla="*/ 523028 h 2768443"/>
              <a:gd name="connsiteX3" fmla="*/ 539618 w 844520"/>
              <a:gd name="connsiteY3" fmla="*/ 840825 h 2768443"/>
              <a:gd name="connsiteX4" fmla="*/ 720821 w 844520"/>
              <a:gd name="connsiteY4" fmla="*/ 1070168 h 2768443"/>
              <a:gd name="connsiteX5" fmla="*/ 842287 w 844520"/>
              <a:gd name="connsiteY5" fmla="*/ 1241527 h 2768443"/>
              <a:gd name="connsiteX6" fmla="*/ 801451 w 844520"/>
              <a:gd name="connsiteY6" fmla="*/ 1520430 h 2768443"/>
              <a:gd name="connsiteX7" fmla="*/ 723601 w 844520"/>
              <a:gd name="connsiteY7" fmla="*/ 1943001 h 2768443"/>
              <a:gd name="connsiteX8" fmla="*/ 616367 w 844520"/>
              <a:gd name="connsiteY8" fmla="*/ 2206684 h 2768443"/>
              <a:gd name="connsiteX9" fmla="*/ 500506 w 844520"/>
              <a:gd name="connsiteY9" fmla="*/ 2445255 h 2768443"/>
              <a:gd name="connsiteX10" fmla="*/ 517557 w 844520"/>
              <a:gd name="connsiteY10" fmla="*/ 2768443 h 2768443"/>
              <a:gd name="connsiteX0" fmla="*/ 0 w 844520"/>
              <a:gd name="connsiteY0" fmla="*/ 0 h 2768443"/>
              <a:gd name="connsiteX1" fmla="*/ 357408 w 844520"/>
              <a:gd name="connsiteY1" fmla="*/ 415281 h 2768443"/>
              <a:gd name="connsiteX2" fmla="*/ 552151 w 844520"/>
              <a:gd name="connsiteY2" fmla="*/ 523028 h 2768443"/>
              <a:gd name="connsiteX3" fmla="*/ 539618 w 844520"/>
              <a:gd name="connsiteY3" fmla="*/ 840825 h 2768443"/>
              <a:gd name="connsiteX4" fmla="*/ 754959 w 844520"/>
              <a:gd name="connsiteY4" fmla="*/ 898576 h 2768443"/>
              <a:gd name="connsiteX5" fmla="*/ 842287 w 844520"/>
              <a:gd name="connsiteY5" fmla="*/ 1241527 h 2768443"/>
              <a:gd name="connsiteX6" fmla="*/ 801451 w 844520"/>
              <a:gd name="connsiteY6" fmla="*/ 1520430 h 2768443"/>
              <a:gd name="connsiteX7" fmla="*/ 723601 w 844520"/>
              <a:gd name="connsiteY7" fmla="*/ 1943001 h 2768443"/>
              <a:gd name="connsiteX8" fmla="*/ 616367 w 844520"/>
              <a:gd name="connsiteY8" fmla="*/ 2206684 h 2768443"/>
              <a:gd name="connsiteX9" fmla="*/ 500506 w 844520"/>
              <a:gd name="connsiteY9" fmla="*/ 2445255 h 2768443"/>
              <a:gd name="connsiteX10" fmla="*/ 517557 w 844520"/>
              <a:gd name="connsiteY10" fmla="*/ 2768443 h 2768443"/>
              <a:gd name="connsiteX0" fmla="*/ 0 w 844520"/>
              <a:gd name="connsiteY0" fmla="*/ 46398 h 2814841"/>
              <a:gd name="connsiteX1" fmla="*/ 145971 w 844520"/>
              <a:gd name="connsiteY1" fmla="*/ 21207 h 2814841"/>
              <a:gd name="connsiteX2" fmla="*/ 357408 w 844520"/>
              <a:gd name="connsiteY2" fmla="*/ 461679 h 2814841"/>
              <a:gd name="connsiteX3" fmla="*/ 552151 w 844520"/>
              <a:gd name="connsiteY3" fmla="*/ 569426 h 2814841"/>
              <a:gd name="connsiteX4" fmla="*/ 539618 w 844520"/>
              <a:gd name="connsiteY4" fmla="*/ 887223 h 2814841"/>
              <a:gd name="connsiteX5" fmla="*/ 754959 w 844520"/>
              <a:gd name="connsiteY5" fmla="*/ 944974 h 2814841"/>
              <a:gd name="connsiteX6" fmla="*/ 842287 w 844520"/>
              <a:gd name="connsiteY6" fmla="*/ 1287925 h 2814841"/>
              <a:gd name="connsiteX7" fmla="*/ 801451 w 844520"/>
              <a:gd name="connsiteY7" fmla="*/ 1566828 h 2814841"/>
              <a:gd name="connsiteX8" fmla="*/ 723601 w 844520"/>
              <a:gd name="connsiteY8" fmla="*/ 1989399 h 2814841"/>
              <a:gd name="connsiteX9" fmla="*/ 616367 w 844520"/>
              <a:gd name="connsiteY9" fmla="*/ 2253082 h 2814841"/>
              <a:gd name="connsiteX10" fmla="*/ 500506 w 844520"/>
              <a:gd name="connsiteY10" fmla="*/ 2491653 h 2814841"/>
              <a:gd name="connsiteX11" fmla="*/ 517557 w 844520"/>
              <a:gd name="connsiteY11" fmla="*/ 2814841 h 2814841"/>
              <a:gd name="connsiteX0" fmla="*/ 0 w 844520"/>
              <a:gd name="connsiteY0" fmla="*/ 46398 h 2814841"/>
              <a:gd name="connsiteX1" fmla="*/ 145971 w 844520"/>
              <a:gd name="connsiteY1" fmla="*/ 21207 h 2814841"/>
              <a:gd name="connsiteX2" fmla="*/ 335122 w 844520"/>
              <a:gd name="connsiteY2" fmla="*/ 208174 h 2814841"/>
              <a:gd name="connsiteX3" fmla="*/ 552151 w 844520"/>
              <a:gd name="connsiteY3" fmla="*/ 569426 h 2814841"/>
              <a:gd name="connsiteX4" fmla="*/ 539618 w 844520"/>
              <a:gd name="connsiteY4" fmla="*/ 887223 h 2814841"/>
              <a:gd name="connsiteX5" fmla="*/ 754959 w 844520"/>
              <a:gd name="connsiteY5" fmla="*/ 944974 h 2814841"/>
              <a:gd name="connsiteX6" fmla="*/ 842287 w 844520"/>
              <a:gd name="connsiteY6" fmla="*/ 1287925 h 2814841"/>
              <a:gd name="connsiteX7" fmla="*/ 801451 w 844520"/>
              <a:gd name="connsiteY7" fmla="*/ 1566828 h 2814841"/>
              <a:gd name="connsiteX8" fmla="*/ 723601 w 844520"/>
              <a:gd name="connsiteY8" fmla="*/ 1989399 h 2814841"/>
              <a:gd name="connsiteX9" fmla="*/ 616367 w 844520"/>
              <a:gd name="connsiteY9" fmla="*/ 2253082 h 2814841"/>
              <a:gd name="connsiteX10" fmla="*/ 500506 w 844520"/>
              <a:gd name="connsiteY10" fmla="*/ 2491653 h 2814841"/>
              <a:gd name="connsiteX11" fmla="*/ 517557 w 844520"/>
              <a:gd name="connsiteY11" fmla="*/ 2814841 h 2814841"/>
              <a:gd name="connsiteX0" fmla="*/ 0 w 844520"/>
              <a:gd name="connsiteY0" fmla="*/ 46398 h 3148655"/>
              <a:gd name="connsiteX1" fmla="*/ 145971 w 844520"/>
              <a:gd name="connsiteY1" fmla="*/ 21207 h 3148655"/>
              <a:gd name="connsiteX2" fmla="*/ 335122 w 844520"/>
              <a:gd name="connsiteY2" fmla="*/ 208174 h 3148655"/>
              <a:gd name="connsiteX3" fmla="*/ 552151 w 844520"/>
              <a:gd name="connsiteY3" fmla="*/ 569426 h 3148655"/>
              <a:gd name="connsiteX4" fmla="*/ 539618 w 844520"/>
              <a:gd name="connsiteY4" fmla="*/ 887223 h 3148655"/>
              <a:gd name="connsiteX5" fmla="*/ 754959 w 844520"/>
              <a:gd name="connsiteY5" fmla="*/ 944974 h 3148655"/>
              <a:gd name="connsiteX6" fmla="*/ 842287 w 844520"/>
              <a:gd name="connsiteY6" fmla="*/ 1287925 h 3148655"/>
              <a:gd name="connsiteX7" fmla="*/ 801451 w 844520"/>
              <a:gd name="connsiteY7" fmla="*/ 1566828 h 3148655"/>
              <a:gd name="connsiteX8" fmla="*/ 723601 w 844520"/>
              <a:gd name="connsiteY8" fmla="*/ 1989399 h 3148655"/>
              <a:gd name="connsiteX9" fmla="*/ 616367 w 844520"/>
              <a:gd name="connsiteY9" fmla="*/ 2253082 h 3148655"/>
              <a:gd name="connsiteX10" fmla="*/ 500506 w 844520"/>
              <a:gd name="connsiteY10" fmla="*/ 2491653 h 3148655"/>
              <a:gd name="connsiteX11" fmla="*/ 565193 w 844520"/>
              <a:gd name="connsiteY11" fmla="*/ 3148655 h 3148655"/>
              <a:gd name="connsiteX0" fmla="*/ 0 w 836547"/>
              <a:gd name="connsiteY0" fmla="*/ -1 h 3199964"/>
              <a:gd name="connsiteX1" fmla="*/ 137998 w 836547"/>
              <a:gd name="connsiteY1" fmla="*/ 72516 h 3199964"/>
              <a:gd name="connsiteX2" fmla="*/ 327149 w 836547"/>
              <a:gd name="connsiteY2" fmla="*/ 259483 h 3199964"/>
              <a:gd name="connsiteX3" fmla="*/ 544178 w 836547"/>
              <a:gd name="connsiteY3" fmla="*/ 620735 h 3199964"/>
              <a:gd name="connsiteX4" fmla="*/ 531645 w 836547"/>
              <a:gd name="connsiteY4" fmla="*/ 938532 h 3199964"/>
              <a:gd name="connsiteX5" fmla="*/ 746986 w 836547"/>
              <a:gd name="connsiteY5" fmla="*/ 996283 h 3199964"/>
              <a:gd name="connsiteX6" fmla="*/ 834314 w 836547"/>
              <a:gd name="connsiteY6" fmla="*/ 1339234 h 3199964"/>
              <a:gd name="connsiteX7" fmla="*/ 793478 w 836547"/>
              <a:gd name="connsiteY7" fmla="*/ 1618137 h 3199964"/>
              <a:gd name="connsiteX8" fmla="*/ 715628 w 836547"/>
              <a:gd name="connsiteY8" fmla="*/ 2040708 h 3199964"/>
              <a:gd name="connsiteX9" fmla="*/ 608394 w 836547"/>
              <a:gd name="connsiteY9" fmla="*/ 2304391 h 3199964"/>
              <a:gd name="connsiteX10" fmla="*/ 492533 w 836547"/>
              <a:gd name="connsiteY10" fmla="*/ 2542962 h 3199964"/>
              <a:gd name="connsiteX11" fmla="*/ 557220 w 836547"/>
              <a:gd name="connsiteY11" fmla="*/ 3199964 h 3199964"/>
              <a:gd name="connsiteX0" fmla="*/ 0 w 1349553"/>
              <a:gd name="connsiteY0" fmla="*/ 299914 h 3135668"/>
              <a:gd name="connsiteX1" fmla="*/ 651004 w 1349553"/>
              <a:gd name="connsiteY1" fmla="*/ 8220 h 3135668"/>
              <a:gd name="connsiteX2" fmla="*/ 840155 w 1349553"/>
              <a:gd name="connsiteY2" fmla="*/ 195187 h 3135668"/>
              <a:gd name="connsiteX3" fmla="*/ 1057184 w 1349553"/>
              <a:gd name="connsiteY3" fmla="*/ 556439 h 3135668"/>
              <a:gd name="connsiteX4" fmla="*/ 1044651 w 1349553"/>
              <a:gd name="connsiteY4" fmla="*/ 874236 h 3135668"/>
              <a:gd name="connsiteX5" fmla="*/ 1259992 w 1349553"/>
              <a:gd name="connsiteY5" fmla="*/ 931987 h 3135668"/>
              <a:gd name="connsiteX6" fmla="*/ 1347320 w 1349553"/>
              <a:gd name="connsiteY6" fmla="*/ 1274938 h 3135668"/>
              <a:gd name="connsiteX7" fmla="*/ 1306484 w 1349553"/>
              <a:gd name="connsiteY7" fmla="*/ 1553841 h 3135668"/>
              <a:gd name="connsiteX8" fmla="*/ 1228634 w 1349553"/>
              <a:gd name="connsiteY8" fmla="*/ 1976412 h 3135668"/>
              <a:gd name="connsiteX9" fmla="*/ 1121400 w 1349553"/>
              <a:gd name="connsiteY9" fmla="*/ 2240095 h 3135668"/>
              <a:gd name="connsiteX10" fmla="*/ 1005539 w 1349553"/>
              <a:gd name="connsiteY10" fmla="*/ 2478666 h 3135668"/>
              <a:gd name="connsiteX11" fmla="*/ 1070226 w 1349553"/>
              <a:gd name="connsiteY11" fmla="*/ 3135668 h 3135668"/>
              <a:gd name="connsiteX0" fmla="*/ 0 w 1349553"/>
              <a:gd name="connsiteY0" fmla="*/ 112429 h 2948183"/>
              <a:gd name="connsiteX1" fmla="*/ 502995 w 1349553"/>
              <a:gd name="connsiteY1" fmla="*/ 82884 h 2948183"/>
              <a:gd name="connsiteX2" fmla="*/ 840155 w 1349553"/>
              <a:gd name="connsiteY2" fmla="*/ 7702 h 2948183"/>
              <a:gd name="connsiteX3" fmla="*/ 1057184 w 1349553"/>
              <a:gd name="connsiteY3" fmla="*/ 368954 h 2948183"/>
              <a:gd name="connsiteX4" fmla="*/ 1044651 w 1349553"/>
              <a:gd name="connsiteY4" fmla="*/ 686751 h 2948183"/>
              <a:gd name="connsiteX5" fmla="*/ 1259992 w 1349553"/>
              <a:gd name="connsiteY5" fmla="*/ 744502 h 2948183"/>
              <a:gd name="connsiteX6" fmla="*/ 1347320 w 1349553"/>
              <a:gd name="connsiteY6" fmla="*/ 1087453 h 2948183"/>
              <a:gd name="connsiteX7" fmla="*/ 1306484 w 1349553"/>
              <a:gd name="connsiteY7" fmla="*/ 1366356 h 2948183"/>
              <a:gd name="connsiteX8" fmla="*/ 1228634 w 1349553"/>
              <a:gd name="connsiteY8" fmla="*/ 1788927 h 2948183"/>
              <a:gd name="connsiteX9" fmla="*/ 1121400 w 1349553"/>
              <a:gd name="connsiteY9" fmla="*/ 2052610 h 2948183"/>
              <a:gd name="connsiteX10" fmla="*/ 1005539 w 1349553"/>
              <a:gd name="connsiteY10" fmla="*/ 2291181 h 2948183"/>
              <a:gd name="connsiteX11" fmla="*/ 1070226 w 1349553"/>
              <a:gd name="connsiteY11" fmla="*/ 2948183 h 2948183"/>
              <a:gd name="connsiteX0" fmla="*/ 0 w 1349553"/>
              <a:gd name="connsiteY0" fmla="*/ 50215 h 2885969"/>
              <a:gd name="connsiteX1" fmla="*/ 502995 w 1349553"/>
              <a:gd name="connsiteY1" fmla="*/ 20670 h 2885969"/>
              <a:gd name="connsiteX2" fmla="*/ 712669 w 1349553"/>
              <a:gd name="connsiteY2" fmla="*/ 106872 h 2885969"/>
              <a:gd name="connsiteX3" fmla="*/ 1057184 w 1349553"/>
              <a:gd name="connsiteY3" fmla="*/ 306740 h 2885969"/>
              <a:gd name="connsiteX4" fmla="*/ 1044651 w 1349553"/>
              <a:gd name="connsiteY4" fmla="*/ 624537 h 2885969"/>
              <a:gd name="connsiteX5" fmla="*/ 1259992 w 1349553"/>
              <a:gd name="connsiteY5" fmla="*/ 682288 h 2885969"/>
              <a:gd name="connsiteX6" fmla="*/ 1347320 w 1349553"/>
              <a:gd name="connsiteY6" fmla="*/ 1025239 h 2885969"/>
              <a:gd name="connsiteX7" fmla="*/ 1306484 w 1349553"/>
              <a:gd name="connsiteY7" fmla="*/ 1304142 h 2885969"/>
              <a:gd name="connsiteX8" fmla="*/ 1228634 w 1349553"/>
              <a:gd name="connsiteY8" fmla="*/ 1726713 h 2885969"/>
              <a:gd name="connsiteX9" fmla="*/ 1121400 w 1349553"/>
              <a:gd name="connsiteY9" fmla="*/ 1990396 h 2885969"/>
              <a:gd name="connsiteX10" fmla="*/ 1005539 w 1349553"/>
              <a:gd name="connsiteY10" fmla="*/ 2228967 h 2885969"/>
              <a:gd name="connsiteX11" fmla="*/ 1070226 w 1349553"/>
              <a:gd name="connsiteY11" fmla="*/ 2885969 h 2885969"/>
              <a:gd name="connsiteX0" fmla="*/ 0 w 1349553"/>
              <a:gd name="connsiteY0" fmla="*/ 50215 h 2885969"/>
              <a:gd name="connsiteX1" fmla="*/ 502995 w 1349553"/>
              <a:gd name="connsiteY1" fmla="*/ 20670 h 2885969"/>
              <a:gd name="connsiteX2" fmla="*/ 712669 w 1349553"/>
              <a:gd name="connsiteY2" fmla="*/ 106872 h 2885969"/>
              <a:gd name="connsiteX3" fmla="*/ 941567 w 1349553"/>
              <a:gd name="connsiteY3" fmla="*/ 350729 h 2885969"/>
              <a:gd name="connsiteX4" fmla="*/ 1044651 w 1349553"/>
              <a:gd name="connsiteY4" fmla="*/ 624537 h 2885969"/>
              <a:gd name="connsiteX5" fmla="*/ 1259992 w 1349553"/>
              <a:gd name="connsiteY5" fmla="*/ 682288 h 2885969"/>
              <a:gd name="connsiteX6" fmla="*/ 1347320 w 1349553"/>
              <a:gd name="connsiteY6" fmla="*/ 1025239 h 2885969"/>
              <a:gd name="connsiteX7" fmla="*/ 1306484 w 1349553"/>
              <a:gd name="connsiteY7" fmla="*/ 1304142 h 2885969"/>
              <a:gd name="connsiteX8" fmla="*/ 1228634 w 1349553"/>
              <a:gd name="connsiteY8" fmla="*/ 1726713 h 2885969"/>
              <a:gd name="connsiteX9" fmla="*/ 1121400 w 1349553"/>
              <a:gd name="connsiteY9" fmla="*/ 1990396 h 2885969"/>
              <a:gd name="connsiteX10" fmla="*/ 1005539 w 1349553"/>
              <a:gd name="connsiteY10" fmla="*/ 2228967 h 2885969"/>
              <a:gd name="connsiteX11" fmla="*/ 1070226 w 1349553"/>
              <a:gd name="connsiteY11" fmla="*/ 2885969 h 288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9553" h="2885969">
                <a:moveTo>
                  <a:pt x="0" y="50215"/>
                </a:moveTo>
                <a:cubicBezTo>
                  <a:pt x="24397" y="80817"/>
                  <a:pt x="443427" y="-48543"/>
                  <a:pt x="502995" y="20670"/>
                </a:cubicBezTo>
                <a:cubicBezTo>
                  <a:pt x="562563" y="89884"/>
                  <a:pt x="639574" y="51862"/>
                  <a:pt x="712669" y="106872"/>
                </a:cubicBezTo>
                <a:cubicBezTo>
                  <a:pt x="785764" y="161882"/>
                  <a:pt x="886237" y="264452"/>
                  <a:pt x="941567" y="350729"/>
                </a:cubicBezTo>
                <a:cubicBezTo>
                  <a:pt x="996897" y="437006"/>
                  <a:pt x="991580" y="569277"/>
                  <a:pt x="1044651" y="624537"/>
                </a:cubicBezTo>
                <a:cubicBezTo>
                  <a:pt x="1097722" y="679797"/>
                  <a:pt x="1258611" y="608008"/>
                  <a:pt x="1259992" y="682288"/>
                </a:cubicBezTo>
                <a:cubicBezTo>
                  <a:pt x="1261373" y="756568"/>
                  <a:pt x="1333882" y="950196"/>
                  <a:pt x="1347320" y="1025239"/>
                </a:cubicBezTo>
                <a:cubicBezTo>
                  <a:pt x="1360758" y="1100282"/>
                  <a:pt x="1309297" y="1186248"/>
                  <a:pt x="1306484" y="1304142"/>
                </a:cubicBezTo>
                <a:cubicBezTo>
                  <a:pt x="1306961" y="1472259"/>
                  <a:pt x="1234444" y="1558692"/>
                  <a:pt x="1228634" y="1726713"/>
                </a:cubicBezTo>
                <a:cubicBezTo>
                  <a:pt x="1225205" y="1825392"/>
                  <a:pt x="1158582" y="1906687"/>
                  <a:pt x="1121400" y="1990396"/>
                </a:cubicBezTo>
                <a:cubicBezTo>
                  <a:pt x="1084218" y="2074105"/>
                  <a:pt x="1014068" y="2079705"/>
                  <a:pt x="1005539" y="2228967"/>
                </a:cubicBezTo>
                <a:cubicBezTo>
                  <a:pt x="997010" y="2378229"/>
                  <a:pt x="1165381" y="2764621"/>
                  <a:pt x="1070226" y="288596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42" name="Freeform: Shape 41">
            <a:extLst>
              <a:ext uri="{FF2B5EF4-FFF2-40B4-BE49-F238E27FC236}">
                <a16:creationId xmlns:a16="http://schemas.microsoft.com/office/drawing/2014/main" id="{D758843E-1157-A781-35AA-2E6BB6FFF043}"/>
              </a:ext>
            </a:extLst>
          </p:cNvPr>
          <p:cNvSpPr/>
          <p:nvPr userDrawn="1"/>
        </p:nvSpPr>
        <p:spPr>
          <a:xfrm rot="7195372">
            <a:off x="8753043" y="-471089"/>
            <a:ext cx="714013" cy="1045900"/>
          </a:xfrm>
          <a:custGeom>
            <a:avLst/>
            <a:gdLst>
              <a:gd name="connsiteX0" fmla="*/ 0 w 389425"/>
              <a:gd name="connsiteY0" fmla="*/ 33 h 2011236"/>
              <a:gd name="connsiteX1" fmla="*/ 171260 w 389425"/>
              <a:gd name="connsiteY1" fmla="*/ 60326 h 2011236"/>
              <a:gd name="connsiteX2" fmla="*/ 211455 w 389425"/>
              <a:gd name="connsiteY2" fmla="*/ 221204 h 2011236"/>
              <a:gd name="connsiteX3" fmla="*/ 243078 w 389425"/>
              <a:gd name="connsiteY3" fmla="*/ 448089 h 2011236"/>
              <a:gd name="connsiteX4" fmla="*/ 346424 w 389425"/>
              <a:gd name="connsiteY4" fmla="*/ 789941 h 2011236"/>
              <a:gd name="connsiteX5" fmla="*/ 372237 w 389425"/>
              <a:gd name="connsiteY5" fmla="*/ 942151 h 2011236"/>
              <a:gd name="connsiteX6" fmla="*/ 386620 w 389425"/>
              <a:gd name="connsiteY6" fmla="*/ 1272478 h 2011236"/>
              <a:gd name="connsiteX7" fmla="*/ 280416 w 389425"/>
              <a:gd name="connsiteY7" fmla="*/ 1660241 h 2011236"/>
              <a:gd name="connsiteX8" fmla="*/ 151257 w 389425"/>
              <a:gd name="connsiteY8" fmla="*/ 1844073 h 2011236"/>
              <a:gd name="connsiteX9" fmla="*/ 1905 w 389425"/>
              <a:gd name="connsiteY9" fmla="*/ 2011237 h 2011236"/>
              <a:gd name="connsiteX0" fmla="*/ 0 w 389425"/>
              <a:gd name="connsiteY0" fmla="*/ 33 h 1864349"/>
              <a:gd name="connsiteX1" fmla="*/ 171260 w 389425"/>
              <a:gd name="connsiteY1" fmla="*/ 60326 h 1864349"/>
              <a:gd name="connsiteX2" fmla="*/ 211455 w 389425"/>
              <a:gd name="connsiteY2" fmla="*/ 221204 h 1864349"/>
              <a:gd name="connsiteX3" fmla="*/ 243078 w 389425"/>
              <a:gd name="connsiteY3" fmla="*/ 448089 h 1864349"/>
              <a:gd name="connsiteX4" fmla="*/ 346424 w 389425"/>
              <a:gd name="connsiteY4" fmla="*/ 789941 h 1864349"/>
              <a:gd name="connsiteX5" fmla="*/ 372237 w 389425"/>
              <a:gd name="connsiteY5" fmla="*/ 942151 h 1864349"/>
              <a:gd name="connsiteX6" fmla="*/ 386620 w 389425"/>
              <a:gd name="connsiteY6" fmla="*/ 1272478 h 1864349"/>
              <a:gd name="connsiteX7" fmla="*/ 280416 w 389425"/>
              <a:gd name="connsiteY7" fmla="*/ 1660241 h 1864349"/>
              <a:gd name="connsiteX8" fmla="*/ 151257 w 389425"/>
              <a:gd name="connsiteY8" fmla="*/ 1844073 h 1864349"/>
              <a:gd name="connsiteX9" fmla="*/ 66251 w 389425"/>
              <a:gd name="connsiteY9" fmla="*/ 1780067 h 1864349"/>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280416 w 389425"/>
              <a:gd name="connsiteY7" fmla="*/ 1660241 h 1872081"/>
              <a:gd name="connsiteX8" fmla="*/ 279950 w 389425"/>
              <a:gd name="connsiteY8" fmla="*/ 1852414 h 1872081"/>
              <a:gd name="connsiteX9" fmla="*/ 66251 w 389425"/>
              <a:gd name="connsiteY9" fmla="*/ 1780067 h 1872081"/>
              <a:gd name="connsiteX0" fmla="*/ 0 w 389425"/>
              <a:gd name="connsiteY0" fmla="*/ 33 h 1872081"/>
              <a:gd name="connsiteX1" fmla="*/ 171260 w 389425"/>
              <a:gd name="connsiteY1" fmla="*/ 60326 h 1872081"/>
              <a:gd name="connsiteX2" fmla="*/ 211455 w 389425"/>
              <a:gd name="connsiteY2" fmla="*/ 221204 h 1872081"/>
              <a:gd name="connsiteX3" fmla="*/ 243078 w 389425"/>
              <a:gd name="connsiteY3" fmla="*/ 448089 h 1872081"/>
              <a:gd name="connsiteX4" fmla="*/ 346424 w 389425"/>
              <a:gd name="connsiteY4" fmla="*/ 789941 h 1872081"/>
              <a:gd name="connsiteX5" fmla="*/ 372237 w 389425"/>
              <a:gd name="connsiteY5" fmla="*/ 942151 h 1872081"/>
              <a:gd name="connsiteX6" fmla="*/ 386620 w 389425"/>
              <a:gd name="connsiteY6" fmla="*/ 1272478 h 1872081"/>
              <a:gd name="connsiteX7" fmla="*/ 357871 w 389425"/>
              <a:gd name="connsiteY7" fmla="*/ 1623302 h 1872081"/>
              <a:gd name="connsiteX8" fmla="*/ 279950 w 389425"/>
              <a:gd name="connsiteY8" fmla="*/ 1852414 h 1872081"/>
              <a:gd name="connsiteX9" fmla="*/ 66251 w 389425"/>
              <a:gd name="connsiteY9" fmla="*/ 1780067 h 1872081"/>
              <a:gd name="connsiteX0" fmla="*/ 0 w 389425"/>
              <a:gd name="connsiteY0" fmla="*/ 33 h 1897079"/>
              <a:gd name="connsiteX1" fmla="*/ 171260 w 389425"/>
              <a:gd name="connsiteY1" fmla="*/ 60326 h 1897079"/>
              <a:gd name="connsiteX2" fmla="*/ 211455 w 389425"/>
              <a:gd name="connsiteY2" fmla="*/ 221204 h 1897079"/>
              <a:gd name="connsiteX3" fmla="*/ 243078 w 389425"/>
              <a:gd name="connsiteY3" fmla="*/ 448089 h 1897079"/>
              <a:gd name="connsiteX4" fmla="*/ 346424 w 389425"/>
              <a:gd name="connsiteY4" fmla="*/ 789941 h 1897079"/>
              <a:gd name="connsiteX5" fmla="*/ 372237 w 389425"/>
              <a:gd name="connsiteY5" fmla="*/ 942151 h 1897079"/>
              <a:gd name="connsiteX6" fmla="*/ 386620 w 389425"/>
              <a:gd name="connsiteY6" fmla="*/ 1272478 h 1897079"/>
              <a:gd name="connsiteX7" fmla="*/ 357871 w 389425"/>
              <a:gd name="connsiteY7" fmla="*/ 1623302 h 1897079"/>
              <a:gd name="connsiteX8" fmla="*/ 279950 w 389425"/>
              <a:gd name="connsiteY8" fmla="*/ 1852414 h 1897079"/>
              <a:gd name="connsiteX9" fmla="*/ 66251 w 389425"/>
              <a:gd name="connsiteY9" fmla="*/ 1780067 h 1897079"/>
              <a:gd name="connsiteX0" fmla="*/ 0 w 389425"/>
              <a:gd name="connsiteY0" fmla="*/ 33 h 1901975"/>
              <a:gd name="connsiteX1" fmla="*/ 171260 w 389425"/>
              <a:gd name="connsiteY1" fmla="*/ 60326 h 1901975"/>
              <a:gd name="connsiteX2" fmla="*/ 211455 w 389425"/>
              <a:gd name="connsiteY2" fmla="*/ 221204 h 1901975"/>
              <a:gd name="connsiteX3" fmla="*/ 243078 w 389425"/>
              <a:gd name="connsiteY3" fmla="*/ 448089 h 1901975"/>
              <a:gd name="connsiteX4" fmla="*/ 346424 w 389425"/>
              <a:gd name="connsiteY4" fmla="*/ 789941 h 1901975"/>
              <a:gd name="connsiteX5" fmla="*/ 372237 w 389425"/>
              <a:gd name="connsiteY5" fmla="*/ 942151 h 1901975"/>
              <a:gd name="connsiteX6" fmla="*/ 386620 w 389425"/>
              <a:gd name="connsiteY6" fmla="*/ 1272478 h 1901975"/>
              <a:gd name="connsiteX7" fmla="*/ 357871 w 389425"/>
              <a:gd name="connsiteY7" fmla="*/ 1623302 h 1901975"/>
              <a:gd name="connsiteX8" fmla="*/ 279950 w 389425"/>
              <a:gd name="connsiteY8" fmla="*/ 1852414 h 1901975"/>
              <a:gd name="connsiteX9" fmla="*/ 66251 w 389425"/>
              <a:gd name="connsiteY9" fmla="*/ 1795558 h 1901975"/>
              <a:gd name="connsiteX0" fmla="*/ 0 w 416359"/>
              <a:gd name="connsiteY0" fmla="*/ 33 h 1901975"/>
              <a:gd name="connsiteX1" fmla="*/ 171260 w 416359"/>
              <a:gd name="connsiteY1" fmla="*/ 60326 h 1901975"/>
              <a:gd name="connsiteX2" fmla="*/ 211455 w 416359"/>
              <a:gd name="connsiteY2" fmla="*/ 221204 h 1901975"/>
              <a:gd name="connsiteX3" fmla="*/ 243078 w 416359"/>
              <a:gd name="connsiteY3" fmla="*/ 448089 h 1901975"/>
              <a:gd name="connsiteX4" fmla="*/ 346424 w 416359"/>
              <a:gd name="connsiteY4" fmla="*/ 789941 h 1901975"/>
              <a:gd name="connsiteX5" fmla="*/ 372237 w 416359"/>
              <a:gd name="connsiteY5" fmla="*/ 942151 h 1901975"/>
              <a:gd name="connsiteX6" fmla="*/ 386620 w 416359"/>
              <a:gd name="connsiteY6" fmla="*/ 1272478 h 1901975"/>
              <a:gd name="connsiteX7" fmla="*/ 412684 w 416359"/>
              <a:gd name="connsiteY7" fmla="*/ 1613769 h 1901975"/>
              <a:gd name="connsiteX8" fmla="*/ 279950 w 416359"/>
              <a:gd name="connsiteY8" fmla="*/ 1852414 h 1901975"/>
              <a:gd name="connsiteX9" fmla="*/ 66251 w 416359"/>
              <a:gd name="connsiteY9" fmla="*/ 1795558 h 1901975"/>
              <a:gd name="connsiteX0" fmla="*/ 0 w 356779"/>
              <a:gd name="connsiteY0" fmla="*/ 7 h 1963912"/>
              <a:gd name="connsiteX1" fmla="*/ 111680 w 356779"/>
              <a:gd name="connsiteY1" fmla="*/ 122263 h 1963912"/>
              <a:gd name="connsiteX2" fmla="*/ 151875 w 356779"/>
              <a:gd name="connsiteY2" fmla="*/ 283141 h 1963912"/>
              <a:gd name="connsiteX3" fmla="*/ 183498 w 356779"/>
              <a:gd name="connsiteY3" fmla="*/ 510026 h 1963912"/>
              <a:gd name="connsiteX4" fmla="*/ 286844 w 356779"/>
              <a:gd name="connsiteY4" fmla="*/ 851878 h 1963912"/>
              <a:gd name="connsiteX5" fmla="*/ 312657 w 356779"/>
              <a:gd name="connsiteY5" fmla="*/ 1004088 h 1963912"/>
              <a:gd name="connsiteX6" fmla="*/ 327040 w 356779"/>
              <a:gd name="connsiteY6" fmla="*/ 1334415 h 1963912"/>
              <a:gd name="connsiteX7" fmla="*/ 353104 w 356779"/>
              <a:gd name="connsiteY7" fmla="*/ 1675706 h 1963912"/>
              <a:gd name="connsiteX8" fmla="*/ 220370 w 356779"/>
              <a:gd name="connsiteY8" fmla="*/ 1914351 h 1963912"/>
              <a:gd name="connsiteX9" fmla="*/ 6671 w 356779"/>
              <a:gd name="connsiteY9" fmla="*/ 1857495 h 1963912"/>
              <a:gd name="connsiteX0" fmla="*/ 0 w 356779"/>
              <a:gd name="connsiteY0" fmla="*/ 8 h 1963913"/>
              <a:gd name="connsiteX1" fmla="*/ 111680 w 356779"/>
              <a:gd name="connsiteY1" fmla="*/ 122264 h 1963913"/>
              <a:gd name="connsiteX2" fmla="*/ 228137 w 356779"/>
              <a:gd name="connsiteY2" fmla="*/ 339147 h 1963913"/>
              <a:gd name="connsiteX3" fmla="*/ 183498 w 356779"/>
              <a:gd name="connsiteY3" fmla="*/ 510027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6779"/>
              <a:gd name="connsiteY0" fmla="*/ 8 h 1963913"/>
              <a:gd name="connsiteX1" fmla="*/ 111680 w 356779"/>
              <a:gd name="connsiteY1" fmla="*/ 122264 h 1963913"/>
              <a:gd name="connsiteX2" fmla="*/ 228137 w 356779"/>
              <a:gd name="connsiteY2" fmla="*/ 339147 h 1963913"/>
              <a:gd name="connsiteX3" fmla="*/ 239504 w 356779"/>
              <a:gd name="connsiteY3" fmla="*/ 602972 h 1963913"/>
              <a:gd name="connsiteX4" fmla="*/ 286844 w 356779"/>
              <a:gd name="connsiteY4" fmla="*/ 851879 h 1963913"/>
              <a:gd name="connsiteX5" fmla="*/ 312657 w 356779"/>
              <a:gd name="connsiteY5" fmla="*/ 1004089 h 1963913"/>
              <a:gd name="connsiteX6" fmla="*/ 327040 w 356779"/>
              <a:gd name="connsiteY6" fmla="*/ 1334416 h 1963913"/>
              <a:gd name="connsiteX7" fmla="*/ 353104 w 356779"/>
              <a:gd name="connsiteY7" fmla="*/ 1675707 h 1963913"/>
              <a:gd name="connsiteX8" fmla="*/ 220370 w 356779"/>
              <a:gd name="connsiteY8" fmla="*/ 1914352 h 1963913"/>
              <a:gd name="connsiteX9" fmla="*/ 6671 w 356779"/>
              <a:gd name="connsiteY9" fmla="*/ 1857496 h 1963913"/>
              <a:gd name="connsiteX0" fmla="*/ 0 w 358694"/>
              <a:gd name="connsiteY0" fmla="*/ 8 h 1930725"/>
              <a:gd name="connsiteX1" fmla="*/ 111680 w 358694"/>
              <a:gd name="connsiteY1" fmla="*/ 122264 h 1930725"/>
              <a:gd name="connsiteX2" fmla="*/ 228137 w 358694"/>
              <a:gd name="connsiteY2" fmla="*/ 339147 h 1930725"/>
              <a:gd name="connsiteX3" fmla="*/ 239504 w 358694"/>
              <a:gd name="connsiteY3" fmla="*/ 602972 h 1930725"/>
              <a:gd name="connsiteX4" fmla="*/ 286844 w 358694"/>
              <a:gd name="connsiteY4" fmla="*/ 851879 h 1930725"/>
              <a:gd name="connsiteX5" fmla="*/ 312657 w 358694"/>
              <a:gd name="connsiteY5" fmla="*/ 1004089 h 1930725"/>
              <a:gd name="connsiteX6" fmla="*/ 327040 w 358694"/>
              <a:gd name="connsiteY6" fmla="*/ 1334416 h 1930725"/>
              <a:gd name="connsiteX7" fmla="*/ 353104 w 358694"/>
              <a:gd name="connsiteY7" fmla="*/ 1675707 h 1930725"/>
              <a:gd name="connsiteX8" fmla="*/ 186123 w 358694"/>
              <a:gd name="connsiteY8" fmla="*/ 1854034 h 1930725"/>
              <a:gd name="connsiteX9" fmla="*/ 6671 w 358694"/>
              <a:gd name="connsiteY9" fmla="*/ 1857496 h 1930725"/>
              <a:gd name="connsiteX0" fmla="*/ 0 w 358694"/>
              <a:gd name="connsiteY0" fmla="*/ 8 h 1956567"/>
              <a:gd name="connsiteX1" fmla="*/ 111680 w 358694"/>
              <a:gd name="connsiteY1" fmla="*/ 122264 h 1956567"/>
              <a:gd name="connsiteX2" fmla="*/ 228137 w 358694"/>
              <a:gd name="connsiteY2" fmla="*/ 339147 h 1956567"/>
              <a:gd name="connsiteX3" fmla="*/ 239504 w 358694"/>
              <a:gd name="connsiteY3" fmla="*/ 602972 h 1956567"/>
              <a:gd name="connsiteX4" fmla="*/ 286844 w 358694"/>
              <a:gd name="connsiteY4" fmla="*/ 851879 h 1956567"/>
              <a:gd name="connsiteX5" fmla="*/ 312657 w 358694"/>
              <a:gd name="connsiteY5" fmla="*/ 1004089 h 1956567"/>
              <a:gd name="connsiteX6" fmla="*/ 327040 w 358694"/>
              <a:gd name="connsiteY6" fmla="*/ 1334416 h 1956567"/>
              <a:gd name="connsiteX7" fmla="*/ 353104 w 358694"/>
              <a:gd name="connsiteY7" fmla="*/ 1675707 h 1956567"/>
              <a:gd name="connsiteX8" fmla="*/ 186123 w 358694"/>
              <a:gd name="connsiteY8" fmla="*/ 1854034 h 1956567"/>
              <a:gd name="connsiteX9" fmla="*/ 4388 w 358694"/>
              <a:gd name="connsiteY9" fmla="*/ 1898513 h 1956567"/>
              <a:gd name="connsiteX0" fmla="*/ 0 w 358694"/>
              <a:gd name="connsiteY0" fmla="*/ 8 h 1913885"/>
              <a:gd name="connsiteX1" fmla="*/ 111680 w 358694"/>
              <a:gd name="connsiteY1" fmla="*/ 122264 h 1913885"/>
              <a:gd name="connsiteX2" fmla="*/ 228137 w 358694"/>
              <a:gd name="connsiteY2" fmla="*/ 339147 h 1913885"/>
              <a:gd name="connsiteX3" fmla="*/ 239504 w 358694"/>
              <a:gd name="connsiteY3" fmla="*/ 602972 h 1913885"/>
              <a:gd name="connsiteX4" fmla="*/ 286844 w 358694"/>
              <a:gd name="connsiteY4" fmla="*/ 851879 h 1913885"/>
              <a:gd name="connsiteX5" fmla="*/ 312657 w 358694"/>
              <a:gd name="connsiteY5" fmla="*/ 1004089 h 1913885"/>
              <a:gd name="connsiteX6" fmla="*/ 327040 w 358694"/>
              <a:gd name="connsiteY6" fmla="*/ 1334416 h 1913885"/>
              <a:gd name="connsiteX7" fmla="*/ 353104 w 358694"/>
              <a:gd name="connsiteY7" fmla="*/ 1675707 h 1913885"/>
              <a:gd name="connsiteX8" fmla="*/ 186123 w 358694"/>
              <a:gd name="connsiteY8" fmla="*/ 1854034 h 1913885"/>
              <a:gd name="connsiteX9" fmla="*/ 4388 w 358694"/>
              <a:gd name="connsiteY9" fmla="*/ 1898513 h 1913885"/>
              <a:gd name="connsiteX0" fmla="*/ 0 w 329845"/>
              <a:gd name="connsiteY0" fmla="*/ 8 h 1913885"/>
              <a:gd name="connsiteX1" fmla="*/ 111680 w 329845"/>
              <a:gd name="connsiteY1" fmla="*/ 122264 h 1913885"/>
              <a:gd name="connsiteX2" fmla="*/ 228137 w 329845"/>
              <a:gd name="connsiteY2" fmla="*/ 339147 h 1913885"/>
              <a:gd name="connsiteX3" fmla="*/ 239504 w 329845"/>
              <a:gd name="connsiteY3" fmla="*/ 602972 h 1913885"/>
              <a:gd name="connsiteX4" fmla="*/ 286844 w 329845"/>
              <a:gd name="connsiteY4" fmla="*/ 851879 h 1913885"/>
              <a:gd name="connsiteX5" fmla="*/ 312657 w 329845"/>
              <a:gd name="connsiteY5" fmla="*/ 1004089 h 1913885"/>
              <a:gd name="connsiteX6" fmla="*/ 327040 w 329845"/>
              <a:gd name="connsiteY6" fmla="*/ 1334416 h 1913885"/>
              <a:gd name="connsiteX7" fmla="*/ 316574 w 329845"/>
              <a:gd name="connsiteY7" fmla="*/ 1656406 h 1913885"/>
              <a:gd name="connsiteX8" fmla="*/ 186123 w 329845"/>
              <a:gd name="connsiteY8" fmla="*/ 1854034 h 1913885"/>
              <a:gd name="connsiteX9" fmla="*/ 4388 w 329845"/>
              <a:gd name="connsiteY9"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6844 w 332491"/>
              <a:gd name="connsiteY4" fmla="*/ 851879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82278 w 332491"/>
              <a:gd name="connsiteY4" fmla="*/ 871181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32491"/>
              <a:gd name="connsiteY0" fmla="*/ 8 h 1913885"/>
              <a:gd name="connsiteX1" fmla="*/ 111680 w 332491"/>
              <a:gd name="connsiteY1" fmla="*/ 122264 h 1913885"/>
              <a:gd name="connsiteX2" fmla="*/ 228137 w 332491"/>
              <a:gd name="connsiteY2" fmla="*/ 339147 h 1913885"/>
              <a:gd name="connsiteX3" fmla="*/ 239504 w 332491"/>
              <a:gd name="connsiteY3" fmla="*/ 602972 h 1913885"/>
              <a:gd name="connsiteX4" fmla="*/ 273146 w 332491"/>
              <a:gd name="connsiteY4" fmla="*/ 895308 h 1913885"/>
              <a:gd name="connsiteX5" fmla="*/ 327040 w 332491"/>
              <a:gd name="connsiteY5" fmla="*/ 1334416 h 1913885"/>
              <a:gd name="connsiteX6" fmla="*/ 316574 w 332491"/>
              <a:gd name="connsiteY6" fmla="*/ 1656406 h 1913885"/>
              <a:gd name="connsiteX7" fmla="*/ 186123 w 332491"/>
              <a:gd name="connsiteY7" fmla="*/ 1854034 h 1913885"/>
              <a:gd name="connsiteX8" fmla="*/ 4388 w 332491"/>
              <a:gd name="connsiteY8" fmla="*/ 1898513 h 1913885"/>
              <a:gd name="connsiteX0" fmla="*/ 0 w 329497"/>
              <a:gd name="connsiteY0" fmla="*/ 8 h 1913885"/>
              <a:gd name="connsiteX1" fmla="*/ 111680 w 329497"/>
              <a:gd name="connsiteY1" fmla="*/ 122264 h 1913885"/>
              <a:gd name="connsiteX2" fmla="*/ 228137 w 329497"/>
              <a:gd name="connsiteY2" fmla="*/ 339147 h 1913885"/>
              <a:gd name="connsiteX3" fmla="*/ 239504 w 329497"/>
              <a:gd name="connsiteY3" fmla="*/ 602972 h 1913885"/>
              <a:gd name="connsiteX4" fmla="*/ 273146 w 329497"/>
              <a:gd name="connsiteY4" fmla="*/ 895308 h 1913885"/>
              <a:gd name="connsiteX5" fmla="*/ 327040 w 329497"/>
              <a:gd name="connsiteY5" fmla="*/ 1334416 h 1913885"/>
              <a:gd name="connsiteX6" fmla="*/ 186123 w 329497"/>
              <a:gd name="connsiteY6" fmla="*/ 1854034 h 1913885"/>
              <a:gd name="connsiteX7" fmla="*/ 4388 w 329497"/>
              <a:gd name="connsiteY7" fmla="*/ 1898513 h 1913885"/>
              <a:gd name="connsiteX0" fmla="*/ 0 w 340046"/>
              <a:gd name="connsiteY0" fmla="*/ 8 h 1898513"/>
              <a:gd name="connsiteX1" fmla="*/ 111680 w 340046"/>
              <a:gd name="connsiteY1" fmla="*/ 122264 h 1898513"/>
              <a:gd name="connsiteX2" fmla="*/ 228137 w 340046"/>
              <a:gd name="connsiteY2" fmla="*/ 339147 h 1898513"/>
              <a:gd name="connsiteX3" fmla="*/ 239504 w 340046"/>
              <a:gd name="connsiteY3" fmla="*/ 602972 h 1898513"/>
              <a:gd name="connsiteX4" fmla="*/ 273146 w 340046"/>
              <a:gd name="connsiteY4" fmla="*/ 895308 h 1898513"/>
              <a:gd name="connsiteX5" fmla="*/ 327040 w 340046"/>
              <a:gd name="connsiteY5" fmla="*/ 1334416 h 1898513"/>
              <a:gd name="connsiteX6" fmla="*/ 4388 w 340046"/>
              <a:gd name="connsiteY6" fmla="*/ 1898513 h 1898513"/>
              <a:gd name="connsiteX0" fmla="*/ 0 w 282563"/>
              <a:gd name="connsiteY0" fmla="*/ 8 h 1898513"/>
              <a:gd name="connsiteX1" fmla="*/ 111680 w 282563"/>
              <a:gd name="connsiteY1" fmla="*/ 122264 h 1898513"/>
              <a:gd name="connsiteX2" fmla="*/ 228137 w 282563"/>
              <a:gd name="connsiteY2" fmla="*/ 339147 h 1898513"/>
              <a:gd name="connsiteX3" fmla="*/ 239504 w 282563"/>
              <a:gd name="connsiteY3" fmla="*/ 602972 h 1898513"/>
              <a:gd name="connsiteX4" fmla="*/ 273146 w 282563"/>
              <a:gd name="connsiteY4" fmla="*/ 895308 h 1898513"/>
              <a:gd name="connsiteX5" fmla="*/ 245296 w 282563"/>
              <a:gd name="connsiteY5" fmla="*/ 1376979 h 1898513"/>
              <a:gd name="connsiteX6" fmla="*/ 4388 w 282563"/>
              <a:gd name="connsiteY6" fmla="*/ 1898513 h 1898513"/>
              <a:gd name="connsiteX0" fmla="*/ 0 w 282563"/>
              <a:gd name="connsiteY0" fmla="*/ 8 h 1898584"/>
              <a:gd name="connsiteX1" fmla="*/ 111680 w 282563"/>
              <a:gd name="connsiteY1" fmla="*/ 122264 h 1898584"/>
              <a:gd name="connsiteX2" fmla="*/ 228137 w 282563"/>
              <a:gd name="connsiteY2" fmla="*/ 339147 h 1898584"/>
              <a:gd name="connsiteX3" fmla="*/ 239504 w 282563"/>
              <a:gd name="connsiteY3" fmla="*/ 602972 h 1898584"/>
              <a:gd name="connsiteX4" fmla="*/ 273146 w 282563"/>
              <a:gd name="connsiteY4" fmla="*/ 895308 h 1898584"/>
              <a:gd name="connsiteX5" fmla="*/ 245296 w 282563"/>
              <a:gd name="connsiteY5" fmla="*/ 1376979 h 1898584"/>
              <a:gd name="connsiteX6" fmla="*/ 4388 w 282563"/>
              <a:gd name="connsiteY6" fmla="*/ 1898513 h 1898584"/>
              <a:gd name="connsiteX0" fmla="*/ 0 w 282563"/>
              <a:gd name="connsiteY0" fmla="*/ 23 h 1898599"/>
              <a:gd name="connsiteX1" fmla="*/ 111680 w 282563"/>
              <a:gd name="connsiteY1" fmla="*/ 122279 h 1898599"/>
              <a:gd name="connsiteX2" fmla="*/ 239504 w 282563"/>
              <a:gd name="connsiteY2" fmla="*/ 602987 h 1898599"/>
              <a:gd name="connsiteX3" fmla="*/ 273146 w 282563"/>
              <a:gd name="connsiteY3" fmla="*/ 895323 h 1898599"/>
              <a:gd name="connsiteX4" fmla="*/ 245296 w 282563"/>
              <a:gd name="connsiteY4" fmla="*/ 1376994 h 1898599"/>
              <a:gd name="connsiteX5" fmla="*/ 4388 w 282563"/>
              <a:gd name="connsiteY5" fmla="*/ 1898528 h 1898599"/>
              <a:gd name="connsiteX0" fmla="*/ 0 w 311990"/>
              <a:gd name="connsiteY0" fmla="*/ 0 h 2234823"/>
              <a:gd name="connsiteX1" fmla="*/ 141107 w 311990"/>
              <a:gd name="connsiteY1" fmla="*/ 458503 h 2234823"/>
              <a:gd name="connsiteX2" fmla="*/ 268931 w 311990"/>
              <a:gd name="connsiteY2" fmla="*/ 939211 h 2234823"/>
              <a:gd name="connsiteX3" fmla="*/ 302573 w 311990"/>
              <a:gd name="connsiteY3" fmla="*/ 1231547 h 2234823"/>
              <a:gd name="connsiteX4" fmla="*/ 274723 w 311990"/>
              <a:gd name="connsiteY4" fmla="*/ 1713218 h 2234823"/>
              <a:gd name="connsiteX5" fmla="*/ 33815 w 311990"/>
              <a:gd name="connsiteY5" fmla="*/ 2234752 h 2234823"/>
              <a:gd name="connsiteX0" fmla="*/ 0 w 290315"/>
              <a:gd name="connsiteY0" fmla="*/ 2 h 2234825"/>
              <a:gd name="connsiteX1" fmla="*/ 141107 w 290315"/>
              <a:gd name="connsiteY1" fmla="*/ 458505 h 2234825"/>
              <a:gd name="connsiteX2" fmla="*/ 268931 w 290315"/>
              <a:gd name="connsiteY2" fmla="*/ 939213 h 2234825"/>
              <a:gd name="connsiteX3" fmla="*/ 240448 w 290315"/>
              <a:gd name="connsiteY3" fmla="*/ 1261344 h 2234825"/>
              <a:gd name="connsiteX4" fmla="*/ 274723 w 290315"/>
              <a:gd name="connsiteY4" fmla="*/ 1713220 h 2234825"/>
              <a:gd name="connsiteX5" fmla="*/ 33815 w 290315"/>
              <a:gd name="connsiteY5" fmla="*/ 2234754 h 2234825"/>
              <a:gd name="connsiteX0" fmla="*/ 0 w 290316"/>
              <a:gd name="connsiteY0" fmla="*/ 2 h 2203713"/>
              <a:gd name="connsiteX1" fmla="*/ 141107 w 290316"/>
              <a:gd name="connsiteY1" fmla="*/ 458505 h 2203713"/>
              <a:gd name="connsiteX2" fmla="*/ 268931 w 290316"/>
              <a:gd name="connsiteY2" fmla="*/ 939213 h 2203713"/>
              <a:gd name="connsiteX3" fmla="*/ 240448 w 290316"/>
              <a:gd name="connsiteY3" fmla="*/ 1261344 h 2203713"/>
              <a:gd name="connsiteX4" fmla="*/ 274723 w 290316"/>
              <a:gd name="connsiteY4" fmla="*/ 1713220 h 2203713"/>
              <a:gd name="connsiteX5" fmla="*/ 137623 w 290316"/>
              <a:gd name="connsiteY5" fmla="*/ 2203634 h 2203713"/>
              <a:gd name="connsiteX0" fmla="*/ 0 w 856566"/>
              <a:gd name="connsiteY0" fmla="*/ 3 h 2131442"/>
              <a:gd name="connsiteX1" fmla="*/ 707357 w 856566"/>
              <a:gd name="connsiteY1" fmla="*/ 386234 h 2131442"/>
              <a:gd name="connsiteX2" fmla="*/ 835181 w 856566"/>
              <a:gd name="connsiteY2" fmla="*/ 866942 h 2131442"/>
              <a:gd name="connsiteX3" fmla="*/ 806698 w 856566"/>
              <a:gd name="connsiteY3" fmla="*/ 1189073 h 2131442"/>
              <a:gd name="connsiteX4" fmla="*/ 840973 w 856566"/>
              <a:gd name="connsiteY4" fmla="*/ 1640949 h 2131442"/>
              <a:gd name="connsiteX5" fmla="*/ 703873 w 856566"/>
              <a:gd name="connsiteY5" fmla="*/ 2131363 h 2131442"/>
              <a:gd name="connsiteX0" fmla="*/ 0 w 856566"/>
              <a:gd name="connsiteY0" fmla="*/ 30679 h 2162118"/>
              <a:gd name="connsiteX1" fmla="*/ 574480 w 856566"/>
              <a:gd name="connsiteY1" fmla="*/ 80582 h 2162118"/>
              <a:gd name="connsiteX2" fmla="*/ 835181 w 856566"/>
              <a:gd name="connsiteY2" fmla="*/ 897618 h 2162118"/>
              <a:gd name="connsiteX3" fmla="*/ 806698 w 856566"/>
              <a:gd name="connsiteY3" fmla="*/ 1219749 h 2162118"/>
              <a:gd name="connsiteX4" fmla="*/ 840973 w 856566"/>
              <a:gd name="connsiteY4" fmla="*/ 1671625 h 2162118"/>
              <a:gd name="connsiteX5" fmla="*/ 703873 w 856566"/>
              <a:gd name="connsiteY5" fmla="*/ 2162039 h 2162118"/>
              <a:gd name="connsiteX0" fmla="*/ 0 w 886916"/>
              <a:gd name="connsiteY0" fmla="*/ 14 h 2286540"/>
              <a:gd name="connsiteX1" fmla="*/ 604830 w 886916"/>
              <a:gd name="connsiteY1" fmla="*/ 205004 h 2286540"/>
              <a:gd name="connsiteX2" fmla="*/ 865531 w 886916"/>
              <a:gd name="connsiteY2" fmla="*/ 1022040 h 2286540"/>
              <a:gd name="connsiteX3" fmla="*/ 837048 w 886916"/>
              <a:gd name="connsiteY3" fmla="*/ 1344171 h 2286540"/>
              <a:gd name="connsiteX4" fmla="*/ 871323 w 886916"/>
              <a:gd name="connsiteY4" fmla="*/ 1796047 h 2286540"/>
              <a:gd name="connsiteX5" fmla="*/ 734223 w 886916"/>
              <a:gd name="connsiteY5" fmla="*/ 2286461 h 2286540"/>
              <a:gd name="connsiteX0" fmla="*/ 0 w 886916"/>
              <a:gd name="connsiteY0" fmla="*/ 14 h 2323851"/>
              <a:gd name="connsiteX1" fmla="*/ 604830 w 886916"/>
              <a:gd name="connsiteY1" fmla="*/ 205004 h 2323851"/>
              <a:gd name="connsiteX2" fmla="*/ 865531 w 886916"/>
              <a:gd name="connsiteY2" fmla="*/ 1022040 h 2323851"/>
              <a:gd name="connsiteX3" fmla="*/ 837048 w 886916"/>
              <a:gd name="connsiteY3" fmla="*/ 1344171 h 2323851"/>
              <a:gd name="connsiteX4" fmla="*/ 871323 w 886916"/>
              <a:gd name="connsiteY4" fmla="*/ 1796047 h 2323851"/>
              <a:gd name="connsiteX5" fmla="*/ 766470 w 886916"/>
              <a:gd name="connsiteY5" fmla="*/ 2323781 h 2323851"/>
              <a:gd name="connsiteX0" fmla="*/ 0 w 919167"/>
              <a:gd name="connsiteY0" fmla="*/ 14 h 2323867"/>
              <a:gd name="connsiteX1" fmla="*/ 604830 w 919167"/>
              <a:gd name="connsiteY1" fmla="*/ 205004 h 2323867"/>
              <a:gd name="connsiteX2" fmla="*/ 865531 w 919167"/>
              <a:gd name="connsiteY2" fmla="*/ 1022040 h 2323867"/>
              <a:gd name="connsiteX3" fmla="*/ 837048 w 919167"/>
              <a:gd name="connsiteY3" fmla="*/ 1344171 h 2323867"/>
              <a:gd name="connsiteX4" fmla="*/ 907791 w 919167"/>
              <a:gd name="connsiteY4" fmla="*/ 1866938 h 2323867"/>
              <a:gd name="connsiteX5" fmla="*/ 766470 w 919167"/>
              <a:gd name="connsiteY5" fmla="*/ 2323781 h 2323867"/>
              <a:gd name="connsiteX0" fmla="*/ 0 w 917042"/>
              <a:gd name="connsiteY0" fmla="*/ 14 h 2323867"/>
              <a:gd name="connsiteX1" fmla="*/ 604830 w 917042"/>
              <a:gd name="connsiteY1" fmla="*/ 205004 h 2323867"/>
              <a:gd name="connsiteX2" fmla="*/ 865531 w 917042"/>
              <a:gd name="connsiteY2" fmla="*/ 1022040 h 2323867"/>
              <a:gd name="connsiteX3" fmla="*/ 806367 w 917042"/>
              <a:gd name="connsiteY3" fmla="*/ 1342567 h 2323867"/>
              <a:gd name="connsiteX4" fmla="*/ 907791 w 917042"/>
              <a:gd name="connsiteY4" fmla="*/ 1866938 h 2323867"/>
              <a:gd name="connsiteX5" fmla="*/ 766470 w 917042"/>
              <a:gd name="connsiteY5" fmla="*/ 2323781 h 2323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042" h="2323867">
                <a:moveTo>
                  <a:pt x="0" y="14"/>
                </a:moveTo>
                <a:cubicBezTo>
                  <a:pt x="57912" y="-843"/>
                  <a:pt x="460575" y="34666"/>
                  <a:pt x="604830" y="205004"/>
                </a:cubicBezTo>
                <a:cubicBezTo>
                  <a:pt x="749085" y="375342"/>
                  <a:pt x="831941" y="832446"/>
                  <a:pt x="865531" y="1022040"/>
                </a:cubicBezTo>
                <a:cubicBezTo>
                  <a:pt x="899121" y="1211634"/>
                  <a:pt x="779126" y="1226553"/>
                  <a:pt x="806367" y="1342567"/>
                </a:cubicBezTo>
                <a:cubicBezTo>
                  <a:pt x="820956" y="1464474"/>
                  <a:pt x="952584" y="1699737"/>
                  <a:pt x="907791" y="1866938"/>
                </a:cubicBezTo>
                <a:cubicBezTo>
                  <a:pt x="862998" y="2034139"/>
                  <a:pt x="902353" y="2329694"/>
                  <a:pt x="766470" y="2323781"/>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EC870BEA-C785-C026-F1D9-4AACB501F149}"/>
              </a:ext>
            </a:extLst>
          </p:cNvPr>
          <p:cNvSpPr/>
          <p:nvPr/>
        </p:nvSpPr>
        <p:spPr>
          <a:xfrm rot="20938599" flipV="1">
            <a:off x="7277025" y="444449"/>
            <a:ext cx="613600" cy="672831"/>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1439 w 1435879"/>
              <a:gd name="connsiteY0" fmla="*/ 835925 h 1478726"/>
              <a:gd name="connsiteX1" fmla="*/ 779481 w 1435879"/>
              <a:gd name="connsiteY1" fmla="*/ 432702 h 1478726"/>
              <a:gd name="connsiteX2" fmla="*/ 902925 w 1435879"/>
              <a:gd name="connsiteY2" fmla="*/ 248869 h 1478726"/>
              <a:gd name="connsiteX3" fmla="*/ 1110049 w 1435879"/>
              <a:gd name="connsiteY3" fmla="*/ 23497 h 1478726"/>
              <a:gd name="connsiteX4" fmla="*/ 1328402 w 1435879"/>
              <a:gd name="connsiteY4" fmla="*/ 51717 h 1478726"/>
              <a:gd name="connsiteX5" fmla="*/ 1433505 w 1435879"/>
              <a:gd name="connsiteY5" fmla="*/ 419685 h 1478726"/>
              <a:gd name="connsiteX6" fmla="*/ 1233061 w 1435879"/>
              <a:gd name="connsiteY6" fmla="*/ 768839 h 1478726"/>
              <a:gd name="connsiteX7" fmla="*/ 979710 w 1435879"/>
              <a:gd name="connsiteY7" fmla="*/ 990724 h 1478726"/>
              <a:gd name="connsiteX8" fmla="*/ 424637 w 1435879"/>
              <a:gd name="connsiteY8" fmla="*/ 1478637 h 1478726"/>
              <a:gd name="connsiteX9" fmla="*/ 1439 w 1435879"/>
              <a:gd name="connsiteY9" fmla="*/ 835925 h 1478726"/>
              <a:gd name="connsiteX0" fmla="*/ 1439 w 1435879"/>
              <a:gd name="connsiteY0" fmla="*/ 835925 h 1478726"/>
              <a:gd name="connsiteX1" fmla="*/ 902925 w 1435879"/>
              <a:gd name="connsiteY1" fmla="*/ 248869 h 1478726"/>
              <a:gd name="connsiteX2" fmla="*/ 1110049 w 1435879"/>
              <a:gd name="connsiteY2" fmla="*/ 23497 h 1478726"/>
              <a:gd name="connsiteX3" fmla="*/ 1328402 w 1435879"/>
              <a:gd name="connsiteY3" fmla="*/ 51717 h 1478726"/>
              <a:gd name="connsiteX4" fmla="*/ 1433505 w 1435879"/>
              <a:gd name="connsiteY4" fmla="*/ 419685 h 1478726"/>
              <a:gd name="connsiteX5" fmla="*/ 1233061 w 1435879"/>
              <a:gd name="connsiteY5" fmla="*/ 768839 h 1478726"/>
              <a:gd name="connsiteX6" fmla="*/ 979710 w 1435879"/>
              <a:gd name="connsiteY6" fmla="*/ 990724 h 1478726"/>
              <a:gd name="connsiteX7" fmla="*/ 424637 w 1435879"/>
              <a:gd name="connsiteY7" fmla="*/ 1478637 h 1478726"/>
              <a:gd name="connsiteX8" fmla="*/ 1439 w 1435879"/>
              <a:gd name="connsiteY8" fmla="*/ 835925 h 1478726"/>
              <a:gd name="connsiteX0" fmla="*/ 1439 w 1435879"/>
              <a:gd name="connsiteY0" fmla="*/ 845690 h 1488491"/>
              <a:gd name="connsiteX1" fmla="*/ 616229 w 1435879"/>
              <a:gd name="connsiteY1" fmla="*/ 71488 h 1488491"/>
              <a:gd name="connsiteX2" fmla="*/ 1110049 w 1435879"/>
              <a:gd name="connsiteY2" fmla="*/ 33262 h 1488491"/>
              <a:gd name="connsiteX3" fmla="*/ 1328402 w 1435879"/>
              <a:gd name="connsiteY3" fmla="*/ 61482 h 1488491"/>
              <a:gd name="connsiteX4" fmla="*/ 1433505 w 1435879"/>
              <a:gd name="connsiteY4" fmla="*/ 429450 h 1488491"/>
              <a:gd name="connsiteX5" fmla="*/ 1233061 w 1435879"/>
              <a:gd name="connsiteY5" fmla="*/ 778604 h 1488491"/>
              <a:gd name="connsiteX6" fmla="*/ 979710 w 1435879"/>
              <a:gd name="connsiteY6" fmla="*/ 1000489 h 1488491"/>
              <a:gd name="connsiteX7" fmla="*/ 424637 w 1435879"/>
              <a:gd name="connsiteY7" fmla="*/ 1488402 h 1488491"/>
              <a:gd name="connsiteX8" fmla="*/ 1439 w 1435879"/>
              <a:gd name="connsiteY8" fmla="*/ 845690 h 1488491"/>
              <a:gd name="connsiteX0" fmla="*/ 1439 w 1435466"/>
              <a:gd name="connsiteY0" fmla="*/ 866464 h 1509265"/>
              <a:gd name="connsiteX1" fmla="*/ 616229 w 1435466"/>
              <a:gd name="connsiteY1" fmla="*/ 92262 h 1509265"/>
              <a:gd name="connsiteX2" fmla="*/ 1110049 w 1435466"/>
              <a:gd name="connsiteY2" fmla="*/ 54036 h 1509265"/>
              <a:gd name="connsiteX3" fmla="*/ 1433505 w 1435466"/>
              <a:gd name="connsiteY3" fmla="*/ 450224 h 1509265"/>
              <a:gd name="connsiteX4" fmla="*/ 1233061 w 1435466"/>
              <a:gd name="connsiteY4" fmla="*/ 799378 h 1509265"/>
              <a:gd name="connsiteX5" fmla="*/ 979710 w 1435466"/>
              <a:gd name="connsiteY5" fmla="*/ 1021263 h 1509265"/>
              <a:gd name="connsiteX6" fmla="*/ 424637 w 1435466"/>
              <a:gd name="connsiteY6" fmla="*/ 1509176 h 1509265"/>
              <a:gd name="connsiteX7" fmla="*/ 1439 w 1435466"/>
              <a:gd name="connsiteY7" fmla="*/ 866464 h 1509265"/>
              <a:gd name="connsiteX0" fmla="*/ 1439 w 1437698"/>
              <a:gd name="connsiteY0" fmla="*/ 866464 h 1509176"/>
              <a:gd name="connsiteX1" fmla="*/ 616229 w 1437698"/>
              <a:gd name="connsiteY1" fmla="*/ 92262 h 1509176"/>
              <a:gd name="connsiteX2" fmla="*/ 1110049 w 1437698"/>
              <a:gd name="connsiteY2" fmla="*/ 54036 h 1509176"/>
              <a:gd name="connsiteX3" fmla="*/ 1433505 w 1437698"/>
              <a:gd name="connsiteY3" fmla="*/ 450224 h 1509176"/>
              <a:gd name="connsiteX4" fmla="*/ 1233061 w 1437698"/>
              <a:gd name="connsiteY4" fmla="*/ 799378 h 1509176"/>
              <a:gd name="connsiteX5" fmla="*/ 424637 w 1437698"/>
              <a:gd name="connsiteY5" fmla="*/ 1509176 h 1509176"/>
              <a:gd name="connsiteX6" fmla="*/ 1439 w 1437698"/>
              <a:gd name="connsiteY6" fmla="*/ 866464 h 1509176"/>
              <a:gd name="connsiteX0" fmla="*/ 505 w 1435243"/>
              <a:gd name="connsiteY0" fmla="*/ 866464 h 1259858"/>
              <a:gd name="connsiteX1" fmla="*/ 615295 w 1435243"/>
              <a:gd name="connsiteY1" fmla="*/ 92262 h 1259858"/>
              <a:gd name="connsiteX2" fmla="*/ 1109115 w 1435243"/>
              <a:gd name="connsiteY2" fmla="*/ 54036 h 1259858"/>
              <a:gd name="connsiteX3" fmla="*/ 1432571 w 1435243"/>
              <a:gd name="connsiteY3" fmla="*/ 450224 h 1259858"/>
              <a:gd name="connsiteX4" fmla="*/ 1232127 w 1435243"/>
              <a:gd name="connsiteY4" fmla="*/ 799378 h 1259858"/>
              <a:gd name="connsiteX5" fmla="*/ 709028 w 1435243"/>
              <a:gd name="connsiteY5" fmla="*/ 1259857 h 1259858"/>
              <a:gd name="connsiteX6" fmla="*/ 505 w 1435243"/>
              <a:gd name="connsiteY6" fmla="*/ 866464 h 1259858"/>
              <a:gd name="connsiteX0" fmla="*/ 7518 w 1008213"/>
              <a:gd name="connsiteY0" fmla="*/ 651099 h 1247851"/>
              <a:gd name="connsiteX1" fmla="*/ 188263 w 1008213"/>
              <a:gd name="connsiteY1" fmla="*/ 80257 h 1247851"/>
              <a:gd name="connsiteX2" fmla="*/ 682083 w 1008213"/>
              <a:gd name="connsiteY2" fmla="*/ 42031 h 1247851"/>
              <a:gd name="connsiteX3" fmla="*/ 1005539 w 1008213"/>
              <a:gd name="connsiteY3" fmla="*/ 438219 h 1247851"/>
              <a:gd name="connsiteX4" fmla="*/ 805095 w 1008213"/>
              <a:gd name="connsiteY4" fmla="*/ 787373 h 1247851"/>
              <a:gd name="connsiteX5" fmla="*/ 281996 w 1008213"/>
              <a:gd name="connsiteY5" fmla="*/ 1247852 h 1247851"/>
              <a:gd name="connsiteX6" fmla="*/ 7518 w 1008213"/>
              <a:gd name="connsiteY6" fmla="*/ 651099 h 124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213" h="1247851">
                <a:moveTo>
                  <a:pt x="7518" y="651099"/>
                </a:moveTo>
                <a:cubicBezTo>
                  <a:pt x="87233" y="446138"/>
                  <a:pt x="75836" y="181768"/>
                  <a:pt x="188263" y="80257"/>
                </a:cubicBezTo>
                <a:cubicBezTo>
                  <a:pt x="300690" y="-21254"/>
                  <a:pt x="545870" y="-17629"/>
                  <a:pt x="682083" y="42031"/>
                </a:cubicBezTo>
                <a:cubicBezTo>
                  <a:pt x="818296" y="101691"/>
                  <a:pt x="985037" y="313996"/>
                  <a:pt x="1005539" y="438219"/>
                </a:cubicBezTo>
                <a:cubicBezTo>
                  <a:pt x="1026041" y="562442"/>
                  <a:pt x="925685" y="652434"/>
                  <a:pt x="805095" y="787373"/>
                </a:cubicBezTo>
                <a:cubicBezTo>
                  <a:pt x="684505" y="922312"/>
                  <a:pt x="487266" y="1236671"/>
                  <a:pt x="281996" y="1247852"/>
                </a:cubicBezTo>
                <a:cubicBezTo>
                  <a:pt x="-24189" y="1134117"/>
                  <a:pt x="-9531" y="779761"/>
                  <a:pt x="7518" y="651099"/>
                </a:cubicBezTo>
                <a:close/>
              </a:path>
            </a:pathLst>
          </a:custGeom>
          <a:noFill/>
          <a:ln w="6350" cap="rnd">
            <a:solidFill>
              <a:schemeClr val="tx1">
                <a:lumMod val="95000"/>
                <a:alpha val="35000"/>
              </a:schemeClr>
            </a:solidFill>
            <a:prstDash val="dash"/>
            <a:round/>
          </a:ln>
        </p:spPr>
        <p:txBody>
          <a:bodyPr rtlCol="0" anchor="ctr"/>
          <a:lstStyle/>
          <a:p>
            <a:endParaRPr lang="en-US"/>
          </a:p>
        </p:txBody>
      </p:sp>
      <p:sp>
        <p:nvSpPr>
          <p:cNvPr id="44" name="Freeform: Shape 43">
            <a:extLst>
              <a:ext uri="{FF2B5EF4-FFF2-40B4-BE49-F238E27FC236}">
                <a16:creationId xmlns:a16="http://schemas.microsoft.com/office/drawing/2014/main" id="{004A882F-70B5-0F8A-AB50-509F1AAB0306}"/>
              </a:ext>
            </a:extLst>
          </p:cNvPr>
          <p:cNvSpPr/>
          <p:nvPr/>
        </p:nvSpPr>
        <p:spPr>
          <a:xfrm rot="7214770">
            <a:off x="5938830" y="76526"/>
            <a:ext cx="2924950" cy="4793794"/>
          </a:xfrm>
          <a:custGeom>
            <a:avLst/>
            <a:gdLst>
              <a:gd name="connsiteX0" fmla="*/ 0 w 3296088"/>
              <a:gd name="connsiteY0" fmla="*/ 5012722 h 5012722"/>
              <a:gd name="connsiteX1" fmla="*/ 244031 w 3296088"/>
              <a:gd name="connsiteY1" fmla="*/ 4820222 h 5012722"/>
              <a:gd name="connsiteX2" fmla="*/ 729234 w 3296088"/>
              <a:gd name="connsiteY2" fmla="*/ 4360641 h 5012722"/>
              <a:gd name="connsiteX3" fmla="*/ 881444 w 3296088"/>
              <a:gd name="connsiteY3" fmla="*/ 4173950 h 5012722"/>
              <a:gd name="connsiteX4" fmla="*/ 1151287 w 3296088"/>
              <a:gd name="connsiteY4" fmla="*/ 3972877 h 5012722"/>
              <a:gd name="connsiteX5" fmla="*/ 1498664 w 3296088"/>
              <a:gd name="connsiteY5" fmla="*/ 3786188 h 5012722"/>
              <a:gd name="connsiteX6" fmla="*/ 1716881 w 3296088"/>
              <a:gd name="connsiteY6" fmla="*/ 3674174 h 5012722"/>
              <a:gd name="connsiteX7" fmla="*/ 1913573 w 3296088"/>
              <a:gd name="connsiteY7" fmla="*/ 3477387 h 5012722"/>
              <a:gd name="connsiteX8" fmla="*/ 2167700 w 3296088"/>
              <a:gd name="connsiteY8" fmla="*/ 3042190 h 5012722"/>
              <a:gd name="connsiteX9" fmla="*/ 2273903 w 3296088"/>
              <a:gd name="connsiteY9" fmla="*/ 2775014 h 5012722"/>
              <a:gd name="connsiteX10" fmla="*/ 2463356 w 3296088"/>
              <a:gd name="connsiteY10" fmla="*/ 2335530 h 5012722"/>
              <a:gd name="connsiteX11" fmla="*/ 2741866 w 3296088"/>
              <a:gd name="connsiteY11" fmla="*/ 1982248 h 5012722"/>
              <a:gd name="connsiteX12" fmla="*/ 2985897 w 3296088"/>
              <a:gd name="connsiteY12" fmla="*/ 1634681 h 5012722"/>
              <a:gd name="connsiteX13" fmla="*/ 3212687 w 3296088"/>
              <a:gd name="connsiteY13" fmla="*/ 1226820 h 5012722"/>
              <a:gd name="connsiteX14" fmla="*/ 3281553 w 3296088"/>
              <a:gd name="connsiteY14" fmla="*/ 959644 h 5012722"/>
              <a:gd name="connsiteX15" fmla="*/ 3295936 w 3296088"/>
              <a:gd name="connsiteY15" fmla="*/ 701135 h 5012722"/>
              <a:gd name="connsiteX16" fmla="*/ 3267266 w 3296088"/>
              <a:gd name="connsiteY16" fmla="*/ 436817 h 5012722"/>
              <a:gd name="connsiteX17" fmla="*/ 3105341 w 3296088"/>
              <a:gd name="connsiteY17" fmla="*/ 0 h 5012722"/>
              <a:gd name="connsiteX0" fmla="*/ 0 w 3200546"/>
              <a:gd name="connsiteY0" fmla="*/ 5472335 h 5472335"/>
              <a:gd name="connsiteX1" fmla="*/ 148488 w 3200546"/>
              <a:gd name="connsiteY1" fmla="*/ 4820222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472335 h 5472335"/>
              <a:gd name="connsiteX1" fmla="*/ 279232 w 3200546"/>
              <a:gd name="connsiteY1" fmla="*/ 5033096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71723 w 3200546"/>
              <a:gd name="connsiteY16" fmla="*/ 475701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328964 w 3200546"/>
              <a:gd name="connsiteY1" fmla="*/ 523259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194330"/>
              <a:gd name="connsiteY0" fmla="*/ 5685354 h 5685354"/>
              <a:gd name="connsiteX1" fmla="*/ 322748 w 3194330"/>
              <a:gd name="connsiteY1" fmla="*/ 5232590 h 5685354"/>
              <a:gd name="connsiteX2" fmla="*/ 627475 w 3194330"/>
              <a:gd name="connsiteY2" fmla="*/ 4399525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0648 w 3194330"/>
              <a:gd name="connsiteY2" fmla="*/ 4604092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538617 w 3194330"/>
              <a:gd name="connsiteY5" fmla="*/ 4042855 h 5685354"/>
              <a:gd name="connsiteX6" fmla="*/ 1615122 w 3194330"/>
              <a:gd name="connsiteY6" fmla="*/ 3713058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322748 w 3194330"/>
              <a:gd name="connsiteY1" fmla="*/ 5232590 h 5685354"/>
              <a:gd name="connsiteX2" fmla="*/ 745280 w 3194330"/>
              <a:gd name="connsiteY2" fmla="*/ 4599311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3194330"/>
              <a:gd name="connsiteY0" fmla="*/ 5685354 h 5685354"/>
              <a:gd name="connsiteX1" fmla="*/ 680465 w 3194330"/>
              <a:gd name="connsiteY1" fmla="*/ 4874986 h 5685354"/>
              <a:gd name="connsiteX2" fmla="*/ 745280 w 3194330"/>
              <a:gd name="connsiteY2" fmla="*/ 4599311 h 5685354"/>
              <a:gd name="connsiteX3" fmla="*/ 1044162 w 3194330"/>
              <a:gd name="connsiteY3" fmla="*/ 4378858 h 5685354"/>
              <a:gd name="connsiteX4" fmla="*/ 1115821 w 3194330"/>
              <a:gd name="connsiteY4" fmla="*/ 3955482 h 5685354"/>
              <a:gd name="connsiteX5" fmla="*/ 1538617 w 3194330"/>
              <a:gd name="connsiteY5" fmla="*/ 4042855 h 5685354"/>
              <a:gd name="connsiteX6" fmla="*/ 1726577 w 3194330"/>
              <a:gd name="connsiteY6" fmla="*/ 3775491 h 5685354"/>
              <a:gd name="connsiteX7" fmla="*/ 1915924 w 3194330"/>
              <a:gd name="connsiteY7" fmla="*/ 3380265 h 5685354"/>
              <a:gd name="connsiteX8" fmla="*/ 2065941 w 3194330"/>
              <a:gd name="connsiteY8" fmla="*/ 3081074 h 5685354"/>
              <a:gd name="connsiteX9" fmla="*/ 2078040 w 3194330"/>
              <a:gd name="connsiteY9" fmla="*/ 2694017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69438 w 3194330"/>
              <a:gd name="connsiteY13" fmla="*/ 1408450 h 5685354"/>
              <a:gd name="connsiteX14" fmla="*/ 3179794 w 3194330"/>
              <a:gd name="connsiteY14" fmla="*/ 998528 h 5685354"/>
              <a:gd name="connsiteX15" fmla="*/ 3194177 w 3194330"/>
              <a:gd name="connsiteY15" fmla="*/ 740019 h 5685354"/>
              <a:gd name="connsiteX16" fmla="*/ 3130421 w 3194330"/>
              <a:gd name="connsiteY16" fmla="*/ 305754 h 5685354"/>
              <a:gd name="connsiteX17" fmla="*/ 2873035 w 3194330"/>
              <a:gd name="connsiteY17" fmla="*/ 0 h 5685354"/>
              <a:gd name="connsiteX0" fmla="*/ 0 w 2513865"/>
              <a:gd name="connsiteY0" fmla="*/ 4874986 h 4874986"/>
              <a:gd name="connsiteX1" fmla="*/ 64815 w 2513865"/>
              <a:gd name="connsiteY1" fmla="*/ 4599311 h 4874986"/>
              <a:gd name="connsiteX2" fmla="*/ 363697 w 2513865"/>
              <a:gd name="connsiteY2" fmla="*/ 4378858 h 4874986"/>
              <a:gd name="connsiteX3" fmla="*/ 435356 w 2513865"/>
              <a:gd name="connsiteY3" fmla="*/ 3955482 h 4874986"/>
              <a:gd name="connsiteX4" fmla="*/ 858152 w 2513865"/>
              <a:gd name="connsiteY4" fmla="*/ 4042855 h 4874986"/>
              <a:gd name="connsiteX5" fmla="*/ 1046112 w 2513865"/>
              <a:gd name="connsiteY5" fmla="*/ 3775491 h 4874986"/>
              <a:gd name="connsiteX6" fmla="*/ 1235459 w 2513865"/>
              <a:gd name="connsiteY6" fmla="*/ 3380265 h 4874986"/>
              <a:gd name="connsiteX7" fmla="*/ 1385476 w 2513865"/>
              <a:gd name="connsiteY7" fmla="*/ 3081074 h 4874986"/>
              <a:gd name="connsiteX8" fmla="*/ 1397575 w 2513865"/>
              <a:gd name="connsiteY8" fmla="*/ 2694017 h 4874986"/>
              <a:gd name="connsiteX9" fmla="*/ 1598764 w 2513865"/>
              <a:gd name="connsiteY9" fmla="*/ 2376105 h 4874986"/>
              <a:gd name="connsiteX10" fmla="*/ 1959642 w 2513865"/>
              <a:gd name="connsiteY10" fmla="*/ 2021132 h 4874986"/>
              <a:gd name="connsiteX11" fmla="*/ 2166374 w 2513865"/>
              <a:gd name="connsiteY11" fmla="*/ 1653278 h 4874986"/>
              <a:gd name="connsiteX12" fmla="*/ 2488973 w 2513865"/>
              <a:gd name="connsiteY12" fmla="*/ 1408450 h 4874986"/>
              <a:gd name="connsiteX13" fmla="*/ 2499329 w 2513865"/>
              <a:gd name="connsiteY13" fmla="*/ 998528 h 4874986"/>
              <a:gd name="connsiteX14" fmla="*/ 2513712 w 2513865"/>
              <a:gd name="connsiteY14" fmla="*/ 740019 h 4874986"/>
              <a:gd name="connsiteX15" fmla="*/ 2449956 w 2513865"/>
              <a:gd name="connsiteY15" fmla="*/ 305754 h 4874986"/>
              <a:gd name="connsiteX16" fmla="*/ 2192570 w 2513865"/>
              <a:gd name="connsiteY16" fmla="*/ 0 h 4874986"/>
              <a:gd name="connsiteX0" fmla="*/ 0 w 2513865"/>
              <a:gd name="connsiteY0" fmla="*/ 4874986 h 4874986"/>
              <a:gd name="connsiteX1" fmla="*/ 64815 w 2513865"/>
              <a:gd name="connsiteY1" fmla="*/ 4599311 h 4874986"/>
              <a:gd name="connsiteX2" fmla="*/ 363697 w 2513865"/>
              <a:gd name="connsiteY2" fmla="*/ 4378858 h 4874986"/>
              <a:gd name="connsiteX3" fmla="*/ 586964 w 2513865"/>
              <a:gd name="connsiteY3" fmla="*/ 4405309 h 4874986"/>
              <a:gd name="connsiteX4" fmla="*/ 858152 w 2513865"/>
              <a:gd name="connsiteY4" fmla="*/ 4042855 h 4874986"/>
              <a:gd name="connsiteX5" fmla="*/ 1046112 w 2513865"/>
              <a:gd name="connsiteY5" fmla="*/ 3775491 h 4874986"/>
              <a:gd name="connsiteX6" fmla="*/ 1235459 w 2513865"/>
              <a:gd name="connsiteY6" fmla="*/ 3380265 h 4874986"/>
              <a:gd name="connsiteX7" fmla="*/ 1385476 w 2513865"/>
              <a:gd name="connsiteY7" fmla="*/ 3081074 h 4874986"/>
              <a:gd name="connsiteX8" fmla="*/ 1397575 w 2513865"/>
              <a:gd name="connsiteY8" fmla="*/ 2694017 h 4874986"/>
              <a:gd name="connsiteX9" fmla="*/ 1598764 w 2513865"/>
              <a:gd name="connsiteY9" fmla="*/ 2376105 h 4874986"/>
              <a:gd name="connsiteX10" fmla="*/ 1959642 w 2513865"/>
              <a:gd name="connsiteY10" fmla="*/ 2021132 h 4874986"/>
              <a:gd name="connsiteX11" fmla="*/ 2166374 w 2513865"/>
              <a:gd name="connsiteY11" fmla="*/ 1653278 h 4874986"/>
              <a:gd name="connsiteX12" fmla="*/ 2488973 w 2513865"/>
              <a:gd name="connsiteY12" fmla="*/ 1408450 h 4874986"/>
              <a:gd name="connsiteX13" fmla="*/ 2499329 w 2513865"/>
              <a:gd name="connsiteY13" fmla="*/ 998528 h 4874986"/>
              <a:gd name="connsiteX14" fmla="*/ 2513712 w 2513865"/>
              <a:gd name="connsiteY14" fmla="*/ 740019 h 4874986"/>
              <a:gd name="connsiteX15" fmla="*/ 2449956 w 2513865"/>
              <a:gd name="connsiteY15" fmla="*/ 305754 h 4874986"/>
              <a:gd name="connsiteX16" fmla="*/ 2192570 w 2513865"/>
              <a:gd name="connsiteY16" fmla="*/ 0 h 4874986"/>
              <a:gd name="connsiteX0" fmla="*/ 0 w 2513865"/>
              <a:gd name="connsiteY0" fmla="*/ 4874986 h 4874986"/>
              <a:gd name="connsiteX1" fmla="*/ 363697 w 2513865"/>
              <a:gd name="connsiteY1" fmla="*/ 4378858 h 4874986"/>
              <a:gd name="connsiteX2" fmla="*/ 586964 w 2513865"/>
              <a:gd name="connsiteY2" fmla="*/ 4405309 h 4874986"/>
              <a:gd name="connsiteX3" fmla="*/ 858152 w 2513865"/>
              <a:gd name="connsiteY3" fmla="*/ 4042855 h 4874986"/>
              <a:gd name="connsiteX4" fmla="*/ 1046112 w 2513865"/>
              <a:gd name="connsiteY4" fmla="*/ 3775491 h 4874986"/>
              <a:gd name="connsiteX5" fmla="*/ 1235459 w 2513865"/>
              <a:gd name="connsiteY5" fmla="*/ 3380265 h 4874986"/>
              <a:gd name="connsiteX6" fmla="*/ 1385476 w 2513865"/>
              <a:gd name="connsiteY6" fmla="*/ 3081074 h 4874986"/>
              <a:gd name="connsiteX7" fmla="*/ 1397575 w 2513865"/>
              <a:gd name="connsiteY7" fmla="*/ 2694017 h 4874986"/>
              <a:gd name="connsiteX8" fmla="*/ 1598764 w 2513865"/>
              <a:gd name="connsiteY8" fmla="*/ 2376105 h 4874986"/>
              <a:gd name="connsiteX9" fmla="*/ 1959642 w 2513865"/>
              <a:gd name="connsiteY9" fmla="*/ 2021132 h 4874986"/>
              <a:gd name="connsiteX10" fmla="*/ 2166374 w 2513865"/>
              <a:gd name="connsiteY10" fmla="*/ 1653278 h 4874986"/>
              <a:gd name="connsiteX11" fmla="*/ 2488973 w 2513865"/>
              <a:gd name="connsiteY11" fmla="*/ 1408450 h 4874986"/>
              <a:gd name="connsiteX12" fmla="*/ 2499329 w 2513865"/>
              <a:gd name="connsiteY12" fmla="*/ 998528 h 4874986"/>
              <a:gd name="connsiteX13" fmla="*/ 2513712 w 2513865"/>
              <a:gd name="connsiteY13" fmla="*/ 740019 h 4874986"/>
              <a:gd name="connsiteX14" fmla="*/ 2449956 w 2513865"/>
              <a:gd name="connsiteY14" fmla="*/ 305754 h 4874986"/>
              <a:gd name="connsiteX15" fmla="*/ 2192570 w 2513865"/>
              <a:gd name="connsiteY15" fmla="*/ 0 h 4874986"/>
              <a:gd name="connsiteX0" fmla="*/ 0 w 2513865"/>
              <a:gd name="connsiteY0" fmla="*/ 4874986 h 4874986"/>
              <a:gd name="connsiteX1" fmla="*/ 363697 w 2513865"/>
              <a:gd name="connsiteY1" fmla="*/ 4378858 h 4874986"/>
              <a:gd name="connsiteX2" fmla="*/ 586964 w 2513865"/>
              <a:gd name="connsiteY2" fmla="*/ 4405309 h 4874986"/>
              <a:gd name="connsiteX3" fmla="*/ 1056009 w 2513865"/>
              <a:gd name="connsiteY3" fmla="*/ 4136493 h 4874986"/>
              <a:gd name="connsiteX4" fmla="*/ 1046112 w 2513865"/>
              <a:gd name="connsiteY4" fmla="*/ 3775491 h 4874986"/>
              <a:gd name="connsiteX5" fmla="*/ 1235459 w 2513865"/>
              <a:gd name="connsiteY5" fmla="*/ 3380265 h 4874986"/>
              <a:gd name="connsiteX6" fmla="*/ 1385476 w 2513865"/>
              <a:gd name="connsiteY6" fmla="*/ 3081074 h 4874986"/>
              <a:gd name="connsiteX7" fmla="*/ 1397575 w 2513865"/>
              <a:gd name="connsiteY7" fmla="*/ 2694017 h 4874986"/>
              <a:gd name="connsiteX8" fmla="*/ 1598764 w 2513865"/>
              <a:gd name="connsiteY8" fmla="*/ 2376105 h 4874986"/>
              <a:gd name="connsiteX9" fmla="*/ 1959642 w 2513865"/>
              <a:gd name="connsiteY9" fmla="*/ 2021132 h 4874986"/>
              <a:gd name="connsiteX10" fmla="*/ 2166374 w 2513865"/>
              <a:gd name="connsiteY10" fmla="*/ 1653278 h 4874986"/>
              <a:gd name="connsiteX11" fmla="*/ 2488973 w 2513865"/>
              <a:gd name="connsiteY11" fmla="*/ 1408450 h 4874986"/>
              <a:gd name="connsiteX12" fmla="*/ 2499329 w 2513865"/>
              <a:gd name="connsiteY12" fmla="*/ 998528 h 4874986"/>
              <a:gd name="connsiteX13" fmla="*/ 2513712 w 2513865"/>
              <a:gd name="connsiteY13" fmla="*/ 740019 h 4874986"/>
              <a:gd name="connsiteX14" fmla="*/ 2449956 w 2513865"/>
              <a:gd name="connsiteY14" fmla="*/ 305754 h 4874986"/>
              <a:gd name="connsiteX15" fmla="*/ 2192570 w 2513865"/>
              <a:gd name="connsiteY15" fmla="*/ 0 h 4874986"/>
              <a:gd name="connsiteX0" fmla="*/ 0 w 2513865"/>
              <a:gd name="connsiteY0" fmla="*/ 4874986 h 4874986"/>
              <a:gd name="connsiteX1" fmla="*/ 363697 w 2513865"/>
              <a:gd name="connsiteY1" fmla="*/ 4378858 h 4874986"/>
              <a:gd name="connsiteX2" fmla="*/ 586964 w 2513865"/>
              <a:gd name="connsiteY2" fmla="*/ 4405309 h 4874986"/>
              <a:gd name="connsiteX3" fmla="*/ 1056009 w 2513865"/>
              <a:gd name="connsiteY3" fmla="*/ 4136493 h 4874986"/>
              <a:gd name="connsiteX4" fmla="*/ 1187524 w 2513865"/>
              <a:gd name="connsiteY4" fmla="*/ 3696450 h 4874986"/>
              <a:gd name="connsiteX5" fmla="*/ 1235459 w 2513865"/>
              <a:gd name="connsiteY5" fmla="*/ 3380265 h 4874986"/>
              <a:gd name="connsiteX6" fmla="*/ 1385476 w 2513865"/>
              <a:gd name="connsiteY6" fmla="*/ 3081074 h 4874986"/>
              <a:gd name="connsiteX7" fmla="*/ 1397575 w 2513865"/>
              <a:gd name="connsiteY7" fmla="*/ 2694017 h 4874986"/>
              <a:gd name="connsiteX8" fmla="*/ 1598764 w 2513865"/>
              <a:gd name="connsiteY8" fmla="*/ 2376105 h 4874986"/>
              <a:gd name="connsiteX9" fmla="*/ 1959642 w 2513865"/>
              <a:gd name="connsiteY9" fmla="*/ 2021132 h 4874986"/>
              <a:gd name="connsiteX10" fmla="*/ 2166374 w 2513865"/>
              <a:gd name="connsiteY10" fmla="*/ 1653278 h 4874986"/>
              <a:gd name="connsiteX11" fmla="*/ 2488973 w 2513865"/>
              <a:gd name="connsiteY11" fmla="*/ 1408450 h 4874986"/>
              <a:gd name="connsiteX12" fmla="*/ 2499329 w 2513865"/>
              <a:gd name="connsiteY12" fmla="*/ 998528 h 4874986"/>
              <a:gd name="connsiteX13" fmla="*/ 2513712 w 2513865"/>
              <a:gd name="connsiteY13" fmla="*/ 740019 h 4874986"/>
              <a:gd name="connsiteX14" fmla="*/ 2449956 w 2513865"/>
              <a:gd name="connsiteY14" fmla="*/ 305754 h 4874986"/>
              <a:gd name="connsiteX15" fmla="*/ 2192570 w 2513865"/>
              <a:gd name="connsiteY15" fmla="*/ 0 h 4874986"/>
              <a:gd name="connsiteX0" fmla="*/ 0 w 2513865"/>
              <a:gd name="connsiteY0" fmla="*/ 6448284 h 6448284"/>
              <a:gd name="connsiteX1" fmla="*/ 363697 w 2513865"/>
              <a:gd name="connsiteY1" fmla="*/ 5952156 h 6448284"/>
              <a:gd name="connsiteX2" fmla="*/ 586964 w 2513865"/>
              <a:gd name="connsiteY2" fmla="*/ 5978607 h 6448284"/>
              <a:gd name="connsiteX3" fmla="*/ 1056009 w 2513865"/>
              <a:gd name="connsiteY3" fmla="*/ 5709791 h 6448284"/>
              <a:gd name="connsiteX4" fmla="*/ 1187524 w 2513865"/>
              <a:gd name="connsiteY4" fmla="*/ 5269748 h 6448284"/>
              <a:gd name="connsiteX5" fmla="*/ 1235459 w 2513865"/>
              <a:gd name="connsiteY5" fmla="*/ 4953563 h 6448284"/>
              <a:gd name="connsiteX6" fmla="*/ 1385476 w 2513865"/>
              <a:gd name="connsiteY6" fmla="*/ 4654372 h 6448284"/>
              <a:gd name="connsiteX7" fmla="*/ 1397575 w 2513865"/>
              <a:gd name="connsiteY7" fmla="*/ 4267315 h 6448284"/>
              <a:gd name="connsiteX8" fmla="*/ 1598764 w 2513865"/>
              <a:gd name="connsiteY8" fmla="*/ 3949403 h 6448284"/>
              <a:gd name="connsiteX9" fmla="*/ 1959642 w 2513865"/>
              <a:gd name="connsiteY9" fmla="*/ 3594430 h 6448284"/>
              <a:gd name="connsiteX10" fmla="*/ 2166374 w 2513865"/>
              <a:gd name="connsiteY10" fmla="*/ 3226576 h 6448284"/>
              <a:gd name="connsiteX11" fmla="*/ 2488973 w 2513865"/>
              <a:gd name="connsiteY11" fmla="*/ 2981748 h 6448284"/>
              <a:gd name="connsiteX12" fmla="*/ 2499329 w 2513865"/>
              <a:gd name="connsiteY12" fmla="*/ 2571826 h 6448284"/>
              <a:gd name="connsiteX13" fmla="*/ 2513712 w 2513865"/>
              <a:gd name="connsiteY13" fmla="*/ 2313317 h 6448284"/>
              <a:gd name="connsiteX14" fmla="*/ 2449956 w 2513865"/>
              <a:gd name="connsiteY14" fmla="*/ 1879052 h 6448284"/>
              <a:gd name="connsiteX15" fmla="*/ 1455264 w 2513865"/>
              <a:gd name="connsiteY15" fmla="*/ 0 h 6448284"/>
              <a:gd name="connsiteX0" fmla="*/ 0 w 2513865"/>
              <a:gd name="connsiteY0" fmla="*/ 6448284 h 6448284"/>
              <a:gd name="connsiteX1" fmla="*/ 363697 w 2513865"/>
              <a:gd name="connsiteY1" fmla="*/ 5952156 h 6448284"/>
              <a:gd name="connsiteX2" fmla="*/ 586964 w 2513865"/>
              <a:gd name="connsiteY2" fmla="*/ 5978607 h 6448284"/>
              <a:gd name="connsiteX3" fmla="*/ 1056009 w 2513865"/>
              <a:gd name="connsiteY3" fmla="*/ 5709791 h 6448284"/>
              <a:gd name="connsiteX4" fmla="*/ 1187524 w 2513865"/>
              <a:gd name="connsiteY4" fmla="*/ 5269748 h 6448284"/>
              <a:gd name="connsiteX5" fmla="*/ 1235459 w 2513865"/>
              <a:gd name="connsiteY5" fmla="*/ 4953563 h 6448284"/>
              <a:gd name="connsiteX6" fmla="*/ 1385476 w 2513865"/>
              <a:gd name="connsiteY6" fmla="*/ 4654372 h 6448284"/>
              <a:gd name="connsiteX7" fmla="*/ 1397575 w 2513865"/>
              <a:gd name="connsiteY7" fmla="*/ 4267315 h 6448284"/>
              <a:gd name="connsiteX8" fmla="*/ 1598764 w 2513865"/>
              <a:gd name="connsiteY8" fmla="*/ 3949403 h 6448284"/>
              <a:gd name="connsiteX9" fmla="*/ 1959642 w 2513865"/>
              <a:gd name="connsiteY9" fmla="*/ 3594430 h 6448284"/>
              <a:gd name="connsiteX10" fmla="*/ 2166374 w 2513865"/>
              <a:gd name="connsiteY10" fmla="*/ 3226576 h 6448284"/>
              <a:gd name="connsiteX11" fmla="*/ 2488973 w 2513865"/>
              <a:gd name="connsiteY11" fmla="*/ 2981748 h 6448284"/>
              <a:gd name="connsiteX12" fmla="*/ 2499329 w 2513865"/>
              <a:gd name="connsiteY12" fmla="*/ 2571826 h 6448284"/>
              <a:gd name="connsiteX13" fmla="*/ 2513712 w 2513865"/>
              <a:gd name="connsiteY13" fmla="*/ 2313317 h 6448284"/>
              <a:gd name="connsiteX14" fmla="*/ 2449956 w 2513865"/>
              <a:gd name="connsiteY14" fmla="*/ 1879052 h 6448284"/>
              <a:gd name="connsiteX15" fmla="*/ 2107227 w 2513865"/>
              <a:gd name="connsiteY15" fmla="*/ 986105 h 6448284"/>
              <a:gd name="connsiteX16" fmla="*/ 1455264 w 2513865"/>
              <a:gd name="connsiteY16" fmla="*/ 0 h 6448284"/>
              <a:gd name="connsiteX0" fmla="*/ 0 w 2513865"/>
              <a:gd name="connsiteY0" fmla="*/ 6448284 h 6448284"/>
              <a:gd name="connsiteX1" fmla="*/ 363697 w 2513865"/>
              <a:gd name="connsiteY1" fmla="*/ 5952156 h 6448284"/>
              <a:gd name="connsiteX2" fmla="*/ 586964 w 2513865"/>
              <a:gd name="connsiteY2" fmla="*/ 5978607 h 6448284"/>
              <a:gd name="connsiteX3" fmla="*/ 1056009 w 2513865"/>
              <a:gd name="connsiteY3" fmla="*/ 5709791 h 6448284"/>
              <a:gd name="connsiteX4" fmla="*/ 1187524 w 2513865"/>
              <a:gd name="connsiteY4" fmla="*/ 5269748 h 6448284"/>
              <a:gd name="connsiteX5" fmla="*/ 1235459 w 2513865"/>
              <a:gd name="connsiteY5" fmla="*/ 4953563 h 6448284"/>
              <a:gd name="connsiteX6" fmla="*/ 1385476 w 2513865"/>
              <a:gd name="connsiteY6" fmla="*/ 4654372 h 6448284"/>
              <a:gd name="connsiteX7" fmla="*/ 1397575 w 2513865"/>
              <a:gd name="connsiteY7" fmla="*/ 4267315 h 6448284"/>
              <a:gd name="connsiteX8" fmla="*/ 1598764 w 2513865"/>
              <a:gd name="connsiteY8" fmla="*/ 3949403 h 6448284"/>
              <a:gd name="connsiteX9" fmla="*/ 1959642 w 2513865"/>
              <a:gd name="connsiteY9" fmla="*/ 3594430 h 6448284"/>
              <a:gd name="connsiteX10" fmla="*/ 2166374 w 2513865"/>
              <a:gd name="connsiteY10" fmla="*/ 3226576 h 6448284"/>
              <a:gd name="connsiteX11" fmla="*/ 2488973 w 2513865"/>
              <a:gd name="connsiteY11" fmla="*/ 2981748 h 6448284"/>
              <a:gd name="connsiteX12" fmla="*/ 2499329 w 2513865"/>
              <a:gd name="connsiteY12" fmla="*/ 2571826 h 6448284"/>
              <a:gd name="connsiteX13" fmla="*/ 2513712 w 2513865"/>
              <a:gd name="connsiteY13" fmla="*/ 2313317 h 6448284"/>
              <a:gd name="connsiteX14" fmla="*/ 2357661 w 2513865"/>
              <a:gd name="connsiteY14" fmla="*/ 1561441 h 6448284"/>
              <a:gd name="connsiteX15" fmla="*/ 2107227 w 2513865"/>
              <a:gd name="connsiteY15" fmla="*/ 986105 h 6448284"/>
              <a:gd name="connsiteX16" fmla="*/ 1455264 w 2513865"/>
              <a:gd name="connsiteY16" fmla="*/ 0 h 6448284"/>
              <a:gd name="connsiteX0" fmla="*/ 0 w 2513486"/>
              <a:gd name="connsiteY0" fmla="*/ 6448284 h 6448284"/>
              <a:gd name="connsiteX1" fmla="*/ 363697 w 2513486"/>
              <a:gd name="connsiteY1" fmla="*/ 5952156 h 6448284"/>
              <a:gd name="connsiteX2" fmla="*/ 586964 w 2513486"/>
              <a:gd name="connsiteY2" fmla="*/ 5978607 h 6448284"/>
              <a:gd name="connsiteX3" fmla="*/ 1056009 w 2513486"/>
              <a:gd name="connsiteY3" fmla="*/ 5709791 h 6448284"/>
              <a:gd name="connsiteX4" fmla="*/ 1187524 w 2513486"/>
              <a:gd name="connsiteY4" fmla="*/ 5269748 h 6448284"/>
              <a:gd name="connsiteX5" fmla="*/ 1235459 w 2513486"/>
              <a:gd name="connsiteY5" fmla="*/ 4953563 h 6448284"/>
              <a:gd name="connsiteX6" fmla="*/ 1385476 w 2513486"/>
              <a:gd name="connsiteY6" fmla="*/ 4654372 h 6448284"/>
              <a:gd name="connsiteX7" fmla="*/ 1397575 w 2513486"/>
              <a:gd name="connsiteY7" fmla="*/ 4267315 h 6448284"/>
              <a:gd name="connsiteX8" fmla="*/ 1598764 w 2513486"/>
              <a:gd name="connsiteY8" fmla="*/ 3949403 h 6448284"/>
              <a:gd name="connsiteX9" fmla="*/ 1959642 w 2513486"/>
              <a:gd name="connsiteY9" fmla="*/ 3594430 h 6448284"/>
              <a:gd name="connsiteX10" fmla="*/ 2166374 w 2513486"/>
              <a:gd name="connsiteY10" fmla="*/ 3226576 h 6448284"/>
              <a:gd name="connsiteX11" fmla="*/ 2488973 w 2513486"/>
              <a:gd name="connsiteY11" fmla="*/ 2981748 h 6448284"/>
              <a:gd name="connsiteX12" fmla="*/ 2499329 w 2513486"/>
              <a:gd name="connsiteY12" fmla="*/ 2571826 h 6448284"/>
              <a:gd name="connsiteX13" fmla="*/ 2357661 w 2513486"/>
              <a:gd name="connsiteY13" fmla="*/ 1561441 h 6448284"/>
              <a:gd name="connsiteX14" fmla="*/ 2107227 w 2513486"/>
              <a:gd name="connsiteY14" fmla="*/ 986105 h 6448284"/>
              <a:gd name="connsiteX15" fmla="*/ 1455264 w 2513486"/>
              <a:gd name="connsiteY15" fmla="*/ 0 h 6448284"/>
              <a:gd name="connsiteX0" fmla="*/ 0 w 2519111"/>
              <a:gd name="connsiteY0" fmla="*/ 6448284 h 6448284"/>
              <a:gd name="connsiteX1" fmla="*/ 363697 w 2519111"/>
              <a:gd name="connsiteY1" fmla="*/ 5952156 h 6448284"/>
              <a:gd name="connsiteX2" fmla="*/ 586964 w 2519111"/>
              <a:gd name="connsiteY2" fmla="*/ 5978607 h 6448284"/>
              <a:gd name="connsiteX3" fmla="*/ 1056009 w 2519111"/>
              <a:gd name="connsiteY3" fmla="*/ 5709791 h 6448284"/>
              <a:gd name="connsiteX4" fmla="*/ 1187524 w 2519111"/>
              <a:gd name="connsiteY4" fmla="*/ 5269748 h 6448284"/>
              <a:gd name="connsiteX5" fmla="*/ 1235459 w 2519111"/>
              <a:gd name="connsiteY5" fmla="*/ 4953563 h 6448284"/>
              <a:gd name="connsiteX6" fmla="*/ 1385476 w 2519111"/>
              <a:gd name="connsiteY6" fmla="*/ 4654372 h 6448284"/>
              <a:gd name="connsiteX7" fmla="*/ 1397575 w 2519111"/>
              <a:gd name="connsiteY7" fmla="*/ 4267315 h 6448284"/>
              <a:gd name="connsiteX8" fmla="*/ 1598764 w 2519111"/>
              <a:gd name="connsiteY8" fmla="*/ 3949403 h 6448284"/>
              <a:gd name="connsiteX9" fmla="*/ 1959642 w 2519111"/>
              <a:gd name="connsiteY9" fmla="*/ 3594430 h 6448284"/>
              <a:gd name="connsiteX10" fmla="*/ 2166374 w 2519111"/>
              <a:gd name="connsiteY10" fmla="*/ 3226576 h 6448284"/>
              <a:gd name="connsiteX11" fmla="*/ 2488973 w 2519111"/>
              <a:gd name="connsiteY11" fmla="*/ 2981748 h 6448284"/>
              <a:gd name="connsiteX12" fmla="*/ 2513902 w 2519111"/>
              <a:gd name="connsiteY12" fmla="*/ 2326167 h 6448284"/>
              <a:gd name="connsiteX13" fmla="*/ 2357661 w 2519111"/>
              <a:gd name="connsiteY13" fmla="*/ 1561441 h 6448284"/>
              <a:gd name="connsiteX14" fmla="*/ 2107227 w 2519111"/>
              <a:gd name="connsiteY14" fmla="*/ 986105 h 6448284"/>
              <a:gd name="connsiteX15" fmla="*/ 1455264 w 2519111"/>
              <a:gd name="connsiteY15" fmla="*/ 0 h 6448284"/>
              <a:gd name="connsiteX0" fmla="*/ 0 w 2519111"/>
              <a:gd name="connsiteY0" fmla="*/ 6448284 h 6448284"/>
              <a:gd name="connsiteX1" fmla="*/ 363697 w 2519111"/>
              <a:gd name="connsiteY1" fmla="*/ 5952156 h 6448284"/>
              <a:gd name="connsiteX2" fmla="*/ 586964 w 2519111"/>
              <a:gd name="connsiteY2" fmla="*/ 5978607 h 6448284"/>
              <a:gd name="connsiteX3" fmla="*/ 1056009 w 2519111"/>
              <a:gd name="connsiteY3" fmla="*/ 5709791 h 6448284"/>
              <a:gd name="connsiteX4" fmla="*/ 1187524 w 2519111"/>
              <a:gd name="connsiteY4" fmla="*/ 5269748 h 6448284"/>
              <a:gd name="connsiteX5" fmla="*/ 1235459 w 2519111"/>
              <a:gd name="connsiteY5" fmla="*/ 4953563 h 6448284"/>
              <a:gd name="connsiteX6" fmla="*/ 1385476 w 2519111"/>
              <a:gd name="connsiteY6" fmla="*/ 4654372 h 6448284"/>
              <a:gd name="connsiteX7" fmla="*/ 1397575 w 2519111"/>
              <a:gd name="connsiteY7" fmla="*/ 4267315 h 6448284"/>
              <a:gd name="connsiteX8" fmla="*/ 1598764 w 2519111"/>
              <a:gd name="connsiteY8" fmla="*/ 3949403 h 6448284"/>
              <a:gd name="connsiteX9" fmla="*/ 1959642 w 2519111"/>
              <a:gd name="connsiteY9" fmla="*/ 3594430 h 6448284"/>
              <a:gd name="connsiteX10" fmla="*/ 2166374 w 2519111"/>
              <a:gd name="connsiteY10" fmla="*/ 3226576 h 6448284"/>
              <a:gd name="connsiteX11" fmla="*/ 2488973 w 2519111"/>
              <a:gd name="connsiteY11" fmla="*/ 2981748 h 6448284"/>
              <a:gd name="connsiteX12" fmla="*/ 2513902 w 2519111"/>
              <a:gd name="connsiteY12" fmla="*/ 2326167 h 6448284"/>
              <a:gd name="connsiteX13" fmla="*/ 2357661 w 2519111"/>
              <a:gd name="connsiteY13" fmla="*/ 1561441 h 6448284"/>
              <a:gd name="connsiteX14" fmla="*/ 2054843 w 2519111"/>
              <a:gd name="connsiteY14" fmla="*/ 1111063 h 6448284"/>
              <a:gd name="connsiteX15" fmla="*/ 1455264 w 2519111"/>
              <a:gd name="connsiteY15" fmla="*/ 0 h 6448284"/>
              <a:gd name="connsiteX0" fmla="*/ 0 w 2519111"/>
              <a:gd name="connsiteY0" fmla="*/ 6448284 h 6448284"/>
              <a:gd name="connsiteX1" fmla="*/ 586964 w 2519111"/>
              <a:gd name="connsiteY1" fmla="*/ 5978607 h 6448284"/>
              <a:gd name="connsiteX2" fmla="*/ 1056009 w 2519111"/>
              <a:gd name="connsiteY2" fmla="*/ 5709791 h 6448284"/>
              <a:gd name="connsiteX3" fmla="*/ 1187524 w 2519111"/>
              <a:gd name="connsiteY3" fmla="*/ 5269748 h 6448284"/>
              <a:gd name="connsiteX4" fmla="*/ 1235459 w 2519111"/>
              <a:gd name="connsiteY4" fmla="*/ 4953563 h 6448284"/>
              <a:gd name="connsiteX5" fmla="*/ 1385476 w 2519111"/>
              <a:gd name="connsiteY5" fmla="*/ 4654372 h 6448284"/>
              <a:gd name="connsiteX6" fmla="*/ 1397575 w 2519111"/>
              <a:gd name="connsiteY6" fmla="*/ 4267315 h 6448284"/>
              <a:gd name="connsiteX7" fmla="*/ 1598764 w 2519111"/>
              <a:gd name="connsiteY7" fmla="*/ 3949403 h 6448284"/>
              <a:gd name="connsiteX8" fmla="*/ 1959642 w 2519111"/>
              <a:gd name="connsiteY8" fmla="*/ 3594430 h 6448284"/>
              <a:gd name="connsiteX9" fmla="*/ 2166374 w 2519111"/>
              <a:gd name="connsiteY9" fmla="*/ 3226576 h 6448284"/>
              <a:gd name="connsiteX10" fmla="*/ 2488973 w 2519111"/>
              <a:gd name="connsiteY10" fmla="*/ 2981748 h 6448284"/>
              <a:gd name="connsiteX11" fmla="*/ 2513902 w 2519111"/>
              <a:gd name="connsiteY11" fmla="*/ 2326167 h 6448284"/>
              <a:gd name="connsiteX12" fmla="*/ 2357661 w 2519111"/>
              <a:gd name="connsiteY12" fmla="*/ 1561441 h 6448284"/>
              <a:gd name="connsiteX13" fmla="*/ 2054843 w 2519111"/>
              <a:gd name="connsiteY13" fmla="*/ 1111063 h 6448284"/>
              <a:gd name="connsiteX14" fmla="*/ 1455264 w 2519111"/>
              <a:gd name="connsiteY14" fmla="*/ 0 h 6448284"/>
              <a:gd name="connsiteX0" fmla="*/ 0 w 2519111"/>
              <a:gd name="connsiteY0" fmla="*/ 6448284 h 6448284"/>
              <a:gd name="connsiteX1" fmla="*/ 586964 w 2519111"/>
              <a:gd name="connsiteY1" fmla="*/ 5978607 h 6448284"/>
              <a:gd name="connsiteX2" fmla="*/ 1056009 w 2519111"/>
              <a:gd name="connsiteY2" fmla="*/ 5709791 h 6448284"/>
              <a:gd name="connsiteX3" fmla="*/ 1187524 w 2519111"/>
              <a:gd name="connsiteY3" fmla="*/ 5269748 h 6448284"/>
              <a:gd name="connsiteX4" fmla="*/ 1235459 w 2519111"/>
              <a:gd name="connsiteY4" fmla="*/ 4953563 h 6448284"/>
              <a:gd name="connsiteX5" fmla="*/ 1385476 w 2519111"/>
              <a:gd name="connsiteY5" fmla="*/ 4654372 h 6448284"/>
              <a:gd name="connsiteX6" fmla="*/ 1397575 w 2519111"/>
              <a:gd name="connsiteY6" fmla="*/ 4267315 h 6448284"/>
              <a:gd name="connsiteX7" fmla="*/ 1598764 w 2519111"/>
              <a:gd name="connsiteY7" fmla="*/ 3949403 h 6448284"/>
              <a:gd name="connsiteX8" fmla="*/ 1959642 w 2519111"/>
              <a:gd name="connsiteY8" fmla="*/ 3594430 h 6448284"/>
              <a:gd name="connsiteX9" fmla="*/ 2166374 w 2519111"/>
              <a:gd name="connsiteY9" fmla="*/ 3226576 h 6448284"/>
              <a:gd name="connsiteX10" fmla="*/ 2488973 w 2519111"/>
              <a:gd name="connsiteY10" fmla="*/ 2981748 h 6448284"/>
              <a:gd name="connsiteX11" fmla="*/ 2513902 w 2519111"/>
              <a:gd name="connsiteY11" fmla="*/ 2326167 h 6448284"/>
              <a:gd name="connsiteX12" fmla="*/ 2357661 w 2519111"/>
              <a:gd name="connsiteY12" fmla="*/ 1561441 h 6448284"/>
              <a:gd name="connsiteX13" fmla="*/ 2054843 w 2519111"/>
              <a:gd name="connsiteY13" fmla="*/ 1111063 h 6448284"/>
              <a:gd name="connsiteX14" fmla="*/ 1455264 w 2519111"/>
              <a:gd name="connsiteY14" fmla="*/ 0 h 6448284"/>
              <a:gd name="connsiteX0" fmla="*/ 0 w 2565526"/>
              <a:gd name="connsiteY0" fmla="*/ 6548463 h 6548463"/>
              <a:gd name="connsiteX1" fmla="*/ 633379 w 2565526"/>
              <a:gd name="connsiteY1" fmla="*/ 5978607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443990 w 2565526"/>
              <a:gd name="connsiteY6" fmla="*/ 4267315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33379 w 2565526"/>
              <a:gd name="connsiteY1" fmla="*/ 5978607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443990 w 2565526"/>
              <a:gd name="connsiteY6" fmla="*/ 4267315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33379 w 2565526"/>
              <a:gd name="connsiteY1" fmla="*/ 5978607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443990 w 2565526"/>
              <a:gd name="connsiteY6" fmla="*/ 4267315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42476 w 2565526"/>
              <a:gd name="connsiteY1" fmla="*/ 6020173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443990 w 2565526"/>
              <a:gd name="connsiteY6" fmla="*/ 4267315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42476 w 2565526"/>
              <a:gd name="connsiteY1" fmla="*/ 6020173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443990 w 2565526"/>
              <a:gd name="connsiteY6" fmla="*/ 4267315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42476 w 2565526"/>
              <a:gd name="connsiteY1" fmla="*/ 6020173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377667 w 2565526"/>
              <a:gd name="connsiteY6" fmla="*/ 4172453 h 6548463"/>
              <a:gd name="connsiteX7" fmla="*/ 1645179 w 2565526"/>
              <a:gd name="connsiteY7" fmla="*/ 3949403 h 6548463"/>
              <a:gd name="connsiteX8" fmla="*/ 2006057 w 2565526"/>
              <a:gd name="connsiteY8" fmla="*/ 3594430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5526"/>
              <a:gd name="connsiteY0" fmla="*/ 6548463 h 6548463"/>
              <a:gd name="connsiteX1" fmla="*/ 642476 w 2565526"/>
              <a:gd name="connsiteY1" fmla="*/ 6020173 h 6548463"/>
              <a:gd name="connsiteX2" fmla="*/ 1102424 w 2565526"/>
              <a:gd name="connsiteY2" fmla="*/ 5709791 h 6548463"/>
              <a:gd name="connsiteX3" fmla="*/ 1233939 w 2565526"/>
              <a:gd name="connsiteY3" fmla="*/ 5269748 h 6548463"/>
              <a:gd name="connsiteX4" fmla="*/ 1281874 w 2565526"/>
              <a:gd name="connsiteY4" fmla="*/ 4953563 h 6548463"/>
              <a:gd name="connsiteX5" fmla="*/ 1431891 w 2565526"/>
              <a:gd name="connsiteY5" fmla="*/ 4654372 h 6548463"/>
              <a:gd name="connsiteX6" fmla="*/ 1377667 w 2565526"/>
              <a:gd name="connsiteY6" fmla="*/ 4172453 h 6548463"/>
              <a:gd name="connsiteX7" fmla="*/ 1645179 w 2565526"/>
              <a:gd name="connsiteY7" fmla="*/ 3949403 h 6548463"/>
              <a:gd name="connsiteX8" fmla="*/ 2097154 w 2565526"/>
              <a:gd name="connsiteY8" fmla="*/ 3672376 h 6548463"/>
              <a:gd name="connsiteX9" fmla="*/ 2212789 w 2565526"/>
              <a:gd name="connsiteY9" fmla="*/ 3226576 h 6548463"/>
              <a:gd name="connsiteX10" fmla="*/ 2535388 w 2565526"/>
              <a:gd name="connsiteY10" fmla="*/ 2981748 h 6548463"/>
              <a:gd name="connsiteX11" fmla="*/ 2560317 w 2565526"/>
              <a:gd name="connsiteY11" fmla="*/ 2326167 h 6548463"/>
              <a:gd name="connsiteX12" fmla="*/ 2404076 w 2565526"/>
              <a:gd name="connsiteY12" fmla="*/ 1561441 h 6548463"/>
              <a:gd name="connsiteX13" fmla="*/ 2101258 w 2565526"/>
              <a:gd name="connsiteY13" fmla="*/ 1111063 h 6548463"/>
              <a:gd name="connsiteX14" fmla="*/ 1501679 w 2565526"/>
              <a:gd name="connsiteY14" fmla="*/ 0 h 6548463"/>
              <a:gd name="connsiteX0" fmla="*/ 0 w 2560317"/>
              <a:gd name="connsiteY0" fmla="*/ 6548463 h 6548463"/>
              <a:gd name="connsiteX1" fmla="*/ 642476 w 2560317"/>
              <a:gd name="connsiteY1" fmla="*/ 6020173 h 6548463"/>
              <a:gd name="connsiteX2" fmla="*/ 1102424 w 2560317"/>
              <a:gd name="connsiteY2" fmla="*/ 5709791 h 6548463"/>
              <a:gd name="connsiteX3" fmla="*/ 1233939 w 2560317"/>
              <a:gd name="connsiteY3" fmla="*/ 5269748 h 6548463"/>
              <a:gd name="connsiteX4" fmla="*/ 1281874 w 2560317"/>
              <a:gd name="connsiteY4" fmla="*/ 4953563 h 6548463"/>
              <a:gd name="connsiteX5" fmla="*/ 1431891 w 2560317"/>
              <a:gd name="connsiteY5" fmla="*/ 4654372 h 6548463"/>
              <a:gd name="connsiteX6" fmla="*/ 1377667 w 2560317"/>
              <a:gd name="connsiteY6" fmla="*/ 4172453 h 6548463"/>
              <a:gd name="connsiteX7" fmla="*/ 1645179 w 2560317"/>
              <a:gd name="connsiteY7" fmla="*/ 3949403 h 6548463"/>
              <a:gd name="connsiteX8" fmla="*/ 2097154 w 2560317"/>
              <a:gd name="connsiteY8" fmla="*/ 3672376 h 6548463"/>
              <a:gd name="connsiteX9" fmla="*/ 2324111 w 2560317"/>
              <a:gd name="connsiteY9" fmla="*/ 3266820 h 6548463"/>
              <a:gd name="connsiteX10" fmla="*/ 2535388 w 2560317"/>
              <a:gd name="connsiteY10" fmla="*/ 2981748 h 6548463"/>
              <a:gd name="connsiteX11" fmla="*/ 2560317 w 2560317"/>
              <a:gd name="connsiteY11" fmla="*/ 2326167 h 6548463"/>
              <a:gd name="connsiteX12" fmla="*/ 2404076 w 2560317"/>
              <a:gd name="connsiteY12" fmla="*/ 1561441 h 6548463"/>
              <a:gd name="connsiteX13" fmla="*/ 2101258 w 2560317"/>
              <a:gd name="connsiteY13" fmla="*/ 1111063 h 6548463"/>
              <a:gd name="connsiteX14" fmla="*/ 1501679 w 2560317"/>
              <a:gd name="connsiteY14" fmla="*/ 0 h 6548463"/>
              <a:gd name="connsiteX0" fmla="*/ 0 w 2560317"/>
              <a:gd name="connsiteY0" fmla="*/ 6548463 h 6548463"/>
              <a:gd name="connsiteX1" fmla="*/ 642476 w 2560317"/>
              <a:gd name="connsiteY1" fmla="*/ 6020173 h 6548463"/>
              <a:gd name="connsiteX2" fmla="*/ 1102424 w 2560317"/>
              <a:gd name="connsiteY2" fmla="*/ 5709791 h 6548463"/>
              <a:gd name="connsiteX3" fmla="*/ 1233939 w 2560317"/>
              <a:gd name="connsiteY3" fmla="*/ 5269748 h 6548463"/>
              <a:gd name="connsiteX4" fmla="*/ 1281874 w 2560317"/>
              <a:gd name="connsiteY4" fmla="*/ 4953563 h 6548463"/>
              <a:gd name="connsiteX5" fmla="*/ 1431891 w 2560317"/>
              <a:gd name="connsiteY5" fmla="*/ 4654372 h 6548463"/>
              <a:gd name="connsiteX6" fmla="*/ 1377667 w 2560317"/>
              <a:gd name="connsiteY6" fmla="*/ 4172453 h 6548463"/>
              <a:gd name="connsiteX7" fmla="*/ 1645179 w 2560317"/>
              <a:gd name="connsiteY7" fmla="*/ 3949403 h 6548463"/>
              <a:gd name="connsiteX8" fmla="*/ 2097154 w 2560317"/>
              <a:gd name="connsiteY8" fmla="*/ 3672376 h 6548463"/>
              <a:gd name="connsiteX9" fmla="*/ 2324111 w 2560317"/>
              <a:gd name="connsiteY9" fmla="*/ 3266820 h 6548463"/>
              <a:gd name="connsiteX10" fmla="*/ 2535388 w 2560317"/>
              <a:gd name="connsiteY10" fmla="*/ 2981748 h 6548463"/>
              <a:gd name="connsiteX11" fmla="*/ 2560317 w 2560317"/>
              <a:gd name="connsiteY11" fmla="*/ 2326167 h 6548463"/>
              <a:gd name="connsiteX12" fmla="*/ 2404076 w 2560317"/>
              <a:gd name="connsiteY12" fmla="*/ 1561441 h 6548463"/>
              <a:gd name="connsiteX13" fmla="*/ 2060906 w 2560317"/>
              <a:gd name="connsiteY13" fmla="*/ 1238953 h 6548463"/>
              <a:gd name="connsiteX14" fmla="*/ 1501679 w 2560317"/>
              <a:gd name="connsiteY14" fmla="*/ 0 h 6548463"/>
              <a:gd name="connsiteX0" fmla="*/ 0 w 2560317"/>
              <a:gd name="connsiteY0" fmla="*/ 6548463 h 6548463"/>
              <a:gd name="connsiteX1" fmla="*/ 642476 w 2560317"/>
              <a:gd name="connsiteY1" fmla="*/ 6020173 h 6548463"/>
              <a:gd name="connsiteX2" fmla="*/ 1102424 w 2560317"/>
              <a:gd name="connsiteY2" fmla="*/ 5709791 h 6548463"/>
              <a:gd name="connsiteX3" fmla="*/ 1233939 w 2560317"/>
              <a:gd name="connsiteY3" fmla="*/ 5269748 h 6548463"/>
              <a:gd name="connsiteX4" fmla="*/ 1281874 w 2560317"/>
              <a:gd name="connsiteY4" fmla="*/ 4953563 h 6548463"/>
              <a:gd name="connsiteX5" fmla="*/ 1431891 w 2560317"/>
              <a:gd name="connsiteY5" fmla="*/ 4654372 h 6548463"/>
              <a:gd name="connsiteX6" fmla="*/ 1377667 w 2560317"/>
              <a:gd name="connsiteY6" fmla="*/ 4172453 h 6548463"/>
              <a:gd name="connsiteX7" fmla="*/ 1597818 w 2560317"/>
              <a:gd name="connsiteY7" fmla="*/ 3822404 h 6548463"/>
              <a:gd name="connsiteX8" fmla="*/ 2097154 w 2560317"/>
              <a:gd name="connsiteY8" fmla="*/ 3672376 h 6548463"/>
              <a:gd name="connsiteX9" fmla="*/ 2324111 w 2560317"/>
              <a:gd name="connsiteY9" fmla="*/ 3266820 h 6548463"/>
              <a:gd name="connsiteX10" fmla="*/ 2535388 w 2560317"/>
              <a:gd name="connsiteY10" fmla="*/ 2981748 h 6548463"/>
              <a:gd name="connsiteX11" fmla="*/ 2560317 w 2560317"/>
              <a:gd name="connsiteY11" fmla="*/ 2326167 h 6548463"/>
              <a:gd name="connsiteX12" fmla="*/ 2404076 w 2560317"/>
              <a:gd name="connsiteY12" fmla="*/ 1561441 h 6548463"/>
              <a:gd name="connsiteX13" fmla="*/ 2060906 w 2560317"/>
              <a:gd name="connsiteY13" fmla="*/ 1238953 h 6548463"/>
              <a:gd name="connsiteX14" fmla="*/ 1501679 w 2560317"/>
              <a:gd name="connsiteY14" fmla="*/ 0 h 6548463"/>
              <a:gd name="connsiteX0" fmla="*/ 0 w 2560317"/>
              <a:gd name="connsiteY0" fmla="*/ 6548463 h 6548463"/>
              <a:gd name="connsiteX1" fmla="*/ 642476 w 2560317"/>
              <a:gd name="connsiteY1" fmla="*/ 6020173 h 6548463"/>
              <a:gd name="connsiteX2" fmla="*/ 1102424 w 2560317"/>
              <a:gd name="connsiteY2" fmla="*/ 5709791 h 6548463"/>
              <a:gd name="connsiteX3" fmla="*/ 1233939 w 2560317"/>
              <a:gd name="connsiteY3" fmla="*/ 5269748 h 6548463"/>
              <a:gd name="connsiteX4" fmla="*/ 1281874 w 2560317"/>
              <a:gd name="connsiteY4" fmla="*/ 4953563 h 6548463"/>
              <a:gd name="connsiteX5" fmla="*/ 1380615 w 2560317"/>
              <a:gd name="connsiteY5" fmla="*/ 4677078 h 6548463"/>
              <a:gd name="connsiteX6" fmla="*/ 1377667 w 2560317"/>
              <a:gd name="connsiteY6" fmla="*/ 4172453 h 6548463"/>
              <a:gd name="connsiteX7" fmla="*/ 1597818 w 2560317"/>
              <a:gd name="connsiteY7" fmla="*/ 3822404 h 6548463"/>
              <a:gd name="connsiteX8" fmla="*/ 2097154 w 2560317"/>
              <a:gd name="connsiteY8" fmla="*/ 3672376 h 6548463"/>
              <a:gd name="connsiteX9" fmla="*/ 2324111 w 2560317"/>
              <a:gd name="connsiteY9" fmla="*/ 3266820 h 6548463"/>
              <a:gd name="connsiteX10" fmla="*/ 2535388 w 2560317"/>
              <a:gd name="connsiteY10" fmla="*/ 2981748 h 6548463"/>
              <a:gd name="connsiteX11" fmla="*/ 2560317 w 2560317"/>
              <a:gd name="connsiteY11" fmla="*/ 2326167 h 6548463"/>
              <a:gd name="connsiteX12" fmla="*/ 2404076 w 2560317"/>
              <a:gd name="connsiteY12" fmla="*/ 1561441 h 6548463"/>
              <a:gd name="connsiteX13" fmla="*/ 2060906 w 2560317"/>
              <a:gd name="connsiteY13" fmla="*/ 1238953 h 6548463"/>
              <a:gd name="connsiteX14" fmla="*/ 1501679 w 2560317"/>
              <a:gd name="connsiteY14" fmla="*/ 0 h 6548463"/>
              <a:gd name="connsiteX0" fmla="*/ 0 w 2560317"/>
              <a:gd name="connsiteY0" fmla="*/ 6548463 h 6548463"/>
              <a:gd name="connsiteX1" fmla="*/ 642476 w 2560317"/>
              <a:gd name="connsiteY1" fmla="*/ 6020173 h 6548463"/>
              <a:gd name="connsiteX2" fmla="*/ 1102424 w 2560317"/>
              <a:gd name="connsiteY2" fmla="*/ 5709791 h 6548463"/>
              <a:gd name="connsiteX3" fmla="*/ 1233939 w 2560317"/>
              <a:gd name="connsiteY3" fmla="*/ 5269748 h 6548463"/>
              <a:gd name="connsiteX4" fmla="*/ 1247190 w 2560317"/>
              <a:gd name="connsiteY4" fmla="*/ 4873300 h 6548463"/>
              <a:gd name="connsiteX5" fmla="*/ 1380615 w 2560317"/>
              <a:gd name="connsiteY5" fmla="*/ 4677078 h 6548463"/>
              <a:gd name="connsiteX6" fmla="*/ 1377667 w 2560317"/>
              <a:gd name="connsiteY6" fmla="*/ 4172453 h 6548463"/>
              <a:gd name="connsiteX7" fmla="*/ 1597818 w 2560317"/>
              <a:gd name="connsiteY7" fmla="*/ 3822404 h 6548463"/>
              <a:gd name="connsiteX8" fmla="*/ 2097154 w 2560317"/>
              <a:gd name="connsiteY8" fmla="*/ 3672376 h 6548463"/>
              <a:gd name="connsiteX9" fmla="*/ 2324111 w 2560317"/>
              <a:gd name="connsiteY9" fmla="*/ 3266820 h 6548463"/>
              <a:gd name="connsiteX10" fmla="*/ 2535388 w 2560317"/>
              <a:gd name="connsiteY10" fmla="*/ 2981748 h 6548463"/>
              <a:gd name="connsiteX11" fmla="*/ 2560317 w 2560317"/>
              <a:gd name="connsiteY11" fmla="*/ 2326167 h 6548463"/>
              <a:gd name="connsiteX12" fmla="*/ 2404076 w 2560317"/>
              <a:gd name="connsiteY12" fmla="*/ 1561441 h 6548463"/>
              <a:gd name="connsiteX13" fmla="*/ 2060906 w 2560317"/>
              <a:gd name="connsiteY13" fmla="*/ 1238953 h 6548463"/>
              <a:gd name="connsiteX14" fmla="*/ 1501679 w 2560317"/>
              <a:gd name="connsiteY14" fmla="*/ 0 h 6548463"/>
              <a:gd name="connsiteX0" fmla="*/ 0 w 2560317"/>
              <a:gd name="connsiteY0" fmla="*/ 6560635 h 6560635"/>
              <a:gd name="connsiteX1" fmla="*/ 642476 w 2560317"/>
              <a:gd name="connsiteY1" fmla="*/ 6032345 h 6560635"/>
              <a:gd name="connsiteX2" fmla="*/ 1102424 w 2560317"/>
              <a:gd name="connsiteY2" fmla="*/ 5721963 h 6560635"/>
              <a:gd name="connsiteX3" fmla="*/ 1233939 w 2560317"/>
              <a:gd name="connsiteY3" fmla="*/ 5281920 h 6560635"/>
              <a:gd name="connsiteX4" fmla="*/ 1247190 w 2560317"/>
              <a:gd name="connsiteY4" fmla="*/ 4885472 h 6560635"/>
              <a:gd name="connsiteX5" fmla="*/ 1380615 w 2560317"/>
              <a:gd name="connsiteY5" fmla="*/ 4689250 h 6560635"/>
              <a:gd name="connsiteX6" fmla="*/ 1377667 w 2560317"/>
              <a:gd name="connsiteY6" fmla="*/ 4184625 h 6560635"/>
              <a:gd name="connsiteX7" fmla="*/ 1597818 w 2560317"/>
              <a:gd name="connsiteY7" fmla="*/ 3834576 h 6560635"/>
              <a:gd name="connsiteX8" fmla="*/ 2097154 w 2560317"/>
              <a:gd name="connsiteY8" fmla="*/ 3684548 h 6560635"/>
              <a:gd name="connsiteX9" fmla="*/ 2324111 w 2560317"/>
              <a:gd name="connsiteY9" fmla="*/ 3278992 h 6560635"/>
              <a:gd name="connsiteX10" fmla="*/ 2535388 w 2560317"/>
              <a:gd name="connsiteY10" fmla="*/ 2993920 h 6560635"/>
              <a:gd name="connsiteX11" fmla="*/ 2560317 w 2560317"/>
              <a:gd name="connsiteY11" fmla="*/ 2338339 h 6560635"/>
              <a:gd name="connsiteX12" fmla="*/ 2404076 w 2560317"/>
              <a:gd name="connsiteY12" fmla="*/ 1573613 h 6560635"/>
              <a:gd name="connsiteX13" fmla="*/ 2060906 w 2560317"/>
              <a:gd name="connsiteY13" fmla="*/ 1251125 h 6560635"/>
              <a:gd name="connsiteX14" fmla="*/ 1736365 w 2560317"/>
              <a:gd name="connsiteY14" fmla="*/ 113065 h 6560635"/>
              <a:gd name="connsiteX15" fmla="*/ 1501679 w 2560317"/>
              <a:gd name="connsiteY15" fmla="*/ 12172 h 6560635"/>
              <a:gd name="connsiteX0" fmla="*/ 1341760 w 3902077"/>
              <a:gd name="connsiteY0" fmla="*/ 6491443 h 6491443"/>
              <a:gd name="connsiteX1" fmla="*/ 1984236 w 3902077"/>
              <a:gd name="connsiteY1" fmla="*/ 5963153 h 6491443"/>
              <a:gd name="connsiteX2" fmla="*/ 2444184 w 3902077"/>
              <a:gd name="connsiteY2" fmla="*/ 5652771 h 6491443"/>
              <a:gd name="connsiteX3" fmla="*/ 2575699 w 3902077"/>
              <a:gd name="connsiteY3" fmla="*/ 5212728 h 6491443"/>
              <a:gd name="connsiteX4" fmla="*/ 2588950 w 3902077"/>
              <a:gd name="connsiteY4" fmla="*/ 4816280 h 6491443"/>
              <a:gd name="connsiteX5" fmla="*/ 2722375 w 3902077"/>
              <a:gd name="connsiteY5" fmla="*/ 4620058 h 6491443"/>
              <a:gd name="connsiteX6" fmla="*/ 2719427 w 3902077"/>
              <a:gd name="connsiteY6" fmla="*/ 4115433 h 6491443"/>
              <a:gd name="connsiteX7" fmla="*/ 2939578 w 3902077"/>
              <a:gd name="connsiteY7" fmla="*/ 3765384 h 6491443"/>
              <a:gd name="connsiteX8" fmla="*/ 3438914 w 3902077"/>
              <a:gd name="connsiteY8" fmla="*/ 3615356 h 6491443"/>
              <a:gd name="connsiteX9" fmla="*/ 3665871 w 3902077"/>
              <a:gd name="connsiteY9" fmla="*/ 3209800 h 6491443"/>
              <a:gd name="connsiteX10" fmla="*/ 3877148 w 3902077"/>
              <a:gd name="connsiteY10" fmla="*/ 2924728 h 6491443"/>
              <a:gd name="connsiteX11" fmla="*/ 3902077 w 3902077"/>
              <a:gd name="connsiteY11" fmla="*/ 2269147 h 6491443"/>
              <a:gd name="connsiteX12" fmla="*/ 3745836 w 3902077"/>
              <a:gd name="connsiteY12" fmla="*/ 1504421 h 6491443"/>
              <a:gd name="connsiteX13" fmla="*/ 3402666 w 3902077"/>
              <a:gd name="connsiteY13" fmla="*/ 1181933 h 6491443"/>
              <a:gd name="connsiteX14" fmla="*/ 3078125 w 3902077"/>
              <a:gd name="connsiteY14" fmla="*/ 43873 h 6491443"/>
              <a:gd name="connsiteX15" fmla="*/ 0 w 3902077"/>
              <a:gd name="connsiteY15" fmla="*/ 386685 h 6491443"/>
              <a:gd name="connsiteX0" fmla="*/ 1133985 w 3694302"/>
              <a:gd name="connsiteY0" fmla="*/ 6488061 h 6488061"/>
              <a:gd name="connsiteX1" fmla="*/ 1776461 w 3694302"/>
              <a:gd name="connsiteY1" fmla="*/ 5959771 h 6488061"/>
              <a:gd name="connsiteX2" fmla="*/ 2236409 w 3694302"/>
              <a:gd name="connsiteY2" fmla="*/ 5649389 h 6488061"/>
              <a:gd name="connsiteX3" fmla="*/ 2367924 w 3694302"/>
              <a:gd name="connsiteY3" fmla="*/ 5209346 h 6488061"/>
              <a:gd name="connsiteX4" fmla="*/ 2381175 w 3694302"/>
              <a:gd name="connsiteY4" fmla="*/ 4812898 h 6488061"/>
              <a:gd name="connsiteX5" fmla="*/ 2514600 w 3694302"/>
              <a:gd name="connsiteY5" fmla="*/ 4616676 h 6488061"/>
              <a:gd name="connsiteX6" fmla="*/ 2511652 w 3694302"/>
              <a:gd name="connsiteY6" fmla="*/ 4112051 h 6488061"/>
              <a:gd name="connsiteX7" fmla="*/ 2731803 w 3694302"/>
              <a:gd name="connsiteY7" fmla="*/ 3762002 h 6488061"/>
              <a:gd name="connsiteX8" fmla="*/ 3231139 w 3694302"/>
              <a:gd name="connsiteY8" fmla="*/ 3611974 h 6488061"/>
              <a:gd name="connsiteX9" fmla="*/ 3458096 w 3694302"/>
              <a:gd name="connsiteY9" fmla="*/ 3206418 h 6488061"/>
              <a:gd name="connsiteX10" fmla="*/ 3669373 w 3694302"/>
              <a:gd name="connsiteY10" fmla="*/ 2921346 h 6488061"/>
              <a:gd name="connsiteX11" fmla="*/ 3694302 w 3694302"/>
              <a:gd name="connsiteY11" fmla="*/ 2265765 h 6488061"/>
              <a:gd name="connsiteX12" fmla="*/ 3538061 w 3694302"/>
              <a:gd name="connsiteY12" fmla="*/ 1501039 h 6488061"/>
              <a:gd name="connsiteX13" fmla="*/ 3194891 w 3694302"/>
              <a:gd name="connsiteY13" fmla="*/ 1178551 h 6488061"/>
              <a:gd name="connsiteX14" fmla="*/ 2870350 w 3694302"/>
              <a:gd name="connsiteY14" fmla="*/ 40491 h 6488061"/>
              <a:gd name="connsiteX15" fmla="*/ 0 w 3694302"/>
              <a:gd name="connsiteY15" fmla="*/ 444116 h 6488061"/>
              <a:gd name="connsiteX0" fmla="*/ 1133985 w 3694302"/>
              <a:gd name="connsiteY0" fmla="*/ 6473494 h 6473494"/>
              <a:gd name="connsiteX1" fmla="*/ 1776461 w 3694302"/>
              <a:gd name="connsiteY1" fmla="*/ 5945204 h 6473494"/>
              <a:gd name="connsiteX2" fmla="*/ 2236409 w 3694302"/>
              <a:gd name="connsiteY2" fmla="*/ 5634822 h 6473494"/>
              <a:gd name="connsiteX3" fmla="*/ 2367924 w 3694302"/>
              <a:gd name="connsiteY3" fmla="*/ 5194779 h 6473494"/>
              <a:gd name="connsiteX4" fmla="*/ 2381175 w 3694302"/>
              <a:gd name="connsiteY4" fmla="*/ 4798331 h 6473494"/>
              <a:gd name="connsiteX5" fmla="*/ 2514600 w 3694302"/>
              <a:gd name="connsiteY5" fmla="*/ 4602109 h 6473494"/>
              <a:gd name="connsiteX6" fmla="*/ 2511652 w 3694302"/>
              <a:gd name="connsiteY6" fmla="*/ 4097484 h 6473494"/>
              <a:gd name="connsiteX7" fmla="*/ 2731803 w 3694302"/>
              <a:gd name="connsiteY7" fmla="*/ 3747435 h 6473494"/>
              <a:gd name="connsiteX8" fmla="*/ 3231139 w 3694302"/>
              <a:gd name="connsiteY8" fmla="*/ 3597407 h 6473494"/>
              <a:gd name="connsiteX9" fmla="*/ 3458096 w 3694302"/>
              <a:gd name="connsiteY9" fmla="*/ 3191851 h 6473494"/>
              <a:gd name="connsiteX10" fmla="*/ 3669373 w 3694302"/>
              <a:gd name="connsiteY10" fmla="*/ 2906779 h 6473494"/>
              <a:gd name="connsiteX11" fmla="*/ 3694302 w 3694302"/>
              <a:gd name="connsiteY11" fmla="*/ 2251198 h 6473494"/>
              <a:gd name="connsiteX12" fmla="*/ 3538061 w 3694302"/>
              <a:gd name="connsiteY12" fmla="*/ 1486472 h 6473494"/>
              <a:gd name="connsiteX13" fmla="*/ 3194891 w 3694302"/>
              <a:gd name="connsiteY13" fmla="*/ 1163984 h 6473494"/>
              <a:gd name="connsiteX14" fmla="*/ 2870350 w 3694302"/>
              <a:gd name="connsiteY14" fmla="*/ 25924 h 6473494"/>
              <a:gd name="connsiteX15" fmla="*/ 0 w 3694302"/>
              <a:gd name="connsiteY15" fmla="*/ 429549 h 6473494"/>
              <a:gd name="connsiteX0" fmla="*/ 1350340 w 3910657"/>
              <a:gd name="connsiteY0" fmla="*/ 6472836 h 6472836"/>
              <a:gd name="connsiteX1" fmla="*/ 1992816 w 3910657"/>
              <a:gd name="connsiteY1" fmla="*/ 5944546 h 6472836"/>
              <a:gd name="connsiteX2" fmla="*/ 2452764 w 3910657"/>
              <a:gd name="connsiteY2" fmla="*/ 5634164 h 6472836"/>
              <a:gd name="connsiteX3" fmla="*/ 2584279 w 3910657"/>
              <a:gd name="connsiteY3" fmla="*/ 5194121 h 6472836"/>
              <a:gd name="connsiteX4" fmla="*/ 2597530 w 3910657"/>
              <a:gd name="connsiteY4" fmla="*/ 4797673 h 6472836"/>
              <a:gd name="connsiteX5" fmla="*/ 2730955 w 3910657"/>
              <a:gd name="connsiteY5" fmla="*/ 4601451 h 6472836"/>
              <a:gd name="connsiteX6" fmla="*/ 2728007 w 3910657"/>
              <a:gd name="connsiteY6" fmla="*/ 4096826 h 6472836"/>
              <a:gd name="connsiteX7" fmla="*/ 2948158 w 3910657"/>
              <a:gd name="connsiteY7" fmla="*/ 3746777 h 6472836"/>
              <a:gd name="connsiteX8" fmla="*/ 3447494 w 3910657"/>
              <a:gd name="connsiteY8" fmla="*/ 3596749 h 6472836"/>
              <a:gd name="connsiteX9" fmla="*/ 3674451 w 3910657"/>
              <a:gd name="connsiteY9" fmla="*/ 3191193 h 6472836"/>
              <a:gd name="connsiteX10" fmla="*/ 3885728 w 3910657"/>
              <a:gd name="connsiteY10" fmla="*/ 2906121 h 6472836"/>
              <a:gd name="connsiteX11" fmla="*/ 3910657 w 3910657"/>
              <a:gd name="connsiteY11" fmla="*/ 2250540 h 6472836"/>
              <a:gd name="connsiteX12" fmla="*/ 3754416 w 3910657"/>
              <a:gd name="connsiteY12" fmla="*/ 1485814 h 6472836"/>
              <a:gd name="connsiteX13" fmla="*/ 3411246 w 3910657"/>
              <a:gd name="connsiteY13" fmla="*/ 1163326 h 6472836"/>
              <a:gd name="connsiteX14" fmla="*/ 3086705 w 3910657"/>
              <a:gd name="connsiteY14" fmla="*/ 25266 h 6472836"/>
              <a:gd name="connsiteX15" fmla="*/ 0 w 3910657"/>
              <a:gd name="connsiteY15" fmla="*/ 460658 h 6472836"/>
              <a:gd name="connsiteX0" fmla="*/ 1350340 w 3910657"/>
              <a:gd name="connsiteY0" fmla="*/ 6456372 h 6456372"/>
              <a:gd name="connsiteX1" fmla="*/ 1992816 w 3910657"/>
              <a:gd name="connsiteY1" fmla="*/ 5928082 h 6456372"/>
              <a:gd name="connsiteX2" fmla="*/ 2452764 w 3910657"/>
              <a:gd name="connsiteY2" fmla="*/ 5617700 h 6456372"/>
              <a:gd name="connsiteX3" fmla="*/ 2584279 w 3910657"/>
              <a:gd name="connsiteY3" fmla="*/ 5177657 h 6456372"/>
              <a:gd name="connsiteX4" fmla="*/ 2597530 w 3910657"/>
              <a:gd name="connsiteY4" fmla="*/ 4781209 h 6456372"/>
              <a:gd name="connsiteX5" fmla="*/ 2730955 w 3910657"/>
              <a:gd name="connsiteY5" fmla="*/ 4584987 h 6456372"/>
              <a:gd name="connsiteX6" fmla="*/ 2728007 w 3910657"/>
              <a:gd name="connsiteY6" fmla="*/ 4080362 h 6456372"/>
              <a:gd name="connsiteX7" fmla="*/ 2948158 w 3910657"/>
              <a:gd name="connsiteY7" fmla="*/ 3730313 h 6456372"/>
              <a:gd name="connsiteX8" fmla="*/ 3447494 w 3910657"/>
              <a:gd name="connsiteY8" fmla="*/ 3580285 h 6456372"/>
              <a:gd name="connsiteX9" fmla="*/ 3674451 w 3910657"/>
              <a:gd name="connsiteY9" fmla="*/ 3174729 h 6456372"/>
              <a:gd name="connsiteX10" fmla="*/ 3885728 w 3910657"/>
              <a:gd name="connsiteY10" fmla="*/ 2889657 h 6456372"/>
              <a:gd name="connsiteX11" fmla="*/ 3910657 w 3910657"/>
              <a:gd name="connsiteY11" fmla="*/ 2234076 h 6456372"/>
              <a:gd name="connsiteX12" fmla="*/ 3754416 w 3910657"/>
              <a:gd name="connsiteY12" fmla="*/ 1469350 h 6456372"/>
              <a:gd name="connsiteX13" fmla="*/ 3411246 w 3910657"/>
              <a:gd name="connsiteY13" fmla="*/ 1146862 h 6456372"/>
              <a:gd name="connsiteX14" fmla="*/ 3086705 w 3910657"/>
              <a:gd name="connsiteY14" fmla="*/ 8802 h 6456372"/>
              <a:gd name="connsiteX15" fmla="*/ 371614 w 3910657"/>
              <a:gd name="connsiteY15" fmla="*/ 699834 h 6456372"/>
              <a:gd name="connsiteX16" fmla="*/ 0 w 3910657"/>
              <a:gd name="connsiteY16" fmla="*/ 444194 h 6456372"/>
              <a:gd name="connsiteX0" fmla="*/ 1350340 w 3910657"/>
              <a:gd name="connsiteY0" fmla="*/ 6456372 h 6456372"/>
              <a:gd name="connsiteX1" fmla="*/ 1992816 w 3910657"/>
              <a:gd name="connsiteY1" fmla="*/ 5928082 h 6456372"/>
              <a:gd name="connsiteX2" fmla="*/ 2452764 w 3910657"/>
              <a:gd name="connsiteY2" fmla="*/ 5617700 h 6456372"/>
              <a:gd name="connsiteX3" fmla="*/ 2584279 w 3910657"/>
              <a:gd name="connsiteY3" fmla="*/ 5177657 h 6456372"/>
              <a:gd name="connsiteX4" fmla="*/ 2597530 w 3910657"/>
              <a:gd name="connsiteY4" fmla="*/ 4781209 h 6456372"/>
              <a:gd name="connsiteX5" fmla="*/ 2730955 w 3910657"/>
              <a:gd name="connsiteY5" fmla="*/ 4584987 h 6456372"/>
              <a:gd name="connsiteX6" fmla="*/ 2728007 w 3910657"/>
              <a:gd name="connsiteY6" fmla="*/ 4080362 h 6456372"/>
              <a:gd name="connsiteX7" fmla="*/ 2948158 w 3910657"/>
              <a:gd name="connsiteY7" fmla="*/ 3730313 h 6456372"/>
              <a:gd name="connsiteX8" fmla="*/ 3447494 w 3910657"/>
              <a:gd name="connsiteY8" fmla="*/ 3580285 h 6456372"/>
              <a:gd name="connsiteX9" fmla="*/ 3674451 w 3910657"/>
              <a:gd name="connsiteY9" fmla="*/ 3174729 h 6456372"/>
              <a:gd name="connsiteX10" fmla="*/ 3885728 w 3910657"/>
              <a:gd name="connsiteY10" fmla="*/ 2889657 h 6456372"/>
              <a:gd name="connsiteX11" fmla="*/ 3910657 w 3910657"/>
              <a:gd name="connsiteY11" fmla="*/ 2234076 h 6456372"/>
              <a:gd name="connsiteX12" fmla="*/ 3754416 w 3910657"/>
              <a:gd name="connsiteY12" fmla="*/ 1469350 h 6456372"/>
              <a:gd name="connsiteX13" fmla="*/ 3411246 w 3910657"/>
              <a:gd name="connsiteY13" fmla="*/ 1146862 h 6456372"/>
              <a:gd name="connsiteX14" fmla="*/ 3086705 w 3910657"/>
              <a:gd name="connsiteY14" fmla="*/ 8802 h 6456372"/>
              <a:gd name="connsiteX15" fmla="*/ 371614 w 3910657"/>
              <a:gd name="connsiteY15" fmla="*/ 699834 h 6456372"/>
              <a:gd name="connsiteX16" fmla="*/ 0 w 3910657"/>
              <a:gd name="connsiteY16" fmla="*/ 444194 h 6456372"/>
              <a:gd name="connsiteX0" fmla="*/ 1350340 w 3910657"/>
              <a:gd name="connsiteY0" fmla="*/ 6456098 h 6456098"/>
              <a:gd name="connsiteX1" fmla="*/ 1992816 w 3910657"/>
              <a:gd name="connsiteY1" fmla="*/ 5927808 h 6456098"/>
              <a:gd name="connsiteX2" fmla="*/ 2452764 w 3910657"/>
              <a:gd name="connsiteY2" fmla="*/ 5617426 h 6456098"/>
              <a:gd name="connsiteX3" fmla="*/ 2584279 w 3910657"/>
              <a:gd name="connsiteY3" fmla="*/ 5177383 h 6456098"/>
              <a:gd name="connsiteX4" fmla="*/ 2597530 w 3910657"/>
              <a:gd name="connsiteY4" fmla="*/ 4780935 h 6456098"/>
              <a:gd name="connsiteX5" fmla="*/ 2730955 w 3910657"/>
              <a:gd name="connsiteY5" fmla="*/ 4584713 h 6456098"/>
              <a:gd name="connsiteX6" fmla="*/ 2728007 w 3910657"/>
              <a:gd name="connsiteY6" fmla="*/ 4080088 h 6456098"/>
              <a:gd name="connsiteX7" fmla="*/ 2948158 w 3910657"/>
              <a:gd name="connsiteY7" fmla="*/ 3730039 h 6456098"/>
              <a:gd name="connsiteX8" fmla="*/ 3447494 w 3910657"/>
              <a:gd name="connsiteY8" fmla="*/ 3580011 h 6456098"/>
              <a:gd name="connsiteX9" fmla="*/ 3674451 w 3910657"/>
              <a:gd name="connsiteY9" fmla="*/ 3174455 h 6456098"/>
              <a:gd name="connsiteX10" fmla="*/ 3885728 w 3910657"/>
              <a:gd name="connsiteY10" fmla="*/ 2889383 h 6456098"/>
              <a:gd name="connsiteX11" fmla="*/ 3910657 w 3910657"/>
              <a:gd name="connsiteY11" fmla="*/ 2233802 h 6456098"/>
              <a:gd name="connsiteX12" fmla="*/ 3754416 w 3910657"/>
              <a:gd name="connsiteY12" fmla="*/ 1469076 h 6456098"/>
              <a:gd name="connsiteX13" fmla="*/ 3411246 w 3910657"/>
              <a:gd name="connsiteY13" fmla="*/ 1146588 h 6456098"/>
              <a:gd name="connsiteX14" fmla="*/ 3086705 w 3910657"/>
              <a:gd name="connsiteY14" fmla="*/ 8528 h 6456098"/>
              <a:gd name="connsiteX15" fmla="*/ 338819 w 3910657"/>
              <a:gd name="connsiteY15" fmla="*/ 724631 h 6456098"/>
              <a:gd name="connsiteX16" fmla="*/ 0 w 3910657"/>
              <a:gd name="connsiteY16" fmla="*/ 443920 h 6456098"/>
              <a:gd name="connsiteX0" fmla="*/ 1350340 w 3910657"/>
              <a:gd name="connsiteY0" fmla="*/ 6483264 h 6483264"/>
              <a:gd name="connsiteX1" fmla="*/ 1992816 w 3910657"/>
              <a:gd name="connsiteY1" fmla="*/ 5954974 h 6483264"/>
              <a:gd name="connsiteX2" fmla="*/ 2452764 w 3910657"/>
              <a:gd name="connsiteY2" fmla="*/ 5644592 h 6483264"/>
              <a:gd name="connsiteX3" fmla="*/ 2584279 w 3910657"/>
              <a:gd name="connsiteY3" fmla="*/ 5204549 h 6483264"/>
              <a:gd name="connsiteX4" fmla="*/ 2597530 w 3910657"/>
              <a:gd name="connsiteY4" fmla="*/ 4808101 h 6483264"/>
              <a:gd name="connsiteX5" fmla="*/ 2730955 w 3910657"/>
              <a:gd name="connsiteY5" fmla="*/ 4611879 h 6483264"/>
              <a:gd name="connsiteX6" fmla="*/ 2728007 w 3910657"/>
              <a:gd name="connsiteY6" fmla="*/ 4107254 h 6483264"/>
              <a:gd name="connsiteX7" fmla="*/ 2948158 w 3910657"/>
              <a:gd name="connsiteY7" fmla="*/ 3757205 h 6483264"/>
              <a:gd name="connsiteX8" fmla="*/ 3447494 w 3910657"/>
              <a:gd name="connsiteY8" fmla="*/ 3607177 h 6483264"/>
              <a:gd name="connsiteX9" fmla="*/ 3674451 w 3910657"/>
              <a:gd name="connsiteY9" fmla="*/ 3201621 h 6483264"/>
              <a:gd name="connsiteX10" fmla="*/ 3885728 w 3910657"/>
              <a:gd name="connsiteY10" fmla="*/ 2916549 h 6483264"/>
              <a:gd name="connsiteX11" fmla="*/ 3910657 w 3910657"/>
              <a:gd name="connsiteY11" fmla="*/ 2260968 h 6483264"/>
              <a:gd name="connsiteX12" fmla="*/ 3754416 w 3910657"/>
              <a:gd name="connsiteY12" fmla="*/ 1496242 h 6483264"/>
              <a:gd name="connsiteX13" fmla="*/ 3411246 w 3910657"/>
              <a:gd name="connsiteY13" fmla="*/ 1173754 h 6483264"/>
              <a:gd name="connsiteX14" fmla="*/ 3086705 w 3910657"/>
              <a:gd name="connsiteY14" fmla="*/ 35694 h 6483264"/>
              <a:gd name="connsiteX15" fmla="*/ 1282259 w 3910657"/>
              <a:gd name="connsiteY15" fmla="*/ 237809 h 6483264"/>
              <a:gd name="connsiteX16" fmla="*/ 338819 w 3910657"/>
              <a:gd name="connsiteY16" fmla="*/ 751797 h 6483264"/>
              <a:gd name="connsiteX17" fmla="*/ 0 w 3910657"/>
              <a:gd name="connsiteY17" fmla="*/ 471086 h 6483264"/>
              <a:gd name="connsiteX0" fmla="*/ 1350340 w 3910657"/>
              <a:gd name="connsiteY0" fmla="*/ 6483264 h 6483264"/>
              <a:gd name="connsiteX1" fmla="*/ 1992816 w 3910657"/>
              <a:gd name="connsiteY1" fmla="*/ 5954974 h 6483264"/>
              <a:gd name="connsiteX2" fmla="*/ 2452764 w 3910657"/>
              <a:gd name="connsiteY2" fmla="*/ 5644592 h 6483264"/>
              <a:gd name="connsiteX3" fmla="*/ 2584279 w 3910657"/>
              <a:gd name="connsiteY3" fmla="*/ 5204549 h 6483264"/>
              <a:gd name="connsiteX4" fmla="*/ 2597530 w 3910657"/>
              <a:gd name="connsiteY4" fmla="*/ 4808101 h 6483264"/>
              <a:gd name="connsiteX5" fmla="*/ 2730955 w 3910657"/>
              <a:gd name="connsiteY5" fmla="*/ 4611879 h 6483264"/>
              <a:gd name="connsiteX6" fmla="*/ 2728007 w 3910657"/>
              <a:gd name="connsiteY6" fmla="*/ 4107254 h 6483264"/>
              <a:gd name="connsiteX7" fmla="*/ 2948158 w 3910657"/>
              <a:gd name="connsiteY7" fmla="*/ 3757205 h 6483264"/>
              <a:gd name="connsiteX8" fmla="*/ 3447494 w 3910657"/>
              <a:gd name="connsiteY8" fmla="*/ 3607177 h 6483264"/>
              <a:gd name="connsiteX9" fmla="*/ 3674451 w 3910657"/>
              <a:gd name="connsiteY9" fmla="*/ 3201621 h 6483264"/>
              <a:gd name="connsiteX10" fmla="*/ 3885728 w 3910657"/>
              <a:gd name="connsiteY10" fmla="*/ 2916549 h 6483264"/>
              <a:gd name="connsiteX11" fmla="*/ 3910657 w 3910657"/>
              <a:gd name="connsiteY11" fmla="*/ 2260968 h 6483264"/>
              <a:gd name="connsiteX12" fmla="*/ 3754416 w 3910657"/>
              <a:gd name="connsiteY12" fmla="*/ 1496242 h 6483264"/>
              <a:gd name="connsiteX13" fmla="*/ 3362026 w 3910657"/>
              <a:gd name="connsiteY13" fmla="*/ 1196657 h 6483264"/>
              <a:gd name="connsiteX14" fmla="*/ 3086705 w 3910657"/>
              <a:gd name="connsiteY14" fmla="*/ 35694 h 6483264"/>
              <a:gd name="connsiteX15" fmla="*/ 1282259 w 3910657"/>
              <a:gd name="connsiteY15" fmla="*/ 237809 h 6483264"/>
              <a:gd name="connsiteX16" fmla="*/ 338819 w 3910657"/>
              <a:gd name="connsiteY16" fmla="*/ 751797 h 6483264"/>
              <a:gd name="connsiteX17" fmla="*/ 0 w 3910657"/>
              <a:gd name="connsiteY17" fmla="*/ 471086 h 6483264"/>
              <a:gd name="connsiteX0" fmla="*/ 1350340 w 3910657"/>
              <a:gd name="connsiteY0" fmla="*/ 6483264 h 6483264"/>
              <a:gd name="connsiteX1" fmla="*/ 1992816 w 3910657"/>
              <a:gd name="connsiteY1" fmla="*/ 5954974 h 6483264"/>
              <a:gd name="connsiteX2" fmla="*/ 2452764 w 3910657"/>
              <a:gd name="connsiteY2" fmla="*/ 5644592 h 6483264"/>
              <a:gd name="connsiteX3" fmla="*/ 2584279 w 3910657"/>
              <a:gd name="connsiteY3" fmla="*/ 5204549 h 6483264"/>
              <a:gd name="connsiteX4" fmla="*/ 2597530 w 3910657"/>
              <a:gd name="connsiteY4" fmla="*/ 4808101 h 6483264"/>
              <a:gd name="connsiteX5" fmla="*/ 2730955 w 3910657"/>
              <a:gd name="connsiteY5" fmla="*/ 4611879 h 6483264"/>
              <a:gd name="connsiteX6" fmla="*/ 2728007 w 3910657"/>
              <a:gd name="connsiteY6" fmla="*/ 4107254 h 6483264"/>
              <a:gd name="connsiteX7" fmla="*/ 2948158 w 3910657"/>
              <a:gd name="connsiteY7" fmla="*/ 3757205 h 6483264"/>
              <a:gd name="connsiteX8" fmla="*/ 3447494 w 3910657"/>
              <a:gd name="connsiteY8" fmla="*/ 3607177 h 6483264"/>
              <a:gd name="connsiteX9" fmla="*/ 3674451 w 3910657"/>
              <a:gd name="connsiteY9" fmla="*/ 3201621 h 6483264"/>
              <a:gd name="connsiteX10" fmla="*/ 3885728 w 3910657"/>
              <a:gd name="connsiteY10" fmla="*/ 2916549 h 6483264"/>
              <a:gd name="connsiteX11" fmla="*/ 3910657 w 3910657"/>
              <a:gd name="connsiteY11" fmla="*/ 2260968 h 6483264"/>
              <a:gd name="connsiteX12" fmla="*/ 3718333 w 3910657"/>
              <a:gd name="connsiteY12" fmla="*/ 1564594 h 6483264"/>
              <a:gd name="connsiteX13" fmla="*/ 3362026 w 3910657"/>
              <a:gd name="connsiteY13" fmla="*/ 1196657 h 6483264"/>
              <a:gd name="connsiteX14" fmla="*/ 3086705 w 3910657"/>
              <a:gd name="connsiteY14" fmla="*/ 35694 h 6483264"/>
              <a:gd name="connsiteX15" fmla="*/ 1282259 w 3910657"/>
              <a:gd name="connsiteY15" fmla="*/ 237809 h 6483264"/>
              <a:gd name="connsiteX16" fmla="*/ 338819 w 3910657"/>
              <a:gd name="connsiteY16" fmla="*/ 751797 h 6483264"/>
              <a:gd name="connsiteX17" fmla="*/ 0 w 3910657"/>
              <a:gd name="connsiteY17" fmla="*/ 471086 h 6483264"/>
              <a:gd name="connsiteX0" fmla="*/ 1350340 w 3910657"/>
              <a:gd name="connsiteY0" fmla="*/ 6483264 h 6483264"/>
              <a:gd name="connsiteX1" fmla="*/ 1992816 w 3910657"/>
              <a:gd name="connsiteY1" fmla="*/ 5954974 h 6483264"/>
              <a:gd name="connsiteX2" fmla="*/ 2452764 w 3910657"/>
              <a:gd name="connsiteY2" fmla="*/ 5644592 h 6483264"/>
              <a:gd name="connsiteX3" fmla="*/ 2584279 w 3910657"/>
              <a:gd name="connsiteY3" fmla="*/ 5204549 h 6483264"/>
              <a:gd name="connsiteX4" fmla="*/ 2597530 w 3910657"/>
              <a:gd name="connsiteY4" fmla="*/ 4808101 h 6483264"/>
              <a:gd name="connsiteX5" fmla="*/ 2730955 w 3910657"/>
              <a:gd name="connsiteY5" fmla="*/ 4611879 h 6483264"/>
              <a:gd name="connsiteX6" fmla="*/ 2728007 w 3910657"/>
              <a:gd name="connsiteY6" fmla="*/ 4107254 h 6483264"/>
              <a:gd name="connsiteX7" fmla="*/ 2948158 w 3910657"/>
              <a:gd name="connsiteY7" fmla="*/ 3757205 h 6483264"/>
              <a:gd name="connsiteX8" fmla="*/ 3447494 w 3910657"/>
              <a:gd name="connsiteY8" fmla="*/ 3607177 h 6483264"/>
              <a:gd name="connsiteX9" fmla="*/ 3674451 w 3910657"/>
              <a:gd name="connsiteY9" fmla="*/ 3201621 h 6483264"/>
              <a:gd name="connsiteX10" fmla="*/ 3885728 w 3910657"/>
              <a:gd name="connsiteY10" fmla="*/ 2916549 h 6483264"/>
              <a:gd name="connsiteX11" fmla="*/ 3910657 w 3910657"/>
              <a:gd name="connsiteY11" fmla="*/ 2260968 h 6483264"/>
              <a:gd name="connsiteX12" fmla="*/ 3718333 w 3910657"/>
              <a:gd name="connsiteY12" fmla="*/ 1564594 h 6483264"/>
              <a:gd name="connsiteX13" fmla="*/ 3401506 w 3910657"/>
              <a:gd name="connsiteY13" fmla="*/ 1143825 h 6483264"/>
              <a:gd name="connsiteX14" fmla="*/ 3086705 w 3910657"/>
              <a:gd name="connsiteY14" fmla="*/ 35694 h 6483264"/>
              <a:gd name="connsiteX15" fmla="*/ 1282259 w 3910657"/>
              <a:gd name="connsiteY15" fmla="*/ 237809 h 6483264"/>
              <a:gd name="connsiteX16" fmla="*/ 338819 w 3910657"/>
              <a:gd name="connsiteY16" fmla="*/ 751797 h 6483264"/>
              <a:gd name="connsiteX17" fmla="*/ 0 w 3910657"/>
              <a:gd name="connsiteY17" fmla="*/ 471086 h 6483264"/>
              <a:gd name="connsiteX0" fmla="*/ 1531963 w 3910657"/>
              <a:gd name="connsiteY0" fmla="*/ 6280441 h 6280441"/>
              <a:gd name="connsiteX1" fmla="*/ 1992816 w 3910657"/>
              <a:gd name="connsiteY1" fmla="*/ 5954974 h 6280441"/>
              <a:gd name="connsiteX2" fmla="*/ 2452764 w 3910657"/>
              <a:gd name="connsiteY2" fmla="*/ 5644592 h 6280441"/>
              <a:gd name="connsiteX3" fmla="*/ 2584279 w 3910657"/>
              <a:gd name="connsiteY3" fmla="*/ 5204549 h 6280441"/>
              <a:gd name="connsiteX4" fmla="*/ 2597530 w 3910657"/>
              <a:gd name="connsiteY4" fmla="*/ 4808101 h 6280441"/>
              <a:gd name="connsiteX5" fmla="*/ 2730955 w 3910657"/>
              <a:gd name="connsiteY5" fmla="*/ 4611879 h 6280441"/>
              <a:gd name="connsiteX6" fmla="*/ 2728007 w 3910657"/>
              <a:gd name="connsiteY6" fmla="*/ 4107254 h 6280441"/>
              <a:gd name="connsiteX7" fmla="*/ 2948158 w 3910657"/>
              <a:gd name="connsiteY7" fmla="*/ 3757205 h 6280441"/>
              <a:gd name="connsiteX8" fmla="*/ 3447494 w 3910657"/>
              <a:gd name="connsiteY8" fmla="*/ 3607177 h 6280441"/>
              <a:gd name="connsiteX9" fmla="*/ 3674451 w 3910657"/>
              <a:gd name="connsiteY9" fmla="*/ 3201621 h 6280441"/>
              <a:gd name="connsiteX10" fmla="*/ 3885728 w 3910657"/>
              <a:gd name="connsiteY10" fmla="*/ 2916549 h 6280441"/>
              <a:gd name="connsiteX11" fmla="*/ 3910657 w 3910657"/>
              <a:gd name="connsiteY11" fmla="*/ 2260968 h 6280441"/>
              <a:gd name="connsiteX12" fmla="*/ 3718333 w 3910657"/>
              <a:gd name="connsiteY12" fmla="*/ 1564594 h 6280441"/>
              <a:gd name="connsiteX13" fmla="*/ 3401506 w 3910657"/>
              <a:gd name="connsiteY13" fmla="*/ 1143825 h 6280441"/>
              <a:gd name="connsiteX14" fmla="*/ 3086705 w 3910657"/>
              <a:gd name="connsiteY14" fmla="*/ 35694 h 6280441"/>
              <a:gd name="connsiteX15" fmla="*/ 1282259 w 3910657"/>
              <a:gd name="connsiteY15" fmla="*/ 237809 h 6280441"/>
              <a:gd name="connsiteX16" fmla="*/ 338819 w 3910657"/>
              <a:gd name="connsiteY16" fmla="*/ 751797 h 6280441"/>
              <a:gd name="connsiteX17" fmla="*/ 0 w 3910657"/>
              <a:gd name="connsiteY17" fmla="*/ 471086 h 6280441"/>
              <a:gd name="connsiteX0" fmla="*/ 1193144 w 3571838"/>
              <a:gd name="connsiteY0" fmla="*/ 6280441 h 6280441"/>
              <a:gd name="connsiteX1" fmla="*/ 1653997 w 3571838"/>
              <a:gd name="connsiteY1" fmla="*/ 5954974 h 6280441"/>
              <a:gd name="connsiteX2" fmla="*/ 2113945 w 3571838"/>
              <a:gd name="connsiteY2" fmla="*/ 5644592 h 6280441"/>
              <a:gd name="connsiteX3" fmla="*/ 2245460 w 3571838"/>
              <a:gd name="connsiteY3" fmla="*/ 5204549 h 6280441"/>
              <a:gd name="connsiteX4" fmla="*/ 2258711 w 3571838"/>
              <a:gd name="connsiteY4" fmla="*/ 4808101 h 6280441"/>
              <a:gd name="connsiteX5" fmla="*/ 2392136 w 3571838"/>
              <a:gd name="connsiteY5" fmla="*/ 4611879 h 6280441"/>
              <a:gd name="connsiteX6" fmla="*/ 2389188 w 3571838"/>
              <a:gd name="connsiteY6" fmla="*/ 4107254 h 6280441"/>
              <a:gd name="connsiteX7" fmla="*/ 2609339 w 3571838"/>
              <a:gd name="connsiteY7" fmla="*/ 3757205 h 6280441"/>
              <a:gd name="connsiteX8" fmla="*/ 3108675 w 3571838"/>
              <a:gd name="connsiteY8" fmla="*/ 3607177 h 6280441"/>
              <a:gd name="connsiteX9" fmla="*/ 3335632 w 3571838"/>
              <a:gd name="connsiteY9" fmla="*/ 3201621 h 6280441"/>
              <a:gd name="connsiteX10" fmla="*/ 3546909 w 3571838"/>
              <a:gd name="connsiteY10" fmla="*/ 2916549 h 6280441"/>
              <a:gd name="connsiteX11" fmla="*/ 3571838 w 3571838"/>
              <a:gd name="connsiteY11" fmla="*/ 2260968 h 6280441"/>
              <a:gd name="connsiteX12" fmla="*/ 3379514 w 3571838"/>
              <a:gd name="connsiteY12" fmla="*/ 1564594 h 6280441"/>
              <a:gd name="connsiteX13" fmla="*/ 3062687 w 3571838"/>
              <a:gd name="connsiteY13" fmla="*/ 1143825 h 6280441"/>
              <a:gd name="connsiteX14" fmla="*/ 2747886 w 3571838"/>
              <a:gd name="connsiteY14" fmla="*/ 35694 h 6280441"/>
              <a:gd name="connsiteX15" fmla="*/ 943440 w 3571838"/>
              <a:gd name="connsiteY15" fmla="*/ 237809 h 6280441"/>
              <a:gd name="connsiteX16" fmla="*/ 0 w 3571838"/>
              <a:gd name="connsiteY16" fmla="*/ 751797 h 6280441"/>
              <a:gd name="connsiteX0" fmla="*/ 249704 w 2628398"/>
              <a:gd name="connsiteY0" fmla="*/ 6280441 h 6280441"/>
              <a:gd name="connsiteX1" fmla="*/ 710557 w 2628398"/>
              <a:gd name="connsiteY1" fmla="*/ 5954974 h 6280441"/>
              <a:gd name="connsiteX2" fmla="*/ 1170505 w 2628398"/>
              <a:gd name="connsiteY2" fmla="*/ 5644592 h 6280441"/>
              <a:gd name="connsiteX3" fmla="*/ 1302020 w 2628398"/>
              <a:gd name="connsiteY3" fmla="*/ 5204549 h 6280441"/>
              <a:gd name="connsiteX4" fmla="*/ 1315271 w 2628398"/>
              <a:gd name="connsiteY4" fmla="*/ 4808101 h 6280441"/>
              <a:gd name="connsiteX5" fmla="*/ 1448696 w 2628398"/>
              <a:gd name="connsiteY5" fmla="*/ 4611879 h 6280441"/>
              <a:gd name="connsiteX6" fmla="*/ 1445748 w 2628398"/>
              <a:gd name="connsiteY6" fmla="*/ 4107254 h 6280441"/>
              <a:gd name="connsiteX7" fmla="*/ 1665899 w 2628398"/>
              <a:gd name="connsiteY7" fmla="*/ 3757205 h 6280441"/>
              <a:gd name="connsiteX8" fmla="*/ 2165235 w 2628398"/>
              <a:gd name="connsiteY8" fmla="*/ 3607177 h 6280441"/>
              <a:gd name="connsiteX9" fmla="*/ 2392192 w 2628398"/>
              <a:gd name="connsiteY9" fmla="*/ 3201621 h 6280441"/>
              <a:gd name="connsiteX10" fmla="*/ 2603469 w 2628398"/>
              <a:gd name="connsiteY10" fmla="*/ 2916549 h 6280441"/>
              <a:gd name="connsiteX11" fmla="*/ 2628398 w 2628398"/>
              <a:gd name="connsiteY11" fmla="*/ 2260968 h 6280441"/>
              <a:gd name="connsiteX12" fmla="*/ 2436074 w 2628398"/>
              <a:gd name="connsiteY12" fmla="*/ 1564594 h 6280441"/>
              <a:gd name="connsiteX13" fmla="*/ 2119247 w 2628398"/>
              <a:gd name="connsiteY13" fmla="*/ 1143825 h 6280441"/>
              <a:gd name="connsiteX14" fmla="*/ 1804446 w 2628398"/>
              <a:gd name="connsiteY14" fmla="*/ 35694 h 6280441"/>
              <a:gd name="connsiteX15" fmla="*/ 0 w 2628398"/>
              <a:gd name="connsiteY15" fmla="*/ 237809 h 6280441"/>
              <a:gd name="connsiteX0" fmla="*/ 0 w 2378694"/>
              <a:gd name="connsiteY0" fmla="*/ 6244746 h 6244746"/>
              <a:gd name="connsiteX1" fmla="*/ 460853 w 2378694"/>
              <a:gd name="connsiteY1" fmla="*/ 5919279 h 6244746"/>
              <a:gd name="connsiteX2" fmla="*/ 920801 w 2378694"/>
              <a:gd name="connsiteY2" fmla="*/ 5608897 h 6244746"/>
              <a:gd name="connsiteX3" fmla="*/ 1052316 w 2378694"/>
              <a:gd name="connsiteY3" fmla="*/ 5168854 h 6244746"/>
              <a:gd name="connsiteX4" fmla="*/ 1065567 w 2378694"/>
              <a:gd name="connsiteY4" fmla="*/ 4772406 h 6244746"/>
              <a:gd name="connsiteX5" fmla="*/ 1198992 w 2378694"/>
              <a:gd name="connsiteY5" fmla="*/ 4576184 h 6244746"/>
              <a:gd name="connsiteX6" fmla="*/ 1196044 w 2378694"/>
              <a:gd name="connsiteY6" fmla="*/ 4071559 h 6244746"/>
              <a:gd name="connsiteX7" fmla="*/ 1416195 w 2378694"/>
              <a:gd name="connsiteY7" fmla="*/ 3721510 h 6244746"/>
              <a:gd name="connsiteX8" fmla="*/ 1915531 w 2378694"/>
              <a:gd name="connsiteY8" fmla="*/ 3571482 h 6244746"/>
              <a:gd name="connsiteX9" fmla="*/ 2142488 w 2378694"/>
              <a:gd name="connsiteY9" fmla="*/ 3165926 h 6244746"/>
              <a:gd name="connsiteX10" fmla="*/ 2353765 w 2378694"/>
              <a:gd name="connsiteY10" fmla="*/ 2880854 h 6244746"/>
              <a:gd name="connsiteX11" fmla="*/ 2378694 w 2378694"/>
              <a:gd name="connsiteY11" fmla="*/ 2225273 h 6244746"/>
              <a:gd name="connsiteX12" fmla="*/ 2186370 w 2378694"/>
              <a:gd name="connsiteY12" fmla="*/ 1528899 h 6244746"/>
              <a:gd name="connsiteX13" fmla="*/ 1869543 w 2378694"/>
              <a:gd name="connsiteY13" fmla="*/ 1108130 h 6244746"/>
              <a:gd name="connsiteX14" fmla="*/ 1554742 w 2378694"/>
              <a:gd name="connsiteY14" fmla="*/ -1 h 6244746"/>
              <a:gd name="connsiteX0" fmla="*/ 0 w 2378694"/>
              <a:gd name="connsiteY0" fmla="*/ 5136616 h 5136616"/>
              <a:gd name="connsiteX1" fmla="*/ 460853 w 2378694"/>
              <a:gd name="connsiteY1" fmla="*/ 4811149 h 5136616"/>
              <a:gd name="connsiteX2" fmla="*/ 920801 w 2378694"/>
              <a:gd name="connsiteY2" fmla="*/ 4500767 h 5136616"/>
              <a:gd name="connsiteX3" fmla="*/ 1052316 w 2378694"/>
              <a:gd name="connsiteY3" fmla="*/ 4060724 h 5136616"/>
              <a:gd name="connsiteX4" fmla="*/ 1065567 w 2378694"/>
              <a:gd name="connsiteY4" fmla="*/ 3664276 h 5136616"/>
              <a:gd name="connsiteX5" fmla="*/ 1198992 w 2378694"/>
              <a:gd name="connsiteY5" fmla="*/ 3468054 h 5136616"/>
              <a:gd name="connsiteX6" fmla="*/ 1196044 w 2378694"/>
              <a:gd name="connsiteY6" fmla="*/ 2963429 h 5136616"/>
              <a:gd name="connsiteX7" fmla="*/ 1416195 w 2378694"/>
              <a:gd name="connsiteY7" fmla="*/ 2613380 h 5136616"/>
              <a:gd name="connsiteX8" fmla="*/ 1915531 w 2378694"/>
              <a:gd name="connsiteY8" fmla="*/ 2463352 h 5136616"/>
              <a:gd name="connsiteX9" fmla="*/ 2142488 w 2378694"/>
              <a:gd name="connsiteY9" fmla="*/ 2057796 h 5136616"/>
              <a:gd name="connsiteX10" fmla="*/ 2353765 w 2378694"/>
              <a:gd name="connsiteY10" fmla="*/ 1772724 h 5136616"/>
              <a:gd name="connsiteX11" fmla="*/ 2378694 w 2378694"/>
              <a:gd name="connsiteY11" fmla="*/ 1117143 h 5136616"/>
              <a:gd name="connsiteX12" fmla="*/ 2186370 w 2378694"/>
              <a:gd name="connsiteY12" fmla="*/ 420769 h 5136616"/>
              <a:gd name="connsiteX13" fmla="*/ 1869543 w 2378694"/>
              <a:gd name="connsiteY13" fmla="*/ 0 h 5136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78694" h="5136616">
                <a:moveTo>
                  <a:pt x="0" y="5136616"/>
                </a:moveTo>
                <a:cubicBezTo>
                  <a:pt x="170729" y="4817758"/>
                  <a:pt x="307386" y="4917124"/>
                  <a:pt x="460853" y="4811149"/>
                </a:cubicBezTo>
                <a:cubicBezTo>
                  <a:pt x="614320" y="4705174"/>
                  <a:pt x="822224" y="4625838"/>
                  <a:pt x="920801" y="4500767"/>
                </a:cubicBezTo>
                <a:cubicBezTo>
                  <a:pt x="1019378" y="4375696"/>
                  <a:pt x="1028188" y="4200139"/>
                  <a:pt x="1052316" y="4060724"/>
                </a:cubicBezTo>
                <a:cubicBezTo>
                  <a:pt x="1076444" y="3921309"/>
                  <a:pt x="1041121" y="3763054"/>
                  <a:pt x="1065567" y="3664276"/>
                </a:cubicBezTo>
                <a:cubicBezTo>
                  <a:pt x="1090013" y="3565498"/>
                  <a:pt x="1177246" y="3584862"/>
                  <a:pt x="1198992" y="3468054"/>
                </a:cubicBezTo>
                <a:cubicBezTo>
                  <a:pt x="1220738" y="3351246"/>
                  <a:pt x="1159844" y="3105875"/>
                  <a:pt x="1196044" y="2963429"/>
                </a:cubicBezTo>
                <a:cubicBezTo>
                  <a:pt x="1232244" y="2820983"/>
                  <a:pt x="1296280" y="2696726"/>
                  <a:pt x="1416195" y="2613380"/>
                </a:cubicBezTo>
                <a:cubicBezTo>
                  <a:pt x="1536110" y="2530034"/>
                  <a:pt x="1794482" y="2555949"/>
                  <a:pt x="1915531" y="2463352"/>
                </a:cubicBezTo>
                <a:cubicBezTo>
                  <a:pt x="2036580" y="2370755"/>
                  <a:pt x="2069449" y="2172901"/>
                  <a:pt x="2142488" y="2057796"/>
                </a:cubicBezTo>
                <a:cubicBezTo>
                  <a:pt x="2215527" y="1942691"/>
                  <a:pt x="2314397" y="1929500"/>
                  <a:pt x="2353765" y="1772724"/>
                </a:cubicBezTo>
                <a:cubicBezTo>
                  <a:pt x="2393133" y="1615949"/>
                  <a:pt x="2365931" y="1208583"/>
                  <a:pt x="2378694" y="1117143"/>
                </a:cubicBezTo>
                <a:cubicBezTo>
                  <a:pt x="2356809" y="880425"/>
                  <a:pt x="2251720" y="685056"/>
                  <a:pt x="2186370" y="420769"/>
                </a:cubicBezTo>
                <a:cubicBezTo>
                  <a:pt x="2114339" y="253721"/>
                  <a:pt x="2035325" y="313175"/>
                  <a:pt x="1869543"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8755FB97-6D7F-EEF1-A830-80438B83263E}"/>
              </a:ext>
            </a:extLst>
          </p:cNvPr>
          <p:cNvSpPr>
            <a:spLocks noGrp="1"/>
          </p:cNvSpPr>
          <p:nvPr userDrawn="1">
            <p:ph type="ctrTitle"/>
          </p:nvPr>
        </p:nvSpPr>
        <p:spPr>
          <a:xfrm>
            <a:off x="294066" y="1463040"/>
            <a:ext cx="6055948" cy="3052204"/>
          </a:xfrm>
        </p:spPr>
        <p:txBody>
          <a:bodyPr anchor="t">
            <a:normAutofit/>
          </a:bodyPr>
          <a:lstStyle>
            <a:lvl1pPr algn="l">
              <a:defRPr sz="8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userDrawn="1">
            <p:ph type="subTitle" idx="1"/>
          </p:nvPr>
        </p:nvSpPr>
        <p:spPr>
          <a:xfrm>
            <a:off x="304800" y="4981902"/>
            <a:ext cx="5375564" cy="1114097"/>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userDrawn="1">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98AFDFBB-EC0C-5AEC-7097-54CF80B3B63E}"/>
              </a:ext>
            </a:extLst>
          </p:cNvPr>
          <p:cNvSpPr>
            <a:spLocks noGrp="1"/>
          </p:cNvSpPr>
          <p:nvPr userDrawn="1">
            <p:ph type="pic" sz="quarter" idx="13"/>
          </p:nvPr>
        </p:nvSpPr>
        <p:spPr>
          <a:xfrm>
            <a:off x="7813390" y="304800"/>
            <a:ext cx="4073810" cy="5791200"/>
          </a:xfrm>
        </p:spPr>
        <p:txBody>
          <a:bodyPr/>
          <a:lstStyle/>
          <a:p>
            <a:r>
              <a:rPr lang="en-US"/>
              <a:t>Click icon to add picture</a:t>
            </a:r>
          </a:p>
        </p:txBody>
      </p:sp>
    </p:spTree>
    <p:extLst>
      <p:ext uri="{BB962C8B-B14F-4D97-AF65-F5344CB8AC3E}">
        <p14:creationId xmlns:p14="http://schemas.microsoft.com/office/powerpoint/2010/main" val="3397280640"/>
      </p:ext>
    </p:extLst>
  </p:cSld>
  <p:clrMapOvr>
    <a:masterClrMapping/>
  </p:clrMapOvr>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 Subtitle + Photo_2">
    <p:spTree>
      <p:nvGrpSpPr>
        <p:cNvPr id="1" name=""/>
        <p:cNvGrpSpPr/>
        <p:nvPr/>
      </p:nvGrpSpPr>
      <p:grpSpPr>
        <a:xfrm>
          <a:off x="0" y="0"/>
          <a:ext cx="0" cy="0"/>
          <a:chOff x="0" y="0"/>
          <a:chExt cx="0" cy="0"/>
        </a:xfrm>
      </p:grpSpPr>
      <p:sp>
        <p:nvSpPr>
          <p:cNvPr id="30" name="Freeform: Shape 29">
            <a:extLst>
              <a:ext uri="{FF2B5EF4-FFF2-40B4-BE49-F238E27FC236}">
                <a16:creationId xmlns:a16="http://schemas.microsoft.com/office/drawing/2014/main" id="{9A7C066B-9FB3-18DF-1199-3ADC5A94713D}"/>
              </a:ext>
            </a:extLst>
          </p:cNvPr>
          <p:cNvSpPr/>
          <p:nvPr userDrawn="1"/>
        </p:nvSpPr>
        <p:spPr>
          <a:xfrm rot="7288997" flipH="1">
            <a:off x="2503345" y="1822645"/>
            <a:ext cx="2910337" cy="8188713"/>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43134 w 2445472"/>
              <a:gd name="connsiteY0" fmla="*/ 4175357 h 4175357"/>
              <a:gd name="connsiteX1" fmla="*/ 524993 w 2445472"/>
              <a:gd name="connsiteY1" fmla="*/ 3590430 h 4175357"/>
              <a:gd name="connsiteX2" fmla="*/ 280820 w 2445472"/>
              <a:gd name="connsiteY2" fmla="*/ 2863215 h 4175357"/>
              <a:gd name="connsiteX3" fmla="*/ 43076 w 2445472"/>
              <a:gd name="connsiteY3" fmla="*/ 2348103 h 4175357"/>
              <a:gd name="connsiteX4" fmla="*/ 3167 w 2445472"/>
              <a:gd name="connsiteY4" fmla="*/ 2029110 h 4175357"/>
              <a:gd name="connsiteX5" fmla="*/ 117943 w 2445472"/>
              <a:gd name="connsiteY5" fmla="*/ 1661064 h 4175357"/>
              <a:gd name="connsiteX6" fmla="*/ 224242 w 2445472"/>
              <a:gd name="connsiteY6" fmla="*/ 1428464 h 4175357"/>
              <a:gd name="connsiteX7" fmla="*/ 447222 w 2445472"/>
              <a:gd name="connsiteY7" fmla="*/ 1253585 h 4175357"/>
              <a:gd name="connsiteX8" fmla="*/ 708588 w 2445472"/>
              <a:gd name="connsiteY8" fmla="*/ 1282636 h 4175357"/>
              <a:gd name="connsiteX9" fmla="*/ 1024532 w 2445472"/>
              <a:gd name="connsiteY9" fmla="*/ 1426178 h 4175357"/>
              <a:gd name="connsiteX10" fmla="*/ 1538692 w 2445472"/>
              <a:gd name="connsiteY10" fmla="*/ 1457801 h 4175357"/>
              <a:gd name="connsiteX11" fmla="*/ 1869019 w 2445472"/>
              <a:gd name="connsiteY11" fmla="*/ 1334357 h 4175357"/>
              <a:gd name="connsiteX12" fmla="*/ 2124670 w 2445472"/>
              <a:gd name="connsiteY12" fmla="*/ 1199388 h 4175357"/>
              <a:gd name="connsiteX13" fmla="*/ 2334410 w 2445472"/>
              <a:gd name="connsiteY13" fmla="*/ 989742 h 4175357"/>
              <a:gd name="connsiteX14" fmla="*/ 2430232 w 2445472"/>
              <a:gd name="connsiteY14" fmla="*/ 617505 h 4175357"/>
              <a:gd name="connsiteX15" fmla="*/ 2430232 w 2445472"/>
              <a:gd name="connsiteY15" fmla="*/ 256127 h 4175357"/>
              <a:gd name="connsiteX16" fmla="*/ 2445472 w 2445472"/>
              <a:gd name="connsiteY16" fmla="*/ 0 h 4175357"/>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430232 w 2520960"/>
              <a:gd name="connsiteY15" fmla="*/ 287130 h 4206360"/>
              <a:gd name="connsiteX16" fmla="*/ 2520960 w 2520960"/>
              <a:gd name="connsiteY16" fmla="*/ 0 h 4206360"/>
              <a:gd name="connsiteX0" fmla="*/ 543134 w 2520960"/>
              <a:gd name="connsiteY0" fmla="*/ 4206360 h 4206360"/>
              <a:gd name="connsiteX1" fmla="*/ 524993 w 2520960"/>
              <a:gd name="connsiteY1" fmla="*/ 3621433 h 4206360"/>
              <a:gd name="connsiteX2" fmla="*/ 280820 w 2520960"/>
              <a:gd name="connsiteY2" fmla="*/ 2894218 h 4206360"/>
              <a:gd name="connsiteX3" fmla="*/ 43076 w 2520960"/>
              <a:gd name="connsiteY3" fmla="*/ 2379106 h 4206360"/>
              <a:gd name="connsiteX4" fmla="*/ 3167 w 2520960"/>
              <a:gd name="connsiteY4" fmla="*/ 2060113 h 4206360"/>
              <a:gd name="connsiteX5" fmla="*/ 117943 w 2520960"/>
              <a:gd name="connsiteY5" fmla="*/ 1692067 h 4206360"/>
              <a:gd name="connsiteX6" fmla="*/ 224242 w 2520960"/>
              <a:gd name="connsiteY6" fmla="*/ 1459467 h 4206360"/>
              <a:gd name="connsiteX7" fmla="*/ 447222 w 2520960"/>
              <a:gd name="connsiteY7" fmla="*/ 1284588 h 4206360"/>
              <a:gd name="connsiteX8" fmla="*/ 708588 w 2520960"/>
              <a:gd name="connsiteY8" fmla="*/ 1313639 h 4206360"/>
              <a:gd name="connsiteX9" fmla="*/ 1024532 w 2520960"/>
              <a:gd name="connsiteY9" fmla="*/ 1457181 h 4206360"/>
              <a:gd name="connsiteX10" fmla="*/ 1538692 w 2520960"/>
              <a:gd name="connsiteY10" fmla="*/ 1488804 h 4206360"/>
              <a:gd name="connsiteX11" fmla="*/ 1869019 w 2520960"/>
              <a:gd name="connsiteY11" fmla="*/ 1365360 h 4206360"/>
              <a:gd name="connsiteX12" fmla="*/ 2124670 w 2520960"/>
              <a:gd name="connsiteY12" fmla="*/ 1230391 h 4206360"/>
              <a:gd name="connsiteX13" fmla="*/ 2334410 w 2520960"/>
              <a:gd name="connsiteY13" fmla="*/ 1020745 h 4206360"/>
              <a:gd name="connsiteX14" fmla="*/ 2430232 w 2520960"/>
              <a:gd name="connsiteY14" fmla="*/ 648508 h 4206360"/>
              <a:gd name="connsiteX15" fmla="*/ 2520960 w 2520960"/>
              <a:gd name="connsiteY15" fmla="*/ 0 h 4206360"/>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708588 w 2520960"/>
              <a:gd name="connsiteY8" fmla="*/ 1313639 h 4489072"/>
              <a:gd name="connsiteX9" fmla="*/ 1024532 w 2520960"/>
              <a:gd name="connsiteY9" fmla="*/ 1457181 h 4489072"/>
              <a:gd name="connsiteX10" fmla="*/ 1538692 w 2520960"/>
              <a:gd name="connsiteY10" fmla="*/ 1488804 h 4489072"/>
              <a:gd name="connsiteX11" fmla="*/ 1869019 w 2520960"/>
              <a:gd name="connsiteY11" fmla="*/ 1365360 h 4489072"/>
              <a:gd name="connsiteX12" fmla="*/ 2124670 w 2520960"/>
              <a:gd name="connsiteY12" fmla="*/ 1230391 h 4489072"/>
              <a:gd name="connsiteX13" fmla="*/ 2334410 w 2520960"/>
              <a:gd name="connsiteY13" fmla="*/ 1020745 h 4489072"/>
              <a:gd name="connsiteX14" fmla="*/ 2430232 w 2520960"/>
              <a:gd name="connsiteY14" fmla="*/ 648508 h 4489072"/>
              <a:gd name="connsiteX15" fmla="*/ 2520960 w 2520960"/>
              <a:gd name="connsiteY15"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447222 w 2520960"/>
              <a:gd name="connsiteY7" fmla="*/ 1284588 h 4489072"/>
              <a:gd name="connsiteX8" fmla="*/ 1024532 w 2520960"/>
              <a:gd name="connsiteY8" fmla="*/ 1457181 h 4489072"/>
              <a:gd name="connsiteX9" fmla="*/ 1538692 w 2520960"/>
              <a:gd name="connsiteY9" fmla="*/ 1488804 h 4489072"/>
              <a:gd name="connsiteX10" fmla="*/ 1869019 w 2520960"/>
              <a:gd name="connsiteY10" fmla="*/ 1365360 h 4489072"/>
              <a:gd name="connsiteX11" fmla="*/ 2124670 w 2520960"/>
              <a:gd name="connsiteY11" fmla="*/ 1230391 h 4489072"/>
              <a:gd name="connsiteX12" fmla="*/ 2334410 w 2520960"/>
              <a:gd name="connsiteY12" fmla="*/ 1020745 h 4489072"/>
              <a:gd name="connsiteX13" fmla="*/ 2430232 w 2520960"/>
              <a:gd name="connsiteY13" fmla="*/ 648508 h 4489072"/>
              <a:gd name="connsiteX14" fmla="*/ 2520960 w 2520960"/>
              <a:gd name="connsiteY14"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1024532 w 2520960"/>
              <a:gd name="connsiteY7" fmla="*/ 1457181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224242 w 2520960"/>
              <a:gd name="connsiteY6" fmla="*/ 1459467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334410 w 2520960"/>
              <a:gd name="connsiteY11" fmla="*/ 1020745 h 4489072"/>
              <a:gd name="connsiteX12" fmla="*/ 2430232 w 2520960"/>
              <a:gd name="connsiteY12" fmla="*/ 648508 h 4489072"/>
              <a:gd name="connsiteX13" fmla="*/ 2520960 w 2520960"/>
              <a:gd name="connsiteY13"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124670 w 2520960"/>
              <a:gd name="connsiteY10" fmla="*/ 1230391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430232 w 2520960"/>
              <a:gd name="connsiteY11" fmla="*/ 648508 h 4489072"/>
              <a:gd name="connsiteX12" fmla="*/ 2520960 w 2520960"/>
              <a:gd name="connsiteY12" fmla="*/ 0 h 4489072"/>
              <a:gd name="connsiteX0" fmla="*/ 569421 w 2520960"/>
              <a:gd name="connsiteY0" fmla="*/ 4489072 h 4489072"/>
              <a:gd name="connsiteX1" fmla="*/ 524993 w 2520960"/>
              <a:gd name="connsiteY1" fmla="*/ 3621433 h 4489072"/>
              <a:gd name="connsiteX2" fmla="*/ 280820 w 2520960"/>
              <a:gd name="connsiteY2" fmla="*/ 2894218 h 4489072"/>
              <a:gd name="connsiteX3" fmla="*/ 43076 w 2520960"/>
              <a:gd name="connsiteY3" fmla="*/ 2379106 h 4489072"/>
              <a:gd name="connsiteX4" fmla="*/ 3167 w 2520960"/>
              <a:gd name="connsiteY4" fmla="*/ 2060113 h 4489072"/>
              <a:gd name="connsiteX5" fmla="*/ 117943 w 2520960"/>
              <a:gd name="connsiteY5" fmla="*/ 1692067 h 4489072"/>
              <a:gd name="connsiteX6" fmla="*/ 516481 w 2520960"/>
              <a:gd name="connsiteY6" fmla="*/ 1871903 h 4489072"/>
              <a:gd name="connsiteX7" fmla="*/ 859473 w 2520960"/>
              <a:gd name="connsiteY7" fmla="*/ 1632849 h 4489072"/>
              <a:gd name="connsiteX8" fmla="*/ 1538692 w 2520960"/>
              <a:gd name="connsiteY8" fmla="*/ 1488804 h 4489072"/>
              <a:gd name="connsiteX9" fmla="*/ 1869019 w 2520960"/>
              <a:gd name="connsiteY9" fmla="*/ 1365360 h 4489072"/>
              <a:gd name="connsiteX10" fmla="*/ 2090604 w 2520960"/>
              <a:gd name="connsiteY10" fmla="*/ 1070175 h 4489072"/>
              <a:gd name="connsiteX11" fmla="*/ 2383358 w 2520960"/>
              <a:gd name="connsiteY11" fmla="*/ 551501 h 4489072"/>
              <a:gd name="connsiteX12" fmla="*/ 2520960 w 2520960"/>
              <a:gd name="connsiteY12" fmla="*/ 0 h 4489072"/>
              <a:gd name="connsiteX0" fmla="*/ 142161 w 2520960"/>
              <a:gd name="connsiteY0" fmla="*/ 4405792 h 4405792"/>
              <a:gd name="connsiteX1" fmla="*/ 524993 w 2520960"/>
              <a:gd name="connsiteY1" fmla="*/ 3621433 h 4405792"/>
              <a:gd name="connsiteX2" fmla="*/ 280820 w 2520960"/>
              <a:gd name="connsiteY2" fmla="*/ 2894218 h 4405792"/>
              <a:gd name="connsiteX3" fmla="*/ 43076 w 2520960"/>
              <a:gd name="connsiteY3" fmla="*/ 2379106 h 4405792"/>
              <a:gd name="connsiteX4" fmla="*/ 3167 w 2520960"/>
              <a:gd name="connsiteY4" fmla="*/ 2060113 h 4405792"/>
              <a:gd name="connsiteX5" fmla="*/ 117943 w 2520960"/>
              <a:gd name="connsiteY5" fmla="*/ 1692067 h 4405792"/>
              <a:gd name="connsiteX6" fmla="*/ 516481 w 2520960"/>
              <a:gd name="connsiteY6" fmla="*/ 1871903 h 4405792"/>
              <a:gd name="connsiteX7" fmla="*/ 859473 w 2520960"/>
              <a:gd name="connsiteY7" fmla="*/ 1632849 h 4405792"/>
              <a:gd name="connsiteX8" fmla="*/ 1538692 w 2520960"/>
              <a:gd name="connsiteY8" fmla="*/ 1488804 h 4405792"/>
              <a:gd name="connsiteX9" fmla="*/ 1869019 w 2520960"/>
              <a:gd name="connsiteY9" fmla="*/ 1365360 h 4405792"/>
              <a:gd name="connsiteX10" fmla="*/ 2090604 w 2520960"/>
              <a:gd name="connsiteY10" fmla="*/ 1070175 h 4405792"/>
              <a:gd name="connsiteX11" fmla="*/ 2383358 w 2520960"/>
              <a:gd name="connsiteY11" fmla="*/ 551501 h 4405792"/>
              <a:gd name="connsiteX12" fmla="*/ 2520960 w 2520960"/>
              <a:gd name="connsiteY12" fmla="*/ 0 h 4405792"/>
              <a:gd name="connsiteX0" fmla="*/ 286664 w 2520960"/>
              <a:gd name="connsiteY0" fmla="*/ 4402569 h 4402569"/>
              <a:gd name="connsiteX1" fmla="*/ 524993 w 2520960"/>
              <a:gd name="connsiteY1" fmla="*/ 3621433 h 4402569"/>
              <a:gd name="connsiteX2" fmla="*/ 280820 w 2520960"/>
              <a:gd name="connsiteY2" fmla="*/ 2894218 h 4402569"/>
              <a:gd name="connsiteX3" fmla="*/ 43076 w 2520960"/>
              <a:gd name="connsiteY3" fmla="*/ 2379106 h 4402569"/>
              <a:gd name="connsiteX4" fmla="*/ 3167 w 2520960"/>
              <a:gd name="connsiteY4" fmla="*/ 2060113 h 4402569"/>
              <a:gd name="connsiteX5" fmla="*/ 117943 w 2520960"/>
              <a:gd name="connsiteY5" fmla="*/ 1692067 h 4402569"/>
              <a:gd name="connsiteX6" fmla="*/ 516481 w 2520960"/>
              <a:gd name="connsiteY6" fmla="*/ 1871903 h 4402569"/>
              <a:gd name="connsiteX7" fmla="*/ 859473 w 2520960"/>
              <a:gd name="connsiteY7" fmla="*/ 1632849 h 4402569"/>
              <a:gd name="connsiteX8" fmla="*/ 1538692 w 2520960"/>
              <a:gd name="connsiteY8" fmla="*/ 1488804 h 4402569"/>
              <a:gd name="connsiteX9" fmla="*/ 1869019 w 2520960"/>
              <a:gd name="connsiteY9" fmla="*/ 1365360 h 4402569"/>
              <a:gd name="connsiteX10" fmla="*/ 2090604 w 2520960"/>
              <a:gd name="connsiteY10" fmla="*/ 1070175 h 4402569"/>
              <a:gd name="connsiteX11" fmla="*/ 2383358 w 2520960"/>
              <a:gd name="connsiteY11" fmla="*/ 551501 h 4402569"/>
              <a:gd name="connsiteX12" fmla="*/ 2520960 w 2520960"/>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865017 w 2526504"/>
              <a:gd name="connsiteY7" fmla="*/ 163284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292208 w 2526504"/>
              <a:gd name="connsiteY0" fmla="*/ 4402569 h 4402569"/>
              <a:gd name="connsiteX1" fmla="*/ 530537 w 2526504"/>
              <a:gd name="connsiteY1" fmla="*/ 3621433 h 4402569"/>
              <a:gd name="connsiteX2" fmla="*/ 383278 w 2526504"/>
              <a:gd name="connsiteY2" fmla="*/ 2877374 h 4402569"/>
              <a:gd name="connsiteX3" fmla="*/ 48620 w 2526504"/>
              <a:gd name="connsiteY3" fmla="*/ 2379106 h 4402569"/>
              <a:gd name="connsiteX4" fmla="*/ 8711 w 2526504"/>
              <a:gd name="connsiteY4" fmla="*/ 2060113 h 4402569"/>
              <a:gd name="connsiteX5" fmla="*/ 123487 w 2526504"/>
              <a:gd name="connsiteY5" fmla="*/ 1692067 h 4402569"/>
              <a:gd name="connsiteX6" fmla="*/ 522025 w 2526504"/>
              <a:gd name="connsiteY6" fmla="*/ 1871903 h 4402569"/>
              <a:gd name="connsiteX7" fmla="*/ 943829 w 2526504"/>
              <a:gd name="connsiteY7" fmla="*/ 1660979 h 4402569"/>
              <a:gd name="connsiteX8" fmla="*/ 1544236 w 2526504"/>
              <a:gd name="connsiteY8" fmla="*/ 1488804 h 4402569"/>
              <a:gd name="connsiteX9" fmla="*/ 1874563 w 2526504"/>
              <a:gd name="connsiteY9" fmla="*/ 1365360 h 4402569"/>
              <a:gd name="connsiteX10" fmla="*/ 2096148 w 2526504"/>
              <a:gd name="connsiteY10" fmla="*/ 1070175 h 4402569"/>
              <a:gd name="connsiteX11" fmla="*/ 2388902 w 2526504"/>
              <a:gd name="connsiteY11" fmla="*/ 551501 h 4402569"/>
              <a:gd name="connsiteX12" fmla="*/ 2526504 w 2526504"/>
              <a:gd name="connsiteY12" fmla="*/ 0 h 4402569"/>
              <a:gd name="connsiteX0" fmla="*/ 322167 w 2556463"/>
              <a:gd name="connsiteY0" fmla="*/ 4402569 h 4402569"/>
              <a:gd name="connsiteX1" fmla="*/ 560496 w 2556463"/>
              <a:gd name="connsiteY1" fmla="*/ 3621433 h 4402569"/>
              <a:gd name="connsiteX2" fmla="*/ 413237 w 2556463"/>
              <a:gd name="connsiteY2" fmla="*/ 2877374 h 4402569"/>
              <a:gd name="connsiteX3" fmla="*/ 78579 w 2556463"/>
              <a:gd name="connsiteY3" fmla="*/ 2379106 h 4402569"/>
              <a:gd name="connsiteX4" fmla="*/ 38670 w 2556463"/>
              <a:gd name="connsiteY4" fmla="*/ 2060113 h 4402569"/>
              <a:gd name="connsiteX5" fmla="*/ 551984 w 2556463"/>
              <a:gd name="connsiteY5" fmla="*/ 1871903 h 4402569"/>
              <a:gd name="connsiteX6" fmla="*/ 973788 w 2556463"/>
              <a:gd name="connsiteY6" fmla="*/ 1660979 h 4402569"/>
              <a:gd name="connsiteX7" fmla="*/ 1574195 w 2556463"/>
              <a:gd name="connsiteY7" fmla="*/ 1488804 h 4402569"/>
              <a:gd name="connsiteX8" fmla="*/ 1904522 w 2556463"/>
              <a:gd name="connsiteY8" fmla="*/ 1365360 h 4402569"/>
              <a:gd name="connsiteX9" fmla="*/ 2126107 w 2556463"/>
              <a:gd name="connsiteY9" fmla="*/ 1070175 h 4402569"/>
              <a:gd name="connsiteX10" fmla="*/ 2418861 w 2556463"/>
              <a:gd name="connsiteY10" fmla="*/ 551501 h 4402569"/>
              <a:gd name="connsiteX11" fmla="*/ 2556463 w 2556463"/>
              <a:gd name="connsiteY11" fmla="*/ 0 h 4402569"/>
              <a:gd name="connsiteX0" fmla="*/ 259298 w 2493594"/>
              <a:gd name="connsiteY0" fmla="*/ 4402569 h 4402569"/>
              <a:gd name="connsiteX1" fmla="*/ 497627 w 2493594"/>
              <a:gd name="connsiteY1" fmla="*/ 3621433 h 4402569"/>
              <a:gd name="connsiteX2" fmla="*/ 350368 w 2493594"/>
              <a:gd name="connsiteY2" fmla="*/ 2877374 h 4402569"/>
              <a:gd name="connsiteX3" fmla="*/ 15710 w 2493594"/>
              <a:gd name="connsiteY3" fmla="*/ 2379106 h 4402569"/>
              <a:gd name="connsiteX4" fmla="*/ 99265 w 2493594"/>
              <a:gd name="connsiteY4" fmla="*/ 2003384 h 4402569"/>
              <a:gd name="connsiteX5" fmla="*/ 489115 w 2493594"/>
              <a:gd name="connsiteY5" fmla="*/ 1871903 h 4402569"/>
              <a:gd name="connsiteX6" fmla="*/ 910919 w 2493594"/>
              <a:gd name="connsiteY6" fmla="*/ 1660979 h 4402569"/>
              <a:gd name="connsiteX7" fmla="*/ 1511326 w 2493594"/>
              <a:gd name="connsiteY7" fmla="*/ 1488804 h 4402569"/>
              <a:gd name="connsiteX8" fmla="*/ 1841653 w 2493594"/>
              <a:gd name="connsiteY8" fmla="*/ 1365360 h 4402569"/>
              <a:gd name="connsiteX9" fmla="*/ 2063238 w 2493594"/>
              <a:gd name="connsiteY9" fmla="*/ 1070175 h 4402569"/>
              <a:gd name="connsiteX10" fmla="*/ 2355992 w 2493594"/>
              <a:gd name="connsiteY10" fmla="*/ 551501 h 4402569"/>
              <a:gd name="connsiteX11" fmla="*/ 2493594 w 2493594"/>
              <a:gd name="connsiteY11" fmla="*/ 0 h 4402569"/>
              <a:gd name="connsiteX0" fmla="*/ 497627 w 2493594"/>
              <a:gd name="connsiteY0" fmla="*/ 3621433 h 3621433"/>
              <a:gd name="connsiteX1" fmla="*/ 350368 w 2493594"/>
              <a:gd name="connsiteY1" fmla="*/ 2877374 h 3621433"/>
              <a:gd name="connsiteX2" fmla="*/ 15710 w 2493594"/>
              <a:gd name="connsiteY2" fmla="*/ 2379106 h 3621433"/>
              <a:gd name="connsiteX3" fmla="*/ 99265 w 2493594"/>
              <a:gd name="connsiteY3" fmla="*/ 2003384 h 3621433"/>
              <a:gd name="connsiteX4" fmla="*/ 489115 w 2493594"/>
              <a:gd name="connsiteY4" fmla="*/ 1871903 h 3621433"/>
              <a:gd name="connsiteX5" fmla="*/ 910919 w 2493594"/>
              <a:gd name="connsiteY5" fmla="*/ 1660979 h 3621433"/>
              <a:gd name="connsiteX6" fmla="*/ 1511326 w 2493594"/>
              <a:gd name="connsiteY6" fmla="*/ 1488804 h 3621433"/>
              <a:gd name="connsiteX7" fmla="*/ 1841653 w 2493594"/>
              <a:gd name="connsiteY7" fmla="*/ 1365360 h 3621433"/>
              <a:gd name="connsiteX8" fmla="*/ 2063238 w 2493594"/>
              <a:gd name="connsiteY8" fmla="*/ 1070175 h 3621433"/>
              <a:gd name="connsiteX9" fmla="*/ 2355992 w 2493594"/>
              <a:gd name="connsiteY9" fmla="*/ 551501 h 3621433"/>
              <a:gd name="connsiteX10" fmla="*/ 2493594 w 2493594"/>
              <a:gd name="connsiteY10" fmla="*/ 0 h 3621433"/>
              <a:gd name="connsiteX0" fmla="*/ 550496 w 2493594"/>
              <a:gd name="connsiteY0" fmla="*/ 3334107 h 3334107"/>
              <a:gd name="connsiteX1" fmla="*/ 350368 w 2493594"/>
              <a:gd name="connsiteY1" fmla="*/ 2877374 h 3334107"/>
              <a:gd name="connsiteX2" fmla="*/ 15710 w 2493594"/>
              <a:gd name="connsiteY2" fmla="*/ 2379106 h 3334107"/>
              <a:gd name="connsiteX3" fmla="*/ 99265 w 2493594"/>
              <a:gd name="connsiteY3" fmla="*/ 2003384 h 3334107"/>
              <a:gd name="connsiteX4" fmla="*/ 489115 w 2493594"/>
              <a:gd name="connsiteY4" fmla="*/ 1871903 h 3334107"/>
              <a:gd name="connsiteX5" fmla="*/ 910919 w 2493594"/>
              <a:gd name="connsiteY5" fmla="*/ 1660979 h 3334107"/>
              <a:gd name="connsiteX6" fmla="*/ 1511326 w 2493594"/>
              <a:gd name="connsiteY6" fmla="*/ 1488804 h 3334107"/>
              <a:gd name="connsiteX7" fmla="*/ 1841653 w 2493594"/>
              <a:gd name="connsiteY7" fmla="*/ 1365360 h 3334107"/>
              <a:gd name="connsiteX8" fmla="*/ 2063238 w 2493594"/>
              <a:gd name="connsiteY8" fmla="*/ 1070175 h 3334107"/>
              <a:gd name="connsiteX9" fmla="*/ 2355992 w 2493594"/>
              <a:gd name="connsiteY9" fmla="*/ 551501 h 3334107"/>
              <a:gd name="connsiteX10" fmla="*/ 2493594 w 2493594"/>
              <a:gd name="connsiteY10" fmla="*/ 0 h 3334107"/>
              <a:gd name="connsiteX0" fmla="*/ 550496 w 2842586"/>
              <a:gd name="connsiteY0" fmla="*/ 5860448 h 5860448"/>
              <a:gd name="connsiteX1" fmla="*/ 350368 w 2842586"/>
              <a:gd name="connsiteY1" fmla="*/ 5403715 h 5860448"/>
              <a:gd name="connsiteX2" fmla="*/ 15710 w 2842586"/>
              <a:gd name="connsiteY2" fmla="*/ 4905447 h 5860448"/>
              <a:gd name="connsiteX3" fmla="*/ 99265 w 2842586"/>
              <a:gd name="connsiteY3" fmla="*/ 4529725 h 5860448"/>
              <a:gd name="connsiteX4" fmla="*/ 489115 w 2842586"/>
              <a:gd name="connsiteY4" fmla="*/ 4398244 h 5860448"/>
              <a:gd name="connsiteX5" fmla="*/ 910919 w 2842586"/>
              <a:gd name="connsiteY5" fmla="*/ 4187320 h 5860448"/>
              <a:gd name="connsiteX6" fmla="*/ 1511326 w 2842586"/>
              <a:gd name="connsiteY6" fmla="*/ 4015145 h 5860448"/>
              <a:gd name="connsiteX7" fmla="*/ 1841653 w 2842586"/>
              <a:gd name="connsiteY7" fmla="*/ 3891701 h 5860448"/>
              <a:gd name="connsiteX8" fmla="*/ 2063238 w 2842586"/>
              <a:gd name="connsiteY8" fmla="*/ 3596516 h 5860448"/>
              <a:gd name="connsiteX9" fmla="*/ 2355992 w 2842586"/>
              <a:gd name="connsiteY9" fmla="*/ 3077842 h 5860448"/>
              <a:gd name="connsiteX10" fmla="*/ 2842586 w 2842586"/>
              <a:gd name="connsiteY10" fmla="*/ 0 h 5860448"/>
              <a:gd name="connsiteX0" fmla="*/ 550496 w 2856067"/>
              <a:gd name="connsiteY0" fmla="*/ 5860448 h 5860448"/>
              <a:gd name="connsiteX1" fmla="*/ 350368 w 2856067"/>
              <a:gd name="connsiteY1" fmla="*/ 5403715 h 5860448"/>
              <a:gd name="connsiteX2" fmla="*/ 15710 w 2856067"/>
              <a:gd name="connsiteY2" fmla="*/ 4905447 h 5860448"/>
              <a:gd name="connsiteX3" fmla="*/ 99265 w 2856067"/>
              <a:gd name="connsiteY3" fmla="*/ 4529725 h 5860448"/>
              <a:gd name="connsiteX4" fmla="*/ 489115 w 2856067"/>
              <a:gd name="connsiteY4" fmla="*/ 4398244 h 5860448"/>
              <a:gd name="connsiteX5" fmla="*/ 910919 w 2856067"/>
              <a:gd name="connsiteY5" fmla="*/ 4187320 h 5860448"/>
              <a:gd name="connsiteX6" fmla="*/ 1511326 w 2856067"/>
              <a:gd name="connsiteY6" fmla="*/ 4015145 h 5860448"/>
              <a:gd name="connsiteX7" fmla="*/ 1841653 w 2856067"/>
              <a:gd name="connsiteY7" fmla="*/ 3891701 h 5860448"/>
              <a:gd name="connsiteX8" fmla="*/ 2063238 w 2856067"/>
              <a:gd name="connsiteY8" fmla="*/ 3596516 h 5860448"/>
              <a:gd name="connsiteX9" fmla="*/ 2355992 w 2856067"/>
              <a:gd name="connsiteY9" fmla="*/ 3077842 h 5860448"/>
              <a:gd name="connsiteX10" fmla="*/ 2817695 w 2856067"/>
              <a:gd name="connsiteY10" fmla="*/ 808711 h 5860448"/>
              <a:gd name="connsiteX11" fmla="*/ 2842586 w 2856067"/>
              <a:gd name="connsiteY11" fmla="*/ 0 h 5860448"/>
              <a:gd name="connsiteX0" fmla="*/ 550496 w 2842586"/>
              <a:gd name="connsiteY0" fmla="*/ 5860448 h 5860448"/>
              <a:gd name="connsiteX1" fmla="*/ 350368 w 2842586"/>
              <a:gd name="connsiteY1" fmla="*/ 5403715 h 5860448"/>
              <a:gd name="connsiteX2" fmla="*/ 15710 w 2842586"/>
              <a:gd name="connsiteY2" fmla="*/ 4905447 h 5860448"/>
              <a:gd name="connsiteX3" fmla="*/ 99265 w 2842586"/>
              <a:gd name="connsiteY3" fmla="*/ 4529725 h 5860448"/>
              <a:gd name="connsiteX4" fmla="*/ 489115 w 2842586"/>
              <a:gd name="connsiteY4" fmla="*/ 4398244 h 5860448"/>
              <a:gd name="connsiteX5" fmla="*/ 910919 w 2842586"/>
              <a:gd name="connsiteY5" fmla="*/ 4187320 h 5860448"/>
              <a:gd name="connsiteX6" fmla="*/ 1511326 w 2842586"/>
              <a:gd name="connsiteY6" fmla="*/ 4015145 h 5860448"/>
              <a:gd name="connsiteX7" fmla="*/ 1841653 w 2842586"/>
              <a:gd name="connsiteY7" fmla="*/ 3891701 h 5860448"/>
              <a:gd name="connsiteX8" fmla="*/ 2063238 w 2842586"/>
              <a:gd name="connsiteY8" fmla="*/ 3596516 h 5860448"/>
              <a:gd name="connsiteX9" fmla="*/ 2355992 w 2842586"/>
              <a:gd name="connsiteY9" fmla="*/ 3077842 h 5860448"/>
              <a:gd name="connsiteX10" fmla="*/ 2817695 w 2842586"/>
              <a:gd name="connsiteY10" fmla="*/ 808711 h 5860448"/>
              <a:gd name="connsiteX11" fmla="*/ 2842586 w 2842586"/>
              <a:gd name="connsiteY11" fmla="*/ 0 h 5860448"/>
              <a:gd name="connsiteX0" fmla="*/ 550496 w 2842586"/>
              <a:gd name="connsiteY0" fmla="*/ 5860448 h 5860448"/>
              <a:gd name="connsiteX1" fmla="*/ 350368 w 2842586"/>
              <a:gd name="connsiteY1" fmla="*/ 5403715 h 5860448"/>
              <a:gd name="connsiteX2" fmla="*/ 15710 w 2842586"/>
              <a:gd name="connsiteY2" fmla="*/ 4905447 h 5860448"/>
              <a:gd name="connsiteX3" fmla="*/ 99265 w 2842586"/>
              <a:gd name="connsiteY3" fmla="*/ 4529725 h 5860448"/>
              <a:gd name="connsiteX4" fmla="*/ 489115 w 2842586"/>
              <a:gd name="connsiteY4" fmla="*/ 4398244 h 5860448"/>
              <a:gd name="connsiteX5" fmla="*/ 910919 w 2842586"/>
              <a:gd name="connsiteY5" fmla="*/ 4187320 h 5860448"/>
              <a:gd name="connsiteX6" fmla="*/ 1511326 w 2842586"/>
              <a:gd name="connsiteY6" fmla="*/ 4015145 h 5860448"/>
              <a:gd name="connsiteX7" fmla="*/ 1841653 w 2842586"/>
              <a:gd name="connsiteY7" fmla="*/ 3891701 h 5860448"/>
              <a:gd name="connsiteX8" fmla="*/ 2063238 w 2842586"/>
              <a:gd name="connsiteY8" fmla="*/ 3596516 h 5860448"/>
              <a:gd name="connsiteX9" fmla="*/ 2355992 w 2842586"/>
              <a:gd name="connsiteY9" fmla="*/ 3077842 h 5860448"/>
              <a:gd name="connsiteX10" fmla="*/ 2817695 w 2842586"/>
              <a:gd name="connsiteY10" fmla="*/ 808711 h 5860448"/>
              <a:gd name="connsiteX11" fmla="*/ 2842586 w 2842586"/>
              <a:gd name="connsiteY11" fmla="*/ 0 h 5860448"/>
              <a:gd name="connsiteX0" fmla="*/ 550496 w 2849995"/>
              <a:gd name="connsiteY0" fmla="*/ 5860448 h 5860448"/>
              <a:gd name="connsiteX1" fmla="*/ 350368 w 2849995"/>
              <a:gd name="connsiteY1" fmla="*/ 5403715 h 5860448"/>
              <a:gd name="connsiteX2" fmla="*/ 15710 w 2849995"/>
              <a:gd name="connsiteY2" fmla="*/ 4905447 h 5860448"/>
              <a:gd name="connsiteX3" fmla="*/ 99265 w 2849995"/>
              <a:gd name="connsiteY3" fmla="*/ 4529725 h 5860448"/>
              <a:gd name="connsiteX4" fmla="*/ 489115 w 2849995"/>
              <a:gd name="connsiteY4" fmla="*/ 4398244 h 5860448"/>
              <a:gd name="connsiteX5" fmla="*/ 910919 w 2849995"/>
              <a:gd name="connsiteY5" fmla="*/ 4187320 h 5860448"/>
              <a:gd name="connsiteX6" fmla="*/ 1511326 w 2849995"/>
              <a:gd name="connsiteY6" fmla="*/ 4015145 h 5860448"/>
              <a:gd name="connsiteX7" fmla="*/ 1841653 w 2849995"/>
              <a:gd name="connsiteY7" fmla="*/ 3891701 h 5860448"/>
              <a:gd name="connsiteX8" fmla="*/ 2063238 w 2849995"/>
              <a:gd name="connsiteY8" fmla="*/ 3596516 h 5860448"/>
              <a:gd name="connsiteX9" fmla="*/ 2593632 w 2849995"/>
              <a:gd name="connsiteY9" fmla="*/ 2226620 h 5860448"/>
              <a:gd name="connsiteX10" fmla="*/ 2817695 w 2849995"/>
              <a:gd name="connsiteY10" fmla="*/ 808711 h 5860448"/>
              <a:gd name="connsiteX11" fmla="*/ 2842586 w 2849995"/>
              <a:gd name="connsiteY11" fmla="*/ 0 h 5860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995" h="5860448">
                <a:moveTo>
                  <a:pt x="550496" y="5860448"/>
                </a:moveTo>
                <a:cubicBezTo>
                  <a:pt x="565674" y="5606249"/>
                  <a:pt x="439499" y="5562882"/>
                  <a:pt x="350368" y="5403715"/>
                </a:cubicBezTo>
                <a:cubicBezTo>
                  <a:pt x="261237" y="5244548"/>
                  <a:pt x="57561" y="5051112"/>
                  <a:pt x="15710" y="4905447"/>
                </a:cubicBezTo>
                <a:cubicBezTo>
                  <a:pt x="-26141" y="4759782"/>
                  <a:pt x="20364" y="4614259"/>
                  <a:pt x="99265" y="4529725"/>
                </a:cubicBezTo>
                <a:cubicBezTo>
                  <a:pt x="178166" y="4445191"/>
                  <a:pt x="353839" y="4455311"/>
                  <a:pt x="489115" y="4398244"/>
                </a:cubicBezTo>
                <a:cubicBezTo>
                  <a:pt x="624391" y="4341177"/>
                  <a:pt x="740551" y="4251170"/>
                  <a:pt x="910919" y="4187320"/>
                </a:cubicBezTo>
                <a:cubicBezTo>
                  <a:pt x="1081288" y="4123470"/>
                  <a:pt x="1356204" y="4064415"/>
                  <a:pt x="1511326" y="4015145"/>
                </a:cubicBezTo>
                <a:cubicBezTo>
                  <a:pt x="1666448" y="3965875"/>
                  <a:pt x="1749668" y="3961473"/>
                  <a:pt x="1841653" y="3891701"/>
                </a:cubicBezTo>
                <a:cubicBezTo>
                  <a:pt x="1933638" y="3821929"/>
                  <a:pt x="1937908" y="3874029"/>
                  <a:pt x="2063238" y="3596516"/>
                </a:cubicBezTo>
                <a:cubicBezTo>
                  <a:pt x="2188568" y="3319003"/>
                  <a:pt x="2483295" y="2701428"/>
                  <a:pt x="2593632" y="2226620"/>
                </a:cubicBezTo>
                <a:cubicBezTo>
                  <a:pt x="2703969" y="1751812"/>
                  <a:pt x="2934825" y="1213641"/>
                  <a:pt x="2817695" y="808711"/>
                </a:cubicBezTo>
                <a:cubicBezTo>
                  <a:pt x="2694291" y="486237"/>
                  <a:pt x="2823031" y="124611"/>
                  <a:pt x="2842586" y="0"/>
                </a:cubicBezTo>
              </a:path>
            </a:pathLst>
          </a:custGeom>
          <a:noFill/>
          <a:ln w="6350" cap="rnd">
            <a:solidFill>
              <a:schemeClr val="tx1">
                <a:alpha val="50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1" name="Freeform: Shape 30">
            <a:extLst>
              <a:ext uri="{FF2B5EF4-FFF2-40B4-BE49-F238E27FC236}">
                <a16:creationId xmlns:a16="http://schemas.microsoft.com/office/drawing/2014/main" id="{E9F59CE9-10D2-3095-65D1-FEE9972A8F63}"/>
              </a:ext>
            </a:extLst>
          </p:cNvPr>
          <p:cNvSpPr/>
          <p:nvPr userDrawn="1"/>
        </p:nvSpPr>
        <p:spPr>
          <a:xfrm rot="7288997" flipH="1">
            <a:off x="640413" y="5055755"/>
            <a:ext cx="404822" cy="2243020"/>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43069 w 1859283"/>
              <a:gd name="connsiteY0" fmla="*/ 2687995 h 2687995"/>
              <a:gd name="connsiteX1" fmla="*/ 1513781 w 1859283"/>
              <a:gd name="connsiteY1" fmla="*/ 1570991 h 2687995"/>
              <a:gd name="connsiteX2" fmla="*/ 1503435 w 1859283"/>
              <a:gd name="connsiteY2" fmla="*/ 1183771 h 2687995"/>
              <a:gd name="connsiteX3" fmla="*/ 1426949 w 1859283"/>
              <a:gd name="connsiteY3" fmla="*/ 695233 h 2687995"/>
              <a:gd name="connsiteX4" fmla="*/ 1468478 w 1859283"/>
              <a:gd name="connsiteY4" fmla="*/ 397863 h 2687995"/>
              <a:gd name="connsiteX5" fmla="*/ 1468478 w 1859283"/>
              <a:gd name="connsiteY5" fmla="*/ 236700 h 2687995"/>
              <a:gd name="connsiteX6" fmla="*/ 1460192 w 1859283"/>
              <a:gd name="connsiteY6" fmla="*/ 67250 h 2687995"/>
              <a:gd name="connsiteX7" fmla="*/ 1425235 w 1859283"/>
              <a:gd name="connsiteY7" fmla="*/ 10767 h 2687995"/>
              <a:gd name="connsiteX8" fmla="*/ 1303886 w 1859283"/>
              <a:gd name="connsiteY8" fmla="*/ 34008 h 2687995"/>
              <a:gd name="connsiteX9" fmla="*/ 1114339 w 1859283"/>
              <a:gd name="connsiteY9" fmla="*/ 254988 h 2687995"/>
              <a:gd name="connsiteX10" fmla="*/ 871642 w 1859283"/>
              <a:gd name="connsiteY10" fmla="*/ 587315 h 2687995"/>
              <a:gd name="connsiteX11" fmla="*/ 657234 w 1859283"/>
              <a:gd name="connsiteY11" fmla="*/ 861444 h 2687995"/>
              <a:gd name="connsiteX12" fmla="*/ 437397 w 1859283"/>
              <a:gd name="connsiteY12" fmla="*/ 1145480 h 2687995"/>
              <a:gd name="connsiteX13" fmla="*/ 91286 w 1859283"/>
              <a:gd name="connsiteY13" fmla="*/ 2201375 h 2687995"/>
              <a:gd name="connsiteX0" fmla="*/ 1843069 w 1862117"/>
              <a:gd name="connsiteY0" fmla="*/ 2687995 h 2687995"/>
              <a:gd name="connsiteX1" fmla="*/ 1579506 w 1862117"/>
              <a:gd name="connsiteY1" fmla="*/ 1755725 h 2687995"/>
              <a:gd name="connsiteX2" fmla="*/ 1503435 w 1862117"/>
              <a:gd name="connsiteY2" fmla="*/ 1183771 h 2687995"/>
              <a:gd name="connsiteX3" fmla="*/ 1426949 w 1862117"/>
              <a:gd name="connsiteY3" fmla="*/ 695233 h 2687995"/>
              <a:gd name="connsiteX4" fmla="*/ 1468478 w 1862117"/>
              <a:gd name="connsiteY4" fmla="*/ 397863 h 2687995"/>
              <a:gd name="connsiteX5" fmla="*/ 1468478 w 1862117"/>
              <a:gd name="connsiteY5" fmla="*/ 236700 h 2687995"/>
              <a:gd name="connsiteX6" fmla="*/ 1460192 w 1862117"/>
              <a:gd name="connsiteY6" fmla="*/ 67250 h 2687995"/>
              <a:gd name="connsiteX7" fmla="*/ 1425235 w 1862117"/>
              <a:gd name="connsiteY7" fmla="*/ 10767 h 2687995"/>
              <a:gd name="connsiteX8" fmla="*/ 1303886 w 1862117"/>
              <a:gd name="connsiteY8" fmla="*/ 34008 h 2687995"/>
              <a:gd name="connsiteX9" fmla="*/ 1114339 w 1862117"/>
              <a:gd name="connsiteY9" fmla="*/ 254988 h 2687995"/>
              <a:gd name="connsiteX10" fmla="*/ 871642 w 1862117"/>
              <a:gd name="connsiteY10" fmla="*/ 587315 h 2687995"/>
              <a:gd name="connsiteX11" fmla="*/ 657234 w 1862117"/>
              <a:gd name="connsiteY11" fmla="*/ 861444 h 2687995"/>
              <a:gd name="connsiteX12" fmla="*/ 437397 w 1862117"/>
              <a:gd name="connsiteY12" fmla="*/ 1145480 h 2687995"/>
              <a:gd name="connsiteX13" fmla="*/ 91286 w 1862117"/>
              <a:gd name="connsiteY13" fmla="*/ 2201375 h 2687995"/>
              <a:gd name="connsiteX0" fmla="*/ 1843069 w 1927571"/>
              <a:gd name="connsiteY0" fmla="*/ 2687995 h 2687995"/>
              <a:gd name="connsiteX1" fmla="*/ 1919007 w 1927571"/>
              <a:gd name="connsiteY1" fmla="*/ 2121476 h 2687995"/>
              <a:gd name="connsiteX2" fmla="*/ 1579506 w 1927571"/>
              <a:gd name="connsiteY2" fmla="*/ 1755725 h 2687995"/>
              <a:gd name="connsiteX3" fmla="*/ 1503435 w 1927571"/>
              <a:gd name="connsiteY3" fmla="*/ 1183771 h 2687995"/>
              <a:gd name="connsiteX4" fmla="*/ 1426949 w 1927571"/>
              <a:gd name="connsiteY4" fmla="*/ 695233 h 2687995"/>
              <a:gd name="connsiteX5" fmla="*/ 1468478 w 1927571"/>
              <a:gd name="connsiteY5" fmla="*/ 397863 h 2687995"/>
              <a:gd name="connsiteX6" fmla="*/ 1468478 w 1927571"/>
              <a:gd name="connsiteY6" fmla="*/ 236700 h 2687995"/>
              <a:gd name="connsiteX7" fmla="*/ 1460192 w 1927571"/>
              <a:gd name="connsiteY7" fmla="*/ 67250 h 2687995"/>
              <a:gd name="connsiteX8" fmla="*/ 1425235 w 1927571"/>
              <a:gd name="connsiteY8" fmla="*/ 10767 h 2687995"/>
              <a:gd name="connsiteX9" fmla="*/ 1303886 w 1927571"/>
              <a:gd name="connsiteY9" fmla="*/ 34008 h 2687995"/>
              <a:gd name="connsiteX10" fmla="*/ 1114339 w 1927571"/>
              <a:gd name="connsiteY10" fmla="*/ 254988 h 2687995"/>
              <a:gd name="connsiteX11" fmla="*/ 871642 w 1927571"/>
              <a:gd name="connsiteY11" fmla="*/ 587315 h 2687995"/>
              <a:gd name="connsiteX12" fmla="*/ 657234 w 1927571"/>
              <a:gd name="connsiteY12" fmla="*/ 861444 h 2687995"/>
              <a:gd name="connsiteX13" fmla="*/ 437397 w 1927571"/>
              <a:gd name="connsiteY13" fmla="*/ 1145480 h 2687995"/>
              <a:gd name="connsiteX14" fmla="*/ 91286 w 1927571"/>
              <a:gd name="connsiteY14" fmla="*/ 2201375 h 2687995"/>
              <a:gd name="connsiteX0" fmla="*/ 1843069 w 1927571"/>
              <a:gd name="connsiteY0" fmla="*/ 2687995 h 2687995"/>
              <a:gd name="connsiteX1" fmla="*/ 1919007 w 1927571"/>
              <a:gd name="connsiteY1" fmla="*/ 2121476 h 2687995"/>
              <a:gd name="connsiteX2" fmla="*/ 1579506 w 1927571"/>
              <a:gd name="connsiteY2" fmla="*/ 1755725 h 2687995"/>
              <a:gd name="connsiteX3" fmla="*/ 1711132 w 1927571"/>
              <a:gd name="connsiteY3" fmla="*/ 1303415 h 2687995"/>
              <a:gd name="connsiteX4" fmla="*/ 1426949 w 1927571"/>
              <a:gd name="connsiteY4" fmla="*/ 695233 h 2687995"/>
              <a:gd name="connsiteX5" fmla="*/ 1468478 w 1927571"/>
              <a:gd name="connsiteY5" fmla="*/ 397863 h 2687995"/>
              <a:gd name="connsiteX6" fmla="*/ 1468478 w 1927571"/>
              <a:gd name="connsiteY6" fmla="*/ 236700 h 2687995"/>
              <a:gd name="connsiteX7" fmla="*/ 1460192 w 1927571"/>
              <a:gd name="connsiteY7" fmla="*/ 67250 h 2687995"/>
              <a:gd name="connsiteX8" fmla="*/ 1425235 w 1927571"/>
              <a:gd name="connsiteY8" fmla="*/ 10767 h 2687995"/>
              <a:gd name="connsiteX9" fmla="*/ 1303886 w 1927571"/>
              <a:gd name="connsiteY9" fmla="*/ 34008 h 2687995"/>
              <a:gd name="connsiteX10" fmla="*/ 1114339 w 1927571"/>
              <a:gd name="connsiteY10" fmla="*/ 254988 h 2687995"/>
              <a:gd name="connsiteX11" fmla="*/ 871642 w 1927571"/>
              <a:gd name="connsiteY11" fmla="*/ 587315 h 2687995"/>
              <a:gd name="connsiteX12" fmla="*/ 657234 w 1927571"/>
              <a:gd name="connsiteY12" fmla="*/ 861444 h 2687995"/>
              <a:gd name="connsiteX13" fmla="*/ 437397 w 1927571"/>
              <a:gd name="connsiteY13" fmla="*/ 1145480 h 2687995"/>
              <a:gd name="connsiteX14" fmla="*/ 91286 w 1927571"/>
              <a:gd name="connsiteY14"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595258 w 2085432"/>
              <a:gd name="connsiteY13" fmla="*/ 1145480 h 2687995"/>
              <a:gd name="connsiteX14" fmla="*/ 7726 w 2085432"/>
              <a:gd name="connsiteY14" fmla="*/ 1833783 h 2687995"/>
              <a:gd name="connsiteX15" fmla="*/ 249147 w 2085432"/>
              <a:gd name="connsiteY15"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478119 w 2085432"/>
              <a:gd name="connsiteY13" fmla="*/ 1373988 h 2687995"/>
              <a:gd name="connsiteX14" fmla="*/ 7726 w 2085432"/>
              <a:gd name="connsiteY14" fmla="*/ 1833783 h 2687995"/>
              <a:gd name="connsiteX15" fmla="*/ 249147 w 2085432"/>
              <a:gd name="connsiteY15" fmla="*/ 2201375 h 2687995"/>
              <a:gd name="connsiteX0" fmla="*/ 2000930 w 2085432"/>
              <a:gd name="connsiteY0" fmla="*/ 2687995 h 2687995"/>
              <a:gd name="connsiteX1" fmla="*/ 2076868 w 2085432"/>
              <a:gd name="connsiteY1" fmla="*/ 2121476 h 2687995"/>
              <a:gd name="connsiteX2" fmla="*/ 1737367 w 2085432"/>
              <a:gd name="connsiteY2" fmla="*/ 1755725 h 2687995"/>
              <a:gd name="connsiteX3" fmla="*/ 1868993 w 2085432"/>
              <a:gd name="connsiteY3" fmla="*/ 1303415 h 2687995"/>
              <a:gd name="connsiteX4" fmla="*/ 1584810 w 2085432"/>
              <a:gd name="connsiteY4" fmla="*/ 695233 h 2687995"/>
              <a:gd name="connsiteX5" fmla="*/ 1626339 w 2085432"/>
              <a:gd name="connsiteY5" fmla="*/ 397863 h 2687995"/>
              <a:gd name="connsiteX6" fmla="*/ 1626339 w 2085432"/>
              <a:gd name="connsiteY6" fmla="*/ 236700 h 2687995"/>
              <a:gd name="connsiteX7" fmla="*/ 1618053 w 2085432"/>
              <a:gd name="connsiteY7" fmla="*/ 67250 h 2687995"/>
              <a:gd name="connsiteX8" fmla="*/ 1583096 w 2085432"/>
              <a:gd name="connsiteY8" fmla="*/ 10767 h 2687995"/>
              <a:gd name="connsiteX9" fmla="*/ 1461747 w 2085432"/>
              <a:gd name="connsiteY9" fmla="*/ 34008 h 2687995"/>
              <a:gd name="connsiteX10" fmla="*/ 1272200 w 2085432"/>
              <a:gd name="connsiteY10" fmla="*/ 254988 h 2687995"/>
              <a:gd name="connsiteX11" fmla="*/ 1029503 w 2085432"/>
              <a:gd name="connsiteY11" fmla="*/ 587315 h 2687995"/>
              <a:gd name="connsiteX12" fmla="*/ 815095 w 2085432"/>
              <a:gd name="connsiteY12" fmla="*/ 861444 h 2687995"/>
              <a:gd name="connsiteX13" fmla="*/ 478119 w 2085432"/>
              <a:gd name="connsiteY13" fmla="*/ 1373988 h 2687995"/>
              <a:gd name="connsiteX14" fmla="*/ 7726 w 2085432"/>
              <a:gd name="connsiteY14" fmla="*/ 1833783 h 2687995"/>
              <a:gd name="connsiteX15" fmla="*/ 249147 w 2085432"/>
              <a:gd name="connsiteY15" fmla="*/ 2201375 h 2687995"/>
              <a:gd name="connsiteX0" fmla="*/ 2000930 w 2085432"/>
              <a:gd name="connsiteY0" fmla="*/ 2689556 h 2689556"/>
              <a:gd name="connsiteX1" fmla="*/ 2076868 w 2085432"/>
              <a:gd name="connsiteY1" fmla="*/ 2123037 h 2689556"/>
              <a:gd name="connsiteX2" fmla="*/ 1737367 w 2085432"/>
              <a:gd name="connsiteY2" fmla="*/ 1757286 h 2689556"/>
              <a:gd name="connsiteX3" fmla="*/ 1868993 w 2085432"/>
              <a:gd name="connsiteY3" fmla="*/ 1304976 h 2689556"/>
              <a:gd name="connsiteX4" fmla="*/ 1584810 w 2085432"/>
              <a:gd name="connsiteY4" fmla="*/ 696794 h 2689556"/>
              <a:gd name="connsiteX5" fmla="*/ 1626339 w 2085432"/>
              <a:gd name="connsiteY5" fmla="*/ 399424 h 2689556"/>
              <a:gd name="connsiteX6" fmla="*/ 1626339 w 2085432"/>
              <a:gd name="connsiteY6" fmla="*/ 238261 h 2689556"/>
              <a:gd name="connsiteX7" fmla="*/ 1772711 w 2085432"/>
              <a:gd name="connsiteY7" fmla="*/ 10387 h 2689556"/>
              <a:gd name="connsiteX8" fmla="*/ 1583096 w 2085432"/>
              <a:gd name="connsiteY8" fmla="*/ 12328 h 2689556"/>
              <a:gd name="connsiteX9" fmla="*/ 1461747 w 2085432"/>
              <a:gd name="connsiteY9" fmla="*/ 35569 h 2689556"/>
              <a:gd name="connsiteX10" fmla="*/ 1272200 w 2085432"/>
              <a:gd name="connsiteY10" fmla="*/ 256549 h 2689556"/>
              <a:gd name="connsiteX11" fmla="*/ 1029503 w 2085432"/>
              <a:gd name="connsiteY11" fmla="*/ 588876 h 2689556"/>
              <a:gd name="connsiteX12" fmla="*/ 815095 w 2085432"/>
              <a:gd name="connsiteY12" fmla="*/ 863005 h 2689556"/>
              <a:gd name="connsiteX13" fmla="*/ 478119 w 2085432"/>
              <a:gd name="connsiteY13" fmla="*/ 1375549 h 2689556"/>
              <a:gd name="connsiteX14" fmla="*/ 7726 w 2085432"/>
              <a:gd name="connsiteY14" fmla="*/ 1835344 h 2689556"/>
              <a:gd name="connsiteX15" fmla="*/ 249147 w 2085432"/>
              <a:gd name="connsiteY15" fmla="*/ 2202936 h 2689556"/>
              <a:gd name="connsiteX0" fmla="*/ 2000930 w 2085432"/>
              <a:gd name="connsiteY0" fmla="*/ 2694880 h 2694880"/>
              <a:gd name="connsiteX1" fmla="*/ 2076868 w 2085432"/>
              <a:gd name="connsiteY1" fmla="*/ 2128361 h 2694880"/>
              <a:gd name="connsiteX2" fmla="*/ 1737367 w 2085432"/>
              <a:gd name="connsiteY2" fmla="*/ 1762610 h 2694880"/>
              <a:gd name="connsiteX3" fmla="*/ 1868993 w 2085432"/>
              <a:gd name="connsiteY3" fmla="*/ 1310300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4880 h 2694880"/>
              <a:gd name="connsiteX1" fmla="*/ 2076868 w 2085432"/>
              <a:gd name="connsiteY1" fmla="*/ 2128361 h 2694880"/>
              <a:gd name="connsiteX2" fmla="*/ 1737367 w 2085432"/>
              <a:gd name="connsiteY2" fmla="*/ 1762610 h 2694880"/>
              <a:gd name="connsiteX3" fmla="*/ 1932099 w 2085432"/>
              <a:gd name="connsiteY3" fmla="*/ 1365902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4880 h 2694880"/>
              <a:gd name="connsiteX1" fmla="*/ 2076868 w 2085432"/>
              <a:gd name="connsiteY1" fmla="*/ 2128361 h 2694880"/>
              <a:gd name="connsiteX2" fmla="*/ 1846428 w 2085432"/>
              <a:gd name="connsiteY2" fmla="*/ 1796255 h 2694880"/>
              <a:gd name="connsiteX3" fmla="*/ 1932099 w 2085432"/>
              <a:gd name="connsiteY3" fmla="*/ 1365902 h 2694880"/>
              <a:gd name="connsiteX4" fmla="*/ 1584810 w 2085432"/>
              <a:gd name="connsiteY4" fmla="*/ 702118 h 2694880"/>
              <a:gd name="connsiteX5" fmla="*/ 1626339 w 2085432"/>
              <a:gd name="connsiteY5" fmla="*/ 404748 h 2694880"/>
              <a:gd name="connsiteX6" fmla="*/ 1718309 w 2085432"/>
              <a:gd name="connsiteY6" fmla="*/ 223874 h 2694880"/>
              <a:gd name="connsiteX7" fmla="*/ 1772711 w 2085432"/>
              <a:gd name="connsiteY7" fmla="*/ 15711 h 2694880"/>
              <a:gd name="connsiteX8" fmla="*/ 1583096 w 2085432"/>
              <a:gd name="connsiteY8" fmla="*/ 17652 h 2694880"/>
              <a:gd name="connsiteX9" fmla="*/ 1461747 w 2085432"/>
              <a:gd name="connsiteY9" fmla="*/ 40893 h 2694880"/>
              <a:gd name="connsiteX10" fmla="*/ 1272200 w 2085432"/>
              <a:gd name="connsiteY10" fmla="*/ 261873 h 2694880"/>
              <a:gd name="connsiteX11" fmla="*/ 1029503 w 2085432"/>
              <a:gd name="connsiteY11" fmla="*/ 594200 h 2694880"/>
              <a:gd name="connsiteX12" fmla="*/ 815095 w 2085432"/>
              <a:gd name="connsiteY12" fmla="*/ 868329 h 2694880"/>
              <a:gd name="connsiteX13" fmla="*/ 478119 w 2085432"/>
              <a:gd name="connsiteY13" fmla="*/ 1380873 h 2694880"/>
              <a:gd name="connsiteX14" fmla="*/ 7726 w 2085432"/>
              <a:gd name="connsiteY14" fmla="*/ 1840668 h 2694880"/>
              <a:gd name="connsiteX15" fmla="*/ 249147 w 2085432"/>
              <a:gd name="connsiteY15" fmla="*/ 2208260 h 2694880"/>
              <a:gd name="connsiteX0" fmla="*/ 2000930 w 2085432"/>
              <a:gd name="connsiteY0" fmla="*/ 2693990 h 2693990"/>
              <a:gd name="connsiteX1" fmla="*/ 2076868 w 2085432"/>
              <a:gd name="connsiteY1" fmla="*/ 2127471 h 2693990"/>
              <a:gd name="connsiteX2" fmla="*/ 1846428 w 2085432"/>
              <a:gd name="connsiteY2" fmla="*/ 1795365 h 2693990"/>
              <a:gd name="connsiteX3" fmla="*/ 1932099 w 2085432"/>
              <a:gd name="connsiteY3" fmla="*/ 1365012 h 2693990"/>
              <a:gd name="connsiteX4" fmla="*/ 1584810 w 2085432"/>
              <a:gd name="connsiteY4" fmla="*/ 701228 h 2693990"/>
              <a:gd name="connsiteX5" fmla="*/ 1626339 w 2085432"/>
              <a:gd name="connsiteY5" fmla="*/ 403858 h 2693990"/>
              <a:gd name="connsiteX6" fmla="*/ 1848989 w 2085432"/>
              <a:gd name="connsiteY6" fmla="*/ 210957 h 2693990"/>
              <a:gd name="connsiteX7" fmla="*/ 1772711 w 2085432"/>
              <a:gd name="connsiteY7" fmla="*/ 14821 h 2693990"/>
              <a:gd name="connsiteX8" fmla="*/ 1583096 w 2085432"/>
              <a:gd name="connsiteY8" fmla="*/ 16762 h 2693990"/>
              <a:gd name="connsiteX9" fmla="*/ 1461747 w 2085432"/>
              <a:gd name="connsiteY9" fmla="*/ 40003 h 2693990"/>
              <a:gd name="connsiteX10" fmla="*/ 1272200 w 2085432"/>
              <a:gd name="connsiteY10" fmla="*/ 260983 h 2693990"/>
              <a:gd name="connsiteX11" fmla="*/ 1029503 w 2085432"/>
              <a:gd name="connsiteY11" fmla="*/ 593310 h 2693990"/>
              <a:gd name="connsiteX12" fmla="*/ 815095 w 2085432"/>
              <a:gd name="connsiteY12" fmla="*/ 867439 h 2693990"/>
              <a:gd name="connsiteX13" fmla="*/ 478119 w 2085432"/>
              <a:gd name="connsiteY13" fmla="*/ 1379983 h 2693990"/>
              <a:gd name="connsiteX14" fmla="*/ 7726 w 2085432"/>
              <a:gd name="connsiteY14" fmla="*/ 1839778 h 2693990"/>
              <a:gd name="connsiteX15" fmla="*/ 249147 w 2085432"/>
              <a:gd name="connsiteY15" fmla="*/ 2207370 h 2693990"/>
              <a:gd name="connsiteX0" fmla="*/ 2000930 w 2085432"/>
              <a:gd name="connsiteY0" fmla="*/ 2693990 h 2693990"/>
              <a:gd name="connsiteX1" fmla="*/ 2076868 w 2085432"/>
              <a:gd name="connsiteY1" fmla="*/ 2127471 h 2693990"/>
              <a:gd name="connsiteX2" fmla="*/ 1846428 w 2085432"/>
              <a:gd name="connsiteY2" fmla="*/ 1795365 h 2693990"/>
              <a:gd name="connsiteX3" fmla="*/ 1932099 w 2085432"/>
              <a:gd name="connsiteY3" fmla="*/ 1365012 h 2693990"/>
              <a:gd name="connsiteX4" fmla="*/ 1584810 w 2085432"/>
              <a:gd name="connsiteY4" fmla="*/ 701228 h 2693990"/>
              <a:gd name="connsiteX5" fmla="*/ 1774752 w 2085432"/>
              <a:gd name="connsiteY5" fmla="*/ 405187 h 2693990"/>
              <a:gd name="connsiteX6" fmla="*/ 1848989 w 2085432"/>
              <a:gd name="connsiteY6" fmla="*/ 210957 h 2693990"/>
              <a:gd name="connsiteX7" fmla="*/ 1772711 w 2085432"/>
              <a:gd name="connsiteY7" fmla="*/ 14821 h 2693990"/>
              <a:gd name="connsiteX8" fmla="*/ 1583096 w 2085432"/>
              <a:gd name="connsiteY8" fmla="*/ 16762 h 2693990"/>
              <a:gd name="connsiteX9" fmla="*/ 1461747 w 2085432"/>
              <a:gd name="connsiteY9" fmla="*/ 40003 h 2693990"/>
              <a:gd name="connsiteX10" fmla="*/ 1272200 w 2085432"/>
              <a:gd name="connsiteY10" fmla="*/ 260983 h 2693990"/>
              <a:gd name="connsiteX11" fmla="*/ 1029503 w 2085432"/>
              <a:gd name="connsiteY11" fmla="*/ 593310 h 2693990"/>
              <a:gd name="connsiteX12" fmla="*/ 815095 w 2085432"/>
              <a:gd name="connsiteY12" fmla="*/ 867439 h 2693990"/>
              <a:gd name="connsiteX13" fmla="*/ 478119 w 2085432"/>
              <a:gd name="connsiteY13" fmla="*/ 1379983 h 2693990"/>
              <a:gd name="connsiteX14" fmla="*/ 7726 w 2085432"/>
              <a:gd name="connsiteY14" fmla="*/ 1839778 h 2693990"/>
              <a:gd name="connsiteX15" fmla="*/ 249147 w 2085432"/>
              <a:gd name="connsiteY15" fmla="*/ 2207370 h 2693990"/>
              <a:gd name="connsiteX0" fmla="*/ 2002468 w 2086970"/>
              <a:gd name="connsiteY0" fmla="*/ 2693990 h 2693990"/>
              <a:gd name="connsiteX1" fmla="*/ 2078406 w 2086970"/>
              <a:gd name="connsiteY1" fmla="*/ 2127471 h 2693990"/>
              <a:gd name="connsiteX2" fmla="*/ 1847966 w 2086970"/>
              <a:gd name="connsiteY2" fmla="*/ 1795365 h 2693990"/>
              <a:gd name="connsiteX3" fmla="*/ 1933637 w 2086970"/>
              <a:gd name="connsiteY3" fmla="*/ 1365012 h 2693990"/>
              <a:gd name="connsiteX4" fmla="*/ 1586348 w 2086970"/>
              <a:gd name="connsiteY4" fmla="*/ 701228 h 2693990"/>
              <a:gd name="connsiteX5" fmla="*/ 1776290 w 2086970"/>
              <a:gd name="connsiteY5" fmla="*/ 405187 h 2693990"/>
              <a:gd name="connsiteX6" fmla="*/ 1850527 w 2086970"/>
              <a:gd name="connsiteY6" fmla="*/ 210957 h 2693990"/>
              <a:gd name="connsiteX7" fmla="*/ 1774249 w 2086970"/>
              <a:gd name="connsiteY7" fmla="*/ 14821 h 2693990"/>
              <a:gd name="connsiteX8" fmla="*/ 1584634 w 2086970"/>
              <a:gd name="connsiteY8" fmla="*/ 16762 h 2693990"/>
              <a:gd name="connsiteX9" fmla="*/ 1463285 w 2086970"/>
              <a:gd name="connsiteY9" fmla="*/ 40003 h 2693990"/>
              <a:gd name="connsiteX10" fmla="*/ 1273738 w 2086970"/>
              <a:gd name="connsiteY10" fmla="*/ 260983 h 2693990"/>
              <a:gd name="connsiteX11" fmla="*/ 1031041 w 2086970"/>
              <a:gd name="connsiteY11" fmla="*/ 593310 h 2693990"/>
              <a:gd name="connsiteX12" fmla="*/ 816633 w 2086970"/>
              <a:gd name="connsiteY12" fmla="*/ 867439 h 2693990"/>
              <a:gd name="connsiteX13" fmla="*/ 479657 w 2086970"/>
              <a:gd name="connsiteY13" fmla="*/ 1379983 h 2693990"/>
              <a:gd name="connsiteX14" fmla="*/ 9264 w 2086970"/>
              <a:gd name="connsiteY14" fmla="*/ 1839778 h 2693990"/>
              <a:gd name="connsiteX15" fmla="*/ 196899 w 2086970"/>
              <a:gd name="connsiteY15" fmla="*/ 2231511 h 2693990"/>
              <a:gd name="connsiteX0" fmla="*/ 2078406 w 2078406"/>
              <a:gd name="connsiteY0" fmla="*/ 2127471 h 2231511"/>
              <a:gd name="connsiteX1" fmla="*/ 1847966 w 2078406"/>
              <a:gd name="connsiteY1" fmla="*/ 1795365 h 2231511"/>
              <a:gd name="connsiteX2" fmla="*/ 1933637 w 2078406"/>
              <a:gd name="connsiteY2" fmla="*/ 1365012 h 2231511"/>
              <a:gd name="connsiteX3" fmla="*/ 1586348 w 2078406"/>
              <a:gd name="connsiteY3" fmla="*/ 701228 h 2231511"/>
              <a:gd name="connsiteX4" fmla="*/ 1776290 w 2078406"/>
              <a:gd name="connsiteY4" fmla="*/ 405187 h 2231511"/>
              <a:gd name="connsiteX5" fmla="*/ 1850527 w 2078406"/>
              <a:gd name="connsiteY5" fmla="*/ 210957 h 2231511"/>
              <a:gd name="connsiteX6" fmla="*/ 1774249 w 2078406"/>
              <a:gd name="connsiteY6" fmla="*/ 14821 h 2231511"/>
              <a:gd name="connsiteX7" fmla="*/ 1584634 w 2078406"/>
              <a:gd name="connsiteY7" fmla="*/ 16762 h 2231511"/>
              <a:gd name="connsiteX8" fmla="*/ 1463285 w 2078406"/>
              <a:gd name="connsiteY8" fmla="*/ 40003 h 2231511"/>
              <a:gd name="connsiteX9" fmla="*/ 1273738 w 2078406"/>
              <a:gd name="connsiteY9" fmla="*/ 260983 h 2231511"/>
              <a:gd name="connsiteX10" fmla="*/ 1031041 w 2078406"/>
              <a:gd name="connsiteY10" fmla="*/ 593310 h 2231511"/>
              <a:gd name="connsiteX11" fmla="*/ 816633 w 2078406"/>
              <a:gd name="connsiteY11" fmla="*/ 867439 h 2231511"/>
              <a:gd name="connsiteX12" fmla="*/ 479657 w 2078406"/>
              <a:gd name="connsiteY12" fmla="*/ 1379983 h 2231511"/>
              <a:gd name="connsiteX13" fmla="*/ 9264 w 2078406"/>
              <a:gd name="connsiteY13" fmla="*/ 1839778 h 2231511"/>
              <a:gd name="connsiteX14" fmla="*/ 196899 w 2078406"/>
              <a:gd name="connsiteY14" fmla="*/ 2231511 h 2231511"/>
              <a:gd name="connsiteX0" fmla="*/ 1847966 w 1941485"/>
              <a:gd name="connsiteY0" fmla="*/ 1795365 h 2231511"/>
              <a:gd name="connsiteX1" fmla="*/ 1933637 w 1941485"/>
              <a:gd name="connsiteY1" fmla="*/ 1365012 h 2231511"/>
              <a:gd name="connsiteX2" fmla="*/ 1586348 w 1941485"/>
              <a:gd name="connsiteY2" fmla="*/ 701228 h 2231511"/>
              <a:gd name="connsiteX3" fmla="*/ 1776290 w 1941485"/>
              <a:gd name="connsiteY3" fmla="*/ 405187 h 2231511"/>
              <a:gd name="connsiteX4" fmla="*/ 1850527 w 1941485"/>
              <a:gd name="connsiteY4" fmla="*/ 210957 h 2231511"/>
              <a:gd name="connsiteX5" fmla="*/ 1774249 w 1941485"/>
              <a:gd name="connsiteY5" fmla="*/ 14821 h 2231511"/>
              <a:gd name="connsiteX6" fmla="*/ 1584634 w 1941485"/>
              <a:gd name="connsiteY6" fmla="*/ 16762 h 2231511"/>
              <a:gd name="connsiteX7" fmla="*/ 1463285 w 1941485"/>
              <a:gd name="connsiteY7" fmla="*/ 40003 h 2231511"/>
              <a:gd name="connsiteX8" fmla="*/ 1273738 w 1941485"/>
              <a:gd name="connsiteY8" fmla="*/ 260983 h 2231511"/>
              <a:gd name="connsiteX9" fmla="*/ 1031041 w 1941485"/>
              <a:gd name="connsiteY9" fmla="*/ 593310 h 2231511"/>
              <a:gd name="connsiteX10" fmla="*/ 816633 w 1941485"/>
              <a:gd name="connsiteY10" fmla="*/ 867439 h 2231511"/>
              <a:gd name="connsiteX11" fmla="*/ 479657 w 1941485"/>
              <a:gd name="connsiteY11" fmla="*/ 1379983 h 2231511"/>
              <a:gd name="connsiteX12" fmla="*/ 9264 w 1941485"/>
              <a:gd name="connsiteY12" fmla="*/ 1839778 h 2231511"/>
              <a:gd name="connsiteX13" fmla="*/ 196899 w 1941485"/>
              <a:gd name="connsiteY13" fmla="*/ 2231511 h 2231511"/>
              <a:gd name="connsiteX0" fmla="*/ 1981063 w 1981063"/>
              <a:gd name="connsiteY0" fmla="*/ 1509561 h 2231511"/>
              <a:gd name="connsiteX1" fmla="*/ 1933637 w 1981063"/>
              <a:gd name="connsiteY1" fmla="*/ 1365012 h 2231511"/>
              <a:gd name="connsiteX2" fmla="*/ 1586348 w 1981063"/>
              <a:gd name="connsiteY2" fmla="*/ 701228 h 2231511"/>
              <a:gd name="connsiteX3" fmla="*/ 1776290 w 1981063"/>
              <a:gd name="connsiteY3" fmla="*/ 405187 h 2231511"/>
              <a:gd name="connsiteX4" fmla="*/ 1850527 w 1981063"/>
              <a:gd name="connsiteY4" fmla="*/ 210957 h 2231511"/>
              <a:gd name="connsiteX5" fmla="*/ 1774249 w 1981063"/>
              <a:gd name="connsiteY5" fmla="*/ 14821 h 2231511"/>
              <a:gd name="connsiteX6" fmla="*/ 1584634 w 1981063"/>
              <a:gd name="connsiteY6" fmla="*/ 16762 h 2231511"/>
              <a:gd name="connsiteX7" fmla="*/ 1463285 w 1981063"/>
              <a:gd name="connsiteY7" fmla="*/ 40003 h 2231511"/>
              <a:gd name="connsiteX8" fmla="*/ 1273738 w 1981063"/>
              <a:gd name="connsiteY8" fmla="*/ 260983 h 2231511"/>
              <a:gd name="connsiteX9" fmla="*/ 1031041 w 1981063"/>
              <a:gd name="connsiteY9" fmla="*/ 593310 h 2231511"/>
              <a:gd name="connsiteX10" fmla="*/ 816633 w 1981063"/>
              <a:gd name="connsiteY10" fmla="*/ 867439 h 2231511"/>
              <a:gd name="connsiteX11" fmla="*/ 479657 w 1981063"/>
              <a:gd name="connsiteY11" fmla="*/ 1379983 h 2231511"/>
              <a:gd name="connsiteX12" fmla="*/ 9264 w 1981063"/>
              <a:gd name="connsiteY12" fmla="*/ 1839778 h 2231511"/>
              <a:gd name="connsiteX13" fmla="*/ 196899 w 1981063"/>
              <a:gd name="connsiteY13" fmla="*/ 2231511 h 2231511"/>
              <a:gd name="connsiteX0" fmla="*/ 1981063 w 1981063"/>
              <a:gd name="connsiteY0" fmla="*/ 1509561 h 2231511"/>
              <a:gd name="connsiteX1" fmla="*/ 1760754 w 1981063"/>
              <a:gd name="connsiteY1" fmla="*/ 1174512 h 2231511"/>
              <a:gd name="connsiteX2" fmla="*/ 1586348 w 1981063"/>
              <a:gd name="connsiteY2" fmla="*/ 701228 h 2231511"/>
              <a:gd name="connsiteX3" fmla="*/ 1776290 w 1981063"/>
              <a:gd name="connsiteY3" fmla="*/ 405187 h 2231511"/>
              <a:gd name="connsiteX4" fmla="*/ 1850527 w 1981063"/>
              <a:gd name="connsiteY4" fmla="*/ 210957 h 2231511"/>
              <a:gd name="connsiteX5" fmla="*/ 1774249 w 1981063"/>
              <a:gd name="connsiteY5" fmla="*/ 14821 h 2231511"/>
              <a:gd name="connsiteX6" fmla="*/ 1584634 w 1981063"/>
              <a:gd name="connsiteY6" fmla="*/ 16762 h 2231511"/>
              <a:gd name="connsiteX7" fmla="*/ 1463285 w 1981063"/>
              <a:gd name="connsiteY7" fmla="*/ 40003 h 2231511"/>
              <a:gd name="connsiteX8" fmla="*/ 1273738 w 1981063"/>
              <a:gd name="connsiteY8" fmla="*/ 260983 h 2231511"/>
              <a:gd name="connsiteX9" fmla="*/ 1031041 w 1981063"/>
              <a:gd name="connsiteY9" fmla="*/ 593310 h 2231511"/>
              <a:gd name="connsiteX10" fmla="*/ 816633 w 1981063"/>
              <a:gd name="connsiteY10" fmla="*/ 867439 h 2231511"/>
              <a:gd name="connsiteX11" fmla="*/ 479657 w 1981063"/>
              <a:gd name="connsiteY11" fmla="*/ 1379983 h 2231511"/>
              <a:gd name="connsiteX12" fmla="*/ 9264 w 1981063"/>
              <a:gd name="connsiteY12" fmla="*/ 1839778 h 2231511"/>
              <a:gd name="connsiteX13" fmla="*/ 196899 w 1981063"/>
              <a:gd name="connsiteY13" fmla="*/ 2231511 h 2231511"/>
              <a:gd name="connsiteX0" fmla="*/ 1981063 w 1981063"/>
              <a:gd name="connsiteY0" fmla="*/ 1509561 h 2231511"/>
              <a:gd name="connsiteX1" fmla="*/ 1760754 w 1981063"/>
              <a:gd name="connsiteY1" fmla="*/ 1174512 h 2231511"/>
              <a:gd name="connsiteX2" fmla="*/ 1586348 w 1981063"/>
              <a:gd name="connsiteY2" fmla="*/ 701228 h 2231511"/>
              <a:gd name="connsiteX3" fmla="*/ 1776290 w 1981063"/>
              <a:gd name="connsiteY3" fmla="*/ 405187 h 2231511"/>
              <a:gd name="connsiteX4" fmla="*/ 1850527 w 1981063"/>
              <a:gd name="connsiteY4" fmla="*/ 210957 h 2231511"/>
              <a:gd name="connsiteX5" fmla="*/ 1774249 w 1981063"/>
              <a:gd name="connsiteY5" fmla="*/ 14821 h 2231511"/>
              <a:gd name="connsiteX6" fmla="*/ 1584634 w 1981063"/>
              <a:gd name="connsiteY6" fmla="*/ 16762 h 2231511"/>
              <a:gd name="connsiteX7" fmla="*/ 1463285 w 1981063"/>
              <a:gd name="connsiteY7" fmla="*/ 40003 h 2231511"/>
              <a:gd name="connsiteX8" fmla="*/ 1273738 w 1981063"/>
              <a:gd name="connsiteY8" fmla="*/ 260983 h 2231511"/>
              <a:gd name="connsiteX9" fmla="*/ 1031041 w 1981063"/>
              <a:gd name="connsiteY9" fmla="*/ 593310 h 2231511"/>
              <a:gd name="connsiteX10" fmla="*/ 816633 w 1981063"/>
              <a:gd name="connsiteY10" fmla="*/ 867439 h 2231511"/>
              <a:gd name="connsiteX11" fmla="*/ 479657 w 1981063"/>
              <a:gd name="connsiteY11" fmla="*/ 1379983 h 2231511"/>
              <a:gd name="connsiteX12" fmla="*/ 9264 w 1981063"/>
              <a:gd name="connsiteY12" fmla="*/ 1839778 h 2231511"/>
              <a:gd name="connsiteX13" fmla="*/ 196899 w 1981063"/>
              <a:gd name="connsiteY13" fmla="*/ 2231511 h 2231511"/>
              <a:gd name="connsiteX0" fmla="*/ 1971799 w 1971799"/>
              <a:gd name="connsiteY0" fmla="*/ 1509561 h 1839778"/>
              <a:gd name="connsiteX1" fmla="*/ 1751490 w 1971799"/>
              <a:gd name="connsiteY1" fmla="*/ 1174512 h 1839778"/>
              <a:gd name="connsiteX2" fmla="*/ 1577084 w 1971799"/>
              <a:gd name="connsiteY2" fmla="*/ 701228 h 1839778"/>
              <a:gd name="connsiteX3" fmla="*/ 1767026 w 1971799"/>
              <a:gd name="connsiteY3" fmla="*/ 405187 h 1839778"/>
              <a:gd name="connsiteX4" fmla="*/ 1841263 w 1971799"/>
              <a:gd name="connsiteY4" fmla="*/ 210957 h 1839778"/>
              <a:gd name="connsiteX5" fmla="*/ 1764985 w 1971799"/>
              <a:gd name="connsiteY5" fmla="*/ 14821 h 1839778"/>
              <a:gd name="connsiteX6" fmla="*/ 1575370 w 1971799"/>
              <a:gd name="connsiteY6" fmla="*/ 16762 h 1839778"/>
              <a:gd name="connsiteX7" fmla="*/ 1454021 w 1971799"/>
              <a:gd name="connsiteY7" fmla="*/ 40003 h 1839778"/>
              <a:gd name="connsiteX8" fmla="*/ 1264474 w 1971799"/>
              <a:gd name="connsiteY8" fmla="*/ 260983 h 1839778"/>
              <a:gd name="connsiteX9" fmla="*/ 1021777 w 1971799"/>
              <a:gd name="connsiteY9" fmla="*/ 593310 h 1839778"/>
              <a:gd name="connsiteX10" fmla="*/ 807369 w 1971799"/>
              <a:gd name="connsiteY10" fmla="*/ 867439 h 1839778"/>
              <a:gd name="connsiteX11" fmla="*/ 470393 w 1971799"/>
              <a:gd name="connsiteY11" fmla="*/ 1379983 h 1839778"/>
              <a:gd name="connsiteX12" fmla="*/ 0 w 1971799"/>
              <a:gd name="connsiteY12" fmla="*/ 1839778 h 1839778"/>
              <a:gd name="connsiteX0" fmla="*/ 1517333 w 1517333"/>
              <a:gd name="connsiteY0" fmla="*/ 1509561 h 1509561"/>
              <a:gd name="connsiteX1" fmla="*/ 1297024 w 1517333"/>
              <a:gd name="connsiteY1" fmla="*/ 1174512 h 1509561"/>
              <a:gd name="connsiteX2" fmla="*/ 1122618 w 1517333"/>
              <a:gd name="connsiteY2" fmla="*/ 701228 h 1509561"/>
              <a:gd name="connsiteX3" fmla="*/ 1312560 w 1517333"/>
              <a:gd name="connsiteY3" fmla="*/ 405187 h 1509561"/>
              <a:gd name="connsiteX4" fmla="*/ 1386797 w 1517333"/>
              <a:gd name="connsiteY4" fmla="*/ 210957 h 1509561"/>
              <a:gd name="connsiteX5" fmla="*/ 1310519 w 1517333"/>
              <a:gd name="connsiteY5" fmla="*/ 14821 h 1509561"/>
              <a:gd name="connsiteX6" fmla="*/ 1120904 w 1517333"/>
              <a:gd name="connsiteY6" fmla="*/ 16762 h 1509561"/>
              <a:gd name="connsiteX7" fmla="*/ 999555 w 1517333"/>
              <a:gd name="connsiteY7" fmla="*/ 40003 h 1509561"/>
              <a:gd name="connsiteX8" fmla="*/ 810008 w 1517333"/>
              <a:gd name="connsiteY8" fmla="*/ 260983 h 1509561"/>
              <a:gd name="connsiteX9" fmla="*/ 567311 w 1517333"/>
              <a:gd name="connsiteY9" fmla="*/ 593310 h 1509561"/>
              <a:gd name="connsiteX10" fmla="*/ 352903 w 1517333"/>
              <a:gd name="connsiteY10" fmla="*/ 867439 h 1509561"/>
              <a:gd name="connsiteX11" fmla="*/ 15927 w 1517333"/>
              <a:gd name="connsiteY11" fmla="*/ 1379983 h 1509561"/>
              <a:gd name="connsiteX0" fmla="*/ 1164430 w 1164430"/>
              <a:gd name="connsiteY0" fmla="*/ 1509561 h 1509561"/>
              <a:gd name="connsiteX1" fmla="*/ 944121 w 1164430"/>
              <a:gd name="connsiteY1" fmla="*/ 1174512 h 1509561"/>
              <a:gd name="connsiteX2" fmla="*/ 769715 w 1164430"/>
              <a:gd name="connsiteY2" fmla="*/ 701228 h 1509561"/>
              <a:gd name="connsiteX3" fmla="*/ 959657 w 1164430"/>
              <a:gd name="connsiteY3" fmla="*/ 405187 h 1509561"/>
              <a:gd name="connsiteX4" fmla="*/ 1033894 w 1164430"/>
              <a:gd name="connsiteY4" fmla="*/ 210957 h 1509561"/>
              <a:gd name="connsiteX5" fmla="*/ 957616 w 1164430"/>
              <a:gd name="connsiteY5" fmla="*/ 14821 h 1509561"/>
              <a:gd name="connsiteX6" fmla="*/ 768001 w 1164430"/>
              <a:gd name="connsiteY6" fmla="*/ 16762 h 1509561"/>
              <a:gd name="connsiteX7" fmla="*/ 646652 w 1164430"/>
              <a:gd name="connsiteY7" fmla="*/ 40003 h 1509561"/>
              <a:gd name="connsiteX8" fmla="*/ 457105 w 1164430"/>
              <a:gd name="connsiteY8" fmla="*/ 260983 h 1509561"/>
              <a:gd name="connsiteX9" fmla="*/ 214408 w 1164430"/>
              <a:gd name="connsiteY9" fmla="*/ 593310 h 1509561"/>
              <a:gd name="connsiteX10" fmla="*/ 0 w 1164430"/>
              <a:gd name="connsiteY10" fmla="*/ 867439 h 1509561"/>
              <a:gd name="connsiteX0" fmla="*/ 950022 w 950022"/>
              <a:gd name="connsiteY0" fmla="*/ 1509561 h 1509561"/>
              <a:gd name="connsiteX1" fmla="*/ 729713 w 950022"/>
              <a:gd name="connsiteY1" fmla="*/ 1174512 h 1509561"/>
              <a:gd name="connsiteX2" fmla="*/ 555307 w 950022"/>
              <a:gd name="connsiteY2" fmla="*/ 701228 h 1509561"/>
              <a:gd name="connsiteX3" fmla="*/ 745249 w 950022"/>
              <a:gd name="connsiteY3" fmla="*/ 405187 h 1509561"/>
              <a:gd name="connsiteX4" fmla="*/ 819486 w 950022"/>
              <a:gd name="connsiteY4" fmla="*/ 210957 h 1509561"/>
              <a:gd name="connsiteX5" fmla="*/ 743208 w 950022"/>
              <a:gd name="connsiteY5" fmla="*/ 14821 h 1509561"/>
              <a:gd name="connsiteX6" fmla="*/ 553593 w 950022"/>
              <a:gd name="connsiteY6" fmla="*/ 16762 h 1509561"/>
              <a:gd name="connsiteX7" fmla="*/ 432244 w 950022"/>
              <a:gd name="connsiteY7" fmla="*/ 40003 h 1509561"/>
              <a:gd name="connsiteX8" fmla="*/ 242697 w 950022"/>
              <a:gd name="connsiteY8" fmla="*/ 260983 h 1509561"/>
              <a:gd name="connsiteX9" fmla="*/ 0 w 950022"/>
              <a:gd name="connsiteY9" fmla="*/ 593310 h 1509561"/>
              <a:gd name="connsiteX0" fmla="*/ 950022 w 950022"/>
              <a:gd name="connsiteY0" fmla="*/ 1518071 h 1518071"/>
              <a:gd name="connsiteX1" fmla="*/ 729713 w 950022"/>
              <a:gd name="connsiteY1" fmla="*/ 1183022 h 1518071"/>
              <a:gd name="connsiteX2" fmla="*/ 555307 w 950022"/>
              <a:gd name="connsiteY2" fmla="*/ 709738 h 1518071"/>
              <a:gd name="connsiteX3" fmla="*/ 745249 w 950022"/>
              <a:gd name="connsiteY3" fmla="*/ 413697 h 1518071"/>
              <a:gd name="connsiteX4" fmla="*/ 819486 w 950022"/>
              <a:gd name="connsiteY4" fmla="*/ 219467 h 1518071"/>
              <a:gd name="connsiteX5" fmla="*/ 743208 w 950022"/>
              <a:gd name="connsiteY5" fmla="*/ 23331 h 1518071"/>
              <a:gd name="connsiteX6" fmla="*/ 553593 w 950022"/>
              <a:gd name="connsiteY6" fmla="*/ 25272 h 1518071"/>
              <a:gd name="connsiteX7" fmla="*/ 432244 w 950022"/>
              <a:gd name="connsiteY7" fmla="*/ 48513 h 1518071"/>
              <a:gd name="connsiteX8" fmla="*/ 0 w 950022"/>
              <a:gd name="connsiteY8" fmla="*/ 601820 h 1518071"/>
              <a:gd name="connsiteX0" fmla="*/ 517778 w 517778"/>
              <a:gd name="connsiteY0" fmla="*/ 1518071 h 1518071"/>
              <a:gd name="connsiteX1" fmla="*/ 297469 w 517778"/>
              <a:gd name="connsiteY1" fmla="*/ 1183022 h 1518071"/>
              <a:gd name="connsiteX2" fmla="*/ 123063 w 517778"/>
              <a:gd name="connsiteY2" fmla="*/ 709738 h 1518071"/>
              <a:gd name="connsiteX3" fmla="*/ 313005 w 517778"/>
              <a:gd name="connsiteY3" fmla="*/ 413697 h 1518071"/>
              <a:gd name="connsiteX4" fmla="*/ 387242 w 517778"/>
              <a:gd name="connsiteY4" fmla="*/ 219467 h 1518071"/>
              <a:gd name="connsiteX5" fmla="*/ 310964 w 517778"/>
              <a:gd name="connsiteY5" fmla="*/ 23331 h 1518071"/>
              <a:gd name="connsiteX6" fmla="*/ 121349 w 517778"/>
              <a:gd name="connsiteY6" fmla="*/ 25272 h 1518071"/>
              <a:gd name="connsiteX7" fmla="*/ 0 w 517778"/>
              <a:gd name="connsiteY7" fmla="*/ 48513 h 1518071"/>
              <a:gd name="connsiteX0" fmla="*/ 396429 w 396429"/>
              <a:gd name="connsiteY0" fmla="*/ 1509561 h 1509561"/>
              <a:gd name="connsiteX1" fmla="*/ 176120 w 396429"/>
              <a:gd name="connsiteY1" fmla="*/ 1174512 h 1509561"/>
              <a:gd name="connsiteX2" fmla="*/ 1714 w 396429"/>
              <a:gd name="connsiteY2" fmla="*/ 701228 h 1509561"/>
              <a:gd name="connsiteX3" fmla="*/ 191656 w 396429"/>
              <a:gd name="connsiteY3" fmla="*/ 405187 h 1509561"/>
              <a:gd name="connsiteX4" fmla="*/ 265893 w 396429"/>
              <a:gd name="connsiteY4" fmla="*/ 210957 h 1509561"/>
              <a:gd name="connsiteX5" fmla="*/ 189615 w 396429"/>
              <a:gd name="connsiteY5" fmla="*/ 14821 h 1509561"/>
              <a:gd name="connsiteX6" fmla="*/ 0 w 396429"/>
              <a:gd name="connsiteY6" fmla="*/ 16762 h 150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29" h="1509561">
                <a:moveTo>
                  <a:pt x="396429" y="1509561"/>
                </a:moveTo>
                <a:cubicBezTo>
                  <a:pt x="372301" y="1382485"/>
                  <a:pt x="268077" y="1286067"/>
                  <a:pt x="176120" y="1174512"/>
                </a:cubicBezTo>
                <a:cubicBezTo>
                  <a:pt x="84163" y="1062957"/>
                  <a:pt x="-11144" y="866773"/>
                  <a:pt x="1714" y="701228"/>
                </a:cubicBezTo>
                <a:cubicBezTo>
                  <a:pt x="9430" y="601311"/>
                  <a:pt x="147626" y="486899"/>
                  <a:pt x="191656" y="405187"/>
                </a:cubicBezTo>
                <a:cubicBezTo>
                  <a:pt x="235686" y="323475"/>
                  <a:pt x="265512" y="264678"/>
                  <a:pt x="265893" y="210957"/>
                </a:cubicBezTo>
                <a:cubicBezTo>
                  <a:pt x="266274" y="153997"/>
                  <a:pt x="233930" y="47187"/>
                  <a:pt x="189615" y="14821"/>
                </a:cubicBezTo>
                <a:cubicBezTo>
                  <a:pt x="145300" y="-17545"/>
                  <a:pt x="51827" y="12565"/>
                  <a:pt x="0" y="1676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2" name="Freeform: Shape 31">
            <a:extLst>
              <a:ext uri="{FF2B5EF4-FFF2-40B4-BE49-F238E27FC236}">
                <a16:creationId xmlns:a16="http://schemas.microsoft.com/office/drawing/2014/main" id="{EC2BC1FF-C2BF-2360-D4B6-C99935B94F59}"/>
              </a:ext>
            </a:extLst>
          </p:cNvPr>
          <p:cNvSpPr/>
          <p:nvPr userDrawn="1"/>
        </p:nvSpPr>
        <p:spPr>
          <a:xfrm rot="7288997" flipH="1">
            <a:off x="839716" y="4674211"/>
            <a:ext cx="427577" cy="2713646"/>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3044767 h 3044767"/>
              <a:gd name="connsiteX1" fmla="*/ 486918 w 810782"/>
              <a:gd name="connsiteY1" fmla="*/ 2017504 h 3044767"/>
              <a:gd name="connsiteX2" fmla="*/ 376809 w 810782"/>
              <a:gd name="connsiteY2" fmla="*/ 1732802 h 3044767"/>
              <a:gd name="connsiteX3" fmla="*/ 319373 w 810782"/>
              <a:gd name="connsiteY3" fmla="*/ 1498296 h 3044767"/>
              <a:gd name="connsiteX4" fmla="*/ 264319 w 810782"/>
              <a:gd name="connsiteY4" fmla="*/ 1203973 h 3044767"/>
              <a:gd name="connsiteX5" fmla="*/ 278702 w 810782"/>
              <a:gd name="connsiteY5" fmla="*/ 955180 h 3044767"/>
              <a:gd name="connsiteX6" fmla="*/ 302609 w 810782"/>
              <a:gd name="connsiteY6" fmla="*/ 809257 h 3044767"/>
              <a:gd name="connsiteX7" fmla="*/ 360045 w 810782"/>
              <a:gd name="connsiteY7" fmla="*/ 517316 h 3044767"/>
              <a:gd name="connsiteX8" fmla="*/ 386334 w 810782"/>
              <a:gd name="connsiteY8" fmla="*/ 306814 h 3044767"/>
              <a:gd name="connsiteX9" fmla="*/ 216378 w 810782"/>
              <a:gd name="connsiteY9" fmla="*/ 3897 h 3044767"/>
              <a:gd name="connsiteX10" fmla="*/ 0 w 810782"/>
              <a:gd name="connsiteY10" fmla="*/ 129934 h 3044767"/>
              <a:gd name="connsiteX0" fmla="*/ 1340281 w 1340281"/>
              <a:gd name="connsiteY0" fmla="*/ 3041555 h 3041555"/>
              <a:gd name="connsiteX1" fmla="*/ 1016417 w 1340281"/>
              <a:gd name="connsiteY1" fmla="*/ 2014292 h 3041555"/>
              <a:gd name="connsiteX2" fmla="*/ 906308 w 1340281"/>
              <a:gd name="connsiteY2" fmla="*/ 1729590 h 3041555"/>
              <a:gd name="connsiteX3" fmla="*/ 848872 w 1340281"/>
              <a:gd name="connsiteY3" fmla="*/ 1495084 h 3041555"/>
              <a:gd name="connsiteX4" fmla="*/ 793818 w 1340281"/>
              <a:gd name="connsiteY4" fmla="*/ 1200761 h 3041555"/>
              <a:gd name="connsiteX5" fmla="*/ 808201 w 1340281"/>
              <a:gd name="connsiteY5" fmla="*/ 951968 h 3041555"/>
              <a:gd name="connsiteX6" fmla="*/ 832108 w 1340281"/>
              <a:gd name="connsiteY6" fmla="*/ 806045 h 3041555"/>
              <a:gd name="connsiteX7" fmla="*/ 889544 w 1340281"/>
              <a:gd name="connsiteY7" fmla="*/ 514104 h 3041555"/>
              <a:gd name="connsiteX8" fmla="*/ 915833 w 1340281"/>
              <a:gd name="connsiteY8" fmla="*/ 303602 h 3041555"/>
              <a:gd name="connsiteX9" fmla="*/ 745877 w 1340281"/>
              <a:gd name="connsiteY9" fmla="*/ 685 h 3041555"/>
              <a:gd name="connsiteX10" fmla="*/ 0 w 1340281"/>
              <a:gd name="connsiteY10" fmla="*/ 912744 h 3041555"/>
              <a:gd name="connsiteX0" fmla="*/ 1293033 w 1293033"/>
              <a:gd name="connsiteY0" fmla="*/ 3041701 h 3041701"/>
              <a:gd name="connsiteX1" fmla="*/ 969169 w 1293033"/>
              <a:gd name="connsiteY1" fmla="*/ 2014438 h 3041701"/>
              <a:gd name="connsiteX2" fmla="*/ 859060 w 1293033"/>
              <a:gd name="connsiteY2" fmla="*/ 1729736 h 3041701"/>
              <a:gd name="connsiteX3" fmla="*/ 801624 w 1293033"/>
              <a:gd name="connsiteY3" fmla="*/ 1495230 h 3041701"/>
              <a:gd name="connsiteX4" fmla="*/ 746570 w 1293033"/>
              <a:gd name="connsiteY4" fmla="*/ 1200907 h 3041701"/>
              <a:gd name="connsiteX5" fmla="*/ 760953 w 1293033"/>
              <a:gd name="connsiteY5" fmla="*/ 952114 h 3041701"/>
              <a:gd name="connsiteX6" fmla="*/ 784860 w 1293033"/>
              <a:gd name="connsiteY6" fmla="*/ 806191 h 3041701"/>
              <a:gd name="connsiteX7" fmla="*/ 842296 w 1293033"/>
              <a:gd name="connsiteY7" fmla="*/ 514250 h 3041701"/>
              <a:gd name="connsiteX8" fmla="*/ 868585 w 1293033"/>
              <a:gd name="connsiteY8" fmla="*/ 303748 h 3041701"/>
              <a:gd name="connsiteX9" fmla="*/ 698629 w 1293033"/>
              <a:gd name="connsiteY9" fmla="*/ 831 h 3041701"/>
              <a:gd name="connsiteX10" fmla="*/ 0 w 1293033"/>
              <a:gd name="connsiteY10" fmla="*/ 744072 h 3041701"/>
              <a:gd name="connsiteX0" fmla="*/ 1293033 w 1293033"/>
              <a:gd name="connsiteY0" fmla="*/ 3041959 h 3041959"/>
              <a:gd name="connsiteX1" fmla="*/ 969169 w 1293033"/>
              <a:gd name="connsiteY1" fmla="*/ 2014696 h 3041959"/>
              <a:gd name="connsiteX2" fmla="*/ 859060 w 1293033"/>
              <a:gd name="connsiteY2" fmla="*/ 1729994 h 3041959"/>
              <a:gd name="connsiteX3" fmla="*/ 801624 w 1293033"/>
              <a:gd name="connsiteY3" fmla="*/ 1495488 h 3041959"/>
              <a:gd name="connsiteX4" fmla="*/ 746570 w 1293033"/>
              <a:gd name="connsiteY4" fmla="*/ 1201165 h 3041959"/>
              <a:gd name="connsiteX5" fmla="*/ 760953 w 1293033"/>
              <a:gd name="connsiteY5" fmla="*/ 952372 h 3041959"/>
              <a:gd name="connsiteX6" fmla="*/ 784860 w 1293033"/>
              <a:gd name="connsiteY6" fmla="*/ 806449 h 3041959"/>
              <a:gd name="connsiteX7" fmla="*/ 842296 w 1293033"/>
              <a:gd name="connsiteY7" fmla="*/ 514508 h 3041959"/>
              <a:gd name="connsiteX8" fmla="*/ 868585 w 1293033"/>
              <a:gd name="connsiteY8" fmla="*/ 304006 h 3041959"/>
              <a:gd name="connsiteX9" fmla="*/ 698629 w 1293033"/>
              <a:gd name="connsiteY9" fmla="*/ 1089 h 3041959"/>
              <a:gd name="connsiteX10" fmla="*/ 0 w 1293033"/>
              <a:gd name="connsiteY10" fmla="*/ 744330 h 3041959"/>
              <a:gd name="connsiteX0" fmla="*/ 1293033 w 1293033"/>
              <a:gd name="connsiteY0" fmla="*/ 3040870 h 3040870"/>
              <a:gd name="connsiteX1" fmla="*/ 969169 w 1293033"/>
              <a:gd name="connsiteY1" fmla="*/ 2013607 h 3040870"/>
              <a:gd name="connsiteX2" fmla="*/ 859060 w 1293033"/>
              <a:gd name="connsiteY2" fmla="*/ 1728905 h 3040870"/>
              <a:gd name="connsiteX3" fmla="*/ 801624 w 1293033"/>
              <a:gd name="connsiteY3" fmla="*/ 1494399 h 3040870"/>
              <a:gd name="connsiteX4" fmla="*/ 746570 w 1293033"/>
              <a:gd name="connsiteY4" fmla="*/ 1200076 h 3040870"/>
              <a:gd name="connsiteX5" fmla="*/ 760953 w 1293033"/>
              <a:gd name="connsiteY5" fmla="*/ 951283 h 3040870"/>
              <a:gd name="connsiteX6" fmla="*/ 784860 w 1293033"/>
              <a:gd name="connsiteY6" fmla="*/ 805360 h 3040870"/>
              <a:gd name="connsiteX7" fmla="*/ 842296 w 1293033"/>
              <a:gd name="connsiteY7" fmla="*/ 513419 h 3040870"/>
              <a:gd name="connsiteX8" fmla="*/ 868585 w 1293033"/>
              <a:gd name="connsiteY8" fmla="*/ 302917 h 3040870"/>
              <a:gd name="connsiteX9" fmla="*/ 698629 w 1293033"/>
              <a:gd name="connsiteY9" fmla="*/ 0 h 3040870"/>
              <a:gd name="connsiteX10" fmla="*/ 339188 w 1293033"/>
              <a:gd name="connsiteY10" fmla="*/ 287614 h 3040870"/>
              <a:gd name="connsiteX11" fmla="*/ 0 w 1293033"/>
              <a:gd name="connsiteY11" fmla="*/ 74324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0 w 2115242"/>
              <a:gd name="connsiteY11" fmla="*/ 195701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557798 w 2115242"/>
              <a:gd name="connsiteY11" fmla="*/ 1220052 h 3040870"/>
              <a:gd name="connsiteX12" fmla="*/ 0 w 2115242"/>
              <a:gd name="connsiteY12" fmla="*/ 1957011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0 w 2195910"/>
              <a:gd name="connsiteY12" fmla="*/ 2192434 h 3040870"/>
              <a:gd name="connsiteX0" fmla="*/ 2206738 w 2206738"/>
              <a:gd name="connsiteY0" fmla="*/ 3040870 h 3040870"/>
              <a:gd name="connsiteX1" fmla="*/ 1882874 w 2206738"/>
              <a:gd name="connsiteY1" fmla="*/ 2013607 h 3040870"/>
              <a:gd name="connsiteX2" fmla="*/ 1772765 w 2206738"/>
              <a:gd name="connsiteY2" fmla="*/ 1728905 h 3040870"/>
              <a:gd name="connsiteX3" fmla="*/ 1715329 w 2206738"/>
              <a:gd name="connsiteY3" fmla="*/ 1494399 h 3040870"/>
              <a:gd name="connsiteX4" fmla="*/ 1660275 w 2206738"/>
              <a:gd name="connsiteY4" fmla="*/ 1200076 h 3040870"/>
              <a:gd name="connsiteX5" fmla="*/ 1674658 w 2206738"/>
              <a:gd name="connsiteY5" fmla="*/ 951283 h 3040870"/>
              <a:gd name="connsiteX6" fmla="*/ 1698565 w 2206738"/>
              <a:gd name="connsiteY6" fmla="*/ 805360 h 3040870"/>
              <a:gd name="connsiteX7" fmla="*/ 1756001 w 2206738"/>
              <a:gd name="connsiteY7" fmla="*/ 513419 h 3040870"/>
              <a:gd name="connsiteX8" fmla="*/ 1782290 w 2206738"/>
              <a:gd name="connsiteY8" fmla="*/ 302917 h 3040870"/>
              <a:gd name="connsiteX9" fmla="*/ 1612334 w 2206738"/>
              <a:gd name="connsiteY9" fmla="*/ 0 h 3040870"/>
              <a:gd name="connsiteX10" fmla="*/ 1252893 w 2206738"/>
              <a:gd name="connsiteY10" fmla="*/ 287614 h 3040870"/>
              <a:gd name="connsiteX11" fmla="*/ 649294 w 2206738"/>
              <a:gd name="connsiteY11" fmla="*/ 1220052 h 3040870"/>
              <a:gd name="connsiteX12" fmla="*/ 10828 w 2206738"/>
              <a:gd name="connsiteY12" fmla="*/ 2192434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135150 w 2195910"/>
              <a:gd name="connsiteY12" fmla="*/ 1874577 h 3040870"/>
              <a:gd name="connsiteX13" fmla="*/ 0 w 2195910"/>
              <a:gd name="connsiteY13" fmla="*/ 2192434 h 3040870"/>
              <a:gd name="connsiteX0" fmla="*/ 2196078 w 2196078"/>
              <a:gd name="connsiteY0" fmla="*/ 3040870 h 3040870"/>
              <a:gd name="connsiteX1" fmla="*/ 1872214 w 2196078"/>
              <a:gd name="connsiteY1" fmla="*/ 2013607 h 3040870"/>
              <a:gd name="connsiteX2" fmla="*/ 1762105 w 2196078"/>
              <a:gd name="connsiteY2" fmla="*/ 1728905 h 3040870"/>
              <a:gd name="connsiteX3" fmla="*/ 1704669 w 2196078"/>
              <a:gd name="connsiteY3" fmla="*/ 1494399 h 3040870"/>
              <a:gd name="connsiteX4" fmla="*/ 1649615 w 2196078"/>
              <a:gd name="connsiteY4" fmla="*/ 1200076 h 3040870"/>
              <a:gd name="connsiteX5" fmla="*/ 1663998 w 2196078"/>
              <a:gd name="connsiteY5" fmla="*/ 951283 h 3040870"/>
              <a:gd name="connsiteX6" fmla="*/ 1687905 w 2196078"/>
              <a:gd name="connsiteY6" fmla="*/ 805360 h 3040870"/>
              <a:gd name="connsiteX7" fmla="*/ 1745341 w 2196078"/>
              <a:gd name="connsiteY7" fmla="*/ 513419 h 3040870"/>
              <a:gd name="connsiteX8" fmla="*/ 1771630 w 2196078"/>
              <a:gd name="connsiteY8" fmla="*/ 302917 h 3040870"/>
              <a:gd name="connsiteX9" fmla="*/ 1601674 w 2196078"/>
              <a:gd name="connsiteY9" fmla="*/ 0 h 3040870"/>
              <a:gd name="connsiteX10" fmla="*/ 1242233 w 2196078"/>
              <a:gd name="connsiteY10" fmla="*/ 287614 h 3040870"/>
              <a:gd name="connsiteX11" fmla="*/ 638634 w 2196078"/>
              <a:gd name="connsiteY11" fmla="*/ 1220052 h 3040870"/>
              <a:gd name="connsiteX12" fmla="*/ 135318 w 2196078"/>
              <a:gd name="connsiteY12" fmla="*/ 1874577 h 3040870"/>
              <a:gd name="connsiteX13" fmla="*/ 0 w 2196078"/>
              <a:gd name="connsiteY13" fmla="*/ 2631735 h 3040870"/>
              <a:gd name="connsiteX0" fmla="*/ 2214219 w 2214219"/>
              <a:gd name="connsiteY0" fmla="*/ 3040870 h 3040870"/>
              <a:gd name="connsiteX1" fmla="*/ 1890355 w 2214219"/>
              <a:gd name="connsiteY1" fmla="*/ 2013607 h 3040870"/>
              <a:gd name="connsiteX2" fmla="*/ 1780246 w 2214219"/>
              <a:gd name="connsiteY2" fmla="*/ 1728905 h 3040870"/>
              <a:gd name="connsiteX3" fmla="*/ 1722810 w 2214219"/>
              <a:gd name="connsiteY3" fmla="*/ 1494399 h 3040870"/>
              <a:gd name="connsiteX4" fmla="*/ 1667756 w 2214219"/>
              <a:gd name="connsiteY4" fmla="*/ 1200076 h 3040870"/>
              <a:gd name="connsiteX5" fmla="*/ 1682139 w 2214219"/>
              <a:gd name="connsiteY5" fmla="*/ 951283 h 3040870"/>
              <a:gd name="connsiteX6" fmla="*/ 1706046 w 2214219"/>
              <a:gd name="connsiteY6" fmla="*/ 805360 h 3040870"/>
              <a:gd name="connsiteX7" fmla="*/ 1763482 w 2214219"/>
              <a:gd name="connsiteY7" fmla="*/ 513419 h 3040870"/>
              <a:gd name="connsiteX8" fmla="*/ 1789771 w 2214219"/>
              <a:gd name="connsiteY8" fmla="*/ 302917 h 3040870"/>
              <a:gd name="connsiteX9" fmla="*/ 1619815 w 2214219"/>
              <a:gd name="connsiteY9" fmla="*/ 0 h 3040870"/>
              <a:gd name="connsiteX10" fmla="*/ 1260374 w 2214219"/>
              <a:gd name="connsiteY10" fmla="*/ 287614 h 3040870"/>
              <a:gd name="connsiteX11" fmla="*/ 656775 w 2214219"/>
              <a:gd name="connsiteY11" fmla="*/ 1220052 h 3040870"/>
              <a:gd name="connsiteX12" fmla="*/ 153459 w 2214219"/>
              <a:gd name="connsiteY12" fmla="*/ 1874577 h 3040870"/>
              <a:gd name="connsiteX13" fmla="*/ 18141 w 2214219"/>
              <a:gd name="connsiteY13" fmla="*/ 2631735 h 3040870"/>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06046 w 2214219"/>
              <a:gd name="connsiteY6" fmla="*/ 806797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63482 w 2214219"/>
              <a:gd name="connsiteY6" fmla="*/ 514856 h 3042307"/>
              <a:gd name="connsiteX7" fmla="*/ 1789771 w 2214219"/>
              <a:gd name="connsiteY7" fmla="*/ 304354 h 3042307"/>
              <a:gd name="connsiteX8" fmla="*/ 1619815 w 2214219"/>
              <a:gd name="connsiteY8" fmla="*/ 1437 h 3042307"/>
              <a:gd name="connsiteX9" fmla="*/ 1260374 w 2214219"/>
              <a:gd name="connsiteY9" fmla="*/ 289051 h 3042307"/>
              <a:gd name="connsiteX10" fmla="*/ 656775 w 2214219"/>
              <a:gd name="connsiteY10" fmla="*/ 1221489 h 3042307"/>
              <a:gd name="connsiteX11" fmla="*/ 153459 w 2214219"/>
              <a:gd name="connsiteY11" fmla="*/ 1876014 h 3042307"/>
              <a:gd name="connsiteX12" fmla="*/ 18141 w 2214219"/>
              <a:gd name="connsiteY12" fmla="*/ 2633172 h 3042307"/>
              <a:gd name="connsiteX0" fmla="*/ 2214219 w 2214219"/>
              <a:gd name="connsiteY0" fmla="*/ 3042307 h 3042307"/>
              <a:gd name="connsiteX1" fmla="*/ 2147268 w 2214219"/>
              <a:gd name="connsiteY1" fmla="*/ 2663787 h 3042307"/>
              <a:gd name="connsiteX2" fmla="*/ 1890355 w 2214219"/>
              <a:gd name="connsiteY2" fmla="*/ 2015044 h 3042307"/>
              <a:gd name="connsiteX3" fmla="*/ 1780246 w 2214219"/>
              <a:gd name="connsiteY3" fmla="*/ 1730342 h 3042307"/>
              <a:gd name="connsiteX4" fmla="*/ 1722810 w 2214219"/>
              <a:gd name="connsiteY4" fmla="*/ 1495836 h 3042307"/>
              <a:gd name="connsiteX5" fmla="*/ 1667756 w 2214219"/>
              <a:gd name="connsiteY5" fmla="*/ 1201513 h 3042307"/>
              <a:gd name="connsiteX6" fmla="*/ 1682139 w 2214219"/>
              <a:gd name="connsiteY6" fmla="*/ 952720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117678 w 2163891"/>
              <a:gd name="connsiteY0" fmla="*/ 3025631 h 3025631"/>
              <a:gd name="connsiteX1" fmla="*/ 2147268 w 2163891"/>
              <a:gd name="connsiteY1" fmla="*/ 2663787 h 3025631"/>
              <a:gd name="connsiteX2" fmla="*/ 1890355 w 2163891"/>
              <a:gd name="connsiteY2" fmla="*/ 2015044 h 3025631"/>
              <a:gd name="connsiteX3" fmla="*/ 1780246 w 2163891"/>
              <a:gd name="connsiteY3" fmla="*/ 1730342 h 3025631"/>
              <a:gd name="connsiteX4" fmla="*/ 1722810 w 2163891"/>
              <a:gd name="connsiteY4" fmla="*/ 1495836 h 3025631"/>
              <a:gd name="connsiteX5" fmla="*/ 1667756 w 2163891"/>
              <a:gd name="connsiteY5" fmla="*/ 1201513 h 3025631"/>
              <a:gd name="connsiteX6" fmla="*/ 1682139 w 2163891"/>
              <a:gd name="connsiteY6" fmla="*/ 952720 h 3025631"/>
              <a:gd name="connsiteX7" fmla="*/ 1763482 w 2163891"/>
              <a:gd name="connsiteY7" fmla="*/ 514856 h 3025631"/>
              <a:gd name="connsiteX8" fmla="*/ 1789771 w 2163891"/>
              <a:gd name="connsiteY8" fmla="*/ 304354 h 3025631"/>
              <a:gd name="connsiteX9" fmla="*/ 1619815 w 2163891"/>
              <a:gd name="connsiteY9" fmla="*/ 1437 h 3025631"/>
              <a:gd name="connsiteX10" fmla="*/ 1260374 w 2163891"/>
              <a:gd name="connsiteY10" fmla="*/ 289051 h 3025631"/>
              <a:gd name="connsiteX11" fmla="*/ 656775 w 2163891"/>
              <a:gd name="connsiteY11" fmla="*/ 1221489 h 3025631"/>
              <a:gd name="connsiteX12" fmla="*/ 153459 w 2163891"/>
              <a:gd name="connsiteY12" fmla="*/ 1876014 h 3025631"/>
              <a:gd name="connsiteX13" fmla="*/ 18141 w 2163891"/>
              <a:gd name="connsiteY13" fmla="*/ 2633172 h 3025631"/>
              <a:gd name="connsiteX0" fmla="*/ 2117678 w 2177172"/>
              <a:gd name="connsiteY0" fmla="*/ 3025631 h 3025631"/>
              <a:gd name="connsiteX1" fmla="*/ 2147268 w 2177172"/>
              <a:gd name="connsiteY1" fmla="*/ 2663787 h 3025631"/>
              <a:gd name="connsiteX2" fmla="*/ 1890355 w 2177172"/>
              <a:gd name="connsiteY2" fmla="*/ 2015044 h 3025631"/>
              <a:gd name="connsiteX3" fmla="*/ 1780246 w 2177172"/>
              <a:gd name="connsiteY3" fmla="*/ 1730342 h 3025631"/>
              <a:gd name="connsiteX4" fmla="*/ 1722810 w 2177172"/>
              <a:gd name="connsiteY4" fmla="*/ 1495836 h 3025631"/>
              <a:gd name="connsiteX5" fmla="*/ 1667756 w 2177172"/>
              <a:gd name="connsiteY5" fmla="*/ 1201513 h 3025631"/>
              <a:gd name="connsiteX6" fmla="*/ 1682139 w 2177172"/>
              <a:gd name="connsiteY6" fmla="*/ 952720 h 3025631"/>
              <a:gd name="connsiteX7" fmla="*/ 1763482 w 2177172"/>
              <a:gd name="connsiteY7" fmla="*/ 514856 h 3025631"/>
              <a:gd name="connsiteX8" fmla="*/ 1789771 w 2177172"/>
              <a:gd name="connsiteY8" fmla="*/ 304354 h 3025631"/>
              <a:gd name="connsiteX9" fmla="*/ 1619815 w 2177172"/>
              <a:gd name="connsiteY9" fmla="*/ 1437 h 3025631"/>
              <a:gd name="connsiteX10" fmla="*/ 1260374 w 2177172"/>
              <a:gd name="connsiteY10" fmla="*/ 289051 h 3025631"/>
              <a:gd name="connsiteX11" fmla="*/ 656775 w 2177172"/>
              <a:gd name="connsiteY11" fmla="*/ 1221489 h 3025631"/>
              <a:gd name="connsiteX12" fmla="*/ 153459 w 2177172"/>
              <a:gd name="connsiteY12" fmla="*/ 1876014 h 3025631"/>
              <a:gd name="connsiteX13" fmla="*/ 18141 w 2177172"/>
              <a:gd name="connsiteY13" fmla="*/ 2633172 h 3025631"/>
              <a:gd name="connsiteX0" fmla="*/ 2117678 w 2172644"/>
              <a:gd name="connsiteY0" fmla="*/ 3025631 h 3025631"/>
              <a:gd name="connsiteX1" fmla="*/ 2147268 w 2172644"/>
              <a:gd name="connsiteY1" fmla="*/ 2663787 h 3025631"/>
              <a:gd name="connsiteX2" fmla="*/ 1890355 w 2172644"/>
              <a:gd name="connsiteY2" fmla="*/ 2015044 h 3025631"/>
              <a:gd name="connsiteX3" fmla="*/ 1780246 w 2172644"/>
              <a:gd name="connsiteY3" fmla="*/ 1730342 h 3025631"/>
              <a:gd name="connsiteX4" fmla="*/ 1722810 w 2172644"/>
              <a:gd name="connsiteY4" fmla="*/ 1495836 h 3025631"/>
              <a:gd name="connsiteX5" fmla="*/ 1667756 w 2172644"/>
              <a:gd name="connsiteY5" fmla="*/ 1201513 h 3025631"/>
              <a:gd name="connsiteX6" fmla="*/ 1682139 w 2172644"/>
              <a:gd name="connsiteY6" fmla="*/ 952720 h 3025631"/>
              <a:gd name="connsiteX7" fmla="*/ 1763482 w 2172644"/>
              <a:gd name="connsiteY7" fmla="*/ 514856 h 3025631"/>
              <a:gd name="connsiteX8" fmla="*/ 1789771 w 2172644"/>
              <a:gd name="connsiteY8" fmla="*/ 304354 h 3025631"/>
              <a:gd name="connsiteX9" fmla="*/ 1619815 w 2172644"/>
              <a:gd name="connsiteY9" fmla="*/ 1437 h 3025631"/>
              <a:gd name="connsiteX10" fmla="*/ 1260374 w 2172644"/>
              <a:gd name="connsiteY10" fmla="*/ 289051 h 3025631"/>
              <a:gd name="connsiteX11" fmla="*/ 656775 w 2172644"/>
              <a:gd name="connsiteY11" fmla="*/ 1221489 h 3025631"/>
              <a:gd name="connsiteX12" fmla="*/ 153459 w 2172644"/>
              <a:gd name="connsiteY12" fmla="*/ 1876014 h 3025631"/>
              <a:gd name="connsiteX13" fmla="*/ 18141 w 2172644"/>
              <a:gd name="connsiteY13" fmla="*/ 2633172 h 3025631"/>
              <a:gd name="connsiteX0" fmla="*/ 2322254 w 2377220"/>
              <a:gd name="connsiteY0" fmla="*/ 3025631 h 3025631"/>
              <a:gd name="connsiteX1" fmla="*/ 2351844 w 2377220"/>
              <a:gd name="connsiteY1" fmla="*/ 2663787 h 3025631"/>
              <a:gd name="connsiteX2" fmla="*/ 2094931 w 2377220"/>
              <a:gd name="connsiteY2" fmla="*/ 2015044 h 3025631"/>
              <a:gd name="connsiteX3" fmla="*/ 1984822 w 2377220"/>
              <a:gd name="connsiteY3" fmla="*/ 1730342 h 3025631"/>
              <a:gd name="connsiteX4" fmla="*/ 1927386 w 2377220"/>
              <a:gd name="connsiteY4" fmla="*/ 1495836 h 3025631"/>
              <a:gd name="connsiteX5" fmla="*/ 1872332 w 2377220"/>
              <a:gd name="connsiteY5" fmla="*/ 1201513 h 3025631"/>
              <a:gd name="connsiteX6" fmla="*/ 1886715 w 2377220"/>
              <a:gd name="connsiteY6" fmla="*/ 952720 h 3025631"/>
              <a:gd name="connsiteX7" fmla="*/ 1968058 w 2377220"/>
              <a:gd name="connsiteY7" fmla="*/ 514856 h 3025631"/>
              <a:gd name="connsiteX8" fmla="*/ 1994347 w 2377220"/>
              <a:gd name="connsiteY8" fmla="*/ 304354 h 3025631"/>
              <a:gd name="connsiteX9" fmla="*/ 1824391 w 2377220"/>
              <a:gd name="connsiteY9" fmla="*/ 1437 h 3025631"/>
              <a:gd name="connsiteX10" fmla="*/ 1464950 w 2377220"/>
              <a:gd name="connsiteY10" fmla="*/ 289051 h 3025631"/>
              <a:gd name="connsiteX11" fmla="*/ 861351 w 2377220"/>
              <a:gd name="connsiteY11" fmla="*/ 1221489 h 3025631"/>
              <a:gd name="connsiteX12" fmla="*/ 358035 w 2377220"/>
              <a:gd name="connsiteY12" fmla="*/ 1876014 h 3025631"/>
              <a:gd name="connsiteX13" fmla="*/ 7086 w 2377220"/>
              <a:gd name="connsiteY13" fmla="*/ 2545307 h 3025631"/>
              <a:gd name="connsiteX0" fmla="*/ 2325267 w 2380233"/>
              <a:gd name="connsiteY0" fmla="*/ 3025631 h 3025631"/>
              <a:gd name="connsiteX1" fmla="*/ 2354857 w 2380233"/>
              <a:gd name="connsiteY1" fmla="*/ 2663787 h 3025631"/>
              <a:gd name="connsiteX2" fmla="*/ 2097944 w 2380233"/>
              <a:gd name="connsiteY2" fmla="*/ 2015044 h 3025631"/>
              <a:gd name="connsiteX3" fmla="*/ 1987835 w 2380233"/>
              <a:gd name="connsiteY3" fmla="*/ 1730342 h 3025631"/>
              <a:gd name="connsiteX4" fmla="*/ 1930399 w 2380233"/>
              <a:gd name="connsiteY4" fmla="*/ 1495836 h 3025631"/>
              <a:gd name="connsiteX5" fmla="*/ 1875345 w 2380233"/>
              <a:gd name="connsiteY5" fmla="*/ 1201513 h 3025631"/>
              <a:gd name="connsiteX6" fmla="*/ 1889728 w 2380233"/>
              <a:gd name="connsiteY6" fmla="*/ 952720 h 3025631"/>
              <a:gd name="connsiteX7" fmla="*/ 1971071 w 2380233"/>
              <a:gd name="connsiteY7" fmla="*/ 514856 h 3025631"/>
              <a:gd name="connsiteX8" fmla="*/ 1997360 w 2380233"/>
              <a:gd name="connsiteY8" fmla="*/ 304354 h 3025631"/>
              <a:gd name="connsiteX9" fmla="*/ 1827404 w 2380233"/>
              <a:gd name="connsiteY9" fmla="*/ 1437 h 3025631"/>
              <a:gd name="connsiteX10" fmla="*/ 1467963 w 2380233"/>
              <a:gd name="connsiteY10" fmla="*/ 289051 h 3025631"/>
              <a:gd name="connsiteX11" fmla="*/ 864364 w 2380233"/>
              <a:gd name="connsiteY11" fmla="*/ 1221489 h 3025631"/>
              <a:gd name="connsiteX12" fmla="*/ 257106 w 2380233"/>
              <a:gd name="connsiteY12" fmla="*/ 1898563 h 3025631"/>
              <a:gd name="connsiteX13" fmla="*/ 10099 w 2380233"/>
              <a:gd name="connsiteY13" fmla="*/ 2545307 h 3025631"/>
              <a:gd name="connsiteX0" fmla="*/ 2427556 w 2441055"/>
              <a:gd name="connsiteY0" fmla="*/ 3237950 h 3237950"/>
              <a:gd name="connsiteX1" fmla="*/ 2354857 w 2441055"/>
              <a:gd name="connsiteY1" fmla="*/ 2663787 h 3237950"/>
              <a:gd name="connsiteX2" fmla="*/ 2097944 w 2441055"/>
              <a:gd name="connsiteY2" fmla="*/ 2015044 h 3237950"/>
              <a:gd name="connsiteX3" fmla="*/ 1987835 w 2441055"/>
              <a:gd name="connsiteY3" fmla="*/ 1730342 h 3237950"/>
              <a:gd name="connsiteX4" fmla="*/ 1930399 w 2441055"/>
              <a:gd name="connsiteY4" fmla="*/ 1495836 h 3237950"/>
              <a:gd name="connsiteX5" fmla="*/ 1875345 w 2441055"/>
              <a:gd name="connsiteY5" fmla="*/ 1201513 h 3237950"/>
              <a:gd name="connsiteX6" fmla="*/ 1889728 w 2441055"/>
              <a:gd name="connsiteY6" fmla="*/ 952720 h 3237950"/>
              <a:gd name="connsiteX7" fmla="*/ 1971071 w 2441055"/>
              <a:gd name="connsiteY7" fmla="*/ 514856 h 3237950"/>
              <a:gd name="connsiteX8" fmla="*/ 1997360 w 2441055"/>
              <a:gd name="connsiteY8" fmla="*/ 304354 h 3237950"/>
              <a:gd name="connsiteX9" fmla="*/ 1827404 w 2441055"/>
              <a:gd name="connsiteY9" fmla="*/ 1437 h 3237950"/>
              <a:gd name="connsiteX10" fmla="*/ 1467963 w 2441055"/>
              <a:gd name="connsiteY10" fmla="*/ 289051 h 3237950"/>
              <a:gd name="connsiteX11" fmla="*/ 864364 w 2441055"/>
              <a:gd name="connsiteY11" fmla="*/ 1221489 h 3237950"/>
              <a:gd name="connsiteX12" fmla="*/ 257106 w 2441055"/>
              <a:gd name="connsiteY12" fmla="*/ 1898563 h 3237950"/>
              <a:gd name="connsiteX13" fmla="*/ 10099 w 2441055"/>
              <a:gd name="connsiteY13" fmla="*/ 2545307 h 3237950"/>
              <a:gd name="connsiteX0" fmla="*/ 2210616 w 2356803"/>
              <a:gd name="connsiteY0" fmla="*/ 3186481 h 3186481"/>
              <a:gd name="connsiteX1" fmla="*/ 2354857 w 2356803"/>
              <a:gd name="connsiteY1" fmla="*/ 2663787 h 3186481"/>
              <a:gd name="connsiteX2" fmla="*/ 2097944 w 2356803"/>
              <a:gd name="connsiteY2" fmla="*/ 2015044 h 3186481"/>
              <a:gd name="connsiteX3" fmla="*/ 1987835 w 2356803"/>
              <a:gd name="connsiteY3" fmla="*/ 1730342 h 3186481"/>
              <a:gd name="connsiteX4" fmla="*/ 1930399 w 2356803"/>
              <a:gd name="connsiteY4" fmla="*/ 1495836 h 3186481"/>
              <a:gd name="connsiteX5" fmla="*/ 1875345 w 2356803"/>
              <a:gd name="connsiteY5" fmla="*/ 1201513 h 3186481"/>
              <a:gd name="connsiteX6" fmla="*/ 1889728 w 2356803"/>
              <a:gd name="connsiteY6" fmla="*/ 952720 h 3186481"/>
              <a:gd name="connsiteX7" fmla="*/ 1971071 w 2356803"/>
              <a:gd name="connsiteY7" fmla="*/ 514856 h 3186481"/>
              <a:gd name="connsiteX8" fmla="*/ 1997360 w 2356803"/>
              <a:gd name="connsiteY8" fmla="*/ 304354 h 3186481"/>
              <a:gd name="connsiteX9" fmla="*/ 1827404 w 2356803"/>
              <a:gd name="connsiteY9" fmla="*/ 1437 h 3186481"/>
              <a:gd name="connsiteX10" fmla="*/ 1467963 w 2356803"/>
              <a:gd name="connsiteY10" fmla="*/ 289051 h 3186481"/>
              <a:gd name="connsiteX11" fmla="*/ 864364 w 2356803"/>
              <a:gd name="connsiteY11" fmla="*/ 1221489 h 3186481"/>
              <a:gd name="connsiteX12" fmla="*/ 257106 w 2356803"/>
              <a:gd name="connsiteY12" fmla="*/ 1898563 h 3186481"/>
              <a:gd name="connsiteX13" fmla="*/ 10099 w 2356803"/>
              <a:gd name="connsiteY13" fmla="*/ 2545307 h 3186481"/>
              <a:gd name="connsiteX0" fmla="*/ 2210616 w 2355737"/>
              <a:gd name="connsiteY0" fmla="*/ 3186481 h 3186481"/>
              <a:gd name="connsiteX1" fmla="*/ 2354857 w 2355737"/>
              <a:gd name="connsiteY1" fmla="*/ 2663787 h 3186481"/>
              <a:gd name="connsiteX2" fmla="*/ 2257121 w 2355737"/>
              <a:gd name="connsiteY2" fmla="*/ 2035816 h 3186481"/>
              <a:gd name="connsiteX3" fmla="*/ 1987835 w 2355737"/>
              <a:gd name="connsiteY3" fmla="*/ 1730342 h 3186481"/>
              <a:gd name="connsiteX4" fmla="*/ 1930399 w 2355737"/>
              <a:gd name="connsiteY4" fmla="*/ 1495836 h 3186481"/>
              <a:gd name="connsiteX5" fmla="*/ 1875345 w 2355737"/>
              <a:gd name="connsiteY5" fmla="*/ 1201513 h 3186481"/>
              <a:gd name="connsiteX6" fmla="*/ 1889728 w 2355737"/>
              <a:gd name="connsiteY6" fmla="*/ 952720 h 3186481"/>
              <a:gd name="connsiteX7" fmla="*/ 1971071 w 2355737"/>
              <a:gd name="connsiteY7" fmla="*/ 514856 h 3186481"/>
              <a:gd name="connsiteX8" fmla="*/ 1997360 w 2355737"/>
              <a:gd name="connsiteY8" fmla="*/ 304354 h 3186481"/>
              <a:gd name="connsiteX9" fmla="*/ 1827404 w 2355737"/>
              <a:gd name="connsiteY9" fmla="*/ 1437 h 3186481"/>
              <a:gd name="connsiteX10" fmla="*/ 1467963 w 2355737"/>
              <a:gd name="connsiteY10" fmla="*/ 289051 h 3186481"/>
              <a:gd name="connsiteX11" fmla="*/ 864364 w 2355737"/>
              <a:gd name="connsiteY11" fmla="*/ 1221489 h 3186481"/>
              <a:gd name="connsiteX12" fmla="*/ 257106 w 2355737"/>
              <a:gd name="connsiteY12" fmla="*/ 1898563 h 3186481"/>
              <a:gd name="connsiteX13" fmla="*/ 10099 w 2355737"/>
              <a:gd name="connsiteY13" fmla="*/ 2545307 h 3186481"/>
              <a:gd name="connsiteX0" fmla="*/ 2210616 w 2355737"/>
              <a:gd name="connsiteY0" fmla="*/ 3186481 h 3186481"/>
              <a:gd name="connsiteX1" fmla="*/ 2354857 w 2355737"/>
              <a:gd name="connsiteY1" fmla="*/ 2663787 h 3186481"/>
              <a:gd name="connsiteX2" fmla="*/ 2257121 w 2355737"/>
              <a:gd name="connsiteY2" fmla="*/ 2035816 h 3186481"/>
              <a:gd name="connsiteX3" fmla="*/ 1987835 w 2355737"/>
              <a:gd name="connsiteY3" fmla="*/ 1730342 h 3186481"/>
              <a:gd name="connsiteX4" fmla="*/ 2062551 w 2355737"/>
              <a:gd name="connsiteY4" fmla="*/ 1537200 h 3186481"/>
              <a:gd name="connsiteX5" fmla="*/ 1875345 w 2355737"/>
              <a:gd name="connsiteY5" fmla="*/ 1201513 h 3186481"/>
              <a:gd name="connsiteX6" fmla="*/ 1889728 w 2355737"/>
              <a:gd name="connsiteY6" fmla="*/ 952720 h 3186481"/>
              <a:gd name="connsiteX7" fmla="*/ 1971071 w 2355737"/>
              <a:gd name="connsiteY7" fmla="*/ 514856 h 3186481"/>
              <a:gd name="connsiteX8" fmla="*/ 1997360 w 2355737"/>
              <a:gd name="connsiteY8" fmla="*/ 304354 h 3186481"/>
              <a:gd name="connsiteX9" fmla="*/ 1827404 w 2355737"/>
              <a:gd name="connsiteY9" fmla="*/ 1437 h 3186481"/>
              <a:gd name="connsiteX10" fmla="*/ 1467963 w 2355737"/>
              <a:gd name="connsiteY10" fmla="*/ 289051 h 3186481"/>
              <a:gd name="connsiteX11" fmla="*/ 864364 w 2355737"/>
              <a:gd name="connsiteY11" fmla="*/ 1221489 h 3186481"/>
              <a:gd name="connsiteX12" fmla="*/ 257106 w 2355737"/>
              <a:gd name="connsiteY12" fmla="*/ 1898563 h 3186481"/>
              <a:gd name="connsiteX13" fmla="*/ 10099 w 2355737"/>
              <a:gd name="connsiteY13" fmla="*/ 2545307 h 3186481"/>
              <a:gd name="connsiteX0" fmla="*/ 2210616 w 2355393"/>
              <a:gd name="connsiteY0" fmla="*/ 3186481 h 3186481"/>
              <a:gd name="connsiteX1" fmla="*/ 2354857 w 2355393"/>
              <a:gd name="connsiteY1" fmla="*/ 2663787 h 3186481"/>
              <a:gd name="connsiteX2" fmla="*/ 2257121 w 2355393"/>
              <a:gd name="connsiteY2" fmla="*/ 2035816 h 3186481"/>
              <a:gd name="connsiteX3" fmla="*/ 2191815 w 2355393"/>
              <a:gd name="connsiteY3" fmla="*/ 1778101 h 3186481"/>
              <a:gd name="connsiteX4" fmla="*/ 2062551 w 2355393"/>
              <a:gd name="connsiteY4" fmla="*/ 1537200 h 3186481"/>
              <a:gd name="connsiteX5" fmla="*/ 1875345 w 2355393"/>
              <a:gd name="connsiteY5" fmla="*/ 1201513 h 3186481"/>
              <a:gd name="connsiteX6" fmla="*/ 1889728 w 2355393"/>
              <a:gd name="connsiteY6" fmla="*/ 952720 h 3186481"/>
              <a:gd name="connsiteX7" fmla="*/ 1971071 w 2355393"/>
              <a:gd name="connsiteY7" fmla="*/ 514856 h 3186481"/>
              <a:gd name="connsiteX8" fmla="*/ 1997360 w 2355393"/>
              <a:gd name="connsiteY8" fmla="*/ 304354 h 3186481"/>
              <a:gd name="connsiteX9" fmla="*/ 1827404 w 2355393"/>
              <a:gd name="connsiteY9" fmla="*/ 1437 h 3186481"/>
              <a:gd name="connsiteX10" fmla="*/ 1467963 w 2355393"/>
              <a:gd name="connsiteY10" fmla="*/ 289051 h 3186481"/>
              <a:gd name="connsiteX11" fmla="*/ 864364 w 2355393"/>
              <a:gd name="connsiteY11" fmla="*/ 1221489 h 3186481"/>
              <a:gd name="connsiteX12" fmla="*/ 257106 w 2355393"/>
              <a:gd name="connsiteY12" fmla="*/ 1898563 h 3186481"/>
              <a:gd name="connsiteX13" fmla="*/ 10099 w 2355393"/>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1971071 w 2354895"/>
              <a:gd name="connsiteY7" fmla="*/ 514856 h 3186481"/>
              <a:gd name="connsiteX8" fmla="*/ 1997360 w 2354895"/>
              <a:gd name="connsiteY8" fmla="*/ 304354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1971071 w 2354895"/>
              <a:gd name="connsiteY7" fmla="*/ 514856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2119397 w 2354895"/>
              <a:gd name="connsiteY7" fmla="*/ 589179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864364 w 2354895"/>
              <a:gd name="connsiteY11" fmla="*/ 1221489 h 3186481"/>
              <a:gd name="connsiteX12" fmla="*/ 257106 w 2354895"/>
              <a:gd name="connsiteY12" fmla="*/ 1898563 h 3186481"/>
              <a:gd name="connsiteX13" fmla="*/ 10099 w 2354895"/>
              <a:gd name="connsiteY13" fmla="*/ 2545307 h 3186481"/>
              <a:gd name="connsiteX0" fmla="*/ 2210616 w 2354895"/>
              <a:gd name="connsiteY0" fmla="*/ 3186481 h 3186481"/>
              <a:gd name="connsiteX1" fmla="*/ 2354857 w 2354895"/>
              <a:gd name="connsiteY1" fmla="*/ 2663787 h 3186481"/>
              <a:gd name="connsiteX2" fmla="*/ 2196543 w 2354895"/>
              <a:gd name="connsiteY2" fmla="*/ 2131791 h 3186481"/>
              <a:gd name="connsiteX3" fmla="*/ 2191815 w 2354895"/>
              <a:gd name="connsiteY3" fmla="*/ 1778101 h 3186481"/>
              <a:gd name="connsiteX4" fmla="*/ 2062551 w 2354895"/>
              <a:gd name="connsiteY4" fmla="*/ 1537200 h 3186481"/>
              <a:gd name="connsiteX5" fmla="*/ 1875345 w 2354895"/>
              <a:gd name="connsiteY5" fmla="*/ 1201513 h 3186481"/>
              <a:gd name="connsiteX6" fmla="*/ 1889728 w 2354895"/>
              <a:gd name="connsiteY6" fmla="*/ 952720 h 3186481"/>
              <a:gd name="connsiteX7" fmla="*/ 2119397 w 2354895"/>
              <a:gd name="connsiteY7" fmla="*/ 589179 h 3186481"/>
              <a:gd name="connsiteX8" fmla="*/ 2145336 w 2354895"/>
              <a:gd name="connsiteY8" fmla="*/ 318380 h 3186481"/>
              <a:gd name="connsiteX9" fmla="*/ 1827404 w 2354895"/>
              <a:gd name="connsiteY9" fmla="*/ 1437 h 3186481"/>
              <a:gd name="connsiteX10" fmla="*/ 1467963 w 2354895"/>
              <a:gd name="connsiteY10" fmla="*/ 289051 h 3186481"/>
              <a:gd name="connsiteX11" fmla="*/ 739018 w 2354895"/>
              <a:gd name="connsiteY11" fmla="*/ 1207605 h 3186481"/>
              <a:gd name="connsiteX12" fmla="*/ 257106 w 2354895"/>
              <a:gd name="connsiteY12" fmla="*/ 1898563 h 3186481"/>
              <a:gd name="connsiteX13" fmla="*/ 10099 w 2354895"/>
              <a:gd name="connsiteY13" fmla="*/ 2545307 h 3186481"/>
              <a:gd name="connsiteX0" fmla="*/ 2208097 w 2352376"/>
              <a:gd name="connsiteY0" fmla="*/ 3186481 h 3186481"/>
              <a:gd name="connsiteX1" fmla="*/ 2352338 w 2352376"/>
              <a:gd name="connsiteY1" fmla="*/ 2663787 h 3186481"/>
              <a:gd name="connsiteX2" fmla="*/ 2194024 w 2352376"/>
              <a:gd name="connsiteY2" fmla="*/ 2131791 h 3186481"/>
              <a:gd name="connsiteX3" fmla="*/ 2189296 w 2352376"/>
              <a:gd name="connsiteY3" fmla="*/ 1778101 h 3186481"/>
              <a:gd name="connsiteX4" fmla="*/ 2060032 w 2352376"/>
              <a:gd name="connsiteY4" fmla="*/ 1537200 h 3186481"/>
              <a:gd name="connsiteX5" fmla="*/ 1872826 w 2352376"/>
              <a:gd name="connsiteY5" fmla="*/ 1201513 h 3186481"/>
              <a:gd name="connsiteX6" fmla="*/ 1887209 w 2352376"/>
              <a:gd name="connsiteY6" fmla="*/ 952720 h 3186481"/>
              <a:gd name="connsiteX7" fmla="*/ 2116878 w 2352376"/>
              <a:gd name="connsiteY7" fmla="*/ 589179 h 3186481"/>
              <a:gd name="connsiteX8" fmla="*/ 2142817 w 2352376"/>
              <a:gd name="connsiteY8" fmla="*/ 318380 h 3186481"/>
              <a:gd name="connsiteX9" fmla="*/ 1824885 w 2352376"/>
              <a:gd name="connsiteY9" fmla="*/ 1437 h 3186481"/>
              <a:gd name="connsiteX10" fmla="*/ 1465444 w 2352376"/>
              <a:gd name="connsiteY10" fmla="*/ 289051 h 3186481"/>
              <a:gd name="connsiteX11" fmla="*/ 736499 w 2352376"/>
              <a:gd name="connsiteY11" fmla="*/ 1207605 h 3186481"/>
              <a:gd name="connsiteX12" fmla="*/ 335958 w 2352376"/>
              <a:gd name="connsiteY12" fmla="*/ 1822002 h 3186481"/>
              <a:gd name="connsiteX13" fmla="*/ 7580 w 2352376"/>
              <a:gd name="connsiteY13" fmla="*/ 2545307 h 3186481"/>
              <a:gd name="connsiteX0" fmla="*/ 2211585 w 2355864"/>
              <a:gd name="connsiteY0" fmla="*/ 3186481 h 3186481"/>
              <a:gd name="connsiteX1" fmla="*/ 2355826 w 2355864"/>
              <a:gd name="connsiteY1" fmla="*/ 2663787 h 3186481"/>
              <a:gd name="connsiteX2" fmla="*/ 2197512 w 2355864"/>
              <a:gd name="connsiteY2" fmla="*/ 2131791 h 3186481"/>
              <a:gd name="connsiteX3" fmla="*/ 2192784 w 2355864"/>
              <a:gd name="connsiteY3" fmla="*/ 1778101 h 3186481"/>
              <a:gd name="connsiteX4" fmla="*/ 2063520 w 2355864"/>
              <a:gd name="connsiteY4" fmla="*/ 1537200 h 3186481"/>
              <a:gd name="connsiteX5" fmla="*/ 1876314 w 2355864"/>
              <a:gd name="connsiteY5" fmla="*/ 1201513 h 3186481"/>
              <a:gd name="connsiteX6" fmla="*/ 1890697 w 2355864"/>
              <a:gd name="connsiteY6" fmla="*/ 952720 h 3186481"/>
              <a:gd name="connsiteX7" fmla="*/ 2120366 w 2355864"/>
              <a:gd name="connsiteY7" fmla="*/ 589179 h 3186481"/>
              <a:gd name="connsiteX8" fmla="*/ 2146305 w 2355864"/>
              <a:gd name="connsiteY8" fmla="*/ 318380 h 3186481"/>
              <a:gd name="connsiteX9" fmla="*/ 1828373 w 2355864"/>
              <a:gd name="connsiteY9" fmla="*/ 1437 h 3186481"/>
              <a:gd name="connsiteX10" fmla="*/ 1468932 w 2355864"/>
              <a:gd name="connsiteY10" fmla="*/ 289051 h 3186481"/>
              <a:gd name="connsiteX11" fmla="*/ 739987 w 2355864"/>
              <a:gd name="connsiteY11" fmla="*/ 1207605 h 3186481"/>
              <a:gd name="connsiteX12" fmla="*/ 339446 w 2355864"/>
              <a:gd name="connsiteY12" fmla="*/ 1822002 h 3186481"/>
              <a:gd name="connsiteX13" fmla="*/ 11068 w 2355864"/>
              <a:gd name="connsiteY13" fmla="*/ 2545307 h 3186481"/>
              <a:gd name="connsiteX0" fmla="*/ 2211585 w 2355864"/>
              <a:gd name="connsiteY0" fmla="*/ 3188190 h 3188190"/>
              <a:gd name="connsiteX1" fmla="*/ 2355826 w 2355864"/>
              <a:gd name="connsiteY1" fmla="*/ 2665496 h 3188190"/>
              <a:gd name="connsiteX2" fmla="*/ 2197512 w 2355864"/>
              <a:gd name="connsiteY2" fmla="*/ 2133500 h 3188190"/>
              <a:gd name="connsiteX3" fmla="*/ 2192784 w 2355864"/>
              <a:gd name="connsiteY3" fmla="*/ 1779810 h 3188190"/>
              <a:gd name="connsiteX4" fmla="*/ 2063520 w 2355864"/>
              <a:gd name="connsiteY4" fmla="*/ 1538909 h 3188190"/>
              <a:gd name="connsiteX5" fmla="*/ 1876314 w 2355864"/>
              <a:gd name="connsiteY5" fmla="*/ 1203222 h 3188190"/>
              <a:gd name="connsiteX6" fmla="*/ 1890697 w 2355864"/>
              <a:gd name="connsiteY6" fmla="*/ 954429 h 3188190"/>
              <a:gd name="connsiteX7" fmla="*/ 2120366 w 2355864"/>
              <a:gd name="connsiteY7" fmla="*/ 590888 h 3188190"/>
              <a:gd name="connsiteX8" fmla="*/ 2146305 w 2355864"/>
              <a:gd name="connsiteY8" fmla="*/ 320089 h 3188190"/>
              <a:gd name="connsiteX9" fmla="*/ 1828373 w 2355864"/>
              <a:gd name="connsiteY9" fmla="*/ 3146 h 3188190"/>
              <a:gd name="connsiteX10" fmla="*/ 1480766 w 2355864"/>
              <a:gd name="connsiteY10" fmla="*/ 180151 h 3188190"/>
              <a:gd name="connsiteX11" fmla="*/ 739987 w 2355864"/>
              <a:gd name="connsiteY11" fmla="*/ 1209314 h 3188190"/>
              <a:gd name="connsiteX12" fmla="*/ 339446 w 2355864"/>
              <a:gd name="connsiteY12" fmla="*/ 1823711 h 3188190"/>
              <a:gd name="connsiteX13" fmla="*/ 11068 w 2355864"/>
              <a:gd name="connsiteY13" fmla="*/ 2547016 h 3188190"/>
              <a:gd name="connsiteX0" fmla="*/ 2355826 w 2355826"/>
              <a:gd name="connsiteY0" fmla="*/ 2665496 h 2665496"/>
              <a:gd name="connsiteX1" fmla="*/ 2197512 w 2355826"/>
              <a:gd name="connsiteY1" fmla="*/ 2133500 h 2665496"/>
              <a:gd name="connsiteX2" fmla="*/ 2192784 w 2355826"/>
              <a:gd name="connsiteY2" fmla="*/ 1779810 h 2665496"/>
              <a:gd name="connsiteX3" fmla="*/ 2063520 w 2355826"/>
              <a:gd name="connsiteY3" fmla="*/ 1538909 h 2665496"/>
              <a:gd name="connsiteX4" fmla="*/ 1876314 w 2355826"/>
              <a:gd name="connsiteY4" fmla="*/ 1203222 h 2665496"/>
              <a:gd name="connsiteX5" fmla="*/ 1890697 w 2355826"/>
              <a:gd name="connsiteY5" fmla="*/ 954429 h 2665496"/>
              <a:gd name="connsiteX6" fmla="*/ 2120366 w 2355826"/>
              <a:gd name="connsiteY6" fmla="*/ 590888 h 2665496"/>
              <a:gd name="connsiteX7" fmla="*/ 2146305 w 2355826"/>
              <a:gd name="connsiteY7" fmla="*/ 320089 h 2665496"/>
              <a:gd name="connsiteX8" fmla="*/ 1828373 w 2355826"/>
              <a:gd name="connsiteY8" fmla="*/ 3146 h 2665496"/>
              <a:gd name="connsiteX9" fmla="*/ 1480766 w 2355826"/>
              <a:gd name="connsiteY9" fmla="*/ 180151 h 2665496"/>
              <a:gd name="connsiteX10" fmla="*/ 739987 w 2355826"/>
              <a:gd name="connsiteY10" fmla="*/ 1209314 h 2665496"/>
              <a:gd name="connsiteX11" fmla="*/ 339446 w 2355826"/>
              <a:gd name="connsiteY11" fmla="*/ 1823711 h 2665496"/>
              <a:gd name="connsiteX12" fmla="*/ 11068 w 2355826"/>
              <a:gd name="connsiteY12" fmla="*/ 2547016 h 2665496"/>
              <a:gd name="connsiteX0" fmla="*/ 2197512 w 2199263"/>
              <a:gd name="connsiteY0" fmla="*/ 2133500 h 2547016"/>
              <a:gd name="connsiteX1" fmla="*/ 2192784 w 2199263"/>
              <a:gd name="connsiteY1" fmla="*/ 1779810 h 2547016"/>
              <a:gd name="connsiteX2" fmla="*/ 2063520 w 2199263"/>
              <a:gd name="connsiteY2" fmla="*/ 1538909 h 2547016"/>
              <a:gd name="connsiteX3" fmla="*/ 1876314 w 2199263"/>
              <a:gd name="connsiteY3" fmla="*/ 1203222 h 2547016"/>
              <a:gd name="connsiteX4" fmla="*/ 1890697 w 2199263"/>
              <a:gd name="connsiteY4" fmla="*/ 954429 h 2547016"/>
              <a:gd name="connsiteX5" fmla="*/ 2120366 w 2199263"/>
              <a:gd name="connsiteY5" fmla="*/ 590888 h 2547016"/>
              <a:gd name="connsiteX6" fmla="*/ 2146305 w 2199263"/>
              <a:gd name="connsiteY6" fmla="*/ 320089 h 2547016"/>
              <a:gd name="connsiteX7" fmla="*/ 1828373 w 2199263"/>
              <a:gd name="connsiteY7" fmla="*/ 3146 h 2547016"/>
              <a:gd name="connsiteX8" fmla="*/ 1480766 w 2199263"/>
              <a:gd name="connsiteY8" fmla="*/ 180151 h 2547016"/>
              <a:gd name="connsiteX9" fmla="*/ 739987 w 2199263"/>
              <a:gd name="connsiteY9" fmla="*/ 1209314 h 2547016"/>
              <a:gd name="connsiteX10" fmla="*/ 339446 w 2199263"/>
              <a:gd name="connsiteY10" fmla="*/ 1823711 h 2547016"/>
              <a:gd name="connsiteX11" fmla="*/ 11068 w 2199263"/>
              <a:gd name="connsiteY11" fmla="*/ 2547016 h 2547016"/>
              <a:gd name="connsiteX0" fmla="*/ 2283980 w 2283980"/>
              <a:gd name="connsiteY0" fmla="*/ 1975185 h 2547016"/>
              <a:gd name="connsiteX1" fmla="*/ 2192784 w 2283980"/>
              <a:gd name="connsiteY1" fmla="*/ 1779810 h 2547016"/>
              <a:gd name="connsiteX2" fmla="*/ 2063520 w 2283980"/>
              <a:gd name="connsiteY2" fmla="*/ 1538909 h 2547016"/>
              <a:gd name="connsiteX3" fmla="*/ 1876314 w 2283980"/>
              <a:gd name="connsiteY3" fmla="*/ 1203222 h 2547016"/>
              <a:gd name="connsiteX4" fmla="*/ 1890697 w 2283980"/>
              <a:gd name="connsiteY4" fmla="*/ 954429 h 2547016"/>
              <a:gd name="connsiteX5" fmla="*/ 2120366 w 2283980"/>
              <a:gd name="connsiteY5" fmla="*/ 590888 h 2547016"/>
              <a:gd name="connsiteX6" fmla="*/ 2146305 w 2283980"/>
              <a:gd name="connsiteY6" fmla="*/ 320089 h 2547016"/>
              <a:gd name="connsiteX7" fmla="*/ 1828373 w 2283980"/>
              <a:gd name="connsiteY7" fmla="*/ 3146 h 2547016"/>
              <a:gd name="connsiteX8" fmla="*/ 1480766 w 2283980"/>
              <a:gd name="connsiteY8" fmla="*/ 180151 h 2547016"/>
              <a:gd name="connsiteX9" fmla="*/ 739987 w 2283980"/>
              <a:gd name="connsiteY9" fmla="*/ 1209314 h 2547016"/>
              <a:gd name="connsiteX10" fmla="*/ 339446 w 2283980"/>
              <a:gd name="connsiteY10" fmla="*/ 1823711 h 2547016"/>
              <a:gd name="connsiteX11" fmla="*/ 11068 w 2283980"/>
              <a:gd name="connsiteY11" fmla="*/ 2547016 h 2547016"/>
              <a:gd name="connsiteX0" fmla="*/ 1944534 w 1944534"/>
              <a:gd name="connsiteY0" fmla="*/ 1975185 h 1975185"/>
              <a:gd name="connsiteX1" fmla="*/ 1853338 w 1944534"/>
              <a:gd name="connsiteY1" fmla="*/ 1779810 h 1975185"/>
              <a:gd name="connsiteX2" fmla="*/ 1724074 w 1944534"/>
              <a:gd name="connsiteY2" fmla="*/ 1538909 h 1975185"/>
              <a:gd name="connsiteX3" fmla="*/ 1536868 w 1944534"/>
              <a:gd name="connsiteY3" fmla="*/ 1203222 h 1975185"/>
              <a:gd name="connsiteX4" fmla="*/ 1551251 w 1944534"/>
              <a:gd name="connsiteY4" fmla="*/ 954429 h 1975185"/>
              <a:gd name="connsiteX5" fmla="*/ 1780920 w 1944534"/>
              <a:gd name="connsiteY5" fmla="*/ 590888 h 1975185"/>
              <a:gd name="connsiteX6" fmla="*/ 1806859 w 1944534"/>
              <a:gd name="connsiteY6" fmla="*/ 320089 h 1975185"/>
              <a:gd name="connsiteX7" fmla="*/ 1488927 w 1944534"/>
              <a:gd name="connsiteY7" fmla="*/ 3146 h 1975185"/>
              <a:gd name="connsiteX8" fmla="*/ 1141320 w 1944534"/>
              <a:gd name="connsiteY8" fmla="*/ 180151 h 1975185"/>
              <a:gd name="connsiteX9" fmla="*/ 400541 w 1944534"/>
              <a:gd name="connsiteY9" fmla="*/ 1209314 h 1975185"/>
              <a:gd name="connsiteX10" fmla="*/ 0 w 1944534"/>
              <a:gd name="connsiteY10" fmla="*/ 1823711 h 1975185"/>
              <a:gd name="connsiteX0" fmla="*/ 1944534 w 1944534"/>
              <a:gd name="connsiteY0" fmla="*/ 1972039 h 1972039"/>
              <a:gd name="connsiteX1" fmla="*/ 1853338 w 1944534"/>
              <a:gd name="connsiteY1" fmla="*/ 1776664 h 1972039"/>
              <a:gd name="connsiteX2" fmla="*/ 1724074 w 1944534"/>
              <a:gd name="connsiteY2" fmla="*/ 1535763 h 1972039"/>
              <a:gd name="connsiteX3" fmla="*/ 1536868 w 1944534"/>
              <a:gd name="connsiteY3" fmla="*/ 1200076 h 1972039"/>
              <a:gd name="connsiteX4" fmla="*/ 1551251 w 1944534"/>
              <a:gd name="connsiteY4" fmla="*/ 951283 h 1972039"/>
              <a:gd name="connsiteX5" fmla="*/ 1780920 w 1944534"/>
              <a:gd name="connsiteY5" fmla="*/ 587742 h 1972039"/>
              <a:gd name="connsiteX6" fmla="*/ 1806859 w 1944534"/>
              <a:gd name="connsiteY6" fmla="*/ 316943 h 1972039"/>
              <a:gd name="connsiteX7" fmla="*/ 1488927 w 1944534"/>
              <a:gd name="connsiteY7" fmla="*/ 0 h 1972039"/>
              <a:gd name="connsiteX8" fmla="*/ 400541 w 1944534"/>
              <a:gd name="connsiteY8" fmla="*/ 1206168 h 1972039"/>
              <a:gd name="connsiteX9" fmla="*/ 0 w 1944534"/>
              <a:gd name="connsiteY9" fmla="*/ 1820565 h 1972039"/>
              <a:gd name="connsiteX0" fmla="*/ 1543993 w 1543993"/>
              <a:gd name="connsiteY0" fmla="*/ 1972039 h 1972039"/>
              <a:gd name="connsiteX1" fmla="*/ 1452797 w 1543993"/>
              <a:gd name="connsiteY1" fmla="*/ 1776664 h 1972039"/>
              <a:gd name="connsiteX2" fmla="*/ 1323533 w 1543993"/>
              <a:gd name="connsiteY2" fmla="*/ 1535763 h 1972039"/>
              <a:gd name="connsiteX3" fmla="*/ 1136327 w 1543993"/>
              <a:gd name="connsiteY3" fmla="*/ 1200076 h 1972039"/>
              <a:gd name="connsiteX4" fmla="*/ 1150710 w 1543993"/>
              <a:gd name="connsiteY4" fmla="*/ 951283 h 1972039"/>
              <a:gd name="connsiteX5" fmla="*/ 1380379 w 1543993"/>
              <a:gd name="connsiteY5" fmla="*/ 587742 h 1972039"/>
              <a:gd name="connsiteX6" fmla="*/ 1406318 w 1543993"/>
              <a:gd name="connsiteY6" fmla="*/ 316943 h 1972039"/>
              <a:gd name="connsiteX7" fmla="*/ 1088386 w 1543993"/>
              <a:gd name="connsiteY7" fmla="*/ 0 h 1972039"/>
              <a:gd name="connsiteX8" fmla="*/ 0 w 1543993"/>
              <a:gd name="connsiteY8" fmla="*/ 1206168 h 1972039"/>
              <a:gd name="connsiteX0" fmla="*/ 455607 w 455607"/>
              <a:gd name="connsiteY0" fmla="*/ 1972039 h 1972039"/>
              <a:gd name="connsiteX1" fmla="*/ 364411 w 455607"/>
              <a:gd name="connsiteY1" fmla="*/ 1776664 h 1972039"/>
              <a:gd name="connsiteX2" fmla="*/ 235147 w 455607"/>
              <a:gd name="connsiteY2" fmla="*/ 1535763 h 1972039"/>
              <a:gd name="connsiteX3" fmla="*/ 47941 w 455607"/>
              <a:gd name="connsiteY3" fmla="*/ 1200076 h 1972039"/>
              <a:gd name="connsiteX4" fmla="*/ 62324 w 455607"/>
              <a:gd name="connsiteY4" fmla="*/ 951283 h 1972039"/>
              <a:gd name="connsiteX5" fmla="*/ 291993 w 455607"/>
              <a:gd name="connsiteY5" fmla="*/ 587742 h 1972039"/>
              <a:gd name="connsiteX6" fmla="*/ 317932 w 455607"/>
              <a:gd name="connsiteY6" fmla="*/ 316943 h 1972039"/>
              <a:gd name="connsiteX7" fmla="*/ 0 w 455607"/>
              <a:gd name="connsiteY7" fmla="*/ 0 h 1972039"/>
              <a:gd name="connsiteX0" fmla="*/ 409326 w 409326"/>
              <a:gd name="connsiteY0" fmla="*/ 1932466 h 1932466"/>
              <a:gd name="connsiteX1" fmla="*/ 318130 w 409326"/>
              <a:gd name="connsiteY1" fmla="*/ 1737091 h 1932466"/>
              <a:gd name="connsiteX2" fmla="*/ 188866 w 409326"/>
              <a:gd name="connsiteY2" fmla="*/ 1496190 h 1932466"/>
              <a:gd name="connsiteX3" fmla="*/ 1660 w 409326"/>
              <a:gd name="connsiteY3" fmla="*/ 1160503 h 1932466"/>
              <a:gd name="connsiteX4" fmla="*/ 16043 w 409326"/>
              <a:gd name="connsiteY4" fmla="*/ 911710 h 1932466"/>
              <a:gd name="connsiteX5" fmla="*/ 245712 w 409326"/>
              <a:gd name="connsiteY5" fmla="*/ 548169 h 1932466"/>
              <a:gd name="connsiteX6" fmla="*/ 271651 w 409326"/>
              <a:gd name="connsiteY6" fmla="*/ 277370 h 1932466"/>
              <a:gd name="connsiteX7" fmla="*/ 40157 w 409326"/>
              <a:gd name="connsiteY7" fmla="*/ 0 h 1932466"/>
              <a:gd name="connsiteX0" fmla="*/ 409326 w 409326"/>
              <a:gd name="connsiteY0" fmla="*/ 1942084 h 1942084"/>
              <a:gd name="connsiteX1" fmla="*/ 318130 w 409326"/>
              <a:gd name="connsiteY1" fmla="*/ 1746709 h 1942084"/>
              <a:gd name="connsiteX2" fmla="*/ 188866 w 409326"/>
              <a:gd name="connsiteY2" fmla="*/ 1505808 h 1942084"/>
              <a:gd name="connsiteX3" fmla="*/ 1660 w 409326"/>
              <a:gd name="connsiteY3" fmla="*/ 1170121 h 1942084"/>
              <a:gd name="connsiteX4" fmla="*/ 16043 w 409326"/>
              <a:gd name="connsiteY4" fmla="*/ 921328 h 1942084"/>
              <a:gd name="connsiteX5" fmla="*/ 245712 w 409326"/>
              <a:gd name="connsiteY5" fmla="*/ 557787 h 1942084"/>
              <a:gd name="connsiteX6" fmla="*/ 271651 w 409326"/>
              <a:gd name="connsiteY6" fmla="*/ 286988 h 1942084"/>
              <a:gd name="connsiteX7" fmla="*/ 40157 w 409326"/>
              <a:gd name="connsiteY7" fmla="*/ 9618 h 194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326" h="1942084">
                <a:moveTo>
                  <a:pt x="409326" y="1942084"/>
                </a:moveTo>
                <a:cubicBezTo>
                  <a:pt x="382152" y="1794470"/>
                  <a:pt x="354873" y="1819422"/>
                  <a:pt x="318130" y="1746709"/>
                </a:cubicBezTo>
                <a:cubicBezTo>
                  <a:pt x="281387" y="1673996"/>
                  <a:pt x="207250" y="1584199"/>
                  <a:pt x="188866" y="1505808"/>
                </a:cubicBezTo>
                <a:cubicBezTo>
                  <a:pt x="165911" y="1408462"/>
                  <a:pt x="7851" y="1269944"/>
                  <a:pt x="1660" y="1170121"/>
                </a:cubicBezTo>
                <a:cubicBezTo>
                  <a:pt x="-3579" y="1086968"/>
                  <a:pt x="4232" y="1003815"/>
                  <a:pt x="16043" y="921328"/>
                </a:cubicBezTo>
                <a:cubicBezTo>
                  <a:pt x="31997" y="806885"/>
                  <a:pt x="203111" y="663510"/>
                  <a:pt x="245712" y="557787"/>
                </a:cubicBezTo>
                <a:cubicBezTo>
                  <a:pt x="288313" y="452064"/>
                  <a:pt x="275080" y="357854"/>
                  <a:pt x="271651" y="286988"/>
                </a:cubicBezTo>
                <a:cubicBezTo>
                  <a:pt x="251936" y="214053"/>
                  <a:pt x="175206" y="-53755"/>
                  <a:pt x="40157" y="961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3" name="Freeform: Shape 32">
            <a:extLst>
              <a:ext uri="{FF2B5EF4-FFF2-40B4-BE49-F238E27FC236}">
                <a16:creationId xmlns:a16="http://schemas.microsoft.com/office/drawing/2014/main" id="{45A8FCFE-25F7-6511-CF58-3CE1889C88A3}"/>
              </a:ext>
            </a:extLst>
          </p:cNvPr>
          <p:cNvSpPr/>
          <p:nvPr userDrawn="1"/>
        </p:nvSpPr>
        <p:spPr>
          <a:xfrm rot="6300227" flipH="1">
            <a:off x="4786848" y="5737065"/>
            <a:ext cx="732368" cy="1977941"/>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46006"/>
              <a:gd name="connsiteY0" fmla="*/ 1201963 h 1201963"/>
              <a:gd name="connsiteX1" fmla="*/ 325775 w 546006"/>
              <a:gd name="connsiteY1" fmla="*/ 1111630 h 1201963"/>
              <a:gd name="connsiteX2" fmla="*/ 499044 w 546006"/>
              <a:gd name="connsiteY2" fmla="*/ 818542 h 1201963"/>
              <a:gd name="connsiteX3" fmla="*/ 543749 w 546006"/>
              <a:gd name="connsiteY3" fmla="*/ 502801 h 1201963"/>
              <a:gd name="connsiteX4" fmla="*/ 537353 w 546006"/>
              <a:gd name="connsiteY4" fmla="*/ 341723 h 1201963"/>
              <a:gd name="connsiteX5" fmla="*/ 361979 w 546006"/>
              <a:gd name="connsiteY5" fmla="*/ 0 h 1201963"/>
              <a:gd name="connsiteX0" fmla="*/ 0 w 220231"/>
              <a:gd name="connsiteY0" fmla="*/ 1111630 h 1111630"/>
              <a:gd name="connsiteX1" fmla="*/ 173269 w 220231"/>
              <a:gd name="connsiteY1" fmla="*/ 818542 h 1111630"/>
              <a:gd name="connsiteX2" fmla="*/ 217974 w 220231"/>
              <a:gd name="connsiteY2" fmla="*/ 502801 h 1111630"/>
              <a:gd name="connsiteX3" fmla="*/ 211578 w 220231"/>
              <a:gd name="connsiteY3" fmla="*/ 341723 h 1111630"/>
              <a:gd name="connsiteX4" fmla="*/ 36204 w 220231"/>
              <a:gd name="connsiteY4" fmla="*/ 0 h 1111630"/>
              <a:gd name="connsiteX0" fmla="*/ 0 w 544128"/>
              <a:gd name="connsiteY0" fmla="*/ 1221748 h 1221749"/>
              <a:gd name="connsiteX1" fmla="*/ 485270 w 544128"/>
              <a:gd name="connsiteY1" fmla="*/ 818542 h 1221749"/>
              <a:gd name="connsiteX2" fmla="*/ 529975 w 544128"/>
              <a:gd name="connsiteY2" fmla="*/ 502801 h 1221749"/>
              <a:gd name="connsiteX3" fmla="*/ 523579 w 544128"/>
              <a:gd name="connsiteY3" fmla="*/ 341723 h 1221749"/>
              <a:gd name="connsiteX4" fmla="*/ 348205 w 544128"/>
              <a:gd name="connsiteY4" fmla="*/ 0 h 1221749"/>
              <a:gd name="connsiteX0" fmla="*/ 0 w 544128"/>
              <a:gd name="connsiteY0" fmla="*/ 1221748 h 1273490"/>
              <a:gd name="connsiteX1" fmla="*/ 485270 w 544128"/>
              <a:gd name="connsiteY1" fmla="*/ 818542 h 1273490"/>
              <a:gd name="connsiteX2" fmla="*/ 529975 w 544128"/>
              <a:gd name="connsiteY2" fmla="*/ 502801 h 1273490"/>
              <a:gd name="connsiteX3" fmla="*/ 523579 w 544128"/>
              <a:gd name="connsiteY3" fmla="*/ 341723 h 1273490"/>
              <a:gd name="connsiteX4" fmla="*/ 348205 w 544128"/>
              <a:gd name="connsiteY4" fmla="*/ 0 h 1273490"/>
              <a:gd name="connsiteX0" fmla="*/ 0 w 576630"/>
              <a:gd name="connsiteY0" fmla="*/ 1221748 h 1284690"/>
              <a:gd name="connsiteX1" fmla="*/ 537332 w 576630"/>
              <a:gd name="connsiteY1" fmla="*/ 935943 h 1284690"/>
              <a:gd name="connsiteX2" fmla="*/ 529975 w 576630"/>
              <a:gd name="connsiteY2" fmla="*/ 502801 h 1284690"/>
              <a:gd name="connsiteX3" fmla="*/ 523579 w 576630"/>
              <a:gd name="connsiteY3" fmla="*/ 341723 h 1284690"/>
              <a:gd name="connsiteX4" fmla="*/ 348205 w 576630"/>
              <a:gd name="connsiteY4" fmla="*/ 0 h 1284690"/>
              <a:gd name="connsiteX0" fmla="*/ 0 w 562602"/>
              <a:gd name="connsiteY0" fmla="*/ 1221748 h 1285900"/>
              <a:gd name="connsiteX1" fmla="*/ 537332 w 562602"/>
              <a:gd name="connsiteY1" fmla="*/ 935943 h 1285900"/>
              <a:gd name="connsiteX2" fmla="*/ 529975 w 562602"/>
              <a:gd name="connsiteY2" fmla="*/ 502801 h 1285900"/>
              <a:gd name="connsiteX3" fmla="*/ 523579 w 562602"/>
              <a:gd name="connsiteY3" fmla="*/ 341723 h 1285900"/>
              <a:gd name="connsiteX4" fmla="*/ 348205 w 562602"/>
              <a:gd name="connsiteY4" fmla="*/ 0 h 1285900"/>
              <a:gd name="connsiteX0" fmla="*/ 0 w 562602"/>
              <a:gd name="connsiteY0" fmla="*/ 1210869 h 1275021"/>
              <a:gd name="connsiteX1" fmla="*/ 537332 w 562602"/>
              <a:gd name="connsiteY1" fmla="*/ 925064 h 1275021"/>
              <a:gd name="connsiteX2" fmla="*/ 529975 w 562602"/>
              <a:gd name="connsiteY2" fmla="*/ 491922 h 1275021"/>
              <a:gd name="connsiteX3" fmla="*/ 523579 w 562602"/>
              <a:gd name="connsiteY3" fmla="*/ 330844 h 1275021"/>
              <a:gd name="connsiteX4" fmla="*/ 294752 w 562602"/>
              <a:gd name="connsiteY4" fmla="*/ 1 h 1275021"/>
              <a:gd name="connsiteX0" fmla="*/ 0 w 544941"/>
              <a:gd name="connsiteY0" fmla="*/ 1210868 h 1438040"/>
              <a:gd name="connsiteX1" fmla="*/ 490330 w 544941"/>
              <a:gd name="connsiteY1" fmla="*/ 1432376 h 1438040"/>
              <a:gd name="connsiteX2" fmla="*/ 537332 w 544941"/>
              <a:gd name="connsiteY2" fmla="*/ 925063 h 1438040"/>
              <a:gd name="connsiteX3" fmla="*/ 529975 w 544941"/>
              <a:gd name="connsiteY3" fmla="*/ 491921 h 1438040"/>
              <a:gd name="connsiteX4" fmla="*/ 523579 w 544941"/>
              <a:gd name="connsiteY4" fmla="*/ 330843 h 1438040"/>
              <a:gd name="connsiteX5" fmla="*/ 294752 w 544941"/>
              <a:gd name="connsiteY5" fmla="*/ 0 h 1438040"/>
              <a:gd name="connsiteX0" fmla="*/ 0 w 544941"/>
              <a:gd name="connsiteY0" fmla="*/ 1840663 h 2067836"/>
              <a:gd name="connsiteX1" fmla="*/ 490330 w 544941"/>
              <a:gd name="connsiteY1" fmla="*/ 2062171 h 2067836"/>
              <a:gd name="connsiteX2" fmla="*/ 537332 w 544941"/>
              <a:gd name="connsiteY2" fmla="*/ 1554858 h 2067836"/>
              <a:gd name="connsiteX3" fmla="*/ 529975 w 544941"/>
              <a:gd name="connsiteY3" fmla="*/ 1121716 h 2067836"/>
              <a:gd name="connsiteX4" fmla="*/ 523579 w 544941"/>
              <a:gd name="connsiteY4" fmla="*/ 960638 h 2067836"/>
              <a:gd name="connsiteX5" fmla="*/ 397640 w 544941"/>
              <a:gd name="connsiteY5" fmla="*/ 0 h 2067836"/>
              <a:gd name="connsiteX0" fmla="*/ 0 w 648616"/>
              <a:gd name="connsiteY0" fmla="*/ 1840663 h 2067836"/>
              <a:gd name="connsiteX1" fmla="*/ 490330 w 648616"/>
              <a:gd name="connsiteY1" fmla="*/ 2062171 h 2067836"/>
              <a:gd name="connsiteX2" fmla="*/ 537332 w 648616"/>
              <a:gd name="connsiteY2" fmla="*/ 1554858 h 2067836"/>
              <a:gd name="connsiteX3" fmla="*/ 529975 w 648616"/>
              <a:gd name="connsiteY3" fmla="*/ 1121716 h 2067836"/>
              <a:gd name="connsiteX4" fmla="*/ 648175 w 648616"/>
              <a:gd name="connsiteY4" fmla="*/ 400328 h 2067836"/>
              <a:gd name="connsiteX5" fmla="*/ 397640 w 648616"/>
              <a:gd name="connsiteY5" fmla="*/ 0 h 2067836"/>
              <a:gd name="connsiteX0" fmla="*/ 0 w 648378"/>
              <a:gd name="connsiteY0" fmla="*/ 1840663 h 2067836"/>
              <a:gd name="connsiteX1" fmla="*/ 490330 w 648378"/>
              <a:gd name="connsiteY1" fmla="*/ 2062171 h 2067836"/>
              <a:gd name="connsiteX2" fmla="*/ 537332 w 648378"/>
              <a:gd name="connsiteY2" fmla="*/ 1554858 h 2067836"/>
              <a:gd name="connsiteX3" fmla="*/ 364986 w 648378"/>
              <a:gd name="connsiteY3" fmla="*/ 1206896 h 2067836"/>
              <a:gd name="connsiteX4" fmla="*/ 648175 w 648378"/>
              <a:gd name="connsiteY4" fmla="*/ 400328 h 2067836"/>
              <a:gd name="connsiteX5" fmla="*/ 397640 w 648378"/>
              <a:gd name="connsiteY5" fmla="*/ 0 h 2067836"/>
              <a:gd name="connsiteX0" fmla="*/ 0 w 648378"/>
              <a:gd name="connsiteY0" fmla="*/ 1840663 h 2067836"/>
              <a:gd name="connsiteX1" fmla="*/ 490330 w 648378"/>
              <a:gd name="connsiteY1" fmla="*/ 2062171 h 2067836"/>
              <a:gd name="connsiteX2" fmla="*/ 486389 w 648378"/>
              <a:gd name="connsiteY2" fmla="*/ 1615439 h 2067836"/>
              <a:gd name="connsiteX3" fmla="*/ 364986 w 648378"/>
              <a:gd name="connsiteY3" fmla="*/ 1206896 h 2067836"/>
              <a:gd name="connsiteX4" fmla="*/ 648175 w 648378"/>
              <a:gd name="connsiteY4" fmla="*/ 400328 h 2067836"/>
              <a:gd name="connsiteX5" fmla="*/ 397640 w 648378"/>
              <a:gd name="connsiteY5" fmla="*/ 0 h 2067836"/>
              <a:gd name="connsiteX0" fmla="*/ 0 w 592766"/>
              <a:gd name="connsiteY0" fmla="*/ 1732775 h 2066339"/>
              <a:gd name="connsiteX1" fmla="*/ 434718 w 592766"/>
              <a:gd name="connsiteY1" fmla="*/ 2062171 h 2066339"/>
              <a:gd name="connsiteX2" fmla="*/ 430777 w 592766"/>
              <a:gd name="connsiteY2" fmla="*/ 1615439 h 2066339"/>
              <a:gd name="connsiteX3" fmla="*/ 309374 w 592766"/>
              <a:gd name="connsiteY3" fmla="*/ 1206896 h 2066339"/>
              <a:gd name="connsiteX4" fmla="*/ 592563 w 592766"/>
              <a:gd name="connsiteY4" fmla="*/ 400328 h 2066339"/>
              <a:gd name="connsiteX5" fmla="*/ 342028 w 592766"/>
              <a:gd name="connsiteY5" fmla="*/ 0 h 2066339"/>
              <a:gd name="connsiteX0" fmla="*/ 0 w 592766"/>
              <a:gd name="connsiteY0" fmla="*/ 1732775 h 2066129"/>
              <a:gd name="connsiteX1" fmla="*/ 434718 w 592766"/>
              <a:gd name="connsiteY1" fmla="*/ 2062171 h 2066129"/>
              <a:gd name="connsiteX2" fmla="*/ 430777 w 592766"/>
              <a:gd name="connsiteY2" fmla="*/ 1615439 h 2066129"/>
              <a:gd name="connsiteX3" fmla="*/ 309374 w 592766"/>
              <a:gd name="connsiteY3" fmla="*/ 1206896 h 2066129"/>
              <a:gd name="connsiteX4" fmla="*/ 592563 w 592766"/>
              <a:gd name="connsiteY4" fmla="*/ 400328 h 2066129"/>
              <a:gd name="connsiteX5" fmla="*/ 342028 w 592766"/>
              <a:gd name="connsiteY5" fmla="*/ 0 h 2066129"/>
              <a:gd name="connsiteX0" fmla="*/ 0 w 592766"/>
              <a:gd name="connsiteY0" fmla="*/ 2098962 h 2432315"/>
              <a:gd name="connsiteX1" fmla="*/ 434718 w 592766"/>
              <a:gd name="connsiteY1" fmla="*/ 2428358 h 2432315"/>
              <a:gd name="connsiteX2" fmla="*/ 430777 w 592766"/>
              <a:gd name="connsiteY2" fmla="*/ 1981626 h 2432315"/>
              <a:gd name="connsiteX3" fmla="*/ 309374 w 592766"/>
              <a:gd name="connsiteY3" fmla="*/ 1573083 h 2432315"/>
              <a:gd name="connsiteX4" fmla="*/ 592563 w 592766"/>
              <a:gd name="connsiteY4" fmla="*/ 766515 h 2432315"/>
              <a:gd name="connsiteX5" fmla="*/ 412024 w 592766"/>
              <a:gd name="connsiteY5" fmla="*/ 0 h 2432315"/>
              <a:gd name="connsiteX0" fmla="*/ 0 w 613357"/>
              <a:gd name="connsiteY0" fmla="*/ 2098962 h 2432315"/>
              <a:gd name="connsiteX1" fmla="*/ 434718 w 613357"/>
              <a:gd name="connsiteY1" fmla="*/ 2428358 h 2432315"/>
              <a:gd name="connsiteX2" fmla="*/ 430777 w 613357"/>
              <a:gd name="connsiteY2" fmla="*/ 1981626 h 2432315"/>
              <a:gd name="connsiteX3" fmla="*/ 309374 w 613357"/>
              <a:gd name="connsiteY3" fmla="*/ 1573083 h 2432315"/>
              <a:gd name="connsiteX4" fmla="*/ 592563 w 613357"/>
              <a:gd name="connsiteY4" fmla="*/ 766515 h 2432315"/>
              <a:gd name="connsiteX5" fmla="*/ 587606 w 613357"/>
              <a:gd name="connsiteY5" fmla="*/ 370043 h 2432315"/>
              <a:gd name="connsiteX6" fmla="*/ 412024 w 613357"/>
              <a:gd name="connsiteY6" fmla="*/ 0 h 2432315"/>
              <a:gd name="connsiteX0" fmla="*/ 0 w 613357"/>
              <a:gd name="connsiteY0" fmla="*/ 2098962 h 2432315"/>
              <a:gd name="connsiteX1" fmla="*/ 434718 w 613357"/>
              <a:gd name="connsiteY1" fmla="*/ 2428358 h 2432315"/>
              <a:gd name="connsiteX2" fmla="*/ 430777 w 613357"/>
              <a:gd name="connsiteY2" fmla="*/ 1981626 h 2432315"/>
              <a:gd name="connsiteX3" fmla="*/ 433473 w 613357"/>
              <a:gd name="connsiteY3" fmla="*/ 1564525 h 2432315"/>
              <a:gd name="connsiteX4" fmla="*/ 592563 w 613357"/>
              <a:gd name="connsiteY4" fmla="*/ 766515 h 2432315"/>
              <a:gd name="connsiteX5" fmla="*/ 587606 w 613357"/>
              <a:gd name="connsiteY5" fmla="*/ 370043 h 2432315"/>
              <a:gd name="connsiteX6" fmla="*/ 412024 w 613357"/>
              <a:gd name="connsiteY6" fmla="*/ 0 h 2432315"/>
              <a:gd name="connsiteX0" fmla="*/ 0 w 642886"/>
              <a:gd name="connsiteY0" fmla="*/ 2253446 h 2434538"/>
              <a:gd name="connsiteX1" fmla="*/ 464247 w 642886"/>
              <a:gd name="connsiteY1" fmla="*/ 2428358 h 2434538"/>
              <a:gd name="connsiteX2" fmla="*/ 460306 w 642886"/>
              <a:gd name="connsiteY2" fmla="*/ 1981626 h 2434538"/>
              <a:gd name="connsiteX3" fmla="*/ 463002 w 642886"/>
              <a:gd name="connsiteY3" fmla="*/ 1564525 h 2434538"/>
              <a:gd name="connsiteX4" fmla="*/ 622092 w 642886"/>
              <a:gd name="connsiteY4" fmla="*/ 766515 h 2434538"/>
              <a:gd name="connsiteX5" fmla="*/ 617135 w 642886"/>
              <a:gd name="connsiteY5" fmla="*/ 370043 h 2434538"/>
              <a:gd name="connsiteX6" fmla="*/ 441553 w 642886"/>
              <a:gd name="connsiteY6" fmla="*/ 0 h 2434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2886" h="2434538">
                <a:moveTo>
                  <a:pt x="0" y="2253446"/>
                </a:moveTo>
                <a:cubicBezTo>
                  <a:pt x="214621" y="2231965"/>
                  <a:pt x="374692" y="2475992"/>
                  <a:pt x="464247" y="2428358"/>
                </a:cubicBezTo>
                <a:cubicBezTo>
                  <a:pt x="553802" y="2380724"/>
                  <a:pt x="460513" y="2125598"/>
                  <a:pt x="460306" y="1981626"/>
                </a:cubicBezTo>
                <a:cubicBezTo>
                  <a:pt x="460099" y="1837654"/>
                  <a:pt x="471765" y="1658727"/>
                  <a:pt x="463002" y="1564525"/>
                </a:cubicBezTo>
                <a:cubicBezTo>
                  <a:pt x="455096" y="1478895"/>
                  <a:pt x="631213" y="846824"/>
                  <a:pt x="622092" y="766515"/>
                </a:cubicBezTo>
                <a:cubicBezTo>
                  <a:pt x="653551" y="556316"/>
                  <a:pt x="647225" y="497795"/>
                  <a:pt x="617135" y="370043"/>
                </a:cubicBezTo>
                <a:cubicBezTo>
                  <a:pt x="587045" y="242291"/>
                  <a:pt x="455903" y="51981"/>
                  <a:pt x="441553"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4" name="Freeform: Shape 33">
            <a:extLst>
              <a:ext uri="{FF2B5EF4-FFF2-40B4-BE49-F238E27FC236}">
                <a16:creationId xmlns:a16="http://schemas.microsoft.com/office/drawing/2014/main" id="{022E4C72-0354-723C-A1B2-0F4ECA2839C4}"/>
              </a:ext>
            </a:extLst>
          </p:cNvPr>
          <p:cNvSpPr/>
          <p:nvPr userDrawn="1"/>
        </p:nvSpPr>
        <p:spPr>
          <a:xfrm rot="7288997" flipH="1">
            <a:off x="3502641" y="3834343"/>
            <a:ext cx="2630030" cy="5308476"/>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2752916 w 2752916"/>
              <a:gd name="connsiteY0" fmla="*/ 0 h 1665434"/>
              <a:gd name="connsiteX1" fmla="*/ 2731104 w 2752916"/>
              <a:gd name="connsiteY1" fmla="*/ 596742 h 1665434"/>
              <a:gd name="connsiteX2" fmla="*/ 2731104 w 2752916"/>
              <a:gd name="connsiteY2" fmla="*/ 812483 h 1665434"/>
              <a:gd name="connsiteX3" fmla="*/ 2679192 w 2752916"/>
              <a:gd name="connsiteY3" fmla="*/ 1145953 h 1665434"/>
              <a:gd name="connsiteX4" fmla="*/ 2622614 w 2752916"/>
              <a:gd name="connsiteY4" fmla="*/ 1264825 h 1665434"/>
              <a:gd name="connsiteX5" fmla="*/ 2383632 w 2752916"/>
              <a:gd name="connsiteY5" fmla="*/ 1480566 h 1665434"/>
              <a:gd name="connsiteX6" fmla="*/ 2128552 w 2752916"/>
              <a:gd name="connsiteY6" fmla="*/ 1606296 h 1665434"/>
              <a:gd name="connsiteX7" fmla="*/ 1805274 w 2752916"/>
              <a:gd name="connsiteY7" fmla="*/ 1665161 h 1665434"/>
              <a:gd name="connsiteX8" fmla="*/ 1349312 w 2752916"/>
              <a:gd name="connsiteY8" fmla="*/ 1493235 h 1665434"/>
              <a:gd name="connsiteX9" fmla="*/ 1121855 w 2752916"/>
              <a:gd name="connsiteY9" fmla="*/ 1218629 h 1665434"/>
              <a:gd name="connsiteX10" fmla="*/ 1058323 w 2752916"/>
              <a:gd name="connsiteY10" fmla="*/ 1031748 h 1665434"/>
              <a:gd name="connsiteX11" fmla="*/ 937070 w 2752916"/>
              <a:gd name="connsiteY11" fmla="*/ 825246 h 1665434"/>
              <a:gd name="connsiteX12" fmla="*/ 785337 w 2752916"/>
              <a:gd name="connsiteY12" fmla="*/ 760667 h 1665434"/>
              <a:gd name="connsiteX13" fmla="*/ 632175 w 2752916"/>
              <a:gd name="connsiteY13" fmla="*/ 739140 h 1665434"/>
              <a:gd name="connsiteX14" fmla="*/ 440627 w 2752916"/>
              <a:gd name="connsiteY14" fmla="*/ 752475 h 1665434"/>
              <a:gd name="connsiteX15" fmla="*/ 328041 w 2752916"/>
              <a:gd name="connsiteY15" fmla="*/ 715899 h 1665434"/>
              <a:gd name="connsiteX16" fmla="*/ 187547 w 2752916"/>
              <a:gd name="connsiteY16" fmla="*/ 575501 h 1665434"/>
              <a:gd name="connsiteX17" fmla="*/ 0 w 2752916"/>
              <a:gd name="connsiteY17" fmla="*/ 340900 h 1665434"/>
              <a:gd name="connsiteX0" fmla="*/ 2732707 w 2732707"/>
              <a:gd name="connsiteY0" fmla="*/ 0 h 1501250"/>
              <a:gd name="connsiteX1" fmla="*/ 2731104 w 2732707"/>
              <a:gd name="connsiteY1" fmla="*/ 432558 h 1501250"/>
              <a:gd name="connsiteX2" fmla="*/ 2731104 w 2732707"/>
              <a:gd name="connsiteY2" fmla="*/ 648299 h 1501250"/>
              <a:gd name="connsiteX3" fmla="*/ 2679192 w 2732707"/>
              <a:gd name="connsiteY3" fmla="*/ 981769 h 1501250"/>
              <a:gd name="connsiteX4" fmla="*/ 2622614 w 2732707"/>
              <a:gd name="connsiteY4" fmla="*/ 1100641 h 1501250"/>
              <a:gd name="connsiteX5" fmla="*/ 2383632 w 2732707"/>
              <a:gd name="connsiteY5" fmla="*/ 1316382 h 1501250"/>
              <a:gd name="connsiteX6" fmla="*/ 2128552 w 2732707"/>
              <a:gd name="connsiteY6" fmla="*/ 1442112 h 1501250"/>
              <a:gd name="connsiteX7" fmla="*/ 1805274 w 2732707"/>
              <a:gd name="connsiteY7" fmla="*/ 1500977 h 1501250"/>
              <a:gd name="connsiteX8" fmla="*/ 1349312 w 2732707"/>
              <a:gd name="connsiteY8" fmla="*/ 1329051 h 1501250"/>
              <a:gd name="connsiteX9" fmla="*/ 1121855 w 2732707"/>
              <a:gd name="connsiteY9" fmla="*/ 1054445 h 1501250"/>
              <a:gd name="connsiteX10" fmla="*/ 1058323 w 2732707"/>
              <a:gd name="connsiteY10" fmla="*/ 867564 h 1501250"/>
              <a:gd name="connsiteX11" fmla="*/ 937070 w 2732707"/>
              <a:gd name="connsiteY11" fmla="*/ 661062 h 1501250"/>
              <a:gd name="connsiteX12" fmla="*/ 785337 w 2732707"/>
              <a:gd name="connsiteY12" fmla="*/ 596483 h 1501250"/>
              <a:gd name="connsiteX13" fmla="*/ 632175 w 2732707"/>
              <a:gd name="connsiteY13" fmla="*/ 574956 h 1501250"/>
              <a:gd name="connsiteX14" fmla="*/ 440627 w 2732707"/>
              <a:gd name="connsiteY14" fmla="*/ 588291 h 1501250"/>
              <a:gd name="connsiteX15" fmla="*/ 328041 w 2732707"/>
              <a:gd name="connsiteY15" fmla="*/ 551715 h 1501250"/>
              <a:gd name="connsiteX16" fmla="*/ 187547 w 2732707"/>
              <a:gd name="connsiteY16" fmla="*/ 411317 h 1501250"/>
              <a:gd name="connsiteX17" fmla="*/ 0 w 2732707"/>
              <a:gd name="connsiteY17" fmla="*/ 176716 h 1501250"/>
              <a:gd name="connsiteX0" fmla="*/ 2545160 w 2545160"/>
              <a:gd name="connsiteY0" fmla="*/ 0 h 1501250"/>
              <a:gd name="connsiteX1" fmla="*/ 2543557 w 2545160"/>
              <a:gd name="connsiteY1" fmla="*/ 432558 h 1501250"/>
              <a:gd name="connsiteX2" fmla="*/ 2543557 w 2545160"/>
              <a:gd name="connsiteY2" fmla="*/ 648299 h 1501250"/>
              <a:gd name="connsiteX3" fmla="*/ 2491645 w 2545160"/>
              <a:gd name="connsiteY3" fmla="*/ 981769 h 1501250"/>
              <a:gd name="connsiteX4" fmla="*/ 2435067 w 2545160"/>
              <a:gd name="connsiteY4" fmla="*/ 1100641 h 1501250"/>
              <a:gd name="connsiteX5" fmla="*/ 2196085 w 2545160"/>
              <a:gd name="connsiteY5" fmla="*/ 1316382 h 1501250"/>
              <a:gd name="connsiteX6" fmla="*/ 1941005 w 2545160"/>
              <a:gd name="connsiteY6" fmla="*/ 1442112 h 1501250"/>
              <a:gd name="connsiteX7" fmla="*/ 1617727 w 2545160"/>
              <a:gd name="connsiteY7" fmla="*/ 1500977 h 1501250"/>
              <a:gd name="connsiteX8" fmla="*/ 1161765 w 2545160"/>
              <a:gd name="connsiteY8" fmla="*/ 1329051 h 1501250"/>
              <a:gd name="connsiteX9" fmla="*/ 934308 w 2545160"/>
              <a:gd name="connsiteY9" fmla="*/ 1054445 h 1501250"/>
              <a:gd name="connsiteX10" fmla="*/ 870776 w 2545160"/>
              <a:gd name="connsiteY10" fmla="*/ 867564 h 1501250"/>
              <a:gd name="connsiteX11" fmla="*/ 749523 w 2545160"/>
              <a:gd name="connsiteY11" fmla="*/ 661062 h 1501250"/>
              <a:gd name="connsiteX12" fmla="*/ 597790 w 2545160"/>
              <a:gd name="connsiteY12" fmla="*/ 596483 h 1501250"/>
              <a:gd name="connsiteX13" fmla="*/ 444628 w 2545160"/>
              <a:gd name="connsiteY13" fmla="*/ 574956 h 1501250"/>
              <a:gd name="connsiteX14" fmla="*/ 253080 w 2545160"/>
              <a:gd name="connsiteY14" fmla="*/ 588291 h 1501250"/>
              <a:gd name="connsiteX15" fmla="*/ 140494 w 2545160"/>
              <a:gd name="connsiteY15" fmla="*/ 551715 h 1501250"/>
              <a:gd name="connsiteX16" fmla="*/ 0 w 2545160"/>
              <a:gd name="connsiteY16" fmla="*/ 41131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656931 w 2949011"/>
              <a:gd name="connsiteY14" fmla="*/ 588291 h 1501250"/>
              <a:gd name="connsiteX15" fmla="*/ 544345 w 2949011"/>
              <a:gd name="connsiteY15" fmla="*/ 551715 h 1501250"/>
              <a:gd name="connsiteX16" fmla="*/ 0 w 2949011"/>
              <a:gd name="connsiteY16" fmla="*/ 84812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544345 w 2949011"/>
              <a:gd name="connsiteY14" fmla="*/ 551715 h 1501250"/>
              <a:gd name="connsiteX15" fmla="*/ 0 w 2949011"/>
              <a:gd name="connsiteY15" fmla="*/ 848127 h 1501250"/>
              <a:gd name="connsiteX0" fmla="*/ 2949011 w 2949011"/>
              <a:gd name="connsiteY0" fmla="*/ 0 h 1501250"/>
              <a:gd name="connsiteX1" fmla="*/ 2947408 w 2949011"/>
              <a:gd name="connsiteY1" fmla="*/ 432558 h 1501250"/>
              <a:gd name="connsiteX2" fmla="*/ 2947408 w 2949011"/>
              <a:gd name="connsiteY2" fmla="*/ 648299 h 1501250"/>
              <a:gd name="connsiteX3" fmla="*/ 2895496 w 2949011"/>
              <a:gd name="connsiteY3" fmla="*/ 981769 h 1501250"/>
              <a:gd name="connsiteX4" fmla="*/ 2838918 w 2949011"/>
              <a:gd name="connsiteY4" fmla="*/ 1100641 h 1501250"/>
              <a:gd name="connsiteX5" fmla="*/ 2599936 w 2949011"/>
              <a:gd name="connsiteY5" fmla="*/ 1316382 h 1501250"/>
              <a:gd name="connsiteX6" fmla="*/ 2344856 w 2949011"/>
              <a:gd name="connsiteY6" fmla="*/ 1442112 h 1501250"/>
              <a:gd name="connsiteX7" fmla="*/ 2021578 w 2949011"/>
              <a:gd name="connsiteY7" fmla="*/ 1500977 h 1501250"/>
              <a:gd name="connsiteX8" fmla="*/ 1565616 w 2949011"/>
              <a:gd name="connsiteY8" fmla="*/ 1329051 h 1501250"/>
              <a:gd name="connsiteX9" fmla="*/ 1338159 w 2949011"/>
              <a:gd name="connsiteY9" fmla="*/ 1054445 h 1501250"/>
              <a:gd name="connsiteX10" fmla="*/ 1274627 w 2949011"/>
              <a:gd name="connsiteY10" fmla="*/ 867564 h 1501250"/>
              <a:gd name="connsiteX11" fmla="*/ 1153374 w 2949011"/>
              <a:gd name="connsiteY11" fmla="*/ 661062 h 1501250"/>
              <a:gd name="connsiteX12" fmla="*/ 1001641 w 2949011"/>
              <a:gd name="connsiteY12" fmla="*/ 596483 h 1501250"/>
              <a:gd name="connsiteX13" fmla="*/ 848479 w 2949011"/>
              <a:gd name="connsiteY13" fmla="*/ 574956 h 1501250"/>
              <a:gd name="connsiteX14" fmla="*/ 486330 w 2949011"/>
              <a:gd name="connsiteY14" fmla="*/ 651962 h 1501250"/>
              <a:gd name="connsiteX15" fmla="*/ 0 w 2949011"/>
              <a:gd name="connsiteY15" fmla="*/ 848127 h 1501250"/>
              <a:gd name="connsiteX0" fmla="*/ 3256615 w 3256615"/>
              <a:gd name="connsiteY0" fmla="*/ 0 h 1519439"/>
              <a:gd name="connsiteX1" fmla="*/ 2947408 w 3256615"/>
              <a:gd name="connsiteY1" fmla="*/ 450747 h 1519439"/>
              <a:gd name="connsiteX2" fmla="*/ 2947408 w 3256615"/>
              <a:gd name="connsiteY2" fmla="*/ 666488 h 1519439"/>
              <a:gd name="connsiteX3" fmla="*/ 2895496 w 3256615"/>
              <a:gd name="connsiteY3" fmla="*/ 999958 h 1519439"/>
              <a:gd name="connsiteX4" fmla="*/ 2838918 w 3256615"/>
              <a:gd name="connsiteY4" fmla="*/ 1118830 h 1519439"/>
              <a:gd name="connsiteX5" fmla="*/ 2599936 w 3256615"/>
              <a:gd name="connsiteY5" fmla="*/ 1334571 h 1519439"/>
              <a:gd name="connsiteX6" fmla="*/ 2344856 w 3256615"/>
              <a:gd name="connsiteY6" fmla="*/ 1460301 h 1519439"/>
              <a:gd name="connsiteX7" fmla="*/ 2021578 w 3256615"/>
              <a:gd name="connsiteY7" fmla="*/ 1519166 h 1519439"/>
              <a:gd name="connsiteX8" fmla="*/ 1565616 w 3256615"/>
              <a:gd name="connsiteY8" fmla="*/ 1347240 h 1519439"/>
              <a:gd name="connsiteX9" fmla="*/ 1338159 w 3256615"/>
              <a:gd name="connsiteY9" fmla="*/ 1072634 h 1519439"/>
              <a:gd name="connsiteX10" fmla="*/ 1274627 w 3256615"/>
              <a:gd name="connsiteY10" fmla="*/ 885753 h 1519439"/>
              <a:gd name="connsiteX11" fmla="*/ 1153374 w 3256615"/>
              <a:gd name="connsiteY11" fmla="*/ 679251 h 1519439"/>
              <a:gd name="connsiteX12" fmla="*/ 1001641 w 3256615"/>
              <a:gd name="connsiteY12" fmla="*/ 614672 h 1519439"/>
              <a:gd name="connsiteX13" fmla="*/ 848479 w 3256615"/>
              <a:gd name="connsiteY13" fmla="*/ 593145 h 1519439"/>
              <a:gd name="connsiteX14" fmla="*/ 486330 w 3256615"/>
              <a:gd name="connsiteY14" fmla="*/ 670151 h 1519439"/>
              <a:gd name="connsiteX15" fmla="*/ 0 w 3256615"/>
              <a:gd name="connsiteY15" fmla="*/ 866316 h 1519439"/>
              <a:gd name="connsiteX0" fmla="*/ 3256615 w 3256615"/>
              <a:gd name="connsiteY0" fmla="*/ 0 h 1519439"/>
              <a:gd name="connsiteX1" fmla="*/ 3173791 w 3256615"/>
              <a:gd name="connsiteY1" fmla="*/ 511999 h 1519439"/>
              <a:gd name="connsiteX2" fmla="*/ 2947408 w 3256615"/>
              <a:gd name="connsiteY2" fmla="*/ 666488 h 1519439"/>
              <a:gd name="connsiteX3" fmla="*/ 2895496 w 3256615"/>
              <a:gd name="connsiteY3" fmla="*/ 999958 h 1519439"/>
              <a:gd name="connsiteX4" fmla="*/ 2838918 w 3256615"/>
              <a:gd name="connsiteY4" fmla="*/ 1118830 h 1519439"/>
              <a:gd name="connsiteX5" fmla="*/ 2599936 w 3256615"/>
              <a:gd name="connsiteY5" fmla="*/ 1334571 h 1519439"/>
              <a:gd name="connsiteX6" fmla="*/ 2344856 w 3256615"/>
              <a:gd name="connsiteY6" fmla="*/ 1460301 h 1519439"/>
              <a:gd name="connsiteX7" fmla="*/ 2021578 w 3256615"/>
              <a:gd name="connsiteY7" fmla="*/ 1519166 h 1519439"/>
              <a:gd name="connsiteX8" fmla="*/ 1565616 w 3256615"/>
              <a:gd name="connsiteY8" fmla="*/ 1347240 h 1519439"/>
              <a:gd name="connsiteX9" fmla="*/ 1338159 w 3256615"/>
              <a:gd name="connsiteY9" fmla="*/ 1072634 h 1519439"/>
              <a:gd name="connsiteX10" fmla="*/ 1274627 w 3256615"/>
              <a:gd name="connsiteY10" fmla="*/ 885753 h 1519439"/>
              <a:gd name="connsiteX11" fmla="*/ 1153374 w 3256615"/>
              <a:gd name="connsiteY11" fmla="*/ 679251 h 1519439"/>
              <a:gd name="connsiteX12" fmla="*/ 1001641 w 3256615"/>
              <a:gd name="connsiteY12" fmla="*/ 614672 h 1519439"/>
              <a:gd name="connsiteX13" fmla="*/ 848479 w 3256615"/>
              <a:gd name="connsiteY13" fmla="*/ 593145 h 1519439"/>
              <a:gd name="connsiteX14" fmla="*/ 486330 w 3256615"/>
              <a:gd name="connsiteY14" fmla="*/ 670151 h 1519439"/>
              <a:gd name="connsiteX15" fmla="*/ 0 w 3256615"/>
              <a:gd name="connsiteY15" fmla="*/ 866316 h 1519439"/>
              <a:gd name="connsiteX0" fmla="*/ 3256615 w 3256615"/>
              <a:gd name="connsiteY0" fmla="*/ 0 h 1519439"/>
              <a:gd name="connsiteX1" fmla="*/ 3173791 w 3256615"/>
              <a:gd name="connsiteY1" fmla="*/ 511999 h 1519439"/>
              <a:gd name="connsiteX2" fmla="*/ 2895496 w 3256615"/>
              <a:gd name="connsiteY2" fmla="*/ 999958 h 1519439"/>
              <a:gd name="connsiteX3" fmla="*/ 2838918 w 3256615"/>
              <a:gd name="connsiteY3" fmla="*/ 1118830 h 1519439"/>
              <a:gd name="connsiteX4" fmla="*/ 2599936 w 3256615"/>
              <a:gd name="connsiteY4" fmla="*/ 1334571 h 1519439"/>
              <a:gd name="connsiteX5" fmla="*/ 2344856 w 3256615"/>
              <a:gd name="connsiteY5" fmla="*/ 1460301 h 1519439"/>
              <a:gd name="connsiteX6" fmla="*/ 2021578 w 3256615"/>
              <a:gd name="connsiteY6" fmla="*/ 1519166 h 1519439"/>
              <a:gd name="connsiteX7" fmla="*/ 1565616 w 3256615"/>
              <a:gd name="connsiteY7" fmla="*/ 1347240 h 1519439"/>
              <a:gd name="connsiteX8" fmla="*/ 1338159 w 3256615"/>
              <a:gd name="connsiteY8" fmla="*/ 1072634 h 1519439"/>
              <a:gd name="connsiteX9" fmla="*/ 1274627 w 3256615"/>
              <a:gd name="connsiteY9" fmla="*/ 885753 h 1519439"/>
              <a:gd name="connsiteX10" fmla="*/ 1153374 w 3256615"/>
              <a:gd name="connsiteY10" fmla="*/ 679251 h 1519439"/>
              <a:gd name="connsiteX11" fmla="*/ 1001641 w 3256615"/>
              <a:gd name="connsiteY11" fmla="*/ 614672 h 1519439"/>
              <a:gd name="connsiteX12" fmla="*/ 848479 w 3256615"/>
              <a:gd name="connsiteY12" fmla="*/ 593145 h 1519439"/>
              <a:gd name="connsiteX13" fmla="*/ 486330 w 3256615"/>
              <a:gd name="connsiteY13" fmla="*/ 670151 h 1519439"/>
              <a:gd name="connsiteX14" fmla="*/ 0 w 3256615"/>
              <a:gd name="connsiteY14" fmla="*/ 866316 h 1519439"/>
              <a:gd name="connsiteX0" fmla="*/ 3256615 w 3256615"/>
              <a:gd name="connsiteY0" fmla="*/ 0 h 1519356"/>
              <a:gd name="connsiteX1" fmla="*/ 3173791 w 3256615"/>
              <a:gd name="connsiteY1" fmla="*/ 511999 h 1519356"/>
              <a:gd name="connsiteX2" fmla="*/ 2895496 w 3256615"/>
              <a:gd name="connsiteY2" fmla="*/ 999958 h 1519356"/>
              <a:gd name="connsiteX3" fmla="*/ 2838918 w 3256615"/>
              <a:gd name="connsiteY3" fmla="*/ 1118830 h 1519356"/>
              <a:gd name="connsiteX4" fmla="*/ 2647301 w 3256615"/>
              <a:gd name="connsiteY4" fmla="*/ 1365834 h 1519356"/>
              <a:gd name="connsiteX5" fmla="*/ 2344856 w 3256615"/>
              <a:gd name="connsiteY5" fmla="*/ 1460301 h 1519356"/>
              <a:gd name="connsiteX6" fmla="*/ 2021578 w 3256615"/>
              <a:gd name="connsiteY6" fmla="*/ 1519166 h 1519356"/>
              <a:gd name="connsiteX7" fmla="*/ 1565616 w 3256615"/>
              <a:gd name="connsiteY7" fmla="*/ 1347240 h 1519356"/>
              <a:gd name="connsiteX8" fmla="*/ 1338159 w 3256615"/>
              <a:gd name="connsiteY8" fmla="*/ 1072634 h 1519356"/>
              <a:gd name="connsiteX9" fmla="*/ 1274627 w 3256615"/>
              <a:gd name="connsiteY9" fmla="*/ 885753 h 1519356"/>
              <a:gd name="connsiteX10" fmla="*/ 1153374 w 3256615"/>
              <a:gd name="connsiteY10" fmla="*/ 679251 h 1519356"/>
              <a:gd name="connsiteX11" fmla="*/ 1001641 w 3256615"/>
              <a:gd name="connsiteY11" fmla="*/ 614672 h 1519356"/>
              <a:gd name="connsiteX12" fmla="*/ 848479 w 3256615"/>
              <a:gd name="connsiteY12" fmla="*/ 593145 h 1519356"/>
              <a:gd name="connsiteX13" fmla="*/ 486330 w 3256615"/>
              <a:gd name="connsiteY13" fmla="*/ 670151 h 1519356"/>
              <a:gd name="connsiteX14" fmla="*/ 0 w 3256615"/>
              <a:gd name="connsiteY14" fmla="*/ 866316 h 1519356"/>
              <a:gd name="connsiteX0" fmla="*/ 3256615 w 3256615"/>
              <a:gd name="connsiteY0" fmla="*/ 0 h 1610892"/>
              <a:gd name="connsiteX1" fmla="*/ 3173791 w 3256615"/>
              <a:gd name="connsiteY1" fmla="*/ 511999 h 1610892"/>
              <a:gd name="connsiteX2" fmla="*/ 2895496 w 3256615"/>
              <a:gd name="connsiteY2" fmla="*/ 999958 h 1610892"/>
              <a:gd name="connsiteX3" fmla="*/ 2838918 w 3256615"/>
              <a:gd name="connsiteY3" fmla="*/ 1118830 h 1610892"/>
              <a:gd name="connsiteX4" fmla="*/ 2647301 w 3256615"/>
              <a:gd name="connsiteY4" fmla="*/ 1365834 h 1610892"/>
              <a:gd name="connsiteX5" fmla="*/ 2344856 w 3256615"/>
              <a:gd name="connsiteY5" fmla="*/ 1460301 h 1610892"/>
              <a:gd name="connsiteX6" fmla="*/ 1661383 w 3256615"/>
              <a:gd name="connsiteY6" fmla="*/ 1610828 h 1610892"/>
              <a:gd name="connsiteX7" fmla="*/ 1565616 w 3256615"/>
              <a:gd name="connsiteY7" fmla="*/ 1347240 h 1610892"/>
              <a:gd name="connsiteX8" fmla="*/ 1338159 w 3256615"/>
              <a:gd name="connsiteY8" fmla="*/ 1072634 h 1610892"/>
              <a:gd name="connsiteX9" fmla="*/ 1274627 w 3256615"/>
              <a:gd name="connsiteY9" fmla="*/ 885753 h 1610892"/>
              <a:gd name="connsiteX10" fmla="*/ 1153374 w 3256615"/>
              <a:gd name="connsiteY10" fmla="*/ 679251 h 1610892"/>
              <a:gd name="connsiteX11" fmla="*/ 1001641 w 3256615"/>
              <a:gd name="connsiteY11" fmla="*/ 614672 h 1610892"/>
              <a:gd name="connsiteX12" fmla="*/ 848479 w 3256615"/>
              <a:gd name="connsiteY12" fmla="*/ 593145 h 1610892"/>
              <a:gd name="connsiteX13" fmla="*/ 486330 w 3256615"/>
              <a:gd name="connsiteY13" fmla="*/ 670151 h 1610892"/>
              <a:gd name="connsiteX14" fmla="*/ 0 w 3256615"/>
              <a:gd name="connsiteY14" fmla="*/ 866316 h 1610892"/>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848479 w 3256615"/>
              <a:gd name="connsiteY12" fmla="*/ 593145 h 1618847"/>
              <a:gd name="connsiteX13" fmla="*/ 486330 w 3256615"/>
              <a:gd name="connsiteY13" fmla="*/ 670151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848479 w 3256615"/>
              <a:gd name="connsiteY12" fmla="*/ 593145 h 1618847"/>
              <a:gd name="connsiteX13" fmla="*/ 435697 w 3256615"/>
              <a:gd name="connsiteY13" fmla="*/ 818546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1001641 w 3256615"/>
              <a:gd name="connsiteY11" fmla="*/ 614672 h 1618847"/>
              <a:gd name="connsiteX12" fmla="*/ 766453 w 3256615"/>
              <a:gd name="connsiteY12" fmla="*/ 665276 h 1618847"/>
              <a:gd name="connsiteX13" fmla="*/ 435697 w 3256615"/>
              <a:gd name="connsiteY13" fmla="*/ 818546 h 1618847"/>
              <a:gd name="connsiteX14" fmla="*/ 0 w 3256615"/>
              <a:gd name="connsiteY14"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53374 w 3256615"/>
              <a:gd name="connsiteY10" fmla="*/ 679251 h 1618847"/>
              <a:gd name="connsiteX11" fmla="*/ 766453 w 3256615"/>
              <a:gd name="connsiteY11" fmla="*/ 665276 h 1618847"/>
              <a:gd name="connsiteX12" fmla="*/ 435697 w 3256615"/>
              <a:gd name="connsiteY12" fmla="*/ 818546 h 1618847"/>
              <a:gd name="connsiteX13" fmla="*/ 0 w 3256615"/>
              <a:gd name="connsiteY13" fmla="*/ 866316 h 1618847"/>
              <a:gd name="connsiteX0" fmla="*/ 3256615 w 3256615"/>
              <a:gd name="connsiteY0" fmla="*/ 0 h 1618847"/>
              <a:gd name="connsiteX1" fmla="*/ 3173791 w 3256615"/>
              <a:gd name="connsiteY1" fmla="*/ 511999 h 1618847"/>
              <a:gd name="connsiteX2" fmla="*/ 2895496 w 3256615"/>
              <a:gd name="connsiteY2" fmla="*/ 999958 h 1618847"/>
              <a:gd name="connsiteX3" fmla="*/ 2838918 w 3256615"/>
              <a:gd name="connsiteY3" fmla="*/ 1118830 h 1618847"/>
              <a:gd name="connsiteX4" fmla="*/ 2647301 w 3256615"/>
              <a:gd name="connsiteY4" fmla="*/ 1365834 h 1618847"/>
              <a:gd name="connsiteX5" fmla="*/ 2344856 w 3256615"/>
              <a:gd name="connsiteY5" fmla="*/ 1460301 h 1618847"/>
              <a:gd name="connsiteX6" fmla="*/ 1661383 w 3256615"/>
              <a:gd name="connsiteY6" fmla="*/ 1610828 h 1618847"/>
              <a:gd name="connsiteX7" fmla="*/ 1292014 w 3256615"/>
              <a:gd name="connsiteY7" fmla="*/ 1541589 h 1618847"/>
              <a:gd name="connsiteX8" fmla="*/ 1338159 w 3256615"/>
              <a:gd name="connsiteY8" fmla="*/ 1072634 h 1618847"/>
              <a:gd name="connsiteX9" fmla="*/ 1274627 w 3256615"/>
              <a:gd name="connsiteY9" fmla="*/ 885753 h 1618847"/>
              <a:gd name="connsiteX10" fmla="*/ 1113089 w 3256615"/>
              <a:gd name="connsiteY10" fmla="*/ 731459 h 1618847"/>
              <a:gd name="connsiteX11" fmla="*/ 766453 w 3256615"/>
              <a:gd name="connsiteY11" fmla="*/ 665276 h 1618847"/>
              <a:gd name="connsiteX12" fmla="*/ 435697 w 3256615"/>
              <a:gd name="connsiteY12" fmla="*/ 818546 h 1618847"/>
              <a:gd name="connsiteX13" fmla="*/ 0 w 3256615"/>
              <a:gd name="connsiteY13" fmla="*/ 866316 h 1618847"/>
              <a:gd name="connsiteX0" fmla="*/ 3256615 w 3256615"/>
              <a:gd name="connsiteY0" fmla="*/ 0 h 1617239"/>
              <a:gd name="connsiteX1" fmla="*/ 3173791 w 3256615"/>
              <a:gd name="connsiteY1" fmla="*/ 511999 h 1617239"/>
              <a:gd name="connsiteX2" fmla="*/ 2895496 w 3256615"/>
              <a:gd name="connsiteY2" fmla="*/ 999958 h 1617239"/>
              <a:gd name="connsiteX3" fmla="*/ 2838918 w 3256615"/>
              <a:gd name="connsiteY3" fmla="*/ 1118830 h 1617239"/>
              <a:gd name="connsiteX4" fmla="*/ 2647301 w 3256615"/>
              <a:gd name="connsiteY4" fmla="*/ 1365834 h 1617239"/>
              <a:gd name="connsiteX5" fmla="*/ 2344856 w 3256615"/>
              <a:gd name="connsiteY5" fmla="*/ 1460301 h 1617239"/>
              <a:gd name="connsiteX6" fmla="*/ 1661383 w 3256615"/>
              <a:gd name="connsiteY6" fmla="*/ 1610828 h 1617239"/>
              <a:gd name="connsiteX7" fmla="*/ 1292014 w 3256615"/>
              <a:gd name="connsiteY7" fmla="*/ 1541589 h 1617239"/>
              <a:gd name="connsiteX8" fmla="*/ 1243326 w 3256615"/>
              <a:gd name="connsiteY8" fmla="*/ 1123394 h 1617239"/>
              <a:gd name="connsiteX9" fmla="*/ 1274627 w 3256615"/>
              <a:gd name="connsiteY9" fmla="*/ 885753 h 1617239"/>
              <a:gd name="connsiteX10" fmla="*/ 1113089 w 3256615"/>
              <a:gd name="connsiteY10" fmla="*/ 731459 h 1617239"/>
              <a:gd name="connsiteX11" fmla="*/ 766453 w 3256615"/>
              <a:gd name="connsiteY11" fmla="*/ 665276 h 1617239"/>
              <a:gd name="connsiteX12" fmla="*/ 435697 w 3256615"/>
              <a:gd name="connsiteY12" fmla="*/ 818546 h 1617239"/>
              <a:gd name="connsiteX13" fmla="*/ 0 w 3256615"/>
              <a:gd name="connsiteY13" fmla="*/ 866316 h 1617239"/>
              <a:gd name="connsiteX0" fmla="*/ 3256615 w 3256615"/>
              <a:gd name="connsiteY0" fmla="*/ 0 h 1617239"/>
              <a:gd name="connsiteX1" fmla="*/ 3173791 w 3256615"/>
              <a:gd name="connsiteY1" fmla="*/ 511999 h 1617239"/>
              <a:gd name="connsiteX2" fmla="*/ 2895496 w 3256615"/>
              <a:gd name="connsiteY2" fmla="*/ 999958 h 1617239"/>
              <a:gd name="connsiteX3" fmla="*/ 2838918 w 3256615"/>
              <a:gd name="connsiteY3" fmla="*/ 1118830 h 1617239"/>
              <a:gd name="connsiteX4" fmla="*/ 2647301 w 3256615"/>
              <a:gd name="connsiteY4" fmla="*/ 1365834 h 1617239"/>
              <a:gd name="connsiteX5" fmla="*/ 2344856 w 3256615"/>
              <a:gd name="connsiteY5" fmla="*/ 1460301 h 1617239"/>
              <a:gd name="connsiteX6" fmla="*/ 1661383 w 3256615"/>
              <a:gd name="connsiteY6" fmla="*/ 1610828 h 1617239"/>
              <a:gd name="connsiteX7" fmla="*/ 1292014 w 3256615"/>
              <a:gd name="connsiteY7" fmla="*/ 1541589 h 1617239"/>
              <a:gd name="connsiteX8" fmla="*/ 1243326 w 3256615"/>
              <a:gd name="connsiteY8" fmla="*/ 1123394 h 1617239"/>
              <a:gd name="connsiteX9" fmla="*/ 1274627 w 3256615"/>
              <a:gd name="connsiteY9" fmla="*/ 885753 h 1617239"/>
              <a:gd name="connsiteX10" fmla="*/ 1113089 w 3256615"/>
              <a:gd name="connsiteY10" fmla="*/ 731459 h 1617239"/>
              <a:gd name="connsiteX11" fmla="*/ 841345 w 3256615"/>
              <a:gd name="connsiteY11" fmla="*/ 718580 h 1617239"/>
              <a:gd name="connsiteX12" fmla="*/ 435697 w 3256615"/>
              <a:gd name="connsiteY12" fmla="*/ 818546 h 1617239"/>
              <a:gd name="connsiteX13" fmla="*/ 0 w 3256615"/>
              <a:gd name="connsiteY13" fmla="*/ 866316 h 1617239"/>
              <a:gd name="connsiteX0" fmla="*/ 3389873 w 3389873"/>
              <a:gd name="connsiteY0" fmla="*/ 0 h 1603885"/>
              <a:gd name="connsiteX1" fmla="*/ 3173791 w 3389873"/>
              <a:gd name="connsiteY1" fmla="*/ 498645 h 1603885"/>
              <a:gd name="connsiteX2" fmla="*/ 2895496 w 3389873"/>
              <a:gd name="connsiteY2" fmla="*/ 986604 h 1603885"/>
              <a:gd name="connsiteX3" fmla="*/ 2838918 w 3389873"/>
              <a:gd name="connsiteY3" fmla="*/ 1105476 h 1603885"/>
              <a:gd name="connsiteX4" fmla="*/ 2647301 w 3389873"/>
              <a:gd name="connsiteY4" fmla="*/ 1352480 h 1603885"/>
              <a:gd name="connsiteX5" fmla="*/ 2344856 w 3389873"/>
              <a:gd name="connsiteY5" fmla="*/ 1446947 h 1603885"/>
              <a:gd name="connsiteX6" fmla="*/ 1661383 w 3389873"/>
              <a:gd name="connsiteY6" fmla="*/ 1597474 h 1603885"/>
              <a:gd name="connsiteX7" fmla="*/ 1292014 w 3389873"/>
              <a:gd name="connsiteY7" fmla="*/ 1528235 h 1603885"/>
              <a:gd name="connsiteX8" fmla="*/ 1243326 w 3389873"/>
              <a:gd name="connsiteY8" fmla="*/ 1110040 h 1603885"/>
              <a:gd name="connsiteX9" fmla="*/ 1274627 w 3389873"/>
              <a:gd name="connsiteY9" fmla="*/ 872399 h 1603885"/>
              <a:gd name="connsiteX10" fmla="*/ 1113089 w 3389873"/>
              <a:gd name="connsiteY10" fmla="*/ 718105 h 1603885"/>
              <a:gd name="connsiteX11" fmla="*/ 841345 w 3389873"/>
              <a:gd name="connsiteY11" fmla="*/ 705226 h 1603885"/>
              <a:gd name="connsiteX12" fmla="*/ 435697 w 3389873"/>
              <a:gd name="connsiteY12" fmla="*/ 805192 h 1603885"/>
              <a:gd name="connsiteX13" fmla="*/ 0 w 3389873"/>
              <a:gd name="connsiteY13" fmla="*/ 852962 h 1603885"/>
              <a:gd name="connsiteX0" fmla="*/ 3389873 w 3389873"/>
              <a:gd name="connsiteY0" fmla="*/ 0 h 1603885"/>
              <a:gd name="connsiteX1" fmla="*/ 3173791 w 3389873"/>
              <a:gd name="connsiteY1" fmla="*/ 498645 h 1603885"/>
              <a:gd name="connsiteX2" fmla="*/ 2895496 w 3389873"/>
              <a:gd name="connsiteY2" fmla="*/ 986604 h 1603885"/>
              <a:gd name="connsiteX3" fmla="*/ 2838918 w 3389873"/>
              <a:gd name="connsiteY3" fmla="*/ 1105476 h 1603885"/>
              <a:gd name="connsiteX4" fmla="*/ 2720735 w 3389873"/>
              <a:gd name="connsiteY4" fmla="*/ 1373498 h 1603885"/>
              <a:gd name="connsiteX5" fmla="*/ 2344856 w 3389873"/>
              <a:gd name="connsiteY5" fmla="*/ 1446947 h 1603885"/>
              <a:gd name="connsiteX6" fmla="*/ 1661383 w 3389873"/>
              <a:gd name="connsiteY6" fmla="*/ 1597474 h 1603885"/>
              <a:gd name="connsiteX7" fmla="*/ 1292014 w 3389873"/>
              <a:gd name="connsiteY7" fmla="*/ 1528235 h 1603885"/>
              <a:gd name="connsiteX8" fmla="*/ 1243326 w 3389873"/>
              <a:gd name="connsiteY8" fmla="*/ 1110040 h 1603885"/>
              <a:gd name="connsiteX9" fmla="*/ 1274627 w 3389873"/>
              <a:gd name="connsiteY9" fmla="*/ 872399 h 1603885"/>
              <a:gd name="connsiteX10" fmla="*/ 1113089 w 3389873"/>
              <a:gd name="connsiteY10" fmla="*/ 718105 h 1603885"/>
              <a:gd name="connsiteX11" fmla="*/ 841345 w 3389873"/>
              <a:gd name="connsiteY11" fmla="*/ 705226 h 1603885"/>
              <a:gd name="connsiteX12" fmla="*/ 435697 w 3389873"/>
              <a:gd name="connsiteY12" fmla="*/ 805192 h 1603885"/>
              <a:gd name="connsiteX13" fmla="*/ 0 w 3389873"/>
              <a:gd name="connsiteY13" fmla="*/ 852962 h 1603885"/>
              <a:gd name="connsiteX0" fmla="*/ 3389873 w 3389873"/>
              <a:gd name="connsiteY0" fmla="*/ 0 h 1610186"/>
              <a:gd name="connsiteX1" fmla="*/ 3173791 w 3389873"/>
              <a:gd name="connsiteY1" fmla="*/ 498645 h 1610186"/>
              <a:gd name="connsiteX2" fmla="*/ 2895496 w 3389873"/>
              <a:gd name="connsiteY2" fmla="*/ 986604 h 1610186"/>
              <a:gd name="connsiteX3" fmla="*/ 2838918 w 3389873"/>
              <a:gd name="connsiteY3" fmla="*/ 1105476 h 1610186"/>
              <a:gd name="connsiteX4" fmla="*/ 2720735 w 3389873"/>
              <a:gd name="connsiteY4" fmla="*/ 1373498 h 1610186"/>
              <a:gd name="connsiteX5" fmla="*/ 2344856 w 3389873"/>
              <a:gd name="connsiteY5" fmla="*/ 1446947 h 1610186"/>
              <a:gd name="connsiteX6" fmla="*/ 1661383 w 3389873"/>
              <a:gd name="connsiteY6" fmla="*/ 1597474 h 1610186"/>
              <a:gd name="connsiteX7" fmla="*/ 1195725 w 3389873"/>
              <a:gd name="connsiteY7" fmla="*/ 1546709 h 1610186"/>
              <a:gd name="connsiteX8" fmla="*/ 1243326 w 3389873"/>
              <a:gd name="connsiteY8" fmla="*/ 1110040 h 1610186"/>
              <a:gd name="connsiteX9" fmla="*/ 1274627 w 3389873"/>
              <a:gd name="connsiteY9" fmla="*/ 872399 h 1610186"/>
              <a:gd name="connsiteX10" fmla="*/ 1113089 w 3389873"/>
              <a:gd name="connsiteY10" fmla="*/ 718105 h 1610186"/>
              <a:gd name="connsiteX11" fmla="*/ 841345 w 3389873"/>
              <a:gd name="connsiteY11" fmla="*/ 705226 h 1610186"/>
              <a:gd name="connsiteX12" fmla="*/ 435697 w 3389873"/>
              <a:gd name="connsiteY12" fmla="*/ 805192 h 1610186"/>
              <a:gd name="connsiteX13" fmla="*/ 0 w 3389873"/>
              <a:gd name="connsiteY13" fmla="*/ 852962 h 1610186"/>
              <a:gd name="connsiteX0" fmla="*/ 3389873 w 3389873"/>
              <a:gd name="connsiteY0" fmla="*/ 0 h 1629627"/>
              <a:gd name="connsiteX1" fmla="*/ 3173791 w 3389873"/>
              <a:gd name="connsiteY1" fmla="*/ 498645 h 1629627"/>
              <a:gd name="connsiteX2" fmla="*/ 2895496 w 3389873"/>
              <a:gd name="connsiteY2" fmla="*/ 986604 h 1629627"/>
              <a:gd name="connsiteX3" fmla="*/ 2838918 w 3389873"/>
              <a:gd name="connsiteY3" fmla="*/ 1105476 h 1629627"/>
              <a:gd name="connsiteX4" fmla="*/ 2720735 w 3389873"/>
              <a:gd name="connsiteY4" fmla="*/ 1373498 h 1629627"/>
              <a:gd name="connsiteX5" fmla="*/ 2344856 w 3389873"/>
              <a:gd name="connsiteY5" fmla="*/ 1446947 h 1629627"/>
              <a:gd name="connsiteX6" fmla="*/ 1661383 w 3389873"/>
              <a:gd name="connsiteY6" fmla="*/ 1597474 h 1629627"/>
              <a:gd name="connsiteX7" fmla="*/ 1248628 w 3389873"/>
              <a:gd name="connsiteY7" fmla="*/ 1582503 h 1629627"/>
              <a:gd name="connsiteX8" fmla="*/ 1243326 w 3389873"/>
              <a:gd name="connsiteY8" fmla="*/ 1110040 h 1629627"/>
              <a:gd name="connsiteX9" fmla="*/ 1274627 w 3389873"/>
              <a:gd name="connsiteY9" fmla="*/ 872399 h 1629627"/>
              <a:gd name="connsiteX10" fmla="*/ 1113089 w 3389873"/>
              <a:gd name="connsiteY10" fmla="*/ 718105 h 1629627"/>
              <a:gd name="connsiteX11" fmla="*/ 841345 w 3389873"/>
              <a:gd name="connsiteY11" fmla="*/ 705226 h 1629627"/>
              <a:gd name="connsiteX12" fmla="*/ 435697 w 3389873"/>
              <a:gd name="connsiteY12" fmla="*/ 805192 h 1629627"/>
              <a:gd name="connsiteX13" fmla="*/ 0 w 3389873"/>
              <a:gd name="connsiteY13" fmla="*/ 852962 h 1629627"/>
              <a:gd name="connsiteX0" fmla="*/ 2954176 w 2954176"/>
              <a:gd name="connsiteY0" fmla="*/ 0 h 1629627"/>
              <a:gd name="connsiteX1" fmla="*/ 2738094 w 2954176"/>
              <a:gd name="connsiteY1" fmla="*/ 498645 h 1629627"/>
              <a:gd name="connsiteX2" fmla="*/ 2459799 w 2954176"/>
              <a:gd name="connsiteY2" fmla="*/ 986604 h 1629627"/>
              <a:gd name="connsiteX3" fmla="*/ 2403221 w 2954176"/>
              <a:gd name="connsiteY3" fmla="*/ 1105476 h 1629627"/>
              <a:gd name="connsiteX4" fmla="*/ 2285038 w 2954176"/>
              <a:gd name="connsiteY4" fmla="*/ 1373498 h 1629627"/>
              <a:gd name="connsiteX5" fmla="*/ 1909159 w 2954176"/>
              <a:gd name="connsiteY5" fmla="*/ 1446947 h 1629627"/>
              <a:gd name="connsiteX6" fmla="*/ 1225686 w 2954176"/>
              <a:gd name="connsiteY6" fmla="*/ 1597474 h 1629627"/>
              <a:gd name="connsiteX7" fmla="*/ 812931 w 2954176"/>
              <a:gd name="connsiteY7" fmla="*/ 1582503 h 1629627"/>
              <a:gd name="connsiteX8" fmla="*/ 807629 w 2954176"/>
              <a:gd name="connsiteY8" fmla="*/ 1110040 h 1629627"/>
              <a:gd name="connsiteX9" fmla="*/ 838930 w 2954176"/>
              <a:gd name="connsiteY9" fmla="*/ 872399 h 1629627"/>
              <a:gd name="connsiteX10" fmla="*/ 677392 w 2954176"/>
              <a:gd name="connsiteY10" fmla="*/ 718105 h 1629627"/>
              <a:gd name="connsiteX11" fmla="*/ 405648 w 2954176"/>
              <a:gd name="connsiteY11" fmla="*/ 705226 h 1629627"/>
              <a:gd name="connsiteX12" fmla="*/ 0 w 2954176"/>
              <a:gd name="connsiteY12" fmla="*/ 805192 h 1629627"/>
              <a:gd name="connsiteX0" fmla="*/ 2548528 w 2548528"/>
              <a:gd name="connsiteY0" fmla="*/ 0 h 1629627"/>
              <a:gd name="connsiteX1" fmla="*/ 2332446 w 2548528"/>
              <a:gd name="connsiteY1" fmla="*/ 498645 h 1629627"/>
              <a:gd name="connsiteX2" fmla="*/ 2054151 w 2548528"/>
              <a:gd name="connsiteY2" fmla="*/ 986604 h 1629627"/>
              <a:gd name="connsiteX3" fmla="*/ 1997573 w 2548528"/>
              <a:gd name="connsiteY3" fmla="*/ 1105476 h 1629627"/>
              <a:gd name="connsiteX4" fmla="*/ 1879390 w 2548528"/>
              <a:gd name="connsiteY4" fmla="*/ 1373498 h 1629627"/>
              <a:gd name="connsiteX5" fmla="*/ 1503511 w 2548528"/>
              <a:gd name="connsiteY5" fmla="*/ 1446947 h 1629627"/>
              <a:gd name="connsiteX6" fmla="*/ 820038 w 2548528"/>
              <a:gd name="connsiteY6" fmla="*/ 1597474 h 1629627"/>
              <a:gd name="connsiteX7" fmla="*/ 407283 w 2548528"/>
              <a:gd name="connsiteY7" fmla="*/ 1582503 h 1629627"/>
              <a:gd name="connsiteX8" fmla="*/ 401981 w 2548528"/>
              <a:gd name="connsiteY8" fmla="*/ 1110040 h 1629627"/>
              <a:gd name="connsiteX9" fmla="*/ 433282 w 2548528"/>
              <a:gd name="connsiteY9" fmla="*/ 872399 h 1629627"/>
              <a:gd name="connsiteX10" fmla="*/ 271744 w 2548528"/>
              <a:gd name="connsiteY10" fmla="*/ 718105 h 1629627"/>
              <a:gd name="connsiteX11" fmla="*/ 0 w 2548528"/>
              <a:gd name="connsiteY11" fmla="*/ 705226 h 1629627"/>
              <a:gd name="connsiteX0" fmla="*/ 2276784 w 2276784"/>
              <a:gd name="connsiteY0" fmla="*/ 0 h 1629627"/>
              <a:gd name="connsiteX1" fmla="*/ 2060702 w 2276784"/>
              <a:gd name="connsiteY1" fmla="*/ 498645 h 1629627"/>
              <a:gd name="connsiteX2" fmla="*/ 1782407 w 2276784"/>
              <a:gd name="connsiteY2" fmla="*/ 986604 h 1629627"/>
              <a:gd name="connsiteX3" fmla="*/ 1725829 w 2276784"/>
              <a:gd name="connsiteY3" fmla="*/ 1105476 h 1629627"/>
              <a:gd name="connsiteX4" fmla="*/ 1607646 w 2276784"/>
              <a:gd name="connsiteY4" fmla="*/ 1373498 h 1629627"/>
              <a:gd name="connsiteX5" fmla="*/ 1231767 w 2276784"/>
              <a:gd name="connsiteY5" fmla="*/ 1446947 h 1629627"/>
              <a:gd name="connsiteX6" fmla="*/ 548294 w 2276784"/>
              <a:gd name="connsiteY6" fmla="*/ 1597474 h 1629627"/>
              <a:gd name="connsiteX7" fmla="*/ 135539 w 2276784"/>
              <a:gd name="connsiteY7" fmla="*/ 1582503 h 1629627"/>
              <a:gd name="connsiteX8" fmla="*/ 130237 w 2276784"/>
              <a:gd name="connsiteY8" fmla="*/ 1110040 h 1629627"/>
              <a:gd name="connsiteX9" fmla="*/ 161538 w 2276784"/>
              <a:gd name="connsiteY9" fmla="*/ 872399 h 1629627"/>
              <a:gd name="connsiteX10" fmla="*/ 0 w 2276784"/>
              <a:gd name="connsiteY10" fmla="*/ 718105 h 1629627"/>
              <a:gd name="connsiteX0" fmla="*/ 2276784 w 2276784"/>
              <a:gd name="connsiteY0" fmla="*/ 0 h 1629149"/>
              <a:gd name="connsiteX1" fmla="*/ 2060702 w 2276784"/>
              <a:gd name="connsiteY1" fmla="*/ 498645 h 1629149"/>
              <a:gd name="connsiteX2" fmla="*/ 1782407 w 2276784"/>
              <a:gd name="connsiteY2" fmla="*/ 986604 h 1629149"/>
              <a:gd name="connsiteX3" fmla="*/ 1725829 w 2276784"/>
              <a:gd name="connsiteY3" fmla="*/ 1105476 h 1629149"/>
              <a:gd name="connsiteX4" fmla="*/ 1607646 w 2276784"/>
              <a:gd name="connsiteY4" fmla="*/ 1373498 h 1629149"/>
              <a:gd name="connsiteX5" fmla="*/ 1231767 w 2276784"/>
              <a:gd name="connsiteY5" fmla="*/ 1446947 h 1629149"/>
              <a:gd name="connsiteX6" fmla="*/ 548294 w 2276784"/>
              <a:gd name="connsiteY6" fmla="*/ 1597474 h 1629149"/>
              <a:gd name="connsiteX7" fmla="*/ 135539 w 2276784"/>
              <a:gd name="connsiteY7" fmla="*/ 1582503 h 1629149"/>
              <a:gd name="connsiteX8" fmla="*/ 190773 w 2276784"/>
              <a:gd name="connsiteY8" fmla="*/ 1116939 h 1629149"/>
              <a:gd name="connsiteX9" fmla="*/ 161538 w 2276784"/>
              <a:gd name="connsiteY9" fmla="*/ 872399 h 1629149"/>
              <a:gd name="connsiteX10" fmla="*/ 0 w 2276784"/>
              <a:gd name="connsiteY10" fmla="*/ 718105 h 1629149"/>
              <a:gd name="connsiteX0" fmla="*/ 2276784 w 2276784"/>
              <a:gd name="connsiteY0" fmla="*/ 0 h 1629149"/>
              <a:gd name="connsiteX1" fmla="*/ 2060702 w 2276784"/>
              <a:gd name="connsiteY1" fmla="*/ 498645 h 1629149"/>
              <a:gd name="connsiteX2" fmla="*/ 1782407 w 2276784"/>
              <a:gd name="connsiteY2" fmla="*/ 986604 h 1629149"/>
              <a:gd name="connsiteX3" fmla="*/ 1725829 w 2276784"/>
              <a:gd name="connsiteY3" fmla="*/ 1105476 h 1629149"/>
              <a:gd name="connsiteX4" fmla="*/ 1607646 w 2276784"/>
              <a:gd name="connsiteY4" fmla="*/ 1373498 h 1629149"/>
              <a:gd name="connsiteX5" fmla="*/ 1231767 w 2276784"/>
              <a:gd name="connsiteY5" fmla="*/ 1446947 h 1629149"/>
              <a:gd name="connsiteX6" fmla="*/ 548294 w 2276784"/>
              <a:gd name="connsiteY6" fmla="*/ 1597474 h 1629149"/>
              <a:gd name="connsiteX7" fmla="*/ 135539 w 2276784"/>
              <a:gd name="connsiteY7" fmla="*/ 1582503 h 1629149"/>
              <a:gd name="connsiteX8" fmla="*/ 190773 w 2276784"/>
              <a:gd name="connsiteY8" fmla="*/ 1116939 h 1629149"/>
              <a:gd name="connsiteX9" fmla="*/ 225842 w 2276784"/>
              <a:gd name="connsiteY9" fmla="*/ 901179 h 1629149"/>
              <a:gd name="connsiteX10" fmla="*/ 0 w 2276784"/>
              <a:gd name="connsiteY10" fmla="*/ 718105 h 1629149"/>
              <a:gd name="connsiteX0" fmla="*/ 2248651 w 2248651"/>
              <a:gd name="connsiteY0" fmla="*/ 0 h 1629149"/>
              <a:gd name="connsiteX1" fmla="*/ 2032569 w 2248651"/>
              <a:gd name="connsiteY1" fmla="*/ 498645 h 1629149"/>
              <a:gd name="connsiteX2" fmla="*/ 1754274 w 2248651"/>
              <a:gd name="connsiteY2" fmla="*/ 986604 h 1629149"/>
              <a:gd name="connsiteX3" fmla="*/ 1697696 w 2248651"/>
              <a:gd name="connsiteY3" fmla="*/ 1105476 h 1629149"/>
              <a:gd name="connsiteX4" fmla="*/ 1579513 w 2248651"/>
              <a:gd name="connsiteY4" fmla="*/ 1373498 h 1629149"/>
              <a:gd name="connsiteX5" fmla="*/ 1203634 w 2248651"/>
              <a:gd name="connsiteY5" fmla="*/ 1446947 h 1629149"/>
              <a:gd name="connsiteX6" fmla="*/ 520161 w 2248651"/>
              <a:gd name="connsiteY6" fmla="*/ 1597474 h 1629149"/>
              <a:gd name="connsiteX7" fmla="*/ 107406 w 2248651"/>
              <a:gd name="connsiteY7" fmla="*/ 1582503 h 1629149"/>
              <a:gd name="connsiteX8" fmla="*/ 162640 w 2248651"/>
              <a:gd name="connsiteY8" fmla="*/ 1116939 h 1629149"/>
              <a:gd name="connsiteX9" fmla="*/ 197709 w 2248651"/>
              <a:gd name="connsiteY9" fmla="*/ 901179 h 1629149"/>
              <a:gd name="connsiteX10" fmla="*/ 0 w 2248651"/>
              <a:gd name="connsiteY10" fmla="*/ 730696 h 1629149"/>
              <a:gd name="connsiteX0" fmla="*/ 2556192 w 2556192"/>
              <a:gd name="connsiteY0" fmla="*/ 0 h 3036288"/>
              <a:gd name="connsiteX1" fmla="*/ 2032569 w 2556192"/>
              <a:gd name="connsiteY1" fmla="*/ 1905784 h 3036288"/>
              <a:gd name="connsiteX2" fmla="*/ 1754274 w 2556192"/>
              <a:gd name="connsiteY2" fmla="*/ 2393743 h 3036288"/>
              <a:gd name="connsiteX3" fmla="*/ 1697696 w 2556192"/>
              <a:gd name="connsiteY3" fmla="*/ 2512615 h 3036288"/>
              <a:gd name="connsiteX4" fmla="*/ 1579513 w 2556192"/>
              <a:gd name="connsiteY4" fmla="*/ 2780637 h 3036288"/>
              <a:gd name="connsiteX5" fmla="*/ 1203634 w 2556192"/>
              <a:gd name="connsiteY5" fmla="*/ 2854086 h 3036288"/>
              <a:gd name="connsiteX6" fmla="*/ 520161 w 2556192"/>
              <a:gd name="connsiteY6" fmla="*/ 3004613 h 3036288"/>
              <a:gd name="connsiteX7" fmla="*/ 107406 w 2556192"/>
              <a:gd name="connsiteY7" fmla="*/ 2989642 h 3036288"/>
              <a:gd name="connsiteX8" fmla="*/ 162640 w 2556192"/>
              <a:gd name="connsiteY8" fmla="*/ 2524078 h 3036288"/>
              <a:gd name="connsiteX9" fmla="*/ 197709 w 2556192"/>
              <a:gd name="connsiteY9" fmla="*/ 2308318 h 3036288"/>
              <a:gd name="connsiteX10" fmla="*/ 0 w 2556192"/>
              <a:gd name="connsiteY10" fmla="*/ 2137835 h 3036288"/>
              <a:gd name="connsiteX0" fmla="*/ 2556192 w 2556192"/>
              <a:gd name="connsiteY0" fmla="*/ 0 h 3036288"/>
              <a:gd name="connsiteX1" fmla="*/ 2545903 w 2556192"/>
              <a:gd name="connsiteY1" fmla="*/ 334957 h 3036288"/>
              <a:gd name="connsiteX2" fmla="*/ 1754274 w 2556192"/>
              <a:gd name="connsiteY2" fmla="*/ 2393743 h 3036288"/>
              <a:gd name="connsiteX3" fmla="*/ 1697696 w 2556192"/>
              <a:gd name="connsiteY3" fmla="*/ 2512615 h 3036288"/>
              <a:gd name="connsiteX4" fmla="*/ 1579513 w 2556192"/>
              <a:gd name="connsiteY4" fmla="*/ 2780637 h 3036288"/>
              <a:gd name="connsiteX5" fmla="*/ 1203634 w 2556192"/>
              <a:gd name="connsiteY5" fmla="*/ 2854086 h 3036288"/>
              <a:gd name="connsiteX6" fmla="*/ 520161 w 2556192"/>
              <a:gd name="connsiteY6" fmla="*/ 3004613 h 3036288"/>
              <a:gd name="connsiteX7" fmla="*/ 107406 w 2556192"/>
              <a:gd name="connsiteY7" fmla="*/ 2989642 h 3036288"/>
              <a:gd name="connsiteX8" fmla="*/ 162640 w 2556192"/>
              <a:gd name="connsiteY8" fmla="*/ 2524078 h 3036288"/>
              <a:gd name="connsiteX9" fmla="*/ 197709 w 2556192"/>
              <a:gd name="connsiteY9" fmla="*/ 2308318 h 3036288"/>
              <a:gd name="connsiteX10" fmla="*/ 0 w 2556192"/>
              <a:gd name="connsiteY10" fmla="*/ 2137835 h 3036288"/>
              <a:gd name="connsiteX0" fmla="*/ 2556192 w 2556192"/>
              <a:gd name="connsiteY0" fmla="*/ 0 h 3036288"/>
              <a:gd name="connsiteX1" fmla="*/ 2545903 w 2556192"/>
              <a:gd name="connsiteY1" fmla="*/ 334957 h 3036288"/>
              <a:gd name="connsiteX2" fmla="*/ 2267840 w 2556192"/>
              <a:gd name="connsiteY2" fmla="*/ 1289465 h 3036288"/>
              <a:gd name="connsiteX3" fmla="*/ 1697696 w 2556192"/>
              <a:gd name="connsiteY3" fmla="*/ 2512615 h 3036288"/>
              <a:gd name="connsiteX4" fmla="*/ 1579513 w 2556192"/>
              <a:gd name="connsiteY4" fmla="*/ 2780637 h 3036288"/>
              <a:gd name="connsiteX5" fmla="*/ 1203634 w 2556192"/>
              <a:gd name="connsiteY5" fmla="*/ 2854086 h 3036288"/>
              <a:gd name="connsiteX6" fmla="*/ 520161 w 2556192"/>
              <a:gd name="connsiteY6" fmla="*/ 3004613 h 3036288"/>
              <a:gd name="connsiteX7" fmla="*/ 107406 w 2556192"/>
              <a:gd name="connsiteY7" fmla="*/ 2989642 h 3036288"/>
              <a:gd name="connsiteX8" fmla="*/ 162640 w 2556192"/>
              <a:gd name="connsiteY8" fmla="*/ 2524078 h 3036288"/>
              <a:gd name="connsiteX9" fmla="*/ 197709 w 2556192"/>
              <a:gd name="connsiteY9" fmla="*/ 2308318 h 3036288"/>
              <a:gd name="connsiteX10" fmla="*/ 0 w 2556192"/>
              <a:gd name="connsiteY10" fmla="*/ 2137835 h 3036288"/>
              <a:gd name="connsiteX0" fmla="*/ 2556192 w 2556192"/>
              <a:gd name="connsiteY0" fmla="*/ 0 h 3036288"/>
              <a:gd name="connsiteX1" fmla="*/ 2545903 w 2556192"/>
              <a:gd name="connsiteY1" fmla="*/ 334957 h 3036288"/>
              <a:gd name="connsiteX2" fmla="*/ 2267840 w 2556192"/>
              <a:gd name="connsiteY2" fmla="*/ 1289465 h 3036288"/>
              <a:gd name="connsiteX3" fmla="*/ 2106183 w 2556192"/>
              <a:gd name="connsiteY3" fmla="*/ 1787626 h 3036288"/>
              <a:gd name="connsiteX4" fmla="*/ 1579513 w 2556192"/>
              <a:gd name="connsiteY4" fmla="*/ 2780637 h 3036288"/>
              <a:gd name="connsiteX5" fmla="*/ 1203634 w 2556192"/>
              <a:gd name="connsiteY5" fmla="*/ 2854086 h 3036288"/>
              <a:gd name="connsiteX6" fmla="*/ 520161 w 2556192"/>
              <a:gd name="connsiteY6" fmla="*/ 3004613 h 3036288"/>
              <a:gd name="connsiteX7" fmla="*/ 107406 w 2556192"/>
              <a:gd name="connsiteY7" fmla="*/ 2989642 h 3036288"/>
              <a:gd name="connsiteX8" fmla="*/ 162640 w 2556192"/>
              <a:gd name="connsiteY8" fmla="*/ 2524078 h 3036288"/>
              <a:gd name="connsiteX9" fmla="*/ 197709 w 2556192"/>
              <a:gd name="connsiteY9" fmla="*/ 2308318 h 3036288"/>
              <a:gd name="connsiteX10" fmla="*/ 0 w 2556192"/>
              <a:gd name="connsiteY10" fmla="*/ 2137835 h 3036288"/>
              <a:gd name="connsiteX0" fmla="*/ 2556192 w 2556192"/>
              <a:gd name="connsiteY0" fmla="*/ 0 h 3036288"/>
              <a:gd name="connsiteX1" fmla="*/ 2545903 w 2556192"/>
              <a:gd name="connsiteY1" fmla="*/ 334957 h 3036288"/>
              <a:gd name="connsiteX2" fmla="*/ 2267840 w 2556192"/>
              <a:gd name="connsiteY2" fmla="*/ 1289465 h 3036288"/>
              <a:gd name="connsiteX3" fmla="*/ 2106183 w 2556192"/>
              <a:gd name="connsiteY3" fmla="*/ 1787626 h 3036288"/>
              <a:gd name="connsiteX4" fmla="*/ 1764644 w 2556192"/>
              <a:gd name="connsiteY4" fmla="*/ 2502376 h 3036288"/>
              <a:gd name="connsiteX5" fmla="*/ 1203634 w 2556192"/>
              <a:gd name="connsiteY5" fmla="*/ 2854086 h 3036288"/>
              <a:gd name="connsiteX6" fmla="*/ 520161 w 2556192"/>
              <a:gd name="connsiteY6" fmla="*/ 3004613 h 3036288"/>
              <a:gd name="connsiteX7" fmla="*/ 107406 w 2556192"/>
              <a:gd name="connsiteY7" fmla="*/ 2989642 h 3036288"/>
              <a:gd name="connsiteX8" fmla="*/ 162640 w 2556192"/>
              <a:gd name="connsiteY8" fmla="*/ 2524078 h 3036288"/>
              <a:gd name="connsiteX9" fmla="*/ 197709 w 2556192"/>
              <a:gd name="connsiteY9" fmla="*/ 2308318 h 3036288"/>
              <a:gd name="connsiteX10" fmla="*/ 0 w 2556192"/>
              <a:gd name="connsiteY10" fmla="*/ 2137835 h 3036288"/>
              <a:gd name="connsiteX0" fmla="*/ 2454241 w 2545903"/>
              <a:gd name="connsiteY0" fmla="*/ 0 h 3799137"/>
              <a:gd name="connsiteX1" fmla="*/ 2545903 w 2545903"/>
              <a:gd name="connsiteY1" fmla="*/ 1097806 h 3799137"/>
              <a:gd name="connsiteX2" fmla="*/ 2267840 w 2545903"/>
              <a:gd name="connsiteY2" fmla="*/ 2052314 h 3799137"/>
              <a:gd name="connsiteX3" fmla="*/ 2106183 w 2545903"/>
              <a:gd name="connsiteY3" fmla="*/ 2550475 h 3799137"/>
              <a:gd name="connsiteX4" fmla="*/ 1764644 w 2545903"/>
              <a:gd name="connsiteY4" fmla="*/ 3265225 h 3799137"/>
              <a:gd name="connsiteX5" fmla="*/ 1203634 w 2545903"/>
              <a:gd name="connsiteY5" fmla="*/ 3616935 h 3799137"/>
              <a:gd name="connsiteX6" fmla="*/ 520161 w 2545903"/>
              <a:gd name="connsiteY6" fmla="*/ 3767462 h 3799137"/>
              <a:gd name="connsiteX7" fmla="*/ 107406 w 2545903"/>
              <a:gd name="connsiteY7" fmla="*/ 3752491 h 3799137"/>
              <a:gd name="connsiteX8" fmla="*/ 162640 w 2545903"/>
              <a:gd name="connsiteY8" fmla="*/ 3286927 h 3799137"/>
              <a:gd name="connsiteX9" fmla="*/ 197709 w 2545903"/>
              <a:gd name="connsiteY9" fmla="*/ 3071167 h 3799137"/>
              <a:gd name="connsiteX10" fmla="*/ 0 w 2545903"/>
              <a:gd name="connsiteY10" fmla="*/ 2900684 h 3799137"/>
              <a:gd name="connsiteX0" fmla="*/ 2454241 w 2545903"/>
              <a:gd name="connsiteY0" fmla="*/ 0 h 3799137"/>
              <a:gd name="connsiteX1" fmla="*/ 2545903 w 2545903"/>
              <a:gd name="connsiteY1" fmla="*/ 1097806 h 3799137"/>
              <a:gd name="connsiteX2" fmla="*/ 2267840 w 2545903"/>
              <a:gd name="connsiteY2" fmla="*/ 2052314 h 3799137"/>
              <a:gd name="connsiteX3" fmla="*/ 2106183 w 2545903"/>
              <a:gd name="connsiteY3" fmla="*/ 2550475 h 3799137"/>
              <a:gd name="connsiteX4" fmla="*/ 1764644 w 2545903"/>
              <a:gd name="connsiteY4" fmla="*/ 3265225 h 3799137"/>
              <a:gd name="connsiteX5" fmla="*/ 1203634 w 2545903"/>
              <a:gd name="connsiteY5" fmla="*/ 3616935 h 3799137"/>
              <a:gd name="connsiteX6" fmla="*/ 520161 w 2545903"/>
              <a:gd name="connsiteY6" fmla="*/ 3767462 h 3799137"/>
              <a:gd name="connsiteX7" fmla="*/ 107406 w 2545903"/>
              <a:gd name="connsiteY7" fmla="*/ 3752491 h 3799137"/>
              <a:gd name="connsiteX8" fmla="*/ 162640 w 2545903"/>
              <a:gd name="connsiteY8" fmla="*/ 3286927 h 3799137"/>
              <a:gd name="connsiteX9" fmla="*/ 197709 w 2545903"/>
              <a:gd name="connsiteY9" fmla="*/ 3071167 h 3799137"/>
              <a:gd name="connsiteX10" fmla="*/ 0 w 2545903"/>
              <a:gd name="connsiteY10" fmla="*/ 2900684 h 3799137"/>
              <a:gd name="connsiteX0" fmla="*/ 2454241 w 2575500"/>
              <a:gd name="connsiteY0" fmla="*/ 0 h 3799137"/>
              <a:gd name="connsiteX1" fmla="*/ 2575500 w 2575500"/>
              <a:gd name="connsiteY1" fmla="*/ 734888 h 3799137"/>
              <a:gd name="connsiteX2" fmla="*/ 2267840 w 2575500"/>
              <a:gd name="connsiteY2" fmla="*/ 2052314 h 3799137"/>
              <a:gd name="connsiteX3" fmla="*/ 2106183 w 2575500"/>
              <a:gd name="connsiteY3" fmla="*/ 2550475 h 3799137"/>
              <a:gd name="connsiteX4" fmla="*/ 1764644 w 2575500"/>
              <a:gd name="connsiteY4" fmla="*/ 3265225 h 3799137"/>
              <a:gd name="connsiteX5" fmla="*/ 1203634 w 2575500"/>
              <a:gd name="connsiteY5" fmla="*/ 3616935 h 3799137"/>
              <a:gd name="connsiteX6" fmla="*/ 520161 w 2575500"/>
              <a:gd name="connsiteY6" fmla="*/ 3767462 h 3799137"/>
              <a:gd name="connsiteX7" fmla="*/ 107406 w 2575500"/>
              <a:gd name="connsiteY7" fmla="*/ 3752491 h 3799137"/>
              <a:gd name="connsiteX8" fmla="*/ 162640 w 2575500"/>
              <a:gd name="connsiteY8" fmla="*/ 3286927 h 3799137"/>
              <a:gd name="connsiteX9" fmla="*/ 197709 w 2575500"/>
              <a:gd name="connsiteY9" fmla="*/ 3071167 h 3799137"/>
              <a:gd name="connsiteX10" fmla="*/ 0 w 2575500"/>
              <a:gd name="connsiteY10" fmla="*/ 2900684 h 3799137"/>
              <a:gd name="connsiteX0" fmla="*/ 2454241 w 2575500"/>
              <a:gd name="connsiteY0" fmla="*/ 0 h 3799137"/>
              <a:gd name="connsiteX1" fmla="*/ 2575500 w 2575500"/>
              <a:gd name="connsiteY1" fmla="*/ 734888 h 3799137"/>
              <a:gd name="connsiteX2" fmla="*/ 2300608 w 2575500"/>
              <a:gd name="connsiteY2" fmla="*/ 1595521 h 3799137"/>
              <a:gd name="connsiteX3" fmla="*/ 2106183 w 2575500"/>
              <a:gd name="connsiteY3" fmla="*/ 2550475 h 3799137"/>
              <a:gd name="connsiteX4" fmla="*/ 1764644 w 2575500"/>
              <a:gd name="connsiteY4" fmla="*/ 3265225 h 3799137"/>
              <a:gd name="connsiteX5" fmla="*/ 1203634 w 2575500"/>
              <a:gd name="connsiteY5" fmla="*/ 3616935 h 3799137"/>
              <a:gd name="connsiteX6" fmla="*/ 520161 w 2575500"/>
              <a:gd name="connsiteY6" fmla="*/ 3767462 h 3799137"/>
              <a:gd name="connsiteX7" fmla="*/ 107406 w 2575500"/>
              <a:gd name="connsiteY7" fmla="*/ 3752491 h 3799137"/>
              <a:gd name="connsiteX8" fmla="*/ 162640 w 2575500"/>
              <a:gd name="connsiteY8" fmla="*/ 3286927 h 3799137"/>
              <a:gd name="connsiteX9" fmla="*/ 197709 w 2575500"/>
              <a:gd name="connsiteY9" fmla="*/ 3071167 h 3799137"/>
              <a:gd name="connsiteX10" fmla="*/ 0 w 2575500"/>
              <a:gd name="connsiteY10" fmla="*/ 2900684 h 379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5500" h="3799137">
                <a:moveTo>
                  <a:pt x="2454241" y="0"/>
                </a:moveTo>
                <a:cubicBezTo>
                  <a:pt x="2233832" y="401174"/>
                  <a:pt x="2574738" y="564009"/>
                  <a:pt x="2575500" y="734888"/>
                </a:cubicBezTo>
                <a:cubicBezTo>
                  <a:pt x="2515314" y="901548"/>
                  <a:pt x="2378827" y="1292923"/>
                  <a:pt x="2300608" y="1595521"/>
                </a:cubicBezTo>
                <a:cubicBezTo>
                  <a:pt x="2222389" y="1898119"/>
                  <a:pt x="2195510" y="2272191"/>
                  <a:pt x="2106183" y="2550475"/>
                </a:cubicBezTo>
                <a:cubicBezTo>
                  <a:pt x="2016856" y="2828759"/>
                  <a:pt x="1915069" y="3087482"/>
                  <a:pt x="1764644" y="3265225"/>
                </a:cubicBezTo>
                <a:cubicBezTo>
                  <a:pt x="1614219" y="3442968"/>
                  <a:pt x="1411048" y="3533229"/>
                  <a:pt x="1203634" y="3616935"/>
                </a:cubicBezTo>
                <a:cubicBezTo>
                  <a:pt x="996220" y="3700641"/>
                  <a:pt x="702866" y="3744869"/>
                  <a:pt x="520161" y="3767462"/>
                </a:cubicBezTo>
                <a:cubicBezTo>
                  <a:pt x="337456" y="3790055"/>
                  <a:pt x="166993" y="3832580"/>
                  <a:pt x="107406" y="3752491"/>
                </a:cubicBezTo>
                <a:cubicBezTo>
                  <a:pt x="47819" y="3672402"/>
                  <a:pt x="147589" y="3400481"/>
                  <a:pt x="162640" y="3286927"/>
                </a:cubicBezTo>
                <a:cubicBezTo>
                  <a:pt x="177691" y="3173373"/>
                  <a:pt x="224816" y="3135541"/>
                  <a:pt x="197709" y="3071167"/>
                </a:cubicBezTo>
                <a:cubicBezTo>
                  <a:pt x="170602" y="3006793"/>
                  <a:pt x="72214" y="2928546"/>
                  <a:pt x="0" y="290068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5" name="Freeform: Shape 34">
            <a:extLst>
              <a:ext uri="{FF2B5EF4-FFF2-40B4-BE49-F238E27FC236}">
                <a16:creationId xmlns:a16="http://schemas.microsoft.com/office/drawing/2014/main" id="{DA554F34-C97D-CDD6-9F2C-81ABDE4CD54E}"/>
              </a:ext>
            </a:extLst>
          </p:cNvPr>
          <p:cNvSpPr/>
          <p:nvPr userDrawn="1"/>
        </p:nvSpPr>
        <p:spPr>
          <a:xfrm rot="7288997" flipH="1">
            <a:off x="2627159" y="4868520"/>
            <a:ext cx="1813470" cy="2156022"/>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263130 w 2340350"/>
              <a:gd name="connsiteY0" fmla="*/ 0 h 1523050"/>
              <a:gd name="connsiteX1" fmla="*/ 2337900 w 2340350"/>
              <a:gd name="connsiteY1" fmla="*/ 557185 h 1523050"/>
              <a:gd name="connsiteX2" fmla="*/ 2282652 w 2340350"/>
              <a:gd name="connsiteY2" fmla="*/ 1180075 h 1523050"/>
              <a:gd name="connsiteX3" fmla="*/ 1927003 w 2340350"/>
              <a:gd name="connsiteY3" fmla="*/ 1444437 h 1523050"/>
              <a:gd name="connsiteX4" fmla="*/ 1651730 w 2340350"/>
              <a:gd name="connsiteY4" fmla="*/ 1521019 h 1523050"/>
              <a:gd name="connsiteX5" fmla="*/ 1465040 w 2340350"/>
              <a:gd name="connsiteY5" fmla="*/ 1501873 h 1523050"/>
              <a:gd name="connsiteX6" fmla="*/ 1309402 w 2340350"/>
              <a:gd name="connsiteY6" fmla="*/ 1406147 h 1523050"/>
              <a:gd name="connsiteX7" fmla="*/ 1228058 w 2340350"/>
              <a:gd name="connsiteY7" fmla="*/ 1281751 h 1523050"/>
              <a:gd name="connsiteX8" fmla="*/ 1216056 w 2340350"/>
              <a:gd name="connsiteY8" fmla="*/ 1047245 h 1523050"/>
              <a:gd name="connsiteX9" fmla="*/ 1256728 w 2340350"/>
              <a:gd name="connsiteY9" fmla="*/ 858269 h 1523050"/>
              <a:gd name="connsiteX10" fmla="*/ 1256728 w 2340350"/>
              <a:gd name="connsiteY10" fmla="*/ 719490 h 1523050"/>
              <a:gd name="connsiteX11" fmla="*/ 1144238 w 2340350"/>
              <a:gd name="connsiteY11" fmla="*/ 580711 h 1523050"/>
              <a:gd name="connsiteX12" fmla="*/ 878490 w 2340350"/>
              <a:gd name="connsiteY12" fmla="*/ 504130 h 1523050"/>
              <a:gd name="connsiteX13" fmla="*/ 526637 w 2340350"/>
              <a:gd name="connsiteY13" fmla="*/ 461077 h 1523050"/>
              <a:gd name="connsiteX14" fmla="*/ 289655 w 2340350"/>
              <a:gd name="connsiteY14" fmla="*/ 408403 h 1523050"/>
              <a:gd name="connsiteX15" fmla="*/ 0 w 2340350"/>
              <a:gd name="connsiteY15" fmla="*/ 279244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404003 w 2454698"/>
              <a:gd name="connsiteY14" fmla="*/ 408403 h 1523050"/>
              <a:gd name="connsiteX15" fmla="*/ 0 w 2454698"/>
              <a:gd name="connsiteY15" fmla="*/ 108922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404003 w 2454698"/>
              <a:gd name="connsiteY14" fmla="*/ 408403 h 1523050"/>
              <a:gd name="connsiteX15" fmla="*/ 0 w 2454698"/>
              <a:gd name="connsiteY15" fmla="*/ 108922 h 1523050"/>
              <a:gd name="connsiteX0" fmla="*/ 2377478 w 2454698"/>
              <a:gd name="connsiteY0" fmla="*/ 0 h 1523050"/>
              <a:gd name="connsiteX1" fmla="*/ 2452248 w 2454698"/>
              <a:gd name="connsiteY1" fmla="*/ 557185 h 1523050"/>
              <a:gd name="connsiteX2" fmla="*/ 2397000 w 2454698"/>
              <a:gd name="connsiteY2" fmla="*/ 1180075 h 1523050"/>
              <a:gd name="connsiteX3" fmla="*/ 2041351 w 2454698"/>
              <a:gd name="connsiteY3" fmla="*/ 1444437 h 1523050"/>
              <a:gd name="connsiteX4" fmla="*/ 1766078 w 2454698"/>
              <a:gd name="connsiteY4" fmla="*/ 1521019 h 1523050"/>
              <a:gd name="connsiteX5" fmla="*/ 1579388 w 2454698"/>
              <a:gd name="connsiteY5" fmla="*/ 1501873 h 1523050"/>
              <a:gd name="connsiteX6" fmla="*/ 1423750 w 2454698"/>
              <a:gd name="connsiteY6" fmla="*/ 1406147 h 1523050"/>
              <a:gd name="connsiteX7" fmla="*/ 1342406 w 2454698"/>
              <a:gd name="connsiteY7" fmla="*/ 1281751 h 1523050"/>
              <a:gd name="connsiteX8" fmla="*/ 1330404 w 2454698"/>
              <a:gd name="connsiteY8" fmla="*/ 1047245 h 1523050"/>
              <a:gd name="connsiteX9" fmla="*/ 1371076 w 2454698"/>
              <a:gd name="connsiteY9" fmla="*/ 858269 h 1523050"/>
              <a:gd name="connsiteX10" fmla="*/ 1371076 w 2454698"/>
              <a:gd name="connsiteY10" fmla="*/ 719490 h 1523050"/>
              <a:gd name="connsiteX11" fmla="*/ 1258586 w 2454698"/>
              <a:gd name="connsiteY11" fmla="*/ 580711 h 1523050"/>
              <a:gd name="connsiteX12" fmla="*/ 992838 w 2454698"/>
              <a:gd name="connsiteY12" fmla="*/ 504130 h 1523050"/>
              <a:gd name="connsiteX13" fmla="*/ 640985 w 2454698"/>
              <a:gd name="connsiteY13" fmla="*/ 461077 h 1523050"/>
              <a:gd name="connsiteX14" fmla="*/ 361236 w 2454698"/>
              <a:gd name="connsiteY14" fmla="*/ 432584 h 1523050"/>
              <a:gd name="connsiteX15" fmla="*/ 0 w 2454698"/>
              <a:gd name="connsiteY15" fmla="*/ 108922 h 1523050"/>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640985 w 2454698"/>
              <a:gd name="connsiteY13" fmla="*/ 352155 h 1414128"/>
              <a:gd name="connsiteX14" fmla="*/ 361236 w 2454698"/>
              <a:gd name="connsiteY14" fmla="*/ 323662 h 1414128"/>
              <a:gd name="connsiteX15" fmla="*/ 0 w 2454698"/>
              <a:gd name="connsiteY15"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1258586 w 2454698"/>
              <a:gd name="connsiteY11" fmla="*/ 471789 h 1414128"/>
              <a:gd name="connsiteX12" fmla="*/ 992838 w 2454698"/>
              <a:gd name="connsiteY12" fmla="*/ 395208 h 1414128"/>
              <a:gd name="connsiteX13" fmla="*/ 361236 w 2454698"/>
              <a:gd name="connsiteY13" fmla="*/ 323662 h 1414128"/>
              <a:gd name="connsiteX14" fmla="*/ 0 w 2454698"/>
              <a:gd name="connsiteY14"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71076 w 2454698"/>
              <a:gd name="connsiteY10" fmla="*/ 610568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83422 w 2454698"/>
              <a:gd name="connsiteY10" fmla="*/ 527984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698"/>
              <a:gd name="connsiteY0" fmla="*/ 16266 h 1414128"/>
              <a:gd name="connsiteX1" fmla="*/ 2452248 w 2454698"/>
              <a:gd name="connsiteY1" fmla="*/ 448263 h 1414128"/>
              <a:gd name="connsiteX2" fmla="*/ 2397000 w 2454698"/>
              <a:gd name="connsiteY2" fmla="*/ 1071153 h 1414128"/>
              <a:gd name="connsiteX3" fmla="*/ 2041351 w 2454698"/>
              <a:gd name="connsiteY3" fmla="*/ 1335515 h 1414128"/>
              <a:gd name="connsiteX4" fmla="*/ 1766078 w 2454698"/>
              <a:gd name="connsiteY4" fmla="*/ 1412097 h 1414128"/>
              <a:gd name="connsiteX5" fmla="*/ 1579388 w 2454698"/>
              <a:gd name="connsiteY5" fmla="*/ 1392951 h 1414128"/>
              <a:gd name="connsiteX6" fmla="*/ 1423750 w 2454698"/>
              <a:gd name="connsiteY6" fmla="*/ 1297225 h 1414128"/>
              <a:gd name="connsiteX7" fmla="*/ 1342406 w 2454698"/>
              <a:gd name="connsiteY7" fmla="*/ 1172829 h 1414128"/>
              <a:gd name="connsiteX8" fmla="*/ 1330404 w 2454698"/>
              <a:gd name="connsiteY8" fmla="*/ 938323 h 1414128"/>
              <a:gd name="connsiteX9" fmla="*/ 1371076 w 2454698"/>
              <a:gd name="connsiteY9" fmla="*/ 749347 h 1414128"/>
              <a:gd name="connsiteX10" fmla="*/ 1383422 w 2454698"/>
              <a:gd name="connsiteY10" fmla="*/ 527984 h 1414128"/>
              <a:gd name="connsiteX11" fmla="*/ 992838 w 2454698"/>
              <a:gd name="connsiteY11" fmla="*/ 395208 h 1414128"/>
              <a:gd name="connsiteX12" fmla="*/ 361236 w 2454698"/>
              <a:gd name="connsiteY12" fmla="*/ 323662 h 1414128"/>
              <a:gd name="connsiteX13" fmla="*/ 0 w 2454698"/>
              <a:gd name="connsiteY13" fmla="*/ 0 h 1414128"/>
              <a:gd name="connsiteX0" fmla="*/ 2438764 w 2454283"/>
              <a:gd name="connsiteY0" fmla="*/ 16266 h 1415031"/>
              <a:gd name="connsiteX1" fmla="*/ 2452248 w 2454283"/>
              <a:gd name="connsiteY1" fmla="*/ 448263 h 1415031"/>
              <a:gd name="connsiteX2" fmla="*/ 2397000 w 2454283"/>
              <a:gd name="connsiteY2" fmla="*/ 1071153 h 1415031"/>
              <a:gd name="connsiteX3" fmla="*/ 2056203 w 2454283"/>
              <a:gd name="connsiteY3" fmla="*/ 1348831 h 1415031"/>
              <a:gd name="connsiteX4" fmla="*/ 1766078 w 2454283"/>
              <a:gd name="connsiteY4" fmla="*/ 1412097 h 1415031"/>
              <a:gd name="connsiteX5" fmla="*/ 1579388 w 2454283"/>
              <a:gd name="connsiteY5" fmla="*/ 1392951 h 1415031"/>
              <a:gd name="connsiteX6" fmla="*/ 1423750 w 2454283"/>
              <a:gd name="connsiteY6" fmla="*/ 1297225 h 1415031"/>
              <a:gd name="connsiteX7" fmla="*/ 1342406 w 2454283"/>
              <a:gd name="connsiteY7" fmla="*/ 1172829 h 1415031"/>
              <a:gd name="connsiteX8" fmla="*/ 1330404 w 2454283"/>
              <a:gd name="connsiteY8" fmla="*/ 938323 h 1415031"/>
              <a:gd name="connsiteX9" fmla="*/ 1371076 w 2454283"/>
              <a:gd name="connsiteY9" fmla="*/ 749347 h 1415031"/>
              <a:gd name="connsiteX10" fmla="*/ 1383422 w 2454283"/>
              <a:gd name="connsiteY10" fmla="*/ 527984 h 1415031"/>
              <a:gd name="connsiteX11" fmla="*/ 992838 w 2454283"/>
              <a:gd name="connsiteY11" fmla="*/ 395208 h 1415031"/>
              <a:gd name="connsiteX12" fmla="*/ 361236 w 2454283"/>
              <a:gd name="connsiteY12" fmla="*/ 323662 h 1415031"/>
              <a:gd name="connsiteX13" fmla="*/ 0 w 2454283"/>
              <a:gd name="connsiteY13" fmla="*/ 0 h 1415031"/>
              <a:gd name="connsiteX0" fmla="*/ 2438764 w 2454283"/>
              <a:gd name="connsiteY0" fmla="*/ 16266 h 1415031"/>
              <a:gd name="connsiteX1" fmla="*/ 2452248 w 2454283"/>
              <a:gd name="connsiteY1" fmla="*/ 448263 h 1415031"/>
              <a:gd name="connsiteX2" fmla="*/ 2397000 w 2454283"/>
              <a:gd name="connsiteY2" fmla="*/ 1071153 h 1415031"/>
              <a:gd name="connsiteX3" fmla="*/ 2056203 w 2454283"/>
              <a:gd name="connsiteY3" fmla="*/ 1348831 h 1415031"/>
              <a:gd name="connsiteX4" fmla="*/ 1766078 w 2454283"/>
              <a:gd name="connsiteY4" fmla="*/ 1412097 h 1415031"/>
              <a:gd name="connsiteX5" fmla="*/ 1579388 w 2454283"/>
              <a:gd name="connsiteY5" fmla="*/ 1392951 h 1415031"/>
              <a:gd name="connsiteX6" fmla="*/ 1423750 w 2454283"/>
              <a:gd name="connsiteY6" fmla="*/ 1297225 h 1415031"/>
              <a:gd name="connsiteX7" fmla="*/ 1342406 w 2454283"/>
              <a:gd name="connsiteY7" fmla="*/ 1172829 h 1415031"/>
              <a:gd name="connsiteX8" fmla="*/ 1330404 w 2454283"/>
              <a:gd name="connsiteY8" fmla="*/ 938323 h 1415031"/>
              <a:gd name="connsiteX9" fmla="*/ 1383422 w 2454283"/>
              <a:gd name="connsiteY9" fmla="*/ 527984 h 1415031"/>
              <a:gd name="connsiteX10" fmla="*/ 992838 w 2454283"/>
              <a:gd name="connsiteY10" fmla="*/ 395208 h 1415031"/>
              <a:gd name="connsiteX11" fmla="*/ 361236 w 2454283"/>
              <a:gd name="connsiteY11" fmla="*/ 323662 h 1415031"/>
              <a:gd name="connsiteX12" fmla="*/ 0 w 2454283"/>
              <a:gd name="connsiteY12" fmla="*/ 0 h 1415031"/>
              <a:gd name="connsiteX0" fmla="*/ 2446767 w 2462286"/>
              <a:gd name="connsiteY0" fmla="*/ 52551 h 1451316"/>
              <a:gd name="connsiteX1" fmla="*/ 2460251 w 2462286"/>
              <a:gd name="connsiteY1" fmla="*/ 484548 h 1451316"/>
              <a:gd name="connsiteX2" fmla="*/ 2405003 w 2462286"/>
              <a:gd name="connsiteY2" fmla="*/ 1107438 h 1451316"/>
              <a:gd name="connsiteX3" fmla="*/ 2064206 w 2462286"/>
              <a:gd name="connsiteY3" fmla="*/ 1385116 h 1451316"/>
              <a:gd name="connsiteX4" fmla="*/ 1774081 w 2462286"/>
              <a:gd name="connsiteY4" fmla="*/ 1448382 h 1451316"/>
              <a:gd name="connsiteX5" fmla="*/ 1587391 w 2462286"/>
              <a:gd name="connsiteY5" fmla="*/ 1429236 h 1451316"/>
              <a:gd name="connsiteX6" fmla="*/ 1431753 w 2462286"/>
              <a:gd name="connsiteY6" fmla="*/ 1333510 h 1451316"/>
              <a:gd name="connsiteX7" fmla="*/ 1350409 w 2462286"/>
              <a:gd name="connsiteY7" fmla="*/ 1209114 h 1451316"/>
              <a:gd name="connsiteX8" fmla="*/ 1338407 w 2462286"/>
              <a:gd name="connsiteY8" fmla="*/ 974608 h 1451316"/>
              <a:gd name="connsiteX9" fmla="*/ 1391425 w 2462286"/>
              <a:gd name="connsiteY9" fmla="*/ 564269 h 1451316"/>
              <a:gd name="connsiteX10" fmla="*/ 1000841 w 2462286"/>
              <a:gd name="connsiteY10" fmla="*/ 431493 h 1451316"/>
              <a:gd name="connsiteX11" fmla="*/ 369239 w 2462286"/>
              <a:gd name="connsiteY11" fmla="*/ 359947 h 1451316"/>
              <a:gd name="connsiteX12" fmla="*/ 0 w 2462286"/>
              <a:gd name="connsiteY12" fmla="*/ 0 h 1451316"/>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275298 w 2346159"/>
              <a:gd name="connsiteY9" fmla="*/ 511718 h 1398765"/>
              <a:gd name="connsiteX10" fmla="*/ 884714 w 2346159"/>
              <a:gd name="connsiteY10" fmla="*/ 378942 h 1398765"/>
              <a:gd name="connsiteX11" fmla="*/ 253112 w 2346159"/>
              <a:gd name="connsiteY11" fmla="*/ 307396 h 1398765"/>
              <a:gd name="connsiteX12" fmla="*/ 0 w 2346159"/>
              <a:gd name="connsiteY12" fmla="*/ 242721 h 1398765"/>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275298 w 2346159"/>
              <a:gd name="connsiteY9" fmla="*/ 511718 h 1398765"/>
              <a:gd name="connsiteX10" fmla="*/ 884714 w 2346159"/>
              <a:gd name="connsiteY10" fmla="*/ 378942 h 1398765"/>
              <a:gd name="connsiteX11" fmla="*/ 386116 w 2346159"/>
              <a:gd name="connsiteY11" fmla="*/ 451694 h 1398765"/>
              <a:gd name="connsiteX12" fmla="*/ 0 w 2346159"/>
              <a:gd name="connsiteY12" fmla="*/ 242721 h 1398765"/>
              <a:gd name="connsiteX0" fmla="*/ 2330640 w 2346159"/>
              <a:gd name="connsiteY0" fmla="*/ 0 h 1398765"/>
              <a:gd name="connsiteX1" fmla="*/ 2344124 w 2346159"/>
              <a:gd name="connsiteY1" fmla="*/ 431997 h 1398765"/>
              <a:gd name="connsiteX2" fmla="*/ 2288876 w 2346159"/>
              <a:gd name="connsiteY2" fmla="*/ 1054887 h 1398765"/>
              <a:gd name="connsiteX3" fmla="*/ 1948079 w 2346159"/>
              <a:gd name="connsiteY3" fmla="*/ 1332565 h 1398765"/>
              <a:gd name="connsiteX4" fmla="*/ 1657954 w 2346159"/>
              <a:gd name="connsiteY4" fmla="*/ 1395831 h 1398765"/>
              <a:gd name="connsiteX5" fmla="*/ 1471264 w 2346159"/>
              <a:gd name="connsiteY5" fmla="*/ 1376685 h 1398765"/>
              <a:gd name="connsiteX6" fmla="*/ 1315626 w 2346159"/>
              <a:gd name="connsiteY6" fmla="*/ 1280959 h 1398765"/>
              <a:gd name="connsiteX7" fmla="*/ 1234282 w 2346159"/>
              <a:gd name="connsiteY7" fmla="*/ 1156563 h 1398765"/>
              <a:gd name="connsiteX8" fmla="*/ 1222280 w 2346159"/>
              <a:gd name="connsiteY8" fmla="*/ 922057 h 1398765"/>
              <a:gd name="connsiteX9" fmla="*/ 1130132 w 2346159"/>
              <a:gd name="connsiteY9" fmla="*/ 675549 h 1398765"/>
              <a:gd name="connsiteX10" fmla="*/ 884714 w 2346159"/>
              <a:gd name="connsiteY10" fmla="*/ 378942 h 1398765"/>
              <a:gd name="connsiteX11" fmla="*/ 386116 w 2346159"/>
              <a:gd name="connsiteY11" fmla="*/ 451694 h 1398765"/>
              <a:gd name="connsiteX12" fmla="*/ 0 w 2346159"/>
              <a:gd name="connsiteY12" fmla="*/ 242721 h 1398765"/>
              <a:gd name="connsiteX0" fmla="*/ 2647839 w 2647839"/>
              <a:gd name="connsiteY0" fmla="*/ 0 h 1424831"/>
              <a:gd name="connsiteX1" fmla="*/ 2344124 w 2647839"/>
              <a:gd name="connsiteY1" fmla="*/ 458063 h 1424831"/>
              <a:gd name="connsiteX2" fmla="*/ 2288876 w 2647839"/>
              <a:gd name="connsiteY2" fmla="*/ 108095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88876 w 2647839"/>
              <a:gd name="connsiteY2" fmla="*/ 108095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26891 w 2647839"/>
              <a:gd name="connsiteY2" fmla="*/ 124026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86116 w 2647839"/>
              <a:gd name="connsiteY11" fmla="*/ 477760 h 1424831"/>
              <a:gd name="connsiteX12" fmla="*/ 0 w 2647839"/>
              <a:gd name="connsiteY12" fmla="*/ 268787 h 1424831"/>
              <a:gd name="connsiteX0" fmla="*/ 2647839 w 2647839"/>
              <a:gd name="connsiteY0" fmla="*/ 0 h 1424831"/>
              <a:gd name="connsiteX1" fmla="*/ 2605064 w 2647839"/>
              <a:gd name="connsiteY1" fmla="*/ 529208 h 1424831"/>
              <a:gd name="connsiteX2" fmla="*/ 2226891 w 2647839"/>
              <a:gd name="connsiteY2" fmla="*/ 1240263 h 1424831"/>
              <a:gd name="connsiteX3" fmla="*/ 1948079 w 2647839"/>
              <a:gd name="connsiteY3" fmla="*/ 1358631 h 1424831"/>
              <a:gd name="connsiteX4" fmla="*/ 1657954 w 2647839"/>
              <a:gd name="connsiteY4" fmla="*/ 1421897 h 1424831"/>
              <a:gd name="connsiteX5" fmla="*/ 1471264 w 2647839"/>
              <a:gd name="connsiteY5" fmla="*/ 1402751 h 1424831"/>
              <a:gd name="connsiteX6" fmla="*/ 1315626 w 2647839"/>
              <a:gd name="connsiteY6" fmla="*/ 1307025 h 1424831"/>
              <a:gd name="connsiteX7" fmla="*/ 1234282 w 2647839"/>
              <a:gd name="connsiteY7" fmla="*/ 1182629 h 1424831"/>
              <a:gd name="connsiteX8" fmla="*/ 1222280 w 2647839"/>
              <a:gd name="connsiteY8" fmla="*/ 948123 h 1424831"/>
              <a:gd name="connsiteX9" fmla="*/ 1130132 w 2647839"/>
              <a:gd name="connsiteY9" fmla="*/ 701615 h 1424831"/>
              <a:gd name="connsiteX10" fmla="*/ 884714 w 2647839"/>
              <a:gd name="connsiteY10" fmla="*/ 405008 h 1424831"/>
              <a:gd name="connsiteX11" fmla="*/ 332069 w 2647839"/>
              <a:gd name="connsiteY11" fmla="*/ 518947 h 1424831"/>
              <a:gd name="connsiteX12" fmla="*/ 0 w 2647839"/>
              <a:gd name="connsiteY12" fmla="*/ 268787 h 1424831"/>
              <a:gd name="connsiteX0" fmla="*/ 2780898 w 2780898"/>
              <a:gd name="connsiteY0" fmla="*/ 0 h 1489437"/>
              <a:gd name="connsiteX1" fmla="*/ 2605064 w 2780898"/>
              <a:gd name="connsiteY1" fmla="*/ 593814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84714 w 2780898"/>
              <a:gd name="connsiteY10" fmla="*/ 469614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84714 w 2780898"/>
              <a:gd name="connsiteY10" fmla="*/ 469614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948079 w 2780898"/>
              <a:gd name="connsiteY3" fmla="*/ 1423237 h 1489437"/>
              <a:gd name="connsiteX4" fmla="*/ 1657954 w 2780898"/>
              <a:gd name="connsiteY4" fmla="*/ 1486503 h 1489437"/>
              <a:gd name="connsiteX5" fmla="*/ 1471264 w 2780898"/>
              <a:gd name="connsiteY5" fmla="*/ 1467357 h 1489437"/>
              <a:gd name="connsiteX6" fmla="*/ 1315626 w 2780898"/>
              <a:gd name="connsiteY6" fmla="*/ 1371631 h 1489437"/>
              <a:gd name="connsiteX7" fmla="*/ 1234282 w 2780898"/>
              <a:gd name="connsiteY7" fmla="*/ 1247235 h 1489437"/>
              <a:gd name="connsiteX8" fmla="*/ 1222280 w 2780898"/>
              <a:gd name="connsiteY8" fmla="*/ 1012729 h 1489437"/>
              <a:gd name="connsiteX9" fmla="*/ 1130132 w 2780898"/>
              <a:gd name="connsiteY9" fmla="*/ 766221 h 1489437"/>
              <a:gd name="connsiteX10" fmla="*/ 878987 w 2780898"/>
              <a:gd name="connsiteY10" fmla="*/ 531713 h 1489437"/>
              <a:gd name="connsiteX11" fmla="*/ 332069 w 2780898"/>
              <a:gd name="connsiteY11" fmla="*/ 583553 h 1489437"/>
              <a:gd name="connsiteX12" fmla="*/ 0 w 2780898"/>
              <a:gd name="connsiteY12"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657954 w 2780898"/>
              <a:gd name="connsiteY3" fmla="*/ 1486503 h 1489437"/>
              <a:gd name="connsiteX4" fmla="*/ 1471264 w 2780898"/>
              <a:gd name="connsiteY4" fmla="*/ 1467357 h 1489437"/>
              <a:gd name="connsiteX5" fmla="*/ 1315626 w 2780898"/>
              <a:gd name="connsiteY5" fmla="*/ 1371631 h 1489437"/>
              <a:gd name="connsiteX6" fmla="*/ 1234282 w 2780898"/>
              <a:gd name="connsiteY6" fmla="*/ 1247235 h 1489437"/>
              <a:gd name="connsiteX7" fmla="*/ 1222280 w 2780898"/>
              <a:gd name="connsiteY7" fmla="*/ 1012729 h 1489437"/>
              <a:gd name="connsiteX8" fmla="*/ 1130132 w 2780898"/>
              <a:gd name="connsiteY8" fmla="*/ 766221 h 1489437"/>
              <a:gd name="connsiteX9" fmla="*/ 878987 w 2780898"/>
              <a:gd name="connsiteY9" fmla="*/ 531713 h 1489437"/>
              <a:gd name="connsiteX10" fmla="*/ 332069 w 2780898"/>
              <a:gd name="connsiteY10" fmla="*/ 583553 h 1489437"/>
              <a:gd name="connsiteX11" fmla="*/ 0 w 2780898"/>
              <a:gd name="connsiteY11" fmla="*/ 333393 h 1489437"/>
              <a:gd name="connsiteX0" fmla="*/ 2780898 w 2780898"/>
              <a:gd name="connsiteY0" fmla="*/ 0 h 1489437"/>
              <a:gd name="connsiteX1" fmla="*/ 2690002 w 2780898"/>
              <a:gd name="connsiteY1" fmla="*/ 586256 h 1489437"/>
              <a:gd name="connsiteX2" fmla="*/ 2226891 w 2780898"/>
              <a:gd name="connsiteY2" fmla="*/ 1304869 h 1489437"/>
              <a:gd name="connsiteX3" fmla="*/ 1657954 w 2780898"/>
              <a:gd name="connsiteY3" fmla="*/ 1486503 h 1489437"/>
              <a:gd name="connsiteX4" fmla="*/ 1471264 w 2780898"/>
              <a:gd name="connsiteY4" fmla="*/ 1467357 h 1489437"/>
              <a:gd name="connsiteX5" fmla="*/ 1315626 w 2780898"/>
              <a:gd name="connsiteY5" fmla="*/ 1371631 h 1489437"/>
              <a:gd name="connsiteX6" fmla="*/ 1234282 w 2780898"/>
              <a:gd name="connsiteY6" fmla="*/ 1247235 h 1489437"/>
              <a:gd name="connsiteX7" fmla="*/ 1222280 w 2780898"/>
              <a:gd name="connsiteY7" fmla="*/ 1012729 h 1489437"/>
              <a:gd name="connsiteX8" fmla="*/ 1130132 w 2780898"/>
              <a:gd name="connsiteY8" fmla="*/ 766221 h 1489437"/>
              <a:gd name="connsiteX9" fmla="*/ 878987 w 2780898"/>
              <a:gd name="connsiteY9" fmla="*/ 531713 h 1489437"/>
              <a:gd name="connsiteX10" fmla="*/ 190070 w 2780898"/>
              <a:gd name="connsiteY10" fmla="*/ 681010 h 1489437"/>
              <a:gd name="connsiteX11" fmla="*/ 0 w 2780898"/>
              <a:gd name="connsiteY11" fmla="*/ 333393 h 1489437"/>
              <a:gd name="connsiteX0" fmla="*/ 2926970 w 2926970"/>
              <a:gd name="connsiteY0" fmla="*/ 0 h 1489437"/>
              <a:gd name="connsiteX1" fmla="*/ 2836074 w 2926970"/>
              <a:gd name="connsiteY1" fmla="*/ 586256 h 1489437"/>
              <a:gd name="connsiteX2" fmla="*/ 2372963 w 2926970"/>
              <a:gd name="connsiteY2" fmla="*/ 1304869 h 1489437"/>
              <a:gd name="connsiteX3" fmla="*/ 1804026 w 2926970"/>
              <a:gd name="connsiteY3" fmla="*/ 1486503 h 1489437"/>
              <a:gd name="connsiteX4" fmla="*/ 1617336 w 2926970"/>
              <a:gd name="connsiteY4" fmla="*/ 1467357 h 1489437"/>
              <a:gd name="connsiteX5" fmla="*/ 1461698 w 2926970"/>
              <a:gd name="connsiteY5" fmla="*/ 1371631 h 1489437"/>
              <a:gd name="connsiteX6" fmla="*/ 1380354 w 2926970"/>
              <a:gd name="connsiteY6" fmla="*/ 1247235 h 1489437"/>
              <a:gd name="connsiteX7" fmla="*/ 1368352 w 2926970"/>
              <a:gd name="connsiteY7" fmla="*/ 1012729 h 1489437"/>
              <a:gd name="connsiteX8" fmla="*/ 1276204 w 2926970"/>
              <a:gd name="connsiteY8" fmla="*/ 766221 h 1489437"/>
              <a:gd name="connsiteX9" fmla="*/ 1025059 w 2926970"/>
              <a:gd name="connsiteY9" fmla="*/ 531713 h 1489437"/>
              <a:gd name="connsiteX10" fmla="*/ 336142 w 2926970"/>
              <a:gd name="connsiteY10" fmla="*/ 681010 h 1489437"/>
              <a:gd name="connsiteX11" fmla="*/ 0 w 2926970"/>
              <a:gd name="connsiteY11" fmla="*/ 603195 h 1489437"/>
              <a:gd name="connsiteX0" fmla="*/ 2926970 w 2926970"/>
              <a:gd name="connsiteY0" fmla="*/ 0 h 1489437"/>
              <a:gd name="connsiteX1" fmla="*/ 2836074 w 2926970"/>
              <a:gd name="connsiteY1" fmla="*/ 586256 h 1489437"/>
              <a:gd name="connsiteX2" fmla="*/ 2372963 w 2926970"/>
              <a:gd name="connsiteY2" fmla="*/ 1304869 h 1489437"/>
              <a:gd name="connsiteX3" fmla="*/ 1804026 w 2926970"/>
              <a:gd name="connsiteY3" fmla="*/ 1486503 h 1489437"/>
              <a:gd name="connsiteX4" fmla="*/ 1617336 w 2926970"/>
              <a:gd name="connsiteY4" fmla="*/ 1467357 h 1489437"/>
              <a:gd name="connsiteX5" fmla="*/ 1461698 w 2926970"/>
              <a:gd name="connsiteY5" fmla="*/ 1371631 h 1489437"/>
              <a:gd name="connsiteX6" fmla="*/ 1380354 w 2926970"/>
              <a:gd name="connsiteY6" fmla="*/ 1247235 h 1489437"/>
              <a:gd name="connsiteX7" fmla="*/ 1368352 w 2926970"/>
              <a:gd name="connsiteY7" fmla="*/ 1012729 h 1489437"/>
              <a:gd name="connsiteX8" fmla="*/ 1276204 w 2926970"/>
              <a:gd name="connsiteY8" fmla="*/ 766221 h 1489437"/>
              <a:gd name="connsiteX9" fmla="*/ 1025059 w 2926970"/>
              <a:gd name="connsiteY9" fmla="*/ 531713 h 1489437"/>
              <a:gd name="connsiteX10" fmla="*/ 336142 w 2926970"/>
              <a:gd name="connsiteY10" fmla="*/ 681010 h 1489437"/>
              <a:gd name="connsiteX11" fmla="*/ 0 w 2926970"/>
              <a:gd name="connsiteY11" fmla="*/ 603195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358997 w 2949825"/>
              <a:gd name="connsiteY10" fmla="*/ 681010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47914 w 2949825"/>
              <a:gd name="connsiteY9" fmla="*/ 53171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56904 w 2949825"/>
              <a:gd name="connsiteY9" fmla="*/ 594483 h 1489437"/>
              <a:gd name="connsiteX10" fmla="*/ 434642 w 2949825"/>
              <a:gd name="connsiteY10" fmla="*/ 646005 h 1489437"/>
              <a:gd name="connsiteX11" fmla="*/ 0 w 2949825"/>
              <a:gd name="connsiteY11" fmla="*/ 642687 h 1489437"/>
              <a:gd name="connsiteX0" fmla="*/ 2949825 w 2949825"/>
              <a:gd name="connsiteY0" fmla="*/ 0 h 1489437"/>
              <a:gd name="connsiteX1" fmla="*/ 2858929 w 2949825"/>
              <a:gd name="connsiteY1" fmla="*/ 586256 h 1489437"/>
              <a:gd name="connsiteX2" fmla="*/ 2395818 w 2949825"/>
              <a:gd name="connsiteY2" fmla="*/ 1304869 h 1489437"/>
              <a:gd name="connsiteX3" fmla="*/ 1826881 w 2949825"/>
              <a:gd name="connsiteY3" fmla="*/ 1486503 h 1489437"/>
              <a:gd name="connsiteX4" fmla="*/ 1640191 w 2949825"/>
              <a:gd name="connsiteY4" fmla="*/ 1467357 h 1489437"/>
              <a:gd name="connsiteX5" fmla="*/ 1484553 w 2949825"/>
              <a:gd name="connsiteY5" fmla="*/ 1371631 h 1489437"/>
              <a:gd name="connsiteX6" fmla="*/ 1403209 w 2949825"/>
              <a:gd name="connsiteY6" fmla="*/ 1247235 h 1489437"/>
              <a:gd name="connsiteX7" fmla="*/ 1391207 w 2949825"/>
              <a:gd name="connsiteY7" fmla="*/ 1012729 h 1489437"/>
              <a:gd name="connsiteX8" fmla="*/ 1299059 w 2949825"/>
              <a:gd name="connsiteY8" fmla="*/ 766221 h 1489437"/>
              <a:gd name="connsiteX9" fmla="*/ 1056904 w 2949825"/>
              <a:gd name="connsiteY9" fmla="*/ 594483 h 1489437"/>
              <a:gd name="connsiteX10" fmla="*/ 434642 w 2949825"/>
              <a:gd name="connsiteY10" fmla="*/ 646005 h 1489437"/>
              <a:gd name="connsiteX11" fmla="*/ 0 w 2949825"/>
              <a:gd name="connsiteY11" fmla="*/ 642687 h 1489437"/>
              <a:gd name="connsiteX0" fmla="*/ 2949825 w 2949825"/>
              <a:gd name="connsiteY0" fmla="*/ 0 h 1548217"/>
              <a:gd name="connsiteX1" fmla="*/ 2858929 w 2949825"/>
              <a:gd name="connsiteY1" fmla="*/ 586256 h 1548217"/>
              <a:gd name="connsiteX2" fmla="*/ 2395818 w 2949825"/>
              <a:gd name="connsiteY2" fmla="*/ 1304869 h 1548217"/>
              <a:gd name="connsiteX3" fmla="*/ 1826881 w 2949825"/>
              <a:gd name="connsiteY3" fmla="*/ 1486503 h 1548217"/>
              <a:gd name="connsiteX4" fmla="*/ 1420437 w 2949825"/>
              <a:gd name="connsiteY4" fmla="*/ 1542560 h 1548217"/>
              <a:gd name="connsiteX5" fmla="*/ 1484553 w 2949825"/>
              <a:gd name="connsiteY5" fmla="*/ 1371631 h 1548217"/>
              <a:gd name="connsiteX6" fmla="*/ 1403209 w 2949825"/>
              <a:gd name="connsiteY6" fmla="*/ 1247235 h 1548217"/>
              <a:gd name="connsiteX7" fmla="*/ 1391207 w 2949825"/>
              <a:gd name="connsiteY7" fmla="*/ 1012729 h 1548217"/>
              <a:gd name="connsiteX8" fmla="*/ 1299059 w 2949825"/>
              <a:gd name="connsiteY8" fmla="*/ 766221 h 1548217"/>
              <a:gd name="connsiteX9" fmla="*/ 1056904 w 2949825"/>
              <a:gd name="connsiteY9" fmla="*/ 594483 h 1548217"/>
              <a:gd name="connsiteX10" fmla="*/ 434642 w 2949825"/>
              <a:gd name="connsiteY10" fmla="*/ 646005 h 1548217"/>
              <a:gd name="connsiteX11" fmla="*/ 0 w 2949825"/>
              <a:gd name="connsiteY11" fmla="*/ 642687 h 1548217"/>
              <a:gd name="connsiteX0" fmla="*/ 2949825 w 2949825"/>
              <a:gd name="connsiteY0" fmla="*/ 0 h 1543008"/>
              <a:gd name="connsiteX1" fmla="*/ 2858929 w 2949825"/>
              <a:gd name="connsiteY1" fmla="*/ 586256 h 1543008"/>
              <a:gd name="connsiteX2" fmla="*/ 2395818 w 2949825"/>
              <a:gd name="connsiteY2" fmla="*/ 1304869 h 1543008"/>
              <a:gd name="connsiteX3" fmla="*/ 1826881 w 2949825"/>
              <a:gd name="connsiteY3" fmla="*/ 1486503 h 1543008"/>
              <a:gd name="connsiteX4" fmla="*/ 1420437 w 2949825"/>
              <a:gd name="connsiteY4" fmla="*/ 1542560 h 1543008"/>
              <a:gd name="connsiteX5" fmla="*/ 1249931 w 2949825"/>
              <a:gd name="connsiteY5" fmla="*/ 1463825 h 1543008"/>
              <a:gd name="connsiteX6" fmla="*/ 1403209 w 2949825"/>
              <a:gd name="connsiteY6" fmla="*/ 1247235 h 1543008"/>
              <a:gd name="connsiteX7" fmla="*/ 1391207 w 2949825"/>
              <a:gd name="connsiteY7" fmla="*/ 1012729 h 1543008"/>
              <a:gd name="connsiteX8" fmla="*/ 1299059 w 2949825"/>
              <a:gd name="connsiteY8" fmla="*/ 766221 h 1543008"/>
              <a:gd name="connsiteX9" fmla="*/ 1056904 w 2949825"/>
              <a:gd name="connsiteY9" fmla="*/ 594483 h 1543008"/>
              <a:gd name="connsiteX10" fmla="*/ 434642 w 2949825"/>
              <a:gd name="connsiteY10" fmla="*/ 646005 h 1543008"/>
              <a:gd name="connsiteX11" fmla="*/ 0 w 2949825"/>
              <a:gd name="connsiteY11" fmla="*/ 642687 h 1543008"/>
              <a:gd name="connsiteX0" fmla="*/ 2949825 w 2949825"/>
              <a:gd name="connsiteY0" fmla="*/ 0 h 1543008"/>
              <a:gd name="connsiteX1" fmla="*/ 2858929 w 2949825"/>
              <a:gd name="connsiteY1" fmla="*/ 586256 h 1543008"/>
              <a:gd name="connsiteX2" fmla="*/ 2395818 w 2949825"/>
              <a:gd name="connsiteY2" fmla="*/ 1304869 h 1543008"/>
              <a:gd name="connsiteX3" fmla="*/ 1826881 w 2949825"/>
              <a:gd name="connsiteY3" fmla="*/ 1486503 h 1543008"/>
              <a:gd name="connsiteX4" fmla="*/ 1420437 w 2949825"/>
              <a:gd name="connsiteY4" fmla="*/ 1542560 h 1543008"/>
              <a:gd name="connsiteX5" fmla="*/ 1249931 w 2949825"/>
              <a:gd name="connsiteY5" fmla="*/ 1463825 h 1543008"/>
              <a:gd name="connsiteX6" fmla="*/ 1318271 w 2949825"/>
              <a:gd name="connsiteY6" fmla="*/ 1254793 h 1543008"/>
              <a:gd name="connsiteX7" fmla="*/ 1391207 w 2949825"/>
              <a:gd name="connsiteY7" fmla="*/ 1012729 h 1543008"/>
              <a:gd name="connsiteX8" fmla="*/ 1299059 w 2949825"/>
              <a:gd name="connsiteY8" fmla="*/ 766221 h 1543008"/>
              <a:gd name="connsiteX9" fmla="*/ 1056904 w 2949825"/>
              <a:gd name="connsiteY9" fmla="*/ 594483 h 1543008"/>
              <a:gd name="connsiteX10" fmla="*/ 434642 w 2949825"/>
              <a:gd name="connsiteY10" fmla="*/ 646005 h 1543008"/>
              <a:gd name="connsiteX11" fmla="*/ 0 w 2949825"/>
              <a:gd name="connsiteY11" fmla="*/ 642687 h 1543008"/>
              <a:gd name="connsiteX0" fmla="*/ 2515183 w 2515183"/>
              <a:gd name="connsiteY0" fmla="*/ 0 h 1543008"/>
              <a:gd name="connsiteX1" fmla="*/ 2424287 w 2515183"/>
              <a:gd name="connsiteY1" fmla="*/ 586256 h 1543008"/>
              <a:gd name="connsiteX2" fmla="*/ 1961176 w 2515183"/>
              <a:gd name="connsiteY2" fmla="*/ 1304869 h 1543008"/>
              <a:gd name="connsiteX3" fmla="*/ 1392239 w 2515183"/>
              <a:gd name="connsiteY3" fmla="*/ 1486503 h 1543008"/>
              <a:gd name="connsiteX4" fmla="*/ 985795 w 2515183"/>
              <a:gd name="connsiteY4" fmla="*/ 1542560 h 1543008"/>
              <a:gd name="connsiteX5" fmla="*/ 815289 w 2515183"/>
              <a:gd name="connsiteY5" fmla="*/ 1463825 h 1543008"/>
              <a:gd name="connsiteX6" fmla="*/ 883629 w 2515183"/>
              <a:gd name="connsiteY6" fmla="*/ 1254793 h 1543008"/>
              <a:gd name="connsiteX7" fmla="*/ 956565 w 2515183"/>
              <a:gd name="connsiteY7" fmla="*/ 1012729 h 1543008"/>
              <a:gd name="connsiteX8" fmla="*/ 864417 w 2515183"/>
              <a:gd name="connsiteY8" fmla="*/ 766221 h 1543008"/>
              <a:gd name="connsiteX9" fmla="*/ 622262 w 2515183"/>
              <a:gd name="connsiteY9" fmla="*/ 594483 h 1543008"/>
              <a:gd name="connsiteX10" fmla="*/ 0 w 2515183"/>
              <a:gd name="connsiteY10" fmla="*/ 646005 h 1543008"/>
              <a:gd name="connsiteX0" fmla="*/ 1892921 w 1892921"/>
              <a:gd name="connsiteY0" fmla="*/ 0 h 1543008"/>
              <a:gd name="connsiteX1" fmla="*/ 1802025 w 1892921"/>
              <a:gd name="connsiteY1" fmla="*/ 586256 h 1543008"/>
              <a:gd name="connsiteX2" fmla="*/ 1338914 w 1892921"/>
              <a:gd name="connsiteY2" fmla="*/ 1304869 h 1543008"/>
              <a:gd name="connsiteX3" fmla="*/ 769977 w 1892921"/>
              <a:gd name="connsiteY3" fmla="*/ 1486503 h 1543008"/>
              <a:gd name="connsiteX4" fmla="*/ 363533 w 1892921"/>
              <a:gd name="connsiteY4" fmla="*/ 1542560 h 1543008"/>
              <a:gd name="connsiteX5" fmla="*/ 193027 w 1892921"/>
              <a:gd name="connsiteY5" fmla="*/ 1463825 h 1543008"/>
              <a:gd name="connsiteX6" fmla="*/ 261367 w 1892921"/>
              <a:gd name="connsiteY6" fmla="*/ 1254793 h 1543008"/>
              <a:gd name="connsiteX7" fmla="*/ 334303 w 1892921"/>
              <a:gd name="connsiteY7" fmla="*/ 1012729 h 1543008"/>
              <a:gd name="connsiteX8" fmla="*/ 242155 w 1892921"/>
              <a:gd name="connsiteY8" fmla="*/ 766221 h 1543008"/>
              <a:gd name="connsiteX9" fmla="*/ 0 w 1892921"/>
              <a:gd name="connsiteY9" fmla="*/ 594483 h 1543008"/>
              <a:gd name="connsiteX0" fmla="*/ 1775870 w 1775870"/>
              <a:gd name="connsiteY0" fmla="*/ 0 h 1543008"/>
              <a:gd name="connsiteX1" fmla="*/ 1684974 w 1775870"/>
              <a:gd name="connsiteY1" fmla="*/ 586256 h 1543008"/>
              <a:gd name="connsiteX2" fmla="*/ 1221863 w 1775870"/>
              <a:gd name="connsiteY2" fmla="*/ 1304869 h 1543008"/>
              <a:gd name="connsiteX3" fmla="*/ 652926 w 1775870"/>
              <a:gd name="connsiteY3" fmla="*/ 1486503 h 1543008"/>
              <a:gd name="connsiteX4" fmla="*/ 246482 w 1775870"/>
              <a:gd name="connsiteY4" fmla="*/ 1542560 h 1543008"/>
              <a:gd name="connsiteX5" fmla="*/ 75976 w 1775870"/>
              <a:gd name="connsiteY5" fmla="*/ 1463825 h 1543008"/>
              <a:gd name="connsiteX6" fmla="*/ 144316 w 1775870"/>
              <a:gd name="connsiteY6" fmla="*/ 1254793 h 1543008"/>
              <a:gd name="connsiteX7" fmla="*/ 217252 w 1775870"/>
              <a:gd name="connsiteY7" fmla="*/ 1012729 h 1543008"/>
              <a:gd name="connsiteX8" fmla="*/ 125104 w 1775870"/>
              <a:gd name="connsiteY8" fmla="*/ 766221 h 1543008"/>
              <a:gd name="connsiteX9" fmla="*/ 0 w 1775870"/>
              <a:gd name="connsiteY9" fmla="*/ 606482 h 1543008"/>
              <a:gd name="connsiteX0" fmla="*/ 1775870 w 1775870"/>
              <a:gd name="connsiteY0" fmla="*/ 0 h 1543008"/>
              <a:gd name="connsiteX1" fmla="*/ 1684974 w 1775870"/>
              <a:gd name="connsiteY1" fmla="*/ 586256 h 1543008"/>
              <a:gd name="connsiteX2" fmla="*/ 1221863 w 1775870"/>
              <a:gd name="connsiteY2" fmla="*/ 1304869 h 1543008"/>
              <a:gd name="connsiteX3" fmla="*/ 652926 w 1775870"/>
              <a:gd name="connsiteY3" fmla="*/ 1486503 h 1543008"/>
              <a:gd name="connsiteX4" fmla="*/ 246482 w 1775870"/>
              <a:gd name="connsiteY4" fmla="*/ 1542560 h 1543008"/>
              <a:gd name="connsiteX5" fmla="*/ 75976 w 1775870"/>
              <a:gd name="connsiteY5" fmla="*/ 1463825 h 1543008"/>
              <a:gd name="connsiteX6" fmla="*/ 144316 w 1775870"/>
              <a:gd name="connsiteY6" fmla="*/ 1254793 h 1543008"/>
              <a:gd name="connsiteX7" fmla="*/ 217252 w 1775870"/>
              <a:gd name="connsiteY7" fmla="*/ 1012729 h 1543008"/>
              <a:gd name="connsiteX8" fmla="*/ 169814 w 1775870"/>
              <a:gd name="connsiteY8" fmla="*/ 745842 h 1543008"/>
              <a:gd name="connsiteX9" fmla="*/ 0 w 1775870"/>
              <a:gd name="connsiteY9" fmla="*/ 606482 h 154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5870" h="1543008">
                <a:moveTo>
                  <a:pt x="1775870" y="0"/>
                </a:moveTo>
                <a:cubicBezTo>
                  <a:pt x="1758213" y="258486"/>
                  <a:pt x="1777308" y="368778"/>
                  <a:pt x="1684974" y="586256"/>
                </a:cubicBezTo>
                <a:cubicBezTo>
                  <a:pt x="1592640" y="803734"/>
                  <a:pt x="1393871" y="1154828"/>
                  <a:pt x="1221863" y="1304869"/>
                </a:cubicBezTo>
                <a:cubicBezTo>
                  <a:pt x="1049855" y="1454910"/>
                  <a:pt x="815490" y="1446888"/>
                  <a:pt x="652926" y="1486503"/>
                </a:cubicBezTo>
                <a:cubicBezTo>
                  <a:pt x="490363" y="1526118"/>
                  <a:pt x="342640" y="1546340"/>
                  <a:pt x="246482" y="1542560"/>
                </a:cubicBezTo>
                <a:cubicBezTo>
                  <a:pt x="150324" y="1538780"/>
                  <a:pt x="93004" y="1511786"/>
                  <a:pt x="75976" y="1463825"/>
                </a:cubicBezTo>
                <a:cubicBezTo>
                  <a:pt x="58948" y="1415864"/>
                  <a:pt x="120770" y="1329976"/>
                  <a:pt x="144316" y="1254793"/>
                </a:cubicBezTo>
                <a:cubicBezTo>
                  <a:pt x="167862" y="1179610"/>
                  <a:pt x="213002" y="1097554"/>
                  <a:pt x="217252" y="1012729"/>
                </a:cubicBezTo>
                <a:cubicBezTo>
                  <a:pt x="221502" y="927904"/>
                  <a:pt x="206023" y="813550"/>
                  <a:pt x="169814" y="745842"/>
                </a:cubicBezTo>
                <a:cubicBezTo>
                  <a:pt x="133605" y="678134"/>
                  <a:pt x="144069" y="626518"/>
                  <a:pt x="0" y="606482"/>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6" name="Freeform: Shape 35">
            <a:extLst>
              <a:ext uri="{FF2B5EF4-FFF2-40B4-BE49-F238E27FC236}">
                <a16:creationId xmlns:a16="http://schemas.microsoft.com/office/drawing/2014/main" id="{AA650173-A6AD-662F-73D5-8501B479031A}"/>
              </a:ext>
            </a:extLst>
          </p:cNvPr>
          <p:cNvSpPr/>
          <p:nvPr userDrawn="1"/>
        </p:nvSpPr>
        <p:spPr>
          <a:xfrm rot="7288997" flipH="1">
            <a:off x="2955446" y="5041688"/>
            <a:ext cx="1440628" cy="193265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2003629 w 2116847"/>
              <a:gd name="connsiteY0" fmla="*/ 242174 h 1608089"/>
              <a:gd name="connsiteX1" fmla="*/ 2107751 w 2116847"/>
              <a:gd name="connsiteY1" fmla="*/ 751269 h 1608089"/>
              <a:gd name="connsiteX2" fmla="*/ 2094242 w 2116847"/>
              <a:gd name="connsiteY2" fmla="*/ 1146399 h 1608089"/>
              <a:gd name="connsiteX3" fmla="*/ 1955119 w 2116847"/>
              <a:gd name="connsiteY3" fmla="*/ 1504259 h 1608089"/>
              <a:gd name="connsiteX4" fmla="*/ 1533861 w 2116847"/>
              <a:gd name="connsiteY4" fmla="*/ 1603785 h 1608089"/>
              <a:gd name="connsiteX5" fmla="*/ 1299751 w 2116847"/>
              <a:gd name="connsiteY5" fmla="*/ 1394171 h 1608089"/>
              <a:gd name="connsiteX6" fmla="*/ 1528793 w 2116847"/>
              <a:gd name="connsiteY6" fmla="*/ 850659 h 1608089"/>
              <a:gd name="connsiteX7" fmla="*/ 1347852 w 2116847"/>
              <a:gd name="connsiteY7" fmla="*/ 556435 h 1608089"/>
              <a:gd name="connsiteX8" fmla="*/ 1032911 w 2116847"/>
              <a:gd name="connsiteY8" fmla="*/ 490647 h 1608089"/>
              <a:gd name="connsiteX9" fmla="*/ 706876 w 2116847"/>
              <a:gd name="connsiteY9" fmla="*/ 534279 h 1608089"/>
              <a:gd name="connsiteX10" fmla="*/ 63637 w 2116847"/>
              <a:gd name="connsiteY10" fmla="*/ 0 h 1608089"/>
              <a:gd name="connsiteX0" fmla="*/ 1941337 w 2054555"/>
              <a:gd name="connsiteY0" fmla="*/ 242174 h 1608089"/>
              <a:gd name="connsiteX1" fmla="*/ 2045459 w 2054555"/>
              <a:gd name="connsiteY1" fmla="*/ 751269 h 1608089"/>
              <a:gd name="connsiteX2" fmla="*/ 2031950 w 2054555"/>
              <a:gd name="connsiteY2" fmla="*/ 1146399 h 1608089"/>
              <a:gd name="connsiteX3" fmla="*/ 1892827 w 2054555"/>
              <a:gd name="connsiteY3" fmla="*/ 1504259 h 1608089"/>
              <a:gd name="connsiteX4" fmla="*/ 1471569 w 2054555"/>
              <a:gd name="connsiteY4" fmla="*/ 1603785 h 1608089"/>
              <a:gd name="connsiteX5" fmla="*/ 1237459 w 2054555"/>
              <a:gd name="connsiteY5" fmla="*/ 1394171 h 1608089"/>
              <a:gd name="connsiteX6" fmla="*/ 1466501 w 2054555"/>
              <a:gd name="connsiteY6" fmla="*/ 850659 h 1608089"/>
              <a:gd name="connsiteX7" fmla="*/ 1285560 w 2054555"/>
              <a:gd name="connsiteY7" fmla="*/ 556435 h 1608089"/>
              <a:gd name="connsiteX8" fmla="*/ 970619 w 2054555"/>
              <a:gd name="connsiteY8" fmla="*/ 490647 h 1608089"/>
              <a:gd name="connsiteX9" fmla="*/ 644584 w 2054555"/>
              <a:gd name="connsiteY9" fmla="*/ 534279 h 1608089"/>
              <a:gd name="connsiteX10" fmla="*/ 1345 w 2054555"/>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971162 w 2055098"/>
              <a:gd name="connsiteY8" fmla="*/ 490647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11456 w 2055098"/>
              <a:gd name="connsiteY8" fmla="*/ 576870 h 1608089"/>
              <a:gd name="connsiteX9" fmla="*/ 479804 w 2055098"/>
              <a:gd name="connsiteY9" fmla="*/ 622231 h 1608089"/>
              <a:gd name="connsiteX10" fmla="*/ 1888 w 2055098"/>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2222127 w 2223363"/>
              <a:gd name="connsiteY0" fmla="*/ 339098 h 1608089"/>
              <a:gd name="connsiteX1" fmla="*/ 2046002 w 2223363"/>
              <a:gd name="connsiteY1" fmla="*/ 751269 h 1608089"/>
              <a:gd name="connsiteX2" fmla="*/ 2032493 w 2223363"/>
              <a:gd name="connsiteY2" fmla="*/ 1146399 h 1608089"/>
              <a:gd name="connsiteX3" fmla="*/ 1893370 w 2223363"/>
              <a:gd name="connsiteY3" fmla="*/ 1504259 h 1608089"/>
              <a:gd name="connsiteX4" fmla="*/ 1472112 w 2223363"/>
              <a:gd name="connsiteY4" fmla="*/ 1603785 h 1608089"/>
              <a:gd name="connsiteX5" fmla="*/ 1238002 w 2223363"/>
              <a:gd name="connsiteY5" fmla="*/ 1394171 h 1608089"/>
              <a:gd name="connsiteX6" fmla="*/ 1396397 w 2223363"/>
              <a:gd name="connsiteY6" fmla="*/ 877244 h 1608089"/>
              <a:gd name="connsiteX7" fmla="*/ 1192976 w 2223363"/>
              <a:gd name="connsiteY7" fmla="*/ 559339 h 1608089"/>
              <a:gd name="connsiteX8" fmla="*/ 811456 w 2223363"/>
              <a:gd name="connsiteY8" fmla="*/ 576870 h 1608089"/>
              <a:gd name="connsiteX9" fmla="*/ 479804 w 2223363"/>
              <a:gd name="connsiteY9" fmla="*/ 622231 h 1608089"/>
              <a:gd name="connsiteX10" fmla="*/ 1888 w 2223363"/>
              <a:gd name="connsiteY10" fmla="*/ 0 h 1608089"/>
              <a:gd name="connsiteX0" fmla="*/ 2222127 w 2282330"/>
              <a:gd name="connsiteY0" fmla="*/ 339098 h 1608089"/>
              <a:gd name="connsiteX1" fmla="*/ 2273926 w 2282330"/>
              <a:gd name="connsiteY1" fmla="*/ 811957 h 1608089"/>
              <a:gd name="connsiteX2" fmla="*/ 2032493 w 2282330"/>
              <a:gd name="connsiteY2" fmla="*/ 1146399 h 1608089"/>
              <a:gd name="connsiteX3" fmla="*/ 1893370 w 2282330"/>
              <a:gd name="connsiteY3" fmla="*/ 1504259 h 1608089"/>
              <a:gd name="connsiteX4" fmla="*/ 1472112 w 2282330"/>
              <a:gd name="connsiteY4" fmla="*/ 1603785 h 1608089"/>
              <a:gd name="connsiteX5" fmla="*/ 1238002 w 2282330"/>
              <a:gd name="connsiteY5" fmla="*/ 1394171 h 1608089"/>
              <a:gd name="connsiteX6" fmla="*/ 1396397 w 2282330"/>
              <a:gd name="connsiteY6" fmla="*/ 877244 h 1608089"/>
              <a:gd name="connsiteX7" fmla="*/ 1192976 w 2282330"/>
              <a:gd name="connsiteY7" fmla="*/ 559339 h 1608089"/>
              <a:gd name="connsiteX8" fmla="*/ 811456 w 2282330"/>
              <a:gd name="connsiteY8" fmla="*/ 576870 h 1608089"/>
              <a:gd name="connsiteX9" fmla="*/ 479804 w 2282330"/>
              <a:gd name="connsiteY9" fmla="*/ 622231 h 1608089"/>
              <a:gd name="connsiteX10" fmla="*/ 1888 w 2282330"/>
              <a:gd name="connsiteY10" fmla="*/ 0 h 1608089"/>
              <a:gd name="connsiteX0" fmla="*/ 2222127 w 2275639"/>
              <a:gd name="connsiteY0" fmla="*/ 339098 h 1607546"/>
              <a:gd name="connsiteX1" fmla="*/ 2273926 w 2275639"/>
              <a:gd name="connsiteY1" fmla="*/ 811957 h 1607546"/>
              <a:gd name="connsiteX2" fmla="*/ 2155400 w 2275639"/>
              <a:gd name="connsiteY2" fmla="*/ 1204190 h 1607546"/>
              <a:gd name="connsiteX3" fmla="*/ 1893370 w 2275639"/>
              <a:gd name="connsiteY3" fmla="*/ 1504259 h 1607546"/>
              <a:gd name="connsiteX4" fmla="*/ 1472112 w 2275639"/>
              <a:gd name="connsiteY4" fmla="*/ 1603785 h 1607546"/>
              <a:gd name="connsiteX5" fmla="*/ 1238002 w 2275639"/>
              <a:gd name="connsiteY5" fmla="*/ 1394171 h 1607546"/>
              <a:gd name="connsiteX6" fmla="*/ 1396397 w 2275639"/>
              <a:gd name="connsiteY6" fmla="*/ 877244 h 1607546"/>
              <a:gd name="connsiteX7" fmla="*/ 1192976 w 2275639"/>
              <a:gd name="connsiteY7" fmla="*/ 559339 h 1607546"/>
              <a:gd name="connsiteX8" fmla="*/ 811456 w 2275639"/>
              <a:gd name="connsiteY8" fmla="*/ 576870 h 1607546"/>
              <a:gd name="connsiteX9" fmla="*/ 479804 w 2275639"/>
              <a:gd name="connsiteY9" fmla="*/ 622231 h 1607546"/>
              <a:gd name="connsiteX10" fmla="*/ 1888 w 2275639"/>
              <a:gd name="connsiteY10" fmla="*/ 0 h 1607546"/>
              <a:gd name="connsiteX0" fmla="*/ 2222127 w 2275639"/>
              <a:gd name="connsiteY0" fmla="*/ 339098 h 1663689"/>
              <a:gd name="connsiteX1" fmla="*/ 2273926 w 2275639"/>
              <a:gd name="connsiteY1" fmla="*/ 811957 h 1663689"/>
              <a:gd name="connsiteX2" fmla="*/ 2155400 w 2275639"/>
              <a:gd name="connsiteY2" fmla="*/ 1204190 h 1663689"/>
              <a:gd name="connsiteX3" fmla="*/ 1753925 w 2275639"/>
              <a:gd name="connsiteY3" fmla="*/ 1632765 h 1663689"/>
              <a:gd name="connsiteX4" fmla="*/ 1472112 w 2275639"/>
              <a:gd name="connsiteY4" fmla="*/ 1603785 h 1663689"/>
              <a:gd name="connsiteX5" fmla="*/ 1238002 w 2275639"/>
              <a:gd name="connsiteY5" fmla="*/ 1394171 h 1663689"/>
              <a:gd name="connsiteX6" fmla="*/ 1396397 w 2275639"/>
              <a:gd name="connsiteY6" fmla="*/ 877244 h 1663689"/>
              <a:gd name="connsiteX7" fmla="*/ 1192976 w 2275639"/>
              <a:gd name="connsiteY7" fmla="*/ 559339 h 1663689"/>
              <a:gd name="connsiteX8" fmla="*/ 811456 w 2275639"/>
              <a:gd name="connsiteY8" fmla="*/ 576870 h 1663689"/>
              <a:gd name="connsiteX9" fmla="*/ 479804 w 2275639"/>
              <a:gd name="connsiteY9" fmla="*/ 622231 h 1663689"/>
              <a:gd name="connsiteX10" fmla="*/ 1888 w 2275639"/>
              <a:gd name="connsiteY10" fmla="*/ 0 h 1663689"/>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92976 w 2275639"/>
              <a:gd name="connsiteY7" fmla="*/ 559339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35437 w 2275639"/>
              <a:gd name="connsiteY7" fmla="*/ 662626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766295"/>
              <a:gd name="connsiteX1" fmla="*/ 2273926 w 2275639"/>
              <a:gd name="connsiteY1" fmla="*/ 811957 h 1766295"/>
              <a:gd name="connsiteX2" fmla="*/ 2155400 w 2275639"/>
              <a:gd name="connsiteY2" fmla="*/ 1204190 h 1766295"/>
              <a:gd name="connsiteX3" fmla="*/ 1753925 w 2275639"/>
              <a:gd name="connsiteY3" fmla="*/ 1632765 h 1766295"/>
              <a:gd name="connsiteX4" fmla="*/ 1210726 w 2275639"/>
              <a:gd name="connsiteY4" fmla="*/ 1759772 h 1766295"/>
              <a:gd name="connsiteX5" fmla="*/ 1143187 w 2275639"/>
              <a:gd name="connsiteY5" fmla="*/ 1468668 h 1766295"/>
              <a:gd name="connsiteX6" fmla="*/ 1396397 w 2275639"/>
              <a:gd name="connsiteY6" fmla="*/ 877244 h 1766295"/>
              <a:gd name="connsiteX7" fmla="*/ 1135437 w 2275639"/>
              <a:gd name="connsiteY7" fmla="*/ 662626 h 1766295"/>
              <a:gd name="connsiteX8" fmla="*/ 811456 w 2275639"/>
              <a:gd name="connsiteY8" fmla="*/ 576870 h 1766295"/>
              <a:gd name="connsiteX9" fmla="*/ 479804 w 2275639"/>
              <a:gd name="connsiteY9" fmla="*/ 622231 h 1766295"/>
              <a:gd name="connsiteX10" fmla="*/ 1888 w 2275639"/>
              <a:gd name="connsiteY10" fmla="*/ 0 h 1766295"/>
              <a:gd name="connsiteX0" fmla="*/ 2232818 w 2286330"/>
              <a:gd name="connsiteY0" fmla="*/ 0 h 1427197"/>
              <a:gd name="connsiteX1" fmla="*/ 2284617 w 2286330"/>
              <a:gd name="connsiteY1" fmla="*/ 472859 h 1427197"/>
              <a:gd name="connsiteX2" fmla="*/ 2166091 w 2286330"/>
              <a:gd name="connsiteY2" fmla="*/ 865092 h 1427197"/>
              <a:gd name="connsiteX3" fmla="*/ 1764616 w 2286330"/>
              <a:gd name="connsiteY3" fmla="*/ 1293667 h 1427197"/>
              <a:gd name="connsiteX4" fmla="*/ 1221417 w 2286330"/>
              <a:gd name="connsiteY4" fmla="*/ 1420674 h 1427197"/>
              <a:gd name="connsiteX5" fmla="*/ 1153878 w 2286330"/>
              <a:gd name="connsiteY5" fmla="*/ 1129570 h 1427197"/>
              <a:gd name="connsiteX6" fmla="*/ 1407088 w 2286330"/>
              <a:gd name="connsiteY6" fmla="*/ 538146 h 1427197"/>
              <a:gd name="connsiteX7" fmla="*/ 1146128 w 2286330"/>
              <a:gd name="connsiteY7" fmla="*/ 323528 h 1427197"/>
              <a:gd name="connsiteX8" fmla="*/ 822147 w 2286330"/>
              <a:gd name="connsiteY8" fmla="*/ 237772 h 1427197"/>
              <a:gd name="connsiteX9" fmla="*/ 490495 w 2286330"/>
              <a:gd name="connsiteY9" fmla="*/ 283133 h 1427197"/>
              <a:gd name="connsiteX10" fmla="*/ 1840 w 2286330"/>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2342 w 2286525"/>
              <a:gd name="connsiteY8" fmla="*/ 237772 h 1427197"/>
              <a:gd name="connsiteX9" fmla="*/ 450411 w 2286525"/>
              <a:gd name="connsiteY9" fmla="*/ 416339 h 1427197"/>
              <a:gd name="connsiteX10" fmla="*/ 2035 w 2286525"/>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3017 w 2286525"/>
              <a:gd name="connsiteY8" fmla="*/ 358367 h 1427197"/>
              <a:gd name="connsiteX9" fmla="*/ 450411 w 2286525"/>
              <a:gd name="connsiteY9" fmla="*/ 416339 h 1427197"/>
              <a:gd name="connsiteX10" fmla="*/ 2035 w 2286525"/>
              <a:gd name="connsiteY10" fmla="*/ 54302 h 1427197"/>
              <a:gd name="connsiteX0" fmla="*/ 2373424 w 2375985"/>
              <a:gd name="connsiteY0" fmla="*/ 0 h 1470432"/>
              <a:gd name="connsiteX1" fmla="*/ 2284812 w 2375985"/>
              <a:gd name="connsiteY1" fmla="*/ 516094 h 1470432"/>
              <a:gd name="connsiteX2" fmla="*/ 2166286 w 2375985"/>
              <a:gd name="connsiteY2" fmla="*/ 908327 h 1470432"/>
              <a:gd name="connsiteX3" fmla="*/ 1764811 w 2375985"/>
              <a:gd name="connsiteY3" fmla="*/ 1336902 h 1470432"/>
              <a:gd name="connsiteX4" fmla="*/ 1221612 w 2375985"/>
              <a:gd name="connsiteY4" fmla="*/ 1463909 h 1470432"/>
              <a:gd name="connsiteX5" fmla="*/ 1154073 w 2375985"/>
              <a:gd name="connsiteY5" fmla="*/ 1172805 h 1470432"/>
              <a:gd name="connsiteX6" fmla="*/ 1407283 w 2375985"/>
              <a:gd name="connsiteY6" fmla="*/ 581381 h 1470432"/>
              <a:gd name="connsiteX7" fmla="*/ 1146323 w 2375985"/>
              <a:gd name="connsiteY7" fmla="*/ 366763 h 1470432"/>
              <a:gd name="connsiteX8" fmla="*/ 823017 w 2375985"/>
              <a:gd name="connsiteY8" fmla="*/ 401602 h 1470432"/>
              <a:gd name="connsiteX9" fmla="*/ 450411 w 2375985"/>
              <a:gd name="connsiteY9" fmla="*/ 459574 h 1470432"/>
              <a:gd name="connsiteX10" fmla="*/ 2035 w 2375985"/>
              <a:gd name="connsiteY10" fmla="*/ 97537 h 1470432"/>
              <a:gd name="connsiteX0" fmla="*/ 2373424 w 2394162"/>
              <a:gd name="connsiteY0" fmla="*/ 0 h 1470432"/>
              <a:gd name="connsiteX1" fmla="*/ 2374888 w 2394162"/>
              <a:gd name="connsiteY1" fmla="*/ 511007 h 1470432"/>
              <a:gd name="connsiteX2" fmla="*/ 2166286 w 2394162"/>
              <a:gd name="connsiteY2" fmla="*/ 908327 h 1470432"/>
              <a:gd name="connsiteX3" fmla="*/ 1764811 w 2394162"/>
              <a:gd name="connsiteY3" fmla="*/ 1336902 h 1470432"/>
              <a:gd name="connsiteX4" fmla="*/ 1221612 w 2394162"/>
              <a:gd name="connsiteY4" fmla="*/ 1463909 h 1470432"/>
              <a:gd name="connsiteX5" fmla="*/ 1154073 w 2394162"/>
              <a:gd name="connsiteY5" fmla="*/ 1172805 h 1470432"/>
              <a:gd name="connsiteX6" fmla="*/ 1407283 w 2394162"/>
              <a:gd name="connsiteY6" fmla="*/ 581381 h 1470432"/>
              <a:gd name="connsiteX7" fmla="*/ 1146323 w 2394162"/>
              <a:gd name="connsiteY7" fmla="*/ 366763 h 1470432"/>
              <a:gd name="connsiteX8" fmla="*/ 823017 w 2394162"/>
              <a:gd name="connsiteY8" fmla="*/ 401602 h 1470432"/>
              <a:gd name="connsiteX9" fmla="*/ 450411 w 2394162"/>
              <a:gd name="connsiteY9" fmla="*/ 459574 h 1470432"/>
              <a:gd name="connsiteX10" fmla="*/ 2035 w 2394162"/>
              <a:gd name="connsiteY10" fmla="*/ 97537 h 1470432"/>
              <a:gd name="connsiteX0" fmla="*/ 2373424 w 2394162"/>
              <a:gd name="connsiteY0" fmla="*/ 0 h 1465908"/>
              <a:gd name="connsiteX1" fmla="*/ 2374888 w 2394162"/>
              <a:gd name="connsiteY1" fmla="*/ 511007 h 1465908"/>
              <a:gd name="connsiteX2" fmla="*/ 2166286 w 2394162"/>
              <a:gd name="connsiteY2" fmla="*/ 908327 h 1465908"/>
              <a:gd name="connsiteX3" fmla="*/ 1863640 w 2394162"/>
              <a:gd name="connsiteY3" fmla="*/ 1281304 h 1465908"/>
              <a:gd name="connsiteX4" fmla="*/ 1221612 w 2394162"/>
              <a:gd name="connsiteY4" fmla="*/ 1463909 h 1465908"/>
              <a:gd name="connsiteX5" fmla="*/ 1154073 w 2394162"/>
              <a:gd name="connsiteY5" fmla="*/ 1172805 h 1465908"/>
              <a:gd name="connsiteX6" fmla="*/ 1407283 w 2394162"/>
              <a:gd name="connsiteY6" fmla="*/ 581381 h 1465908"/>
              <a:gd name="connsiteX7" fmla="*/ 1146323 w 2394162"/>
              <a:gd name="connsiteY7" fmla="*/ 366763 h 1465908"/>
              <a:gd name="connsiteX8" fmla="*/ 823017 w 2394162"/>
              <a:gd name="connsiteY8" fmla="*/ 401602 h 1465908"/>
              <a:gd name="connsiteX9" fmla="*/ 450411 w 2394162"/>
              <a:gd name="connsiteY9" fmla="*/ 459574 h 1465908"/>
              <a:gd name="connsiteX10" fmla="*/ 2035 w 2394162"/>
              <a:gd name="connsiteY10" fmla="*/ 97537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384784 w 2371663"/>
              <a:gd name="connsiteY6" fmla="*/ 581381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267485 w 2371663"/>
              <a:gd name="connsiteY6" fmla="*/ 652733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383149"/>
              <a:gd name="connsiteX1" fmla="*/ 2352389 w 2371663"/>
              <a:gd name="connsiteY1" fmla="*/ 511007 h 1383149"/>
              <a:gd name="connsiteX2" fmla="*/ 2143787 w 2371663"/>
              <a:gd name="connsiteY2" fmla="*/ 908327 h 1383149"/>
              <a:gd name="connsiteX3" fmla="*/ 1841141 w 2371663"/>
              <a:gd name="connsiteY3" fmla="*/ 1281304 h 1383149"/>
              <a:gd name="connsiteX4" fmla="*/ 1198148 w 2371663"/>
              <a:gd name="connsiteY4" fmla="*/ 1378637 h 1383149"/>
              <a:gd name="connsiteX5" fmla="*/ 1131574 w 2371663"/>
              <a:gd name="connsiteY5" fmla="*/ 1172805 h 1383149"/>
              <a:gd name="connsiteX6" fmla="*/ 1267485 w 2371663"/>
              <a:gd name="connsiteY6" fmla="*/ 652733 h 1383149"/>
              <a:gd name="connsiteX7" fmla="*/ 1123824 w 2371663"/>
              <a:gd name="connsiteY7" fmla="*/ 366763 h 1383149"/>
              <a:gd name="connsiteX8" fmla="*/ 800518 w 2371663"/>
              <a:gd name="connsiteY8" fmla="*/ 401602 h 1383149"/>
              <a:gd name="connsiteX9" fmla="*/ 427912 w 2371663"/>
              <a:gd name="connsiteY9" fmla="*/ 459574 h 1383149"/>
              <a:gd name="connsiteX10" fmla="*/ 2165 w 2371663"/>
              <a:gd name="connsiteY10" fmla="*/ 83019 h 1383149"/>
              <a:gd name="connsiteX0" fmla="*/ 1923013 w 1943751"/>
              <a:gd name="connsiteY0" fmla="*/ 0 h 1383149"/>
              <a:gd name="connsiteX1" fmla="*/ 1924477 w 1943751"/>
              <a:gd name="connsiteY1" fmla="*/ 511007 h 1383149"/>
              <a:gd name="connsiteX2" fmla="*/ 1715875 w 1943751"/>
              <a:gd name="connsiteY2" fmla="*/ 908327 h 1383149"/>
              <a:gd name="connsiteX3" fmla="*/ 1413229 w 1943751"/>
              <a:gd name="connsiteY3" fmla="*/ 1281304 h 1383149"/>
              <a:gd name="connsiteX4" fmla="*/ 770236 w 1943751"/>
              <a:gd name="connsiteY4" fmla="*/ 1378637 h 1383149"/>
              <a:gd name="connsiteX5" fmla="*/ 703662 w 1943751"/>
              <a:gd name="connsiteY5" fmla="*/ 1172805 h 1383149"/>
              <a:gd name="connsiteX6" fmla="*/ 839573 w 1943751"/>
              <a:gd name="connsiteY6" fmla="*/ 652733 h 1383149"/>
              <a:gd name="connsiteX7" fmla="*/ 695912 w 1943751"/>
              <a:gd name="connsiteY7" fmla="*/ 366763 h 1383149"/>
              <a:gd name="connsiteX8" fmla="*/ 372606 w 1943751"/>
              <a:gd name="connsiteY8" fmla="*/ 401602 h 1383149"/>
              <a:gd name="connsiteX9" fmla="*/ 0 w 1943751"/>
              <a:gd name="connsiteY9" fmla="*/ 459574 h 1383149"/>
              <a:gd name="connsiteX0" fmla="*/ 1550407 w 1571145"/>
              <a:gd name="connsiteY0" fmla="*/ 0 h 1383149"/>
              <a:gd name="connsiteX1" fmla="*/ 1551871 w 1571145"/>
              <a:gd name="connsiteY1" fmla="*/ 511007 h 1383149"/>
              <a:gd name="connsiteX2" fmla="*/ 1343269 w 1571145"/>
              <a:gd name="connsiteY2" fmla="*/ 908327 h 1383149"/>
              <a:gd name="connsiteX3" fmla="*/ 1040623 w 1571145"/>
              <a:gd name="connsiteY3" fmla="*/ 1281304 h 1383149"/>
              <a:gd name="connsiteX4" fmla="*/ 397630 w 1571145"/>
              <a:gd name="connsiteY4" fmla="*/ 1378637 h 1383149"/>
              <a:gd name="connsiteX5" fmla="*/ 331056 w 1571145"/>
              <a:gd name="connsiteY5" fmla="*/ 1172805 h 1383149"/>
              <a:gd name="connsiteX6" fmla="*/ 466967 w 1571145"/>
              <a:gd name="connsiteY6" fmla="*/ 652733 h 1383149"/>
              <a:gd name="connsiteX7" fmla="*/ 323306 w 1571145"/>
              <a:gd name="connsiteY7" fmla="*/ 366763 h 1383149"/>
              <a:gd name="connsiteX8" fmla="*/ 0 w 1571145"/>
              <a:gd name="connsiteY8" fmla="*/ 401602 h 1383149"/>
              <a:gd name="connsiteX0" fmla="*/ 1235279 w 1256017"/>
              <a:gd name="connsiteY0" fmla="*/ 0 h 1383149"/>
              <a:gd name="connsiteX1" fmla="*/ 1236743 w 1256017"/>
              <a:gd name="connsiteY1" fmla="*/ 511007 h 1383149"/>
              <a:gd name="connsiteX2" fmla="*/ 1028141 w 1256017"/>
              <a:gd name="connsiteY2" fmla="*/ 908327 h 1383149"/>
              <a:gd name="connsiteX3" fmla="*/ 725495 w 1256017"/>
              <a:gd name="connsiteY3" fmla="*/ 1281304 h 1383149"/>
              <a:gd name="connsiteX4" fmla="*/ 82502 w 1256017"/>
              <a:gd name="connsiteY4" fmla="*/ 1378637 h 1383149"/>
              <a:gd name="connsiteX5" fmla="*/ 15928 w 1256017"/>
              <a:gd name="connsiteY5" fmla="*/ 1172805 h 1383149"/>
              <a:gd name="connsiteX6" fmla="*/ 151839 w 1256017"/>
              <a:gd name="connsiteY6" fmla="*/ 652733 h 1383149"/>
              <a:gd name="connsiteX7" fmla="*/ 8178 w 1256017"/>
              <a:gd name="connsiteY7" fmla="*/ 366763 h 1383149"/>
              <a:gd name="connsiteX0" fmla="*/ 1337257 w 1357995"/>
              <a:gd name="connsiteY0" fmla="*/ 0 h 1383149"/>
              <a:gd name="connsiteX1" fmla="*/ 1338721 w 1357995"/>
              <a:gd name="connsiteY1" fmla="*/ 511007 h 1383149"/>
              <a:gd name="connsiteX2" fmla="*/ 1130119 w 1357995"/>
              <a:gd name="connsiteY2" fmla="*/ 908327 h 1383149"/>
              <a:gd name="connsiteX3" fmla="*/ 827473 w 1357995"/>
              <a:gd name="connsiteY3" fmla="*/ 1281304 h 1383149"/>
              <a:gd name="connsiteX4" fmla="*/ 184480 w 1357995"/>
              <a:gd name="connsiteY4" fmla="*/ 1378637 h 1383149"/>
              <a:gd name="connsiteX5" fmla="*/ 117906 w 1357995"/>
              <a:gd name="connsiteY5" fmla="*/ 1172805 h 1383149"/>
              <a:gd name="connsiteX6" fmla="*/ 253817 w 1357995"/>
              <a:gd name="connsiteY6" fmla="*/ 652733 h 1383149"/>
              <a:gd name="connsiteX7" fmla="*/ 0 w 1357995"/>
              <a:gd name="connsiteY7" fmla="*/ 404401 h 1383149"/>
              <a:gd name="connsiteX0" fmla="*/ 1337257 w 1357995"/>
              <a:gd name="connsiteY0" fmla="*/ 0 h 1383149"/>
              <a:gd name="connsiteX1" fmla="*/ 1338721 w 1357995"/>
              <a:gd name="connsiteY1" fmla="*/ 511007 h 1383149"/>
              <a:gd name="connsiteX2" fmla="*/ 1130119 w 1357995"/>
              <a:gd name="connsiteY2" fmla="*/ 908327 h 1383149"/>
              <a:gd name="connsiteX3" fmla="*/ 827473 w 1357995"/>
              <a:gd name="connsiteY3" fmla="*/ 1281304 h 1383149"/>
              <a:gd name="connsiteX4" fmla="*/ 184480 w 1357995"/>
              <a:gd name="connsiteY4" fmla="*/ 1378637 h 1383149"/>
              <a:gd name="connsiteX5" fmla="*/ 117906 w 1357995"/>
              <a:gd name="connsiteY5" fmla="*/ 1172805 h 1383149"/>
              <a:gd name="connsiteX6" fmla="*/ 253817 w 1357995"/>
              <a:gd name="connsiteY6" fmla="*/ 652733 h 1383149"/>
              <a:gd name="connsiteX7" fmla="*/ 0 w 1357995"/>
              <a:gd name="connsiteY7" fmla="*/ 404401 h 1383149"/>
              <a:gd name="connsiteX0" fmla="*/ 1337257 w 1357995"/>
              <a:gd name="connsiteY0" fmla="*/ 0 h 1383149"/>
              <a:gd name="connsiteX1" fmla="*/ 1338721 w 1357995"/>
              <a:gd name="connsiteY1" fmla="*/ 511007 h 1383149"/>
              <a:gd name="connsiteX2" fmla="*/ 1130119 w 1357995"/>
              <a:gd name="connsiteY2" fmla="*/ 908327 h 1383149"/>
              <a:gd name="connsiteX3" fmla="*/ 827473 w 1357995"/>
              <a:gd name="connsiteY3" fmla="*/ 1281304 h 1383149"/>
              <a:gd name="connsiteX4" fmla="*/ 184480 w 1357995"/>
              <a:gd name="connsiteY4" fmla="*/ 1378637 h 1383149"/>
              <a:gd name="connsiteX5" fmla="*/ 117906 w 1357995"/>
              <a:gd name="connsiteY5" fmla="*/ 1172805 h 1383149"/>
              <a:gd name="connsiteX6" fmla="*/ 183700 w 1357995"/>
              <a:gd name="connsiteY6" fmla="*/ 660521 h 1383149"/>
              <a:gd name="connsiteX7" fmla="*/ 0 w 1357995"/>
              <a:gd name="connsiteY7" fmla="*/ 404401 h 1383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7995" h="1383149">
                <a:moveTo>
                  <a:pt x="1337257" y="0"/>
                </a:moveTo>
                <a:cubicBezTo>
                  <a:pt x="1354159" y="189425"/>
                  <a:pt x="1373244" y="359619"/>
                  <a:pt x="1338721" y="511007"/>
                </a:cubicBezTo>
                <a:cubicBezTo>
                  <a:pt x="1304198" y="662395"/>
                  <a:pt x="1215327" y="779944"/>
                  <a:pt x="1130119" y="908327"/>
                </a:cubicBezTo>
                <a:cubicBezTo>
                  <a:pt x="1044911" y="1036710"/>
                  <a:pt x="985079" y="1202919"/>
                  <a:pt x="827473" y="1281304"/>
                </a:cubicBezTo>
                <a:cubicBezTo>
                  <a:pt x="669867" y="1359689"/>
                  <a:pt x="302741" y="1396720"/>
                  <a:pt x="184480" y="1378637"/>
                </a:cubicBezTo>
                <a:cubicBezTo>
                  <a:pt x="66219" y="1360554"/>
                  <a:pt x="118036" y="1292491"/>
                  <a:pt x="117906" y="1172805"/>
                </a:cubicBezTo>
                <a:cubicBezTo>
                  <a:pt x="117776" y="1053119"/>
                  <a:pt x="203351" y="788588"/>
                  <a:pt x="183700" y="660521"/>
                </a:cubicBezTo>
                <a:cubicBezTo>
                  <a:pt x="164049" y="532454"/>
                  <a:pt x="70332" y="422576"/>
                  <a:pt x="0" y="40440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Oval 55">
            <a:extLst>
              <a:ext uri="{FF2B5EF4-FFF2-40B4-BE49-F238E27FC236}">
                <a16:creationId xmlns:a16="http://schemas.microsoft.com/office/drawing/2014/main" id="{ECFACA7C-D217-F2C0-C4AC-2EA02679A4F5}"/>
              </a:ext>
            </a:extLst>
          </p:cNvPr>
          <p:cNvSpPr/>
          <p:nvPr userDrawn="1"/>
        </p:nvSpPr>
        <p:spPr>
          <a:xfrm rot="6445783" flipV="1">
            <a:off x="27946" y="5845248"/>
            <a:ext cx="833425" cy="1183831"/>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26197 w 675941"/>
              <a:gd name="connsiteY0" fmla="*/ 620421 h 1064061"/>
              <a:gd name="connsiteX1" fmla="*/ 21520 w 675941"/>
              <a:gd name="connsiteY1" fmla="*/ 417116 h 1064061"/>
              <a:gd name="connsiteX2" fmla="*/ 41690 w 675941"/>
              <a:gd name="connsiteY2" fmla="*/ 52102 h 1064061"/>
              <a:gd name="connsiteX3" fmla="*/ 417066 w 675941"/>
              <a:gd name="connsiteY3" fmla="*/ 268450 h 1064061"/>
              <a:gd name="connsiteX4" fmla="*/ 671237 w 675941"/>
              <a:gd name="connsiteY4" fmla="*/ 343193 h 1064061"/>
              <a:gd name="connsiteX5" fmla="*/ 544997 w 675941"/>
              <a:gd name="connsiteY5" fmla="*/ 720730 h 1064061"/>
              <a:gd name="connsiteX6" fmla="*/ 379646 w 675941"/>
              <a:gd name="connsiteY6" fmla="*/ 1063292 h 1064061"/>
              <a:gd name="connsiteX7" fmla="*/ 226197 w 675941"/>
              <a:gd name="connsiteY7" fmla="*/ 620421 h 1064061"/>
              <a:gd name="connsiteX0" fmla="*/ 38055 w 672306"/>
              <a:gd name="connsiteY0" fmla="*/ 52102 h 1064061"/>
              <a:gd name="connsiteX1" fmla="*/ 413431 w 672306"/>
              <a:gd name="connsiteY1" fmla="*/ 268450 h 1064061"/>
              <a:gd name="connsiteX2" fmla="*/ 667602 w 672306"/>
              <a:gd name="connsiteY2" fmla="*/ 343193 h 1064061"/>
              <a:gd name="connsiteX3" fmla="*/ 541362 w 672306"/>
              <a:gd name="connsiteY3" fmla="*/ 720730 h 1064061"/>
              <a:gd name="connsiteX4" fmla="*/ 376011 w 672306"/>
              <a:gd name="connsiteY4" fmla="*/ 1063292 h 1064061"/>
              <a:gd name="connsiteX5" fmla="*/ 222562 w 672306"/>
              <a:gd name="connsiteY5" fmla="*/ 620421 h 1064061"/>
              <a:gd name="connsiteX6" fmla="*/ 17885 w 672306"/>
              <a:gd name="connsiteY6" fmla="*/ 417116 h 1064061"/>
              <a:gd name="connsiteX7" fmla="*/ 98952 w 672306"/>
              <a:gd name="connsiteY7" fmla="*/ 108196 h 1064061"/>
              <a:gd name="connsiteX0" fmla="*/ 20170 w 654421"/>
              <a:gd name="connsiteY0" fmla="*/ 52102 h 1064061"/>
              <a:gd name="connsiteX1" fmla="*/ 395546 w 654421"/>
              <a:gd name="connsiteY1" fmla="*/ 268450 h 1064061"/>
              <a:gd name="connsiteX2" fmla="*/ 649717 w 654421"/>
              <a:gd name="connsiteY2" fmla="*/ 343193 h 1064061"/>
              <a:gd name="connsiteX3" fmla="*/ 523477 w 654421"/>
              <a:gd name="connsiteY3" fmla="*/ 720730 h 1064061"/>
              <a:gd name="connsiteX4" fmla="*/ 358126 w 654421"/>
              <a:gd name="connsiteY4" fmla="*/ 1063292 h 1064061"/>
              <a:gd name="connsiteX5" fmla="*/ 204677 w 654421"/>
              <a:gd name="connsiteY5" fmla="*/ 620421 h 1064061"/>
              <a:gd name="connsiteX6" fmla="*/ 0 w 654421"/>
              <a:gd name="connsiteY6" fmla="*/ 417116 h 1064061"/>
              <a:gd name="connsiteX0" fmla="*/ 395546 w 654421"/>
              <a:gd name="connsiteY0" fmla="*/ 0 h 795611"/>
              <a:gd name="connsiteX1" fmla="*/ 649717 w 654421"/>
              <a:gd name="connsiteY1" fmla="*/ 74743 h 795611"/>
              <a:gd name="connsiteX2" fmla="*/ 523477 w 654421"/>
              <a:gd name="connsiteY2" fmla="*/ 452280 h 795611"/>
              <a:gd name="connsiteX3" fmla="*/ 358126 w 654421"/>
              <a:gd name="connsiteY3" fmla="*/ 794842 h 795611"/>
              <a:gd name="connsiteX4" fmla="*/ 204677 w 654421"/>
              <a:gd name="connsiteY4" fmla="*/ 351971 h 795611"/>
              <a:gd name="connsiteX5" fmla="*/ 0 w 654421"/>
              <a:gd name="connsiteY5" fmla="*/ 148666 h 795611"/>
              <a:gd name="connsiteX0" fmla="*/ 649717 w 654421"/>
              <a:gd name="connsiteY0" fmla="*/ 0 h 720868"/>
              <a:gd name="connsiteX1" fmla="*/ 523477 w 654421"/>
              <a:gd name="connsiteY1" fmla="*/ 377537 h 720868"/>
              <a:gd name="connsiteX2" fmla="*/ 358126 w 654421"/>
              <a:gd name="connsiteY2" fmla="*/ 720099 h 720868"/>
              <a:gd name="connsiteX3" fmla="*/ 204677 w 654421"/>
              <a:gd name="connsiteY3" fmla="*/ 277228 h 720868"/>
              <a:gd name="connsiteX4" fmla="*/ 0 w 654421"/>
              <a:gd name="connsiteY4" fmla="*/ 73923 h 720868"/>
              <a:gd name="connsiteX0" fmla="*/ 539169 w 554765"/>
              <a:gd name="connsiteY0" fmla="*/ 82865 h 646945"/>
              <a:gd name="connsiteX1" fmla="*/ 523477 w 554765"/>
              <a:gd name="connsiteY1" fmla="*/ 303614 h 646945"/>
              <a:gd name="connsiteX2" fmla="*/ 358126 w 554765"/>
              <a:gd name="connsiteY2" fmla="*/ 646176 h 646945"/>
              <a:gd name="connsiteX3" fmla="*/ 204677 w 554765"/>
              <a:gd name="connsiteY3" fmla="*/ 203305 h 646945"/>
              <a:gd name="connsiteX4" fmla="*/ 0 w 554765"/>
              <a:gd name="connsiteY4" fmla="*/ 0 h 646945"/>
              <a:gd name="connsiteX0" fmla="*/ 515523 w 531119"/>
              <a:gd name="connsiteY0" fmla="*/ 171953 h 736033"/>
              <a:gd name="connsiteX1" fmla="*/ 499831 w 531119"/>
              <a:gd name="connsiteY1" fmla="*/ 392702 h 736033"/>
              <a:gd name="connsiteX2" fmla="*/ 334480 w 531119"/>
              <a:gd name="connsiteY2" fmla="*/ 735264 h 736033"/>
              <a:gd name="connsiteX3" fmla="*/ 181031 w 531119"/>
              <a:gd name="connsiteY3" fmla="*/ 292393 h 736033"/>
              <a:gd name="connsiteX4" fmla="*/ 0 w 531119"/>
              <a:gd name="connsiteY4" fmla="*/ 0 h 736033"/>
              <a:gd name="connsiteX0" fmla="*/ 517414 w 533010"/>
              <a:gd name="connsiteY0" fmla="*/ 171953 h 736033"/>
              <a:gd name="connsiteX1" fmla="*/ 501722 w 533010"/>
              <a:gd name="connsiteY1" fmla="*/ 392702 h 736033"/>
              <a:gd name="connsiteX2" fmla="*/ 336371 w 533010"/>
              <a:gd name="connsiteY2" fmla="*/ 735264 h 736033"/>
              <a:gd name="connsiteX3" fmla="*/ 182922 w 533010"/>
              <a:gd name="connsiteY3" fmla="*/ 292393 h 736033"/>
              <a:gd name="connsiteX4" fmla="*/ 1891 w 533010"/>
              <a:gd name="connsiteY4" fmla="*/ 0 h 736033"/>
              <a:gd name="connsiteX0" fmla="*/ 544666 w 554770"/>
              <a:gd name="connsiteY0" fmla="*/ 168527 h 736033"/>
              <a:gd name="connsiteX1" fmla="*/ 501722 w 554770"/>
              <a:gd name="connsiteY1" fmla="*/ 392702 h 736033"/>
              <a:gd name="connsiteX2" fmla="*/ 336371 w 554770"/>
              <a:gd name="connsiteY2" fmla="*/ 735264 h 736033"/>
              <a:gd name="connsiteX3" fmla="*/ 182922 w 554770"/>
              <a:gd name="connsiteY3" fmla="*/ 292393 h 736033"/>
              <a:gd name="connsiteX4" fmla="*/ 1891 w 554770"/>
              <a:gd name="connsiteY4" fmla="*/ 0 h 736033"/>
              <a:gd name="connsiteX0" fmla="*/ 544940 w 555044"/>
              <a:gd name="connsiteY0" fmla="*/ 158714 h 726220"/>
              <a:gd name="connsiteX1" fmla="*/ 501996 w 555044"/>
              <a:gd name="connsiteY1" fmla="*/ 382889 h 726220"/>
              <a:gd name="connsiteX2" fmla="*/ 336645 w 555044"/>
              <a:gd name="connsiteY2" fmla="*/ 725451 h 726220"/>
              <a:gd name="connsiteX3" fmla="*/ 183196 w 555044"/>
              <a:gd name="connsiteY3" fmla="*/ 282580 h 726220"/>
              <a:gd name="connsiteX4" fmla="*/ 1889 w 555044"/>
              <a:gd name="connsiteY4" fmla="*/ 0 h 726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44" h="726220">
                <a:moveTo>
                  <a:pt x="544940" y="158714"/>
                </a:moveTo>
                <a:cubicBezTo>
                  <a:pt x="575890" y="223116"/>
                  <a:pt x="528286" y="283763"/>
                  <a:pt x="501996" y="382889"/>
                </a:cubicBezTo>
                <a:cubicBezTo>
                  <a:pt x="475707" y="482015"/>
                  <a:pt x="389778" y="742169"/>
                  <a:pt x="336645" y="725451"/>
                </a:cubicBezTo>
                <a:cubicBezTo>
                  <a:pt x="283512" y="708733"/>
                  <a:pt x="238989" y="403489"/>
                  <a:pt x="183196" y="282580"/>
                </a:cubicBezTo>
                <a:cubicBezTo>
                  <a:pt x="127403" y="161671"/>
                  <a:pt x="-18207" y="86204"/>
                  <a:pt x="1889" y="0"/>
                </a:cubicBezTo>
              </a:path>
            </a:pathLst>
          </a:custGeom>
          <a:noFill/>
          <a:ln w="9525">
            <a:solidFill>
              <a:schemeClr val="tx1">
                <a:alpha val="3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55">
            <a:extLst>
              <a:ext uri="{FF2B5EF4-FFF2-40B4-BE49-F238E27FC236}">
                <a16:creationId xmlns:a16="http://schemas.microsoft.com/office/drawing/2014/main" id="{5206BFCD-7E60-8AD3-794B-CD176C122729}"/>
              </a:ext>
            </a:extLst>
          </p:cNvPr>
          <p:cNvSpPr/>
          <p:nvPr userDrawn="1"/>
        </p:nvSpPr>
        <p:spPr>
          <a:xfrm rot="6445783" flipV="1">
            <a:off x="3697436" y="5678152"/>
            <a:ext cx="249472" cy="589864"/>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2935 w 343394"/>
              <a:gd name="connsiteY0" fmla="*/ 250638 h 579349"/>
              <a:gd name="connsiteX1" fmla="*/ 38240 w 343394"/>
              <a:gd name="connsiteY1" fmla="*/ 2843 h 579349"/>
              <a:gd name="connsiteX2" fmla="*/ 343394 w 343394"/>
              <a:gd name="connsiteY2" fmla="*/ 150821 h 579349"/>
              <a:gd name="connsiteX3" fmla="*/ 206653 w 343394"/>
              <a:gd name="connsiteY3" fmla="*/ 578554 h 579349"/>
              <a:gd name="connsiteX4" fmla="*/ 22935 w 343394"/>
              <a:gd name="connsiteY4" fmla="*/ 250638 h 579349"/>
              <a:gd name="connsiteX0" fmla="*/ 20148 w 292930"/>
              <a:gd name="connsiteY0" fmla="*/ 249704 h 578225"/>
              <a:gd name="connsiteX1" fmla="*/ 35453 w 292930"/>
              <a:gd name="connsiteY1" fmla="*/ 1909 h 578225"/>
              <a:gd name="connsiteX2" fmla="*/ 292930 w 292930"/>
              <a:gd name="connsiteY2" fmla="*/ 163268 h 578225"/>
              <a:gd name="connsiteX3" fmla="*/ 203866 w 292930"/>
              <a:gd name="connsiteY3" fmla="*/ 577620 h 578225"/>
              <a:gd name="connsiteX4" fmla="*/ 20148 w 292930"/>
              <a:gd name="connsiteY4" fmla="*/ 249704 h 578225"/>
              <a:gd name="connsiteX0" fmla="*/ 3173 w 275955"/>
              <a:gd name="connsiteY0" fmla="*/ 303415 h 631958"/>
              <a:gd name="connsiteX1" fmla="*/ 85593 w 275955"/>
              <a:gd name="connsiteY1" fmla="*/ 1156 h 631958"/>
              <a:gd name="connsiteX2" fmla="*/ 275955 w 275955"/>
              <a:gd name="connsiteY2" fmla="*/ 216979 h 631958"/>
              <a:gd name="connsiteX3" fmla="*/ 186891 w 275955"/>
              <a:gd name="connsiteY3" fmla="*/ 631331 h 631958"/>
              <a:gd name="connsiteX4" fmla="*/ 3173 w 275955"/>
              <a:gd name="connsiteY4" fmla="*/ 303415 h 631958"/>
              <a:gd name="connsiteX0" fmla="*/ 11814 w 284596"/>
              <a:gd name="connsiteY0" fmla="*/ 314259 h 642802"/>
              <a:gd name="connsiteX1" fmla="*/ 94234 w 284596"/>
              <a:gd name="connsiteY1" fmla="*/ 12000 h 642802"/>
              <a:gd name="connsiteX2" fmla="*/ 284596 w 284596"/>
              <a:gd name="connsiteY2" fmla="*/ 227823 h 642802"/>
              <a:gd name="connsiteX3" fmla="*/ 195532 w 284596"/>
              <a:gd name="connsiteY3" fmla="*/ 642175 h 642802"/>
              <a:gd name="connsiteX4" fmla="*/ 11814 w 284596"/>
              <a:gd name="connsiteY4" fmla="*/ 314259 h 642802"/>
              <a:gd name="connsiteX0" fmla="*/ 11814 w 284596"/>
              <a:gd name="connsiteY0" fmla="*/ 314259 h 643314"/>
              <a:gd name="connsiteX1" fmla="*/ 94234 w 284596"/>
              <a:gd name="connsiteY1" fmla="*/ 12000 h 643314"/>
              <a:gd name="connsiteX2" fmla="*/ 284596 w 284596"/>
              <a:gd name="connsiteY2" fmla="*/ 227823 h 643314"/>
              <a:gd name="connsiteX3" fmla="*/ 195532 w 284596"/>
              <a:gd name="connsiteY3" fmla="*/ 642175 h 643314"/>
              <a:gd name="connsiteX4" fmla="*/ 11814 w 284596"/>
              <a:gd name="connsiteY4" fmla="*/ 314259 h 643314"/>
              <a:gd name="connsiteX0" fmla="*/ 11814 w 286580"/>
              <a:gd name="connsiteY0" fmla="*/ 314259 h 643314"/>
              <a:gd name="connsiteX1" fmla="*/ 94234 w 286580"/>
              <a:gd name="connsiteY1" fmla="*/ 12000 h 643314"/>
              <a:gd name="connsiteX2" fmla="*/ 284596 w 286580"/>
              <a:gd name="connsiteY2" fmla="*/ 227823 h 643314"/>
              <a:gd name="connsiteX3" fmla="*/ 195532 w 286580"/>
              <a:gd name="connsiteY3" fmla="*/ 642175 h 643314"/>
              <a:gd name="connsiteX4" fmla="*/ 11814 w 286580"/>
              <a:gd name="connsiteY4" fmla="*/ 314259 h 643314"/>
              <a:gd name="connsiteX0" fmla="*/ 7395 w 231437"/>
              <a:gd name="connsiteY0" fmla="*/ 296026 h 631679"/>
              <a:gd name="connsiteX1" fmla="*/ 40189 w 231437"/>
              <a:gd name="connsiteY1" fmla="*/ 988 h 631679"/>
              <a:gd name="connsiteX2" fmla="*/ 230551 w 231437"/>
              <a:gd name="connsiteY2" fmla="*/ 216811 h 631679"/>
              <a:gd name="connsiteX3" fmla="*/ 141487 w 231437"/>
              <a:gd name="connsiteY3" fmla="*/ 631163 h 631679"/>
              <a:gd name="connsiteX4" fmla="*/ 7395 w 231437"/>
              <a:gd name="connsiteY4" fmla="*/ 296026 h 631679"/>
              <a:gd name="connsiteX0" fmla="*/ 23024 w 247066"/>
              <a:gd name="connsiteY0" fmla="*/ 304842 h 640495"/>
              <a:gd name="connsiteX1" fmla="*/ 55818 w 247066"/>
              <a:gd name="connsiteY1" fmla="*/ 9804 h 640495"/>
              <a:gd name="connsiteX2" fmla="*/ 246180 w 247066"/>
              <a:gd name="connsiteY2" fmla="*/ 225627 h 640495"/>
              <a:gd name="connsiteX3" fmla="*/ 157116 w 247066"/>
              <a:gd name="connsiteY3" fmla="*/ 639979 h 640495"/>
              <a:gd name="connsiteX4" fmla="*/ 23024 w 247066"/>
              <a:gd name="connsiteY4" fmla="*/ 304842 h 64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066" h="640495">
                <a:moveTo>
                  <a:pt x="23024" y="304842"/>
                </a:moveTo>
                <a:cubicBezTo>
                  <a:pt x="6141" y="199813"/>
                  <a:pt x="-32346" y="60825"/>
                  <a:pt x="55818" y="9804"/>
                </a:cubicBezTo>
                <a:cubicBezTo>
                  <a:pt x="143982" y="-41217"/>
                  <a:pt x="243336" y="118300"/>
                  <a:pt x="246180" y="225627"/>
                </a:cubicBezTo>
                <a:cubicBezTo>
                  <a:pt x="255124" y="423079"/>
                  <a:pt x="194309" y="626777"/>
                  <a:pt x="157116" y="639979"/>
                </a:cubicBezTo>
                <a:cubicBezTo>
                  <a:pt x="119923" y="653181"/>
                  <a:pt x="39907" y="409871"/>
                  <a:pt x="23024" y="304842"/>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399C0C8A-6FA8-7D58-B91E-D4A68CFB4361}"/>
              </a:ext>
            </a:extLst>
          </p:cNvPr>
          <p:cNvSpPr/>
          <p:nvPr userDrawn="1"/>
        </p:nvSpPr>
        <p:spPr>
          <a:xfrm rot="7288997" flipH="1">
            <a:off x="4129944" y="4870594"/>
            <a:ext cx="1353053" cy="3184760"/>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671894 w 2216588"/>
              <a:gd name="connsiteY0" fmla="*/ 400026 h 1756507"/>
              <a:gd name="connsiteX1" fmla="*/ 2156241 w 2216588"/>
              <a:gd name="connsiteY1" fmla="*/ 1010622 h 1756507"/>
              <a:gd name="connsiteX2" fmla="*/ 2192143 w 2216588"/>
              <a:gd name="connsiteY2" fmla="*/ 1460166 h 1756507"/>
              <a:gd name="connsiteX3" fmla="*/ 1999826 w 2216588"/>
              <a:gd name="connsiteY3" fmla="*/ 1717267 h 1756507"/>
              <a:gd name="connsiteX4" fmla="*/ 1632812 w 2216588"/>
              <a:gd name="connsiteY4" fmla="*/ 1686505 h 1756507"/>
              <a:gd name="connsiteX5" fmla="*/ 1708492 w 2216588"/>
              <a:gd name="connsiteY5" fmla="*/ 1070413 h 1756507"/>
              <a:gd name="connsiteX6" fmla="*/ 1537996 w 2216588"/>
              <a:gd name="connsiteY6" fmla="*/ 803729 h 1756507"/>
              <a:gd name="connsiteX7" fmla="*/ 1198367 w 2216588"/>
              <a:gd name="connsiteY7" fmla="*/ 670770 h 1756507"/>
              <a:gd name="connsiteX8" fmla="*/ 656552 w 2216588"/>
              <a:gd name="connsiteY8" fmla="*/ 661968 h 1756507"/>
              <a:gd name="connsiteX9" fmla="*/ 80271 w 2216588"/>
              <a:gd name="connsiteY9" fmla="*/ 0 h 1756507"/>
              <a:gd name="connsiteX0" fmla="*/ 1657724 w 2202418"/>
              <a:gd name="connsiteY0" fmla="*/ 400026 h 1756507"/>
              <a:gd name="connsiteX1" fmla="*/ 2142071 w 2202418"/>
              <a:gd name="connsiteY1" fmla="*/ 1010622 h 1756507"/>
              <a:gd name="connsiteX2" fmla="*/ 2177973 w 2202418"/>
              <a:gd name="connsiteY2" fmla="*/ 1460166 h 1756507"/>
              <a:gd name="connsiteX3" fmla="*/ 1985656 w 2202418"/>
              <a:gd name="connsiteY3" fmla="*/ 1717267 h 1756507"/>
              <a:gd name="connsiteX4" fmla="*/ 1618642 w 2202418"/>
              <a:gd name="connsiteY4" fmla="*/ 1686505 h 1756507"/>
              <a:gd name="connsiteX5" fmla="*/ 1694322 w 2202418"/>
              <a:gd name="connsiteY5" fmla="*/ 1070413 h 1756507"/>
              <a:gd name="connsiteX6" fmla="*/ 1523826 w 2202418"/>
              <a:gd name="connsiteY6" fmla="*/ 803729 h 1756507"/>
              <a:gd name="connsiteX7" fmla="*/ 1184197 w 2202418"/>
              <a:gd name="connsiteY7" fmla="*/ 670770 h 1756507"/>
              <a:gd name="connsiteX8" fmla="*/ 642382 w 2202418"/>
              <a:gd name="connsiteY8" fmla="*/ 661968 h 1756507"/>
              <a:gd name="connsiteX9" fmla="*/ 66101 w 2202418"/>
              <a:gd name="connsiteY9" fmla="*/ 0 h 1756507"/>
              <a:gd name="connsiteX0" fmla="*/ 1671500 w 2216194"/>
              <a:gd name="connsiteY0" fmla="*/ 400026 h 1756507"/>
              <a:gd name="connsiteX1" fmla="*/ 2155847 w 2216194"/>
              <a:gd name="connsiteY1" fmla="*/ 1010622 h 1756507"/>
              <a:gd name="connsiteX2" fmla="*/ 2191749 w 2216194"/>
              <a:gd name="connsiteY2" fmla="*/ 1460166 h 1756507"/>
              <a:gd name="connsiteX3" fmla="*/ 1999432 w 2216194"/>
              <a:gd name="connsiteY3" fmla="*/ 1717267 h 1756507"/>
              <a:gd name="connsiteX4" fmla="*/ 1632418 w 2216194"/>
              <a:gd name="connsiteY4" fmla="*/ 1686505 h 1756507"/>
              <a:gd name="connsiteX5" fmla="*/ 1708098 w 2216194"/>
              <a:gd name="connsiteY5" fmla="*/ 1070413 h 1756507"/>
              <a:gd name="connsiteX6" fmla="*/ 1537602 w 2216194"/>
              <a:gd name="connsiteY6" fmla="*/ 803729 h 1756507"/>
              <a:gd name="connsiteX7" fmla="*/ 1197973 w 2216194"/>
              <a:gd name="connsiteY7" fmla="*/ 670770 h 1756507"/>
              <a:gd name="connsiteX8" fmla="*/ 491361 w 2216194"/>
              <a:gd name="connsiteY8" fmla="*/ 626468 h 1756507"/>
              <a:gd name="connsiteX9" fmla="*/ 79877 w 2216194"/>
              <a:gd name="connsiteY9" fmla="*/ 0 h 1756507"/>
              <a:gd name="connsiteX0" fmla="*/ 1671500 w 2216194"/>
              <a:gd name="connsiteY0" fmla="*/ 400026 h 1756507"/>
              <a:gd name="connsiteX1" fmla="*/ 2155847 w 2216194"/>
              <a:gd name="connsiteY1" fmla="*/ 1010622 h 1756507"/>
              <a:gd name="connsiteX2" fmla="*/ 2191749 w 2216194"/>
              <a:gd name="connsiteY2" fmla="*/ 1460166 h 1756507"/>
              <a:gd name="connsiteX3" fmla="*/ 1999432 w 2216194"/>
              <a:gd name="connsiteY3" fmla="*/ 1717267 h 1756507"/>
              <a:gd name="connsiteX4" fmla="*/ 1632418 w 2216194"/>
              <a:gd name="connsiteY4" fmla="*/ 1686505 h 1756507"/>
              <a:gd name="connsiteX5" fmla="*/ 1708098 w 2216194"/>
              <a:gd name="connsiteY5" fmla="*/ 1070413 h 1756507"/>
              <a:gd name="connsiteX6" fmla="*/ 1537602 w 2216194"/>
              <a:gd name="connsiteY6" fmla="*/ 803729 h 1756507"/>
              <a:gd name="connsiteX7" fmla="*/ 1197973 w 2216194"/>
              <a:gd name="connsiteY7" fmla="*/ 670770 h 1756507"/>
              <a:gd name="connsiteX8" fmla="*/ 491361 w 2216194"/>
              <a:gd name="connsiteY8" fmla="*/ 626468 h 1756507"/>
              <a:gd name="connsiteX9" fmla="*/ 79877 w 2216194"/>
              <a:gd name="connsiteY9" fmla="*/ 0 h 1756507"/>
              <a:gd name="connsiteX0" fmla="*/ 1703058 w 2247752"/>
              <a:gd name="connsiteY0" fmla="*/ 400026 h 1756507"/>
              <a:gd name="connsiteX1" fmla="*/ 2187405 w 2247752"/>
              <a:gd name="connsiteY1" fmla="*/ 1010622 h 1756507"/>
              <a:gd name="connsiteX2" fmla="*/ 2223307 w 2247752"/>
              <a:gd name="connsiteY2" fmla="*/ 1460166 h 1756507"/>
              <a:gd name="connsiteX3" fmla="*/ 2030990 w 2247752"/>
              <a:gd name="connsiteY3" fmla="*/ 1717267 h 1756507"/>
              <a:gd name="connsiteX4" fmla="*/ 1663976 w 2247752"/>
              <a:gd name="connsiteY4" fmla="*/ 1686505 h 1756507"/>
              <a:gd name="connsiteX5" fmla="*/ 1739656 w 2247752"/>
              <a:gd name="connsiteY5" fmla="*/ 1070413 h 1756507"/>
              <a:gd name="connsiteX6" fmla="*/ 1569160 w 2247752"/>
              <a:gd name="connsiteY6" fmla="*/ 803729 h 1756507"/>
              <a:gd name="connsiteX7" fmla="*/ 1229531 w 2247752"/>
              <a:gd name="connsiteY7" fmla="*/ 670770 h 1756507"/>
              <a:gd name="connsiteX8" fmla="*/ 522919 w 2247752"/>
              <a:gd name="connsiteY8" fmla="*/ 626468 h 1756507"/>
              <a:gd name="connsiteX9" fmla="*/ 111435 w 2247752"/>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569161 w 2247753"/>
              <a:gd name="connsiteY6" fmla="*/ 803729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616144 w 2247753"/>
              <a:gd name="connsiteY6" fmla="*/ 786582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6507"/>
              <a:gd name="connsiteX1" fmla="*/ 2187406 w 2247753"/>
              <a:gd name="connsiteY1" fmla="*/ 1010622 h 1756507"/>
              <a:gd name="connsiteX2" fmla="*/ 2223308 w 2247753"/>
              <a:gd name="connsiteY2" fmla="*/ 1460166 h 1756507"/>
              <a:gd name="connsiteX3" fmla="*/ 2030991 w 2247753"/>
              <a:gd name="connsiteY3" fmla="*/ 1717267 h 1756507"/>
              <a:gd name="connsiteX4" fmla="*/ 1663977 w 2247753"/>
              <a:gd name="connsiteY4" fmla="*/ 1686505 h 1756507"/>
              <a:gd name="connsiteX5" fmla="*/ 1739657 w 2247753"/>
              <a:gd name="connsiteY5" fmla="*/ 1070413 h 1756507"/>
              <a:gd name="connsiteX6" fmla="*/ 1543354 w 2247753"/>
              <a:gd name="connsiteY6" fmla="*/ 807734 h 1756507"/>
              <a:gd name="connsiteX7" fmla="*/ 1230461 w 2247753"/>
              <a:gd name="connsiteY7" fmla="*/ 535825 h 1756507"/>
              <a:gd name="connsiteX8" fmla="*/ 522920 w 2247753"/>
              <a:gd name="connsiteY8" fmla="*/ 626468 h 1756507"/>
              <a:gd name="connsiteX9" fmla="*/ 111436 w 2247753"/>
              <a:gd name="connsiteY9" fmla="*/ 0 h 1756507"/>
              <a:gd name="connsiteX0" fmla="*/ 1703059 w 2247753"/>
              <a:gd name="connsiteY0" fmla="*/ 400026 h 1755313"/>
              <a:gd name="connsiteX1" fmla="*/ 2187406 w 2247753"/>
              <a:gd name="connsiteY1" fmla="*/ 1010622 h 1755313"/>
              <a:gd name="connsiteX2" fmla="*/ 2223308 w 2247753"/>
              <a:gd name="connsiteY2" fmla="*/ 1460166 h 1755313"/>
              <a:gd name="connsiteX3" fmla="*/ 2030991 w 2247753"/>
              <a:gd name="connsiteY3" fmla="*/ 1717267 h 1755313"/>
              <a:gd name="connsiteX4" fmla="*/ 1663977 w 2247753"/>
              <a:gd name="connsiteY4" fmla="*/ 1686505 h 1755313"/>
              <a:gd name="connsiteX5" fmla="*/ 1672699 w 2247753"/>
              <a:gd name="connsiteY5" fmla="*/ 1089080 h 1755313"/>
              <a:gd name="connsiteX6" fmla="*/ 1543354 w 2247753"/>
              <a:gd name="connsiteY6" fmla="*/ 807734 h 1755313"/>
              <a:gd name="connsiteX7" fmla="*/ 1230461 w 2247753"/>
              <a:gd name="connsiteY7" fmla="*/ 535825 h 1755313"/>
              <a:gd name="connsiteX8" fmla="*/ 522920 w 2247753"/>
              <a:gd name="connsiteY8" fmla="*/ 626468 h 1755313"/>
              <a:gd name="connsiteX9" fmla="*/ 111436 w 2247753"/>
              <a:gd name="connsiteY9" fmla="*/ 0 h 1755313"/>
              <a:gd name="connsiteX0" fmla="*/ 1703059 w 2247753"/>
              <a:gd name="connsiteY0" fmla="*/ 400026 h 1755313"/>
              <a:gd name="connsiteX1" fmla="*/ 2187406 w 2247753"/>
              <a:gd name="connsiteY1" fmla="*/ 1010622 h 1755313"/>
              <a:gd name="connsiteX2" fmla="*/ 2223308 w 2247753"/>
              <a:gd name="connsiteY2" fmla="*/ 1460166 h 1755313"/>
              <a:gd name="connsiteX3" fmla="*/ 2030991 w 2247753"/>
              <a:gd name="connsiteY3" fmla="*/ 1717267 h 1755313"/>
              <a:gd name="connsiteX4" fmla="*/ 1663977 w 2247753"/>
              <a:gd name="connsiteY4" fmla="*/ 1686505 h 1755313"/>
              <a:gd name="connsiteX5" fmla="*/ 1672699 w 2247753"/>
              <a:gd name="connsiteY5" fmla="*/ 1089080 h 1755313"/>
              <a:gd name="connsiteX6" fmla="*/ 1543354 w 2247753"/>
              <a:gd name="connsiteY6" fmla="*/ 807734 h 1755313"/>
              <a:gd name="connsiteX7" fmla="*/ 1171964 w 2247753"/>
              <a:gd name="connsiteY7" fmla="*/ 580511 h 1755313"/>
              <a:gd name="connsiteX8" fmla="*/ 522920 w 2247753"/>
              <a:gd name="connsiteY8" fmla="*/ 626468 h 1755313"/>
              <a:gd name="connsiteX9" fmla="*/ 111436 w 2247753"/>
              <a:gd name="connsiteY9" fmla="*/ 0 h 1755313"/>
              <a:gd name="connsiteX0" fmla="*/ 1900040 w 2237638"/>
              <a:gd name="connsiteY0" fmla="*/ 447728 h 1755313"/>
              <a:gd name="connsiteX1" fmla="*/ 2187406 w 2237638"/>
              <a:gd name="connsiteY1" fmla="*/ 1010622 h 1755313"/>
              <a:gd name="connsiteX2" fmla="*/ 2223308 w 2237638"/>
              <a:gd name="connsiteY2" fmla="*/ 1460166 h 1755313"/>
              <a:gd name="connsiteX3" fmla="*/ 2030991 w 2237638"/>
              <a:gd name="connsiteY3" fmla="*/ 1717267 h 1755313"/>
              <a:gd name="connsiteX4" fmla="*/ 1663977 w 2237638"/>
              <a:gd name="connsiteY4" fmla="*/ 1686505 h 1755313"/>
              <a:gd name="connsiteX5" fmla="*/ 1672699 w 2237638"/>
              <a:gd name="connsiteY5" fmla="*/ 1089080 h 1755313"/>
              <a:gd name="connsiteX6" fmla="*/ 1543354 w 2237638"/>
              <a:gd name="connsiteY6" fmla="*/ 807734 h 1755313"/>
              <a:gd name="connsiteX7" fmla="*/ 1171964 w 2237638"/>
              <a:gd name="connsiteY7" fmla="*/ 580511 h 1755313"/>
              <a:gd name="connsiteX8" fmla="*/ 522920 w 2237638"/>
              <a:gd name="connsiteY8" fmla="*/ 626468 h 1755313"/>
              <a:gd name="connsiteX9" fmla="*/ 111436 w 2237638"/>
              <a:gd name="connsiteY9" fmla="*/ 0 h 1755313"/>
              <a:gd name="connsiteX0" fmla="*/ 1900040 w 2237638"/>
              <a:gd name="connsiteY0" fmla="*/ 447728 h 1818752"/>
              <a:gd name="connsiteX1" fmla="*/ 2187406 w 2237638"/>
              <a:gd name="connsiteY1" fmla="*/ 1010622 h 1818752"/>
              <a:gd name="connsiteX2" fmla="*/ 2223308 w 2237638"/>
              <a:gd name="connsiteY2" fmla="*/ 1460166 h 1818752"/>
              <a:gd name="connsiteX3" fmla="*/ 2030991 w 2237638"/>
              <a:gd name="connsiteY3" fmla="*/ 1717267 h 1818752"/>
              <a:gd name="connsiteX4" fmla="*/ 1539004 w 2237638"/>
              <a:gd name="connsiteY4" fmla="*/ 1775163 h 1818752"/>
              <a:gd name="connsiteX5" fmla="*/ 1672699 w 2237638"/>
              <a:gd name="connsiteY5" fmla="*/ 1089080 h 1818752"/>
              <a:gd name="connsiteX6" fmla="*/ 1543354 w 2237638"/>
              <a:gd name="connsiteY6" fmla="*/ 807734 h 1818752"/>
              <a:gd name="connsiteX7" fmla="*/ 1171964 w 2237638"/>
              <a:gd name="connsiteY7" fmla="*/ 580511 h 1818752"/>
              <a:gd name="connsiteX8" fmla="*/ 522920 w 2237638"/>
              <a:gd name="connsiteY8" fmla="*/ 626468 h 1818752"/>
              <a:gd name="connsiteX9" fmla="*/ 111436 w 2237638"/>
              <a:gd name="connsiteY9" fmla="*/ 0 h 181875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543354 w 2237707"/>
              <a:gd name="connsiteY6" fmla="*/ 807734 h 1861042"/>
              <a:gd name="connsiteX7" fmla="*/ 1171964 w 2237707"/>
              <a:gd name="connsiteY7" fmla="*/ 580511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642351 w 2237707"/>
              <a:gd name="connsiteY6" fmla="*/ 778703 h 1861042"/>
              <a:gd name="connsiteX7" fmla="*/ 1171964 w 2237707"/>
              <a:gd name="connsiteY7" fmla="*/ 580511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642351 w 2237707"/>
              <a:gd name="connsiteY6" fmla="*/ 778703 h 1861042"/>
              <a:gd name="connsiteX7" fmla="*/ 973041 w 2237707"/>
              <a:gd name="connsiteY7" fmla="*/ 745026 h 1861042"/>
              <a:gd name="connsiteX8" fmla="*/ 522920 w 2237707"/>
              <a:gd name="connsiteY8" fmla="*/ 626468 h 1861042"/>
              <a:gd name="connsiteX9" fmla="*/ 111436 w 2237707"/>
              <a:gd name="connsiteY9" fmla="*/ 0 h 1861042"/>
              <a:gd name="connsiteX0" fmla="*/ 1900040 w 2237707"/>
              <a:gd name="connsiteY0" fmla="*/ 447728 h 1861042"/>
              <a:gd name="connsiteX1" fmla="*/ 2187406 w 2237707"/>
              <a:gd name="connsiteY1" fmla="*/ 1010622 h 1861042"/>
              <a:gd name="connsiteX2" fmla="*/ 2223308 w 2237707"/>
              <a:gd name="connsiteY2" fmla="*/ 1460166 h 1861042"/>
              <a:gd name="connsiteX3" fmla="*/ 2030042 w 2237707"/>
              <a:gd name="connsiteY3" fmla="*/ 1816423 h 1861042"/>
              <a:gd name="connsiteX4" fmla="*/ 1539004 w 2237707"/>
              <a:gd name="connsiteY4" fmla="*/ 1775163 h 1861042"/>
              <a:gd name="connsiteX5" fmla="*/ 1672699 w 2237707"/>
              <a:gd name="connsiteY5" fmla="*/ 1089080 h 1861042"/>
              <a:gd name="connsiteX6" fmla="*/ 1398109 w 2237707"/>
              <a:gd name="connsiteY6" fmla="*/ 819809 h 1861042"/>
              <a:gd name="connsiteX7" fmla="*/ 973041 w 2237707"/>
              <a:gd name="connsiteY7" fmla="*/ 745026 h 1861042"/>
              <a:gd name="connsiteX8" fmla="*/ 522920 w 2237707"/>
              <a:gd name="connsiteY8" fmla="*/ 626468 h 1861042"/>
              <a:gd name="connsiteX9" fmla="*/ 111436 w 2237707"/>
              <a:gd name="connsiteY9" fmla="*/ 0 h 1861042"/>
              <a:gd name="connsiteX0" fmla="*/ 1950275 w 2287942"/>
              <a:gd name="connsiteY0" fmla="*/ 447728 h 1861042"/>
              <a:gd name="connsiteX1" fmla="*/ 2237641 w 2287942"/>
              <a:gd name="connsiteY1" fmla="*/ 1010622 h 1861042"/>
              <a:gd name="connsiteX2" fmla="*/ 2273543 w 2287942"/>
              <a:gd name="connsiteY2" fmla="*/ 1460166 h 1861042"/>
              <a:gd name="connsiteX3" fmla="*/ 2080277 w 2287942"/>
              <a:gd name="connsiteY3" fmla="*/ 1816423 h 1861042"/>
              <a:gd name="connsiteX4" fmla="*/ 1589239 w 2287942"/>
              <a:gd name="connsiteY4" fmla="*/ 1775163 h 1861042"/>
              <a:gd name="connsiteX5" fmla="*/ 1722934 w 2287942"/>
              <a:gd name="connsiteY5" fmla="*/ 1089080 h 1861042"/>
              <a:gd name="connsiteX6" fmla="*/ 1448344 w 2287942"/>
              <a:gd name="connsiteY6" fmla="*/ 819809 h 1861042"/>
              <a:gd name="connsiteX7" fmla="*/ 1023276 w 2287942"/>
              <a:gd name="connsiteY7" fmla="*/ 745026 h 1861042"/>
              <a:gd name="connsiteX8" fmla="*/ 368971 w 2287942"/>
              <a:gd name="connsiteY8" fmla="*/ 748222 h 1861042"/>
              <a:gd name="connsiteX9" fmla="*/ 161671 w 2287942"/>
              <a:gd name="connsiteY9" fmla="*/ 0 h 1861042"/>
              <a:gd name="connsiteX0" fmla="*/ 1581304 w 1918971"/>
              <a:gd name="connsiteY0" fmla="*/ 0 h 1413314"/>
              <a:gd name="connsiteX1" fmla="*/ 1868670 w 1918971"/>
              <a:gd name="connsiteY1" fmla="*/ 562894 h 1413314"/>
              <a:gd name="connsiteX2" fmla="*/ 1904572 w 1918971"/>
              <a:gd name="connsiteY2" fmla="*/ 1012438 h 1413314"/>
              <a:gd name="connsiteX3" fmla="*/ 1711306 w 1918971"/>
              <a:gd name="connsiteY3" fmla="*/ 1368695 h 1413314"/>
              <a:gd name="connsiteX4" fmla="*/ 1220268 w 1918971"/>
              <a:gd name="connsiteY4" fmla="*/ 1327435 h 1413314"/>
              <a:gd name="connsiteX5" fmla="*/ 1353963 w 1918971"/>
              <a:gd name="connsiteY5" fmla="*/ 641352 h 1413314"/>
              <a:gd name="connsiteX6" fmla="*/ 1079373 w 1918971"/>
              <a:gd name="connsiteY6" fmla="*/ 372081 h 1413314"/>
              <a:gd name="connsiteX7" fmla="*/ 654305 w 1918971"/>
              <a:gd name="connsiteY7" fmla="*/ 297298 h 1413314"/>
              <a:gd name="connsiteX8" fmla="*/ 0 w 1918971"/>
              <a:gd name="connsiteY8" fmla="*/ 300494 h 1413314"/>
              <a:gd name="connsiteX0" fmla="*/ 926999 w 1264666"/>
              <a:gd name="connsiteY0" fmla="*/ 0 h 1413314"/>
              <a:gd name="connsiteX1" fmla="*/ 1214365 w 1264666"/>
              <a:gd name="connsiteY1" fmla="*/ 562894 h 1413314"/>
              <a:gd name="connsiteX2" fmla="*/ 1250267 w 1264666"/>
              <a:gd name="connsiteY2" fmla="*/ 1012438 h 1413314"/>
              <a:gd name="connsiteX3" fmla="*/ 1057001 w 1264666"/>
              <a:gd name="connsiteY3" fmla="*/ 1368695 h 1413314"/>
              <a:gd name="connsiteX4" fmla="*/ 565963 w 1264666"/>
              <a:gd name="connsiteY4" fmla="*/ 1327435 h 1413314"/>
              <a:gd name="connsiteX5" fmla="*/ 699658 w 1264666"/>
              <a:gd name="connsiteY5" fmla="*/ 641352 h 1413314"/>
              <a:gd name="connsiteX6" fmla="*/ 425068 w 1264666"/>
              <a:gd name="connsiteY6" fmla="*/ 372081 h 1413314"/>
              <a:gd name="connsiteX7" fmla="*/ 0 w 1264666"/>
              <a:gd name="connsiteY7" fmla="*/ 297298 h 1413314"/>
              <a:gd name="connsiteX0" fmla="*/ 501931 w 839598"/>
              <a:gd name="connsiteY0" fmla="*/ 0 h 1413314"/>
              <a:gd name="connsiteX1" fmla="*/ 789297 w 839598"/>
              <a:gd name="connsiteY1" fmla="*/ 562894 h 1413314"/>
              <a:gd name="connsiteX2" fmla="*/ 825199 w 839598"/>
              <a:gd name="connsiteY2" fmla="*/ 1012438 h 1413314"/>
              <a:gd name="connsiteX3" fmla="*/ 631933 w 839598"/>
              <a:gd name="connsiteY3" fmla="*/ 1368695 h 1413314"/>
              <a:gd name="connsiteX4" fmla="*/ 140895 w 839598"/>
              <a:gd name="connsiteY4" fmla="*/ 1327435 h 1413314"/>
              <a:gd name="connsiteX5" fmla="*/ 274590 w 839598"/>
              <a:gd name="connsiteY5" fmla="*/ 641352 h 1413314"/>
              <a:gd name="connsiteX6" fmla="*/ 0 w 839598"/>
              <a:gd name="connsiteY6" fmla="*/ 372081 h 1413314"/>
              <a:gd name="connsiteX0" fmla="*/ 678969 w 1016636"/>
              <a:gd name="connsiteY0" fmla="*/ 0 h 1413314"/>
              <a:gd name="connsiteX1" fmla="*/ 966335 w 1016636"/>
              <a:gd name="connsiteY1" fmla="*/ 562894 h 1413314"/>
              <a:gd name="connsiteX2" fmla="*/ 1002237 w 1016636"/>
              <a:gd name="connsiteY2" fmla="*/ 1012438 h 1413314"/>
              <a:gd name="connsiteX3" fmla="*/ 808971 w 1016636"/>
              <a:gd name="connsiteY3" fmla="*/ 1368695 h 1413314"/>
              <a:gd name="connsiteX4" fmla="*/ 317933 w 1016636"/>
              <a:gd name="connsiteY4" fmla="*/ 1327435 h 1413314"/>
              <a:gd name="connsiteX5" fmla="*/ 451628 w 1016636"/>
              <a:gd name="connsiteY5" fmla="*/ 641352 h 1413314"/>
              <a:gd name="connsiteX6" fmla="*/ 1 w 1016636"/>
              <a:gd name="connsiteY6" fmla="*/ 391070 h 1413314"/>
              <a:gd name="connsiteX0" fmla="*/ 678968 w 1016635"/>
              <a:gd name="connsiteY0" fmla="*/ 0 h 1413314"/>
              <a:gd name="connsiteX1" fmla="*/ 966334 w 1016635"/>
              <a:gd name="connsiteY1" fmla="*/ 562894 h 1413314"/>
              <a:gd name="connsiteX2" fmla="*/ 1002236 w 1016635"/>
              <a:gd name="connsiteY2" fmla="*/ 1012438 h 1413314"/>
              <a:gd name="connsiteX3" fmla="*/ 808970 w 1016635"/>
              <a:gd name="connsiteY3" fmla="*/ 1368695 h 1413314"/>
              <a:gd name="connsiteX4" fmla="*/ 317932 w 1016635"/>
              <a:gd name="connsiteY4" fmla="*/ 1327435 h 1413314"/>
              <a:gd name="connsiteX5" fmla="*/ 451627 w 1016635"/>
              <a:gd name="connsiteY5" fmla="*/ 641352 h 1413314"/>
              <a:gd name="connsiteX6" fmla="*/ 0 w 1016635"/>
              <a:gd name="connsiteY6" fmla="*/ 391070 h 1413314"/>
              <a:gd name="connsiteX0" fmla="*/ 737804 w 1014409"/>
              <a:gd name="connsiteY0" fmla="*/ 0 h 1838562"/>
              <a:gd name="connsiteX1" fmla="*/ 966334 w 1014409"/>
              <a:gd name="connsiteY1" fmla="*/ 988142 h 1838562"/>
              <a:gd name="connsiteX2" fmla="*/ 1002236 w 1014409"/>
              <a:gd name="connsiteY2" fmla="*/ 1437686 h 1838562"/>
              <a:gd name="connsiteX3" fmla="*/ 808970 w 1014409"/>
              <a:gd name="connsiteY3" fmla="*/ 1793943 h 1838562"/>
              <a:gd name="connsiteX4" fmla="*/ 317932 w 1014409"/>
              <a:gd name="connsiteY4" fmla="*/ 1752683 h 1838562"/>
              <a:gd name="connsiteX5" fmla="*/ 451627 w 1014409"/>
              <a:gd name="connsiteY5" fmla="*/ 1066600 h 1838562"/>
              <a:gd name="connsiteX6" fmla="*/ 0 w 1014409"/>
              <a:gd name="connsiteY6" fmla="*/ 816318 h 1838562"/>
              <a:gd name="connsiteX0" fmla="*/ 737804 w 1014409"/>
              <a:gd name="connsiteY0" fmla="*/ 0 h 1838562"/>
              <a:gd name="connsiteX1" fmla="*/ 966334 w 1014409"/>
              <a:gd name="connsiteY1" fmla="*/ 988142 h 1838562"/>
              <a:gd name="connsiteX2" fmla="*/ 1002236 w 1014409"/>
              <a:gd name="connsiteY2" fmla="*/ 1437686 h 1838562"/>
              <a:gd name="connsiteX3" fmla="*/ 808970 w 1014409"/>
              <a:gd name="connsiteY3" fmla="*/ 1793943 h 1838562"/>
              <a:gd name="connsiteX4" fmla="*/ 317932 w 1014409"/>
              <a:gd name="connsiteY4" fmla="*/ 1752683 h 1838562"/>
              <a:gd name="connsiteX5" fmla="*/ 451627 w 1014409"/>
              <a:gd name="connsiteY5" fmla="*/ 1066600 h 1838562"/>
              <a:gd name="connsiteX6" fmla="*/ 0 w 1014409"/>
              <a:gd name="connsiteY6" fmla="*/ 816318 h 1838562"/>
              <a:gd name="connsiteX0" fmla="*/ 1006401 w 1008642"/>
              <a:gd name="connsiteY0" fmla="*/ 0 h 1438320"/>
              <a:gd name="connsiteX1" fmla="*/ 966334 w 1008642"/>
              <a:gd name="connsiteY1" fmla="*/ 587900 h 1438320"/>
              <a:gd name="connsiteX2" fmla="*/ 1002236 w 1008642"/>
              <a:gd name="connsiteY2" fmla="*/ 1037444 h 1438320"/>
              <a:gd name="connsiteX3" fmla="*/ 808970 w 1008642"/>
              <a:gd name="connsiteY3" fmla="*/ 1393701 h 1438320"/>
              <a:gd name="connsiteX4" fmla="*/ 317932 w 1008642"/>
              <a:gd name="connsiteY4" fmla="*/ 1352441 h 1438320"/>
              <a:gd name="connsiteX5" fmla="*/ 451627 w 1008642"/>
              <a:gd name="connsiteY5" fmla="*/ 666358 h 1438320"/>
              <a:gd name="connsiteX6" fmla="*/ 0 w 1008642"/>
              <a:gd name="connsiteY6" fmla="*/ 416076 h 1438320"/>
              <a:gd name="connsiteX0" fmla="*/ 1006401 w 1011265"/>
              <a:gd name="connsiteY0" fmla="*/ 0 h 1438320"/>
              <a:gd name="connsiteX1" fmla="*/ 850011 w 1011265"/>
              <a:gd name="connsiteY1" fmla="*/ 260166 h 1438320"/>
              <a:gd name="connsiteX2" fmla="*/ 966334 w 1011265"/>
              <a:gd name="connsiteY2" fmla="*/ 587900 h 1438320"/>
              <a:gd name="connsiteX3" fmla="*/ 1002236 w 1011265"/>
              <a:gd name="connsiteY3" fmla="*/ 1037444 h 1438320"/>
              <a:gd name="connsiteX4" fmla="*/ 808970 w 1011265"/>
              <a:gd name="connsiteY4" fmla="*/ 1393701 h 1438320"/>
              <a:gd name="connsiteX5" fmla="*/ 317932 w 1011265"/>
              <a:gd name="connsiteY5" fmla="*/ 1352441 h 1438320"/>
              <a:gd name="connsiteX6" fmla="*/ 451627 w 1011265"/>
              <a:gd name="connsiteY6" fmla="*/ 666358 h 1438320"/>
              <a:gd name="connsiteX7" fmla="*/ 0 w 1011265"/>
              <a:gd name="connsiteY7" fmla="*/ 416076 h 1438320"/>
              <a:gd name="connsiteX0" fmla="*/ 1743435 w 1743435"/>
              <a:gd name="connsiteY0" fmla="*/ 0 h 2069589"/>
              <a:gd name="connsiteX1" fmla="*/ 850011 w 1743435"/>
              <a:gd name="connsiteY1" fmla="*/ 891435 h 2069589"/>
              <a:gd name="connsiteX2" fmla="*/ 966334 w 1743435"/>
              <a:gd name="connsiteY2" fmla="*/ 1219169 h 2069589"/>
              <a:gd name="connsiteX3" fmla="*/ 1002236 w 1743435"/>
              <a:gd name="connsiteY3" fmla="*/ 1668713 h 2069589"/>
              <a:gd name="connsiteX4" fmla="*/ 808970 w 1743435"/>
              <a:gd name="connsiteY4" fmla="*/ 2024970 h 2069589"/>
              <a:gd name="connsiteX5" fmla="*/ 317932 w 1743435"/>
              <a:gd name="connsiteY5" fmla="*/ 1983710 h 2069589"/>
              <a:gd name="connsiteX6" fmla="*/ 451627 w 1743435"/>
              <a:gd name="connsiteY6" fmla="*/ 1297627 h 2069589"/>
              <a:gd name="connsiteX7" fmla="*/ 0 w 1743435"/>
              <a:gd name="connsiteY7" fmla="*/ 1047345 h 2069589"/>
              <a:gd name="connsiteX0" fmla="*/ 1743435 w 1743435"/>
              <a:gd name="connsiteY0" fmla="*/ 0 h 2069589"/>
              <a:gd name="connsiteX1" fmla="*/ 1551466 w 1743435"/>
              <a:gd name="connsiteY1" fmla="*/ 382936 h 2069589"/>
              <a:gd name="connsiteX2" fmla="*/ 850011 w 1743435"/>
              <a:gd name="connsiteY2" fmla="*/ 891435 h 2069589"/>
              <a:gd name="connsiteX3" fmla="*/ 966334 w 1743435"/>
              <a:gd name="connsiteY3" fmla="*/ 1219169 h 2069589"/>
              <a:gd name="connsiteX4" fmla="*/ 1002236 w 1743435"/>
              <a:gd name="connsiteY4" fmla="*/ 1668713 h 2069589"/>
              <a:gd name="connsiteX5" fmla="*/ 808970 w 1743435"/>
              <a:gd name="connsiteY5" fmla="*/ 2024970 h 2069589"/>
              <a:gd name="connsiteX6" fmla="*/ 317932 w 1743435"/>
              <a:gd name="connsiteY6" fmla="*/ 1983710 h 2069589"/>
              <a:gd name="connsiteX7" fmla="*/ 451627 w 1743435"/>
              <a:gd name="connsiteY7" fmla="*/ 1297627 h 2069589"/>
              <a:gd name="connsiteX8" fmla="*/ 0 w 1743435"/>
              <a:gd name="connsiteY8" fmla="*/ 1047345 h 2069589"/>
              <a:gd name="connsiteX0" fmla="*/ 1358717 w 1586789"/>
              <a:gd name="connsiteY0" fmla="*/ 0 h 2492627"/>
              <a:gd name="connsiteX1" fmla="*/ 1551466 w 1586789"/>
              <a:gd name="connsiteY1" fmla="*/ 805974 h 2492627"/>
              <a:gd name="connsiteX2" fmla="*/ 850011 w 1586789"/>
              <a:gd name="connsiteY2" fmla="*/ 1314473 h 2492627"/>
              <a:gd name="connsiteX3" fmla="*/ 966334 w 1586789"/>
              <a:gd name="connsiteY3" fmla="*/ 1642207 h 2492627"/>
              <a:gd name="connsiteX4" fmla="*/ 1002236 w 1586789"/>
              <a:gd name="connsiteY4" fmla="*/ 2091751 h 2492627"/>
              <a:gd name="connsiteX5" fmla="*/ 808970 w 1586789"/>
              <a:gd name="connsiteY5" fmla="*/ 2448008 h 2492627"/>
              <a:gd name="connsiteX6" fmla="*/ 317932 w 1586789"/>
              <a:gd name="connsiteY6" fmla="*/ 2406748 h 2492627"/>
              <a:gd name="connsiteX7" fmla="*/ 451627 w 1586789"/>
              <a:gd name="connsiteY7" fmla="*/ 1720665 h 2492627"/>
              <a:gd name="connsiteX8" fmla="*/ 0 w 1586789"/>
              <a:gd name="connsiteY8" fmla="*/ 1470383 h 2492627"/>
              <a:gd name="connsiteX0" fmla="*/ 1358717 w 1586789"/>
              <a:gd name="connsiteY0" fmla="*/ 0 h 2492627"/>
              <a:gd name="connsiteX1" fmla="*/ 1551466 w 1586789"/>
              <a:gd name="connsiteY1" fmla="*/ 805974 h 2492627"/>
              <a:gd name="connsiteX2" fmla="*/ 1097552 w 1586789"/>
              <a:gd name="connsiteY2" fmla="*/ 1096922 h 2492627"/>
              <a:gd name="connsiteX3" fmla="*/ 966334 w 1586789"/>
              <a:gd name="connsiteY3" fmla="*/ 1642207 h 2492627"/>
              <a:gd name="connsiteX4" fmla="*/ 1002236 w 1586789"/>
              <a:gd name="connsiteY4" fmla="*/ 2091751 h 2492627"/>
              <a:gd name="connsiteX5" fmla="*/ 808970 w 1586789"/>
              <a:gd name="connsiteY5" fmla="*/ 2448008 h 2492627"/>
              <a:gd name="connsiteX6" fmla="*/ 317932 w 1586789"/>
              <a:gd name="connsiteY6" fmla="*/ 2406748 h 2492627"/>
              <a:gd name="connsiteX7" fmla="*/ 451627 w 1586789"/>
              <a:gd name="connsiteY7" fmla="*/ 1720665 h 2492627"/>
              <a:gd name="connsiteX8" fmla="*/ 0 w 1586789"/>
              <a:gd name="connsiteY8" fmla="*/ 1470383 h 2492627"/>
              <a:gd name="connsiteX0" fmla="*/ 1358717 w 1650456"/>
              <a:gd name="connsiteY0" fmla="*/ 0 h 2492627"/>
              <a:gd name="connsiteX1" fmla="*/ 1619604 w 1650456"/>
              <a:gd name="connsiteY1" fmla="*/ 625360 h 2492627"/>
              <a:gd name="connsiteX2" fmla="*/ 1097552 w 1650456"/>
              <a:gd name="connsiteY2" fmla="*/ 1096922 h 2492627"/>
              <a:gd name="connsiteX3" fmla="*/ 966334 w 1650456"/>
              <a:gd name="connsiteY3" fmla="*/ 1642207 h 2492627"/>
              <a:gd name="connsiteX4" fmla="*/ 1002236 w 1650456"/>
              <a:gd name="connsiteY4" fmla="*/ 2091751 h 2492627"/>
              <a:gd name="connsiteX5" fmla="*/ 808970 w 1650456"/>
              <a:gd name="connsiteY5" fmla="*/ 2448008 h 2492627"/>
              <a:gd name="connsiteX6" fmla="*/ 317932 w 1650456"/>
              <a:gd name="connsiteY6" fmla="*/ 2406748 h 2492627"/>
              <a:gd name="connsiteX7" fmla="*/ 451627 w 1650456"/>
              <a:gd name="connsiteY7" fmla="*/ 1720665 h 2492627"/>
              <a:gd name="connsiteX8" fmla="*/ 0 w 1650456"/>
              <a:gd name="connsiteY8" fmla="*/ 1470383 h 2492627"/>
              <a:gd name="connsiteX0" fmla="*/ 1358717 w 1650456"/>
              <a:gd name="connsiteY0" fmla="*/ 0 h 2490415"/>
              <a:gd name="connsiteX1" fmla="*/ 1619604 w 1650456"/>
              <a:gd name="connsiteY1" fmla="*/ 625360 h 2490415"/>
              <a:gd name="connsiteX2" fmla="*/ 1097552 w 1650456"/>
              <a:gd name="connsiteY2" fmla="*/ 1096922 h 2490415"/>
              <a:gd name="connsiteX3" fmla="*/ 966334 w 1650456"/>
              <a:gd name="connsiteY3" fmla="*/ 1642207 h 2490415"/>
              <a:gd name="connsiteX4" fmla="*/ 1002236 w 1650456"/>
              <a:gd name="connsiteY4" fmla="*/ 2091751 h 2490415"/>
              <a:gd name="connsiteX5" fmla="*/ 808970 w 1650456"/>
              <a:gd name="connsiteY5" fmla="*/ 2448008 h 2490415"/>
              <a:gd name="connsiteX6" fmla="*/ 317932 w 1650456"/>
              <a:gd name="connsiteY6" fmla="*/ 2406748 h 2490415"/>
              <a:gd name="connsiteX7" fmla="*/ 344197 w 1650456"/>
              <a:gd name="connsiteY7" fmla="*/ 1758030 h 2490415"/>
              <a:gd name="connsiteX8" fmla="*/ 0 w 1650456"/>
              <a:gd name="connsiteY8" fmla="*/ 1470383 h 2490415"/>
              <a:gd name="connsiteX0" fmla="*/ 1487120 w 1660123"/>
              <a:gd name="connsiteY0" fmla="*/ 0 h 2665835"/>
              <a:gd name="connsiteX1" fmla="*/ 1619604 w 1660123"/>
              <a:gd name="connsiteY1" fmla="*/ 800780 h 2665835"/>
              <a:gd name="connsiteX2" fmla="*/ 1097552 w 1660123"/>
              <a:gd name="connsiteY2" fmla="*/ 1272342 h 2665835"/>
              <a:gd name="connsiteX3" fmla="*/ 966334 w 1660123"/>
              <a:gd name="connsiteY3" fmla="*/ 1817627 h 2665835"/>
              <a:gd name="connsiteX4" fmla="*/ 1002236 w 1660123"/>
              <a:gd name="connsiteY4" fmla="*/ 2267171 h 2665835"/>
              <a:gd name="connsiteX5" fmla="*/ 808970 w 1660123"/>
              <a:gd name="connsiteY5" fmla="*/ 2623428 h 2665835"/>
              <a:gd name="connsiteX6" fmla="*/ 317932 w 1660123"/>
              <a:gd name="connsiteY6" fmla="*/ 2582168 h 2665835"/>
              <a:gd name="connsiteX7" fmla="*/ 344197 w 1660123"/>
              <a:gd name="connsiteY7" fmla="*/ 1933450 h 2665835"/>
              <a:gd name="connsiteX8" fmla="*/ 0 w 1660123"/>
              <a:gd name="connsiteY8" fmla="*/ 1645803 h 2665835"/>
              <a:gd name="connsiteX0" fmla="*/ 1487120 w 1735217"/>
              <a:gd name="connsiteY0" fmla="*/ 0 h 2665835"/>
              <a:gd name="connsiteX1" fmla="*/ 1728908 w 1735217"/>
              <a:gd name="connsiteY1" fmla="*/ 476014 h 2665835"/>
              <a:gd name="connsiteX2" fmla="*/ 1619604 w 1735217"/>
              <a:gd name="connsiteY2" fmla="*/ 800780 h 2665835"/>
              <a:gd name="connsiteX3" fmla="*/ 1097552 w 1735217"/>
              <a:gd name="connsiteY3" fmla="*/ 1272342 h 2665835"/>
              <a:gd name="connsiteX4" fmla="*/ 966334 w 1735217"/>
              <a:gd name="connsiteY4" fmla="*/ 1817627 h 2665835"/>
              <a:gd name="connsiteX5" fmla="*/ 1002236 w 1735217"/>
              <a:gd name="connsiteY5" fmla="*/ 2267171 h 2665835"/>
              <a:gd name="connsiteX6" fmla="*/ 808970 w 1735217"/>
              <a:gd name="connsiteY6" fmla="*/ 2623428 h 2665835"/>
              <a:gd name="connsiteX7" fmla="*/ 317932 w 1735217"/>
              <a:gd name="connsiteY7" fmla="*/ 2582168 h 2665835"/>
              <a:gd name="connsiteX8" fmla="*/ 344197 w 1735217"/>
              <a:gd name="connsiteY8" fmla="*/ 1933450 h 2665835"/>
              <a:gd name="connsiteX9" fmla="*/ 0 w 1735217"/>
              <a:gd name="connsiteY9" fmla="*/ 1645803 h 266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35217" h="2665835">
                <a:moveTo>
                  <a:pt x="1487120" y="0"/>
                </a:moveTo>
                <a:cubicBezTo>
                  <a:pt x="1517836" y="95976"/>
                  <a:pt x="1706827" y="342551"/>
                  <a:pt x="1728908" y="476014"/>
                </a:cubicBezTo>
                <a:cubicBezTo>
                  <a:pt x="1750989" y="609477"/>
                  <a:pt x="1715248" y="684699"/>
                  <a:pt x="1619604" y="800780"/>
                </a:cubicBezTo>
                <a:cubicBezTo>
                  <a:pt x="1523960" y="916861"/>
                  <a:pt x="1196781" y="1099011"/>
                  <a:pt x="1097552" y="1272342"/>
                </a:cubicBezTo>
                <a:cubicBezTo>
                  <a:pt x="998323" y="1445673"/>
                  <a:pt x="982220" y="1651822"/>
                  <a:pt x="966334" y="1817627"/>
                </a:cubicBezTo>
                <a:cubicBezTo>
                  <a:pt x="950448" y="1983432"/>
                  <a:pt x="1028463" y="2132871"/>
                  <a:pt x="1002236" y="2267171"/>
                </a:cubicBezTo>
                <a:cubicBezTo>
                  <a:pt x="976009" y="2401471"/>
                  <a:pt x="923021" y="2570929"/>
                  <a:pt x="808970" y="2623428"/>
                </a:cubicBezTo>
                <a:cubicBezTo>
                  <a:pt x="694919" y="2675927"/>
                  <a:pt x="395394" y="2697164"/>
                  <a:pt x="317932" y="2582168"/>
                </a:cubicBezTo>
                <a:cubicBezTo>
                  <a:pt x="240470" y="2467172"/>
                  <a:pt x="397186" y="2089511"/>
                  <a:pt x="344197" y="1933450"/>
                </a:cubicBezTo>
                <a:cubicBezTo>
                  <a:pt x="291208" y="1777389"/>
                  <a:pt x="154963" y="1685408"/>
                  <a:pt x="0" y="1645803"/>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0" name="Freeform: Shape 39">
            <a:extLst>
              <a:ext uri="{FF2B5EF4-FFF2-40B4-BE49-F238E27FC236}">
                <a16:creationId xmlns:a16="http://schemas.microsoft.com/office/drawing/2014/main" id="{94504309-B875-3D5F-8342-B0F5237F530C}"/>
              </a:ext>
            </a:extLst>
          </p:cNvPr>
          <p:cNvSpPr/>
          <p:nvPr userDrawn="1"/>
        </p:nvSpPr>
        <p:spPr>
          <a:xfrm rot="18161368" flipV="1">
            <a:off x="986200" y="4367026"/>
            <a:ext cx="416336" cy="3169409"/>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441439 w 3119879"/>
              <a:gd name="connsiteY12" fmla="*/ 1462617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785408 w 3119879"/>
              <a:gd name="connsiteY10" fmla="*/ 901346 h 3638345"/>
              <a:gd name="connsiteX11" fmla="*/ 1464104 w 3119879"/>
              <a:gd name="connsiteY11" fmla="*/ 1126145 h 3638345"/>
              <a:gd name="connsiteX12" fmla="*/ 1441439 w 3119879"/>
              <a:gd name="connsiteY12" fmla="*/ 1462617 h 3638345"/>
              <a:gd name="connsiteX13" fmla="*/ 967848 w 3119879"/>
              <a:gd name="connsiteY13" fmla="*/ 1994223 h 3638345"/>
              <a:gd name="connsiteX14" fmla="*/ 505202 w 3119879"/>
              <a:gd name="connsiteY14" fmla="*/ 2488108 h 3638345"/>
              <a:gd name="connsiteX15" fmla="*/ 0 w 3119879"/>
              <a:gd name="connsiteY15"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785408 w 3119879"/>
              <a:gd name="connsiteY10" fmla="*/ 901346 h 3638345"/>
              <a:gd name="connsiteX11" fmla="*/ 1441439 w 3119879"/>
              <a:gd name="connsiteY11" fmla="*/ 1462617 h 3638345"/>
              <a:gd name="connsiteX12" fmla="*/ 967848 w 3119879"/>
              <a:gd name="connsiteY12" fmla="*/ 1994223 h 3638345"/>
              <a:gd name="connsiteX13" fmla="*/ 505202 w 3119879"/>
              <a:gd name="connsiteY13" fmla="*/ 2488108 h 3638345"/>
              <a:gd name="connsiteX14" fmla="*/ 0 w 3119879"/>
              <a:gd name="connsiteY14" fmla="*/ 2773660 h 3638345"/>
              <a:gd name="connsiteX0" fmla="*/ 3071124 w 3119879"/>
              <a:gd name="connsiteY0" fmla="*/ 3645583 h 3645583"/>
              <a:gd name="connsiteX1" fmla="*/ 2870201 w 3119879"/>
              <a:gd name="connsiteY1" fmla="*/ 2586806 h 3645583"/>
              <a:gd name="connsiteX2" fmla="*/ 2629297 w 3119879"/>
              <a:gd name="connsiteY2" fmla="*/ 1944437 h 3645583"/>
              <a:gd name="connsiteX3" fmla="*/ 2585006 w 3119879"/>
              <a:gd name="connsiteY3" fmla="*/ 1616301 h 3645583"/>
              <a:gd name="connsiteX4" fmla="*/ 2665397 w 3119879"/>
              <a:gd name="connsiteY4" fmla="*/ 1191200 h 3645583"/>
              <a:gd name="connsiteX5" fmla="*/ 2816368 w 3119879"/>
              <a:gd name="connsiteY5" fmla="*/ 750859 h 3645583"/>
              <a:gd name="connsiteX6" fmla="*/ 2805319 w 3119879"/>
              <a:gd name="connsiteY6" fmla="*/ 349285 h 3645583"/>
              <a:gd name="connsiteX7" fmla="*/ 2662634 w 3119879"/>
              <a:gd name="connsiteY7" fmla="*/ 62678 h 3645583"/>
              <a:gd name="connsiteX8" fmla="*/ 2447941 w 3119879"/>
              <a:gd name="connsiteY8" fmla="*/ 10100 h 3645583"/>
              <a:gd name="connsiteX9" fmla="*/ 2211339 w 3119879"/>
              <a:gd name="connsiteY9" fmla="*/ 229824 h 3645583"/>
              <a:gd name="connsiteX10" fmla="*/ 1785408 w 3119879"/>
              <a:gd name="connsiteY10" fmla="*/ 908584 h 3645583"/>
              <a:gd name="connsiteX11" fmla="*/ 1441439 w 3119879"/>
              <a:gd name="connsiteY11" fmla="*/ 1469855 h 3645583"/>
              <a:gd name="connsiteX12" fmla="*/ 967848 w 3119879"/>
              <a:gd name="connsiteY12" fmla="*/ 2001461 h 3645583"/>
              <a:gd name="connsiteX13" fmla="*/ 505202 w 3119879"/>
              <a:gd name="connsiteY13" fmla="*/ 2495346 h 3645583"/>
              <a:gd name="connsiteX14" fmla="*/ 0 w 3119879"/>
              <a:gd name="connsiteY14" fmla="*/ 2780898 h 3645583"/>
              <a:gd name="connsiteX0" fmla="*/ 2991138 w 3044269"/>
              <a:gd name="connsiteY0" fmla="*/ 3944934 h 3944934"/>
              <a:gd name="connsiteX1" fmla="*/ 2870201 w 3044269"/>
              <a:gd name="connsiteY1" fmla="*/ 2586806 h 3944934"/>
              <a:gd name="connsiteX2" fmla="*/ 2629297 w 3044269"/>
              <a:gd name="connsiteY2" fmla="*/ 1944437 h 3944934"/>
              <a:gd name="connsiteX3" fmla="*/ 2585006 w 3044269"/>
              <a:gd name="connsiteY3" fmla="*/ 1616301 h 3944934"/>
              <a:gd name="connsiteX4" fmla="*/ 2665397 w 3044269"/>
              <a:gd name="connsiteY4" fmla="*/ 1191200 h 3944934"/>
              <a:gd name="connsiteX5" fmla="*/ 2816368 w 3044269"/>
              <a:gd name="connsiteY5" fmla="*/ 750859 h 3944934"/>
              <a:gd name="connsiteX6" fmla="*/ 2805319 w 3044269"/>
              <a:gd name="connsiteY6" fmla="*/ 349285 h 3944934"/>
              <a:gd name="connsiteX7" fmla="*/ 2662634 w 3044269"/>
              <a:gd name="connsiteY7" fmla="*/ 62678 h 3944934"/>
              <a:gd name="connsiteX8" fmla="*/ 2447941 w 3044269"/>
              <a:gd name="connsiteY8" fmla="*/ 10100 h 3944934"/>
              <a:gd name="connsiteX9" fmla="*/ 2211339 w 3044269"/>
              <a:gd name="connsiteY9" fmla="*/ 229824 h 3944934"/>
              <a:gd name="connsiteX10" fmla="*/ 1785408 w 3044269"/>
              <a:gd name="connsiteY10" fmla="*/ 908584 h 3944934"/>
              <a:gd name="connsiteX11" fmla="*/ 1441439 w 3044269"/>
              <a:gd name="connsiteY11" fmla="*/ 1469855 h 3944934"/>
              <a:gd name="connsiteX12" fmla="*/ 967848 w 3044269"/>
              <a:gd name="connsiteY12" fmla="*/ 2001461 h 3944934"/>
              <a:gd name="connsiteX13" fmla="*/ 505202 w 3044269"/>
              <a:gd name="connsiteY13" fmla="*/ 2495346 h 3944934"/>
              <a:gd name="connsiteX14" fmla="*/ 0 w 3044269"/>
              <a:gd name="connsiteY14" fmla="*/ 2780898 h 3944934"/>
              <a:gd name="connsiteX0" fmla="*/ 2991138 w 3045628"/>
              <a:gd name="connsiteY0" fmla="*/ 3944934 h 3944934"/>
              <a:gd name="connsiteX1" fmla="*/ 2878469 w 3045628"/>
              <a:gd name="connsiteY1" fmla="*/ 2848724 h 3944934"/>
              <a:gd name="connsiteX2" fmla="*/ 2629297 w 3045628"/>
              <a:gd name="connsiteY2" fmla="*/ 1944437 h 3944934"/>
              <a:gd name="connsiteX3" fmla="*/ 2585006 w 3045628"/>
              <a:gd name="connsiteY3" fmla="*/ 1616301 h 3944934"/>
              <a:gd name="connsiteX4" fmla="*/ 2665397 w 3045628"/>
              <a:gd name="connsiteY4" fmla="*/ 1191200 h 3944934"/>
              <a:gd name="connsiteX5" fmla="*/ 2816368 w 3045628"/>
              <a:gd name="connsiteY5" fmla="*/ 750859 h 3944934"/>
              <a:gd name="connsiteX6" fmla="*/ 2805319 w 3045628"/>
              <a:gd name="connsiteY6" fmla="*/ 349285 h 3944934"/>
              <a:gd name="connsiteX7" fmla="*/ 2662634 w 3045628"/>
              <a:gd name="connsiteY7" fmla="*/ 62678 h 3944934"/>
              <a:gd name="connsiteX8" fmla="*/ 2447941 w 3045628"/>
              <a:gd name="connsiteY8" fmla="*/ 10100 h 3944934"/>
              <a:gd name="connsiteX9" fmla="*/ 2211339 w 3045628"/>
              <a:gd name="connsiteY9" fmla="*/ 229824 h 3944934"/>
              <a:gd name="connsiteX10" fmla="*/ 1785408 w 3045628"/>
              <a:gd name="connsiteY10" fmla="*/ 908584 h 3944934"/>
              <a:gd name="connsiteX11" fmla="*/ 1441439 w 3045628"/>
              <a:gd name="connsiteY11" fmla="*/ 1469855 h 3944934"/>
              <a:gd name="connsiteX12" fmla="*/ 967848 w 3045628"/>
              <a:gd name="connsiteY12" fmla="*/ 2001461 h 3944934"/>
              <a:gd name="connsiteX13" fmla="*/ 505202 w 3045628"/>
              <a:gd name="connsiteY13" fmla="*/ 2495346 h 3944934"/>
              <a:gd name="connsiteX14" fmla="*/ 0 w 3045628"/>
              <a:gd name="connsiteY14" fmla="*/ 2780898 h 3944934"/>
              <a:gd name="connsiteX0" fmla="*/ 2991138 w 3044363"/>
              <a:gd name="connsiteY0" fmla="*/ 3944934 h 3944934"/>
              <a:gd name="connsiteX1" fmla="*/ 2878469 w 3044363"/>
              <a:gd name="connsiteY1" fmla="*/ 2848724 h 3944934"/>
              <a:gd name="connsiteX2" fmla="*/ 2680633 w 3044363"/>
              <a:gd name="connsiteY2" fmla="*/ 2138158 h 3944934"/>
              <a:gd name="connsiteX3" fmla="*/ 2585006 w 3044363"/>
              <a:gd name="connsiteY3" fmla="*/ 1616301 h 3944934"/>
              <a:gd name="connsiteX4" fmla="*/ 2665397 w 3044363"/>
              <a:gd name="connsiteY4" fmla="*/ 1191200 h 3944934"/>
              <a:gd name="connsiteX5" fmla="*/ 2816368 w 3044363"/>
              <a:gd name="connsiteY5" fmla="*/ 750859 h 3944934"/>
              <a:gd name="connsiteX6" fmla="*/ 2805319 w 3044363"/>
              <a:gd name="connsiteY6" fmla="*/ 349285 h 3944934"/>
              <a:gd name="connsiteX7" fmla="*/ 2662634 w 3044363"/>
              <a:gd name="connsiteY7" fmla="*/ 62678 h 3944934"/>
              <a:gd name="connsiteX8" fmla="*/ 2447941 w 3044363"/>
              <a:gd name="connsiteY8" fmla="*/ 10100 h 3944934"/>
              <a:gd name="connsiteX9" fmla="*/ 2211339 w 3044363"/>
              <a:gd name="connsiteY9" fmla="*/ 229824 h 3944934"/>
              <a:gd name="connsiteX10" fmla="*/ 1785408 w 3044363"/>
              <a:gd name="connsiteY10" fmla="*/ 908584 h 3944934"/>
              <a:gd name="connsiteX11" fmla="*/ 1441439 w 3044363"/>
              <a:gd name="connsiteY11" fmla="*/ 1469855 h 3944934"/>
              <a:gd name="connsiteX12" fmla="*/ 967848 w 3044363"/>
              <a:gd name="connsiteY12" fmla="*/ 2001461 h 3944934"/>
              <a:gd name="connsiteX13" fmla="*/ 505202 w 3044363"/>
              <a:gd name="connsiteY13" fmla="*/ 2495346 h 3944934"/>
              <a:gd name="connsiteX14" fmla="*/ 0 w 3044363"/>
              <a:gd name="connsiteY14" fmla="*/ 2780898 h 3944934"/>
              <a:gd name="connsiteX0" fmla="*/ 3015218 w 3065327"/>
              <a:gd name="connsiteY0" fmla="*/ 3967578 h 3967578"/>
              <a:gd name="connsiteX1" fmla="*/ 2878469 w 3065327"/>
              <a:gd name="connsiteY1" fmla="*/ 2848724 h 3967578"/>
              <a:gd name="connsiteX2" fmla="*/ 2680633 w 3065327"/>
              <a:gd name="connsiteY2" fmla="*/ 2138158 h 3967578"/>
              <a:gd name="connsiteX3" fmla="*/ 2585006 w 3065327"/>
              <a:gd name="connsiteY3" fmla="*/ 1616301 h 3967578"/>
              <a:gd name="connsiteX4" fmla="*/ 2665397 w 3065327"/>
              <a:gd name="connsiteY4" fmla="*/ 1191200 h 3967578"/>
              <a:gd name="connsiteX5" fmla="*/ 2816368 w 3065327"/>
              <a:gd name="connsiteY5" fmla="*/ 750859 h 3967578"/>
              <a:gd name="connsiteX6" fmla="*/ 2805319 w 3065327"/>
              <a:gd name="connsiteY6" fmla="*/ 349285 h 3967578"/>
              <a:gd name="connsiteX7" fmla="*/ 2662634 w 3065327"/>
              <a:gd name="connsiteY7" fmla="*/ 62678 h 3967578"/>
              <a:gd name="connsiteX8" fmla="*/ 2447941 w 3065327"/>
              <a:gd name="connsiteY8" fmla="*/ 10100 h 3967578"/>
              <a:gd name="connsiteX9" fmla="*/ 2211339 w 3065327"/>
              <a:gd name="connsiteY9" fmla="*/ 229824 h 3967578"/>
              <a:gd name="connsiteX10" fmla="*/ 1785408 w 3065327"/>
              <a:gd name="connsiteY10" fmla="*/ 908584 h 3967578"/>
              <a:gd name="connsiteX11" fmla="*/ 1441439 w 3065327"/>
              <a:gd name="connsiteY11" fmla="*/ 1469855 h 3967578"/>
              <a:gd name="connsiteX12" fmla="*/ 967848 w 3065327"/>
              <a:gd name="connsiteY12" fmla="*/ 2001461 h 3967578"/>
              <a:gd name="connsiteX13" fmla="*/ 505202 w 3065327"/>
              <a:gd name="connsiteY13" fmla="*/ 2495346 h 3967578"/>
              <a:gd name="connsiteX14" fmla="*/ 0 w 3065327"/>
              <a:gd name="connsiteY14" fmla="*/ 2780898 h 3967578"/>
              <a:gd name="connsiteX0" fmla="*/ 3015218 w 3020018"/>
              <a:gd name="connsiteY0" fmla="*/ 3967578 h 3967578"/>
              <a:gd name="connsiteX1" fmla="*/ 2878469 w 3020018"/>
              <a:gd name="connsiteY1" fmla="*/ 2848724 h 3967578"/>
              <a:gd name="connsiteX2" fmla="*/ 2680633 w 3020018"/>
              <a:gd name="connsiteY2" fmla="*/ 2138158 h 3967578"/>
              <a:gd name="connsiteX3" fmla="*/ 2585006 w 3020018"/>
              <a:gd name="connsiteY3" fmla="*/ 1616301 h 3967578"/>
              <a:gd name="connsiteX4" fmla="*/ 2665397 w 3020018"/>
              <a:gd name="connsiteY4" fmla="*/ 1191200 h 3967578"/>
              <a:gd name="connsiteX5" fmla="*/ 2816368 w 3020018"/>
              <a:gd name="connsiteY5" fmla="*/ 750859 h 3967578"/>
              <a:gd name="connsiteX6" fmla="*/ 2805319 w 3020018"/>
              <a:gd name="connsiteY6" fmla="*/ 349285 h 3967578"/>
              <a:gd name="connsiteX7" fmla="*/ 2662634 w 3020018"/>
              <a:gd name="connsiteY7" fmla="*/ 62678 h 3967578"/>
              <a:gd name="connsiteX8" fmla="*/ 2447941 w 3020018"/>
              <a:gd name="connsiteY8" fmla="*/ 10100 h 3967578"/>
              <a:gd name="connsiteX9" fmla="*/ 2211339 w 3020018"/>
              <a:gd name="connsiteY9" fmla="*/ 229824 h 3967578"/>
              <a:gd name="connsiteX10" fmla="*/ 1785408 w 3020018"/>
              <a:gd name="connsiteY10" fmla="*/ 908584 h 3967578"/>
              <a:gd name="connsiteX11" fmla="*/ 1441439 w 3020018"/>
              <a:gd name="connsiteY11" fmla="*/ 1469855 h 3967578"/>
              <a:gd name="connsiteX12" fmla="*/ 967848 w 3020018"/>
              <a:gd name="connsiteY12" fmla="*/ 2001461 h 3967578"/>
              <a:gd name="connsiteX13" fmla="*/ 505202 w 3020018"/>
              <a:gd name="connsiteY13" fmla="*/ 2495346 h 3967578"/>
              <a:gd name="connsiteX14" fmla="*/ 0 w 3020018"/>
              <a:gd name="connsiteY14" fmla="*/ 2780898 h 3967578"/>
              <a:gd name="connsiteX0" fmla="*/ 2510016 w 2514816"/>
              <a:gd name="connsiteY0" fmla="*/ 3967578 h 3967578"/>
              <a:gd name="connsiteX1" fmla="*/ 2373267 w 2514816"/>
              <a:gd name="connsiteY1" fmla="*/ 2848724 h 3967578"/>
              <a:gd name="connsiteX2" fmla="*/ 2175431 w 2514816"/>
              <a:gd name="connsiteY2" fmla="*/ 2138158 h 3967578"/>
              <a:gd name="connsiteX3" fmla="*/ 2079804 w 2514816"/>
              <a:gd name="connsiteY3" fmla="*/ 1616301 h 3967578"/>
              <a:gd name="connsiteX4" fmla="*/ 2160195 w 2514816"/>
              <a:gd name="connsiteY4" fmla="*/ 1191200 h 3967578"/>
              <a:gd name="connsiteX5" fmla="*/ 2311166 w 2514816"/>
              <a:gd name="connsiteY5" fmla="*/ 750859 h 3967578"/>
              <a:gd name="connsiteX6" fmla="*/ 2300117 w 2514816"/>
              <a:gd name="connsiteY6" fmla="*/ 349285 h 3967578"/>
              <a:gd name="connsiteX7" fmla="*/ 2157432 w 2514816"/>
              <a:gd name="connsiteY7" fmla="*/ 62678 h 3967578"/>
              <a:gd name="connsiteX8" fmla="*/ 1942739 w 2514816"/>
              <a:gd name="connsiteY8" fmla="*/ 10100 h 3967578"/>
              <a:gd name="connsiteX9" fmla="*/ 1706137 w 2514816"/>
              <a:gd name="connsiteY9" fmla="*/ 229824 h 3967578"/>
              <a:gd name="connsiteX10" fmla="*/ 1280206 w 2514816"/>
              <a:gd name="connsiteY10" fmla="*/ 908584 h 3967578"/>
              <a:gd name="connsiteX11" fmla="*/ 936237 w 2514816"/>
              <a:gd name="connsiteY11" fmla="*/ 1469855 h 3967578"/>
              <a:gd name="connsiteX12" fmla="*/ 462646 w 2514816"/>
              <a:gd name="connsiteY12" fmla="*/ 2001461 h 3967578"/>
              <a:gd name="connsiteX13" fmla="*/ 0 w 2514816"/>
              <a:gd name="connsiteY13" fmla="*/ 2495346 h 3967578"/>
              <a:gd name="connsiteX0" fmla="*/ 2464586 w 2469386"/>
              <a:gd name="connsiteY0" fmla="*/ 3967578 h 3967578"/>
              <a:gd name="connsiteX1" fmla="*/ 2327837 w 2469386"/>
              <a:gd name="connsiteY1" fmla="*/ 2848724 h 3967578"/>
              <a:gd name="connsiteX2" fmla="*/ 2130001 w 2469386"/>
              <a:gd name="connsiteY2" fmla="*/ 2138158 h 3967578"/>
              <a:gd name="connsiteX3" fmla="*/ 2034374 w 2469386"/>
              <a:gd name="connsiteY3" fmla="*/ 1616301 h 3967578"/>
              <a:gd name="connsiteX4" fmla="*/ 2114765 w 2469386"/>
              <a:gd name="connsiteY4" fmla="*/ 1191200 h 3967578"/>
              <a:gd name="connsiteX5" fmla="*/ 2265736 w 2469386"/>
              <a:gd name="connsiteY5" fmla="*/ 750859 h 3967578"/>
              <a:gd name="connsiteX6" fmla="*/ 2254687 w 2469386"/>
              <a:gd name="connsiteY6" fmla="*/ 349285 h 3967578"/>
              <a:gd name="connsiteX7" fmla="*/ 2112002 w 2469386"/>
              <a:gd name="connsiteY7" fmla="*/ 62678 h 3967578"/>
              <a:gd name="connsiteX8" fmla="*/ 1897309 w 2469386"/>
              <a:gd name="connsiteY8" fmla="*/ 10100 h 3967578"/>
              <a:gd name="connsiteX9" fmla="*/ 1660707 w 2469386"/>
              <a:gd name="connsiteY9" fmla="*/ 229824 h 3967578"/>
              <a:gd name="connsiteX10" fmla="*/ 1234776 w 2469386"/>
              <a:gd name="connsiteY10" fmla="*/ 908584 h 3967578"/>
              <a:gd name="connsiteX11" fmla="*/ 890807 w 2469386"/>
              <a:gd name="connsiteY11" fmla="*/ 1469855 h 3967578"/>
              <a:gd name="connsiteX12" fmla="*/ 417216 w 2469386"/>
              <a:gd name="connsiteY12" fmla="*/ 2001461 h 3967578"/>
              <a:gd name="connsiteX13" fmla="*/ 0 w 2469386"/>
              <a:gd name="connsiteY13" fmla="*/ 3014946 h 3967578"/>
              <a:gd name="connsiteX0" fmla="*/ 2464586 w 2469386"/>
              <a:gd name="connsiteY0" fmla="*/ 3967578 h 3967578"/>
              <a:gd name="connsiteX1" fmla="*/ 2327837 w 2469386"/>
              <a:gd name="connsiteY1" fmla="*/ 2848724 h 3967578"/>
              <a:gd name="connsiteX2" fmla="*/ 2130001 w 2469386"/>
              <a:gd name="connsiteY2" fmla="*/ 2138158 h 3967578"/>
              <a:gd name="connsiteX3" fmla="*/ 2034374 w 2469386"/>
              <a:gd name="connsiteY3" fmla="*/ 1616301 h 3967578"/>
              <a:gd name="connsiteX4" fmla="*/ 2114765 w 2469386"/>
              <a:gd name="connsiteY4" fmla="*/ 1191200 h 3967578"/>
              <a:gd name="connsiteX5" fmla="*/ 2265736 w 2469386"/>
              <a:gd name="connsiteY5" fmla="*/ 750859 h 3967578"/>
              <a:gd name="connsiteX6" fmla="*/ 2254687 w 2469386"/>
              <a:gd name="connsiteY6" fmla="*/ 349285 h 3967578"/>
              <a:gd name="connsiteX7" fmla="*/ 2112002 w 2469386"/>
              <a:gd name="connsiteY7" fmla="*/ 62678 h 3967578"/>
              <a:gd name="connsiteX8" fmla="*/ 1897309 w 2469386"/>
              <a:gd name="connsiteY8" fmla="*/ 10100 h 3967578"/>
              <a:gd name="connsiteX9" fmla="*/ 1660707 w 2469386"/>
              <a:gd name="connsiteY9" fmla="*/ 229824 h 3967578"/>
              <a:gd name="connsiteX10" fmla="*/ 1234776 w 2469386"/>
              <a:gd name="connsiteY10" fmla="*/ 908584 h 3967578"/>
              <a:gd name="connsiteX11" fmla="*/ 890807 w 2469386"/>
              <a:gd name="connsiteY11" fmla="*/ 1469855 h 3967578"/>
              <a:gd name="connsiteX12" fmla="*/ 417216 w 2469386"/>
              <a:gd name="connsiteY12" fmla="*/ 2001461 h 3967578"/>
              <a:gd name="connsiteX13" fmla="*/ 0 w 2469386"/>
              <a:gd name="connsiteY13" fmla="*/ 3014946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322368 w 2374538"/>
              <a:gd name="connsiteY12" fmla="*/ 2001461 h 3967578"/>
              <a:gd name="connsiteX13" fmla="*/ 0 w 2374538"/>
              <a:gd name="connsiteY13" fmla="*/ 3065164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410339 w 2374538"/>
              <a:gd name="connsiteY12" fmla="*/ 2034045 h 3967578"/>
              <a:gd name="connsiteX13" fmla="*/ 0 w 2374538"/>
              <a:gd name="connsiteY13" fmla="*/ 3065164 h 3967578"/>
              <a:gd name="connsiteX0" fmla="*/ 2369738 w 2374538"/>
              <a:gd name="connsiteY0" fmla="*/ 3967578 h 3967578"/>
              <a:gd name="connsiteX1" fmla="*/ 2232989 w 2374538"/>
              <a:gd name="connsiteY1" fmla="*/ 2848724 h 3967578"/>
              <a:gd name="connsiteX2" fmla="*/ 2035153 w 2374538"/>
              <a:gd name="connsiteY2" fmla="*/ 2138158 h 3967578"/>
              <a:gd name="connsiteX3" fmla="*/ 1939526 w 2374538"/>
              <a:gd name="connsiteY3" fmla="*/ 1616301 h 3967578"/>
              <a:gd name="connsiteX4" fmla="*/ 2019917 w 2374538"/>
              <a:gd name="connsiteY4" fmla="*/ 1191200 h 3967578"/>
              <a:gd name="connsiteX5" fmla="*/ 2170888 w 2374538"/>
              <a:gd name="connsiteY5" fmla="*/ 750859 h 3967578"/>
              <a:gd name="connsiteX6" fmla="*/ 2159839 w 2374538"/>
              <a:gd name="connsiteY6" fmla="*/ 349285 h 3967578"/>
              <a:gd name="connsiteX7" fmla="*/ 2017154 w 2374538"/>
              <a:gd name="connsiteY7" fmla="*/ 62678 h 3967578"/>
              <a:gd name="connsiteX8" fmla="*/ 1802461 w 2374538"/>
              <a:gd name="connsiteY8" fmla="*/ 10100 h 3967578"/>
              <a:gd name="connsiteX9" fmla="*/ 1565859 w 2374538"/>
              <a:gd name="connsiteY9" fmla="*/ 229824 h 3967578"/>
              <a:gd name="connsiteX10" fmla="*/ 1139928 w 2374538"/>
              <a:gd name="connsiteY10" fmla="*/ 908584 h 3967578"/>
              <a:gd name="connsiteX11" fmla="*/ 795959 w 2374538"/>
              <a:gd name="connsiteY11" fmla="*/ 1469855 h 3967578"/>
              <a:gd name="connsiteX12" fmla="*/ 410339 w 2374538"/>
              <a:gd name="connsiteY12" fmla="*/ 2034045 h 3967578"/>
              <a:gd name="connsiteX13" fmla="*/ 0 w 2374538"/>
              <a:gd name="connsiteY13" fmla="*/ 3065164 h 3967578"/>
              <a:gd name="connsiteX0" fmla="*/ 2148636 w 2236034"/>
              <a:gd name="connsiteY0" fmla="*/ 3890351 h 3890351"/>
              <a:gd name="connsiteX1" fmla="*/ 2232989 w 2236034"/>
              <a:gd name="connsiteY1" fmla="*/ 2848724 h 3890351"/>
              <a:gd name="connsiteX2" fmla="*/ 2035153 w 2236034"/>
              <a:gd name="connsiteY2" fmla="*/ 2138158 h 3890351"/>
              <a:gd name="connsiteX3" fmla="*/ 1939526 w 2236034"/>
              <a:gd name="connsiteY3" fmla="*/ 1616301 h 3890351"/>
              <a:gd name="connsiteX4" fmla="*/ 2019917 w 2236034"/>
              <a:gd name="connsiteY4" fmla="*/ 1191200 h 3890351"/>
              <a:gd name="connsiteX5" fmla="*/ 2170888 w 2236034"/>
              <a:gd name="connsiteY5" fmla="*/ 750859 h 3890351"/>
              <a:gd name="connsiteX6" fmla="*/ 2159839 w 2236034"/>
              <a:gd name="connsiteY6" fmla="*/ 349285 h 3890351"/>
              <a:gd name="connsiteX7" fmla="*/ 2017154 w 2236034"/>
              <a:gd name="connsiteY7" fmla="*/ 62678 h 3890351"/>
              <a:gd name="connsiteX8" fmla="*/ 1802461 w 2236034"/>
              <a:gd name="connsiteY8" fmla="*/ 10100 h 3890351"/>
              <a:gd name="connsiteX9" fmla="*/ 1565859 w 2236034"/>
              <a:gd name="connsiteY9" fmla="*/ 229824 h 3890351"/>
              <a:gd name="connsiteX10" fmla="*/ 1139928 w 2236034"/>
              <a:gd name="connsiteY10" fmla="*/ 908584 h 3890351"/>
              <a:gd name="connsiteX11" fmla="*/ 795959 w 2236034"/>
              <a:gd name="connsiteY11" fmla="*/ 1469855 h 3890351"/>
              <a:gd name="connsiteX12" fmla="*/ 410339 w 2236034"/>
              <a:gd name="connsiteY12" fmla="*/ 2034045 h 3890351"/>
              <a:gd name="connsiteX13" fmla="*/ 0 w 2236034"/>
              <a:gd name="connsiteY13" fmla="*/ 3065164 h 3890351"/>
              <a:gd name="connsiteX0" fmla="*/ 2148636 w 2294981"/>
              <a:gd name="connsiteY0" fmla="*/ 3890351 h 3890351"/>
              <a:gd name="connsiteX1" fmla="*/ 2232989 w 2294981"/>
              <a:gd name="connsiteY1" fmla="*/ 2848724 h 3890351"/>
              <a:gd name="connsiteX2" fmla="*/ 2035153 w 2294981"/>
              <a:gd name="connsiteY2" fmla="*/ 2138158 h 3890351"/>
              <a:gd name="connsiteX3" fmla="*/ 1939526 w 2294981"/>
              <a:gd name="connsiteY3" fmla="*/ 1616301 h 3890351"/>
              <a:gd name="connsiteX4" fmla="*/ 2019917 w 2294981"/>
              <a:gd name="connsiteY4" fmla="*/ 1191200 h 3890351"/>
              <a:gd name="connsiteX5" fmla="*/ 2170888 w 2294981"/>
              <a:gd name="connsiteY5" fmla="*/ 750859 h 3890351"/>
              <a:gd name="connsiteX6" fmla="*/ 2159839 w 2294981"/>
              <a:gd name="connsiteY6" fmla="*/ 349285 h 3890351"/>
              <a:gd name="connsiteX7" fmla="*/ 2017154 w 2294981"/>
              <a:gd name="connsiteY7" fmla="*/ 62678 h 3890351"/>
              <a:gd name="connsiteX8" fmla="*/ 1802461 w 2294981"/>
              <a:gd name="connsiteY8" fmla="*/ 10100 h 3890351"/>
              <a:gd name="connsiteX9" fmla="*/ 1565859 w 2294981"/>
              <a:gd name="connsiteY9" fmla="*/ 229824 h 3890351"/>
              <a:gd name="connsiteX10" fmla="*/ 1139928 w 2294981"/>
              <a:gd name="connsiteY10" fmla="*/ 908584 h 3890351"/>
              <a:gd name="connsiteX11" fmla="*/ 795959 w 2294981"/>
              <a:gd name="connsiteY11" fmla="*/ 1469855 h 3890351"/>
              <a:gd name="connsiteX12" fmla="*/ 410339 w 2294981"/>
              <a:gd name="connsiteY12" fmla="*/ 2034045 h 3890351"/>
              <a:gd name="connsiteX13" fmla="*/ 0 w 2294981"/>
              <a:gd name="connsiteY13" fmla="*/ 3065164 h 3890351"/>
              <a:gd name="connsiteX0" fmla="*/ 2148636 w 2287390"/>
              <a:gd name="connsiteY0" fmla="*/ 3890351 h 3890351"/>
              <a:gd name="connsiteX1" fmla="*/ 2232989 w 2287390"/>
              <a:gd name="connsiteY1" fmla="*/ 2848724 h 3890351"/>
              <a:gd name="connsiteX2" fmla="*/ 2177603 w 2287390"/>
              <a:gd name="connsiteY2" fmla="*/ 2196847 h 3890351"/>
              <a:gd name="connsiteX3" fmla="*/ 1939526 w 2287390"/>
              <a:gd name="connsiteY3" fmla="*/ 1616301 h 3890351"/>
              <a:gd name="connsiteX4" fmla="*/ 2019917 w 2287390"/>
              <a:gd name="connsiteY4" fmla="*/ 1191200 h 3890351"/>
              <a:gd name="connsiteX5" fmla="*/ 2170888 w 2287390"/>
              <a:gd name="connsiteY5" fmla="*/ 750859 h 3890351"/>
              <a:gd name="connsiteX6" fmla="*/ 2159839 w 2287390"/>
              <a:gd name="connsiteY6" fmla="*/ 349285 h 3890351"/>
              <a:gd name="connsiteX7" fmla="*/ 2017154 w 2287390"/>
              <a:gd name="connsiteY7" fmla="*/ 62678 h 3890351"/>
              <a:gd name="connsiteX8" fmla="*/ 1802461 w 2287390"/>
              <a:gd name="connsiteY8" fmla="*/ 10100 h 3890351"/>
              <a:gd name="connsiteX9" fmla="*/ 1565859 w 2287390"/>
              <a:gd name="connsiteY9" fmla="*/ 229824 h 3890351"/>
              <a:gd name="connsiteX10" fmla="*/ 1139928 w 2287390"/>
              <a:gd name="connsiteY10" fmla="*/ 908584 h 3890351"/>
              <a:gd name="connsiteX11" fmla="*/ 795959 w 2287390"/>
              <a:gd name="connsiteY11" fmla="*/ 1469855 h 3890351"/>
              <a:gd name="connsiteX12" fmla="*/ 410339 w 2287390"/>
              <a:gd name="connsiteY12" fmla="*/ 2034045 h 3890351"/>
              <a:gd name="connsiteX13" fmla="*/ 0 w 2287390"/>
              <a:gd name="connsiteY13" fmla="*/ 3065164 h 3890351"/>
              <a:gd name="connsiteX0" fmla="*/ 2148636 w 2287390"/>
              <a:gd name="connsiteY0" fmla="*/ 3890351 h 3890351"/>
              <a:gd name="connsiteX1" fmla="*/ 2232989 w 2287390"/>
              <a:gd name="connsiteY1" fmla="*/ 2848724 h 3890351"/>
              <a:gd name="connsiteX2" fmla="*/ 2177603 w 2287390"/>
              <a:gd name="connsiteY2" fmla="*/ 2196847 h 3890351"/>
              <a:gd name="connsiteX3" fmla="*/ 1939526 w 2287390"/>
              <a:gd name="connsiteY3" fmla="*/ 1616301 h 3890351"/>
              <a:gd name="connsiteX4" fmla="*/ 2099578 w 2287390"/>
              <a:gd name="connsiteY4" fmla="*/ 1225742 h 3890351"/>
              <a:gd name="connsiteX5" fmla="*/ 2170888 w 2287390"/>
              <a:gd name="connsiteY5" fmla="*/ 750859 h 3890351"/>
              <a:gd name="connsiteX6" fmla="*/ 2159839 w 2287390"/>
              <a:gd name="connsiteY6" fmla="*/ 349285 h 3890351"/>
              <a:gd name="connsiteX7" fmla="*/ 2017154 w 2287390"/>
              <a:gd name="connsiteY7" fmla="*/ 62678 h 3890351"/>
              <a:gd name="connsiteX8" fmla="*/ 1802461 w 2287390"/>
              <a:gd name="connsiteY8" fmla="*/ 10100 h 3890351"/>
              <a:gd name="connsiteX9" fmla="*/ 1565859 w 2287390"/>
              <a:gd name="connsiteY9" fmla="*/ 229824 h 3890351"/>
              <a:gd name="connsiteX10" fmla="*/ 1139928 w 2287390"/>
              <a:gd name="connsiteY10" fmla="*/ 908584 h 3890351"/>
              <a:gd name="connsiteX11" fmla="*/ 795959 w 2287390"/>
              <a:gd name="connsiteY11" fmla="*/ 1469855 h 3890351"/>
              <a:gd name="connsiteX12" fmla="*/ 410339 w 2287390"/>
              <a:gd name="connsiteY12" fmla="*/ 2034045 h 3890351"/>
              <a:gd name="connsiteX13" fmla="*/ 0 w 2287390"/>
              <a:gd name="connsiteY13" fmla="*/ 3065164 h 3890351"/>
              <a:gd name="connsiteX0" fmla="*/ 2148636 w 2287390"/>
              <a:gd name="connsiteY0" fmla="*/ 3841017 h 3841017"/>
              <a:gd name="connsiteX1" fmla="*/ 2232989 w 2287390"/>
              <a:gd name="connsiteY1" fmla="*/ 2799390 h 3841017"/>
              <a:gd name="connsiteX2" fmla="*/ 2177603 w 2287390"/>
              <a:gd name="connsiteY2" fmla="*/ 2147513 h 3841017"/>
              <a:gd name="connsiteX3" fmla="*/ 1939526 w 2287390"/>
              <a:gd name="connsiteY3" fmla="*/ 1566967 h 3841017"/>
              <a:gd name="connsiteX4" fmla="*/ 2099578 w 2287390"/>
              <a:gd name="connsiteY4" fmla="*/ 1176408 h 3841017"/>
              <a:gd name="connsiteX5" fmla="*/ 2170888 w 2287390"/>
              <a:gd name="connsiteY5" fmla="*/ 701525 h 3841017"/>
              <a:gd name="connsiteX6" fmla="*/ 2159839 w 2287390"/>
              <a:gd name="connsiteY6" fmla="*/ 299951 h 3841017"/>
              <a:gd name="connsiteX7" fmla="*/ 2017154 w 2287390"/>
              <a:gd name="connsiteY7" fmla="*/ 13344 h 3841017"/>
              <a:gd name="connsiteX8" fmla="*/ 1727677 w 2287390"/>
              <a:gd name="connsiteY8" fmla="*/ 60816 h 3841017"/>
              <a:gd name="connsiteX9" fmla="*/ 1565859 w 2287390"/>
              <a:gd name="connsiteY9" fmla="*/ 180490 h 3841017"/>
              <a:gd name="connsiteX10" fmla="*/ 1139928 w 2287390"/>
              <a:gd name="connsiteY10" fmla="*/ 859250 h 3841017"/>
              <a:gd name="connsiteX11" fmla="*/ 795959 w 2287390"/>
              <a:gd name="connsiteY11" fmla="*/ 1420521 h 3841017"/>
              <a:gd name="connsiteX12" fmla="*/ 410339 w 2287390"/>
              <a:gd name="connsiteY12" fmla="*/ 1984711 h 3841017"/>
              <a:gd name="connsiteX13" fmla="*/ 0 w 2287390"/>
              <a:gd name="connsiteY13" fmla="*/ 3015830 h 3841017"/>
              <a:gd name="connsiteX0" fmla="*/ 2148636 w 2287390"/>
              <a:gd name="connsiteY0" fmla="*/ 3784290 h 3784290"/>
              <a:gd name="connsiteX1" fmla="*/ 2232989 w 2287390"/>
              <a:gd name="connsiteY1" fmla="*/ 2742663 h 3784290"/>
              <a:gd name="connsiteX2" fmla="*/ 2177603 w 2287390"/>
              <a:gd name="connsiteY2" fmla="*/ 2090786 h 3784290"/>
              <a:gd name="connsiteX3" fmla="*/ 1939526 w 2287390"/>
              <a:gd name="connsiteY3" fmla="*/ 1510240 h 3784290"/>
              <a:gd name="connsiteX4" fmla="*/ 2099578 w 2287390"/>
              <a:gd name="connsiteY4" fmla="*/ 1119681 h 3784290"/>
              <a:gd name="connsiteX5" fmla="*/ 2170888 w 2287390"/>
              <a:gd name="connsiteY5" fmla="*/ 644798 h 3784290"/>
              <a:gd name="connsiteX6" fmla="*/ 2159839 w 2287390"/>
              <a:gd name="connsiteY6" fmla="*/ 243224 h 3784290"/>
              <a:gd name="connsiteX7" fmla="*/ 1981486 w 2287390"/>
              <a:gd name="connsiteY7" fmla="*/ 48289 h 3784290"/>
              <a:gd name="connsiteX8" fmla="*/ 1727677 w 2287390"/>
              <a:gd name="connsiteY8" fmla="*/ 4089 h 3784290"/>
              <a:gd name="connsiteX9" fmla="*/ 1565859 w 2287390"/>
              <a:gd name="connsiteY9" fmla="*/ 123763 h 3784290"/>
              <a:gd name="connsiteX10" fmla="*/ 1139928 w 2287390"/>
              <a:gd name="connsiteY10" fmla="*/ 802523 h 3784290"/>
              <a:gd name="connsiteX11" fmla="*/ 795959 w 2287390"/>
              <a:gd name="connsiteY11" fmla="*/ 1363794 h 3784290"/>
              <a:gd name="connsiteX12" fmla="*/ 410339 w 2287390"/>
              <a:gd name="connsiteY12" fmla="*/ 1927984 h 3784290"/>
              <a:gd name="connsiteX13" fmla="*/ 0 w 2287390"/>
              <a:gd name="connsiteY13" fmla="*/ 2959103 h 3784290"/>
              <a:gd name="connsiteX0" fmla="*/ 2148636 w 2287390"/>
              <a:gd name="connsiteY0" fmla="*/ 3754273 h 3754273"/>
              <a:gd name="connsiteX1" fmla="*/ 2232989 w 2287390"/>
              <a:gd name="connsiteY1" fmla="*/ 2712646 h 3754273"/>
              <a:gd name="connsiteX2" fmla="*/ 2177603 w 2287390"/>
              <a:gd name="connsiteY2" fmla="*/ 2060769 h 3754273"/>
              <a:gd name="connsiteX3" fmla="*/ 1939526 w 2287390"/>
              <a:gd name="connsiteY3" fmla="*/ 1480223 h 3754273"/>
              <a:gd name="connsiteX4" fmla="*/ 2099578 w 2287390"/>
              <a:gd name="connsiteY4" fmla="*/ 1089664 h 3754273"/>
              <a:gd name="connsiteX5" fmla="*/ 2170888 w 2287390"/>
              <a:gd name="connsiteY5" fmla="*/ 614781 h 3754273"/>
              <a:gd name="connsiteX6" fmla="*/ 2159839 w 2287390"/>
              <a:gd name="connsiteY6" fmla="*/ 213207 h 3754273"/>
              <a:gd name="connsiteX7" fmla="*/ 1981486 w 2287390"/>
              <a:gd name="connsiteY7" fmla="*/ 18272 h 3754273"/>
              <a:gd name="connsiteX8" fmla="*/ 1565859 w 2287390"/>
              <a:gd name="connsiteY8" fmla="*/ 93746 h 3754273"/>
              <a:gd name="connsiteX9" fmla="*/ 1139928 w 2287390"/>
              <a:gd name="connsiteY9" fmla="*/ 772506 h 3754273"/>
              <a:gd name="connsiteX10" fmla="*/ 795959 w 2287390"/>
              <a:gd name="connsiteY10" fmla="*/ 1333777 h 3754273"/>
              <a:gd name="connsiteX11" fmla="*/ 410339 w 2287390"/>
              <a:gd name="connsiteY11" fmla="*/ 1897967 h 3754273"/>
              <a:gd name="connsiteX12" fmla="*/ 0 w 2287390"/>
              <a:gd name="connsiteY12" fmla="*/ 2929086 h 3754273"/>
              <a:gd name="connsiteX0" fmla="*/ 2232989 w 2234009"/>
              <a:gd name="connsiteY0" fmla="*/ 2712646 h 2929086"/>
              <a:gd name="connsiteX1" fmla="*/ 2177603 w 2234009"/>
              <a:gd name="connsiteY1" fmla="*/ 2060769 h 2929086"/>
              <a:gd name="connsiteX2" fmla="*/ 1939526 w 2234009"/>
              <a:gd name="connsiteY2" fmla="*/ 1480223 h 2929086"/>
              <a:gd name="connsiteX3" fmla="*/ 2099578 w 2234009"/>
              <a:gd name="connsiteY3" fmla="*/ 1089664 h 2929086"/>
              <a:gd name="connsiteX4" fmla="*/ 2170888 w 2234009"/>
              <a:gd name="connsiteY4" fmla="*/ 614781 h 2929086"/>
              <a:gd name="connsiteX5" fmla="*/ 2159839 w 2234009"/>
              <a:gd name="connsiteY5" fmla="*/ 213207 h 2929086"/>
              <a:gd name="connsiteX6" fmla="*/ 1981486 w 2234009"/>
              <a:gd name="connsiteY6" fmla="*/ 18272 h 2929086"/>
              <a:gd name="connsiteX7" fmla="*/ 1565859 w 2234009"/>
              <a:gd name="connsiteY7" fmla="*/ 93746 h 2929086"/>
              <a:gd name="connsiteX8" fmla="*/ 1139928 w 2234009"/>
              <a:gd name="connsiteY8" fmla="*/ 772506 h 2929086"/>
              <a:gd name="connsiteX9" fmla="*/ 795959 w 2234009"/>
              <a:gd name="connsiteY9" fmla="*/ 1333777 h 2929086"/>
              <a:gd name="connsiteX10" fmla="*/ 410339 w 2234009"/>
              <a:gd name="connsiteY10" fmla="*/ 1897967 h 2929086"/>
              <a:gd name="connsiteX11" fmla="*/ 0 w 2234009"/>
              <a:gd name="connsiteY11" fmla="*/ 2929086 h 2929086"/>
              <a:gd name="connsiteX0" fmla="*/ 2290938 w 2291212"/>
              <a:gd name="connsiteY0" fmla="*/ 2496661 h 2929086"/>
              <a:gd name="connsiteX1" fmla="*/ 2177603 w 2291212"/>
              <a:gd name="connsiteY1" fmla="*/ 2060769 h 2929086"/>
              <a:gd name="connsiteX2" fmla="*/ 1939526 w 2291212"/>
              <a:gd name="connsiteY2" fmla="*/ 1480223 h 2929086"/>
              <a:gd name="connsiteX3" fmla="*/ 2099578 w 2291212"/>
              <a:gd name="connsiteY3" fmla="*/ 1089664 h 2929086"/>
              <a:gd name="connsiteX4" fmla="*/ 2170888 w 2291212"/>
              <a:gd name="connsiteY4" fmla="*/ 614781 h 2929086"/>
              <a:gd name="connsiteX5" fmla="*/ 2159839 w 2291212"/>
              <a:gd name="connsiteY5" fmla="*/ 213207 h 2929086"/>
              <a:gd name="connsiteX6" fmla="*/ 1981486 w 2291212"/>
              <a:gd name="connsiteY6" fmla="*/ 18272 h 2929086"/>
              <a:gd name="connsiteX7" fmla="*/ 1565859 w 2291212"/>
              <a:gd name="connsiteY7" fmla="*/ 93746 h 2929086"/>
              <a:gd name="connsiteX8" fmla="*/ 1139928 w 2291212"/>
              <a:gd name="connsiteY8" fmla="*/ 772506 h 2929086"/>
              <a:gd name="connsiteX9" fmla="*/ 795959 w 2291212"/>
              <a:gd name="connsiteY9" fmla="*/ 1333777 h 2929086"/>
              <a:gd name="connsiteX10" fmla="*/ 410339 w 2291212"/>
              <a:gd name="connsiteY10" fmla="*/ 1897967 h 2929086"/>
              <a:gd name="connsiteX11" fmla="*/ 0 w 2291212"/>
              <a:gd name="connsiteY11" fmla="*/ 2929086 h 2929086"/>
              <a:gd name="connsiteX0" fmla="*/ 1880599 w 1880873"/>
              <a:gd name="connsiteY0" fmla="*/ 2496661 h 2496661"/>
              <a:gd name="connsiteX1" fmla="*/ 1767264 w 1880873"/>
              <a:gd name="connsiteY1" fmla="*/ 2060769 h 2496661"/>
              <a:gd name="connsiteX2" fmla="*/ 1529187 w 1880873"/>
              <a:gd name="connsiteY2" fmla="*/ 1480223 h 2496661"/>
              <a:gd name="connsiteX3" fmla="*/ 1689239 w 1880873"/>
              <a:gd name="connsiteY3" fmla="*/ 1089664 h 2496661"/>
              <a:gd name="connsiteX4" fmla="*/ 1760549 w 1880873"/>
              <a:gd name="connsiteY4" fmla="*/ 614781 h 2496661"/>
              <a:gd name="connsiteX5" fmla="*/ 1749500 w 1880873"/>
              <a:gd name="connsiteY5" fmla="*/ 213207 h 2496661"/>
              <a:gd name="connsiteX6" fmla="*/ 1571147 w 1880873"/>
              <a:gd name="connsiteY6" fmla="*/ 18272 h 2496661"/>
              <a:gd name="connsiteX7" fmla="*/ 1155520 w 1880873"/>
              <a:gd name="connsiteY7" fmla="*/ 93746 h 2496661"/>
              <a:gd name="connsiteX8" fmla="*/ 729589 w 1880873"/>
              <a:gd name="connsiteY8" fmla="*/ 772506 h 2496661"/>
              <a:gd name="connsiteX9" fmla="*/ 385620 w 1880873"/>
              <a:gd name="connsiteY9" fmla="*/ 1333777 h 2496661"/>
              <a:gd name="connsiteX10" fmla="*/ 0 w 1880873"/>
              <a:gd name="connsiteY10" fmla="*/ 1897967 h 2496661"/>
              <a:gd name="connsiteX0" fmla="*/ 1494979 w 1495253"/>
              <a:gd name="connsiteY0" fmla="*/ 2496661 h 2496661"/>
              <a:gd name="connsiteX1" fmla="*/ 1381644 w 1495253"/>
              <a:gd name="connsiteY1" fmla="*/ 2060769 h 2496661"/>
              <a:gd name="connsiteX2" fmla="*/ 1143567 w 1495253"/>
              <a:gd name="connsiteY2" fmla="*/ 1480223 h 2496661"/>
              <a:gd name="connsiteX3" fmla="*/ 1303619 w 1495253"/>
              <a:gd name="connsiteY3" fmla="*/ 1089664 h 2496661"/>
              <a:gd name="connsiteX4" fmla="*/ 1374929 w 1495253"/>
              <a:gd name="connsiteY4" fmla="*/ 614781 h 2496661"/>
              <a:gd name="connsiteX5" fmla="*/ 1363880 w 1495253"/>
              <a:gd name="connsiteY5" fmla="*/ 213207 h 2496661"/>
              <a:gd name="connsiteX6" fmla="*/ 1185527 w 1495253"/>
              <a:gd name="connsiteY6" fmla="*/ 18272 h 2496661"/>
              <a:gd name="connsiteX7" fmla="*/ 769900 w 1495253"/>
              <a:gd name="connsiteY7" fmla="*/ 93746 h 2496661"/>
              <a:gd name="connsiteX8" fmla="*/ 343969 w 1495253"/>
              <a:gd name="connsiteY8" fmla="*/ 772506 h 2496661"/>
              <a:gd name="connsiteX9" fmla="*/ 0 w 1495253"/>
              <a:gd name="connsiteY9" fmla="*/ 1333777 h 2496661"/>
              <a:gd name="connsiteX0" fmla="*/ 1151010 w 1151284"/>
              <a:gd name="connsiteY0" fmla="*/ 2496661 h 2496661"/>
              <a:gd name="connsiteX1" fmla="*/ 1037675 w 1151284"/>
              <a:gd name="connsiteY1" fmla="*/ 2060769 h 2496661"/>
              <a:gd name="connsiteX2" fmla="*/ 799598 w 1151284"/>
              <a:gd name="connsiteY2" fmla="*/ 1480223 h 2496661"/>
              <a:gd name="connsiteX3" fmla="*/ 959650 w 1151284"/>
              <a:gd name="connsiteY3" fmla="*/ 1089664 h 2496661"/>
              <a:gd name="connsiteX4" fmla="*/ 1030960 w 1151284"/>
              <a:gd name="connsiteY4" fmla="*/ 614781 h 2496661"/>
              <a:gd name="connsiteX5" fmla="*/ 1019911 w 1151284"/>
              <a:gd name="connsiteY5" fmla="*/ 213207 h 2496661"/>
              <a:gd name="connsiteX6" fmla="*/ 841558 w 1151284"/>
              <a:gd name="connsiteY6" fmla="*/ 18272 h 2496661"/>
              <a:gd name="connsiteX7" fmla="*/ 425931 w 1151284"/>
              <a:gd name="connsiteY7" fmla="*/ 93746 h 2496661"/>
              <a:gd name="connsiteX8" fmla="*/ 0 w 1151284"/>
              <a:gd name="connsiteY8" fmla="*/ 772506 h 2496661"/>
              <a:gd name="connsiteX0" fmla="*/ 725079 w 725353"/>
              <a:gd name="connsiteY0" fmla="*/ 2496661 h 2496661"/>
              <a:gd name="connsiteX1" fmla="*/ 611744 w 725353"/>
              <a:gd name="connsiteY1" fmla="*/ 2060769 h 2496661"/>
              <a:gd name="connsiteX2" fmla="*/ 373667 w 725353"/>
              <a:gd name="connsiteY2" fmla="*/ 1480223 h 2496661"/>
              <a:gd name="connsiteX3" fmla="*/ 533719 w 725353"/>
              <a:gd name="connsiteY3" fmla="*/ 1089664 h 2496661"/>
              <a:gd name="connsiteX4" fmla="*/ 605029 w 725353"/>
              <a:gd name="connsiteY4" fmla="*/ 614781 h 2496661"/>
              <a:gd name="connsiteX5" fmla="*/ 593980 w 725353"/>
              <a:gd name="connsiteY5" fmla="*/ 213207 h 2496661"/>
              <a:gd name="connsiteX6" fmla="*/ 415627 w 725353"/>
              <a:gd name="connsiteY6" fmla="*/ 18272 h 2496661"/>
              <a:gd name="connsiteX7" fmla="*/ 0 w 725353"/>
              <a:gd name="connsiteY7" fmla="*/ 93746 h 2496661"/>
              <a:gd name="connsiteX0" fmla="*/ 351413 w 351687"/>
              <a:gd name="connsiteY0" fmla="*/ 2478389 h 2478389"/>
              <a:gd name="connsiteX1" fmla="*/ 238078 w 351687"/>
              <a:gd name="connsiteY1" fmla="*/ 2042497 h 2478389"/>
              <a:gd name="connsiteX2" fmla="*/ 1 w 351687"/>
              <a:gd name="connsiteY2" fmla="*/ 1461951 h 2478389"/>
              <a:gd name="connsiteX3" fmla="*/ 160053 w 351687"/>
              <a:gd name="connsiteY3" fmla="*/ 1071392 h 2478389"/>
              <a:gd name="connsiteX4" fmla="*/ 231363 w 351687"/>
              <a:gd name="connsiteY4" fmla="*/ 596509 h 2478389"/>
              <a:gd name="connsiteX5" fmla="*/ 220314 w 351687"/>
              <a:gd name="connsiteY5" fmla="*/ 194935 h 2478389"/>
              <a:gd name="connsiteX6" fmla="*/ 41961 w 351687"/>
              <a:gd name="connsiteY6" fmla="*/ 0 h 247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687" h="2478389">
                <a:moveTo>
                  <a:pt x="351413" y="2478389"/>
                </a:moveTo>
                <a:cubicBezTo>
                  <a:pt x="356241" y="2196138"/>
                  <a:pt x="296647" y="2211903"/>
                  <a:pt x="238078" y="2042497"/>
                </a:cubicBezTo>
                <a:cubicBezTo>
                  <a:pt x="179509" y="1873091"/>
                  <a:pt x="-380" y="1572726"/>
                  <a:pt x="1" y="1461951"/>
                </a:cubicBezTo>
                <a:cubicBezTo>
                  <a:pt x="477" y="1316980"/>
                  <a:pt x="112332" y="1208552"/>
                  <a:pt x="160053" y="1071392"/>
                </a:cubicBezTo>
                <a:cubicBezTo>
                  <a:pt x="211202" y="924326"/>
                  <a:pt x="202121" y="749195"/>
                  <a:pt x="231363" y="596509"/>
                </a:cubicBezTo>
                <a:cubicBezTo>
                  <a:pt x="256890" y="463730"/>
                  <a:pt x="251881" y="294353"/>
                  <a:pt x="220314" y="194935"/>
                </a:cubicBezTo>
                <a:cubicBezTo>
                  <a:pt x="188747" y="95517"/>
                  <a:pt x="140958" y="19910"/>
                  <a:pt x="41961" y="0"/>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1" name="Oval 55">
            <a:extLst>
              <a:ext uri="{FF2B5EF4-FFF2-40B4-BE49-F238E27FC236}">
                <a16:creationId xmlns:a16="http://schemas.microsoft.com/office/drawing/2014/main" id="{6D302B4D-0526-F06E-2487-B3A2213A4027}"/>
              </a:ext>
            </a:extLst>
          </p:cNvPr>
          <p:cNvSpPr/>
          <p:nvPr userDrawn="1"/>
        </p:nvSpPr>
        <p:spPr>
          <a:xfrm rot="6445783" flipV="1">
            <a:off x="-111859" y="6170405"/>
            <a:ext cx="434214" cy="36668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34420 w 391507"/>
              <a:gd name="connsiteY0" fmla="*/ 11699 h 589221"/>
              <a:gd name="connsiteX1" fmla="*/ 391507 w 391507"/>
              <a:gd name="connsiteY1" fmla="*/ 104403 h 589221"/>
              <a:gd name="connsiteX2" fmla="*/ 202833 w 391507"/>
              <a:gd name="connsiteY2" fmla="*/ 587410 h 589221"/>
              <a:gd name="connsiteX3" fmla="*/ 19115 w 391507"/>
              <a:gd name="connsiteY3" fmla="*/ 259494 h 589221"/>
              <a:gd name="connsiteX4" fmla="*/ 124978 w 391507"/>
              <a:gd name="connsiteY4" fmla="*/ 110988 h 589221"/>
              <a:gd name="connsiteX0" fmla="*/ 15305 w 372392"/>
              <a:gd name="connsiteY0" fmla="*/ 11699 h 589221"/>
              <a:gd name="connsiteX1" fmla="*/ 372392 w 372392"/>
              <a:gd name="connsiteY1" fmla="*/ 104403 h 589221"/>
              <a:gd name="connsiteX2" fmla="*/ 183718 w 372392"/>
              <a:gd name="connsiteY2" fmla="*/ 587410 h 589221"/>
              <a:gd name="connsiteX3" fmla="*/ 0 w 372392"/>
              <a:gd name="connsiteY3" fmla="*/ 259494 h 589221"/>
              <a:gd name="connsiteX0" fmla="*/ 372392 w 372392"/>
              <a:gd name="connsiteY0" fmla="*/ 0 h 484818"/>
              <a:gd name="connsiteX1" fmla="*/ 183718 w 372392"/>
              <a:gd name="connsiteY1" fmla="*/ 483007 h 484818"/>
              <a:gd name="connsiteX2" fmla="*/ 0 w 372392"/>
              <a:gd name="connsiteY2" fmla="*/ 155091 h 484818"/>
              <a:gd name="connsiteX0" fmla="*/ 331519 w 331519"/>
              <a:gd name="connsiteY0" fmla="*/ 22542 h 328012"/>
              <a:gd name="connsiteX1" fmla="*/ 183718 w 331519"/>
              <a:gd name="connsiteY1" fmla="*/ 327916 h 328012"/>
              <a:gd name="connsiteX2" fmla="*/ 0 w 331519"/>
              <a:gd name="connsiteY2" fmla="*/ 0 h 328012"/>
              <a:gd name="connsiteX0" fmla="*/ 331519 w 331519"/>
              <a:gd name="connsiteY0" fmla="*/ 22542 h 328057"/>
              <a:gd name="connsiteX1" fmla="*/ 183718 w 331519"/>
              <a:gd name="connsiteY1" fmla="*/ 327916 h 328057"/>
              <a:gd name="connsiteX2" fmla="*/ 0 w 331519"/>
              <a:gd name="connsiteY2" fmla="*/ 0 h 328057"/>
              <a:gd name="connsiteX0" fmla="*/ 430027 w 430027"/>
              <a:gd name="connsiteY0" fmla="*/ 149562 h 458900"/>
              <a:gd name="connsiteX1" fmla="*/ 282226 w 430027"/>
              <a:gd name="connsiteY1" fmla="*/ 454936 h 458900"/>
              <a:gd name="connsiteX2" fmla="*/ 0 w 430027"/>
              <a:gd name="connsiteY2" fmla="*/ 0 h 458900"/>
              <a:gd name="connsiteX0" fmla="*/ 430027 w 430027"/>
              <a:gd name="connsiteY0" fmla="*/ 149562 h 398162"/>
              <a:gd name="connsiteX1" fmla="*/ 270646 w 430027"/>
              <a:gd name="connsiteY1" fmla="*/ 390699 h 398162"/>
              <a:gd name="connsiteX2" fmla="*/ 0 w 430027"/>
              <a:gd name="connsiteY2" fmla="*/ 0 h 398162"/>
            </a:gdLst>
            <a:ahLst/>
            <a:cxnLst>
              <a:cxn ang="0">
                <a:pos x="connsiteX0" y="connsiteY0"/>
              </a:cxn>
              <a:cxn ang="0">
                <a:pos x="connsiteX1" y="connsiteY1"/>
              </a:cxn>
              <a:cxn ang="0">
                <a:pos x="connsiteX2" y="connsiteY2"/>
              </a:cxn>
            </a:cxnLst>
            <a:rect l="l" t="t" r="r" b="b"/>
            <a:pathLst>
              <a:path w="430027" h="398162">
                <a:moveTo>
                  <a:pt x="430027" y="149562"/>
                </a:moveTo>
                <a:cubicBezTo>
                  <a:pt x="408806" y="388317"/>
                  <a:pt x="342317" y="415626"/>
                  <a:pt x="270646" y="390699"/>
                </a:cubicBezTo>
                <a:cubicBezTo>
                  <a:pt x="198975" y="365772"/>
                  <a:pt x="28069" y="95952"/>
                  <a:pt x="0" y="0"/>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61929C98-D2D1-E6DF-E12A-2833D3093EF3}"/>
              </a:ext>
            </a:extLst>
          </p:cNvPr>
          <p:cNvSpPr/>
          <p:nvPr userDrawn="1"/>
        </p:nvSpPr>
        <p:spPr>
          <a:xfrm rot="7288997" flipH="1">
            <a:off x="4087473" y="4482448"/>
            <a:ext cx="1737068" cy="3924762"/>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2003629 w 2116847"/>
              <a:gd name="connsiteY0" fmla="*/ 242174 h 1608089"/>
              <a:gd name="connsiteX1" fmla="*/ 2107751 w 2116847"/>
              <a:gd name="connsiteY1" fmla="*/ 751269 h 1608089"/>
              <a:gd name="connsiteX2" fmla="*/ 2094242 w 2116847"/>
              <a:gd name="connsiteY2" fmla="*/ 1146399 h 1608089"/>
              <a:gd name="connsiteX3" fmla="*/ 1955119 w 2116847"/>
              <a:gd name="connsiteY3" fmla="*/ 1504259 h 1608089"/>
              <a:gd name="connsiteX4" fmla="*/ 1533861 w 2116847"/>
              <a:gd name="connsiteY4" fmla="*/ 1603785 h 1608089"/>
              <a:gd name="connsiteX5" fmla="*/ 1299751 w 2116847"/>
              <a:gd name="connsiteY5" fmla="*/ 1394171 h 1608089"/>
              <a:gd name="connsiteX6" fmla="*/ 1528793 w 2116847"/>
              <a:gd name="connsiteY6" fmla="*/ 850659 h 1608089"/>
              <a:gd name="connsiteX7" fmla="*/ 1347852 w 2116847"/>
              <a:gd name="connsiteY7" fmla="*/ 556435 h 1608089"/>
              <a:gd name="connsiteX8" fmla="*/ 1032911 w 2116847"/>
              <a:gd name="connsiteY8" fmla="*/ 490647 h 1608089"/>
              <a:gd name="connsiteX9" fmla="*/ 706876 w 2116847"/>
              <a:gd name="connsiteY9" fmla="*/ 534279 h 1608089"/>
              <a:gd name="connsiteX10" fmla="*/ 63637 w 2116847"/>
              <a:gd name="connsiteY10" fmla="*/ 0 h 1608089"/>
              <a:gd name="connsiteX0" fmla="*/ 1941337 w 2054555"/>
              <a:gd name="connsiteY0" fmla="*/ 242174 h 1608089"/>
              <a:gd name="connsiteX1" fmla="*/ 2045459 w 2054555"/>
              <a:gd name="connsiteY1" fmla="*/ 751269 h 1608089"/>
              <a:gd name="connsiteX2" fmla="*/ 2031950 w 2054555"/>
              <a:gd name="connsiteY2" fmla="*/ 1146399 h 1608089"/>
              <a:gd name="connsiteX3" fmla="*/ 1892827 w 2054555"/>
              <a:gd name="connsiteY3" fmla="*/ 1504259 h 1608089"/>
              <a:gd name="connsiteX4" fmla="*/ 1471569 w 2054555"/>
              <a:gd name="connsiteY4" fmla="*/ 1603785 h 1608089"/>
              <a:gd name="connsiteX5" fmla="*/ 1237459 w 2054555"/>
              <a:gd name="connsiteY5" fmla="*/ 1394171 h 1608089"/>
              <a:gd name="connsiteX6" fmla="*/ 1466501 w 2054555"/>
              <a:gd name="connsiteY6" fmla="*/ 850659 h 1608089"/>
              <a:gd name="connsiteX7" fmla="*/ 1285560 w 2054555"/>
              <a:gd name="connsiteY7" fmla="*/ 556435 h 1608089"/>
              <a:gd name="connsiteX8" fmla="*/ 970619 w 2054555"/>
              <a:gd name="connsiteY8" fmla="*/ 490647 h 1608089"/>
              <a:gd name="connsiteX9" fmla="*/ 644584 w 2054555"/>
              <a:gd name="connsiteY9" fmla="*/ 534279 h 1608089"/>
              <a:gd name="connsiteX10" fmla="*/ 1345 w 2054555"/>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971162 w 2055098"/>
              <a:gd name="connsiteY8" fmla="*/ 490647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286103 w 2055098"/>
              <a:gd name="connsiteY7" fmla="*/ 556435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467044 w 2055098"/>
              <a:gd name="connsiteY6" fmla="*/ 850659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56542 w 2055098"/>
              <a:gd name="connsiteY8" fmla="*/ 576678 h 1608089"/>
              <a:gd name="connsiteX9" fmla="*/ 479804 w 2055098"/>
              <a:gd name="connsiteY9" fmla="*/ 622231 h 1608089"/>
              <a:gd name="connsiteX10" fmla="*/ 1888 w 2055098"/>
              <a:gd name="connsiteY10" fmla="*/ 0 h 1608089"/>
              <a:gd name="connsiteX0" fmla="*/ 1941880 w 2055098"/>
              <a:gd name="connsiteY0" fmla="*/ 242174 h 1608089"/>
              <a:gd name="connsiteX1" fmla="*/ 2046002 w 2055098"/>
              <a:gd name="connsiteY1" fmla="*/ 751269 h 1608089"/>
              <a:gd name="connsiteX2" fmla="*/ 2032493 w 2055098"/>
              <a:gd name="connsiteY2" fmla="*/ 1146399 h 1608089"/>
              <a:gd name="connsiteX3" fmla="*/ 1893370 w 2055098"/>
              <a:gd name="connsiteY3" fmla="*/ 1504259 h 1608089"/>
              <a:gd name="connsiteX4" fmla="*/ 1472112 w 2055098"/>
              <a:gd name="connsiteY4" fmla="*/ 1603785 h 1608089"/>
              <a:gd name="connsiteX5" fmla="*/ 1238002 w 2055098"/>
              <a:gd name="connsiteY5" fmla="*/ 1394171 h 1608089"/>
              <a:gd name="connsiteX6" fmla="*/ 1396397 w 2055098"/>
              <a:gd name="connsiteY6" fmla="*/ 877244 h 1608089"/>
              <a:gd name="connsiteX7" fmla="*/ 1192976 w 2055098"/>
              <a:gd name="connsiteY7" fmla="*/ 559339 h 1608089"/>
              <a:gd name="connsiteX8" fmla="*/ 811456 w 2055098"/>
              <a:gd name="connsiteY8" fmla="*/ 576870 h 1608089"/>
              <a:gd name="connsiteX9" fmla="*/ 479804 w 2055098"/>
              <a:gd name="connsiteY9" fmla="*/ 622231 h 1608089"/>
              <a:gd name="connsiteX10" fmla="*/ 1888 w 2055098"/>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1951749 w 2054386"/>
              <a:gd name="connsiteY0" fmla="*/ 372018 h 1608089"/>
              <a:gd name="connsiteX1" fmla="*/ 2046002 w 2054386"/>
              <a:gd name="connsiteY1" fmla="*/ 751269 h 1608089"/>
              <a:gd name="connsiteX2" fmla="*/ 2032493 w 2054386"/>
              <a:gd name="connsiteY2" fmla="*/ 1146399 h 1608089"/>
              <a:gd name="connsiteX3" fmla="*/ 1893370 w 2054386"/>
              <a:gd name="connsiteY3" fmla="*/ 1504259 h 1608089"/>
              <a:gd name="connsiteX4" fmla="*/ 1472112 w 2054386"/>
              <a:gd name="connsiteY4" fmla="*/ 1603785 h 1608089"/>
              <a:gd name="connsiteX5" fmla="*/ 1238002 w 2054386"/>
              <a:gd name="connsiteY5" fmla="*/ 1394171 h 1608089"/>
              <a:gd name="connsiteX6" fmla="*/ 1396397 w 2054386"/>
              <a:gd name="connsiteY6" fmla="*/ 877244 h 1608089"/>
              <a:gd name="connsiteX7" fmla="*/ 1192976 w 2054386"/>
              <a:gd name="connsiteY7" fmla="*/ 559339 h 1608089"/>
              <a:gd name="connsiteX8" fmla="*/ 811456 w 2054386"/>
              <a:gd name="connsiteY8" fmla="*/ 576870 h 1608089"/>
              <a:gd name="connsiteX9" fmla="*/ 479804 w 2054386"/>
              <a:gd name="connsiteY9" fmla="*/ 622231 h 1608089"/>
              <a:gd name="connsiteX10" fmla="*/ 1888 w 2054386"/>
              <a:gd name="connsiteY10" fmla="*/ 0 h 1608089"/>
              <a:gd name="connsiteX0" fmla="*/ 2222127 w 2223363"/>
              <a:gd name="connsiteY0" fmla="*/ 339098 h 1608089"/>
              <a:gd name="connsiteX1" fmla="*/ 2046002 w 2223363"/>
              <a:gd name="connsiteY1" fmla="*/ 751269 h 1608089"/>
              <a:gd name="connsiteX2" fmla="*/ 2032493 w 2223363"/>
              <a:gd name="connsiteY2" fmla="*/ 1146399 h 1608089"/>
              <a:gd name="connsiteX3" fmla="*/ 1893370 w 2223363"/>
              <a:gd name="connsiteY3" fmla="*/ 1504259 h 1608089"/>
              <a:gd name="connsiteX4" fmla="*/ 1472112 w 2223363"/>
              <a:gd name="connsiteY4" fmla="*/ 1603785 h 1608089"/>
              <a:gd name="connsiteX5" fmla="*/ 1238002 w 2223363"/>
              <a:gd name="connsiteY5" fmla="*/ 1394171 h 1608089"/>
              <a:gd name="connsiteX6" fmla="*/ 1396397 w 2223363"/>
              <a:gd name="connsiteY6" fmla="*/ 877244 h 1608089"/>
              <a:gd name="connsiteX7" fmla="*/ 1192976 w 2223363"/>
              <a:gd name="connsiteY7" fmla="*/ 559339 h 1608089"/>
              <a:gd name="connsiteX8" fmla="*/ 811456 w 2223363"/>
              <a:gd name="connsiteY8" fmla="*/ 576870 h 1608089"/>
              <a:gd name="connsiteX9" fmla="*/ 479804 w 2223363"/>
              <a:gd name="connsiteY9" fmla="*/ 622231 h 1608089"/>
              <a:gd name="connsiteX10" fmla="*/ 1888 w 2223363"/>
              <a:gd name="connsiteY10" fmla="*/ 0 h 1608089"/>
              <a:gd name="connsiteX0" fmla="*/ 2222127 w 2282330"/>
              <a:gd name="connsiteY0" fmla="*/ 339098 h 1608089"/>
              <a:gd name="connsiteX1" fmla="*/ 2273926 w 2282330"/>
              <a:gd name="connsiteY1" fmla="*/ 811957 h 1608089"/>
              <a:gd name="connsiteX2" fmla="*/ 2032493 w 2282330"/>
              <a:gd name="connsiteY2" fmla="*/ 1146399 h 1608089"/>
              <a:gd name="connsiteX3" fmla="*/ 1893370 w 2282330"/>
              <a:gd name="connsiteY3" fmla="*/ 1504259 h 1608089"/>
              <a:gd name="connsiteX4" fmla="*/ 1472112 w 2282330"/>
              <a:gd name="connsiteY4" fmla="*/ 1603785 h 1608089"/>
              <a:gd name="connsiteX5" fmla="*/ 1238002 w 2282330"/>
              <a:gd name="connsiteY5" fmla="*/ 1394171 h 1608089"/>
              <a:gd name="connsiteX6" fmla="*/ 1396397 w 2282330"/>
              <a:gd name="connsiteY6" fmla="*/ 877244 h 1608089"/>
              <a:gd name="connsiteX7" fmla="*/ 1192976 w 2282330"/>
              <a:gd name="connsiteY7" fmla="*/ 559339 h 1608089"/>
              <a:gd name="connsiteX8" fmla="*/ 811456 w 2282330"/>
              <a:gd name="connsiteY8" fmla="*/ 576870 h 1608089"/>
              <a:gd name="connsiteX9" fmla="*/ 479804 w 2282330"/>
              <a:gd name="connsiteY9" fmla="*/ 622231 h 1608089"/>
              <a:gd name="connsiteX10" fmla="*/ 1888 w 2282330"/>
              <a:gd name="connsiteY10" fmla="*/ 0 h 1608089"/>
              <a:gd name="connsiteX0" fmla="*/ 2222127 w 2275639"/>
              <a:gd name="connsiteY0" fmla="*/ 339098 h 1607546"/>
              <a:gd name="connsiteX1" fmla="*/ 2273926 w 2275639"/>
              <a:gd name="connsiteY1" fmla="*/ 811957 h 1607546"/>
              <a:gd name="connsiteX2" fmla="*/ 2155400 w 2275639"/>
              <a:gd name="connsiteY2" fmla="*/ 1204190 h 1607546"/>
              <a:gd name="connsiteX3" fmla="*/ 1893370 w 2275639"/>
              <a:gd name="connsiteY3" fmla="*/ 1504259 h 1607546"/>
              <a:gd name="connsiteX4" fmla="*/ 1472112 w 2275639"/>
              <a:gd name="connsiteY4" fmla="*/ 1603785 h 1607546"/>
              <a:gd name="connsiteX5" fmla="*/ 1238002 w 2275639"/>
              <a:gd name="connsiteY5" fmla="*/ 1394171 h 1607546"/>
              <a:gd name="connsiteX6" fmla="*/ 1396397 w 2275639"/>
              <a:gd name="connsiteY6" fmla="*/ 877244 h 1607546"/>
              <a:gd name="connsiteX7" fmla="*/ 1192976 w 2275639"/>
              <a:gd name="connsiteY7" fmla="*/ 559339 h 1607546"/>
              <a:gd name="connsiteX8" fmla="*/ 811456 w 2275639"/>
              <a:gd name="connsiteY8" fmla="*/ 576870 h 1607546"/>
              <a:gd name="connsiteX9" fmla="*/ 479804 w 2275639"/>
              <a:gd name="connsiteY9" fmla="*/ 622231 h 1607546"/>
              <a:gd name="connsiteX10" fmla="*/ 1888 w 2275639"/>
              <a:gd name="connsiteY10" fmla="*/ 0 h 1607546"/>
              <a:gd name="connsiteX0" fmla="*/ 2222127 w 2275639"/>
              <a:gd name="connsiteY0" fmla="*/ 339098 h 1663689"/>
              <a:gd name="connsiteX1" fmla="*/ 2273926 w 2275639"/>
              <a:gd name="connsiteY1" fmla="*/ 811957 h 1663689"/>
              <a:gd name="connsiteX2" fmla="*/ 2155400 w 2275639"/>
              <a:gd name="connsiteY2" fmla="*/ 1204190 h 1663689"/>
              <a:gd name="connsiteX3" fmla="*/ 1753925 w 2275639"/>
              <a:gd name="connsiteY3" fmla="*/ 1632765 h 1663689"/>
              <a:gd name="connsiteX4" fmla="*/ 1472112 w 2275639"/>
              <a:gd name="connsiteY4" fmla="*/ 1603785 h 1663689"/>
              <a:gd name="connsiteX5" fmla="*/ 1238002 w 2275639"/>
              <a:gd name="connsiteY5" fmla="*/ 1394171 h 1663689"/>
              <a:gd name="connsiteX6" fmla="*/ 1396397 w 2275639"/>
              <a:gd name="connsiteY6" fmla="*/ 877244 h 1663689"/>
              <a:gd name="connsiteX7" fmla="*/ 1192976 w 2275639"/>
              <a:gd name="connsiteY7" fmla="*/ 559339 h 1663689"/>
              <a:gd name="connsiteX8" fmla="*/ 811456 w 2275639"/>
              <a:gd name="connsiteY8" fmla="*/ 576870 h 1663689"/>
              <a:gd name="connsiteX9" fmla="*/ 479804 w 2275639"/>
              <a:gd name="connsiteY9" fmla="*/ 622231 h 1663689"/>
              <a:gd name="connsiteX10" fmla="*/ 1888 w 2275639"/>
              <a:gd name="connsiteY10" fmla="*/ 0 h 1663689"/>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92976 w 2275639"/>
              <a:gd name="connsiteY7" fmla="*/ 559339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661065"/>
              <a:gd name="connsiteX1" fmla="*/ 2273926 w 2275639"/>
              <a:gd name="connsiteY1" fmla="*/ 811957 h 1661065"/>
              <a:gd name="connsiteX2" fmla="*/ 2155400 w 2275639"/>
              <a:gd name="connsiteY2" fmla="*/ 1204190 h 1661065"/>
              <a:gd name="connsiteX3" fmla="*/ 1753925 w 2275639"/>
              <a:gd name="connsiteY3" fmla="*/ 1632765 h 1661065"/>
              <a:gd name="connsiteX4" fmla="*/ 1472112 w 2275639"/>
              <a:gd name="connsiteY4" fmla="*/ 1603785 h 1661065"/>
              <a:gd name="connsiteX5" fmla="*/ 1143187 w 2275639"/>
              <a:gd name="connsiteY5" fmla="*/ 1468668 h 1661065"/>
              <a:gd name="connsiteX6" fmla="*/ 1396397 w 2275639"/>
              <a:gd name="connsiteY6" fmla="*/ 877244 h 1661065"/>
              <a:gd name="connsiteX7" fmla="*/ 1135437 w 2275639"/>
              <a:gd name="connsiteY7" fmla="*/ 662626 h 1661065"/>
              <a:gd name="connsiteX8" fmla="*/ 811456 w 2275639"/>
              <a:gd name="connsiteY8" fmla="*/ 576870 h 1661065"/>
              <a:gd name="connsiteX9" fmla="*/ 479804 w 2275639"/>
              <a:gd name="connsiteY9" fmla="*/ 622231 h 1661065"/>
              <a:gd name="connsiteX10" fmla="*/ 1888 w 2275639"/>
              <a:gd name="connsiteY10" fmla="*/ 0 h 1661065"/>
              <a:gd name="connsiteX0" fmla="*/ 2222127 w 2275639"/>
              <a:gd name="connsiteY0" fmla="*/ 339098 h 1766295"/>
              <a:gd name="connsiteX1" fmla="*/ 2273926 w 2275639"/>
              <a:gd name="connsiteY1" fmla="*/ 811957 h 1766295"/>
              <a:gd name="connsiteX2" fmla="*/ 2155400 w 2275639"/>
              <a:gd name="connsiteY2" fmla="*/ 1204190 h 1766295"/>
              <a:gd name="connsiteX3" fmla="*/ 1753925 w 2275639"/>
              <a:gd name="connsiteY3" fmla="*/ 1632765 h 1766295"/>
              <a:gd name="connsiteX4" fmla="*/ 1210726 w 2275639"/>
              <a:gd name="connsiteY4" fmla="*/ 1759772 h 1766295"/>
              <a:gd name="connsiteX5" fmla="*/ 1143187 w 2275639"/>
              <a:gd name="connsiteY5" fmla="*/ 1468668 h 1766295"/>
              <a:gd name="connsiteX6" fmla="*/ 1396397 w 2275639"/>
              <a:gd name="connsiteY6" fmla="*/ 877244 h 1766295"/>
              <a:gd name="connsiteX7" fmla="*/ 1135437 w 2275639"/>
              <a:gd name="connsiteY7" fmla="*/ 662626 h 1766295"/>
              <a:gd name="connsiteX8" fmla="*/ 811456 w 2275639"/>
              <a:gd name="connsiteY8" fmla="*/ 576870 h 1766295"/>
              <a:gd name="connsiteX9" fmla="*/ 479804 w 2275639"/>
              <a:gd name="connsiteY9" fmla="*/ 622231 h 1766295"/>
              <a:gd name="connsiteX10" fmla="*/ 1888 w 2275639"/>
              <a:gd name="connsiteY10" fmla="*/ 0 h 1766295"/>
              <a:gd name="connsiteX0" fmla="*/ 2232818 w 2286330"/>
              <a:gd name="connsiteY0" fmla="*/ 0 h 1427197"/>
              <a:gd name="connsiteX1" fmla="*/ 2284617 w 2286330"/>
              <a:gd name="connsiteY1" fmla="*/ 472859 h 1427197"/>
              <a:gd name="connsiteX2" fmla="*/ 2166091 w 2286330"/>
              <a:gd name="connsiteY2" fmla="*/ 865092 h 1427197"/>
              <a:gd name="connsiteX3" fmla="*/ 1764616 w 2286330"/>
              <a:gd name="connsiteY3" fmla="*/ 1293667 h 1427197"/>
              <a:gd name="connsiteX4" fmla="*/ 1221417 w 2286330"/>
              <a:gd name="connsiteY4" fmla="*/ 1420674 h 1427197"/>
              <a:gd name="connsiteX5" fmla="*/ 1153878 w 2286330"/>
              <a:gd name="connsiteY5" fmla="*/ 1129570 h 1427197"/>
              <a:gd name="connsiteX6" fmla="*/ 1407088 w 2286330"/>
              <a:gd name="connsiteY6" fmla="*/ 538146 h 1427197"/>
              <a:gd name="connsiteX7" fmla="*/ 1146128 w 2286330"/>
              <a:gd name="connsiteY7" fmla="*/ 323528 h 1427197"/>
              <a:gd name="connsiteX8" fmla="*/ 822147 w 2286330"/>
              <a:gd name="connsiteY8" fmla="*/ 237772 h 1427197"/>
              <a:gd name="connsiteX9" fmla="*/ 490495 w 2286330"/>
              <a:gd name="connsiteY9" fmla="*/ 283133 h 1427197"/>
              <a:gd name="connsiteX10" fmla="*/ 1840 w 2286330"/>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2342 w 2286525"/>
              <a:gd name="connsiteY8" fmla="*/ 237772 h 1427197"/>
              <a:gd name="connsiteX9" fmla="*/ 450411 w 2286525"/>
              <a:gd name="connsiteY9" fmla="*/ 416339 h 1427197"/>
              <a:gd name="connsiteX10" fmla="*/ 2035 w 2286525"/>
              <a:gd name="connsiteY10" fmla="*/ 54302 h 1427197"/>
              <a:gd name="connsiteX0" fmla="*/ 2233013 w 2286525"/>
              <a:gd name="connsiteY0" fmla="*/ 0 h 1427197"/>
              <a:gd name="connsiteX1" fmla="*/ 2284812 w 2286525"/>
              <a:gd name="connsiteY1" fmla="*/ 472859 h 1427197"/>
              <a:gd name="connsiteX2" fmla="*/ 2166286 w 2286525"/>
              <a:gd name="connsiteY2" fmla="*/ 865092 h 1427197"/>
              <a:gd name="connsiteX3" fmla="*/ 1764811 w 2286525"/>
              <a:gd name="connsiteY3" fmla="*/ 1293667 h 1427197"/>
              <a:gd name="connsiteX4" fmla="*/ 1221612 w 2286525"/>
              <a:gd name="connsiteY4" fmla="*/ 1420674 h 1427197"/>
              <a:gd name="connsiteX5" fmla="*/ 1154073 w 2286525"/>
              <a:gd name="connsiteY5" fmla="*/ 1129570 h 1427197"/>
              <a:gd name="connsiteX6" fmla="*/ 1407283 w 2286525"/>
              <a:gd name="connsiteY6" fmla="*/ 538146 h 1427197"/>
              <a:gd name="connsiteX7" fmla="*/ 1146323 w 2286525"/>
              <a:gd name="connsiteY7" fmla="*/ 323528 h 1427197"/>
              <a:gd name="connsiteX8" fmla="*/ 823017 w 2286525"/>
              <a:gd name="connsiteY8" fmla="*/ 358367 h 1427197"/>
              <a:gd name="connsiteX9" fmla="*/ 450411 w 2286525"/>
              <a:gd name="connsiteY9" fmla="*/ 416339 h 1427197"/>
              <a:gd name="connsiteX10" fmla="*/ 2035 w 2286525"/>
              <a:gd name="connsiteY10" fmla="*/ 54302 h 1427197"/>
              <a:gd name="connsiteX0" fmla="*/ 2373424 w 2375985"/>
              <a:gd name="connsiteY0" fmla="*/ 0 h 1470432"/>
              <a:gd name="connsiteX1" fmla="*/ 2284812 w 2375985"/>
              <a:gd name="connsiteY1" fmla="*/ 516094 h 1470432"/>
              <a:gd name="connsiteX2" fmla="*/ 2166286 w 2375985"/>
              <a:gd name="connsiteY2" fmla="*/ 908327 h 1470432"/>
              <a:gd name="connsiteX3" fmla="*/ 1764811 w 2375985"/>
              <a:gd name="connsiteY3" fmla="*/ 1336902 h 1470432"/>
              <a:gd name="connsiteX4" fmla="*/ 1221612 w 2375985"/>
              <a:gd name="connsiteY4" fmla="*/ 1463909 h 1470432"/>
              <a:gd name="connsiteX5" fmla="*/ 1154073 w 2375985"/>
              <a:gd name="connsiteY5" fmla="*/ 1172805 h 1470432"/>
              <a:gd name="connsiteX6" fmla="*/ 1407283 w 2375985"/>
              <a:gd name="connsiteY6" fmla="*/ 581381 h 1470432"/>
              <a:gd name="connsiteX7" fmla="*/ 1146323 w 2375985"/>
              <a:gd name="connsiteY7" fmla="*/ 366763 h 1470432"/>
              <a:gd name="connsiteX8" fmla="*/ 823017 w 2375985"/>
              <a:gd name="connsiteY8" fmla="*/ 401602 h 1470432"/>
              <a:gd name="connsiteX9" fmla="*/ 450411 w 2375985"/>
              <a:gd name="connsiteY9" fmla="*/ 459574 h 1470432"/>
              <a:gd name="connsiteX10" fmla="*/ 2035 w 2375985"/>
              <a:gd name="connsiteY10" fmla="*/ 97537 h 1470432"/>
              <a:gd name="connsiteX0" fmla="*/ 2373424 w 2394162"/>
              <a:gd name="connsiteY0" fmla="*/ 0 h 1470432"/>
              <a:gd name="connsiteX1" fmla="*/ 2374888 w 2394162"/>
              <a:gd name="connsiteY1" fmla="*/ 511007 h 1470432"/>
              <a:gd name="connsiteX2" fmla="*/ 2166286 w 2394162"/>
              <a:gd name="connsiteY2" fmla="*/ 908327 h 1470432"/>
              <a:gd name="connsiteX3" fmla="*/ 1764811 w 2394162"/>
              <a:gd name="connsiteY3" fmla="*/ 1336902 h 1470432"/>
              <a:gd name="connsiteX4" fmla="*/ 1221612 w 2394162"/>
              <a:gd name="connsiteY4" fmla="*/ 1463909 h 1470432"/>
              <a:gd name="connsiteX5" fmla="*/ 1154073 w 2394162"/>
              <a:gd name="connsiteY5" fmla="*/ 1172805 h 1470432"/>
              <a:gd name="connsiteX6" fmla="*/ 1407283 w 2394162"/>
              <a:gd name="connsiteY6" fmla="*/ 581381 h 1470432"/>
              <a:gd name="connsiteX7" fmla="*/ 1146323 w 2394162"/>
              <a:gd name="connsiteY7" fmla="*/ 366763 h 1470432"/>
              <a:gd name="connsiteX8" fmla="*/ 823017 w 2394162"/>
              <a:gd name="connsiteY8" fmla="*/ 401602 h 1470432"/>
              <a:gd name="connsiteX9" fmla="*/ 450411 w 2394162"/>
              <a:gd name="connsiteY9" fmla="*/ 459574 h 1470432"/>
              <a:gd name="connsiteX10" fmla="*/ 2035 w 2394162"/>
              <a:gd name="connsiteY10" fmla="*/ 97537 h 1470432"/>
              <a:gd name="connsiteX0" fmla="*/ 2373424 w 2394162"/>
              <a:gd name="connsiteY0" fmla="*/ 0 h 1465908"/>
              <a:gd name="connsiteX1" fmla="*/ 2374888 w 2394162"/>
              <a:gd name="connsiteY1" fmla="*/ 511007 h 1465908"/>
              <a:gd name="connsiteX2" fmla="*/ 2166286 w 2394162"/>
              <a:gd name="connsiteY2" fmla="*/ 908327 h 1465908"/>
              <a:gd name="connsiteX3" fmla="*/ 1863640 w 2394162"/>
              <a:gd name="connsiteY3" fmla="*/ 1281304 h 1465908"/>
              <a:gd name="connsiteX4" fmla="*/ 1221612 w 2394162"/>
              <a:gd name="connsiteY4" fmla="*/ 1463909 h 1465908"/>
              <a:gd name="connsiteX5" fmla="*/ 1154073 w 2394162"/>
              <a:gd name="connsiteY5" fmla="*/ 1172805 h 1465908"/>
              <a:gd name="connsiteX6" fmla="*/ 1407283 w 2394162"/>
              <a:gd name="connsiteY6" fmla="*/ 581381 h 1465908"/>
              <a:gd name="connsiteX7" fmla="*/ 1146323 w 2394162"/>
              <a:gd name="connsiteY7" fmla="*/ 366763 h 1465908"/>
              <a:gd name="connsiteX8" fmla="*/ 823017 w 2394162"/>
              <a:gd name="connsiteY8" fmla="*/ 401602 h 1465908"/>
              <a:gd name="connsiteX9" fmla="*/ 450411 w 2394162"/>
              <a:gd name="connsiteY9" fmla="*/ 459574 h 1465908"/>
              <a:gd name="connsiteX10" fmla="*/ 2035 w 2394162"/>
              <a:gd name="connsiteY10" fmla="*/ 97537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384784 w 2371663"/>
              <a:gd name="connsiteY6" fmla="*/ 581381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465908"/>
              <a:gd name="connsiteX1" fmla="*/ 2352389 w 2371663"/>
              <a:gd name="connsiteY1" fmla="*/ 511007 h 1465908"/>
              <a:gd name="connsiteX2" fmla="*/ 2143787 w 2371663"/>
              <a:gd name="connsiteY2" fmla="*/ 908327 h 1465908"/>
              <a:gd name="connsiteX3" fmla="*/ 1841141 w 2371663"/>
              <a:gd name="connsiteY3" fmla="*/ 1281304 h 1465908"/>
              <a:gd name="connsiteX4" fmla="*/ 1199113 w 2371663"/>
              <a:gd name="connsiteY4" fmla="*/ 1463909 h 1465908"/>
              <a:gd name="connsiteX5" fmla="*/ 1131574 w 2371663"/>
              <a:gd name="connsiteY5" fmla="*/ 1172805 h 1465908"/>
              <a:gd name="connsiteX6" fmla="*/ 1267485 w 2371663"/>
              <a:gd name="connsiteY6" fmla="*/ 652733 h 1465908"/>
              <a:gd name="connsiteX7" fmla="*/ 1123824 w 2371663"/>
              <a:gd name="connsiteY7" fmla="*/ 366763 h 1465908"/>
              <a:gd name="connsiteX8" fmla="*/ 800518 w 2371663"/>
              <a:gd name="connsiteY8" fmla="*/ 401602 h 1465908"/>
              <a:gd name="connsiteX9" fmla="*/ 427912 w 2371663"/>
              <a:gd name="connsiteY9" fmla="*/ 459574 h 1465908"/>
              <a:gd name="connsiteX10" fmla="*/ 2165 w 2371663"/>
              <a:gd name="connsiteY10" fmla="*/ 83019 h 1465908"/>
              <a:gd name="connsiteX0" fmla="*/ 2350925 w 2371663"/>
              <a:gd name="connsiteY0" fmla="*/ 0 h 1383149"/>
              <a:gd name="connsiteX1" fmla="*/ 2352389 w 2371663"/>
              <a:gd name="connsiteY1" fmla="*/ 511007 h 1383149"/>
              <a:gd name="connsiteX2" fmla="*/ 2143787 w 2371663"/>
              <a:gd name="connsiteY2" fmla="*/ 908327 h 1383149"/>
              <a:gd name="connsiteX3" fmla="*/ 1841141 w 2371663"/>
              <a:gd name="connsiteY3" fmla="*/ 1281304 h 1383149"/>
              <a:gd name="connsiteX4" fmla="*/ 1198148 w 2371663"/>
              <a:gd name="connsiteY4" fmla="*/ 1378637 h 1383149"/>
              <a:gd name="connsiteX5" fmla="*/ 1131574 w 2371663"/>
              <a:gd name="connsiteY5" fmla="*/ 1172805 h 1383149"/>
              <a:gd name="connsiteX6" fmla="*/ 1267485 w 2371663"/>
              <a:gd name="connsiteY6" fmla="*/ 652733 h 1383149"/>
              <a:gd name="connsiteX7" fmla="*/ 1123824 w 2371663"/>
              <a:gd name="connsiteY7" fmla="*/ 366763 h 1383149"/>
              <a:gd name="connsiteX8" fmla="*/ 800518 w 2371663"/>
              <a:gd name="connsiteY8" fmla="*/ 401602 h 1383149"/>
              <a:gd name="connsiteX9" fmla="*/ 427912 w 2371663"/>
              <a:gd name="connsiteY9" fmla="*/ 459574 h 1383149"/>
              <a:gd name="connsiteX10" fmla="*/ 2165 w 2371663"/>
              <a:gd name="connsiteY10" fmla="*/ 83019 h 1383149"/>
              <a:gd name="connsiteX0" fmla="*/ 2352389 w 2352389"/>
              <a:gd name="connsiteY0" fmla="*/ 427988 h 1300130"/>
              <a:gd name="connsiteX1" fmla="*/ 2143787 w 2352389"/>
              <a:gd name="connsiteY1" fmla="*/ 825308 h 1300130"/>
              <a:gd name="connsiteX2" fmla="*/ 1841141 w 2352389"/>
              <a:gd name="connsiteY2" fmla="*/ 1198285 h 1300130"/>
              <a:gd name="connsiteX3" fmla="*/ 1198148 w 2352389"/>
              <a:gd name="connsiteY3" fmla="*/ 1295618 h 1300130"/>
              <a:gd name="connsiteX4" fmla="*/ 1131574 w 2352389"/>
              <a:gd name="connsiteY4" fmla="*/ 1089786 h 1300130"/>
              <a:gd name="connsiteX5" fmla="*/ 1267485 w 2352389"/>
              <a:gd name="connsiteY5" fmla="*/ 569714 h 1300130"/>
              <a:gd name="connsiteX6" fmla="*/ 1123824 w 2352389"/>
              <a:gd name="connsiteY6" fmla="*/ 283744 h 1300130"/>
              <a:gd name="connsiteX7" fmla="*/ 800518 w 2352389"/>
              <a:gd name="connsiteY7" fmla="*/ 318583 h 1300130"/>
              <a:gd name="connsiteX8" fmla="*/ 427912 w 2352389"/>
              <a:gd name="connsiteY8" fmla="*/ 376555 h 1300130"/>
              <a:gd name="connsiteX9" fmla="*/ 2165 w 2352389"/>
              <a:gd name="connsiteY9" fmla="*/ 0 h 1300130"/>
              <a:gd name="connsiteX0" fmla="*/ 1930003 w 2144390"/>
              <a:gd name="connsiteY0" fmla="*/ 89936 h 1300130"/>
              <a:gd name="connsiteX1" fmla="*/ 2143787 w 2144390"/>
              <a:gd name="connsiteY1" fmla="*/ 825308 h 1300130"/>
              <a:gd name="connsiteX2" fmla="*/ 1841141 w 2144390"/>
              <a:gd name="connsiteY2" fmla="*/ 1198285 h 1300130"/>
              <a:gd name="connsiteX3" fmla="*/ 1198148 w 2144390"/>
              <a:gd name="connsiteY3" fmla="*/ 1295618 h 1300130"/>
              <a:gd name="connsiteX4" fmla="*/ 1131574 w 2144390"/>
              <a:gd name="connsiteY4" fmla="*/ 1089786 h 1300130"/>
              <a:gd name="connsiteX5" fmla="*/ 1267485 w 2144390"/>
              <a:gd name="connsiteY5" fmla="*/ 569714 h 1300130"/>
              <a:gd name="connsiteX6" fmla="*/ 1123824 w 2144390"/>
              <a:gd name="connsiteY6" fmla="*/ 283744 h 1300130"/>
              <a:gd name="connsiteX7" fmla="*/ 800518 w 2144390"/>
              <a:gd name="connsiteY7" fmla="*/ 318583 h 1300130"/>
              <a:gd name="connsiteX8" fmla="*/ 427912 w 2144390"/>
              <a:gd name="connsiteY8" fmla="*/ 376555 h 1300130"/>
              <a:gd name="connsiteX9" fmla="*/ 2165 w 2144390"/>
              <a:gd name="connsiteY9" fmla="*/ 0 h 1300130"/>
              <a:gd name="connsiteX0" fmla="*/ 1930003 w 1994193"/>
              <a:gd name="connsiteY0" fmla="*/ 89936 h 1301491"/>
              <a:gd name="connsiteX1" fmla="*/ 1992838 w 1994193"/>
              <a:gd name="connsiteY1" fmla="*/ 730852 h 1301491"/>
              <a:gd name="connsiteX2" fmla="*/ 1841141 w 1994193"/>
              <a:gd name="connsiteY2" fmla="*/ 1198285 h 1301491"/>
              <a:gd name="connsiteX3" fmla="*/ 1198148 w 1994193"/>
              <a:gd name="connsiteY3" fmla="*/ 1295618 h 1301491"/>
              <a:gd name="connsiteX4" fmla="*/ 1131574 w 1994193"/>
              <a:gd name="connsiteY4" fmla="*/ 1089786 h 1301491"/>
              <a:gd name="connsiteX5" fmla="*/ 1267485 w 1994193"/>
              <a:gd name="connsiteY5" fmla="*/ 569714 h 1301491"/>
              <a:gd name="connsiteX6" fmla="*/ 1123824 w 1994193"/>
              <a:gd name="connsiteY6" fmla="*/ 283744 h 1301491"/>
              <a:gd name="connsiteX7" fmla="*/ 800518 w 1994193"/>
              <a:gd name="connsiteY7" fmla="*/ 318583 h 1301491"/>
              <a:gd name="connsiteX8" fmla="*/ 427912 w 1994193"/>
              <a:gd name="connsiteY8" fmla="*/ 376555 h 1301491"/>
              <a:gd name="connsiteX9" fmla="*/ 2165 w 1994193"/>
              <a:gd name="connsiteY9" fmla="*/ 0 h 1301491"/>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267485 w 2002396"/>
              <a:gd name="connsiteY5" fmla="*/ 569714 h 1339434"/>
              <a:gd name="connsiteX6" fmla="*/ 1123824 w 2002396"/>
              <a:gd name="connsiteY6" fmla="*/ 283744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267485 w 2002396"/>
              <a:gd name="connsiteY5" fmla="*/ 569714 h 1339434"/>
              <a:gd name="connsiteX6" fmla="*/ 1035969 w 2002396"/>
              <a:gd name="connsiteY6" fmla="*/ 424048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39434"/>
              <a:gd name="connsiteX1" fmla="*/ 1992838 w 2002396"/>
              <a:gd name="connsiteY1" fmla="*/ 730852 h 1339434"/>
              <a:gd name="connsiteX2" fmla="*/ 1647012 w 2002396"/>
              <a:gd name="connsiteY2" fmla="*/ 1285745 h 1339434"/>
              <a:gd name="connsiteX3" fmla="*/ 1198148 w 2002396"/>
              <a:gd name="connsiteY3" fmla="*/ 1295618 h 1339434"/>
              <a:gd name="connsiteX4" fmla="*/ 1131574 w 2002396"/>
              <a:gd name="connsiteY4" fmla="*/ 1089786 h 1339434"/>
              <a:gd name="connsiteX5" fmla="*/ 1180065 w 2002396"/>
              <a:gd name="connsiteY5" fmla="*/ 657034 h 1339434"/>
              <a:gd name="connsiteX6" fmla="*/ 1035969 w 2002396"/>
              <a:gd name="connsiteY6" fmla="*/ 424048 h 1339434"/>
              <a:gd name="connsiteX7" fmla="*/ 800518 w 2002396"/>
              <a:gd name="connsiteY7" fmla="*/ 318583 h 1339434"/>
              <a:gd name="connsiteX8" fmla="*/ 427912 w 2002396"/>
              <a:gd name="connsiteY8" fmla="*/ 376555 h 1339434"/>
              <a:gd name="connsiteX9" fmla="*/ 2165 w 2002396"/>
              <a:gd name="connsiteY9" fmla="*/ 0 h 1339434"/>
              <a:gd name="connsiteX0" fmla="*/ 1930003 w 2002396"/>
              <a:gd name="connsiteY0" fmla="*/ 89936 h 1325507"/>
              <a:gd name="connsiteX1" fmla="*/ 1992838 w 2002396"/>
              <a:gd name="connsiteY1" fmla="*/ 730852 h 1325507"/>
              <a:gd name="connsiteX2" fmla="*/ 1647012 w 2002396"/>
              <a:gd name="connsiteY2" fmla="*/ 1285745 h 1325507"/>
              <a:gd name="connsiteX3" fmla="*/ 1256798 w 2002396"/>
              <a:gd name="connsiteY3" fmla="*/ 1259942 h 1325507"/>
              <a:gd name="connsiteX4" fmla="*/ 1131574 w 2002396"/>
              <a:gd name="connsiteY4" fmla="*/ 1089786 h 1325507"/>
              <a:gd name="connsiteX5" fmla="*/ 1180065 w 2002396"/>
              <a:gd name="connsiteY5" fmla="*/ 657034 h 1325507"/>
              <a:gd name="connsiteX6" fmla="*/ 1035969 w 2002396"/>
              <a:gd name="connsiteY6" fmla="*/ 424048 h 1325507"/>
              <a:gd name="connsiteX7" fmla="*/ 800518 w 2002396"/>
              <a:gd name="connsiteY7" fmla="*/ 318583 h 1325507"/>
              <a:gd name="connsiteX8" fmla="*/ 427912 w 2002396"/>
              <a:gd name="connsiteY8" fmla="*/ 376555 h 1325507"/>
              <a:gd name="connsiteX9" fmla="*/ 2165 w 2002396"/>
              <a:gd name="connsiteY9" fmla="*/ 0 h 1325507"/>
              <a:gd name="connsiteX0" fmla="*/ 1944423 w 2016816"/>
              <a:gd name="connsiteY0" fmla="*/ 150905 h 1386476"/>
              <a:gd name="connsiteX1" fmla="*/ 2007258 w 2016816"/>
              <a:gd name="connsiteY1" fmla="*/ 791821 h 1386476"/>
              <a:gd name="connsiteX2" fmla="*/ 1661432 w 2016816"/>
              <a:gd name="connsiteY2" fmla="*/ 1346714 h 1386476"/>
              <a:gd name="connsiteX3" fmla="*/ 1271218 w 2016816"/>
              <a:gd name="connsiteY3" fmla="*/ 1320911 h 1386476"/>
              <a:gd name="connsiteX4" fmla="*/ 1145994 w 2016816"/>
              <a:gd name="connsiteY4" fmla="*/ 1150755 h 1386476"/>
              <a:gd name="connsiteX5" fmla="*/ 1194485 w 2016816"/>
              <a:gd name="connsiteY5" fmla="*/ 718003 h 1386476"/>
              <a:gd name="connsiteX6" fmla="*/ 1050389 w 2016816"/>
              <a:gd name="connsiteY6" fmla="*/ 485017 h 1386476"/>
              <a:gd name="connsiteX7" fmla="*/ 814938 w 2016816"/>
              <a:gd name="connsiteY7" fmla="*/ 379552 h 1386476"/>
              <a:gd name="connsiteX8" fmla="*/ 442332 w 2016816"/>
              <a:gd name="connsiteY8" fmla="*/ 437524 h 1386476"/>
              <a:gd name="connsiteX9" fmla="*/ 2080 w 2016816"/>
              <a:gd name="connsiteY9" fmla="*/ 0 h 1386476"/>
              <a:gd name="connsiteX0" fmla="*/ 1942343 w 2014736"/>
              <a:gd name="connsiteY0" fmla="*/ 150905 h 1386476"/>
              <a:gd name="connsiteX1" fmla="*/ 2005178 w 2014736"/>
              <a:gd name="connsiteY1" fmla="*/ 791821 h 1386476"/>
              <a:gd name="connsiteX2" fmla="*/ 1659352 w 2014736"/>
              <a:gd name="connsiteY2" fmla="*/ 1346714 h 1386476"/>
              <a:gd name="connsiteX3" fmla="*/ 1269138 w 2014736"/>
              <a:gd name="connsiteY3" fmla="*/ 1320911 h 1386476"/>
              <a:gd name="connsiteX4" fmla="*/ 1143914 w 2014736"/>
              <a:gd name="connsiteY4" fmla="*/ 1150755 h 1386476"/>
              <a:gd name="connsiteX5" fmla="*/ 1192405 w 2014736"/>
              <a:gd name="connsiteY5" fmla="*/ 718003 h 1386476"/>
              <a:gd name="connsiteX6" fmla="*/ 1048309 w 2014736"/>
              <a:gd name="connsiteY6" fmla="*/ 485017 h 1386476"/>
              <a:gd name="connsiteX7" fmla="*/ 812858 w 2014736"/>
              <a:gd name="connsiteY7" fmla="*/ 379552 h 1386476"/>
              <a:gd name="connsiteX8" fmla="*/ 440252 w 2014736"/>
              <a:gd name="connsiteY8" fmla="*/ 437524 h 1386476"/>
              <a:gd name="connsiteX9" fmla="*/ 0 w 2014736"/>
              <a:gd name="connsiteY9" fmla="*/ 0 h 1386476"/>
              <a:gd name="connsiteX0" fmla="*/ 1942343 w 2014736"/>
              <a:gd name="connsiteY0" fmla="*/ 150905 h 1386476"/>
              <a:gd name="connsiteX1" fmla="*/ 2005178 w 2014736"/>
              <a:gd name="connsiteY1" fmla="*/ 791821 h 1386476"/>
              <a:gd name="connsiteX2" fmla="*/ 1659352 w 2014736"/>
              <a:gd name="connsiteY2" fmla="*/ 1346714 h 1386476"/>
              <a:gd name="connsiteX3" fmla="*/ 1269138 w 2014736"/>
              <a:gd name="connsiteY3" fmla="*/ 1320911 h 1386476"/>
              <a:gd name="connsiteX4" fmla="*/ 1143914 w 2014736"/>
              <a:gd name="connsiteY4" fmla="*/ 1150755 h 1386476"/>
              <a:gd name="connsiteX5" fmla="*/ 1192405 w 2014736"/>
              <a:gd name="connsiteY5" fmla="*/ 718003 h 1386476"/>
              <a:gd name="connsiteX6" fmla="*/ 1048309 w 2014736"/>
              <a:gd name="connsiteY6" fmla="*/ 485017 h 1386476"/>
              <a:gd name="connsiteX7" fmla="*/ 775627 w 2014736"/>
              <a:gd name="connsiteY7" fmla="*/ 446385 h 1386476"/>
              <a:gd name="connsiteX8" fmla="*/ 440252 w 2014736"/>
              <a:gd name="connsiteY8" fmla="*/ 437524 h 1386476"/>
              <a:gd name="connsiteX9" fmla="*/ 0 w 2014736"/>
              <a:gd name="connsiteY9" fmla="*/ 0 h 1386476"/>
              <a:gd name="connsiteX0" fmla="*/ 1942343 w 2024301"/>
              <a:gd name="connsiteY0" fmla="*/ 150905 h 1386476"/>
              <a:gd name="connsiteX1" fmla="*/ 1975580 w 2024301"/>
              <a:gd name="connsiteY1" fmla="*/ 390506 h 1386476"/>
              <a:gd name="connsiteX2" fmla="*/ 2005178 w 2024301"/>
              <a:gd name="connsiteY2" fmla="*/ 791821 h 1386476"/>
              <a:gd name="connsiteX3" fmla="*/ 1659352 w 2024301"/>
              <a:gd name="connsiteY3" fmla="*/ 1346714 h 1386476"/>
              <a:gd name="connsiteX4" fmla="*/ 1269138 w 2024301"/>
              <a:gd name="connsiteY4" fmla="*/ 1320911 h 1386476"/>
              <a:gd name="connsiteX5" fmla="*/ 1143914 w 2024301"/>
              <a:gd name="connsiteY5" fmla="*/ 1150755 h 1386476"/>
              <a:gd name="connsiteX6" fmla="*/ 1192405 w 2024301"/>
              <a:gd name="connsiteY6" fmla="*/ 718003 h 1386476"/>
              <a:gd name="connsiteX7" fmla="*/ 1048309 w 2024301"/>
              <a:gd name="connsiteY7" fmla="*/ 485017 h 1386476"/>
              <a:gd name="connsiteX8" fmla="*/ 775627 w 2024301"/>
              <a:gd name="connsiteY8" fmla="*/ 446385 h 1386476"/>
              <a:gd name="connsiteX9" fmla="*/ 440252 w 2024301"/>
              <a:gd name="connsiteY9" fmla="*/ 437524 h 1386476"/>
              <a:gd name="connsiteX10" fmla="*/ 0 w 2024301"/>
              <a:gd name="connsiteY10" fmla="*/ 0 h 1386476"/>
              <a:gd name="connsiteX0" fmla="*/ 2663069 w 2663069"/>
              <a:gd name="connsiteY0" fmla="*/ 0 h 2168660"/>
              <a:gd name="connsiteX1" fmla="*/ 1975580 w 2663069"/>
              <a:gd name="connsiteY1" fmla="*/ 1172690 h 2168660"/>
              <a:gd name="connsiteX2" fmla="*/ 2005178 w 2663069"/>
              <a:gd name="connsiteY2" fmla="*/ 1574005 h 2168660"/>
              <a:gd name="connsiteX3" fmla="*/ 1659352 w 2663069"/>
              <a:gd name="connsiteY3" fmla="*/ 2128898 h 2168660"/>
              <a:gd name="connsiteX4" fmla="*/ 1269138 w 2663069"/>
              <a:gd name="connsiteY4" fmla="*/ 2103095 h 2168660"/>
              <a:gd name="connsiteX5" fmla="*/ 1143914 w 2663069"/>
              <a:gd name="connsiteY5" fmla="*/ 1932939 h 2168660"/>
              <a:gd name="connsiteX6" fmla="*/ 1192405 w 2663069"/>
              <a:gd name="connsiteY6" fmla="*/ 1500187 h 2168660"/>
              <a:gd name="connsiteX7" fmla="*/ 1048309 w 2663069"/>
              <a:gd name="connsiteY7" fmla="*/ 1267201 h 2168660"/>
              <a:gd name="connsiteX8" fmla="*/ 775627 w 2663069"/>
              <a:gd name="connsiteY8" fmla="*/ 1228569 h 2168660"/>
              <a:gd name="connsiteX9" fmla="*/ 440252 w 2663069"/>
              <a:gd name="connsiteY9" fmla="*/ 1219708 h 2168660"/>
              <a:gd name="connsiteX10" fmla="*/ 0 w 2663069"/>
              <a:gd name="connsiteY10" fmla="*/ 782184 h 2168660"/>
              <a:gd name="connsiteX0" fmla="*/ 2663069 w 2663069"/>
              <a:gd name="connsiteY0" fmla="*/ 0 h 2168660"/>
              <a:gd name="connsiteX1" fmla="*/ 2487423 w 2663069"/>
              <a:gd name="connsiteY1" fmla="*/ 465587 h 2168660"/>
              <a:gd name="connsiteX2" fmla="*/ 1975580 w 2663069"/>
              <a:gd name="connsiteY2" fmla="*/ 1172690 h 2168660"/>
              <a:gd name="connsiteX3" fmla="*/ 2005178 w 2663069"/>
              <a:gd name="connsiteY3" fmla="*/ 1574005 h 2168660"/>
              <a:gd name="connsiteX4" fmla="*/ 1659352 w 2663069"/>
              <a:gd name="connsiteY4" fmla="*/ 2128898 h 2168660"/>
              <a:gd name="connsiteX5" fmla="*/ 1269138 w 2663069"/>
              <a:gd name="connsiteY5" fmla="*/ 2103095 h 2168660"/>
              <a:gd name="connsiteX6" fmla="*/ 1143914 w 2663069"/>
              <a:gd name="connsiteY6" fmla="*/ 1932939 h 2168660"/>
              <a:gd name="connsiteX7" fmla="*/ 1192405 w 2663069"/>
              <a:gd name="connsiteY7" fmla="*/ 1500187 h 2168660"/>
              <a:gd name="connsiteX8" fmla="*/ 1048309 w 2663069"/>
              <a:gd name="connsiteY8" fmla="*/ 1267201 h 2168660"/>
              <a:gd name="connsiteX9" fmla="*/ 775627 w 2663069"/>
              <a:gd name="connsiteY9" fmla="*/ 1228569 h 2168660"/>
              <a:gd name="connsiteX10" fmla="*/ 440252 w 2663069"/>
              <a:gd name="connsiteY10" fmla="*/ 1219708 h 2168660"/>
              <a:gd name="connsiteX11" fmla="*/ 0 w 2663069"/>
              <a:gd name="connsiteY11" fmla="*/ 782184 h 2168660"/>
              <a:gd name="connsiteX0" fmla="*/ 2663069 w 2663069"/>
              <a:gd name="connsiteY0" fmla="*/ 0 h 2168660"/>
              <a:gd name="connsiteX1" fmla="*/ 2487423 w 2663069"/>
              <a:gd name="connsiteY1" fmla="*/ 465587 h 2168660"/>
              <a:gd name="connsiteX2" fmla="*/ 2002630 w 2663069"/>
              <a:gd name="connsiteY2" fmla="*/ 862163 h 2168660"/>
              <a:gd name="connsiteX3" fmla="*/ 2005178 w 2663069"/>
              <a:gd name="connsiteY3" fmla="*/ 1574005 h 2168660"/>
              <a:gd name="connsiteX4" fmla="*/ 1659352 w 2663069"/>
              <a:gd name="connsiteY4" fmla="*/ 2128898 h 2168660"/>
              <a:gd name="connsiteX5" fmla="*/ 1269138 w 2663069"/>
              <a:gd name="connsiteY5" fmla="*/ 2103095 h 2168660"/>
              <a:gd name="connsiteX6" fmla="*/ 1143914 w 2663069"/>
              <a:gd name="connsiteY6" fmla="*/ 1932939 h 2168660"/>
              <a:gd name="connsiteX7" fmla="*/ 1192405 w 2663069"/>
              <a:gd name="connsiteY7" fmla="*/ 1500187 h 2168660"/>
              <a:gd name="connsiteX8" fmla="*/ 1048309 w 2663069"/>
              <a:gd name="connsiteY8" fmla="*/ 1267201 h 2168660"/>
              <a:gd name="connsiteX9" fmla="*/ 775627 w 2663069"/>
              <a:gd name="connsiteY9" fmla="*/ 1228569 h 2168660"/>
              <a:gd name="connsiteX10" fmla="*/ 440252 w 2663069"/>
              <a:gd name="connsiteY10" fmla="*/ 1219708 h 2168660"/>
              <a:gd name="connsiteX11" fmla="*/ 0 w 2663069"/>
              <a:gd name="connsiteY11" fmla="*/ 782184 h 2168660"/>
              <a:gd name="connsiteX0" fmla="*/ 2722900 w 2722900"/>
              <a:gd name="connsiteY0" fmla="*/ 0 h 2031794"/>
              <a:gd name="connsiteX1" fmla="*/ 2487423 w 2722900"/>
              <a:gd name="connsiteY1" fmla="*/ 328721 h 2031794"/>
              <a:gd name="connsiteX2" fmla="*/ 2002630 w 2722900"/>
              <a:gd name="connsiteY2" fmla="*/ 725297 h 2031794"/>
              <a:gd name="connsiteX3" fmla="*/ 2005178 w 2722900"/>
              <a:gd name="connsiteY3" fmla="*/ 1437139 h 2031794"/>
              <a:gd name="connsiteX4" fmla="*/ 1659352 w 2722900"/>
              <a:gd name="connsiteY4" fmla="*/ 1992032 h 2031794"/>
              <a:gd name="connsiteX5" fmla="*/ 1269138 w 2722900"/>
              <a:gd name="connsiteY5" fmla="*/ 1966229 h 2031794"/>
              <a:gd name="connsiteX6" fmla="*/ 1143914 w 2722900"/>
              <a:gd name="connsiteY6" fmla="*/ 1796073 h 2031794"/>
              <a:gd name="connsiteX7" fmla="*/ 1192405 w 2722900"/>
              <a:gd name="connsiteY7" fmla="*/ 1363321 h 2031794"/>
              <a:gd name="connsiteX8" fmla="*/ 1048309 w 2722900"/>
              <a:gd name="connsiteY8" fmla="*/ 1130335 h 2031794"/>
              <a:gd name="connsiteX9" fmla="*/ 775627 w 2722900"/>
              <a:gd name="connsiteY9" fmla="*/ 1091703 h 2031794"/>
              <a:gd name="connsiteX10" fmla="*/ 440252 w 2722900"/>
              <a:gd name="connsiteY10" fmla="*/ 1082842 h 2031794"/>
              <a:gd name="connsiteX11" fmla="*/ 0 w 2722900"/>
              <a:gd name="connsiteY11" fmla="*/ 645318 h 2031794"/>
              <a:gd name="connsiteX0" fmla="*/ 2282648 w 2282648"/>
              <a:gd name="connsiteY0" fmla="*/ 0 h 2031794"/>
              <a:gd name="connsiteX1" fmla="*/ 2047171 w 2282648"/>
              <a:gd name="connsiteY1" fmla="*/ 328721 h 2031794"/>
              <a:gd name="connsiteX2" fmla="*/ 1562378 w 2282648"/>
              <a:gd name="connsiteY2" fmla="*/ 725297 h 2031794"/>
              <a:gd name="connsiteX3" fmla="*/ 1564926 w 2282648"/>
              <a:gd name="connsiteY3" fmla="*/ 1437139 h 2031794"/>
              <a:gd name="connsiteX4" fmla="*/ 1219100 w 2282648"/>
              <a:gd name="connsiteY4" fmla="*/ 1992032 h 2031794"/>
              <a:gd name="connsiteX5" fmla="*/ 828886 w 2282648"/>
              <a:gd name="connsiteY5" fmla="*/ 1966229 h 2031794"/>
              <a:gd name="connsiteX6" fmla="*/ 703662 w 2282648"/>
              <a:gd name="connsiteY6" fmla="*/ 1796073 h 2031794"/>
              <a:gd name="connsiteX7" fmla="*/ 752153 w 2282648"/>
              <a:gd name="connsiteY7" fmla="*/ 1363321 h 2031794"/>
              <a:gd name="connsiteX8" fmla="*/ 608057 w 2282648"/>
              <a:gd name="connsiteY8" fmla="*/ 1130335 h 2031794"/>
              <a:gd name="connsiteX9" fmla="*/ 335375 w 2282648"/>
              <a:gd name="connsiteY9" fmla="*/ 1091703 h 2031794"/>
              <a:gd name="connsiteX10" fmla="*/ 0 w 2282648"/>
              <a:gd name="connsiteY10" fmla="*/ 1082842 h 2031794"/>
              <a:gd name="connsiteX0" fmla="*/ 1947273 w 1947273"/>
              <a:gd name="connsiteY0" fmla="*/ 0 h 2031794"/>
              <a:gd name="connsiteX1" fmla="*/ 1711796 w 1947273"/>
              <a:gd name="connsiteY1" fmla="*/ 328721 h 2031794"/>
              <a:gd name="connsiteX2" fmla="*/ 1227003 w 1947273"/>
              <a:gd name="connsiteY2" fmla="*/ 725297 h 2031794"/>
              <a:gd name="connsiteX3" fmla="*/ 1229551 w 1947273"/>
              <a:gd name="connsiteY3" fmla="*/ 1437139 h 2031794"/>
              <a:gd name="connsiteX4" fmla="*/ 883725 w 1947273"/>
              <a:gd name="connsiteY4" fmla="*/ 1992032 h 2031794"/>
              <a:gd name="connsiteX5" fmla="*/ 493511 w 1947273"/>
              <a:gd name="connsiteY5" fmla="*/ 1966229 h 2031794"/>
              <a:gd name="connsiteX6" fmla="*/ 368287 w 1947273"/>
              <a:gd name="connsiteY6" fmla="*/ 1796073 h 2031794"/>
              <a:gd name="connsiteX7" fmla="*/ 416778 w 1947273"/>
              <a:gd name="connsiteY7" fmla="*/ 1363321 h 2031794"/>
              <a:gd name="connsiteX8" fmla="*/ 272682 w 1947273"/>
              <a:gd name="connsiteY8" fmla="*/ 1130335 h 2031794"/>
              <a:gd name="connsiteX9" fmla="*/ 0 w 1947273"/>
              <a:gd name="connsiteY9" fmla="*/ 1091703 h 2031794"/>
              <a:gd name="connsiteX0" fmla="*/ 1674591 w 1674591"/>
              <a:gd name="connsiteY0" fmla="*/ 0 h 2031794"/>
              <a:gd name="connsiteX1" fmla="*/ 1439114 w 1674591"/>
              <a:gd name="connsiteY1" fmla="*/ 328721 h 2031794"/>
              <a:gd name="connsiteX2" fmla="*/ 954321 w 1674591"/>
              <a:gd name="connsiteY2" fmla="*/ 725297 h 2031794"/>
              <a:gd name="connsiteX3" fmla="*/ 956869 w 1674591"/>
              <a:gd name="connsiteY3" fmla="*/ 1437139 h 2031794"/>
              <a:gd name="connsiteX4" fmla="*/ 611043 w 1674591"/>
              <a:gd name="connsiteY4" fmla="*/ 1992032 h 2031794"/>
              <a:gd name="connsiteX5" fmla="*/ 220829 w 1674591"/>
              <a:gd name="connsiteY5" fmla="*/ 1966229 h 2031794"/>
              <a:gd name="connsiteX6" fmla="*/ 95605 w 1674591"/>
              <a:gd name="connsiteY6" fmla="*/ 1796073 h 2031794"/>
              <a:gd name="connsiteX7" fmla="*/ 144096 w 1674591"/>
              <a:gd name="connsiteY7" fmla="*/ 1363321 h 2031794"/>
              <a:gd name="connsiteX8" fmla="*/ 0 w 1674591"/>
              <a:gd name="connsiteY8" fmla="*/ 1130335 h 2031794"/>
              <a:gd name="connsiteX0" fmla="*/ 1742730 w 1742730"/>
              <a:gd name="connsiteY0" fmla="*/ 0 h 2031794"/>
              <a:gd name="connsiteX1" fmla="*/ 1507253 w 1742730"/>
              <a:gd name="connsiteY1" fmla="*/ 328721 h 2031794"/>
              <a:gd name="connsiteX2" fmla="*/ 1022460 w 1742730"/>
              <a:gd name="connsiteY2" fmla="*/ 725297 h 2031794"/>
              <a:gd name="connsiteX3" fmla="*/ 1025008 w 1742730"/>
              <a:gd name="connsiteY3" fmla="*/ 1437139 h 2031794"/>
              <a:gd name="connsiteX4" fmla="*/ 679182 w 1742730"/>
              <a:gd name="connsiteY4" fmla="*/ 1992032 h 2031794"/>
              <a:gd name="connsiteX5" fmla="*/ 288968 w 1742730"/>
              <a:gd name="connsiteY5" fmla="*/ 1966229 h 2031794"/>
              <a:gd name="connsiteX6" fmla="*/ 163744 w 1742730"/>
              <a:gd name="connsiteY6" fmla="*/ 1796073 h 2031794"/>
              <a:gd name="connsiteX7" fmla="*/ 212235 w 1742730"/>
              <a:gd name="connsiteY7" fmla="*/ 1363321 h 2031794"/>
              <a:gd name="connsiteX8" fmla="*/ 0 w 1742730"/>
              <a:gd name="connsiteY8" fmla="*/ 1102694 h 2031794"/>
              <a:gd name="connsiteX0" fmla="*/ 1742730 w 1742730"/>
              <a:gd name="connsiteY0" fmla="*/ 0 h 2031794"/>
              <a:gd name="connsiteX1" fmla="*/ 1507253 w 1742730"/>
              <a:gd name="connsiteY1" fmla="*/ 328721 h 2031794"/>
              <a:gd name="connsiteX2" fmla="*/ 1022460 w 1742730"/>
              <a:gd name="connsiteY2" fmla="*/ 725297 h 2031794"/>
              <a:gd name="connsiteX3" fmla="*/ 1025008 w 1742730"/>
              <a:gd name="connsiteY3" fmla="*/ 1437139 h 2031794"/>
              <a:gd name="connsiteX4" fmla="*/ 679182 w 1742730"/>
              <a:gd name="connsiteY4" fmla="*/ 1992032 h 2031794"/>
              <a:gd name="connsiteX5" fmla="*/ 288968 w 1742730"/>
              <a:gd name="connsiteY5" fmla="*/ 1966229 h 2031794"/>
              <a:gd name="connsiteX6" fmla="*/ 163744 w 1742730"/>
              <a:gd name="connsiteY6" fmla="*/ 1796073 h 2031794"/>
              <a:gd name="connsiteX7" fmla="*/ 212235 w 1742730"/>
              <a:gd name="connsiteY7" fmla="*/ 1363321 h 2031794"/>
              <a:gd name="connsiteX8" fmla="*/ 0 w 1742730"/>
              <a:gd name="connsiteY8" fmla="*/ 1102694 h 2031794"/>
              <a:gd name="connsiteX0" fmla="*/ 1742730 w 1742730"/>
              <a:gd name="connsiteY0" fmla="*/ 0 h 2031794"/>
              <a:gd name="connsiteX1" fmla="*/ 1601961 w 1742730"/>
              <a:gd name="connsiteY1" fmla="*/ 86001 h 2031794"/>
              <a:gd name="connsiteX2" fmla="*/ 1507253 w 1742730"/>
              <a:gd name="connsiteY2" fmla="*/ 328721 h 2031794"/>
              <a:gd name="connsiteX3" fmla="*/ 1022460 w 1742730"/>
              <a:gd name="connsiteY3" fmla="*/ 725297 h 2031794"/>
              <a:gd name="connsiteX4" fmla="*/ 1025008 w 1742730"/>
              <a:gd name="connsiteY4" fmla="*/ 1437139 h 2031794"/>
              <a:gd name="connsiteX5" fmla="*/ 679182 w 1742730"/>
              <a:gd name="connsiteY5" fmla="*/ 1992032 h 2031794"/>
              <a:gd name="connsiteX6" fmla="*/ 288968 w 1742730"/>
              <a:gd name="connsiteY6" fmla="*/ 1966229 h 2031794"/>
              <a:gd name="connsiteX7" fmla="*/ 163744 w 1742730"/>
              <a:gd name="connsiteY7" fmla="*/ 1796073 h 2031794"/>
              <a:gd name="connsiteX8" fmla="*/ 212235 w 1742730"/>
              <a:gd name="connsiteY8" fmla="*/ 1363321 h 2031794"/>
              <a:gd name="connsiteX9" fmla="*/ 0 w 1742730"/>
              <a:gd name="connsiteY9" fmla="*/ 1102694 h 2031794"/>
              <a:gd name="connsiteX0" fmla="*/ 1423360 w 1606373"/>
              <a:gd name="connsiteY0" fmla="*/ 0 h 2717447"/>
              <a:gd name="connsiteX1" fmla="*/ 1601961 w 1606373"/>
              <a:gd name="connsiteY1" fmla="*/ 771654 h 2717447"/>
              <a:gd name="connsiteX2" fmla="*/ 1507253 w 1606373"/>
              <a:gd name="connsiteY2" fmla="*/ 1014374 h 2717447"/>
              <a:gd name="connsiteX3" fmla="*/ 1022460 w 1606373"/>
              <a:gd name="connsiteY3" fmla="*/ 1410950 h 2717447"/>
              <a:gd name="connsiteX4" fmla="*/ 1025008 w 1606373"/>
              <a:gd name="connsiteY4" fmla="*/ 2122792 h 2717447"/>
              <a:gd name="connsiteX5" fmla="*/ 679182 w 1606373"/>
              <a:gd name="connsiteY5" fmla="*/ 2677685 h 2717447"/>
              <a:gd name="connsiteX6" fmla="*/ 288968 w 1606373"/>
              <a:gd name="connsiteY6" fmla="*/ 2651882 h 2717447"/>
              <a:gd name="connsiteX7" fmla="*/ 163744 w 1606373"/>
              <a:gd name="connsiteY7" fmla="*/ 2481726 h 2717447"/>
              <a:gd name="connsiteX8" fmla="*/ 212235 w 1606373"/>
              <a:gd name="connsiteY8" fmla="*/ 2048974 h 2717447"/>
              <a:gd name="connsiteX9" fmla="*/ 0 w 1606373"/>
              <a:gd name="connsiteY9" fmla="*/ 1788347 h 2717447"/>
              <a:gd name="connsiteX0" fmla="*/ 1423360 w 1637418"/>
              <a:gd name="connsiteY0" fmla="*/ 0 h 2717447"/>
              <a:gd name="connsiteX1" fmla="*/ 1633481 w 1637418"/>
              <a:gd name="connsiteY1" fmla="*/ 673222 h 2717447"/>
              <a:gd name="connsiteX2" fmla="*/ 1507253 w 1637418"/>
              <a:gd name="connsiteY2" fmla="*/ 1014374 h 2717447"/>
              <a:gd name="connsiteX3" fmla="*/ 1022460 w 1637418"/>
              <a:gd name="connsiteY3" fmla="*/ 1410950 h 2717447"/>
              <a:gd name="connsiteX4" fmla="*/ 1025008 w 1637418"/>
              <a:gd name="connsiteY4" fmla="*/ 2122792 h 2717447"/>
              <a:gd name="connsiteX5" fmla="*/ 679182 w 1637418"/>
              <a:gd name="connsiteY5" fmla="*/ 2677685 h 2717447"/>
              <a:gd name="connsiteX6" fmla="*/ 288968 w 1637418"/>
              <a:gd name="connsiteY6" fmla="*/ 2651882 h 2717447"/>
              <a:gd name="connsiteX7" fmla="*/ 163744 w 1637418"/>
              <a:gd name="connsiteY7" fmla="*/ 2481726 h 2717447"/>
              <a:gd name="connsiteX8" fmla="*/ 212235 w 1637418"/>
              <a:gd name="connsiteY8" fmla="*/ 2048974 h 2717447"/>
              <a:gd name="connsiteX9" fmla="*/ 0 w 1637418"/>
              <a:gd name="connsiteY9" fmla="*/ 1788347 h 2717447"/>
              <a:gd name="connsiteX0" fmla="*/ 1423360 w 1633481"/>
              <a:gd name="connsiteY0" fmla="*/ 0 h 2717447"/>
              <a:gd name="connsiteX1" fmla="*/ 1633481 w 1633481"/>
              <a:gd name="connsiteY1" fmla="*/ 673222 h 2717447"/>
              <a:gd name="connsiteX2" fmla="*/ 1507253 w 1633481"/>
              <a:gd name="connsiteY2" fmla="*/ 1014374 h 2717447"/>
              <a:gd name="connsiteX3" fmla="*/ 1022460 w 1633481"/>
              <a:gd name="connsiteY3" fmla="*/ 1410950 h 2717447"/>
              <a:gd name="connsiteX4" fmla="*/ 1025008 w 1633481"/>
              <a:gd name="connsiteY4" fmla="*/ 2122792 h 2717447"/>
              <a:gd name="connsiteX5" fmla="*/ 679182 w 1633481"/>
              <a:gd name="connsiteY5" fmla="*/ 2677685 h 2717447"/>
              <a:gd name="connsiteX6" fmla="*/ 288968 w 1633481"/>
              <a:gd name="connsiteY6" fmla="*/ 2651882 h 2717447"/>
              <a:gd name="connsiteX7" fmla="*/ 163744 w 1633481"/>
              <a:gd name="connsiteY7" fmla="*/ 2481726 h 2717447"/>
              <a:gd name="connsiteX8" fmla="*/ 212235 w 1633481"/>
              <a:gd name="connsiteY8" fmla="*/ 2048974 h 2717447"/>
              <a:gd name="connsiteX9" fmla="*/ 0 w 1633481"/>
              <a:gd name="connsiteY9" fmla="*/ 1788347 h 2717447"/>
              <a:gd name="connsiteX0" fmla="*/ 1423360 w 1636395"/>
              <a:gd name="connsiteY0" fmla="*/ 0 h 2717447"/>
              <a:gd name="connsiteX1" fmla="*/ 1633481 w 1636395"/>
              <a:gd name="connsiteY1" fmla="*/ 673222 h 2717447"/>
              <a:gd name="connsiteX2" fmla="*/ 1507253 w 1636395"/>
              <a:gd name="connsiteY2" fmla="*/ 1014374 h 2717447"/>
              <a:gd name="connsiteX3" fmla="*/ 1022460 w 1636395"/>
              <a:gd name="connsiteY3" fmla="*/ 1410950 h 2717447"/>
              <a:gd name="connsiteX4" fmla="*/ 1025008 w 1636395"/>
              <a:gd name="connsiteY4" fmla="*/ 2122792 h 2717447"/>
              <a:gd name="connsiteX5" fmla="*/ 679182 w 1636395"/>
              <a:gd name="connsiteY5" fmla="*/ 2677685 h 2717447"/>
              <a:gd name="connsiteX6" fmla="*/ 288968 w 1636395"/>
              <a:gd name="connsiteY6" fmla="*/ 2651882 h 2717447"/>
              <a:gd name="connsiteX7" fmla="*/ 163744 w 1636395"/>
              <a:gd name="connsiteY7" fmla="*/ 2481726 h 2717447"/>
              <a:gd name="connsiteX8" fmla="*/ 212235 w 1636395"/>
              <a:gd name="connsiteY8" fmla="*/ 2048974 h 2717447"/>
              <a:gd name="connsiteX9" fmla="*/ 0 w 1636395"/>
              <a:gd name="connsiteY9" fmla="*/ 1788347 h 2717447"/>
              <a:gd name="connsiteX0" fmla="*/ 1331201 w 1636395"/>
              <a:gd name="connsiteY0" fmla="*/ 0 h 2622977"/>
              <a:gd name="connsiteX1" fmla="*/ 1633481 w 1636395"/>
              <a:gd name="connsiteY1" fmla="*/ 578752 h 2622977"/>
              <a:gd name="connsiteX2" fmla="*/ 1507253 w 1636395"/>
              <a:gd name="connsiteY2" fmla="*/ 919904 h 2622977"/>
              <a:gd name="connsiteX3" fmla="*/ 1022460 w 1636395"/>
              <a:gd name="connsiteY3" fmla="*/ 1316480 h 2622977"/>
              <a:gd name="connsiteX4" fmla="*/ 1025008 w 1636395"/>
              <a:gd name="connsiteY4" fmla="*/ 2028322 h 2622977"/>
              <a:gd name="connsiteX5" fmla="*/ 679182 w 1636395"/>
              <a:gd name="connsiteY5" fmla="*/ 2583215 h 2622977"/>
              <a:gd name="connsiteX6" fmla="*/ 288968 w 1636395"/>
              <a:gd name="connsiteY6" fmla="*/ 2557412 h 2622977"/>
              <a:gd name="connsiteX7" fmla="*/ 163744 w 1636395"/>
              <a:gd name="connsiteY7" fmla="*/ 2387256 h 2622977"/>
              <a:gd name="connsiteX8" fmla="*/ 212235 w 1636395"/>
              <a:gd name="connsiteY8" fmla="*/ 1954504 h 2622977"/>
              <a:gd name="connsiteX9" fmla="*/ 0 w 1636395"/>
              <a:gd name="connsiteY9" fmla="*/ 1693877 h 2622977"/>
              <a:gd name="connsiteX0" fmla="*/ 1331201 w 1597186"/>
              <a:gd name="connsiteY0" fmla="*/ 0 h 2622977"/>
              <a:gd name="connsiteX1" fmla="*/ 1589274 w 1597186"/>
              <a:gd name="connsiteY1" fmla="*/ 501655 h 2622977"/>
              <a:gd name="connsiteX2" fmla="*/ 1507253 w 1597186"/>
              <a:gd name="connsiteY2" fmla="*/ 919904 h 2622977"/>
              <a:gd name="connsiteX3" fmla="*/ 1022460 w 1597186"/>
              <a:gd name="connsiteY3" fmla="*/ 1316480 h 2622977"/>
              <a:gd name="connsiteX4" fmla="*/ 1025008 w 1597186"/>
              <a:gd name="connsiteY4" fmla="*/ 2028322 h 2622977"/>
              <a:gd name="connsiteX5" fmla="*/ 679182 w 1597186"/>
              <a:gd name="connsiteY5" fmla="*/ 2583215 h 2622977"/>
              <a:gd name="connsiteX6" fmla="*/ 288968 w 1597186"/>
              <a:gd name="connsiteY6" fmla="*/ 2557412 h 2622977"/>
              <a:gd name="connsiteX7" fmla="*/ 163744 w 1597186"/>
              <a:gd name="connsiteY7" fmla="*/ 2387256 h 2622977"/>
              <a:gd name="connsiteX8" fmla="*/ 212235 w 1597186"/>
              <a:gd name="connsiteY8" fmla="*/ 1954504 h 2622977"/>
              <a:gd name="connsiteX9" fmla="*/ 0 w 1597186"/>
              <a:gd name="connsiteY9" fmla="*/ 1693877 h 2622977"/>
              <a:gd name="connsiteX0" fmla="*/ 1331201 w 1597186"/>
              <a:gd name="connsiteY0" fmla="*/ 0 h 2622977"/>
              <a:gd name="connsiteX1" fmla="*/ 1556756 w 1597186"/>
              <a:gd name="connsiteY1" fmla="*/ 92808 h 2622977"/>
              <a:gd name="connsiteX2" fmla="*/ 1589274 w 1597186"/>
              <a:gd name="connsiteY2" fmla="*/ 501655 h 2622977"/>
              <a:gd name="connsiteX3" fmla="*/ 1507253 w 1597186"/>
              <a:gd name="connsiteY3" fmla="*/ 919904 h 2622977"/>
              <a:gd name="connsiteX4" fmla="*/ 1022460 w 1597186"/>
              <a:gd name="connsiteY4" fmla="*/ 1316480 h 2622977"/>
              <a:gd name="connsiteX5" fmla="*/ 1025008 w 1597186"/>
              <a:gd name="connsiteY5" fmla="*/ 2028322 h 2622977"/>
              <a:gd name="connsiteX6" fmla="*/ 679182 w 1597186"/>
              <a:gd name="connsiteY6" fmla="*/ 2583215 h 2622977"/>
              <a:gd name="connsiteX7" fmla="*/ 288968 w 1597186"/>
              <a:gd name="connsiteY7" fmla="*/ 2557412 h 2622977"/>
              <a:gd name="connsiteX8" fmla="*/ 163744 w 1597186"/>
              <a:gd name="connsiteY8" fmla="*/ 2387256 h 2622977"/>
              <a:gd name="connsiteX9" fmla="*/ 212235 w 1597186"/>
              <a:gd name="connsiteY9" fmla="*/ 1954504 h 2622977"/>
              <a:gd name="connsiteX10" fmla="*/ 0 w 1597186"/>
              <a:gd name="connsiteY10" fmla="*/ 1693877 h 2622977"/>
              <a:gd name="connsiteX0" fmla="*/ 1442904 w 1597186"/>
              <a:gd name="connsiteY0" fmla="*/ 0 h 2722303"/>
              <a:gd name="connsiteX1" fmla="*/ 1556756 w 1597186"/>
              <a:gd name="connsiteY1" fmla="*/ 192134 h 2722303"/>
              <a:gd name="connsiteX2" fmla="*/ 1589274 w 1597186"/>
              <a:gd name="connsiteY2" fmla="*/ 600981 h 2722303"/>
              <a:gd name="connsiteX3" fmla="*/ 1507253 w 1597186"/>
              <a:gd name="connsiteY3" fmla="*/ 1019230 h 2722303"/>
              <a:gd name="connsiteX4" fmla="*/ 1022460 w 1597186"/>
              <a:gd name="connsiteY4" fmla="*/ 1415806 h 2722303"/>
              <a:gd name="connsiteX5" fmla="*/ 1025008 w 1597186"/>
              <a:gd name="connsiteY5" fmla="*/ 2127648 h 2722303"/>
              <a:gd name="connsiteX6" fmla="*/ 679182 w 1597186"/>
              <a:gd name="connsiteY6" fmla="*/ 2682541 h 2722303"/>
              <a:gd name="connsiteX7" fmla="*/ 288968 w 1597186"/>
              <a:gd name="connsiteY7" fmla="*/ 2656738 h 2722303"/>
              <a:gd name="connsiteX8" fmla="*/ 163744 w 1597186"/>
              <a:gd name="connsiteY8" fmla="*/ 2486582 h 2722303"/>
              <a:gd name="connsiteX9" fmla="*/ 212235 w 1597186"/>
              <a:gd name="connsiteY9" fmla="*/ 2053830 h 2722303"/>
              <a:gd name="connsiteX10" fmla="*/ 0 w 1597186"/>
              <a:gd name="connsiteY10" fmla="*/ 1793203 h 2722303"/>
              <a:gd name="connsiteX0" fmla="*/ 1442904 w 1597186"/>
              <a:gd name="connsiteY0" fmla="*/ 0 h 2722303"/>
              <a:gd name="connsiteX1" fmla="*/ 1556756 w 1597186"/>
              <a:gd name="connsiteY1" fmla="*/ 192134 h 2722303"/>
              <a:gd name="connsiteX2" fmla="*/ 1589274 w 1597186"/>
              <a:gd name="connsiteY2" fmla="*/ 600981 h 2722303"/>
              <a:gd name="connsiteX3" fmla="*/ 1507253 w 1597186"/>
              <a:gd name="connsiteY3" fmla="*/ 1019230 h 2722303"/>
              <a:gd name="connsiteX4" fmla="*/ 1022460 w 1597186"/>
              <a:gd name="connsiteY4" fmla="*/ 1415806 h 2722303"/>
              <a:gd name="connsiteX5" fmla="*/ 1025008 w 1597186"/>
              <a:gd name="connsiteY5" fmla="*/ 2127648 h 2722303"/>
              <a:gd name="connsiteX6" fmla="*/ 679182 w 1597186"/>
              <a:gd name="connsiteY6" fmla="*/ 2682541 h 2722303"/>
              <a:gd name="connsiteX7" fmla="*/ 288968 w 1597186"/>
              <a:gd name="connsiteY7" fmla="*/ 2656738 h 2722303"/>
              <a:gd name="connsiteX8" fmla="*/ 163744 w 1597186"/>
              <a:gd name="connsiteY8" fmla="*/ 2486582 h 2722303"/>
              <a:gd name="connsiteX9" fmla="*/ 212235 w 1597186"/>
              <a:gd name="connsiteY9" fmla="*/ 2053830 h 2722303"/>
              <a:gd name="connsiteX10" fmla="*/ 0 w 1597186"/>
              <a:gd name="connsiteY10" fmla="*/ 1793203 h 2722303"/>
              <a:gd name="connsiteX0" fmla="*/ 1456794 w 1597186"/>
              <a:gd name="connsiteY0" fmla="*/ 0 h 2754583"/>
              <a:gd name="connsiteX1" fmla="*/ 1556756 w 1597186"/>
              <a:gd name="connsiteY1" fmla="*/ 224414 h 2754583"/>
              <a:gd name="connsiteX2" fmla="*/ 1589274 w 1597186"/>
              <a:gd name="connsiteY2" fmla="*/ 633261 h 2754583"/>
              <a:gd name="connsiteX3" fmla="*/ 1507253 w 1597186"/>
              <a:gd name="connsiteY3" fmla="*/ 1051510 h 2754583"/>
              <a:gd name="connsiteX4" fmla="*/ 1022460 w 1597186"/>
              <a:gd name="connsiteY4" fmla="*/ 1448086 h 2754583"/>
              <a:gd name="connsiteX5" fmla="*/ 1025008 w 1597186"/>
              <a:gd name="connsiteY5" fmla="*/ 2159928 h 2754583"/>
              <a:gd name="connsiteX6" fmla="*/ 679182 w 1597186"/>
              <a:gd name="connsiteY6" fmla="*/ 2714821 h 2754583"/>
              <a:gd name="connsiteX7" fmla="*/ 288968 w 1597186"/>
              <a:gd name="connsiteY7" fmla="*/ 2689018 h 2754583"/>
              <a:gd name="connsiteX8" fmla="*/ 163744 w 1597186"/>
              <a:gd name="connsiteY8" fmla="*/ 2518862 h 2754583"/>
              <a:gd name="connsiteX9" fmla="*/ 212235 w 1597186"/>
              <a:gd name="connsiteY9" fmla="*/ 2086110 h 2754583"/>
              <a:gd name="connsiteX10" fmla="*/ 0 w 1597186"/>
              <a:gd name="connsiteY10" fmla="*/ 1825483 h 2754583"/>
              <a:gd name="connsiteX0" fmla="*/ 1456794 w 1602329"/>
              <a:gd name="connsiteY0" fmla="*/ 0 h 2754583"/>
              <a:gd name="connsiteX1" fmla="*/ 1556756 w 1602329"/>
              <a:gd name="connsiteY1" fmla="*/ 224414 h 2754583"/>
              <a:gd name="connsiteX2" fmla="*/ 1589274 w 1602329"/>
              <a:gd name="connsiteY2" fmla="*/ 633261 h 2754583"/>
              <a:gd name="connsiteX3" fmla="*/ 1507253 w 1602329"/>
              <a:gd name="connsiteY3" fmla="*/ 1051510 h 2754583"/>
              <a:gd name="connsiteX4" fmla="*/ 1022460 w 1602329"/>
              <a:gd name="connsiteY4" fmla="*/ 1448086 h 2754583"/>
              <a:gd name="connsiteX5" fmla="*/ 1025008 w 1602329"/>
              <a:gd name="connsiteY5" fmla="*/ 2159928 h 2754583"/>
              <a:gd name="connsiteX6" fmla="*/ 679182 w 1602329"/>
              <a:gd name="connsiteY6" fmla="*/ 2714821 h 2754583"/>
              <a:gd name="connsiteX7" fmla="*/ 288968 w 1602329"/>
              <a:gd name="connsiteY7" fmla="*/ 2689018 h 2754583"/>
              <a:gd name="connsiteX8" fmla="*/ 163744 w 1602329"/>
              <a:gd name="connsiteY8" fmla="*/ 2518862 h 2754583"/>
              <a:gd name="connsiteX9" fmla="*/ 212235 w 1602329"/>
              <a:gd name="connsiteY9" fmla="*/ 2086110 h 2754583"/>
              <a:gd name="connsiteX10" fmla="*/ 0 w 1602329"/>
              <a:gd name="connsiteY10" fmla="*/ 1825483 h 2754583"/>
              <a:gd name="connsiteX0" fmla="*/ 1456794 w 1602329"/>
              <a:gd name="connsiteY0" fmla="*/ 0 h 2754583"/>
              <a:gd name="connsiteX1" fmla="*/ 1556756 w 1602329"/>
              <a:gd name="connsiteY1" fmla="*/ 224414 h 2754583"/>
              <a:gd name="connsiteX2" fmla="*/ 1589274 w 1602329"/>
              <a:gd name="connsiteY2" fmla="*/ 633261 h 2754583"/>
              <a:gd name="connsiteX3" fmla="*/ 1507253 w 1602329"/>
              <a:gd name="connsiteY3" fmla="*/ 1051510 h 2754583"/>
              <a:gd name="connsiteX4" fmla="*/ 1022460 w 1602329"/>
              <a:gd name="connsiteY4" fmla="*/ 1448086 h 2754583"/>
              <a:gd name="connsiteX5" fmla="*/ 1025008 w 1602329"/>
              <a:gd name="connsiteY5" fmla="*/ 2159928 h 2754583"/>
              <a:gd name="connsiteX6" fmla="*/ 679182 w 1602329"/>
              <a:gd name="connsiteY6" fmla="*/ 2714821 h 2754583"/>
              <a:gd name="connsiteX7" fmla="*/ 288968 w 1602329"/>
              <a:gd name="connsiteY7" fmla="*/ 2689018 h 2754583"/>
              <a:gd name="connsiteX8" fmla="*/ 163744 w 1602329"/>
              <a:gd name="connsiteY8" fmla="*/ 2518862 h 2754583"/>
              <a:gd name="connsiteX9" fmla="*/ 212235 w 1602329"/>
              <a:gd name="connsiteY9" fmla="*/ 2086110 h 2754583"/>
              <a:gd name="connsiteX10" fmla="*/ 0 w 1602329"/>
              <a:gd name="connsiteY10" fmla="*/ 1825483 h 2754583"/>
              <a:gd name="connsiteX0" fmla="*/ 1456794 w 1602329"/>
              <a:gd name="connsiteY0" fmla="*/ 0 h 2754583"/>
              <a:gd name="connsiteX1" fmla="*/ 1556756 w 1602329"/>
              <a:gd name="connsiteY1" fmla="*/ 224414 h 2754583"/>
              <a:gd name="connsiteX2" fmla="*/ 1589274 w 1602329"/>
              <a:gd name="connsiteY2" fmla="*/ 633261 h 2754583"/>
              <a:gd name="connsiteX3" fmla="*/ 1432233 w 1602329"/>
              <a:gd name="connsiteY3" fmla="*/ 1114396 h 2754583"/>
              <a:gd name="connsiteX4" fmla="*/ 1022460 w 1602329"/>
              <a:gd name="connsiteY4" fmla="*/ 1448086 h 2754583"/>
              <a:gd name="connsiteX5" fmla="*/ 1025008 w 1602329"/>
              <a:gd name="connsiteY5" fmla="*/ 2159928 h 2754583"/>
              <a:gd name="connsiteX6" fmla="*/ 679182 w 1602329"/>
              <a:gd name="connsiteY6" fmla="*/ 2714821 h 2754583"/>
              <a:gd name="connsiteX7" fmla="*/ 288968 w 1602329"/>
              <a:gd name="connsiteY7" fmla="*/ 2689018 h 2754583"/>
              <a:gd name="connsiteX8" fmla="*/ 163744 w 1602329"/>
              <a:gd name="connsiteY8" fmla="*/ 2518862 h 2754583"/>
              <a:gd name="connsiteX9" fmla="*/ 212235 w 1602329"/>
              <a:gd name="connsiteY9" fmla="*/ 2086110 h 2754583"/>
              <a:gd name="connsiteX10" fmla="*/ 0 w 1602329"/>
              <a:gd name="connsiteY10" fmla="*/ 1825483 h 2754583"/>
              <a:gd name="connsiteX0" fmla="*/ 1456794 w 1624294"/>
              <a:gd name="connsiteY0" fmla="*/ 0 h 2754583"/>
              <a:gd name="connsiteX1" fmla="*/ 1556756 w 1624294"/>
              <a:gd name="connsiteY1" fmla="*/ 224414 h 2754583"/>
              <a:gd name="connsiteX2" fmla="*/ 1589274 w 1624294"/>
              <a:gd name="connsiteY2" fmla="*/ 633261 h 2754583"/>
              <a:gd name="connsiteX3" fmla="*/ 1432233 w 1624294"/>
              <a:gd name="connsiteY3" fmla="*/ 1114396 h 2754583"/>
              <a:gd name="connsiteX4" fmla="*/ 1022460 w 1624294"/>
              <a:gd name="connsiteY4" fmla="*/ 1448086 h 2754583"/>
              <a:gd name="connsiteX5" fmla="*/ 1025008 w 1624294"/>
              <a:gd name="connsiteY5" fmla="*/ 2159928 h 2754583"/>
              <a:gd name="connsiteX6" fmla="*/ 679182 w 1624294"/>
              <a:gd name="connsiteY6" fmla="*/ 2714821 h 2754583"/>
              <a:gd name="connsiteX7" fmla="*/ 288968 w 1624294"/>
              <a:gd name="connsiteY7" fmla="*/ 2689018 h 2754583"/>
              <a:gd name="connsiteX8" fmla="*/ 163744 w 1624294"/>
              <a:gd name="connsiteY8" fmla="*/ 2518862 h 2754583"/>
              <a:gd name="connsiteX9" fmla="*/ 212235 w 1624294"/>
              <a:gd name="connsiteY9" fmla="*/ 2086110 h 2754583"/>
              <a:gd name="connsiteX10" fmla="*/ 0 w 1624294"/>
              <a:gd name="connsiteY10" fmla="*/ 1825483 h 2754583"/>
              <a:gd name="connsiteX0" fmla="*/ 1456794 w 1637432"/>
              <a:gd name="connsiteY0" fmla="*/ 0 h 2754583"/>
              <a:gd name="connsiteX1" fmla="*/ 1578754 w 1637432"/>
              <a:gd name="connsiteY1" fmla="*/ 227264 h 2754583"/>
              <a:gd name="connsiteX2" fmla="*/ 1589274 w 1637432"/>
              <a:gd name="connsiteY2" fmla="*/ 633261 h 2754583"/>
              <a:gd name="connsiteX3" fmla="*/ 1432233 w 1637432"/>
              <a:gd name="connsiteY3" fmla="*/ 1114396 h 2754583"/>
              <a:gd name="connsiteX4" fmla="*/ 1022460 w 1637432"/>
              <a:gd name="connsiteY4" fmla="*/ 1448086 h 2754583"/>
              <a:gd name="connsiteX5" fmla="*/ 1025008 w 1637432"/>
              <a:gd name="connsiteY5" fmla="*/ 2159928 h 2754583"/>
              <a:gd name="connsiteX6" fmla="*/ 679182 w 1637432"/>
              <a:gd name="connsiteY6" fmla="*/ 2714821 h 2754583"/>
              <a:gd name="connsiteX7" fmla="*/ 288968 w 1637432"/>
              <a:gd name="connsiteY7" fmla="*/ 2689018 h 2754583"/>
              <a:gd name="connsiteX8" fmla="*/ 163744 w 1637432"/>
              <a:gd name="connsiteY8" fmla="*/ 2518862 h 2754583"/>
              <a:gd name="connsiteX9" fmla="*/ 212235 w 1637432"/>
              <a:gd name="connsiteY9" fmla="*/ 2086110 h 2754583"/>
              <a:gd name="connsiteX10" fmla="*/ 0 w 1637432"/>
              <a:gd name="connsiteY10" fmla="*/ 1825483 h 2754583"/>
              <a:gd name="connsiteX0" fmla="*/ 1490846 w 1637432"/>
              <a:gd name="connsiteY0" fmla="*/ 0 h 2808848"/>
              <a:gd name="connsiteX1" fmla="*/ 1578754 w 1637432"/>
              <a:gd name="connsiteY1" fmla="*/ 281529 h 2808848"/>
              <a:gd name="connsiteX2" fmla="*/ 1589274 w 1637432"/>
              <a:gd name="connsiteY2" fmla="*/ 687526 h 2808848"/>
              <a:gd name="connsiteX3" fmla="*/ 1432233 w 1637432"/>
              <a:gd name="connsiteY3" fmla="*/ 1168661 h 2808848"/>
              <a:gd name="connsiteX4" fmla="*/ 1022460 w 1637432"/>
              <a:gd name="connsiteY4" fmla="*/ 1502351 h 2808848"/>
              <a:gd name="connsiteX5" fmla="*/ 1025008 w 1637432"/>
              <a:gd name="connsiteY5" fmla="*/ 2214193 h 2808848"/>
              <a:gd name="connsiteX6" fmla="*/ 679182 w 1637432"/>
              <a:gd name="connsiteY6" fmla="*/ 2769086 h 2808848"/>
              <a:gd name="connsiteX7" fmla="*/ 288968 w 1637432"/>
              <a:gd name="connsiteY7" fmla="*/ 2743283 h 2808848"/>
              <a:gd name="connsiteX8" fmla="*/ 163744 w 1637432"/>
              <a:gd name="connsiteY8" fmla="*/ 2573127 h 2808848"/>
              <a:gd name="connsiteX9" fmla="*/ 212235 w 1637432"/>
              <a:gd name="connsiteY9" fmla="*/ 2140375 h 2808848"/>
              <a:gd name="connsiteX10" fmla="*/ 0 w 1637432"/>
              <a:gd name="connsiteY10" fmla="*/ 1879748 h 2808848"/>
              <a:gd name="connsiteX0" fmla="*/ 1490846 w 1637432"/>
              <a:gd name="connsiteY0" fmla="*/ 0 h 2808848"/>
              <a:gd name="connsiteX1" fmla="*/ 1578754 w 1637432"/>
              <a:gd name="connsiteY1" fmla="*/ 281529 h 2808848"/>
              <a:gd name="connsiteX2" fmla="*/ 1589274 w 1637432"/>
              <a:gd name="connsiteY2" fmla="*/ 687526 h 2808848"/>
              <a:gd name="connsiteX3" fmla="*/ 1432233 w 1637432"/>
              <a:gd name="connsiteY3" fmla="*/ 1168661 h 2808848"/>
              <a:gd name="connsiteX4" fmla="*/ 1022460 w 1637432"/>
              <a:gd name="connsiteY4" fmla="*/ 1502351 h 2808848"/>
              <a:gd name="connsiteX5" fmla="*/ 1025008 w 1637432"/>
              <a:gd name="connsiteY5" fmla="*/ 2214193 h 2808848"/>
              <a:gd name="connsiteX6" fmla="*/ 679182 w 1637432"/>
              <a:gd name="connsiteY6" fmla="*/ 2769086 h 2808848"/>
              <a:gd name="connsiteX7" fmla="*/ 288968 w 1637432"/>
              <a:gd name="connsiteY7" fmla="*/ 2743283 h 2808848"/>
              <a:gd name="connsiteX8" fmla="*/ 163744 w 1637432"/>
              <a:gd name="connsiteY8" fmla="*/ 2573127 h 2808848"/>
              <a:gd name="connsiteX9" fmla="*/ 212235 w 1637432"/>
              <a:gd name="connsiteY9" fmla="*/ 2140375 h 2808848"/>
              <a:gd name="connsiteX10" fmla="*/ 0 w 1637432"/>
              <a:gd name="connsiteY10" fmla="*/ 1879748 h 280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7432" h="2808848">
                <a:moveTo>
                  <a:pt x="1490846" y="0"/>
                </a:moveTo>
                <a:cubicBezTo>
                  <a:pt x="1503439" y="110219"/>
                  <a:pt x="1535742" y="197920"/>
                  <a:pt x="1578754" y="281529"/>
                </a:cubicBezTo>
                <a:cubicBezTo>
                  <a:pt x="1688117" y="403366"/>
                  <a:pt x="1616110" y="506052"/>
                  <a:pt x="1589274" y="687526"/>
                </a:cubicBezTo>
                <a:cubicBezTo>
                  <a:pt x="1560029" y="864827"/>
                  <a:pt x="1534145" y="1071994"/>
                  <a:pt x="1432233" y="1168661"/>
                </a:cubicBezTo>
                <a:cubicBezTo>
                  <a:pt x="1330321" y="1265328"/>
                  <a:pt x="1099245" y="1292386"/>
                  <a:pt x="1022460" y="1502351"/>
                </a:cubicBezTo>
                <a:cubicBezTo>
                  <a:pt x="945675" y="1712316"/>
                  <a:pt x="1082221" y="2003071"/>
                  <a:pt x="1025008" y="2214193"/>
                </a:cubicBezTo>
                <a:cubicBezTo>
                  <a:pt x="967795" y="2425316"/>
                  <a:pt x="801855" y="2680904"/>
                  <a:pt x="679182" y="2769086"/>
                </a:cubicBezTo>
                <a:cubicBezTo>
                  <a:pt x="556509" y="2857268"/>
                  <a:pt x="374874" y="2775943"/>
                  <a:pt x="288968" y="2743283"/>
                </a:cubicBezTo>
                <a:cubicBezTo>
                  <a:pt x="203062" y="2710623"/>
                  <a:pt x="176533" y="2673612"/>
                  <a:pt x="163744" y="2573127"/>
                </a:cubicBezTo>
                <a:cubicBezTo>
                  <a:pt x="150955" y="2472642"/>
                  <a:pt x="239526" y="2255938"/>
                  <a:pt x="212235" y="2140375"/>
                </a:cubicBezTo>
                <a:cubicBezTo>
                  <a:pt x="184944" y="2024812"/>
                  <a:pt x="102392" y="1903979"/>
                  <a:pt x="0" y="187974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3" name="Freeform: Shape 42">
            <a:extLst>
              <a:ext uri="{FF2B5EF4-FFF2-40B4-BE49-F238E27FC236}">
                <a16:creationId xmlns:a16="http://schemas.microsoft.com/office/drawing/2014/main" id="{47597767-856E-A81F-95B7-B4B420F4927A}"/>
              </a:ext>
            </a:extLst>
          </p:cNvPr>
          <p:cNvSpPr/>
          <p:nvPr userDrawn="1"/>
        </p:nvSpPr>
        <p:spPr>
          <a:xfrm rot="6941292" flipH="1">
            <a:off x="4492390" y="6506702"/>
            <a:ext cx="367223" cy="515653"/>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46006"/>
              <a:gd name="connsiteY0" fmla="*/ 1201963 h 1201963"/>
              <a:gd name="connsiteX1" fmla="*/ 325775 w 546006"/>
              <a:gd name="connsiteY1" fmla="*/ 1111630 h 1201963"/>
              <a:gd name="connsiteX2" fmla="*/ 499044 w 546006"/>
              <a:gd name="connsiteY2" fmla="*/ 818542 h 1201963"/>
              <a:gd name="connsiteX3" fmla="*/ 543749 w 546006"/>
              <a:gd name="connsiteY3" fmla="*/ 502801 h 1201963"/>
              <a:gd name="connsiteX4" fmla="*/ 537353 w 546006"/>
              <a:gd name="connsiteY4" fmla="*/ 341723 h 1201963"/>
              <a:gd name="connsiteX5" fmla="*/ 361979 w 546006"/>
              <a:gd name="connsiteY5" fmla="*/ 0 h 1201963"/>
              <a:gd name="connsiteX0" fmla="*/ 0 w 220231"/>
              <a:gd name="connsiteY0" fmla="*/ 1111630 h 1111630"/>
              <a:gd name="connsiteX1" fmla="*/ 173269 w 220231"/>
              <a:gd name="connsiteY1" fmla="*/ 818542 h 1111630"/>
              <a:gd name="connsiteX2" fmla="*/ 217974 w 220231"/>
              <a:gd name="connsiteY2" fmla="*/ 502801 h 1111630"/>
              <a:gd name="connsiteX3" fmla="*/ 211578 w 220231"/>
              <a:gd name="connsiteY3" fmla="*/ 341723 h 1111630"/>
              <a:gd name="connsiteX4" fmla="*/ 36204 w 220231"/>
              <a:gd name="connsiteY4" fmla="*/ 0 h 1111630"/>
              <a:gd name="connsiteX0" fmla="*/ 0 w 544128"/>
              <a:gd name="connsiteY0" fmla="*/ 1221748 h 1221749"/>
              <a:gd name="connsiteX1" fmla="*/ 485270 w 544128"/>
              <a:gd name="connsiteY1" fmla="*/ 818542 h 1221749"/>
              <a:gd name="connsiteX2" fmla="*/ 529975 w 544128"/>
              <a:gd name="connsiteY2" fmla="*/ 502801 h 1221749"/>
              <a:gd name="connsiteX3" fmla="*/ 523579 w 544128"/>
              <a:gd name="connsiteY3" fmla="*/ 341723 h 1221749"/>
              <a:gd name="connsiteX4" fmla="*/ 348205 w 544128"/>
              <a:gd name="connsiteY4" fmla="*/ 0 h 1221749"/>
              <a:gd name="connsiteX0" fmla="*/ 0 w 544128"/>
              <a:gd name="connsiteY0" fmla="*/ 1221748 h 1273490"/>
              <a:gd name="connsiteX1" fmla="*/ 485270 w 544128"/>
              <a:gd name="connsiteY1" fmla="*/ 818542 h 1273490"/>
              <a:gd name="connsiteX2" fmla="*/ 529975 w 544128"/>
              <a:gd name="connsiteY2" fmla="*/ 502801 h 1273490"/>
              <a:gd name="connsiteX3" fmla="*/ 523579 w 544128"/>
              <a:gd name="connsiteY3" fmla="*/ 341723 h 1273490"/>
              <a:gd name="connsiteX4" fmla="*/ 348205 w 544128"/>
              <a:gd name="connsiteY4" fmla="*/ 0 h 1273490"/>
              <a:gd name="connsiteX0" fmla="*/ 0 w 576630"/>
              <a:gd name="connsiteY0" fmla="*/ 1221748 h 1284690"/>
              <a:gd name="connsiteX1" fmla="*/ 537332 w 576630"/>
              <a:gd name="connsiteY1" fmla="*/ 935943 h 1284690"/>
              <a:gd name="connsiteX2" fmla="*/ 529975 w 576630"/>
              <a:gd name="connsiteY2" fmla="*/ 502801 h 1284690"/>
              <a:gd name="connsiteX3" fmla="*/ 523579 w 576630"/>
              <a:gd name="connsiteY3" fmla="*/ 341723 h 1284690"/>
              <a:gd name="connsiteX4" fmla="*/ 348205 w 576630"/>
              <a:gd name="connsiteY4" fmla="*/ 0 h 1284690"/>
              <a:gd name="connsiteX0" fmla="*/ 0 w 562602"/>
              <a:gd name="connsiteY0" fmla="*/ 1221748 h 1285900"/>
              <a:gd name="connsiteX1" fmla="*/ 537332 w 562602"/>
              <a:gd name="connsiteY1" fmla="*/ 935943 h 1285900"/>
              <a:gd name="connsiteX2" fmla="*/ 529975 w 562602"/>
              <a:gd name="connsiteY2" fmla="*/ 502801 h 1285900"/>
              <a:gd name="connsiteX3" fmla="*/ 523579 w 562602"/>
              <a:gd name="connsiteY3" fmla="*/ 341723 h 1285900"/>
              <a:gd name="connsiteX4" fmla="*/ 348205 w 562602"/>
              <a:gd name="connsiteY4" fmla="*/ 0 h 1285900"/>
              <a:gd name="connsiteX0" fmla="*/ 0 w 562602"/>
              <a:gd name="connsiteY0" fmla="*/ 1210869 h 1275021"/>
              <a:gd name="connsiteX1" fmla="*/ 537332 w 562602"/>
              <a:gd name="connsiteY1" fmla="*/ 925064 h 1275021"/>
              <a:gd name="connsiteX2" fmla="*/ 529975 w 562602"/>
              <a:gd name="connsiteY2" fmla="*/ 491922 h 1275021"/>
              <a:gd name="connsiteX3" fmla="*/ 523579 w 562602"/>
              <a:gd name="connsiteY3" fmla="*/ 330844 h 1275021"/>
              <a:gd name="connsiteX4" fmla="*/ 294752 w 562602"/>
              <a:gd name="connsiteY4" fmla="*/ 1 h 1275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602" h="1275021">
                <a:moveTo>
                  <a:pt x="0" y="1210869"/>
                </a:moveTo>
                <a:cubicBezTo>
                  <a:pt x="379831" y="1421797"/>
                  <a:pt x="483262" y="1056141"/>
                  <a:pt x="537332" y="925064"/>
                </a:cubicBezTo>
                <a:cubicBezTo>
                  <a:pt x="594098" y="787451"/>
                  <a:pt x="538738" y="586124"/>
                  <a:pt x="529975" y="491922"/>
                </a:cubicBezTo>
                <a:cubicBezTo>
                  <a:pt x="522069" y="406292"/>
                  <a:pt x="532700" y="411153"/>
                  <a:pt x="523579" y="330844"/>
                </a:cubicBezTo>
                <a:cubicBezTo>
                  <a:pt x="523740" y="199027"/>
                  <a:pt x="294752" y="1"/>
                  <a:pt x="294752" y="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294065" y="445130"/>
            <a:ext cx="3346495" cy="2564430"/>
          </a:xfrm>
        </p:spPr>
        <p:txBody>
          <a:bodyPr anchor="t">
            <a:noAutofit/>
          </a:bodyPr>
          <a:lstStyle>
            <a:lvl1pPr algn="l">
              <a:defRPr sz="4000"/>
            </a:lvl1pPr>
          </a:lstStyle>
          <a:p>
            <a:r>
              <a:rPr lang="en-US"/>
              <a:t>Click to edit Master 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98AFDFBB-EC0C-5AEC-7097-54CF80B3B63E}"/>
              </a:ext>
            </a:extLst>
          </p:cNvPr>
          <p:cNvSpPr>
            <a:spLocks noGrp="1"/>
          </p:cNvSpPr>
          <p:nvPr>
            <p:ph type="pic" sz="quarter" idx="13"/>
          </p:nvPr>
        </p:nvSpPr>
        <p:spPr>
          <a:xfrm>
            <a:off x="4203074" y="0"/>
            <a:ext cx="7988926" cy="6096000"/>
          </a:xfrm>
        </p:spPr>
        <p:txBody>
          <a:bodyPr/>
          <a:lstStyle/>
          <a:p>
            <a:r>
              <a:rPr lang="en-US"/>
              <a:t>Click icon to add picture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304801" y="3947331"/>
            <a:ext cx="3332927" cy="1781836"/>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21595895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 Subtitle + Photo_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7627884" y="942885"/>
            <a:ext cx="3906169" cy="3332253"/>
          </a:xfrm>
        </p:spPr>
        <p:txBody>
          <a:bodyPr anchor="b">
            <a:noAutofit/>
          </a:bodyPr>
          <a:lstStyle>
            <a:lvl1pPr algn="l">
              <a:defRPr sz="4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7627885" y="4429937"/>
            <a:ext cx="3906168" cy="1201014"/>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lvl1pPr>
              <a:defRPr>
                <a:solidFill>
                  <a:srgbClr val="FFFFFF"/>
                </a:solidFill>
                <a:effectLst>
                  <a:outerShdw blurRad="38100" dist="38100" dir="2700000" algn="tl">
                    <a:srgbClr val="000000">
                      <a:alpha val="43137"/>
                    </a:srgbClr>
                  </a:outerShdw>
                </a:effectLst>
              </a:defRPr>
            </a:lvl1pPr>
          </a:lstStyle>
          <a:p>
            <a:fld id="{1103F0BB-9FB5-4B06-8C51-ADA753B1DD26}" type="datetime1">
              <a:rPr lang="en-US" smtClean="0"/>
              <a:pPr/>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lvl1pPr>
              <a:defRPr>
                <a:solidFill>
                  <a:srgbClr val="FFFFFF"/>
                </a:solidFill>
                <a:effectLst>
                  <a:outerShdw blurRad="38100" dist="38100" dir="2700000" algn="tl">
                    <a:srgbClr val="000000">
                      <a:alpha val="43137"/>
                    </a:srgbClr>
                  </a:outerShdw>
                </a:effectLst>
              </a:defRPr>
            </a:lvl1p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lvl1pPr>
              <a:defRPr>
                <a:solidFill>
                  <a:srgbClr val="FFFFFF"/>
                </a:solidFill>
                <a:effectLst>
                  <a:outerShdw blurRad="38100" dist="38100" dir="2700000" algn="tl">
                    <a:srgbClr val="000000">
                      <a:alpha val="43137"/>
                    </a:srgbClr>
                  </a:outerShdw>
                </a:effectLst>
              </a:defRPr>
            </a:lvl1pPr>
          </a:lstStyle>
          <a:p>
            <a:fld id="{70FEC90E-E5BA-494A-9F79-6819593C9BFA}" type="slidenum">
              <a:rPr lang="en-US" smtClean="0"/>
              <a:pPr/>
              <a:t>‹#›</a:t>
            </a:fld>
            <a:endParaRPr lang="en-US"/>
          </a:p>
        </p:txBody>
      </p:sp>
      <p:grpSp>
        <p:nvGrpSpPr>
          <p:cNvPr id="30" name="Group 29">
            <a:extLst>
              <a:ext uri="{FF2B5EF4-FFF2-40B4-BE49-F238E27FC236}">
                <a16:creationId xmlns:a16="http://schemas.microsoft.com/office/drawing/2014/main" id="{07456741-7E14-10FE-C0B0-6D751EB13757}"/>
              </a:ext>
            </a:extLst>
          </p:cNvPr>
          <p:cNvGrpSpPr/>
          <p:nvPr/>
        </p:nvGrpSpPr>
        <p:grpSpPr>
          <a:xfrm rot="16242040" flipH="1">
            <a:off x="8808796" y="-623113"/>
            <a:ext cx="2763196" cy="6033523"/>
            <a:chOff x="1815009" y="2545539"/>
            <a:chExt cx="2270514" cy="4957736"/>
          </a:xfrm>
        </p:grpSpPr>
        <p:sp>
          <p:nvSpPr>
            <p:cNvPr id="48" name="Freeform: Shape 47">
              <a:extLst>
                <a:ext uri="{FF2B5EF4-FFF2-40B4-BE49-F238E27FC236}">
                  <a16:creationId xmlns:a16="http://schemas.microsoft.com/office/drawing/2014/main" id="{555C91FC-51DF-D6E8-AB4F-CD79F929B3A1}"/>
                </a:ext>
              </a:extLst>
            </p:cNvPr>
            <p:cNvSpPr/>
            <p:nvPr userDrawn="1"/>
          </p:nvSpPr>
          <p:spPr>
            <a:xfrm rot="3367585" flipV="1">
              <a:off x="559537" y="3977289"/>
              <a:ext cx="4957736" cy="2094236"/>
            </a:xfrm>
            <a:custGeom>
              <a:avLst/>
              <a:gdLst>
                <a:gd name="connsiteX0" fmla="*/ 0 w 6508530"/>
                <a:gd name="connsiteY0" fmla="*/ 2925530 h 5071000"/>
                <a:gd name="connsiteX1" fmla="*/ 484568 w 6508530"/>
                <a:gd name="connsiteY1" fmla="*/ 3219608 h 5071000"/>
                <a:gd name="connsiteX2" fmla="*/ 1336604 w 6508530"/>
                <a:gd name="connsiteY2" fmla="*/ 3620047 h 5071000"/>
                <a:gd name="connsiteX3" fmla="*/ 1712173 w 6508530"/>
                <a:gd name="connsiteY3" fmla="*/ 3856156 h 5071000"/>
                <a:gd name="connsiteX4" fmla="*/ 1983851 w 6508530"/>
                <a:gd name="connsiteY4" fmla="*/ 3801923 h 5071000"/>
                <a:gd name="connsiteX5" fmla="*/ 2092065 w 6508530"/>
                <a:gd name="connsiteY5" fmla="*/ 3624893 h 5071000"/>
                <a:gd name="connsiteX6" fmla="*/ 2080366 w 6508530"/>
                <a:gd name="connsiteY6" fmla="*/ 3283924 h 5071000"/>
                <a:gd name="connsiteX7" fmla="*/ 2057466 w 6508530"/>
                <a:gd name="connsiteY7" fmla="*/ 3166656 h 5071000"/>
                <a:gd name="connsiteX8" fmla="*/ 2057466 w 6508530"/>
                <a:gd name="connsiteY8" fmla="*/ 3075430 h 5071000"/>
                <a:gd name="connsiteX9" fmla="*/ 2178632 w 6508530"/>
                <a:gd name="connsiteY9" fmla="*/ 2990009 h 5071000"/>
                <a:gd name="connsiteX10" fmla="*/ 2357048 w 6508530"/>
                <a:gd name="connsiteY10" fmla="*/ 3003029 h 5071000"/>
                <a:gd name="connsiteX11" fmla="*/ 2465074 w 6508530"/>
                <a:gd name="connsiteY11" fmla="*/ 3076839 h 5071000"/>
                <a:gd name="connsiteX12" fmla="*/ 2517444 w 6508530"/>
                <a:gd name="connsiteY12" fmla="*/ 3275133 h 5071000"/>
                <a:gd name="connsiteX13" fmla="*/ 2414299 w 6508530"/>
                <a:gd name="connsiteY13" fmla="*/ 3563158 h 5071000"/>
                <a:gd name="connsiteX14" fmla="*/ 2383234 w 6508530"/>
                <a:gd name="connsiteY14" fmla="*/ 3760042 h 5071000"/>
                <a:gd name="connsiteX15" fmla="*/ 2481498 w 6508530"/>
                <a:gd name="connsiteY15" fmla="*/ 3980063 h 5071000"/>
                <a:gd name="connsiteX16" fmla="*/ 2659916 w 6508530"/>
                <a:gd name="connsiteY16" fmla="*/ 4272401 h 5071000"/>
                <a:gd name="connsiteX17" fmla="*/ 2769631 w 6508530"/>
                <a:gd name="connsiteY17" fmla="*/ 4473597 h 5071000"/>
                <a:gd name="connsiteX18" fmla="*/ 2937536 w 6508530"/>
                <a:gd name="connsiteY18" fmla="*/ 4733177 h 5071000"/>
                <a:gd name="connsiteX19" fmla="*/ 3095492 w 6508530"/>
                <a:gd name="connsiteY19" fmla="*/ 4899956 h 5071000"/>
                <a:gd name="connsiteX20" fmla="*/ 3251102 w 6508530"/>
                <a:gd name="connsiteY20" fmla="*/ 4979157 h 5071000"/>
                <a:gd name="connsiteX21" fmla="*/ 3486864 w 6508530"/>
                <a:gd name="connsiteY21" fmla="*/ 5004203 h 5071000"/>
                <a:gd name="connsiteX22" fmla="*/ 3710800 w 6508530"/>
                <a:gd name="connsiteY22" fmla="*/ 5004204 h 5071000"/>
                <a:gd name="connsiteX23" fmla="*/ 4004844 w 6508530"/>
                <a:gd name="connsiteY23" fmla="*/ 4982972 h 5071000"/>
                <a:gd name="connsiteX24" fmla="*/ 4130891 w 6508530"/>
                <a:gd name="connsiteY24" fmla="*/ 4982973 h 5071000"/>
                <a:gd name="connsiteX25" fmla="*/ 4382889 w 6508530"/>
                <a:gd name="connsiteY25" fmla="*/ 5026512 h 5071000"/>
                <a:gd name="connsiteX26" fmla="*/ 4711942 w 6508530"/>
                <a:gd name="connsiteY26" fmla="*/ 5070301 h 5071000"/>
                <a:gd name="connsiteX27" fmla="*/ 5014528 w 6508530"/>
                <a:gd name="connsiteY27" fmla="*/ 5016476 h 5071000"/>
                <a:gd name="connsiteX28" fmla="*/ 5429081 w 6508530"/>
                <a:gd name="connsiteY28" fmla="*/ 4712528 h 5071000"/>
                <a:gd name="connsiteX29" fmla="*/ 5926335 w 6508530"/>
                <a:gd name="connsiteY29" fmla="*/ 4356962 h 5071000"/>
                <a:gd name="connsiteX30" fmla="*/ 6250774 w 6508530"/>
                <a:gd name="connsiteY30" fmla="*/ 4096541 h 5071000"/>
                <a:gd name="connsiteX31" fmla="*/ 6504150 w 6508530"/>
                <a:gd name="connsiteY31" fmla="*/ 3643967 h 5071000"/>
                <a:gd name="connsiteX32" fmla="*/ 6508530 w 6508530"/>
                <a:gd name="connsiteY32" fmla="*/ 3635916 h 5071000"/>
                <a:gd name="connsiteX33" fmla="*/ 3044537 w 6508530"/>
                <a:gd name="connsiteY33" fmla="*/ 0 h 5071000"/>
                <a:gd name="connsiteX34" fmla="*/ 49752 w 6508530"/>
                <a:gd name="connsiteY34" fmla="*/ 2853179 h 5071000"/>
                <a:gd name="connsiteX0" fmla="*/ 6508530 w 6599970"/>
                <a:gd name="connsiteY0" fmla="*/ 3635916 h 5071000"/>
                <a:gd name="connsiteX1" fmla="*/ 3044537 w 6599970"/>
                <a:gd name="connsiteY1" fmla="*/ 0 h 5071000"/>
                <a:gd name="connsiteX2" fmla="*/ 49752 w 6599970"/>
                <a:gd name="connsiteY2" fmla="*/ 2853179 h 5071000"/>
                <a:gd name="connsiteX3" fmla="*/ 0 w 6599970"/>
                <a:gd name="connsiteY3" fmla="*/ 2925530 h 5071000"/>
                <a:gd name="connsiteX4" fmla="*/ 484568 w 6599970"/>
                <a:gd name="connsiteY4" fmla="*/ 3219608 h 5071000"/>
                <a:gd name="connsiteX5" fmla="*/ 1336604 w 6599970"/>
                <a:gd name="connsiteY5" fmla="*/ 3620047 h 5071000"/>
                <a:gd name="connsiteX6" fmla="*/ 1712173 w 6599970"/>
                <a:gd name="connsiteY6" fmla="*/ 3856156 h 5071000"/>
                <a:gd name="connsiteX7" fmla="*/ 1983851 w 6599970"/>
                <a:gd name="connsiteY7" fmla="*/ 3801923 h 5071000"/>
                <a:gd name="connsiteX8" fmla="*/ 2092065 w 6599970"/>
                <a:gd name="connsiteY8" fmla="*/ 3624893 h 5071000"/>
                <a:gd name="connsiteX9" fmla="*/ 2080366 w 6599970"/>
                <a:gd name="connsiteY9" fmla="*/ 3283924 h 5071000"/>
                <a:gd name="connsiteX10" fmla="*/ 2057466 w 6599970"/>
                <a:gd name="connsiteY10" fmla="*/ 3166656 h 5071000"/>
                <a:gd name="connsiteX11" fmla="*/ 2057466 w 6599970"/>
                <a:gd name="connsiteY11" fmla="*/ 3075430 h 5071000"/>
                <a:gd name="connsiteX12" fmla="*/ 2178632 w 6599970"/>
                <a:gd name="connsiteY12" fmla="*/ 2990009 h 5071000"/>
                <a:gd name="connsiteX13" fmla="*/ 2357048 w 6599970"/>
                <a:gd name="connsiteY13" fmla="*/ 3003029 h 5071000"/>
                <a:gd name="connsiteX14" fmla="*/ 2465074 w 6599970"/>
                <a:gd name="connsiteY14" fmla="*/ 3076839 h 5071000"/>
                <a:gd name="connsiteX15" fmla="*/ 2517444 w 6599970"/>
                <a:gd name="connsiteY15" fmla="*/ 3275133 h 5071000"/>
                <a:gd name="connsiteX16" fmla="*/ 2414299 w 6599970"/>
                <a:gd name="connsiteY16" fmla="*/ 3563158 h 5071000"/>
                <a:gd name="connsiteX17" fmla="*/ 2383234 w 6599970"/>
                <a:gd name="connsiteY17" fmla="*/ 3760042 h 5071000"/>
                <a:gd name="connsiteX18" fmla="*/ 2481498 w 6599970"/>
                <a:gd name="connsiteY18" fmla="*/ 3980063 h 5071000"/>
                <a:gd name="connsiteX19" fmla="*/ 2659916 w 6599970"/>
                <a:gd name="connsiteY19" fmla="*/ 4272401 h 5071000"/>
                <a:gd name="connsiteX20" fmla="*/ 2769631 w 6599970"/>
                <a:gd name="connsiteY20" fmla="*/ 4473597 h 5071000"/>
                <a:gd name="connsiteX21" fmla="*/ 2937536 w 6599970"/>
                <a:gd name="connsiteY21" fmla="*/ 4733177 h 5071000"/>
                <a:gd name="connsiteX22" fmla="*/ 3095492 w 6599970"/>
                <a:gd name="connsiteY22" fmla="*/ 4899956 h 5071000"/>
                <a:gd name="connsiteX23" fmla="*/ 3251102 w 6599970"/>
                <a:gd name="connsiteY23" fmla="*/ 4979157 h 5071000"/>
                <a:gd name="connsiteX24" fmla="*/ 3486864 w 6599970"/>
                <a:gd name="connsiteY24" fmla="*/ 5004203 h 5071000"/>
                <a:gd name="connsiteX25" fmla="*/ 3710800 w 6599970"/>
                <a:gd name="connsiteY25" fmla="*/ 5004204 h 5071000"/>
                <a:gd name="connsiteX26" fmla="*/ 4004844 w 6599970"/>
                <a:gd name="connsiteY26" fmla="*/ 4982972 h 5071000"/>
                <a:gd name="connsiteX27" fmla="*/ 4130891 w 6599970"/>
                <a:gd name="connsiteY27" fmla="*/ 4982973 h 5071000"/>
                <a:gd name="connsiteX28" fmla="*/ 4382889 w 6599970"/>
                <a:gd name="connsiteY28" fmla="*/ 5026512 h 5071000"/>
                <a:gd name="connsiteX29" fmla="*/ 4711942 w 6599970"/>
                <a:gd name="connsiteY29" fmla="*/ 5070301 h 5071000"/>
                <a:gd name="connsiteX30" fmla="*/ 5014528 w 6599970"/>
                <a:gd name="connsiteY30" fmla="*/ 5016476 h 5071000"/>
                <a:gd name="connsiteX31" fmla="*/ 5429081 w 6599970"/>
                <a:gd name="connsiteY31" fmla="*/ 4712528 h 5071000"/>
                <a:gd name="connsiteX32" fmla="*/ 5926335 w 6599970"/>
                <a:gd name="connsiteY32" fmla="*/ 4356962 h 5071000"/>
                <a:gd name="connsiteX33" fmla="*/ 6250774 w 6599970"/>
                <a:gd name="connsiteY33" fmla="*/ 4096541 h 5071000"/>
                <a:gd name="connsiteX34" fmla="*/ 6504150 w 6599970"/>
                <a:gd name="connsiteY34" fmla="*/ 3643967 h 5071000"/>
                <a:gd name="connsiteX35" fmla="*/ 6599970 w 6599970"/>
                <a:gd name="connsiteY35" fmla="*/ 3727356 h 5071000"/>
                <a:gd name="connsiteX0" fmla="*/ 6508530 w 6508530"/>
                <a:gd name="connsiteY0" fmla="*/ 3635916 h 5071000"/>
                <a:gd name="connsiteX1" fmla="*/ 3044537 w 6508530"/>
                <a:gd name="connsiteY1" fmla="*/ 0 h 5071000"/>
                <a:gd name="connsiteX2" fmla="*/ 49752 w 6508530"/>
                <a:gd name="connsiteY2" fmla="*/ 2853179 h 5071000"/>
                <a:gd name="connsiteX3" fmla="*/ 0 w 6508530"/>
                <a:gd name="connsiteY3" fmla="*/ 2925530 h 5071000"/>
                <a:gd name="connsiteX4" fmla="*/ 484568 w 6508530"/>
                <a:gd name="connsiteY4" fmla="*/ 3219608 h 5071000"/>
                <a:gd name="connsiteX5" fmla="*/ 1336604 w 6508530"/>
                <a:gd name="connsiteY5" fmla="*/ 3620047 h 5071000"/>
                <a:gd name="connsiteX6" fmla="*/ 1712173 w 6508530"/>
                <a:gd name="connsiteY6" fmla="*/ 3856156 h 5071000"/>
                <a:gd name="connsiteX7" fmla="*/ 1983851 w 6508530"/>
                <a:gd name="connsiteY7" fmla="*/ 3801923 h 5071000"/>
                <a:gd name="connsiteX8" fmla="*/ 2092065 w 6508530"/>
                <a:gd name="connsiteY8" fmla="*/ 3624893 h 5071000"/>
                <a:gd name="connsiteX9" fmla="*/ 2080366 w 6508530"/>
                <a:gd name="connsiteY9" fmla="*/ 3283924 h 5071000"/>
                <a:gd name="connsiteX10" fmla="*/ 2057466 w 6508530"/>
                <a:gd name="connsiteY10" fmla="*/ 3166656 h 5071000"/>
                <a:gd name="connsiteX11" fmla="*/ 2057466 w 6508530"/>
                <a:gd name="connsiteY11" fmla="*/ 3075430 h 5071000"/>
                <a:gd name="connsiteX12" fmla="*/ 2178632 w 6508530"/>
                <a:gd name="connsiteY12" fmla="*/ 2990009 h 5071000"/>
                <a:gd name="connsiteX13" fmla="*/ 2357048 w 6508530"/>
                <a:gd name="connsiteY13" fmla="*/ 3003029 h 5071000"/>
                <a:gd name="connsiteX14" fmla="*/ 2465074 w 6508530"/>
                <a:gd name="connsiteY14" fmla="*/ 3076839 h 5071000"/>
                <a:gd name="connsiteX15" fmla="*/ 2517444 w 6508530"/>
                <a:gd name="connsiteY15" fmla="*/ 3275133 h 5071000"/>
                <a:gd name="connsiteX16" fmla="*/ 2414299 w 6508530"/>
                <a:gd name="connsiteY16" fmla="*/ 3563158 h 5071000"/>
                <a:gd name="connsiteX17" fmla="*/ 2383234 w 6508530"/>
                <a:gd name="connsiteY17" fmla="*/ 3760042 h 5071000"/>
                <a:gd name="connsiteX18" fmla="*/ 2481498 w 6508530"/>
                <a:gd name="connsiteY18" fmla="*/ 3980063 h 5071000"/>
                <a:gd name="connsiteX19" fmla="*/ 2659916 w 6508530"/>
                <a:gd name="connsiteY19" fmla="*/ 4272401 h 5071000"/>
                <a:gd name="connsiteX20" fmla="*/ 2769631 w 6508530"/>
                <a:gd name="connsiteY20" fmla="*/ 4473597 h 5071000"/>
                <a:gd name="connsiteX21" fmla="*/ 2937536 w 6508530"/>
                <a:gd name="connsiteY21" fmla="*/ 4733177 h 5071000"/>
                <a:gd name="connsiteX22" fmla="*/ 3095492 w 6508530"/>
                <a:gd name="connsiteY22" fmla="*/ 4899956 h 5071000"/>
                <a:gd name="connsiteX23" fmla="*/ 3251102 w 6508530"/>
                <a:gd name="connsiteY23" fmla="*/ 4979157 h 5071000"/>
                <a:gd name="connsiteX24" fmla="*/ 3486864 w 6508530"/>
                <a:gd name="connsiteY24" fmla="*/ 5004203 h 5071000"/>
                <a:gd name="connsiteX25" fmla="*/ 3710800 w 6508530"/>
                <a:gd name="connsiteY25" fmla="*/ 5004204 h 5071000"/>
                <a:gd name="connsiteX26" fmla="*/ 4004844 w 6508530"/>
                <a:gd name="connsiteY26" fmla="*/ 4982972 h 5071000"/>
                <a:gd name="connsiteX27" fmla="*/ 4130891 w 6508530"/>
                <a:gd name="connsiteY27" fmla="*/ 4982973 h 5071000"/>
                <a:gd name="connsiteX28" fmla="*/ 4382889 w 6508530"/>
                <a:gd name="connsiteY28" fmla="*/ 5026512 h 5071000"/>
                <a:gd name="connsiteX29" fmla="*/ 4711942 w 6508530"/>
                <a:gd name="connsiteY29" fmla="*/ 5070301 h 5071000"/>
                <a:gd name="connsiteX30" fmla="*/ 5014528 w 6508530"/>
                <a:gd name="connsiteY30" fmla="*/ 5016476 h 5071000"/>
                <a:gd name="connsiteX31" fmla="*/ 5429081 w 6508530"/>
                <a:gd name="connsiteY31" fmla="*/ 4712528 h 5071000"/>
                <a:gd name="connsiteX32" fmla="*/ 5926335 w 6508530"/>
                <a:gd name="connsiteY32" fmla="*/ 4356962 h 5071000"/>
                <a:gd name="connsiteX33" fmla="*/ 6250774 w 6508530"/>
                <a:gd name="connsiteY33" fmla="*/ 4096541 h 5071000"/>
                <a:gd name="connsiteX34" fmla="*/ 6504150 w 6508530"/>
                <a:gd name="connsiteY34" fmla="*/ 3643967 h 5071000"/>
                <a:gd name="connsiteX0" fmla="*/ 6508530 w 6508530"/>
                <a:gd name="connsiteY0" fmla="*/ 3635916 h 5071000"/>
                <a:gd name="connsiteX1" fmla="*/ 3044537 w 6508530"/>
                <a:gd name="connsiteY1" fmla="*/ 0 h 5071000"/>
                <a:gd name="connsiteX2" fmla="*/ 49752 w 6508530"/>
                <a:gd name="connsiteY2" fmla="*/ 2853179 h 5071000"/>
                <a:gd name="connsiteX3" fmla="*/ 0 w 6508530"/>
                <a:gd name="connsiteY3" fmla="*/ 2925530 h 5071000"/>
                <a:gd name="connsiteX4" fmla="*/ 484568 w 6508530"/>
                <a:gd name="connsiteY4" fmla="*/ 3219608 h 5071000"/>
                <a:gd name="connsiteX5" fmla="*/ 1336604 w 6508530"/>
                <a:gd name="connsiteY5" fmla="*/ 3620047 h 5071000"/>
                <a:gd name="connsiteX6" fmla="*/ 1712173 w 6508530"/>
                <a:gd name="connsiteY6" fmla="*/ 3856156 h 5071000"/>
                <a:gd name="connsiteX7" fmla="*/ 1983851 w 6508530"/>
                <a:gd name="connsiteY7" fmla="*/ 3801923 h 5071000"/>
                <a:gd name="connsiteX8" fmla="*/ 2092065 w 6508530"/>
                <a:gd name="connsiteY8" fmla="*/ 3624893 h 5071000"/>
                <a:gd name="connsiteX9" fmla="*/ 2080366 w 6508530"/>
                <a:gd name="connsiteY9" fmla="*/ 3283924 h 5071000"/>
                <a:gd name="connsiteX10" fmla="*/ 2057466 w 6508530"/>
                <a:gd name="connsiteY10" fmla="*/ 3166656 h 5071000"/>
                <a:gd name="connsiteX11" fmla="*/ 2057466 w 6508530"/>
                <a:gd name="connsiteY11" fmla="*/ 3075430 h 5071000"/>
                <a:gd name="connsiteX12" fmla="*/ 2178632 w 6508530"/>
                <a:gd name="connsiteY12" fmla="*/ 2990009 h 5071000"/>
                <a:gd name="connsiteX13" fmla="*/ 2357048 w 6508530"/>
                <a:gd name="connsiteY13" fmla="*/ 3003029 h 5071000"/>
                <a:gd name="connsiteX14" fmla="*/ 2465074 w 6508530"/>
                <a:gd name="connsiteY14" fmla="*/ 3076839 h 5071000"/>
                <a:gd name="connsiteX15" fmla="*/ 2517444 w 6508530"/>
                <a:gd name="connsiteY15" fmla="*/ 3275133 h 5071000"/>
                <a:gd name="connsiteX16" fmla="*/ 2414299 w 6508530"/>
                <a:gd name="connsiteY16" fmla="*/ 3563158 h 5071000"/>
                <a:gd name="connsiteX17" fmla="*/ 2383234 w 6508530"/>
                <a:gd name="connsiteY17" fmla="*/ 3760042 h 5071000"/>
                <a:gd name="connsiteX18" fmla="*/ 2481498 w 6508530"/>
                <a:gd name="connsiteY18" fmla="*/ 3980063 h 5071000"/>
                <a:gd name="connsiteX19" fmla="*/ 2659916 w 6508530"/>
                <a:gd name="connsiteY19" fmla="*/ 4272401 h 5071000"/>
                <a:gd name="connsiteX20" fmla="*/ 2769631 w 6508530"/>
                <a:gd name="connsiteY20" fmla="*/ 4473597 h 5071000"/>
                <a:gd name="connsiteX21" fmla="*/ 2937536 w 6508530"/>
                <a:gd name="connsiteY21" fmla="*/ 4733177 h 5071000"/>
                <a:gd name="connsiteX22" fmla="*/ 3095492 w 6508530"/>
                <a:gd name="connsiteY22" fmla="*/ 4899956 h 5071000"/>
                <a:gd name="connsiteX23" fmla="*/ 3251102 w 6508530"/>
                <a:gd name="connsiteY23" fmla="*/ 4979157 h 5071000"/>
                <a:gd name="connsiteX24" fmla="*/ 3486864 w 6508530"/>
                <a:gd name="connsiteY24" fmla="*/ 5004203 h 5071000"/>
                <a:gd name="connsiteX25" fmla="*/ 3710800 w 6508530"/>
                <a:gd name="connsiteY25" fmla="*/ 5004204 h 5071000"/>
                <a:gd name="connsiteX26" fmla="*/ 4004844 w 6508530"/>
                <a:gd name="connsiteY26" fmla="*/ 4982972 h 5071000"/>
                <a:gd name="connsiteX27" fmla="*/ 4130891 w 6508530"/>
                <a:gd name="connsiteY27" fmla="*/ 4982973 h 5071000"/>
                <a:gd name="connsiteX28" fmla="*/ 4382889 w 6508530"/>
                <a:gd name="connsiteY28" fmla="*/ 5026512 h 5071000"/>
                <a:gd name="connsiteX29" fmla="*/ 4711942 w 6508530"/>
                <a:gd name="connsiteY29" fmla="*/ 5070301 h 5071000"/>
                <a:gd name="connsiteX30" fmla="*/ 5014528 w 6508530"/>
                <a:gd name="connsiteY30" fmla="*/ 5016476 h 5071000"/>
                <a:gd name="connsiteX31" fmla="*/ 5429081 w 6508530"/>
                <a:gd name="connsiteY31" fmla="*/ 4712528 h 5071000"/>
                <a:gd name="connsiteX32" fmla="*/ 5926335 w 6508530"/>
                <a:gd name="connsiteY32" fmla="*/ 4356962 h 5071000"/>
                <a:gd name="connsiteX33" fmla="*/ 6250774 w 6508530"/>
                <a:gd name="connsiteY33" fmla="*/ 4096541 h 5071000"/>
                <a:gd name="connsiteX0" fmla="*/ 3044537 w 6250774"/>
                <a:gd name="connsiteY0" fmla="*/ 0 h 5071000"/>
                <a:gd name="connsiteX1" fmla="*/ 49752 w 6250774"/>
                <a:gd name="connsiteY1" fmla="*/ 2853179 h 5071000"/>
                <a:gd name="connsiteX2" fmla="*/ 0 w 6250774"/>
                <a:gd name="connsiteY2" fmla="*/ 2925530 h 5071000"/>
                <a:gd name="connsiteX3" fmla="*/ 484568 w 6250774"/>
                <a:gd name="connsiteY3" fmla="*/ 3219608 h 5071000"/>
                <a:gd name="connsiteX4" fmla="*/ 1336604 w 6250774"/>
                <a:gd name="connsiteY4" fmla="*/ 3620047 h 5071000"/>
                <a:gd name="connsiteX5" fmla="*/ 1712173 w 6250774"/>
                <a:gd name="connsiteY5" fmla="*/ 3856156 h 5071000"/>
                <a:gd name="connsiteX6" fmla="*/ 1983851 w 6250774"/>
                <a:gd name="connsiteY6" fmla="*/ 3801923 h 5071000"/>
                <a:gd name="connsiteX7" fmla="*/ 2092065 w 6250774"/>
                <a:gd name="connsiteY7" fmla="*/ 3624893 h 5071000"/>
                <a:gd name="connsiteX8" fmla="*/ 2080366 w 6250774"/>
                <a:gd name="connsiteY8" fmla="*/ 3283924 h 5071000"/>
                <a:gd name="connsiteX9" fmla="*/ 2057466 w 6250774"/>
                <a:gd name="connsiteY9" fmla="*/ 3166656 h 5071000"/>
                <a:gd name="connsiteX10" fmla="*/ 2057466 w 6250774"/>
                <a:gd name="connsiteY10" fmla="*/ 3075430 h 5071000"/>
                <a:gd name="connsiteX11" fmla="*/ 2178632 w 6250774"/>
                <a:gd name="connsiteY11" fmla="*/ 2990009 h 5071000"/>
                <a:gd name="connsiteX12" fmla="*/ 2357048 w 6250774"/>
                <a:gd name="connsiteY12" fmla="*/ 3003029 h 5071000"/>
                <a:gd name="connsiteX13" fmla="*/ 2465074 w 6250774"/>
                <a:gd name="connsiteY13" fmla="*/ 3076839 h 5071000"/>
                <a:gd name="connsiteX14" fmla="*/ 2517444 w 6250774"/>
                <a:gd name="connsiteY14" fmla="*/ 3275133 h 5071000"/>
                <a:gd name="connsiteX15" fmla="*/ 2414299 w 6250774"/>
                <a:gd name="connsiteY15" fmla="*/ 3563158 h 5071000"/>
                <a:gd name="connsiteX16" fmla="*/ 2383234 w 6250774"/>
                <a:gd name="connsiteY16" fmla="*/ 3760042 h 5071000"/>
                <a:gd name="connsiteX17" fmla="*/ 2481498 w 6250774"/>
                <a:gd name="connsiteY17" fmla="*/ 3980063 h 5071000"/>
                <a:gd name="connsiteX18" fmla="*/ 2659916 w 6250774"/>
                <a:gd name="connsiteY18" fmla="*/ 4272401 h 5071000"/>
                <a:gd name="connsiteX19" fmla="*/ 2769631 w 6250774"/>
                <a:gd name="connsiteY19" fmla="*/ 4473597 h 5071000"/>
                <a:gd name="connsiteX20" fmla="*/ 2937536 w 6250774"/>
                <a:gd name="connsiteY20" fmla="*/ 4733177 h 5071000"/>
                <a:gd name="connsiteX21" fmla="*/ 3095492 w 6250774"/>
                <a:gd name="connsiteY21" fmla="*/ 4899956 h 5071000"/>
                <a:gd name="connsiteX22" fmla="*/ 3251102 w 6250774"/>
                <a:gd name="connsiteY22" fmla="*/ 4979157 h 5071000"/>
                <a:gd name="connsiteX23" fmla="*/ 3486864 w 6250774"/>
                <a:gd name="connsiteY23" fmla="*/ 5004203 h 5071000"/>
                <a:gd name="connsiteX24" fmla="*/ 3710800 w 6250774"/>
                <a:gd name="connsiteY24" fmla="*/ 5004204 h 5071000"/>
                <a:gd name="connsiteX25" fmla="*/ 4004844 w 6250774"/>
                <a:gd name="connsiteY25" fmla="*/ 4982972 h 5071000"/>
                <a:gd name="connsiteX26" fmla="*/ 4130891 w 6250774"/>
                <a:gd name="connsiteY26" fmla="*/ 4982973 h 5071000"/>
                <a:gd name="connsiteX27" fmla="*/ 4382889 w 6250774"/>
                <a:gd name="connsiteY27" fmla="*/ 5026512 h 5071000"/>
                <a:gd name="connsiteX28" fmla="*/ 4711942 w 6250774"/>
                <a:gd name="connsiteY28" fmla="*/ 5070301 h 5071000"/>
                <a:gd name="connsiteX29" fmla="*/ 5014528 w 6250774"/>
                <a:gd name="connsiteY29" fmla="*/ 5016476 h 5071000"/>
                <a:gd name="connsiteX30" fmla="*/ 5429081 w 6250774"/>
                <a:gd name="connsiteY30" fmla="*/ 4712528 h 5071000"/>
                <a:gd name="connsiteX31" fmla="*/ 5926335 w 6250774"/>
                <a:gd name="connsiteY31" fmla="*/ 4356962 h 5071000"/>
                <a:gd name="connsiteX32" fmla="*/ 6250774 w 6250774"/>
                <a:gd name="connsiteY32" fmla="*/ 4096541 h 5071000"/>
                <a:gd name="connsiteX0" fmla="*/ 3044537 w 6520612"/>
                <a:gd name="connsiteY0" fmla="*/ 0 h 5071000"/>
                <a:gd name="connsiteX1" fmla="*/ 49752 w 6520612"/>
                <a:gd name="connsiteY1" fmla="*/ 2853179 h 5071000"/>
                <a:gd name="connsiteX2" fmla="*/ 0 w 6520612"/>
                <a:gd name="connsiteY2" fmla="*/ 2925530 h 5071000"/>
                <a:gd name="connsiteX3" fmla="*/ 484568 w 6520612"/>
                <a:gd name="connsiteY3" fmla="*/ 3219608 h 5071000"/>
                <a:gd name="connsiteX4" fmla="*/ 1336604 w 6520612"/>
                <a:gd name="connsiteY4" fmla="*/ 3620047 h 5071000"/>
                <a:gd name="connsiteX5" fmla="*/ 1712173 w 6520612"/>
                <a:gd name="connsiteY5" fmla="*/ 3856156 h 5071000"/>
                <a:gd name="connsiteX6" fmla="*/ 1983851 w 6520612"/>
                <a:gd name="connsiteY6" fmla="*/ 3801923 h 5071000"/>
                <a:gd name="connsiteX7" fmla="*/ 2092065 w 6520612"/>
                <a:gd name="connsiteY7" fmla="*/ 3624893 h 5071000"/>
                <a:gd name="connsiteX8" fmla="*/ 2080366 w 6520612"/>
                <a:gd name="connsiteY8" fmla="*/ 3283924 h 5071000"/>
                <a:gd name="connsiteX9" fmla="*/ 2057466 w 6520612"/>
                <a:gd name="connsiteY9" fmla="*/ 3166656 h 5071000"/>
                <a:gd name="connsiteX10" fmla="*/ 2057466 w 6520612"/>
                <a:gd name="connsiteY10" fmla="*/ 3075430 h 5071000"/>
                <a:gd name="connsiteX11" fmla="*/ 2178632 w 6520612"/>
                <a:gd name="connsiteY11" fmla="*/ 2990009 h 5071000"/>
                <a:gd name="connsiteX12" fmla="*/ 2357048 w 6520612"/>
                <a:gd name="connsiteY12" fmla="*/ 3003029 h 5071000"/>
                <a:gd name="connsiteX13" fmla="*/ 2465074 w 6520612"/>
                <a:gd name="connsiteY13" fmla="*/ 3076839 h 5071000"/>
                <a:gd name="connsiteX14" fmla="*/ 2517444 w 6520612"/>
                <a:gd name="connsiteY14" fmla="*/ 3275133 h 5071000"/>
                <a:gd name="connsiteX15" fmla="*/ 2414299 w 6520612"/>
                <a:gd name="connsiteY15" fmla="*/ 3563158 h 5071000"/>
                <a:gd name="connsiteX16" fmla="*/ 2383234 w 6520612"/>
                <a:gd name="connsiteY16" fmla="*/ 3760042 h 5071000"/>
                <a:gd name="connsiteX17" fmla="*/ 2481498 w 6520612"/>
                <a:gd name="connsiteY17" fmla="*/ 3980063 h 5071000"/>
                <a:gd name="connsiteX18" fmla="*/ 2659916 w 6520612"/>
                <a:gd name="connsiteY18" fmla="*/ 4272401 h 5071000"/>
                <a:gd name="connsiteX19" fmla="*/ 2769631 w 6520612"/>
                <a:gd name="connsiteY19" fmla="*/ 4473597 h 5071000"/>
                <a:gd name="connsiteX20" fmla="*/ 2937536 w 6520612"/>
                <a:gd name="connsiteY20" fmla="*/ 4733177 h 5071000"/>
                <a:gd name="connsiteX21" fmla="*/ 3095492 w 6520612"/>
                <a:gd name="connsiteY21" fmla="*/ 4899956 h 5071000"/>
                <a:gd name="connsiteX22" fmla="*/ 3251102 w 6520612"/>
                <a:gd name="connsiteY22" fmla="*/ 4979157 h 5071000"/>
                <a:gd name="connsiteX23" fmla="*/ 3486864 w 6520612"/>
                <a:gd name="connsiteY23" fmla="*/ 5004203 h 5071000"/>
                <a:gd name="connsiteX24" fmla="*/ 3710800 w 6520612"/>
                <a:gd name="connsiteY24" fmla="*/ 5004204 h 5071000"/>
                <a:gd name="connsiteX25" fmla="*/ 4004844 w 6520612"/>
                <a:gd name="connsiteY25" fmla="*/ 4982972 h 5071000"/>
                <a:gd name="connsiteX26" fmla="*/ 4130891 w 6520612"/>
                <a:gd name="connsiteY26" fmla="*/ 4982973 h 5071000"/>
                <a:gd name="connsiteX27" fmla="*/ 4382889 w 6520612"/>
                <a:gd name="connsiteY27" fmla="*/ 5026512 h 5071000"/>
                <a:gd name="connsiteX28" fmla="*/ 4711942 w 6520612"/>
                <a:gd name="connsiteY28" fmla="*/ 5070301 h 5071000"/>
                <a:gd name="connsiteX29" fmla="*/ 5014528 w 6520612"/>
                <a:gd name="connsiteY29" fmla="*/ 5016476 h 5071000"/>
                <a:gd name="connsiteX30" fmla="*/ 5429081 w 6520612"/>
                <a:gd name="connsiteY30" fmla="*/ 4712528 h 5071000"/>
                <a:gd name="connsiteX31" fmla="*/ 5926335 w 6520612"/>
                <a:gd name="connsiteY31" fmla="*/ 4356962 h 5071000"/>
                <a:gd name="connsiteX32" fmla="*/ 6520612 w 6520612"/>
                <a:gd name="connsiteY32" fmla="*/ 3657636 h 5071000"/>
                <a:gd name="connsiteX0" fmla="*/ 3044537 w 6520612"/>
                <a:gd name="connsiteY0" fmla="*/ 0 h 5071000"/>
                <a:gd name="connsiteX1" fmla="*/ 49752 w 6520612"/>
                <a:gd name="connsiteY1" fmla="*/ 2853179 h 5071000"/>
                <a:gd name="connsiteX2" fmla="*/ 0 w 6520612"/>
                <a:gd name="connsiteY2" fmla="*/ 2925530 h 5071000"/>
                <a:gd name="connsiteX3" fmla="*/ 484568 w 6520612"/>
                <a:gd name="connsiteY3" fmla="*/ 3219608 h 5071000"/>
                <a:gd name="connsiteX4" fmla="*/ 1336604 w 6520612"/>
                <a:gd name="connsiteY4" fmla="*/ 3620047 h 5071000"/>
                <a:gd name="connsiteX5" fmla="*/ 1712173 w 6520612"/>
                <a:gd name="connsiteY5" fmla="*/ 3856156 h 5071000"/>
                <a:gd name="connsiteX6" fmla="*/ 1983851 w 6520612"/>
                <a:gd name="connsiteY6" fmla="*/ 3801923 h 5071000"/>
                <a:gd name="connsiteX7" fmla="*/ 2092065 w 6520612"/>
                <a:gd name="connsiteY7" fmla="*/ 3624893 h 5071000"/>
                <a:gd name="connsiteX8" fmla="*/ 2080366 w 6520612"/>
                <a:gd name="connsiteY8" fmla="*/ 3283924 h 5071000"/>
                <a:gd name="connsiteX9" fmla="*/ 2057466 w 6520612"/>
                <a:gd name="connsiteY9" fmla="*/ 3166656 h 5071000"/>
                <a:gd name="connsiteX10" fmla="*/ 2057466 w 6520612"/>
                <a:gd name="connsiteY10" fmla="*/ 3075430 h 5071000"/>
                <a:gd name="connsiteX11" fmla="*/ 2178632 w 6520612"/>
                <a:gd name="connsiteY11" fmla="*/ 2990009 h 5071000"/>
                <a:gd name="connsiteX12" fmla="*/ 2357048 w 6520612"/>
                <a:gd name="connsiteY12" fmla="*/ 3003029 h 5071000"/>
                <a:gd name="connsiteX13" fmla="*/ 2465074 w 6520612"/>
                <a:gd name="connsiteY13" fmla="*/ 3076839 h 5071000"/>
                <a:gd name="connsiteX14" fmla="*/ 2517444 w 6520612"/>
                <a:gd name="connsiteY14" fmla="*/ 3275133 h 5071000"/>
                <a:gd name="connsiteX15" fmla="*/ 2414299 w 6520612"/>
                <a:gd name="connsiteY15" fmla="*/ 3563158 h 5071000"/>
                <a:gd name="connsiteX16" fmla="*/ 2383234 w 6520612"/>
                <a:gd name="connsiteY16" fmla="*/ 3760042 h 5071000"/>
                <a:gd name="connsiteX17" fmla="*/ 2481498 w 6520612"/>
                <a:gd name="connsiteY17" fmla="*/ 3980063 h 5071000"/>
                <a:gd name="connsiteX18" fmla="*/ 2659916 w 6520612"/>
                <a:gd name="connsiteY18" fmla="*/ 4272401 h 5071000"/>
                <a:gd name="connsiteX19" fmla="*/ 2769631 w 6520612"/>
                <a:gd name="connsiteY19" fmla="*/ 4473597 h 5071000"/>
                <a:gd name="connsiteX20" fmla="*/ 2937536 w 6520612"/>
                <a:gd name="connsiteY20" fmla="*/ 4733177 h 5071000"/>
                <a:gd name="connsiteX21" fmla="*/ 3095492 w 6520612"/>
                <a:gd name="connsiteY21" fmla="*/ 4899956 h 5071000"/>
                <a:gd name="connsiteX22" fmla="*/ 3251102 w 6520612"/>
                <a:gd name="connsiteY22" fmla="*/ 4979157 h 5071000"/>
                <a:gd name="connsiteX23" fmla="*/ 3486864 w 6520612"/>
                <a:gd name="connsiteY23" fmla="*/ 5004203 h 5071000"/>
                <a:gd name="connsiteX24" fmla="*/ 3710800 w 6520612"/>
                <a:gd name="connsiteY24" fmla="*/ 5004204 h 5071000"/>
                <a:gd name="connsiteX25" fmla="*/ 4004844 w 6520612"/>
                <a:gd name="connsiteY25" fmla="*/ 4982972 h 5071000"/>
                <a:gd name="connsiteX26" fmla="*/ 4130891 w 6520612"/>
                <a:gd name="connsiteY26" fmla="*/ 4982973 h 5071000"/>
                <a:gd name="connsiteX27" fmla="*/ 4382889 w 6520612"/>
                <a:gd name="connsiteY27" fmla="*/ 5026512 h 5071000"/>
                <a:gd name="connsiteX28" fmla="*/ 4711942 w 6520612"/>
                <a:gd name="connsiteY28" fmla="*/ 5070301 h 5071000"/>
                <a:gd name="connsiteX29" fmla="*/ 5014528 w 6520612"/>
                <a:gd name="connsiteY29" fmla="*/ 5016476 h 5071000"/>
                <a:gd name="connsiteX30" fmla="*/ 5429081 w 6520612"/>
                <a:gd name="connsiteY30" fmla="*/ 4712528 h 5071000"/>
                <a:gd name="connsiteX31" fmla="*/ 5926335 w 6520612"/>
                <a:gd name="connsiteY31" fmla="*/ 4356962 h 5071000"/>
                <a:gd name="connsiteX32" fmla="*/ 6520612 w 6520612"/>
                <a:gd name="connsiteY32" fmla="*/ 3657636 h 5071000"/>
                <a:gd name="connsiteX0" fmla="*/ 3044537 w 6590435"/>
                <a:gd name="connsiteY0" fmla="*/ 0 h 5071000"/>
                <a:gd name="connsiteX1" fmla="*/ 49752 w 6590435"/>
                <a:gd name="connsiteY1" fmla="*/ 2853179 h 5071000"/>
                <a:gd name="connsiteX2" fmla="*/ 0 w 6590435"/>
                <a:gd name="connsiteY2" fmla="*/ 2925530 h 5071000"/>
                <a:gd name="connsiteX3" fmla="*/ 484568 w 6590435"/>
                <a:gd name="connsiteY3" fmla="*/ 3219608 h 5071000"/>
                <a:gd name="connsiteX4" fmla="*/ 1336604 w 6590435"/>
                <a:gd name="connsiteY4" fmla="*/ 3620047 h 5071000"/>
                <a:gd name="connsiteX5" fmla="*/ 1712173 w 6590435"/>
                <a:gd name="connsiteY5" fmla="*/ 3856156 h 5071000"/>
                <a:gd name="connsiteX6" fmla="*/ 1983851 w 6590435"/>
                <a:gd name="connsiteY6" fmla="*/ 3801923 h 5071000"/>
                <a:gd name="connsiteX7" fmla="*/ 2092065 w 6590435"/>
                <a:gd name="connsiteY7" fmla="*/ 3624893 h 5071000"/>
                <a:gd name="connsiteX8" fmla="*/ 2080366 w 6590435"/>
                <a:gd name="connsiteY8" fmla="*/ 3283924 h 5071000"/>
                <a:gd name="connsiteX9" fmla="*/ 2057466 w 6590435"/>
                <a:gd name="connsiteY9" fmla="*/ 3166656 h 5071000"/>
                <a:gd name="connsiteX10" fmla="*/ 2057466 w 6590435"/>
                <a:gd name="connsiteY10" fmla="*/ 3075430 h 5071000"/>
                <a:gd name="connsiteX11" fmla="*/ 2178632 w 6590435"/>
                <a:gd name="connsiteY11" fmla="*/ 2990009 h 5071000"/>
                <a:gd name="connsiteX12" fmla="*/ 2357048 w 6590435"/>
                <a:gd name="connsiteY12" fmla="*/ 3003029 h 5071000"/>
                <a:gd name="connsiteX13" fmla="*/ 2465074 w 6590435"/>
                <a:gd name="connsiteY13" fmla="*/ 3076839 h 5071000"/>
                <a:gd name="connsiteX14" fmla="*/ 2517444 w 6590435"/>
                <a:gd name="connsiteY14" fmla="*/ 3275133 h 5071000"/>
                <a:gd name="connsiteX15" fmla="*/ 2414299 w 6590435"/>
                <a:gd name="connsiteY15" fmla="*/ 3563158 h 5071000"/>
                <a:gd name="connsiteX16" fmla="*/ 2383234 w 6590435"/>
                <a:gd name="connsiteY16" fmla="*/ 3760042 h 5071000"/>
                <a:gd name="connsiteX17" fmla="*/ 2481498 w 6590435"/>
                <a:gd name="connsiteY17" fmla="*/ 3980063 h 5071000"/>
                <a:gd name="connsiteX18" fmla="*/ 2659916 w 6590435"/>
                <a:gd name="connsiteY18" fmla="*/ 4272401 h 5071000"/>
                <a:gd name="connsiteX19" fmla="*/ 2769631 w 6590435"/>
                <a:gd name="connsiteY19" fmla="*/ 4473597 h 5071000"/>
                <a:gd name="connsiteX20" fmla="*/ 2937536 w 6590435"/>
                <a:gd name="connsiteY20" fmla="*/ 4733177 h 5071000"/>
                <a:gd name="connsiteX21" fmla="*/ 3095492 w 6590435"/>
                <a:gd name="connsiteY21" fmla="*/ 4899956 h 5071000"/>
                <a:gd name="connsiteX22" fmla="*/ 3251102 w 6590435"/>
                <a:gd name="connsiteY22" fmla="*/ 4979157 h 5071000"/>
                <a:gd name="connsiteX23" fmla="*/ 3486864 w 6590435"/>
                <a:gd name="connsiteY23" fmla="*/ 5004203 h 5071000"/>
                <a:gd name="connsiteX24" fmla="*/ 3710800 w 6590435"/>
                <a:gd name="connsiteY24" fmla="*/ 5004204 h 5071000"/>
                <a:gd name="connsiteX25" fmla="*/ 4004844 w 6590435"/>
                <a:gd name="connsiteY25" fmla="*/ 4982972 h 5071000"/>
                <a:gd name="connsiteX26" fmla="*/ 4130891 w 6590435"/>
                <a:gd name="connsiteY26" fmla="*/ 4982973 h 5071000"/>
                <a:gd name="connsiteX27" fmla="*/ 4382889 w 6590435"/>
                <a:gd name="connsiteY27" fmla="*/ 5026512 h 5071000"/>
                <a:gd name="connsiteX28" fmla="*/ 4711942 w 6590435"/>
                <a:gd name="connsiteY28" fmla="*/ 5070301 h 5071000"/>
                <a:gd name="connsiteX29" fmla="*/ 5014528 w 6590435"/>
                <a:gd name="connsiteY29" fmla="*/ 5016476 h 5071000"/>
                <a:gd name="connsiteX30" fmla="*/ 5429081 w 6590435"/>
                <a:gd name="connsiteY30" fmla="*/ 4712528 h 5071000"/>
                <a:gd name="connsiteX31" fmla="*/ 5926335 w 6590435"/>
                <a:gd name="connsiteY31" fmla="*/ 4356962 h 5071000"/>
                <a:gd name="connsiteX32" fmla="*/ 6590435 w 6590435"/>
                <a:gd name="connsiteY32" fmla="*/ 3736083 h 5071000"/>
                <a:gd name="connsiteX0" fmla="*/ 3044537 w 6590435"/>
                <a:gd name="connsiteY0" fmla="*/ 0 h 5071000"/>
                <a:gd name="connsiteX1" fmla="*/ 49752 w 6590435"/>
                <a:gd name="connsiteY1" fmla="*/ 2853179 h 5071000"/>
                <a:gd name="connsiteX2" fmla="*/ 0 w 6590435"/>
                <a:gd name="connsiteY2" fmla="*/ 2925530 h 5071000"/>
                <a:gd name="connsiteX3" fmla="*/ 484568 w 6590435"/>
                <a:gd name="connsiteY3" fmla="*/ 3219608 h 5071000"/>
                <a:gd name="connsiteX4" fmla="*/ 1336604 w 6590435"/>
                <a:gd name="connsiteY4" fmla="*/ 3620047 h 5071000"/>
                <a:gd name="connsiteX5" fmla="*/ 1712173 w 6590435"/>
                <a:gd name="connsiteY5" fmla="*/ 3856156 h 5071000"/>
                <a:gd name="connsiteX6" fmla="*/ 1983851 w 6590435"/>
                <a:gd name="connsiteY6" fmla="*/ 3801923 h 5071000"/>
                <a:gd name="connsiteX7" fmla="*/ 2092065 w 6590435"/>
                <a:gd name="connsiteY7" fmla="*/ 3624893 h 5071000"/>
                <a:gd name="connsiteX8" fmla="*/ 2080366 w 6590435"/>
                <a:gd name="connsiteY8" fmla="*/ 3283924 h 5071000"/>
                <a:gd name="connsiteX9" fmla="*/ 2057466 w 6590435"/>
                <a:gd name="connsiteY9" fmla="*/ 3166656 h 5071000"/>
                <a:gd name="connsiteX10" fmla="*/ 2057466 w 6590435"/>
                <a:gd name="connsiteY10" fmla="*/ 3075430 h 5071000"/>
                <a:gd name="connsiteX11" fmla="*/ 2178632 w 6590435"/>
                <a:gd name="connsiteY11" fmla="*/ 2990009 h 5071000"/>
                <a:gd name="connsiteX12" fmla="*/ 2357048 w 6590435"/>
                <a:gd name="connsiteY12" fmla="*/ 3003029 h 5071000"/>
                <a:gd name="connsiteX13" fmla="*/ 2465074 w 6590435"/>
                <a:gd name="connsiteY13" fmla="*/ 3076839 h 5071000"/>
                <a:gd name="connsiteX14" fmla="*/ 2517444 w 6590435"/>
                <a:gd name="connsiteY14" fmla="*/ 3275133 h 5071000"/>
                <a:gd name="connsiteX15" fmla="*/ 2414299 w 6590435"/>
                <a:gd name="connsiteY15" fmla="*/ 3563158 h 5071000"/>
                <a:gd name="connsiteX16" fmla="*/ 2383234 w 6590435"/>
                <a:gd name="connsiteY16" fmla="*/ 3760042 h 5071000"/>
                <a:gd name="connsiteX17" fmla="*/ 2481498 w 6590435"/>
                <a:gd name="connsiteY17" fmla="*/ 3980063 h 5071000"/>
                <a:gd name="connsiteX18" fmla="*/ 2659916 w 6590435"/>
                <a:gd name="connsiteY18" fmla="*/ 4272401 h 5071000"/>
                <a:gd name="connsiteX19" fmla="*/ 2769631 w 6590435"/>
                <a:gd name="connsiteY19" fmla="*/ 4473597 h 5071000"/>
                <a:gd name="connsiteX20" fmla="*/ 2937536 w 6590435"/>
                <a:gd name="connsiteY20" fmla="*/ 4733177 h 5071000"/>
                <a:gd name="connsiteX21" fmla="*/ 3095492 w 6590435"/>
                <a:gd name="connsiteY21" fmla="*/ 4899956 h 5071000"/>
                <a:gd name="connsiteX22" fmla="*/ 3251102 w 6590435"/>
                <a:gd name="connsiteY22" fmla="*/ 4979157 h 5071000"/>
                <a:gd name="connsiteX23" fmla="*/ 3486864 w 6590435"/>
                <a:gd name="connsiteY23" fmla="*/ 5004203 h 5071000"/>
                <a:gd name="connsiteX24" fmla="*/ 3710800 w 6590435"/>
                <a:gd name="connsiteY24" fmla="*/ 5004204 h 5071000"/>
                <a:gd name="connsiteX25" fmla="*/ 4004844 w 6590435"/>
                <a:gd name="connsiteY25" fmla="*/ 4982972 h 5071000"/>
                <a:gd name="connsiteX26" fmla="*/ 4130891 w 6590435"/>
                <a:gd name="connsiteY26" fmla="*/ 4982973 h 5071000"/>
                <a:gd name="connsiteX27" fmla="*/ 4382889 w 6590435"/>
                <a:gd name="connsiteY27" fmla="*/ 5026512 h 5071000"/>
                <a:gd name="connsiteX28" fmla="*/ 4711942 w 6590435"/>
                <a:gd name="connsiteY28" fmla="*/ 5070301 h 5071000"/>
                <a:gd name="connsiteX29" fmla="*/ 5014528 w 6590435"/>
                <a:gd name="connsiteY29" fmla="*/ 5016476 h 5071000"/>
                <a:gd name="connsiteX30" fmla="*/ 5429081 w 6590435"/>
                <a:gd name="connsiteY30" fmla="*/ 4712528 h 5071000"/>
                <a:gd name="connsiteX31" fmla="*/ 5926335 w 6590435"/>
                <a:gd name="connsiteY31" fmla="*/ 4356962 h 5071000"/>
                <a:gd name="connsiteX32" fmla="*/ 6253091 w 6590435"/>
                <a:gd name="connsiteY32" fmla="*/ 4162149 h 5071000"/>
                <a:gd name="connsiteX33" fmla="*/ 6590435 w 6590435"/>
                <a:gd name="connsiteY33" fmla="*/ 3736083 h 5071000"/>
                <a:gd name="connsiteX0" fmla="*/ 49752 w 6590435"/>
                <a:gd name="connsiteY0" fmla="*/ 0 h 2217821"/>
                <a:gd name="connsiteX1" fmla="*/ 0 w 6590435"/>
                <a:gd name="connsiteY1" fmla="*/ 72351 h 2217821"/>
                <a:gd name="connsiteX2" fmla="*/ 484568 w 6590435"/>
                <a:gd name="connsiteY2" fmla="*/ 366429 h 2217821"/>
                <a:gd name="connsiteX3" fmla="*/ 1336604 w 6590435"/>
                <a:gd name="connsiteY3" fmla="*/ 766868 h 2217821"/>
                <a:gd name="connsiteX4" fmla="*/ 1712173 w 6590435"/>
                <a:gd name="connsiteY4" fmla="*/ 1002977 h 2217821"/>
                <a:gd name="connsiteX5" fmla="*/ 1983851 w 6590435"/>
                <a:gd name="connsiteY5" fmla="*/ 948744 h 2217821"/>
                <a:gd name="connsiteX6" fmla="*/ 2092065 w 6590435"/>
                <a:gd name="connsiteY6" fmla="*/ 771714 h 2217821"/>
                <a:gd name="connsiteX7" fmla="*/ 2080366 w 6590435"/>
                <a:gd name="connsiteY7" fmla="*/ 430745 h 2217821"/>
                <a:gd name="connsiteX8" fmla="*/ 2057466 w 6590435"/>
                <a:gd name="connsiteY8" fmla="*/ 313477 h 2217821"/>
                <a:gd name="connsiteX9" fmla="*/ 2057466 w 6590435"/>
                <a:gd name="connsiteY9" fmla="*/ 222251 h 2217821"/>
                <a:gd name="connsiteX10" fmla="*/ 2178632 w 6590435"/>
                <a:gd name="connsiteY10" fmla="*/ 136830 h 2217821"/>
                <a:gd name="connsiteX11" fmla="*/ 2357048 w 6590435"/>
                <a:gd name="connsiteY11" fmla="*/ 149850 h 2217821"/>
                <a:gd name="connsiteX12" fmla="*/ 2465074 w 6590435"/>
                <a:gd name="connsiteY12" fmla="*/ 223660 h 2217821"/>
                <a:gd name="connsiteX13" fmla="*/ 2517444 w 6590435"/>
                <a:gd name="connsiteY13" fmla="*/ 421954 h 2217821"/>
                <a:gd name="connsiteX14" fmla="*/ 2414299 w 6590435"/>
                <a:gd name="connsiteY14" fmla="*/ 709979 h 2217821"/>
                <a:gd name="connsiteX15" fmla="*/ 2383234 w 6590435"/>
                <a:gd name="connsiteY15" fmla="*/ 906863 h 2217821"/>
                <a:gd name="connsiteX16" fmla="*/ 2481498 w 6590435"/>
                <a:gd name="connsiteY16" fmla="*/ 1126884 h 2217821"/>
                <a:gd name="connsiteX17" fmla="*/ 2659916 w 6590435"/>
                <a:gd name="connsiteY17" fmla="*/ 1419222 h 2217821"/>
                <a:gd name="connsiteX18" fmla="*/ 2769631 w 6590435"/>
                <a:gd name="connsiteY18" fmla="*/ 1620418 h 2217821"/>
                <a:gd name="connsiteX19" fmla="*/ 2937536 w 6590435"/>
                <a:gd name="connsiteY19" fmla="*/ 1879998 h 2217821"/>
                <a:gd name="connsiteX20" fmla="*/ 3095492 w 6590435"/>
                <a:gd name="connsiteY20" fmla="*/ 2046777 h 2217821"/>
                <a:gd name="connsiteX21" fmla="*/ 3251102 w 6590435"/>
                <a:gd name="connsiteY21" fmla="*/ 2125978 h 2217821"/>
                <a:gd name="connsiteX22" fmla="*/ 3486864 w 6590435"/>
                <a:gd name="connsiteY22" fmla="*/ 2151024 h 2217821"/>
                <a:gd name="connsiteX23" fmla="*/ 3710800 w 6590435"/>
                <a:gd name="connsiteY23" fmla="*/ 2151025 h 2217821"/>
                <a:gd name="connsiteX24" fmla="*/ 4004844 w 6590435"/>
                <a:gd name="connsiteY24" fmla="*/ 2129793 h 2217821"/>
                <a:gd name="connsiteX25" fmla="*/ 4130891 w 6590435"/>
                <a:gd name="connsiteY25" fmla="*/ 2129794 h 2217821"/>
                <a:gd name="connsiteX26" fmla="*/ 4382889 w 6590435"/>
                <a:gd name="connsiteY26" fmla="*/ 2173333 h 2217821"/>
                <a:gd name="connsiteX27" fmla="*/ 4711942 w 6590435"/>
                <a:gd name="connsiteY27" fmla="*/ 2217122 h 2217821"/>
                <a:gd name="connsiteX28" fmla="*/ 5014528 w 6590435"/>
                <a:gd name="connsiteY28" fmla="*/ 2163297 h 2217821"/>
                <a:gd name="connsiteX29" fmla="*/ 5429081 w 6590435"/>
                <a:gd name="connsiteY29" fmla="*/ 1859349 h 2217821"/>
                <a:gd name="connsiteX30" fmla="*/ 5926335 w 6590435"/>
                <a:gd name="connsiteY30" fmla="*/ 1503783 h 2217821"/>
                <a:gd name="connsiteX31" fmla="*/ 6253091 w 6590435"/>
                <a:gd name="connsiteY31" fmla="*/ 1308970 h 2217821"/>
                <a:gd name="connsiteX32" fmla="*/ 6590435 w 6590435"/>
                <a:gd name="connsiteY32" fmla="*/ 882904 h 2217821"/>
                <a:gd name="connsiteX0" fmla="*/ 0 w 6590435"/>
                <a:gd name="connsiteY0" fmla="*/ 0 h 2145470"/>
                <a:gd name="connsiteX1" fmla="*/ 484568 w 6590435"/>
                <a:gd name="connsiteY1" fmla="*/ 294078 h 2145470"/>
                <a:gd name="connsiteX2" fmla="*/ 1336604 w 6590435"/>
                <a:gd name="connsiteY2" fmla="*/ 694517 h 2145470"/>
                <a:gd name="connsiteX3" fmla="*/ 1712173 w 6590435"/>
                <a:gd name="connsiteY3" fmla="*/ 930626 h 2145470"/>
                <a:gd name="connsiteX4" fmla="*/ 1983851 w 6590435"/>
                <a:gd name="connsiteY4" fmla="*/ 876393 h 2145470"/>
                <a:gd name="connsiteX5" fmla="*/ 2092065 w 6590435"/>
                <a:gd name="connsiteY5" fmla="*/ 699363 h 2145470"/>
                <a:gd name="connsiteX6" fmla="*/ 2080366 w 6590435"/>
                <a:gd name="connsiteY6" fmla="*/ 358394 h 2145470"/>
                <a:gd name="connsiteX7" fmla="*/ 2057466 w 6590435"/>
                <a:gd name="connsiteY7" fmla="*/ 241126 h 2145470"/>
                <a:gd name="connsiteX8" fmla="*/ 2057466 w 6590435"/>
                <a:gd name="connsiteY8" fmla="*/ 149900 h 2145470"/>
                <a:gd name="connsiteX9" fmla="*/ 2178632 w 6590435"/>
                <a:gd name="connsiteY9" fmla="*/ 64479 h 2145470"/>
                <a:gd name="connsiteX10" fmla="*/ 2357048 w 6590435"/>
                <a:gd name="connsiteY10" fmla="*/ 77499 h 2145470"/>
                <a:gd name="connsiteX11" fmla="*/ 2465074 w 6590435"/>
                <a:gd name="connsiteY11" fmla="*/ 151309 h 2145470"/>
                <a:gd name="connsiteX12" fmla="*/ 2517444 w 6590435"/>
                <a:gd name="connsiteY12" fmla="*/ 349603 h 2145470"/>
                <a:gd name="connsiteX13" fmla="*/ 2414299 w 6590435"/>
                <a:gd name="connsiteY13" fmla="*/ 637628 h 2145470"/>
                <a:gd name="connsiteX14" fmla="*/ 2383234 w 6590435"/>
                <a:gd name="connsiteY14" fmla="*/ 834512 h 2145470"/>
                <a:gd name="connsiteX15" fmla="*/ 2481498 w 6590435"/>
                <a:gd name="connsiteY15" fmla="*/ 1054533 h 2145470"/>
                <a:gd name="connsiteX16" fmla="*/ 2659916 w 6590435"/>
                <a:gd name="connsiteY16" fmla="*/ 1346871 h 2145470"/>
                <a:gd name="connsiteX17" fmla="*/ 2769631 w 6590435"/>
                <a:gd name="connsiteY17" fmla="*/ 1548067 h 2145470"/>
                <a:gd name="connsiteX18" fmla="*/ 2937536 w 6590435"/>
                <a:gd name="connsiteY18" fmla="*/ 1807647 h 2145470"/>
                <a:gd name="connsiteX19" fmla="*/ 3095492 w 6590435"/>
                <a:gd name="connsiteY19" fmla="*/ 1974426 h 2145470"/>
                <a:gd name="connsiteX20" fmla="*/ 3251102 w 6590435"/>
                <a:gd name="connsiteY20" fmla="*/ 2053627 h 2145470"/>
                <a:gd name="connsiteX21" fmla="*/ 3486864 w 6590435"/>
                <a:gd name="connsiteY21" fmla="*/ 2078673 h 2145470"/>
                <a:gd name="connsiteX22" fmla="*/ 3710800 w 6590435"/>
                <a:gd name="connsiteY22" fmla="*/ 2078674 h 2145470"/>
                <a:gd name="connsiteX23" fmla="*/ 4004844 w 6590435"/>
                <a:gd name="connsiteY23" fmla="*/ 2057442 h 2145470"/>
                <a:gd name="connsiteX24" fmla="*/ 4130891 w 6590435"/>
                <a:gd name="connsiteY24" fmla="*/ 2057443 h 2145470"/>
                <a:gd name="connsiteX25" fmla="*/ 4382889 w 6590435"/>
                <a:gd name="connsiteY25" fmla="*/ 2100982 h 2145470"/>
                <a:gd name="connsiteX26" fmla="*/ 4711942 w 6590435"/>
                <a:gd name="connsiteY26" fmla="*/ 2144771 h 2145470"/>
                <a:gd name="connsiteX27" fmla="*/ 5014528 w 6590435"/>
                <a:gd name="connsiteY27" fmla="*/ 2090946 h 2145470"/>
                <a:gd name="connsiteX28" fmla="*/ 5429081 w 6590435"/>
                <a:gd name="connsiteY28" fmla="*/ 1786998 h 2145470"/>
                <a:gd name="connsiteX29" fmla="*/ 5926335 w 6590435"/>
                <a:gd name="connsiteY29" fmla="*/ 1431432 h 2145470"/>
                <a:gd name="connsiteX30" fmla="*/ 6253091 w 6590435"/>
                <a:gd name="connsiteY30" fmla="*/ 1236619 h 2145470"/>
                <a:gd name="connsiteX31" fmla="*/ 6590435 w 6590435"/>
                <a:gd name="connsiteY31" fmla="*/ 810553 h 2145470"/>
                <a:gd name="connsiteX0" fmla="*/ 0 w 6590435"/>
                <a:gd name="connsiteY0" fmla="*/ 0 h 2145470"/>
                <a:gd name="connsiteX1" fmla="*/ 559042 w 6590435"/>
                <a:gd name="connsiteY1" fmla="*/ 310072 h 2145470"/>
                <a:gd name="connsiteX2" fmla="*/ 1336604 w 6590435"/>
                <a:gd name="connsiteY2" fmla="*/ 694517 h 2145470"/>
                <a:gd name="connsiteX3" fmla="*/ 1712173 w 6590435"/>
                <a:gd name="connsiteY3" fmla="*/ 930626 h 2145470"/>
                <a:gd name="connsiteX4" fmla="*/ 1983851 w 6590435"/>
                <a:gd name="connsiteY4" fmla="*/ 876393 h 2145470"/>
                <a:gd name="connsiteX5" fmla="*/ 2092065 w 6590435"/>
                <a:gd name="connsiteY5" fmla="*/ 699363 h 2145470"/>
                <a:gd name="connsiteX6" fmla="*/ 2080366 w 6590435"/>
                <a:gd name="connsiteY6" fmla="*/ 358394 h 2145470"/>
                <a:gd name="connsiteX7" fmla="*/ 2057466 w 6590435"/>
                <a:gd name="connsiteY7" fmla="*/ 241126 h 2145470"/>
                <a:gd name="connsiteX8" fmla="*/ 2057466 w 6590435"/>
                <a:gd name="connsiteY8" fmla="*/ 149900 h 2145470"/>
                <a:gd name="connsiteX9" fmla="*/ 2178632 w 6590435"/>
                <a:gd name="connsiteY9" fmla="*/ 64479 h 2145470"/>
                <a:gd name="connsiteX10" fmla="*/ 2357048 w 6590435"/>
                <a:gd name="connsiteY10" fmla="*/ 77499 h 2145470"/>
                <a:gd name="connsiteX11" fmla="*/ 2465074 w 6590435"/>
                <a:gd name="connsiteY11" fmla="*/ 151309 h 2145470"/>
                <a:gd name="connsiteX12" fmla="*/ 2517444 w 6590435"/>
                <a:gd name="connsiteY12" fmla="*/ 349603 h 2145470"/>
                <a:gd name="connsiteX13" fmla="*/ 2414299 w 6590435"/>
                <a:gd name="connsiteY13" fmla="*/ 637628 h 2145470"/>
                <a:gd name="connsiteX14" fmla="*/ 2383234 w 6590435"/>
                <a:gd name="connsiteY14" fmla="*/ 834512 h 2145470"/>
                <a:gd name="connsiteX15" fmla="*/ 2481498 w 6590435"/>
                <a:gd name="connsiteY15" fmla="*/ 1054533 h 2145470"/>
                <a:gd name="connsiteX16" fmla="*/ 2659916 w 6590435"/>
                <a:gd name="connsiteY16" fmla="*/ 1346871 h 2145470"/>
                <a:gd name="connsiteX17" fmla="*/ 2769631 w 6590435"/>
                <a:gd name="connsiteY17" fmla="*/ 1548067 h 2145470"/>
                <a:gd name="connsiteX18" fmla="*/ 2937536 w 6590435"/>
                <a:gd name="connsiteY18" fmla="*/ 1807647 h 2145470"/>
                <a:gd name="connsiteX19" fmla="*/ 3095492 w 6590435"/>
                <a:gd name="connsiteY19" fmla="*/ 1974426 h 2145470"/>
                <a:gd name="connsiteX20" fmla="*/ 3251102 w 6590435"/>
                <a:gd name="connsiteY20" fmla="*/ 2053627 h 2145470"/>
                <a:gd name="connsiteX21" fmla="*/ 3486864 w 6590435"/>
                <a:gd name="connsiteY21" fmla="*/ 2078673 h 2145470"/>
                <a:gd name="connsiteX22" fmla="*/ 3710800 w 6590435"/>
                <a:gd name="connsiteY22" fmla="*/ 2078674 h 2145470"/>
                <a:gd name="connsiteX23" fmla="*/ 4004844 w 6590435"/>
                <a:gd name="connsiteY23" fmla="*/ 2057442 h 2145470"/>
                <a:gd name="connsiteX24" fmla="*/ 4130891 w 6590435"/>
                <a:gd name="connsiteY24" fmla="*/ 2057443 h 2145470"/>
                <a:gd name="connsiteX25" fmla="*/ 4382889 w 6590435"/>
                <a:gd name="connsiteY25" fmla="*/ 2100982 h 2145470"/>
                <a:gd name="connsiteX26" fmla="*/ 4711942 w 6590435"/>
                <a:gd name="connsiteY26" fmla="*/ 2144771 h 2145470"/>
                <a:gd name="connsiteX27" fmla="*/ 5014528 w 6590435"/>
                <a:gd name="connsiteY27" fmla="*/ 2090946 h 2145470"/>
                <a:gd name="connsiteX28" fmla="*/ 5429081 w 6590435"/>
                <a:gd name="connsiteY28" fmla="*/ 1786998 h 2145470"/>
                <a:gd name="connsiteX29" fmla="*/ 5926335 w 6590435"/>
                <a:gd name="connsiteY29" fmla="*/ 1431432 h 2145470"/>
                <a:gd name="connsiteX30" fmla="*/ 6253091 w 6590435"/>
                <a:gd name="connsiteY30" fmla="*/ 1236619 h 2145470"/>
                <a:gd name="connsiteX31" fmla="*/ 6590435 w 6590435"/>
                <a:gd name="connsiteY31" fmla="*/ 810553 h 2145470"/>
                <a:gd name="connsiteX0" fmla="*/ 0 w 6578509"/>
                <a:gd name="connsiteY0" fmla="*/ 0 h 2134316"/>
                <a:gd name="connsiteX1" fmla="*/ 547116 w 6578509"/>
                <a:gd name="connsiteY1" fmla="*/ 298918 h 2134316"/>
                <a:gd name="connsiteX2" fmla="*/ 1324678 w 6578509"/>
                <a:gd name="connsiteY2" fmla="*/ 683363 h 2134316"/>
                <a:gd name="connsiteX3" fmla="*/ 1700247 w 6578509"/>
                <a:gd name="connsiteY3" fmla="*/ 919472 h 2134316"/>
                <a:gd name="connsiteX4" fmla="*/ 1971925 w 6578509"/>
                <a:gd name="connsiteY4" fmla="*/ 865239 h 2134316"/>
                <a:gd name="connsiteX5" fmla="*/ 2080139 w 6578509"/>
                <a:gd name="connsiteY5" fmla="*/ 688209 h 2134316"/>
                <a:gd name="connsiteX6" fmla="*/ 2068440 w 6578509"/>
                <a:gd name="connsiteY6" fmla="*/ 347240 h 2134316"/>
                <a:gd name="connsiteX7" fmla="*/ 2045540 w 6578509"/>
                <a:gd name="connsiteY7" fmla="*/ 229972 h 2134316"/>
                <a:gd name="connsiteX8" fmla="*/ 2045540 w 6578509"/>
                <a:gd name="connsiteY8" fmla="*/ 138746 h 2134316"/>
                <a:gd name="connsiteX9" fmla="*/ 2166706 w 6578509"/>
                <a:gd name="connsiteY9" fmla="*/ 53325 h 2134316"/>
                <a:gd name="connsiteX10" fmla="*/ 2345122 w 6578509"/>
                <a:gd name="connsiteY10" fmla="*/ 66345 h 2134316"/>
                <a:gd name="connsiteX11" fmla="*/ 2453148 w 6578509"/>
                <a:gd name="connsiteY11" fmla="*/ 140155 h 2134316"/>
                <a:gd name="connsiteX12" fmla="*/ 2505518 w 6578509"/>
                <a:gd name="connsiteY12" fmla="*/ 338449 h 2134316"/>
                <a:gd name="connsiteX13" fmla="*/ 2402373 w 6578509"/>
                <a:gd name="connsiteY13" fmla="*/ 626474 h 2134316"/>
                <a:gd name="connsiteX14" fmla="*/ 2371308 w 6578509"/>
                <a:gd name="connsiteY14" fmla="*/ 823358 h 2134316"/>
                <a:gd name="connsiteX15" fmla="*/ 2469572 w 6578509"/>
                <a:gd name="connsiteY15" fmla="*/ 1043379 h 2134316"/>
                <a:gd name="connsiteX16" fmla="*/ 2647990 w 6578509"/>
                <a:gd name="connsiteY16" fmla="*/ 1335717 h 2134316"/>
                <a:gd name="connsiteX17" fmla="*/ 2757705 w 6578509"/>
                <a:gd name="connsiteY17" fmla="*/ 1536913 h 2134316"/>
                <a:gd name="connsiteX18" fmla="*/ 2925610 w 6578509"/>
                <a:gd name="connsiteY18" fmla="*/ 1796493 h 2134316"/>
                <a:gd name="connsiteX19" fmla="*/ 3083566 w 6578509"/>
                <a:gd name="connsiteY19" fmla="*/ 1963272 h 2134316"/>
                <a:gd name="connsiteX20" fmla="*/ 3239176 w 6578509"/>
                <a:gd name="connsiteY20" fmla="*/ 2042473 h 2134316"/>
                <a:gd name="connsiteX21" fmla="*/ 3474938 w 6578509"/>
                <a:gd name="connsiteY21" fmla="*/ 2067519 h 2134316"/>
                <a:gd name="connsiteX22" fmla="*/ 3698874 w 6578509"/>
                <a:gd name="connsiteY22" fmla="*/ 2067520 h 2134316"/>
                <a:gd name="connsiteX23" fmla="*/ 3992918 w 6578509"/>
                <a:gd name="connsiteY23" fmla="*/ 2046288 h 2134316"/>
                <a:gd name="connsiteX24" fmla="*/ 4118965 w 6578509"/>
                <a:gd name="connsiteY24" fmla="*/ 2046289 h 2134316"/>
                <a:gd name="connsiteX25" fmla="*/ 4370963 w 6578509"/>
                <a:gd name="connsiteY25" fmla="*/ 2089828 h 2134316"/>
                <a:gd name="connsiteX26" fmla="*/ 4700016 w 6578509"/>
                <a:gd name="connsiteY26" fmla="*/ 2133617 h 2134316"/>
                <a:gd name="connsiteX27" fmla="*/ 5002602 w 6578509"/>
                <a:gd name="connsiteY27" fmla="*/ 2079792 h 2134316"/>
                <a:gd name="connsiteX28" fmla="*/ 5417155 w 6578509"/>
                <a:gd name="connsiteY28" fmla="*/ 1775844 h 2134316"/>
                <a:gd name="connsiteX29" fmla="*/ 5914409 w 6578509"/>
                <a:gd name="connsiteY29" fmla="*/ 1420278 h 2134316"/>
                <a:gd name="connsiteX30" fmla="*/ 6241165 w 6578509"/>
                <a:gd name="connsiteY30" fmla="*/ 1225465 h 2134316"/>
                <a:gd name="connsiteX31" fmla="*/ 6578509 w 6578509"/>
                <a:gd name="connsiteY31" fmla="*/ 799399 h 2134316"/>
                <a:gd name="connsiteX0" fmla="*/ 0 w 6241165"/>
                <a:gd name="connsiteY0" fmla="*/ 0 h 2134316"/>
                <a:gd name="connsiteX1" fmla="*/ 547116 w 6241165"/>
                <a:gd name="connsiteY1" fmla="*/ 298918 h 2134316"/>
                <a:gd name="connsiteX2" fmla="*/ 1324678 w 6241165"/>
                <a:gd name="connsiteY2" fmla="*/ 683363 h 2134316"/>
                <a:gd name="connsiteX3" fmla="*/ 1700247 w 6241165"/>
                <a:gd name="connsiteY3" fmla="*/ 919472 h 2134316"/>
                <a:gd name="connsiteX4" fmla="*/ 1971925 w 6241165"/>
                <a:gd name="connsiteY4" fmla="*/ 865239 h 2134316"/>
                <a:gd name="connsiteX5" fmla="*/ 2080139 w 6241165"/>
                <a:gd name="connsiteY5" fmla="*/ 688209 h 2134316"/>
                <a:gd name="connsiteX6" fmla="*/ 2068440 w 6241165"/>
                <a:gd name="connsiteY6" fmla="*/ 347240 h 2134316"/>
                <a:gd name="connsiteX7" fmla="*/ 2045540 w 6241165"/>
                <a:gd name="connsiteY7" fmla="*/ 229972 h 2134316"/>
                <a:gd name="connsiteX8" fmla="*/ 2045540 w 6241165"/>
                <a:gd name="connsiteY8" fmla="*/ 138746 h 2134316"/>
                <a:gd name="connsiteX9" fmla="*/ 2166706 w 6241165"/>
                <a:gd name="connsiteY9" fmla="*/ 53325 h 2134316"/>
                <a:gd name="connsiteX10" fmla="*/ 2345122 w 6241165"/>
                <a:gd name="connsiteY10" fmla="*/ 66345 h 2134316"/>
                <a:gd name="connsiteX11" fmla="*/ 2453148 w 6241165"/>
                <a:gd name="connsiteY11" fmla="*/ 140155 h 2134316"/>
                <a:gd name="connsiteX12" fmla="*/ 2505518 w 6241165"/>
                <a:gd name="connsiteY12" fmla="*/ 338449 h 2134316"/>
                <a:gd name="connsiteX13" fmla="*/ 2402373 w 6241165"/>
                <a:gd name="connsiteY13" fmla="*/ 626474 h 2134316"/>
                <a:gd name="connsiteX14" fmla="*/ 2371308 w 6241165"/>
                <a:gd name="connsiteY14" fmla="*/ 823358 h 2134316"/>
                <a:gd name="connsiteX15" fmla="*/ 2469572 w 6241165"/>
                <a:gd name="connsiteY15" fmla="*/ 1043379 h 2134316"/>
                <a:gd name="connsiteX16" fmla="*/ 2647990 w 6241165"/>
                <a:gd name="connsiteY16" fmla="*/ 1335717 h 2134316"/>
                <a:gd name="connsiteX17" fmla="*/ 2757705 w 6241165"/>
                <a:gd name="connsiteY17" fmla="*/ 1536913 h 2134316"/>
                <a:gd name="connsiteX18" fmla="*/ 2925610 w 6241165"/>
                <a:gd name="connsiteY18" fmla="*/ 1796493 h 2134316"/>
                <a:gd name="connsiteX19" fmla="*/ 3083566 w 6241165"/>
                <a:gd name="connsiteY19" fmla="*/ 1963272 h 2134316"/>
                <a:gd name="connsiteX20" fmla="*/ 3239176 w 6241165"/>
                <a:gd name="connsiteY20" fmla="*/ 2042473 h 2134316"/>
                <a:gd name="connsiteX21" fmla="*/ 3474938 w 6241165"/>
                <a:gd name="connsiteY21" fmla="*/ 2067519 h 2134316"/>
                <a:gd name="connsiteX22" fmla="*/ 3698874 w 6241165"/>
                <a:gd name="connsiteY22" fmla="*/ 2067520 h 2134316"/>
                <a:gd name="connsiteX23" fmla="*/ 3992918 w 6241165"/>
                <a:gd name="connsiteY23" fmla="*/ 2046288 h 2134316"/>
                <a:gd name="connsiteX24" fmla="*/ 4118965 w 6241165"/>
                <a:gd name="connsiteY24" fmla="*/ 2046289 h 2134316"/>
                <a:gd name="connsiteX25" fmla="*/ 4370963 w 6241165"/>
                <a:gd name="connsiteY25" fmla="*/ 2089828 h 2134316"/>
                <a:gd name="connsiteX26" fmla="*/ 4700016 w 6241165"/>
                <a:gd name="connsiteY26" fmla="*/ 2133617 h 2134316"/>
                <a:gd name="connsiteX27" fmla="*/ 5002602 w 6241165"/>
                <a:gd name="connsiteY27" fmla="*/ 2079792 h 2134316"/>
                <a:gd name="connsiteX28" fmla="*/ 5417155 w 6241165"/>
                <a:gd name="connsiteY28" fmla="*/ 1775844 h 2134316"/>
                <a:gd name="connsiteX29" fmla="*/ 5914409 w 6241165"/>
                <a:gd name="connsiteY29" fmla="*/ 1420278 h 2134316"/>
                <a:gd name="connsiteX30" fmla="*/ 6241165 w 6241165"/>
                <a:gd name="connsiteY30" fmla="*/ 1225465 h 2134316"/>
                <a:gd name="connsiteX0" fmla="*/ 0 w 6270522"/>
                <a:gd name="connsiteY0" fmla="*/ 0 h 2134316"/>
                <a:gd name="connsiteX1" fmla="*/ 547116 w 6270522"/>
                <a:gd name="connsiteY1" fmla="*/ 298918 h 2134316"/>
                <a:gd name="connsiteX2" fmla="*/ 1324678 w 6270522"/>
                <a:gd name="connsiteY2" fmla="*/ 683363 h 2134316"/>
                <a:gd name="connsiteX3" fmla="*/ 1700247 w 6270522"/>
                <a:gd name="connsiteY3" fmla="*/ 919472 h 2134316"/>
                <a:gd name="connsiteX4" fmla="*/ 1971925 w 6270522"/>
                <a:gd name="connsiteY4" fmla="*/ 865239 h 2134316"/>
                <a:gd name="connsiteX5" fmla="*/ 2080139 w 6270522"/>
                <a:gd name="connsiteY5" fmla="*/ 688209 h 2134316"/>
                <a:gd name="connsiteX6" fmla="*/ 2068440 w 6270522"/>
                <a:gd name="connsiteY6" fmla="*/ 347240 h 2134316"/>
                <a:gd name="connsiteX7" fmla="*/ 2045540 w 6270522"/>
                <a:gd name="connsiteY7" fmla="*/ 229972 h 2134316"/>
                <a:gd name="connsiteX8" fmla="*/ 2045540 w 6270522"/>
                <a:gd name="connsiteY8" fmla="*/ 138746 h 2134316"/>
                <a:gd name="connsiteX9" fmla="*/ 2166706 w 6270522"/>
                <a:gd name="connsiteY9" fmla="*/ 53325 h 2134316"/>
                <a:gd name="connsiteX10" fmla="*/ 2345122 w 6270522"/>
                <a:gd name="connsiteY10" fmla="*/ 66345 h 2134316"/>
                <a:gd name="connsiteX11" fmla="*/ 2453148 w 6270522"/>
                <a:gd name="connsiteY11" fmla="*/ 140155 h 2134316"/>
                <a:gd name="connsiteX12" fmla="*/ 2505518 w 6270522"/>
                <a:gd name="connsiteY12" fmla="*/ 338449 h 2134316"/>
                <a:gd name="connsiteX13" fmla="*/ 2402373 w 6270522"/>
                <a:gd name="connsiteY13" fmla="*/ 626474 h 2134316"/>
                <a:gd name="connsiteX14" fmla="*/ 2371308 w 6270522"/>
                <a:gd name="connsiteY14" fmla="*/ 823358 h 2134316"/>
                <a:gd name="connsiteX15" fmla="*/ 2469572 w 6270522"/>
                <a:gd name="connsiteY15" fmla="*/ 1043379 h 2134316"/>
                <a:gd name="connsiteX16" fmla="*/ 2647990 w 6270522"/>
                <a:gd name="connsiteY16" fmla="*/ 1335717 h 2134316"/>
                <a:gd name="connsiteX17" fmla="*/ 2757705 w 6270522"/>
                <a:gd name="connsiteY17" fmla="*/ 1536913 h 2134316"/>
                <a:gd name="connsiteX18" fmla="*/ 2925610 w 6270522"/>
                <a:gd name="connsiteY18" fmla="*/ 1796493 h 2134316"/>
                <a:gd name="connsiteX19" fmla="*/ 3083566 w 6270522"/>
                <a:gd name="connsiteY19" fmla="*/ 1963272 h 2134316"/>
                <a:gd name="connsiteX20" fmla="*/ 3239176 w 6270522"/>
                <a:gd name="connsiteY20" fmla="*/ 2042473 h 2134316"/>
                <a:gd name="connsiteX21" fmla="*/ 3474938 w 6270522"/>
                <a:gd name="connsiteY21" fmla="*/ 2067519 h 2134316"/>
                <a:gd name="connsiteX22" fmla="*/ 3698874 w 6270522"/>
                <a:gd name="connsiteY22" fmla="*/ 2067520 h 2134316"/>
                <a:gd name="connsiteX23" fmla="*/ 3992918 w 6270522"/>
                <a:gd name="connsiteY23" fmla="*/ 2046288 h 2134316"/>
                <a:gd name="connsiteX24" fmla="*/ 4118965 w 6270522"/>
                <a:gd name="connsiteY24" fmla="*/ 2046289 h 2134316"/>
                <a:gd name="connsiteX25" fmla="*/ 4370963 w 6270522"/>
                <a:gd name="connsiteY25" fmla="*/ 2089828 h 2134316"/>
                <a:gd name="connsiteX26" fmla="*/ 4700016 w 6270522"/>
                <a:gd name="connsiteY26" fmla="*/ 2133617 h 2134316"/>
                <a:gd name="connsiteX27" fmla="*/ 5002602 w 6270522"/>
                <a:gd name="connsiteY27" fmla="*/ 2079792 h 2134316"/>
                <a:gd name="connsiteX28" fmla="*/ 5417155 w 6270522"/>
                <a:gd name="connsiteY28" fmla="*/ 1775844 h 2134316"/>
                <a:gd name="connsiteX29" fmla="*/ 5914409 w 6270522"/>
                <a:gd name="connsiteY29" fmla="*/ 1420278 h 2134316"/>
                <a:gd name="connsiteX30" fmla="*/ 6270522 w 6270522"/>
                <a:gd name="connsiteY30" fmla="*/ 1135117 h 2134316"/>
                <a:gd name="connsiteX0" fmla="*/ 0 w 6270522"/>
                <a:gd name="connsiteY0" fmla="*/ 0 h 2134316"/>
                <a:gd name="connsiteX1" fmla="*/ 547116 w 6270522"/>
                <a:gd name="connsiteY1" fmla="*/ 298918 h 2134316"/>
                <a:gd name="connsiteX2" fmla="*/ 1324678 w 6270522"/>
                <a:gd name="connsiteY2" fmla="*/ 683363 h 2134316"/>
                <a:gd name="connsiteX3" fmla="*/ 1700247 w 6270522"/>
                <a:gd name="connsiteY3" fmla="*/ 919472 h 2134316"/>
                <a:gd name="connsiteX4" fmla="*/ 1971925 w 6270522"/>
                <a:gd name="connsiteY4" fmla="*/ 865239 h 2134316"/>
                <a:gd name="connsiteX5" fmla="*/ 2080139 w 6270522"/>
                <a:gd name="connsiteY5" fmla="*/ 688209 h 2134316"/>
                <a:gd name="connsiteX6" fmla="*/ 2068440 w 6270522"/>
                <a:gd name="connsiteY6" fmla="*/ 347240 h 2134316"/>
                <a:gd name="connsiteX7" fmla="*/ 2045540 w 6270522"/>
                <a:gd name="connsiteY7" fmla="*/ 229972 h 2134316"/>
                <a:gd name="connsiteX8" fmla="*/ 2045540 w 6270522"/>
                <a:gd name="connsiteY8" fmla="*/ 138746 h 2134316"/>
                <a:gd name="connsiteX9" fmla="*/ 2166706 w 6270522"/>
                <a:gd name="connsiteY9" fmla="*/ 53325 h 2134316"/>
                <a:gd name="connsiteX10" fmla="*/ 2345122 w 6270522"/>
                <a:gd name="connsiteY10" fmla="*/ 66345 h 2134316"/>
                <a:gd name="connsiteX11" fmla="*/ 2453148 w 6270522"/>
                <a:gd name="connsiteY11" fmla="*/ 140155 h 2134316"/>
                <a:gd name="connsiteX12" fmla="*/ 2505518 w 6270522"/>
                <a:gd name="connsiteY12" fmla="*/ 338449 h 2134316"/>
                <a:gd name="connsiteX13" fmla="*/ 2402373 w 6270522"/>
                <a:gd name="connsiteY13" fmla="*/ 626474 h 2134316"/>
                <a:gd name="connsiteX14" fmla="*/ 2371308 w 6270522"/>
                <a:gd name="connsiteY14" fmla="*/ 823358 h 2134316"/>
                <a:gd name="connsiteX15" fmla="*/ 2469572 w 6270522"/>
                <a:gd name="connsiteY15" fmla="*/ 1043379 h 2134316"/>
                <a:gd name="connsiteX16" fmla="*/ 2647990 w 6270522"/>
                <a:gd name="connsiteY16" fmla="*/ 1335717 h 2134316"/>
                <a:gd name="connsiteX17" fmla="*/ 2757705 w 6270522"/>
                <a:gd name="connsiteY17" fmla="*/ 1536913 h 2134316"/>
                <a:gd name="connsiteX18" fmla="*/ 2925610 w 6270522"/>
                <a:gd name="connsiteY18" fmla="*/ 1796493 h 2134316"/>
                <a:gd name="connsiteX19" fmla="*/ 3083566 w 6270522"/>
                <a:gd name="connsiteY19" fmla="*/ 1963272 h 2134316"/>
                <a:gd name="connsiteX20" fmla="*/ 3239176 w 6270522"/>
                <a:gd name="connsiteY20" fmla="*/ 2042473 h 2134316"/>
                <a:gd name="connsiteX21" fmla="*/ 3474938 w 6270522"/>
                <a:gd name="connsiteY21" fmla="*/ 2067519 h 2134316"/>
                <a:gd name="connsiteX22" fmla="*/ 3698874 w 6270522"/>
                <a:gd name="connsiteY22" fmla="*/ 2067520 h 2134316"/>
                <a:gd name="connsiteX23" fmla="*/ 3992918 w 6270522"/>
                <a:gd name="connsiteY23" fmla="*/ 2046288 h 2134316"/>
                <a:gd name="connsiteX24" fmla="*/ 4118965 w 6270522"/>
                <a:gd name="connsiteY24" fmla="*/ 2046289 h 2134316"/>
                <a:gd name="connsiteX25" fmla="*/ 4370963 w 6270522"/>
                <a:gd name="connsiteY25" fmla="*/ 2089828 h 2134316"/>
                <a:gd name="connsiteX26" fmla="*/ 4700016 w 6270522"/>
                <a:gd name="connsiteY26" fmla="*/ 2133617 h 2134316"/>
                <a:gd name="connsiteX27" fmla="*/ 5002602 w 6270522"/>
                <a:gd name="connsiteY27" fmla="*/ 2079792 h 2134316"/>
                <a:gd name="connsiteX28" fmla="*/ 5417155 w 6270522"/>
                <a:gd name="connsiteY28" fmla="*/ 1775844 h 2134316"/>
                <a:gd name="connsiteX29" fmla="*/ 5914409 w 6270522"/>
                <a:gd name="connsiteY29" fmla="*/ 1420278 h 2134316"/>
                <a:gd name="connsiteX30" fmla="*/ 6270522 w 6270522"/>
                <a:gd name="connsiteY30" fmla="*/ 1135117 h 2134316"/>
                <a:gd name="connsiteX0" fmla="*/ 0 w 6270522"/>
                <a:gd name="connsiteY0" fmla="*/ 0 h 2152086"/>
                <a:gd name="connsiteX1" fmla="*/ 547116 w 6270522"/>
                <a:gd name="connsiteY1" fmla="*/ 298918 h 2152086"/>
                <a:gd name="connsiteX2" fmla="*/ 1324678 w 6270522"/>
                <a:gd name="connsiteY2" fmla="*/ 683363 h 2152086"/>
                <a:gd name="connsiteX3" fmla="*/ 1700247 w 6270522"/>
                <a:gd name="connsiteY3" fmla="*/ 919472 h 2152086"/>
                <a:gd name="connsiteX4" fmla="*/ 1971925 w 6270522"/>
                <a:gd name="connsiteY4" fmla="*/ 865239 h 2152086"/>
                <a:gd name="connsiteX5" fmla="*/ 2080139 w 6270522"/>
                <a:gd name="connsiteY5" fmla="*/ 688209 h 2152086"/>
                <a:gd name="connsiteX6" fmla="*/ 2068440 w 6270522"/>
                <a:gd name="connsiteY6" fmla="*/ 347240 h 2152086"/>
                <a:gd name="connsiteX7" fmla="*/ 2045540 w 6270522"/>
                <a:gd name="connsiteY7" fmla="*/ 229972 h 2152086"/>
                <a:gd name="connsiteX8" fmla="*/ 2045540 w 6270522"/>
                <a:gd name="connsiteY8" fmla="*/ 138746 h 2152086"/>
                <a:gd name="connsiteX9" fmla="*/ 2166706 w 6270522"/>
                <a:gd name="connsiteY9" fmla="*/ 53325 h 2152086"/>
                <a:gd name="connsiteX10" fmla="*/ 2345122 w 6270522"/>
                <a:gd name="connsiteY10" fmla="*/ 66345 h 2152086"/>
                <a:gd name="connsiteX11" fmla="*/ 2453148 w 6270522"/>
                <a:gd name="connsiteY11" fmla="*/ 140155 h 2152086"/>
                <a:gd name="connsiteX12" fmla="*/ 2505518 w 6270522"/>
                <a:gd name="connsiteY12" fmla="*/ 338449 h 2152086"/>
                <a:gd name="connsiteX13" fmla="*/ 2402373 w 6270522"/>
                <a:gd name="connsiteY13" fmla="*/ 626474 h 2152086"/>
                <a:gd name="connsiteX14" fmla="*/ 2371308 w 6270522"/>
                <a:gd name="connsiteY14" fmla="*/ 823358 h 2152086"/>
                <a:gd name="connsiteX15" fmla="*/ 2469572 w 6270522"/>
                <a:gd name="connsiteY15" fmla="*/ 1043379 h 2152086"/>
                <a:gd name="connsiteX16" fmla="*/ 2647990 w 6270522"/>
                <a:gd name="connsiteY16" fmla="*/ 1335717 h 2152086"/>
                <a:gd name="connsiteX17" fmla="*/ 2757705 w 6270522"/>
                <a:gd name="connsiteY17" fmla="*/ 1536913 h 2152086"/>
                <a:gd name="connsiteX18" fmla="*/ 2925610 w 6270522"/>
                <a:gd name="connsiteY18" fmla="*/ 1796493 h 2152086"/>
                <a:gd name="connsiteX19" fmla="*/ 3083566 w 6270522"/>
                <a:gd name="connsiteY19" fmla="*/ 1963272 h 2152086"/>
                <a:gd name="connsiteX20" fmla="*/ 3239176 w 6270522"/>
                <a:gd name="connsiteY20" fmla="*/ 2042473 h 2152086"/>
                <a:gd name="connsiteX21" fmla="*/ 3474938 w 6270522"/>
                <a:gd name="connsiteY21" fmla="*/ 2067519 h 2152086"/>
                <a:gd name="connsiteX22" fmla="*/ 3698874 w 6270522"/>
                <a:gd name="connsiteY22" fmla="*/ 2067520 h 2152086"/>
                <a:gd name="connsiteX23" fmla="*/ 3992918 w 6270522"/>
                <a:gd name="connsiteY23" fmla="*/ 2046288 h 2152086"/>
                <a:gd name="connsiteX24" fmla="*/ 4118965 w 6270522"/>
                <a:gd name="connsiteY24" fmla="*/ 2046289 h 2152086"/>
                <a:gd name="connsiteX25" fmla="*/ 4370963 w 6270522"/>
                <a:gd name="connsiteY25" fmla="*/ 2089828 h 2152086"/>
                <a:gd name="connsiteX26" fmla="*/ 4700016 w 6270522"/>
                <a:gd name="connsiteY26" fmla="*/ 2133617 h 2152086"/>
                <a:gd name="connsiteX27" fmla="*/ 5417155 w 6270522"/>
                <a:gd name="connsiteY27" fmla="*/ 1775844 h 2152086"/>
                <a:gd name="connsiteX28" fmla="*/ 5914409 w 6270522"/>
                <a:gd name="connsiteY28" fmla="*/ 1420278 h 2152086"/>
                <a:gd name="connsiteX29" fmla="*/ 6270522 w 6270522"/>
                <a:gd name="connsiteY29" fmla="*/ 1135117 h 2152086"/>
                <a:gd name="connsiteX0" fmla="*/ 0 w 6270522"/>
                <a:gd name="connsiteY0" fmla="*/ 0 h 2177760"/>
                <a:gd name="connsiteX1" fmla="*/ 547116 w 6270522"/>
                <a:gd name="connsiteY1" fmla="*/ 298918 h 2177760"/>
                <a:gd name="connsiteX2" fmla="*/ 1324678 w 6270522"/>
                <a:gd name="connsiteY2" fmla="*/ 683363 h 2177760"/>
                <a:gd name="connsiteX3" fmla="*/ 1700247 w 6270522"/>
                <a:gd name="connsiteY3" fmla="*/ 919472 h 2177760"/>
                <a:gd name="connsiteX4" fmla="*/ 1971925 w 6270522"/>
                <a:gd name="connsiteY4" fmla="*/ 865239 h 2177760"/>
                <a:gd name="connsiteX5" fmla="*/ 2080139 w 6270522"/>
                <a:gd name="connsiteY5" fmla="*/ 688209 h 2177760"/>
                <a:gd name="connsiteX6" fmla="*/ 2068440 w 6270522"/>
                <a:gd name="connsiteY6" fmla="*/ 347240 h 2177760"/>
                <a:gd name="connsiteX7" fmla="*/ 2045540 w 6270522"/>
                <a:gd name="connsiteY7" fmla="*/ 229972 h 2177760"/>
                <a:gd name="connsiteX8" fmla="*/ 2045540 w 6270522"/>
                <a:gd name="connsiteY8" fmla="*/ 138746 h 2177760"/>
                <a:gd name="connsiteX9" fmla="*/ 2166706 w 6270522"/>
                <a:gd name="connsiteY9" fmla="*/ 53325 h 2177760"/>
                <a:gd name="connsiteX10" fmla="*/ 2345122 w 6270522"/>
                <a:gd name="connsiteY10" fmla="*/ 66345 h 2177760"/>
                <a:gd name="connsiteX11" fmla="*/ 2453148 w 6270522"/>
                <a:gd name="connsiteY11" fmla="*/ 140155 h 2177760"/>
                <a:gd name="connsiteX12" fmla="*/ 2505518 w 6270522"/>
                <a:gd name="connsiteY12" fmla="*/ 338449 h 2177760"/>
                <a:gd name="connsiteX13" fmla="*/ 2402373 w 6270522"/>
                <a:gd name="connsiteY13" fmla="*/ 626474 h 2177760"/>
                <a:gd name="connsiteX14" fmla="*/ 2371308 w 6270522"/>
                <a:gd name="connsiteY14" fmla="*/ 823358 h 2177760"/>
                <a:gd name="connsiteX15" fmla="*/ 2469572 w 6270522"/>
                <a:gd name="connsiteY15" fmla="*/ 1043379 h 2177760"/>
                <a:gd name="connsiteX16" fmla="*/ 2647990 w 6270522"/>
                <a:gd name="connsiteY16" fmla="*/ 1335717 h 2177760"/>
                <a:gd name="connsiteX17" fmla="*/ 2757705 w 6270522"/>
                <a:gd name="connsiteY17" fmla="*/ 1536913 h 2177760"/>
                <a:gd name="connsiteX18" fmla="*/ 2925610 w 6270522"/>
                <a:gd name="connsiteY18" fmla="*/ 1796493 h 2177760"/>
                <a:gd name="connsiteX19" fmla="*/ 3083566 w 6270522"/>
                <a:gd name="connsiteY19" fmla="*/ 1963272 h 2177760"/>
                <a:gd name="connsiteX20" fmla="*/ 3239176 w 6270522"/>
                <a:gd name="connsiteY20" fmla="*/ 2042473 h 2177760"/>
                <a:gd name="connsiteX21" fmla="*/ 3474938 w 6270522"/>
                <a:gd name="connsiteY21" fmla="*/ 2067519 h 2177760"/>
                <a:gd name="connsiteX22" fmla="*/ 3698874 w 6270522"/>
                <a:gd name="connsiteY22" fmla="*/ 2067520 h 2177760"/>
                <a:gd name="connsiteX23" fmla="*/ 3992918 w 6270522"/>
                <a:gd name="connsiteY23" fmla="*/ 2046288 h 2177760"/>
                <a:gd name="connsiteX24" fmla="*/ 4118965 w 6270522"/>
                <a:gd name="connsiteY24" fmla="*/ 2046289 h 2177760"/>
                <a:gd name="connsiteX25" fmla="*/ 4370963 w 6270522"/>
                <a:gd name="connsiteY25" fmla="*/ 2089828 h 2177760"/>
                <a:gd name="connsiteX26" fmla="*/ 4700016 w 6270522"/>
                <a:gd name="connsiteY26" fmla="*/ 2133617 h 2177760"/>
                <a:gd name="connsiteX27" fmla="*/ 5914409 w 6270522"/>
                <a:gd name="connsiteY27" fmla="*/ 1420278 h 2177760"/>
                <a:gd name="connsiteX28" fmla="*/ 6270522 w 6270522"/>
                <a:gd name="connsiteY28" fmla="*/ 1135117 h 2177760"/>
                <a:gd name="connsiteX0" fmla="*/ 0 w 6270522"/>
                <a:gd name="connsiteY0" fmla="*/ 0 h 2177760"/>
                <a:gd name="connsiteX1" fmla="*/ 551967 w 6270522"/>
                <a:gd name="connsiteY1" fmla="*/ 162015 h 2177760"/>
                <a:gd name="connsiteX2" fmla="*/ 1324678 w 6270522"/>
                <a:gd name="connsiteY2" fmla="*/ 683363 h 2177760"/>
                <a:gd name="connsiteX3" fmla="*/ 1700247 w 6270522"/>
                <a:gd name="connsiteY3" fmla="*/ 919472 h 2177760"/>
                <a:gd name="connsiteX4" fmla="*/ 1971925 w 6270522"/>
                <a:gd name="connsiteY4" fmla="*/ 865239 h 2177760"/>
                <a:gd name="connsiteX5" fmla="*/ 2080139 w 6270522"/>
                <a:gd name="connsiteY5" fmla="*/ 688209 h 2177760"/>
                <a:gd name="connsiteX6" fmla="*/ 2068440 w 6270522"/>
                <a:gd name="connsiteY6" fmla="*/ 347240 h 2177760"/>
                <a:gd name="connsiteX7" fmla="*/ 2045540 w 6270522"/>
                <a:gd name="connsiteY7" fmla="*/ 229972 h 2177760"/>
                <a:gd name="connsiteX8" fmla="*/ 2045540 w 6270522"/>
                <a:gd name="connsiteY8" fmla="*/ 138746 h 2177760"/>
                <a:gd name="connsiteX9" fmla="*/ 2166706 w 6270522"/>
                <a:gd name="connsiteY9" fmla="*/ 53325 h 2177760"/>
                <a:gd name="connsiteX10" fmla="*/ 2345122 w 6270522"/>
                <a:gd name="connsiteY10" fmla="*/ 66345 h 2177760"/>
                <a:gd name="connsiteX11" fmla="*/ 2453148 w 6270522"/>
                <a:gd name="connsiteY11" fmla="*/ 140155 h 2177760"/>
                <a:gd name="connsiteX12" fmla="*/ 2505518 w 6270522"/>
                <a:gd name="connsiteY12" fmla="*/ 338449 h 2177760"/>
                <a:gd name="connsiteX13" fmla="*/ 2402373 w 6270522"/>
                <a:gd name="connsiteY13" fmla="*/ 626474 h 2177760"/>
                <a:gd name="connsiteX14" fmla="*/ 2371308 w 6270522"/>
                <a:gd name="connsiteY14" fmla="*/ 823358 h 2177760"/>
                <a:gd name="connsiteX15" fmla="*/ 2469572 w 6270522"/>
                <a:gd name="connsiteY15" fmla="*/ 1043379 h 2177760"/>
                <a:gd name="connsiteX16" fmla="*/ 2647990 w 6270522"/>
                <a:gd name="connsiteY16" fmla="*/ 1335717 h 2177760"/>
                <a:gd name="connsiteX17" fmla="*/ 2757705 w 6270522"/>
                <a:gd name="connsiteY17" fmla="*/ 1536913 h 2177760"/>
                <a:gd name="connsiteX18" fmla="*/ 2925610 w 6270522"/>
                <a:gd name="connsiteY18" fmla="*/ 1796493 h 2177760"/>
                <a:gd name="connsiteX19" fmla="*/ 3083566 w 6270522"/>
                <a:gd name="connsiteY19" fmla="*/ 1963272 h 2177760"/>
                <a:gd name="connsiteX20" fmla="*/ 3239176 w 6270522"/>
                <a:gd name="connsiteY20" fmla="*/ 2042473 h 2177760"/>
                <a:gd name="connsiteX21" fmla="*/ 3474938 w 6270522"/>
                <a:gd name="connsiteY21" fmla="*/ 2067519 h 2177760"/>
                <a:gd name="connsiteX22" fmla="*/ 3698874 w 6270522"/>
                <a:gd name="connsiteY22" fmla="*/ 2067520 h 2177760"/>
                <a:gd name="connsiteX23" fmla="*/ 3992918 w 6270522"/>
                <a:gd name="connsiteY23" fmla="*/ 2046288 h 2177760"/>
                <a:gd name="connsiteX24" fmla="*/ 4118965 w 6270522"/>
                <a:gd name="connsiteY24" fmla="*/ 2046289 h 2177760"/>
                <a:gd name="connsiteX25" fmla="*/ 4370963 w 6270522"/>
                <a:gd name="connsiteY25" fmla="*/ 2089828 h 2177760"/>
                <a:gd name="connsiteX26" fmla="*/ 4700016 w 6270522"/>
                <a:gd name="connsiteY26" fmla="*/ 2133617 h 2177760"/>
                <a:gd name="connsiteX27" fmla="*/ 5914409 w 6270522"/>
                <a:gd name="connsiteY27" fmla="*/ 1420278 h 2177760"/>
                <a:gd name="connsiteX28" fmla="*/ 6270522 w 6270522"/>
                <a:gd name="connsiteY28" fmla="*/ 1135117 h 2177760"/>
                <a:gd name="connsiteX0" fmla="*/ 0 w 6166517"/>
                <a:gd name="connsiteY0" fmla="*/ 0 h 2240179"/>
                <a:gd name="connsiteX1" fmla="*/ 447962 w 6166517"/>
                <a:gd name="connsiteY1" fmla="*/ 224434 h 2240179"/>
                <a:gd name="connsiteX2" fmla="*/ 1220673 w 6166517"/>
                <a:gd name="connsiteY2" fmla="*/ 745782 h 2240179"/>
                <a:gd name="connsiteX3" fmla="*/ 1596242 w 6166517"/>
                <a:gd name="connsiteY3" fmla="*/ 981891 h 2240179"/>
                <a:gd name="connsiteX4" fmla="*/ 1867920 w 6166517"/>
                <a:gd name="connsiteY4" fmla="*/ 927658 h 2240179"/>
                <a:gd name="connsiteX5" fmla="*/ 1976134 w 6166517"/>
                <a:gd name="connsiteY5" fmla="*/ 750628 h 2240179"/>
                <a:gd name="connsiteX6" fmla="*/ 1964435 w 6166517"/>
                <a:gd name="connsiteY6" fmla="*/ 409659 h 2240179"/>
                <a:gd name="connsiteX7" fmla="*/ 1941535 w 6166517"/>
                <a:gd name="connsiteY7" fmla="*/ 292391 h 2240179"/>
                <a:gd name="connsiteX8" fmla="*/ 1941535 w 6166517"/>
                <a:gd name="connsiteY8" fmla="*/ 201165 h 2240179"/>
                <a:gd name="connsiteX9" fmla="*/ 2062701 w 6166517"/>
                <a:gd name="connsiteY9" fmla="*/ 115744 h 2240179"/>
                <a:gd name="connsiteX10" fmla="*/ 2241117 w 6166517"/>
                <a:gd name="connsiteY10" fmla="*/ 128764 h 2240179"/>
                <a:gd name="connsiteX11" fmla="*/ 2349143 w 6166517"/>
                <a:gd name="connsiteY11" fmla="*/ 202574 h 2240179"/>
                <a:gd name="connsiteX12" fmla="*/ 2401513 w 6166517"/>
                <a:gd name="connsiteY12" fmla="*/ 400868 h 2240179"/>
                <a:gd name="connsiteX13" fmla="*/ 2298368 w 6166517"/>
                <a:gd name="connsiteY13" fmla="*/ 688893 h 2240179"/>
                <a:gd name="connsiteX14" fmla="*/ 2267303 w 6166517"/>
                <a:gd name="connsiteY14" fmla="*/ 885777 h 2240179"/>
                <a:gd name="connsiteX15" fmla="*/ 2365567 w 6166517"/>
                <a:gd name="connsiteY15" fmla="*/ 1105798 h 2240179"/>
                <a:gd name="connsiteX16" fmla="*/ 2543985 w 6166517"/>
                <a:gd name="connsiteY16" fmla="*/ 1398136 h 2240179"/>
                <a:gd name="connsiteX17" fmla="*/ 2653700 w 6166517"/>
                <a:gd name="connsiteY17" fmla="*/ 1599332 h 2240179"/>
                <a:gd name="connsiteX18" fmla="*/ 2821605 w 6166517"/>
                <a:gd name="connsiteY18" fmla="*/ 1858912 h 2240179"/>
                <a:gd name="connsiteX19" fmla="*/ 2979561 w 6166517"/>
                <a:gd name="connsiteY19" fmla="*/ 2025691 h 2240179"/>
                <a:gd name="connsiteX20" fmla="*/ 3135171 w 6166517"/>
                <a:gd name="connsiteY20" fmla="*/ 2104892 h 2240179"/>
                <a:gd name="connsiteX21" fmla="*/ 3370933 w 6166517"/>
                <a:gd name="connsiteY21" fmla="*/ 2129938 h 2240179"/>
                <a:gd name="connsiteX22" fmla="*/ 3594869 w 6166517"/>
                <a:gd name="connsiteY22" fmla="*/ 2129939 h 2240179"/>
                <a:gd name="connsiteX23" fmla="*/ 3888913 w 6166517"/>
                <a:gd name="connsiteY23" fmla="*/ 2108707 h 2240179"/>
                <a:gd name="connsiteX24" fmla="*/ 4014960 w 6166517"/>
                <a:gd name="connsiteY24" fmla="*/ 2108708 h 2240179"/>
                <a:gd name="connsiteX25" fmla="*/ 4266958 w 6166517"/>
                <a:gd name="connsiteY25" fmla="*/ 2152247 h 2240179"/>
                <a:gd name="connsiteX26" fmla="*/ 4596011 w 6166517"/>
                <a:gd name="connsiteY26" fmla="*/ 2196036 h 2240179"/>
                <a:gd name="connsiteX27" fmla="*/ 5810404 w 6166517"/>
                <a:gd name="connsiteY27" fmla="*/ 1482697 h 2240179"/>
                <a:gd name="connsiteX28" fmla="*/ 6166517 w 6166517"/>
                <a:gd name="connsiteY28" fmla="*/ 1197536 h 2240179"/>
                <a:gd name="connsiteX0" fmla="*/ 0 w 6166517"/>
                <a:gd name="connsiteY0" fmla="*/ 0 h 2240179"/>
                <a:gd name="connsiteX1" fmla="*/ 447962 w 6166517"/>
                <a:gd name="connsiteY1" fmla="*/ 224434 h 2240179"/>
                <a:gd name="connsiteX2" fmla="*/ 1220673 w 6166517"/>
                <a:gd name="connsiteY2" fmla="*/ 745782 h 2240179"/>
                <a:gd name="connsiteX3" fmla="*/ 1596242 w 6166517"/>
                <a:gd name="connsiteY3" fmla="*/ 981891 h 2240179"/>
                <a:gd name="connsiteX4" fmla="*/ 1788868 w 6166517"/>
                <a:gd name="connsiteY4" fmla="*/ 890223 h 2240179"/>
                <a:gd name="connsiteX5" fmla="*/ 1976134 w 6166517"/>
                <a:gd name="connsiteY5" fmla="*/ 750628 h 2240179"/>
                <a:gd name="connsiteX6" fmla="*/ 1964435 w 6166517"/>
                <a:gd name="connsiteY6" fmla="*/ 409659 h 2240179"/>
                <a:gd name="connsiteX7" fmla="*/ 1941535 w 6166517"/>
                <a:gd name="connsiteY7" fmla="*/ 292391 h 2240179"/>
                <a:gd name="connsiteX8" fmla="*/ 1941535 w 6166517"/>
                <a:gd name="connsiteY8" fmla="*/ 201165 h 2240179"/>
                <a:gd name="connsiteX9" fmla="*/ 2062701 w 6166517"/>
                <a:gd name="connsiteY9" fmla="*/ 115744 h 2240179"/>
                <a:gd name="connsiteX10" fmla="*/ 2241117 w 6166517"/>
                <a:gd name="connsiteY10" fmla="*/ 128764 h 2240179"/>
                <a:gd name="connsiteX11" fmla="*/ 2349143 w 6166517"/>
                <a:gd name="connsiteY11" fmla="*/ 202574 h 2240179"/>
                <a:gd name="connsiteX12" fmla="*/ 2401513 w 6166517"/>
                <a:gd name="connsiteY12" fmla="*/ 400868 h 2240179"/>
                <a:gd name="connsiteX13" fmla="*/ 2298368 w 6166517"/>
                <a:gd name="connsiteY13" fmla="*/ 688893 h 2240179"/>
                <a:gd name="connsiteX14" fmla="*/ 2267303 w 6166517"/>
                <a:gd name="connsiteY14" fmla="*/ 885777 h 2240179"/>
                <a:gd name="connsiteX15" fmla="*/ 2365567 w 6166517"/>
                <a:gd name="connsiteY15" fmla="*/ 1105798 h 2240179"/>
                <a:gd name="connsiteX16" fmla="*/ 2543985 w 6166517"/>
                <a:gd name="connsiteY16" fmla="*/ 1398136 h 2240179"/>
                <a:gd name="connsiteX17" fmla="*/ 2653700 w 6166517"/>
                <a:gd name="connsiteY17" fmla="*/ 1599332 h 2240179"/>
                <a:gd name="connsiteX18" fmla="*/ 2821605 w 6166517"/>
                <a:gd name="connsiteY18" fmla="*/ 1858912 h 2240179"/>
                <a:gd name="connsiteX19" fmla="*/ 2979561 w 6166517"/>
                <a:gd name="connsiteY19" fmla="*/ 2025691 h 2240179"/>
                <a:gd name="connsiteX20" fmla="*/ 3135171 w 6166517"/>
                <a:gd name="connsiteY20" fmla="*/ 2104892 h 2240179"/>
                <a:gd name="connsiteX21" fmla="*/ 3370933 w 6166517"/>
                <a:gd name="connsiteY21" fmla="*/ 2129938 h 2240179"/>
                <a:gd name="connsiteX22" fmla="*/ 3594869 w 6166517"/>
                <a:gd name="connsiteY22" fmla="*/ 2129939 h 2240179"/>
                <a:gd name="connsiteX23" fmla="*/ 3888913 w 6166517"/>
                <a:gd name="connsiteY23" fmla="*/ 2108707 h 2240179"/>
                <a:gd name="connsiteX24" fmla="*/ 4014960 w 6166517"/>
                <a:gd name="connsiteY24" fmla="*/ 2108708 h 2240179"/>
                <a:gd name="connsiteX25" fmla="*/ 4266958 w 6166517"/>
                <a:gd name="connsiteY25" fmla="*/ 2152247 h 2240179"/>
                <a:gd name="connsiteX26" fmla="*/ 4596011 w 6166517"/>
                <a:gd name="connsiteY26" fmla="*/ 2196036 h 2240179"/>
                <a:gd name="connsiteX27" fmla="*/ 5810404 w 6166517"/>
                <a:gd name="connsiteY27" fmla="*/ 1482697 h 2240179"/>
                <a:gd name="connsiteX28" fmla="*/ 6166517 w 6166517"/>
                <a:gd name="connsiteY28" fmla="*/ 1197536 h 2240179"/>
                <a:gd name="connsiteX0" fmla="*/ 0 w 6166517"/>
                <a:gd name="connsiteY0" fmla="*/ 0 h 2240179"/>
                <a:gd name="connsiteX1" fmla="*/ 447962 w 6166517"/>
                <a:gd name="connsiteY1" fmla="*/ 224434 h 2240179"/>
                <a:gd name="connsiteX2" fmla="*/ 1220673 w 6166517"/>
                <a:gd name="connsiteY2" fmla="*/ 745782 h 2240179"/>
                <a:gd name="connsiteX3" fmla="*/ 1596242 w 6166517"/>
                <a:gd name="connsiteY3" fmla="*/ 981891 h 2240179"/>
                <a:gd name="connsiteX4" fmla="*/ 1788868 w 6166517"/>
                <a:gd name="connsiteY4" fmla="*/ 890223 h 2240179"/>
                <a:gd name="connsiteX5" fmla="*/ 1927931 w 6166517"/>
                <a:gd name="connsiteY5" fmla="*/ 719234 h 2240179"/>
                <a:gd name="connsiteX6" fmla="*/ 1964435 w 6166517"/>
                <a:gd name="connsiteY6" fmla="*/ 409659 h 2240179"/>
                <a:gd name="connsiteX7" fmla="*/ 1941535 w 6166517"/>
                <a:gd name="connsiteY7" fmla="*/ 292391 h 2240179"/>
                <a:gd name="connsiteX8" fmla="*/ 1941535 w 6166517"/>
                <a:gd name="connsiteY8" fmla="*/ 201165 h 2240179"/>
                <a:gd name="connsiteX9" fmla="*/ 2062701 w 6166517"/>
                <a:gd name="connsiteY9" fmla="*/ 115744 h 2240179"/>
                <a:gd name="connsiteX10" fmla="*/ 2241117 w 6166517"/>
                <a:gd name="connsiteY10" fmla="*/ 128764 h 2240179"/>
                <a:gd name="connsiteX11" fmla="*/ 2349143 w 6166517"/>
                <a:gd name="connsiteY11" fmla="*/ 202574 h 2240179"/>
                <a:gd name="connsiteX12" fmla="*/ 2401513 w 6166517"/>
                <a:gd name="connsiteY12" fmla="*/ 400868 h 2240179"/>
                <a:gd name="connsiteX13" fmla="*/ 2298368 w 6166517"/>
                <a:gd name="connsiteY13" fmla="*/ 688893 h 2240179"/>
                <a:gd name="connsiteX14" fmla="*/ 2267303 w 6166517"/>
                <a:gd name="connsiteY14" fmla="*/ 885777 h 2240179"/>
                <a:gd name="connsiteX15" fmla="*/ 2365567 w 6166517"/>
                <a:gd name="connsiteY15" fmla="*/ 1105798 h 2240179"/>
                <a:gd name="connsiteX16" fmla="*/ 2543985 w 6166517"/>
                <a:gd name="connsiteY16" fmla="*/ 1398136 h 2240179"/>
                <a:gd name="connsiteX17" fmla="*/ 2653700 w 6166517"/>
                <a:gd name="connsiteY17" fmla="*/ 1599332 h 2240179"/>
                <a:gd name="connsiteX18" fmla="*/ 2821605 w 6166517"/>
                <a:gd name="connsiteY18" fmla="*/ 1858912 h 2240179"/>
                <a:gd name="connsiteX19" fmla="*/ 2979561 w 6166517"/>
                <a:gd name="connsiteY19" fmla="*/ 2025691 h 2240179"/>
                <a:gd name="connsiteX20" fmla="*/ 3135171 w 6166517"/>
                <a:gd name="connsiteY20" fmla="*/ 2104892 h 2240179"/>
                <a:gd name="connsiteX21" fmla="*/ 3370933 w 6166517"/>
                <a:gd name="connsiteY21" fmla="*/ 2129938 h 2240179"/>
                <a:gd name="connsiteX22" fmla="*/ 3594869 w 6166517"/>
                <a:gd name="connsiteY22" fmla="*/ 2129939 h 2240179"/>
                <a:gd name="connsiteX23" fmla="*/ 3888913 w 6166517"/>
                <a:gd name="connsiteY23" fmla="*/ 2108707 h 2240179"/>
                <a:gd name="connsiteX24" fmla="*/ 4014960 w 6166517"/>
                <a:gd name="connsiteY24" fmla="*/ 2108708 h 2240179"/>
                <a:gd name="connsiteX25" fmla="*/ 4266958 w 6166517"/>
                <a:gd name="connsiteY25" fmla="*/ 2152247 h 2240179"/>
                <a:gd name="connsiteX26" fmla="*/ 4596011 w 6166517"/>
                <a:gd name="connsiteY26" fmla="*/ 2196036 h 2240179"/>
                <a:gd name="connsiteX27" fmla="*/ 5810404 w 6166517"/>
                <a:gd name="connsiteY27" fmla="*/ 1482697 h 2240179"/>
                <a:gd name="connsiteX28" fmla="*/ 6166517 w 6166517"/>
                <a:gd name="connsiteY28" fmla="*/ 1197536 h 2240179"/>
                <a:gd name="connsiteX0" fmla="*/ 0 w 6166517"/>
                <a:gd name="connsiteY0" fmla="*/ 0 h 2261090"/>
                <a:gd name="connsiteX1" fmla="*/ 447962 w 6166517"/>
                <a:gd name="connsiteY1" fmla="*/ 224434 h 2261090"/>
                <a:gd name="connsiteX2" fmla="*/ 1220673 w 6166517"/>
                <a:gd name="connsiteY2" fmla="*/ 745782 h 2261090"/>
                <a:gd name="connsiteX3" fmla="*/ 1596242 w 6166517"/>
                <a:gd name="connsiteY3" fmla="*/ 981891 h 2261090"/>
                <a:gd name="connsiteX4" fmla="*/ 1788868 w 6166517"/>
                <a:gd name="connsiteY4" fmla="*/ 890223 h 2261090"/>
                <a:gd name="connsiteX5" fmla="*/ 1927931 w 6166517"/>
                <a:gd name="connsiteY5" fmla="*/ 719234 h 2261090"/>
                <a:gd name="connsiteX6" fmla="*/ 1964435 w 6166517"/>
                <a:gd name="connsiteY6" fmla="*/ 409659 h 2261090"/>
                <a:gd name="connsiteX7" fmla="*/ 1941535 w 6166517"/>
                <a:gd name="connsiteY7" fmla="*/ 292391 h 2261090"/>
                <a:gd name="connsiteX8" fmla="*/ 1941535 w 6166517"/>
                <a:gd name="connsiteY8" fmla="*/ 201165 h 2261090"/>
                <a:gd name="connsiteX9" fmla="*/ 2062701 w 6166517"/>
                <a:gd name="connsiteY9" fmla="*/ 115744 h 2261090"/>
                <a:gd name="connsiteX10" fmla="*/ 2241117 w 6166517"/>
                <a:gd name="connsiteY10" fmla="*/ 128764 h 2261090"/>
                <a:gd name="connsiteX11" fmla="*/ 2349143 w 6166517"/>
                <a:gd name="connsiteY11" fmla="*/ 202574 h 2261090"/>
                <a:gd name="connsiteX12" fmla="*/ 2401513 w 6166517"/>
                <a:gd name="connsiteY12" fmla="*/ 400868 h 2261090"/>
                <a:gd name="connsiteX13" fmla="*/ 2298368 w 6166517"/>
                <a:gd name="connsiteY13" fmla="*/ 688893 h 2261090"/>
                <a:gd name="connsiteX14" fmla="*/ 2267303 w 6166517"/>
                <a:gd name="connsiteY14" fmla="*/ 885777 h 2261090"/>
                <a:gd name="connsiteX15" fmla="*/ 2365567 w 6166517"/>
                <a:gd name="connsiteY15" fmla="*/ 1105798 h 2261090"/>
                <a:gd name="connsiteX16" fmla="*/ 2543985 w 6166517"/>
                <a:gd name="connsiteY16" fmla="*/ 1398136 h 2261090"/>
                <a:gd name="connsiteX17" fmla="*/ 2653700 w 6166517"/>
                <a:gd name="connsiteY17" fmla="*/ 1599332 h 2261090"/>
                <a:gd name="connsiteX18" fmla="*/ 2821605 w 6166517"/>
                <a:gd name="connsiteY18" fmla="*/ 1858912 h 2261090"/>
                <a:gd name="connsiteX19" fmla="*/ 2979561 w 6166517"/>
                <a:gd name="connsiteY19" fmla="*/ 2025691 h 2261090"/>
                <a:gd name="connsiteX20" fmla="*/ 3135171 w 6166517"/>
                <a:gd name="connsiteY20" fmla="*/ 2104892 h 2261090"/>
                <a:gd name="connsiteX21" fmla="*/ 3370933 w 6166517"/>
                <a:gd name="connsiteY21" fmla="*/ 2129938 h 2261090"/>
                <a:gd name="connsiteX22" fmla="*/ 3594869 w 6166517"/>
                <a:gd name="connsiteY22" fmla="*/ 2129939 h 2261090"/>
                <a:gd name="connsiteX23" fmla="*/ 3888913 w 6166517"/>
                <a:gd name="connsiteY23" fmla="*/ 2108707 h 2261090"/>
                <a:gd name="connsiteX24" fmla="*/ 4014960 w 6166517"/>
                <a:gd name="connsiteY24" fmla="*/ 2108708 h 2261090"/>
                <a:gd name="connsiteX25" fmla="*/ 4266958 w 6166517"/>
                <a:gd name="connsiteY25" fmla="*/ 2152247 h 2261090"/>
                <a:gd name="connsiteX26" fmla="*/ 4596011 w 6166517"/>
                <a:gd name="connsiteY26" fmla="*/ 2196036 h 2261090"/>
                <a:gd name="connsiteX27" fmla="*/ 6166517 w 6166517"/>
                <a:gd name="connsiteY27" fmla="*/ 1197536 h 2261090"/>
                <a:gd name="connsiteX0" fmla="*/ 0 w 4596011"/>
                <a:gd name="connsiteY0" fmla="*/ 0 h 2261090"/>
                <a:gd name="connsiteX1" fmla="*/ 447962 w 4596011"/>
                <a:gd name="connsiteY1" fmla="*/ 224434 h 2261090"/>
                <a:gd name="connsiteX2" fmla="*/ 1220673 w 4596011"/>
                <a:gd name="connsiteY2" fmla="*/ 745782 h 2261090"/>
                <a:gd name="connsiteX3" fmla="*/ 1596242 w 4596011"/>
                <a:gd name="connsiteY3" fmla="*/ 981891 h 2261090"/>
                <a:gd name="connsiteX4" fmla="*/ 1788868 w 4596011"/>
                <a:gd name="connsiteY4" fmla="*/ 890223 h 2261090"/>
                <a:gd name="connsiteX5" fmla="*/ 1927931 w 4596011"/>
                <a:gd name="connsiteY5" fmla="*/ 719234 h 2261090"/>
                <a:gd name="connsiteX6" fmla="*/ 1964435 w 4596011"/>
                <a:gd name="connsiteY6" fmla="*/ 409659 h 2261090"/>
                <a:gd name="connsiteX7" fmla="*/ 1941535 w 4596011"/>
                <a:gd name="connsiteY7" fmla="*/ 292391 h 2261090"/>
                <a:gd name="connsiteX8" fmla="*/ 1941535 w 4596011"/>
                <a:gd name="connsiteY8" fmla="*/ 201165 h 2261090"/>
                <a:gd name="connsiteX9" fmla="*/ 2062701 w 4596011"/>
                <a:gd name="connsiteY9" fmla="*/ 115744 h 2261090"/>
                <a:gd name="connsiteX10" fmla="*/ 2241117 w 4596011"/>
                <a:gd name="connsiteY10" fmla="*/ 128764 h 2261090"/>
                <a:gd name="connsiteX11" fmla="*/ 2349143 w 4596011"/>
                <a:gd name="connsiteY11" fmla="*/ 202574 h 2261090"/>
                <a:gd name="connsiteX12" fmla="*/ 2401513 w 4596011"/>
                <a:gd name="connsiteY12" fmla="*/ 400868 h 2261090"/>
                <a:gd name="connsiteX13" fmla="*/ 2298368 w 4596011"/>
                <a:gd name="connsiteY13" fmla="*/ 688893 h 2261090"/>
                <a:gd name="connsiteX14" fmla="*/ 2267303 w 4596011"/>
                <a:gd name="connsiteY14" fmla="*/ 885777 h 2261090"/>
                <a:gd name="connsiteX15" fmla="*/ 2365567 w 4596011"/>
                <a:gd name="connsiteY15" fmla="*/ 1105798 h 2261090"/>
                <a:gd name="connsiteX16" fmla="*/ 2543985 w 4596011"/>
                <a:gd name="connsiteY16" fmla="*/ 1398136 h 2261090"/>
                <a:gd name="connsiteX17" fmla="*/ 2653700 w 4596011"/>
                <a:gd name="connsiteY17" fmla="*/ 1599332 h 2261090"/>
                <a:gd name="connsiteX18" fmla="*/ 2821605 w 4596011"/>
                <a:gd name="connsiteY18" fmla="*/ 1858912 h 2261090"/>
                <a:gd name="connsiteX19" fmla="*/ 2979561 w 4596011"/>
                <a:gd name="connsiteY19" fmla="*/ 2025691 h 2261090"/>
                <a:gd name="connsiteX20" fmla="*/ 3135171 w 4596011"/>
                <a:gd name="connsiteY20" fmla="*/ 2104892 h 2261090"/>
                <a:gd name="connsiteX21" fmla="*/ 3370933 w 4596011"/>
                <a:gd name="connsiteY21" fmla="*/ 2129938 h 2261090"/>
                <a:gd name="connsiteX22" fmla="*/ 3594869 w 4596011"/>
                <a:gd name="connsiteY22" fmla="*/ 2129939 h 2261090"/>
                <a:gd name="connsiteX23" fmla="*/ 3888913 w 4596011"/>
                <a:gd name="connsiteY23" fmla="*/ 2108707 h 2261090"/>
                <a:gd name="connsiteX24" fmla="*/ 4014960 w 4596011"/>
                <a:gd name="connsiteY24" fmla="*/ 2108708 h 2261090"/>
                <a:gd name="connsiteX25" fmla="*/ 4266958 w 4596011"/>
                <a:gd name="connsiteY25" fmla="*/ 2152247 h 2261090"/>
                <a:gd name="connsiteX26" fmla="*/ 4596011 w 4596011"/>
                <a:gd name="connsiteY26" fmla="*/ 2196036 h 2261090"/>
                <a:gd name="connsiteX0" fmla="*/ 0 w 4266959"/>
                <a:gd name="connsiteY0" fmla="*/ 0 h 2152246"/>
                <a:gd name="connsiteX1" fmla="*/ 447962 w 4266959"/>
                <a:gd name="connsiteY1" fmla="*/ 224434 h 2152246"/>
                <a:gd name="connsiteX2" fmla="*/ 1220673 w 4266959"/>
                <a:gd name="connsiteY2" fmla="*/ 745782 h 2152246"/>
                <a:gd name="connsiteX3" fmla="*/ 1596242 w 4266959"/>
                <a:gd name="connsiteY3" fmla="*/ 981891 h 2152246"/>
                <a:gd name="connsiteX4" fmla="*/ 1788868 w 4266959"/>
                <a:gd name="connsiteY4" fmla="*/ 890223 h 2152246"/>
                <a:gd name="connsiteX5" fmla="*/ 1927931 w 4266959"/>
                <a:gd name="connsiteY5" fmla="*/ 719234 h 2152246"/>
                <a:gd name="connsiteX6" fmla="*/ 1964435 w 4266959"/>
                <a:gd name="connsiteY6" fmla="*/ 409659 h 2152246"/>
                <a:gd name="connsiteX7" fmla="*/ 1941535 w 4266959"/>
                <a:gd name="connsiteY7" fmla="*/ 292391 h 2152246"/>
                <a:gd name="connsiteX8" fmla="*/ 1941535 w 4266959"/>
                <a:gd name="connsiteY8" fmla="*/ 201165 h 2152246"/>
                <a:gd name="connsiteX9" fmla="*/ 2062701 w 4266959"/>
                <a:gd name="connsiteY9" fmla="*/ 115744 h 2152246"/>
                <a:gd name="connsiteX10" fmla="*/ 2241117 w 4266959"/>
                <a:gd name="connsiteY10" fmla="*/ 128764 h 2152246"/>
                <a:gd name="connsiteX11" fmla="*/ 2349143 w 4266959"/>
                <a:gd name="connsiteY11" fmla="*/ 202574 h 2152246"/>
                <a:gd name="connsiteX12" fmla="*/ 2401513 w 4266959"/>
                <a:gd name="connsiteY12" fmla="*/ 400868 h 2152246"/>
                <a:gd name="connsiteX13" fmla="*/ 2298368 w 4266959"/>
                <a:gd name="connsiteY13" fmla="*/ 688893 h 2152246"/>
                <a:gd name="connsiteX14" fmla="*/ 2267303 w 4266959"/>
                <a:gd name="connsiteY14" fmla="*/ 885777 h 2152246"/>
                <a:gd name="connsiteX15" fmla="*/ 2365567 w 4266959"/>
                <a:gd name="connsiteY15" fmla="*/ 1105798 h 2152246"/>
                <a:gd name="connsiteX16" fmla="*/ 2543985 w 4266959"/>
                <a:gd name="connsiteY16" fmla="*/ 1398136 h 2152246"/>
                <a:gd name="connsiteX17" fmla="*/ 2653700 w 4266959"/>
                <a:gd name="connsiteY17" fmla="*/ 1599332 h 2152246"/>
                <a:gd name="connsiteX18" fmla="*/ 2821605 w 4266959"/>
                <a:gd name="connsiteY18" fmla="*/ 1858912 h 2152246"/>
                <a:gd name="connsiteX19" fmla="*/ 2979561 w 4266959"/>
                <a:gd name="connsiteY19" fmla="*/ 2025691 h 2152246"/>
                <a:gd name="connsiteX20" fmla="*/ 3135171 w 4266959"/>
                <a:gd name="connsiteY20" fmla="*/ 2104892 h 2152246"/>
                <a:gd name="connsiteX21" fmla="*/ 3370933 w 4266959"/>
                <a:gd name="connsiteY21" fmla="*/ 2129938 h 2152246"/>
                <a:gd name="connsiteX22" fmla="*/ 3594869 w 4266959"/>
                <a:gd name="connsiteY22" fmla="*/ 2129939 h 2152246"/>
                <a:gd name="connsiteX23" fmla="*/ 3888913 w 4266959"/>
                <a:gd name="connsiteY23" fmla="*/ 2108707 h 2152246"/>
                <a:gd name="connsiteX24" fmla="*/ 4014960 w 4266959"/>
                <a:gd name="connsiteY24" fmla="*/ 2108708 h 2152246"/>
                <a:gd name="connsiteX25" fmla="*/ 4266958 w 4266959"/>
                <a:gd name="connsiteY25" fmla="*/ 2152247 h 2152246"/>
                <a:gd name="connsiteX0" fmla="*/ 0 w 4391622"/>
                <a:gd name="connsiteY0" fmla="*/ 0 h 2214090"/>
                <a:gd name="connsiteX1" fmla="*/ 447962 w 4391622"/>
                <a:gd name="connsiteY1" fmla="*/ 224434 h 2214090"/>
                <a:gd name="connsiteX2" fmla="*/ 1220673 w 4391622"/>
                <a:gd name="connsiteY2" fmla="*/ 745782 h 2214090"/>
                <a:gd name="connsiteX3" fmla="*/ 1596242 w 4391622"/>
                <a:gd name="connsiteY3" fmla="*/ 981891 h 2214090"/>
                <a:gd name="connsiteX4" fmla="*/ 1788868 w 4391622"/>
                <a:gd name="connsiteY4" fmla="*/ 890223 h 2214090"/>
                <a:gd name="connsiteX5" fmla="*/ 1927931 w 4391622"/>
                <a:gd name="connsiteY5" fmla="*/ 719234 h 2214090"/>
                <a:gd name="connsiteX6" fmla="*/ 1964435 w 4391622"/>
                <a:gd name="connsiteY6" fmla="*/ 409659 h 2214090"/>
                <a:gd name="connsiteX7" fmla="*/ 1941535 w 4391622"/>
                <a:gd name="connsiteY7" fmla="*/ 292391 h 2214090"/>
                <a:gd name="connsiteX8" fmla="*/ 1941535 w 4391622"/>
                <a:gd name="connsiteY8" fmla="*/ 201165 h 2214090"/>
                <a:gd name="connsiteX9" fmla="*/ 2062701 w 4391622"/>
                <a:gd name="connsiteY9" fmla="*/ 115744 h 2214090"/>
                <a:gd name="connsiteX10" fmla="*/ 2241117 w 4391622"/>
                <a:gd name="connsiteY10" fmla="*/ 128764 h 2214090"/>
                <a:gd name="connsiteX11" fmla="*/ 2349143 w 4391622"/>
                <a:gd name="connsiteY11" fmla="*/ 202574 h 2214090"/>
                <a:gd name="connsiteX12" fmla="*/ 2401513 w 4391622"/>
                <a:gd name="connsiteY12" fmla="*/ 400868 h 2214090"/>
                <a:gd name="connsiteX13" fmla="*/ 2298368 w 4391622"/>
                <a:gd name="connsiteY13" fmla="*/ 688893 h 2214090"/>
                <a:gd name="connsiteX14" fmla="*/ 2267303 w 4391622"/>
                <a:gd name="connsiteY14" fmla="*/ 885777 h 2214090"/>
                <a:gd name="connsiteX15" fmla="*/ 2365567 w 4391622"/>
                <a:gd name="connsiteY15" fmla="*/ 1105798 h 2214090"/>
                <a:gd name="connsiteX16" fmla="*/ 2543985 w 4391622"/>
                <a:gd name="connsiteY16" fmla="*/ 1398136 h 2214090"/>
                <a:gd name="connsiteX17" fmla="*/ 2653700 w 4391622"/>
                <a:gd name="connsiteY17" fmla="*/ 1599332 h 2214090"/>
                <a:gd name="connsiteX18" fmla="*/ 2821605 w 4391622"/>
                <a:gd name="connsiteY18" fmla="*/ 1858912 h 2214090"/>
                <a:gd name="connsiteX19" fmla="*/ 2979561 w 4391622"/>
                <a:gd name="connsiteY19" fmla="*/ 2025691 h 2214090"/>
                <a:gd name="connsiteX20" fmla="*/ 3135171 w 4391622"/>
                <a:gd name="connsiteY20" fmla="*/ 2104892 h 2214090"/>
                <a:gd name="connsiteX21" fmla="*/ 3370933 w 4391622"/>
                <a:gd name="connsiteY21" fmla="*/ 2129938 h 2214090"/>
                <a:gd name="connsiteX22" fmla="*/ 3594869 w 4391622"/>
                <a:gd name="connsiteY22" fmla="*/ 2129939 h 2214090"/>
                <a:gd name="connsiteX23" fmla="*/ 3888913 w 4391622"/>
                <a:gd name="connsiteY23" fmla="*/ 2108707 h 2214090"/>
                <a:gd name="connsiteX24" fmla="*/ 4014960 w 4391622"/>
                <a:gd name="connsiteY24" fmla="*/ 2108708 h 2214090"/>
                <a:gd name="connsiteX25" fmla="*/ 4391622 w 4391622"/>
                <a:gd name="connsiteY25" fmla="*/ 2214090 h 2214090"/>
                <a:gd name="connsiteX0" fmla="*/ 0 w 4391622"/>
                <a:gd name="connsiteY0" fmla="*/ 0 h 2214090"/>
                <a:gd name="connsiteX1" fmla="*/ 447962 w 4391622"/>
                <a:gd name="connsiteY1" fmla="*/ 224434 h 2214090"/>
                <a:gd name="connsiteX2" fmla="*/ 1220673 w 4391622"/>
                <a:gd name="connsiteY2" fmla="*/ 745782 h 2214090"/>
                <a:gd name="connsiteX3" fmla="*/ 1596242 w 4391622"/>
                <a:gd name="connsiteY3" fmla="*/ 981891 h 2214090"/>
                <a:gd name="connsiteX4" fmla="*/ 1788868 w 4391622"/>
                <a:gd name="connsiteY4" fmla="*/ 890223 h 2214090"/>
                <a:gd name="connsiteX5" fmla="*/ 1927931 w 4391622"/>
                <a:gd name="connsiteY5" fmla="*/ 719234 h 2214090"/>
                <a:gd name="connsiteX6" fmla="*/ 1964435 w 4391622"/>
                <a:gd name="connsiteY6" fmla="*/ 409659 h 2214090"/>
                <a:gd name="connsiteX7" fmla="*/ 1941535 w 4391622"/>
                <a:gd name="connsiteY7" fmla="*/ 292391 h 2214090"/>
                <a:gd name="connsiteX8" fmla="*/ 1941535 w 4391622"/>
                <a:gd name="connsiteY8" fmla="*/ 201165 h 2214090"/>
                <a:gd name="connsiteX9" fmla="*/ 2062701 w 4391622"/>
                <a:gd name="connsiteY9" fmla="*/ 115744 h 2214090"/>
                <a:gd name="connsiteX10" fmla="*/ 2241117 w 4391622"/>
                <a:gd name="connsiteY10" fmla="*/ 128764 h 2214090"/>
                <a:gd name="connsiteX11" fmla="*/ 2349143 w 4391622"/>
                <a:gd name="connsiteY11" fmla="*/ 202574 h 2214090"/>
                <a:gd name="connsiteX12" fmla="*/ 2401513 w 4391622"/>
                <a:gd name="connsiteY12" fmla="*/ 400868 h 2214090"/>
                <a:gd name="connsiteX13" fmla="*/ 2298368 w 4391622"/>
                <a:gd name="connsiteY13" fmla="*/ 688893 h 2214090"/>
                <a:gd name="connsiteX14" fmla="*/ 2267303 w 4391622"/>
                <a:gd name="connsiteY14" fmla="*/ 885777 h 2214090"/>
                <a:gd name="connsiteX15" fmla="*/ 2365567 w 4391622"/>
                <a:gd name="connsiteY15" fmla="*/ 1105798 h 2214090"/>
                <a:gd name="connsiteX16" fmla="*/ 2543985 w 4391622"/>
                <a:gd name="connsiteY16" fmla="*/ 1398136 h 2214090"/>
                <a:gd name="connsiteX17" fmla="*/ 2653700 w 4391622"/>
                <a:gd name="connsiteY17" fmla="*/ 1599332 h 2214090"/>
                <a:gd name="connsiteX18" fmla="*/ 2821605 w 4391622"/>
                <a:gd name="connsiteY18" fmla="*/ 1858912 h 2214090"/>
                <a:gd name="connsiteX19" fmla="*/ 2979561 w 4391622"/>
                <a:gd name="connsiteY19" fmla="*/ 2025691 h 2214090"/>
                <a:gd name="connsiteX20" fmla="*/ 3135171 w 4391622"/>
                <a:gd name="connsiteY20" fmla="*/ 2104892 h 2214090"/>
                <a:gd name="connsiteX21" fmla="*/ 3370933 w 4391622"/>
                <a:gd name="connsiteY21" fmla="*/ 2129938 h 2214090"/>
                <a:gd name="connsiteX22" fmla="*/ 3594869 w 4391622"/>
                <a:gd name="connsiteY22" fmla="*/ 2129939 h 2214090"/>
                <a:gd name="connsiteX23" fmla="*/ 3888913 w 4391622"/>
                <a:gd name="connsiteY23" fmla="*/ 2108707 h 2214090"/>
                <a:gd name="connsiteX24" fmla="*/ 4391622 w 4391622"/>
                <a:gd name="connsiteY24" fmla="*/ 2214090 h 2214090"/>
                <a:gd name="connsiteX0" fmla="*/ 0 w 4391622"/>
                <a:gd name="connsiteY0" fmla="*/ 0 h 2214090"/>
                <a:gd name="connsiteX1" fmla="*/ 447962 w 4391622"/>
                <a:gd name="connsiteY1" fmla="*/ 224434 h 2214090"/>
                <a:gd name="connsiteX2" fmla="*/ 1220673 w 4391622"/>
                <a:gd name="connsiteY2" fmla="*/ 745782 h 2214090"/>
                <a:gd name="connsiteX3" fmla="*/ 1596242 w 4391622"/>
                <a:gd name="connsiteY3" fmla="*/ 981891 h 2214090"/>
                <a:gd name="connsiteX4" fmla="*/ 1788868 w 4391622"/>
                <a:gd name="connsiteY4" fmla="*/ 890223 h 2214090"/>
                <a:gd name="connsiteX5" fmla="*/ 1927931 w 4391622"/>
                <a:gd name="connsiteY5" fmla="*/ 719234 h 2214090"/>
                <a:gd name="connsiteX6" fmla="*/ 1964435 w 4391622"/>
                <a:gd name="connsiteY6" fmla="*/ 409659 h 2214090"/>
                <a:gd name="connsiteX7" fmla="*/ 1941535 w 4391622"/>
                <a:gd name="connsiteY7" fmla="*/ 292391 h 2214090"/>
                <a:gd name="connsiteX8" fmla="*/ 1941535 w 4391622"/>
                <a:gd name="connsiteY8" fmla="*/ 201165 h 2214090"/>
                <a:gd name="connsiteX9" fmla="*/ 2062701 w 4391622"/>
                <a:gd name="connsiteY9" fmla="*/ 115744 h 2214090"/>
                <a:gd name="connsiteX10" fmla="*/ 2241117 w 4391622"/>
                <a:gd name="connsiteY10" fmla="*/ 128764 h 2214090"/>
                <a:gd name="connsiteX11" fmla="*/ 2349143 w 4391622"/>
                <a:gd name="connsiteY11" fmla="*/ 202574 h 2214090"/>
                <a:gd name="connsiteX12" fmla="*/ 2401513 w 4391622"/>
                <a:gd name="connsiteY12" fmla="*/ 400868 h 2214090"/>
                <a:gd name="connsiteX13" fmla="*/ 2298368 w 4391622"/>
                <a:gd name="connsiteY13" fmla="*/ 688893 h 2214090"/>
                <a:gd name="connsiteX14" fmla="*/ 2267303 w 4391622"/>
                <a:gd name="connsiteY14" fmla="*/ 885777 h 2214090"/>
                <a:gd name="connsiteX15" fmla="*/ 2365567 w 4391622"/>
                <a:gd name="connsiteY15" fmla="*/ 1105798 h 2214090"/>
                <a:gd name="connsiteX16" fmla="*/ 2543985 w 4391622"/>
                <a:gd name="connsiteY16" fmla="*/ 1398136 h 2214090"/>
                <a:gd name="connsiteX17" fmla="*/ 2653700 w 4391622"/>
                <a:gd name="connsiteY17" fmla="*/ 1599332 h 2214090"/>
                <a:gd name="connsiteX18" fmla="*/ 2821605 w 4391622"/>
                <a:gd name="connsiteY18" fmla="*/ 1858912 h 2214090"/>
                <a:gd name="connsiteX19" fmla="*/ 2979561 w 4391622"/>
                <a:gd name="connsiteY19" fmla="*/ 2025691 h 2214090"/>
                <a:gd name="connsiteX20" fmla="*/ 3135171 w 4391622"/>
                <a:gd name="connsiteY20" fmla="*/ 2104892 h 2214090"/>
                <a:gd name="connsiteX21" fmla="*/ 3370933 w 4391622"/>
                <a:gd name="connsiteY21" fmla="*/ 2129938 h 2214090"/>
                <a:gd name="connsiteX22" fmla="*/ 3594869 w 4391622"/>
                <a:gd name="connsiteY22" fmla="*/ 2129939 h 2214090"/>
                <a:gd name="connsiteX23" fmla="*/ 3975269 w 4391622"/>
                <a:gd name="connsiteY23" fmla="*/ 2152971 h 2214090"/>
                <a:gd name="connsiteX24" fmla="*/ 4391622 w 4391622"/>
                <a:gd name="connsiteY24" fmla="*/ 2214090 h 2214090"/>
                <a:gd name="connsiteX0" fmla="*/ 0 w 4390291"/>
                <a:gd name="connsiteY0" fmla="*/ 0 h 2244783"/>
                <a:gd name="connsiteX1" fmla="*/ 447962 w 4390291"/>
                <a:gd name="connsiteY1" fmla="*/ 224434 h 2244783"/>
                <a:gd name="connsiteX2" fmla="*/ 1220673 w 4390291"/>
                <a:gd name="connsiteY2" fmla="*/ 745782 h 2244783"/>
                <a:gd name="connsiteX3" fmla="*/ 1596242 w 4390291"/>
                <a:gd name="connsiteY3" fmla="*/ 981891 h 2244783"/>
                <a:gd name="connsiteX4" fmla="*/ 1788868 w 4390291"/>
                <a:gd name="connsiteY4" fmla="*/ 890223 h 2244783"/>
                <a:gd name="connsiteX5" fmla="*/ 1927931 w 4390291"/>
                <a:gd name="connsiteY5" fmla="*/ 719234 h 2244783"/>
                <a:gd name="connsiteX6" fmla="*/ 1964435 w 4390291"/>
                <a:gd name="connsiteY6" fmla="*/ 409659 h 2244783"/>
                <a:gd name="connsiteX7" fmla="*/ 1941535 w 4390291"/>
                <a:gd name="connsiteY7" fmla="*/ 292391 h 2244783"/>
                <a:gd name="connsiteX8" fmla="*/ 1941535 w 4390291"/>
                <a:gd name="connsiteY8" fmla="*/ 201165 h 2244783"/>
                <a:gd name="connsiteX9" fmla="*/ 2062701 w 4390291"/>
                <a:gd name="connsiteY9" fmla="*/ 115744 h 2244783"/>
                <a:gd name="connsiteX10" fmla="*/ 2241117 w 4390291"/>
                <a:gd name="connsiteY10" fmla="*/ 128764 h 2244783"/>
                <a:gd name="connsiteX11" fmla="*/ 2349143 w 4390291"/>
                <a:gd name="connsiteY11" fmla="*/ 202574 h 2244783"/>
                <a:gd name="connsiteX12" fmla="*/ 2401513 w 4390291"/>
                <a:gd name="connsiteY12" fmla="*/ 400868 h 2244783"/>
                <a:gd name="connsiteX13" fmla="*/ 2298368 w 4390291"/>
                <a:gd name="connsiteY13" fmla="*/ 688893 h 2244783"/>
                <a:gd name="connsiteX14" fmla="*/ 2267303 w 4390291"/>
                <a:gd name="connsiteY14" fmla="*/ 885777 h 2244783"/>
                <a:gd name="connsiteX15" fmla="*/ 2365567 w 4390291"/>
                <a:gd name="connsiteY15" fmla="*/ 1105798 h 2244783"/>
                <a:gd name="connsiteX16" fmla="*/ 2543985 w 4390291"/>
                <a:gd name="connsiteY16" fmla="*/ 1398136 h 2244783"/>
                <a:gd name="connsiteX17" fmla="*/ 2653700 w 4390291"/>
                <a:gd name="connsiteY17" fmla="*/ 1599332 h 2244783"/>
                <a:gd name="connsiteX18" fmla="*/ 2821605 w 4390291"/>
                <a:gd name="connsiteY18" fmla="*/ 1858912 h 2244783"/>
                <a:gd name="connsiteX19" fmla="*/ 2979561 w 4390291"/>
                <a:gd name="connsiteY19" fmla="*/ 2025691 h 2244783"/>
                <a:gd name="connsiteX20" fmla="*/ 3135171 w 4390291"/>
                <a:gd name="connsiteY20" fmla="*/ 2104892 h 2244783"/>
                <a:gd name="connsiteX21" fmla="*/ 3370933 w 4390291"/>
                <a:gd name="connsiteY21" fmla="*/ 2129938 h 2244783"/>
                <a:gd name="connsiteX22" fmla="*/ 3594869 w 4390291"/>
                <a:gd name="connsiteY22" fmla="*/ 2129939 h 2244783"/>
                <a:gd name="connsiteX23" fmla="*/ 3975269 w 4390291"/>
                <a:gd name="connsiteY23" fmla="*/ 2152971 h 2244783"/>
                <a:gd name="connsiteX24" fmla="*/ 4390291 w 4390291"/>
                <a:gd name="connsiteY24" fmla="*/ 2244783 h 2244783"/>
                <a:gd name="connsiteX0" fmla="*/ 0 w 4390291"/>
                <a:gd name="connsiteY0" fmla="*/ 0 h 2244783"/>
                <a:gd name="connsiteX1" fmla="*/ 447962 w 4390291"/>
                <a:gd name="connsiteY1" fmla="*/ 224434 h 2244783"/>
                <a:gd name="connsiteX2" fmla="*/ 829609 w 4390291"/>
                <a:gd name="connsiteY2" fmla="*/ 441978 h 2244783"/>
                <a:gd name="connsiteX3" fmla="*/ 1220673 w 4390291"/>
                <a:gd name="connsiteY3" fmla="*/ 745782 h 2244783"/>
                <a:gd name="connsiteX4" fmla="*/ 1596242 w 4390291"/>
                <a:gd name="connsiteY4" fmla="*/ 981891 h 2244783"/>
                <a:gd name="connsiteX5" fmla="*/ 1788868 w 4390291"/>
                <a:gd name="connsiteY5" fmla="*/ 890223 h 2244783"/>
                <a:gd name="connsiteX6" fmla="*/ 1927931 w 4390291"/>
                <a:gd name="connsiteY6" fmla="*/ 719234 h 2244783"/>
                <a:gd name="connsiteX7" fmla="*/ 1964435 w 4390291"/>
                <a:gd name="connsiteY7" fmla="*/ 409659 h 2244783"/>
                <a:gd name="connsiteX8" fmla="*/ 1941535 w 4390291"/>
                <a:gd name="connsiteY8" fmla="*/ 292391 h 2244783"/>
                <a:gd name="connsiteX9" fmla="*/ 1941535 w 4390291"/>
                <a:gd name="connsiteY9" fmla="*/ 201165 h 2244783"/>
                <a:gd name="connsiteX10" fmla="*/ 2062701 w 4390291"/>
                <a:gd name="connsiteY10" fmla="*/ 115744 h 2244783"/>
                <a:gd name="connsiteX11" fmla="*/ 2241117 w 4390291"/>
                <a:gd name="connsiteY11" fmla="*/ 128764 h 2244783"/>
                <a:gd name="connsiteX12" fmla="*/ 2349143 w 4390291"/>
                <a:gd name="connsiteY12" fmla="*/ 202574 h 2244783"/>
                <a:gd name="connsiteX13" fmla="*/ 2401513 w 4390291"/>
                <a:gd name="connsiteY13" fmla="*/ 400868 h 2244783"/>
                <a:gd name="connsiteX14" fmla="*/ 2298368 w 4390291"/>
                <a:gd name="connsiteY14" fmla="*/ 688893 h 2244783"/>
                <a:gd name="connsiteX15" fmla="*/ 2267303 w 4390291"/>
                <a:gd name="connsiteY15" fmla="*/ 885777 h 2244783"/>
                <a:gd name="connsiteX16" fmla="*/ 2365567 w 4390291"/>
                <a:gd name="connsiteY16" fmla="*/ 1105798 h 2244783"/>
                <a:gd name="connsiteX17" fmla="*/ 2543985 w 4390291"/>
                <a:gd name="connsiteY17" fmla="*/ 1398136 h 2244783"/>
                <a:gd name="connsiteX18" fmla="*/ 2653700 w 4390291"/>
                <a:gd name="connsiteY18" fmla="*/ 1599332 h 2244783"/>
                <a:gd name="connsiteX19" fmla="*/ 2821605 w 4390291"/>
                <a:gd name="connsiteY19" fmla="*/ 1858912 h 2244783"/>
                <a:gd name="connsiteX20" fmla="*/ 2979561 w 4390291"/>
                <a:gd name="connsiteY20" fmla="*/ 2025691 h 2244783"/>
                <a:gd name="connsiteX21" fmla="*/ 3135171 w 4390291"/>
                <a:gd name="connsiteY21" fmla="*/ 2104892 h 2244783"/>
                <a:gd name="connsiteX22" fmla="*/ 3370933 w 4390291"/>
                <a:gd name="connsiteY22" fmla="*/ 2129938 h 2244783"/>
                <a:gd name="connsiteX23" fmla="*/ 3594869 w 4390291"/>
                <a:gd name="connsiteY23" fmla="*/ 2129939 h 2244783"/>
                <a:gd name="connsiteX24" fmla="*/ 3975269 w 4390291"/>
                <a:gd name="connsiteY24" fmla="*/ 2152971 h 2244783"/>
                <a:gd name="connsiteX25" fmla="*/ 4390291 w 4390291"/>
                <a:gd name="connsiteY25" fmla="*/ 2244783 h 2244783"/>
                <a:gd name="connsiteX0" fmla="*/ 0 w 5028525"/>
                <a:gd name="connsiteY0" fmla="*/ 0 h 2273124"/>
                <a:gd name="connsiteX1" fmla="*/ 1086196 w 5028525"/>
                <a:gd name="connsiteY1" fmla="*/ 252775 h 2273124"/>
                <a:gd name="connsiteX2" fmla="*/ 1467843 w 5028525"/>
                <a:gd name="connsiteY2" fmla="*/ 470319 h 2273124"/>
                <a:gd name="connsiteX3" fmla="*/ 1858907 w 5028525"/>
                <a:gd name="connsiteY3" fmla="*/ 774123 h 2273124"/>
                <a:gd name="connsiteX4" fmla="*/ 2234476 w 5028525"/>
                <a:gd name="connsiteY4" fmla="*/ 1010232 h 2273124"/>
                <a:gd name="connsiteX5" fmla="*/ 2427102 w 5028525"/>
                <a:gd name="connsiteY5" fmla="*/ 918564 h 2273124"/>
                <a:gd name="connsiteX6" fmla="*/ 2566165 w 5028525"/>
                <a:gd name="connsiteY6" fmla="*/ 747575 h 2273124"/>
                <a:gd name="connsiteX7" fmla="*/ 2602669 w 5028525"/>
                <a:gd name="connsiteY7" fmla="*/ 438000 h 2273124"/>
                <a:gd name="connsiteX8" fmla="*/ 2579769 w 5028525"/>
                <a:gd name="connsiteY8" fmla="*/ 320732 h 2273124"/>
                <a:gd name="connsiteX9" fmla="*/ 2579769 w 5028525"/>
                <a:gd name="connsiteY9" fmla="*/ 229506 h 2273124"/>
                <a:gd name="connsiteX10" fmla="*/ 2700935 w 5028525"/>
                <a:gd name="connsiteY10" fmla="*/ 144085 h 2273124"/>
                <a:gd name="connsiteX11" fmla="*/ 2879351 w 5028525"/>
                <a:gd name="connsiteY11" fmla="*/ 157105 h 2273124"/>
                <a:gd name="connsiteX12" fmla="*/ 2987377 w 5028525"/>
                <a:gd name="connsiteY12" fmla="*/ 230915 h 2273124"/>
                <a:gd name="connsiteX13" fmla="*/ 3039747 w 5028525"/>
                <a:gd name="connsiteY13" fmla="*/ 429209 h 2273124"/>
                <a:gd name="connsiteX14" fmla="*/ 2936602 w 5028525"/>
                <a:gd name="connsiteY14" fmla="*/ 717234 h 2273124"/>
                <a:gd name="connsiteX15" fmla="*/ 2905537 w 5028525"/>
                <a:gd name="connsiteY15" fmla="*/ 914118 h 2273124"/>
                <a:gd name="connsiteX16" fmla="*/ 3003801 w 5028525"/>
                <a:gd name="connsiteY16" fmla="*/ 1134139 h 2273124"/>
                <a:gd name="connsiteX17" fmla="*/ 3182219 w 5028525"/>
                <a:gd name="connsiteY17" fmla="*/ 1426477 h 2273124"/>
                <a:gd name="connsiteX18" fmla="*/ 3291934 w 5028525"/>
                <a:gd name="connsiteY18" fmla="*/ 1627673 h 2273124"/>
                <a:gd name="connsiteX19" fmla="*/ 3459839 w 5028525"/>
                <a:gd name="connsiteY19" fmla="*/ 1887253 h 2273124"/>
                <a:gd name="connsiteX20" fmla="*/ 3617795 w 5028525"/>
                <a:gd name="connsiteY20" fmla="*/ 2054032 h 2273124"/>
                <a:gd name="connsiteX21" fmla="*/ 3773405 w 5028525"/>
                <a:gd name="connsiteY21" fmla="*/ 2133233 h 2273124"/>
                <a:gd name="connsiteX22" fmla="*/ 4009167 w 5028525"/>
                <a:gd name="connsiteY22" fmla="*/ 2158279 h 2273124"/>
                <a:gd name="connsiteX23" fmla="*/ 4233103 w 5028525"/>
                <a:gd name="connsiteY23" fmla="*/ 2158280 h 2273124"/>
                <a:gd name="connsiteX24" fmla="*/ 4613503 w 5028525"/>
                <a:gd name="connsiteY24" fmla="*/ 2181312 h 2273124"/>
                <a:gd name="connsiteX25" fmla="*/ 5028525 w 5028525"/>
                <a:gd name="connsiteY25" fmla="*/ 2273124 h 2273124"/>
                <a:gd name="connsiteX0" fmla="*/ 0 w 5028525"/>
                <a:gd name="connsiteY0" fmla="*/ 0 h 2273124"/>
                <a:gd name="connsiteX1" fmla="*/ 564469 w 5028525"/>
                <a:gd name="connsiteY1" fmla="*/ 89616 h 2273124"/>
                <a:gd name="connsiteX2" fmla="*/ 1086196 w 5028525"/>
                <a:gd name="connsiteY2" fmla="*/ 252775 h 2273124"/>
                <a:gd name="connsiteX3" fmla="*/ 1467843 w 5028525"/>
                <a:gd name="connsiteY3" fmla="*/ 470319 h 2273124"/>
                <a:gd name="connsiteX4" fmla="*/ 1858907 w 5028525"/>
                <a:gd name="connsiteY4" fmla="*/ 774123 h 2273124"/>
                <a:gd name="connsiteX5" fmla="*/ 2234476 w 5028525"/>
                <a:gd name="connsiteY5" fmla="*/ 1010232 h 2273124"/>
                <a:gd name="connsiteX6" fmla="*/ 2427102 w 5028525"/>
                <a:gd name="connsiteY6" fmla="*/ 918564 h 2273124"/>
                <a:gd name="connsiteX7" fmla="*/ 2566165 w 5028525"/>
                <a:gd name="connsiteY7" fmla="*/ 747575 h 2273124"/>
                <a:gd name="connsiteX8" fmla="*/ 2602669 w 5028525"/>
                <a:gd name="connsiteY8" fmla="*/ 438000 h 2273124"/>
                <a:gd name="connsiteX9" fmla="*/ 2579769 w 5028525"/>
                <a:gd name="connsiteY9" fmla="*/ 320732 h 2273124"/>
                <a:gd name="connsiteX10" fmla="*/ 2579769 w 5028525"/>
                <a:gd name="connsiteY10" fmla="*/ 229506 h 2273124"/>
                <a:gd name="connsiteX11" fmla="*/ 2700935 w 5028525"/>
                <a:gd name="connsiteY11" fmla="*/ 144085 h 2273124"/>
                <a:gd name="connsiteX12" fmla="*/ 2879351 w 5028525"/>
                <a:gd name="connsiteY12" fmla="*/ 157105 h 2273124"/>
                <a:gd name="connsiteX13" fmla="*/ 2987377 w 5028525"/>
                <a:gd name="connsiteY13" fmla="*/ 230915 h 2273124"/>
                <a:gd name="connsiteX14" fmla="*/ 3039747 w 5028525"/>
                <a:gd name="connsiteY14" fmla="*/ 429209 h 2273124"/>
                <a:gd name="connsiteX15" fmla="*/ 2936602 w 5028525"/>
                <a:gd name="connsiteY15" fmla="*/ 717234 h 2273124"/>
                <a:gd name="connsiteX16" fmla="*/ 2905537 w 5028525"/>
                <a:gd name="connsiteY16" fmla="*/ 914118 h 2273124"/>
                <a:gd name="connsiteX17" fmla="*/ 3003801 w 5028525"/>
                <a:gd name="connsiteY17" fmla="*/ 1134139 h 2273124"/>
                <a:gd name="connsiteX18" fmla="*/ 3182219 w 5028525"/>
                <a:gd name="connsiteY18" fmla="*/ 1426477 h 2273124"/>
                <a:gd name="connsiteX19" fmla="*/ 3291934 w 5028525"/>
                <a:gd name="connsiteY19" fmla="*/ 1627673 h 2273124"/>
                <a:gd name="connsiteX20" fmla="*/ 3459839 w 5028525"/>
                <a:gd name="connsiteY20" fmla="*/ 1887253 h 2273124"/>
                <a:gd name="connsiteX21" fmla="*/ 3617795 w 5028525"/>
                <a:gd name="connsiteY21" fmla="*/ 2054032 h 2273124"/>
                <a:gd name="connsiteX22" fmla="*/ 3773405 w 5028525"/>
                <a:gd name="connsiteY22" fmla="*/ 2133233 h 2273124"/>
                <a:gd name="connsiteX23" fmla="*/ 4009167 w 5028525"/>
                <a:gd name="connsiteY23" fmla="*/ 2158279 h 2273124"/>
                <a:gd name="connsiteX24" fmla="*/ 4233103 w 5028525"/>
                <a:gd name="connsiteY24" fmla="*/ 2158280 h 2273124"/>
                <a:gd name="connsiteX25" fmla="*/ 4613503 w 5028525"/>
                <a:gd name="connsiteY25" fmla="*/ 2181312 h 2273124"/>
                <a:gd name="connsiteX26" fmla="*/ 5028525 w 5028525"/>
                <a:gd name="connsiteY26" fmla="*/ 2273124 h 2273124"/>
                <a:gd name="connsiteX0" fmla="*/ 0 w 6546642"/>
                <a:gd name="connsiteY0" fmla="*/ 0 h 2182411"/>
                <a:gd name="connsiteX1" fmla="*/ 564469 w 6546642"/>
                <a:gd name="connsiteY1" fmla="*/ 89616 h 2182411"/>
                <a:gd name="connsiteX2" fmla="*/ 1086196 w 6546642"/>
                <a:gd name="connsiteY2" fmla="*/ 252775 h 2182411"/>
                <a:gd name="connsiteX3" fmla="*/ 1467843 w 6546642"/>
                <a:gd name="connsiteY3" fmla="*/ 470319 h 2182411"/>
                <a:gd name="connsiteX4" fmla="*/ 1858907 w 6546642"/>
                <a:gd name="connsiteY4" fmla="*/ 774123 h 2182411"/>
                <a:gd name="connsiteX5" fmla="*/ 2234476 w 6546642"/>
                <a:gd name="connsiteY5" fmla="*/ 1010232 h 2182411"/>
                <a:gd name="connsiteX6" fmla="*/ 2427102 w 6546642"/>
                <a:gd name="connsiteY6" fmla="*/ 918564 h 2182411"/>
                <a:gd name="connsiteX7" fmla="*/ 2566165 w 6546642"/>
                <a:gd name="connsiteY7" fmla="*/ 747575 h 2182411"/>
                <a:gd name="connsiteX8" fmla="*/ 2602669 w 6546642"/>
                <a:gd name="connsiteY8" fmla="*/ 438000 h 2182411"/>
                <a:gd name="connsiteX9" fmla="*/ 2579769 w 6546642"/>
                <a:gd name="connsiteY9" fmla="*/ 320732 h 2182411"/>
                <a:gd name="connsiteX10" fmla="*/ 2579769 w 6546642"/>
                <a:gd name="connsiteY10" fmla="*/ 229506 h 2182411"/>
                <a:gd name="connsiteX11" fmla="*/ 2700935 w 6546642"/>
                <a:gd name="connsiteY11" fmla="*/ 144085 h 2182411"/>
                <a:gd name="connsiteX12" fmla="*/ 2879351 w 6546642"/>
                <a:gd name="connsiteY12" fmla="*/ 157105 h 2182411"/>
                <a:gd name="connsiteX13" fmla="*/ 2987377 w 6546642"/>
                <a:gd name="connsiteY13" fmla="*/ 230915 h 2182411"/>
                <a:gd name="connsiteX14" fmla="*/ 3039747 w 6546642"/>
                <a:gd name="connsiteY14" fmla="*/ 429209 h 2182411"/>
                <a:gd name="connsiteX15" fmla="*/ 2936602 w 6546642"/>
                <a:gd name="connsiteY15" fmla="*/ 717234 h 2182411"/>
                <a:gd name="connsiteX16" fmla="*/ 2905537 w 6546642"/>
                <a:gd name="connsiteY16" fmla="*/ 914118 h 2182411"/>
                <a:gd name="connsiteX17" fmla="*/ 3003801 w 6546642"/>
                <a:gd name="connsiteY17" fmla="*/ 1134139 h 2182411"/>
                <a:gd name="connsiteX18" fmla="*/ 3182219 w 6546642"/>
                <a:gd name="connsiteY18" fmla="*/ 1426477 h 2182411"/>
                <a:gd name="connsiteX19" fmla="*/ 3291934 w 6546642"/>
                <a:gd name="connsiteY19" fmla="*/ 1627673 h 2182411"/>
                <a:gd name="connsiteX20" fmla="*/ 3459839 w 6546642"/>
                <a:gd name="connsiteY20" fmla="*/ 1887253 h 2182411"/>
                <a:gd name="connsiteX21" fmla="*/ 3617795 w 6546642"/>
                <a:gd name="connsiteY21" fmla="*/ 2054032 h 2182411"/>
                <a:gd name="connsiteX22" fmla="*/ 3773405 w 6546642"/>
                <a:gd name="connsiteY22" fmla="*/ 2133233 h 2182411"/>
                <a:gd name="connsiteX23" fmla="*/ 4009167 w 6546642"/>
                <a:gd name="connsiteY23" fmla="*/ 2158279 h 2182411"/>
                <a:gd name="connsiteX24" fmla="*/ 4233103 w 6546642"/>
                <a:gd name="connsiteY24" fmla="*/ 2158280 h 2182411"/>
                <a:gd name="connsiteX25" fmla="*/ 4613503 w 6546642"/>
                <a:gd name="connsiteY25" fmla="*/ 2181312 h 2182411"/>
                <a:gd name="connsiteX26" fmla="*/ 6546642 w 6546642"/>
                <a:gd name="connsiteY26" fmla="*/ 1984901 h 2182411"/>
                <a:gd name="connsiteX0" fmla="*/ 0 w 6546642"/>
                <a:gd name="connsiteY0" fmla="*/ 0 h 2185346"/>
                <a:gd name="connsiteX1" fmla="*/ 564469 w 6546642"/>
                <a:gd name="connsiteY1" fmla="*/ 89616 h 2185346"/>
                <a:gd name="connsiteX2" fmla="*/ 1086196 w 6546642"/>
                <a:gd name="connsiteY2" fmla="*/ 252775 h 2185346"/>
                <a:gd name="connsiteX3" fmla="*/ 1467843 w 6546642"/>
                <a:gd name="connsiteY3" fmla="*/ 470319 h 2185346"/>
                <a:gd name="connsiteX4" fmla="*/ 1858907 w 6546642"/>
                <a:gd name="connsiteY4" fmla="*/ 774123 h 2185346"/>
                <a:gd name="connsiteX5" fmla="*/ 2234476 w 6546642"/>
                <a:gd name="connsiteY5" fmla="*/ 1010232 h 2185346"/>
                <a:gd name="connsiteX6" fmla="*/ 2427102 w 6546642"/>
                <a:gd name="connsiteY6" fmla="*/ 918564 h 2185346"/>
                <a:gd name="connsiteX7" fmla="*/ 2566165 w 6546642"/>
                <a:gd name="connsiteY7" fmla="*/ 747575 h 2185346"/>
                <a:gd name="connsiteX8" fmla="*/ 2602669 w 6546642"/>
                <a:gd name="connsiteY8" fmla="*/ 438000 h 2185346"/>
                <a:gd name="connsiteX9" fmla="*/ 2579769 w 6546642"/>
                <a:gd name="connsiteY9" fmla="*/ 320732 h 2185346"/>
                <a:gd name="connsiteX10" fmla="*/ 2579769 w 6546642"/>
                <a:gd name="connsiteY10" fmla="*/ 229506 h 2185346"/>
                <a:gd name="connsiteX11" fmla="*/ 2700935 w 6546642"/>
                <a:gd name="connsiteY11" fmla="*/ 144085 h 2185346"/>
                <a:gd name="connsiteX12" fmla="*/ 2879351 w 6546642"/>
                <a:gd name="connsiteY12" fmla="*/ 157105 h 2185346"/>
                <a:gd name="connsiteX13" fmla="*/ 2987377 w 6546642"/>
                <a:gd name="connsiteY13" fmla="*/ 230915 h 2185346"/>
                <a:gd name="connsiteX14" fmla="*/ 3039747 w 6546642"/>
                <a:gd name="connsiteY14" fmla="*/ 429209 h 2185346"/>
                <a:gd name="connsiteX15" fmla="*/ 2936602 w 6546642"/>
                <a:gd name="connsiteY15" fmla="*/ 717234 h 2185346"/>
                <a:gd name="connsiteX16" fmla="*/ 2905537 w 6546642"/>
                <a:gd name="connsiteY16" fmla="*/ 914118 h 2185346"/>
                <a:gd name="connsiteX17" fmla="*/ 3003801 w 6546642"/>
                <a:gd name="connsiteY17" fmla="*/ 1134139 h 2185346"/>
                <a:gd name="connsiteX18" fmla="*/ 3182219 w 6546642"/>
                <a:gd name="connsiteY18" fmla="*/ 1426477 h 2185346"/>
                <a:gd name="connsiteX19" fmla="*/ 3291934 w 6546642"/>
                <a:gd name="connsiteY19" fmla="*/ 1627673 h 2185346"/>
                <a:gd name="connsiteX20" fmla="*/ 3459839 w 6546642"/>
                <a:gd name="connsiteY20" fmla="*/ 1887253 h 2185346"/>
                <a:gd name="connsiteX21" fmla="*/ 3617795 w 6546642"/>
                <a:gd name="connsiteY21" fmla="*/ 2054032 h 2185346"/>
                <a:gd name="connsiteX22" fmla="*/ 3773405 w 6546642"/>
                <a:gd name="connsiteY22" fmla="*/ 2133233 h 2185346"/>
                <a:gd name="connsiteX23" fmla="*/ 4009167 w 6546642"/>
                <a:gd name="connsiteY23" fmla="*/ 2158279 h 2185346"/>
                <a:gd name="connsiteX24" fmla="*/ 4233103 w 6546642"/>
                <a:gd name="connsiteY24" fmla="*/ 2158280 h 2185346"/>
                <a:gd name="connsiteX25" fmla="*/ 4613503 w 6546642"/>
                <a:gd name="connsiteY25" fmla="*/ 2181312 h 2185346"/>
                <a:gd name="connsiteX26" fmla="*/ 5806899 w 6546642"/>
                <a:gd name="connsiteY26" fmla="*/ 1905552 h 2185346"/>
                <a:gd name="connsiteX27" fmla="*/ 6546642 w 6546642"/>
                <a:gd name="connsiteY27" fmla="*/ 1984901 h 2185346"/>
                <a:gd name="connsiteX0" fmla="*/ 0 w 6546642"/>
                <a:gd name="connsiteY0" fmla="*/ 0 h 2386779"/>
                <a:gd name="connsiteX1" fmla="*/ 564469 w 6546642"/>
                <a:gd name="connsiteY1" fmla="*/ 89616 h 2386779"/>
                <a:gd name="connsiteX2" fmla="*/ 1086196 w 6546642"/>
                <a:gd name="connsiteY2" fmla="*/ 252775 h 2386779"/>
                <a:gd name="connsiteX3" fmla="*/ 1467843 w 6546642"/>
                <a:gd name="connsiteY3" fmla="*/ 470319 h 2386779"/>
                <a:gd name="connsiteX4" fmla="*/ 1858907 w 6546642"/>
                <a:gd name="connsiteY4" fmla="*/ 774123 h 2386779"/>
                <a:gd name="connsiteX5" fmla="*/ 2234476 w 6546642"/>
                <a:gd name="connsiteY5" fmla="*/ 1010232 h 2386779"/>
                <a:gd name="connsiteX6" fmla="*/ 2427102 w 6546642"/>
                <a:gd name="connsiteY6" fmla="*/ 918564 h 2386779"/>
                <a:gd name="connsiteX7" fmla="*/ 2566165 w 6546642"/>
                <a:gd name="connsiteY7" fmla="*/ 747575 h 2386779"/>
                <a:gd name="connsiteX8" fmla="*/ 2602669 w 6546642"/>
                <a:gd name="connsiteY8" fmla="*/ 438000 h 2386779"/>
                <a:gd name="connsiteX9" fmla="*/ 2579769 w 6546642"/>
                <a:gd name="connsiteY9" fmla="*/ 320732 h 2386779"/>
                <a:gd name="connsiteX10" fmla="*/ 2579769 w 6546642"/>
                <a:gd name="connsiteY10" fmla="*/ 229506 h 2386779"/>
                <a:gd name="connsiteX11" fmla="*/ 2700935 w 6546642"/>
                <a:gd name="connsiteY11" fmla="*/ 144085 h 2386779"/>
                <a:gd name="connsiteX12" fmla="*/ 2879351 w 6546642"/>
                <a:gd name="connsiteY12" fmla="*/ 157105 h 2386779"/>
                <a:gd name="connsiteX13" fmla="*/ 2987377 w 6546642"/>
                <a:gd name="connsiteY13" fmla="*/ 230915 h 2386779"/>
                <a:gd name="connsiteX14" fmla="*/ 3039747 w 6546642"/>
                <a:gd name="connsiteY14" fmla="*/ 429209 h 2386779"/>
                <a:gd name="connsiteX15" fmla="*/ 2936602 w 6546642"/>
                <a:gd name="connsiteY15" fmla="*/ 717234 h 2386779"/>
                <a:gd name="connsiteX16" fmla="*/ 2905537 w 6546642"/>
                <a:gd name="connsiteY16" fmla="*/ 914118 h 2386779"/>
                <a:gd name="connsiteX17" fmla="*/ 3003801 w 6546642"/>
                <a:gd name="connsiteY17" fmla="*/ 1134139 h 2386779"/>
                <a:gd name="connsiteX18" fmla="*/ 3182219 w 6546642"/>
                <a:gd name="connsiteY18" fmla="*/ 1426477 h 2386779"/>
                <a:gd name="connsiteX19" fmla="*/ 3291934 w 6546642"/>
                <a:gd name="connsiteY19" fmla="*/ 1627673 h 2386779"/>
                <a:gd name="connsiteX20" fmla="*/ 3459839 w 6546642"/>
                <a:gd name="connsiteY20" fmla="*/ 1887253 h 2386779"/>
                <a:gd name="connsiteX21" fmla="*/ 3617795 w 6546642"/>
                <a:gd name="connsiteY21" fmla="*/ 2054032 h 2386779"/>
                <a:gd name="connsiteX22" fmla="*/ 3773405 w 6546642"/>
                <a:gd name="connsiteY22" fmla="*/ 2133233 h 2386779"/>
                <a:gd name="connsiteX23" fmla="*/ 4009167 w 6546642"/>
                <a:gd name="connsiteY23" fmla="*/ 2158279 h 2386779"/>
                <a:gd name="connsiteX24" fmla="*/ 4233103 w 6546642"/>
                <a:gd name="connsiteY24" fmla="*/ 2158280 h 2386779"/>
                <a:gd name="connsiteX25" fmla="*/ 4613503 w 6546642"/>
                <a:gd name="connsiteY25" fmla="*/ 2181312 h 2386779"/>
                <a:gd name="connsiteX26" fmla="*/ 5326667 w 6546642"/>
                <a:gd name="connsiteY26" fmla="*/ 2381444 h 2386779"/>
                <a:gd name="connsiteX27" fmla="*/ 5806899 w 6546642"/>
                <a:gd name="connsiteY27" fmla="*/ 1905552 h 2386779"/>
                <a:gd name="connsiteX28" fmla="*/ 6546642 w 6546642"/>
                <a:gd name="connsiteY28" fmla="*/ 1984901 h 2386779"/>
                <a:gd name="connsiteX0" fmla="*/ 0 w 6546642"/>
                <a:gd name="connsiteY0" fmla="*/ 0 h 2386779"/>
                <a:gd name="connsiteX1" fmla="*/ 564469 w 6546642"/>
                <a:gd name="connsiteY1" fmla="*/ 89616 h 2386779"/>
                <a:gd name="connsiteX2" fmla="*/ 1086196 w 6546642"/>
                <a:gd name="connsiteY2" fmla="*/ 252775 h 2386779"/>
                <a:gd name="connsiteX3" fmla="*/ 1467843 w 6546642"/>
                <a:gd name="connsiteY3" fmla="*/ 470319 h 2386779"/>
                <a:gd name="connsiteX4" fmla="*/ 1858907 w 6546642"/>
                <a:gd name="connsiteY4" fmla="*/ 774123 h 2386779"/>
                <a:gd name="connsiteX5" fmla="*/ 2234476 w 6546642"/>
                <a:gd name="connsiteY5" fmla="*/ 1010232 h 2386779"/>
                <a:gd name="connsiteX6" fmla="*/ 2427102 w 6546642"/>
                <a:gd name="connsiteY6" fmla="*/ 918564 h 2386779"/>
                <a:gd name="connsiteX7" fmla="*/ 2566165 w 6546642"/>
                <a:gd name="connsiteY7" fmla="*/ 747575 h 2386779"/>
                <a:gd name="connsiteX8" fmla="*/ 2602669 w 6546642"/>
                <a:gd name="connsiteY8" fmla="*/ 438000 h 2386779"/>
                <a:gd name="connsiteX9" fmla="*/ 2579769 w 6546642"/>
                <a:gd name="connsiteY9" fmla="*/ 320732 h 2386779"/>
                <a:gd name="connsiteX10" fmla="*/ 2579769 w 6546642"/>
                <a:gd name="connsiteY10" fmla="*/ 229506 h 2386779"/>
                <a:gd name="connsiteX11" fmla="*/ 2700935 w 6546642"/>
                <a:gd name="connsiteY11" fmla="*/ 144085 h 2386779"/>
                <a:gd name="connsiteX12" fmla="*/ 2879351 w 6546642"/>
                <a:gd name="connsiteY12" fmla="*/ 157105 h 2386779"/>
                <a:gd name="connsiteX13" fmla="*/ 2987377 w 6546642"/>
                <a:gd name="connsiteY13" fmla="*/ 230915 h 2386779"/>
                <a:gd name="connsiteX14" fmla="*/ 3039747 w 6546642"/>
                <a:gd name="connsiteY14" fmla="*/ 429209 h 2386779"/>
                <a:gd name="connsiteX15" fmla="*/ 2936602 w 6546642"/>
                <a:gd name="connsiteY15" fmla="*/ 717234 h 2386779"/>
                <a:gd name="connsiteX16" fmla="*/ 2905537 w 6546642"/>
                <a:gd name="connsiteY16" fmla="*/ 914118 h 2386779"/>
                <a:gd name="connsiteX17" fmla="*/ 3003801 w 6546642"/>
                <a:gd name="connsiteY17" fmla="*/ 1134139 h 2386779"/>
                <a:gd name="connsiteX18" fmla="*/ 3182219 w 6546642"/>
                <a:gd name="connsiteY18" fmla="*/ 1426477 h 2386779"/>
                <a:gd name="connsiteX19" fmla="*/ 3291934 w 6546642"/>
                <a:gd name="connsiteY19" fmla="*/ 1627673 h 2386779"/>
                <a:gd name="connsiteX20" fmla="*/ 3459839 w 6546642"/>
                <a:gd name="connsiteY20" fmla="*/ 1887253 h 2386779"/>
                <a:gd name="connsiteX21" fmla="*/ 3617795 w 6546642"/>
                <a:gd name="connsiteY21" fmla="*/ 2054032 h 2386779"/>
                <a:gd name="connsiteX22" fmla="*/ 3773405 w 6546642"/>
                <a:gd name="connsiteY22" fmla="*/ 2133233 h 2386779"/>
                <a:gd name="connsiteX23" fmla="*/ 4009167 w 6546642"/>
                <a:gd name="connsiteY23" fmla="*/ 2158279 h 2386779"/>
                <a:gd name="connsiteX24" fmla="*/ 4233103 w 6546642"/>
                <a:gd name="connsiteY24" fmla="*/ 2158280 h 2386779"/>
                <a:gd name="connsiteX25" fmla="*/ 4613503 w 6546642"/>
                <a:gd name="connsiteY25" fmla="*/ 2181312 h 2386779"/>
                <a:gd name="connsiteX26" fmla="*/ 5326667 w 6546642"/>
                <a:gd name="connsiteY26" fmla="*/ 2381444 h 2386779"/>
                <a:gd name="connsiteX27" fmla="*/ 5917970 w 6546642"/>
                <a:gd name="connsiteY27" fmla="*/ 2090975 h 2386779"/>
                <a:gd name="connsiteX28" fmla="*/ 6546642 w 6546642"/>
                <a:gd name="connsiteY28" fmla="*/ 1984901 h 2386779"/>
                <a:gd name="connsiteX0" fmla="*/ 0 w 6638613"/>
                <a:gd name="connsiteY0" fmla="*/ 306013 h 2300547"/>
                <a:gd name="connsiteX1" fmla="*/ 656440 w 6638613"/>
                <a:gd name="connsiteY1" fmla="*/ 3384 h 2300547"/>
                <a:gd name="connsiteX2" fmla="*/ 1178167 w 6638613"/>
                <a:gd name="connsiteY2" fmla="*/ 166543 h 2300547"/>
                <a:gd name="connsiteX3" fmla="*/ 1559814 w 6638613"/>
                <a:gd name="connsiteY3" fmla="*/ 384087 h 2300547"/>
                <a:gd name="connsiteX4" fmla="*/ 1950878 w 6638613"/>
                <a:gd name="connsiteY4" fmla="*/ 687891 h 2300547"/>
                <a:gd name="connsiteX5" fmla="*/ 2326447 w 6638613"/>
                <a:gd name="connsiteY5" fmla="*/ 924000 h 2300547"/>
                <a:gd name="connsiteX6" fmla="*/ 2519073 w 6638613"/>
                <a:gd name="connsiteY6" fmla="*/ 832332 h 2300547"/>
                <a:gd name="connsiteX7" fmla="*/ 2658136 w 6638613"/>
                <a:gd name="connsiteY7" fmla="*/ 661343 h 2300547"/>
                <a:gd name="connsiteX8" fmla="*/ 2694640 w 6638613"/>
                <a:gd name="connsiteY8" fmla="*/ 351768 h 2300547"/>
                <a:gd name="connsiteX9" fmla="*/ 2671740 w 6638613"/>
                <a:gd name="connsiteY9" fmla="*/ 234500 h 2300547"/>
                <a:gd name="connsiteX10" fmla="*/ 2671740 w 6638613"/>
                <a:gd name="connsiteY10" fmla="*/ 143274 h 2300547"/>
                <a:gd name="connsiteX11" fmla="*/ 2792906 w 6638613"/>
                <a:gd name="connsiteY11" fmla="*/ 57853 h 2300547"/>
                <a:gd name="connsiteX12" fmla="*/ 2971322 w 6638613"/>
                <a:gd name="connsiteY12" fmla="*/ 70873 h 2300547"/>
                <a:gd name="connsiteX13" fmla="*/ 3079348 w 6638613"/>
                <a:gd name="connsiteY13" fmla="*/ 144683 h 2300547"/>
                <a:gd name="connsiteX14" fmla="*/ 3131718 w 6638613"/>
                <a:gd name="connsiteY14" fmla="*/ 342977 h 2300547"/>
                <a:gd name="connsiteX15" fmla="*/ 3028573 w 6638613"/>
                <a:gd name="connsiteY15" fmla="*/ 631002 h 2300547"/>
                <a:gd name="connsiteX16" fmla="*/ 2997508 w 6638613"/>
                <a:gd name="connsiteY16" fmla="*/ 827886 h 2300547"/>
                <a:gd name="connsiteX17" fmla="*/ 3095772 w 6638613"/>
                <a:gd name="connsiteY17" fmla="*/ 1047907 h 2300547"/>
                <a:gd name="connsiteX18" fmla="*/ 3274190 w 6638613"/>
                <a:gd name="connsiteY18" fmla="*/ 1340245 h 2300547"/>
                <a:gd name="connsiteX19" fmla="*/ 3383905 w 6638613"/>
                <a:gd name="connsiteY19" fmla="*/ 1541441 h 2300547"/>
                <a:gd name="connsiteX20" fmla="*/ 3551810 w 6638613"/>
                <a:gd name="connsiteY20" fmla="*/ 1801021 h 2300547"/>
                <a:gd name="connsiteX21" fmla="*/ 3709766 w 6638613"/>
                <a:gd name="connsiteY21" fmla="*/ 1967800 h 2300547"/>
                <a:gd name="connsiteX22" fmla="*/ 3865376 w 6638613"/>
                <a:gd name="connsiteY22" fmla="*/ 2047001 h 2300547"/>
                <a:gd name="connsiteX23" fmla="*/ 4101138 w 6638613"/>
                <a:gd name="connsiteY23" fmla="*/ 2072047 h 2300547"/>
                <a:gd name="connsiteX24" fmla="*/ 4325074 w 6638613"/>
                <a:gd name="connsiteY24" fmla="*/ 2072048 h 2300547"/>
                <a:gd name="connsiteX25" fmla="*/ 4705474 w 6638613"/>
                <a:gd name="connsiteY25" fmla="*/ 2095080 h 2300547"/>
                <a:gd name="connsiteX26" fmla="*/ 5418638 w 6638613"/>
                <a:gd name="connsiteY26" fmla="*/ 2295212 h 2300547"/>
                <a:gd name="connsiteX27" fmla="*/ 6009941 w 6638613"/>
                <a:gd name="connsiteY27" fmla="*/ 2004743 h 2300547"/>
                <a:gd name="connsiteX28" fmla="*/ 6638613 w 6638613"/>
                <a:gd name="connsiteY28" fmla="*/ 1898669 h 2300547"/>
                <a:gd name="connsiteX0" fmla="*/ 0 w 6638613"/>
                <a:gd name="connsiteY0" fmla="*/ 255566 h 2250100"/>
                <a:gd name="connsiteX1" fmla="*/ 669615 w 6638613"/>
                <a:gd name="connsiteY1" fmla="*/ 311734 h 2250100"/>
                <a:gd name="connsiteX2" fmla="*/ 1178167 w 6638613"/>
                <a:gd name="connsiteY2" fmla="*/ 116096 h 2250100"/>
                <a:gd name="connsiteX3" fmla="*/ 1559814 w 6638613"/>
                <a:gd name="connsiteY3" fmla="*/ 333640 h 2250100"/>
                <a:gd name="connsiteX4" fmla="*/ 1950878 w 6638613"/>
                <a:gd name="connsiteY4" fmla="*/ 637444 h 2250100"/>
                <a:gd name="connsiteX5" fmla="*/ 2326447 w 6638613"/>
                <a:gd name="connsiteY5" fmla="*/ 873553 h 2250100"/>
                <a:gd name="connsiteX6" fmla="*/ 2519073 w 6638613"/>
                <a:gd name="connsiteY6" fmla="*/ 781885 h 2250100"/>
                <a:gd name="connsiteX7" fmla="*/ 2658136 w 6638613"/>
                <a:gd name="connsiteY7" fmla="*/ 610896 h 2250100"/>
                <a:gd name="connsiteX8" fmla="*/ 2694640 w 6638613"/>
                <a:gd name="connsiteY8" fmla="*/ 301321 h 2250100"/>
                <a:gd name="connsiteX9" fmla="*/ 2671740 w 6638613"/>
                <a:gd name="connsiteY9" fmla="*/ 184053 h 2250100"/>
                <a:gd name="connsiteX10" fmla="*/ 2671740 w 6638613"/>
                <a:gd name="connsiteY10" fmla="*/ 92827 h 2250100"/>
                <a:gd name="connsiteX11" fmla="*/ 2792906 w 6638613"/>
                <a:gd name="connsiteY11" fmla="*/ 7406 h 2250100"/>
                <a:gd name="connsiteX12" fmla="*/ 2971322 w 6638613"/>
                <a:gd name="connsiteY12" fmla="*/ 20426 h 2250100"/>
                <a:gd name="connsiteX13" fmla="*/ 3079348 w 6638613"/>
                <a:gd name="connsiteY13" fmla="*/ 94236 h 2250100"/>
                <a:gd name="connsiteX14" fmla="*/ 3131718 w 6638613"/>
                <a:gd name="connsiteY14" fmla="*/ 292530 h 2250100"/>
                <a:gd name="connsiteX15" fmla="*/ 3028573 w 6638613"/>
                <a:gd name="connsiteY15" fmla="*/ 580555 h 2250100"/>
                <a:gd name="connsiteX16" fmla="*/ 2997508 w 6638613"/>
                <a:gd name="connsiteY16" fmla="*/ 777439 h 2250100"/>
                <a:gd name="connsiteX17" fmla="*/ 3095772 w 6638613"/>
                <a:gd name="connsiteY17" fmla="*/ 997460 h 2250100"/>
                <a:gd name="connsiteX18" fmla="*/ 3274190 w 6638613"/>
                <a:gd name="connsiteY18" fmla="*/ 1289798 h 2250100"/>
                <a:gd name="connsiteX19" fmla="*/ 3383905 w 6638613"/>
                <a:gd name="connsiteY19" fmla="*/ 1490994 h 2250100"/>
                <a:gd name="connsiteX20" fmla="*/ 3551810 w 6638613"/>
                <a:gd name="connsiteY20" fmla="*/ 1750574 h 2250100"/>
                <a:gd name="connsiteX21" fmla="*/ 3709766 w 6638613"/>
                <a:gd name="connsiteY21" fmla="*/ 1917353 h 2250100"/>
                <a:gd name="connsiteX22" fmla="*/ 3865376 w 6638613"/>
                <a:gd name="connsiteY22" fmla="*/ 1996554 h 2250100"/>
                <a:gd name="connsiteX23" fmla="*/ 4101138 w 6638613"/>
                <a:gd name="connsiteY23" fmla="*/ 2021600 h 2250100"/>
                <a:gd name="connsiteX24" fmla="*/ 4325074 w 6638613"/>
                <a:gd name="connsiteY24" fmla="*/ 2021601 h 2250100"/>
                <a:gd name="connsiteX25" fmla="*/ 4705474 w 6638613"/>
                <a:gd name="connsiteY25" fmla="*/ 2044633 h 2250100"/>
                <a:gd name="connsiteX26" fmla="*/ 5418638 w 6638613"/>
                <a:gd name="connsiteY26" fmla="*/ 2244765 h 2250100"/>
                <a:gd name="connsiteX27" fmla="*/ 6009941 w 6638613"/>
                <a:gd name="connsiteY27" fmla="*/ 1954296 h 2250100"/>
                <a:gd name="connsiteX28" fmla="*/ 6638613 w 6638613"/>
                <a:gd name="connsiteY28" fmla="*/ 1848222 h 2250100"/>
                <a:gd name="connsiteX0" fmla="*/ 0 w 6638613"/>
                <a:gd name="connsiteY0" fmla="*/ 255566 h 2250100"/>
                <a:gd name="connsiteX1" fmla="*/ 669615 w 6638613"/>
                <a:gd name="connsiteY1" fmla="*/ 311734 h 2250100"/>
                <a:gd name="connsiteX2" fmla="*/ 1269322 w 6638613"/>
                <a:gd name="connsiteY2" fmla="*/ 248359 h 2250100"/>
                <a:gd name="connsiteX3" fmla="*/ 1559814 w 6638613"/>
                <a:gd name="connsiteY3" fmla="*/ 333640 h 2250100"/>
                <a:gd name="connsiteX4" fmla="*/ 1950878 w 6638613"/>
                <a:gd name="connsiteY4" fmla="*/ 637444 h 2250100"/>
                <a:gd name="connsiteX5" fmla="*/ 2326447 w 6638613"/>
                <a:gd name="connsiteY5" fmla="*/ 873553 h 2250100"/>
                <a:gd name="connsiteX6" fmla="*/ 2519073 w 6638613"/>
                <a:gd name="connsiteY6" fmla="*/ 781885 h 2250100"/>
                <a:gd name="connsiteX7" fmla="*/ 2658136 w 6638613"/>
                <a:gd name="connsiteY7" fmla="*/ 610896 h 2250100"/>
                <a:gd name="connsiteX8" fmla="*/ 2694640 w 6638613"/>
                <a:gd name="connsiteY8" fmla="*/ 301321 h 2250100"/>
                <a:gd name="connsiteX9" fmla="*/ 2671740 w 6638613"/>
                <a:gd name="connsiteY9" fmla="*/ 184053 h 2250100"/>
                <a:gd name="connsiteX10" fmla="*/ 2671740 w 6638613"/>
                <a:gd name="connsiteY10" fmla="*/ 92827 h 2250100"/>
                <a:gd name="connsiteX11" fmla="*/ 2792906 w 6638613"/>
                <a:gd name="connsiteY11" fmla="*/ 7406 h 2250100"/>
                <a:gd name="connsiteX12" fmla="*/ 2971322 w 6638613"/>
                <a:gd name="connsiteY12" fmla="*/ 20426 h 2250100"/>
                <a:gd name="connsiteX13" fmla="*/ 3079348 w 6638613"/>
                <a:gd name="connsiteY13" fmla="*/ 94236 h 2250100"/>
                <a:gd name="connsiteX14" fmla="*/ 3131718 w 6638613"/>
                <a:gd name="connsiteY14" fmla="*/ 292530 h 2250100"/>
                <a:gd name="connsiteX15" fmla="*/ 3028573 w 6638613"/>
                <a:gd name="connsiteY15" fmla="*/ 580555 h 2250100"/>
                <a:gd name="connsiteX16" fmla="*/ 2997508 w 6638613"/>
                <a:gd name="connsiteY16" fmla="*/ 777439 h 2250100"/>
                <a:gd name="connsiteX17" fmla="*/ 3095772 w 6638613"/>
                <a:gd name="connsiteY17" fmla="*/ 997460 h 2250100"/>
                <a:gd name="connsiteX18" fmla="*/ 3274190 w 6638613"/>
                <a:gd name="connsiteY18" fmla="*/ 1289798 h 2250100"/>
                <a:gd name="connsiteX19" fmla="*/ 3383905 w 6638613"/>
                <a:gd name="connsiteY19" fmla="*/ 1490994 h 2250100"/>
                <a:gd name="connsiteX20" fmla="*/ 3551810 w 6638613"/>
                <a:gd name="connsiteY20" fmla="*/ 1750574 h 2250100"/>
                <a:gd name="connsiteX21" fmla="*/ 3709766 w 6638613"/>
                <a:gd name="connsiteY21" fmla="*/ 1917353 h 2250100"/>
                <a:gd name="connsiteX22" fmla="*/ 3865376 w 6638613"/>
                <a:gd name="connsiteY22" fmla="*/ 1996554 h 2250100"/>
                <a:gd name="connsiteX23" fmla="*/ 4101138 w 6638613"/>
                <a:gd name="connsiteY23" fmla="*/ 2021600 h 2250100"/>
                <a:gd name="connsiteX24" fmla="*/ 4325074 w 6638613"/>
                <a:gd name="connsiteY24" fmla="*/ 2021601 h 2250100"/>
                <a:gd name="connsiteX25" fmla="*/ 4705474 w 6638613"/>
                <a:gd name="connsiteY25" fmla="*/ 2044633 h 2250100"/>
                <a:gd name="connsiteX26" fmla="*/ 5418638 w 6638613"/>
                <a:gd name="connsiteY26" fmla="*/ 2244765 h 2250100"/>
                <a:gd name="connsiteX27" fmla="*/ 6009941 w 6638613"/>
                <a:gd name="connsiteY27" fmla="*/ 1954296 h 2250100"/>
                <a:gd name="connsiteX28" fmla="*/ 6638613 w 6638613"/>
                <a:gd name="connsiteY28" fmla="*/ 1848222 h 2250100"/>
                <a:gd name="connsiteX0" fmla="*/ 0 w 6638613"/>
                <a:gd name="connsiteY0" fmla="*/ 255566 h 2251409"/>
                <a:gd name="connsiteX1" fmla="*/ 669615 w 6638613"/>
                <a:gd name="connsiteY1" fmla="*/ 311734 h 2251409"/>
                <a:gd name="connsiteX2" fmla="*/ 1269322 w 6638613"/>
                <a:gd name="connsiteY2" fmla="*/ 248359 h 2251409"/>
                <a:gd name="connsiteX3" fmla="*/ 1559814 w 6638613"/>
                <a:gd name="connsiteY3" fmla="*/ 333640 h 2251409"/>
                <a:gd name="connsiteX4" fmla="*/ 1950878 w 6638613"/>
                <a:gd name="connsiteY4" fmla="*/ 637444 h 2251409"/>
                <a:gd name="connsiteX5" fmla="*/ 2326447 w 6638613"/>
                <a:gd name="connsiteY5" fmla="*/ 873553 h 2251409"/>
                <a:gd name="connsiteX6" fmla="*/ 2519073 w 6638613"/>
                <a:gd name="connsiteY6" fmla="*/ 781885 h 2251409"/>
                <a:gd name="connsiteX7" fmla="*/ 2658136 w 6638613"/>
                <a:gd name="connsiteY7" fmla="*/ 610896 h 2251409"/>
                <a:gd name="connsiteX8" fmla="*/ 2694640 w 6638613"/>
                <a:gd name="connsiteY8" fmla="*/ 301321 h 2251409"/>
                <a:gd name="connsiteX9" fmla="*/ 2671740 w 6638613"/>
                <a:gd name="connsiteY9" fmla="*/ 184053 h 2251409"/>
                <a:gd name="connsiteX10" fmla="*/ 2671740 w 6638613"/>
                <a:gd name="connsiteY10" fmla="*/ 92827 h 2251409"/>
                <a:gd name="connsiteX11" fmla="*/ 2792906 w 6638613"/>
                <a:gd name="connsiteY11" fmla="*/ 7406 h 2251409"/>
                <a:gd name="connsiteX12" fmla="*/ 2971322 w 6638613"/>
                <a:gd name="connsiteY12" fmla="*/ 20426 h 2251409"/>
                <a:gd name="connsiteX13" fmla="*/ 3079348 w 6638613"/>
                <a:gd name="connsiteY13" fmla="*/ 94236 h 2251409"/>
                <a:gd name="connsiteX14" fmla="*/ 3131718 w 6638613"/>
                <a:gd name="connsiteY14" fmla="*/ 292530 h 2251409"/>
                <a:gd name="connsiteX15" fmla="*/ 3028573 w 6638613"/>
                <a:gd name="connsiteY15" fmla="*/ 580555 h 2251409"/>
                <a:gd name="connsiteX16" fmla="*/ 2997508 w 6638613"/>
                <a:gd name="connsiteY16" fmla="*/ 777439 h 2251409"/>
                <a:gd name="connsiteX17" fmla="*/ 3095772 w 6638613"/>
                <a:gd name="connsiteY17" fmla="*/ 997460 h 2251409"/>
                <a:gd name="connsiteX18" fmla="*/ 3274190 w 6638613"/>
                <a:gd name="connsiteY18" fmla="*/ 1289798 h 2251409"/>
                <a:gd name="connsiteX19" fmla="*/ 3383905 w 6638613"/>
                <a:gd name="connsiteY19" fmla="*/ 1490994 h 2251409"/>
                <a:gd name="connsiteX20" fmla="*/ 3551810 w 6638613"/>
                <a:gd name="connsiteY20" fmla="*/ 1750574 h 2251409"/>
                <a:gd name="connsiteX21" fmla="*/ 3709766 w 6638613"/>
                <a:gd name="connsiteY21" fmla="*/ 1917353 h 2251409"/>
                <a:gd name="connsiteX22" fmla="*/ 3865376 w 6638613"/>
                <a:gd name="connsiteY22" fmla="*/ 1996554 h 2251409"/>
                <a:gd name="connsiteX23" fmla="*/ 4101138 w 6638613"/>
                <a:gd name="connsiteY23" fmla="*/ 2021600 h 2251409"/>
                <a:gd name="connsiteX24" fmla="*/ 4325074 w 6638613"/>
                <a:gd name="connsiteY24" fmla="*/ 2021601 h 2251409"/>
                <a:gd name="connsiteX25" fmla="*/ 4717833 w 6638613"/>
                <a:gd name="connsiteY25" fmla="*/ 2103003 h 2251409"/>
                <a:gd name="connsiteX26" fmla="*/ 5418638 w 6638613"/>
                <a:gd name="connsiteY26" fmla="*/ 2244765 h 2251409"/>
                <a:gd name="connsiteX27" fmla="*/ 6009941 w 6638613"/>
                <a:gd name="connsiteY27" fmla="*/ 1954296 h 2251409"/>
                <a:gd name="connsiteX28" fmla="*/ 6638613 w 6638613"/>
                <a:gd name="connsiteY28" fmla="*/ 1848222 h 2251409"/>
                <a:gd name="connsiteX0" fmla="*/ 0 w 5968998"/>
                <a:gd name="connsiteY0" fmla="*/ 311734 h 2251409"/>
                <a:gd name="connsiteX1" fmla="*/ 599707 w 5968998"/>
                <a:gd name="connsiteY1" fmla="*/ 248359 h 2251409"/>
                <a:gd name="connsiteX2" fmla="*/ 890199 w 5968998"/>
                <a:gd name="connsiteY2" fmla="*/ 333640 h 2251409"/>
                <a:gd name="connsiteX3" fmla="*/ 1281263 w 5968998"/>
                <a:gd name="connsiteY3" fmla="*/ 637444 h 2251409"/>
                <a:gd name="connsiteX4" fmla="*/ 1656832 w 5968998"/>
                <a:gd name="connsiteY4" fmla="*/ 873553 h 2251409"/>
                <a:gd name="connsiteX5" fmla="*/ 1849458 w 5968998"/>
                <a:gd name="connsiteY5" fmla="*/ 781885 h 2251409"/>
                <a:gd name="connsiteX6" fmla="*/ 1988521 w 5968998"/>
                <a:gd name="connsiteY6" fmla="*/ 610896 h 2251409"/>
                <a:gd name="connsiteX7" fmla="*/ 2025025 w 5968998"/>
                <a:gd name="connsiteY7" fmla="*/ 301321 h 2251409"/>
                <a:gd name="connsiteX8" fmla="*/ 2002125 w 5968998"/>
                <a:gd name="connsiteY8" fmla="*/ 184053 h 2251409"/>
                <a:gd name="connsiteX9" fmla="*/ 2002125 w 5968998"/>
                <a:gd name="connsiteY9" fmla="*/ 92827 h 2251409"/>
                <a:gd name="connsiteX10" fmla="*/ 2123291 w 5968998"/>
                <a:gd name="connsiteY10" fmla="*/ 7406 h 2251409"/>
                <a:gd name="connsiteX11" fmla="*/ 2301707 w 5968998"/>
                <a:gd name="connsiteY11" fmla="*/ 20426 h 2251409"/>
                <a:gd name="connsiteX12" fmla="*/ 2409733 w 5968998"/>
                <a:gd name="connsiteY12" fmla="*/ 94236 h 2251409"/>
                <a:gd name="connsiteX13" fmla="*/ 2462103 w 5968998"/>
                <a:gd name="connsiteY13" fmla="*/ 292530 h 2251409"/>
                <a:gd name="connsiteX14" fmla="*/ 2358958 w 5968998"/>
                <a:gd name="connsiteY14" fmla="*/ 580555 h 2251409"/>
                <a:gd name="connsiteX15" fmla="*/ 2327893 w 5968998"/>
                <a:gd name="connsiteY15" fmla="*/ 777439 h 2251409"/>
                <a:gd name="connsiteX16" fmla="*/ 2426157 w 5968998"/>
                <a:gd name="connsiteY16" fmla="*/ 997460 h 2251409"/>
                <a:gd name="connsiteX17" fmla="*/ 2604575 w 5968998"/>
                <a:gd name="connsiteY17" fmla="*/ 1289798 h 2251409"/>
                <a:gd name="connsiteX18" fmla="*/ 2714290 w 5968998"/>
                <a:gd name="connsiteY18" fmla="*/ 1490994 h 2251409"/>
                <a:gd name="connsiteX19" fmla="*/ 2882195 w 5968998"/>
                <a:gd name="connsiteY19" fmla="*/ 1750574 h 2251409"/>
                <a:gd name="connsiteX20" fmla="*/ 3040151 w 5968998"/>
                <a:gd name="connsiteY20" fmla="*/ 1917353 h 2251409"/>
                <a:gd name="connsiteX21" fmla="*/ 3195761 w 5968998"/>
                <a:gd name="connsiteY21" fmla="*/ 1996554 h 2251409"/>
                <a:gd name="connsiteX22" fmla="*/ 3431523 w 5968998"/>
                <a:gd name="connsiteY22" fmla="*/ 2021600 h 2251409"/>
                <a:gd name="connsiteX23" fmla="*/ 3655459 w 5968998"/>
                <a:gd name="connsiteY23" fmla="*/ 2021601 h 2251409"/>
                <a:gd name="connsiteX24" fmla="*/ 4048218 w 5968998"/>
                <a:gd name="connsiteY24" fmla="*/ 2103003 h 2251409"/>
                <a:gd name="connsiteX25" fmla="*/ 4749023 w 5968998"/>
                <a:gd name="connsiteY25" fmla="*/ 2244765 h 2251409"/>
                <a:gd name="connsiteX26" fmla="*/ 5340326 w 5968998"/>
                <a:gd name="connsiteY26" fmla="*/ 1954296 h 2251409"/>
                <a:gd name="connsiteX27" fmla="*/ 5968998 w 5968998"/>
                <a:gd name="connsiteY27" fmla="*/ 1848222 h 2251409"/>
                <a:gd name="connsiteX0" fmla="*/ 0 w 5369291"/>
                <a:gd name="connsiteY0" fmla="*/ 248359 h 2251409"/>
                <a:gd name="connsiteX1" fmla="*/ 290492 w 5369291"/>
                <a:gd name="connsiteY1" fmla="*/ 333640 h 2251409"/>
                <a:gd name="connsiteX2" fmla="*/ 681556 w 5369291"/>
                <a:gd name="connsiteY2" fmla="*/ 637444 h 2251409"/>
                <a:gd name="connsiteX3" fmla="*/ 1057125 w 5369291"/>
                <a:gd name="connsiteY3" fmla="*/ 873553 h 2251409"/>
                <a:gd name="connsiteX4" fmla="*/ 1249751 w 5369291"/>
                <a:gd name="connsiteY4" fmla="*/ 781885 h 2251409"/>
                <a:gd name="connsiteX5" fmla="*/ 1388814 w 5369291"/>
                <a:gd name="connsiteY5" fmla="*/ 610896 h 2251409"/>
                <a:gd name="connsiteX6" fmla="*/ 1425318 w 5369291"/>
                <a:gd name="connsiteY6" fmla="*/ 301321 h 2251409"/>
                <a:gd name="connsiteX7" fmla="*/ 1402418 w 5369291"/>
                <a:gd name="connsiteY7" fmla="*/ 184053 h 2251409"/>
                <a:gd name="connsiteX8" fmla="*/ 1402418 w 5369291"/>
                <a:gd name="connsiteY8" fmla="*/ 92827 h 2251409"/>
                <a:gd name="connsiteX9" fmla="*/ 1523584 w 5369291"/>
                <a:gd name="connsiteY9" fmla="*/ 7406 h 2251409"/>
                <a:gd name="connsiteX10" fmla="*/ 1702000 w 5369291"/>
                <a:gd name="connsiteY10" fmla="*/ 20426 h 2251409"/>
                <a:gd name="connsiteX11" fmla="*/ 1810026 w 5369291"/>
                <a:gd name="connsiteY11" fmla="*/ 94236 h 2251409"/>
                <a:gd name="connsiteX12" fmla="*/ 1862396 w 5369291"/>
                <a:gd name="connsiteY12" fmla="*/ 292530 h 2251409"/>
                <a:gd name="connsiteX13" fmla="*/ 1759251 w 5369291"/>
                <a:gd name="connsiteY13" fmla="*/ 580555 h 2251409"/>
                <a:gd name="connsiteX14" fmla="*/ 1728186 w 5369291"/>
                <a:gd name="connsiteY14" fmla="*/ 777439 h 2251409"/>
                <a:gd name="connsiteX15" fmla="*/ 1826450 w 5369291"/>
                <a:gd name="connsiteY15" fmla="*/ 997460 h 2251409"/>
                <a:gd name="connsiteX16" fmla="*/ 2004868 w 5369291"/>
                <a:gd name="connsiteY16" fmla="*/ 1289798 h 2251409"/>
                <a:gd name="connsiteX17" fmla="*/ 2114583 w 5369291"/>
                <a:gd name="connsiteY17" fmla="*/ 1490994 h 2251409"/>
                <a:gd name="connsiteX18" fmla="*/ 2282488 w 5369291"/>
                <a:gd name="connsiteY18" fmla="*/ 1750574 h 2251409"/>
                <a:gd name="connsiteX19" fmla="*/ 2440444 w 5369291"/>
                <a:gd name="connsiteY19" fmla="*/ 1917353 h 2251409"/>
                <a:gd name="connsiteX20" fmla="*/ 2596054 w 5369291"/>
                <a:gd name="connsiteY20" fmla="*/ 1996554 h 2251409"/>
                <a:gd name="connsiteX21" fmla="*/ 2831816 w 5369291"/>
                <a:gd name="connsiteY21" fmla="*/ 2021600 h 2251409"/>
                <a:gd name="connsiteX22" fmla="*/ 3055752 w 5369291"/>
                <a:gd name="connsiteY22" fmla="*/ 2021601 h 2251409"/>
                <a:gd name="connsiteX23" fmla="*/ 3448511 w 5369291"/>
                <a:gd name="connsiteY23" fmla="*/ 2103003 h 2251409"/>
                <a:gd name="connsiteX24" fmla="*/ 4149316 w 5369291"/>
                <a:gd name="connsiteY24" fmla="*/ 2244765 h 2251409"/>
                <a:gd name="connsiteX25" fmla="*/ 4740619 w 5369291"/>
                <a:gd name="connsiteY25" fmla="*/ 1954296 h 2251409"/>
                <a:gd name="connsiteX26" fmla="*/ 5369291 w 5369291"/>
                <a:gd name="connsiteY26" fmla="*/ 1848222 h 2251409"/>
                <a:gd name="connsiteX0" fmla="*/ 0 w 5329818"/>
                <a:gd name="connsiteY0" fmla="*/ 292663 h 2251409"/>
                <a:gd name="connsiteX1" fmla="*/ 251019 w 5329818"/>
                <a:gd name="connsiteY1" fmla="*/ 333640 h 2251409"/>
                <a:gd name="connsiteX2" fmla="*/ 642083 w 5329818"/>
                <a:gd name="connsiteY2" fmla="*/ 637444 h 2251409"/>
                <a:gd name="connsiteX3" fmla="*/ 1017652 w 5329818"/>
                <a:gd name="connsiteY3" fmla="*/ 873553 h 2251409"/>
                <a:gd name="connsiteX4" fmla="*/ 1210278 w 5329818"/>
                <a:gd name="connsiteY4" fmla="*/ 781885 h 2251409"/>
                <a:gd name="connsiteX5" fmla="*/ 1349341 w 5329818"/>
                <a:gd name="connsiteY5" fmla="*/ 610896 h 2251409"/>
                <a:gd name="connsiteX6" fmla="*/ 1385845 w 5329818"/>
                <a:gd name="connsiteY6" fmla="*/ 301321 h 2251409"/>
                <a:gd name="connsiteX7" fmla="*/ 1362945 w 5329818"/>
                <a:gd name="connsiteY7" fmla="*/ 184053 h 2251409"/>
                <a:gd name="connsiteX8" fmla="*/ 1362945 w 5329818"/>
                <a:gd name="connsiteY8" fmla="*/ 92827 h 2251409"/>
                <a:gd name="connsiteX9" fmla="*/ 1484111 w 5329818"/>
                <a:gd name="connsiteY9" fmla="*/ 7406 h 2251409"/>
                <a:gd name="connsiteX10" fmla="*/ 1662527 w 5329818"/>
                <a:gd name="connsiteY10" fmla="*/ 20426 h 2251409"/>
                <a:gd name="connsiteX11" fmla="*/ 1770553 w 5329818"/>
                <a:gd name="connsiteY11" fmla="*/ 94236 h 2251409"/>
                <a:gd name="connsiteX12" fmla="*/ 1822923 w 5329818"/>
                <a:gd name="connsiteY12" fmla="*/ 292530 h 2251409"/>
                <a:gd name="connsiteX13" fmla="*/ 1719778 w 5329818"/>
                <a:gd name="connsiteY13" fmla="*/ 580555 h 2251409"/>
                <a:gd name="connsiteX14" fmla="*/ 1688713 w 5329818"/>
                <a:gd name="connsiteY14" fmla="*/ 777439 h 2251409"/>
                <a:gd name="connsiteX15" fmla="*/ 1786977 w 5329818"/>
                <a:gd name="connsiteY15" fmla="*/ 997460 h 2251409"/>
                <a:gd name="connsiteX16" fmla="*/ 1965395 w 5329818"/>
                <a:gd name="connsiteY16" fmla="*/ 1289798 h 2251409"/>
                <a:gd name="connsiteX17" fmla="*/ 2075110 w 5329818"/>
                <a:gd name="connsiteY17" fmla="*/ 1490994 h 2251409"/>
                <a:gd name="connsiteX18" fmla="*/ 2243015 w 5329818"/>
                <a:gd name="connsiteY18" fmla="*/ 1750574 h 2251409"/>
                <a:gd name="connsiteX19" fmla="*/ 2400971 w 5329818"/>
                <a:gd name="connsiteY19" fmla="*/ 1917353 h 2251409"/>
                <a:gd name="connsiteX20" fmla="*/ 2556581 w 5329818"/>
                <a:gd name="connsiteY20" fmla="*/ 1996554 h 2251409"/>
                <a:gd name="connsiteX21" fmla="*/ 2792343 w 5329818"/>
                <a:gd name="connsiteY21" fmla="*/ 2021600 h 2251409"/>
                <a:gd name="connsiteX22" fmla="*/ 3016279 w 5329818"/>
                <a:gd name="connsiteY22" fmla="*/ 2021601 h 2251409"/>
                <a:gd name="connsiteX23" fmla="*/ 3409038 w 5329818"/>
                <a:gd name="connsiteY23" fmla="*/ 2103003 h 2251409"/>
                <a:gd name="connsiteX24" fmla="*/ 4109843 w 5329818"/>
                <a:gd name="connsiteY24" fmla="*/ 2244765 h 2251409"/>
                <a:gd name="connsiteX25" fmla="*/ 4701146 w 5329818"/>
                <a:gd name="connsiteY25" fmla="*/ 1954296 h 2251409"/>
                <a:gd name="connsiteX26" fmla="*/ 5329818 w 5329818"/>
                <a:gd name="connsiteY26" fmla="*/ 1848222 h 2251409"/>
                <a:gd name="connsiteX0" fmla="*/ 0 w 5329818"/>
                <a:gd name="connsiteY0" fmla="*/ 292663 h 2251409"/>
                <a:gd name="connsiteX1" fmla="*/ 318275 w 5329818"/>
                <a:gd name="connsiteY1" fmla="*/ 392316 h 2251409"/>
                <a:gd name="connsiteX2" fmla="*/ 642083 w 5329818"/>
                <a:gd name="connsiteY2" fmla="*/ 637444 h 2251409"/>
                <a:gd name="connsiteX3" fmla="*/ 1017652 w 5329818"/>
                <a:gd name="connsiteY3" fmla="*/ 873553 h 2251409"/>
                <a:gd name="connsiteX4" fmla="*/ 1210278 w 5329818"/>
                <a:gd name="connsiteY4" fmla="*/ 781885 h 2251409"/>
                <a:gd name="connsiteX5" fmla="*/ 1349341 w 5329818"/>
                <a:gd name="connsiteY5" fmla="*/ 610896 h 2251409"/>
                <a:gd name="connsiteX6" fmla="*/ 1385845 w 5329818"/>
                <a:gd name="connsiteY6" fmla="*/ 301321 h 2251409"/>
                <a:gd name="connsiteX7" fmla="*/ 1362945 w 5329818"/>
                <a:gd name="connsiteY7" fmla="*/ 184053 h 2251409"/>
                <a:gd name="connsiteX8" fmla="*/ 1362945 w 5329818"/>
                <a:gd name="connsiteY8" fmla="*/ 92827 h 2251409"/>
                <a:gd name="connsiteX9" fmla="*/ 1484111 w 5329818"/>
                <a:gd name="connsiteY9" fmla="*/ 7406 h 2251409"/>
                <a:gd name="connsiteX10" fmla="*/ 1662527 w 5329818"/>
                <a:gd name="connsiteY10" fmla="*/ 20426 h 2251409"/>
                <a:gd name="connsiteX11" fmla="*/ 1770553 w 5329818"/>
                <a:gd name="connsiteY11" fmla="*/ 94236 h 2251409"/>
                <a:gd name="connsiteX12" fmla="*/ 1822923 w 5329818"/>
                <a:gd name="connsiteY12" fmla="*/ 292530 h 2251409"/>
                <a:gd name="connsiteX13" fmla="*/ 1719778 w 5329818"/>
                <a:gd name="connsiteY13" fmla="*/ 580555 h 2251409"/>
                <a:gd name="connsiteX14" fmla="*/ 1688713 w 5329818"/>
                <a:gd name="connsiteY14" fmla="*/ 777439 h 2251409"/>
                <a:gd name="connsiteX15" fmla="*/ 1786977 w 5329818"/>
                <a:gd name="connsiteY15" fmla="*/ 997460 h 2251409"/>
                <a:gd name="connsiteX16" fmla="*/ 1965395 w 5329818"/>
                <a:gd name="connsiteY16" fmla="*/ 1289798 h 2251409"/>
                <a:gd name="connsiteX17" fmla="*/ 2075110 w 5329818"/>
                <a:gd name="connsiteY17" fmla="*/ 1490994 h 2251409"/>
                <a:gd name="connsiteX18" fmla="*/ 2243015 w 5329818"/>
                <a:gd name="connsiteY18" fmla="*/ 1750574 h 2251409"/>
                <a:gd name="connsiteX19" fmla="*/ 2400971 w 5329818"/>
                <a:gd name="connsiteY19" fmla="*/ 1917353 h 2251409"/>
                <a:gd name="connsiteX20" fmla="*/ 2556581 w 5329818"/>
                <a:gd name="connsiteY20" fmla="*/ 1996554 h 2251409"/>
                <a:gd name="connsiteX21" fmla="*/ 2792343 w 5329818"/>
                <a:gd name="connsiteY21" fmla="*/ 2021600 h 2251409"/>
                <a:gd name="connsiteX22" fmla="*/ 3016279 w 5329818"/>
                <a:gd name="connsiteY22" fmla="*/ 2021601 h 2251409"/>
                <a:gd name="connsiteX23" fmla="*/ 3409038 w 5329818"/>
                <a:gd name="connsiteY23" fmla="*/ 2103003 h 2251409"/>
                <a:gd name="connsiteX24" fmla="*/ 4109843 w 5329818"/>
                <a:gd name="connsiteY24" fmla="*/ 2244765 h 2251409"/>
                <a:gd name="connsiteX25" fmla="*/ 4701146 w 5329818"/>
                <a:gd name="connsiteY25" fmla="*/ 1954296 h 2251409"/>
                <a:gd name="connsiteX26" fmla="*/ 5329818 w 5329818"/>
                <a:gd name="connsiteY26" fmla="*/ 1848222 h 225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29818" h="2251409">
                  <a:moveTo>
                    <a:pt x="0" y="292663"/>
                  </a:moveTo>
                  <a:cubicBezTo>
                    <a:pt x="148366" y="296314"/>
                    <a:pt x="189490" y="305425"/>
                    <a:pt x="318275" y="392316"/>
                  </a:cubicBezTo>
                  <a:cubicBezTo>
                    <a:pt x="447060" y="479207"/>
                    <a:pt x="525520" y="557238"/>
                    <a:pt x="642083" y="637444"/>
                  </a:cubicBezTo>
                  <a:cubicBezTo>
                    <a:pt x="758646" y="717650"/>
                    <a:pt x="922953" y="849480"/>
                    <a:pt x="1017652" y="873553"/>
                  </a:cubicBezTo>
                  <a:cubicBezTo>
                    <a:pt x="1112351" y="897626"/>
                    <a:pt x="1154997" y="825661"/>
                    <a:pt x="1210278" y="781885"/>
                  </a:cubicBezTo>
                  <a:cubicBezTo>
                    <a:pt x="1265560" y="738109"/>
                    <a:pt x="1320080" y="690990"/>
                    <a:pt x="1349341" y="610896"/>
                  </a:cubicBezTo>
                  <a:cubicBezTo>
                    <a:pt x="1378602" y="530802"/>
                    <a:pt x="1397843" y="393970"/>
                    <a:pt x="1385845" y="301321"/>
                  </a:cubicBezTo>
                  <a:cubicBezTo>
                    <a:pt x="1378712" y="262177"/>
                    <a:pt x="1370266" y="223198"/>
                    <a:pt x="1362945" y="184053"/>
                  </a:cubicBezTo>
                  <a:cubicBezTo>
                    <a:pt x="1357220" y="153534"/>
                    <a:pt x="1352246" y="122185"/>
                    <a:pt x="1362945" y="92827"/>
                  </a:cubicBezTo>
                  <a:cubicBezTo>
                    <a:pt x="1379745" y="46716"/>
                    <a:pt x="1430332" y="19597"/>
                    <a:pt x="1484111" y="7406"/>
                  </a:cubicBezTo>
                  <a:cubicBezTo>
                    <a:pt x="1543520" y="-6029"/>
                    <a:pt x="1606214" y="-887"/>
                    <a:pt x="1662527" y="20426"/>
                  </a:cubicBezTo>
                  <a:cubicBezTo>
                    <a:pt x="1705137" y="36515"/>
                    <a:pt x="1742773" y="61479"/>
                    <a:pt x="1770553" y="94236"/>
                  </a:cubicBezTo>
                  <a:cubicBezTo>
                    <a:pt x="1818231" y="150299"/>
                    <a:pt x="1831183" y="222452"/>
                    <a:pt x="1822923" y="292530"/>
                  </a:cubicBezTo>
                  <a:cubicBezTo>
                    <a:pt x="1811098" y="393045"/>
                    <a:pt x="1756006" y="484354"/>
                    <a:pt x="1719778" y="580555"/>
                  </a:cubicBezTo>
                  <a:cubicBezTo>
                    <a:pt x="1695752" y="644248"/>
                    <a:pt x="1679890" y="710843"/>
                    <a:pt x="1688713" y="777439"/>
                  </a:cubicBezTo>
                  <a:cubicBezTo>
                    <a:pt x="1699130" y="856391"/>
                    <a:pt x="1743148" y="927631"/>
                    <a:pt x="1786977" y="997460"/>
                  </a:cubicBezTo>
                  <a:cubicBezTo>
                    <a:pt x="1847701" y="1094326"/>
                    <a:pt x="1909645" y="1190694"/>
                    <a:pt x="1965395" y="1289798"/>
                  </a:cubicBezTo>
                  <a:cubicBezTo>
                    <a:pt x="2002936" y="1356477"/>
                    <a:pt x="2037662" y="1424317"/>
                    <a:pt x="2075110" y="1490994"/>
                  </a:cubicBezTo>
                  <a:cubicBezTo>
                    <a:pt x="2125322" y="1580313"/>
                    <a:pt x="2180508" y="1667476"/>
                    <a:pt x="2243015" y="1750574"/>
                  </a:cubicBezTo>
                  <a:cubicBezTo>
                    <a:pt x="2288628" y="1811281"/>
                    <a:pt x="2338277" y="1870081"/>
                    <a:pt x="2400971" y="1917353"/>
                  </a:cubicBezTo>
                  <a:cubicBezTo>
                    <a:pt x="2446960" y="1952020"/>
                    <a:pt x="2499143" y="1979885"/>
                    <a:pt x="2556581" y="1996554"/>
                  </a:cubicBezTo>
                  <a:cubicBezTo>
                    <a:pt x="2632134" y="2018532"/>
                    <a:pt x="2712660" y="2019941"/>
                    <a:pt x="2792343" y="2021600"/>
                  </a:cubicBezTo>
                  <a:cubicBezTo>
                    <a:pt x="2867051" y="2023093"/>
                    <a:pt x="2913497" y="2008034"/>
                    <a:pt x="3016279" y="2021601"/>
                  </a:cubicBezTo>
                  <a:cubicBezTo>
                    <a:pt x="3119062" y="2035168"/>
                    <a:pt x="3238701" y="2123549"/>
                    <a:pt x="3409038" y="2103003"/>
                  </a:cubicBezTo>
                  <a:cubicBezTo>
                    <a:pt x="3579375" y="2082457"/>
                    <a:pt x="3910944" y="2290725"/>
                    <a:pt x="4109843" y="2244765"/>
                  </a:cubicBezTo>
                  <a:cubicBezTo>
                    <a:pt x="4308742" y="2198805"/>
                    <a:pt x="4485893" y="1962647"/>
                    <a:pt x="4701146" y="1954296"/>
                  </a:cubicBezTo>
                  <a:cubicBezTo>
                    <a:pt x="5023336" y="1921561"/>
                    <a:pt x="5212664" y="1861424"/>
                    <a:pt x="5329818" y="184822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9" name="Freeform: Shape 48">
              <a:extLst>
                <a:ext uri="{FF2B5EF4-FFF2-40B4-BE49-F238E27FC236}">
                  <a16:creationId xmlns:a16="http://schemas.microsoft.com/office/drawing/2014/main" id="{6818CCE6-AB3D-1991-D6E1-D76B659BC1AB}"/>
                </a:ext>
              </a:extLst>
            </p:cNvPr>
            <p:cNvSpPr/>
            <p:nvPr userDrawn="1"/>
          </p:nvSpPr>
          <p:spPr>
            <a:xfrm rot="3367585" flipV="1">
              <a:off x="658576" y="4106912"/>
              <a:ext cx="4644603" cy="2057115"/>
            </a:xfrm>
            <a:custGeom>
              <a:avLst/>
              <a:gdLst>
                <a:gd name="connsiteX0" fmla="*/ 0 w 6232819"/>
                <a:gd name="connsiteY0" fmla="*/ 2745788 h 4952513"/>
                <a:gd name="connsiteX1" fmla="*/ 72619 w 6232819"/>
                <a:gd name="connsiteY1" fmla="*/ 2765709 h 4952513"/>
                <a:gd name="connsiteX2" fmla="*/ 727111 w 6232819"/>
                <a:gd name="connsiteY2" fmla="*/ 3068603 h 4952513"/>
                <a:gd name="connsiteX3" fmla="*/ 1377245 w 6232819"/>
                <a:gd name="connsiteY3" fmla="*/ 3255019 h 4952513"/>
                <a:gd name="connsiteX4" fmla="*/ 1768443 w 6232819"/>
                <a:gd name="connsiteY4" fmla="*/ 2832172 h 4952513"/>
                <a:gd name="connsiteX5" fmla="*/ 1959851 w 6232819"/>
                <a:gd name="connsiteY5" fmla="*/ 2793111 h 4952513"/>
                <a:gd name="connsiteX6" fmla="*/ 2271645 w 6232819"/>
                <a:gd name="connsiteY6" fmla="*/ 2864018 h 4952513"/>
                <a:gd name="connsiteX7" fmla="*/ 2406878 w 6232819"/>
                <a:gd name="connsiteY7" fmla="*/ 2936419 h 4952513"/>
                <a:gd name="connsiteX8" fmla="*/ 2520739 w 6232819"/>
                <a:gd name="connsiteY8" fmla="*/ 3114476 h 4952513"/>
                <a:gd name="connsiteX9" fmla="*/ 2456432 w 6232819"/>
                <a:gd name="connsiteY9" fmla="*/ 3480708 h 4952513"/>
                <a:gd name="connsiteX10" fmla="*/ 2390423 w 6232819"/>
                <a:gd name="connsiteY10" fmla="*/ 3867175 h 4952513"/>
                <a:gd name="connsiteX11" fmla="*/ 2482817 w 6232819"/>
                <a:gd name="connsiteY11" fmla="*/ 4132064 h 4952513"/>
                <a:gd name="connsiteX12" fmla="*/ 2641220 w 6232819"/>
                <a:gd name="connsiteY12" fmla="*/ 4428467 h 4952513"/>
                <a:gd name="connsiteX13" fmla="*/ 2835086 w 6232819"/>
                <a:gd name="connsiteY13" fmla="*/ 4706125 h 4952513"/>
                <a:gd name="connsiteX14" fmla="*/ 3198798 w 6232819"/>
                <a:gd name="connsiteY14" fmla="*/ 4871909 h 4952513"/>
                <a:gd name="connsiteX15" fmla="*/ 3440517 w 6232819"/>
                <a:gd name="connsiteY15" fmla="*/ 4893720 h 4952513"/>
                <a:gd name="connsiteX16" fmla="*/ 3998757 w 6232819"/>
                <a:gd name="connsiteY16" fmla="*/ 4893721 h 4952513"/>
                <a:gd name="connsiteX17" fmla="*/ 4521344 w 6232819"/>
                <a:gd name="connsiteY17" fmla="*/ 4952106 h 4952513"/>
                <a:gd name="connsiteX18" fmla="*/ 4804010 w 6232819"/>
                <a:gd name="connsiteY18" fmla="*/ 4885428 h 4952513"/>
                <a:gd name="connsiteX19" fmla="*/ 4985773 w 6232819"/>
                <a:gd name="connsiteY19" fmla="*/ 4750993 h 4952513"/>
                <a:gd name="connsiteX20" fmla="*/ 5326187 w 6232819"/>
                <a:gd name="connsiteY20" fmla="*/ 4512328 h 4952513"/>
                <a:gd name="connsiteX21" fmla="*/ 5642274 w 6232819"/>
                <a:gd name="connsiteY21" fmla="*/ 4271066 h 4952513"/>
                <a:gd name="connsiteX22" fmla="*/ 5916822 w 6232819"/>
                <a:gd name="connsiteY22" fmla="*/ 4039968 h 4952513"/>
                <a:gd name="connsiteX23" fmla="*/ 6198524 w 6232819"/>
                <a:gd name="connsiteY23" fmla="*/ 3572350 h 4952513"/>
                <a:gd name="connsiteX24" fmla="*/ 6232819 w 6232819"/>
                <a:gd name="connsiteY24" fmla="*/ 3517057 h 4952513"/>
                <a:gd name="connsiteX25" fmla="*/ 2882064 w 6232819"/>
                <a:gd name="connsiteY25" fmla="*/ 0 h 4952513"/>
                <a:gd name="connsiteX0" fmla="*/ 0 w 6273123"/>
                <a:gd name="connsiteY0" fmla="*/ 2745788 h 4952513"/>
                <a:gd name="connsiteX1" fmla="*/ 72619 w 6273123"/>
                <a:gd name="connsiteY1" fmla="*/ 2765709 h 4952513"/>
                <a:gd name="connsiteX2" fmla="*/ 727111 w 6273123"/>
                <a:gd name="connsiteY2" fmla="*/ 3068603 h 4952513"/>
                <a:gd name="connsiteX3" fmla="*/ 1377245 w 6273123"/>
                <a:gd name="connsiteY3" fmla="*/ 3255019 h 4952513"/>
                <a:gd name="connsiteX4" fmla="*/ 1768443 w 6273123"/>
                <a:gd name="connsiteY4" fmla="*/ 2832172 h 4952513"/>
                <a:gd name="connsiteX5" fmla="*/ 1959851 w 6273123"/>
                <a:gd name="connsiteY5" fmla="*/ 2793111 h 4952513"/>
                <a:gd name="connsiteX6" fmla="*/ 2271645 w 6273123"/>
                <a:gd name="connsiteY6" fmla="*/ 2864018 h 4952513"/>
                <a:gd name="connsiteX7" fmla="*/ 2406878 w 6273123"/>
                <a:gd name="connsiteY7" fmla="*/ 2936419 h 4952513"/>
                <a:gd name="connsiteX8" fmla="*/ 2520739 w 6273123"/>
                <a:gd name="connsiteY8" fmla="*/ 3114476 h 4952513"/>
                <a:gd name="connsiteX9" fmla="*/ 2456432 w 6273123"/>
                <a:gd name="connsiteY9" fmla="*/ 3480708 h 4952513"/>
                <a:gd name="connsiteX10" fmla="*/ 2390423 w 6273123"/>
                <a:gd name="connsiteY10" fmla="*/ 3867175 h 4952513"/>
                <a:gd name="connsiteX11" fmla="*/ 2482817 w 6273123"/>
                <a:gd name="connsiteY11" fmla="*/ 4132064 h 4952513"/>
                <a:gd name="connsiteX12" fmla="*/ 2641220 w 6273123"/>
                <a:gd name="connsiteY12" fmla="*/ 4428467 h 4952513"/>
                <a:gd name="connsiteX13" fmla="*/ 2835086 w 6273123"/>
                <a:gd name="connsiteY13" fmla="*/ 4706125 h 4952513"/>
                <a:gd name="connsiteX14" fmla="*/ 3198798 w 6273123"/>
                <a:gd name="connsiteY14" fmla="*/ 4871909 h 4952513"/>
                <a:gd name="connsiteX15" fmla="*/ 3440517 w 6273123"/>
                <a:gd name="connsiteY15" fmla="*/ 4893720 h 4952513"/>
                <a:gd name="connsiteX16" fmla="*/ 3998757 w 6273123"/>
                <a:gd name="connsiteY16" fmla="*/ 4893721 h 4952513"/>
                <a:gd name="connsiteX17" fmla="*/ 4521344 w 6273123"/>
                <a:gd name="connsiteY17" fmla="*/ 4952106 h 4952513"/>
                <a:gd name="connsiteX18" fmla="*/ 4804010 w 6273123"/>
                <a:gd name="connsiteY18" fmla="*/ 4885428 h 4952513"/>
                <a:gd name="connsiteX19" fmla="*/ 4985773 w 6273123"/>
                <a:gd name="connsiteY19" fmla="*/ 4750993 h 4952513"/>
                <a:gd name="connsiteX20" fmla="*/ 5326187 w 6273123"/>
                <a:gd name="connsiteY20" fmla="*/ 4512328 h 4952513"/>
                <a:gd name="connsiteX21" fmla="*/ 5642274 w 6273123"/>
                <a:gd name="connsiteY21" fmla="*/ 4271066 h 4952513"/>
                <a:gd name="connsiteX22" fmla="*/ 5916822 w 6273123"/>
                <a:gd name="connsiteY22" fmla="*/ 4039968 h 4952513"/>
                <a:gd name="connsiteX23" fmla="*/ 6198524 w 6273123"/>
                <a:gd name="connsiteY23" fmla="*/ 3572350 h 4952513"/>
                <a:gd name="connsiteX24" fmla="*/ 6273123 w 6273123"/>
                <a:gd name="connsiteY24" fmla="*/ 3515517 h 4952513"/>
                <a:gd name="connsiteX25" fmla="*/ 2882064 w 6273123"/>
                <a:gd name="connsiteY25" fmla="*/ 0 h 4952513"/>
                <a:gd name="connsiteX26" fmla="*/ 0 w 6273123"/>
                <a:gd name="connsiteY26" fmla="*/ 2745788 h 4952513"/>
                <a:gd name="connsiteX0" fmla="*/ 6273123 w 6364563"/>
                <a:gd name="connsiteY0" fmla="*/ 3515517 h 4952513"/>
                <a:gd name="connsiteX1" fmla="*/ 2882064 w 6364563"/>
                <a:gd name="connsiteY1" fmla="*/ 0 h 4952513"/>
                <a:gd name="connsiteX2" fmla="*/ 0 w 6364563"/>
                <a:gd name="connsiteY2" fmla="*/ 2745788 h 4952513"/>
                <a:gd name="connsiteX3" fmla="*/ 72619 w 6364563"/>
                <a:gd name="connsiteY3" fmla="*/ 2765709 h 4952513"/>
                <a:gd name="connsiteX4" fmla="*/ 727111 w 6364563"/>
                <a:gd name="connsiteY4" fmla="*/ 3068603 h 4952513"/>
                <a:gd name="connsiteX5" fmla="*/ 1377245 w 6364563"/>
                <a:gd name="connsiteY5" fmla="*/ 3255019 h 4952513"/>
                <a:gd name="connsiteX6" fmla="*/ 1768443 w 6364563"/>
                <a:gd name="connsiteY6" fmla="*/ 2832172 h 4952513"/>
                <a:gd name="connsiteX7" fmla="*/ 1959851 w 6364563"/>
                <a:gd name="connsiteY7" fmla="*/ 2793111 h 4952513"/>
                <a:gd name="connsiteX8" fmla="*/ 2271645 w 6364563"/>
                <a:gd name="connsiteY8" fmla="*/ 2864018 h 4952513"/>
                <a:gd name="connsiteX9" fmla="*/ 2406878 w 6364563"/>
                <a:gd name="connsiteY9" fmla="*/ 2936419 h 4952513"/>
                <a:gd name="connsiteX10" fmla="*/ 2520739 w 6364563"/>
                <a:gd name="connsiteY10" fmla="*/ 3114476 h 4952513"/>
                <a:gd name="connsiteX11" fmla="*/ 2456432 w 6364563"/>
                <a:gd name="connsiteY11" fmla="*/ 3480708 h 4952513"/>
                <a:gd name="connsiteX12" fmla="*/ 2390423 w 6364563"/>
                <a:gd name="connsiteY12" fmla="*/ 3867175 h 4952513"/>
                <a:gd name="connsiteX13" fmla="*/ 2482817 w 6364563"/>
                <a:gd name="connsiteY13" fmla="*/ 4132064 h 4952513"/>
                <a:gd name="connsiteX14" fmla="*/ 2641220 w 6364563"/>
                <a:gd name="connsiteY14" fmla="*/ 4428467 h 4952513"/>
                <a:gd name="connsiteX15" fmla="*/ 2835086 w 6364563"/>
                <a:gd name="connsiteY15" fmla="*/ 4706125 h 4952513"/>
                <a:gd name="connsiteX16" fmla="*/ 3198798 w 6364563"/>
                <a:gd name="connsiteY16" fmla="*/ 4871909 h 4952513"/>
                <a:gd name="connsiteX17" fmla="*/ 3440517 w 6364563"/>
                <a:gd name="connsiteY17" fmla="*/ 4893720 h 4952513"/>
                <a:gd name="connsiteX18" fmla="*/ 3998757 w 6364563"/>
                <a:gd name="connsiteY18" fmla="*/ 4893721 h 4952513"/>
                <a:gd name="connsiteX19" fmla="*/ 4521344 w 6364563"/>
                <a:gd name="connsiteY19" fmla="*/ 4952106 h 4952513"/>
                <a:gd name="connsiteX20" fmla="*/ 4804010 w 6364563"/>
                <a:gd name="connsiteY20" fmla="*/ 4885428 h 4952513"/>
                <a:gd name="connsiteX21" fmla="*/ 4985773 w 6364563"/>
                <a:gd name="connsiteY21" fmla="*/ 4750993 h 4952513"/>
                <a:gd name="connsiteX22" fmla="*/ 5326187 w 6364563"/>
                <a:gd name="connsiteY22" fmla="*/ 4512328 h 4952513"/>
                <a:gd name="connsiteX23" fmla="*/ 5642274 w 6364563"/>
                <a:gd name="connsiteY23" fmla="*/ 4271066 h 4952513"/>
                <a:gd name="connsiteX24" fmla="*/ 5916822 w 6364563"/>
                <a:gd name="connsiteY24" fmla="*/ 4039968 h 4952513"/>
                <a:gd name="connsiteX25" fmla="*/ 6198524 w 6364563"/>
                <a:gd name="connsiteY25" fmla="*/ 3572350 h 4952513"/>
                <a:gd name="connsiteX26" fmla="*/ 6364563 w 6364563"/>
                <a:gd name="connsiteY26" fmla="*/ 3606957 h 4952513"/>
                <a:gd name="connsiteX0" fmla="*/ 2882064 w 6364563"/>
                <a:gd name="connsiteY0" fmla="*/ 0 h 4952513"/>
                <a:gd name="connsiteX1" fmla="*/ 0 w 6364563"/>
                <a:gd name="connsiteY1" fmla="*/ 2745788 h 4952513"/>
                <a:gd name="connsiteX2" fmla="*/ 72619 w 6364563"/>
                <a:gd name="connsiteY2" fmla="*/ 2765709 h 4952513"/>
                <a:gd name="connsiteX3" fmla="*/ 727111 w 6364563"/>
                <a:gd name="connsiteY3" fmla="*/ 3068603 h 4952513"/>
                <a:gd name="connsiteX4" fmla="*/ 1377245 w 6364563"/>
                <a:gd name="connsiteY4" fmla="*/ 3255019 h 4952513"/>
                <a:gd name="connsiteX5" fmla="*/ 1768443 w 6364563"/>
                <a:gd name="connsiteY5" fmla="*/ 2832172 h 4952513"/>
                <a:gd name="connsiteX6" fmla="*/ 1959851 w 6364563"/>
                <a:gd name="connsiteY6" fmla="*/ 2793111 h 4952513"/>
                <a:gd name="connsiteX7" fmla="*/ 2271645 w 6364563"/>
                <a:gd name="connsiteY7" fmla="*/ 2864018 h 4952513"/>
                <a:gd name="connsiteX8" fmla="*/ 2406878 w 6364563"/>
                <a:gd name="connsiteY8" fmla="*/ 2936419 h 4952513"/>
                <a:gd name="connsiteX9" fmla="*/ 2520739 w 6364563"/>
                <a:gd name="connsiteY9" fmla="*/ 3114476 h 4952513"/>
                <a:gd name="connsiteX10" fmla="*/ 2456432 w 6364563"/>
                <a:gd name="connsiteY10" fmla="*/ 3480708 h 4952513"/>
                <a:gd name="connsiteX11" fmla="*/ 2390423 w 6364563"/>
                <a:gd name="connsiteY11" fmla="*/ 3867175 h 4952513"/>
                <a:gd name="connsiteX12" fmla="*/ 2482817 w 6364563"/>
                <a:gd name="connsiteY12" fmla="*/ 4132064 h 4952513"/>
                <a:gd name="connsiteX13" fmla="*/ 2641220 w 6364563"/>
                <a:gd name="connsiteY13" fmla="*/ 4428467 h 4952513"/>
                <a:gd name="connsiteX14" fmla="*/ 2835086 w 6364563"/>
                <a:gd name="connsiteY14" fmla="*/ 4706125 h 4952513"/>
                <a:gd name="connsiteX15" fmla="*/ 3198798 w 6364563"/>
                <a:gd name="connsiteY15" fmla="*/ 4871909 h 4952513"/>
                <a:gd name="connsiteX16" fmla="*/ 3440517 w 6364563"/>
                <a:gd name="connsiteY16" fmla="*/ 4893720 h 4952513"/>
                <a:gd name="connsiteX17" fmla="*/ 3998757 w 6364563"/>
                <a:gd name="connsiteY17" fmla="*/ 4893721 h 4952513"/>
                <a:gd name="connsiteX18" fmla="*/ 4521344 w 6364563"/>
                <a:gd name="connsiteY18" fmla="*/ 4952106 h 4952513"/>
                <a:gd name="connsiteX19" fmla="*/ 4804010 w 6364563"/>
                <a:gd name="connsiteY19" fmla="*/ 4885428 h 4952513"/>
                <a:gd name="connsiteX20" fmla="*/ 4985773 w 6364563"/>
                <a:gd name="connsiteY20" fmla="*/ 4750993 h 4952513"/>
                <a:gd name="connsiteX21" fmla="*/ 5326187 w 6364563"/>
                <a:gd name="connsiteY21" fmla="*/ 4512328 h 4952513"/>
                <a:gd name="connsiteX22" fmla="*/ 5642274 w 6364563"/>
                <a:gd name="connsiteY22" fmla="*/ 4271066 h 4952513"/>
                <a:gd name="connsiteX23" fmla="*/ 5916822 w 6364563"/>
                <a:gd name="connsiteY23" fmla="*/ 4039968 h 4952513"/>
                <a:gd name="connsiteX24" fmla="*/ 6198524 w 6364563"/>
                <a:gd name="connsiteY24" fmla="*/ 3572350 h 4952513"/>
                <a:gd name="connsiteX25" fmla="*/ 6364563 w 6364563"/>
                <a:gd name="connsiteY25" fmla="*/ 3606957 h 4952513"/>
                <a:gd name="connsiteX0" fmla="*/ 2882064 w 6364563"/>
                <a:gd name="connsiteY0" fmla="*/ 0 h 4952513"/>
                <a:gd name="connsiteX1" fmla="*/ 0 w 6364563"/>
                <a:gd name="connsiteY1" fmla="*/ 2745788 h 4952513"/>
                <a:gd name="connsiteX2" fmla="*/ 72619 w 6364563"/>
                <a:gd name="connsiteY2" fmla="*/ 2765709 h 4952513"/>
                <a:gd name="connsiteX3" fmla="*/ 727111 w 6364563"/>
                <a:gd name="connsiteY3" fmla="*/ 3068603 h 4952513"/>
                <a:gd name="connsiteX4" fmla="*/ 1377245 w 6364563"/>
                <a:gd name="connsiteY4" fmla="*/ 3255019 h 4952513"/>
                <a:gd name="connsiteX5" fmla="*/ 1768443 w 6364563"/>
                <a:gd name="connsiteY5" fmla="*/ 2832172 h 4952513"/>
                <a:gd name="connsiteX6" fmla="*/ 1959851 w 6364563"/>
                <a:gd name="connsiteY6" fmla="*/ 2793111 h 4952513"/>
                <a:gd name="connsiteX7" fmla="*/ 2271645 w 6364563"/>
                <a:gd name="connsiteY7" fmla="*/ 2864018 h 4952513"/>
                <a:gd name="connsiteX8" fmla="*/ 2406878 w 6364563"/>
                <a:gd name="connsiteY8" fmla="*/ 2936419 h 4952513"/>
                <a:gd name="connsiteX9" fmla="*/ 2520739 w 6364563"/>
                <a:gd name="connsiteY9" fmla="*/ 3114476 h 4952513"/>
                <a:gd name="connsiteX10" fmla="*/ 2456432 w 6364563"/>
                <a:gd name="connsiteY10" fmla="*/ 3480708 h 4952513"/>
                <a:gd name="connsiteX11" fmla="*/ 2390423 w 6364563"/>
                <a:gd name="connsiteY11" fmla="*/ 3867175 h 4952513"/>
                <a:gd name="connsiteX12" fmla="*/ 2482817 w 6364563"/>
                <a:gd name="connsiteY12" fmla="*/ 4132064 h 4952513"/>
                <a:gd name="connsiteX13" fmla="*/ 2641220 w 6364563"/>
                <a:gd name="connsiteY13" fmla="*/ 4428467 h 4952513"/>
                <a:gd name="connsiteX14" fmla="*/ 2835086 w 6364563"/>
                <a:gd name="connsiteY14" fmla="*/ 4706125 h 4952513"/>
                <a:gd name="connsiteX15" fmla="*/ 3198798 w 6364563"/>
                <a:gd name="connsiteY15" fmla="*/ 4871909 h 4952513"/>
                <a:gd name="connsiteX16" fmla="*/ 3440517 w 6364563"/>
                <a:gd name="connsiteY16" fmla="*/ 4893720 h 4952513"/>
                <a:gd name="connsiteX17" fmla="*/ 3998757 w 6364563"/>
                <a:gd name="connsiteY17" fmla="*/ 4893721 h 4952513"/>
                <a:gd name="connsiteX18" fmla="*/ 4521344 w 6364563"/>
                <a:gd name="connsiteY18" fmla="*/ 4952106 h 4952513"/>
                <a:gd name="connsiteX19" fmla="*/ 4804010 w 6364563"/>
                <a:gd name="connsiteY19" fmla="*/ 4885428 h 4952513"/>
                <a:gd name="connsiteX20" fmla="*/ 4985773 w 6364563"/>
                <a:gd name="connsiteY20" fmla="*/ 4750993 h 4952513"/>
                <a:gd name="connsiteX21" fmla="*/ 5326187 w 6364563"/>
                <a:gd name="connsiteY21" fmla="*/ 4512328 h 4952513"/>
                <a:gd name="connsiteX22" fmla="*/ 5642274 w 6364563"/>
                <a:gd name="connsiteY22" fmla="*/ 4271066 h 4952513"/>
                <a:gd name="connsiteX23" fmla="*/ 5916822 w 6364563"/>
                <a:gd name="connsiteY23" fmla="*/ 4039968 h 4952513"/>
                <a:gd name="connsiteX24" fmla="*/ 6180650 w 6364563"/>
                <a:gd name="connsiteY24" fmla="*/ 3790862 h 4952513"/>
                <a:gd name="connsiteX25" fmla="*/ 6364563 w 6364563"/>
                <a:gd name="connsiteY25" fmla="*/ 3606957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406878 w 6330395"/>
                <a:gd name="connsiteY8" fmla="*/ 2936419 h 4952513"/>
                <a:gd name="connsiteX9" fmla="*/ 2520739 w 6330395"/>
                <a:gd name="connsiteY9" fmla="*/ 3114476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406878 w 6330395"/>
                <a:gd name="connsiteY8" fmla="*/ 2936419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547673 w 6330395"/>
                <a:gd name="connsiteY8" fmla="*/ 2993935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547673 w 6330395"/>
                <a:gd name="connsiteY8" fmla="*/ 2993935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78817 w 6330395"/>
                <a:gd name="connsiteY13" fmla="*/ 4382820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68443 w 6330395"/>
                <a:gd name="connsiteY4" fmla="*/ 86384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11911 w 6330395"/>
                <a:gd name="connsiteY8" fmla="*/ 448910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09175 w 6330395"/>
                <a:gd name="connsiteY4" fmla="*/ 128266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11911 w 6330395"/>
                <a:gd name="connsiteY8" fmla="*/ 448910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09175 w 6330395"/>
                <a:gd name="connsiteY4" fmla="*/ 128266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62895 w 6330395"/>
                <a:gd name="connsiteY8" fmla="*/ 502425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422495 w 6330395"/>
                <a:gd name="connsiteY3" fmla="*/ 618628 h 2206725"/>
                <a:gd name="connsiteX4" fmla="*/ 1709175 w 6330395"/>
                <a:gd name="connsiteY4" fmla="*/ 128266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62895 w 6330395"/>
                <a:gd name="connsiteY8" fmla="*/ 502425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422495 w 6330395"/>
                <a:gd name="connsiteY3" fmla="*/ 618628 h 2206725"/>
                <a:gd name="connsiteX4" fmla="*/ 1705039 w 6330395"/>
                <a:gd name="connsiteY4" fmla="*/ 280905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62895 w 6330395"/>
                <a:gd name="connsiteY8" fmla="*/ 502425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422495 w 6330395"/>
                <a:gd name="connsiteY3" fmla="*/ 618628 h 2206725"/>
                <a:gd name="connsiteX4" fmla="*/ 1705039 w 6330395"/>
                <a:gd name="connsiteY4" fmla="*/ 280905 h 2206725"/>
                <a:gd name="connsiteX5" fmla="*/ 1947633 w 6330395"/>
                <a:gd name="connsiteY5" fmla="*/ 165572 h 2206725"/>
                <a:gd name="connsiteX6" fmla="*/ 2271645 w 6330395"/>
                <a:gd name="connsiteY6" fmla="*/ 118230 h 2206725"/>
                <a:gd name="connsiteX7" fmla="*/ 2547673 w 6330395"/>
                <a:gd name="connsiteY7" fmla="*/ 248147 h 2206725"/>
                <a:gd name="connsiteX8" fmla="*/ 2662895 w 6330395"/>
                <a:gd name="connsiteY8" fmla="*/ 502425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180650"/>
                <a:gd name="connsiteY0" fmla="*/ 0 h 2206725"/>
                <a:gd name="connsiteX1" fmla="*/ 72619 w 6180650"/>
                <a:gd name="connsiteY1" fmla="*/ 19921 h 2206725"/>
                <a:gd name="connsiteX2" fmla="*/ 727111 w 6180650"/>
                <a:gd name="connsiteY2" fmla="*/ 322815 h 2206725"/>
                <a:gd name="connsiteX3" fmla="*/ 1422495 w 6180650"/>
                <a:gd name="connsiteY3" fmla="*/ 618628 h 2206725"/>
                <a:gd name="connsiteX4" fmla="*/ 1705039 w 6180650"/>
                <a:gd name="connsiteY4" fmla="*/ 280905 h 2206725"/>
                <a:gd name="connsiteX5" fmla="*/ 1947633 w 6180650"/>
                <a:gd name="connsiteY5" fmla="*/ 165572 h 2206725"/>
                <a:gd name="connsiteX6" fmla="*/ 2271645 w 6180650"/>
                <a:gd name="connsiteY6" fmla="*/ 118230 h 2206725"/>
                <a:gd name="connsiteX7" fmla="*/ 2547673 w 6180650"/>
                <a:gd name="connsiteY7" fmla="*/ 248147 h 2206725"/>
                <a:gd name="connsiteX8" fmla="*/ 2662895 w 6180650"/>
                <a:gd name="connsiteY8" fmla="*/ 502425 h 2206725"/>
                <a:gd name="connsiteX9" fmla="*/ 2456432 w 6180650"/>
                <a:gd name="connsiteY9" fmla="*/ 734920 h 2206725"/>
                <a:gd name="connsiteX10" fmla="*/ 2390423 w 6180650"/>
                <a:gd name="connsiteY10" fmla="*/ 1121387 h 2206725"/>
                <a:gd name="connsiteX11" fmla="*/ 2482817 w 6180650"/>
                <a:gd name="connsiteY11" fmla="*/ 1386276 h 2206725"/>
                <a:gd name="connsiteX12" fmla="*/ 2678817 w 6180650"/>
                <a:gd name="connsiteY12" fmla="*/ 1637032 h 2206725"/>
                <a:gd name="connsiteX13" fmla="*/ 2835086 w 6180650"/>
                <a:gd name="connsiteY13" fmla="*/ 1960337 h 2206725"/>
                <a:gd name="connsiteX14" fmla="*/ 3198798 w 6180650"/>
                <a:gd name="connsiteY14" fmla="*/ 2126121 h 2206725"/>
                <a:gd name="connsiteX15" fmla="*/ 3440517 w 6180650"/>
                <a:gd name="connsiteY15" fmla="*/ 2147932 h 2206725"/>
                <a:gd name="connsiteX16" fmla="*/ 3998757 w 6180650"/>
                <a:gd name="connsiteY16" fmla="*/ 2147933 h 2206725"/>
                <a:gd name="connsiteX17" fmla="*/ 4521344 w 6180650"/>
                <a:gd name="connsiteY17" fmla="*/ 2206318 h 2206725"/>
                <a:gd name="connsiteX18" fmla="*/ 4804010 w 6180650"/>
                <a:gd name="connsiteY18" fmla="*/ 2139640 h 2206725"/>
                <a:gd name="connsiteX19" fmla="*/ 4985773 w 6180650"/>
                <a:gd name="connsiteY19" fmla="*/ 2005205 h 2206725"/>
                <a:gd name="connsiteX20" fmla="*/ 5326187 w 6180650"/>
                <a:gd name="connsiteY20" fmla="*/ 1766540 h 2206725"/>
                <a:gd name="connsiteX21" fmla="*/ 5642274 w 6180650"/>
                <a:gd name="connsiteY21" fmla="*/ 1525278 h 2206725"/>
                <a:gd name="connsiteX22" fmla="*/ 5916822 w 6180650"/>
                <a:gd name="connsiteY22" fmla="*/ 1294180 h 2206725"/>
                <a:gd name="connsiteX23" fmla="*/ 6180650 w 6180650"/>
                <a:gd name="connsiteY23" fmla="*/ 1045074 h 2206725"/>
                <a:gd name="connsiteX0" fmla="*/ 0 w 5916822"/>
                <a:gd name="connsiteY0" fmla="*/ 0 h 2206725"/>
                <a:gd name="connsiteX1" fmla="*/ 72619 w 5916822"/>
                <a:gd name="connsiteY1" fmla="*/ 19921 h 2206725"/>
                <a:gd name="connsiteX2" fmla="*/ 727111 w 5916822"/>
                <a:gd name="connsiteY2" fmla="*/ 322815 h 2206725"/>
                <a:gd name="connsiteX3" fmla="*/ 1422495 w 5916822"/>
                <a:gd name="connsiteY3" fmla="*/ 618628 h 2206725"/>
                <a:gd name="connsiteX4" fmla="*/ 1705039 w 5916822"/>
                <a:gd name="connsiteY4" fmla="*/ 280905 h 2206725"/>
                <a:gd name="connsiteX5" fmla="*/ 1947633 w 5916822"/>
                <a:gd name="connsiteY5" fmla="*/ 165572 h 2206725"/>
                <a:gd name="connsiteX6" fmla="*/ 2271645 w 5916822"/>
                <a:gd name="connsiteY6" fmla="*/ 118230 h 2206725"/>
                <a:gd name="connsiteX7" fmla="*/ 2547673 w 5916822"/>
                <a:gd name="connsiteY7" fmla="*/ 248147 h 2206725"/>
                <a:gd name="connsiteX8" fmla="*/ 2662895 w 5916822"/>
                <a:gd name="connsiteY8" fmla="*/ 502425 h 2206725"/>
                <a:gd name="connsiteX9" fmla="*/ 2456432 w 5916822"/>
                <a:gd name="connsiteY9" fmla="*/ 734920 h 2206725"/>
                <a:gd name="connsiteX10" fmla="*/ 2390423 w 5916822"/>
                <a:gd name="connsiteY10" fmla="*/ 1121387 h 2206725"/>
                <a:gd name="connsiteX11" fmla="*/ 2482817 w 5916822"/>
                <a:gd name="connsiteY11" fmla="*/ 1386276 h 2206725"/>
                <a:gd name="connsiteX12" fmla="*/ 2678817 w 5916822"/>
                <a:gd name="connsiteY12" fmla="*/ 1637032 h 2206725"/>
                <a:gd name="connsiteX13" fmla="*/ 2835086 w 5916822"/>
                <a:gd name="connsiteY13" fmla="*/ 1960337 h 2206725"/>
                <a:gd name="connsiteX14" fmla="*/ 3198798 w 5916822"/>
                <a:gd name="connsiteY14" fmla="*/ 2126121 h 2206725"/>
                <a:gd name="connsiteX15" fmla="*/ 3440517 w 5916822"/>
                <a:gd name="connsiteY15" fmla="*/ 2147932 h 2206725"/>
                <a:gd name="connsiteX16" fmla="*/ 3998757 w 5916822"/>
                <a:gd name="connsiteY16" fmla="*/ 2147933 h 2206725"/>
                <a:gd name="connsiteX17" fmla="*/ 4521344 w 5916822"/>
                <a:gd name="connsiteY17" fmla="*/ 2206318 h 2206725"/>
                <a:gd name="connsiteX18" fmla="*/ 4804010 w 5916822"/>
                <a:gd name="connsiteY18" fmla="*/ 2139640 h 2206725"/>
                <a:gd name="connsiteX19" fmla="*/ 4985773 w 5916822"/>
                <a:gd name="connsiteY19" fmla="*/ 2005205 h 2206725"/>
                <a:gd name="connsiteX20" fmla="*/ 5326187 w 5916822"/>
                <a:gd name="connsiteY20" fmla="*/ 1766540 h 2206725"/>
                <a:gd name="connsiteX21" fmla="*/ 5642274 w 5916822"/>
                <a:gd name="connsiteY21" fmla="*/ 1525278 h 2206725"/>
                <a:gd name="connsiteX22" fmla="*/ 5916822 w 5916822"/>
                <a:gd name="connsiteY22" fmla="*/ 1294180 h 2206725"/>
                <a:gd name="connsiteX0" fmla="*/ 0 w 5911802"/>
                <a:gd name="connsiteY0" fmla="*/ 0 h 2206725"/>
                <a:gd name="connsiteX1" fmla="*/ 72619 w 5911802"/>
                <a:gd name="connsiteY1" fmla="*/ 19921 h 2206725"/>
                <a:gd name="connsiteX2" fmla="*/ 727111 w 5911802"/>
                <a:gd name="connsiteY2" fmla="*/ 322815 h 2206725"/>
                <a:gd name="connsiteX3" fmla="*/ 1422495 w 5911802"/>
                <a:gd name="connsiteY3" fmla="*/ 618628 h 2206725"/>
                <a:gd name="connsiteX4" fmla="*/ 1705039 w 5911802"/>
                <a:gd name="connsiteY4" fmla="*/ 280905 h 2206725"/>
                <a:gd name="connsiteX5" fmla="*/ 1947633 w 5911802"/>
                <a:gd name="connsiteY5" fmla="*/ 165572 h 2206725"/>
                <a:gd name="connsiteX6" fmla="*/ 2271645 w 5911802"/>
                <a:gd name="connsiteY6" fmla="*/ 118230 h 2206725"/>
                <a:gd name="connsiteX7" fmla="*/ 2547673 w 5911802"/>
                <a:gd name="connsiteY7" fmla="*/ 248147 h 2206725"/>
                <a:gd name="connsiteX8" fmla="*/ 2662895 w 5911802"/>
                <a:gd name="connsiteY8" fmla="*/ 502425 h 2206725"/>
                <a:gd name="connsiteX9" fmla="*/ 2456432 w 5911802"/>
                <a:gd name="connsiteY9" fmla="*/ 734920 h 2206725"/>
                <a:gd name="connsiteX10" fmla="*/ 2390423 w 5911802"/>
                <a:gd name="connsiteY10" fmla="*/ 1121387 h 2206725"/>
                <a:gd name="connsiteX11" fmla="*/ 2482817 w 5911802"/>
                <a:gd name="connsiteY11" fmla="*/ 1386276 h 2206725"/>
                <a:gd name="connsiteX12" fmla="*/ 2678817 w 5911802"/>
                <a:gd name="connsiteY12" fmla="*/ 1637032 h 2206725"/>
                <a:gd name="connsiteX13" fmla="*/ 2835086 w 5911802"/>
                <a:gd name="connsiteY13" fmla="*/ 1960337 h 2206725"/>
                <a:gd name="connsiteX14" fmla="*/ 3198798 w 5911802"/>
                <a:gd name="connsiteY14" fmla="*/ 2126121 h 2206725"/>
                <a:gd name="connsiteX15" fmla="*/ 3440517 w 5911802"/>
                <a:gd name="connsiteY15" fmla="*/ 2147932 h 2206725"/>
                <a:gd name="connsiteX16" fmla="*/ 3998757 w 5911802"/>
                <a:gd name="connsiteY16" fmla="*/ 2147933 h 2206725"/>
                <a:gd name="connsiteX17" fmla="*/ 4521344 w 5911802"/>
                <a:gd name="connsiteY17" fmla="*/ 2206318 h 2206725"/>
                <a:gd name="connsiteX18" fmla="*/ 4804010 w 5911802"/>
                <a:gd name="connsiteY18" fmla="*/ 2139640 h 2206725"/>
                <a:gd name="connsiteX19" fmla="*/ 4985773 w 5911802"/>
                <a:gd name="connsiteY19" fmla="*/ 2005205 h 2206725"/>
                <a:gd name="connsiteX20" fmla="*/ 5326187 w 5911802"/>
                <a:gd name="connsiteY20" fmla="*/ 1766540 h 2206725"/>
                <a:gd name="connsiteX21" fmla="*/ 5642274 w 5911802"/>
                <a:gd name="connsiteY21" fmla="*/ 1525278 h 2206725"/>
                <a:gd name="connsiteX22" fmla="*/ 5911801 w 5911802"/>
                <a:gd name="connsiteY22" fmla="*/ 1144112 h 2206725"/>
                <a:gd name="connsiteX0" fmla="*/ 0 w 5911801"/>
                <a:gd name="connsiteY0" fmla="*/ 0 h 2206725"/>
                <a:gd name="connsiteX1" fmla="*/ 72619 w 5911801"/>
                <a:gd name="connsiteY1" fmla="*/ 19921 h 2206725"/>
                <a:gd name="connsiteX2" fmla="*/ 727111 w 5911801"/>
                <a:gd name="connsiteY2" fmla="*/ 322815 h 2206725"/>
                <a:gd name="connsiteX3" fmla="*/ 1422495 w 5911801"/>
                <a:gd name="connsiteY3" fmla="*/ 618628 h 2206725"/>
                <a:gd name="connsiteX4" fmla="*/ 1705039 w 5911801"/>
                <a:gd name="connsiteY4" fmla="*/ 280905 h 2206725"/>
                <a:gd name="connsiteX5" fmla="*/ 1947633 w 5911801"/>
                <a:gd name="connsiteY5" fmla="*/ 165572 h 2206725"/>
                <a:gd name="connsiteX6" fmla="*/ 2271645 w 5911801"/>
                <a:gd name="connsiteY6" fmla="*/ 118230 h 2206725"/>
                <a:gd name="connsiteX7" fmla="*/ 2547673 w 5911801"/>
                <a:gd name="connsiteY7" fmla="*/ 248147 h 2206725"/>
                <a:gd name="connsiteX8" fmla="*/ 2662895 w 5911801"/>
                <a:gd name="connsiteY8" fmla="*/ 502425 h 2206725"/>
                <a:gd name="connsiteX9" fmla="*/ 2456432 w 5911801"/>
                <a:gd name="connsiteY9" fmla="*/ 734920 h 2206725"/>
                <a:gd name="connsiteX10" fmla="*/ 2390423 w 5911801"/>
                <a:gd name="connsiteY10" fmla="*/ 1121387 h 2206725"/>
                <a:gd name="connsiteX11" fmla="*/ 2482817 w 5911801"/>
                <a:gd name="connsiteY11" fmla="*/ 1386276 h 2206725"/>
                <a:gd name="connsiteX12" fmla="*/ 2678817 w 5911801"/>
                <a:gd name="connsiteY12" fmla="*/ 1637032 h 2206725"/>
                <a:gd name="connsiteX13" fmla="*/ 2835086 w 5911801"/>
                <a:gd name="connsiteY13" fmla="*/ 1960337 h 2206725"/>
                <a:gd name="connsiteX14" fmla="*/ 3198798 w 5911801"/>
                <a:gd name="connsiteY14" fmla="*/ 2126121 h 2206725"/>
                <a:gd name="connsiteX15" fmla="*/ 3440517 w 5911801"/>
                <a:gd name="connsiteY15" fmla="*/ 2147932 h 2206725"/>
                <a:gd name="connsiteX16" fmla="*/ 3998757 w 5911801"/>
                <a:gd name="connsiteY16" fmla="*/ 2147933 h 2206725"/>
                <a:gd name="connsiteX17" fmla="*/ 4521344 w 5911801"/>
                <a:gd name="connsiteY17" fmla="*/ 2206318 h 2206725"/>
                <a:gd name="connsiteX18" fmla="*/ 4804010 w 5911801"/>
                <a:gd name="connsiteY18" fmla="*/ 2139640 h 2206725"/>
                <a:gd name="connsiteX19" fmla="*/ 4985773 w 5911801"/>
                <a:gd name="connsiteY19" fmla="*/ 2005205 h 2206725"/>
                <a:gd name="connsiteX20" fmla="*/ 5326187 w 5911801"/>
                <a:gd name="connsiteY20" fmla="*/ 1766540 h 2206725"/>
                <a:gd name="connsiteX21" fmla="*/ 5642274 w 5911801"/>
                <a:gd name="connsiteY21" fmla="*/ 1525278 h 2206725"/>
                <a:gd name="connsiteX22" fmla="*/ 5911801 w 5911801"/>
                <a:gd name="connsiteY22" fmla="*/ 1144112 h 2206725"/>
                <a:gd name="connsiteX0" fmla="*/ 0 w 5642274"/>
                <a:gd name="connsiteY0" fmla="*/ 0 h 2206725"/>
                <a:gd name="connsiteX1" fmla="*/ 72619 w 5642274"/>
                <a:gd name="connsiteY1" fmla="*/ 19921 h 2206725"/>
                <a:gd name="connsiteX2" fmla="*/ 727111 w 5642274"/>
                <a:gd name="connsiteY2" fmla="*/ 322815 h 2206725"/>
                <a:gd name="connsiteX3" fmla="*/ 1422495 w 5642274"/>
                <a:gd name="connsiteY3" fmla="*/ 618628 h 2206725"/>
                <a:gd name="connsiteX4" fmla="*/ 1705039 w 5642274"/>
                <a:gd name="connsiteY4" fmla="*/ 280905 h 2206725"/>
                <a:gd name="connsiteX5" fmla="*/ 1947633 w 5642274"/>
                <a:gd name="connsiteY5" fmla="*/ 165572 h 2206725"/>
                <a:gd name="connsiteX6" fmla="*/ 2271645 w 5642274"/>
                <a:gd name="connsiteY6" fmla="*/ 118230 h 2206725"/>
                <a:gd name="connsiteX7" fmla="*/ 2547673 w 5642274"/>
                <a:gd name="connsiteY7" fmla="*/ 248147 h 2206725"/>
                <a:gd name="connsiteX8" fmla="*/ 2662895 w 5642274"/>
                <a:gd name="connsiteY8" fmla="*/ 502425 h 2206725"/>
                <a:gd name="connsiteX9" fmla="*/ 2456432 w 5642274"/>
                <a:gd name="connsiteY9" fmla="*/ 734920 h 2206725"/>
                <a:gd name="connsiteX10" fmla="*/ 2390423 w 5642274"/>
                <a:gd name="connsiteY10" fmla="*/ 1121387 h 2206725"/>
                <a:gd name="connsiteX11" fmla="*/ 2482817 w 5642274"/>
                <a:gd name="connsiteY11" fmla="*/ 1386276 h 2206725"/>
                <a:gd name="connsiteX12" fmla="*/ 2678817 w 5642274"/>
                <a:gd name="connsiteY12" fmla="*/ 1637032 h 2206725"/>
                <a:gd name="connsiteX13" fmla="*/ 2835086 w 5642274"/>
                <a:gd name="connsiteY13" fmla="*/ 1960337 h 2206725"/>
                <a:gd name="connsiteX14" fmla="*/ 3198798 w 5642274"/>
                <a:gd name="connsiteY14" fmla="*/ 2126121 h 2206725"/>
                <a:gd name="connsiteX15" fmla="*/ 3440517 w 5642274"/>
                <a:gd name="connsiteY15" fmla="*/ 2147932 h 2206725"/>
                <a:gd name="connsiteX16" fmla="*/ 3998757 w 5642274"/>
                <a:gd name="connsiteY16" fmla="*/ 2147933 h 2206725"/>
                <a:gd name="connsiteX17" fmla="*/ 4521344 w 5642274"/>
                <a:gd name="connsiteY17" fmla="*/ 2206318 h 2206725"/>
                <a:gd name="connsiteX18" fmla="*/ 4804010 w 5642274"/>
                <a:gd name="connsiteY18" fmla="*/ 2139640 h 2206725"/>
                <a:gd name="connsiteX19" fmla="*/ 4985773 w 5642274"/>
                <a:gd name="connsiteY19" fmla="*/ 2005205 h 2206725"/>
                <a:gd name="connsiteX20" fmla="*/ 5326187 w 5642274"/>
                <a:gd name="connsiteY20" fmla="*/ 1766540 h 2206725"/>
                <a:gd name="connsiteX21" fmla="*/ 5642274 w 5642274"/>
                <a:gd name="connsiteY21" fmla="*/ 1525278 h 2206725"/>
                <a:gd name="connsiteX0" fmla="*/ 0 w 5326187"/>
                <a:gd name="connsiteY0" fmla="*/ 0 h 2206725"/>
                <a:gd name="connsiteX1" fmla="*/ 72619 w 5326187"/>
                <a:gd name="connsiteY1" fmla="*/ 19921 h 2206725"/>
                <a:gd name="connsiteX2" fmla="*/ 727111 w 5326187"/>
                <a:gd name="connsiteY2" fmla="*/ 322815 h 2206725"/>
                <a:gd name="connsiteX3" fmla="*/ 1422495 w 5326187"/>
                <a:gd name="connsiteY3" fmla="*/ 618628 h 2206725"/>
                <a:gd name="connsiteX4" fmla="*/ 1705039 w 5326187"/>
                <a:gd name="connsiteY4" fmla="*/ 280905 h 2206725"/>
                <a:gd name="connsiteX5" fmla="*/ 1947633 w 5326187"/>
                <a:gd name="connsiteY5" fmla="*/ 165572 h 2206725"/>
                <a:gd name="connsiteX6" fmla="*/ 2271645 w 5326187"/>
                <a:gd name="connsiteY6" fmla="*/ 118230 h 2206725"/>
                <a:gd name="connsiteX7" fmla="*/ 2547673 w 5326187"/>
                <a:gd name="connsiteY7" fmla="*/ 248147 h 2206725"/>
                <a:gd name="connsiteX8" fmla="*/ 2662895 w 5326187"/>
                <a:gd name="connsiteY8" fmla="*/ 502425 h 2206725"/>
                <a:gd name="connsiteX9" fmla="*/ 2456432 w 5326187"/>
                <a:gd name="connsiteY9" fmla="*/ 734920 h 2206725"/>
                <a:gd name="connsiteX10" fmla="*/ 2390423 w 5326187"/>
                <a:gd name="connsiteY10" fmla="*/ 1121387 h 2206725"/>
                <a:gd name="connsiteX11" fmla="*/ 2482817 w 5326187"/>
                <a:gd name="connsiteY11" fmla="*/ 1386276 h 2206725"/>
                <a:gd name="connsiteX12" fmla="*/ 2678817 w 5326187"/>
                <a:gd name="connsiteY12" fmla="*/ 1637032 h 2206725"/>
                <a:gd name="connsiteX13" fmla="*/ 2835086 w 5326187"/>
                <a:gd name="connsiteY13" fmla="*/ 1960337 h 2206725"/>
                <a:gd name="connsiteX14" fmla="*/ 3198798 w 5326187"/>
                <a:gd name="connsiteY14" fmla="*/ 2126121 h 2206725"/>
                <a:gd name="connsiteX15" fmla="*/ 3440517 w 5326187"/>
                <a:gd name="connsiteY15" fmla="*/ 2147932 h 2206725"/>
                <a:gd name="connsiteX16" fmla="*/ 3998757 w 5326187"/>
                <a:gd name="connsiteY16" fmla="*/ 2147933 h 2206725"/>
                <a:gd name="connsiteX17" fmla="*/ 4521344 w 5326187"/>
                <a:gd name="connsiteY17" fmla="*/ 2206318 h 2206725"/>
                <a:gd name="connsiteX18" fmla="*/ 4804010 w 5326187"/>
                <a:gd name="connsiteY18" fmla="*/ 2139640 h 2206725"/>
                <a:gd name="connsiteX19" fmla="*/ 4985773 w 5326187"/>
                <a:gd name="connsiteY19" fmla="*/ 2005205 h 2206725"/>
                <a:gd name="connsiteX20" fmla="*/ 5326187 w 5326187"/>
                <a:gd name="connsiteY20" fmla="*/ 1766540 h 2206725"/>
                <a:gd name="connsiteX0" fmla="*/ 0 w 4985773"/>
                <a:gd name="connsiteY0" fmla="*/ 0 h 2206725"/>
                <a:gd name="connsiteX1" fmla="*/ 72619 w 4985773"/>
                <a:gd name="connsiteY1" fmla="*/ 19921 h 2206725"/>
                <a:gd name="connsiteX2" fmla="*/ 727111 w 4985773"/>
                <a:gd name="connsiteY2" fmla="*/ 322815 h 2206725"/>
                <a:gd name="connsiteX3" fmla="*/ 1422495 w 4985773"/>
                <a:gd name="connsiteY3" fmla="*/ 618628 h 2206725"/>
                <a:gd name="connsiteX4" fmla="*/ 1705039 w 4985773"/>
                <a:gd name="connsiteY4" fmla="*/ 280905 h 2206725"/>
                <a:gd name="connsiteX5" fmla="*/ 1947633 w 4985773"/>
                <a:gd name="connsiteY5" fmla="*/ 165572 h 2206725"/>
                <a:gd name="connsiteX6" fmla="*/ 2271645 w 4985773"/>
                <a:gd name="connsiteY6" fmla="*/ 118230 h 2206725"/>
                <a:gd name="connsiteX7" fmla="*/ 2547673 w 4985773"/>
                <a:gd name="connsiteY7" fmla="*/ 248147 h 2206725"/>
                <a:gd name="connsiteX8" fmla="*/ 2662895 w 4985773"/>
                <a:gd name="connsiteY8" fmla="*/ 502425 h 2206725"/>
                <a:gd name="connsiteX9" fmla="*/ 2456432 w 4985773"/>
                <a:gd name="connsiteY9" fmla="*/ 734920 h 2206725"/>
                <a:gd name="connsiteX10" fmla="*/ 2390423 w 4985773"/>
                <a:gd name="connsiteY10" fmla="*/ 1121387 h 2206725"/>
                <a:gd name="connsiteX11" fmla="*/ 2482817 w 4985773"/>
                <a:gd name="connsiteY11" fmla="*/ 1386276 h 2206725"/>
                <a:gd name="connsiteX12" fmla="*/ 2678817 w 4985773"/>
                <a:gd name="connsiteY12" fmla="*/ 1637032 h 2206725"/>
                <a:gd name="connsiteX13" fmla="*/ 2835086 w 4985773"/>
                <a:gd name="connsiteY13" fmla="*/ 1960337 h 2206725"/>
                <a:gd name="connsiteX14" fmla="*/ 3198798 w 4985773"/>
                <a:gd name="connsiteY14" fmla="*/ 2126121 h 2206725"/>
                <a:gd name="connsiteX15" fmla="*/ 3440517 w 4985773"/>
                <a:gd name="connsiteY15" fmla="*/ 2147932 h 2206725"/>
                <a:gd name="connsiteX16" fmla="*/ 3998757 w 4985773"/>
                <a:gd name="connsiteY16" fmla="*/ 2147933 h 2206725"/>
                <a:gd name="connsiteX17" fmla="*/ 4521344 w 4985773"/>
                <a:gd name="connsiteY17" fmla="*/ 2206318 h 2206725"/>
                <a:gd name="connsiteX18" fmla="*/ 4804010 w 4985773"/>
                <a:gd name="connsiteY18" fmla="*/ 2139640 h 2206725"/>
                <a:gd name="connsiteX19" fmla="*/ 4985773 w 4985773"/>
                <a:gd name="connsiteY19" fmla="*/ 2005205 h 2206725"/>
                <a:gd name="connsiteX0" fmla="*/ 0 w 4804010"/>
                <a:gd name="connsiteY0" fmla="*/ 0 h 2206725"/>
                <a:gd name="connsiteX1" fmla="*/ 72619 w 4804010"/>
                <a:gd name="connsiteY1" fmla="*/ 19921 h 2206725"/>
                <a:gd name="connsiteX2" fmla="*/ 727111 w 4804010"/>
                <a:gd name="connsiteY2" fmla="*/ 322815 h 2206725"/>
                <a:gd name="connsiteX3" fmla="*/ 1422495 w 4804010"/>
                <a:gd name="connsiteY3" fmla="*/ 618628 h 2206725"/>
                <a:gd name="connsiteX4" fmla="*/ 1705039 w 4804010"/>
                <a:gd name="connsiteY4" fmla="*/ 280905 h 2206725"/>
                <a:gd name="connsiteX5" fmla="*/ 1947633 w 4804010"/>
                <a:gd name="connsiteY5" fmla="*/ 165572 h 2206725"/>
                <a:gd name="connsiteX6" fmla="*/ 2271645 w 4804010"/>
                <a:gd name="connsiteY6" fmla="*/ 118230 h 2206725"/>
                <a:gd name="connsiteX7" fmla="*/ 2547673 w 4804010"/>
                <a:gd name="connsiteY7" fmla="*/ 248147 h 2206725"/>
                <a:gd name="connsiteX8" fmla="*/ 2662895 w 4804010"/>
                <a:gd name="connsiteY8" fmla="*/ 502425 h 2206725"/>
                <a:gd name="connsiteX9" fmla="*/ 2456432 w 4804010"/>
                <a:gd name="connsiteY9" fmla="*/ 734920 h 2206725"/>
                <a:gd name="connsiteX10" fmla="*/ 2390423 w 4804010"/>
                <a:gd name="connsiteY10" fmla="*/ 1121387 h 2206725"/>
                <a:gd name="connsiteX11" fmla="*/ 2482817 w 4804010"/>
                <a:gd name="connsiteY11" fmla="*/ 1386276 h 2206725"/>
                <a:gd name="connsiteX12" fmla="*/ 2678817 w 4804010"/>
                <a:gd name="connsiteY12" fmla="*/ 1637032 h 2206725"/>
                <a:gd name="connsiteX13" fmla="*/ 2835086 w 4804010"/>
                <a:gd name="connsiteY13" fmla="*/ 1960337 h 2206725"/>
                <a:gd name="connsiteX14" fmla="*/ 3198798 w 4804010"/>
                <a:gd name="connsiteY14" fmla="*/ 2126121 h 2206725"/>
                <a:gd name="connsiteX15" fmla="*/ 3440517 w 4804010"/>
                <a:gd name="connsiteY15" fmla="*/ 2147932 h 2206725"/>
                <a:gd name="connsiteX16" fmla="*/ 3998757 w 4804010"/>
                <a:gd name="connsiteY16" fmla="*/ 2147933 h 2206725"/>
                <a:gd name="connsiteX17" fmla="*/ 4521344 w 4804010"/>
                <a:gd name="connsiteY17" fmla="*/ 2206318 h 2206725"/>
                <a:gd name="connsiteX18" fmla="*/ 4804010 w 4804010"/>
                <a:gd name="connsiteY18" fmla="*/ 2139640 h 2206725"/>
                <a:gd name="connsiteX0" fmla="*/ 0 w 4521344"/>
                <a:gd name="connsiteY0" fmla="*/ 0 h 2206725"/>
                <a:gd name="connsiteX1" fmla="*/ 72619 w 4521344"/>
                <a:gd name="connsiteY1" fmla="*/ 19921 h 2206725"/>
                <a:gd name="connsiteX2" fmla="*/ 727111 w 4521344"/>
                <a:gd name="connsiteY2" fmla="*/ 322815 h 2206725"/>
                <a:gd name="connsiteX3" fmla="*/ 1422495 w 4521344"/>
                <a:gd name="connsiteY3" fmla="*/ 618628 h 2206725"/>
                <a:gd name="connsiteX4" fmla="*/ 1705039 w 4521344"/>
                <a:gd name="connsiteY4" fmla="*/ 280905 h 2206725"/>
                <a:gd name="connsiteX5" fmla="*/ 1947633 w 4521344"/>
                <a:gd name="connsiteY5" fmla="*/ 165572 h 2206725"/>
                <a:gd name="connsiteX6" fmla="*/ 2271645 w 4521344"/>
                <a:gd name="connsiteY6" fmla="*/ 118230 h 2206725"/>
                <a:gd name="connsiteX7" fmla="*/ 2547673 w 4521344"/>
                <a:gd name="connsiteY7" fmla="*/ 248147 h 2206725"/>
                <a:gd name="connsiteX8" fmla="*/ 2662895 w 4521344"/>
                <a:gd name="connsiteY8" fmla="*/ 502425 h 2206725"/>
                <a:gd name="connsiteX9" fmla="*/ 2456432 w 4521344"/>
                <a:gd name="connsiteY9" fmla="*/ 734920 h 2206725"/>
                <a:gd name="connsiteX10" fmla="*/ 2390423 w 4521344"/>
                <a:gd name="connsiteY10" fmla="*/ 1121387 h 2206725"/>
                <a:gd name="connsiteX11" fmla="*/ 2482817 w 4521344"/>
                <a:gd name="connsiteY11" fmla="*/ 1386276 h 2206725"/>
                <a:gd name="connsiteX12" fmla="*/ 2678817 w 4521344"/>
                <a:gd name="connsiteY12" fmla="*/ 1637032 h 2206725"/>
                <a:gd name="connsiteX13" fmla="*/ 2835086 w 4521344"/>
                <a:gd name="connsiteY13" fmla="*/ 1960337 h 2206725"/>
                <a:gd name="connsiteX14" fmla="*/ 3198798 w 4521344"/>
                <a:gd name="connsiteY14" fmla="*/ 2126121 h 2206725"/>
                <a:gd name="connsiteX15" fmla="*/ 3440517 w 4521344"/>
                <a:gd name="connsiteY15" fmla="*/ 2147932 h 2206725"/>
                <a:gd name="connsiteX16" fmla="*/ 3998757 w 4521344"/>
                <a:gd name="connsiteY16" fmla="*/ 2147933 h 2206725"/>
                <a:gd name="connsiteX17" fmla="*/ 4521344 w 4521344"/>
                <a:gd name="connsiteY17" fmla="*/ 2206318 h 2206725"/>
                <a:gd name="connsiteX0" fmla="*/ 0 w 4521344"/>
                <a:gd name="connsiteY0" fmla="*/ 0 h 2206725"/>
                <a:gd name="connsiteX1" fmla="*/ 72619 w 4521344"/>
                <a:gd name="connsiteY1" fmla="*/ 19921 h 2206725"/>
                <a:gd name="connsiteX2" fmla="*/ 727111 w 4521344"/>
                <a:gd name="connsiteY2" fmla="*/ 322815 h 2206725"/>
                <a:gd name="connsiteX3" fmla="*/ 1422495 w 4521344"/>
                <a:gd name="connsiteY3" fmla="*/ 618628 h 2206725"/>
                <a:gd name="connsiteX4" fmla="*/ 1705039 w 4521344"/>
                <a:gd name="connsiteY4" fmla="*/ 280905 h 2206725"/>
                <a:gd name="connsiteX5" fmla="*/ 1947633 w 4521344"/>
                <a:gd name="connsiteY5" fmla="*/ 165572 h 2206725"/>
                <a:gd name="connsiteX6" fmla="*/ 2271645 w 4521344"/>
                <a:gd name="connsiteY6" fmla="*/ 118230 h 2206725"/>
                <a:gd name="connsiteX7" fmla="*/ 2547673 w 4521344"/>
                <a:gd name="connsiteY7" fmla="*/ 248147 h 2206725"/>
                <a:gd name="connsiteX8" fmla="*/ 2662895 w 4521344"/>
                <a:gd name="connsiteY8" fmla="*/ 502425 h 2206725"/>
                <a:gd name="connsiteX9" fmla="*/ 2456432 w 4521344"/>
                <a:gd name="connsiteY9" fmla="*/ 734920 h 2206725"/>
                <a:gd name="connsiteX10" fmla="*/ 2390423 w 4521344"/>
                <a:gd name="connsiteY10" fmla="*/ 1121387 h 2206725"/>
                <a:gd name="connsiteX11" fmla="*/ 2482817 w 4521344"/>
                <a:gd name="connsiteY11" fmla="*/ 1386276 h 2206725"/>
                <a:gd name="connsiteX12" fmla="*/ 2678817 w 4521344"/>
                <a:gd name="connsiteY12" fmla="*/ 1637032 h 2206725"/>
                <a:gd name="connsiteX13" fmla="*/ 2855572 w 4521344"/>
                <a:gd name="connsiteY13" fmla="*/ 1938433 h 2206725"/>
                <a:gd name="connsiteX14" fmla="*/ 3198798 w 4521344"/>
                <a:gd name="connsiteY14" fmla="*/ 2126121 h 2206725"/>
                <a:gd name="connsiteX15" fmla="*/ 3440517 w 4521344"/>
                <a:gd name="connsiteY15" fmla="*/ 2147932 h 2206725"/>
                <a:gd name="connsiteX16" fmla="*/ 3998757 w 4521344"/>
                <a:gd name="connsiteY16" fmla="*/ 2147933 h 2206725"/>
                <a:gd name="connsiteX17" fmla="*/ 4521344 w 4521344"/>
                <a:gd name="connsiteY17" fmla="*/ 2206318 h 2206725"/>
                <a:gd name="connsiteX0" fmla="*/ 0 w 4521344"/>
                <a:gd name="connsiteY0" fmla="*/ 0 h 2210870"/>
                <a:gd name="connsiteX1" fmla="*/ 72619 w 4521344"/>
                <a:gd name="connsiteY1" fmla="*/ 19921 h 2210870"/>
                <a:gd name="connsiteX2" fmla="*/ 727111 w 4521344"/>
                <a:gd name="connsiteY2" fmla="*/ 322815 h 2210870"/>
                <a:gd name="connsiteX3" fmla="*/ 1422495 w 4521344"/>
                <a:gd name="connsiteY3" fmla="*/ 618628 h 2210870"/>
                <a:gd name="connsiteX4" fmla="*/ 1705039 w 4521344"/>
                <a:gd name="connsiteY4" fmla="*/ 280905 h 2210870"/>
                <a:gd name="connsiteX5" fmla="*/ 1947633 w 4521344"/>
                <a:gd name="connsiteY5" fmla="*/ 165572 h 2210870"/>
                <a:gd name="connsiteX6" fmla="*/ 2271645 w 4521344"/>
                <a:gd name="connsiteY6" fmla="*/ 118230 h 2210870"/>
                <a:gd name="connsiteX7" fmla="*/ 2547673 w 4521344"/>
                <a:gd name="connsiteY7" fmla="*/ 248147 h 2210870"/>
                <a:gd name="connsiteX8" fmla="*/ 2662895 w 4521344"/>
                <a:gd name="connsiteY8" fmla="*/ 502425 h 2210870"/>
                <a:gd name="connsiteX9" fmla="*/ 2456432 w 4521344"/>
                <a:gd name="connsiteY9" fmla="*/ 734920 h 2210870"/>
                <a:gd name="connsiteX10" fmla="*/ 2390423 w 4521344"/>
                <a:gd name="connsiteY10" fmla="*/ 1121387 h 2210870"/>
                <a:gd name="connsiteX11" fmla="*/ 2482817 w 4521344"/>
                <a:gd name="connsiteY11" fmla="*/ 1386276 h 2210870"/>
                <a:gd name="connsiteX12" fmla="*/ 2678817 w 4521344"/>
                <a:gd name="connsiteY12" fmla="*/ 1637032 h 2210870"/>
                <a:gd name="connsiteX13" fmla="*/ 2855572 w 4521344"/>
                <a:gd name="connsiteY13" fmla="*/ 1938433 h 2210870"/>
                <a:gd name="connsiteX14" fmla="*/ 3198798 w 4521344"/>
                <a:gd name="connsiteY14" fmla="*/ 2126121 h 2210870"/>
                <a:gd name="connsiteX15" fmla="*/ 3440517 w 4521344"/>
                <a:gd name="connsiteY15" fmla="*/ 2147932 h 2210870"/>
                <a:gd name="connsiteX16" fmla="*/ 3998757 w 4521344"/>
                <a:gd name="connsiteY16" fmla="*/ 2147933 h 2210870"/>
                <a:gd name="connsiteX17" fmla="*/ 4521344 w 4521344"/>
                <a:gd name="connsiteY17" fmla="*/ 2206318 h 2210870"/>
                <a:gd name="connsiteX0" fmla="*/ 0 w 4521344"/>
                <a:gd name="connsiteY0" fmla="*/ 0 h 2207220"/>
                <a:gd name="connsiteX1" fmla="*/ 72619 w 4521344"/>
                <a:gd name="connsiteY1" fmla="*/ 19921 h 2207220"/>
                <a:gd name="connsiteX2" fmla="*/ 727111 w 4521344"/>
                <a:gd name="connsiteY2" fmla="*/ 322815 h 2207220"/>
                <a:gd name="connsiteX3" fmla="*/ 1422495 w 4521344"/>
                <a:gd name="connsiteY3" fmla="*/ 618628 h 2207220"/>
                <a:gd name="connsiteX4" fmla="*/ 1705039 w 4521344"/>
                <a:gd name="connsiteY4" fmla="*/ 280905 h 2207220"/>
                <a:gd name="connsiteX5" fmla="*/ 1947633 w 4521344"/>
                <a:gd name="connsiteY5" fmla="*/ 165572 h 2207220"/>
                <a:gd name="connsiteX6" fmla="*/ 2271645 w 4521344"/>
                <a:gd name="connsiteY6" fmla="*/ 118230 h 2207220"/>
                <a:gd name="connsiteX7" fmla="*/ 2547673 w 4521344"/>
                <a:gd name="connsiteY7" fmla="*/ 248147 h 2207220"/>
                <a:gd name="connsiteX8" fmla="*/ 2662895 w 4521344"/>
                <a:gd name="connsiteY8" fmla="*/ 502425 h 2207220"/>
                <a:gd name="connsiteX9" fmla="*/ 2456432 w 4521344"/>
                <a:gd name="connsiteY9" fmla="*/ 734920 h 2207220"/>
                <a:gd name="connsiteX10" fmla="*/ 2390423 w 4521344"/>
                <a:gd name="connsiteY10" fmla="*/ 1121387 h 2207220"/>
                <a:gd name="connsiteX11" fmla="*/ 2482817 w 4521344"/>
                <a:gd name="connsiteY11" fmla="*/ 1386276 h 2207220"/>
                <a:gd name="connsiteX12" fmla="*/ 2678817 w 4521344"/>
                <a:gd name="connsiteY12" fmla="*/ 1637032 h 2207220"/>
                <a:gd name="connsiteX13" fmla="*/ 2855572 w 4521344"/>
                <a:gd name="connsiteY13" fmla="*/ 1938433 h 2207220"/>
                <a:gd name="connsiteX14" fmla="*/ 3198798 w 4521344"/>
                <a:gd name="connsiteY14" fmla="*/ 2126121 h 2207220"/>
                <a:gd name="connsiteX15" fmla="*/ 3440517 w 4521344"/>
                <a:gd name="connsiteY15" fmla="*/ 2147932 h 2207220"/>
                <a:gd name="connsiteX16" fmla="*/ 3936425 w 4521344"/>
                <a:gd name="connsiteY16" fmla="*/ 2117012 h 2207220"/>
                <a:gd name="connsiteX17" fmla="*/ 4521344 w 4521344"/>
                <a:gd name="connsiteY17" fmla="*/ 2206318 h 2207220"/>
                <a:gd name="connsiteX0" fmla="*/ 0 w 4521344"/>
                <a:gd name="connsiteY0" fmla="*/ 0 h 2270484"/>
                <a:gd name="connsiteX1" fmla="*/ 72619 w 4521344"/>
                <a:gd name="connsiteY1" fmla="*/ 19921 h 2270484"/>
                <a:gd name="connsiteX2" fmla="*/ 727111 w 4521344"/>
                <a:gd name="connsiteY2" fmla="*/ 322815 h 2270484"/>
                <a:gd name="connsiteX3" fmla="*/ 1422495 w 4521344"/>
                <a:gd name="connsiteY3" fmla="*/ 618628 h 2270484"/>
                <a:gd name="connsiteX4" fmla="*/ 1705039 w 4521344"/>
                <a:gd name="connsiteY4" fmla="*/ 280905 h 2270484"/>
                <a:gd name="connsiteX5" fmla="*/ 1947633 w 4521344"/>
                <a:gd name="connsiteY5" fmla="*/ 165572 h 2270484"/>
                <a:gd name="connsiteX6" fmla="*/ 2271645 w 4521344"/>
                <a:gd name="connsiteY6" fmla="*/ 118230 h 2270484"/>
                <a:gd name="connsiteX7" fmla="*/ 2547673 w 4521344"/>
                <a:gd name="connsiteY7" fmla="*/ 248147 h 2270484"/>
                <a:gd name="connsiteX8" fmla="*/ 2662895 w 4521344"/>
                <a:gd name="connsiteY8" fmla="*/ 502425 h 2270484"/>
                <a:gd name="connsiteX9" fmla="*/ 2456432 w 4521344"/>
                <a:gd name="connsiteY9" fmla="*/ 734920 h 2270484"/>
                <a:gd name="connsiteX10" fmla="*/ 2390423 w 4521344"/>
                <a:gd name="connsiteY10" fmla="*/ 1121387 h 2270484"/>
                <a:gd name="connsiteX11" fmla="*/ 2482817 w 4521344"/>
                <a:gd name="connsiteY11" fmla="*/ 1386276 h 2270484"/>
                <a:gd name="connsiteX12" fmla="*/ 2678817 w 4521344"/>
                <a:gd name="connsiteY12" fmla="*/ 1637032 h 2270484"/>
                <a:gd name="connsiteX13" fmla="*/ 2855572 w 4521344"/>
                <a:gd name="connsiteY13" fmla="*/ 1938433 h 2270484"/>
                <a:gd name="connsiteX14" fmla="*/ 3198798 w 4521344"/>
                <a:gd name="connsiteY14" fmla="*/ 2126121 h 2270484"/>
                <a:gd name="connsiteX15" fmla="*/ 3440517 w 4521344"/>
                <a:gd name="connsiteY15" fmla="*/ 2147932 h 2270484"/>
                <a:gd name="connsiteX16" fmla="*/ 3936425 w 4521344"/>
                <a:gd name="connsiteY16" fmla="*/ 2117012 h 2270484"/>
                <a:gd name="connsiteX17" fmla="*/ 4367706 w 4521344"/>
                <a:gd name="connsiteY17" fmla="*/ 2268615 h 2270484"/>
                <a:gd name="connsiteX18" fmla="*/ 4521344 w 4521344"/>
                <a:gd name="connsiteY18" fmla="*/ 2206318 h 2270484"/>
                <a:gd name="connsiteX0" fmla="*/ 0 w 5720293"/>
                <a:gd name="connsiteY0" fmla="*/ 0 h 2268996"/>
                <a:gd name="connsiteX1" fmla="*/ 72619 w 5720293"/>
                <a:gd name="connsiteY1" fmla="*/ 19921 h 2268996"/>
                <a:gd name="connsiteX2" fmla="*/ 727111 w 5720293"/>
                <a:gd name="connsiteY2" fmla="*/ 322815 h 2268996"/>
                <a:gd name="connsiteX3" fmla="*/ 1422495 w 5720293"/>
                <a:gd name="connsiteY3" fmla="*/ 618628 h 2268996"/>
                <a:gd name="connsiteX4" fmla="*/ 1705039 w 5720293"/>
                <a:gd name="connsiteY4" fmla="*/ 280905 h 2268996"/>
                <a:gd name="connsiteX5" fmla="*/ 1947633 w 5720293"/>
                <a:gd name="connsiteY5" fmla="*/ 165572 h 2268996"/>
                <a:gd name="connsiteX6" fmla="*/ 2271645 w 5720293"/>
                <a:gd name="connsiteY6" fmla="*/ 118230 h 2268996"/>
                <a:gd name="connsiteX7" fmla="*/ 2547673 w 5720293"/>
                <a:gd name="connsiteY7" fmla="*/ 248147 h 2268996"/>
                <a:gd name="connsiteX8" fmla="*/ 2662895 w 5720293"/>
                <a:gd name="connsiteY8" fmla="*/ 502425 h 2268996"/>
                <a:gd name="connsiteX9" fmla="*/ 2456432 w 5720293"/>
                <a:gd name="connsiteY9" fmla="*/ 734920 h 2268996"/>
                <a:gd name="connsiteX10" fmla="*/ 2390423 w 5720293"/>
                <a:gd name="connsiteY10" fmla="*/ 1121387 h 2268996"/>
                <a:gd name="connsiteX11" fmla="*/ 2482817 w 5720293"/>
                <a:gd name="connsiteY11" fmla="*/ 1386276 h 2268996"/>
                <a:gd name="connsiteX12" fmla="*/ 2678817 w 5720293"/>
                <a:gd name="connsiteY12" fmla="*/ 1637032 h 2268996"/>
                <a:gd name="connsiteX13" fmla="*/ 2855572 w 5720293"/>
                <a:gd name="connsiteY13" fmla="*/ 1938433 h 2268996"/>
                <a:gd name="connsiteX14" fmla="*/ 3198798 w 5720293"/>
                <a:gd name="connsiteY14" fmla="*/ 2126121 h 2268996"/>
                <a:gd name="connsiteX15" fmla="*/ 3440517 w 5720293"/>
                <a:gd name="connsiteY15" fmla="*/ 2147932 h 2268996"/>
                <a:gd name="connsiteX16" fmla="*/ 3936425 w 5720293"/>
                <a:gd name="connsiteY16" fmla="*/ 2117012 h 2268996"/>
                <a:gd name="connsiteX17" fmla="*/ 4367706 w 5720293"/>
                <a:gd name="connsiteY17" fmla="*/ 2268615 h 2268996"/>
                <a:gd name="connsiteX18" fmla="*/ 5720293 w 5720293"/>
                <a:gd name="connsiteY18" fmla="*/ 1859369 h 2268996"/>
                <a:gd name="connsiteX0" fmla="*/ 0 w 5720293"/>
                <a:gd name="connsiteY0" fmla="*/ 0 h 2269225"/>
                <a:gd name="connsiteX1" fmla="*/ 72619 w 5720293"/>
                <a:gd name="connsiteY1" fmla="*/ 19921 h 2269225"/>
                <a:gd name="connsiteX2" fmla="*/ 727111 w 5720293"/>
                <a:gd name="connsiteY2" fmla="*/ 322815 h 2269225"/>
                <a:gd name="connsiteX3" fmla="*/ 1422495 w 5720293"/>
                <a:gd name="connsiteY3" fmla="*/ 618628 h 2269225"/>
                <a:gd name="connsiteX4" fmla="*/ 1705039 w 5720293"/>
                <a:gd name="connsiteY4" fmla="*/ 280905 h 2269225"/>
                <a:gd name="connsiteX5" fmla="*/ 1947633 w 5720293"/>
                <a:gd name="connsiteY5" fmla="*/ 165572 h 2269225"/>
                <a:gd name="connsiteX6" fmla="*/ 2271645 w 5720293"/>
                <a:gd name="connsiteY6" fmla="*/ 118230 h 2269225"/>
                <a:gd name="connsiteX7" fmla="*/ 2547673 w 5720293"/>
                <a:gd name="connsiteY7" fmla="*/ 248147 h 2269225"/>
                <a:gd name="connsiteX8" fmla="*/ 2662895 w 5720293"/>
                <a:gd name="connsiteY8" fmla="*/ 502425 h 2269225"/>
                <a:gd name="connsiteX9" fmla="*/ 2456432 w 5720293"/>
                <a:gd name="connsiteY9" fmla="*/ 734920 h 2269225"/>
                <a:gd name="connsiteX10" fmla="*/ 2390423 w 5720293"/>
                <a:gd name="connsiteY10" fmla="*/ 1121387 h 2269225"/>
                <a:gd name="connsiteX11" fmla="*/ 2482817 w 5720293"/>
                <a:gd name="connsiteY11" fmla="*/ 1386276 h 2269225"/>
                <a:gd name="connsiteX12" fmla="*/ 2678817 w 5720293"/>
                <a:gd name="connsiteY12" fmla="*/ 1637032 h 2269225"/>
                <a:gd name="connsiteX13" fmla="*/ 2855572 w 5720293"/>
                <a:gd name="connsiteY13" fmla="*/ 1938433 h 2269225"/>
                <a:gd name="connsiteX14" fmla="*/ 3198798 w 5720293"/>
                <a:gd name="connsiteY14" fmla="*/ 2126121 h 2269225"/>
                <a:gd name="connsiteX15" fmla="*/ 3440517 w 5720293"/>
                <a:gd name="connsiteY15" fmla="*/ 2147932 h 2269225"/>
                <a:gd name="connsiteX16" fmla="*/ 3936425 w 5720293"/>
                <a:gd name="connsiteY16" fmla="*/ 2117012 h 2269225"/>
                <a:gd name="connsiteX17" fmla="*/ 4367706 w 5720293"/>
                <a:gd name="connsiteY17" fmla="*/ 2268615 h 2269225"/>
                <a:gd name="connsiteX18" fmla="*/ 5100619 w 5720293"/>
                <a:gd name="connsiteY18" fmla="*/ 1997603 h 2269225"/>
                <a:gd name="connsiteX19" fmla="*/ 5720293 w 5720293"/>
                <a:gd name="connsiteY19" fmla="*/ 1859369 h 2269225"/>
                <a:gd name="connsiteX0" fmla="*/ 0 w 5720293"/>
                <a:gd name="connsiteY0" fmla="*/ 0 h 2326568"/>
                <a:gd name="connsiteX1" fmla="*/ 72619 w 5720293"/>
                <a:gd name="connsiteY1" fmla="*/ 19921 h 2326568"/>
                <a:gd name="connsiteX2" fmla="*/ 727111 w 5720293"/>
                <a:gd name="connsiteY2" fmla="*/ 322815 h 2326568"/>
                <a:gd name="connsiteX3" fmla="*/ 1422495 w 5720293"/>
                <a:gd name="connsiteY3" fmla="*/ 618628 h 2326568"/>
                <a:gd name="connsiteX4" fmla="*/ 1705039 w 5720293"/>
                <a:gd name="connsiteY4" fmla="*/ 280905 h 2326568"/>
                <a:gd name="connsiteX5" fmla="*/ 1947633 w 5720293"/>
                <a:gd name="connsiteY5" fmla="*/ 165572 h 2326568"/>
                <a:gd name="connsiteX6" fmla="*/ 2271645 w 5720293"/>
                <a:gd name="connsiteY6" fmla="*/ 118230 h 2326568"/>
                <a:gd name="connsiteX7" fmla="*/ 2547673 w 5720293"/>
                <a:gd name="connsiteY7" fmla="*/ 248147 h 2326568"/>
                <a:gd name="connsiteX8" fmla="*/ 2662895 w 5720293"/>
                <a:gd name="connsiteY8" fmla="*/ 502425 h 2326568"/>
                <a:gd name="connsiteX9" fmla="*/ 2456432 w 5720293"/>
                <a:gd name="connsiteY9" fmla="*/ 734920 h 2326568"/>
                <a:gd name="connsiteX10" fmla="*/ 2390423 w 5720293"/>
                <a:gd name="connsiteY10" fmla="*/ 1121387 h 2326568"/>
                <a:gd name="connsiteX11" fmla="*/ 2482817 w 5720293"/>
                <a:gd name="connsiteY11" fmla="*/ 1386276 h 2326568"/>
                <a:gd name="connsiteX12" fmla="*/ 2678817 w 5720293"/>
                <a:gd name="connsiteY12" fmla="*/ 1637032 h 2326568"/>
                <a:gd name="connsiteX13" fmla="*/ 2855572 w 5720293"/>
                <a:gd name="connsiteY13" fmla="*/ 1938433 h 2326568"/>
                <a:gd name="connsiteX14" fmla="*/ 3198798 w 5720293"/>
                <a:gd name="connsiteY14" fmla="*/ 2126121 h 2326568"/>
                <a:gd name="connsiteX15" fmla="*/ 3440517 w 5720293"/>
                <a:gd name="connsiteY15" fmla="*/ 2147932 h 2326568"/>
                <a:gd name="connsiteX16" fmla="*/ 3936425 w 5720293"/>
                <a:gd name="connsiteY16" fmla="*/ 2117012 h 2326568"/>
                <a:gd name="connsiteX17" fmla="*/ 4518813 w 5720293"/>
                <a:gd name="connsiteY17" fmla="*/ 2326117 h 2326568"/>
                <a:gd name="connsiteX18" fmla="*/ 5100619 w 5720293"/>
                <a:gd name="connsiteY18" fmla="*/ 1997603 h 2326568"/>
                <a:gd name="connsiteX19" fmla="*/ 5720293 w 5720293"/>
                <a:gd name="connsiteY19" fmla="*/ 1859369 h 2326568"/>
                <a:gd name="connsiteX0" fmla="*/ 0 w 6356330"/>
                <a:gd name="connsiteY0" fmla="*/ 11537 h 2306647"/>
                <a:gd name="connsiteX1" fmla="*/ 708656 w 6356330"/>
                <a:gd name="connsiteY1" fmla="*/ 0 h 2306647"/>
                <a:gd name="connsiteX2" fmla="*/ 1363148 w 6356330"/>
                <a:gd name="connsiteY2" fmla="*/ 302894 h 2306647"/>
                <a:gd name="connsiteX3" fmla="*/ 2058532 w 6356330"/>
                <a:gd name="connsiteY3" fmla="*/ 598707 h 2306647"/>
                <a:gd name="connsiteX4" fmla="*/ 2341076 w 6356330"/>
                <a:gd name="connsiteY4" fmla="*/ 260984 h 2306647"/>
                <a:gd name="connsiteX5" fmla="*/ 2583670 w 6356330"/>
                <a:gd name="connsiteY5" fmla="*/ 145651 h 2306647"/>
                <a:gd name="connsiteX6" fmla="*/ 2907682 w 6356330"/>
                <a:gd name="connsiteY6" fmla="*/ 98309 h 2306647"/>
                <a:gd name="connsiteX7" fmla="*/ 3183710 w 6356330"/>
                <a:gd name="connsiteY7" fmla="*/ 228226 h 2306647"/>
                <a:gd name="connsiteX8" fmla="*/ 3298932 w 6356330"/>
                <a:gd name="connsiteY8" fmla="*/ 482504 h 2306647"/>
                <a:gd name="connsiteX9" fmla="*/ 3092469 w 6356330"/>
                <a:gd name="connsiteY9" fmla="*/ 714999 h 2306647"/>
                <a:gd name="connsiteX10" fmla="*/ 3026460 w 6356330"/>
                <a:gd name="connsiteY10" fmla="*/ 1101466 h 2306647"/>
                <a:gd name="connsiteX11" fmla="*/ 3118854 w 6356330"/>
                <a:gd name="connsiteY11" fmla="*/ 1366355 h 2306647"/>
                <a:gd name="connsiteX12" fmla="*/ 3314854 w 6356330"/>
                <a:gd name="connsiteY12" fmla="*/ 1617111 h 2306647"/>
                <a:gd name="connsiteX13" fmla="*/ 3491609 w 6356330"/>
                <a:gd name="connsiteY13" fmla="*/ 1918512 h 2306647"/>
                <a:gd name="connsiteX14" fmla="*/ 3834835 w 6356330"/>
                <a:gd name="connsiteY14" fmla="*/ 2106200 h 2306647"/>
                <a:gd name="connsiteX15" fmla="*/ 4076554 w 6356330"/>
                <a:gd name="connsiteY15" fmla="*/ 2128011 h 2306647"/>
                <a:gd name="connsiteX16" fmla="*/ 4572462 w 6356330"/>
                <a:gd name="connsiteY16" fmla="*/ 2097091 h 2306647"/>
                <a:gd name="connsiteX17" fmla="*/ 5154850 w 6356330"/>
                <a:gd name="connsiteY17" fmla="*/ 2306196 h 2306647"/>
                <a:gd name="connsiteX18" fmla="*/ 5736656 w 6356330"/>
                <a:gd name="connsiteY18" fmla="*/ 1977682 h 2306647"/>
                <a:gd name="connsiteX19" fmla="*/ 6356330 w 6356330"/>
                <a:gd name="connsiteY19" fmla="*/ 1839448 h 2306647"/>
                <a:gd name="connsiteX0" fmla="*/ 0 w 6356330"/>
                <a:gd name="connsiteY0" fmla="*/ 0 h 2295110"/>
                <a:gd name="connsiteX1" fmla="*/ 581909 w 6356330"/>
                <a:gd name="connsiteY1" fmla="*/ 354511 h 2295110"/>
                <a:gd name="connsiteX2" fmla="*/ 1363148 w 6356330"/>
                <a:gd name="connsiteY2" fmla="*/ 291357 h 2295110"/>
                <a:gd name="connsiteX3" fmla="*/ 2058532 w 6356330"/>
                <a:gd name="connsiteY3" fmla="*/ 587170 h 2295110"/>
                <a:gd name="connsiteX4" fmla="*/ 2341076 w 6356330"/>
                <a:gd name="connsiteY4" fmla="*/ 249447 h 2295110"/>
                <a:gd name="connsiteX5" fmla="*/ 2583670 w 6356330"/>
                <a:gd name="connsiteY5" fmla="*/ 134114 h 2295110"/>
                <a:gd name="connsiteX6" fmla="*/ 2907682 w 6356330"/>
                <a:gd name="connsiteY6" fmla="*/ 86772 h 2295110"/>
                <a:gd name="connsiteX7" fmla="*/ 3183710 w 6356330"/>
                <a:gd name="connsiteY7" fmla="*/ 216689 h 2295110"/>
                <a:gd name="connsiteX8" fmla="*/ 3298932 w 6356330"/>
                <a:gd name="connsiteY8" fmla="*/ 470967 h 2295110"/>
                <a:gd name="connsiteX9" fmla="*/ 3092469 w 6356330"/>
                <a:gd name="connsiteY9" fmla="*/ 703462 h 2295110"/>
                <a:gd name="connsiteX10" fmla="*/ 3026460 w 6356330"/>
                <a:gd name="connsiteY10" fmla="*/ 1089929 h 2295110"/>
                <a:gd name="connsiteX11" fmla="*/ 3118854 w 6356330"/>
                <a:gd name="connsiteY11" fmla="*/ 1354818 h 2295110"/>
                <a:gd name="connsiteX12" fmla="*/ 3314854 w 6356330"/>
                <a:gd name="connsiteY12" fmla="*/ 1605574 h 2295110"/>
                <a:gd name="connsiteX13" fmla="*/ 3491609 w 6356330"/>
                <a:gd name="connsiteY13" fmla="*/ 1906975 h 2295110"/>
                <a:gd name="connsiteX14" fmla="*/ 3834835 w 6356330"/>
                <a:gd name="connsiteY14" fmla="*/ 2094663 h 2295110"/>
                <a:gd name="connsiteX15" fmla="*/ 4076554 w 6356330"/>
                <a:gd name="connsiteY15" fmla="*/ 2116474 h 2295110"/>
                <a:gd name="connsiteX16" fmla="*/ 4572462 w 6356330"/>
                <a:gd name="connsiteY16" fmla="*/ 2085554 h 2295110"/>
                <a:gd name="connsiteX17" fmla="*/ 5154850 w 6356330"/>
                <a:gd name="connsiteY17" fmla="*/ 2294659 h 2295110"/>
                <a:gd name="connsiteX18" fmla="*/ 5736656 w 6356330"/>
                <a:gd name="connsiteY18" fmla="*/ 1966145 h 2295110"/>
                <a:gd name="connsiteX19" fmla="*/ 6356330 w 6356330"/>
                <a:gd name="connsiteY19" fmla="*/ 1827911 h 2295110"/>
                <a:gd name="connsiteX0" fmla="*/ 0 w 6583985"/>
                <a:gd name="connsiteY0" fmla="*/ 95584 h 2211501"/>
                <a:gd name="connsiteX1" fmla="*/ 809564 w 6583985"/>
                <a:gd name="connsiteY1" fmla="*/ 270902 h 2211501"/>
                <a:gd name="connsiteX2" fmla="*/ 1590803 w 6583985"/>
                <a:gd name="connsiteY2" fmla="*/ 207748 h 2211501"/>
                <a:gd name="connsiteX3" fmla="*/ 2286187 w 6583985"/>
                <a:gd name="connsiteY3" fmla="*/ 503561 h 2211501"/>
                <a:gd name="connsiteX4" fmla="*/ 2568731 w 6583985"/>
                <a:gd name="connsiteY4" fmla="*/ 165838 h 2211501"/>
                <a:gd name="connsiteX5" fmla="*/ 2811325 w 6583985"/>
                <a:gd name="connsiteY5" fmla="*/ 50505 h 2211501"/>
                <a:gd name="connsiteX6" fmla="*/ 3135337 w 6583985"/>
                <a:gd name="connsiteY6" fmla="*/ 3163 h 2211501"/>
                <a:gd name="connsiteX7" fmla="*/ 3411365 w 6583985"/>
                <a:gd name="connsiteY7" fmla="*/ 133080 h 2211501"/>
                <a:gd name="connsiteX8" fmla="*/ 3526587 w 6583985"/>
                <a:gd name="connsiteY8" fmla="*/ 387358 h 2211501"/>
                <a:gd name="connsiteX9" fmla="*/ 3320124 w 6583985"/>
                <a:gd name="connsiteY9" fmla="*/ 619853 h 2211501"/>
                <a:gd name="connsiteX10" fmla="*/ 3254115 w 6583985"/>
                <a:gd name="connsiteY10" fmla="*/ 1006320 h 2211501"/>
                <a:gd name="connsiteX11" fmla="*/ 3346509 w 6583985"/>
                <a:gd name="connsiteY11" fmla="*/ 1271209 h 2211501"/>
                <a:gd name="connsiteX12" fmla="*/ 3542509 w 6583985"/>
                <a:gd name="connsiteY12" fmla="*/ 1521965 h 2211501"/>
                <a:gd name="connsiteX13" fmla="*/ 3719264 w 6583985"/>
                <a:gd name="connsiteY13" fmla="*/ 1823366 h 2211501"/>
                <a:gd name="connsiteX14" fmla="*/ 4062490 w 6583985"/>
                <a:gd name="connsiteY14" fmla="*/ 2011054 h 2211501"/>
                <a:gd name="connsiteX15" fmla="*/ 4304209 w 6583985"/>
                <a:gd name="connsiteY15" fmla="*/ 2032865 h 2211501"/>
                <a:gd name="connsiteX16" fmla="*/ 4800117 w 6583985"/>
                <a:gd name="connsiteY16" fmla="*/ 2001945 h 2211501"/>
                <a:gd name="connsiteX17" fmla="*/ 5382505 w 6583985"/>
                <a:gd name="connsiteY17" fmla="*/ 2211050 h 2211501"/>
                <a:gd name="connsiteX18" fmla="*/ 5964311 w 6583985"/>
                <a:gd name="connsiteY18" fmla="*/ 1882536 h 2211501"/>
                <a:gd name="connsiteX19" fmla="*/ 6583985 w 6583985"/>
                <a:gd name="connsiteY19" fmla="*/ 1744302 h 2211501"/>
                <a:gd name="connsiteX0" fmla="*/ 0 w 6583985"/>
                <a:gd name="connsiteY0" fmla="*/ 95584 h 2211501"/>
                <a:gd name="connsiteX1" fmla="*/ 1590803 w 6583985"/>
                <a:gd name="connsiteY1" fmla="*/ 207748 h 2211501"/>
                <a:gd name="connsiteX2" fmla="*/ 2286187 w 6583985"/>
                <a:gd name="connsiteY2" fmla="*/ 503561 h 2211501"/>
                <a:gd name="connsiteX3" fmla="*/ 2568731 w 6583985"/>
                <a:gd name="connsiteY3" fmla="*/ 165838 h 2211501"/>
                <a:gd name="connsiteX4" fmla="*/ 2811325 w 6583985"/>
                <a:gd name="connsiteY4" fmla="*/ 50505 h 2211501"/>
                <a:gd name="connsiteX5" fmla="*/ 3135337 w 6583985"/>
                <a:gd name="connsiteY5" fmla="*/ 3163 h 2211501"/>
                <a:gd name="connsiteX6" fmla="*/ 3411365 w 6583985"/>
                <a:gd name="connsiteY6" fmla="*/ 133080 h 2211501"/>
                <a:gd name="connsiteX7" fmla="*/ 3526587 w 6583985"/>
                <a:gd name="connsiteY7" fmla="*/ 387358 h 2211501"/>
                <a:gd name="connsiteX8" fmla="*/ 3320124 w 6583985"/>
                <a:gd name="connsiteY8" fmla="*/ 619853 h 2211501"/>
                <a:gd name="connsiteX9" fmla="*/ 3254115 w 6583985"/>
                <a:gd name="connsiteY9" fmla="*/ 1006320 h 2211501"/>
                <a:gd name="connsiteX10" fmla="*/ 3346509 w 6583985"/>
                <a:gd name="connsiteY10" fmla="*/ 1271209 h 2211501"/>
                <a:gd name="connsiteX11" fmla="*/ 3542509 w 6583985"/>
                <a:gd name="connsiteY11" fmla="*/ 1521965 h 2211501"/>
                <a:gd name="connsiteX12" fmla="*/ 3719264 w 6583985"/>
                <a:gd name="connsiteY12" fmla="*/ 1823366 h 2211501"/>
                <a:gd name="connsiteX13" fmla="*/ 4062490 w 6583985"/>
                <a:gd name="connsiteY13" fmla="*/ 2011054 h 2211501"/>
                <a:gd name="connsiteX14" fmla="*/ 4304209 w 6583985"/>
                <a:gd name="connsiteY14" fmla="*/ 2032865 h 2211501"/>
                <a:gd name="connsiteX15" fmla="*/ 4800117 w 6583985"/>
                <a:gd name="connsiteY15" fmla="*/ 2001945 h 2211501"/>
                <a:gd name="connsiteX16" fmla="*/ 5382505 w 6583985"/>
                <a:gd name="connsiteY16" fmla="*/ 2211050 h 2211501"/>
                <a:gd name="connsiteX17" fmla="*/ 5964311 w 6583985"/>
                <a:gd name="connsiteY17" fmla="*/ 1882536 h 2211501"/>
                <a:gd name="connsiteX18" fmla="*/ 6583985 w 6583985"/>
                <a:gd name="connsiteY18" fmla="*/ 1744302 h 2211501"/>
                <a:gd name="connsiteX0" fmla="*/ 0 w 4993182"/>
                <a:gd name="connsiteY0" fmla="*/ 207748 h 2211501"/>
                <a:gd name="connsiteX1" fmla="*/ 695384 w 4993182"/>
                <a:gd name="connsiteY1" fmla="*/ 503561 h 2211501"/>
                <a:gd name="connsiteX2" fmla="*/ 977928 w 4993182"/>
                <a:gd name="connsiteY2" fmla="*/ 165838 h 2211501"/>
                <a:gd name="connsiteX3" fmla="*/ 1220522 w 4993182"/>
                <a:gd name="connsiteY3" fmla="*/ 50505 h 2211501"/>
                <a:gd name="connsiteX4" fmla="*/ 1544534 w 4993182"/>
                <a:gd name="connsiteY4" fmla="*/ 3163 h 2211501"/>
                <a:gd name="connsiteX5" fmla="*/ 1820562 w 4993182"/>
                <a:gd name="connsiteY5" fmla="*/ 133080 h 2211501"/>
                <a:gd name="connsiteX6" fmla="*/ 1935784 w 4993182"/>
                <a:gd name="connsiteY6" fmla="*/ 387358 h 2211501"/>
                <a:gd name="connsiteX7" fmla="*/ 1729321 w 4993182"/>
                <a:gd name="connsiteY7" fmla="*/ 619853 h 2211501"/>
                <a:gd name="connsiteX8" fmla="*/ 1663312 w 4993182"/>
                <a:gd name="connsiteY8" fmla="*/ 1006320 h 2211501"/>
                <a:gd name="connsiteX9" fmla="*/ 1755706 w 4993182"/>
                <a:gd name="connsiteY9" fmla="*/ 1271209 h 2211501"/>
                <a:gd name="connsiteX10" fmla="*/ 1951706 w 4993182"/>
                <a:gd name="connsiteY10" fmla="*/ 1521965 h 2211501"/>
                <a:gd name="connsiteX11" fmla="*/ 2128461 w 4993182"/>
                <a:gd name="connsiteY11" fmla="*/ 1823366 h 2211501"/>
                <a:gd name="connsiteX12" fmla="*/ 2471687 w 4993182"/>
                <a:gd name="connsiteY12" fmla="*/ 2011054 h 2211501"/>
                <a:gd name="connsiteX13" fmla="*/ 2713406 w 4993182"/>
                <a:gd name="connsiteY13" fmla="*/ 2032865 h 2211501"/>
                <a:gd name="connsiteX14" fmla="*/ 3209314 w 4993182"/>
                <a:gd name="connsiteY14" fmla="*/ 2001945 h 2211501"/>
                <a:gd name="connsiteX15" fmla="*/ 3791702 w 4993182"/>
                <a:gd name="connsiteY15" fmla="*/ 2211050 h 2211501"/>
                <a:gd name="connsiteX16" fmla="*/ 4373508 w 4993182"/>
                <a:gd name="connsiteY16" fmla="*/ 1882536 h 2211501"/>
                <a:gd name="connsiteX17" fmla="*/ 4993182 w 4993182"/>
                <a:gd name="connsiteY17" fmla="*/ 1744302 h 22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3182" h="2211501">
                  <a:moveTo>
                    <a:pt x="0" y="207748"/>
                  </a:moveTo>
                  <a:cubicBezTo>
                    <a:pt x="246104" y="246525"/>
                    <a:pt x="532396" y="510546"/>
                    <a:pt x="695384" y="503561"/>
                  </a:cubicBezTo>
                  <a:cubicBezTo>
                    <a:pt x="858372" y="496576"/>
                    <a:pt x="890405" y="241347"/>
                    <a:pt x="977928" y="165838"/>
                  </a:cubicBezTo>
                  <a:cubicBezTo>
                    <a:pt x="1065451" y="90329"/>
                    <a:pt x="1126088" y="77618"/>
                    <a:pt x="1220522" y="50505"/>
                  </a:cubicBezTo>
                  <a:cubicBezTo>
                    <a:pt x="1314956" y="23393"/>
                    <a:pt x="1444527" y="-10599"/>
                    <a:pt x="1544534" y="3163"/>
                  </a:cubicBezTo>
                  <a:cubicBezTo>
                    <a:pt x="1644541" y="16925"/>
                    <a:pt x="1755354" y="69048"/>
                    <a:pt x="1820562" y="133080"/>
                  </a:cubicBezTo>
                  <a:cubicBezTo>
                    <a:pt x="1885770" y="197112"/>
                    <a:pt x="1950991" y="306229"/>
                    <a:pt x="1935784" y="387358"/>
                  </a:cubicBezTo>
                  <a:cubicBezTo>
                    <a:pt x="1920577" y="468487"/>
                    <a:pt x="1774733" y="516693"/>
                    <a:pt x="1729321" y="619853"/>
                  </a:cubicBezTo>
                  <a:cubicBezTo>
                    <a:pt x="1683909" y="723013"/>
                    <a:pt x="1646763" y="875618"/>
                    <a:pt x="1663312" y="1006320"/>
                  </a:cubicBezTo>
                  <a:cubicBezTo>
                    <a:pt x="1675039" y="1098542"/>
                    <a:pt x="1707640" y="1185268"/>
                    <a:pt x="1755706" y="1271209"/>
                  </a:cubicBezTo>
                  <a:cubicBezTo>
                    <a:pt x="1803772" y="1357150"/>
                    <a:pt x="1889580" y="1429939"/>
                    <a:pt x="1951706" y="1521965"/>
                  </a:cubicBezTo>
                  <a:cubicBezTo>
                    <a:pt x="2013832" y="1613991"/>
                    <a:pt x="2041798" y="1741851"/>
                    <a:pt x="2128461" y="1823366"/>
                  </a:cubicBezTo>
                  <a:cubicBezTo>
                    <a:pt x="2215125" y="1904881"/>
                    <a:pt x="2374196" y="1976138"/>
                    <a:pt x="2471687" y="2011054"/>
                  </a:cubicBezTo>
                  <a:cubicBezTo>
                    <a:pt x="2569178" y="2045970"/>
                    <a:pt x="2590468" y="2034383"/>
                    <a:pt x="2713406" y="2032865"/>
                  </a:cubicBezTo>
                  <a:cubicBezTo>
                    <a:pt x="2836344" y="2031347"/>
                    <a:pt x="3066851" y="1993951"/>
                    <a:pt x="3209314" y="2001945"/>
                  </a:cubicBezTo>
                  <a:cubicBezTo>
                    <a:pt x="3351777" y="2009939"/>
                    <a:pt x="3590963" y="2222568"/>
                    <a:pt x="3791702" y="2211050"/>
                  </a:cubicBezTo>
                  <a:cubicBezTo>
                    <a:pt x="3992441" y="2199532"/>
                    <a:pt x="4148077" y="1950744"/>
                    <a:pt x="4373508" y="1882536"/>
                  </a:cubicBezTo>
                  <a:cubicBezTo>
                    <a:pt x="4598939" y="1814328"/>
                    <a:pt x="4896610" y="1775724"/>
                    <a:pt x="4993182" y="174430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50" name="Freeform: Shape 49">
              <a:extLst>
                <a:ext uri="{FF2B5EF4-FFF2-40B4-BE49-F238E27FC236}">
                  <a16:creationId xmlns:a16="http://schemas.microsoft.com/office/drawing/2014/main" id="{C14555B1-BEA0-DDE6-F177-B7CDFF83935B}"/>
                </a:ext>
              </a:extLst>
            </p:cNvPr>
            <p:cNvSpPr/>
            <p:nvPr userDrawn="1"/>
          </p:nvSpPr>
          <p:spPr>
            <a:xfrm rot="3367585" flipV="1">
              <a:off x="651161" y="4240821"/>
              <a:ext cx="4262425" cy="1934729"/>
            </a:xfrm>
            <a:custGeom>
              <a:avLst/>
              <a:gdLst>
                <a:gd name="connsiteX0" fmla="*/ 0 w 5967524"/>
                <a:gd name="connsiteY0" fmla="*/ 2570505 h 4828763"/>
                <a:gd name="connsiteX1" fmla="*/ 3593 w 5967524"/>
                <a:gd name="connsiteY1" fmla="*/ 2571430 h 4828763"/>
                <a:gd name="connsiteX2" fmla="*/ 844289 w 5967524"/>
                <a:gd name="connsiteY2" fmla="*/ 2894748 h 4828763"/>
                <a:gd name="connsiteX3" fmla="*/ 1354084 w 5967524"/>
                <a:gd name="connsiteY3" fmla="*/ 2727769 h 4828763"/>
                <a:gd name="connsiteX4" fmla="*/ 1866843 w 5967524"/>
                <a:gd name="connsiteY4" fmla="*/ 2655786 h 4828763"/>
                <a:gd name="connsiteX5" fmla="*/ 2455635 w 5967524"/>
                <a:gd name="connsiteY5" fmla="*/ 2848273 h 4828763"/>
                <a:gd name="connsiteX6" fmla="*/ 2627063 w 5967524"/>
                <a:gd name="connsiteY6" fmla="*/ 3042419 h 4828763"/>
                <a:gd name="connsiteX7" fmla="*/ 2598585 w 5967524"/>
                <a:gd name="connsiteY7" fmla="*/ 3269988 h 4828763"/>
                <a:gd name="connsiteX8" fmla="*/ 2457876 w 5967524"/>
                <a:gd name="connsiteY8" fmla="*/ 3545077 h 4828763"/>
                <a:gd name="connsiteX9" fmla="*/ 2426877 w 5967524"/>
                <a:gd name="connsiteY9" fmla="*/ 3992749 h 4828763"/>
                <a:gd name="connsiteX10" fmla="*/ 2547885 w 5967524"/>
                <a:gd name="connsiteY10" fmla="*/ 4280361 h 4828763"/>
                <a:gd name="connsiteX11" fmla="*/ 2680190 w 5967524"/>
                <a:gd name="connsiteY11" fmla="*/ 4502953 h 4828763"/>
                <a:gd name="connsiteX12" fmla="*/ 2885699 w 5967524"/>
                <a:gd name="connsiteY12" fmla="*/ 4685571 h 4828763"/>
                <a:gd name="connsiteX13" fmla="*/ 3250589 w 5967524"/>
                <a:gd name="connsiteY13" fmla="*/ 4769002 h 4828763"/>
                <a:gd name="connsiteX14" fmla="*/ 3604835 w 5967524"/>
                <a:gd name="connsiteY14" fmla="*/ 4769002 h 4828763"/>
                <a:gd name="connsiteX15" fmla="*/ 3855907 w 5967524"/>
                <a:gd name="connsiteY15" fmla="*/ 4782271 h 4828763"/>
                <a:gd name="connsiteX16" fmla="*/ 4165337 w 5967524"/>
                <a:gd name="connsiteY16" fmla="*/ 4811215 h 4828763"/>
                <a:gd name="connsiteX17" fmla="*/ 4421824 w 5967524"/>
                <a:gd name="connsiteY17" fmla="*/ 4820835 h 4828763"/>
                <a:gd name="connsiteX18" fmla="*/ 4586062 w 5967524"/>
                <a:gd name="connsiteY18" fmla="*/ 4748434 h 4828763"/>
                <a:gd name="connsiteX19" fmla="*/ 4821915 w 5967524"/>
                <a:gd name="connsiteY19" fmla="*/ 4589286 h 4828763"/>
                <a:gd name="connsiteX20" fmla="*/ 5295675 w 5967524"/>
                <a:gd name="connsiteY20" fmla="*/ 4184904 h 4828763"/>
                <a:gd name="connsiteX21" fmla="*/ 5563088 w 5967524"/>
                <a:gd name="connsiteY21" fmla="*/ 3947302 h 4828763"/>
                <a:gd name="connsiteX22" fmla="*/ 5844506 w 5967524"/>
                <a:gd name="connsiteY22" fmla="*/ 3640947 h 4828763"/>
                <a:gd name="connsiteX23" fmla="*/ 5946267 w 5967524"/>
                <a:gd name="connsiteY23" fmla="*/ 3479528 h 4828763"/>
                <a:gd name="connsiteX24" fmla="*/ 5967524 w 5967524"/>
                <a:gd name="connsiteY24" fmla="*/ 3431709 h 4828763"/>
                <a:gd name="connsiteX25" fmla="*/ 2698082 w 5967524"/>
                <a:gd name="connsiteY25" fmla="*/ 0 h 4828763"/>
                <a:gd name="connsiteX0" fmla="*/ 2698082 w 5967524"/>
                <a:gd name="connsiteY0" fmla="*/ 0 h 4828763"/>
                <a:gd name="connsiteX1" fmla="*/ 0 w 5967524"/>
                <a:gd name="connsiteY1" fmla="*/ 2570505 h 4828763"/>
                <a:gd name="connsiteX2" fmla="*/ 3593 w 5967524"/>
                <a:gd name="connsiteY2" fmla="*/ 2571430 h 4828763"/>
                <a:gd name="connsiteX3" fmla="*/ 844289 w 5967524"/>
                <a:gd name="connsiteY3" fmla="*/ 2894748 h 4828763"/>
                <a:gd name="connsiteX4" fmla="*/ 1354084 w 5967524"/>
                <a:gd name="connsiteY4" fmla="*/ 2727769 h 4828763"/>
                <a:gd name="connsiteX5" fmla="*/ 1866843 w 5967524"/>
                <a:gd name="connsiteY5" fmla="*/ 2655786 h 4828763"/>
                <a:gd name="connsiteX6" fmla="*/ 2455635 w 5967524"/>
                <a:gd name="connsiteY6" fmla="*/ 2848273 h 4828763"/>
                <a:gd name="connsiteX7" fmla="*/ 2627063 w 5967524"/>
                <a:gd name="connsiteY7" fmla="*/ 3042419 h 4828763"/>
                <a:gd name="connsiteX8" fmla="*/ 2598585 w 5967524"/>
                <a:gd name="connsiteY8" fmla="*/ 3269988 h 4828763"/>
                <a:gd name="connsiteX9" fmla="*/ 2457876 w 5967524"/>
                <a:gd name="connsiteY9" fmla="*/ 3545077 h 4828763"/>
                <a:gd name="connsiteX10" fmla="*/ 2426877 w 5967524"/>
                <a:gd name="connsiteY10" fmla="*/ 3992749 h 4828763"/>
                <a:gd name="connsiteX11" fmla="*/ 2547885 w 5967524"/>
                <a:gd name="connsiteY11" fmla="*/ 4280361 h 4828763"/>
                <a:gd name="connsiteX12" fmla="*/ 2680190 w 5967524"/>
                <a:gd name="connsiteY12" fmla="*/ 4502953 h 4828763"/>
                <a:gd name="connsiteX13" fmla="*/ 2885699 w 5967524"/>
                <a:gd name="connsiteY13" fmla="*/ 4685571 h 4828763"/>
                <a:gd name="connsiteX14" fmla="*/ 3250589 w 5967524"/>
                <a:gd name="connsiteY14" fmla="*/ 4769002 h 4828763"/>
                <a:gd name="connsiteX15" fmla="*/ 3604835 w 5967524"/>
                <a:gd name="connsiteY15" fmla="*/ 4769002 h 4828763"/>
                <a:gd name="connsiteX16" fmla="*/ 3855907 w 5967524"/>
                <a:gd name="connsiteY16" fmla="*/ 4782271 h 4828763"/>
                <a:gd name="connsiteX17" fmla="*/ 4165337 w 5967524"/>
                <a:gd name="connsiteY17" fmla="*/ 4811215 h 4828763"/>
                <a:gd name="connsiteX18" fmla="*/ 4421824 w 5967524"/>
                <a:gd name="connsiteY18" fmla="*/ 4820835 h 4828763"/>
                <a:gd name="connsiteX19" fmla="*/ 4586062 w 5967524"/>
                <a:gd name="connsiteY19" fmla="*/ 4748434 h 4828763"/>
                <a:gd name="connsiteX20" fmla="*/ 4821915 w 5967524"/>
                <a:gd name="connsiteY20" fmla="*/ 4589286 h 4828763"/>
                <a:gd name="connsiteX21" fmla="*/ 5295675 w 5967524"/>
                <a:gd name="connsiteY21" fmla="*/ 4184904 h 4828763"/>
                <a:gd name="connsiteX22" fmla="*/ 5563088 w 5967524"/>
                <a:gd name="connsiteY22" fmla="*/ 3947302 h 4828763"/>
                <a:gd name="connsiteX23" fmla="*/ 5844506 w 5967524"/>
                <a:gd name="connsiteY23" fmla="*/ 3640947 h 4828763"/>
                <a:gd name="connsiteX24" fmla="*/ 5946267 w 5967524"/>
                <a:gd name="connsiteY24" fmla="*/ 3479528 h 4828763"/>
                <a:gd name="connsiteX25" fmla="*/ 5967524 w 5967524"/>
                <a:gd name="connsiteY25" fmla="*/ 3431709 h 4828763"/>
                <a:gd name="connsiteX26" fmla="*/ 2789522 w 5967524"/>
                <a:gd name="connsiteY26" fmla="*/ 91440 h 4828763"/>
                <a:gd name="connsiteX0" fmla="*/ 2698082 w 5967524"/>
                <a:gd name="connsiteY0" fmla="*/ 0 h 4828763"/>
                <a:gd name="connsiteX1" fmla="*/ 0 w 5967524"/>
                <a:gd name="connsiteY1" fmla="*/ 2570505 h 4828763"/>
                <a:gd name="connsiteX2" fmla="*/ 3593 w 5967524"/>
                <a:gd name="connsiteY2" fmla="*/ 2571430 h 4828763"/>
                <a:gd name="connsiteX3" fmla="*/ 844289 w 5967524"/>
                <a:gd name="connsiteY3" fmla="*/ 2894748 h 4828763"/>
                <a:gd name="connsiteX4" fmla="*/ 1354084 w 5967524"/>
                <a:gd name="connsiteY4" fmla="*/ 2727769 h 4828763"/>
                <a:gd name="connsiteX5" fmla="*/ 1866843 w 5967524"/>
                <a:gd name="connsiteY5" fmla="*/ 2655786 h 4828763"/>
                <a:gd name="connsiteX6" fmla="*/ 2455635 w 5967524"/>
                <a:gd name="connsiteY6" fmla="*/ 2848273 h 4828763"/>
                <a:gd name="connsiteX7" fmla="*/ 2627063 w 5967524"/>
                <a:gd name="connsiteY7" fmla="*/ 3042419 h 4828763"/>
                <a:gd name="connsiteX8" fmla="*/ 2598585 w 5967524"/>
                <a:gd name="connsiteY8" fmla="*/ 3269988 h 4828763"/>
                <a:gd name="connsiteX9" fmla="*/ 2457876 w 5967524"/>
                <a:gd name="connsiteY9" fmla="*/ 3545077 h 4828763"/>
                <a:gd name="connsiteX10" fmla="*/ 2426877 w 5967524"/>
                <a:gd name="connsiteY10" fmla="*/ 3992749 h 4828763"/>
                <a:gd name="connsiteX11" fmla="*/ 2547885 w 5967524"/>
                <a:gd name="connsiteY11" fmla="*/ 4280361 h 4828763"/>
                <a:gd name="connsiteX12" fmla="*/ 2680190 w 5967524"/>
                <a:gd name="connsiteY12" fmla="*/ 4502953 h 4828763"/>
                <a:gd name="connsiteX13" fmla="*/ 2885699 w 5967524"/>
                <a:gd name="connsiteY13" fmla="*/ 4685571 h 4828763"/>
                <a:gd name="connsiteX14" fmla="*/ 3250589 w 5967524"/>
                <a:gd name="connsiteY14" fmla="*/ 4769002 h 4828763"/>
                <a:gd name="connsiteX15" fmla="*/ 3604835 w 5967524"/>
                <a:gd name="connsiteY15" fmla="*/ 4769002 h 4828763"/>
                <a:gd name="connsiteX16" fmla="*/ 3855907 w 5967524"/>
                <a:gd name="connsiteY16" fmla="*/ 4782271 h 4828763"/>
                <a:gd name="connsiteX17" fmla="*/ 4165337 w 5967524"/>
                <a:gd name="connsiteY17" fmla="*/ 4811215 h 4828763"/>
                <a:gd name="connsiteX18" fmla="*/ 4421824 w 5967524"/>
                <a:gd name="connsiteY18" fmla="*/ 4820835 h 4828763"/>
                <a:gd name="connsiteX19" fmla="*/ 4586062 w 5967524"/>
                <a:gd name="connsiteY19" fmla="*/ 4748434 h 4828763"/>
                <a:gd name="connsiteX20" fmla="*/ 4821915 w 5967524"/>
                <a:gd name="connsiteY20" fmla="*/ 4589286 h 4828763"/>
                <a:gd name="connsiteX21" fmla="*/ 5295675 w 5967524"/>
                <a:gd name="connsiteY21" fmla="*/ 4184904 h 4828763"/>
                <a:gd name="connsiteX22" fmla="*/ 5563088 w 5967524"/>
                <a:gd name="connsiteY22" fmla="*/ 3947302 h 4828763"/>
                <a:gd name="connsiteX23" fmla="*/ 5844506 w 5967524"/>
                <a:gd name="connsiteY23" fmla="*/ 3640947 h 4828763"/>
                <a:gd name="connsiteX24" fmla="*/ 5946267 w 5967524"/>
                <a:gd name="connsiteY24" fmla="*/ 3479528 h 4828763"/>
                <a:gd name="connsiteX25" fmla="*/ 5967524 w 5967524"/>
                <a:gd name="connsiteY25" fmla="*/ 3431709 h 4828763"/>
                <a:gd name="connsiteX0" fmla="*/ 0 w 5967524"/>
                <a:gd name="connsiteY0" fmla="*/ 0 h 2258258"/>
                <a:gd name="connsiteX1" fmla="*/ 3593 w 5967524"/>
                <a:gd name="connsiteY1" fmla="*/ 925 h 2258258"/>
                <a:gd name="connsiteX2" fmla="*/ 844289 w 5967524"/>
                <a:gd name="connsiteY2" fmla="*/ 324243 h 2258258"/>
                <a:gd name="connsiteX3" fmla="*/ 1354084 w 5967524"/>
                <a:gd name="connsiteY3" fmla="*/ 157264 h 2258258"/>
                <a:gd name="connsiteX4" fmla="*/ 1866843 w 5967524"/>
                <a:gd name="connsiteY4" fmla="*/ 85281 h 2258258"/>
                <a:gd name="connsiteX5" fmla="*/ 2455635 w 5967524"/>
                <a:gd name="connsiteY5" fmla="*/ 277768 h 2258258"/>
                <a:gd name="connsiteX6" fmla="*/ 2627063 w 5967524"/>
                <a:gd name="connsiteY6" fmla="*/ 471914 h 2258258"/>
                <a:gd name="connsiteX7" fmla="*/ 2598585 w 5967524"/>
                <a:gd name="connsiteY7" fmla="*/ 699483 h 2258258"/>
                <a:gd name="connsiteX8" fmla="*/ 2457876 w 5967524"/>
                <a:gd name="connsiteY8" fmla="*/ 974572 h 2258258"/>
                <a:gd name="connsiteX9" fmla="*/ 2426877 w 5967524"/>
                <a:gd name="connsiteY9" fmla="*/ 1422244 h 2258258"/>
                <a:gd name="connsiteX10" fmla="*/ 2547885 w 5967524"/>
                <a:gd name="connsiteY10" fmla="*/ 1709856 h 2258258"/>
                <a:gd name="connsiteX11" fmla="*/ 2680190 w 5967524"/>
                <a:gd name="connsiteY11" fmla="*/ 1932448 h 2258258"/>
                <a:gd name="connsiteX12" fmla="*/ 2885699 w 5967524"/>
                <a:gd name="connsiteY12" fmla="*/ 2115066 h 2258258"/>
                <a:gd name="connsiteX13" fmla="*/ 3250589 w 5967524"/>
                <a:gd name="connsiteY13" fmla="*/ 2198497 h 2258258"/>
                <a:gd name="connsiteX14" fmla="*/ 3604835 w 5967524"/>
                <a:gd name="connsiteY14" fmla="*/ 2198497 h 2258258"/>
                <a:gd name="connsiteX15" fmla="*/ 3855907 w 5967524"/>
                <a:gd name="connsiteY15" fmla="*/ 2211766 h 2258258"/>
                <a:gd name="connsiteX16" fmla="*/ 4165337 w 5967524"/>
                <a:gd name="connsiteY16" fmla="*/ 2240710 h 2258258"/>
                <a:gd name="connsiteX17" fmla="*/ 4421824 w 5967524"/>
                <a:gd name="connsiteY17" fmla="*/ 2250330 h 2258258"/>
                <a:gd name="connsiteX18" fmla="*/ 4586062 w 5967524"/>
                <a:gd name="connsiteY18" fmla="*/ 2177929 h 2258258"/>
                <a:gd name="connsiteX19" fmla="*/ 4821915 w 5967524"/>
                <a:gd name="connsiteY19" fmla="*/ 2018781 h 2258258"/>
                <a:gd name="connsiteX20" fmla="*/ 5295675 w 5967524"/>
                <a:gd name="connsiteY20" fmla="*/ 1614399 h 2258258"/>
                <a:gd name="connsiteX21" fmla="*/ 5563088 w 5967524"/>
                <a:gd name="connsiteY21" fmla="*/ 1376797 h 2258258"/>
                <a:gd name="connsiteX22" fmla="*/ 5844506 w 5967524"/>
                <a:gd name="connsiteY22" fmla="*/ 1070442 h 2258258"/>
                <a:gd name="connsiteX23" fmla="*/ 5946267 w 5967524"/>
                <a:gd name="connsiteY23" fmla="*/ 909023 h 2258258"/>
                <a:gd name="connsiteX24" fmla="*/ 5967524 w 5967524"/>
                <a:gd name="connsiteY24" fmla="*/ 861204 h 2258258"/>
                <a:gd name="connsiteX0" fmla="*/ 0 w 5976883"/>
                <a:gd name="connsiteY0" fmla="*/ 0 h 2258258"/>
                <a:gd name="connsiteX1" fmla="*/ 3593 w 5976883"/>
                <a:gd name="connsiteY1" fmla="*/ 925 h 2258258"/>
                <a:gd name="connsiteX2" fmla="*/ 844289 w 5976883"/>
                <a:gd name="connsiteY2" fmla="*/ 324243 h 2258258"/>
                <a:gd name="connsiteX3" fmla="*/ 1354084 w 5976883"/>
                <a:gd name="connsiteY3" fmla="*/ 157264 h 2258258"/>
                <a:gd name="connsiteX4" fmla="*/ 1866843 w 5976883"/>
                <a:gd name="connsiteY4" fmla="*/ 85281 h 2258258"/>
                <a:gd name="connsiteX5" fmla="*/ 2455635 w 5976883"/>
                <a:gd name="connsiteY5" fmla="*/ 277768 h 2258258"/>
                <a:gd name="connsiteX6" fmla="*/ 2627063 w 5976883"/>
                <a:gd name="connsiteY6" fmla="*/ 471914 h 2258258"/>
                <a:gd name="connsiteX7" fmla="*/ 2598585 w 5976883"/>
                <a:gd name="connsiteY7" fmla="*/ 699483 h 2258258"/>
                <a:gd name="connsiteX8" fmla="*/ 2457876 w 5976883"/>
                <a:gd name="connsiteY8" fmla="*/ 974572 h 2258258"/>
                <a:gd name="connsiteX9" fmla="*/ 2426877 w 5976883"/>
                <a:gd name="connsiteY9" fmla="*/ 1422244 h 2258258"/>
                <a:gd name="connsiteX10" fmla="*/ 2547885 w 5976883"/>
                <a:gd name="connsiteY10" fmla="*/ 1709856 h 2258258"/>
                <a:gd name="connsiteX11" fmla="*/ 2680190 w 5976883"/>
                <a:gd name="connsiteY11" fmla="*/ 1932448 h 2258258"/>
                <a:gd name="connsiteX12" fmla="*/ 2885699 w 5976883"/>
                <a:gd name="connsiteY12" fmla="*/ 2115066 h 2258258"/>
                <a:gd name="connsiteX13" fmla="*/ 3250589 w 5976883"/>
                <a:gd name="connsiteY13" fmla="*/ 2198497 h 2258258"/>
                <a:gd name="connsiteX14" fmla="*/ 3604835 w 5976883"/>
                <a:gd name="connsiteY14" fmla="*/ 2198497 h 2258258"/>
                <a:gd name="connsiteX15" fmla="*/ 3855907 w 5976883"/>
                <a:gd name="connsiteY15" fmla="*/ 2211766 h 2258258"/>
                <a:gd name="connsiteX16" fmla="*/ 4165337 w 5976883"/>
                <a:gd name="connsiteY16" fmla="*/ 2240710 h 2258258"/>
                <a:gd name="connsiteX17" fmla="*/ 4421824 w 5976883"/>
                <a:gd name="connsiteY17" fmla="*/ 2250330 h 2258258"/>
                <a:gd name="connsiteX18" fmla="*/ 4586062 w 5976883"/>
                <a:gd name="connsiteY18" fmla="*/ 2177929 h 2258258"/>
                <a:gd name="connsiteX19" fmla="*/ 4821915 w 5976883"/>
                <a:gd name="connsiteY19" fmla="*/ 2018781 h 2258258"/>
                <a:gd name="connsiteX20" fmla="*/ 5295675 w 5976883"/>
                <a:gd name="connsiteY20" fmla="*/ 1614399 h 2258258"/>
                <a:gd name="connsiteX21" fmla="*/ 5563088 w 5976883"/>
                <a:gd name="connsiteY21" fmla="*/ 1376797 h 2258258"/>
                <a:gd name="connsiteX22" fmla="*/ 5844506 w 5976883"/>
                <a:gd name="connsiteY22" fmla="*/ 1070442 h 2258258"/>
                <a:gd name="connsiteX23" fmla="*/ 5976883 w 5976883"/>
                <a:gd name="connsiteY23" fmla="*/ 943738 h 2258258"/>
                <a:gd name="connsiteX24" fmla="*/ 5967524 w 5976883"/>
                <a:gd name="connsiteY24" fmla="*/ 861204 h 2258258"/>
                <a:gd name="connsiteX0" fmla="*/ 0 w 5976883"/>
                <a:gd name="connsiteY0" fmla="*/ 0 h 2258258"/>
                <a:gd name="connsiteX1" fmla="*/ 3593 w 5976883"/>
                <a:gd name="connsiteY1" fmla="*/ 925 h 2258258"/>
                <a:gd name="connsiteX2" fmla="*/ 844289 w 5976883"/>
                <a:gd name="connsiteY2" fmla="*/ 324243 h 2258258"/>
                <a:gd name="connsiteX3" fmla="*/ 1354084 w 5976883"/>
                <a:gd name="connsiteY3" fmla="*/ 157264 h 2258258"/>
                <a:gd name="connsiteX4" fmla="*/ 1866843 w 5976883"/>
                <a:gd name="connsiteY4" fmla="*/ 85281 h 2258258"/>
                <a:gd name="connsiteX5" fmla="*/ 2455635 w 5976883"/>
                <a:gd name="connsiteY5" fmla="*/ 277768 h 2258258"/>
                <a:gd name="connsiteX6" fmla="*/ 2627063 w 5976883"/>
                <a:gd name="connsiteY6" fmla="*/ 471914 h 2258258"/>
                <a:gd name="connsiteX7" fmla="*/ 2598585 w 5976883"/>
                <a:gd name="connsiteY7" fmla="*/ 699483 h 2258258"/>
                <a:gd name="connsiteX8" fmla="*/ 2457876 w 5976883"/>
                <a:gd name="connsiteY8" fmla="*/ 974572 h 2258258"/>
                <a:gd name="connsiteX9" fmla="*/ 2426877 w 5976883"/>
                <a:gd name="connsiteY9" fmla="*/ 1422244 h 2258258"/>
                <a:gd name="connsiteX10" fmla="*/ 2547885 w 5976883"/>
                <a:gd name="connsiteY10" fmla="*/ 1709856 h 2258258"/>
                <a:gd name="connsiteX11" fmla="*/ 2680190 w 5976883"/>
                <a:gd name="connsiteY11" fmla="*/ 1932448 h 2258258"/>
                <a:gd name="connsiteX12" fmla="*/ 2885699 w 5976883"/>
                <a:gd name="connsiteY12" fmla="*/ 2115066 h 2258258"/>
                <a:gd name="connsiteX13" fmla="*/ 3250589 w 5976883"/>
                <a:gd name="connsiteY13" fmla="*/ 2198497 h 2258258"/>
                <a:gd name="connsiteX14" fmla="*/ 3604835 w 5976883"/>
                <a:gd name="connsiteY14" fmla="*/ 2198497 h 2258258"/>
                <a:gd name="connsiteX15" fmla="*/ 3855907 w 5976883"/>
                <a:gd name="connsiteY15" fmla="*/ 2211766 h 2258258"/>
                <a:gd name="connsiteX16" fmla="*/ 4165337 w 5976883"/>
                <a:gd name="connsiteY16" fmla="*/ 2240710 h 2258258"/>
                <a:gd name="connsiteX17" fmla="*/ 4421824 w 5976883"/>
                <a:gd name="connsiteY17" fmla="*/ 2250330 h 2258258"/>
                <a:gd name="connsiteX18" fmla="*/ 4586062 w 5976883"/>
                <a:gd name="connsiteY18" fmla="*/ 2177929 h 2258258"/>
                <a:gd name="connsiteX19" fmla="*/ 4821915 w 5976883"/>
                <a:gd name="connsiteY19" fmla="*/ 2018781 h 2258258"/>
                <a:gd name="connsiteX20" fmla="*/ 5295675 w 5976883"/>
                <a:gd name="connsiteY20" fmla="*/ 1614399 h 2258258"/>
                <a:gd name="connsiteX21" fmla="*/ 5563088 w 5976883"/>
                <a:gd name="connsiteY21" fmla="*/ 1376797 h 2258258"/>
                <a:gd name="connsiteX22" fmla="*/ 5870295 w 5976883"/>
                <a:gd name="connsiteY22" fmla="*/ 1200672 h 2258258"/>
                <a:gd name="connsiteX23" fmla="*/ 5976883 w 5976883"/>
                <a:gd name="connsiteY23" fmla="*/ 943738 h 2258258"/>
                <a:gd name="connsiteX24" fmla="*/ 5967524 w 5976883"/>
                <a:gd name="connsiteY24" fmla="*/ 861204 h 2258258"/>
                <a:gd name="connsiteX0" fmla="*/ 0 w 6014863"/>
                <a:gd name="connsiteY0" fmla="*/ 0 h 2258258"/>
                <a:gd name="connsiteX1" fmla="*/ 3593 w 6014863"/>
                <a:gd name="connsiteY1" fmla="*/ 925 h 2258258"/>
                <a:gd name="connsiteX2" fmla="*/ 844289 w 6014863"/>
                <a:gd name="connsiteY2" fmla="*/ 324243 h 2258258"/>
                <a:gd name="connsiteX3" fmla="*/ 1354084 w 6014863"/>
                <a:gd name="connsiteY3" fmla="*/ 157264 h 2258258"/>
                <a:gd name="connsiteX4" fmla="*/ 1866843 w 6014863"/>
                <a:gd name="connsiteY4" fmla="*/ 85281 h 2258258"/>
                <a:gd name="connsiteX5" fmla="*/ 2455635 w 6014863"/>
                <a:gd name="connsiteY5" fmla="*/ 277768 h 2258258"/>
                <a:gd name="connsiteX6" fmla="*/ 2627063 w 6014863"/>
                <a:gd name="connsiteY6" fmla="*/ 471914 h 2258258"/>
                <a:gd name="connsiteX7" fmla="*/ 2598585 w 6014863"/>
                <a:gd name="connsiteY7" fmla="*/ 699483 h 2258258"/>
                <a:gd name="connsiteX8" fmla="*/ 2457876 w 6014863"/>
                <a:gd name="connsiteY8" fmla="*/ 974572 h 2258258"/>
                <a:gd name="connsiteX9" fmla="*/ 2426877 w 6014863"/>
                <a:gd name="connsiteY9" fmla="*/ 1422244 h 2258258"/>
                <a:gd name="connsiteX10" fmla="*/ 2547885 w 6014863"/>
                <a:gd name="connsiteY10" fmla="*/ 1709856 h 2258258"/>
                <a:gd name="connsiteX11" fmla="*/ 2680190 w 6014863"/>
                <a:gd name="connsiteY11" fmla="*/ 1932448 h 2258258"/>
                <a:gd name="connsiteX12" fmla="*/ 2885699 w 6014863"/>
                <a:gd name="connsiteY12" fmla="*/ 2115066 h 2258258"/>
                <a:gd name="connsiteX13" fmla="*/ 3250589 w 6014863"/>
                <a:gd name="connsiteY13" fmla="*/ 2198497 h 2258258"/>
                <a:gd name="connsiteX14" fmla="*/ 3604835 w 6014863"/>
                <a:gd name="connsiteY14" fmla="*/ 2198497 h 2258258"/>
                <a:gd name="connsiteX15" fmla="*/ 3855907 w 6014863"/>
                <a:gd name="connsiteY15" fmla="*/ 2211766 h 2258258"/>
                <a:gd name="connsiteX16" fmla="*/ 4165337 w 6014863"/>
                <a:gd name="connsiteY16" fmla="*/ 2240710 h 2258258"/>
                <a:gd name="connsiteX17" fmla="*/ 4421824 w 6014863"/>
                <a:gd name="connsiteY17" fmla="*/ 2250330 h 2258258"/>
                <a:gd name="connsiteX18" fmla="*/ 4586062 w 6014863"/>
                <a:gd name="connsiteY18" fmla="*/ 2177929 h 2258258"/>
                <a:gd name="connsiteX19" fmla="*/ 4821915 w 6014863"/>
                <a:gd name="connsiteY19" fmla="*/ 2018781 h 2258258"/>
                <a:gd name="connsiteX20" fmla="*/ 5295675 w 6014863"/>
                <a:gd name="connsiteY20" fmla="*/ 1614399 h 2258258"/>
                <a:gd name="connsiteX21" fmla="*/ 5563088 w 6014863"/>
                <a:gd name="connsiteY21" fmla="*/ 1376797 h 2258258"/>
                <a:gd name="connsiteX22" fmla="*/ 5870295 w 6014863"/>
                <a:gd name="connsiteY22" fmla="*/ 1200672 h 2258258"/>
                <a:gd name="connsiteX23" fmla="*/ 6014863 w 6014863"/>
                <a:gd name="connsiteY23" fmla="*/ 986182 h 2258258"/>
                <a:gd name="connsiteX24" fmla="*/ 5967524 w 6014863"/>
                <a:gd name="connsiteY24" fmla="*/ 861204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598585 w 6026181"/>
                <a:gd name="connsiteY7" fmla="*/ 699483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3088 w 6026181"/>
                <a:gd name="connsiteY21" fmla="*/ 1376797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598585 w 6026181"/>
                <a:gd name="connsiteY7" fmla="*/ 699483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721096 w 6026181"/>
                <a:gd name="connsiteY7" fmla="*/ 732648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721096 w 6026181"/>
                <a:gd name="connsiteY7" fmla="*/ 732648 h 2258258"/>
                <a:gd name="connsiteX8" fmla="*/ 2457876 w 6026181"/>
                <a:gd name="connsiteY8" fmla="*/ 974572 h 2258258"/>
                <a:gd name="connsiteX9" fmla="*/ 2334478 w 6026181"/>
                <a:gd name="connsiteY9" fmla="*/ 134073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127040 w 6153221"/>
                <a:gd name="connsiteY0" fmla="*/ 0 h 2258258"/>
                <a:gd name="connsiteX1" fmla="*/ 8 w 6153221"/>
                <a:gd name="connsiteY1" fmla="*/ 102339 h 2258258"/>
                <a:gd name="connsiteX2" fmla="*/ 971329 w 6153221"/>
                <a:gd name="connsiteY2" fmla="*/ 324243 h 2258258"/>
                <a:gd name="connsiteX3" fmla="*/ 1481124 w 6153221"/>
                <a:gd name="connsiteY3" fmla="*/ 157264 h 2258258"/>
                <a:gd name="connsiteX4" fmla="*/ 1993883 w 6153221"/>
                <a:gd name="connsiteY4" fmla="*/ 85281 h 2258258"/>
                <a:gd name="connsiteX5" fmla="*/ 2582675 w 6153221"/>
                <a:gd name="connsiteY5" fmla="*/ 277768 h 2258258"/>
                <a:gd name="connsiteX6" fmla="*/ 2754103 w 6153221"/>
                <a:gd name="connsiteY6" fmla="*/ 471914 h 2258258"/>
                <a:gd name="connsiteX7" fmla="*/ 2848136 w 6153221"/>
                <a:gd name="connsiteY7" fmla="*/ 732648 h 2258258"/>
                <a:gd name="connsiteX8" fmla="*/ 2584916 w 6153221"/>
                <a:gd name="connsiteY8" fmla="*/ 974572 h 2258258"/>
                <a:gd name="connsiteX9" fmla="*/ 2461518 w 6153221"/>
                <a:gd name="connsiteY9" fmla="*/ 1340734 h 2258258"/>
                <a:gd name="connsiteX10" fmla="*/ 2674925 w 6153221"/>
                <a:gd name="connsiteY10" fmla="*/ 1709856 h 2258258"/>
                <a:gd name="connsiteX11" fmla="*/ 2807230 w 6153221"/>
                <a:gd name="connsiteY11" fmla="*/ 1932448 h 2258258"/>
                <a:gd name="connsiteX12" fmla="*/ 3012739 w 6153221"/>
                <a:gd name="connsiteY12" fmla="*/ 2115066 h 2258258"/>
                <a:gd name="connsiteX13" fmla="*/ 3377629 w 6153221"/>
                <a:gd name="connsiteY13" fmla="*/ 2198497 h 2258258"/>
                <a:gd name="connsiteX14" fmla="*/ 3731875 w 6153221"/>
                <a:gd name="connsiteY14" fmla="*/ 2198497 h 2258258"/>
                <a:gd name="connsiteX15" fmla="*/ 3982947 w 6153221"/>
                <a:gd name="connsiteY15" fmla="*/ 2211766 h 2258258"/>
                <a:gd name="connsiteX16" fmla="*/ 4292377 w 6153221"/>
                <a:gd name="connsiteY16" fmla="*/ 2240710 h 2258258"/>
                <a:gd name="connsiteX17" fmla="*/ 4548864 w 6153221"/>
                <a:gd name="connsiteY17" fmla="*/ 2250330 h 2258258"/>
                <a:gd name="connsiteX18" fmla="*/ 4713102 w 6153221"/>
                <a:gd name="connsiteY18" fmla="*/ 2177929 h 2258258"/>
                <a:gd name="connsiteX19" fmla="*/ 4948955 w 6153221"/>
                <a:gd name="connsiteY19" fmla="*/ 2018781 h 2258258"/>
                <a:gd name="connsiteX20" fmla="*/ 5422715 w 6153221"/>
                <a:gd name="connsiteY20" fmla="*/ 1614399 h 2258258"/>
                <a:gd name="connsiteX21" fmla="*/ 5694732 w 6153221"/>
                <a:gd name="connsiteY21" fmla="*/ 1394525 h 2258258"/>
                <a:gd name="connsiteX22" fmla="*/ 5997335 w 6153221"/>
                <a:gd name="connsiteY22" fmla="*/ 1200672 h 2258258"/>
                <a:gd name="connsiteX23" fmla="*/ 6141903 w 6153221"/>
                <a:gd name="connsiteY23" fmla="*/ 986182 h 2258258"/>
                <a:gd name="connsiteX24" fmla="*/ 6153221 w 6153221"/>
                <a:gd name="connsiteY24" fmla="*/ 933089 h 2258258"/>
                <a:gd name="connsiteX0" fmla="*/ 127040 w 6153221"/>
                <a:gd name="connsiteY0" fmla="*/ 0 h 2258258"/>
                <a:gd name="connsiteX1" fmla="*/ 8 w 6153221"/>
                <a:gd name="connsiteY1" fmla="*/ 102339 h 2258258"/>
                <a:gd name="connsiteX2" fmla="*/ 1019736 w 6153221"/>
                <a:gd name="connsiteY2" fmla="*/ 458950 h 2258258"/>
                <a:gd name="connsiteX3" fmla="*/ 1481124 w 6153221"/>
                <a:gd name="connsiteY3" fmla="*/ 157264 h 2258258"/>
                <a:gd name="connsiteX4" fmla="*/ 1993883 w 6153221"/>
                <a:gd name="connsiteY4" fmla="*/ 85281 h 2258258"/>
                <a:gd name="connsiteX5" fmla="*/ 2582675 w 6153221"/>
                <a:gd name="connsiteY5" fmla="*/ 277768 h 2258258"/>
                <a:gd name="connsiteX6" fmla="*/ 2754103 w 6153221"/>
                <a:gd name="connsiteY6" fmla="*/ 471914 h 2258258"/>
                <a:gd name="connsiteX7" fmla="*/ 2848136 w 6153221"/>
                <a:gd name="connsiteY7" fmla="*/ 732648 h 2258258"/>
                <a:gd name="connsiteX8" fmla="*/ 2584916 w 6153221"/>
                <a:gd name="connsiteY8" fmla="*/ 974572 h 2258258"/>
                <a:gd name="connsiteX9" fmla="*/ 2461518 w 6153221"/>
                <a:gd name="connsiteY9" fmla="*/ 1340734 h 2258258"/>
                <a:gd name="connsiteX10" fmla="*/ 2674925 w 6153221"/>
                <a:gd name="connsiteY10" fmla="*/ 1709856 h 2258258"/>
                <a:gd name="connsiteX11" fmla="*/ 2807230 w 6153221"/>
                <a:gd name="connsiteY11" fmla="*/ 1932448 h 2258258"/>
                <a:gd name="connsiteX12" fmla="*/ 3012739 w 6153221"/>
                <a:gd name="connsiteY12" fmla="*/ 2115066 h 2258258"/>
                <a:gd name="connsiteX13" fmla="*/ 3377629 w 6153221"/>
                <a:gd name="connsiteY13" fmla="*/ 2198497 h 2258258"/>
                <a:gd name="connsiteX14" fmla="*/ 3731875 w 6153221"/>
                <a:gd name="connsiteY14" fmla="*/ 2198497 h 2258258"/>
                <a:gd name="connsiteX15" fmla="*/ 3982947 w 6153221"/>
                <a:gd name="connsiteY15" fmla="*/ 2211766 h 2258258"/>
                <a:gd name="connsiteX16" fmla="*/ 4292377 w 6153221"/>
                <a:gd name="connsiteY16" fmla="*/ 2240710 h 2258258"/>
                <a:gd name="connsiteX17" fmla="*/ 4548864 w 6153221"/>
                <a:gd name="connsiteY17" fmla="*/ 2250330 h 2258258"/>
                <a:gd name="connsiteX18" fmla="*/ 4713102 w 6153221"/>
                <a:gd name="connsiteY18" fmla="*/ 2177929 h 2258258"/>
                <a:gd name="connsiteX19" fmla="*/ 4948955 w 6153221"/>
                <a:gd name="connsiteY19" fmla="*/ 2018781 h 2258258"/>
                <a:gd name="connsiteX20" fmla="*/ 5422715 w 6153221"/>
                <a:gd name="connsiteY20" fmla="*/ 1614399 h 2258258"/>
                <a:gd name="connsiteX21" fmla="*/ 5694732 w 6153221"/>
                <a:gd name="connsiteY21" fmla="*/ 1394525 h 2258258"/>
                <a:gd name="connsiteX22" fmla="*/ 5997335 w 6153221"/>
                <a:gd name="connsiteY22" fmla="*/ 1200672 h 2258258"/>
                <a:gd name="connsiteX23" fmla="*/ 6141903 w 6153221"/>
                <a:gd name="connsiteY23" fmla="*/ 986182 h 2258258"/>
                <a:gd name="connsiteX24" fmla="*/ 6153221 w 6153221"/>
                <a:gd name="connsiteY24" fmla="*/ 933089 h 2258258"/>
                <a:gd name="connsiteX0" fmla="*/ 0 w 6153213"/>
                <a:gd name="connsiteY0" fmla="*/ 23274 h 2179193"/>
                <a:gd name="connsiteX1" fmla="*/ 1019728 w 6153213"/>
                <a:gd name="connsiteY1" fmla="*/ 379885 h 2179193"/>
                <a:gd name="connsiteX2" fmla="*/ 1481116 w 6153213"/>
                <a:gd name="connsiteY2" fmla="*/ 78199 h 2179193"/>
                <a:gd name="connsiteX3" fmla="*/ 1993875 w 6153213"/>
                <a:gd name="connsiteY3" fmla="*/ 6216 h 2179193"/>
                <a:gd name="connsiteX4" fmla="*/ 2582667 w 6153213"/>
                <a:gd name="connsiteY4" fmla="*/ 198703 h 2179193"/>
                <a:gd name="connsiteX5" fmla="*/ 2754095 w 6153213"/>
                <a:gd name="connsiteY5" fmla="*/ 392849 h 2179193"/>
                <a:gd name="connsiteX6" fmla="*/ 2848128 w 6153213"/>
                <a:gd name="connsiteY6" fmla="*/ 653583 h 2179193"/>
                <a:gd name="connsiteX7" fmla="*/ 2584908 w 6153213"/>
                <a:gd name="connsiteY7" fmla="*/ 895507 h 2179193"/>
                <a:gd name="connsiteX8" fmla="*/ 2461510 w 6153213"/>
                <a:gd name="connsiteY8" fmla="*/ 1261669 h 2179193"/>
                <a:gd name="connsiteX9" fmla="*/ 2674917 w 6153213"/>
                <a:gd name="connsiteY9" fmla="*/ 1630791 h 2179193"/>
                <a:gd name="connsiteX10" fmla="*/ 2807222 w 6153213"/>
                <a:gd name="connsiteY10" fmla="*/ 1853383 h 2179193"/>
                <a:gd name="connsiteX11" fmla="*/ 3012731 w 6153213"/>
                <a:gd name="connsiteY11" fmla="*/ 2036001 h 2179193"/>
                <a:gd name="connsiteX12" fmla="*/ 3377621 w 6153213"/>
                <a:gd name="connsiteY12" fmla="*/ 2119432 h 2179193"/>
                <a:gd name="connsiteX13" fmla="*/ 3731867 w 6153213"/>
                <a:gd name="connsiteY13" fmla="*/ 2119432 h 2179193"/>
                <a:gd name="connsiteX14" fmla="*/ 3982939 w 6153213"/>
                <a:gd name="connsiteY14" fmla="*/ 2132701 h 2179193"/>
                <a:gd name="connsiteX15" fmla="*/ 4292369 w 6153213"/>
                <a:gd name="connsiteY15" fmla="*/ 2161645 h 2179193"/>
                <a:gd name="connsiteX16" fmla="*/ 4548856 w 6153213"/>
                <a:gd name="connsiteY16" fmla="*/ 2171265 h 2179193"/>
                <a:gd name="connsiteX17" fmla="*/ 4713094 w 6153213"/>
                <a:gd name="connsiteY17" fmla="*/ 2098864 h 2179193"/>
                <a:gd name="connsiteX18" fmla="*/ 4948947 w 6153213"/>
                <a:gd name="connsiteY18" fmla="*/ 1939716 h 2179193"/>
                <a:gd name="connsiteX19" fmla="*/ 5422707 w 6153213"/>
                <a:gd name="connsiteY19" fmla="*/ 1535334 h 2179193"/>
                <a:gd name="connsiteX20" fmla="*/ 5694724 w 6153213"/>
                <a:gd name="connsiteY20" fmla="*/ 1315460 h 2179193"/>
                <a:gd name="connsiteX21" fmla="*/ 5997327 w 6153213"/>
                <a:gd name="connsiteY21" fmla="*/ 1121607 h 2179193"/>
                <a:gd name="connsiteX22" fmla="*/ 6141895 w 6153213"/>
                <a:gd name="connsiteY22" fmla="*/ 907117 h 2179193"/>
                <a:gd name="connsiteX23" fmla="*/ 6153213 w 6153213"/>
                <a:gd name="connsiteY23" fmla="*/ 854024 h 2179193"/>
                <a:gd name="connsiteX0" fmla="*/ 0 w 6107979"/>
                <a:gd name="connsiteY0" fmla="*/ 0 h 2185158"/>
                <a:gd name="connsiteX1" fmla="*/ 974494 w 6107979"/>
                <a:gd name="connsiteY1" fmla="*/ 385850 h 2185158"/>
                <a:gd name="connsiteX2" fmla="*/ 1435882 w 6107979"/>
                <a:gd name="connsiteY2" fmla="*/ 84164 h 2185158"/>
                <a:gd name="connsiteX3" fmla="*/ 1948641 w 6107979"/>
                <a:gd name="connsiteY3" fmla="*/ 12181 h 2185158"/>
                <a:gd name="connsiteX4" fmla="*/ 2537433 w 6107979"/>
                <a:gd name="connsiteY4" fmla="*/ 204668 h 2185158"/>
                <a:gd name="connsiteX5" fmla="*/ 2708861 w 6107979"/>
                <a:gd name="connsiteY5" fmla="*/ 398814 h 2185158"/>
                <a:gd name="connsiteX6" fmla="*/ 2802894 w 6107979"/>
                <a:gd name="connsiteY6" fmla="*/ 659548 h 2185158"/>
                <a:gd name="connsiteX7" fmla="*/ 2539674 w 6107979"/>
                <a:gd name="connsiteY7" fmla="*/ 901472 h 2185158"/>
                <a:gd name="connsiteX8" fmla="*/ 2416276 w 6107979"/>
                <a:gd name="connsiteY8" fmla="*/ 1267634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107979"/>
                <a:gd name="connsiteY0" fmla="*/ 0 h 2185158"/>
                <a:gd name="connsiteX1" fmla="*/ 1113060 w 6107979"/>
                <a:gd name="connsiteY1" fmla="*/ 452842 h 2185158"/>
                <a:gd name="connsiteX2" fmla="*/ 1435882 w 6107979"/>
                <a:gd name="connsiteY2" fmla="*/ 84164 h 2185158"/>
                <a:gd name="connsiteX3" fmla="*/ 1948641 w 6107979"/>
                <a:gd name="connsiteY3" fmla="*/ 12181 h 2185158"/>
                <a:gd name="connsiteX4" fmla="*/ 2537433 w 6107979"/>
                <a:gd name="connsiteY4" fmla="*/ 204668 h 2185158"/>
                <a:gd name="connsiteX5" fmla="*/ 2708861 w 6107979"/>
                <a:gd name="connsiteY5" fmla="*/ 398814 h 2185158"/>
                <a:gd name="connsiteX6" fmla="*/ 2802894 w 6107979"/>
                <a:gd name="connsiteY6" fmla="*/ 659548 h 2185158"/>
                <a:gd name="connsiteX7" fmla="*/ 2539674 w 6107979"/>
                <a:gd name="connsiteY7" fmla="*/ 901472 h 2185158"/>
                <a:gd name="connsiteX8" fmla="*/ 2416276 w 6107979"/>
                <a:gd name="connsiteY8" fmla="*/ 1267634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107979"/>
                <a:gd name="connsiteY0" fmla="*/ 0 h 2185158"/>
                <a:gd name="connsiteX1" fmla="*/ 1113060 w 6107979"/>
                <a:gd name="connsiteY1" fmla="*/ 452842 h 2185158"/>
                <a:gd name="connsiteX2" fmla="*/ 1505053 w 6107979"/>
                <a:gd name="connsiteY2" fmla="*/ 148857 h 2185158"/>
                <a:gd name="connsiteX3" fmla="*/ 1948641 w 6107979"/>
                <a:gd name="connsiteY3" fmla="*/ 12181 h 2185158"/>
                <a:gd name="connsiteX4" fmla="*/ 2537433 w 6107979"/>
                <a:gd name="connsiteY4" fmla="*/ 204668 h 2185158"/>
                <a:gd name="connsiteX5" fmla="*/ 2708861 w 6107979"/>
                <a:gd name="connsiteY5" fmla="*/ 398814 h 2185158"/>
                <a:gd name="connsiteX6" fmla="*/ 2802894 w 6107979"/>
                <a:gd name="connsiteY6" fmla="*/ 659548 h 2185158"/>
                <a:gd name="connsiteX7" fmla="*/ 2539674 w 6107979"/>
                <a:gd name="connsiteY7" fmla="*/ 901472 h 2185158"/>
                <a:gd name="connsiteX8" fmla="*/ 2416276 w 6107979"/>
                <a:gd name="connsiteY8" fmla="*/ 1267634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107979"/>
                <a:gd name="connsiteY0" fmla="*/ 0 h 2185158"/>
                <a:gd name="connsiteX1" fmla="*/ 1113060 w 6107979"/>
                <a:gd name="connsiteY1" fmla="*/ 452842 h 2185158"/>
                <a:gd name="connsiteX2" fmla="*/ 1505053 w 6107979"/>
                <a:gd name="connsiteY2" fmla="*/ 148857 h 2185158"/>
                <a:gd name="connsiteX3" fmla="*/ 2028966 w 6107979"/>
                <a:gd name="connsiteY3" fmla="*/ 64949 h 2185158"/>
                <a:gd name="connsiteX4" fmla="*/ 2537433 w 6107979"/>
                <a:gd name="connsiteY4" fmla="*/ 204668 h 2185158"/>
                <a:gd name="connsiteX5" fmla="*/ 2708861 w 6107979"/>
                <a:gd name="connsiteY5" fmla="*/ 398814 h 2185158"/>
                <a:gd name="connsiteX6" fmla="*/ 2802894 w 6107979"/>
                <a:gd name="connsiteY6" fmla="*/ 659548 h 2185158"/>
                <a:gd name="connsiteX7" fmla="*/ 2539674 w 6107979"/>
                <a:gd name="connsiteY7" fmla="*/ 901472 h 2185158"/>
                <a:gd name="connsiteX8" fmla="*/ 2416276 w 6107979"/>
                <a:gd name="connsiteY8" fmla="*/ 1267634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107979"/>
                <a:gd name="connsiteY0" fmla="*/ 0 h 2185158"/>
                <a:gd name="connsiteX1" fmla="*/ 1113060 w 6107979"/>
                <a:gd name="connsiteY1" fmla="*/ 452842 h 2185158"/>
                <a:gd name="connsiteX2" fmla="*/ 1505053 w 6107979"/>
                <a:gd name="connsiteY2" fmla="*/ 148857 h 2185158"/>
                <a:gd name="connsiteX3" fmla="*/ 2028966 w 6107979"/>
                <a:gd name="connsiteY3" fmla="*/ 64949 h 2185158"/>
                <a:gd name="connsiteX4" fmla="*/ 2537433 w 6107979"/>
                <a:gd name="connsiteY4" fmla="*/ 204668 h 2185158"/>
                <a:gd name="connsiteX5" fmla="*/ 2863575 w 6107979"/>
                <a:gd name="connsiteY5" fmla="*/ 395948 h 2185158"/>
                <a:gd name="connsiteX6" fmla="*/ 2802894 w 6107979"/>
                <a:gd name="connsiteY6" fmla="*/ 659548 h 2185158"/>
                <a:gd name="connsiteX7" fmla="*/ 2539674 w 6107979"/>
                <a:gd name="connsiteY7" fmla="*/ 901472 h 2185158"/>
                <a:gd name="connsiteX8" fmla="*/ 2416276 w 6107979"/>
                <a:gd name="connsiteY8" fmla="*/ 1267634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107979"/>
                <a:gd name="connsiteY0" fmla="*/ 0 h 2185158"/>
                <a:gd name="connsiteX1" fmla="*/ 1113060 w 6107979"/>
                <a:gd name="connsiteY1" fmla="*/ 452842 h 2185158"/>
                <a:gd name="connsiteX2" fmla="*/ 1505053 w 6107979"/>
                <a:gd name="connsiteY2" fmla="*/ 148857 h 2185158"/>
                <a:gd name="connsiteX3" fmla="*/ 2028966 w 6107979"/>
                <a:gd name="connsiteY3" fmla="*/ 64949 h 2185158"/>
                <a:gd name="connsiteX4" fmla="*/ 2537433 w 6107979"/>
                <a:gd name="connsiteY4" fmla="*/ 204668 h 2185158"/>
                <a:gd name="connsiteX5" fmla="*/ 2863575 w 6107979"/>
                <a:gd name="connsiteY5" fmla="*/ 395948 h 2185158"/>
                <a:gd name="connsiteX6" fmla="*/ 2802894 w 6107979"/>
                <a:gd name="connsiteY6" fmla="*/ 659548 h 2185158"/>
                <a:gd name="connsiteX7" fmla="*/ 2539674 w 6107979"/>
                <a:gd name="connsiteY7" fmla="*/ 901472 h 2185158"/>
                <a:gd name="connsiteX8" fmla="*/ 2476131 w 6107979"/>
                <a:gd name="connsiteY8" fmla="*/ 1261010 h 2185158"/>
                <a:gd name="connsiteX9" fmla="*/ 2629683 w 6107979"/>
                <a:gd name="connsiteY9" fmla="*/ 1636756 h 2185158"/>
                <a:gd name="connsiteX10" fmla="*/ 2761988 w 6107979"/>
                <a:gd name="connsiteY10" fmla="*/ 1859348 h 2185158"/>
                <a:gd name="connsiteX11" fmla="*/ 2967497 w 6107979"/>
                <a:gd name="connsiteY11" fmla="*/ 2041966 h 2185158"/>
                <a:gd name="connsiteX12" fmla="*/ 3332387 w 6107979"/>
                <a:gd name="connsiteY12" fmla="*/ 2125397 h 2185158"/>
                <a:gd name="connsiteX13" fmla="*/ 3686633 w 6107979"/>
                <a:gd name="connsiteY13" fmla="*/ 2125397 h 2185158"/>
                <a:gd name="connsiteX14" fmla="*/ 3937705 w 6107979"/>
                <a:gd name="connsiteY14" fmla="*/ 2138666 h 2185158"/>
                <a:gd name="connsiteX15" fmla="*/ 4247135 w 6107979"/>
                <a:gd name="connsiteY15" fmla="*/ 2167610 h 2185158"/>
                <a:gd name="connsiteX16" fmla="*/ 4503622 w 6107979"/>
                <a:gd name="connsiteY16" fmla="*/ 2177230 h 2185158"/>
                <a:gd name="connsiteX17" fmla="*/ 4667860 w 6107979"/>
                <a:gd name="connsiteY17" fmla="*/ 2104829 h 2185158"/>
                <a:gd name="connsiteX18" fmla="*/ 4903713 w 6107979"/>
                <a:gd name="connsiteY18" fmla="*/ 1945681 h 2185158"/>
                <a:gd name="connsiteX19" fmla="*/ 5377473 w 6107979"/>
                <a:gd name="connsiteY19" fmla="*/ 1541299 h 2185158"/>
                <a:gd name="connsiteX20" fmla="*/ 5649490 w 6107979"/>
                <a:gd name="connsiteY20" fmla="*/ 1321425 h 2185158"/>
                <a:gd name="connsiteX21" fmla="*/ 5952093 w 6107979"/>
                <a:gd name="connsiteY21" fmla="*/ 1127572 h 2185158"/>
                <a:gd name="connsiteX22" fmla="*/ 6096661 w 6107979"/>
                <a:gd name="connsiteY22" fmla="*/ 913082 h 2185158"/>
                <a:gd name="connsiteX23" fmla="*/ 6107979 w 6107979"/>
                <a:gd name="connsiteY23" fmla="*/ 859989 h 2185158"/>
                <a:gd name="connsiteX0" fmla="*/ 0 w 6096661"/>
                <a:gd name="connsiteY0" fmla="*/ 0 h 2185158"/>
                <a:gd name="connsiteX1" fmla="*/ 1113060 w 6096661"/>
                <a:gd name="connsiteY1" fmla="*/ 452842 h 2185158"/>
                <a:gd name="connsiteX2" fmla="*/ 1505053 w 6096661"/>
                <a:gd name="connsiteY2" fmla="*/ 148857 h 2185158"/>
                <a:gd name="connsiteX3" fmla="*/ 2028966 w 6096661"/>
                <a:gd name="connsiteY3" fmla="*/ 64949 h 2185158"/>
                <a:gd name="connsiteX4" fmla="*/ 2537433 w 6096661"/>
                <a:gd name="connsiteY4" fmla="*/ 204668 h 2185158"/>
                <a:gd name="connsiteX5" fmla="*/ 2863575 w 6096661"/>
                <a:gd name="connsiteY5" fmla="*/ 395948 h 2185158"/>
                <a:gd name="connsiteX6" fmla="*/ 2802894 w 6096661"/>
                <a:gd name="connsiteY6" fmla="*/ 659548 h 2185158"/>
                <a:gd name="connsiteX7" fmla="*/ 2539674 w 6096661"/>
                <a:gd name="connsiteY7" fmla="*/ 901472 h 2185158"/>
                <a:gd name="connsiteX8" fmla="*/ 2476131 w 6096661"/>
                <a:gd name="connsiteY8" fmla="*/ 1261010 h 2185158"/>
                <a:gd name="connsiteX9" fmla="*/ 2629683 w 6096661"/>
                <a:gd name="connsiteY9" fmla="*/ 1636756 h 2185158"/>
                <a:gd name="connsiteX10" fmla="*/ 2761988 w 6096661"/>
                <a:gd name="connsiteY10" fmla="*/ 1859348 h 2185158"/>
                <a:gd name="connsiteX11" fmla="*/ 2967497 w 6096661"/>
                <a:gd name="connsiteY11" fmla="*/ 2041966 h 2185158"/>
                <a:gd name="connsiteX12" fmla="*/ 3332387 w 6096661"/>
                <a:gd name="connsiteY12" fmla="*/ 2125397 h 2185158"/>
                <a:gd name="connsiteX13" fmla="*/ 3686633 w 6096661"/>
                <a:gd name="connsiteY13" fmla="*/ 2125397 h 2185158"/>
                <a:gd name="connsiteX14" fmla="*/ 3937705 w 6096661"/>
                <a:gd name="connsiteY14" fmla="*/ 2138666 h 2185158"/>
                <a:gd name="connsiteX15" fmla="*/ 4247135 w 6096661"/>
                <a:gd name="connsiteY15" fmla="*/ 2167610 h 2185158"/>
                <a:gd name="connsiteX16" fmla="*/ 4503622 w 6096661"/>
                <a:gd name="connsiteY16" fmla="*/ 2177230 h 2185158"/>
                <a:gd name="connsiteX17" fmla="*/ 4667860 w 6096661"/>
                <a:gd name="connsiteY17" fmla="*/ 2104829 h 2185158"/>
                <a:gd name="connsiteX18" fmla="*/ 4903713 w 6096661"/>
                <a:gd name="connsiteY18" fmla="*/ 1945681 h 2185158"/>
                <a:gd name="connsiteX19" fmla="*/ 5377473 w 6096661"/>
                <a:gd name="connsiteY19" fmla="*/ 1541299 h 2185158"/>
                <a:gd name="connsiteX20" fmla="*/ 5649490 w 6096661"/>
                <a:gd name="connsiteY20" fmla="*/ 1321425 h 2185158"/>
                <a:gd name="connsiteX21" fmla="*/ 5952093 w 6096661"/>
                <a:gd name="connsiteY21" fmla="*/ 1127572 h 2185158"/>
                <a:gd name="connsiteX22" fmla="*/ 6096661 w 6096661"/>
                <a:gd name="connsiteY22" fmla="*/ 913082 h 2185158"/>
                <a:gd name="connsiteX0" fmla="*/ 0 w 5952093"/>
                <a:gd name="connsiteY0" fmla="*/ 0 h 2185158"/>
                <a:gd name="connsiteX1" fmla="*/ 1113060 w 5952093"/>
                <a:gd name="connsiteY1" fmla="*/ 452842 h 2185158"/>
                <a:gd name="connsiteX2" fmla="*/ 1505053 w 5952093"/>
                <a:gd name="connsiteY2" fmla="*/ 148857 h 2185158"/>
                <a:gd name="connsiteX3" fmla="*/ 2028966 w 5952093"/>
                <a:gd name="connsiteY3" fmla="*/ 64949 h 2185158"/>
                <a:gd name="connsiteX4" fmla="*/ 2537433 w 5952093"/>
                <a:gd name="connsiteY4" fmla="*/ 204668 h 2185158"/>
                <a:gd name="connsiteX5" fmla="*/ 2863575 w 5952093"/>
                <a:gd name="connsiteY5" fmla="*/ 395948 h 2185158"/>
                <a:gd name="connsiteX6" fmla="*/ 2802894 w 5952093"/>
                <a:gd name="connsiteY6" fmla="*/ 659548 h 2185158"/>
                <a:gd name="connsiteX7" fmla="*/ 2539674 w 5952093"/>
                <a:gd name="connsiteY7" fmla="*/ 901472 h 2185158"/>
                <a:gd name="connsiteX8" fmla="*/ 2476131 w 5952093"/>
                <a:gd name="connsiteY8" fmla="*/ 1261010 h 2185158"/>
                <a:gd name="connsiteX9" fmla="*/ 2629683 w 5952093"/>
                <a:gd name="connsiteY9" fmla="*/ 1636756 h 2185158"/>
                <a:gd name="connsiteX10" fmla="*/ 2761988 w 5952093"/>
                <a:gd name="connsiteY10" fmla="*/ 1859348 h 2185158"/>
                <a:gd name="connsiteX11" fmla="*/ 2967497 w 5952093"/>
                <a:gd name="connsiteY11" fmla="*/ 2041966 h 2185158"/>
                <a:gd name="connsiteX12" fmla="*/ 3332387 w 5952093"/>
                <a:gd name="connsiteY12" fmla="*/ 2125397 h 2185158"/>
                <a:gd name="connsiteX13" fmla="*/ 3686633 w 5952093"/>
                <a:gd name="connsiteY13" fmla="*/ 2125397 h 2185158"/>
                <a:gd name="connsiteX14" fmla="*/ 3937705 w 5952093"/>
                <a:gd name="connsiteY14" fmla="*/ 2138666 h 2185158"/>
                <a:gd name="connsiteX15" fmla="*/ 4247135 w 5952093"/>
                <a:gd name="connsiteY15" fmla="*/ 2167610 h 2185158"/>
                <a:gd name="connsiteX16" fmla="*/ 4503622 w 5952093"/>
                <a:gd name="connsiteY16" fmla="*/ 2177230 h 2185158"/>
                <a:gd name="connsiteX17" fmla="*/ 4667860 w 5952093"/>
                <a:gd name="connsiteY17" fmla="*/ 2104829 h 2185158"/>
                <a:gd name="connsiteX18" fmla="*/ 4903713 w 5952093"/>
                <a:gd name="connsiteY18" fmla="*/ 1945681 h 2185158"/>
                <a:gd name="connsiteX19" fmla="*/ 5377473 w 5952093"/>
                <a:gd name="connsiteY19" fmla="*/ 1541299 h 2185158"/>
                <a:gd name="connsiteX20" fmla="*/ 5649490 w 5952093"/>
                <a:gd name="connsiteY20" fmla="*/ 1321425 h 2185158"/>
                <a:gd name="connsiteX21" fmla="*/ 5952093 w 5952093"/>
                <a:gd name="connsiteY21" fmla="*/ 1127572 h 2185158"/>
                <a:gd name="connsiteX0" fmla="*/ 0 w 5649490"/>
                <a:gd name="connsiteY0" fmla="*/ 0 h 2185158"/>
                <a:gd name="connsiteX1" fmla="*/ 1113060 w 5649490"/>
                <a:gd name="connsiteY1" fmla="*/ 452842 h 2185158"/>
                <a:gd name="connsiteX2" fmla="*/ 1505053 w 5649490"/>
                <a:gd name="connsiteY2" fmla="*/ 148857 h 2185158"/>
                <a:gd name="connsiteX3" fmla="*/ 2028966 w 5649490"/>
                <a:gd name="connsiteY3" fmla="*/ 64949 h 2185158"/>
                <a:gd name="connsiteX4" fmla="*/ 2537433 w 5649490"/>
                <a:gd name="connsiteY4" fmla="*/ 204668 h 2185158"/>
                <a:gd name="connsiteX5" fmla="*/ 2863575 w 5649490"/>
                <a:gd name="connsiteY5" fmla="*/ 395948 h 2185158"/>
                <a:gd name="connsiteX6" fmla="*/ 2802894 w 5649490"/>
                <a:gd name="connsiteY6" fmla="*/ 659548 h 2185158"/>
                <a:gd name="connsiteX7" fmla="*/ 2539674 w 5649490"/>
                <a:gd name="connsiteY7" fmla="*/ 901472 h 2185158"/>
                <a:gd name="connsiteX8" fmla="*/ 2476131 w 5649490"/>
                <a:gd name="connsiteY8" fmla="*/ 1261010 h 2185158"/>
                <a:gd name="connsiteX9" fmla="*/ 2629683 w 5649490"/>
                <a:gd name="connsiteY9" fmla="*/ 1636756 h 2185158"/>
                <a:gd name="connsiteX10" fmla="*/ 2761988 w 5649490"/>
                <a:gd name="connsiteY10" fmla="*/ 1859348 h 2185158"/>
                <a:gd name="connsiteX11" fmla="*/ 2967497 w 5649490"/>
                <a:gd name="connsiteY11" fmla="*/ 2041966 h 2185158"/>
                <a:gd name="connsiteX12" fmla="*/ 3332387 w 5649490"/>
                <a:gd name="connsiteY12" fmla="*/ 2125397 h 2185158"/>
                <a:gd name="connsiteX13" fmla="*/ 3686633 w 5649490"/>
                <a:gd name="connsiteY13" fmla="*/ 2125397 h 2185158"/>
                <a:gd name="connsiteX14" fmla="*/ 3937705 w 5649490"/>
                <a:gd name="connsiteY14" fmla="*/ 2138666 h 2185158"/>
                <a:gd name="connsiteX15" fmla="*/ 4247135 w 5649490"/>
                <a:gd name="connsiteY15" fmla="*/ 2167610 h 2185158"/>
                <a:gd name="connsiteX16" fmla="*/ 4503622 w 5649490"/>
                <a:gd name="connsiteY16" fmla="*/ 2177230 h 2185158"/>
                <a:gd name="connsiteX17" fmla="*/ 4667860 w 5649490"/>
                <a:gd name="connsiteY17" fmla="*/ 2104829 h 2185158"/>
                <a:gd name="connsiteX18" fmla="*/ 4903713 w 5649490"/>
                <a:gd name="connsiteY18" fmla="*/ 1945681 h 2185158"/>
                <a:gd name="connsiteX19" fmla="*/ 5377473 w 5649490"/>
                <a:gd name="connsiteY19" fmla="*/ 1541299 h 2185158"/>
                <a:gd name="connsiteX20" fmla="*/ 5649490 w 5649490"/>
                <a:gd name="connsiteY20" fmla="*/ 1321425 h 2185158"/>
                <a:gd name="connsiteX0" fmla="*/ 0 w 5713982"/>
                <a:gd name="connsiteY0" fmla="*/ 0 h 2185158"/>
                <a:gd name="connsiteX1" fmla="*/ 1113060 w 5713982"/>
                <a:gd name="connsiteY1" fmla="*/ 452842 h 2185158"/>
                <a:gd name="connsiteX2" fmla="*/ 1505053 w 5713982"/>
                <a:gd name="connsiteY2" fmla="*/ 148857 h 2185158"/>
                <a:gd name="connsiteX3" fmla="*/ 2028966 w 5713982"/>
                <a:gd name="connsiteY3" fmla="*/ 64949 h 2185158"/>
                <a:gd name="connsiteX4" fmla="*/ 2537433 w 5713982"/>
                <a:gd name="connsiteY4" fmla="*/ 204668 h 2185158"/>
                <a:gd name="connsiteX5" fmla="*/ 2863575 w 5713982"/>
                <a:gd name="connsiteY5" fmla="*/ 395948 h 2185158"/>
                <a:gd name="connsiteX6" fmla="*/ 2802894 w 5713982"/>
                <a:gd name="connsiteY6" fmla="*/ 659548 h 2185158"/>
                <a:gd name="connsiteX7" fmla="*/ 2539674 w 5713982"/>
                <a:gd name="connsiteY7" fmla="*/ 901472 h 2185158"/>
                <a:gd name="connsiteX8" fmla="*/ 2476131 w 5713982"/>
                <a:gd name="connsiteY8" fmla="*/ 1261010 h 2185158"/>
                <a:gd name="connsiteX9" fmla="*/ 2629683 w 5713982"/>
                <a:gd name="connsiteY9" fmla="*/ 1636756 h 2185158"/>
                <a:gd name="connsiteX10" fmla="*/ 2761988 w 5713982"/>
                <a:gd name="connsiteY10" fmla="*/ 1859348 h 2185158"/>
                <a:gd name="connsiteX11" fmla="*/ 2967497 w 5713982"/>
                <a:gd name="connsiteY11" fmla="*/ 2041966 h 2185158"/>
                <a:gd name="connsiteX12" fmla="*/ 3332387 w 5713982"/>
                <a:gd name="connsiteY12" fmla="*/ 2125397 h 2185158"/>
                <a:gd name="connsiteX13" fmla="*/ 3686633 w 5713982"/>
                <a:gd name="connsiteY13" fmla="*/ 2125397 h 2185158"/>
                <a:gd name="connsiteX14" fmla="*/ 3937705 w 5713982"/>
                <a:gd name="connsiteY14" fmla="*/ 2138666 h 2185158"/>
                <a:gd name="connsiteX15" fmla="*/ 4247135 w 5713982"/>
                <a:gd name="connsiteY15" fmla="*/ 2167610 h 2185158"/>
                <a:gd name="connsiteX16" fmla="*/ 4503622 w 5713982"/>
                <a:gd name="connsiteY16" fmla="*/ 2177230 h 2185158"/>
                <a:gd name="connsiteX17" fmla="*/ 4667860 w 5713982"/>
                <a:gd name="connsiteY17" fmla="*/ 2104829 h 2185158"/>
                <a:gd name="connsiteX18" fmla="*/ 4903713 w 5713982"/>
                <a:gd name="connsiteY18" fmla="*/ 1945681 h 2185158"/>
                <a:gd name="connsiteX19" fmla="*/ 5377473 w 5713982"/>
                <a:gd name="connsiteY19" fmla="*/ 1541299 h 2185158"/>
                <a:gd name="connsiteX20" fmla="*/ 5713982 w 5713982"/>
                <a:gd name="connsiteY20" fmla="*/ 1158670 h 2185158"/>
                <a:gd name="connsiteX0" fmla="*/ 0 w 5713982"/>
                <a:gd name="connsiteY0" fmla="*/ 0 h 2185158"/>
                <a:gd name="connsiteX1" fmla="*/ 1113060 w 5713982"/>
                <a:gd name="connsiteY1" fmla="*/ 452842 h 2185158"/>
                <a:gd name="connsiteX2" fmla="*/ 1505053 w 5713982"/>
                <a:gd name="connsiteY2" fmla="*/ 148857 h 2185158"/>
                <a:gd name="connsiteX3" fmla="*/ 2028966 w 5713982"/>
                <a:gd name="connsiteY3" fmla="*/ 64949 h 2185158"/>
                <a:gd name="connsiteX4" fmla="*/ 2537433 w 5713982"/>
                <a:gd name="connsiteY4" fmla="*/ 204668 h 2185158"/>
                <a:gd name="connsiteX5" fmla="*/ 2863575 w 5713982"/>
                <a:gd name="connsiteY5" fmla="*/ 395948 h 2185158"/>
                <a:gd name="connsiteX6" fmla="*/ 2802894 w 5713982"/>
                <a:gd name="connsiteY6" fmla="*/ 659548 h 2185158"/>
                <a:gd name="connsiteX7" fmla="*/ 2539674 w 5713982"/>
                <a:gd name="connsiteY7" fmla="*/ 901472 h 2185158"/>
                <a:gd name="connsiteX8" fmla="*/ 2476131 w 5713982"/>
                <a:gd name="connsiteY8" fmla="*/ 1261010 h 2185158"/>
                <a:gd name="connsiteX9" fmla="*/ 2629683 w 5713982"/>
                <a:gd name="connsiteY9" fmla="*/ 1636756 h 2185158"/>
                <a:gd name="connsiteX10" fmla="*/ 2761988 w 5713982"/>
                <a:gd name="connsiteY10" fmla="*/ 1859348 h 2185158"/>
                <a:gd name="connsiteX11" fmla="*/ 2967497 w 5713982"/>
                <a:gd name="connsiteY11" fmla="*/ 2041966 h 2185158"/>
                <a:gd name="connsiteX12" fmla="*/ 3332387 w 5713982"/>
                <a:gd name="connsiteY12" fmla="*/ 2125397 h 2185158"/>
                <a:gd name="connsiteX13" fmla="*/ 3686633 w 5713982"/>
                <a:gd name="connsiteY13" fmla="*/ 2125397 h 2185158"/>
                <a:gd name="connsiteX14" fmla="*/ 3937705 w 5713982"/>
                <a:gd name="connsiteY14" fmla="*/ 2138666 h 2185158"/>
                <a:gd name="connsiteX15" fmla="*/ 4247135 w 5713982"/>
                <a:gd name="connsiteY15" fmla="*/ 2167610 h 2185158"/>
                <a:gd name="connsiteX16" fmla="*/ 4503622 w 5713982"/>
                <a:gd name="connsiteY16" fmla="*/ 2177230 h 2185158"/>
                <a:gd name="connsiteX17" fmla="*/ 4667860 w 5713982"/>
                <a:gd name="connsiteY17" fmla="*/ 2104829 h 2185158"/>
                <a:gd name="connsiteX18" fmla="*/ 4903713 w 5713982"/>
                <a:gd name="connsiteY18" fmla="*/ 1945681 h 2185158"/>
                <a:gd name="connsiteX19" fmla="*/ 5377473 w 5713982"/>
                <a:gd name="connsiteY19" fmla="*/ 1541299 h 2185158"/>
                <a:gd name="connsiteX20" fmla="*/ 5713982 w 5713982"/>
                <a:gd name="connsiteY20" fmla="*/ 1158670 h 2185158"/>
                <a:gd name="connsiteX0" fmla="*/ 0 w 5629840"/>
                <a:gd name="connsiteY0" fmla="*/ 0 h 2185158"/>
                <a:gd name="connsiteX1" fmla="*/ 1113060 w 5629840"/>
                <a:gd name="connsiteY1" fmla="*/ 452842 h 2185158"/>
                <a:gd name="connsiteX2" fmla="*/ 1505053 w 5629840"/>
                <a:gd name="connsiteY2" fmla="*/ 148857 h 2185158"/>
                <a:gd name="connsiteX3" fmla="*/ 2028966 w 5629840"/>
                <a:gd name="connsiteY3" fmla="*/ 64949 h 2185158"/>
                <a:gd name="connsiteX4" fmla="*/ 2537433 w 5629840"/>
                <a:gd name="connsiteY4" fmla="*/ 204668 h 2185158"/>
                <a:gd name="connsiteX5" fmla="*/ 2863575 w 5629840"/>
                <a:gd name="connsiteY5" fmla="*/ 395948 h 2185158"/>
                <a:gd name="connsiteX6" fmla="*/ 2802894 w 5629840"/>
                <a:gd name="connsiteY6" fmla="*/ 659548 h 2185158"/>
                <a:gd name="connsiteX7" fmla="*/ 2539674 w 5629840"/>
                <a:gd name="connsiteY7" fmla="*/ 901472 h 2185158"/>
                <a:gd name="connsiteX8" fmla="*/ 2476131 w 5629840"/>
                <a:gd name="connsiteY8" fmla="*/ 1261010 h 2185158"/>
                <a:gd name="connsiteX9" fmla="*/ 2629683 w 5629840"/>
                <a:gd name="connsiteY9" fmla="*/ 1636756 h 2185158"/>
                <a:gd name="connsiteX10" fmla="*/ 2761988 w 5629840"/>
                <a:gd name="connsiteY10" fmla="*/ 1859348 h 2185158"/>
                <a:gd name="connsiteX11" fmla="*/ 2967497 w 5629840"/>
                <a:gd name="connsiteY11" fmla="*/ 2041966 h 2185158"/>
                <a:gd name="connsiteX12" fmla="*/ 3332387 w 5629840"/>
                <a:gd name="connsiteY12" fmla="*/ 2125397 h 2185158"/>
                <a:gd name="connsiteX13" fmla="*/ 3686633 w 5629840"/>
                <a:gd name="connsiteY13" fmla="*/ 2125397 h 2185158"/>
                <a:gd name="connsiteX14" fmla="*/ 3937705 w 5629840"/>
                <a:gd name="connsiteY14" fmla="*/ 2138666 h 2185158"/>
                <a:gd name="connsiteX15" fmla="*/ 4247135 w 5629840"/>
                <a:gd name="connsiteY15" fmla="*/ 2167610 h 2185158"/>
                <a:gd name="connsiteX16" fmla="*/ 4503622 w 5629840"/>
                <a:gd name="connsiteY16" fmla="*/ 2177230 h 2185158"/>
                <a:gd name="connsiteX17" fmla="*/ 4667860 w 5629840"/>
                <a:gd name="connsiteY17" fmla="*/ 2104829 h 2185158"/>
                <a:gd name="connsiteX18" fmla="*/ 4903713 w 5629840"/>
                <a:gd name="connsiteY18" fmla="*/ 1945681 h 2185158"/>
                <a:gd name="connsiteX19" fmla="*/ 5377473 w 5629840"/>
                <a:gd name="connsiteY19" fmla="*/ 1541299 h 2185158"/>
                <a:gd name="connsiteX20" fmla="*/ 5629840 w 5629840"/>
                <a:gd name="connsiteY20" fmla="*/ 1082481 h 2185158"/>
                <a:gd name="connsiteX0" fmla="*/ 0 w 5629840"/>
                <a:gd name="connsiteY0" fmla="*/ 0 h 2185158"/>
                <a:gd name="connsiteX1" fmla="*/ 1113060 w 5629840"/>
                <a:gd name="connsiteY1" fmla="*/ 452842 h 2185158"/>
                <a:gd name="connsiteX2" fmla="*/ 1505053 w 5629840"/>
                <a:gd name="connsiteY2" fmla="*/ 148857 h 2185158"/>
                <a:gd name="connsiteX3" fmla="*/ 2028966 w 5629840"/>
                <a:gd name="connsiteY3" fmla="*/ 64949 h 2185158"/>
                <a:gd name="connsiteX4" fmla="*/ 2537433 w 5629840"/>
                <a:gd name="connsiteY4" fmla="*/ 204668 h 2185158"/>
                <a:gd name="connsiteX5" fmla="*/ 2863575 w 5629840"/>
                <a:gd name="connsiteY5" fmla="*/ 395948 h 2185158"/>
                <a:gd name="connsiteX6" fmla="*/ 2802894 w 5629840"/>
                <a:gd name="connsiteY6" fmla="*/ 659548 h 2185158"/>
                <a:gd name="connsiteX7" fmla="*/ 2539674 w 5629840"/>
                <a:gd name="connsiteY7" fmla="*/ 901472 h 2185158"/>
                <a:gd name="connsiteX8" fmla="*/ 2476131 w 5629840"/>
                <a:gd name="connsiteY8" fmla="*/ 1261010 h 2185158"/>
                <a:gd name="connsiteX9" fmla="*/ 2629683 w 5629840"/>
                <a:gd name="connsiteY9" fmla="*/ 1636756 h 2185158"/>
                <a:gd name="connsiteX10" fmla="*/ 2761988 w 5629840"/>
                <a:gd name="connsiteY10" fmla="*/ 1859348 h 2185158"/>
                <a:gd name="connsiteX11" fmla="*/ 2967497 w 5629840"/>
                <a:gd name="connsiteY11" fmla="*/ 2041966 h 2185158"/>
                <a:gd name="connsiteX12" fmla="*/ 3332387 w 5629840"/>
                <a:gd name="connsiteY12" fmla="*/ 2125397 h 2185158"/>
                <a:gd name="connsiteX13" fmla="*/ 3686633 w 5629840"/>
                <a:gd name="connsiteY13" fmla="*/ 2125397 h 2185158"/>
                <a:gd name="connsiteX14" fmla="*/ 3937705 w 5629840"/>
                <a:gd name="connsiteY14" fmla="*/ 2138666 h 2185158"/>
                <a:gd name="connsiteX15" fmla="*/ 4247135 w 5629840"/>
                <a:gd name="connsiteY15" fmla="*/ 2167610 h 2185158"/>
                <a:gd name="connsiteX16" fmla="*/ 4503622 w 5629840"/>
                <a:gd name="connsiteY16" fmla="*/ 2177230 h 2185158"/>
                <a:gd name="connsiteX17" fmla="*/ 4667860 w 5629840"/>
                <a:gd name="connsiteY17" fmla="*/ 2104829 h 2185158"/>
                <a:gd name="connsiteX18" fmla="*/ 4721900 w 5629840"/>
                <a:gd name="connsiteY18" fmla="*/ 1866889 h 2185158"/>
                <a:gd name="connsiteX19" fmla="*/ 5377473 w 5629840"/>
                <a:gd name="connsiteY19" fmla="*/ 1541299 h 2185158"/>
                <a:gd name="connsiteX20" fmla="*/ 5629840 w 5629840"/>
                <a:gd name="connsiteY20" fmla="*/ 1082481 h 2185158"/>
                <a:gd name="connsiteX0" fmla="*/ 0 w 5629840"/>
                <a:gd name="connsiteY0" fmla="*/ 0 h 2187783"/>
                <a:gd name="connsiteX1" fmla="*/ 1113060 w 5629840"/>
                <a:gd name="connsiteY1" fmla="*/ 452842 h 2187783"/>
                <a:gd name="connsiteX2" fmla="*/ 1505053 w 5629840"/>
                <a:gd name="connsiteY2" fmla="*/ 148857 h 2187783"/>
                <a:gd name="connsiteX3" fmla="*/ 2028966 w 5629840"/>
                <a:gd name="connsiteY3" fmla="*/ 64949 h 2187783"/>
                <a:gd name="connsiteX4" fmla="*/ 2537433 w 5629840"/>
                <a:gd name="connsiteY4" fmla="*/ 204668 h 2187783"/>
                <a:gd name="connsiteX5" fmla="*/ 2863575 w 5629840"/>
                <a:gd name="connsiteY5" fmla="*/ 395948 h 2187783"/>
                <a:gd name="connsiteX6" fmla="*/ 2802894 w 5629840"/>
                <a:gd name="connsiteY6" fmla="*/ 659548 h 2187783"/>
                <a:gd name="connsiteX7" fmla="*/ 2539674 w 5629840"/>
                <a:gd name="connsiteY7" fmla="*/ 901472 h 2187783"/>
                <a:gd name="connsiteX8" fmla="*/ 2476131 w 5629840"/>
                <a:gd name="connsiteY8" fmla="*/ 1261010 h 2187783"/>
                <a:gd name="connsiteX9" fmla="*/ 2629683 w 5629840"/>
                <a:gd name="connsiteY9" fmla="*/ 1636756 h 2187783"/>
                <a:gd name="connsiteX10" fmla="*/ 2761988 w 5629840"/>
                <a:gd name="connsiteY10" fmla="*/ 1859348 h 2187783"/>
                <a:gd name="connsiteX11" fmla="*/ 2967497 w 5629840"/>
                <a:gd name="connsiteY11" fmla="*/ 2041966 h 2187783"/>
                <a:gd name="connsiteX12" fmla="*/ 3332387 w 5629840"/>
                <a:gd name="connsiteY12" fmla="*/ 2125397 h 2187783"/>
                <a:gd name="connsiteX13" fmla="*/ 3686633 w 5629840"/>
                <a:gd name="connsiteY13" fmla="*/ 2125397 h 2187783"/>
                <a:gd name="connsiteX14" fmla="*/ 3937705 w 5629840"/>
                <a:gd name="connsiteY14" fmla="*/ 2138666 h 2187783"/>
                <a:gd name="connsiteX15" fmla="*/ 4247135 w 5629840"/>
                <a:gd name="connsiteY15" fmla="*/ 2167610 h 2187783"/>
                <a:gd name="connsiteX16" fmla="*/ 4503622 w 5629840"/>
                <a:gd name="connsiteY16" fmla="*/ 2177230 h 2187783"/>
                <a:gd name="connsiteX17" fmla="*/ 4582678 w 5629840"/>
                <a:gd name="connsiteY17" fmla="*/ 2025162 h 2187783"/>
                <a:gd name="connsiteX18" fmla="*/ 4721900 w 5629840"/>
                <a:gd name="connsiteY18" fmla="*/ 1866889 h 2187783"/>
                <a:gd name="connsiteX19" fmla="*/ 5377473 w 5629840"/>
                <a:gd name="connsiteY19" fmla="*/ 1541299 h 2187783"/>
                <a:gd name="connsiteX20" fmla="*/ 5629840 w 5629840"/>
                <a:gd name="connsiteY20" fmla="*/ 1082481 h 2187783"/>
                <a:gd name="connsiteX0" fmla="*/ 0 w 5629840"/>
                <a:gd name="connsiteY0" fmla="*/ 0 h 2168075"/>
                <a:gd name="connsiteX1" fmla="*/ 1113060 w 5629840"/>
                <a:gd name="connsiteY1" fmla="*/ 452842 h 2168075"/>
                <a:gd name="connsiteX2" fmla="*/ 1505053 w 5629840"/>
                <a:gd name="connsiteY2" fmla="*/ 148857 h 2168075"/>
                <a:gd name="connsiteX3" fmla="*/ 2028966 w 5629840"/>
                <a:gd name="connsiteY3" fmla="*/ 64949 h 2168075"/>
                <a:gd name="connsiteX4" fmla="*/ 2537433 w 5629840"/>
                <a:gd name="connsiteY4" fmla="*/ 204668 h 2168075"/>
                <a:gd name="connsiteX5" fmla="*/ 2863575 w 5629840"/>
                <a:gd name="connsiteY5" fmla="*/ 395948 h 2168075"/>
                <a:gd name="connsiteX6" fmla="*/ 2802894 w 5629840"/>
                <a:gd name="connsiteY6" fmla="*/ 659548 h 2168075"/>
                <a:gd name="connsiteX7" fmla="*/ 2539674 w 5629840"/>
                <a:gd name="connsiteY7" fmla="*/ 901472 h 2168075"/>
                <a:gd name="connsiteX8" fmla="*/ 2476131 w 5629840"/>
                <a:gd name="connsiteY8" fmla="*/ 1261010 h 2168075"/>
                <a:gd name="connsiteX9" fmla="*/ 2629683 w 5629840"/>
                <a:gd name="connsiteY9" fmla="*/ 1636756 h 2168075"/>
                <a:gd name="connsiteX10" fmla="*/ 2761988 w 5629840"/>
                <a:gd name="connsiteY10" fmla="*/ 1859348 h 2168075"/>
                <a:gd name="connsiteX11" fmla="*/ 2967497 w 5629840"/>
                <a:gd name="connsiteY11" fmla="*/ 2041966 h 2168075"/>
                <a:gd name="connsiteX12" fmla="*/ 3332387 w 5629840"/>
                <a:gd name="connsiteY12" fmla="*/ 2125397 h 2168075"/>
                <a:gd name="connsiteX13" fmla="*/ 3686633 w 5629840"/>
                <a:gd name="connsiteY13" fmla="*/ 2125397 h 2168075"/>
                <a:gd name="connsiteX14" fmla="*/ 3937705 w 5629840"/>
                <a:gd name="connsiteY14" fmla="*/ 2138666 h 2168075"/>
                <a:gd name="connsiteX15" fmla="*/ 4247135 w 5629840"/>
                <a:gd name="connsiteY15" fmla="*/ 2167610 h 2168075"/>
                <a:gd name="connsiteX16" fmla="*/ 4435477 w 5629840"/>
                <a:gd name="connsiteY16" fmla="*/ 2113498 h 2168075"/>
                <a:gd name="connsiteX17" fmla="*/ 4582678 w 5629840"/>
                <a:gd name="connsiteY17" fmla="*/ 2025162 h 2168075"/>
                <a:gd name="connsiteX18" fmla="*/ 4721900 w 5629840"/>
                <a:gd name="connsiteY18" fmla="*/ 1866889 h 2168075"/>
                <a:gd name="connsiteX19" fmla="*/ 5377473 w 5629840"/>
                <a:gd name="connsiteY19" fmla="*/ 1541299 h 2168075"/>
                <a:gd name="connsiteX20" fmla="*/ 5629840 w 5629840"/>
                <a:gd name="connsiteY20" fmla="*/ 1082481 h 2168075"/>
                <a:gd name="connsiteX0" fmla="*/ 0 w 5377473"/>
                <a:gd name="connsiteY0" fmla="*/ 0 h 2168075"/>
                <a:gd name="connsiteX1" fmla="*/ 1113060 w 5377473"/>
                <a:gd name="connsiteY1" fmla="*/ 452842 h 2168075"/>
                <a:gd name="connsiteX2" fmla="*/ 1505053 w 5377473"/>
                <a:gd name="connsiteY2" fmla="*/ 148857 h 2168075"/>
                <a:gd name="connsiteX3" fmla="*/ 2028966 w 5377473"/>
                <a:gd name="connsiteY3" fmla="*/ 64949 h 2168075"/>
                <a:gd name="connsiteX4" fmla="*/ 2537433 w 5377473"/>
                <a:gd name="connsiteY4" fmla="*/ 204668 h 2168075"/>
                <a:gd name="connsiteX5" fmla="*/ 2863575 w 5377473"/>
                <a:gd name="connsiteY5" fmla="*/ 395948 h 2168075"/>
                <a:gd name="connsiteX6" fmla="*/ 2802894 w 5377473"/>
                <a:gd name="connsiteY6" fmla="*/ 659548 h 2168075"/>
                <a:gd name="connsiteX7" fmla="*/ 2539674 w 5377473"/>
                <a:gd name="connsiteY7" fmla="*/ 901472 h 2168075"/>
                <a:gd name="connsiteX8" fmla="*/ 2476131 w 5377473"/>
                <a:gd name="connsiteY8" fmla="*/ 1261010 h 2168075"/>
                <a:gd name="connsiteX9" fmla="*/ 2629683 w 5377473"/>
                <a:gd name="connsiteY9" fmla="*/ 1636756 h 2168075"/>
                <a:gd name="connsiteX10" fmla="*/ 2761988 w 5377473"/>
                <a:gd name="connsiteY10" fmla="*/ 1859348 h 2168075"/>
                <a:gd name="connsiteX11" fmla="*/ 2967497 w 5377473"/>
                <a:gd name="connsiteY11" fmla="*/ 2041966 h 2168075"/>
                <a:gd name="connsiteX12" fmla="*/ 3332387 w 5377473"/>
                <a:gd name="connsiteY12" fmla="*/ 2125397 h 2168075"/>
                <a:gd name="connsiteX13" fmla="*/ 3686633 w 5377473"/>
                <a:gd name="connsiteY13" fmla="*/ 2125397 h 2168075"/>
                <a:gd name="connsiteX14" fmla="*/ 3937705 w 5377473"/>
                <a:gd name="connsiteY14" fmla="*/ 2138666 h 2168075"/>
                <a:gd name="connsiteX15" fmla="*/ 4247135 w 5377473"/>
                <a:gd name="connsiteY15" fmla="*/ 2167610 h 2168075"/>
                <a:gd name="connsiteX16" fmla="*/ 4435477 w 5377473"/>
                <a:gd name="connsiteY16" fmla="*/ 2113498 h 2168075"/>
                <a:gd name="connsiteX17" fmla="*/ 4582678 w 5377473"/>
                <a:gd name="connsiteY17" fmla="*/ 2025162 h 2168075"/>
                <a:gd name="connsiteX18" fmla="*/ 4721900 w 5377473"/>
                <a:gd name="connsiteY18" fmla="*/ 1866889 h 2168075"/>
                <a:gd name="connsiteX19" fmla="*/ 5377473 w 5377473"/>
                <a:gd name="connsiteY19" fmla="*/ 1541299 h 2168075"/>
                <a:gd name="connsiteX0" fmla="*/ 0 w 4721900"/>
                <a:gd name="connsiteY0" fmla="*/ 0 h 2168075"/>
                <a:gd name="connsiteX1" fmla="*/ 1113060 w 4721900"/>
                <a:gd name="connsiteY1" fmla="*/ 452842 h 2168075"/>
                <a:gd name="connsiteX2" fmla="*/ 1505053 w 4721900"/>
                <a:gd name="connsiteY2" fmla="*/ 148857 h 2168075"/>
                <a:gd name="connsiteX3" fmla="*/ 2028966 w 4721900"/>
                <a:gd name="connsiteY3" fmla="*/ 64949 h 2168075"/>
                <a:gd name="connsiteX4" fmla="*/ 2537433 w 4721900"/>
                <a:gd name="connsiteY4" fmla="*/ 204668 h 2168075"/>
                <a:gd name="connsiteX5" fmla="*/ 2863575 w 4721900"/>
                <a:gd name="connsiteY5" fmla="*/ 395948 h 2168075"/>
                <a:gd name="connsiteX6" fmla="*/ 2802894 w 4721900"/>
                <a:gd name="connsiteY6" fmla="*/ 659548 h 2168075"/>
                <a:gd name="connsiteX7" fmla="*/ 2539674 w 4721900"/>
                <a:gd name="connsiteY7" fmla="*/ 901472 h 2168075"/>
                <a:gd name="connsiteX8" fmla="*/ 2476131 w 4721900"/>
                <a:gd name="connsiteY8" fmla="*/ 1261010 h 2168075"/>
                <a:gd name="connsiteX9" fmla="*/ 2629683 w 4721900"/>
                <a:gd name="connsiteY9" fmla="*/ 1636756 h 2168075"/>
                <a:gd name="connsiteX10" fmla="*/ 2761988 w 4721900"/>
                <a:gd name="connsiteY10" fmla="*/ 1859348 h 2168075"/>
                <a:gd name="connsiteX11" fmla="*/ 2967497 w 4721900"/>
                <a:gd name="connsiteY11" fmla="*/ 2041966 h 2168075"/>
                <a:gd name="connsiteX12" fmla="*/ 3332387 w 4721900"/>
                <a:gd name="connsiteY12" fmla="*/ 2125397 h 2168075"/>
                <a:gd name="connsiteX13" fmla="*/ 3686633 w 4721900"/>
                <a:gd name="connsiteY13" fmla="*/ 2125397 h 2168075"/>
                <a:gd name="connsiteX14" fmla="*/ 3937705 w 4721900"/>
                <a:gd name="connsiteY14" fmla="*/ 2138666 h 2168075"/>
                <a:gd name="connsiteX15" fmla="*/ 4247135 w 4721900"/>
                <a:gd name="connsiteY15" fmla="*/ 2167610 h 2168075"/>
                <a:gd name="connsiteX16" fmla="*/ 4435477 w 4721900"/>
                <a:gd name="connsiteY16" fmla="*/ 2113498 h 2168075"/>
                <a:gd name="connsiteX17" fmla="*/ 4582678 w 4721900"/>
                <a:gd name="connsiteY17" fmla="*/ 2025162 h 2168075"/>
                <a:gd name="connsiteX18" fmla="*/ 4721900 w 4721900"/>
                <a:gd name="connsiteY18" fmla="*/ 1866889 h 2168075"/>
                <a:gd name="connsiteX0" fmla="*/ 0 w 4947804"/>
                <a:gd name="connsiteY0" fmla="*/ 0 h 2168075"/>
                <a:gd name="connsiteX1" fmla="*/ 1113060 w 4947804"/>
                <a:gd name="connsiteY1" fmla="*/ 452842 h 2168075"/>
                <a:gd name="connsiteX2" fmla="*/ 1505053 w 4947804"/>
                <a:gd name="connsiteY2" fmla="*/ 148857 h 2168075"/>
                <a:gd name="connsiteX3" fmla="*/ 2028966 w 4947804"/>
                <a:gd name="connsiteY3" fmla="*/ 64949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61988 w 4947804"/>
                <a:gd name="connsiteY10" fmla="*/ 1859348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82678 w 4947804"/>
                <a:gd name="connsiteY17" fmla="*/ 2025162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2028966 w 4947804"/>
                <a:gd name="connsiteY3" fmla="*/ 64949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61988 w 4947804"/>
                <a:gd name="connsiteY10" fmla="*/ 1859348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82678 w 4947804"/>
                <a:gd name="connsiteY17" fmla="*/ 2025162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2028966 w 4947804"/>
                <a:gd name="connsiteY3" fmla="*/ 64949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61988 w 4947804"/>
                <a:gd name="connsiteY10" fmla="*/ 1859348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17439 w 4947804"/>
                <a:gd name="connsiteY17" fmla="*/ 1977834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2028966 w 4947804"/>
                <a:gd name="connsiteY3" fmla="*/ 64949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61988 w 4947804"/>
                <a:gd name="connsiteY10" fmla="*/ 1859348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98210 w 4947804"/>
                <a:gd name="connsiteY17" fmla="*/ 1925623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2028966 w 4947804"/>
                <a:gd name="connsiteY3" fmla="*/ 64949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44566 w 4947804"/>
                <a:gd name="connsiteY10" fmla="*/ 1902369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98210 w 4947804"/>
                <a:gd name="connsiteY17" fmla="*/ 1925623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1980378 w 4947804"/>
                <a:gd name="connsiteY3" fmla="*/ 92507 h 2168075"/>
                <a:gd name="connsiteX4" fmla="*/ 2537433 w 4947804"/>
                <a:gd name="connsiteY4" fmla="*/ 204668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44566 w 4947804"/>
                <a:gd name="connsiteY10" fmla="*/ 1902369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98210 w 4947804"/>
                <a:gd name="connsiteY17" fmla="*/ 1925623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1980378 w 4947804"/>
                <a:gd name="connsiteY3" fmla="*/ 92507 h 2168075"/>
                <a:gd name="connsiteX4" fmla="*/ 2464665 w 4947804"/>
                <a:gd name="connsiteY4" fmla="*/ 214174 h 2168075"/>
                <a:gd name="connsiteX5" fmla="*/ 2863575 w 4947804"/>
                <a:gd name="connsiteY5" fmla="*/ 395948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44566 w 4947804"/>
                <a:gd name="connsiteY10" fmla="*/ 1902369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98210 w 4947804"/>
                <a:gd name="connsiteY17" fmla="*/ 1925623 h 2168075"/>
                <a:gd name="connsiteX18" fmla="*/ 4947804 w 4947804"/>
                <a:gd name="connsiteY18" fmla="*/ 1713161 h 2168075"/>
                <a:gd name="connsiteX0" fmla="*/ 0 w 4947804"/>
                <a:gd name="connsiteY0" fmla="*/ 0 h 2168075"/>
                <a:gd name="connsiteX1" fmla="*/ 1113060 w 4947804"/>
                <a:gd name="connsiteY1" fmla="*/ 452842 h 2168075"/>
                <a:gd name="connsiteX2" fmla="*/ 1505053 w 4947804"/>
                <a:gd name="connsiteY2" fmla="*/ 148857 h 2168075"/>
                <a:gd name="connsiteX3" fmla="*/ 1980378 w 4947804"/>
                <a:gd name="connsiteY3" fmla="*/ 92507 h 2168075"/>
                <a:gd name="connsiteX4" fmla="*/ 2464665 w 4947804"/>
                <a:gd name="connsiteY4" fmla="*/ 214174 h 2168075"/>
                <a:gd name="connsiteX5" fmla="*/ 2808701 w 4947804"/>
                <a:gd name="connsiteY5" fmla="*/ 376565 h 2168075"/>
                <a:gd name="connsiteX6" fmla="*/ 2802894 w 4947804"/>
                <a:gd name="connsiteY6" fmla="*/ 659548 h 2168075"/>
                <a:gd name="connsiteX7" fmla="*/ 2539674 w 4947804"/>
                <a:gd name="connsiteY7" fmla="*/ 901472 h 2168075"/>
                <a:gd name="connsiteX8" fmla="*/ 2476131 w 4947804"/>
                <a:gd name="connsiteY8" fmla="*/ 1261010 h 2168075"/>
                <a:gd name="connsiteX9" fmla="*/ 2629683 w 4947804"/>
                <a:gd name="connsiteY9" fmla="*/ 1636756 h 2168075"/>
                <a:gd name="connsiteX10" fmla="*/ 2744566 w 4947804"/>
                <a:gd name="connsiteY10" fmla="*/ 1902369 h 2168075"/>
                <a:gd name="connsiteX11" fmla="*/ 2967497 w 4947804"/>
                <a:gd name="connsiteY11" fmla="*/ 2041966 h 2168075"/>
                <a:gd name="connsiteX12" fmla="*/ 3332387 w 4947804"/>
                <a:gd name="connsiteY12" fmla="*/ 2125397 h 2168075"/>
                <a:gd name="connsiteX13" fmla="*/ 3686633 w 4947804"/>
                <a:gd name="connsiteY13" fmla="*/ 2125397 h 2168075"/>
                <a:gd name="connsiteX14" fmla="*/ 3937705 w 4947804"/>
                <a:gd name="connsiteY14" fmla="*/ 2138666 h 2168075"/>
                <a:gd name="connsiteX15" fmla="*/ 4247135 w 4947804"/>
                <a:gd name="connsiteY15" fmla="*/ 2167610 h 2168075"/>
                <a:gd name="connsiteX16" fmla="*/ 4435477 w 4947804"/>
                <a:gd name="connsiteY16" fmla="*/ 2113498 h 2168075"/>
                <a:gd name="connsiteX17" fmla="*/ 4598210 w 4947804"/>
                <a:gd name="connsiteY17" fmla="*/ 1925623 h 2168075"/>
                <a:gd name="connsiteX18" fmla="*/ 4947804 w 4947804"/>
                <a:gd name="connsiteY18" fmla="*/ 1713161 h 2168075"/>
                <a:gd name="connsiteX0" fmla="*/ 0 w 4947804"/>
                <a:gd name="connsiteY0" fmla="*/ 0 h 2168218"/>
                <a:gd name="connsiteX1" fmla="*/ 1113060 w 4947804"/>
                <a:gd name="connsiteY1" fmla="*/ 452842 h 2168218"/>
                <a:gd name="connsiteX2" fmla="*/ 1505053 w 4947804"/>
                <a:gd name="connsiteY2" fmla="*/ 148857 h 2168218"/>
                <a:gd name="connsiteX3" fmla="*/ 1980378 w 4947804"/>
                <a:gd name="connsiteY3" fmla="*/ 92507 h 2168218"/>
                <a:gd name="connsiteX4" fmla="*/ 2464665 w 4947804"/>
                <a:gd name="connsiteY4" fmla="*/ 214174 h 2168218"/>
                <a:gd name="connsiteX5" fmla="*/ 2808701 w 4947804"/>
                <a:gd name="connsiteY5" fmla="*/ 376565 h 2168218"/>
                <a:gd name="connsiteX6" fmla="*/ 2802894 w 4947804"/>
                <a:gd name="connsiteY6" fmla="*/ 659548 h 2168218"/>
                <a:gd name="connsiteX7" fmla="*/ 2539674 w 4947804"/>
                <a:gd name="connsiteY7" fmla="*/ 901472 h 2168218"/>
                <a:gd name="connsiteX8" fmla="*/ 2476131 w 4947804"/>
                <a:gd name="connsiteY8" fmla="*/ 1261010 h 2168218"/>
                <a:gd name="connsiteX9" fmla="*/ 2629683 w 4947804"/>
                <a:gd name="connsiteY9" fmla="*/ 1636756 h 2168218"/>
                <a:gd name="connsiteX10" fmla="*/ 2744566 w 4947804"/>
                <a:gd name="connsiteY10" fmla="*/ 1902369 h 2168218"/>
                <a:gd name="connsiteX11" fmla="*/ 2967497 w 4947804"/>
                <a:gd name="connsiteY11" fmla="*/ 2041966 h 2168218"/>
                <a:gd name="connsiteX12" fmla="*/ 3332387 w 4947804"/>
                <a:gd name="connsiteY12" fmla="*/ 2125397 h 2168218"/>
                <a:gd name="connsiteX13" fmla="*/ 3739300 w 4947804"/>
                <a:gd name="connsiteY13" fmla="*/ 2078841 h 2168218"/>
                <a:gd name="connsiteX14" fmla="*/ 3937705 w 4947804"/>
                <a:gd name="connsiteY14" fmla="*/ 2138666 h 2168218"/>
                <a:gd name="connsiteX15" fmla="*/ 4247135 w 4947804"/>
                <a:gd name="connsiteY15" fmla="*/ 2167610 h 2168218"/>
                <a:gd name="connsiteX16" fmla="*/ 4435477 w 4947804"/>
                <a:gd name="connsiteY16" fmla="*/ 2113498 h 2168218"/>
                <a:gd name="connsiteX17" fmla="*/ 4598210 w 4947804"/>
                <a:gd name="connsiteY17" fmla="*/ 1925623 h 2168218"/>
                <a:gd name="connsiteX18" fmla="*/ 4947804 w 4947804"/>
                <a:gd name="connsiteY18" fmla="*/ 1713161 h 2168218"/>
                <a:gd name="connsiteX0" fmla="*/ 0 w 4947804"/>
                <a:gd name="connsiteY0" fmla="*/ 0 h 2167637"/>
                <a:gd name="connsiteX1" fmla="*/ 1113060 w 4947804"/>
                <a:gd name="connsiteY1" fmla="*/ 452842 h 2167637"/>
                <a:gd name="connsiteX2" fmla="*/ 1505053 w 4947804"/>
                <a:gd name="connsiteY2" fmla="*/ 148857 h 2167637"/>
                <a:gd name="connsiteX3" fmla="*/ 1980378 w 4947804"/>
                <a:gd name="connsiteY3" fmla="*/ 92507 h 2167637"/>
                <a:gd name="connsiteX4" fmla="*/ 2464665 w 4947804"/>
                <a:gd name="connsiteY4" fmla="*/ 214174 h 2167637"/>
                <a:gd name="connsiteX5" fmla="*/ 2808701 w 4947804"/>
                <a:gd name="connsiteY5" fmla="*/ 376565 h 2167637"/>
                <a:gd name="connsiteX6" fmla="*/ 2802894 w 4947804"/>
                <a:gd name="connsiteY6" fmla="*/ 659548 h 2167637"/>
                <a:gd name="connsiteX7" fmla="*/ 2539674 w 4947804"/>
                <a:gd name="connsiteY7" fmla="*/ 901472 h 2167637"/>
                <a:gd name="connsiteX8" fmla="*/ 2476131 w 4947804"/>
                <a:gd name="connsiteY8" fmla="*/ 1261010 h 2167637"/>
                <a:gd name="connsiteX9" fmla="*/ 2629683 w 4947804"/>
                <a:gd name="connsiteY9" fmla="*/ 1636756 h 2167637"/>
                <a:gd name="connsiteX10" fmla="*/ 2744566 w 4947804"/>
                <a:gd name="connsiteY10" fmla="*/ 1902369 h 2167637"/>
                <a:gd name="connsiteX11" fmla="*/ 2967497 w 4947804"/>
                <a:gd name="connsiteY11" fmla="*/ 2041966 h 2167637"/>
                <a:gd name="connsiteX12" fmla="*/ 3332387 w 4947804"/>
                <a:gd name="connsiteY12" fmla="*/ 2125397 h 2167637"/>
                <a:gd name="connsiteX13" fmla="*/ 3739300 w 4947804"/>
                <a:gd name="connsiteY13" fmla="*/ 2078841 h 2167637"/>
                <a:gd name="connsiteX14" fmla="*/ 3991318 w 4947804"/>
                <a:gd name="connsiteY14" fmla="*/ 2120370 h 2167637"/>
                <a:gd name="connsiteX15" fmla="*/ 4247135 w 4947804"/>
                <a:gd name="connsiteY15" fmla="*/ 2167610 h 2167637"/>
                <a:gd name="connsiteX16" fmla="*/ 4435477 w 4947804"/>
                <a:gd name="connsiteY16" fmla="*/ 2113498 h 2167637"/>
                <a:gd name="connsiteX17" fmla="*/ 4598210 w 4947804"/>
                <a:gd name="connsiteY17" fmla="*/ 1925623 h 2167637"/>
                <a:gd name="connsiteX18" fmla="*/ 4947804 w 4947804"/>
                <a:gd name="connsiteY18" fmla="*/ 1713161 h 2167637"/>
                <a:gd name="connsiteX0" fmla="*/ 0 w 4998037"/>
                <a:gd name="connsiteY0" fmla="*/ 0 h 2118805"/>
                <a:gd name="connsiteX1" fmla="*/ 1163293 w 4998037"/>
                <a:gd name="connsiteY1" fmla="*/ 404009 h 2118805"/>
                <a:gd name="connsiteX2" fmla="*/ 1555286 w 4998037"/>
                <a:gd name="connsiteY2" fmla="*/ 100024 h 2118805"/>
                <a:gd name="connsiteX3" fmla="*/ 2030611 w 4998037"/>
                <a:gd name="connsiteY3" fmla="*/ 43674 h 2118805"/>
                <a:gd name="connsiteX4" fmla="*/ 2514898 w 4998037"/>
                <a:gd name="connsiteY4" fmla="*/ 165341 h 2118805"/>
                <a:gd name="connsiteX5" fmla="*/ 2858934 w 4998037"/>
                <a:gd name="connsiteY5" fmla="*/ 327732 h 2118805"/>
                <a:gd name="connsiteX6" fmla="*/ 2853127 w 4998037"/>
                <a:gd name="connsiteY6" fmla="*/ 610715 h 2118805"/>
                <a:gd name="connsiteX7" fmla="*/ 2589907 w 4998037"/>
                <a:gd name="connsiteY7" fmla="*/ 852639 h 2118805"/>
                <a:gd name="connsiteX8" fmla="*/ 2526364 w 4998037"/>
                <a:gd name="connsiteY8" fmla="*/ 1212177 h 2118805"/>
                <a:gd name="connsiteX9" fmla="*/ 2679916 w 4998037"/>
                <a:gd name="connsiteY9" fmla="*/ 1587923 h 2118805"/>
                <a:gd name="connsiteX10" fmla="*/ 2794799 w 4998037"/>
                <a:gd name="connsiteY10" fmla="*/ 1853536 h 2118805"/>
                <a:gd name="connsiteX11" fmla="*/ 3017730 w 4998037"/>
                <a:gd name="connsiteY11" fmla="*/ 1993133 h 2118805"/>
                <a:gd name="connsiteX12" fmla="*/ 3382620 w 4998037"/>
                <a:gd name="connsiteY12" fmla="*/ 2076564 h 2118805"/>
                <a:gd name="connsiteX13" fmla="*/ 3789533 w 4998037"/>
                <a:gd name="connsiteY13" fmla="*/ 2030008 h 2118805"/>
                <a:gd name="connsiteX14" fmla="*/ 4041551 w 4998037"/>
                <a:gd name="connsiteY14" fmla="*/ 2071537 h 2118805"/>
                <a:gd name="connsiteX15" fmla="*/ 4297368 w 4998037"/>
                <a:gd name="connsiteY15" fmla="*/ 2118777 h 2118805"/>
                <a:gd name="connsiteX16" fmla="*/ 4485710 w 4998037"/>
                <a:gd name="connsiteY16" fmla="*/ 2064665 h 2118805"/>
                <a:gd name="connsiteX17" fmla="*/ 4648443 w 4998037"/>
                <a:gd name="connsiteY17" fmla="*/ 1876790 h 2118805"/>
                <a:gd name="connsiteX18" fmla="*/ 4998037 w 4998037"/>
                <a:gd name="connsiteY18" fmla="*/ 1664328 h 2118805"/>
                <a:gd name="connsiteX0" fmla="*/ 0 w 4998037"/>
                <a:gd name="connsiteY0" fmla="*/ 0 h 2118805"/>
                <a:gd name="connsiteX1" fmla="*/ 1163293 w 4998037"/>
                <a:gd name="connsiteY1" fmla="*/ 404009 h 2118805"/>
                <a:gd name="connsiteX2" fmla="*/ 1555286 w 4998037"/>
                <a:gd name="connsiteY2" fmla="*/ 100024 h 2118805"/>
                <a:gd name="connsiteX3" fmla="*/ 2030611 w 4998037"/>
                <a:gd name="connsiteY3" fmla="*/ 43674 h 2118805"/>
                <a:gd name="connsiteX4" fmla="*/ 2514898 w 4998037"/>
                <a:gd name="connsiteY4" fmla="*/ 165341 h 2118805"/>
                <a:gd name="connsiteX5" fmla="*/ 2858934 w 4998037"/>
                <a:gd name="connsiteY5" fmla="*/ 327732 h 2118805"/>
                <a:gd name="connsiteX6" fmla="*/ 2853127 w 4998037"/>
                <a:gd name="connsiteY6" fmla="*/ 610715 h 2118805"/>
                <a:gd name="connsiteX7" fmla="*/ 2589907 w 4998037"/>
                <a:gd name="connsiteY7" fmla="*/ 852639 h 2118805"/>
                <a:gd name="connsiteX8" fmla="*/ 2526364 w 4998037"/>
                <a:gd name="connsiteY8" fmla="*/ 1212177 h 2118805"/>
                <a:gd name="connsiteX9" fmla="*/ 2679916 w 4998037"/>
                <a:gd name="connsiteY9" fmla="*/ 1587923 h 2118805"/>
                <a:gd name="connsiteX10" fmla="*/ 2794799 w 4998037"/>
                <a:gd name="connsiteY10" fmla="*/ 1853536 h 2118805"/>
                <a:gd name="connsiteX11" fmla="*/ 3017730 w 4998037"/>
                <a:gd name="connsiteY11" fmla="*/ 1993133 h 2118805"/>
                <a:gd name="connsiteX12" fmla="*/ 3382620 w 4998037"/>
                <a:gd name="connsiteY12" fmla="*/ 2076564 h 2118805"/>
                <a:gd name="connsiteX13" fmla="*/ 3789533 w 4998037"/>
                <a:gd name="connsiteY13" fmla="*/ 2030008 h 2118805"/>
                <a:gd name="connsiteX14" fmla="*/ 4041551 w 4998037"/>
                <a:gd name="connsiteY14" fmla="*/ 2071537 h 2118805"/>
                <a:gd name="connsiteX15" fmla="*/ 4297368 w 4998037"/>
                <a:gd name="connsiteY15" fmla="*/ 2118777 h 2118805"/>
                <a:gd name="connsiteX16" fmla="*/ 4485710 w 4998037"/>
                <a:gd name="connsiteY16" fmla="*/ 2064665 h 2118805"/>
                <a:gd name="connsiteX17" fmla="*/ 4648443 w 4998037"/>
                <a:gd name="connsiteY17" fmla="*/ 1876790 h 2118805"/>
                <a:gd name="connsiteX18" fmla="*/ 4998037 w 4998037"/>
                <a:gd name="connsiteY18" fmla="*/ 1664328 h 2118805"/>
                <a:gd name="connsiteX0" fmla="*/ 0 w 5356936"/>
                <a:gd name="connsiteY0" fmla="*/ 0 h 2194741"/>
                <a:gd name="connsiteX1" fmla="*/ 1522192 w 5356936"/>
                <a:gd name="connsiteY1" fmla="*/ 479945 h 2194741"/>
                <a:gd name="connsiteX2" fmla="*/ 1914185 w 5356936"/>
                <a:gd name="connsiteY2" fmla="*/ 175960 h 2194741"/>
                <a:gd name="connsiteX3" fmla="*/ 2389510 w 5356936"/>
                <a:gd name="connsiteY3" fmla="*/ 119610 h 2194741"/>
                <a:gd name="connsiteX4" fmla="*/ 2873797 w 5356936"/>
                <a:gd name="connsiteY4" fmla="*/ 241277 h 2194741"/>
                <a:gd name="connsiteX5" fmla="*/ 3217833 w 5356936"/>
                <a:gd name="connsiteY5" fmla="*/ 403668 h 2194741"/>
                <a:gd name="connsiteX6" fmla="*/ 3212026 w 5356936"/>
                <a:gd name="connsiteY6" fmla="*/ 686651 h 2194741"/>
                <a:gd name="connsiteX7" fmla="*/ 2948806 w 5356936"/>
                <a:gd name="connsiteY7" fmla="*/ 928575 h 2194741"/>
                <a:gd name="connsiteX8" fmla="*/ 2885263 w 5356936"/>
                <a:gd name="connsiteY8" fmla="*/ 1288113 h 2194741"/>
                <a:gd name="connsiteX9" fmla="*/ 3038815 w 5356936"/>
                <a:gd name="connsiteY9" fmla="*/ 1663859 h 2194741"/>
                <a:gd name="connsiteX10" fmla="*/ 3153698 w 5356936"/>
                <a:gd name="connsiteY10" fmla="*/ 1929472 h 2194741"/>
                <a:gd name="connsiteX11" fmla="*/ 3376629 w 5356936"/>
                <a:gd name="connsiteY11" fmla="*/ 2069069 h 2194741"/>
                <a:gd name="connsiteX12" fmla="*/ 3741519 w 5356936"/>
                <a:gd name="connsiteY12" fmla="*/ 2152500 h 2194741"/>
                <a:gd name="connsiteX13" fmla="*/ 4148432 w 5356936"/>
                <a:gd name="connsiteY13" fmla="*/ 2105944 h 2194741"/>
                <a:gd name="connsiteX14" fmla="*/ 4400450 w 5356936"/>
                <a:gd name="connsiteY14" fmla="*/ 2147473 h 2194741"/>
                <a:gd name="connsiteX15" fmla="*/ 4656267 w 5356936"/>
                <a:gd name="connsiteY15" fmla="*/ 2194713 h 2194741"/>
                <a:gd name="connsiteX16" fmla="*/ 4844609 w 5356936"/>
                <a:gd name="connsiteY16" fmla="*/ 2140601 h 2194741"/>
                <a:gd name="connsiteX17" fmla="*/ 5007342 w 5356936"/>
                <a:gd name="connsiteY17" fmla="*/ 1952726 h 2194741"/>
                <a:gd name="connsiteX18" fmla="*/ 5356936 w 5356936"/>
                <a:gd name="connsiteY18" fmla="*/ 1740264 h 2194741"/>
                <a:gd name="connsiteX0" fmla="*/ 0 w 5356936"/>
                <a:gd name="connsiteY0" fmla="*/ 0 h 2194741"/>
                <a:gd name="connsiteX1" fmla="*/ 538003 w 5356936"/>
                <a:gd name="connsiteY1" fmla="*/ 143201 h 2194741"/>
                <a:gd name="connsiteX2" fmla="*/ 1522192 w 5356936"/>
                <a:gd name="connsiteY2" fmla="*/ 479945 h 2194741"/>
                <a:gd name="connsiteX3" fmla="*/ 1914185 w 5356936"/>
                <a:gd name="connsiteY3" fmla="*/ 175960 h 2194741"/>
                <a:gd name="connsiteX4" fmla="*/ 2389510 w 5356936"/>
                <a:gd name="connsiteY4" fmla="*/ 119610 h 2194741"/>
                <a:gd name="connsiteX5" fmla="*/ 2873797 w 5356936"/>
                <a:gd name="connsiteY5" fmla="*/ 241277 h 2194741"/>
                <a:gd name="connsiteX6" fmla="*/ 3217833 w 5356936"/>
                <a:gd name="connsiteY6" fmla="*/ 403668 h 2194741"/>
                <a:gd name="connsiteX7" fmla="*/ 3212026 w 5356936"/>
                <a:gd name="connsiteY7" fmla="*/ 686651 h 2194741"/>
                <a:gd name="connsiteX8" fmla="*/ 2948806 w 5356936"/>
                <a:gd name="connsiteY8" fmla="*/ 928575 h 2194741"/>
                <a:gd name="connsiteX9" fmla="*/ 2885263 w 5356936"/>
                <a:gd name="connsiteY9" fmla="*/ 1288113 h 2194741"/>
                <a:gd name="connsiteX10" fmla="*/ 3038815 w 5356936"/>
                <a:gd name="connsiteY10" fmla="*/ 1663859 h 2194741"/>
                <a:gd name="connsiteX11" fmla="*/ 3153698 w 5356936"/>
                <a:gd name="connsiteY11" fmla="*/ 1929472 h 2194741"/>
                <a:gd name="connsiteX12" fmla="*/ 3376629 w 5356936"/>
                <a:gd name="connsiteY12" fmla="*/ 2069069 h 2194741"/>
                <a:gd name="connsiteX13" fmla="*/ 3741519 w 5356936"/>
                <a:gd name="connsiteY13" fmla="*/ 2152500 h 2194741"/>
                <a:gd name="connsiteX14" fmla="*/ 4148432 w 5356936"/>
                <a:gd name="connsiteY14" fmla="*/ 2105944 h 2194741"/>
                <a:gd name="connsiteX15" fmla="*/ 4400450 w 5356936"/>
                <a:gd name="connsiteY15" fmla="*/ 2147473 h 2194741"/>
                <a:gd name="connsiteX16" fmla="*/ 4656267 w 5356936"/>
                <a:gd name="connsiteY16" fmla="*/ 2194713 h 2194741"/>
                <a:gd name="connsiteX17" fmla="*/ 4844609 w 5356936"/>
                <a:gd name="connsiteY17" fmla="*/ 2140601 h 2194741"/>
                <a:gd name="connsiteX18" fmla="*/ 5007342 w 5356936"/>
                <a:gd name="connsiteY18" fmla="*/ 1952726 h 2194741"/>
                <a:gd name="connsiteX19" fmla="*/ 5356936 w 5356936"/>
                <a:gd name="connsiteY19" fmla="*/ 1740264 h 2194741"/>
                <a:gd name="connsiteX0" fmla="*/ 0 w 5356936"/>
                <a:gd name="connsiteY0" fmla="*/ 0 h 2194741"/>
                <a:gd name="connsiteX1" fmla="*/ 538003 w 5356936"/>
                <a:gd name="connsiteY1" fmla="*/ 143201 h 2194741"/>
                <a:gd name="connsiteX2" fmla="*/ 1522192 w 5356936"/>
                <a:gd name="connsiteY2" fmla="*/ 479945 h 2194741"/>
                <a:gd name="connsiteX3" fmla="*/ 1914185 w 5356936"/>
                <a:gd name="connsiteY3" fmla="*/ 175960 h 2194741"/>
                <a:gd name="connsiteX4" fmla="*/ 2389510 w 5356936"/>
                <a:gd name="connsiteY4" fmla="*/ 119610 h 2194741"/>
                <a:gd name="connsiteX5" fmla="*/ 2873797 w 5356936"/>
                <a:gd name="connsiteY5" fmla="*/ 241277 h 2194741"/>
                <a:gd name="connsiteX6" fmla="*/ 3217833 w 5356936"/>
                <a:gd name="connsiteY6" fmla="*/ 403668 h 2194741"/>
                <a:gd name="connsiteX7" fmla="*/ 3212026 w 5356936"/>
                <a:gd name="connsiteY7" fmla="*/ 686651 h 2194741"/>
                <a:gd name="connsiteX8" fmla="*/ 2948806 w 5356936"/>
                <a:gd name="connsiteY8" fmla="*/ 928575 h 2194741"/>
                <a:gd name="connsiteX9" fmla="*/ 2885263 w 5356936"/>
                <a:gd name="connsiteY9" fmla="*/ 1288113 h 2194741"/>
                <a:gd name="connsiteX10" fmla="*/ 3038815 w 5356936"/>
                <a:gd name="connsiteY10" fmla="*/ 1663859 h 2194741"/>
                <a:gd name="connsiteX11" fmla="*/ 3153698 w 5356936"/>
                <a:gd name="connsiteY11" fmla="*/ 1929472 h 2194741"/>
                <a:gd name="connsiteX12" fmla="*/ 3376629 w 5356936"/>
                <a:gd name="connsiteY12" fmla="*/ 2069069 h 2194741"/>
                <a:gd name="connsiteX13" fmla="*/ 3741519 w 5356936"/>
                <a:gd name="connsiteY13" fmla="*/ 2152500 h 2194741"/>
                <a:gd name="connsiteX14" fmla="*/ 4148432 w 5356936"/>
                <a:gd name="connsiteY14" fmla="*/ 2105944 h 2194741"/>
                <a:gd name="connsiteX15" fmla="*/ 4400450 w 5356936"/>
                <a:gd name="connsiteY15" fmla="*/ 2147473 h 2194741"/>
                <a:gd name="connsiteX16" fmla="*/ 4656267 w 5356936"/>
                <a:gd name="connsiteY16" fmla="*/ 2194713 h 2194741"/>
                <a:gd name="connsiteX17" fmla="*/ 4844609 w 5356936"/>
                <a:gd name="connsiteY17" fmla="*/ 2140601 h 2194741"/>
                <a:gd name="connsiteX18" fmla="*/ 5007342 w 5356936"/>
                <a:gd name="connsiteY18" fmla="*/ 1952726 h 2194741"/>
                <a:gd name="connsiteX19" fmla="*/ 5356936 w 5356936"/>
                <a:gd name="connsiteY19" fmla="*/ 1740264 h 2194741"/>
                <a:gd name="connsiteX0" fmla="*/ 0 w 5356936"/>
                <a:gd name="connsiteY0" fmla="*/ 0 h 2194741"/>
                <a:gd name="connsiteX1" fmla="*/ 579316 w 5356936"/>
                <a:gd name="connsiteY1" fmla="*/ 98006 h 2194741"/>
                <a:gd name="connsiteX2" fmla="*/ 1522192 w 5356936"/>
                <a:gd name="connsiteY2" fmla="*/ 479945 h 2194741"/>
                <a:gd name="connsiteX3" fmla="*/ 1914185 w 5356936"/>
                <a:gd name="connsiteY3" fmla="*/ 175960 h 2194741"/>
                <a:gd name="connsiteX4" fmla="*/ 2389510 w 5356936"/>
                <a:gd name="connsiteY4" fmla="*/ 119610 h 2194741"/>
                <a:gd name="connsiteX5" fmla="*/ 2873797 w 5356936"/>
                <a:gd name="connsiteY5" fmla="*/ 241277 h 2194741"/>
                <a:gd name="connsiteX6" fmla="*/ 3217833 w 5356936"/>
                <a:gd name="connsiteY6" fmla="*/ 403668 h 2194741"/>
                <a:gd name="connsiteX7" fmla="*/ 3212026 w 5356936"/>
                <a:gd name="connsiteY7" fmla="*/ 686651 h 2194741"/>
                <a:gd name="connsiteX8" fmla="*/ 2948806 w 5356936"/>
                <a:gd name="connsiteY8" fmla="*/ 928575 h 2194741"/>
                <a:gd name="connsiteX9" fmla="*/ 2885263 w 5356936"/>
                <a:gd name="connsiteY9" fmla="*/ 1288113 h 2194741"/>
                <a:gd name="connsiteX10" fmla="*/ 3038815 w 5356936"/>
                <a:gd name="connsiteY10" fmla="*/ 1663859 h 2194741"/>
                <a:gd name="connsiteX11" fmla="*/ 3153698 w 5356936"/>
                <a:gd name="connsiteY11" fmla="*/ 1929472 h 2194741"/>
                <a:gd name="connsiteX12" fmla="*/ 3376629 w 5356936"/>
                <a:gd name="connsiteY12" fmla="*/ 2069069 h 2194741"/>
                <a:gd name="connsiteX13" fmla="*/ 3741519 w 5356936"/>
                <a:gd name="connsiteY13" fmla="*/ 2152500 h 2194741"/>
                <a:gd name="connsiteX14" fmla="*/ 4148432 w 5356936"/>
                <a:gd name="connsiteY14" fmla="*/ 2105944 h 2194741"/>
                <a:gd name="connsiteX15" fmla="*/ 4400450 w 5356936"/>
                <a:gd name="connsiteY15" fmla="*/ 2147473 h 2194741"/>
                <a:gd name="connsiteX16" fmla="*/ 4656267 w 5356936"/>
                <a:gd name="connsiteY16" fmla="*/ 2194713 h 2194741"/>
                <a:gd name="connsiteX17" fmla="*/ 4844609 w 5356936"/>
                <a:gd name="connsiteY17" fmla="*/ 2140601 h 2194741"/>
                <a:gd name="connsiteX18" fmla="*/ 5007342 w 5356936"/>
                <a:gd name="connsiteY18" fmla="*/ 1952726 h 2194741"/>
                <a:gd name="connsiteX19" fmla="*/ 5356936 w 5356936"/>
                <a:gd name="connsiteY19" fmla="*/ 1740264 h 2194741"/>
                <a:gd name="connsiteX0" fmla="*/ 0 w 5794427"/>
                <a:gd name="connsiteY0" fmla="*/ 0 h 2194741"/>
                <a:gd name="connsiteX1" fmla="*/ 579316 w 5794427"/>
                <a:gd name="connsiteY1" fmla="*/ 98006 h 2194741"/>
                <a:gd name="connsiteX2" fmla="*/ 1522192 w 5794427"/>
                <a:gd name="connsiteY2" fmla="*/ 479945 h 2194741"/>
                <a:gd name="connsiteX3" fmla="*/ 1914185 w 5794427"/>
                <a:gd name="connsiteY3" fmla="*/ 175960 h 2194741"/>
                <a:gd name="connsiteX4" fmla="*/ 2389510 w 5794427"/>
                <a:gd name="connsiteY4" fmla="*/ 119610 h 2194741"/>
                <a:gd name="connsiteX5" fmla="*/ 2873797 w 5794427"/>
                <a:gd name="connsiteY5" fmla="*/ 241277 h 2194741"/>
                <a:gd name="connsiteX6" fmla="*/ 3217833 w 5794427"/>
                <a:gd name="connsiteY6" fmla="*/ 403668 h 2194741"/>
                <a:gd name="connsiteX7" fmla="*/ 3212026 w 5794427"/>
                <a:gd name="connsiteY7" fmla="*/ 686651 h 2194741"/>
                <a:gd name="connsiteX8" fmla="*/ 2948806 w 5794427"/>
                <a:gd name="connsiteY8" fmla="*/ 928575 h 2194741"/>
                <a:gd name="connsiteX9" fmla="*/ 2885263 w 5794427"/>
                <a:gd name="connsiteY9" fmla="*/ 1288113 h 2194741"/>
                <a:gd name="connsiteX10" fmla="*/ 3038815 w 5794427"/>
                <a:gd name="connsiteY10" fmla="*/ 1663859 h 2194741"/>
                <a:gd name="connsiteX11" fmla="*/ 3153698 w 5794427"/>
                <a:gd name="connsiteY11" fmla="*/ 1929472 h 2194741"/>
                <a:gd name="connsiteX12" fmla="*/ 3376629 w 5794427"/>
                <a:gd name="connsiteY12" fmla="*/ 2069069 h 2194741"/>
                <a:gd name="connsiteX13" fmla="*/ 3741519 w 5794427"/>
                <a:gd name="connsiteY13" fmla="*/ 2152500 h 2194741"/>
                <a:gd name="connsiteX14" fmla="*/ 4148432 w 5794427"/>
                <a:gd name="connsiteY14" fmla="*/ 2105944 h 2194741"/>
                <a:gd name="connsiteX15" fmla="*/ 4400450 w 5794427"/>
                <a:gd name="connsiteY15" fmla="*/ 2147473 h 2194741"/>
                <a:gd name="connsiteX16" fmla="*/ 4656267 w 5794427"/>
                <a:gd name="connsiteY16" fmla="*/ 2194713 h 2194741"/>
                <a:gd name="connsiteX17" fmla="*/ 4844609 w 5794427"/>
                <a:gd name="connsiteY17" fmla="*/ 2140601 h 2194741"/>
                <a:gd name="connsiteX18" fmla="*/ 5007342 w 5794427"/>
                <a:gd name="connsiteY18" fmla="*/ 1952726 h 2194741"/>
                <a:gd name="connsiteX19" fmla="*/ 5794427 w 5794427"/>
                <a:gd name="connsiteY19" fmla="*/ 1711870 h 2194741"/>
                <a:gd name="connsiteX0" fmla="*/ 0 w 5215111"/>
                <a:gd name="connsiteY0" fmla="*/ 0 h 2096735"/>
                <a:gd name="connsiteX1" fmla="*/ 942876 w 5215111"/>
                <a:gd name="connsiteY1" fmla="*/ 381939 h 2096735"/>
                <a:gd name="connsiteX2" fmla="*/ 1334869 w 5215111"/>
                <a:gd name="connsiteY2" fmla="*/ 77954 h 2096735"/>
                <a:gd name="connsiteX3" fmla="*/ 1810194 w 5215111"/>
                <a:gd name="connsiteY3" fmla="*/ 21604 h 2096735"/>
                <a:gd name="connsiteX4" fmla="*/ 2294481 w 5215111"/>
                <a:gd name="connsiteY4" fmla="*/ 143271 h 2096735"/>
                <a:gd name="connsiteX5" fmla="*/ 2638517 w 5215111"/>
                <a:gd name="connsiteY5" fmla="*/ 305662 h 2096735"/>
                <a:gd name="connsiteX6" fmla="*/ 2632710 w 5215111"/>
                <a:gd name="connsiteY6" fmla="*/ 588645 h 2096735"/>
                <a:gd name="connsiteX7" fmla="*/ 2369490 w 5215111"/>
                <a:gd name="connsiteY7" fmla="*/ 830569 h 2096735"/>
                <a:gd name="connsiteX8" fmla="*/ 2305947 w 5215111"/>
                <a:gd name="connsiteY8" fmla="*/ 1190107 h 2096735"/>
                <a:gd name="connsiteX9" fmla="*/ 2459499 w 5215111"/>
                <a:gd name="connsiteY9" fmla="*/ 1565853 h 2096735"/>
                <a:gd name="connsiteX10" fmla="*/ 2574382 w 5215111"/>
                <a:gd name="connsiteY10" fmla="*/ 1831466 h 2096735"/>
                <a:gd name="connsiteX11" fmla="*/ 2797313 w 5215111"/>
                <a:gd name="connsiteY11" fmla="*/ 1971063 h 2096735"/>
                <a:gd name="connsiteX12" fmla="*/ 3162203 w 5215111"/>
                <a:gd name="connsiteY12" fmla="*/ 2054494 h 2096735"/>
                <a:gd name="connsiteX13" fmla="*/ 3569116 w 5215111"/>
                <a:gd name="connsiteY13" fmla="*/ 2007938 h 2096735"/>
                <a:gd name="connsiteX14" fmla="*/ 3821134 w 5215111"/>
                <a:gd name="connsiteY14" fmla="*/ 2049467 h 2096735"/>
                <a:gd name="connsiteX15" fmla="*/ 4076951 w 5215111"/>
                <a:gd name="connsiteY15" fmla="*/ 2096707 h 2096735"/>
                <a:gd name="connsiteX16" fmla="*/ 4265293 w 5215111"/>
                <a:gd name="connsiteY16" fmla="*/ 2042595 h 2096735"/>
                <a:gd name="connsiteX17" fmla="*/ 4428026 w 5215111"/>
                <a:gd name="connsiteY17" fmla="*/ 1854720 h 2096735"/>
                <a:gd name="connsiteX18" fmla="*/ 5215111 w 5215111"/>
                <a:gd name="connsiteY18" fmla="*/ 1613864 h 2096735"/>
                <a:gd name="connsiteX0" fmla="*/ 0 w 4591720"/>
                <a:gd name="connsiteY0" fmla="*/ 261376 h 2079368"/>
                <a:gd name="connsiteX1" fmla="*/ 319485 w 4591720"/>
                <a:gd name="connsiteY1" fmla="*/ 364572 h 2079368"/>
                <a:gd name="connsiteX2" fmla="*/ 711478 w 4591720"/>
                <a:gd name="connsiteY2" fmla="*/ 60587 h 2079368"/>
                <a:gd name="connsiteX3" fmla="*/ 1186803 w 4591720"/>
                <a:gd name="connsiteY3" fmla="*/ 4237 h 2079368"/>
                <a:gd name="connsiteX4" fmla="*/ 1671090 w 4591720"/>
                <a:gd name="connsiteY4" fmla="*/ 125904 h 2079368"/>
                <a:gd name="connsiteX5" fmla="*/ 2015126 w 4591720"/>
                <a:gd name="connsiteY5" fmla="*/ 288295 h 2079368"/>
                <a:gd name="connsiteX6" fmla="*/ 2009319 w 4591720"/>
                <a:gd name="connsiteY6" fmla="*/ 571278 h 2079368"/>
                <a:gd name="connsiteX7" fmla="*/ 1746099 w 4591720"/>
                <a:gd name="connsiteY7" fmla="*/ 813202 h 2079368"/>
                <a:gd name="connsiteX8" fmla="*/ 1682556 w 4591720"/>
                <a:gd name="connsiteY8" fmla="*/ 1172740 h 2079368"/>
                <a:gd name="connsiteX9" fmla="*/ 1836108 w 4591720"/>
                <a:gd name="connsiteY9" fmla="*/ 1548486 h 2079368"/>
                <a:gd name="connsiteX10" fmla="*/ 1950991 w 4591720"/>
                <a:gd name="connsiteY10" fmla="*/ 1814099 h 2079368"/>
                <a:gd name="connsiteX11" fmla="*/ 2173922 w 4591720"/>
                <a:gd name="connsiteY11" fmla="*/ 1953696 h 2079368"/>
                <a:gd name="connsiteX12" fmla="*/ 2538812 w 4591720"/>
                <a:gd name="connsiteY12" fmla="*/ 2037127 h 2079368"/>
                <a:gd name="connsiteX13" fmla="*/ 2945725 w 4591720"/>
                <a:gd name="connsiteY13" fmla="*/ 1990571 h 2079368"/>
                <a:gd name="connsiteX14" fmla="*/ 3197743 w 4591720"/>
                <a:gd name="connsiteY14" fmla="*/ 2032100 h 2079368"/>
                <a:gd name="connsiteX15" fmla="*/ 3453560 w 4591720"/>
                <a:gd name="connsiteY15" fmla="*/ 2079340 h 2079368"/>
                <a:gd name="connsiteX16" fmla="*/ 3641902 w 4591720"/>
                <a:gd name="connsiteY16" fmla="*/ 2025228 h 2079368"/>
                <a:gd name="connsiteX17" fmla="*/ 3804635 w 4591720"/>
                <a:gd name="connsiteY17" fmla="*/ 1837353 h 2079368"/>
                <a:gd name="connsiteX18" fmla="*/ 4591720 w 4591720"/>
                <a:gd name="connsiteY18" fmla="*/ 1596497 h 2079368"/>
                <a:gd name="connsiteX0" fmla="*/ 0 w 4591720"/>
                <a:gd name="connsiteY0" fmla="*/ 261376 h 2079368"/>
                <a:gd name="connsiteX1" fmla="*/ 319485 w 4591720"/>
                <a:gd name="connsiteY1" fmla="*/ 364572 h 2079368"/>
                <a:gd name="connsiteX2" fmla="*/ 711478 w 4591720"/>
                <a:gd name="connsiteY2" fmla="*/ 60587 h 2079368"/>
                <a:gd name="connsiteX3" fmla="*/ 1186803 w 4591720"/>
                <a:gd name="connsiteY3" fmla="*/ 4237 h 2079368"/>
                <a:gd name="connsiteX4" fmla="*/ 1671090 w 4591720"/>
                <a:gd name="connsiteY4" fmla="*/ 125904 h 2079368"/>
                <a:gd name="connsiteX5" fmla="*/ 2015126 w 4591720"/>
                <a:gd name="connsiteY5" fmla="*/ 288295 h 2079368"/>
                <a:gd name="connsiteX6" fmla="*/ 2009319 w 4591720"/>
                <a:gd name="connsiteY6" fmla="*/ 571278 h 2079368"/>
                <a:gd name="connsiteX7" fmla="*/ 1746099 w 4591720"/>
                <a:gd name="connsiteY7" fmla="*/ 813202 h 2079368"/>
                <a:gd name="connsiteX8" fmla="*/ 1682556 w 4591720"/>
                <a:gd name="connsiteY8" fmla="*/ 1172740 h 2079368"/>
                <a:gd name="connsiteX9" fmla="*/ 1836108 w 4591720"/>
                <a:gd name="connsiteY9" fmla="*/ 1548486 h 2079368"/>
                <a:gd name="connsiteX10" fmla="*/ 1950991 w 4591720"/>
                <a:gd name="connsiteY10" fmla="*/ 1814099 h 2079368"/>
                <a:gd name="connsiteX11" fmla="*/ 2173922 w 4591720"/>
                <a:gd name="connsiteY11" fmla="*/ 1953696 h 2079368"/>
                <a:gd name="connsiteX12" fmla="*/ 2538812 w 4591720"/>
                <a:gd name="connsiteY12" fmla="*/ 2037127 h 2079368"/>
                <a:gd name="connsiteX13" fmla="*/ 2945725 w 4591720"/>
                <a:gd name="connsiteY13" fmla="*/ 1990571 h 2079368"/>
                <a:gd name="connsiteX14" fmla="*/ 3197743 w 4591720"/>
                <a:gd name="connsiteY14" fmla="*/ 2032100 h 2079368"/>
                <a:gd name="connsiteX15" fmla="*/ 3453560 w 4591720"/>
                <a:gd name="connsiteY15" fmla="*/ 2079340 h 2079368"/>
                <a:gd name="connsiteX16" fmla="*/ 3641902 w 4591720"/>
                <a:gd name="connsiteY16" fmla="*/ 2025228 h 2079368"/>
                <a:gd name="connsiteX17" fmla="*/ 3804635 w 4591720"/>
                <a:gd name="connsiteY17" fmla="*/ 1837353 h 2079368"/>
                <a:gd name="connsiteX18" fmla="*/ 4591720 w 4591720"/>
                <a:gd name="connsiteY18" fmla="*/ 1596497 h 2079368"/>
                <a:gd name="connsiteX0" fmla="*/ 0 w 4582323"/>
                <a:gd name="connsiteY0" fmla="*/ 275011 h 2079368"/>
                <a:gd name="connsiteX1" fmla="*/ 310088 w 4582323"/>
                <a:gd name="connsiteY1" fmla="*/ 364572 h 2079368"/>
                <a:gd name="connsiteX2" fmla="*/ 702081 w 4582323"/>
                <a:gd name="connsiteY2" fmla="*/ 60587 h 2079368"/>
                <a:gd name="connsiteX3" fmla="*/ 1177406 w 4582323"/>
                <a:gd name="connsiteY3" fmla="*/ 4237 h 2079368"/>
                <a:gd name="connsiteX4" fmla="*/ 1661693 w 4582323"/>
                <a:gd name="connsiteY4" fmla="*/ 125904 h 2079368"/>
                <a:gd name="connsiteX5" fmla="*/ 2005729 w 4582323"/>
                <a:gd name="connsiteY5" fmla="*/ 288295 h 2079368"/>
                <a:gd name="connsiteX6" fmla="*/ 1999922 w 4582323"/>
                <a:gd name="connsiteY6" fmla="*/ 571278 h 2079368"/>
                <a:gd name="connsiteX7" fmla="*/ 1736702 w 4582323"/>
                <a:gd name="connsiteY7" fmla="*/ 813202 h 2079368"/>
                <a:gd name="connsiteX8" fmla="*/ 1673159 w 4582323"/>
                <a:gd name="connsiteY8" fmla="*/ 1172740 h 2079368"/>
                <a:gd name="connsiteX9" fmla="*/ 1826711 w 4582323"/>
                <a:gd name="connsiteY9" fmla="*/ 1548486 h 2079368"/>
                <a:gd name="connsiteX10" fmla="*/ 1941594 w 4582323"/>
                <a:gd name="connsiteY10" fmla="*/ 1814099 h 2079368"/>
                <a:gd name="connsiteX11" fmla="*/ 2164525 w 4582323"/>
                <a:gd name="connsiteY11" fmla="*/ 1953696 h 2079368"/>
                <a:gd name="connsiteX12" fmla="*/ 2529415 w 4582323"/>
                <a:gd name="connsiteY12" fmla="*/ 2037127 h 2079368"/>
                <a:gd name="connsiteX13" fmla="*/ 2936328 w 4582323"/>
                <a:gd name="connsiteY13" fmla="*/ 1990571 h 2079368"/>
                <a:gd name="connsiteX14" fmla="*/ 3188346 w 4582323"/>
                <a:gd name="connsiteY14" fmla="*/ 2032100 h 2079368"/>
                <a:gd name="connsiteX15" fmla="*/ 3444163 w 4582323"/>
                <a:gd name="connsiteY15" fmla="*/ 2079340 h 2079368"/>
                <a:gd name="connsiteX16" fmla="*/ 3632505 w 4582323"/>
                <a:gd name="connsiteY16" fmla="*/ 2025228 h 2079368"/>
                <a:gd name="connsiteX17" fmla="*/ 3795238 w 4582323"/>
                <a:gd name="connsiteY17" fmla="*/ 1837353 h 2079368"/>
                <a:gd name="connsiteX18" fmla="*/ 4582323 w 4582323"/>
                <a:gd name="connsiteY18" fmla="*/ 1596497 h 2079368"/>
                <a:gd name="connsiteX0" fmla="*/ 0 w 4582323"/>
                <a:gd name="connsiteY0" fmla="*/ 275574 h 2079931"/>
                <a:gd name="connsiteX1" fmla="*/ 393127 w 4582323"/>
                <a:gd name="connsiteY1" fmla="*/ 388353 h 2079931"/>
                <a:gd name="connsiteX2" fmla="*/ 702081 w 4582323"/>
                <a:gd name="connsiteY2" fmla="*/ 61150 h 2079931"/>
                <a:gd name="connsiteX3" fmla="*/ 1177406 w 4582323"/>
                <a:gd name="connsiteY3" fmla="*/ 4800 h 2079931"/>
                <a:gd name="connsiteX4" fmla="*/ 1661693 w 4582323"/>
                <a:gd name="connsiteY4" fmla="*/ 126467 h 2079931"/>
                <a:gd name="connsiteX5" fmla="*/ 2005729 w 4582323"/>
                <a:gd name="connsiteY5" fmla="*/ 288858 h 2079931"/>
                <a:gd name="connsiteX6" fmla="*/ 1999922 w 4582323"/>
                <a:gd name="connsiteY6" fmla="*/ 571841 h 2079931"/>
                <a:gd name="connsiteX7" fmla="*/ 1736702 w 4582323"/>
                <a:gd name="connsiteY7" fmla="*/ 813765 h 2079931"/>
                <a:gd name="connsiteX8" fmla="*/ 1673159 w 4582323"/>
                <a:gd name="connsiteY8" fmla="*/ 1173303 h 2079931"/>
                <a:gd name="connsiteX9" fmla="*/ 1826711 w 4582323"/>
                <a:gd name="connsiteY9" fmla="*/ 1549049 h 2079931"/>
                <a:gd name="connsiteX10" fmla="*/ 1941594 w 4582323"/>
                <a:gd name="connsiteY10" fmla="*/ 1814662 h 2079931"/>
                <a:gd name="connsiteX11" fmla="*/ 2164525 w 4582323"/>
                <a:gd name="connsiteY11" fmla="*/ 1954259 h 2079931"/>
                <a:gd name="connsiteX12" fmla="*/ 2529415 w 4582323"/>
                <a:gd name="connsiteY12" fmla="*/ 2037690 h 2079931"/>
                <a:gd name="connsiteX13" fmla="*/ 2936328 w 4582323"/>
                <a:gd name="connsiteY13" fmla="*/ 1991134 h 2079931"/>
                <a:gd name="connsiteX14" fmla="*/ 3188346 w 4582323"/>
                <a:gd name="connsiteY14" fmla="*/ 2032663 h 2079931"/>
                <a:gd name="connsiteX15" fmla="*/ 3444163 w 4582323"/>
                <a:gd name="connsiteY15" fmla="*/ 2079903 h 2079931"/>
                <a:gd name="connsiteX16" fmla="*/ 3632505 w 4582323"/>
                <a:gd name="connsiteY16" fmla="*/ 2025791 h 2079931"/>
                <a:gd name="connsiteX17" fmla="*/ 3795238 w 4582323"/>
                <a:gd name="connsiteY17" fmla="*/ 1837916 h 2079931"/>
                <a:gd name="connsiteX18" fmla="*/ 4582323 w 4582323"/>
                <a:gd name="connsiteY18" fmla="*/ 1597060 h 207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82323" h="2079931">
                  <a:moveTo>
                    <a:pt x="0" y="275574"/>
                  </a:moveTo>
                  <a:cubicBezTo>
                    <a:pt x="151284" y="377355"/>
                    <a:pt x="276113" y="424090"/>
                    <a:pt x="393127" y="388353"/>
                  </a:cubicBezTo>
                  <a:cubicBezTo>
                    <a:pt x="510141" y="352616"/>
                    <a:pt x="571368" y="125076"/>
                    <a:pt x="702081" y="61150"/>
                  </a:cubicBezTo>
                  <a:cubicBezTo>
                    <a:pt x="832794" y="-2776"/>
                    <a:pt x="1017471" y="-6086"/>
                    <a:pt x="1177406" y="4800"/>
                  </a:cubicBezTo>
                  <a:cubicBezTo>
                    <a:pt x="1337341" y="15686"/>
                    <a:pt x="1523639" y="79124"/>
                    <a:pt x="1661693" y="126467"/>
                  </a:cubicBezTo>
                  <a:cubicBezTo>
                    <a:pt x="1799747" y="173810"/>
                    <a:pt x="1949358" y="214629"/>
                    <a:pt x="2005729" y="288858"/>
                  </a:cubicBezTo>
                  <a:cubicBezTo>
                    <a:pt x="2062100" y="363087"/>
                    <a:pt x="2044760" y="484357"/>
                    <a:pt x="1999922" y="571841"/>
                  </a:cubicBezTo>
                  <a:cubicBezTo>
                    <a:pt x="1955084" y="659326"/>
                    <a:pt x="1791162" y="713521"/>
                    <a:pt x="1736702" y="813765"/>
                  </a:cubicBezTo>
                  <a:cubicBezTo>
                    <a:pt x="1682242" y="914009"/>
                    <a:pt x="1635625" y="1024521"/>
                    <a:pt x="1673159" y="1173303"/>
                  </a:cubicBezTo>
                  <a:cubicBezTo>
                    <a:pt x="1698463" y="1273403"/>
                    <a:pt x="1781972" y="1442156"/>
                    <a:pt x="1826711" y="1549049"/>
                  </a:cubicBezTo>
                  <a:cubicBezTo>
                    <a:pt x="1871450" y="1655942"/>
                    <a:pt x="1889401" y="1744666"/>
                    <a:pt x="1941594" y="1814662"/>
                  </a:cubicBezTo>
                  <a:cubicBezTo>
                    <a:pt x="1995843" y="1887393"/>
                    <a:pt x="2066555" y="1917088"/>
                    <a:pt x="2164525" y="1954259"/>
                  </a:cubicBezTo>
                  <a:cubicBezTo>
                    <a:pt x="2262495" y="1991430"/>
                    <a:pt x="2400781" y="2031544"/>
                    <a:pt x="2529415" y="2037690"/>
                  </a:cubicBezTo>
                  <a:cubicBezTo>
                    <a:pt x="2658049" y="2043836"/>
                    <a:pt x="2826506" y="1991972"/>
                    <a:pt x="2936328" y="1991134"/>
                  </a:cubicBezTo>
                  <a:cubicBezTo>
                    <a:pt x="3046150" y="1990296"/>
                    <a:pt x="3103707" y="2017868"/>
                    <a:pt x="3188346" y="2032663"/>
                  </a:cubicBezTo>
                  <a:cubicBezTo>
                    <a:pt x="3272985" y="2047458"/>
                    <a:pt x="3370137" y="2081048"/>
                    <a:pt x="3444163" y="2079903"/>
                  </a:cubicBezTo>
                  <a:cubicBezTo>
                    <a:pt x="3518189" y="2078758"/>
                    <a:pt x="3573993" y="2066122"/>
                    <a:pt x="3632505" y="2025791"/>
                  </a:cubicBezTo>
                  <a:cubicBezTo>
                    <a:pt x="3691017" y="1985460"/>
                    <a:pt x="3709850" y="1904639"/>
                    <a:pt x="3795238" y="1837916"/>
                  </a:cubicBezTo>
                  <a:cubicBezTo>
                    <a:pt x="3880626" y="1771193"/>
                    <a:pt x="4242935" y="1694057"/>
                    <a:pt x="4582323" y="159706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grpSp>
      <p:sp>
        <p:nvSpPr>
          <p:cNvPr id="31" name="Freeform: Shape 30">
            <a:extLst>
              <a:ext uri="{FF2B5EF4-FFF2-40B4-BE49-F238E27FC236}">
                <a16:creationId xmlns:a16="http://schemas.microsoft.com/office/drawing/2014/main" id="{5C2272BC-8D99-2D29-57A9-1DB0FD10CA00}"/>
              </a:ext>
            </a:extLst>
          </p:cNvPr>
          <p:cNvSpPr/>
          <p:nvPr userDrawn="1"/>
        </p:nvSpPr>
        <p:spPr>
          <a:xfrm rot="12587606" flipH="1" flipV="1">
            <a:off x="8998819" y="-368172"/>
            <a:ext cx="2504777" cy="1163545"/>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701535 w 2753592"/>
              <a:gd name="connsiteY10" fmla="*/ 375364 h 1754534"/>
              <a:gd name="connsiteX11" fmla="*/ 1421881 w 2753592"/>
              <a:gd name="connsiteY11" fmla="*/ 204962 h 1754534"/>
              <a:gd name="connsiteX12" fmla="*/ 943229 w 2753592"/>
              <a:gd name="connsiteY12" fmla="*/ 0 h 1754534"/>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701535 w 2753592"/>
              <a:gd name="connsiteY10" fmla="*/ 375364 h 1754534"/>
              <a:gd name="connsiteX11" fmla="*/ 943229 w 2753592"/>
              <a:gd name="connsiteY11" fmla="*/ 0 h 1754534"/>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608650 w 2753592"/>
              <a:gd name="connsiteY10" fmla="*/ 415429 h 1754534"/>
              <a:gd name="connsiteX11" fmla="*/ 943229 w 2753592"/>
              <a:gd name="connsiteY11" fmla="*/ 0 h 1754534"/>
              <a:gd name="connsiteX0" fmla="*/ 0 w 2751996"/>
              <a:gd name="connsiteY0" fmla="*/ 1543162 h 1754534"/>
              <a:gd name="connsiteX1" fmla="*/ 830015 w 2751996"/>
              <a:gd name="connsiteY1" fmla="*/ 1439130 h 1754534"/>
              <a:gd name="connsiteX2" fmla="*/ 1200914 w 2751996"/>
              <a:gd name="connsiteY2" fmla="*/ 1414967 h 1754534"/>
              <a:gd name="connsiteX3" fmla="*/ 1657441 w 2751996"/>
              <a:gd name="connsiteY3" fmla="*/ 1569459 h 1754534"/>
              <a:gd name="connsiteX4" fmla="*/ 1643718 w 2751996"/>
              <a:gd name="connsiteY4" fmla="*/ 1576657 h 1754534"/>
              <a:gd name="connsiteX5" fmla="*/ 2084059 w 2751996"/>
              <a:gd name="connsiteY5" fmla="*/ 1727628 h 1754534"/>
              <a:gd name="connsiteX6" fmla="*/ 2485633 w 2751996"/>
              <a:gd name="connsiteY6" fmla="*/ 1716579 h 1754534"/>
              <a:gd name="connsiteX7" fmla="*/ 2749489 w 2751996"/>
              <a:gd name="connsiteY7" fmla="*/ 1364719 h 1754534"/>
              <a:gd name="connsiteX8" fmla="*/ 2593551 w 2751996"/>
              <a:gd name="connsiteY8" fmla="*/ 1001823 h 1754534"/>
              <a:gd name="connsiteX9" fmla="*/ 2195289 w 2751996"/>
              <a:gd name="connsiteY9" fmla="*/ 776240 h 1754534"/>
              <a:gd name="connsiteX10" fmla="*/ 1608650 w 2751996"/>
              <a:gd name="connsiteY10" fmla="*/ 415429 h 1754534"/>
              <a:gd name="connsiteX11" fmla="*/ 943229 w 2751996"/>
              <a:gd name="connsiteY11" fmla="*/ 0 h 1754534"/>
              <a:gd name="connsiteX0" fmla="*/ 0 w 2756837"/>
              <a:gd name="connsiteY0" fmla="*/ 1543162 h 1754534"/>
              <a:gd name="connsiteX1" fmla="*/ 830015 w 2756837"/>
              <a:gd name="connsiteY1" fmla="*/ 1439130 h 1754534"/>
              <a:gd name="connsiteX2" fmla="*/ 1200914 w 2756837"/>
              <a:gd name="connsiteY2" fmla="*/ 1414967 h 1754534"/>
              <a:gd name="connsiteX3" fmla="*/ 1657441 w 2756837"/>
              <a:gd name="connsiteY3" fmla="*/ 1569459 h 1754534"/>
              <a:gd name="connsiteX4" fmla="*/ 1643718 w 2756837"/>
              <a:gd name="connsiteY4" fmla="*/ 1576657 h 1754534"/>
              <a:gd name="connsiteX5" fmla="*/ 2084059 w 2756837"/>
              <a:gd name="connsiteY5" fmla="*/ 1727628 h 1754534"/>
              <a:gd name="connsiteX6" fmla="*/ 2485633 w 2756837"/>
              <a:gd name="connsiteY6" fmla="*/ 1716579 h 1754534"/>
              <a:gd name="connsiteX7" fmla="*/ 2749489 w 2756837"/>
              <a:gd name="connsiteY7" fmla="*/ 1364719 h 1754534"/>
              <a:gd name="connsiteX8" fmla="*/ 2639867 w 2756837"/>
              <a:gd name="connsiteY8" fmla="*/ 1086543 h 1754534"/>
              <a:gd name="connsiteX9" fmla="*/ 2195289 w 2756837"/>
              <a:gd name="connsiteY9" fmla="*/ 776240 h 1754534"/>
              <a:gd name="connsiteX10" fmla="*/ 1608650 w 2756837"/>
              <a:gd name="connsiteY10" fmla="*/ 415429 h 1754534"/>
              <a:gd name="connsiteX11" fmla="*/ 943229 w 2756837"/>
              <a:gd name="connsiteY11" fmla="*/ 0 h 1754534"/>
              <a:gd name="connsiteX0" fmla="*/ 0 w 3070871"/>
              <a:gd name="connsiteY0" fmla="*/ 1509919 h 1754534"/>
              <a:gd name="connsiteX1" fmla="*/ 1144049 w 3070871"/>
              <a:gd name="connsiteY1" fmla="*/ 1439130 h 1754534"/>
              <a:gd name="connsiteX2" fmla="*/ 1514948 w 3070871"/>
              <a:gd name="connsiteY2" fmla="*/ 1414967 h 1754534"/>
              <a:gd name="connsiteX3" fmla="*/ 1971475 w 3070871"/>
              <a:gd name="connsiteY3" fmla="*/ 1569459 h 1754534"/>
              <a:gd name="connsiteX4" fmla="*/ 1957752 w 3070871"/>
              <a:gd name="connsiteY4" fmla="*/ 1576657 h 1754534"/>
              <a:gd name="connsiteX5" fmla="*/ 2398093 w 3070871"/>
              <a:gd name="connsiteY5" fmla="*/ 1727628 h 1754534"/>
              <a:gd name="connsiteX6" fmla="*/ 2799667 w 3070871"/>
              <a:gd name="connsiteY6" fmla="*/ 1716579 h 1754534"/>
              <a:gd name="connsiteX7" fmla="*/ 3063523 w 3070871"/>
              <a:gd name="connsiteY7" fmla="*/ 1364719 h 1754534"/>
              <a:gd name="connsiteX8" fmla="*/ 2953901 w 3070871"/>
              <a:gd name="connsiteY8" fmla="*/ 1086543 h 1754534"/>
              <a:gd name="connsiteX9" fmla="*/ 2509323 w 3070871"/>
              <a:gd name="connsiteY9" fmla="*/ 776240 h 1754534"/>
              <a:gd name="connsiteX10" fmla="*/ 1922684 w 3070871"/>
              <a:gd name="connsiteY10" fmla="*/ 415429 h 1754534"/>
              <a:gd name="connsiteX11" fmla="*/ 1257263 w 3070871"/>
              <a:gd name="connsiteY11" fmla="*/ 0 h 1754534"/>
              <a:gd name="connsiteX0" fmla="*/ 0 w 3070871"/>
              <a:gd name="connsiteY0" fmla="*/ 1509919 h 1754534"/>
              <a:gd name="connsiteX1" fmla="*/ 1144049 w 3070871"/>
              <a:gd name="connsiteY1" fmla="*/ 1439130 h 1754534"/>
              <a:gd name="connsiteX2" fmla="*/ 1514948 w 3070871"/>
              <a:gd name="connsiteY2" fmla="*/ 1414967 h 1754534"/>
              <a:gd name="connsiteX3" fmla="*/ 1971475 w 3070871"/>
              <a:gd name="connsiteY3" fmla="*/ 1569459 h 1754534"/>
              <a:gd name="connsiteX4" fmla="*/ 1957752 w 3070871"/>
              <a:gd name="connsiteY4" fmla="*/ 1576657 h 1754534"/>
              <a:gd name="connsiteX5" fmla="*/ 2398093 w 3070871"/>
              <a:gd name="connsiteY5" fmla="*/ 1727628 h 1754534"/>
              <a:gd name="connsiteX6" fmla="*/ 2799667 w 3070871"/>
              <a:gd name="connsiteY6" fmla="*/ 1716579 h 1754534"/>
              <a:gd name="connsiteX7" fmla="*/ 3063523 w 3070871"/>
              <a:gd name="connsiteY7" fmla="*/ 1364719 h 1754534"/>
              <a:gd name="connsiteX8" fmla="*/ 2953901 w 3070871"/>
              <a:gd name="connsiteY8" fmla="*/ 1086543 h 1754534"/>
              <a:gd name="connsiteX9" fmla="*/ 2509323 w 3070871"/>
              <a:gd name="connsiteY9" fmla="*/ 776240 h 1754534"/>
              <a:gd name="connsiteX10" fmla="*/ 1922684 w 3070871"/>
              <a:gd name="connsiteY10" fmla="*/ 415429 h 1754534"/>
              <a:gd name="connsiteX11" fmla="*/ 1257263 w 3070871"/>
              <a:gd name="connsiteY11" fmla="*/ 0 h 1754534"/>
              <a:gd name="connsiteX0" fmla="*/ 0 w 3070871"/>
              <a:gd name="connsiteY0" fmla="*/ 1509919 h 1754534"/>
              <a:gd name="connsiteX1" fmla="*/ 1144049 w 3070871"/>
              <a:gd name="connsiteY1" fmla="*/ 1439130 h 1754534"/>
              <a:gd name="connsiteX2" fmla="*/ 1971475 w 3070871"/>
              <a:gd name="connsiteY2" fmla="*/ 1569459 h 1754534"/>
              <a:gd name="connsiteX3" fmla="*/ 1957752 w 3070871"/>
              <a:gd name="connsiteY3" fmla="*/ 1576657 h 1754534"/>
              <a:gd name="connsiteX4" fmla="*/ 2398093 w 3070871"/>
              <a:gd name="connsiteY4" fmla="*/ 1727628 h 1754534"/>
              <a:gd name="connsiteX5" fmla="*/ 2799667 w 3070871"/>
              <a:gd name="connsiteY5" fmla="*/ 1716579 h 1754534"/>
              <a:gd name="connsiteX6" fmla="*/ 3063523 w 3070871"/>
              <a:gd name="connsiteY6" fmla="*/ 1364719 h 1754534"/>
              <a:gd name="connsiteX7" fmla="*/ 2953901 w 3070871"/>
              <a:gd name="connsiteY7" fmla="*/ 1086543 h 1754534"/>
              <a:gd name="connsiteX8" fmla="*/ 2509323 w 3070871"/>
              <a:gd name="connsiteY8" fmla="*/ 776240 h 1754534"/>
              <a:gd name="connsiteX9" fmla="*/ 1922684 w 3070871"/>
              <a:gd name="connsiteY9" fmla="*/ 415429 h 1754534"/>
              <a:gd name="connsiteX10" fmla="*/ 1257263 w 3070871"/>
              <a:gd name="connsiteY10" fmla="*/ 0 h 1754534"/>
              <a:gd name="connsiteX0" fmla="*/ 0 w 3070871"/>
              <a:gd name="connsiteY0" fmla="*/ 1509919 h 1758461"/>
              <a:gd name="connsiteX1" fmla="*/ 1144049 w 3070871"/>
              <a:gd name="connsiteY1" fmla="*/ 1439130 h 1758461"/>
              <a:gd name="connsiteX2" fmla="*/ 1971475 w 3070871"/>
              <a:gd name="connsiteY2" fmla="*/ 1569459 h 1758461"/>
              <a:gd name="connsiteX3" fmla="*/ 2107038 w 3070871"/>
              <a:gd name="connsiteY3" fmla="*/ 1497814 h 1758461"/>
              <a:gd name="connsiteX4" fmla="*/ 2398093 w 3070871"/>
              <a:gd name="connsiteY4" fmla="*/ 1727628 h 1758461"/>
              <a:gd name="connsiteX5" fmla="*/ 2799667 w 3070871"/>
              <a:gd name="connsiteY5" fmla="*/ 1716579 h 1758461"/>
              <a:gd name="connsiteX6" fmla="*/ 3063523 w 3070871"/>
              <a:gd name="connsiteY6" fmla="*/ 1364719 h 1758461"/>
              <a:gd name="connsiteX7" fmla="*/ 2953901 w 3070871"/>
              <a:gd name="connsiteY7" fmla="*/ 1086543 h 1758461"/>
              <a:gd name="connsiteX8" fmla="*/ 2509323 w 3070871"/>
              <a:gd name="connsiteY8" fmla="*/ 776240 h 1758461"/>
              <a:gd name="connsiteX9" fmla="*/ 1922684 w 3070871"/>
              <a:gd name="connsiteY9" fmla="*/ 415429 h 1758461"/>
              <a:gd name="connsiteX10" fmla="*/ 1257263 w 3070871"/>
              <a:gd name="connsiteY10" fmla="*/ 0 h 1758461"/>
              <a:gd name="connsiteX0" fmla="*/ 0 w 3070871"/>
              <a:gd name="connsiteY0" fmla="*/ 1509919 h 1758461"/>
              <a:gd name="connsiteX1" fmla="*/ 1144049 w 3070871"/>
              <a:gd name="connsiteY1" fmla="*/ 1439130 h 1758461"/>
              <a:gd name="connsiteX2" fmla="*/ 2107038 w 3070871"/>
              <a:gd name="connsiteY2" fmla="*/ 1497814 h 1758461"/>
              <a:gd name="connsiteX3" fmla="*/ 2398093 w 3070871"/>
              <a:gd name="connsiteY3" fmla="*/ 1727628 h 1758461"/>
              <a:gd name="connsiteX4" fmla="*/ 2799667 w 3070871"/>
              <a:gd name="connsiteY4" fmla="*/ 1716579 h 1758461"/>
              <a:gd name="connsiteX5" fmla="*/ 3063523 w 3070871"/>
              <a:gd name="connsiteY5" fmla="*/ 1364719 h 1758461"/>
              <a:gd name="connsiteX6" fmla="*/ 2953901 w 3070871"/>
              <a:gd name="connsiteY6" fmla="*/ 1086543 h 1758461"/>
              <a:gd name="connsiteX7" fmla="*/ 2509323 w 3070871"/>
              <a:gd name="connsiteY7" fmla="*/ 776240 h 1758461"/>
              <a:gd name="connsiteX8" fmla="*/ 1922684 w 3070871"/>
              <a:gd name="connsiteY8" fmla="*/ 415429 h 1758461"/>
              <a:gd name="connsiteX9" fmla="*/ 1257263 w 3070871"/>
              <a:gd name="connsiteY9" fmla="*/ 0 h 1758461"/>
              <a:gd name="connsiteX0" fmla="*/ 0 w 3070871"/>
              <a:gd name="connsiteY0" fmla="*/ 1509919 h 1759027"/>
              <a:gd name="connsiteX1" fmla="*/ 1144049 w 3070871"/>
              <a:gd name="connsiteY1" fmla="*/ 1439130 h 1759027"/>
              <a:gd name="connsiteX2" fmla="*/ 1804045 w 3070871"/>
              <a:gd name="connsiteY2" fmla="*/ 1488711 h 1759027"/>
              <a:gd name="connsiteX3" fmla="*/ 2398093 w 3070871"/>
              <a:gd name="connsiteY3" fmla="*/ 1727628 h 1759027"/>
              <a:gd name="connsiteX4" fmla="*/ 2799667 w 3070871"/>
              <a:gd name="connsiteY4" fmla="*/ 1716579 h 1759027"/>
              <a:gd name="connsiteX5" fmla="*/ 3063523 w 3070871"/>
              <a:gd name="connsiteY5" fmla="*/ 1364719 h 1759027"/>
              <a:gd name="connsiteX6" fmla="*/ 2953901 w 3070871"/>
              <a:gd name="connsiteY6" fmla="*/ 1086543 h 1759027"/>
              <a:gd name="connsiteX7" fmla="*/ 2509323 w 3070871"/>
              <a:gd name="connsiteY7" fmla="*/ 776240 h 1759027"/>
              <a:gd name="connsiteX8" fmla="*/ 1922684 w 3070871"/>
              <a:gd name="connsiteY8" fmla="*/ 415429 h 1759027"/>
              <a:gd name="connsiteX9" fmla="*/ 1257263 w 3070871"/>
              <a:gd name="connsiteY9" fmla="*/ 0 h 1759027"/>
              <a:gd name="connsiteX0" fmla="*/ 0 w 3070871"/>
              <a:gd name="connsiteY0" fmla="*/ 1509919 h 1759027"/>
              <a:gd name="connsiteX1" fmla="*/ 526963 w 3070871"/>
              <a:gd name="connsiteY1" fmla="*/ 1670634 h 1759027"/>
              <a:gd name="connsiteX2" fmla="*/ 1144049 w 3070871"/>
              <a:gd name="connsiteY2" fmla="*/ 1439130 h 1759027"/>
              <a:gd name="connsiteX3" fmla="*/ 1804045 w 3070871"/>
              <a:gd name="connsiteY3" fmla="*/ 1488711 h 1759027"/>
              <a:gd name="connsiteX4" fmla="*/ 2398093 w 3070871"/>
              <a:gd name="connsiteY4" fmla="*/ 1727628 h 1759027"/>
              <a:gd name="connsiteX5" fmla="*/ 2799667 w 3070871"/>
              <a:gd name="connsiteY5" fmla="*/ 1716579 h 1759027"/>
              <a:gd name="connsiteX6" fmla="*/ 3063523 w 3070871"/>
              <a:gd name="connsiteY6" fmla="*/ 1364719 h 1759027"/>
              <a:gd name="connsiteX7" fmla="*/ 2953901 w 3070871"/>
              <a:gd name="connsiteY7" fmla="*/ 1086543 h 1759027"/>
              <a:gd name="connsiteX8" fmla="*/ 2509323 w 3070871"/>
              <a:gd name="connsiteY8" fmla="*/ 776240 h 1759027"/>
              <a:gd name="connsiteX9" fmla="*/ 1922684 w 3070871"/>
              <a:gd name="connsiteY9" fmla="*/ 415429 h 1759027"/>
              <a:gd name="connsiteX10" fmla="*/ 1257263 w 3070871"/>
              <a:gd name="connsiteY10" fmla="*/ 0 h 1759027"/>
              <a:gd name="connsiteX0" fmla="*/ 0 w 3116583"/>
              <a:gd name="connsiteY0" fmla="*/ 1489911 h 1759027"/>
              <a:gd name="connsiteX1" fmla="*/ 572675 w 3116583"/>
              <a:gd name="connsiteY1" fmla="*/ 1670634 h 1759027"/>
              <a:gd name="connsiteX2" fmla="*/ 1189761 w 3116583"/>
              <a:gd name="connsiteY2" fmla="*/ 1439130 h 1759027"/>
              <a:gd name="connsiteX3" fmla="*/ 1849757 w 3116583"/>
              <a:gd name="connsiteY3" fmla="*/ 1488711 h 1759027"/>
              <a:gd name="connsiteX4" fmla="*/ 2443805 w 3116583"/>
              <a:gd name="connsiteY4" fmla="*/ 1727628 h 1759027"/>
              <a:gd name="connsiteX5" fmla="*/ 2845379 w 3116583"/>
              <a:gd name="connsiteY5" fmla="*/ 1716579 h 1759027"/>
              <a:gd name="connsiteX6" fmla="*/ 3109235 w 3116583"/>
              <a:gd name="connsiteY6" fmla="*/ 1364719 h 1759027"/>
              <a:gd name="connsiteX7" fmla="*/ 2999613 w 3116583"/>
              <a:gd name="connsiteY7" fmla="*/ 1086543 h 1759027"/>
              <a:gd name="connsiteX8" fmla="*/ 2555035 w 3116583"/>
              <a:gd name="connsiteY8" fmla="*/ 776240 h 1759027"/>
              <a:gd name="connsiteX9" fmla="*/ 1968396 w 3116583"/>
              <a:gd name="connsiteY9" fmla="*/ 415429 h 1759027"/>
              <a:gd name="connsiteX10" fmla="*/ 1302975 w 3116583"/>
              <a:gd name="connsiteY10" fmla="*/ 0 h 1759027"/>
              <a:gd name="connsiteX0" fmla="*/ 0 w 3116583"/>
              <a:gd name="connsiteY0" fmla="*/ 1336724 h 1605840"/>
              <a:gd name="connsiteX1" fmla="*/ 572675 w 3116583"/>
              <a:gd name="connsiteY1" fmla="*/ 1517447 h 1605840"/>
              <a:gd name="connsiteX2" fmla="*/ 1189761 w 3116583"/>
              <a:gd name="connsiteY2" fmla="*/ 1285943 h 1605840"/>
              <a:gd name="connsiteX3" fmla="*/ 1849757 w 3116583"/>
              <a:gd name="connsiteY3" fmla="*/ 1335524 h 1605840"/>
              <a:gd name="connsiteX4" fmla="*/ 2443805 w 3116583"/>
              <a:gd name="connsiteY4" fmla="*/ 1574441 h 1605840"/>
              <a:gd name="connsiteX5" fmla="*/ 2845379 w 3116583"/>
              <a:gd name="connsiteY5" fmla="*/ 1563392 h 1605840"/>
              <a:gd name="connsiteX6" fmla="*/ 3109235 w 3116583"/>
              <a:gd name="connsiteY6" fmla="*/ 1211532 h 1605840"/>
              <a:gd name="connsiteX7" fmla="*/ 2999613 w 3116583"/>
              <a:gd name="connsiteY7" fmla="*/ 933356 h 1605840"/>
              <a:gd name="connsiteX8" fmla="*/ 2555035 w 3116583"/>
              <a:gd name="connsiteY8" fmla="*/ 623053 h 1605840"/>
              <a:gd name="connsiteX9" fmla="*/ 1968396 w 3116583"/>
              <a:gd name="connsiteY9" fmla="*/ 262242 h 1605840"/>
              <a:gd name="connsiteX10" fmla="*/ 1288021 w 3116583"/>
              <a:gd name="connsiteY10" fmla="*/ 0 h 1605840"/>
              <a:gd name="connsiteX0" fmla="*/ 0 w 3116583"/>
              <a:gd name="connsiteY0" fmla="*/ 1336724 h 1605840"/>
              <a:gd name="connsiteX1" fmla="*/ 572675 w 3116583"/>
              <a:gd name="connsiteY1" fmla="*/ 1517447 h 1605840"/>
              <a:gd name="connsiteX2" fmla="*/ 1189761 w 3116583"/>
              <a:gd name="connsiteY2" fmla="*/ 1285943 h 1605840"/>
              <a:gd name="connsiteX3" fmla="*/ 1849757 w 3116583"/>
              <a:gd name="connsiteY3" fmla="*/ 1335524 h 1605840"/>
              <a:gd name="connsiteX4" fmla="*/ 2443805 w 3116583"/>
              <a:gd name="connsiteY4" fmla="*/ 1574441 h 1605840"/>
              <a:gd name="connsiteX5" fmla="*/ 2845379 w 3116583"/>
              <a:gd name="connsiteY5" fmla="*/ 1563392 h 1605840"/>
              <a:gd name="connsiteX6" fmla="*/ 3109235 w 3116583"/>
              <a:gd name="connsiteY6" fmla="*/ 1211532 h 1605840"/>
              <a:gd name="connsiteX7" fmla="*/ 2999613 w 3116583"/>
              <a:gd name="connsiteY7" fmla="*/ 933356 h 1605840"/>
              <a:gd name="connsiteX8" fmla="*/ 2555035 w 3116583"/>
              <a:gd name="connsiteY8" fmla="*/ 623053 h 1605840"/>
              <a:gd name="connsiteX9" fmla="*/ 1986206 w 3116583"/>
              <a:gd name="connsiteY9" fmla="*/ 369275 h 1605840"/>
              <a:gd name="connsiteX10" fmla="*/ 1288021 w 3116583"/>
              <a:gd name="connsiteY10" fmla="*/ 0 h 1605840"/>
              <a:gd name="connsiteX0" fmla="*/ 0 w 3357353"/>
              <a:gd name="connsiteY0" fmla="*/ 1204131 h 1605840"/>
              <a:gd name="connsiteX1" fmla="*/ 813445 w 3357353"/>
              <a:gd name="connsiteY1" fmla="*/ 1517447 h 1605840"/>
              <a:gd name="connsiteX2" fmla="*/ 1430531 w 3357353"/>
              <a:gd name="connsiteY2" fmla="*/ 1285943 h 1605840"/>
              <a:gd name="connsiteX3" fmla="*/ 2090527 w 3357353"/>
              <a:gd name="connsiteY3" fmla="*/ 1335524 h 1605840"/>
              <a:gd name="connsiteX4" fmla="*/ 2684575 w 3357353"/>
              <a:gd name="connsiteY4" fmla="*/ 1574441 h 1605840"/>
              <a:gd name="connsiteX5" fmla="*/ 3086149 w 3357353"/>
              <a:gd name="connsiteY5" fmla="*/ 1563392 h 1605840"/>
              <a:gd name="connsiteX6" fmla="*/ 3350005 w 3357353"/>
              <a:gd name="connsiteY6" fmla="*/ 1211532 h 1605840"/>
              <a:gd name="connsiteX7" fmla="*/ 3240383 w 3357353"/>
              <a:gd name="connsiteY7" fmla="*/ 933356 h 1605840"/>
              <a:gd name="connsiteX8" fmla="*/ 2795805 w 3357353"/>
              <a:gd name="connsiteY8" fmla="*/ 623053 h 1605840"/>
              <a:gd name="connsiteX9" fmla="*/ 2226976 w 3357353"/>
              <a:gd name="connsiteY9" fmla="*/ 369275 h 1605840"/>
              <a:gd name="connsiteX10" fmla="*/ 1528791 w 3357353"/>
              <a:gd name="connsiteY10" fmla="*/ 0 h 1605840"/>
              <a:gd name="connsiteX0" fmla="*/ 0 w 3357353"/>
              <a:gd name="connsiteY0" fmla="*/ 1204131 h 1605840"/>
              <a:gd name="connsiteX1" fmla="*/ 813445 w 3357353"/>
              <a:gd name="connsiteY1" fmla="*/ 1517447 h 1605840"/>
              <a:gd name="connsiteX2" fmla="*/ 1430531 w 3357353"/>
              <a:gd name="connsiteY2" fmla="*/ 1285943 h 1605840"/>
              <a:gd name="connsiteX3" fmla="*/ 2090527 w 3357353"/>
              <a:gd name="connsiteY3" fmla="*/ 1335524 h 1605840"/>
              <a:gd name="connsiteX4" fmla="*/ 2684575 w 3357353"/>
              <a:gd name="connsiteY4" fmla="*/ 1574441 h 1605840"/>
              <a:gd name="connsiteX5" fmla="*/ 3086149 w 3357353"/>
              <a:gd name="connsiteY5" fmla="*/ 1563392 h 1605840"/>
              <a:gd name="connsiteX6" fmla="*/ 3350005 w 3357353"/>
              <a:gd name="connsiteY6" fmla="*/ 1211532 h 1605840"/>
              <a:gd name="connsiteX7" fmla="*/ 3240383 w 3357353"/>
              <a:gd name="connsiteY7" fmla="*/ 933356 h 1605840"/>
              <a:gd name="connsiteX8" fmla="*/ 2795805 w 3357353"/>
              <a:gd name="connsiteY8" fmla="*/ 623053 h 1605840"/>
              <a:gd name="connsiteX9" fmla="*/ 2226976 w 3357353"/>
              <a:gd name="connsiteY9" fmla="*/ 369275 h 1605840"/>
              <a:gd name="connsiteX10" fmla="*/ 1528791 w 3357353"/>
              <a:gd name="connsiteY10" fmla="*/ 0 h 1605840"/>
              <a:gd name="connsiteX0" fmla="*/ 0 w 3357353"/>
              <a:gd name="connsiteY0" fmla="*/ 1204131 h 1605840"/>
              <a:gd name="connsiteX1" fmla="*/ 893416 w 3357353"/>
              <a:gd name="connsiteY1" fmla="*/ 1585529 h 1605840"/>
              <a:gd name="connsiteX2" fmla="*/ 1430531 w 3357353"/>
              <a:gd name="connsiteY2" fmla="*/ 1285943 h 1605840"/>
              <a:gd name="connsiteX3" fmla="*/ 2090527 w 3357353"/>
              <a:gd name="connsiteY3" fmla="*/ 1335524 h 1605840"/>
              <a:gd name="connsiteX4" fmla="*/ 2684575 w 3357353"/>
              <a:gd name="connsiteY4" fmla="*/ 1574441 h 1605840"/>
              <a:gd name="connsiteX5" fmla="*/ 3086149 w 3357353"/>
              <a:gd name="connsiteY5" fmla="*/ 1563392 h 1605840"/>
              <a:gd name="connsiteX6" fmla="*/ 3350005 w 3357353"/>
              <a:gd name="connsiteY6" fmla="*/ 1211532 h 1605840"/>
              <a:gd name="connsiteX7" fmla="*/ 3240383 w 3357353"/>
              <a:gd name="connsiteY7" fmla="*/ 933356 h 1605840"/>
              <a:gd name="connsiteX8" fmla="*/ 2795805 w 3357353"/>
              <a:gd name="connsiteY8" fmla="*/ 623053 h 1605840"/>
              <a:gd name="connsiteX9" fmla="*/ 2226976 w 3357353"/>
              <a:gd name="connsiteY9" fmla="*/ 369275 h 1605840"/>
              <a:gd name="connsiteX10" fmla="*/ 1528791 w 3357353"/>
              <a:gd name="connsiteY10" fmla="*/ 0 h 1605840"/>
              <a:gd name="connsiteX0" fmla="*/ 0 w 3357353"/>
              <a:gd name="connsiteY0" fmla="*/ 1204131 h 1605840"/>
              <a:gd name="connsiteX1" fmla="*/ 893416 w 3357353"/>
              <a:gd name="connsiteY1" fmla="*/ 1585529 h 1605840"/>
              <a:gd name="connsiteX2" fmla="*/ 1463566 w 3357353"/>
              <a:gd name="connsiteY2" fmla="*/ 1364753 h 1605840"/>
              <a:gd name="connsiteX3" fmla="*/ 2090527 w 3357353"/>
              <a:gd name="connsiteY3" fmla="*/ 1335524 h 1605840"/>
              <a:gd name="connsiteX4" fmla="*/ 2684575 w 3357353"/>
              <a:gd name="connsiteY4" fmla="*/ 1574441 h 1605840"/>
              <a:gd name="connsiteX5" fmla="*/ 3086149 w 3357353"/>
              <a:gd name="connsiteY5" fmla="*/ 1563392 h 1605840"/>
              <a:gd name="connsiteX6" fmla="*/ 3350005 w 3357353"/>
              <a:gd name="connsiteY6" fmla="*/ 1211532 h 1605840"/>
              <a:gd name="connsiteX7" fmla="*/ 3240383 w 3357353"/>
              <a:gd name="connsiteY7" fmla="*/ 933356 h 1605840"/>
              <a:gd name="connsiteX8" fmla="*/ 2795805 w 3357353"/>
              <a:gd name="connsiteY8" fmla="*/ 623053 h 1605840"/>
              <a:gd name="connsiteX9" fmla="*/ 2226976 w 3357353"/>
              <a:gd name="connsiteY9" fmla="*/ 369275 h 1605840"/>
              <a:gd name="connsiteX10" fmla="*/ 1528791 w 3357353"/>
              <a:gd name="connsiteY10" fmla="*/ 0 h 1605840"/>
              <a:gd name="connsiteX0" fmla="*/ 0 w 3355393"/>
              <a:gd name="connsiteY0" fmla="*/ 1204131 h 1733879"/>
              <a:gd name="connsiteX1" fmla="*/ 893416 w 3355393"/>
              <a:gd name="connsiteY1" fmla="*/ 1585529 h 1733879"/>
              <a:gd name="connsiteX2" fmla="*/ 1463566 w 3355393"/>
              <a:gd name="connsiteY2" fmla="*/ 1364753 h 1733879"/>
              <a:gd name="connsiteX3" fmla="*/ 2090527 w 3355393"/>
              <a:gd name="connsiteY3" fmla="*/ 1335524 h 1733879"/>
              <a:gd name="connsiteX4" fmla="*/ 2684575 w 3355393"/>
              <a:gd name="connsiteY4" fmla="*/ 1574441 h 1733879"/>
              <a:gd name="connsiteX5" fmla="*/ 3118085 w 3355393"/>
              <a:gd name="connsiteY5" fmla="*/ 1719152 h 1733879"/>
              <a:gd name="connsiteX6" fmla="*/ 3350005 w 3355393"/>
              <a:gd name="connsiteY6" fmla="*/ 1211532 h 1733879"/>
              <a:gd name="connsiteX7" fmla="*/ 3240383 w 3355393"/>
              <a:gd name="connsiteY7" fmla="*/ 933356 h 1733879"/>
              <a:gd name="connsiteX8" fmla="*/ 2795805 w 3355393"/>
              <a:gd name="connsiteY8" fmla="*/ 623053 h 1733879"/>
              <a:gd name="connsiteX9" fmla="*/ 2226976 w 3355393"/>
              <a:gd name="connsiteY9" fmla="*/ 369275 h 1733879"/>
              <a:gd name="connsiteX10" fmla="*/ 1528791 w 3355393"/>
              <a:gd name="connsiteY10" fmla="*/ 0 h 1733879"/>
              <a:gd name="connsiteX0" fmla="*/ 0 w 3355393"/>
              <a:gd name="connsiteY0" fmla="*/ 1204131 h 1746622"/>
              <a:gd name="connsiteX1" fmla="*/ 893416 w 3355393"/>
              <a:gd name="connsiteY1" fmla="*/ 1585529 h 1746622"/>
              <a:gd name="connsiteX2" fmla="*/ 1463566 w 3355393"/>
              <a:gd name="connsiteY2" fmla="*/ 1364753 h 1746622"/>
              <a:gd name="connsiteX3" fmla="*/ 2090527 w 3355393"/>
              <a:gd name="connsiteY3" fmla="*/ 1335524 h 1746622"/>
              <a:gd name="connsiteX4" fmla="*/ 2666773 w 3355393"/>
              <a:gd name="connsiteY4" fmla="*/ 1642519 h 1746622"/>
              <a:gd name="connsiteX5" fmla="*/ 3118085 w 3355393"/>
              <a:gd name="connsiteY5" fmla="*/ 1719152 h 1746622"/>
              <a:gd name="connsiteX6" fmla="*/ 3350005 w 3355393"/>
              <a:gd name="connsiteY6" fmla="*/ 1211532 h 1746622"/>
              <a:gd name="connsiteX7" fmla="*/ 3240383 w 3355393"/>
              <a:gd name="connsiteY7" fmla="*/ 933356 h 1746622"/>
              <a:gd name="connsiteX8" fmla="*/ 2795805 w 3355393"/>
              <a:gd name="connsiteY8" fmla="*/ 623053 h 1746622"/>
              <a:gd name="connsiteX9" fmla="*/ 2226976 w 3355393"/>
              <a:gd name="connsiteY9" fmla="*/ 369275 h 1746622"/>
              <a:gd name="connsiteX10" fmla="*/ 1528791 w 3355393"/>
              <a:gd name="connsiteY10" fmla="*/ 0 h 1746622"/>
              <a:gd name="connsiteX0" fmla="*/ 0 w 3355393"/>
              <a:gd name="connsiteY0" fmla="*/ 1204131 h 1745263"/>
              <a:gd name="connsiteX1" fmla="*/ 893416 w 3355393"/>
              <a:gd name="connsiteY1" fmla="*/ 1585529 h 1745263"/>
              <a:gd name="connsiteX2" fmla="*/ 1463566 w 3355393"/>
              <a:gd name="connsiteY2" fmla="*/ 1364753 h 1745263"/>
              <a:gd name="connsiteX3" fmla="*/ 2083209 w 3355393"/>
              <a:gd name="connsiteY3" fmla="*/ 1388239 h 1745263"/>
              <a:gd name="connsiteX4" fmla="*/ 2666773 w 3355393"/>
              <a:gd name="connsiteY4" fmla="*/ 1642519 h 1745263"/>
              <a:gd name="connsiteX5" fmla="*/ 3118085 w 3355393"/>
              <a:gd name="connsiteY5" fmla="*/ 1719152 h 1745263"/>
              <a:gd name="connsiteX6" fmla="*/ 3350005 w 3355393"/>
              <a:gd name="connsiteY6" fmla="*/ 1211532 h 1745263"/>
              <a:gd name="connsiteX7" fmla="*/ 3240383 w 3355393"/>
              <a:gd name="connsiteY7" fmla="*/ 933356 h 1745263"/>
              <a:gd name="connsiteX8" fmla="*/ 2795805 w 3355393"/>
              <a:gd name="connsiteY8" fmla="*/ 623053 h 1745263"/>
              <a:gd name="connsiteX9" fmla="*/ 2226976 w 3355393"/>
              <a:gd name="connsiteY9" fmla="*/ 369275 h 1745263"/>
              <a:gd name="connsiteX10" fmla="*/ 1528791 w 3355393"/>
              <a:gd name="connsiteY10" fmla="*/ 0 h 1745263"/>
              <a:gd name="connsiteX0" fmla="*/ 0 w 3368062"/>
              <a:gd name="connsiteY0" fmla="*/ 1204131 h 1745263"/>
              <a:gd name="connsiteX1" fmla="*/ 893416 w 3368062"/>
              <a:gd name="connsiteY1" fmla="*/ 1585529 h 1745263"/>
              <a:gd name="connsiteX2" fmla="*/ 1463566 w 3368062"/>
              <a:gd name="connsiteY2" fmla="*/ 1364753 h 1745263"/>
              <a:gd name="connsiteX3" fmla="*/ 2083209 w 3368062"/>
              <a:gd name="connsiteY3" fmla="*/ 1388239 h 1745263"/>
              <a:gd name="connsiteX4" fmla="*/ 2666773 w 3368062"/>
              <a:gd name="connsiteY4" fmla="*/ 1642519 h 1745263"/>
              <a:gd name="connsiteX5" fmla="*/ 3118085 w 3368062"/>
              <a:gd name="connsiteY5" fmla="*/ 1719152 h 1745263"/>
              <a:gd name="connsiteX6" fmla="*/ 3350005 w 3368062"/>
              <a:gd name="connsiteY6" fmla="*/ 1211532 h 1745263"/>
              <a:gd name="connsiteX7" fmla="*/ 3290249 w 3368062"/>
              <a:gd name="connsiteY7" fmla="*/ 859055 h 1745263"/>
              <a:gd name="connsiteX8" fmla="*/ 2795805 w 3368062"/>
              <a:gd name="connsiteY8" fmla="*/ 623053 h 1745263"/>
              <a:gd name="connsiteX9" fmla="*/ 2226976 w 3368062"/>
              <a:gd name="connsiteY9" fmla="*/ 369275 h 1745263"/>
              <a:gd name="connsiteX10" fmla="*/ 1528791 w 3368062"/>
              <a:gd name="connsiteY10" fmla="*/ 0 h 1745263"/>
              <a:gd name="connsiteX0" fmla="*/ 0 w 3368062"/>
              <a:gd name="connsiteY0" fmla="*/ 1279902 h 1821034"/>
              <a:gd name="connsiteX1" fmla="*/ 893416 w 3368062"/>
              <a:gd name="connsiteY1" fmla="*/ 1661300 h 1821034"/>
              <a:gd name="connsiteX2" fmla="*/ 1463566 w 3368062"/>
              <a:gd name="connsiteY2" fmla="*/ 1440524 h 1821034"/>
              <a:gd name="connsiteX3" fmla="*/ 2083209 w 3368062"/>
              <a:gd name="connsiteY3" fmla="*/ 1464010 h 1821034"/>
              <a:gd name="connsiteX4" fmla="*/ 2666773 w 3368062"/>
              <a:gd name="connsiteY4" fmla="*/ 1718290 h 1821034"/>
              <a:gd name="connsiteX5" fmla="*/ 3118085 w 3368062"/>
              <a:gd name="connsiteY5" fmla="*/ 1794923 h 1821034"/>
              <a:gd name="connsiteX6" fmla="*/ 3350005 w 3368062"/>
              <a:gd name="connsiteY6" fmla="*/ 1287303 h 1821034"/>
              <a:gd name="connsiteX7" fmla="*/ 3290249 w 3368062"/>
              <a:gd name="connsiteY7" fmla="*/ 934826 h 1821034"/>
              <a:gd name="connsiteX8" fmla="*/ 2795805 w 3368062"/>
              <a:gd name="connsiteY8" fmla="*/ 698824 h 1821034"/>
              <a:gd name="connsiteX9" fmla="*/ 2226976 w 3368062"/>
              <a:gd name="connsiteY9" fmla="*/ 445046 h 1821034"/>
              <a:gd name="connsiteX10" fmla="*/ 1307404 w 3368062"/>
              <a:gd name="connsiteY10" fmla="*/ 0 h 1821034"/>
              <a:gd name="connsiteX0" fmla="*/ 0 w 3368062"/>
              <a:gd name="connsiteY0" fmla="*/ 1279902 h 1821034"/>
              <a:gd name="connsiteX1" fmla="*/ 893416 w 3368062"/>
              <a:gd name="connsiteY1" fmla="*/ 1661300 h 1821034"/>
              <a:gd name="connsiteX2" fmla="*/ 1463566 w 3368062"/>
              <a:gd name="connsiteY2" fmla="*/ 1440524 h 1821034"/>
              <a:gd name="connsiteX3" fmla="*/ 2083209 w 3368062"/>
              <a:gd name="connsiteY3" fmla="*/ 1464010 h 1821034"/>
              <a:gd name="connsiteX4" fmla="*/ 2666773 w 3368062"/>
              <a:gd name="connsiteY4" fmla="*/ 1718290 h 1821034"/>
              <a:gd name="connsiteX5" fmla="*/ 3118085 w 3368062"/>
              <a:gd name="connsiteY5" fmla="*/ 1794923 h 1821034"/>
              <a:gd name="connsiteX6" fmla="*/ 3350005 w 3368062"/>
              <a:gd name="connsiteY6" fmla="*/ 1287303 h 1821034"/>
              <a:gd name="connsiteX7" fmla="*/ 3290249 w 3368062"/>
              <a:gd name="connsiteY7" fmla="*/ 934826 h 1821034"/>
              <a:gd name="connsiteX8" fmla="*/ 2795805 w 3368062"/>
              <a:gd name="connsiteY8" fmla="*/ 698824 h 1821034"/>
              <a:gd name="connsiteX9" fmla="*/ 2226976 w 3368062"/>
              <a:gd name="connsiteY9" fmla="*/ 445046 h 1821034"/>
              <a:gd name="connsiteX10" fmla="*/ 1307404 w 3368062"/>
              <a:gd name="connsiteY10" fmla="*/ 0 h 1821034"/>
              <a:gd name="connsiteX0" fmla="*/ 0 w 3368062"/>
              <a:gd name="connsiteY0" fmla="*/ 1263214 h 1804346"/>
              <a:gd name="connsiteX1" fmla="*/ 893416 w 3368062"/>
              <a:gd name="connsiteY1" fmla="*/ 1644612 h 1804346"/>
              <a:gd name="connsiteX2" fmla="*/ 1463566 w 3368062"/>
              <a:gd name="connsiteY2" fmla="*/ 1423836 h 1804346"/>
              <a:gd name="connsiteX3" fmla="*/ 2083209 w 3368062"/>
              <a:gd name="connsiteY3" fmla="*/ 1447322 h 1804346"/>
              <a:gd name="connsiteX4" fmla="*/ 2666773 w 3368062"/>
              <a:gd name="connsiteY4" fmla="*/ 1701602 h 1804346"/>
              <a:gd name="connsiteX5" fmla="*/ 3118085 w 3368062"/>
              <a:gd name="connsiteY5" fmla="*/ 1778235 h 1804346"/>
              <a:gd name="connsiteX6" fmla="*/ 3350005 w 3368062"/>
              <a:gd name="connsiteY6" fmla="*/ 1270615 h 1804346"/>
              <a:gd name="connsiteX7" fmla="*/ 3290249 w 3368062"/>
              <a:gd name="connsiteY7" fmla="*/ 918138 h 1804346"/>
              <a:gd name="connsiteX8" fmla="*/ 2795805 w 3368062"/>
              <a:gd name="connsiteY8" fmla="*/ 682136 h 1804346"/>
              <a:gd name="connsiteX9" fmla="*/ 2226976 w 3368062"/>
              <a:gd name="connsiteY9" fmla="*/ 428358 h 1804346"/>
              <a:gd name="connsiteX10" fmla="*/ 1321303 w 3368062"/>
              <a:gd name="connsiteY10" fmla="*/ 0 h 1804346"/>
              <a:gd name="connsiteX0" fmla="*/ 0 w 3368062"/>
              <a:gd name="connsiteY0" fmla="*/ 1263214 h 1804346"/>
              <a:gd name="connsiteX1" fmla="*/ 893416 w 3368062"/>
              <a:gd name="connsiteY1" fmla="*/ 1644612 h 1804346"/>
              <a:gd name="connsiteX2" fmla="*/ 1463566 w 3368062"/>
              <a:gd name="connsiteY2" fmla="*/ 1423836 h 1804346"/>
              <a:gd name="connsiteX3" fmla="*/ 2083209 w 3368062"/>
              <a:gd name="connsiteY3" fmla="*/ 1447322 h 1804346"/>
              <a:gd name="connsiteX4" fmla="*/ 2666773 w 3368062"/>
              <a:gd name="connsiteY4" fmla="*/ 1701602 h 1804346"/>
              <a:gd name="connsiteX5" fmla="*/ 3118085 w 3368062"/>
              <a:gd name="connsiteY5" fmla="*/ 1778235 h 1804346"/>
              <a:gd name="connsiteX6" fmla="*/ 3350005 w 3368062"/>
              <a:gd name="connsiteY6" fmla="*/ 1270615 h 1804346"/>
              <a:gd name="connsiteX7" fmla="*/ 3290249 w 3368062"/>
              <a:gd name="connsiteY7" fmla="*/ 918138 h 1804346"/>
              <a:gd name="connsiteX8" fmla="*/ 2795805 w 3368062"/>
              <a:gd name="connsiteY8" fmla="*/ 682136 h 1804346"/>
              <a:gd name="connsiteX9" fmla="*/ 2226976 w 3368062"/>
              <a:gd name="connsiteY9" fmla="*/ 428358 h 1804346"/>
              <a:gd name="connsiteX10" fmla="*/ 1321303 w 3368062"/>
              <a:gd name="connsiteY10" fmla="*/ 0 h 1804346"/>
              <a:gd name="connsiteX0" fmla="*/ 0 w 3350004"/>
              <a:gd name="connsiteY0" fmla="*/ 1263214 h 1804346"/>
              <a:gd name="connsiteX1" fmla="*/ 893416 w 3350004"/>
              <a:gd name="connsiteY1" fmla="*/ 1644612 h 1804346"/>
              <a:gd name="connsiteX2" fmla="*/ 1463566 w 3350004"/>
              <a:gd name="connsiteY2" fmla="*/ 1423836 h 1804346"/>
              <a:gd name="connsiteX3" fmla="*/ 2083209 w 3350004"/>
              <a:gd name="connsiteY3" fmla="*/ 1447322 h 1804346"/>
              <a:gd name="connsiteX4" fmla="*/ 2666773 w 3350004"/>
              <a:gd name="connsiteY4" fmla="*/ 1701602 h 1804346"/>
              <a:gd name="connsiteX5" fmla="*/ 3118085 w 3350004"/>
              <a:gd name="connsiteY5" fmla="*/ 1778235 h 1804346"/>
              <a:gd name="connsiteX6" fmla="*/ 3350005 w 3350004"/>
              <a:gd name="connsiteY6" fmla="*/ 1270615 h 1804346"/>
              <a:gd name="connsiteX7" fmla="*/ 3116103 w 3350004"/>
              <a:gd name="connsiteY7" fmla="*/ 908672 h 1804346"/>
              <a:gd name="connsiteX8" fmla="*/ 2795805 w 3350004"/>
              <a:gd name="connsiteY8" fmla="*/ 682136 h 1804346"/>
              <a:gd name="connsiteX9" fmla="*/ 2226976 w 3350004"/>
              <a:gd name="connsiteY9" fmla="*/ 428358 h 1804346"/>
              <a:gd name="connsiteX10" fmla="*/ 1321303 w 3350004"/>
              <a:gd name="connsiteY10" fmla="*/ 0 h 1804346"/>
              <a:gd name="connsiteX0" fmla="*/ 0 w 3267041"/>
              <a:gd name="connsiteY0" fmla="*/ 1263214 h 1811062"/>
              <a:gd name="connsiteX1" fmla="*/ 893416 w 3267041"/>
              <a:gd name="connsiteY1" fmla="*/ 1644612 h 1811062"/>
              <a:gd name="connsiteX2" fmla="*/ 1463566 w 3267041"/>
              <a:gd name="connsiteY2" fmla="*/ 1423836 h 1811062"/>
              <a:gd name="connsiteX3" fmla="*/ 2083209 w 3267041"/>
              <a:gd name="connsiteY3" fmla="*/ 1447322 h 1811062"/>
              <a:gd name="connsiteX4" fmla="*/ 2666773 w 3267041"/>
              <a:gd name="connsiteY4" fmla="*/ 1701602 h 1811062"/>
              <a:gd name="connsiteX5" fmla="*/ 3118085 w 3267041"/>
              <a:gd name="connsiteY5" fmla="*/ 1778235 h 1811062"/>
              <a:gd name="connsiteX6" fmla="*/ 3267040 w 3267041"/>
              <a:gd name="connsiteY6" fmla="*/ 1176687 h 1811062"/>
              <a:gd name="connsiteX7" fmla="*/ 3116103 w 3267041"/>
              <a:gd name="connsiteY7" fmla="*/ 908672 h 1811062"/>
              <a:gd name="connsiteX8" fmla="*/ 2795805 w 3267041"/>
              <a:gd name="connsiteY8" fmla="*/ 682136 h 1811062"/>
              <a:gd name="connsiteX9" fmla="*/ 2226976 w 3267041"/>
              <a:gd name="connsiteY9" fmla="*/ 428358 h 1811062"/>
              <a:gd name="connsiteX10" fmla="*/ 1321303 w 3267041"/>
              <a:gd name="connsiteY10" fmla="*/ 0 h 1811062"/>
              <a:gd name="connsiteX0" fmla="*/ 0 w 3267041"/>
              <a:gd name="connsiteY0" fmla="*/ 1243070 h 1790917"/>
              <a:gd name="connsiteX1" fmla="*/ 893416 w 3267041"/>
              <a:gd name="connsiteY1" fmla="*/ 1624468 h 1790917"/>
              <a:gd name="connsiteX2" fmla="*/ 1463566 w 3267041"/>
              <a:gd name="connsiteY2" fmla="*/ 1403692 h 1790917"/>
              <a:gd name="connsiteX3" fmla="*/ 2083209 w 3267041"/>
              <a:gd name="connsiteY3" fmla="*/ 1427178 h 1790917"/>
              <a:gd name="connsiteX4" fmla="*/ 2666773 w 3267041"/>
              <a:gd name="connsiteY4" fmla="*/ 1681458 h 1790917"/>
              <a:gd name="connsiteX5" fmla="*/ 3118085 w 3267041"/>
              <a:gd name="connsiteY5" fmla="*/ 1758091 h 1790917"/>
              <a:gd name="connsiteX6" fmla="*/ 3267040 w 3267041"/>
              <a:gd name="connsiteY6" fmla="*/ 1156543 h 1790917"/>
              <a:gd name="connsiteX7" fmla="*/ 3116103 w 3267041"/>
              <a:gd name="connsiteY7" fmla="*/ 888528 h 1790917"/>
              <a:gd name="connsiteX8" fmla="*/ 2795805 w 3267041"/>
              <a:gd name="connsiteY8" fmla="*/ 661992 h 1790917"/>
              <a:gd name="connsiteX9" fmla="*/ 2226976 w 3267041"/>
              <a:gd name="connsiteY9" fmla="*/ 408214 h 1790917"/>
              <a:gd name="connsiteX10" fmla="*/ 1454915 w 3267041"/>
              <a:gd name="connsiteY10" fmla="*/ 0 h 1790917"/>
              <a:gd name="connsiteX0" fmla="*/ 0 w 3554228"/>
              <a:gd name="connsiteY0" fmla="*/ 1069423 h 1790917"/>
              <a:gd name="connsiteX1" fmla="*/ 1180603 w 3554228"/>
              <a:gd name="connsiteY1" fmla="*/ 1624468 h 1790917"/>
              <a:gd name="connsiteX2" fmla="*/ 1750753 w 3554228"/>
              <a:gd name="connsiteY2" fmla="*/ 1403692 h 1790917"/>
              <a:gd name="connsiteX3" fmla="*/ 2370396 w 3554228"/>
              <a:gd name="connsiteY3" fmla="*/ 1427178 h 1790917"/>
              <a:gd name="connsiteX4" fmla="*/ 2953960 w 3554228"/>
              <a:gd name="connsiteY4" fmla="*/ 1681458 h 1790917"/>
              <a:gd name="connsiteX5" fmla="*/ 3405272 w 3554228"/>
              <a:gd name="connsiteY5" fmla="*/ 1758091 h 1790917"/>
              <a:gd name="connsiteX6" fmla="*/ 3554227 w 3554228"/>
              <a:gd name="connsiteY6" fmla="*/ 1156543 h 1790917"/>
              <a:gd name="connsiteX7" fmla="*/ 3403290 w 3554228"/>
              <a:gd name="connsiteY7" fmla="*/ 888528 h 1790917"/>
              <a:gd name="connsiteX8" fmla="*/ 3082992 w 3554228"/>
              <a:gd name="connsiteY8" fmla="*/ 661992 h 1790917"/>
              <a:gd name="connsiteX9" fmla="*/ 2514163 w 3554228"/>
              <a:gd name="connsiteY9" fmla="*/ 408214 h 1790917"/>
              <a:gd name="connsiteX10" fmla="*/ 1742102 w 3554228"/>
              <a:gd name="connsiteY10" fmla="*/ 0 h 1790917"/>
              <a:gd name="connsiteX0" fmla="*/ 0 w 3554228"/>
              <a:gd name="connsiteY0" fmla="*/ 1069423 h 1790917"/>
              <a:gd name="connsiteX1" fmla="*/ 610782 w 3554228"/>
              <a:gd name="connsiteY1" fmla="*/ 1336422 h 1790917"/>
              <a:gd name="connsiteX2" fmla="*/ 1180603 w 3554228"/>
              <a:gd name="connsiteY2" fmla="*/ 1624468 h 1790917"/>
              <a:gd name="connsiteX3" fmla="*/ 1750753 w 3554228"/>
              <a:gd name="connsiteY3" fmla="*/ 1403692 h 1790917"/>
              <a:gd name="connsiteX4" fmla="*/ 2370396 w 3554228"/>
              <a:gd name="connsiteY4" fmla="*/ 1427178 h 1790917"/>
              <a:gd name="connsiteX5" fmla="*/ 2953960 w 3554228"/>
              <a:gd name="connsiteY5" fmla="*/ 1681458 h 1790917"/>
              <a:gd name="connsiteX6" fmla="*/ 3405272 w 3554228"/>
              <a:gd name="connsiteY6" fmla="*/ 1758091 h 1790917"/>
              <a:gd name="connsiteX7" fmla="*/ 3554227 w 3554228"/>
              <a:gd name="connsiteY7" fmla="*/ 1156543 h 1790917"/>
              <a:gd name="connsiteX8" fmla="*/ 3403290 w 3554228"/>
              <a:gd name="connsiteY8" fmla="*/ 888528 h 1790917"/>
              <a:gd name="connsiteX9" fmla="*/ 3082992 w 3554228"/>
              <a:gd name="connsiteY9" fmla="*/ 661992 h 1790917"/>
              <a:gd name="connsiteX10" fmla="*/ 2514163 w 3554228"/>
              <a:gd name="connsiteY10" fmla="*/ 408214 h 1790917"/>
              <a:gd name="connsiteX11" fmla="*/ 1742102 w 3554228"/>
              <a:gd name="connsiteY11" fmla="*/ 0 h 1790917"/>
              <a:gd name="connsiteX0" fmla="*/ 0 w 3554228"/>
              <a:gd name="connsiteY0" fmla="*/ 1069423 h 1790917"/>
              <a:gd name="connsiteX1" fmla="*/ 610782 w 3554228"/>
              <a:gd name="connsiteY1" fmla="*/ 1336422 h 1790917"/>
              <a:gd name="connsiteX2" fmla="*/ 1180603 w 3554228"/>
              <a:gd name="connsiteY2" fmla="*/ 1624468 h 1790917"/>
              <a:gd name="connsiteX3" fmla="*/ 1750753 w 3554228"/>
              <a:gd name="connsiteY3" fmla="*/ 1403692 h 1790917"/>
              <a:gd name="connsiteX4" fmla="*/ 2370396 w 3554228"/>
              <a:gd name="connsiteY4" fmla="*/ 1427178 h 1790917"/>
              <a:gd name="connsiteX5" fmla="*/ 2953960 w 3554228"/>
              <a:gd name="connsiteY5" fmla="*/ 1681458 h 1790917"/>
              <a:gd name="connsiteX6" fmla="*/ 3405272 w 3554228"/>
              <a:gd name="connsiteY6" fmla="*/ 1758091 h 1790917"/>
              <a:gd name="connsiteX7" fmla="*/ 3554227 w 3554228"/>
              <a:gd name="connsiteY7" fmla="*/ 1156543 h 1790917"/>
              <a:gd name="connsiteX8" fmla="*/ 3403290 w 3554228"/>
              <a:gd name="connsiteY8" fmla="*/ 888528 h 1790917"/>
              <a:gd name="connsiteX9" fmla="*/ 3082992 w 3554228"/>
              <a:gd name="connsiteY9" fmla="*/ 661992 h 1790917"/>
              <a:gd name="connsiteX10" fmla="*/ 2514163 w 3554228"/>
              <a:gd name="connsiteY10" fmla="*/ 408214 h 1790917"/>
              <a:gd name="connsiteX11" fmla="*/ 1742102 w 3554228"/>
              <a:gd name="connsiteY11" fmla="*/ 0 h 1790917"/>
              <a:gd name="connsiteX0" fmla="*/ 0 w 3554228"/>
              <a:gd name="connsiteY0" fmla="*/ 1069423 h 1790917"/>
              <a:gd name="connsiteX1" fmla="*/ 610782 w 3554228"/>
              <a:gd name="connsiteY1" fmla="*/ 1336422 h 1790917"/>
              <a:gd name="connsiteX2" fmla="*/ 1180603 w 3554228"/>
              <a:gd name="connsiteY2" fmla="*/ 1624468 h 1790917"/>
              <a:gd name="connsiteX3" fmla="*/ 1750753 w 3554228"/>
              <a:gd name="connsiteY3" fmla="*/ 1403692 h 1790917"/>
              <a:gd name="connsiteX4" fmla="*/ 2370396 w 3554228"/>
              <a:gd name="connsiteY4" fmla="*/ 1427178 h 1790917"/>
              <a:gd name="connsiteX5" fmla="*/ 2953960 w 3554228"/>
              <a:gd name="connsiteY5" fmla="*/ 1681458 h 1790917"/>
              <a:gd name="connsiteX6" fmla="*/ 3405272 w 3554228"/>
              <a:gd name="connsiteY6" fmla="*/ 1758091 h 1790917"/>
              <a:gd name="connsiteX7" fmla="*/ 3554227 w 3554228"/>
              <a:gd name="connsiteY7" fmla="*/ 1156543 h 1790917"/>
              <a:gd name="connsiteX8" fmla="*/ 3403290 w 3554228"/>
              <a:gd name="connsiteY8" fmla="*/ 888528 h 1790917"/>
              <a:gd name="connsiteX9" fmla="*/ 3082992 w 3554228"/>
              <a:gd name="connsiteY9" fmla="*/ 661992 h 1790917"/>
              <a:gd name="connsiteX10" fmla="*/ 2514163 w 3554228"/>
              <a:gd name="connsiteY10" fmla="*/ 408214 h 1790917"/>
              <a:gd name="connsiteX11" fmla="*/ 1742102 w 3554228"/>
              <a:gd name="connsiteY11" fmla="*/ 0 h 1790917"/>
              <a:gd name="connsiteX0" fmla="*/ 0 w 3554228"/>
              <a:gd name="connsiteY0" fmla="*/ 1069423 h 1790917"/>
              <a:gd name="connsiteX1" fmla="*/ 610782 w 3554228"/>
              <a:gd name="connsiteY1" fmla="*/ 1336422 h 1790917"/>
              <a:gd name="connsiteX2" fmla="*/ 1248036 w 3554228"/>
              <a:gd name="connsiteY2" fmla="*/ 1667558 h 1790917"/>
              <a:gd name="connsiteX3" fmla="*/ 1750753 w 3554228"/>
              <a:gd name="connsiteY3" fmla="*/ 1403692 h 1790917"/>
              <a:gd name="connsiteX4" fmla="*/ 2370396 w 3554228"/>
              <a:gd name="connsiteY4" fmla="*/ 1427178 h 1790917"/>
              <a:gd name="connsiteX5" fmla="*/ 2953960 w 3554228"/>
              <a:gd name="connsiteY5" fmla="*/ 1681458 h 1790917"/>
              <a:gd name="connsiteX6" fmla="*/ 3405272 w 3554228"/>
              <a:gd name="connsiteY6" fmla="*/ 1758091 h 1790917"/>
              <a:gd name="connsiteX7" fmla="*/ 3554227 w 3554228"/>
              <a:gd name="connsiteY7" fmla="*/ 1156543 h 1790917"/>
              <a:gd name="connsiteX8" fmla="*/ 3403290 w 3554228"/>
              <a:gd name="connsiteY8" fmla="*/ 888528 h 1790917"/>
              <a:gd name="connsiteX9" fmla="*/ 3082992 w 3554228"/>
              <a:gd name="connsiteY9" fmla="*/ 661992 h 1790917"/>
              <a:gd name="connsiteX10" fmla="*/ 2514163 w 3554228"/>
              <a:gd name="connsiteY10" fmla="*/ 408214 h 1790917"/>
              <a:gd name="connsiteX11" fmla="*/ 1742102 w 3554228"/>
              <a:gd name="connsiteY11" fmla="*/ 0 h 1790917"/>
              <a:gd name="connsiteX0" fmla="*/ 0 w 3554228"/>
              <a:gd name="connsiteY0" fmla="*/ 661209 h 1382703"/>
              <a:gd name="connsiteX1" fmla="*/ 610782 w 3554228"/>
              <a:gd name="connsiteY1" fmla="*/ 928208 h 1382703"/>
              <a:gd name="connsiteX2" fmla="*/ 1248036 w 3554228"/>
              <a:gd name="connsiteY2" fmla="*/ 1259344 h 1382703"/>
              <a:gd name="connsiteX3" fmla="*/ 1750753 w 3554228"/>
              <a:gd name="connsiteY3" fmla="*/ 995478 h 1382703"/>
              <a:gd name="connsiteX4" fmla="*/ 2370396 w 3554228"/>
              <a:gd name="connsiteY4" fmla="*/ 1018964 h 1382703"/>
              <a:gd name="connsiteX5" fmla="*/ 2953960 w 3554228"/>
              <a:gd name="connsiteY5" fmla="*/ 1273244 h 1382703"/>
              <a:gd name="connsiteX6" fmla="*/ 3405272 w 3554228"/>
              <a:gd name="connsiteY6" fmla="*/ 1349877 h 1382703"/>
              <a:gd name="connsiteX7" fmla="*/ 3554227 w 3554228"/>
              <a:gd name="connsiteY7" fmla="*/ 748329 h 1382703"/>
              <a:gd name="connsiteX8" fmla="*/ 3403290 w 3554228"/>
              <a:gd name="connsiteY8" fmla="*/ 480314 h 1382703"/>
              <a:gd name="connsiteX9" fmla="*/ 3082992 w 3554228"/>
              <a:gd name="connsiteY9" fmla="*/ 253778 h 1382703"/>
              <a:gd name="connsiteX10" fmla="*/ 2514163 w 3554228"/>
              <a:gd name="connsiteY10" fmla="*/ 0 h 1382703"/>
              <a:gd name="connsiteX0" fmla="*/ 0 w 3554228"/>
              <a:gd name="connsiteY0" fmla="*/ 459765 h 1181259"/>
              <a:gd name="connsiteX1" fmla="*/ 610782 w 3554228"/>
              <a:gd name="connsiteY1" fmla="*/ 726764 h 1181259"/>
              <a:gd name="connsiteX2" fmla="*/ 1248036 w 3554228"/>
              <a:gd name="connsiteY2" fmla="*/ 1057900 h 1181259"/>
              <a:gd name="connsiteX3" fmla="*/ 1750753 w 3554228"/>
              <a:gd name="connsiteY3" fmla="*/ 794034 h 1181259"/>
              <a:gd name="connsiteX4" fmla="*/ 2370396 w 3554228"/>
              <a:gd name="connsiteY4" fmla="*/ 817520 h 1181259"/>
              <a:gd name="connsiteX5" fmla="*/ 2953960 w 3554228"/>
              <a:gd name="connsiteY5" fmla="*/ 1071800 h 1181259"/>
              <a:gd name="connsiteX6" fmla="*/ 3405272 w 3554228"/>
              <a:gd name="connsiteY6" fmla="*/ 1148433 h 1181259"/>
              <a:gd name="connsiteX7" fmla="*/ 3554227 w 3554228"/>
              <a:gd name="connsiteY7" fmla="*/ 546885 h 1181259"/>
              <a:gd name="connsiteX8" fmla="*/ 3403290 w 3554228"/>
              <a:gd name="connsiteY8" fmla="*/ 278870 h 1181259"/>
              <a:gd name="connsiteX9" fmla="*/ 3082992 w 3554228"/>
              <a:gd name="connsiteY9" fmla="*/ 52334 h 1181259"/>
              <a:gd name="connsiteX10" fmla="*/ 2934117 w 3554228"/>
              <a:gd name="connsiteY10" fmla="*/ 0 h 1181259"/>
              <a:gd name="connsiteX0" fmla="*/ 0 w 3554228"/>
              <a:gd name="connsiteY0" fmla="*/ 459765 h 1181259"/>
              <a:gd name="connsiteX1" fmla="*/ 610782 w 3554228"/>
              <a:gd name="connsiteY1" fmla="*/ 726764 h 1181259"/>
              <a:gd name="connsiteX2" fmla="*/ 1248036 w 3554228"/>
              <a:gd name="connsiteY2" fmla="*/ 1057900 h 1181259"/>
              <a:gd name="connsiteX3" fmla="*/ 1750753 w 3554228"/>
              <a:gd name="connsiteY3" fmla="*/ 794034 h 1181259"/>
              <a:gd name="connsiteX4" fmla="*/ 2370396 w 3554228"/>
              <a:gd name="connsiteY4" fmla="*/ 817520 h 1181259"/>
              <a:gd name="connsiteX5" fmla="*/ 2953960 w 3554228"/>
              <a:gd name="connsiteY5" fmla="*/ 1071800 h 1181259"/>
              <a:gd name="connsiteX6" fmla="*/ 3405272 w 3554228"/>
              <a:gd name="connsiteY6" fmla="*/ 1148433 h 1181259"/>
              <a:gd name="connsiteX7" fmla="*/ 3554227 w 3554228"/>
              <a:gd name="connsiteY7" fmla="*/ 546885 h 1181259"/>
              <a:gd name="connsiteX8" fmla="*/ 3403290 w 3554228"/>
              <a:gd name="connsiteY8" fmla="*/ 278870 h 1181259"/>
              <a:gd name="connsiteX9" fmla="*/ 3082992 w 3554228"/>
              <a:gd name="connsiteY9" fmla="*/ 52334 h 1181259"/>
              <a:gd name="connsiteX10" fmla="*/ 2934117 w 3554228"/>
              <a:gd name="connsiteY10" fmla="*/ 0 h 1181259"/>
              <a:gd name="connsiteX0" fmla="*/ 0 w 3554228"/>
              <a:gd name="connsiteY0" fmla="*/ 459765 h 1181259"/>
              <a:gd name="connsiteX1" fmla="*/ 610782 w 3554228"/>
              <a:gd name="connsiteY1" fmla="*/ 726764 h 1181259"/>
              <a:gd name="connsiteX2" fmla="*/ 1248036 w 3554228"/>
              <a:gd name="connsiteY2" fmla="*/ 1057900 h 1181259"/>
              <a:gd name="connsiteX3" fmla="*/ 1750753 w 3554228"/>
              <a:gd name="connsiteY3" fmla="*/ 794034 h 1181259"/>
              <a:gd name="connsiteX4" fmla="*/ 2370396 w 3554228"/>
              <a:gd name="connsiteY4" fmla="*/ 817520 h 1181259"/>
              <a:gd name="connsiteX5" fmla="*/ 2953960 w 3554228"/>
              <a:gd name="connsiteY5" fmla="*/ 1071800 h 1181259"/>
              <a:gd name="connsiteX6" fmla="*/ 3405272 w 3554228"/>
              <a:gd name="connsiteY6" fmla="*/ 1148433 h 1181259"/>
              <a:gd name="connsiteX7" fmla="*/ 3554227 w 3554228"/>
              <a:gd name="connsiteY7" fmla="*/ 546885 h 1181259"/>
              <a:gd name="connsiteX8" fmla="*/ 3403290 w 3554228"/>
              <a:gd name="connsiteY8" fmla="*/ 278870 h 1181259"/>
              <a:gd name="connsiteX9" fmla="*/ 3181467 w 3554228"/>
              <a:gd name="connsiteY9" fmla="*/ 103095 h 1181259"/>
              <a:gd name="connsiteX10" fmla="*/ 2934117 w 3554228"/>
              <a:gd name="connsiteY10" fmla="*/ 0 h 1181259"/>
              <a:gd name="connsiteX0" fmla="*/ 0 w 3554228"/>
              <a:gd name="connsiteY0" fmla="*/ 458996 h 1180490"/>
              <a:gd name="connsiteX1" fmla="*/ 610782 w 3554228"/>
              <a:gd name="connsiteY1" fmla="*/ 725995 h 1180490"/>
              <a:gd name="connsiteX2" fmla="*/ 1248036 w 3554228"/>
              <a:gd name="connsiteY2" fmla="*/ 1057131 h 1180490"/>
              <a:gd name="connsiteX3" fmla="*/ 1750753 w 3554228"/>
              <a:gd name="connsiteY3" fmla="*/ 793265 h 1180490"/>
              <a:gd name="connsiteX4" fmla="*/ 2370396 w 3554228"/>
              <a:gd name="connsiteY4" fmla="*/ 816751 h 1180490"/>
              <a:gd name="connsiteX5" fmla="*/ 2953960 w 3554228"/>
              <a:gd name="connsiteY5" fmla="*/ 1071031 h 1180490"/>
              <a:gd name="connsiteX6" fmla="*/ 3405272 w 3554228"/>
              <a:gd name="connsiteY6" fmla="*/ 1147664 h 1180490"/>
              <a:gd name="connsiteX7" fmla="*/ 3554227 w 3554228"/>
              <a:gd name="connsiteY7" fmla="*/ 546116 h 1180490"/>
              <a:gd name="connsiteX8" fmla="*/ 3403290 w 3554228"/>
              <a:gd name="connsiteY8" fmla="*/ 278101 h 1180490"/>
              <a:gd name="connsiteX9" fmla="*/ 3181467 w 3554228"/>
              <a:gd name="connsiteY9" fmla="*/ 102326 h 1180490"/>
              <a:gd name="connsiteX10" fmla="*/ 2952454 w 3554228"/>
              <a:gd name="connsiteY10" fmla="*/ 0 h 1180490"/>
              <a:gd name="connsiteX0" fmla="*/ 0 w 3554228"/>
              <a:gd name="connsiteY0" fmla="*/ 458996 h 1180490"/>
              <a:gd name="connsiteX1" fmla="*/ 610782 w 3554228"/>
              <a:gd name="connsiteY1" fmla="*/ 725995 h 1180490"/>
              <a:gd name="connsiteX2" fmla="*/ 1248036 w 3554228"/>
              <a:gd name="connsiteY2" fmla="*/ 1057131 h 1180490"/>
              <a:gd name="connsiteX3" fmla="*/ 1750753 w 3554228"/>
              <a:gd name="connsiteY3" fmla="*/ 793265 h 1180490"/>
              <a:gd name="connsiteX4" fmla="*/ 2370396 w 3554228"/>
              <a:gd name="connsiteY4" fmla="*/ 816751 h 1180490"/>
              <a:gd name="connsiteX5" fmla="*/ 2953960 w 3554228"/>
              <a:gd name="connsiteY5" fmla="*/ 1071031 h 1180490"/>
              <a:gd name="connsiteX6" fmla="*/ 3405272 w 3554228"/>
              <a:gd name="connsiteY6" fmla="*/ 1147664 h 1180490"/>
              <a:gd name="connsiteX7" fmla="*/ 3554227 w 3554228"/>
              <a:gd name="connsiteY7" fmla="*/ 546116 h 1180490"/>
              <a:gd name="connsiteX8" fmla="*/ 3403290 w 3554228"/>
              <a:gd name="connsiteY8" fmla="*/ 278101 h 1180490"/>
              <a:gd name="connsiteX9" fmla="*/ 3181467 w 3554228"/>
              <a:gd name="connsiteY9" fmla="*/ 102326 h 1180490"/>
              <a:gd name="connsiteX10" fmla="*/ 2952454 w 3554228"/>
              <a:gd name="connsiteY10" fmla="*/ 0 h 1180490"/>
              <a:gd name="connsiteX0" fmla="*/ 0 w 3554228"/>
              <a:gd name="connsiteY0" fmla="*/ 458996 h 1180490"/>
              <a:gd name="connsiteX1" fmla="*/ 610782 w 3554228"/>
              <a:gd name="connsiteY1" fmla="*/ 725995 h 1180490"/>
              <a:gd name="connsiteX2" fmla="*/ 1357864 w 3554228"/>
              <a:gd name="connsiteY2" fmla="*/ 1125180 h 1180490"/>
              <a:gd name="connsiteX3" fmla="*/ 1750753 w 3554228"/>
              <a:gd name="connsiteY3" fmla="*/ 793265 h 1180490"/>
              <a:gd name="connsiteX4" fmla="*/ 2370396 w 3554228"/>
              <a:gd name="connsiteY4" fmla="*/ 816751 h 1180490"/>
              <a:gd name="connsiteX5" fmla="*/ 2953960 w 3554228"/>
              <a:gd name="connsiteY5" fmla="*/ 1071031 h 1180490"/>
              <a:gd name="connsiteX6" fmla="*/ 3405272 w 3554228"/>
              <a:gd name="connsiteY6" fmla="*/ 1147664 h 1180490"/>
              <a:gd name="connsiteX7" fmla="*/ 3554227 w 3554228"/>
              <a:gd name="connsiteY7" fmla="*/ 546116 h 1180490"/>
              <a:gd name="connsiteX8" fmla="*/ 3403290 w 3554228"/>
              <a:gd name="connsiteY8" fmla="*/ 278101 h 1180490"/>
              <a:gd name="connsiteX9" fmla="*/ 3181467 w 3554228"/>
              <a:gd name="connsiteY9" fmla="*/ 102326 h 1180490"/>
              <a:gd name="connsiteX10" fmla="*/ 2952454 w 3554228"/>
              <a:gd name="connsiteY10" fmla="*/ 0 h 1180490"/>
              <a:gd name="connsiteX0" fmla="*/ 0 w 3554228"/>
              <a:gd name="connsiteY0" fmla="*/ 458996 h 1180490"/>
              <a:gd name="connsiteX1" fmla="*/ 610782 w 3554228"/>
              <a:gd name="connsiteY1" fmla="*/ 725995 h 1180490"/>
              <a:gd name="connsiteX2" fmla="*/ 1357864 w 3554228"/>
              <a:gd name="connsiteY2" fmla="*/ 1125180 h 1180490"/>
              <a:gd name="connsiteX3" fmla="*/ 1827257 w 3554228"/>
              <a:gd name="connsiteY3" fmla="*/ 823600 h 1180490"/>
              <a:gd name="connsiteX4" fmla="*/ 2370396 w 3554228"/>
              <a:gd name="connsiteY4" fmla="*/ 816751 h 1180490"/>
              <a:gd name="connsiteX5" fmla="*/ 2953960 w 3554228"/>
              <a:gd name="connsiteY5" fmla="*/ 1071031 h 1180490"/>
              <a:gd name="connsiteX6" fmla="*/ 3405272 w 3554228"/>
              <a:gd name="connsiteY6" fmla="*/ 1147664 h 1180490"/>
              <a:gd name="connsiteX7" fmla="*/ 3554227 w 3554228"/>
              <a:gd name="connsiteY7" fmla="*/ 546116 h 1180490"/>
              <a:gd name="connsiteX8" fmla="*/ 3403290 w 3554228"/>
              <a:gd name="connsiteY8" fmla="*/ 278101 h 1180490"/>
              <a:gd name="connsiteX9" fmla="*/ 3181467 w 3554228"/>
              <a:gd name="connsiteY9" fmla="*/ 102326 h 1180490"/>
              <a:gd name="connsiteX10" fmla="*/ 2952454 w 3554228"/>
              <a:gd name="connsiteY10" fmla="*/ 0 h 1180490"/>
              <a:gd name="connsiteX0" fmla="*/ 0 w 2943446"/>
              <a:gd name="connsiteY0" fmla="*/ 725995 h 1180490"/>
              <a:gd name="connsiteX1" fmla="*/ 747082 w 2943446"/>
              <a:gd name="connsiteY1" fmla="*/ 1125180 h 1180490"/>
              <a:gd name="connsiteX2" fmla="*/ 1216475 w 2943446"/>
              <a:gd name="connsiteY2" fmla="*/ 823600 h 1180490"/>
              <a:gd name="connsiteX3" fmla="*/ 1759614 w 2943446"/>
              <a:gd name="connsiteY3" fmla="*/ 816751 h 1180490"/>
              <a:gd name="connsiteX4" fmla="*/ 2343178 w 2943446"/>
              <a:gd name="connsiteY4" fmla="*/ 1071031 h 1180490"/>
              <a:gd name="connsiteX5" fmla="*/ 2794490 w 2943446"/>
              <a:gd name="connsiteY5" fmla="*/ 1147664 h 1180490"/>
              <a:gd name="connsiteX6" fmla="*/ 2943445 w 2943446"/>
              <a:gd name="connsiteY6" fmla="*/ 546116 h 1180490"/>
              <a:gd name="connsiteX7" fmla="*/ 2792508 w 2943446"/>
              <a:gd name="connsiteY7" fmla="*/ 278101 h 1180490"/>
              <a:gd name="connsiteX8" fmla="*/ 2570685 w 2943446"/>
              <a:gd name="connsiteY8" fmla="*/ 102326 h 1180490"/>
              <a:gd name="connsiteX9" fmla="*/ 2341672 w 2943446"/>
              <a:gd name="connsiteY9" fmla="*/ 0 h 1180490"/>
              <a:gd name="connsiteX0" fmla="*/ 0 w 2339068"/>
              <a:gd name="connsiteY0" fmla="*/ 1056229 h 1197694"/>
              <a:gd name="connsiteX1" fmla="*/ 142704 w 2339068"/>
              <a:gd name="connsiteY1" fmla="*/ 1125180 h 1197694"/>
              <a:gd name="connsiteX2" fmla="*/ 612097 w 2339068"/>
              <a:gd name="connsiteY2" fmla="*/ 823600 h 1197694"/>
              <a:gd name="connsiteX3" fmla="*/ 1155236 w 2339068"/>
              <a:gd name="connsiteY3" fmla="*/ 816751 h 1197694"/>
              <a:gd name="connsiteX4" fmla="*/ 1738800 w 2339068"/>
              <a:gd name="connsiteY4" fmla="*/ 1071031 h 1197694"/>
              <a:gd name="connsiteX5" fmla="*/ 2190112 w 2339068"/>
              <a:gd name="connsiteY5" fmla="*/ 1147664 h 1197694"/>
              <a:gd name="connsiteX6" fmla="*/ 2339067 w 2339068"/>
              <a:gd name="connsiteY6" fmla="*/ 546116 h 1197694"/>
              <a:gd name="connsiteX7" fmla="*/ 2188130 w 2339068"/>
              <a:gd name="connsiteY7" fmla="*/ 278101 h 1197694"/>
              <a:gd name="connsiteX8" fmla="*/ 1966307 w 2339068"/>
              <a:gd name="connsiteY8" fmla="*/ 102326 h 1197694"/>
              <a:gd name="connsiteX9" fmla="*/ 1737294 w 2339068"/>
              <a:gd name="connsiteY9" fmla="*/ 0 h 1197694"/>
              <a:gd name="connsiteX0" fmla="*/ 0 w 2339068"/>
              <a:gd name="connsiteY0" fmla="*/ 1056229 h 1180490"/>
              <a:gd name="connsiteX1" fmla="*/ 142704 w 2339068"/>
              <a:gd name="connsiteY1" fmla="*/ 1125180 h 1180490"/>
              <a:gd name="connsiteX2" fmla="*/ 612097 w 2339068"/>
              <a:gd name="connsiteY2" fmla="*/ 823600 h 1180490"/>
              <a:gd name="connsiteX3" fmla="*/ 1155236 w 2339068"/>
              <a:gd name="connsiteY3" fmla="*/ 816751 h 1180490"/>
              <a:gd name="connsiteX4" fmla="*/ 1738800 w 2339068"/>
              <a:gd name="connsiteY4" fmla="*/ 1071031 h 1180490"/>
              <a:gd name="connsiteX5" fmla="*/ 2190112 w 2339068"/>
              <a:gd name="connsiteY5" fmla="*/ 1147664 h 1180490"/>
              <a:gd name="connsiteX6" fmla="*/ 2339067 w 2339068"/>
              <a:gd name="connsiteY6" fmla="*/ 546116 h 1180490"/>
              <a:gd name="connsiteX7" fmla="*/ 2188130 w 2339068"/>
              <a:gd name="connsiteY7" fmla="*/ 278101 h 1180490"/>
              <a:gd name="connsiteX8" fmla="*/ 1966307 w 2339068"/>
              <a:gd name="connsiteY8" fmla="*/ 102326 h 1180490"/>
              <a:gd name="connsiteX9" fmla="*/ 1737294 w 2339068"/>
              <a:gd name="connsiteY9" fmla="*/ 0 h 1180490"/>
              <a:gd name="connsiteX0" fmla="*/ 0 w 2339068"/>
              <a:gd name="connsiteY0" fmla="*/ 1056229 h 1180490"/>
              <a:gd name="connsiteX1" fmla="*/ 247415 w 2339068"/>
              <a:gd name="connsiteY1" fmla="*/ 1128230 h 1180490"/>
              <a:gd name="connsiteX2" fmla="*/ 612097 w 2339068"/>
              <a:gd name="connsiteY2" fmla="*/ 823600 h 1180490"/>
              <a:gd name="connsiteX3" fmla="*/ 1155236 w 2339068"/>
              <a:gd name="connsiteY3" fmla="*/ 816751 h 1180490"/>
              <a:gd name="connsiteX4" fmla="*/ 1738800 w 2339068"/>
              <a:gd name="connsiteY4" fmla="*/ 1071031 h 1180490"/>
              <a:gd name="connsiteX5" fmla="*/ 2190112 w 2339068"/>
              <a:gd name="connsiteY5" fmla="*/ 1147664 h 1180490"/>
              <a:gd name="connsiteX6" fmla="*/ 2339067 w 2339068"/>
              <a:gd name="connsiteY6" fmla="*/ 546116 h 1180490"/>
              <a:gd name="connsiteX7" fmla="*/ 2188130 w 2339068"/>
              <a:gd name="connsiteY7" fmla="*/ 278101 h 1180490"/>
              <a:gd name="connsiteX8" fmla="*/ 1966307 w 2339068"/>
              <a:gd name="connsiteY8" fmla="*/ 102326 h 1180490"/>
              <a:gd name="connsiteX9" fmla="*/ 1737294 w 2339068"/>
              <a:gd name="connsiteY9" fmla="*/ 0 h 118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9068" h="1180490">
                <a:moveTo>
                  <a:pt x="0" y="1056229"/>
                </a:moveTo>
                <a:cubicBezTo>
                  <a:pt x="65470" y="1120468"/>
                  <a:pt x="145399" y="1167001"/>
                  <a:pt x="247415" y="1128230"/>
                </a:cubicBezTo>
                <a:cubicBezTo>
                  <a:pt x="349431" y="1089459"/>
                  <a:pt x="460794" y="875513"/>
                  <a:pt x="612097" y="823600"/>
                </a:cubicBezTo>
                <a:cubicBezTo>
                  <a:pt x="763400" y="771687"/>
                  <a:pt x="967452" y="775512"/>
                  <a:pt x="1155236" y="816751"/>
                </a:cubicBezTo>
                <a:cubicBezTo>
                  <a:pt x="1343020" y="857990"/>
                  <a:pt x="1566321" y="1015879"/>
                  <a:pt x="1738800" y="1071031"/>
                </a:cubicBezTo>
                <a:cubicBezTo>
                  <a:pt x="1911279" y="1126183"/>
                  <a:pt x="2090068" y="1235150"/>
                  <a:pt x="2190112" y="1147664"/>
                </a:cubicBezTo>
                <a:cubicBezTo>
                  <a:pt x="2290157" y="1060178"/>
                  <a:pt x="2339397" y="691043"/>
                  <a:pt x="2339067" y="546116"/>
                </a:cubicBezTo>
                <a:cubicBezTo>
                  <a:pt x="2338737" y="401189"/>
                  <a:pt x="2250257" y="352066"/>
                  <a:pt x="2188130" y="278101"/>
                </a:cubicBezTo>
                <a:cubicBezTo>
                  <a:pt x="2126003" y="204136"/>
                  <a:pt x="2041446" y="148676"/>
                  <a:pt x="1966307" y="102326"/>
                </a:cubicBezTo>
                <a:cubicBezTo>
                  <a:pt x="1891168" y="55976"/>
                  <a:pt x="1823090" y="28047"/>
                  <a:pt x="1737294" y="0"/>
                </a:cubicBezTo>
              </a:path>
            </a:pathLst>
          </a:custGeom>
          <a:noFill/>
          <a:ln w="6350" cap="rnd">
            <a:solidFill>
              <a:schemeClr val="tx1">
                <a:alpha val="35000"/>
              </a:schemeClr>
            </a:solidFill>
            <a:prstDash val="dash"/>
            <a:round/>
          </a:ln>
        </p:spPr>
        <p:txBody>
          <a:bodyPr rtlCol="0" anchor="ctr"/>
          <a:lstStyle/>
          <a:p>
            <a:endParaRPr lang="en-US"/>
          </a:p>
        </p:txBody>
      </p:sp>
      <p:sp>
        <p:nvSpPr>
          <p:cNvPr id="33" name="Freeform: Shape 32">
            <a:extLst>
              <a:ext uri="{FF2B5EF4-FFF2-40B4-BE49-F238E27FC236}">
                <a16:creationId xmlns:a16="http://schemas.microsoft.com/office/drawing/2014/main" id="{808EC3B5-E93E-F530-D34F-6CA6E07FDB0D}"/>
              </a:ext>
            </a:extLst>
          </p:cNvPr>
          <p:cNvSpPr/>
          <p:nvPr userDrawn="1"/>
        </p:nvSpPr>
        <p:spPr>
          <a:xfrm rot="13118372" flipH="1" flipV="1">
            <a:off x="9742567" y="-191717"/>
            <a:ext cx="1561520" cy="808661"/>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2177965"/>
              <a:gd name="connsiteY0" fmla="*/ 381167 h 386829"/>
              <a:gd name="connsiteX1" fmla="*/ 752808 w 2177965"/>
              <a:gd name="connsiteY1" fmla="*/ 319373 h 386829"/>
              <a:gd name="connsiteX2" fmla="*/ 1047131 w 2177965"/>
              <a:gd name="connsiteY2" fmla="*/ 264319 h 386829"/>
              <a:gd name="connsiteX3" fmla="*/ 1295924 w 2177965"/>
              <a:gd name="connsiteY3" fmla="*/ 278702 h 386829"/>
              <a:gd name="connsiteX4" fmla="*/ 1441847 w 2177965"/>
              <a:gd name="connsiteY4" fmla="*/ 302609 h 386829"/>
              <a:gd name="connsiteX5" fmla="*/ 1733788 w 2177965"/>
              <a:gd name="connsiteY5" fmla="*/ 360045 h 386829"/>
              <a:gd name="connsiteX6" fmla="*/ 1944290 w 2177965"/>
              <a:gd name="connsiteY6" fmla="*/ 386334 h 386829"/>
              <a:gd name="connsiteX7" fmla="*/ 2121170 w 2177965"/>
              <a:gd name="connsiteY7" fmla="*/ 0 h 386829"/>
              <a:gd name="connsiteX0" fmla="*/ 0 w 2177965"/>
              <a:gd name="connsiteY0" fmla="*/ 381167 h 436899"/>
              <a:gd name="connsiteX1" fmla="*/ 752808 w 2177965"/>
              <a:gd name="connsiteY1" fmla="*/ 319373 h 436899"/>
              <a:gd name="connsiteX2" fmla="*/ 1047131 w 2177965"/>
              <a:gd name="connsiteY2" fmla="*/ 264319 h 436899"/>
              <a:gd name="connsiteX3" fmla="*/ 1295924 w 2177965"/>
              <a:gd name="connsiteY3" fmla="*/ 278702 h 436899"/>
              <a:gd name="connsiteX4" fmla="*/ 1441847 w 2177965"/>
              <a:gd name="connsiteY4" fmla="*/ 302609 h 436899"/>
              <a:gd name="connsiteX5" fmla="*/ 1733788 w 2177965"/>
              <a:gd name="connsiteY5" fmla="*/ 360045 h 436899"/>
              <a:gd name="connsiteX6" fmla="*/ 1944290 w 2177965"/>
              <a:gd name="connsiteY6" fmla="*/ 386334 h 436899"/>
              <a:gd name="connsiteX7" fmla="*/ 2121170 w 2177965"/>
              <a:gd name="connsiteY7" fmla="*/ 0 h 436899"/>
              <a:gd name="connsiteX0" fmla="*/ 0 w 2177965"/>
              <a:gd name="connsiteY0" fmla="*/ 381167 h 436899"/>
              <a:gd name="connsiteX1" fmla="*/ 752808 w 2177965"/>
              <a:gd name="connsiteY1" fmla="*/ 319373 h 436899"/>
              <a:gd name="connsiteX2" fmla="*/ 1047131 w 2177965"/>
              <a:gd name="connsiteY2" fmla="*/ 264319 h 436899"/>
              <a:gd name="connsiteX3" fmla="*/ 1441847 w 2177965"/>
              <a:gd name="connsiteY3" fmla="*/ 302609 h 436899"/>
              <a:gd name="connsiteX4" fmla="*/ 1733788 w 2177965"/>
              <a:gd name="connsiteY4" fmla="*/ 360045 h 436899"/>
              <a:gd name="connsiteX5" fmla="*/ 1944290 w 2177965"/>
              <a:gd name="connsiteY5" fmla="*/ 386334 h 436899"/>
              <a:gd name="connsiteX6" fmla="*/ 2121170 w 2177965"/>
              <a:gd name="connsiteY6" fmla="*/ 0 h 436899"/>
              <a:gd name="connsiteX0" fmla="*/ 0 w 2182607"/>
              <a:gd name="connsiteY0" fmla="*/ 381167 h 436899"/>
              <a:gd name="connsiteX1" fmla="*/ 752808 w 2182607"/>
              <a:gd name="connsiteY1" fmla="*/ 319373 h 436899"/>
              <a:gd name="connsiteX2" fmla="*/ 1047131 w 2182607"/>
              <a:gd name="connsiteY2" fmla="*/ 264319 h 436899"/>
              <a:gd name="connsiteX3" fmla="*/ 1441847 w 2182607"/>
              <a:gd name="connsiteY3" fmla="*/ 302609 h 436899"/>
              <a:gd name="connsiteX4" fmla="*/ 1733788 w 2182607"/>
              <a:gd name="connsiteY4" fmla="*/ 360045 h 436899"/>
              <a:gd name="connsiteX5" fmla="*/ 1944290 w 2182607"/>
              <a:gd name="connsiteY5" fmla="*/ 386334 h 436899"/>
              <a:gd name="connsiteX6" fmla="*/ 2175937 w 2182607"/>
              <a:gd name="connsiteY6" fmla="*/ 317070 h 436899"/>
              <a:gd name="connsiteX7" fmla="*/ 2121170 w 2182607"/>
              <a:gd name="connsiteY7" fmla="*/ 0 h 436899"/>
              <a:gd name="connsiteX0" fmla="*/ 0 w 2176490"/>
              <a:gd name="connsiteY0" fmla="*/ 1012407 h 1068139"/>
              <a:gd name="connsiteX1" fmla="*/ 752808 w 2176490"/>
              <a:gd name="connsiteY1" fmla="*/ 950613 h 1068139"/>
              <a:gd name="connsiteX2" fmla="*/ 1047131 w 2176490"/>
              <a:gd name="connsiteY2" fmla="*/ 895559 h 1068139"/>
              <a:gd name="connsiteX3" fmla="*/ 1441847 w 2176490"/>
              <a:gd name="connsiteY3" fmla="*/ 933849 h 1068139"/>
              <a:gd name="connsiteX4" fmla="*/ 1733788 w 2176490"/>
              <a:gd name="connsiteY4" fmla="*/ 991285 h 1068139"/>
              <a:gd name="connsiteX5" fmla="*/ 1944290 w 2176490"/>
              <a:gd name="connsiteY5" fmla="*/ 1017574 h 1068139"/>
              <a:gd name="connsiteX6" fmla="*/ 2175937 w 2176490"/>
              <a:gd name="connsiteY6" fmla="*/ 948310 h 1068139"/>
              <a:gd name="connsiteX7" fmla="*/ 1040665 w 2176490"/>
              <a:gd name="connsiteY7" fmla="*/ 0 h 1068139"/>
              <a:gd name="connsiteX0" fmla="*/ 0 w 2176917"/>
              <a:gd name="connsiteY0" fmla="*/ 1012407 h 1068139"/>
              <a:gd name="connsiteX1" fmla="*/ 752808 w 2176917"/>
              <a:gd name="connsiteY1" fmla="*/ 950613 h 1068139"/>
              <a:gd name="connsiteX2" fmla="*/ 1047131 w 2176917"/>
              <a:gd name="connsiteY2" fmla="*/ 895559 h 1068139"/>
              <a:gd name="connsiteX3" fmla="*/ 1441847 w 2176917"/>
              <a:gd name="connsiteY3" fmla="*/ 933849 h 1068139"/>
              <a:gd name="connsiteX4" fmla="*/ 1733788 w 2176917"/>
              <a:gd name="connsiteY4" fmla="*/ 991285 h 1068139"/>
              <a:gd name="connsiteX5" fmla="*/ 1944290 w 2176917"/>
              <a:gd name="connsiteY5" fmla="*/ 1017574 h 1068139"/>
              <a:gd name="connsiteX6" fmla="*/ 2175937 w 2176917"/>
              <a:gd name="connsiteY6" fmla="*/ 948310 h 1068139"/>
              <a:gd name="connsiteX7" fmla="*/ 1040665 w 2176917"/>
              <a:gd name="connsiteY7" fmla="*/ 0 h 1068139"/>
              <a:gd name="connsiteX0" fmla="*/ 0 w 2307270"/>
              <a:gd name="connsiteY0" fmla="*/ 1012407 h 1068139"/>
              <a:gd name="connsiteX1" fmla="*/ 752808 w 2307270"/>
              <a:gd name="connsiteY1" fmla="*/ 950613 h 1068139"/>
              <a:gd name="connsiteX2" fmla="*/ 1047131 w 2307270"/>
              <a:gd name="connsiteY2" fmla="*/ 895559 h 1068139"/>
              <a:gd name="connsiteX3" fmla="*/ 1441847 w 2307270"/>
              <a:gd name="connsiteY3" fmla="*/ 933849 h 1068139"/>
              <a:gd name="connsiteX4" fmla="*/ 1733788 w 2307270"/>
              <a:gd name="connsiteY4" fmla="*/ 991285 h 1068139"/>
              <a:gd name="connsiteX5" fmla="*/ 1944290 w 2307270"/>
              <a:gd name="connsiteY5" fmla="*/ 1017574 h 1068139"/>
              <a:gd name="connsiteX6" fmla="*/ 2175937 w 2307270"/>
              <a:gd name="connsiteY6" fmla="*/ 948310 h 1068139"/>
              <a:gd name="connsiteX7" fmla="*/ 2240101 w 2307270"/>
              <a:gd name="connsiteY7" fmla="*/ 747898 h 1068139"/>
              <a:gd name="connsiteX8" fmla="*/ 1040665 w 2307270"/>
              <a:gd name="connsiteY8" fmla="*/ 0 h 1068139"/>
              <a:gd name="connsiteX0" fmla="*/ 0 w 2318043"/>
              <a:gd name="connsiteY0" fmla="*/ 1012407 h 1068139"/>
              <a:gd name="connsiteX1" fmla="*/ 752808 w 2318043"/>
              <a:gd name="connsiteY1" fmla="*/ 950613 h 1068139"/>
              <a:gd name="connsiteX2" fmla="*/ 1047131 w 2318043"/>
              <a:gd name="connsiteY2" fmla="*/ 895559 h 1068139"/>
              <a:gd name="connsiteX3" fmla="*/ 1441847 w 2318043"/>
              <a:gd name="connsiteY3" fmla="*/ 933849 h 1068139"/>
              <a:gd name="connsiteX4" fmla="*/ 1733788 w 2318043"/>
              <a:gd name="connsiteY4" fmla="*/ 991285 h 1068139"/>
              <a:gd name="connsiteX5" fmla="*/ 1944290 w 2318043"/>
              <a:gd name="connsiteY5" fmla="*/ 1017574 h 1068139"/>
              <a:gd name="connsiteX6" fmla="*/ 2231324 w 2318043"/>
              <a:gd name="connsiteY6" fmla="*/ 1026610 h 1068139"/>
              <a:gd name="connsiteX7" fmla="*/ 2240101 w 2318043"/>
              <a:gd name="connsiteY7" fmla="*/ 747898 h 1068139"/>
              <a:gd name="connsiteX8" fmla="*/ 1040665 w 231804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57627 h 1113359"/>
              <a:gd name="connsiteX1" fmla="*/ 752808 w 2342153"/>
              <a:gd name="connsiteY1" fmla="*/ 995833 h 1113359"/>
              <a:gd name="connsiteX2" fmla="*/ 1047131 w 2342153"/>
              <a:gd name="connsiteY2" fmla="*/ 940779 h 1113359"/>
              <a:gd name="connsiteX3" fmla="*/ 1441847 w 2342153"/>
              <a:gd name="connsiteY3" fmla="*/ 979069 h 1113359"/>
              <a:gd name="connsiteX4" fmla="*/ 1733788 w 2342153"/>
              <a:gd name="connsiteY4" fmla="*/ 1036505 h 1113359"/>
              <a:gd name="connsiteX5" fmla="*/ 1944290 w 2342153"/>
              <a:gd name="connsiteY5" fmla="*/ 1062794 h 1113359"/>
              <a:gd name="connsiteX6" fmla="*/ 2231324 w 2342153"/>
              <a:gd name="connsiteY6" fmla="*/ 1071830 h 1113359"/>
              <a:gd name="connsiteX7" fmla="*/ 2240101 w 2342153"/>
              <a:gd name="connsiteY7" fmla="*/ 793118 h 1113359"/>
              <a:gd name="connsiteX8" fmla="*/ 991526 w 2342153"/>
              <a:gd name="connsiteY8" fmla="*/ 1 h 1113359"/>
              <a:gd name="connsiteX0" fmla="*/ 0 w 2342153"/>
              <a:gd name="connsiteY0" fmla="*/ 1057626 h 1113358"/>
              <a:gd name="connsiteX1" fmla="*/ 752808 w 2342153"/>
              <a:gd name="connsiteY1" fmla="*/ 995832 h 1113358"/>
              <a:gd name="connsiteX2" fmla="*/ 1047131 w 2342153"/>
              <a:gd name="connsiteY2" fmla="*/ 940778 h 1113358"/>
              <a:gd name="connsiteX3" fmla="*/ 1441847 w 2342153"/>
              <a:gd name="connsiteY3" fmla="*/ 979068 h 1113358"/>
              <a:gd name="connsiteX4" fmla="*/ 1733788 w 2342153"/>
              <a:gd name="connsiteY4" fmla="*/ 1036504 h 1113358"/>
              <a:gd name="connsiteX5" fmla="*/ 1944290 w 2342153"/>
              <a:gd name="connsiteY5" fmla="*/ 1062793 h 1113358"/>
              <a:gd name="connsiteX6" fmla="*/ 2231324 w 2342153"/>
              <a:gd name="connsiteY6" fmla="*/ 1071829 h 1113358"/>
              <a:gd name="connsiteX7" fmla="*/ 2240101 w 2342153"/>
              <a:gd name="connsiteY7" fmla="*/ 793117 h 1113358"/>
              <a:gd name="connsiteX8" fmla="*/ 991526 w 2342153"/>
              <a:gd name="connsiteY8" fmla="*/ 0 h 1113358"/>
              <a:gd name="connsiteX0" fmla="*/ 0 w 2357515"/>
              <a:gd name="connsiteY0" fmla="*/ 1057626 h 1113358"/>
              <a:gd name="connsiteX1" fmla="*/ 752808 w 2357515"/>
              <a:gd name="connsiteY1" fmla="*/ 995832 h 1113358"/>
              <a:gd name="connsiteX2" fmla="*/ 1047131 w 2357515"/>
              <a:gd name="connsiteY2" fmla="*/ 940778 h 1113358"/>
              <a:gd name="connsiteX3" fmla="*/ 1441847 w 2357515"/>
              <a:gd name="connsiteY3" fmla="*/ 979068 h 1113358"/>
              <a:gd name="connsiteX4" fmla="*/ 1733788 w 2357515"/>
              <a:gd name="connsiteY4" fmla="*/ 1036504 h 1113358"/>
              <a:gd name="connsiteX5" fmla="*/ 1944290 w 2357515"/>
              <a:gd name="connsiteY5" fmla="*/ 1062793 h 1113358"/>
              <a:gd name="connsiteX6" fmla="*/ 2231324 w 2357515"/>
              <a:gd name="connsiteY6" fmla="*/ 1071829 h 1113358"/>
              <a:gd name="connsiteX7" fmla="*/ 2262899 w 2357515"/>
              <a:gd name="connsiteY7" fmla="*/ 768665 h 1113358"/>
              <a:gd name="connsiteX8" fmla="*/ 991526 w 2357515"/>
              <a:gd name="connsiteY8" fmla="*/ 0 h 1113358"/>
              <a:gd name="connsiteX0" fmla="*/ 0 w 2504450"/>
              <a:gd name="connsiteY0" fmla="*/ 1020136 h 1085804"/>
              <a:gd name="connsiteX1" fmla="*/ 899743 w 2504450"/>
              <a:gd name="connsiteY1" fmla="*/ 995832 h 1085804"/>
              <a:gd name="connsiteX2" fmla="*/ 1194066 w 2504450"/>
              <a:gd name="connsiteY2" fmla="*/ 940778 h 1085804"/>
              <a:gd name="connsiteX3" fmla="*/ 1588782 w 2504450"/>
              <a:gd name="connsiteY3" fmla="*/ 979068 h 1085804"/>
              <a:gd name="connsiteX4" fmla="*/ 1880723 w 2504450"/>
              <a:gd name="connsiteY4" fmla="*/ 1036504 h 1085804"/>
              <a:gd name="connsiteX5" fmla="*/ 2091225 w 2504450"/>
              <a:gd name="connsiteY5" fmla="*/ 1062793 h 1085804"/>
              <a:gd name="connsiteX6" fmla="*/ 2378259 w 2504450"/>
              <a:gd name="connsiteY6" fmla="*/ 1071829 h 1085804"/>
              <a:gd name="connsiteX7" fmla="*/ 2409834 w 2504450"/>
              <a:gd name="connsiteY7" fmla="*/ 768665 h 1085804"/>
              <a:gd name="connsiteX8" fmla="*/ 1138461 w 2504450"/>
              <a:gd name="connsiteY8" fmla="*/ 0 h 1085804"/>
              <a:gd name="connsiteX0" fmla="*/ 0 w 2504450"/>
              <a:gd name="connsiteY0" fmla="*/ 1020136 h 1109406"/>
              <a:gd name="connsiteX1" fmla="*/ 938561 w 2504450"/>
              <a:gd name="connsiteY1" fmla="*/ 1077688 h 1109406"/>
              <a:gd name="connsiteX2" fmla="*/ 1194066 w 2504450"/>
              <a:gd name="connsiteY2" fmla="*/ 940778 h 1109406"/>
              <a:gd name="connsiteX3" fmla="*/ 1588782 w 2504450"/>
              <a:gd name="connsiteY3" fmla="*/ 979068 h 1109406"/>
              <a:gd name="connsiteX4" fmla="*/ 1880723 w 2504450"/>
              <a:gd name="connsiteY4" fmla="*/ 1036504 h 1109406"/>
              <a:gd name="connsiteX5" fmla="*/ 2091225 w 2504450"/>
              <a:gd name="connsiteY5" fmla="*/ 1062793 h 1109406"/>
              <a:gd name="connsiteX6" fmla="*/ 2378259 w 2504450"/>
              <a:gd name="connsiteY6" fmla="*/ 1071829 h 1109406"/>
              <a:gd name="connsiteX7" fmla="*/ 2409834 w 2504450"/>
              <a:gd name="connsiteY7" fmla="*/ 768665 h 1109406"/>
              <a:gd name="connsiteX8" fmla="*/ 1138461 w 2504450"/>
              <a:gd name="connsiteY8" fmla="*/ 0 h 1109406"/>
              <a:gd name="connsiteX0" fmla="*/ 0 w 2504450"/>
              <a:gd name="connsiteY0" fmla="*/ 1020136 h 1107184"/>
              <a:gd name="connsiteX1" fmla="*/ 938561 w 2504450"/>
              <a:gd name="connsiteY1" fmla="*/ 1077688 h 1107184"/>
              <a:gd name="connsiteX2" fmla="*/ 1588782 w 2504450"/>
              <a:gd name="connsiteY2" fmla="*/ 979068 h 1107184"/>
              <a:gd name="connsiteX3" fmla="*/ 1880723 w 2504450"/>
              <a:gd name="connsiteY3" fmla="*/ 1036504 h 1107184"/>
              <a:gd name="connsiteX4" fmla="*/ 2091225 w 2504450"/>
              <a:gd name="connsiteY4" fmla="*/ 1062793 h 1107184"/>
              <a:gd name="connsiteX5" fmla="*/ 2378259 w 2504450"/>
              <a:gd name="connsiteY5" fmla="*/ 1071829 h 1107184"/>
              <a:gd name="connsiteX6" fmla="*/ 2409834 w 2504450"/>
              <a:gd name="connsiteY6" fmla="*/ 768665 h 1107184"/>
              <a:gd name="connsiteX7" fmla="*/ 1138461 w 2504450"/>
              <a:gd name="connsiteY7" fmla="*/ 0 h 1107184"/>
              <a:gd name="connsiteX0" fmla="*/ 0 w 2504450"/>
              <a:gd name="connsiteY0" fmla="*/ 1020136 h 1107183"/>
              <a:gd name="connsiteX1" fmla="*/ 938561 w 2504450"/>
              <a:gd name="connsiteY1" fmla="*/ 1077688 h 1107183"/>
              <a:gd name="connsiteX2" fmla="*/ 1588782 w 2504450"/>
              <a:gd name="connsiteY2" fmla="*/ 979068 h 1107183"/>
              <a:gd name="connsiteX3" fmla="*/ 1880723 w 2504450"/>
              <a:gd name="connsiteY3" fmla="*/ 1036504 h 1107183"/>
              <a:gd name="connsiteX4" fmla="*/ 2091225 w 2504450"/>
              <a:gd name="connsiteY4" fmla="*/ 1062793 h 1107183"/>
              <a:gd name="connsiteX5" fmla="*/ 2378259 w 2504450"/>
              <a:gd name="connsiteY5" fmla="*/ 1071829 h 1107183"/>
              <a:gd name="connsiteX6" fmla="*/ 2409834 w 2504450"/>
              <a:gd name="connsiteY6" fmla="*/ 768665 h 1107183"/>
              <a:gd name="connsiteX7" fmla="*/ 1138461 w 2504450"/>
              <a:gd name="connsiteY7" fmla="*/ 0 h 1107183"/>
              <a:gd name="connsiteX0" fmla="*/ 0 w 2504450"/>
              <a:gd name="connsiteY0" fmla="*/ 1020136 h 1106104"/>
              <a:gd name="connsiteX1" fmla="*/ 938561 w 2504450"/>
              <a:gd name="connsiteY1" fmla="*/ 1077688 h 1106104"/>
              <a:gd name="connsiteX2" fmla="*/ 1500667 w 2504450"/>
              <a:gd name="connsiteY2" fmla="*/ 998004 h 1106104"/>
              <a:gd name="connsiteX3" fmla="*/ 1880723 w 2504450"/>
              <a:gd name="connsiteY3" fmla="*/ 1036504 h 1106104"/>
              <a:gd name="connsiteX4" fmla="*/ 2091225 w 2504450"/>
              <a:gd name="connsiteY4" fmla="*/ 1062793 h 1106104"/>
              <a:gd name="connsiteX5" fmla="*/ 2378259 w 2504450"/>
              <a:gd name="connsiteY5" fmla="*/ 1071829 h 1106104"/>
              <a:gd name="connsiteX6" fmla="*/ 2409834 w 2504450"/>
              <a:gd name="connsiteY6" fmla="*/ 768665 h 1106104"/>
              <a:gd name="connsiteX7" fmla="*/ 1138461 w 2504450"/>
              <a:gd name="connsiteY7" fmla="*/ 0 h 1106104"/>
              <a:gd name="connsiteX0" fmla="*/ 0 w 2571859"/>
              <a:gd name="connsiteY0" fmla="*/ 1020136 h 1249141"/>
              <a:gd name="connsiteX1" fmla="*/ 938561 w 2571859"/>
              <a:gd name="connsiteY1" fmla="*/ 1077688 h 1249141"/>
              <a:gd name="connsiteX2" fmla="*/ 1500667 w 2571859"/>
              <a:gd name="connsiteY2" fmla="*/ 998004 h 1249141"/>
              <a:gd name="connsiteX3" fmla="*/ 1880723 w 2571859"/>
              <a:gd name="connsiteY3" fmla="*/ 1036504 h 1249141"/>
              <a:gd name="connsiteX4" fmla="*/ 2091225 w 2571859"/>
              <a:gd name="connsiteY4" fmla="*/ 1062793 h 1249141"/>
              <a:gd name="connsiteX5" fmla="*/ 2521542 w 2571859"/>
              <a:gd name="connsiteY5" fmla="*/ 1244550 h 1249141"/>
              <a:gd name="connsiteX6" fmla="*/ 2409834 w 2571859"/>
              <a:gd name="connsiteY6" fmla="*/ 768665 h 1249141"/>
              <a:gd name="connsiteX7" fmla="*/ 1138461 w 2571859"/>
              <a:gd name="connsiteY7" fmla="*/ 0 h 1249141"/>
              <a:gd name="connsiteX0" fmla="*/ 0 w 2571859"/>
              <a:gd name="connsiteY0" fmla="*/ 1020136 h 1249334"/>
              <a:gd name="connsiteX1" fmla="*/ 938561 w 2571859"/>
              <a:gd name="connsiteY1" fmla="*/ 1077688 h 1249334"/>
              <a:gd name="connsiteX2" fmla="*/ 1500667 w 2571859"/>
              <a:gd name="connsiteY2" fmla="*/ 998004 h 1249334"/>
              <a:gd name="connsiteX3" fmla="*/ 1880723 w 2571859"/>
              <a:gd name="connsiteY3" fmla="*/ 1036504 h 1249334"/>
              <a:gd name="connsiteX4" fmla="*/ 2180398 w 2571859"/>
              <a:gd name="connsiteY4" fmla="*/ 1073129 h 1249334"/>
              <a:gd name="connsiteX5" fmla="*/ 2521542 w 2571859"/>
              <a:gd name="connsiteY5" fmla="*/ 1244550 h 1249334"/>
              <a:gd name="connsiteX6" fmla="*/ 2409834 w 2571859"/>
              <a:gd name="connsiteY6" fmla="*/ 768665 h 1249334"/>
              <a:gd name="connsiteX7" fmla="*/ 1138461 w 2571859"/>
              <a:gd name="connsiteY7" fmla="*/ 0 h 1249334"/>
              <a:gd name="connsiteX0" fmla="*/ 0 w 2605998"/>
              <a:gd name="connsiteY0" fmla="*/ 1020136 h 1301601"/>
              <a:gd name="connsiteX1" fmla="*/ 938561 w 2605998"/>
              <a:gd name="connsiteY1" fmla="*/ 1077688 h 1301601"/>
              <a:gd name="connsiteX2" fmla="*/ 1500667 w 2605998"/>
              <a:gd name="connsiteY2" fmla="*/ 998004 h 1301601"/>
              <a:gd name="connsiteX3" fmla="*/ 1880723 w 2605998"/>
              <a:gd name="connsiteY3" fmla="*/ 1036504 h 1301601"/>
              <a:gd name="connsiteX4" fmla="*/ 2180398 w 2605998"/>
              <a:gd name="connsiteY4" fmla="*/ 1073129 h 1301601"/>
              <a:gd name="connsiteX5" fmla="*/ 2568716 w 2605998"/>
              <a:gd name="connsiteY5" fmla="*/ 1297664 h 1301601"/>
              <a:gd name="connsiteX6" fmla="*/ 2409834 w 2605998"/>
              <a:gd name="connsiteY6" fmla="*/ 768665 h 1301601"/>
              <a:gd name="connsiteX7" fmla="*/ 1138461 w 2605998"/>
              <a:gd name="connsiteY7" fmla="*/ 0 h 1301601"/>
              <a:gd name="connsiteX0" fmla="*/ 0 w 2605998"/>
              <a:gd name="connsiteY0" fmla="*/ 1020136 h 1304482"/>
              <a:gd name="connsiteX1" fmla="*/ 938561 w 2605998"/>
              <a:gd name="connsiteY1" fmla="*/ 1077688 h 1304482"/>
              <a:gd name="connsiteX2" fmla="*/ 1500667 w 2605998"/>
              <a:gd name="connsiteY2" fmla="*/ 998004 h 1304482"/>
              <a:gd name="connsiteX3" fmla="*/ 1880723 w 2605998"/>
              <a:gd name="connsiteY3" fmla="*/ 1036504 h 1304482"/>
              <a:gd name="connsiteX4" fmla="*/ 2170041 w 2605998"/>
              <a:gd name="connsiteY4" fmla="*/ 1200016 h 1304482"/>
              <a:gd name="connsiteX5" fmla="*/ 2568716 w 2605998"/>
              <a:gd name="connsiteY5" fmla="*/ 1297664 h 1304482"/>
              <a:gd name="connsiteX6" fmla="*/ 2409834 w 2605998"/>
              <a:gd name="connsiteY6" fmla="*/ 768665 h 1304482"/>
              <a:gd name="connsiteX7" fmla="*/ 1138461 w 2605998"/>
              <a:gd name="connsiteY7" fmla="*/ 0 h 1304482"/>
              <a:gd name="connsiteX0" fmla="*/ 0 w 2605998"/>
              <a:gd name="connsiteY0" fmla="*/ 1020136 h 1307849"/>
              <a:gd name="connsiteX1" fmla="*/ 938561 w 2605998"/>
              <a:gd name="connsiteY1" fmla="*/ 1077688 h 1307849"/>
              <a:gd name="connsiteX2" fmla="*/ 1500667 w 2605998"/>
              <a:gd name="connsiteY2" fmla="*/ 998004 h 1307849"/>
              <a:gd name="connsiteX3" fmla="*/ 1880723 w 2605998"/>
              <a:gd name="connsiteY3" fmla="*/ 1036504 h 1307849"/>
              <a:gd name="connsiteX4" fmla="*/ 2170041 w 2605998"/>
              <a:gd name="connsiteY4" fmla="*/ 1200016 h 1307849"/>
              <a:gd name="connsiteX5" fmla="*/ 2568716 w 2605998"/>
              <a:gd name="connsiteY5" fmla="*/ 1297664 h 1307849"/>
              <a:gd name="connsiteX6" fmla="*/ 2409834 w 2605998"/>
              <a:gd name="connsiteY6" fmla="*/ 768665 h 1307849"/>
              <a:gd name="connsiteX7" fmla="*/ 1138461 w 2605998"/>
              <a:gd name="connsiteY7" fmla="*/ 0 h 1307849"/>
              <a:gd name="connsiteX0" fmla="*/ 0 w 2605998"/>
              <a:gd name="connsiteY0" fmla="*/ 1020136 h 1307849"/>
              <a:gd name="connsiteX1" fmla="*/ 938561 w 2605998"/>
              <a:gd name="connsiteY1" fmla="*/ 1077688 h 1307849"/>
              <a:gd name="connsiteX2" fmla="*/ 1500667 w 2605998"/>
              <a:gd name="connsiteY2" fmla="*/ 998004 h 1307849"/>
              <a:gd name="connsiteX3" fmla="*/ 1838958 w 2605998"/>
              <a:gd name="connsiteY3" fmla="*/ 1073984 h 1307849"/>
              <a:gd name="connsiteX4" fmla="*/ 2170041 w 2605998"/>
              <a:gd name="connsiteY4" fmla="*/ 1200016 h 1307849"/>
              <a:gd name="connsiteX5" fmla="*/ 2568716 w 2605998"/>
              <a:gd name="connsiteY5" fmla="*/ 1297664 h 1307849"/>
              <a:gd name="connsiteX6" fmla="*/ 2409834 w 2605998"/>
              <a:gd name="connsiteY6" fmla="*/ 768665 h 1307849"/>
              <a:gd name="connsiteX7" fmla="*/ 1138461 w 2605998"/>
              <a:gd name="connsiteY7" fmla="*/ 0 h 1307849"/>
              <a:gd name="connsiteX0" fmla="*/ 0 w 2605998"/>
              <a:gd name="connsiteY0" fmla="*/ 1092987 h 1380700"/>
              <a:gd name="connsiteX1" fmla="*/ 938561 w 2605998"/>
              <a:gd name="connsiteY1" fmla="*/ 1150539 h 1380700"/>
              <a:gd name="connsiteX2" fmla="*/ 1500667 w 2605998"/>
              <a:gd name="connsiteY2" fmla="*/ 1070855 h 1380700"/>
              <a:gd name="connsiteX3" fmla="*/ 1838958 w 2605998"/>
              <a:gd name="connsiteY3" fmla="*/ 1146835 h 1380700"/>
              <a:gd name="connsiteX4" fmla="*/ 2170041 w 2605998"/>
              <a:gd name="connsiteY4" fmla="*/ 1272867 h 1380700"/>
              <a:gd name="connsiteX5" fmla="*/ 2568716 w 2605998"/>
              <a:gd name="connsiteY5" fmla="*/ 1370515 h 1380700"/>
              <a:gd name="connsiteX6" fmla="*/ 2409834 w 2605998"/>
              <a:gd name="connsiteY6" fmla="*/ 841516 h 1380700"/>
              <a:gd name="connsiteX7" fmla="*/ 1070936 w 2605998"/>
              <a:gd name="connsiteY7" fmla="*/ 0 h 1380700"/>
              <a:gd name="connsiteX0" fmla="*/ 0 w 2605998"/>
              <a:gd name="connsiteY0" fmla="*/ 1092987 h 1380700"/>
              <a:gd name="connsiteX1" fmla="*/ 938561 w 2605998"/>
              <a:gd name="connsiteY1" fmla="*/ 1150539 h 1380700"/>
              <a:gd name="connsiteX2" fmla="*/ 1500667 w 2605998"/>
              <a:gd name="connsiteY2" fmla="*/ 1070855 h 1380700"/>
              <a:gd name="connsiteX3" fmla="*/ 1838958 w 2605998"/>
              <a:gd name="connsiteY3" fmla="*/ 1146835 h 1380700"/>
              <a:gd name="connsiteX4" fmla="*/ 2170041 w 2605998"/>
              <a:gd name="connsiteY4" fmla="*/ 1272867 h 1380700"/>
              <a:gd name="connsiteX5" fmla="*/ 2568716 w 2605998"/>
              <a:gd name="connsiteY5" fmla="*/ 1370515 h 1380700"/>
              <a:gd name="connsiteX6" fmla="*/ 2409834 w 2605998"/>
              <a:gd name="connsiteY6" fmla="*/ 841516 h 1380700"/>
              <a:gd name="connsiteX7" fmla="*/ 1070936 w 2605998"/>
              <a:gd name="connsiteY7" fmla="*/ 0 h 1380700"/>
              <a:gd name="connsiteX0" fmla="*/ 0 w 2583619"/>
              <a:gd name="connsiteY0" fmla="*/ 1092987 h 1380700"/>
              <a:gd name="connsiteX1" fmla="*/ 938561 w 2583619"/>
              <a:gd name="connsiteY1" fmla="*/ 1150539 h 1380700"/>
              <a:gd name="connsiteX2" fmla="*/ 1500667 w 2583619"/>
              <a:gd name="connsiteY2" fmla="*/ 1070855 h 1380700"/>
              <a:gd name="connsiteX3" fmla="*/ 1838958 w 2583619"/>
              <a:gd name="connsiteY3" fmla="*/ 1146835 h 1380700"/>
              <a:gd name="connsiteX4" fmla="*/ 2170041 w 2583619"/>
              <a:gd name="connsiteY4" fmla="*/ 1272867 h 1380700"/>
              <a:gd name="connsiteX5" fmla="*/ 2568716 w 2583619"/>
              <a:gd name="connsiteY5" fmla="*/ 1370515 h 1380700"/>
              <a:gd name="connsiteX6" fmla="*/ 2192063 w 2583619"/>
              <a:gd name="connsiteY6" fmla="*/ 703196 h 1380700"/>
              <a:gd name="connsiteX7" fmla="*/ 1070936 w 2583619"/>
              <a:gd name="connsiteY7" fmla="*/ 0 h 1380700"/>
              <a:gd name="connsiteX0" fmla="*/ 0 w 2528295"/>
              <a:gd name="connsiteY0" fmla="*/ 1092987 h 1323258"/>
              <a:gd name="connsiteX1" fmla="*/ 938561 w 2528295"/>
              <a:gd name="connsiteY1" fmla="*/ 1150539 h 1323258"/>
              <a:gd name="connsiteX2" fmla="*/ 1500667 w 2528295"/>
              <a:gd name="connsiteY2" fmla="*/ 1070855 h 1323258"/>
              <a:gd name="connsiteX3" fmla="*/ 1838958 w 2528295"/>
              <a:gd name="connsiteY3" fmla="*/ 1146835 h 1323258"/>
              <a:gd name="connsiteX4" fmla="*/ 2170041 w 2528295"/>
              <a:gd name="connsiteY4" fmla="*/ 1272867 h 1323258"/>
              <a:gd name="connsiteX5" fmla="*/ 2510359 w 2528295"/>
              <a:gd name="connsiteY5" fmla="*/ 1301127 h 1323258"/>
              <a:gd name="connsiteX6" fmla="*/ 2192063 w 2528295"/>
              <a:gd name="connsiteY6" fmla="*/ 703196 h 1323258"/>
              <a:gd name="connsiteX7" fmla="*/ 1070936 w 2528295"/>
              <a:gd name="connsiteY7" fmla="*/ 0 h 1323258"/>
              <a:gd name="connsiteX0" fmla="*/ 0 w 2529283"/>
              <a:gd name="connsiteY0" fmla="*/ 1092987 h 1323258"/>
              <a:gd name="connsiteX1" fmla="*/ 938561 w 2529283"/>
              <a:gd name="connsiteY1" fmla="*/ 1150539 h 1323258"/>
              <a:gd name="connsiteX2" fmla="*/ 1500667 w 2529283"/>
              <a:gd name="connsiteY2" fmla="*/ 1070855 h 1323258"/>
              <a:gd name="connsiteX3" fmla="*/ 1838958 w 2529283"/>
              <a:gd name="connsiteY3" fmla="*/ 1146835 h 1323258"/>
              <a:gd name="connsiteX4" fmla="*/ 2170041 w 2529283"/>
              <a:gd name="connsiteY4" fmla="*/ 1272867 h 1323258"/>
              <a:gd name="connsiteX5" fmla="*/ 2510359 w 2529283"/>
              <a:gd name="connsiteY5" fmla="*/ 1301127 h 1323258"/>
              <a:gd name="connsiteX6" fmla="*/ 2192063 w 2529283"/>
              <a:gd name="connsiteY6" fmla="*/ 703196 h 1323258"/>
              <a:gd name="connsiteX7" fmla="*/ 1070936 w 2529283"/>
              <a:gd name="connsiteY7" fmla="*/ 0 h 1323258"/>
              <a:gd name="connsiteX0" fmla="*/ 0 w 2529283"/>
              <a:gd name="connsiteY0" fmla="*/ 1092987 h 1361212"/>
              <a:gd name="connsiteX1" fmla="*/ 938561 w 2529283"/>
              <a:gd name="connsiteY1" fmla="*/ 1150539 h 1361212"/>
              <a:gd name="connsiteX2" fmla="*/ 1500667 w 2529283"/>
              <a:gd name="connsiteY2" fmla="*/ 1070855 h 1361212"/>
              <a:gd name="connsiteX3" fmla="*/ 1838958 w 2529283"/>
              <a:gd name="connsiteY3" fmla="*/ 1146835 h 1361212"/>
              <a:gd name="connsiteX4" fmla="*/ 2170041 w 2529283"/>
              <a:gd name="connsiteY4" fmla="*/ 1272867 h 1361212"/>
              <a:gd name="connsiteX5" fmla="*/ 2510359 w 2529283"/>
              <a:gd name="connsiteY5" fmla="*/ 1301127 h 1361212"/>
              <a:gd name="connsiteX6" fmla="*/ 2192063 w 2529283"/>
              <a:gd name="connsiteY6" fmla="*/ 703196 h 1361212"/>
              <a:gd name="connsiteX7" fmla="*/ 1070936 w 2529283"/>
              <a:gd name="connsiteY7" fmla="*/ 0 h 1361212"/>
              <a:gd name="connsiteX0" fmla="*/ 0 w 2529283"/>
              <a:gd name="connsiteY0" fmla="*/ 1092987 h 1361212"/>
              <a:gd name="connsiteX1" fmla="*/ 549460 w 2529283"/>
              <a:gd name="connsiteY1" fmla="*/ 1326467 h 1361212"/>
              <a:gd name="connsiteX2" fmla="*/ 938561 w 2529283"/>
              <a:gd name="connsiteY2" fmla="*/ 1150539 h 1361212"/>
              <a:gd name="connsiteX3" fmla="*/ 1500667 w 2529283"/>
              <a:gd name="connsiteY3" fmla="*/ 1070855 h 1361212"/>
              <a:gd name="connsiteX4" fmla="*/ 1838958 w 2529283"/>
              <a:gd name="connsiteY4" fmla="*/ 1146835 h 1361212"/>
              <a:gd name="connsiteX5" fmla="*/ 2170041 w 2529283"/>
              <a:gd name="connsiteY5" fmla="*/ 1272867 h 1361212"/>
              <a:gd name="connsiteX6" fmla="*/ 2510359 w 2529283"/>
              <a:gd name="connsiteY6" fmla="*/ 1301127 h 1361212"/>
              <a:gd name="connsiteX7" fmla="*/ 2192063 w 2529283"/>
              <a:gd name="connsiteY7" fmla="*/ 703196 h 1361212"/>
              <a:gd name="connsiteX8" fmla="*/ 1070936 w 2529283"/>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9264"/>
              <a:gd name="connsiteX1" fmla="*/ 711154 w 2615452"/>
              <a:gd name="connsiteY1" fmla="*/ 1368892 h 1369264"/>
              <a:gd name="connsiteX2" fmla="*/ 1024730 w 2615452"/>
              <a:gd name="connsiteY2" fmla="*/ 1150539 h 1369264"/>
              <a:gd name="connsiteX3" fmla="*/ 1586836 w 2615452"/>
              <a:gd name="connsiteY3" fmla="*/ 1070855 h 1369264"/>
              <a:gd name="connsiteX4" fmla="*/ 1925127 w 2615452"/>
              <a:gd name="connsiteY4" fmla="*/ 1146835 h 1369264"/>
              <a:gd name="connsiteX5" fmla="*/ 2256210 w 2615452"/>
              <a:gd name="connsiteY5" fmla="*/ 1272867 h 1369264"/>
              <a:gd name="connsiteX6" fmla="*/ 2596528 w 2615452"/>
              <a:gd name="connsiteY6" fmla="*/ 1301127 h 1369264"/>
              <a:gd name="connsiteX7" fmla="*/ 2278232 w 2615452"/>
              <a:gd name="connsiteY7" fmla="*/ 703196 h 1369264"/>
              <a:gd name="connsiteX8" fmla="*/ 1157105 w 2615452"/>
              <a:gd name="connsiteY8" fmla="*/ 0 h 1369264"/>
              <a:gd name="connsiteX0" fmla="*/ 0 w 2684523"/>
              <a:gd name="connsiteY0" fmla="*/ 840767 h 1369264"/>
              <a:gd name="connsiteX1" fmla="*/ 780225 w 2684523"/>
              <a:gd name="connsiteY1" fmla="*/ 1368892 h 1369264"/>
              <a:gd name="connsiteX2" fmla="*/ 1093801 w 2684523"/>
              <a:gd name="connsiteY2" fmla="*/ 1150539 h 1369264"/>
              <a:gd name="connsiteX3" fmla="*/ 1655907 w 2684523"/>
              <a:gd name="connsiteY3" fmla="*/ 1070855 h 1369264"/>
              <a:gd name="connsiteX4" fmla="*/ 1994198 w 2684523"/>
              <a:gd name="connsiteY4" fmla="*/ 1146835 h 1369264"/>
              <a:gd name="connsiteX5" fmla="*/ 2325281 w 2684523"/>
              <a:gd name="connsiteY5" fmla="*/ 1272867 h 1369264"/>
              <a:gd name="connsiteX6" fmla="*/ 2665599 w 2684523"/>
              <a:gd name="connsiteY6" fmla="*/ 1301127 h 1369264"/>
              <a:gd name="connsiteX7" fmla="*/ 2347303 w 2684523"/>
              <a:gd name="connsiteY7" fmla="*/ 703196 h 1369264"/>
              <a:gd name="connsiteX8" fmla="*/ 1226176 w 2684523"/>
              <a:gd name="connsiteY8" fmla="*/ 0 h 1369264"/>
              <a:gd name="connsiteX0" fmla="*/ 0 w 2684523"/>
              <a:gd name="connsiteY0" fmla="*/ 840767 h 1368910"/>
              <a:gd name="connsiteX1" fmla="*/ 329337 w 2684523"/>
              <a:gd name="connsiteY1" fmla="*/ 1033921 h 1368910"/>
              <a:gd name="connsiteX2" fmla="*/ 780225 w 2684523"/>
              <a:gd name="connsiteY2" fmla="*/ 1368892 h 1368910"/>
              <a:gd name="connsiteX3" fmla="*/ 1093801 w 2684523"/>
              <a:gd name="connsiteY3" fmla="*/ 1150539 h 1368910"/>
              <a:gd name="connsiteX4" fmla="*/ 1655907 w 2684523"/>
              <a:gd name="connsiteY4" fmla="*/ 1070855 h 1368910"/>
              <a:gd name="connsiteX5" fmla="*/ 1994198 w 2684523"/>
              <a:gd name="connsiteY5" fmla="*/ 1146835 h 1368910"/>
              <a:gd name="connsiteX6" fmla="*/ 2325281 w 2684523"/>
              <a:gd name="connsiteY6" fmla="*/ 1272867 h 1368910"/>
              <a:gd name="connsiteX7" fmla="*/ 2665599 w 2684523"/>
              <a:gd name="connsiteY7" fmla="*/ 1301127 h 1368910"/>
              <a:gd name="connsiteX8" fmla="*/ 2347303 w 2684523"/>
              <a:gd name="connsiteY8" fmla="*/ 703196 h 1368910"/>
              <a:gd name="connsiteX9" fmla="*/ 1226176 w 2684523"/>
              <a:gd name="connsiteY9" fmla="*/ 0 h 1368910"/>
              <a:gd name="connsiteX0" fmla="*/ 0 w 2684523"/>
              <a:gd name="connsiteY0" fmla="*/ 840767 h 1368907"/>
              <a:gd name="connsiteX1" fmla="*/ 335103 w 2684523"/>
              <a:gd name="connsiteY1" fmla="*/ 981613 h 1368907"/>
              <a:gd name="connsiteX2" fmla="*/ 780225 w 2684523"/>
              <a:gd name="connsiteY2" fmla="*/ 1368892 h 1368907"/>
              <a:gd name="connsiteX3" fmla="*/ 1093801 w 2684523"/>
              <a:gd name="connsiteY3" fmla="*/ 1150539 h 1368907"/>
              <a:gd name="connsiteX4" fmla="*/ 1655907 w 2684523"/>
              <a:gd name="connsiteY4" fmla="*/ 1070855 h 1368907"/>
              <a:gd name="connsiteX5" fmla="*/ 1994198 w 2684523"/>
              <a:gd name="connsiteY5" fmla="*/ 1146835 h 1368907"/>
              <a:gd name="connsiteX6" fmla="*/ 2325281 w 2684523"/>
              <a:gd name="connsiteY6" fmla="*/ 1272867 h 1368907"/>
              <a:gd name="connsiteX7" fmla="*/ 2665599 w 2684523"/>
              <a:gd name="connsiteY7" fmla="*/ 1301127 h 1368907"/>
              <a:gd name="connsiteX8" fmla="*/ 2347303 w 2684523"/>
              <a:gd name="connsiteY8" fmla="*/ 703196 h 1368907"/>
              <a:gd name="connsiteX9" fmla="*/ 1226176 w 2684523"/>
              <a:gd name="connsiteY9" fmla="*/ 0 h 1368907"/>
              <a:gd name="connsiteX0" fmla="*/ 0 w 2684523"/>
              <a:gd name="connsiteY0" fmla="*/ 804244 h 1332384"/>
              <a:gd name="connsiteX1" fmla="*/ 335103 w 2684523"/>
              <a:gd name="connsiteY1" fmla="*/ 945090 h 1332384"/>
              <a:gd name="connsiteX2" fmla="*/ 780225 w 2684523"/>
              <a:gd name="connsiteY2" fmla="*/ 1332369 h 1332384"/>
              <a:gd name="connsiteX3" fmla="*/ 1093801 w 2684523"/>
              <a:gd name="connsiteY3" fmla="*/ 1114016 h 1332384"/>
              <a:gd name="connsiteX4" fmla="*/ 1655907 w 2684523"/>
              <a:gd name="connsiteY4" fmla="*/ 1034332 h 1332384"/>
              <a:gd name="connsiteX5" fmla="*/ 1994198 w 2684523"/>
              <a:gd name="connsiteY5" fmla="*/ 1110312 h 1332384"/>
              <a:gd name="connsiteX6" fmla="*/ 2325281 w 2684523"/>
              <a:gd name="connsiteY6" fmla="*/ 1236344 h 1332384"/>
              <a:gd name="connsiteX7" fmla="*/ 2665599 w 2684523"/>
              <a:gd name="connsiteY7" fmla="*/ 1264604 h 1332384"/>
              <a:gd name="connsiteX8" fmla="*/ 2347303 w 2684523"/>
              <a:gd name="connsiteY8" fmla="*/ 666673 h 1332384"/>
              <a:gd name="connsiteX9" fmla="*/ 1320281 w 2684523"/>
              <a:gd name="connsiteY9" fmla="*/ 0 h 1332384"/>
              <a:gd name="connsiteX0" fmla="*/ 0 w 2684523"/>
              <a:gd name="connsiteY0" fmla="*/ 804244 h 1332384"/>
              <a:gd name="connsiteX1" fmla="*/ 335103 w 2684523"/>
              <a:gd name="connsiteY1" fmla="*/ 945090 h 1332384"/>
              <a:gd name="connsiteX2" fmla="*/ 780225 w 2684523"/>
              <a:gd name="connsiteY2" fmla="*/ 1332369 h 1332384"/>
              <a:gd name="connsiteX3" fmla="*/ 1093801 w 2684523"/>
              <a:gd name="connsiteY3" fmla="*/ 1114016 h 1332384"/>
              <a:gd name="connsiteX4" fmla="*/ 1655907 w 2684523"/>
              <a:gd name="connsiteY4" fmla="*/ 1034332 h 1332384"/>
              <a:gd name="connsiteX5" fmla="*/ 1994198 w 2684523"/>
              <a:gd name="connsiteY5" fmla="*/ 1110312 h 1332384"/>
              <a:gd name="connsiteX6" fmla="*/ 2325281 w 2684523"/>
              <a:gd name="connsiteY6" fmla="*/ 1236344 h 1332384"/>
              <a:gd name="connsiteX7" fmla="*/ 2665599 w 2684523"/>
              <a:gd name="connsiteY7" fmla="*/ 1264604 h 1332384"/>
              <a:gd name="connsiteX8" fmla="*/ 2347303 w 2684523"/>
              <a:gd name="connsiteY8" fmla="*/ 666673 h 1332384"/>
              <a:gd name="connsiteX9" fmla="*/ 1898000 w 2684523"/>
              <a:gd name="connsiteY9" fmla="*/ 411398 h 1332384"/>
              <a:gd name="connsiteX10" fmla="*/ 1320281 w 2684523"/>
              <a:gd name="connsiteY10" fmla="*/ 0 h 1332384"/>
              <a:gd name="connsiteX0" fmla="*/ 0 w 2614893"/>
              <a:gd name="connsiteY0" fmla="*/ 728990 h 1332384"/>
              <a:gd name="connsiteX1" fmla="*/ 265473 w 2614893"/>
              <a:gd name="connsiteY1" fmla="*/ 945090 h 1332384"/>
              <a:gd name="connsiteX2" fmla="*/ 710595 w 2614893"/>
              <a:gd name="connsiteY2" fmla="*/ 1332369 h 1332384"/>
              <a:gd name="connsiteX3" fmla="*/ 1024171 w 2614893"/>
              <a:gd name="connsiteY3" fmla="*/ 1114016 h 1332384"/>
              <a:gd name="connsiteX4" fmla="*/ 1586277 w 2614893"/>
              <a:gd name="connsiteY4" fmla="*/ 1034332 h 1332384"/>
              <a:gd name="connsiteX5" fmla="*/ 1924568 w 2614893"/>
              <a:gd name="connsiteY5" fmla="*/ 1110312 h 1332384"/>
              <a:gd name="connsiteX6" fmla="*/ 2255651 w 2614893"/>
              <a:gd name="connsiteY6" fmla="*/ 1236344 h 1332384"/>
              <a:gd name="connsiteX7" fmla="*/ 2595969 w 2614893"/>
              <a:gd name="connsiteY7" fmla="*/ 1264604 h 1332384"/>
              <a:gd name="connsiteX8" fmla="*/ 2277673 w 2614893"/>
              <a:gd name="connsiteY8" fmla="*/ 666673 h 1332384"/>
              <a:gd name="connsiteX9" fmla="*/ 1828370 w 2614893"/>
              <a:gd name="connsiteY9" fmla="*/ 411398 h 1332384"/>
              <a:gd name="connsiteX10" fmla="*/ 1250651 w 2614893"/>
              <a:gd name="connsiteY10" fmla="*/ 0 h 1332384"/>
              <a:gd name="connsiteX0" fmla="*/ 0 w 2634750"/>
              <a:gd name="connsiteY0" fmla="*/ 728990 h 1332384"/>
              <a:gd name="connsiteX1" fmla="*/ 265473 w 2634750"/>
              <a:gd name="connsiteY1" fmla="*/ 945090 h 1332384"/>
              <a:gd name="connsiteX2" fmla="*/ 710595 w 2634750"/>
              <a:gd name="connsiteY2" fmla="*/ 1332369 h 1332384"/>
              <a:gd name="connsiteX3" fmla="*/ 1024171 w 2634750"/>
              <a:gd name="connsiteY3" fmla="*/ 1114016 h 1332384"/>
              <a:gd name="connsiteX4" fmla="*/ 1586277 w 2634750"/>
              <a:gd name="connsiteY4" fmla="*/ 1034332 h 1332384"/>
              <a:gd name="connsiteX5" fmla="*/ 1924568 w 2634750"/>
              <a:gd name="connsiteY5" fmla="*/ 1110312 h 1332384"/>
              <a:gd name="connsiteX6" fmla="*/ 2255651 w 2634750"/>
              <a:gd name="connsiteY6" fmla="*/ 1236344 h 1332384"/>
              <a:gd name="connsiteX7" fmla="*/ 2595969 w 2634750"/>
              <a:gd name="connsiteY7" fmla="*/ 1264604 h 1332384"/>
              <a:gd name="connsiteX8" fmla="*/ 2437858 w 2634750"/>
              <a:gd name="connsiteY8" fmla="*/ 602125 h 1332384"/>
              <a:gd name="connsiteX9" fmla="*/ 1828370 w 2634750"/>
              <a:gd name="connsiteY9" fmla="*/ 411398 h 1332384"/>
              <a:gd name="connsiteX10" fmla="*/ 1250651 w 2634750"/>
              <a:gd name="connsiteY10" fmla="*/ 0 h 1332384"/>
              <a:gd name="connsiteX0" fmla="*/ 0 w 2634750"/>
              <a:gd name="connsiteY0" fmla="*/ 728990 h 1332384"/>
              <a:gd name="connsiteX1" fmla="*/ 265473 w 2634750"/>
              <a:gd name="connsiteY1" fmla="*/ 945090 h 1332384"/>
              <a:gd name="connsiteX2" fmla="*/ 710595 w 2634750"/>
              <a:gd name="connsiteY2" fmla="*/ 1332369 h 1332384"/>
              <a:gd name="connsiteX3" fmla="*/ 1024171 w 2634750"/>
              <a:gd name="connsiteY3" fmla="*/ 1114016 h 1332384"/>
              <a:gd name="connsiteX4" fmla="*/ 1586277 w 2634750"/>
              <a:gd name="connsiteY4" fmla="*/ 1034332 h 1332384"/>
              <a:gd name="connsiteX5" fmla="*/ 1924568 w 2634750"/>
              <a:gd name="connsiteY5" fmla="*/ 1110312 h 1332384"/>
              <a:gd name="connsiteX6" fmla="*/ 2255651 w 2634750"/>
              <a:gd name="connsiteY6" fmla="*/ 1236344 h 1332384"/>
              <a:gd name="connsiteX7" fmla="*/ 2595969 w 2634750"/>
              <a:gd name="connsiteY7" fmla="*/ 1264604 h 1332384"/>
              <a:gd name="connsiteX8" fmla="*/ 2437858 w 2634750"/>
              <a:gd name="connsiteY8" fmla="*/ 602125 h 1332384"/>
              <a:gd name="connsiteX9" fmla="*/ 2072188 w 2634750"/>
              <a:gd name="connsiteY9" fmla="*/ 382356 h 1332384"/>
              <a:gd name="connsiteX10" fmla="*/ 1250651 w 2634750"/>
              <a:gd name="connsiteY10" fmla="*/ 0 h 1332384"/>
              <a:gd name="connsiteX0" fmla="*/ 0 w 2634750"/>
              <a:gd name="connsiteY0" fmla="*/ 409913 h 1013307"/>
              <a:gd name="connsiteX1" fmla="*/ 265473 w 2634750"/>
              <a:gd name="connsiteY1" fmla="*/ 626013 h 1013307"/>
              <a:gd name="connsiteX2" fmla="*/ 710595 w 2634750"/>
              <a:gd name="connsiteY2" fmla="*/ 1013292 h 1013307"/>
              <a:gd name="connsiteX3" fmla="*/ 1024171 w 2634750"/>
              <a:gd name="connsiteY3" fmla="*/ 794939 h 1013307"/>
              <a:gd name="connsiteX4" fmla="*/ 1586277 w 2634750"/>
              <a:gd name="connsiteY4" fmla="*/ 715255 h 1013307"/>
              <a:gd name="connsiteX5" fmla="*/ 1924568 w 2634750"/>
              <a:gd name="connsiteY5" fmla="*/ 791235 h 1013307"/>
              <a:gd name="connsiteX6" fmla="*/ 2255651 w 2634750"/>
              <a:gd name="connsiteY6" fmla="*/ 917267 h 1013307"/>
              <a:gd name="connsiteX7" fmla="*/ 2595969 w 2634750"/>
              <a:gd name="connsiteY7" fmla="*/ 945527 h 1013307"/>
              <a:gd name="connsiteX8" fmla="*/ 2437858 w 2634750"/>
              <a:gd name="connsiteY8" fmla="*/ 283048 h 1013307"/>
              <a:gd name="connsiteX9" fmla="*/ 2072188 w 2634750"/>
              <a:gd name="connsiteY9" fmla="*/ 63279 h 1013307"/>
              <a:gd name="connsiteX10" fmla="*/ 1861568 w 2634750"/>
              <a:gd name="connsiteY10" fmla="*/ -1 h 1013307"/>
              <a:gd name="connsiteX0" fmla="*/ 0 w 2634750"/>
              <a:gd name="connsiteY0" fmla="*/ 409914 h 1013308"/>
              <a:gd name="connsiteX1" fmla="*/ 265473 w 2634750"/>
              <a:gd name="connsiteY1" fmla="*/ 626014 h 1013308"/>
              <a:gd name="connsiteX2" fmla="*/ 710595 w 2634750"/>
              <a:gd name="connsiteY2" fmla="*/ 1013293 h 1013308"/>
              <a:gd name="connsiteX3" fmla="*/ 1024171 w 2634750"/>
              <a:gd name="connsiteY3" fmla="*/ 794940 h 1013308"/>
              <a:gd name="connsiteX4" fmla="*/ 1586277 w 2634750"/>
              <a:gd name="connsiteY4" fmla="*/ 715256 h 1013308"/>
              <a:gd name="connsiteX5" fmla="*/ 1924568 w 2634750"/>
              <a:gd name="connsiteY5" fmla="*/ 791236 h 1013308"/>
              <a:gd name="connsiteX6" fmla="*/ 2255651 w 2634750"/>
              <a:gd name="connsiteY6" fmla="*/ 917268 h 1013308"/>
              <a:gd name="connsiteX7" fmla="*/ 2595969 w 2634750"/>
              <a:gd name="connsiteY7" fmla="*/ 945528 h 1013308"/>
              <a:gd name="connsiteX8" fmla="*/ 2437858 w 2634750"/>
              <a:gd name="connsiteY8" fmla="*/ 283049 h 1013308"/>
              <a:gd name="connsiteX9" fmla="*/ 2128822 w 2634750"/>
              <a:gd name="connsiteY9" fmla="*/ 78083 h 1013308"/>
              <a:gd name="connsiteX10" fmla="*/ 1861568 w 2634750"/>
              <a:gd name="connsiteY10" fmla="*/ 0 h 1013308"/>
              <a:gd name="connsiteX0" fmla="*/ 0 w 2634750"/>
              <a:gd name="connsiteY0" fmla="*/ 409914 h 1013308"/>
              <a:gd name="connsiteX1" fmla="*/ 265473 w 2634750"/>
              <a:gd name="connsiteY1" fmla="*/ 626014 h 1013308"/>
              <a:gd name="connsiteX2" fmla="*/ 710595 w 2634750"/>
              <a:gd name="connsiteY2" fmla="*/ 1013293 h 1013308"/>
              <a:gd name="connsiteX3" fmla="*/ 1024171 w 2634750"/>
              <a:gd name="connsiteY3" fmla="*/ 794940 h 1013308"/>
              <a:gd name="connsiteX4" fmla="*/ 1586277 w 2634750"/>
              <a:gd name="connsiteY4" fmla="*/ 715256 h 1013308"/>
              <a:gd name="connsiteX5" fmla="*/ 1924568 w 2634750"/>
              <a:gd name="connsiteY5" fmla="*/ 791236 h 1013308"/>
              <a:gd name="connsiteX6" fmla="*/ 2255651 w 2634750"/>
              <a:gd name="connsiteY6" fmla="*/ 917268 h 1013308"/>
              <a:gd name="connsiteX7" fmla="*/ 2595969 w 2634750"/>
              <a:gd name="connsiteY7" fmla="*/ 945528 h 1013308"/>
              <a:gd name="connsiteX8" fmla="*/ 2437858 w 2634750"/>
              <a:gd name="connsiteY8" fmla="*/ 283049 h 1013308"/>
              <a:gd name="connsiteX9" fmla="*/ 2128822 w 2634750"/>
              <a:gd name="connsiteY9" fmla="*/ 78083 h 1013308"/>
              <a:gd name="connsiteX10" fmla="*/ 1861568 w 2634750"/>
              <a:gd name="connsiteY10" fmla="*/ 0 h 1013308"/>
              <a:gd name="connsiteX0" fmla="*/ 0 w 2369277"/>
              <a:gd name="connsiteY0" fmla="*/ 626014 h 1013308"/>
              <a:gd name="connsiteX1" fmla="*/ 445122 w 2369277"/>
              <a:gd name="connsiteY1" fmla="*/ 1013293 h 1013308"/>
              <a:gd name="connsiteX2" fmla="*/ 758698 w 2369277"/>
              <a:gd name="connsiteY2" fmla="*/ 794940 h 1013308"/>
              <a:gd name="connsiteX3" fmla="*/ 1320804 w 2369277"/>
              <a:gd name="connsiteY3" fmla="*/ 715256 h 1013308"/>
              <a:gd name="connsiteX4" fmla="*/ 1659095 w 2369277"/>
              <a:gd name="connsiteY4" fmla="*/ 791236 h 1013308"/>
              <a:gd name="connsiteX5" fmla="*/ 1990178 w 2369277"/>
              <a:gd name="connsiteY5" fmla="*/ 917268 h 1013308"/>
              <a:gd name="connsiteX6" fmla="*/ 2330496 w 2369277"/>
              <a:gd name="connsiteY6" fmla="*/ 945528 h 1013308"/>
              <a:gd name="connsiteX7" fmla="*/ 2172385 w 2369277"/>
              <a:gd name="connsiteY7" fmla="*/ 283049 h 1013308"/>
              <a:gd name="connsiteX8" fmla="*/ 1863349 w 2369277"/>
              <a:gd name="connsiteY8" fmla="*/ 78083 h 1013308"/>
              <a:gd name="connsiteX9" fmla="*/ 1596095 w 2369277"/>
              <a:gd name="connsiteY9" fmla="*/ 0 h 1013308"/>
              <a:gd name="connsiteX0" fmla="*/ 0 w 1924155"/>
              <a:gd name="connsiteY0" fmla="*/ 1013293 h 1013292"/>
              <a:gd name="connsiteX1" fmla="*/ 313576 w 1924155"/>
              <a:gd name="connsiteY1" fmla="*/ 794940 h 1013292"/>
              <a:gd name="connsiteX2" fmla="*/ 875682 w 1924155"/>
              <a:gd name="connsiteY2" fmla="*/ 715256 h 1013292"/>
              <a:gd name="connsiteX3" fmla="*/ 1213973 w 1924155"/>
              <a:gd name="connsiteY3" fmla="*/ 791236 h 1013292"/>
              <a:gd name="connsiteX4" fmla="*/ 1545056 w 1924155"/>
              <a:gd name="connsiteY4" fmla="*/ 917268 h 1013292"/>
              <a:gd name="connsiteX5" fmla="*/ 1885374 w 1924155"/>
              <a:gd name="connsiteY5" fmla="*/ 945528 h 1013292"/>
              <a:gd name="connsiteX6" fmla="*/ 1727263 w 1924155"/>
              <a:gd name="connsiteY6" fmla="*/ 283049 h 1013292"/>
              <a:gd name="connsiteX7" fmla="*/ 1418227 w 1924155"/>
              <a:gd name="connsiteY7" fmla="*/ 78083 h 1013292"/>
              <a:gd name="connsiteX8" fmla="*/ 1150973 w 1924155"/>
              <a:gd name="connsiteY8" fmla="*/ 0 h 1013292"/>
              <a:gd name="connsiteX0" fmla="*/ 0 w 1924155"/>
              <a:gd name="connsiteY0" fmla="*/ 1013293 h 1013293"/>
              <a:gd name="connsiteX1" fmla="*/ 364204 w 1924155"/>
              <a:gd name="connsiteY1" fmla="*/ 818608 h 1013293"/>
              <a:gd name="connsiteX2" fmla="*/ 875682 w 1924155"/>
              <a:gd name="connsiteY2" fmla="*/ 715256 h 1013293"/>
              <a:gd name="connsiteX3" fmla="*/ 1213973 w 1924155"/>
              <a:gd name="connsiteY3" fmla="*/ 791236 h 1013293"/>
              <a:gd name="connsiteX4" fmla="*/ 1545056 w 1924155"/>
              <a:gd name="connsiteY4" fmla="*/ 917268 h 1013293"/>
              <a:gd name="connsiteX5" fmla="*/ 1885374 w 1924155"/>
              <a:gd name="connsiteY5" fmla="*/ 945528 h 1013293"/>
              <a:gd name="connsiteX6" fmla="*/ 1727263 w 1924155"/>
              <a:gd name="connsiteY6" fmla="*/ 283049 h 1013293"/>
              <a:gd name="connsiteX7" fmla="*/ 1418227 w 1924155"/>
              <a:gd name="connsiteY7" fmla="*/ 78083 h 1013293"/>
              <a:gd name="connsiteX8" fmla="*/ 1150973 w 1924155"/>
              <a:gd name="connsiteY8" fmla="*/ 0 h 1013293"/>
              <a:gd name="connsiteX0" fmla="*/ 0 w 1924155"/>
              <a:gd name="connsiteY0" fmla="*/ 1013293 h 1013293"/>
              <a:gd name="connsiteX1" fmla="*/ 364204 w 1924155"/>
              <a:gd name="connsiteY1" fmla="*/ 818608 h 1013293"/>
              <a:gd name="connsiteX2" fmla="*/ 875682 w 1924155"/>
              <a:gd name="connsiteY2" fmla="*/ 715256 h 1013293"/>
              <a:gd name="connsiteX3" fmla="*/ 1213973 w 1924155"/>
              <a:gd name="connsiteY3" fmla="*/ 791236 h 1013293"/>
              <a:gd name="connsiteX4" fmla="*/ 1885374 w 1924155"/>
              <a:gd name="connsiteY4" fmla="*/ 945528 h 1013293"/>
              <a:gd name="connsiteX5" fmla="*/ 1727263 w 1924155"/>
              <a:gd name="connsiteY5" fmla="*/ 283049 h 1013293"/>
              <a:gd name="connsiteX6" fmla="*/ 1418227 w 1924155"/>
              <a:gd name="connsiteY6" fmla="*/ 78083 h 1013293"/>
              <a:gd name="connsiteX7" fmla="*/ 1150973 w 1924155"/>
              <a:gd name="connsiteY7" fmla="*/ 0 h 1013293"/>
              <a:gd name="connsiteX0" fmla="*/ 0 w 1924155"/>
              <a:gd name="connsiteY0" fmla="*/ 1013293 h 1013293"/>
              <a:gd name="connsiteX1" fmla="*/ 364204 w 1924155"/>
              <a:gd name="connsiteY1" fmla="*/ 818608 h 1013293"/>
              <a:gd name="connsiteX2" fmla="*/ 875682 w 1924155"/>
              <a:gd name="connsiteY2" fmla="*/ 715256 h 1013293"/>
              <a:gd name="connsiteX3" fmla="*/ 1213973 w 1924155"/>
              <a:gd name="connsiteY3" fmla="*/ 791236 h 1013293"/>
              <a:gd name="connsiteX4" fmla="*/ 1885374 w 1924155"/>
              <a:gd name="connsiteY4" fmla="*/ 945528 h 1013293"/>
              <a:gd name="connsiteX5" fmla="*/ 1727263 w 1924155"/>
              <a:gd name="connsiteY5" fmla="*/ 283049 h 1013293"/>
              <a:gd name="connsiteX6" fmla="*/ 1150973 w 1924155"/>
              <a:gd name="connsiteY6" fmla="*/ 0 h 1013293"/>
              <a:gd name="connsiteX0" fmla="*/ 0 w 1932187"/>
              <a:gd name="connsiteY0" fmla="*/ 1013293 h 1013293"/>
              <a:gd name="connsiteX1" fmla="*/ 364204 w 1932187"/>
              <a:gd name="connsiteY1" fmla="*/ 818608 h 1013293"/>
              <a:gd name="connsiteX2" fmla="*/ 875682 w 1932187"/>
              <a:gd name="connsiteY2" fmla="*/ 715256 h 1013293"/>
              <a:gd name="connsiteX3" fmla="*/ 1213973 w 1932187"/>
              <a:gd name="connsiteY3" fmla="*/ 791236 h 1013293"/>
              <a:gd name="connsiteX4" fmla="*/ 1885374 w 1932187"/>
              <a:gd name="connsiteY4" fmla="*/ 945528 h 1013293"/>
              <a:gd name="connsiteX5" fmla="*/ 1758341 w 1932187"/>
              <a:gd name="connsiteY5" fmla="*/ 255079 h 1013293"/>
              <a:gd name="connsiteX6" fmla="*/ 1150973 w 1932187"/>
              <a:gd name="connsiteY6" fmla="*/ 0 h 1013293"/>
              <a:gd name="connsiteX0" fmla="*/ 0 w 1932187"/>
              <a:gd name="connsiteY0" fmla="*/ 1091806 h 1091806"/>
              <a:gd name="connsiteX1" fmla="*/ 364204 w 1932187"/>
              <a:gd name="connsiteY1" fmla="*/ 897121 h 1091806"/>
              <a:gd name="connsiteX2" fmla="*/ 875682 w 1932187"/>
              <a:gd name="connsiteY2" fmla="*/ 793769 h 1091806"/>
              <a:gd name="connsiteX3" fmla="*/ 1213973 w 1932187"/>
              <a:gd name="connsiteY3" fmla="*/ 869749 h 1091806"/>
              <a:gd name="connsiteX4" fmla="*/ 1885374 w 1932187"/>
              <a:gd name="connsiteY4" fmla="*/ 1024041 h 1091806"/>
              <a:gd name="connsiteX5" fmla="*/ 1758341 w 1932187"/>
              <a:gd name="connsiteY5" fmla="*/ 333592 h 1091806"/>
              <a:gd name="connsiteX6" fmla="*/ 1229517 w 1932187"/>
              <a:gd name="connsiteY6" fmla="*/ 0 h 1091806"/>
              <a:gd name="connsiteX0" fmla="*/ 0 w 1741768"/>
              <a:gd name="connsiteY0" fmla="*/ 923029 h 1044700"/>
              <a:gd name="connsiteX1" fmla="*/ 173785 w 1741768"/>
              <a:gd name="connsiteY1" fmla="*/ 897121 h 1044700"/>
              <a:gd name="connsiteX2" fmla="*/ 685263 w 1741768"/>
              <a:gd name="connsiteY2" fmla="*/ 793769 h 1044700"/>
              <a:gd name="connsiteX3" fmla="*/ 1023554 w 1741768"/>
              <a:gd name="connsiteY3" fmla="*/ 869749 h 1044700"/>
              <a:gd name="connsiteX4" fmla="*/ 1694955 w 1741768"/>
              <a:gd name="connsiteY4" fmla="*/ 1024041 h 1044700"/>
              <a:gd name="connsiteX5" fmla="*/ 1567922 w 1741768"/>
              <a:gd name="connsiteY5" fmla="*/ 333592 h 1044700"/>
              <a:gd name="connsiteX6" fmla="*/ 1039098 w 1741768"/>
              <a:gd name="connsiteY6" fmla="*/ 0 h 1044700"/>
              <a:gd name="connsiteX0" fmla="*/ 0 w 1741768"/>
              <a:gd name="connsiteY0" fmla="*/ 923029 h 1044700"/>
              <a:gd name="connsiteX1" fmla="*/ 173785 w 1741768"/>
              <a:gd name="connsiteY1" fmla="*/ 897121 h 1044700"/>
              <a:gd name="connsiteX2" fmla="*/ 685263 w 1741768"/>
              <a:gd name="connsiteY2" fmla="*/ 793769 h 1044700"/>
              <a:gd name="connsiteX3" fmla="*/ 1023554 w 1741768"/>
              <a:gd name="connsiteY3" fmla="*/ 869749 h 1044700"/>
              <a:gd name="connsiteX4" fmla="*/ 1694955 w 1741768"/>
              <a:gd name="connsiteY4" fmla="*/ 1024041 h 1044700"/>
              <a:gd name="connsiteX5" fmla="*/ 1567922 w 1741768"/>
              <a:gd name="connsiteY5" fmla="*/ 333592 h 1044700"/>
              <a:gd name="connsiteX6" fmla="*/ 1039098 w 1741768"/>
              <a:gd name="connsiteY6" fmla="*/ 0 h 1044700"/>
              <a:gd name="connsiteX0" fmla="*/ 0 w 1741768"/>
              <a:gd name="connsiteY0" fmla="*/ 923029 h 1044700"/>
              <a:gd name="connsiteX1" fmla="*/ 264755 w 1741768"/>
              <a:gd name="connsiteY1" fmla="*/ 823065 h 1044700"/>
              <a:gd name="connsiteX2" fmla="*/ 685263 w 1741768"/>
              <a:gd name="connsiteY2" fmla="*/ 793769 h 1044700"/>
              <a:gd name="connsiteX3" fmla="*/ 1023554 w 1741768"/>
              <a:gd name="connsiteY3" fmla="*/ 869749 h 1044700"/>
              <a:gd name="connsiteX4" fmla="*/ 1694955 w 1741768"/>
              <a:gd name="connsiteY4" fmla="*/ 1024041 h 1044700"/>
              <a:gd name="connsiteX5" fmla="*/ 1567922 w 1741768"/>
              <a:gd name="connsiteY5" fmla="*/ 333592 h 1044700"/>
              <a:gd name="connsiteX6" fmla="*/ 1039098 w 1741768"/>
              <a:gd name="connsiteY6" fmla="*/ 0 h 1044700"/>
              <a:gd name="connsiteX0" fmla="*/ 0 w 1800534"/>
              <a:gd name="connsiteY0" fmla="*/ 983741 h 1044700"/>
              <a:gd name="connsiteX1" fmla="*/ 323521 w 1800534"/>
              <a:gd name="connsiteY1" fmla="*/ 823065 h 1044700"/>
              <a:gd name="connsiteX2" fmla="*/ 744029 w 1800534"/>
              <a:gd name="connsiteY2" fmla="*/ 793769 h 1044700"/>
              <a:gd name="connsiteX3" fmla="*/ 1082320 w 1800534"/>
              <a:gd name="connsiteY3" fmla="*/ 869749 h 1044700"/>
              <a:gd name="connsiteX4" fmla="*/ 1753721 w 1800534"/>
              <a:gd name="connsiteY4" fmla="*/ 1024041 h 1044700"/>
              <a:gd name="connsiteX5" fmla="*/ 1626688 w 1800534"/>
              <a:gd name="connsiteY5" fmla="*/ 333592 h 1044700"/>
              <a:gd name="connsiteX6" fmla="*/ 1097864 w 1800534"/>
              <a:gd name="connsiteY6" fmla="*/ 0 h 1044700"/>
              <a:gd name="connsiteX0" fmla="*/ 0 w 1800534"/>
              <a:gd name="connsiteY0" fmla="*/ 983741 h 1044700"/>
              <a:gd name="connsiteX1" fmla="*/ 274642 w 1800534"/>
              <a:gd name="connsiteY1" fmla="*/ 874877 h 1044700"/>
              <a:gd name="connsiteX2" fmla="*/ 744029 w 1800534"/>
              <a:gd name="connsiteY2" fmla="*/ 793769 h 1044700"/>
              <a:gd name="connsiteX3" fmla="*/ 1082320 w 1800534"/>
              <a:gd name="connsiteY3" fmla="*/ 869749 h 1044700"/>
              <a:gd name="connsiteX4" fmla="*/ 1753721 w 1800534"/>
              <a:gd name="connsiteY4" fmla="*/ 1024041 h 1044700"/>
              <a:gd name="connsiteX5" fmla="*/ 1626688 w 1800534"/>
              <a:gd name="connsiteY5" fmla="*/ 333592 h 1044700"/>
              <a:gd name="connsiteX6" fmla="*/ 1097864 w 1800534"/>
              <a:gd name="connsiteY6" fmla="*/ 0 h 1044700"/>
              <a:gd name="connsiteX0" fmla="*/ 0 w 1800534"/>
              <a:gd name="connsiteY0" fmla="*/ 983741 h 1049789"/>
              <a:gd name="connsiteX1" fmla="*/ 274642 w 1800534"/>
              <a:gd name="connsiteY1" fmla="*/ 874877 h 1049789"/>
              <a:gd name="connsiteX2" fmla="*/ 744029 w 1800534"/>
              <a:gd name="connsiteY2" fmla="*/ 793769 h 1049789"/>
              <a:gd name="connsiteX3" fmla="*/ 1119586 w 1800534"/>
              <a:gd name="connsiteY3" fmla="*/ 922232 h 1049789"/>
              <a:gd name="connsiteX4" fmla="*/ 1753721 w 1800534"/>
              <a:gd name="connsiteY4" fmla="*/ 1024041 h 1049789"/>
              <a:gd name="connsiteX5" fmla="*/ 1626688 w 1800534"/>
              <a:gd name="connsiteY5" fmla="*/ 333592 h 1049789"/>
              <a:gd name="connsiteX6" fmla="*/ 1097864 w 1800534"/>
              <a:gd name="connsiteY6" fmla="*/ 0 h 104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0534" h="1049789">
                <a:moveTo>
                  <a:pt x="0" y="983741"/>
                </a:moveTo>
                <a:cubicBezTo>
                  <a:pt x="102114" y="955192"/>
                  <a:pt x="150637" y="906539"/>
                  <a:pt x="274642" y="874877"/>
                </a:cubicBezTo>
                <a:cubicBezTo>
                  <a:pt x="398647" y="843215"/>
                  <a:pt x="603205" y="785877"/>
                  <a:pt x="744029" y="793769"/>
                </a:cubicBezTo>
                <a:cubicBezTo>
                  <a:pt x="884853" y="801661"/>
                  <a:pt x="951304" y="883853"/>
                  <a:pt x="1119586" y="922232"/>
                </a:cubicBezTo>
                <a:cubicBezTo>
                  <a:pt x="1287868" y="960611"/>
                  <a:pt x="1668173" y="1108739"/>
                  <a:pt x="1753721" y="1024041"/>
                </a:cubicBezTo>
                <a:cubicBezTo>
                  <a:pt x="1837967" y="936528"/>
                  <a:pt x="1815900" y="491644"/>
                  <a:pt x="1626688" y="333592"/>
                </a:cubicBezTo>
                <a:cubicBezTo>
                  <a:pt x="1504288" y="176004"/>
                  <a:pt x="1217924" y="58969"/>
                  <a:pt x="1097864" y="0"/>
                </a:cubicBezTo>
              </a:path>
            </a:pathLst>
          </a:custGeom>
          <a:noFill/>
          <a:ln w="6350" cap="rnd">
            <a:solidFill>
              <a:schemeClr val="tx1">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0BD1C171-ED56-48F7-0215-CB9620727DDF}"/>
              </a:ext>
            </a:extLst>
          </p:cNvPr>
          <p:cNvSpPr/>
          <p:nvPr userDrawn="1"/>
        </p:nvSpPr>
        <p:spPr>
          <a:xfrm rot="12091914" flipH="1" flipV="1">
            <a:off x="11122740" y="190293"/>
            <a:ext cx="1145701" cy="622822"/>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328351 w 4686638"/>
              <a:gd name="connsiteY16" fmla="*/ 420434 h 1271168"/>
              <a:gd name="connsiteX17" fmla="*/ 4643248 w 4686638"/>
              <a:gd name="connsiteY17" fmla="*/ 349091 h 1271168"/>
              <a:gd name="connsiteX18" fmla="*/ 4686491 w 4686638"/>
              <a:gd name="connsiteY18" fmla="*/ 242316 h 1271168"/>
              <a:gd name="connsiteX19" fmla="*/ 4583812 w 4686638"/>
              <a:gd name="connsiteY19" fmla="*/ 0 h 1271168"/>
              <a:gd name="connsiteX0" fmla="*/ 0 w 4732798"/>
              <a:gd name="connsiteY0" fmla="*/ 115157 h 1271168"/>
              <a:gd name="connsiteX1" fmla="*/ 223933 w 4732798"/>
              <a:gd name="connsiteY1" fmla="*/ 277178 h 1271168"/>
              <a:gd name="connsiteX2" fmla="*/ 475488 w 4732798"/>
              <a:gd name="connsiteY2" fmla="*/ 421958 h 1271168"/>
              <a:gd name="connsiteX3" fmla="*/ 933736 w 4732798"/>
              <a:gd name="connsiteY3" fmla="*/ 690848 h 1271168"/>
              <a:gd name="connsiteX4" fmla="*/ 1233964 w 4732798"/>
              <a:gd name="connsiteY4" fmla="*/ 830580 h 1271168"/>
              <a:gd name="connsiteX5" fmla="*/ 1408462 w 4732798"/>
              <a:gd name="connsiteY5" fmla="*/ 917067 h 1271168"/>
              <a:gd name="connsiteX6" fmla="*/ 1719167 w 4732798"/>
              <a:gd name="connsiteY6" fmla="*/ 1114901 h 1271168"/>
              <a:gd name="connsiteX7" fmla="*/ 1865376 w 4732798"/>
              <a:gd name="connsiteY7" fmla="*/ 1204627 h 1271168"/>
              <a:gd name="connsiteX8" fmla="*/ 2099691 w 4732798"/>
              <a:gd name="connsiteY8" fmla="*/ 1271111 h 1271168"/>
              <a:gd name="connsiteX9" fmla="*/ 2392109 w 4732798"/>
              <a:gd name="connsiteY9" fmla="*/ 1128141 h 1271168"/>
              <a:gd name="connsiteX10" fmla="*/ 2549938 w 4732798"/>
              <a:gd name="connsiteY10" fmla="*/ 882110 h 1271168"/>
              <a:gd name="connsiteX11" fmla="*/ 2685002 w 4732798"/>
              <a:gd name="connsiteY11" fmla="*/ 574929 h 1271168"/>
              <a:gd name="connsiteX12" fmla="*/ 2813781 w 4732798"/>
              <a:gd name="connsiteY12" fmla="*/ 411480 h 1271168"/>
              <a:gd name="connsiteX13" fmla="*/ 3082385 w 4732798"/>
              <a:gd name="connsiteY13" fmla="*/ 292322 h 1271168"/>
              <a:gd name="connsiteX14" fmla="*/ 3305271 w 4732798"/>
              <a:gd name="connsiteY14" fmla="*/ 325565 h 1271168"/>
              <a:gd name="connsiteX15" fmla="*/ 3647313 w 4732798"/>
              <a:gd name="connsiteY15" fmla="*/ 383762 h 1271168"/>
              <a:gd name="connsiteX16" fmla="*/ 4643248 w 4732798"/>
              <a:gd name="connsiteY16" fmla="*/ 349091 h 1271168"/>
              <a:gd name="connsiteX17" fmla="*/ 4686491 w 4732798"/>
              <a:gd name="connsiteY17" fmla="*/ 242316 h 1271168"/>
              <a:gd name="connsiteX18" fmla="*/ 4583812 w 4732798"/>
              <a:gd name="connsiteY18"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418595 w 4686638"/>
              <a:gd name="connsiteY11" fmla="*/ 664828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418595 w 4686638"/>
              <a:gd name="connsiteY11" fmla="*/ 664828 h 1271168"/>
              <a:gd name="connsiteX12" fmla="*/ 2664280 w 4686638"/>
              <a:gd name="connsiteY12" fmla="*/ 372927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338009"/>
              <a:gd name="connsiteX1" fmla="*/ 223933 w 4686638"/>
              <a:gd name="connsiteY1" fmla="*/ 277178 h 1338009"/>
              <a:gd name="connsiteX2" fmla="*/ 475488 w 4686638"/>
              <a:gd name="connsiteY2" fmla="*/ 421958 h 1338009"/>
              <a:gd name="connsiteX3" fmla="*/ 933736 w 4686638"/>
              <a:gd name="connsiteY3" fmla="*/ 690848 h 1338009"/>
              <a:gd name="connsiteX4" fmla="*/ 1233964 w 4686638"/>
              <a:gd name="connsiteY4" fmla="*/ 830580 h 1338009"/>
              <a:gd name="connsiteX5" fmla="*/ 1408462 w 4686638"/>
              <a:gd name="connsiteY5" fmla="*/ 917067 h 1338009"/>
              <a:gd name="connsiteX6" fmla="*/ 1719167 w 4686638"/>
              <a:gd name="connsiteY6" fmla="*/ 1114901 h 1338009"/>
              <a:gd name="connsiteX7" fmla="*/ 1865376 w 4686638"/>
              <a:gd name="connsiteY7" fmla="*/ 1204627 h 1338009"/>
              <a:gd name="connsiteX8" fmla="*/ 2099691 w 4686638"/>
              <a:gd name="connsiteY8" fmla="*/ 1271111 h 1338009"/>
              <a:gd name="connsiteX9" fmla="*/ 2287703 w 4686638"/>
              <a:gd name="connsiteY9" fmla="*/ 1322754 h 1338009"/>
              <a:gd name="connsiteX10" fmla="*/ 2554771 w 4686638"/>
              <a:gd name="connsiteY10" fmla="*/ 980972 h 1338009"/>
              <a:gd name="connsiteX11" fmla="*/ 2418595 w 4686638"/>
              <a:gd name="connsiteY11" fmla="*/ 664828 h 1338009"/>
              <a:gd name="connsiteX12" fmla="*/ 2664280 w 4686638"/>
              <a:gd name="connsiteY12" fmla="*/ 372927 h 1338009"/>
              <a:gd name="connsiteX13" fmla="*/ 3082385 w 4686638"/>
              <a:gd name="connsiteY13" fmla="*/ 292322 h 1338009"/>
              <a:gd name="connsiteX14" fmla="*/ 3305271 w 4686638"/>
              <a:gd name="connsiteY14" fmla="*/ 325565 h 1338009"/>
              <a:gd name="connsiteX15" fmla="*/ 3647313 w 4686638"/>
              <a:gd name="connsiteY15" fmla="*/ 383762 h 1338009"/>
              <a:gd name="connsiteX16" fmla="*/ 4686491 w 4686638"/>
              <a:gd name="connsiteY16" fmla="*/ 242316 h 1338009"/>
              <a:gd name="connsiteX17" fmla="*/ 4583812 w 4686638"/>
              <a:gd name="connsiteY17" fmla="*/ 0 h 1338009"/>
              <a:gd name="connsiteX0" fmla="*/ 0 w 4686638"/>
              <a:gd name="connsiteY0" fmla="*/ 115157 h 1440212"/>
              <a:gd name="connsiteX1" fmla="*/ 223933 w 4686638"/>
              <a:gd name="connsiteY1" fmla="*/ 277178 h 1440212"/>
              <a:gd name="connsiteX2" fmla="*/ 475488 w 4686638"/>
              <a:gd name="connsiteY2" fmla="*/ 421958 h 1440212"/>
              <a:gd name="connsiteX3" fmla="*/ 933736 w 4686638"/>
              <a:gd name="connsiteY3" fmla="*/ 690848 h 1440212"/>
              <a:gd name="connsiteX4" fmla="*/ 1233964 w 4686638"/>
              <a:gd name="connsiteY4" fmla="*/ 830580 h 1440212"/>
              <a:gd name="connsiteX5" fmla="*/ 1408462 w 4686638"/>
              <a:gd name="connsiteY5" fmla="*/ 917067 h 1440212"/>
              <a:gd name="connsiteX6" fmla="*/ 1719167 w 4686638"/>
              <a:gd name="connsiteY6" fmla="*/ 1114901 h 1440212"/>
              <a:gd name="connsiteX7" fmla="*/ 1865376 w 4686638"/>
              <a:gd name="connsiteY7" fmla="*/ 1204627 h 1440212"/>
              <a:gd name="connsiteX8" fmla="*/ 2008446 w 4686638"/>
              <a:gd name="connsiteY8" fmla="*/ 1436307 h 1440212"/>
              <a:gd name="connsiteX9" fmla="*/ 2287703 w 4686638"/>
              <a:gd name="connsiteY9" fmla="*/ 1322754 h 1440212"/>
              <a:gd name="connsiteX10" fmla="*/ 2554771 w 4686638"/>
              <a:gd name="connsiteY10" fmla="*/ 980972 h 1440212"/>
              <a:gd name="connsiteX11" fmla="*/ 2418595 w 4686638"/>
              <a:gd name="connsiteY11" fmla="*/ 664828 h 1440212"/>
              <a:gd name="connsiteX12" fmla="*/ 2664280 w 4686638"/>
              <a:gd name="connsiteY12" fmla="*/ 372927 h 1440212"/>
              <a:gd name="connsiteX13" fmla="*/ 3082385 w 4686638"/>
              <a:gd name="connsiteY13" fmla="*/ 292322 h 1440212"/>
              <a:gd name="connsiteX14" fmla="*/ 3305271 w 4686638"/>
              <a:gd name="connsiteY14" fmla="*/ 325565 h 1440212"/>
              <a:gd name="connsiteX15" fmla="*/ 3647313 w 4686638"/>
              <a:gd name="connsiteY15" fmla="*/ 383762 h 1440212"/>
              <a:gd name="connsiteX16" fmla="*/ 4686491 w 4686638"/>
              <a:gd name="connsiteY16" fmla="*/ 242316 h 1440212"/>
              <a:gd name="connsiteX17" fmla="*/ 4583812 w 4686638"/>
              <a:gd name="connsiteY17" fmla="*/ 0 h 1440212"/>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664280 w 4686638"/>
              <a:gd name="connsiteY12" fmla="*/ 372927 h 1439666"/>
              <a:gd name="connsiteX13" fmla="*/ 3082385 w 4686638"/>
              <a:gd name="connsiteY13" fmla="*/ 292322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76490 w 4686638"/>
              <a:gd name="connsiteY12" fmla="*/ 506874 h 1439666"/>
              <a:gd name="connsiteX13" fmla="*/ 3082385 w 4686638"/>
              <a:gd name="connsiteY13" fmla="*/ 292322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76490 w 4686638"/>
              <a:gd name="connsiteY12" fmla="*/ 506874 h 1439666"/>
              <a:gd name="connsiteX13" fmla="*/ 2737217 w 4686638"/>
              <a:gd name="connsiteY13" fmla="*/ 549325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67470 w 4686638"/>
              <a:gd name="connsiteY12" fmla="*/ 537970 h 1439666"/>
              <a:gd name="connsiteX13" fmla="*/ 2737217 w 4686638"/>
              <a:gd name="connsiteY13" fmla="*/ 549325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67470 w 4686638"/>
              <a:gd name="connsiteY12" fmla="*/ 537970 h 1439666"/>
              <a:gd name="connsiteX13" fmla="*/ 2737217 w 4686638"/>
              <a:gd name="connsiteY13" fmla="*/ 549325 h 1439666"/>
              <a:gd name="connsiteX14" fmla="*/ 3647313 w 4686638"/>
              <a:gd name="connsiteY14" fmla="*/ 383762 h 1439666"/>
              <a:gd name="connsiteX15" fmla="*/ 4686491 w 4686638"/>
              <a:gd name="connsiteY15" fmla="*/ 242316 h 1439666"/>
              <a:gd name="connsiteX16" fmla="*/ 4583812 w 4686638"/>
              <a:gd name="connsiteY16" fmla="*/ 0 h 1439666"/>
              <a:gd name="connsiteX0" fmla="*/ 0 w 4686491"/>
              <a:gd name="connsiteY0" fmla="*/ 0 h 1324509"/>
              <a:gd name="connsiteX1" fmla="*/ 223933 w 4686491"/>
              <a:gd name="connsiteY1" fmla="*/ 162021 h 1324509"/>
              <a:gd name="connsiteX2" fmla="*/ 475488 w 4686491"/>
              <a:gd name="connsiteY2" fmla="*/ 306801 h 1324509"/>
              <a:gd name="connsiteX3" fmla="*/ 933736 w 4686491"/>
              <a:gd name="connsiteY3" fmla="*/ 575691 h 1324509"/>
              <a:gd name="connsiteX4" fmla="*/ 1233964 w 4686491"/>
              <a:gd name="connsiteY4" fmla="*/ 715423 h 1324509"/>
              <a:gd name="connsiteX5" fmla="*/ 1408462 w 4686491"/>
              <a:gd name="connsiteY5" fmla="*/ 801910 h 1324509"/>
              <a:gd name="connsiteX6" fmla="*/ 1719167 w 4686491"/>
              <a:gd name="connsiteY6" fmla="*/ 999744 h 1324509"/>
              <a:gd name="connsiteX7" fmla="*/ 1865376 w 4686491"/>
              <a:gd name="connsiteY7" fmla="*/ 1089470 h 1324509"/>
              <a:gd name="connsiteX8" fmla="*/ 2008446 w 4686491"/>
              <a:gd name="connsiteY8" fmla="*/ 1321150 h 1324509"/>
              <a:gd name="connsiteX9" fmla="*/ 2287703 w 4686491"/>
              <a:gd name="connsiteY9" fmla="*/ 1207597 h 1324509"/>
              <a:gd name="connsiteX10" fmla="*/ 2483461 w 4686491"/>
              <a:gd name="connsiteY10" fmla="*/ 945362 h 1324509"/>
              <a:gd name="connsiteX11" fmla="*/ 2418595 w 4686491"/>
              <a:gd name="connsiteY11" fmla="*/ 549671 h 1324509"/>
              <a:gd name="connsiteX12" fmla="*/ 2567470 w 4686491"/>
              <a:gd name="connsiteY12" fmla="*/ 422813 h 1324509"/>
              <a:gd name="connsiteX13" fmla="*/ 2737217 w 4686491"/>
              <a:gd name="connsiteY13" fmla="*/ 434168 h 1324509"/>
              <a:gd name="connsiteX14" fmla="*/ 3647313 w 4686491"/>
              <a:gd name="connsiteY14" fmla="*/ 268605 h 1324509"/>
              <a:gd name="connsiteX15" fmla="*/ 4686491 w 4686491"/>
              <a:gd name="connsiteY15" fmla="*/ 127159 h 1324509"/>
              <a:gd name="connsiteX0" fmla="*/ 0 w 3647313"/>
              <a:gd name="connsiteY0" fmla="*/ 0 h 1324509"/>
              <a:gd name="connsiteX1" fmla="*/ 223933 w 3647313"/>
              <a:gd name="connsiteY1" fmla="*/ 162021 h 1324509"/>
              <a:gd name="connsiteX2" fmla="*/ 475488 w 3647313"/>
              <a:gd name="connsiteY2" fmla="*/ 306801 h 1324509"/>
              <a:gd name="connsiteX3" fmla="*/ 933736 w 3647313"/>
              <a:gd name="connsiteY3" fmla="*/ 575691 h 1324509"/>
              <a:gd name="connsiteX4" fmla="*/ 1233964 w 3647313"/>
              <a:gd name="connsiteY4" fmla="*/ 715423 h 1324509"/>
              <a:gd name="connsiteX5" fmla="*/ 1408462 w 3647313"/>
              <a:gd name="connsiteY5" fmla="*/ 801910 h 1324509"/>
              <a:gd name="connsiteX6" fmla="*/ 1719167 w 3647313"/>
              <a:gd name="connsiteY6" fmla="*/ 999744 h 1324509"/>
              <a:gd name="connsiteX7" fmla="*/ 1865376 w 3647313"/>
              <a:gd name="connsiteY7" fmla="*/ 1089470 h 1324509"/>
              <a:gd name="connsiteX8" fmla="*/ 2008446 w 3647313"/>
              <a:gd name="connsiteY8" fmla="*/ 1321150 h 1324509"/>
              <a:gd name="connsiteX9" fmla="*/ 2287703 w 3647313"/>
              <a:gd name="connsiteY9" fmla="*/ 1207597 h 1324509"/>
              <a:gd name="connsiteX10" fmla="*/ 2483461 w 3647313"/>
              <a:gd name="connsiteY10" fmla="*/ 945362 h 1324509"/>
              <a:gd name="connsiteX11" fmla="*/ 2418595 w 3647313"/>
              <a:gd name="connsiteY11" fmla="*/ 549671 h 1324509"/>
              <a:gd name="connsiteX12" fmla="*/ 2567470 w 3647313"/>
              <a:gd name="connsiteY12" fmla="*/ 422813 h 1324509"/>
              <a:gd name="connsiteX13" fmla="*/ 2737217 w 3647313"/>
              <a:gd name="connsiteY13" fmla="*/ 434168 h 1324509"/>
              <a:gd name="connsiteX14" fmla="*/ 3647313 w 3647313"/>
              <a:gd name="connsiteY14" fmla="*/ 268605 h 1324509"/>
              <a:gd name="connsiteX0" fmla="*/ 0 w 2737217"/>
              <a:gd name="connsiteY0" fmla="*/ 0 h 1324509"/>
              <a:gd name="connsiteX1" fmla="*/ 223933 w 2737217"/>
              <a:gd name="connsiteY1" fmla="*/ 162021 h 1324509"/>
              <a:gd name="connsiteX2" fmla="*/ 475488 w 2737217"/>
              <a:gd name="connsiteY2" fmla="*/ 306801 h 1324509"/>
              <a:gd name="connsiteX3" fmla="*/ 933736 w 2737217"/>
              <a:gd name="connsiteY3" fmla="*/ 575691 h 1324509"/>
              <a:gd name="connsiteX4" fmla="*/ 1233964 w 2737217"/>
              <a:gd name="connsiteY4" fmla="*/ 715423 h 1324509"/>
              <a:gd name="connsiteX5" fmla="*/ 1408462 w 2737217"/>
              <a:gd name="connsiteY5" fmla="*/ 801910 h 1324509"/>
              <a:gd name="connsiteX6" fmla="*/ 1719167 w 2737217"/>
              <a:gd name="connsiteY6" fmla="*/ 999744 h 1324509"/>
              <a:gd name="connsiteX7" fmla="*/ 1865376 w 2737217"/>
              <a:gd name="connsiteY7" fmla="*/ 1089470 h 1324509"/>
              <a:gd name="connsiteX8" fmla="*/ 2008446 w 2737217"/>
              <a:gd name="connsiteY8" fmla="*/ 1321150 h 1324509"/>
              <a:gd name="connsiteX9" fmla="*/ 2287703 w 2737217"/>
              <a:gd name="connsiteY9" fmla="*/ 1207597 h 1324509"/>
              <a:gd name="connsiteX10" fmla="*/ 2483461 w 2737217"/>
              <a:gd name="connsiteY10" fmla="*/ 945362 h 1324509"/>
              <a:gd name="connsiteX11" fmla="*/ 2418595 w 2737217"/>
              <a:gd name="connsiteY11" fmla="*/ 549671 h 1324509"/>
              <a:gd name="connsiteX12" fmla="*/ 2567470 w 2737217"/>
              <a:gd name="connsiteY12" fmla="*/ 422813 h 1324509"/>
              <a:gd name="connsiteX13" fmla="*/ 2737217 w 2737217"/>
              <a:gd name="connsiteY13" fmla="*/ 434168 h 1324509"/>
              <a:gd name="connsiteX0" fmla="*/ 0 w 2678981"/>
              <a:gd name="connsiteY0" fmla="*/ 0 h 1324509"/>
              <a:gd name="connsiteX1" fmla="*/ 223933 w 2678981"/>
              <a:gd name="connsiteY1" fmla="*/ 162021 h 1324509"/>
              <a:gd name="connsiteX2" fmla="*/ 475488 w 2678981"/>
              <a:gd name="connsiteY2" fmla="*/ 306801 h 1324509"/>
              <a:gd name="connsiteX3" fmla="*/ 933736 w 2678981"/>
              <a:gd name="connsiteY3" fmla="*/ 575691 h 1324509"/>
              <a:gd name="connsiteX4" fmla="*/ 1233964 w 2678981"/>
              <a:gd name="connsiteY4" fmla="*/ 715423 h 1324509"/>
              <a:gd name="connsiteX5" fmla="*/ 1408462 w 2678981"/>
              <a:gd name="connsiteY5" fmla="*/ 801910 h 1324509"/>
              <a:gd name="connsiteX6" fmla="*/ 1719167 w 2678981"/>
              <a:gd name="connsiteY6" fmla="*/ 999744 h 1324509"/>
              <a:gd name="connsiteX7" fmla="*/ 1865376 w 2678981"/>
              <a:gd name="connsiteY7" fmla="*/ 1089470 h 1324509"/>
              <a:gd name="connsiteX8" fmla="*/ 2008446 w 2678981"/>
              <a:gd name="connsiteY8" fmla="*/ 1321150 h 1324509"/>
              <a:gd name="connsiteX9" fmla="*/ 2287703 w 2678981"/>
              <a:gd name="connsiteY9" fmla="*/ 1207597 h 1324509"/>
              <a:gd name="connsiteX10" fmla="*/ 2483461 w 2678981"/>
              <a:gd name="connsiteY10" fmla="*/ 945362 h 1324509"/>
              <a:gd name="connsiteX11" fmla="*/ 2418595 w 2678981"/>
              <a:gd name="connsiteY11" fmla="*/ 549671 h 1324509"/>
              <a:gd name="connsiteX12" fmla="*/ 2567470 w 2678981"/>
              <a:gd name="connsiteY12" fmla="*/ 422813 h 1324509"/>
              <a:gd name="connsiteX13" fmla="*/ 2678981 w 2678981"/>
              <a:gd name="connsiteY13" fmla="*/ 358926 h 1324509"/>
              <a:gd name="connsiteX0" fmla="*/ 0 w 2678981"/>
              <a:gd name="connsiteY0" fmla="*/ 0 h 1324509"/>
              <a:gd name="connsiteX1" fmla="*/ 223933 w 2678981"/>
              <a:gd name="connsiteY1" fmla="*/ 162021 h 1324509"/>
              <a:gd name="connsiteX2" fmla="*/ 475488 w 2678981"/>
              <a:gd name="connsiteY2" fmla="*/ 306801 h 1324509"/>
              <a:gd name="connsiteX3" fmla="*/ 933736 w 2678981"/>
              <a:gd name="connsiteY3" fmla="*/ 575691 h 1324509"/>
              <a:gd name="connsiteX4" fmla="*/ 1233964 w 2678981"/>
              <a:gd name="connsiteY4" fmla="*/ 715423 h 1324509"/>
              <a:gd name="connsiteX5" fmla="*/ 1408462 w 2678981"/>
              <a:gd name="connsiteY5" fmla="*/ 801910 h 1324509"/>
              <a:gd name="connsiteX6" fmla="*/ 1719167 w 2678981"/>
              <a:gd name="connsiteY6" fmla="*/ 999744 h 1324509"/>
              <a:gd name="connsiteX7" fmla="*/ 1865376 w 2678981"/>
              <a:gd name="connsiteY7" fmla="*/ 1089470 h 1324509"/>
              <a:gd name="connsiteX8" fmla="*/ 2008446 w 2678981"/>
              <a:gd name="connsiteY8" fmla="*/ 1321150 h 1324509"/>
              <a:gd name="connsiteX9" fmla="*/ 2287703 w 2678981"/>
              <a:gd name="connsiteY9" fmla="*/ 1207597 h 1324509"/>
              <a:gd name="connsiteX10" fmla="*/ 2483461 w 2678981"/>
              <a:gd name="connsiteY10" fmla="*/ 945362 h 1324509"/>
              <a:gd name="connsiteX11" fmla="*/ 2418595 w 2678981"/>
              <a:gd name="connsiteY11" fmla="*/ 549671 h 1324509"/>
              <a:gd name="connsiteX12" fmla="*/ 2567470 w 2678981"/>
              <a:gd name="connsiteY12" fmla="*/ 422813 h 1324509"/>
              <a:gd name="connsiteX13" fmla="*/ 2678981 w 2678981"/>
              <a:gd name="connsiteY13" fmla="*/ 358926 h 1324509"/>
              <a:gd name="connsiteX0" fmla="*/ 0 w 2567470"/>
              <a:gd name="connsiteY0" fmla="*/ 0 h 1324509"/>
              <a:gd name="connsiteX1" fmla="*/ 223933 w 2567470"/>
              <a:gd name="connsiteY1" fmla="*/ 162021 h 1324509"/>
              <a:gd name="connsiteX2" fmla="*/ 475488 w 2567470"/>
              <a:gd name="connsiteY2" fmla="*/ 306801 h 1324509"/>
              <a:gd name="connsiteX3" fmla="*/ 933736 w 2567470"/>
              <a:gd name="connsiteY3" fmla="*/ 575691 h 1324509"/>
              <a:gd name="connsiteX4" fmla="*/ 1233964 w 2567470"/>
              <a:gd name="connsiteY4" fmla="*/ 715423 h 1324509"/>
              <a:gd name="connsiteX5" fmla="*/ 1408462 w 2567470"/>
              <a:gd name="connsiteY5" fmla="*/ 801910 h 1324509"/>
              <a:gd name="connsiteX6" fmla="*/ 1719167 w 2567470"/>
              <a:gd name="connsiteY6" fmla="*/ 999744 h 1324509"/>
              <a:gd name="connsiteX7" fmla="*/ 1865376 w 2567470"/>
              <a:gd name="connsiteY7" fmla="*/ 1089470 h 1324509"/>
              <a:gd name="connsiteX8" fmla="*/ 2008446 w 2567470"/>
              <a:gd name="connsiteY8" fmla="*/ 1321150 h 1324509"/>
              <a:gd name="connsiteX9" fmla="*/ 2287703 w 2567470"/>
              <a:gd name="connsiteY9" fmla="*/ 1207597 h 1324509"/>
              <a:gd name="connsiteX10" fmla="*/ 2483461 w 2567470"/>
              <a:gd name="connsiteY10" fmla="*/ 945362 h 1324509"/>
              <a:gd name="connsiteX11" fmla="*/ 2418595 w 2567470"/>
              <a:gd name="connsiteY11" fmla="*/ 549671 h 1324509"/>
              <a:gd name="connsiteX12" fmla="*/ 2567470 w 2567470"/>
              <a:gd name="connsiteY12" fmla="*/ 422813 h 1324509"/>
              <a:gd name="connsiteX0" fmla="*/ 0 w 2474023"/>
              <a:gd name="connsiteY0" fmla="*/ 0 h 1282193"/>
              <a:gd name="connsiteX1" fmla="*/ 130486 w 2474023"/>
              <a:gd name="connsiteY1" fmla="*/ 119705 h 1282193"/>
              <a:gd name="connsiteX2" fmla="*/ 382041 w 2474023"/>
              <a:gd name="connsiteY2" fmla="*/ 264485 h 1282193"/>
              <a:gd name="connsiteX3" fmla="*/ 840289 w 2474023"/>
              <a:gd name="connsiteY3" fmla="*/ 533375 h 1282193"/>
              <a:gd name="connsiteX4" fmla="*/ 1140517 w 2474023"/>
              <a:gd name="connsiteY4" fmla="*/ 673107 h 1282193"/>
              <a:gd name="connsiteX5" fmla="*/ 1315015 w 2474023"/>
              <a:gd name="connsiteY5" fmla="*/ 759594 h 1282193"/>
              <a:gd name="connsiteX6" fmla="*/ 1625720 w 2474023"/>
              <a:gd name="connsiteY6" fmla="*/ 957428 h 1282193"/>
              <a:gd name="connsiteX7" fmla="*/ 1771929 w 2474023"/>
              <a:gd name="connsiteY7" fmla="*/ 1047154 h 1282193"/>
              <a:gd name="connsiteX8" fmla="*/ 1914999 w 2474023"/>
              <a:gd name="connsiteY8" fmla="*/ 1278834 h 1282193"/>
              <a:gd name="connsiteX9" fmla="*/ 2194256 w 2474023"/>
              <a:gd name="connsiteY9" fmla="*/ 1165281 h 1282193"/>
              <a:gd name="connsiteX10" fmla="*/ 2390014 w 2474023"/>
              <a:gd name="connsiteY10" fmla="*/ 903046 h 1282193"/>
              <a:gd name="connsiteX11" fmla="*/ 2325148 w 2474023"/>
              <a:gd name="connsiteY11" fmla="*/ 507355 h 1282193"/>
              <a:gd name="connsiteX12" fmla="*/ 2474023 w 2474023"/>
              <a:gd name="connsiteY12" fmla="*/ 380497 h 1282193"/>
              <a:gd name="connsiteX0" fmla="*/ 0 w 2474023"/>
              <a:gd name="connsiteY0" fmla="*/ 0 h 1282193"/>
              <a:gd name="connsiteX1" fmla="*/ 130486 w 2474023"/>
              <a:gd name="connsiteY1" fmla="*/ 119705 h 1282193"/>
              <a:gd name="connsiteX2" fmla="*/ 382041 w 2474023"/>
              <a:gd name="connsiteY2" fmla="*/ 264485 h 1282193"/>
              <a:gd name="connsiteX3" fmla="*/ 840289 w 2474023"/>
              <a:gd name="connsiteY3" fmla="*/ 533375 h 1282193"/>
              <a:gd name="connsiteX4" fmla="*/ 1140517 w 2474023"/>
              <a:gd name="connsiteY4" fmla="*/ 673107 h 1282193"/>
              <a:gd name="connsiteX5" fmla="*/ 1315015 w 2474023"/>
              <a:gd name="connsiteY5" fmla="*/ 759594 h 1282193"/>
              <a:gd name="connsiteX6" fmla="*/ 1625720 w 2474023"/>
              <a:gd name="connsiteY6" fmla="*/ 957428 h 1282193"/>
              <a:gd name="connsiteX7" fmla="*/ 1771929 w 2474023"/>
              <a:gd name="connsiteY7" fmla="*/ 1047154 h 1282193"/>
              <a:gd name="connsiteX8" fmla="*/ 1914999 w 2474023"/>
              <a:gd name="connsiteY8" fmla="*/ 1278834 h 1282193"/>
              <a:gd name="connsiteX9" fmla="*/ 2194256 w 2474023"/>
              <a:gd name="connsiteY9" fmla="*/ 1165281 h 1282193"/>
              <a:gd name="connsiteX10" fmla="*/ 2390014 w 2474023"/>
              <a:gd name="connsiteY10" fmla="*/ 903046 h 1282193"/>
              <a:gd name="connsiteX11" fmla="*/ 2325148 w 2474023"/>
              <a:gd name="connsiteY11" fmla="*/ 507355 h 1282193"/>
              <a:gd name="connsiteX12" fmla="*/ 2474023 w 2474023"/>
              <a:gd name="connsiteY12" fmla="*/ 380497 h 1282193"/>
              <a:gd name="connsiteX0" fmla="*/ 0 w 2393121"/>
              <a:gd name="connsiteY0" fmla="*/ 0 h 1282193"/>
              <a:gd name="connsiteX1" fmla="*/ 130486 w 2393121"/>
              <a:gd name="connsiteY1" fmla="*/ 119705 h 1282193"/>
              <a:gd name="connsiteX2" fmla="*/ 382041 w 2393121"/>
              <a:gd name="connsiteY2" fmla="*/ 264485 h 1282193"/>
              <a:gd name="connsiteX3" fmla="*/ 840289 w 2393121"/>
              <a:gd name="connsiteY3" fmla="*/ 533375 h 1282193"/>
              <a:gd name="connsiteX4" fmla="*/ 1140517 w 2393121"/>
              <a:gd name="connsiteY4" fmla="*/ 673107 h 1282193"/>
              <a:gd name="connsiteX5" fmla="*/ 1315015 w 2393121"/>
              <a:gd name="connsiteY5" fmla="*/ 759594 h 1282193"/>
              <a:gd name="connsiteX6" fmla="*/ 1625720 w 2393121"/>
              <a:gd name="connsiteY6" fmla="*/ 957428 h 1282193"/>
              <a:gd name="connsiteX7" fmla="*/ 1771929 w 2393121"/>
              <a:gd name="connsiteY7" fmla="*/ 1047154 h 1282193"/>
              <a:gd name="connsiteX8" fmla="*/ 1914999 w 2393121"/>
              <a:gd name="connsiteY8" fmla="*/ 1278834 h 1282193"/>
              <a:gd name="connsiteX9" fmla="*/ 2194256 w 2393121"/>
              <a:gd name="connsiteY9" fmla="*/ 1165281 h 1282193"/>
              <a:gd name="connsiteX10" fmla="*/ 2390014 w 2393121"/>
              <a:gd name="connsiteY10" fmla="*/ 903046 h 1282193"/>
              <a:gd name="connsiteX11" fmla="*/ 2325148 w 2393121"/>
              <a:gd name="connsiteY11" fmla="*/ 507355 h 1282193"/>
              <a:gd name="connsiteX0" fmla="*/ 0 w 2390014"/>
              <a:gd name="connsiteY0" fmla="*/ 0 h 1282193"/>
              <a:gd name="connsiteX1" fmla="*/ 130486 w 2390014"/>
              <a:gd name="connsiteY1" fmla="*/ 119705 h 1282193"/>
              <a:gd name="connsiteX2" fmla="*/ 382041 w 2390014"/>
              <a:gd name="connsiteY2" fmla="*/ 264485 h 1282193"/>
              <a:gd name="connsiteX3" fmla="*/ 840289 w 2390014"/>
              <a:gd name="connsiteY3" fmla="*/ 533375 h 1282193"/>
              <a:gd name="connsiteX4" fmla="*/ 1140517 w 2390014"/>
              <a:gd name="connsiteY4" fmla="*/ 673107 h 1282193"/>
              <a:gd name="connsiteX5" fmla="*/ 1315015 w 2390014"/>
              <a:gd name="connsiteY5" fmla="*/ 759594 h 1282193"/>
              <a:gd name="connsiteX6" fmla="*/ 1625720 w 2390014"/>
              <a:gd name="connsiteY6" fmla="*/ 957428 h 1282193"/>
              <a:gd name="connsiteX7" fmla="*/ 1771929 w 2390014"/>
              <a:gd name="connsiteY7" fmla="*/ 1047154 h 1282193"/>
              <a:gd name="connsiteX8" fmla="*/ 1914999 w 2390014"/>
              <a:gd name="connsiteY8" fmla="*/ 1278834 h 1282193"/>
              <a:gd name="connsiteX9" fmla="*/ 2194256 w 2390014"/>
              <a:gd name="connsiteY9" fmla="*/ 1165281 h 1282193"/>
              <a:gd name="connsiteX10" fmla="*/ 2390014 w 2390014"/>
              <a:gd name="connsiteY10" fmla="*/ 903046 h 1282193"/>
              <a:gd name="connsiteX0" fmla="*/ 0 w 2194256"/>
              <a:gd name="connsiteY0" fmla="*/ 0 h 1282193"/>
              <a:gd name="connsiteX1" fmla="*/ 130486 w 2194256"/>
              <a:gd name="connsiteY1" fmla="*/ 119705 h 1282193"/>
              <a:gd name="connsiteX2" fmla="*/ 382041 w 2194256"/>
              <a:gd name="connsiteY2" fmla="*/ 264485 h 1282193"/>
              <a:gd name="connsiteX3" fmla="*/ 840289 w 2194256"/>
              <a:gd name="connsiteY3" fmla="*/ 533375 h 1282193"/>
              <a:gd name="connsiteX4" fmla="*/ 1140517 w 2194256"/>
              <a:gd name="connsiteY4" fmla="*/ 673107 h 1282193"/>
              <a:gd name="connsiteX5" fmla="*/ 1315015 w 2194256"/>
              <a:gd name="connsiteY5" fmla="*/ 759594 h 1282193"/>
              <a:gd name="connsiteX6" fmla="*/ 1625720 w 2194256"/>
              <a:gd name="connsiteY6" fmla="*/ 957428 h 1282193"/>
              <a:gd name="connsiteX7" fmla="*/ 1771929 w 2194256"/>
              <a:gd name="connsiteY7" fmla="*/ 1047154 h 1282193"/>
              <a:gd name="connsiteX8" fmla="*/ 1914999 w 2194256"/>
              <a:gd name="connsiteY8" fmla="*/ 1278834 h 1282193"/>
              <a:gd name="connsiteX9" fmla="*/ 2194256 w 2194256"/>
              <a:gd name="connsiteY9" fmla="*/ 1165281 h 1282193"/>
              <a:gd name="connsiteX0" fmla="*/ 0 w 2186188"/>
              <a:gd name="connsiteY0" fmla="*/ 0 h 1302658"/>
              <a:gd name="connsiteX1" fmla="*/ 130486 w 2186188"/>
              <a:gd name="connsiteY1" fmla="*/ 119705 h 1302658"/>
              <a:gd name="connsiteX2" fmla="*/ 382041 w 2186188"/>
              <a:gd name="connsiteY2" fmla="*/ 264485 h 1302658"/>
              <a:gd name="connsiteX3" fmla="*/ 840289 w 2186188"/>
              <a:gd name="connsiteY3" fmla="*/ 533375 h 1302658"/>
              <a:gd name="connsiteX4" fmla="*/ 1140517 w 2186188"/>
              <a:gd name="connsiteY4" fmla="*/ 673107 h 1302658"/>
              <a:gd name="connsiteX5" fmla="*/ 1315015 w 2186188"/>
              <a:gd name="connsiteY5" fmla="*/ 759594 h 1302658"/>
              <a:gd name="connsiteX6" fmla="*/ 1625720 w 2186188"/>
              <a:gd name="connsiteY6" fmla="*/ 957428 h 1302658"/>
              <a:gd name="connsiteX7" fmla="*/ 1771929 w 2186188"/>
              <a:gd name="connsiteY7" fmla="*/ 1047154 h 1302658"/>
              <a:gd name="connsiteX8" fmla="*/ 1914999 w 2186188"/>
              <a:gd name="connsiteY8" fmla="*/ 1278834 h 1302658"/>
              <a:gd name="connsiteX9" fmla="*/ 2186188 w 2186188"/>
              <a:gd name="connsiteY9" fmla="*/ 1252697 h 1302658"/>
              <a:gd name="connsiteX0" fmla="*/ 0 w 2186188"/>
              <a:gd name="connsiteY0" fmla="*/ 0 h 1379013"/>
              <a:gd name="connsiteX1" fmla="*/ 130486 w 2186188"/>
              <a:gd name="connsiteY1" fmla="*/ 119705 h 1379013"/>
              <a:gd name="connsiteX2" fmla="*/ 382041 w 2186188"/>
              <a:gd name="connsiteY2" fmla="*/ 264485 h 1379013"/>
              <a:gd name="connsiteX3" fmla="*/ 840289 w 2186188"/>
              <a:gd name="connsiteY3" fmla="*/ 533375 h 1379013"/>
              <a:gd name="connsiteX4" fmla="*/ 1140517 w 2186188"/>
              <a:gd name="connsiteY4" fmla="*/ 673107 h 1379013"/>
              <a:gd name="connsiteX5" fmla="*/ 1315015 w 2186188"/>
              <a:gd name="connsiteY5" fmla="*/ 759594 h 1379013"/>
              <a:gd name="connsiteX6" fmla="*/ 1625720 w 2186188"/>
              <a:gd name="connsiteY6" fmla="*/ 957428 h 1379013"/>
              <a:gd name="connsiteX7" fmla="*/ 1771929 w 2186188"/>
              <a:gd name="connsiteY7" fmla="*/ 1047154 h 1379013"/>
              <a:gd name="connsiteX8" fmla="*/ 1894011 w 2186188"/>
              <a:gd name="connsiteY8" fmla="*/ 1371499 h 1379013"/>
              <a:gd name="connsiteX9" fmla="*/ 2186188 w 2186188"/>
              <a:gd name="connsiteY9" fmla="*/ 1252697 h 1379013"/>
              <a:gd name="connsiteX0" fmla="*/ 0 w 2186188"/>
              <a:gd name="connsiteY0" fmla="*/ 0 h 1375038"/>
              <a:gd name="connsiteX1" fmla="*/ 130486 w 2186188"/>
              <a:gd name="connsiteY1" fmla="*/ 119705 h 1375038"/>
              <a:gd name="connsiteX2" fmla="*/ 382041 w 2186188"/>
              <a:gd name="connsiteY2" fmla="*/ 264485 h 1375038"/>
              <a:gd name="connsiteX3" fmla="*/ 840289 w 2186188"/>
              <a:gd name="connsiteY3" fmla="*/ 533375 h 1375038"/>
              <a:gd name="connsiteX4" fmla="*/ 1140517 w 2186188"/>
              <a:gd name="connsiteY4" fmla="*/ 673107 h 1375038"/>
              <a:gd name="connsiteX5" fmla="*/ 1315015 w 2186188"/>
              <a:gd name="connsiteY5" fmla="*/ 759594 h 1375038"/>
              <a:gd name="connsiteX6" fmla="*/ 1625720 w 2186188"/>
              <a:gd name="connsiteY6" fmla="*/ 957428 h 1375038"/>
              <a:gd name="connsiteX7" fmla="*/ 1750902 w 2186188"/>
              <a:gd name="connsiteY7" fmla="*/ 1126294 h 1375038"/>
              <a:gd name="connsiteX8" fmla="*/ 1894011 w 2186188"/>
              <a:gd name="connsiteY8" fmla="*/ 1371499 h 1375038"/>
              <a:gd name="connsiteX9" fmla="*/ 2186188 w 2186188"/>
              <a:gd name="connsiteY9" fmla="*/ 1252697 h 1375038"/>
              <a:gd name="connsiteX0" fmla="*/ 0 w 2329908"/>
              <a:gd name="connsiteY0" fmla="*/ 0 h 1373623"/>
              <a:gd name="connsiteX1" fmla="*/ 130486 w 2329908"/>
              <a:gd name="connsiteY1" fmla="*/ 119705 h 1373623"/>
              <a:gd name="connsiteX2" fmla="*/ 382041 w 2329908"/>
              <a:gd name="connsiteY2" fmla="*/ 264485 h 1373623"/>
              <a:gd name="connsiteX3" fmla="*/ 840289 w 2329908"/>
              <a:gd name="connsiteY3" fmla="*/ 533375 h 1373623"/>
              <a:gd name="connsiteX4" fmla="*/ 1140517 w 2329908"/>
              <a:gd name="connsiteY4" fmla="*/ 673107 h 1373623"/>
              <a:gd name="connsiteX5" fmla="*/ 1315015 w 2329908"/>
              <a:gd name="connsiteY5" fmla="*/ 759594 h 1373623"/>
              <a:gd name="connsiteX6" fmla="*/ 1625720 w 2329908"/>
              <a:gd name="connsiteY6" fmla="*/ 957428 h 1373623"/>
              <a:gd name="connsiteX7" fmla="*/ 1750902 w 2329908"/>
              <a:gd name="connsiteY7" fmla="*/ 1126294 h 1373623"/>
              <a:gd name="connsiteX8" fmla="*/ 1894011 w 2329908"/>
              <a:gd name="connsiteY8" fmla="*/ 1371499 h 1373623"/>
              <a:gd name="connsiteX9" fmla="*/ 2329908 w 2329908"/>
              <a:gd name="connsiteY9" fmla="*/ 1188856 h 1373623"/>
              <a:gd name="connsiteX0" fmla="*/ 0 w 2329908"/>
              <a:gd name="connsiteY0" fmla="*/ 0 h 1384774"/>
              <a:gd name="connsiteX1" fmla="*/ 130486 w 2329908"/>
              <a:gd name="connsiteY1" fmla="*/ 119705 h 1384774"/>
              <a:gd name="connsiteX2" fmla="*/ 382041 w 2329908"/>
              <a:gd name="connsiteY2" fmla="*/ 264485 h 1384774"/>
              <a:gd name="connsiteX3" fmla="*/ 840289 w 2329908"/>
              <a:gd name="connsiteY3" fmla="*/ 533375 h 1384774"/>
              <a:gd name="connsiteX4" fmla="*/ 1140517 w 2329908"/>
              <a:gd name="connsiteY4" fmla="*/ 673107 h 1384774"/>
              <a:gd name="connsiteX5" fmla="*/ 1315015 w 2329908"/>
              <a:gd name="connsiteY5" fmla="*/ 759594 h 1384774"/>
              <a:gd name="connsiteX6" fmla="*/ 1625720 w 2329908"/>
              <a:gd name="connsiteY6" fmla="*/ 957428 h 1384774"/>
              <a:gd name="connsiteX7" fmla="*/ 1750902 w 2329908"/>
              <a:gd name="connsiteY7" fmla="*/ 1126294 h 1384774"/>
              <a:gd name="connsiteX8" fmla="*/ 1894011 w 2329908"/>
              <a:gd name="connsiteY8" fmla="*/ 1371499 h 1384774"/>
              <a:gd name="connsiteX9" fmla="*/ 2092656 w 2329908"/>
              <a:gd name="connsiteY9" fmla="*/ 1343631 h 1384774"/>
              <a:gd name="connsiteX10" fmla="*/ 2329908 w 2329908"/>
              <a:gd name="connsiteY10" fmla="*/ 1188856 h 1384774"/>
              <a:gd name="connsiteX0" fmla="*/ 0 w 2199422"/>
              <a:gd name="connsiteY0" fmla="*/ 0 h 1265069"/>
              <a:gd name="connsiteX1" fmla="*/ 251555 w 2199422"/>
              <a:gd name="connsiteY1" fmla="*/ 144780 h 1265069"/>
              <a:gd name="connsiteX2" fmla="*/ 709803 w 2199422"/>
              <a:gd name="connsiteY2" fmla="*/ 413670 h 1265069"/>
              <a:gd name="connsiteX3" fmla="*/ 1010031 w 2199422"/>
              <a:gd name="connsiteY3" fmla="*/ 553402 h 1265069"/>
              <a:gd name="connsiteX4" fmla="*/ 1184529 w 2199422"/>
              <a:gd name="connsiteY4" fmla="*/ 639889 h 1265069"/>
              <a:gd name="connsiteX5" fmla="*/ 1495234 w 2199422"/>
              <a:gd name="connsiteY5" fmla="*/ 837723 h 1265069"/>
              <a:gd name="connsiteX6" fmla="*/ 1620416 w 2199422"/>
              <a:gd name="connsiteY6" fmla="*/ 1006589 h 1265069"/>
              <a:gd name="connsiteX7" fmla="*/ 1763525 w 2199422"/>
              <a:gd name="connsiteY7" fmla="*/ 1251794 h 1265069"/>
              <a:gd name="connsiteX8" fmla="*/ 1962170 w 2199422"/>
              <a:gd name="connsiteY8" fmla="*/ 1223926 h 1265069"/>
              <a:gd name="connsiteX9" fmla="*/ 2199422 w 2199422"/>
              <a:gd name="connsiteY9" fmla="*/ 1069151 h 1265069"/>
              <a:gd name="connsiteX0" fmla="*/ 0 w 2120110"/>
              <a:gd name="connsiteY0" fmla="*/ 0 h 1311632"/>
              <a:gd name="connsiteX1" fmla="*/ 172243 w 2120110"/>
              <a:gd name="connsiteY1" fmla="*/ 191343 h 1311632"/>
              <a:gd name="connsiteX2" fmla="*/ 630491 w 2120110"/>
              <a:gd name="connsiteY2" fmla="*/ 460233 h 1311632"/>
              <a:gd name="connsiteX3" fmla="*/ 930719 w 2120110"/>
              <a:gd name="connsiteY3" fmla="*/ 599965 h 1311632"/>
              <a:gd name="connsiteX4" fmla="*/ 1105217 w 2120110"/>
              <a:gd name="connsiteY4" fmla="*/ 686452 h 1311632"/>
              <a:gd name="connsiteX5" fmla="*/ 1415922 w 2120110"/>
              <a:gd name="connsiteY5" fmla="*/ 884286 h 1311632"/>
              <a:gd name="connsiteX6" fmla="*/ 1541104 w 2120110"/>
              <a:gd name="connsiteY6" fmla="*/ 1053152 h 1311632"/>
              <a:gd name="connsiteX7" fmla="*/ 1684213 w 2120110"/>
              <a:gd name="connsiteY7" fmla="*/ 1298357 h 1311632"/>
              <a:gd name="connsiteX8" fmla="*/ 1882858 w 2120110"/>
              <a:gd name="connsiteY8" fmla="*/ 1270489 h 1311632"/>
              <a:gd name="connsiteX9" fmla="*/ 2120110 w 2120110"/>
              <a:gd name="connsiteY9" fmla="*/ 1115714 h 1311632"/>
              <a:gd name="connsiteX0" fmla="*/ 0 w 2033007"/>
              <a:gd name="connsiteY0" fmla="*/ 0 h 1350325"/>
              <a:gd name="connsiteX1" fmla="*/ 85140 w 2033007"/>
              <a:gd name="connsiteY1" fmla="*/ 230036 h 1350325"/>
              <a:gd name="connsiteX2" fmla="*/ 543388 w 2033007"/>
              <a:gd name="connsiteY2" fmla="*/ 498926 h 1350325"/>
              <a:gd name="connsiteX3" fmla="*/ 843616 w 2033007"/>
              <a:gd name="connsiteY3" fmla="*/ 638658 h 1350325"/>
              <a:gd name="connsiteX4" fmla="*/ 1018114 w 2033007"/>
              <a:gd name="connsiteY4" fmla="*/ 725145 h 1350325"/>
              <a:gd name="connsiteX5" fmla="*/ 1328819 w 2033007"/>
              <a:gd name="connsiteY5" fmla="*/ 922979 h 1350325"/>
              <a:gd name="connsiteX6" fmla="*/ 1454001 w 2033007"/>
              <a:gd name="connsiteY6" fmla="*/ 1091845 h 1350325"/>
              <a:gd name="connsiteX7" fmla="*/ 1597110 w 2033007"/>
              <a:gd name="connsiteY7" fmla="*/ 1337050 h 1350325"/>
              <a:gd name="connsiteX8" fmla="*/ 1795755 w 2033007"/>
              <a:gd name="connsiteY8" fmla="*/ 1309182 h 1350325"/>
              <a:gd name="connsiteX9" fmla="*/ 2033007 w 2033007"/>
              <a:gd name="connsiteY9" fmla="*/ 1154407 h 1350325"/>
              <a:gd name="connsiteX0" fmla="*/ 0 w 2033007"/>
              <a:gd name="connsiteY0" fmla="*/ 0 h 1350325"/>
              <a:gd name="connsiteX1" fmla="*/ 237214 w 2033007"/>
              <a:gd name="connsiteY1" fmla="*/ 247481 h 1350325"/>
              <a:gd name="connsiteX2" fmla="*/ 543388 w 2033007"/>
              <a:gd name="connsiteY2" fmla="*/ 498926 h 1350325"/>
              <a:gd name="connsiteX3" fmla="*/ 843616 w 2033007"/>
              <a:gd name="connsiteY3" fmla="*/ 638658 h 1350325"/>
              <a:gd name="connsiteX4" fmla="*/ 1018114 w 2033007"/>
              <a:gd name="connsiteY4" fmla="*/ 725145 h 1350325"/>
              <a:gd name="connsiteX5" fmla="*/ 1328819 w 2033007"/>
              <a:gd name="connsiteY5" fmla="*/ 922979 h 1350325"/>
              <a:gd name="connsiteX6" fmla="*/ 1454001 w 2033007"/>
              <a:gd name="connsiteY6" fmla="*/ 1091845 h 1350325"/>
              <a:gd name="connsiteX7" fmla="*/ 1597110 w 2033007"/>
              <a:gd name="connsiteY7" fmla="*/ 1337050 h 1350325"/>
              <a:gd name="connsiteX8" fmla="*/ 1795755 w 2033007"/>
              <a:gd name="connsiteY8" fmla="*/ 1309182 h 1350325"/>
              <a:gd name="connsiteX9" fmla="*/ 2033007 w 2033007"/>
              <a:gd name="connsiteY9" fmla="*/ 1154407 h 1350325"/>
              <a:gd name="connsiteX0" fmla="*/ 0 w 2033007"/>
              <a:gd name="connsiteY0" fmla="*/ 0 h 1350325"/>
              <a:gd name="connsiteX1" fmla="*/ 237214 w 2033007"/>
              <a:gd name="connsiteY1" fmla="*/ 247481 h 1350325"/>
              <a:gd name="connsiteX2" fmla="*/ 543388 w 2033007"/>
              <a:gd name="connsiteY2" fmla="*/ 498926 h 1350325"/>
              <a:gd name="connsiteX3" fmla="*/ 1018114 w 2033007"/>
              <a:gd name="connsiteY3" fmla="*/ 725145 h 1350325"/>
              <a:gd name="connsiteX4" fmla="*/ 1328819 w 2033007"/>
              <a:gd name="connsiteY4" fmla="*/ 922979 h 1350325"/>
              <a:gd name="connsiteX5" fmla="*/ 1454001 w 2033007"/>
              <a:gd name="connsiteY5" fmla="*/ 1091845 h 1350325"/>
              <a:gd name="connsiteX6" fmla="*/ 1597110 w 2033007"/>
              <a:gd name="connsiteY6" fmla="*/ 1337050 h 1350325"/>
              <a:gd name="connsiteX7" fmla="*/ 1795755 w 2033007"/>
              <a:gd name="connsiteY7" fmla="*/ 1309182 h 1350325"/>
              <a:gd name="connsiteX8" fmla="*/ 2033007 w 2033007"/>
              <a:gd name="connsiteY8" fmla="*/ 1154407 h 1350325"/>
              <a:gd name="connsiteX0" fmla="*/ 0 w 2033007"/>
              <a:gd name="connsiteY0" fmla="*/ 0 h 1350325"/>
              <a:gd name="connsiteX1" fmla="*/ 237214 w 2033007"/>
              <a:gd name="connsiteY1" fmla="*/ 247481 h 1350325"/>
              <a:gd name="connsiteX2" fmla="*/ 543388 w 2033007"/>
              <a:gd name="connsiteY2" fmla="*/ 498926 h 1350325"/>
              <a:gd name="connsiteX3" fmla="*/ 1069102 w 2033007"/>
              <a:gd name="connsiteY3" fmla="*/ 798827 h 1350325"/>
              <a:gd name="connsiteX4" fmla="*/ 1328819 w 2033007"/>
              <a:gd name="connsiteY4" fmla="*/ 922979 h 1350325"/>
              <a:gd name="connsiteX5" fmla="*/ 1454001 w 2033007"/>
              <a:gd name="connsiteY5" fmla="*/ 1091845 h 1350325"/>
              <a:gd name="connsiteX6" fmla="*/ 1597110 w 2033007"/>
              <a:gd name="connsiteY6" fmla="*/ 1337050 h 1350325"/>
              <a:gd name="connsiteX7" fmla="*/ 1795755 w 2033007"/>
              <a:gd name="connsiteY7" fmla="*/ 1309182 h 1350325"/>
              <a:gd name="connsiteX8" fmla="*/ 2033007 w 2033007"/>
              <a:gd name="connsiteY8" fmla="*/ 1154407 h 1350325"/>
              <a:gd name="connsiteX0" fmla="*/ 0 w 2033007"/>
              <a:gd name="connsiteY0" fmla="*/ 0 h 1402101"/>
              <a:gd name="connsiteX1" fmla="*/ 237214 w 2033007"/>
              <a:gd name="connsiteY1" fmla="*/ 247481 h 1402101"/>
              <a:gd name="connsiteX2" fmla="*/ 543388 w 2033007"/>
              <a:gd name="connsiteY2" fmla="*/ 498926 h 1402101"/>
              <a:gd name="connsiteX3" fmla="*/ 1069102 w 2033007"/>
              <a:gd name="connsiteY3" fmla="*/ 798827 h 1402101"/>
              <a:gd name="connsiteX4" fmla="*/ 1328819 w 2033007"/>
              <a:gd name="connsiteY4" fmla="*/ 922979 h 1402101"/>
              <a:gd name="connsiteX5" fmla="*/ 1454001 w 2033007"/>
              <a:gd name="connsiteY5" fmla="*/ 1091845 h 1402101"/>
              <a:gd name="connsiteX6" fmla="*/ 1567306 w 2033007"/>
              <a:gd name="connsiteY6" fmla="*/ 1395623 h 1402101"/>
              <a:gd name="connsiteX7" fmla="*/ 1795755 w 2033007"/>
              <a:gd name="connsiteY7" fmla="*/ 1309182 h 1402101"/>
              <a:gd name="connsiteX8" fmla="*/ 2033007 w 2033007"/>
              <a:gd name="connsiteY8" fmla="*/ 1154407 h 1402101"/>
              <a:gd name="connsiteX0" fmla="*/ 0 w 2033007"/>
              <a:gd name="connsiteY0" fmla="*/ 0 h 1402101"/>
              <a:gd name="connsiteX1" fmla="*/ 543388 w 2033007"/>
              <a:gd name="connsiteY1" fmla="*/ 498926 h 1402101"/>
              <a:gd name="connsiteX2" fmla="*/ 1069102 w 2033007"/>
              <a:gd name="connsiteY2" fmla="*/ 798827 h 1402101"/>
              <a:gd name="connsiteX3" fmla="*/ 1328819 w 2033007"/>
              <a:gd name="connsiteY3" fmla="*/ 922979 h 1402101"/>
              <a:gd name="connsiteX4" fmla="*/ 1454001 w 2033007"/>
              <a:gd name="connsiteY4" fmla="*/ 1091845 h 1402101"/>
              <a:gd name="connsiteX5" fmla="*/ 1567306 w 2033007"/>
              <a:gd name="connsiteY5" fmla="*/ 1395623 h 1402101"/>
              <a:gd name="connsiteX6" fmla="*/ 1795755 w 2033007"/>
              <a:gd name="connsiteY6" fmla="*/ 1309182 h 1402101"/>
              <a:gd name="connsiteX7" fmla="*/ 2033007 w 2033007"/>
              <a:gd name="connsiteY7" fmla="*/ 1154407 h 1402101"/>
              <a:gd name="connsiteX0" fmla="*/ 0 w 1489619"/>
              <a:gd name="connsiteY0" fmla="*/ 0 h 903175"/>
              <a:gd name="connsiteX1" fmla="*/ 525714 w 1489619"/>
              <a:gd name="connsiteY1" fmla="*/ 299901 h 903175"/>
              <a:gd name="connsiteX2" fmla="*/ 785431 w 1489619"/>
              <a:gd name="connsiteY2" fmla="*/ 424053 h 903175"/>
              <a:gd name="connsiteX3" fmla="*/ 910613 w 1489619"/>
              <a:gd name="connsiteY3" fmla="*/ 592919 h 903175"/>
              <a:gd name="connsiteX4" fmla="*/ 1023918 w 1489619"/>
              <a:gd name="connsiteY4" fmla="*/ 896697 h 903175"/>
              <a:gd name="connsiteX5" fmla="*/ 1252367 w 1489619"/>
              <a:gd name="connsiteY5" fmla="*/ 810256 h 903175"/>
              <a:gd name="connsiteX6" fmla="*/ 1489619 w 1489619"/>
              <a:gd name="connsiteY6" fmla="*/ 655481 h 903175"/>
              <a:gd name="connsiteX0" fmla="*/ 0 w 963905"/>
              <a:gd name="connsiteY0" fmla="*/ 0 h 603274"/>
              <a:gd name="connsiteX1" fmla="*/ 259717 w 963905"/>
              <a:gd name="connsiteY1" fmla="*/ 124152 h 603274"/>
              <a:gd name="connsiteX2" fmla="*/ 384899 w 963905"/>
              <a:gd name="connsiteY2" fmla="*/ 293018 h 603274"/>
              <a:gd name="connsiteX3" fmla="*/ 498204 w 963905"/>
              <a:gd name="connsiteY3" fmla="*/ 596796 h 603274"/>
              <a:gd name="connsiteX4" fmla="*/ 726653 w 963905"/>
              <a:gd name="connsiteY4" fmla="*/ 510355 h 603274"/>
              <a:gd name="connsiteX5" fmla="*/ 963905 w 963905"/>
              <a:gd name="connsiteY5" fmla="*/ 355580 h 603274"/>
              <a:gd name="connsiteX0" fmla="*/ 0 w 1032451"/>
              <a:gd name="connsiteY0" fmla="*/ 0 h 631892"/>
              <a:gd name="connsiteX1" fmla="*/ 328263 w 1032451"/>
              <a:gd name="connsiteY1" fmla="*/ 152770 h 631892"/>
              <a:gd name="connsiteX2" fmla="*/ 453445 w 1032451"/>
              <a:gd name="connsiteY2" fmla="*/ 321636 h 631892"/>
              <a:gd name="connsiteX3" fmla="*/ 566750 w 1032451"/>
              <a:gd name="connsiteY3" fmla="*/ 625414 h 631892"/>
              <a:gd name="connsiteX4" fmla="*/ 795199 w 1032451"/>
              <a:gd name="connsiteY4" fmla="*/ 538973 h 631892"/>
              <a:gd name="connsiteX5" fmla="*/ 1032451 w 1032451"/>
              <a:gd name="connsiteY5" fmla="*/ 384198 h 6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2451" h="631892">
                <a:moveTo>
                  <a:pt x="0" y="0"/>
                </a:moveTo>
                <a:cubicBezTo>
                  <a:pt x="130905" y="70675"/>
                  <a:pt x="252689" y="99164"/>
                  <a:pt x="328263" y="152770"/>
                </a:cubicBezTo>
                <a:cubicBezTo>
                  <a:pt x="403837" y="206376"/>
                  <a:pt x="413697" y="242862"/>
                  <a:pt x="453445" y="321636"/>
                </a:cubicBezTo>
                <a:cubicBezTo>
                  <a:pt x="493193" y="400410"/>
                  <a:pt x="505856" y="594717"/>
                  <a:pt x="566750" y="625414"/>
                </a:cubicBezTo>
                <a:cubicBezTo>
                  <a:pt x="627644" y="656111"/>
                  <a:pt x="722550" y="569414"/>
                  <a:pt x="795199" y="538973"/>
                </a:cubicBezTo>
                <a:cubicBezTo>
                  <a:pt x="867849" y="508533"/>
                  <a:pt x="996844" y="404468"/>
                  <a:pt x="1032451" y="384198"/>
                </a:cubicBezTo>
              </a:path>
            </a:pathLst>
          </a:custGeom>
          <a:noFill/>
          <a:ln w="6350" cap="rnd">
            <a:solidFill>
              <a:schemeClr val="tx1">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1257E636-D6EC-8590-3C9D-282AB4C68054}"/>
              </a:ext>
            </a:extLst>
          </p:cNvPr>
          <p:cNvSpPr/>
          <p:nvPr userDrawn="1"/>
        </p:nvSpPr>
        <p:spPr>
          <a:xfrm rot="12091914" flipH="1" flipV="1">
            <a:off x="11419496" y="150218"/>
            <a:ext cx="837560" cy="467551"/>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3876199"/>
              <a:gd name="connsiteY0" fmla="*/ 274606 h 919287"/>
              <a:gd name="connsiteX1" fmla="*/ 562356 w 3876199"/>
              <a:gd name="connsiteY1" fmla="*/ 608171 h 919287"/>
              <a:gd name="connsiteX2" fmla="*/ 1055275 w 3876199"/>
              <a:gd name="connsiteY2" fmla="*/ 792480 h 919287"/>
              <a:gd name="connsiteX3" fmla="*/ 1409414 w 3876199"/>
              <a:gd name="connsiteY3" fmla="*/ 914591 h 919287"/>
              <a:gd name="connsiteX4" fmla="*/ 1701355 w 3876199"/>
              <a:gd name="connsiteY4" fmla="*/ 847535 h 919287"/>
              <a:gd name="connsiteX5" fmla="*/ 1852136 w 3876199"/>
              <a:gd name="connsiteY5" fmla="*/ 610553 h 919287"/>
              <a:gd name="connsiteX6" fmla="*/ 1995678 w 3876199"/>
              <a:gd name="connsiteY6" fmla="*/ 361569 h 919287"/>
              <a:gd name="connsiteX7" fmla="*/ 2265997 w 3876199"/>
              <a:gd name="connsiteY7" fmla="*/ 67151 h 919287"/>
              <a:gd name="connsiteX8" fmla="*/ 2612898 w 3876199"/>
              <a:gd name="connsiteY8" fmla="*/ 36005 h 919287"/>
              <a:gd name="connsiteX9" fmla="*/ 2938272 w 3876199"/>
              <a:gd name="connsiteY9" fmla="*/ 129350 h 919287"/>
              <a:gd name="connsiteX10" fmla="*/ 3256502 w 3876199"/>
              <a:gd name="connsiteY10" fmla="*/ 244221 h 919287"/>
              <a:gd name="connsiteX11" fmla="*/ 3550825 w 3876199"/>
              <a:gd name="connsiteY11" fmla="*/ 244221 h 919287"/>
              <a:gd name="connsiteX12" fmla="*/ 3739800 w 3876199"/>
              <a:gd name="connsiteY12" fmla="*/ 177165 h 919287"/>
              <a:gd name="connsiteX13" fmla="*/ 3853434 w 3876199"/>
              <a:gd name="connsiteY13" fmla="*/ 63437 h 919287"/>
              <a:gd name="connsiteX14" fmla="*/ 3876199 w 3876199"/>
              <a:gd name="connsiteY14" fmla="*/ 0 h 919287"/>
              <a:gd name="connsiteX0" fmla="*/ 0 w 4145405"/>
              <a:gd name="connsiteY0" fmla="*/ 116231 h 919287"/>
              <a:gd name="connsiteX1" fmla="*/ 831562 w 4145405"/>
              <a:gd name="connsiteY1" fmla="*/ 608171 h 919287"/>
              <a:gd name="connsiteX2" fmla="*/ 1324481 w 4145405"/>
              <a:gd name="connsiteY2" fmla="*/ 792480 h 919287"/>
              <a:gd name="connsiteX3" fmla="*/ 1678620 w 4145405"/>
              <a:gd name="connsiteY3" fmla="*/ 914591 h 919287"/>
              <a:gd name="connsiteX4" fmla="*/ 1970561 w 4145405"/>
              <a:gd name="connsiteY4" fmla="*/ 847535 h 919287"/>
              <a:gd name="connsiteX5" fmla="*/ 2121342 w 4145405"/>
              <a:gd name="connsiteY5" fmla="*/ 610553 h 919287"/>
              <a:gd name="connsiteX6" fmla="*/ 2264884 w 4145405"/>
              <a:gd name="connsiteY6" fmla="*/ 361569 h 919287"/>
              <a:gd name="connsiteX7" fmla="*/ 2535203 w 4145405"/>
              <a:gd name="connsiteY7" fmla="*/ 67151 h 919287"/>
              <a:gd name="connsiteX8" fmla="*/ 2882104 w 4145405"/>
              <a:gd name="connsiteY8" fmla="*/ 36005 h 919287"/>
              <a:gd name="connsiteX9" fmla="*/ 3207478 w 4145405"/>
              <a:gd name="connsiteY9" fmla="*/ 129350 h 919287"/>
              <a:gd name="connsiteX10" fmla="*/ 3525708 w 4145405"/>
              <a:gd name="connsiteY10" fmla="*/ 244221 h 919287"/>
              <a:gd name="connsiteX11" fmla="*/ 3820031 w 4145405"/>
              <a:gd name="connsiteY11" fmla="*/ 244221 h 919287"/>
              <a:gd name="connsiteX12" fmla="*/ 4009006 w 4145405"/>
              <a:gd name="connsiteY12" fmla="*/ 177165 h 919287"/>
              <a:gd name="connsiteX13" fmla="*/ 4122640 w 4145405"/>
              <a:gd name="connsiteY13" fmla="*/ 63437 h 919287"/>
              <a:gd name="connsiteX14" fmla="*/ 4145405 w 4145405"/>
              <a:gd name="connsiteY14" fmla="*/ 0 h 919287"/>
              <a:gd name="connsiteX0" fmla="*/ 0 w 4145405"/>
              <a:gd name="connsiteY0" fmla="*/ 116231 h 969061"/>
              <a:gd name="connsiteX1" fmla="*/ 831562 w 4145405"/>
              <a:gd name="connsiteY1" fmla="*/ 608171 h 969061"/>
              <a:gd name="connsiteX2" fmla="*/ 1324481 w 4145405"/>
              <a:gd name="connsiteY2" fmla="*/ 792480 h 969061"/>
              <a:gd name="connsiteX3" fmla="*/ 1678620 w 4145405"/>
              <a:gd name="connsiteY3" fmla="*/ 914591 h 969061"/>
              <a:gd name="connsiteX4" fmla="*/ 2061386 w 4145405"/>
              <a:gd name="connsiteY4" fmla="*/ 940835 h 969061"/>
              <a:gd name="connsiteX5" fmla="*/ 2121342 w 4145405"/>
              <a:gd name="connsiteY5" fmla="*/ 610553 h 969061"/>
              <a:gd name="connsiteX6" fmla="*/ 2264884 w 4145405"/>
              <a:gd name="connsiteY6" fmla="*/ 361569 h 969061"/>
              <a:gd name="connsiteX7" fmla="*/ 2535203 w 4145405"/>
              <a:gd name="connsiteY7" fmla="*/ 67151 h 969061"/>
              <a:gd name="connsiteX8" fmla="*/ 2882104 w 4145405"/>
              <a:gd name="connsiteY8" fmla="*/ 36005 h 969061"/>
              <a:gd name="connsiteX9" fmla="*/ 3207478 w 4145405"/>
              <a:gd name="connsiteY9" fmla="*/ 129350 h 969061"/>
              <a:gd name="connsiteX10" fmla="*/ 3525708 w 4145405"/>
              <a:gd name="connsiteY10" fmla="*/ 244221 h 969061"/>
              <a:gd name="connsiteX11" fmla="*/ 3820031 w 4145405"/>
              <a:gd name="connsiteY11" fmla="*/ 244221 h 969061"/>
              <a:gd name="connsiteX12" fmla="*/ 4009006 w 4145405"/>
              <a:gd name="connsiteY12" fmla="*/ 177165 h 969061"/>
              <a:gd name="connsiteX13" fmla="*/ 4122640 w 4145405"/>
              <a:gd name="connsiteY13" fmla="*/ 63437 h 969061"/>
              <a:gd name="connsiteX14" fmla="*/ 4145405 w 4145405"/>
              <a:gd name="connsiteY14" fmla="*/ 0 h 969061"/>
              <a:gd name="connsiteX0" fmla="*/ 0 w 4145405"/>
              <a:gd name="connsiteY0" fmla="*/ 116231 h 1014271"/>
              <a:gd name="connsiteX1" fmla="*/ 831562 w 4145405"/>
              <a:gd name="connsiteY1" fmla="*/ 608171 h 1014271"/>
              <a:gd name="connsiteX2" fmla="*/ 1324481 w 4145405"/>
              <a:gd name="connsiteY2" fmla="*/ 792480 h 1014271"/>
              <a:gd name="connsiteX3" fmla="*/ 1738029 w 4145405"/>
              <a:gd name="connsiteY3" fmla="*/ 1004533 h 1014271"/>
              <a:gd name="connsiteX4" fmla="*/ 2061386 w 4145405"/>
              <a:gd name="connsiteY4" fmla="*/ 940835 h 1014271"/>
              <a:gd name="connsiteX5" fmla="*/ 2121342 w 4145405"/>
              <a:gd name="connsiteY5" fmla="*/ 610553 h 1014271"/>
              <a:gd name="connsiteX6" fmla="*/ 2264884 w 4145405"/>
              <a:gd name="connsiteY6" fmla="*/ 361569 h 1014271"/>
              <a:gd name="connsiteX7" fmla="*/ 2535203 w 4145405"/>
              <a:gd name="connsiteY7" fmla="*/ 67151 h 1014271"/>
              <a:gd name="connsiteX8" fmla="*/ 2882104 w 4145405"/>
              <a:gd name="connsiteY8" fmla="*/ 36005 h 1014271"/>
              <a:gd name="connsiteX9" fmla="*/ 3207478 w 4145405"/>
              <a:gd name="connsiteY9" fmla="*/ 129350 h 1014271"/>
              <a:gd name="connsiteX10" fmla="*/ 3525708 w 4145405"/>
              <a:gd name="connsiteY10" fmla="*/ 244221 h 1014271"/>
              <a:gd name="connsiteX11" fmla="*/ 3820031 w 4145405"/>
              <a:gd name="connsiteY11" fmla="*/ 244221 h 1014271"/>
              <a:gd name="connsiteX12" fmla="*/ 4009006 w 4145405"/>
              <a:gd name="connsiteY12" fmla="*/ 177165 h 1014271"/>
              <a:gd name="connsiteX13" fmla="*/ 4122640 w 4145405"/>
              <a:gd name="connsiteY13" fmla="*/ 63437 h 1014271"/>
              <a:gd name="connsiteX14" fmla="*/ 4145405 w 4145405"/>
              <a:gd name="connsiteY14" fmla="*/ 0 h 1014271"/>
              <a:gd name="connsiteX0" fmla="*/ 0 w 4145405"/>
              <a:gd name="connsiteY0" fmla="*/ 116231 h 1011642"/>
              <a:gd name="connsiteX1" fmla="*/ 831562 w 4145405"/>
              <a:gd name="connsiteY1" fmla="*/ 608171 h 1011642"/>
              <a:gd name="connsiteX2" fmla="*/ 1366372 w 4145405"/>
              <a:gd name="connsiteY2" fmla="*/ 829496 h 1011642"/>
              <a:gd name="connsiteX3" fmla="*/ 1738029 w 4145405"/>
              <a:gd name="connsiteY3" fmla="*/ 1004533 h 1011642"/>
              <a:gd name="connsiteX4" fmla="*/ 2061386 w 4145405"/>
              <a:gd name="connsiteY4" fmla="*/ 940835 h 1011642"/>
              <a:gd name="connsiteX5" fmla="*/ 2121342 w 4145405"/>
              <a:gd name="connsiteY5" fmla="*/ 610553 h 1011642"/>
              <a:gd name="connsiteX6" fmla="*/ 2264884 w 4145405"/>
              <a:gd name="connsiteY6" fmla="*/ 361569 h 1011642"/>
              <a:gd name="connsiteX7" fmla="*/ 2535203 w 4145405"/>
              <a:gd name="connsiteY7" fmla="*/ 67151 h 1011642"/>
              <a:gd name="connsiteX8" fmla="*/ 2882104 w 4145405"/>
              <a:gd name="connsiteY8" fmla="*/ 36005 h 1011642"/>
              <a:gd name="connsiteX9" fmla="*/ 3207478 w 4145405"/>
              <a:gd name="connsiteY9" fmla="*/ 129350 h 1011642"/>
              <a:gd name="connsiteX10" fmla="*/ 3525708 w 4145405"/>
              <a:gd name="connsiteY10" fmla="*/ 244221 h 1011642"/>
              <a:gd name="connsiteX11" fmla="*/ 3820031 w 4145405"/>
              <a:gd name="connsiteY11" fmla="*/ 244221 h 1011642"/>
              <a:gd name="connsiteX12" fmla="*/ 4009006 w 4145405"/>
              <a:gd name="connsiteY12" fmla="*/ 177165 h 1011642"/>
              <a:gd name="connsiteX13" fmla="*/ 4122640 w 4145405"/>
              <a:gd name="connsiteY13" fmla="*/ 63437 h 1011642"/>
              <a:gd name="connsiteX14" fmla="*/ 4145405 w 4145405"/>
              <a:gd name="connsiteY14" fmla="*/ 0 h 1011642"/>
              <a:gd name="connsiteX0" fmla="*/ 0 w 4145405"/>
              <a:gd name="connsiteY0" fmla="*/ 116231 h 1108037"/>
              <a:gd name="connsiteX1" fmla="*/ 831562 w 4145405"/>
              <a:gd name="connsiteY1" fmla="*/ 608171 h 1108037"/>
              <a:gd name="connsiteX2" fmla="*/ 1366372 w 4145405"/>
              <a:gd name="connsiteY2" fmla="*/ 829496 h 1108037"/>
              <a:gd name="connsiteX3" fmla="*/ 1738029 w 4145405"/>
              <a:gd name="connsiteY3" fmla="*/ 1004533 h 1108037"/>
              <a:gd name="connsiteX4" fmla="*/ 1962197 w 4145405"/>
              <a:gd name="connsiteY4" fmla="*/ 1087010 h 1108037"/>
              <a:gd name="connsiteX5" fmla="*/ 2121342 w 4145405"/>
              <a:gd name="connsiteY5" fmla="*/ 610553 h 1108037"/>
              <a:gd name="connsiteX6" fmla="*/ 2264884 w 4145405"/>
              <a:gd name="connsiteY6" fmla="*/ 361569 h 1108037"/>
              <a:gd name="connsiteX7" fmla="*/ 2535203 w 4145405"/>
              <a:gd name="connsiteY7" fmla="*/ 67151 h 1108037"/>
              <a:gd name="connsiteX8" fmla="*/ 2882104 w 4145405"/>
              <a:gd name="connsiteY8" fmla="*/ 36005 h 1108037"/>
              <a:gd name="connsiteX9" fmla="*/ 3207478 w 4145405"/>
              <a:gd name="connsiteY9" fmla="*/ 129350 h 1108037"/>
              <a:gd name="connsiteX10" fmla="*/ 3525708 w 4145405"/>
              <a:gd name="connsiteY10" fmla="*/ 244221 h 1108037"/>
              <a:gd name="connsiteX11" fmla="*/ 3820031 w 4145405"/>
              <a:gd name="connsiteY11" fmla="*/ 244221 h 1108037"/>
              <a:gd name="connsiteX12" fmla="*/ 4009006 w 4145405"/>
              <a:gd name="connsiteY12" fmla="*/ 177165 h 1108037"/>
              <a:gd name="connsiteX13" fmla="*/ 4122640 w 4145405"/>
              <a:gd name="connsiteY13" fmla="*/ 63437 h 1108037"/>
              <a:gd name="connsiteX14" fmla="*/ 4145405 w 4145405"/>
              <a:gd name="connsiteY14" fmla="*/ 0 h 1108037"/>
              <a:gd name="connsiteX0" fmla="*/ 0 w 4145405"/>
              <a:gd name="connsiteY0" fmla="*/ 116231 h 1094654"/>
              <a:gd name="connsiteX1" fmla="*/ 831562 w 4145405"/>
              <a:gd name="connsiteY1" fmla="*/ 608171 h 1094654"/>
              <a:gd name="connsiteX2" fmla="*/ 1366372 w 4145405"/>
              <a:gd name="connsiteY2" fmla="*/ 829496 h 1094654"/>
              <a:gd name="connsiteX3" fmla="*/ 1738029 w 4145405"/>
              <a:gd name="connsiteY3" fmla="*/ 1004533 h 1094654"/>
              <a:gd name="connsiteX4" fmla="*/ 1962197 w 4145405"/>
              <a:gd name="connsiteY4" fmla="*/ 1087010 h 1094654"/>
              <a:gd name="connsiteX5" fmla="*/ 2101560 w 4145405"/>
              <a:gd name="connsiteY5" fmla="*/ 818443 h 1094654"/>
              <a:gd name="connsiteX6" fmla="*/ 2264884 w 4145405"/>
              <a:gd name="connsiteY6" fmla="*/ 361569 h 1094654"/>
              <a:gd name="connsiteX7" fmla="*/ 2535203 w 4145405"/>
              <a:gd name="connsiteY7" fmla="*/ 67151 h 1094654"/>
              <a:gd name="connsiteX8" fmla="*/ 2882104 w 4145405"/>
              <a:gd name="connsiteY8" fmla="*/ 36005 h 1094654"/>
              <a:gd name="connsiteX9" fmla="*/ 3207478 w 4145405"/>
              <a:gd name="connsiteY9" fmla="*/ 129350 h 1094654"/>
              <a:gd name="connsiteX10" fmla="*/ 3525708 w 4145405"/>
              <a:gd name="connsiteY10" fmla="*/ 244221 h 1094654"/>
              <a:gd name="connsiteX11" fmla="*/ 3820031 w 4145405"/>
              <a:gd name="connsiteY11" fmla="*/ 244221 h 1094654"/>
              <a:gd name="connsiteX12" fmla="*/ 4009006 w 4145405"/>
              <a:gd name="connsiteY12" fmla="*/ 177165 h 1094654"/>
              <a:gd name="connsiteX13" fmla="*/ 4122640 w 4145405"/>
              <a:gd name="connsiteY13" fmla="*/ 63437 h 1094654"/>
              <a:gd name="connsiteX14" fmla="*/ 4145405 w 4145405"/>
              <a:gd name="connsiteY14" fmla="*/ 0 h 1094654"/>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264884 w 4145405"/>
              <a:gd name="connsiteY6" fmla="*/ 361569 h 1094655"/>
              <a:gd name="connsiteX7" fmla="*/ 2535203 w 4145405"/>
              <a:gd name="connsiteY7" fmla="*/ 67151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118395 w 4145405"/>
              <a:gd name="connsiteY6" fmla="*/ 506453 h 1094655"/>
              <a:gd name="connsiteX7" fmla="*/ 2535203 w 4145405"/>
              <a:gd name="connsiteY7" fmla="*/ 67151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118395 w 4145405"/>
              <a:gd name="connsiteY6" fmla="*/ 506453 h 1094655"/>
              <a:gd name="connsiteX7" fmla="*/ 2349235 w 4145405"/>
              <a:gd name="connsiteY7" fmla="*/ 300286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22640"/>
              <a:gd name="connsiteY0" fmla="*/ 86233 h 1064657"/>
              <a:gd name="connsiteX1" fmla="*/ 831562 w 4122640"/>
              <a:gd name="connsiteY1" fmla="*/ 578173 h 1064657"/>
              <a:gd name="connsiteX2" fmla="*/ 1366372 w 4122640"/>
              <a:gd name="connsiteY2" fmla="*/ 799498 h 1064657"/>
              <a:gd name="connsiteX3" fmla="*/ 1738029 w 4122640"/>
              <a:gd name="connsiteY3" fmla="*/ 974535 h 1064657"/>
              <a:gd name="connsiteX4" fmla="*/ 1962197 w 4122640"/>
              <a:gd name="connsiteY4" fmla="*/ 1057012 h 1064657"/>
              <a:gd name="connsiteX5" fmla="*/ 2101560 w 4122640"/>
              <a:gd name="connsiteY5" fmla="*/ 788445 h 1064657"/>
              <a:gd name="connsiteX6" fmla="*/ 2118395 w 4122640"/>
              <a:gd name="connsiteY6" fmla="*/ 476455 h 1064657"/>
              <a:gd name="connsiteX7" fmla="*/ 2349235 w 4122640"/>
              <a:gd name="connsiteY7" fmla="*/ 270288 h 1064657"/>
              <a:gd name="connsiteX8" fmla="*/ 2882104 w 4122640"/>
              <a:gd name="connsiteY8" fmla="*/ 6007 h 1064657"/>
              <a:gd name="connsiteX9" fmla="*/ 3207478 w 4122640"/>
              <a:gd name="connsiteY9" fmla="*/ 99352 h 1064657"/>
              <a:gd name="connsiteX10" fmla="*/ 3525708 w 4122640"/>
              <a:gd name="connsiteY10" fmla="*/ 214223 h 1064657"/>
              <a:gd name="connsiteX11" fmla="*/ 3820031 w 4122640"/>
              <a:gd name="connsiteY11" fmla="*/ 214223 h 1064657"/>
              <a:gd name="connsiteX12" fmla="*/ 4009006 w 4122640"/>
              <a:gd name="connsiteY12" fmla="*/ 147167 h 1064657"/>
              <a:gd name="connsiteX13" fmla="*/ 4122640 w 4122640"/>
              <a:gd name="connsiteY13" fmla="*/ 33439 h 1064657"/>
              <a:gd name="connsiteX0" fmla="*/ 0 w 4122640"/>
              <a:gd name="connsiteY0" fmla="*/ 86233 h 1064657"/>
              <a:gd name="connsiteX1" fmla="*/ 831562 w 4122640"/>
              <a:gd name="connsiteY1" fmla="*/ 578173 h 1064657"/>
              <a:gd name="connsiteX2" fmla="*/ 1366372 w 4122640"/>
              <a:gd name="connsiteY2" fmla="*/ 799498 h 1064657"/>
              <a:gd name="connsiteX3" fmla="*/ 1738029 w 4122640"/>
              <a:gd name="connsiteY3" fmla="*/ 974535 h 1064657"/>
              <a:gd name="connsiteX4" fmla="*/ 1962197 w 4122640"/>
              <a:gd name="connsiteY4" fmla="*/ 1057012 h 1064657"/>
              <a:gd name="connsiteX5" fmla="*/ 2101560 w 4122640"/>
              <a:gd name="connsiteY5" fmla="*/ 788445 h 1064657"/>
              <a:gd name="connsiteX6" fmla="*/ 2118395 w 4122640"/>
              <a:gd name="connsiteY6" fmla="*/ 476455 h 1064657"/>
              <a:gd name="connsiteX7" fmla="*/ 2349235 w 4122640"/>
              <a:gd name="connsiteY7" fmla="*/ 270288 h 1064657"/>
              <a:gd name="connsiteX8" fmla="*/ 2882104 w 4122640"/>
              <a:gd name="connsiteY8" fmla="*/ 6007 h 1064657"/>
              <a:gd name="connsiteX9" fmla="*/ 3207478 w 4122640"/>
              <a:gd name="connsiteY9" fmla="*/ 99352 h 1064657"/>
              <a:gd name="connsiteX10" fmla="*/ 3525708 w 4122640"/>
              <a:gd name="connsiteY10" fmla="*/ 214223 h 1064657"/>
              <a:gd name="connsiteX11" fmla="*/ 3820031 w 4122640"/>
              <a:gd name="connsiteY11" fmla="*/ 214223 h 1064657"/>
              <a:gd name="connsiteX12" fmla="*/ 4122640 w 4122640"/>
              <a:gd name="connsiteY12" fmla="*/ 33439 h 1064657"/>
              <a:gd name="connsiteX0" fmla="*/ 0 w 3820031"/>
              <a:gd name="connsiteY0" fmla="*/ 86233 h 1064657"/>
              <a:gd name="connsiteX1" fmla="*/ 831562 w 3820031"/>
              <a:gd name="connsiteY1" fmla="*/ 578173 h 1064657"/>
              <a:gd name="connsiteX2" fmla="*/ 1366372 w 3820031"/>
              <a:gd name="connsiteY2" fmla="*/ 799498 h 1064657"/>
              <a:gd name="connsiteX3" fmla="*/ 1738029 w 3820031"/>
              <a:gd name="connsiteY3" fmla="*/ 974535 h 1064657"/>
              <a:gd name="connsiteX4" fmla="*/ 1962197 w 3820031"/>
              <a:gd name="connsiteY4" fmla="*/ 1057012 h 1064657"/>
              <a:gd name="connsiteX5" fmla="*/ 2101560 w 3820031"/>
              <a:gd name="connsiteY5" fmla="*/ 788445 h 1064657"/>
              <a:gd name="connsiteX6" fmla="*/ 2118395 w 3820031"/>
              <a:gd name="connsiteY6" fmla="*/ 476455 h 1064657"/>
              <a:gd name="connsiteX7" fmla="*/ 2349235 w 3820031"/>
              <a:gd name="connsiteY7" fmla="*/ 270288 h 1064657"/>
              <a:gd name="connsiteX8" fmla="*/ 2882104 w 3820031"/>
              <a:gd name="connsiteY8" fmla="*/ 6007 h 1064657"/>
              <a:gd name="connsiteX9" fmla="*/ 3207478 w 3820031"/>
              <a:gd name="connsiteY9" fmla="*/ 99352 h 1064657"/>
              <a:gd name="connsiteX10" fmla="*/ 3525708 w 3820031"/>
              <a:gd name="connsiteY10" fmla="*/ 214223 h 1064657"/>
              <a:gd name="connsiteX11" fmla="*/ 3820031 w 3820031"/>
              <a:gd name="connsiteY11" fmla="*/ 214223 h 1064657"/>
              <a:gd name="connsiteX0" fmla="*/ 0 w 3525708"/>
              <a:gd name="connsiteY0" fmla="*/ 86233 h 1064657"/>
              <a:gd name="connsiteX1" fmla="*/ 831562 w 3525708"/>
              <a:gd name="connsiteY1" fmla="*/ 578173 h 1064657"/>
              <a:gd name="connsiteX2" fmla="*/ 1366372 w 3525708"/>
              <a:gd name="connsiteY2" fmla="*/ 799498 h 1064657"/>
              <a:gd name="connsiteX3" fmla="*/ 1738029 w 3525708"/>
              <a:gd name="connsiteY3" fmla="*/ 974535 h 1064657"/>
              <a:gd name="connsiteX4" fmla="*/ 1962197 w 3525708"/>
              <a:gd name="connsiteY4" fmla="*/ 1057012 h 1064657"/>
              <a:gd name="connsiteX5" fmla="*/ 2101560 w 3525708"/>
              <a:gd name="connsiteY5" fmla="*/ 788445 h 1064657"/>
              <a:gd name="connsiteX6" fmla="*/ 2118395 w 3525708"/>
              <a:gd name="connsiteY6" fmla="*/ 476455 h 1064657"/>
              <a:gd name="connsiteX7" fmla="*/ 2349235 w 3525708"/>
              <a:gd name="connsiteY7" fmla="*/ 270288 h 1064657"/>
              <a:gd name="connsiteX8" fmla="*/ 2882104 w 3525708"/>
              <a:gd name="connsiteY8" fmla="*/ 6007 h 1064657"/>
              <a:gd name="connsiteX9" fmla="*/ 3207478 w 3525708"/>
              <a:gd name="connsiteY9" fmla="*/ 99352 h 1064657"/>
              <a:gd name="connsiteX10" fmla="*/ 3525708 w 3525708"/>
              <a:gd name="connsiteY10" fmla="*/ 214223 h 1064657"/>
              <a:gd name="connsiteX0" fmla="*/ 0 w 3207478"/>
              <a:gd name="connsiteY0" fmla="*/ 86233 h 1064657"/>
              <a:gd name="connsiteX1" fmla="*/ 831562 w 3207478"/>
              <a:gd name="connsiteY1" fmla="*/ 578173 h 1064657"/>
              <a:gd name="connsiteX2" fmla="*/ 1366372 w 3207478"/>
              <a:gd name="connsiteY2" fmla="*/ 799498 h 1064657"/>
              <a:gd name="connsiteX3" fmla="*/ 1738029 w 3207478"/>
              <a:gd name="connsiteY3" fmla="*/ 974535 h 1064657"/>
              <a:gd name="connsiteX4" fmla="*/ 1962197 w 3207478"/>
              <a:gd name="connsiteY4" fmla="*/ 1057012 h 1064657"/>
              <a:gd name="connsiteX5" fmla="*/ 2101560 w 3207478"/>
              <a:gd name="connsiteY5" fmla="*/ 788445 h 1064657"/>
              <a:gd name="connsiteX6" fmla="*/ 2118395 w 3207478"/>
              <a:gd name="connsiteY6" fmla="*/ 476455 h 1064657"/>
              <a:gd name="connsiteX7" fmla="*/ 2349235 w 3207478"/>
              <a:gd name="connsiteY7" fmla="*/ 270288 h 1064657"/>
              <a:gd name="connsiteX8" fmla="*/ 2882104 w 3207478"/>
              <a:gd name="connsiteY8" fmla="*/ 6007 h 1064657"/>
              <a:gd name="connsiteX9" fmla="*/ 3207478 w 3207478"/>
              <a:gd name="connsiteY9" fmla="*/ 99352 h 1064657"/>
              <a:gd name="connsiteX0" fmla="*/ 0 w 2882105"/>
              <a:gd name="connsiteY0" fmla="*/ 80226 h 1058650"/>
              <a:gd name="connsiteX1" fmla="*/ 831562 w 2882105"/>
              <a:gd name="connsiteY1" fmla="*/ 572166 h 1058650"/>
              <a:gd name="connsiteX2" fmla="*/ 1366372 w 2882105"/>
              <a:gd name="connsiteY2" fmla="*/ 793491 h 1058650"/>
              <a:gd name="connsiteX3" fmla="*/ 1738029 w 2882105"/>
              <a:gd name="connsiteY3" fmla="*/ 968528 h 1058650"/>
              <a:gd name="connsiteX4" fmla="*/ 1962197 w 2882105"/>
              <a:gd name="connsiteY4" fmla="*/ 1051005 h 1058650"/>
              <a:gd name="connsiteX5" fmla="*/ 2101560 w 2882105"/>
              <a:gd name="connsiteY5" fmla="*/ 782438 h 1058650"/>
              <a:gd name="connsiteX6" fmla="*/ 2118395 w 2882105"/>
              <a:gd name="connsiteY6" fmla="*/ 470448 h 1058650"/>
              <a:gd name="connsiteX7" fmla="*/ 2349235 w 2882105"/>
              <a:gd name="connsiteY7" fmla="*/ 264281 h 1058650"/>
              <a:gd name="connsiteX8" fmla="*/ 2882104 w 2882105"/>
              <a:gd name="connsiteY8" fmla="*/ 0 h 1058650"/>
              <a:gd name="connsiteX0" fmla="*/ 0 w 2349235"/>
              <a:gd name="connsiteY0" fmla="*/ 0 h 978424"/>
              <a:gd name="connsiteX1" fmla="*/ 831562 w 2349235"/>
              <a:gd name="connsiteY1" fmla="*/ 491940 h 978424"/>
              <a:gd name="connsiteX2" fmla="*/ 1366372 w 2349235"/>
              <a:gd name="connsiteY2" fmla="*/ 713265 h 978424"/>
              <a:gd name="connsiteX3" fmla="*/ 1738029 w 2349235"/>
              <a:gd name="connsiteY3" fmla="*/ 888302 h 978424"/>
              <a:gd name="connsiteX4" fmla="*/ 1962197 w 2349235"/>
              <a:gd name="connsiteY4" fmla="*/ 970779 h 978424"/>
              <a:gd name="connsiteX5" fmla="*/ 2101560 w 2349235"/>
              <a:gd name="connsiteY5" fmla="*/ 702212 h 978424"/>
              <a:gd name="connsiteX6" fmla="*/ 2118395 w 2349235"/>
              <a:gd name="connsiteY6" fmla="*/ 390222 h 978424"/>
              <a:gd name="connsiteX7" fmla="*/ 2349235 w 2349235"/>
              <a:gd name="connsiteY7" fmla="*/ 184055 h 978424"/>
              <a:gd name="connsiteX0" fmla="*/ 0 w 2405104"/>
              <a:gd name="connsiteY0" fmla="*/ 0 h 1099050"/>
              <a:gd name="connsiteX1" fmla="*/ 887431 w 2405104"/>
              <a:gd name="connsiteY1" fmla="*/ 612566 h 1099050"/>
              <a:gd name="connsiteX2" fmla="*/ 1422241 w 2405104"/>
              <a:gd name="connsiteY2" fmla="*/ 833891 h 1099050"/>
              <a:gd name="connsiteX3" fmla="*/ 1793898 w 2405104"/>
              <a:gd name="connsiteY3" fmla="*/ 1008928 h 1099050"/>
              <a:gd name="connsiteX4" fmla="*/ 2018066 w 2405104"/>
              <a:gd name="connsiteY4" fmla="*/ 1091405 h 1099050"/>
              <a:gd name="connsiteX5" fmla="*/ 2157429 w 2405104"/>
              <a:gd name="connsiteY5" fmla="*/ 822838 h 1099050"/>
              <a:gd name="connsiteX6" fmla="*/ 2174264 w 2405104"/>
              <a:gd name="connsiteY6" fmla="*/ 510848 h 1099050"/>
              <a:gd name="connsiteX7" fmla="*/ 2405104 w 2405104"/>
              <a:gd name="connsiteY7" fmla="*/ 304681 h 1099050"/>
              <a:gd name="connsiteX0" fmla="*/ 0 w 2405104"/>
              <a:gd name="connsiteY0" fmla="*/ 0 h 1099050"/>
              <a:gd name="connsiteX1" fmla="*/ 887431 w 2405104"/>
              <a:gd name="connsiteY1" fmla="*/ 612566 h 1099050"/>
              <a:gd name="connsiteX2" fmla="*/ 1422241 w 2405104"/>
              <a:gd name="connsiteY2" fmla="*/ 833891 h 1099050"/>
              <a:gd name="connsiteX3" fmla="*/ 1793898 w 2405104"/>
              <a:gd name="connsiteY3" fmla="*/ 1008928 h 1099050"/>
              <a:gd name="connsiteX4" fmla="*/ 2018066 w 2405104"/>
              <a:gd name="connsiteY4" fmla="*/ 1091405 h 1099050"/>
              <a:gd name="connsiteX5" fmla="*/ 2157429 w 2405104"/>
              <a:gd name="connsiteY5" fmla="*/ 822838 h 1099050"/>
              <a:gd name="connsiteX6" fmla="*/ 2174264 w 2405104"/>
              <a:gd name="connsiteY6" fmla="*/ 510848 h 1099050"/>
              <a:gd name="connsiteX7" fmla="*/ 2405104 w 2405104"/>
              <a:gd name="connsiteY7" fmla="*/ 304681 h 1099050"/>
              <a:gd name="connsiteX0" fmla="*/ 0 w 2307981"/>
              <a:gd name="connsiteY0" fmla="*/ 0 h 1064030"/>
              <a:gd name="connsiteX1" fmla="*/ 790308 w 2307981"/>
              <a:gd name="connsiteY1" fmla="*/ 577546 h 1064030"/>
              <a:gd name="connsiteX2" fmla="*/ 1325118 w 2307981"/>
              <a:gd name="connsiteY2" fmla="*/ 798871 h 1064030"/>
              <a:gd name="connsiteX3" fmla="*/ 1696775 w 2307981"/>
              <a:gd name="connsiteY3" fmla="*/ 973908 h 1064030"/>
              <a:gd name="connsiteX4" fmla="*/ 1920943 w 2307981"/>
              <a:gd name="connsiteY4" fmla="*/ 1056385 h 1064030"/>
              <a:gd name="connsiteX5" fmla="*/ 2060306 w 2307981"/>
              <a:gd name="connsiteY5" fmla="*/ 787818 h 1064030"/>
              <a:gd name="connsiteX6" fmla="*/ 2077141 w 2307981"/>
              <a:gd name="connsiteY6" fmla="*/ 475828 h 1064030"/>
              <a:gd name="connsiteX7" fmla="*/ 2307981 w 2307981"/>
              <a:gd name="connsiteY7" fmla="*/ 269661 h 1064030"/>
              <a:gd name="connsiteX0" fmla="*/ 0 w 2077141"/>
              <a:gd name="connsiteY0" fmla="*/ 0 h 1064030"/>
              <a:gd name="connsiteX1" fmla="*/ 790308 w 2077141"/>
              <a:gd name="connsiteY1" fmla="*/ 577546 h 1064030"/>
              <a:gd name="connsiteX2" fmla="*/ 1325118 w 2077141"/>
              <a:gd name="connsiteY2" fmla="*/ 798871 h 1064030"/>
              <a:gd name="connsiteX3" fmla="*/ 1696775 w 2077141"/>
              <a:gd name="connsiteY3" fmla="*/ 973908 h 1064030"/>
              <a:gd name="connsiteX4" fmla="*/ 1920943 w 2077141"/>
              <a:gd name="connsiteY4" fmla="*/ 1056385 h 1064030"/>
              <a:gd name="connsiteX5" fmla="*/ 2060306 w 2077141"/>
              <a:gd name="connsiteY5" fmla="*/ 787818 h 1064030"/>
              <a:gd name="connsiteX6" fmla="*/ 2077141 w 2077141"/>
              <a:gd name="connsiteY6" fmla="*/ 475828 h 1064030"/>
              <a:gd name="connsiteX0" fmla="*/ 0 w 2060306"/>
              <a:gd name="connsiteY0" fmla="*/ 0 h 1064030"/>
              <a:gd name="connsiteX1" fmla="*/ 790308 w 2060306"/>
              <a:gd name="connsiteY1" fmla="*/ 577546 h 1064030"/>
              <a:gd name="connsiteX2" fmla="*/ 1325118 w 2060306"/>
              <a:gd name="connsiteY2" fmla="*/ 798871 h 1064030"/>
              <a:gd name="connsiteX3" fmla="*/ 1696775 w 2060306"/>
              <a:gd name="connsiteY3" fmla="*/ 973908 h 1064030"/>
              <a:gd name="connsiteX4" fmla="*/ 1920943 w 2060306"/>
              <a:gd name="connsiteY4" fmla="*/ 1056385 h 1064030"/>
              <a:gd name="connsiteX5" fmla="*/ 2060306 w 2060306"/>
              <a:gd name="connsiteY5" fmla="*/ 787818 h 1064030"/>
              <a:gd name="connsiteX0" fmla="*/ 0 w 2060306"/>
              <a:gd name="connsiteY0" fmla="*/ 0 h 1063127"/>
              <a:gd name="connsiteX1" fmla="*/ 790308 w 2060306"/>
              <a:gd name="connsiteY1" fmla="*/ 577546 h 1063127"/>
              <a:gd name="connsiteX2" fmla="*/ 1325118 w 2060306"/>
              <a:gd name="connsiteY2" fmla="*/ 798871 h 1063127"/>
              <a:gd name="connsiteX3" fmla="*/ 1616364 w 2060306"/>
              <a:gd name="connsiteY3" fmla="*/ 966916 h 1063127"/>
              <a:gd name="connsiteX4" fmla="*/ 1920943 w 2060306"/>
              <a:gd name="connsiteY4" fmla="*/ 1056385 h 1063127"/>
              <a:gd name="connsiteX5" fmla="*/ 2060306 w 2060306"/>
              <a:gd name="connsiteY5" fmla="*/ 787818 h 1063127"/>
              <a:gd name="connsiteX0" fmla="*/ 0 w 2060306"/>
              <a:gd name="connsiteY0" fmla="*/ 0 h 1232103"/>
              <a:gd name="connsiteX1" fmla="*/ 790308 w 2060306"/>
              <a:gd name="connsiteY1" fmla="*/ 577546 h 1232103"/>
              <a:gd name="connsiteX2" fmla="*/ 1325118 w 2060306"/>
              <a:gd name="connsiteY2" fmla="*/ 798871 h 1232103"/>
              <a:gd name="connsiteX3" fmla="*/ 1616364 w 2060306"/>
              <a:gd name="connsiteY3" fmla="*/ 966916 h 1232103"/>
              <a:gd name="connsiteX4" fmla="*/ 1847513 w 2060306"/>
              <a:gd name="connsiteY4" fmla="*/ 1229344 h 1232103"/>
              <a:gd name="connsiteX5" fmla="*/ 2060306 w 2060306"/>
              <a:gd name="connsiteY5" fmla="*/ 787818 h 1232103"/>
              <a:gd name="connsiteX0" fmla="*/ 0 w 1931067"/>
              <a:gd name="connsiteY0" fmla="*/ 0 h 1246023"/>
              <a:gd name="connsiteX1" fmla="*/ 790308 w 1931067"/>
              <a:gd name="connsiteY1" fmla="*/ 577546 h 1246023"/>
              <a:gd name="connsiteX2" fmla="*/ 1325118 w 1931067"/>
              <a:gd name="connsiteY2" fmla="*/ 798871 h 1246023"/>
              <a:gd name="connsiteX3" fmla="*/ 1616364 w 1931067"/>
              <a:gd name="connsiteY3" fmla="*/ 966916 h 1246023"/>
              <a:gd name="connsiteX4" fmla="*/ 1847513 w 1931067"/>
              <a:gd name="connsiteY4" fmla="*/ 1229344 h 1246023"/>
              <a:gd name="connsiteX5" fmla="*/ 1931067 w 1931067"/>
              <a:gd name="connsiteY5" fmla="*/ 1156557 h 1246023"/>
              <a:gd name="connsiteX0" fmla="*/ 0 w 1931067"/>
              <a:gd name="connsiteY0" fmla="*/ 0 h 1255685"/>
              <a:gd name="connsiteX1" fmla="*/ 790308 w 1931067"/>
              <a:gd name="connsiteY1" fmla="*/ 577546 h 1255685"/>
              <a:gd name="connsiteX2" fmla="*/ 1325118 w 1931067"/>
              <a:gd name="connsiteY2" fmla="*/ 798871 h 1255685"/>
              <a:gd name="connsiteX3" fmla="*/ 1616364 w 1931067"/>
              <a:gd name="connsiteY3" fmla="*/ 966916 h 1255685"/>
              <a:gd name="connsiteX4" fmla="*/ 1842929 w 1931067"/>
              <a:gd name="connsiteY4" fmla="*/ 1241844 h 1255685"/>
              <a:gd name="connsiteX5" fmla="*/ 1931067 w 1931067"/>
              <a:gd name="connsiteY5" fmla="*/ 1156557 h 1255685"/>
              <a:gd name="connsiteX0" fmla="*/ 0 w 1967334"/>
              <a:gd name="connsiteY0" fmla="*/ 0 h 1294080"/>
              <a:gd name="connsiteX1" fmla="*/ 790308 w 1967334"/>
              <a:gd name="connsiteY1" fmla="*/ 577546 h 1294080"/>
              <a:gd name="connsiteX2" fmla="*/ 1325118 w 1967334"/>
              <a:gd name="connsiteY2" fmla="*/ 798871 h 1294080"/>
              <a:gd name="connsiteX3" fmla="*/ 1616364 w 1967334"/>
              <a:gd name="connsiteY3" fmla="*/ 966916 h 1294080"/>
              <a:gd name="connsiteX4" fmla="*/ 1842929 w 1967334"/>
              <a:gd name="connsiteY4" fmla="*/ 1241844 h 1294080"/>
              <a:gd name="connsiteX5" fmla="*/ 1967334 w 1967334"/>
              <a:gd name="connsiteY5" fmla="*/ 1237572 h 1294080"/>
              <a:gd name="connsiteX0" fmla="*/ 0 w 1967334"/>
              <a:gd name="connsiteY0" fmla="*/ 0 h 1301331"/>
              <a:gd name="connsiteX1" fmla="*/ 790308 w 1967334"/>
              <a:gd name="connsiteY1" fmla="*/ 577546 h 1301331"/>
              <a:gd name="connsiteX2" fmla="*/ 1325118 w 1967334"/>
              <a:gd name="connsiteY2" fmla="*/ 798871 h 1301331"/>
              <a:gd name="connsiteX3" fmla="*/ 1616364 w 1967334"/>
              <a:gd name="connsiteY3" fmla="*/ 966916 h 1301331"/>
              <a:gd name="connsiteX4" fmla="*/ 1820801 w 1967334"/>
              <a:gd name="connsiteY4" fmla="*/ 1258569 h 1301331"/>
              <a:gd name="connsiteX5" fmla="*/ 1967334 w 1967334"/>
              <a:gd name="connsiteY5" fmla="*/ 1237572 h 1301331"/>
              <a:gd name="connsiteX0" fmla="*/ 0 w 2079887"/>
              <a:gd name="connsiteY0" fmla="*/ 0 h 1273230"/>
              <a:gd name="connsiteX1" fmla="*/ 790308 w 2079887"/>
              <a:gd name="connsiteY1" fmla="*/ 577546 h 1273230"/>
              <a:gd name="connsiteX2" fmla="*/ 1325118 w 2079887"/>
              <a:gd name="connsiteY2" fmla="*/ 798871 h 1273230"/>
              <a:gd name="connsiteX3" fmla="*/ 1616364 w 2079887"/>
              <a:gd name="connsiteY3" fmla="*/ 966916 h 1273230"/>
              <a:gd name="connsiteX4" fmla="*/ 1820801 w 2079887"/>
              <a:gd name="connsiteY4" fmla="*/ 1258569 h 1273230"/>
              <a:gd name="connsiteX5" fmla="*/ 2079887 w 2079887"/>
              <a:gd name="connsiteY5" fmla="*/ 1142243 h 1273230"/>
              <a:gd name="connsiteX0" fmla="*/ 0 w 1839228"/>
              <a:gd name="connsiteY0" fmla="*/ 0 h 1232803"/>
              <a:gd name="connsiteX1" fmla="*/ 549649 w 1839228"/>
              <a:gd name="connsiteY1" fmla="*/ 537119 h 1232803"/>
              <a:gd name="connsiteX2" fmla="*/ 1084459 w 1839228"/>
              <a:gd name="connsiteY2" fmla="*/ 758444 h 1232803"/>
              <a:gd name="connsiteX3" fmla="*/ 1375705 w 1839228"/>
              <a:gd name="connsiteY3" fmla="*/ 926489 h 1232803"/>
              <a:gd name="connsiteX4" fmla="*/ 1580142 w 1839228"/>
              <a:gd name="connsiteY4" fmla="*/ 1218142 h 1232803"/>
              <a:gd name="connsiteX5" fmla="*/ 1839228 w 1839228"/>
              <a:gd name="connsiteY5" fmla="*/ 1101816 h 1232803"/>
              <a:gd name="connsiteX0" fmla="*/ 0 w 1289579"/>
              <a:gd name="connsiteY0" fmla="*/ 0 h 695684"/>
              <a:gd name="connsiteX1" fmla="*/ 534810 w 1289579"/>
              <a:gd name="connsiteY1" fmla="*/ 221325 h 695684"/>
              <a:gd name="connsiteX2" fmla="*/ 826056 w 1289579"/>
              <a:gd name="connsiteY2" fmla="*/ 389370 h 695684"/>
              <a:gd name="connsiteX3" fmla="*/ 1030493 w 1289579"/>
              <a:gd name="connsiteY3" fmla="*/ 681023 h 695684"/>
              <a:gd name="connsiteX4" fmla="*/ 1289579 w 1289579"/>
              <a:gd name="connsiteY4" fmla="*/ 564697 h 695684"/>
              <a:gd name="connsiteX0" fmla="*/ 0 w 754769"/>
              <a:gd name="connsiteY0" fmla="*/ 0 h 474359"/>
              <a:gd name="connsiteX1" fmla="*/ 291246 w 754769"/>
              <a:gd name="connsiteY1" fmla="*/ 168045 h 474359"/>
              <a:gd name="connsiteX2" fmla="*/ 495683 w 754769"/>
              <a:gd name="connsiteY2" fmla="*/ 459698 h 474359"/>
              <a:gd name="connsiteX3" fmla="*/ 754769 w 754769"/>
              <a:gd name="connsiteY3" fmla="*/ 343372 h 474359"/>
            </a:gdLst>
            <a:ahLst/>
            <a:cxnLst>
              <a:cxn ang="0">
                <a:pos x="connsiteX0" y="connsiteY0"/>
              </a:cxn>
              <a:cxn ang="0">
                <a:pos x="connsiteX1" y="connsiteY1"/>
              </a:cxn>
              <a:cxn ang="0">
                <a:pos x="connsiteX2" y="connsiteY2"/>
              </a:cxn>
              <a:cxn ang="0">
                <a:pos x="connsiteX3" y="connsiteY3"/>
              </a:cxn>
            </a:cxnLst>
            <a:rect l="l" t="t" r="r" b="b"/>
            <a:pathLst>
              <a:path w="754769" h="474359">
                <a:moveTo>
                  <a:pt x="0" y="0"/>
                </a:moveTo>
                <a:cubicBezTo>
                  <a:pt x="137676" y="64895"/>
                  <a:pt x="208632" y="91429"/>
                  <a:pt x="291246" y="168045"/>
                </a:cubicBezTo>
                <a:cubicBezTo>
                  <a:pt x="373860" y="244661"/>
                  <a:pt x="437188" y="414589"/>
                  <a:pt x="495683" y="459698"/>
                </a:cubicBezTo>
                <a:cubicBezTo>
                  <a:pt x="554178" y="504807"/>
                  <a:pt x="728736" y="440132"/>
                  <a:pt x="754769" y="343372"/>
                </a:cubicBezTo>
              </a:path>
            </a:pathLst>
          </a:custGeom>
          <a:noFill/>
          <a:ln w="6350" cap="rnd">
            <a:solidFill>
              <a:schemeClr val="tx1">
                <a:alpha val="35000"/>
              </a:schemeClr>
            </a:solidFill>
            <a:prstDash val="dash"/>
            <a:round/>
          </a:ln>
        </p:spPr>
        <p:txBody>
          <a:bodyPr rtlCol="0" anchor="ctr"/>
          <a:lstStyle/>
          <a:p>
            <a:endParaRPr lang="en-US"/>
          </a:p>
        </p:txBody>
      </p:sp>
      <p:sp>
        <p:nvSpPr>
          <p:cNvPr id="37" name="Freeform: Shape 36">
            <a:extLst>
              <a:ext uri="{FF2B5EF4-FFF2-40B4-BE49-F238E27FC236}">
                <a16:creationId xmlns:a16="http://schemas.microsoft.com/office/drawing/2014/main" id="{32FC42DE-6FB7-A595-7DB1-5C4DF9DB89E7}"/>
              </a:ext>
            </a:extLst>
          </p:cNvPr>
          <p:cNvSpPr/>
          <p:nvPr userDrawn="1"/>
        </p:nvSpPr>
        <p:spPr>
          <a:xfrm rot="12091914" flipH="1" flipV="1">
            <a:off x="11840162" y="61712"/>
            <a:ext cx="370714" cy="64337"/>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102739"/>
              <a:gd name="connsiteY0" fmla="*/ 0 h 625711"/>
              <a:gd name="connsiteX1" fmla="*/ 272415 w 2102739"/>
              <a:gd name="connsiteY1" fmla="*/ 181070 h 625711"/>
              <a:gd name="connsiteX2" fmla="*/ 651415 w 2102739"/>
              <a:gd name="connsiteY2" fmla="*/ 385000 h 625711"/>
              <a:gd name="connsiteX3" fmla="*/ 915543 w 2102739"/>
              <a:gd name="connsiteY3" fmla="*/ 514255 h 625711"/>
              <a:gd name="connsiteX4" fmla="*/ 1277303 w 2102739"/>
              <a:gd name="connsiteY4" fmla="*/ 606171 h 625711"/>
              <a:gd name="connsiteX5" fmla="*/ 1618964 w 2102739"/>
              <a:gd name="connsiteY5" fmla="*/ 606171 h 625711"/>
              <a:gd name="connsiteX6" fmla="*/ 1817084 w 2102739"/>
              <a:gd name="connsiteY6" fmla="*/ 485489 h 625711"/>
              <a:gd name="connsiteX7" fmla="*/ 1963483 w 2102739"/>
              <a:gd name="connsiteY7" fmla="*/ 313182 h 625711"/>
              <a:gd name="connsiteX8" fmla="*/ 2102739 w 2102739"/>
              <a:gd name="connsiteY8" fmla="*/ 173831 h 625711"/>
              <a:gd name="connsiteX0" fmla="*/ 0 w 1963483"/>
              <a:gd name="connsiteY0" fmla="*/ 0 h 625711"/>
              <a:gd name="connsiteX1" fmla="*/ 272415 w 1963483"/>
              <a:gd name="connsiteY1" fmla="*/ 181070 h 625711"/>
              <a:gd name="connsiteX2" fmla="*/ 651415 w 1963483"/>
              <a:gd name="connsiteY2" fmla="*/ 385000 h 625711"/>
              <a:gd name="connsiteX3" fmla="*/ 915543 w 1963483"/>
              <a:gd name="connsiteY3" fmla="*/ 514255 h 625711"/>
              <a:gd name="connsiteX4" fmla="*/ 1277303 w 1963483"/>
              <a:gd name="connsiteY4" fmla="*/ 606171 h 625711"/>
              <a:gd name="connsiteX5" fmla="*/ 1618964 w 1963483"/>
              <a:gd name="connsiteY5" fmla="*/ 606171 h 625711"/>
              <a:gd name="connsiteX6" fmla="*/ 1817084 w 1963483"/>
              <a:gd name="connsiteY6" fmla="*/ 485489 h 625711"/>
              <a:gd name="connsiteX7" fmla="*/ 1963483 w 1963483"/>
              <a:gd name="connsiteY7" fmla="*/ 313182 h 625711"/>
              <a:gd name="connsiteX0" fmla="*/ 0 w 1817084"/>
              <a:gd name="connsiteY0" fmla="*/ 0 h 625711"/>
              <a:gd name="connsiteX1" fmla="*/ 272415 w 1817084"/>
              <a:gd name="connsiteY1" fmla="*/ 181070 h 625711"/>
              <a:gd name="connsiteX2" fmla="*/ 651415 w 1817084"/>
              <a:gd name="connsiteY2" fmla="*/ 385000 h 625711"/>
              <a:gd name="connsiteX3" fmla="*/ 915543 w 1817084"/>
              <a:gd name="connsiteY3" fmla="*/ 514255 h 625711"/>
              <a:gd name="connsiteX4" fmla="*/ 1277303 w 1817084"/>
              <a:gd name="connsiteY4" fmla="*/ 606171 h 625711"/>
              <a:gd name="connsiteX5" fmla="*/ 1618964 w 1817084"/>
              <a:gd name="connsiteY5" fmla="*/ 606171 h 625711"/>
              <a:gd name="connsiteX6" fmla="*/ 1817084 w 1817084"/>
              <a:gd name="connsiteY6" fmla="*/ 485489 h 625711"/>
              <a:gd name="connsiteX0" fmla="*/ 0 w 1865557"/>
              <a:gd name="connsiteY0" fmla="*/ 0 h 621921"/>
              <a:gd name="connsiteX1" fmla="*/ 272415 w 1865557"/>
              <a:gd name="connsiteY1" fmla="*/ 181070 h 621921"/>
              <a:gd name="connsiteX2" fmla="*/ 651415 w 1865557"/>
              <a:gd name="connsiteY2" fmla="*/ 385000 h 621921"/>
              <a:gd name="connsiteX3" fmla="*/ 915543 w 1865557"/>
              <a:gd name="connsiteY3" fmla="*/ 514255 h 621921"/>
              <a:gd name="connsiteX4" fmla="*/ 1277303 w 1865557"/>
              <a:gd name="connsiteY4" fmla="*/ 606171 h 621921"/>
              <a:gd name="connsiteX5" fmla="*/ 1618964 w 1865557"/>
              <a:gd name="connsiteY5" fmla="*/ 606171 h 621921"/>
              <a:gd name="connsiteX6" fmla="*/ 1865557 w 1865557"/>
              <a:gd name="connsiteY6" fmla="*/ 467951 h 621921"/>
              <a:gd name="connsiteX0" fmla="*/ 0 w 1865557"/>
              <a:gd name="connsiteY0" fmla="*/ 0 h 621921"/>
              <a:gd name="connsiteX1" fmla="*/ 272415 w 1865557"/>
              <a:gd name="connsiteY1" fmla="*/ 181070 h 621921"/>
              <a:gd name="connsiteX2" fmla="*/ 915543 w 1865557"/>
              <a:gd name="connsiteY2" fmla="*/ 514255 h 621921"/>
              <a:gd name="connsiteX3" fmla="*/ 1277303 w 1865557"/>
              <a:gd name="connsiteY3" fmla="*/ 606171 h 621921"/>
              <a:gd name="connsiteX4" fmla="*/ 1618964 w 1865557"/>
              <a:gd name="connsiteY4" fmla="*/ 606171 h 621921"/>
              <a:gd name="connsiteX5" fmla="*/ 1865557 w 1865557"/>
              <a:gd name="connsiteY5" fmla="*/ 467951 h 621921"/>
              <a:gd name="connsiteX0" fmla="*/ 0 w 1832606"/>
              <a:gd name="connsiteY0" fmla="*/ 0 h 601848"/>
              <a:gd name="connsiteX1" fmla="*/ 239464 w 1832606"/>
              <a:gd name="connsiteY1" fmla="*/ 160997 h 601848"/>
              <a:gd name="connsiteX2" fmla="*/ 882592 w 1832606"/>
              <a:gd name="connsiteY2" fmla="*/ 494182 h 601848"/>
              <a:gd name="connsiteX3" fmla="*/ 1244352 w 1832606"/>
              <a:gd name="connsiteY3" fmla="*/ 586098 h 601848"/>
              <a:gd name="connsiteX4" fmla="*/ 1586013 w 1832606"/>
              <a:gd name="connsiteY4" fmla="*/ 586098 h 601848"/>
              <a:gd name="connsiteX5" fmla="*/ 1832606 w 1832606"/>
              <a:gd name="connsiteY5" fmla="*/ 447878 h 601848"/>
              <a:gd name="connsiteX0" fmla="*/ 0 w 1932199"/>
              <a:gd name="connsiteY0" fmla="*/ 0 h 792486"/>
              <a:gd name="connsiteX1" fmla="*/ 239464 w 1932199"/>
              <a:gd name="connsiteY1" fmla="*/ 160997 h 792486"/>
              <a:gd name="connsiteX2" fmla="*/ 882592 w 1932199"/>
              <a:gd name="connsiteY2" fmla="*/ 494182 h 792486"/>
              <a:gd name="connsiteX3" fmla="*/ 1244352 w 1932199"/>
              <a:gd name="connsiteY3" fmla="*/ 586098 h 792486"/>
              <a:gd name="connsiteX4" fmla="*/ 1586013 w 1932199"/>
              <a:gd name="connsiteY4" fmla="*/ 586098 h 792486"/>
              <a:gd name="connsiteX5" fmla="*/ 1925229 w 1932199"/>
              <a:gd name="connsiteY5" fmla="*/ 790896 h 792486"/>
              <a:gd name="connsiteX6" fmla="*/ 1832606 w 1932199"/>
              <a:gd name="connsiteY6" fmla="*/ 447878 h 792486"/>
              <a:gd name="connsiteX0" fmla="*/ 0 w 1943293"/>
              <a:gd name="connsiteY0" fmla="*/ 0 h 792486"/>
              <a:gd name="connsiteX1" fmla="*/ 239464 w 1943293"/>
              <a:gd name="connsiteY1" fmla="*/ 160997 h 792486"/>
              <a:gd name="connsiteX2" fmla="*/ 882592 w 1943293"/>
              <a:gd name="connsiteY2" fmla="*/ 494182 h 792486"/>
              <a:gd name="connsiteX3" fmla="*/ 1244352 w 1943293"/>
              <a:gd name="connsiteY3" fmla="*/ 586098 h 792486"/>
              <a:gd name="connsiteX4" fmla="*/ 1586013 w 1943293"/>
              <a:gd name="connsiteY4" fmla="*/ 586098 h 792486"/>
              <a:gd name="connsiteX5" fmla="*/ 1925229 w 1943293"/>
              <a:gd name="connsiteY5" fmla="*/ 790896 h 792486"/>
              <a:gd name="connsiteX6" fmla="*/ 1901304 w 1943293"/>
              <a:gd name="connsiteY6" fmla="*/ 544203 h 792486"/>
              <a:gd name="connsiteX7" fmla="*/ 1832606 w 1943293"/>
              <a:gd name="connsiteY7" fmla="*/ 447878 h 792486"/>
              <a:gd name="connsiteX0" fmla="*/ 0 w 2044087"/>
              <a:gd name="connsiteY0" fmla="*/ 60380 h 852866"/>
              <a:gd name="connsiteX1" fmla="*/ 239464 w 2044087"/>
              <a:gd name="connsiteY1" fmla="*/ 221377 h 852866"/>
              <a:gd name="connsiteX2" fmla="*/ 882592 w 2044087"/>
              <a:gd name="connsiteY2" fmla="*/ 554562 h 852866"/>
              <a:gd name="connsiteX3" fmla="*/ 1244352 w 2044087"/>
              <a:gd name="connsiteY3" fmla="*/ 646478 h 852866"/>
              <a:gd name="connsiteX4" fmla="*/ 1586013 w 2044087"/>
              <a:gd name="connsiteY4" fmla="*/ 646478 h 852866"/>
              <a:gd name="connsiteX5" fmla="*/ 1925229 w 2044087"/>
              <a:gd name="connsiteY5" fmla="*/ 851276 h 852866"/>
              <a:gd name="connsiteX6" fmla="*/ 1901304 w 2044087"/>
              <a:gd name="connsiteY6" fmla="*/ 604583 h 852866"/>
              <a:gd name="connsiteX7" fmla="*/ 2043980 w 2044087"/>
              <a:gd name="connsiteY7" fmla="*/ 0 h 852866"/>
              <a:gd name="connsiteX0" fmla="*/ 0 w 2044079"/>
              <a:gd name="connsiteY0" fmla="*/ 60380 h 852866"/>
              <a:gd name="connsiteX1" fmla="*/ 239464 w 2044079"/>
              <a:gd name="connsiteY1" fmla="*/ 221377 h 852866"/>
              <a:gd name="connsiteX2" fmla="*/ 882592 w 2044079"/>
              <a:gd name="connsiteY2" fmla="*/ 554562 h 852866"/>
              <a:gd name="connsiteX3" fmla="*/ 1244352 w 2044079"/>
              <a:gd name="connsiteY3" fmla="*/ 646478 h 852866"/>
              <a:gd name="connsiteX4" fmla="*/ 1586013 w 2044079"/>
              <a:gd name="connsiteY4" fmla="*/ 646478 h 852866"/>
              <a:gd name="connsiteX5" fmla="*/ 1925229 w 2044079"/>
              <a:gd name="connsiteY5" fmla="*/ 851276 h 852866"/>
              <a:gd name="connsiteX6" fmla="*/ 1887709 w 2044079"/>
              <a:gd name="connsiteY6" fmla="*/ 460035 h 852866"/>
              <a:gd name="connsiteX7" fmla="*/ 2043980 w 2044079"/>
              <a:gd name="connsiteY7" fmla="*/ 0 h 852866"/>
              <a:gd name="connsiteX0" fmla="*/ 0 w 2044079"/>
              <a:gd name="connsiteY0" fmla="*/ 60380 h 852866"/>
              <a:gd name="connsiteX1" fmla="*/ 239464 w 2044079"/>
              <a:gd name="connsiteY1" fmla="*/ 221377 h 852866"/>
              <a:gd name="connsiteX2" fmla="*/ 882592 w 2044079"/>
              <a:gd name="connsiteY2" fmla="*/ 554562 h 852866"/>
              <a:gd name="connsiteX3" fmla="*/ 1244352 w 2044079"/>
              <a:gd name="connsiteY3" fmla="*/ 646478 h 852866"/>
              <a:gd name="connsiteX4" fmla="*/ 1586013 w 2044079"/>
              <a:gd name="connsiteY4" fmla="*/ 646478 h 852866"/>
              <a:gd name="connsiteX5" fmla="*/ 1925229 w 2044079"/>
              <a:gd name="connsiteY5" fmla="*/ 851276 h 852866"/>
              <a:gd name="connsiteX6" fmla="*/ 1887709 w 2044079"/>
              <a:gd name="connsiteY6" fmla="*/ 460035 h 852866"/>
              <a:gd name="connsiteX7" fmla="*/ 2043980 w 2044079"/>
              <a:gd name="connsiteY7" fmla="*/ 0 h 852866"/>
              <a:gd name="connsiteX0" fmla="*/ 0 w 2044079"/>
              <a:gd name="connsiteY0" fmla="*/ 60380 h 853126"/>
              <a:gd name="connsiteX1" fmla="*/ 239464 w 2044079"/>
              <a:gd name="connsiteY1" fmla="*/ 221377 h 853126"/>
              <a:gd name="connsiteX2" fmla="*/ 882592 w 2044079"/>
              <a:gd name="connsiteY2" fmla="*/ 554562 h 853126"/>
              <a:gd name="connsiteX3" fmla="*/ 1244352 w 2044079"/>
              <a:gd name="connsiteY3" fmla="*/ 646478 h 853126"/>
              <a:gd name="connsiteX4" fmla="*/ 1550460 w 2044079"/>
              <a:gd name="connsiteY4" fmla="*/ 681554 h 853126"/>
              <a:gd name="connsiteX5" fmla="*/ 1925229 w 2044079"/>
              <a:gd name="connsiteY5" fmla="*/ 851276 h 853126"/>
              <a:gd name="connsiteX6" fmla="*/ 1887709 w 2044079"/>
              <a:gd name="connsiteY6" fmla="*/ 460035 h 853126"/>
              <a:gd name="connsiteX7" fmla="*/ 2043980 w 2044079"/>
              <a:gd name="connsiteY7" fmla="*/ 0 h 853126"/>
              <a:gd name="connsiteX0" fmla="*/ 0 w 2044079"/>
              <a:gd name="connsiteY0" fmla="*/ 60380 h 792067"/>
              <a:gd name="connsiteX1" fmla="*/ 239464 w 2044079"/>
              <a:gd name="connsiteY1" fmla="*/ 221377 h 792067"/>
              <a:gd name="connsiteX2" fmla="*/ 882592 w 2044079"/>
              <a:gd name="connsiteY2" fmla="*/ 554562 h 792067"/>
              <a:gd name="connsiteX3" fmla="*/ 1244352 w 2044079"/>
              <a:gd name="connsiteY3" fmla="*/ 646478 h 792067"/>
              <a:gd name="connsiteX4" fmla="*/ 1550460 w 2044079"/>
              <a:gd name="connsiteY4" fmla="*/ 681554 h 792067"/>
              <a:gd name="connsiteX5" fmla="*/ 1900113 w 2044079"/>
              <a:gd name="connsiteY5" fmla="*/ 789471 h 792067"/>
              <a:gd name="connsiteX6" fmla="*/ 1887709 w 2044079"/>
              <a:gd name="connsiteY6" fmla="*/ 460035 h 792067"/>
              <a:gd name="connsiteX7" fmla="*/ 2043980 w 2044079"/>
              <a:gd name="connsiteY7" fmla="*/ 0 h 792067"/>
              <a:gd name="connsiteX0" fmla="*/ 0 w 2044079"/>
              <a:gd name="connsiteY0" fmla="*/ 60380 h 805257"/>
              <a:gd name="connsiteX1" fmla="*/ 239464 w 2044079"/>
              <a:gd name="connsiteY1" fmla="*/ 221377 h 805257"/>
              <a:gd name="connsiteX2" fmla="*/ 882592 w 2044079"/>
              <a:gd name="connsiteY2" fmla="*/ 554562 h 805257"/>
              <a:gd name="connsiteX3" fmla="*/ 1244352 w 2044079"/>
              <a:gd name="connsiteY3" fmla="*/ 646478 h 805257"/>
              <a:gd name="connsiteX4" fmla="*/ 1550460 w 2044079"/>
              <a:gd name="connsiteY4" fmla="*/ 681554 h 805257"/>
              <a:gd name="connsiteX5" fmla="*/ 1900113 w 2044079"/>
              <a:gd name="connsiteY5" fmla="*/ 789471 h 805257"/>
              <a:gd name="connsiteX6" fmla="*/ 1887709 w 2044079"/>
              <a:gd name="connsiteY6" fmla="*/ 460035 h 805257"/>
              <a:gd name="connsiteX7" fmla="*/ 2043980 w 2044079"/>
              <a:gd name="connsiteY7" fmla="*/ 0 h 805257"/>
              <a:gd name="connsiteX0" fmla="*/ 0 w 2044079"/>
              <a:gd name="connsiteY0" fmla="*/ 60380 h 805256"/>
              <a:gd name="connsiteX1" fmla="*/ 239464 w 2044079"/>
              <a:gd name="connsiteY1" fmla="*/ 221377 h 805256"/>
              <a:gd name="connsiteX2" fmla="*/ 882592 w 2044079"/>
              <a:gd name="connsiteY2" fmla="*/ 554562 h 805256"/>
              <a:gd name="connsiteX3" fmla="*/ 1244352 w 2044079"/>
              <a:gd name="connsiteY3" fmla="*/ 646478 h 805256"/>
              <a:gd name="connsiteX4" fmla="*/ 1550460 w 2044079"/>
              <a:gd name="connsiteY4" fmla="*/ 681554 h 805256"/>
              <a:gd name="connsiteX5" fmla="*/ 1900113 w 2044079"/>
              <a:gd name="connsiteY5" fmla="*/ 789471 h 805256"/>
              <a:gd name="connsiteX6" fmla="*/ 1887709 w 2044079"/>
              <a:gd name="connsiteY6" fmla="*/ 460035 h 805256"/>
              <a:gd name="connsiteX7" fmla="*/ 2043980 w 2044079"/>
              <a:gd name="connsiteY7" fmla="*/ 0 h 805256"/>
              <a:gd name="connsiteX0" fmla="*/ 0 w 2044099"/>
              <a:gd name="connsiteY0" fmla="*/ 60380 h 805256"/>
              <a:gd name="connsiteX1" fmla="*/ 239464 w 2044099"/>
              <a:gd name="connsiteY1" fmla="*/ 221377 h 805256"/>
              <a:gd name="connsiteX2" fmla="*/ 882592 w 2044099"/>
              <a:gd name="connsiteY2" fmla="*/ 554562 h 805256"/>
              <a:gd name="connsiteX3" fmla="*/ 1244352 w 2044099"/>
              <a:gd name="connsiteY3" fmla="*/ 646478 h 805256"/>
              <a:gd name="connsiteX4" fmla="*/ 1550460 w 2044099"/>
              <a:gd name="connsiteY4" fmla="*/ 681554 h 805256"/>
              <a:gd name="connsiteX5" fmla="*/ 1900113 w 2044099"/>
              <a:gd name="connsiteY5" fmla="*/ 789471 h 805256"/>
              <a:gd name="connsiteX6" fmla="*/ 1918025 w 2044099"/>
              <a:gd name="connsiteY6" fmla="*/ 344893 h 805256"/>
              <a:gd name="connsiteX7" fmla="*/ 2043980 w 2044099"/>
              <a:gd name="connsiteY7" fmla="*/ 0 h 805256"/>
              <a:gd name="connsiteX0" fmla="*/ 0 w 2044099"/>
              <a:gd name="connsiteY0" fmla="*/ 60380 h 753341"/>
              <a:gd name="connsiteX1" fmla="*/ 239464 w 2044099"/>
              <a:gd name="connsiteY1" fmla="*/ 221377 h 753341"/>
              <a:gd name="connsiteX2" fmla="*/ 882592 w 2044099"/>
              <a:gd name="connsiteY2" fmla="*/ 554562 h 753341"/>
              <a:gd name="connsiteX3" fmla="*/ 1244352 w 2044099"/>
              <a:gd name="connsiteY3" fmla="*/ 646478 h 753341"/>
              <a:gd name="connsiteX4" fmla="*/ 1550460 w 2044099"/>
              <a:gd name="connsiteY4" fmla="*/ 681554 h 753341"/>
              <a:gd name="connsiteX5" fmla="*/ 1876285 w 2044099"/>
              <a:gd name="connsiteY5" fmla="*/ 732404 h 753341"/>
              <a:gd name="connsiteX6" fmla="*/ 1918025 w 2044099"/>
              <a:gd name="connsiteY6" fmla="*/ 344893 h 753341"/>
              <a:gd name="connsiteX7" fmla="*/ 2043980 w 2044099"/>
              <a:gd name="connsiteY7" fmla="*/ 0 h 753341"/>
              <a:gd name="connsiteX0" fmla="*/ 0 w 2044099"/>
              <a:gd name="connsiteY0" fmla="*/ 60380 h 769933"/>
              <a:gd name="connsiteX1" fmla="*/ 239464 w 2044099"/>
              <a:gd name="connsiteY1" fmla="*/ 221377 h 769933"/>
              <a:gd name="connsiteX2" fmla="*/ 882592 w 2044099"/>
              <a:gd name="connsiteY2" fmla="*/ 554562 h 769933"/>
              <a:gd name="connsiteX3" fmla="*/ 1244352 w 2044099"/>
              <a:gd name="connsiteY3" fmla="*/ 646478 h 769933"/>
              <a:gd name="connsiteX4" fmla="*/ 1572458 w 2044099"/>
              <a:gd name="connsiteY4" fmla="*/ 758943 h 769933"/>
              <a:gd name="connsiteX5" fmla="*/ 1876285 w 2044099"/>
              <a:gd name="connsiteY5" fmla="*/ 732404 h 769933"/>
              <a:gd name="connsiteX6" fmla="*/ 1918025 w 2044099"/>
              <a:gd name="connsiteY6" fmla="*/ 344893 h 769933"/>
              <a:gd name="connsiteX7" fmla="*/ 2043980 w 2044099"/>
              <a:gd name="connsiteY7" fmla="*/ 0 h 769933"/>
              <a:gd name="connsiteX0" fmla="*/ 0 w 2044099"/>
              <a:gd name="connsiteY0" fmla="*/ 60380 h 790280"/>
              <a:gd name="connsiteX1" fmla="*/ 239464 w 2044099"/>
              <a:gd name="connsiteY1" fmla="*/ 221377 h 790280"/>
              <a:gd name="connsiteX2" fmla="*/ 882592 w 2044099"/>
              <a:gd name="connsiteY2" fmla="*/ 554562 h 790280"/>
              <a:gd name="connsiteX3" fmla="*/ 1244352 w 2044099"/>
              <a:gd name="connsiteY3" fmla="*/ 646478 h 790280"/>
              <a:gd name="connsiteX4" fmla="*/ 1572458 w 2044099"/>
              <a:gd name="connsiteY4" fmla="*/ 758943 h 790280"/>
              <a:gd name="connsiteX5" fmla="*/ 1876285 w 2044099"/>
              <a:gd name="connsiteY5" fmla="*/ 732404 h 790280"/>
              <a:gd name="connsiteX6" fmla="*/ 1918025 w 2044099"/>
              <a:gd name="connsiteY6" fmla="*/ 344893 h 790280"/>
              <a:gd name="connsiteX7" fmla="*/ 2043980 w 2044099"/>
              <a:gd name="connsiteY7" fmla="*/ 0 h 790280"/>
              <a:gd name="connsiteX0" fmla="*/ 0 w 2044099"/>
              <a:gd name="connsiteY0" fmla="*/ 60380 h 790280"/>
              <a:gd name="connsiteX1" fmla="*/ 239464 w 2044099"/>
              <a:gd name="connsiteY1" fmla="*/ 221377 h 790280"/>
              <a:gd name="connsiteX2" fmla="*/ 882592 w 2044099"/>
              <a:gd name="connsiteY2" fmla="*/ 554562 h 790280"/>
              <a:gd name="connsiteX3" fmla="*/ 1244352 w 2044099"/>
              <a:gd name="connsiteY3" fmla="*/ 646478 h 790280"/>
              <a:gd name="connsiteX4" fmla="*/ 1572458 w 2044099"/>
              <a:gd name="connsiteY4" fmla="*/ 758943 h 790280"/>
              <a:gd name="connsiteX5" fmla="*/ 1876285 w 2044099"/>
              <a:gd name="connsiteY5" fmla="*/ 732404 h 790280"/>
              <a:gd name="connsiteX6" fmla="*/ 1918025 w 2044099"/>
              <a:gd name="connsiteY6" fmla="*/ 344893 h 790280"/>
              <a:gd name="connsiteX7" fmla="*/ 2043980 w 2044099"/>
              <a:gd name="connsiteY7" fmla="*/ 0 h 790280"/>
              <a:gd name="connsiteX0" fmla="*/ 0 w 1949107"/>
              <a:gd name="connsiteY0" fmla="*/ 0 h 810370"/>
              <a:gd name="connsiteX1" fmla="*/ 144472 w 1949107"/>
              <a:gd name="connsiteY1" fmla="*/ 241467 h 810370"/>
              <a:gd name="connsiteX2" fmla="*/ 787600 w 1949107"/>
              <a:gd name="connsiteY2" fmla="*/ 574652 h 810370"/>
              <a:gd name="connsiteX3" fmla="*/ 1149360 w 1949107"/>
              <a:gd name="connsiteY3" fmla="*/ 666568 h 810370"/>
              <a:gd name="connsiteX4" fmla="*/ 1477466 w 1949107"/>
              <a:gd name="connsiteY4" fmla="*/ 779033 h 810370"/>
              <a:gd name="connsiteX5" fmla="*/ 1781293 w 1949107"/>
              <a:gd name="connsiteY5" fmla="*/ 752494 h 810370"/>
              <a:gd name="connsiteX6" fmla="*/ 1823033 w 1949107"/>
              <a:gd name="connsiteY6" fmla="*/ 364983 h 810370"/>
              <a:gd name="connsiteX7" fmla="*/ 1948988 w 1949107"/>
              <a:gd name="connsiteY7" fmla="*/ 20090 h 810370"/>
              <a:gd name="connsiteX0" fmla="*/ 0 w 1850571"/>
              <a:gd name="connsiteY0" fmla="*/ 0 h 810370"/>
              <a:gd name="connsiteX1" fmla="*/ 144472 w 1850571"/>
              <a:gd name="connsiteY1" fmla="*/ 241467 h 810370"/>
              <a:gd name="connsiteX2" fmla="*/ 787600 w 1850571"/>
              <a:gd name="connsiteY2" fmla="*/ 574652 h 810370"/>
              <a:gd name="connsiteX3" fmla="*/ 1149360 w 1850571"/>
              <a:gd name="connsiteY3" fmla="*/ 666568 h 810370"/>
              <a:gd name="connsiteX4" fmla="*/ 1477466 w 1850571"/>
              <a:gd name="connsiteY4" fmla="*/ 779033 h 810370"/>
              <a:gd name="connsiteX5" fmla="*/ 1781293 w 1850571"/>
              <a:gd name="connsiteY5" fmla="*/ 752494 h 810370"/>
              <a:gd name="connsiteX6" fmla="*/ 1823033 w 1850571"/>
              <a:gd name="connsiteY6" fmla="*/ 364983 h 810370"/>
              <a:gd name="connsiteX0" fmla="*/ 0 w 1781293"/>
              <a:gd name="connsiteY0" fmla="*/ 0 h 810370"/>
              <a:gd name="connsiteX1" fmla="*/ 144472 w 1781293"/>
              <a:gd name="connsiteY1" fmla="*/ 241467 h 810370"/>
              <a:gd name="connsiteX2" fmla="*/ 787600 w 1781293"/>
              <a:gd name="connsiteY2" fmla="*/ 574652 h 810370"/>
              <a:gd name="connsiteX3" fmla="*/ 1149360 w 1781293"/>
              <a:gd name="connsiteY3" fmla="*/ 666568 h 810370"/>
              <a:gd name="connsiteX4" fmla="*/ 1477466 w 1781293"/>
              <a:gd name="connsiteY4" fmla="*/ 779033 h 810370"/>
              <a:gd name="connsiteX5" fmla="*/ 1781293 w 1781293"/>
              <a:gd name="connsiteY5" fmla="*/ 752494 h 810370"/>
              <a:gd name="connsiteX0" fmla="*/ 0 w 1664226"/>
              <a:gd name="connsiteY0" fmla="*/ 0 h 809595"/>
              <a:gd name="connsiteX1" fmla="*/ 144472 w 1664226"/>
              <a:gd name="connsiteY1" fmla="*/ 241467 h 809595"/>
              <a:gd name="connsiteX2" fmla="*/ 787600 w 1664226"/>
              <a:gd name="connsiteY2" fmla="*/ 574652 h 809595"/>
              <a:gd name="connsiteX3" fmla="*/ 1149360 w 1664226"/>
              <a:gd name="connsiteY3" fmla="*/ 666568 h 809595"/>
              <a:gd name="connsiteX4" fmla="*/ 1477466 w 1664226"/>
              <a:gd name="connsiteY4" fmla="*/ 779033 h 809595"/>
              <a:gd name="connsiteX5" fmla="*/ 1664226 w 1664226"/>
              <a:gd name="connsiteY5" fmla="*/ 750538 h 809595"/>
              <a:gd name="connsiteX0" fmla="*/ 0 w 1664226"/>
              <a:gd name="connsiteY0" fmla="*/ 0 h 750538"/>
              <a:gd name="connsiteX1" fmla="*/ 144472 w 1664226"/>
              <a:gd name="connsiteY1" fmla="*/ 241467 h 750538"/>
              <a:gd name="connsiteX2" fmla="*/ 787600 w 1664226"/>
              <a:gd name="connsiteY2" fmla="*/ 574652 h 750538"/>
              <a:gd name="connsiteX3" fmla="*/ 1149360 w 1664226"/>
              <a:gd name="connsiteY3" fmla="*/ 666568 h 750538"/>
              <a:gd name="connsiteX4" fmla="*/ 1664226 w 1664226"/>
              <a:gd name="connsiteY4" fmla="*/ 750538 h 750538"/>
              <a:gd name="connsiteX0" fmla="*/ 0 w 1664226"/>
              <a:gd name="connsiteY0" fmla="*/ 0 h 776532"/>
              <a:gd name="connsiteX1" fmla="*/ 144472 w 1664226"/>
              <a:gd name="connsiteY1" fmla="*/ 241467 h 776532"/>
              <a:gd name="connsiteX2" fmla="*/ 787600 w 1664226"/>
              <a:gd name="connsiteY2" fmla="*/ 574652 h 776532"/>
              <a:gd name="connsiteX3" fmla="*/ 1149360 w 1664226"/>
              <a:gd name="connsiteY3" fmla="*/ 666568 h 776532"/>
              <a:gd name="connsiteX4" fmla="*/ 1664226 w 1664226"/>
              <a:gd name="connsiteY4" fmla="*/ 750538 h 776532"/>
              <a:gd name="connsiteX0" fmla="*/ 0 w 1664226"/>
              <a:gd name="connsiteY0" fmla="*/ 0 h 776532"/>
              <a:gd name="connsiteX1" fmla="*/ 207088 w 1664226"/>
              <a:gd name="connsiteY1" fmla="*/ 234061 h 776532"/>
              <a:gd name="connsiteX2" fmla="*/ 787600 w 1664226"/>
              <a:gd name="connsiteY2" fmla="*/ 574652 h 776532"/>
              <a:gd name="connsiteX3" fmla="*/ 1149360 w 1664226"/>
              <a:gd name="connsiteY3" fmla="*/ 666568 h 776532"/>
              <a:gd name="connsiteX4" fmla="*/ 1664226 w 1664226"/>
              <a:gd name="connsiteY4" fmla="*/ 750538 h 7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226" h="776532">
                <a:moveTo>
                  <a:pt x="0" y="0"/>
                </a:moveTo>
                <a:cubicBezTo>
                  <a:pt x="0" y="0"/>
                  <a:pt x="75821" y="138286"/>
                  <a:pt x="207088" y="234061"/>
                </a:cubicBezTo>
                <a:cubicBezTo>
                  <a:pt x="338355" y="329836"/>
                  <a:pt x="630555" y="502568"/>
                  <a:pt x="787600" y="574652"/>
                </a:cubicBezTo>
                <a:cubicBezTo>
                  <a:pt x="944645" y="646736"/>
                  <a:pt x="1003256" y="637254"/>
                  <a:pt x="1149360" y="666568"/>
                </a:cubicBezTo>
                <a:cubicBezTo>
                  <a:pt x="1295464" y="695882"/>
                  <a:pt x="1396023" y="832881"/>
                  <a:pt x="1664226" y="750538"/>
                </a:cubicBezTo>
              </a:path>
            </a:pathLst>
          </a:custGeom>
          <a:noFill/>
          <a:ln w="9525" cap="rnd">
            <a:solidFill>
              <a:schemeClr val="tx1">
                <a:alpha val="35000"/>
              </a:schemeClr>
            </a:solidFill>
            <a:prstDash val="solid"/>
            <a:round/>
          </a:ln>
        </p:spPr>
        <p:txBody>
          <a:bodyPr rtlCol="0" anchor="ctr"/>
          <a:lstStyle/>
          <a:p>
            <a:endParaRPr lang="en-US"/>
          </a:p>
        </p:txBody>
      </p:sp>
      <p:sp>
        <p:nvSpPr>
          <p:cNvPr id="38" name="Freeform: Shape 37">
            <a:extLst>
              <a:ext uri="{FF2B5EF4-FFF2-40B4-BE49-F238E27FC236}">
                <a16:creationId xmlns:a16="http://schemas.microsoft.com/office/drawing/2014/main" id="{AE5916FC-C41A-1FB8-952A-5D067A66A64B}"/>
              </a:ext>
            </a:extLst>
          </p:cNvPr>
          <p:cNvSpPr/>
          <p:nvPr userDrawn="1"/>
        </p:nvSpPr>
        <p:spPr>
          <a:xfrm rot="12091914" flipH="1" flipV="1">
            <a:off x="9850089" y="664352"/>
            <a:ext cx="2851669" cy="3151302"/>
          </a:xfrm>
          <a:custGeom>
            <a:avLst/>
            <a:gdLst>
              <a:gd name="connsiteX0" fmla="*/ 274917 w 3328830"/>
              <a:gd name="connsiteY0" fmla="*/ 2712674 h 2918152"/>
              <a:gd name="connsiteX1" fmla="*/ 392702 w 3328830"/>
              <a:gd name="connsiteY1" fmla="*/ 2806015 h 2918152"/>
              <a:gd name="connsiteX2" fmla="*/ 509229 w 3328830"/>
              <a:gd name="connsiteY2" fmla="*/ 2855276 h 2918152"/>
              <a:gd name="connsiteX3" fmla="*/ 836118 w 3328830"/>
              <a:gd name="connsiteY3" fmla="*/ 2900475 h 2918152"/>
              <a:gd name="connsiteX4" fmla="*/ 1047601 w 3328830"/>
              <a:gd name="connsiteY4" fmla="*/ 2900475 h 2918152"/>
              <a:gd name="connsiteX5" fmla="*/ 1549839 w 3328830"/>
              <a:gd name="connsiteY5" fmla="*/ 2916564 h 2918152"/>
              <a:gd name="connsiteX6" fmla="*/ 1796429 w 3328830"/>
              <a:gd name="connsiteY6" fmla="*/ 2903461 h 2918152"/>
              <a:gd name="connsiteX7" fmla="*/ 2174206 w 3328830"/>
              <a:gd name="connsiteY7" fmla="*/ 2716529 h 2918152"/>
              <a:gd name="connsiteX8" fmla="*/ 2554222 w 3328830"/>
              <a:gd name="connsiteY8" fmla="*/ 2455209 h 2918152"/>
              <a:gd name="connsiteX9" fmla="*/ 2782698 w 3328830"/>
              <a:gd name="connsiteY9" fmla="*/ 2278312 h 2918152"/>
              <a:gd name="connsiteX10" fmla="*/ 2989700 w 3328830"/>
              <a:gd name="connsiteY10" fmla="*/ 2085328 h 2918152"/>
              <a:gd name="connsiteX11" fmla="*/ 3270184 w 3328830"/>
              <a:gd name="connsiteY11" fmla="*/ 1717436 h 2918152"/>
              <a:gd name="connsiteX12" fmla="*/ 3328830 w 3328830"/>
              <a:gd name="connsiteY12" fmla="*/ 1592196 h 2918152"/>
              <a:gd name="connsiteX13" fmla="*/ 1811921 w 3328830"/>
              <a:gd name="connsiteY13" fmla="*/ 0 h 2918152"/>
              <a:gd name="connsiteX14" fmla="*/ 1750679 w 3328830"/>
              <a:gd name="connsiteY14" fmla="*/ 86145 h 2918152"/>
              <a:gd name="connsiteX15" fmla="*/ 1577289 w 3328830"/>
              <a:gd name="connsiteY15" fmla="*/ 308985 h 2918152"/>
              <a:gd name="connsiteX16" fmla="*/ 1298300 w 3328830"/>
              <a:gd name="connsiteY16" fmla="*/ 522538 h 2918152"/>
              <a:gd name="connsiteX17" fmla="*/ 1068330 w 3328830"/>
              <a:gd name="connsiteY17" fmla="*/ 685833 h 2918152"/>
              <a:gd name="connsiteX18" fmla="*/ 930702 w 3328830"/>
              <a:gd name="connsiteY18" fmla="*/ 808159 h 2918152"/>
              <a:gd name="connsiteX19" fmla="*/ 894848 w 3328830"/>
              <a:gd name="connsiteY19" fmla="*/ 906186 h 2918152"/>
              <a:gd name="connsiteX20" fmla="*/ 907919 w 3328830"/>
              <a:gd name="connsiteY20" fmla="*/ 1072964 h 2918152"/>
              <a:gd name="connsiteX21" fmla="*/ 886817 w 3328830"/>
              <a:gd name="connsiteY21" fmla="*/ 1206320 h 2918152"/>
              <a:gd name="connsiteX22" fmla="*/ 823606 w 3328830"/>
              <a:gd name="connsiteY22" fmla="*/ 1338432 h 2918152"/>
              <a:gd name="connsiteX23" fmla="*/ 621179 w 3328830"/>
              <a:gd name="connsiteY23" fmla="*/ 1444006 h 2918152"/>
              <a:gd name="connsiteX24" fmla="*/ 437988 w 3328830"/>
              <a:gd name="connsiteY24" fmla="*/ 1499322 h 2918152"/>
              <a:gd name="connsiteX25" fmla="*/ 168802 w 3328830"/>
              <a:gd name="connsiteY25" fmla="*/ 1697366 h 2918152"/>
              <a:gd name="connsiteX26" fmla="*/ 269 w 3328830"/>
              <a:gd name="connsiteY26" fmla="*/ 2094367 h 2918152"/>
              <a:gd name="connsiteX27" fmla="*/ 57971 w 3328830"/>
              <a:gd name="connsiteY27" fmla="*/ 2375841 h 2918152"/>
              <a:gd name="connsiteX28" fmla="*/ 181219 w 3328830"/>
              <a:gd name="connsiteY28" fmla="*/ 2597936 h 2918152"/>
              <a:gd name="connsiteX29" fmla="*/ 274917 w 3328830"/>
              <a:gd name="connsiteY29" fmla="*/ 2712674 h 2918152"/>
              <a:gd name="connsiteX0" fmla="*/ 3328830 w 3420270"/>
              <a:gd name="connsiteY0" fmla="*/ 1592196 h 2918152"/>
              <a:gd name="connsiteX1" fmla="*/ 1811921 w 3420270"/>
              <a:gd name="connsiteY1" fmla="*/ 0 h 2918152"/>
              <a:gd name="connsiteX2" fmla="*/ 1750679 w 3420270"/>
              <a:gd name="connsiteY2" fmla="*/ 86145 h 2918152"/>
              <a:gd name="connsiteX3" fmla="*/ 1577289 w 3420270"/>
              <a:gd name="connsiteY3" fmla="*/ 308985 h 2918152"/>
              <a:gd name="connsiteX4" fmla="*/ 1298300 w 3420270"/>
              <a:gd name="connsiteY4" fmla="*/ 522538 h 2918152"/>
              <a:gd name="connsiteX5" fmla="*/ 1068330 w 3420270"/>
              <a:gd name="connsiteY5" fmla="*/ 685833 h 2918152"/>
              <a:gd name="connsiteX6" fmla="*/ 930702 w 3420270"/>
              <a:gd name="connsiteY6" fmla="*/ 808159 h 2918152"/>
              <a:gd name="connsiteX7" fmla="*/ 894848 w 3420270"/>
              <a:gd name="connsiteY7" fmla="*/ 906186 h 2918152"/>
              <a:gd name="connsiteX8" fmla="*/ 907919 w 3420270"/>
              <a:gd name="connsiteY8" fmla="*/ 1072964 h 2918152"/>
              <a:gd name="connsiteX9" fmla="*/ 886817 w 3420270"/>
              <a:gd name="connsiteY9" fmla="*/ 1206320 h 2918152"/>
              <a:gd name="connsiteX10" fmla="*/ 823606 w 3420270"/>
              <a:gd name="connsiteY10" fmla="*/ 1338432 h 2918152"/>
              <a:gd name="connsiteX11" fmla="*/ 621179 w 3420270"/>
              <a:gd name="connsiteY11" fmla="*/ 1444006 h 2918152"/>
              <a:gd name="connsiteX12" fmla="*/ 437988 w 3420270"/>
              <a:gd name="connsiteY12" fmla="*/ 1499322 h 2918152"/>
              <a:gd name="connsiteX13" fmla="*/ 168802 w 3420270"/>
              <a:gd name="connsiteY13" fmla="*/ 1697366 h 2918152"/>
              <a:gd name="connsiteX14" fmla="*/ 269 w 3420270"/>
              <a:gd name="connsiteY14" fmla="*/ 2094367 h 2918152"/>
              <a:gd name="connsiteX15" fmla="*/ 57971 w 3420270"/>
              <a:gd name="connsiteY15" fmla="*/ 2375841 h 2918152"/>
              <a:gd name="connsiteX16" fmla="*/ 181219 w 3420270"/>
              <a:gd name="connsiteY16" fmla="*/ 2597936 h 2918152"/>
              <a:gd name="connsiteX17" fmla="*/ 274917 w 3420270"/>
              <a:gd name="connsiteY17" fmla="*/ 2712674 h 2918152"/>
              <a:gd name="connsiteX18" fmla="*/ 392702 w 3420270"/>
              <a:gd name="connsiteY18" fmla="*/ 2806015 h 2918152"/>
              <a:gd name="connsiteX19" fmla="*/ 509229 w 3420270"/>
              <a:gd name="connsiteY19" fmla="*/ 2855276 h 2918152"/>
              <a:gd name="connsiteX20" fmla="*/ 836118 w 3420270"/>
              <a:gd name="connsiteY20" fmla="*/ 2900475 h 2918152"/>
              <a:gd name="connsiteX21" fmla="*/ 1047601 w 3420270"/>
              <a:gd name="connsiteY21" fmla="*/ 2900475 h 2918152"/>
              <a:gd name="connsiteX22" fmla="*/ 1549839 w 3420270"/>
              <a:gd name="connsiteY22" fmla="*/ 2916564 h 2918152"/>
              <a:gd name="connsiteX23" fmla="*/ 1796429 w 3420270"/>
              <a:gd name="connsiteY23" fmla="*/ 2903461 h 2918152"/>
              <a:gd name="connsiteX24" fmla="*/ 2174206 w 3420270"/>
              <a:gd name="connsiteY24" fmla="*/ 2716529 h 2918152"/>
              <a:gd name="connsiteX25" fmla="*/ 2554222 w 3420270"/>
              <a:gd name="connsiteY25" fmla="*/ 2455209 h 2918152"/>
              <a:gd name="connsiteX26" fmla="*/ 2782698 w 3420270"/>
              <a:gd name="connsiteY26" fmla="*/ 2278312 h 2918152"/>
              <a:gd name="connsiteX27" fmla="*/ 2989700 w 3420270"/>
              <a:gd name="connsiteY27" fmla="*/ 2085328 h 2918152"/>
              <a:gd name="connsiteX28" fmla="*/ 3270184 w 3420270"/>
              <a:gd name="connsiteY28" fmla="*/ 1717436 h 2918152"/>
              <a:gd name="connsiteX29" fmla="*/ 3420270 w 3420270"/>
              <a:gd name="connsiteY29" fmla="*/ 1683636 h 2918152"/>
              <a:gd name="connsiteX0" fmla="*/ 1811921 w 3420270"/>
              <a:gd name="connsiteY0" fmla="*/ 0 h 2918152"/>
              <a:gd name="connsiteX1" fmla="*/ 1750679 w 3420270"/>
              <a:gd name="connsiteY1" fmla="*/ 86145 h 2918152"/>
              <a:gd name="connsiteX2" fmla="*/ 1577289 w 3420270"/>
              <a:gd name="connsiteY2" fmla="*/ 308985 h 2918152"/>
              <a:gd name="connsiteX3" fmla="*/ 1298300 w 3420270"/>
              <a:gd name="connsiteY3" fmla="*/ 522538 h 2918152"/>
              <a:gd name="connsiteX4" fmla="*/ 1068330 w 3420270"/>
              <a:gd name="connsiteY4" fmla="*/ 685833 h 2918152"/>
              <a:gd name="connsiteX5" fmla="*/ 930702 w 3420270"/>
              <a:gd name="connsiteY5" fmla="*/ 808159 h 2918152"/>
              <a:gd name="connsiteX6" fmla="*/ 894848 w 3420270"/>
              <a:gd name="connsiteY6" fmla="*/ 906186 h 2918152"/>
              <a:gd name="connsiteX7" fmla="*/ 907919 w 3420270"/>
              <a:gd name="connsiteY7" fmla="*/ 1072964 h 2918152"/>
              <a:gd name="connsiteX8" fmla="*/ 886817 w 3420270"/>
              <a:gd name="connsiteY8" fmla="*/ 1206320 h 2918152"/>
              <a:gd name="connsiteX9" fmla="*/ 823606 w 3420270"/>
              <a:gd name="connsiteY9" fmla="*/ 1338432 h 2918152"/>
              <a:gd name="connsiteX10" fmla="*/ 621179 w 3420270"/>
              <a:gd name="connsiteY10" fmla="*/ 1444006 h 2918152"/>
              <a:gd name="connsiteX11" fmla="*/ 437988 w 3420270"/>
              <a:gd name="connsiteY11" fmla="*/ 1499322 h 2918152"/>
              <a:gd name="connsiteX12" fmla="*/ 168802 w 3420270"/>
              <a:gd name="connsiteY12" fmla="*/ 1697366 h 2918152"/>
              <a:gd name="connsiteX13" fmla="*/ 269 w 3420270"/>
              <a:gd name="connsiteY13" fmla="*/ 2094367 h 2918152"/>
              <a:gd name="connsiteX14" fmla="*/ 57971 w 3420270"/>
              <a:gd name="connsiteY14" fmla="*/ 2375841 h 2918152"/>
              <a:gd name="connsiteX15" fmla="*/ 181219 w 3420270"/>
              <a:gd name="connsiteY15" fmla="*/ 2597936 h 2918152"/>
              <a:gd name="connsiteX16" fmla="*/ 274917 w 3420270"/>
              <a:gd name="connsiteY16" fmla="*/ 2712674 h 2918152"/>
              <a:gd name="connsiteX17" fmla="*/ 392702 w 3420270"/>
              <a:gd name="connsiteY17" fmla="*/ 2806015 h 2918152"/>
              <a:gd name="connsiteX18" fmla="*/ 509229 w 3420270"/>
              <a:gd name="connsiteY18" fmla="*/ 2855276 h 2918152"/>
              <a:gd name="connsiteX19" fmla="*/ 836118 w 3420270"/>
              <a:gd name="connsiteY19" fmla="*/ 2900475 h 2918152"/>
              <a:gd name="connsiteX20" fmla="*/ 1047601 w 3420270"/>
              <a:gd name="connsiteY20" fmla="*/ 2900475 h 2918152"/>
              <a:gd name="connsiteX21" fmla="*/ 1549839 w 3420270"/>
              <a:gd name="connsiteY21" fmla="*/ 2916564 h 2918152"/>
              <a:gd name="connsiteX22" fmla="*/ 1796429 w 3420270"/>
              <a:gd name="connsiteY22" fmla="*/ 2903461 h 2918152"/>
              <a:gd name="connsiteX23" fmla="*/ 2174206 w 3420270"/>
              <a:gd name="connsiteY23" fmla="*/ 2716529 h 2918152"/>
              <a:gd name="connsiteX24" fmla="*/ 2554222 w 3420270"/>
              <a:gd name="connsiteY24" fmla="*/ 2455209 h 2918152"/>
              <a:gd name="connsiteX25" fmla="*/ 2782698 w 3420270"/>
              <a:gd name="connsiteY25" fmla="*/ 2278312 h 2918152"/>
              <a:gd name="connsiteX26" fmla="*/ 2989700 w 3420270"/>
              <a:gd name="connsiteY26" fmla="*/ 2085328 h 2918152"/>
              <a:gd name="connsiteX27" fmla="*/ 3270184 w 3420270"/>
              <a:gd name="connsiteY27" fmla="*/ 1717436 h 2918152"/>
              <a:gd name="connsiteX28" fmla="*/ 3420270 w 3420270"/>
              <a:gd name="connsiteY28" fmla="*/ 168363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82698 w 3321492"/>
              <a:gd name="connsiteY25" fmla="*/ 2278312 h 2918152"/>
              <a:gd name="connsiteX26" fmla="*/ 2989700 w 3321492"/>
              <a:gd name="connsiteY26" fmla="*/ 2085328 h 2918152"/>
              <a:gd name="connsiteX27" fmla="*/ 3270184 w 3321492"/>
              <a:gd name="connsiteY27" fmla="*/ 1717436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82698 w 3321492"/>
              <a:gd name="connsiteY25" fmla="*/ 2278312 h 2918152"/>
              <a:gd name="connsiteX26" fmla="*/ 2989700 w 3321492"/>
              <a:gd name="connsiteY26" fmla="*/ 2085328 h 2918152"/>
              <a:gd name="connsiteX27" fmla="*/ 3286694 w 3321492"/>
              <a:gd name="connsiteY27" fmla="*/ 1763135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60610 w 3321492"/>
              <a:gd name="connsiteY25" fmla="*/ 2255128 h 2918152"/>
              <a:gd name="connsiteX26" fmla="*/ 2989700 w 3321492"/>
              <a:gd name="connsiteY26" fmla="*/ 2085328 h 2918152"/>
              <a:gd name="connsiteX27" fmla="*/ 3286694 w 3321492"/>
              <a:gd name="connsiteY27" fmla="*/ 1763135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60610 w 3321492"/>
              <a:gd name="connsiteY25" fmla="*/ 2255128 h 2918152"/>
              <a:gd name="connsiteX26" fmla="*/ 3088999 w 3321492"/>
              <a:gd name="connsiteY26" fmla="*/ 1985810 h 2918152"/>
              <a:gd name="connsiteX27" fmla="*/ 3286694 w 3321492"/>
              <a:gd name="connsiteY27" fmla="*/ 1763135 h 2918152"/>
              <a:gd name="connsiteX28" fmla="*/ 3321492 w 3321492"/>
              <a:gd name="connsiteY28" fmla="*/ 1605746 h 2918152"/>
              <a:gd name="connsiteX0" fmla="*/ 1825236 w 3321492"/>
              <a:gd name="connsiteY0" fmla="*/ 0 h 2896438"/>
              <a:gd name="connsiteX1" fmla="*/ 1750679 w 3321492"/>
              <a:gd name="connsiteY1" fmla="*/ 64431 h 2896438"/>
              <a:gd name="connsiteX2" fmla="*/ 1577289 w 3321492"/>
              <a:gd name="connsiteY2" fmla="*/ 287271 h 2896438"/>
              <a:gd name="connsiteX3" fmla="*/ 1298300 w 3321492"/>
              <a:gd name="connsiteY3" fmla="*/ 500824 h 2896438"/>
              <a:gd name="connsiteX4" fmla="*/ 1068330 w 3321492"/>
              <a:gd name="connsiteY4" fmla="*/ 664119 h 2896438"/>
              <a:gd name="connsiteX5" fmla="*/ 930702 w 3321492"/>
              <a:gd name="connsiteY5" fmla="*/ 786445 h 2896438"/>
              <a:gd name="connsiteX6" fmla="*/ 894848 w 3321492"/>
              <a:gd name="connsiteY6" fmla="*/ 884472 h 2896438"/>
              <a:gd name="connsiteX7" fmla="*/ 907919 w 3321492"/>
              <a:gd name="connsiteY7" fmla="*/ 1051250 h 2896438"/>
              <a:gd name="connsiteX8" fmla="*/ 886817 w 3321492"/>
              <a:gd name="connsiteY8" fmla="*/ 1184606 h 2896438"/>
              <a:gd name="connsiteX9" fmla="*/ 823606 w 3321492"/>
              <a:gd name="connsiteY9" fmla="*/ 1316718 h 2896438"/>
              <a:gd name="connsiteX10" fmla="*/ 621179 w 3321492"/>
              <a:gd name="connsiteY10" fmla="*/ 1422292 h 2896438"/>
              <a:gd name="connsiteX11" fmla="*/ 437988 w 3321492"/>
              <a:gd name="connsiteY11" fmla="*/ 1477608 h 2896438"/>
              <a:gd name="connsiteX12" fmla="*/ 168802 w 3321492"/>
              <a:gd name="connsiteY12" fmla="*/ 1675652 h 2896438"/>
              <a:gd name="connsiteX13" fmla="*/ 269 w 3321492"/>
              <a:gd name="connsiteY13" fmla="*/ 2072653 h 2896438"/>
              <a:gd name="connsiteX14" fmla="*/ 57971 w 3321492"/>
              <a:gd name="connsiteY14" fmla="*/ 2354127 h 2896438"/>
              <a:gd name="connsiteX15" fmla="*/ 181219 w 3321492"/>
              <a:gd name="connsiteY15" fmla="*/ 2576222 h 2896438"/>
              <a:gd name="connsiteX16" fmla="*/ 274917 w 3321492"/>
              <a:gd name="connsiteY16" fmla="*/ 2690960 h 2896438"/>
              <a:gd name="connsiteX17" fmla="*/ 392702 w 3321492"/>
              <a:gd name="connsiteY17" fmla="*/ 2784301 h 2896438"/>
              <a:gd name="connsiteX18" fmla="*/ 509229 w 3321492"/>
              <a:gd name="connsiteY18" fmla="*/ 2833562 h 2896438"/>
              <a:gd name="connsiteX19" fmla="*/ 836118 w 3321492"/>
              <a:gd name="connsiteY19" fmla="*/ 2878761 h 2896438"/>
              <a:gd name="connsiteX20" fmla="*/ 1047601 w 3321492"/>
              <a:gd name="connsiteY20" fmla="*/ 2878761 h 2896438"/>
              <a:gd name="connsiteX21" fmla="*/ 1549839 w 3321492"/>
              <a:gd name="connsiteY21" fmla="*/ 2894850 h 2896438"/>
              <a:gd name="connsiteX22" fmla="*/ 1796429 w 3321492"/>
              <a:gd name="connsiteY22" fmla="*/ 2881747 h 2896438"/>
              <a:gd name="connsiteX23" fmla="*/ 2174206 w 3321492"/>
              <a:gd name="connsiteY23" fmla="*/ 2694815 h 2896438"/>
              <a:gd name="connsiteX24" fmla="*/ 2554222 w 3321492"/>
              <a:gd name="connsiteY24" fmla="*/ 2433495 h 2896438"/>
              <a:gd name="connsiteX25" fmla="*/ 2760610 w 3321492"/>
              <a:gd name="connsiteY25" fmla="*/ 2233414 h 2896438"/>
              <a:gd name="connsiteX26" fmla="*/ 3088999 w 3321492"/>
              <a:gd name="connsiteY26" fmla="*/ 1964096 h 2896438"/>
              <a:gd name="connsiteX27" fmla="*/ 3286694 w 3321492"/>
              <a:gd name="connsiteY27" fmla="*/ 1741421 h 2896438"/>
              <a:gd name="connsiteX28" fmla="*/ 3321492 w 3321492"/>
              <a:gd name="connsiteY28" fmla="*/ 1584032 h 2896438"/>
              <a:gd name="connsiteX0" fmla="*/ 1825236 w 3321492"/>
              <a:gd name="connsiteY0" fmla="*/ 0 h 2896438"/>
              <a:gd name="connsiteX1" fmla="*/ 1750679 w 3321492"/>
              <a:gd name="connsiteY1" fmla="*/ 64431 h 2896438"/>
              <a:gd name="connsiteX2" fmla="*/ 1577289 w 3321492"/>
              <a:gd name="connsiteY2" fmla="*/ 287271 h 2896438"/>
              <a:gd name="connsiteX3" fmla="*/ 1298300 w 3321492"/>
              <a:gd name="connsiteY3" fmla="*/ 500824 h 2896438"/>
              <a:gd name="connsiteX4" fmla="*/ 1068330 w 3321492"/>
              <a:gd name="connsiteY4" fmla="*/ 664119 h 2896438"/>
              <a:gd name="connsiteX5" fmla="*/ 930702 w 3321492"/>
              <a:gd name="connsiteY5" fmla="*/ 786445 h 2896438"/>
              <a:gd name="connsiteX6" fmla="*/ 894848 w 3321492"/>
              <a:gd name="connsiteY6" fmla="*/ 884472 h 2896438"/>
              <a:gd name="connsiteX7" fmla="*/ 907919 w 3321492"/>
              <a:gd name="connsiteY7" fmla="*/ 1051250 h 2896438"/>
              <a:gd name="connsiteX8" fmla="*/ 886817 w 3321492"/>
              <a:gd name="connsiteY8" fmla="*/ 1184606 h 2896438"/>
              <a:gd name="connsiteX9" fmla="*/ 823606 w 3321492"/>
              <a:gd name="connsiteY9" fmla="*/ 1316718 h 2896438"/>
              <a:gd name="connsiteX10" fmla="*/ 621179 w 3321492"/>
              <a:gd name="connsiteY10" fmla="*/ 1422292 h 2896438"/>
              <a:gd name="connsiteX11" fmla="*/ 527872 w 3321492"/>
              <a:gd name="connsiteY11" fmla="*/ 1559058 h 2896438"/>
              <a:gd name="connsiteX12" fmla="*/ 168802 w 3321492"/>
              <a:gd name="connsiteY12" fmla="*/ 1675652 h 2896438"/>
              <a:gd name="connsiteX13" fmla="*/ 269 w 3321492"/>
              <a:gd name="connsiteY13" fmla="*/ 2072653 h 2896438"/>
              <a:gd name="connsiteX14" fmla="*/ 57971 w 3321492"/>
              <a:gd name="connsiteY14" fmla="*/ 2354127 h 2896438"/>
              <a:gd name="connsiteX15" fmla="*/ 181219 w 3321492"/>
              <a:gd name="connsiteY15" fmla="*/ 2576222 h 2896438"/>
              <a:gd name="connsiteX16" fmla="*/ 274917 w 3321492"/>
              <a:gd name="connsiteY16" fmla="*/ 2690960 h 2896438"/>
              <a:gd name="connsiteX17" fmla="*/ 392702 w 3321492"/>
              <a:gd name="connsiteY17" fmla="*/ 2784301 h 2896438"/>
              <a:gd name="connsiteX18" fmla="*/ 509229 w 3321492"/>
              <a:gd name="connsiteY18" fmla="*/ 2833562 h 2896438"/>
              <a:gd name="connsiteX19" fmla="*/ 836118 w 3321492"/>
              <a:gd name="connsiteY19" fmla="*/ 2878761 h 2896438"/>
              <a:gd name="connsiteX20" fmla="*/ 1047601 w 3321492"/>
              <a:gd name="connsiteY20" fmla="*/ 2878761 h 2896438"/>
              <a:gd name="connsiteX21" fmla="*/ 1549839 w 3321492"/>
              <a:gd name="connsiteY21" fmla="*/ 2894850 h 2896438"/>
              <a:gd name="connsiteX22" fmla="*/ 1796429 w 3321492"/>
              <a:gd name="connsiteY22" fmla="*/ 2881747 h 2896438"/>
              <a:gd name="connsiteX23" fmla="*/ 2174206 w 3321492"/>
              <a:gd name="connsiteY23" fmla="*/ 2694815 h 2896438"/>
              <a:gd name="connsiteX24" fmla="*/ 2554222 w 3321492"/>
              <a:gd name="connsiteY24" fmla="*/ 2433495 h 2896438"/>
              <a:gd name="connsiteX25" fmla="*/ 2760610 w 3321492"/>
              <a:gd name="connsiteY25" fmla="*/ 2233414 h 2896438"/>
              <a:gd name="connsiteX26" fmla="*/ 3088999 w 3321492"/>
              <a:gd name="connsiteY26" fmla="*/ 1964096 h 2896438"/>
              <a:gd name="connsiteX27" fmla="*/ 3286694 w 3321492"/>
              <a:gd name="connsiteY27" fmla="*/ 1741421 h 2896438"/>
              <a:gd name="connsiteX28" fmla="*/ 3321492 w 3321492"/>
              <a:gd name="connsiteY28" fmla="*/ 1584032 h 2896438"/>
              <a:gd name="connsiteX0" fmla="*/ 1750679 w 3321492"/>
              <a:gd name="connsiteY0" fmla="*/ 0 h 2832007"/>
              <a:gd name="connsiteX1" fmla="*/ 1577289 w 3321492"/>
              <a:gd name="connsiteY1" fmla="*/ 222840 h 2832007"/>
              <a:gd name="connsiteX2" fmla="*/ 1298300 w 3321492"/>
              <a:gd name="connsiteY2" fmla="*/ 436393 h 2832007"/>
              <a:gd name="connsiteX3" fmla="*/ 1068330 w 3321492"/>
              <a:gd name="connsiteY3" fmla="*/ 599688 h 2832007"/>
              <a:gd name="connsiteX4" fmla="*/ 930702 w 3321492"/>
              <a:gd name="connsiteY4" fmla="*/ 722014 h 2832007"/>
              <a:gd name="connsiteX5" fmla="*/ 894848 w 3321492"/>
              <a:gd name="connsiteY5" fmla="*/ 820041 h 2832007"/>
              <a:gd name="connsiteX6" fmla="*/ 907919 w 3321492"/>
              <a:gd name="connsiteY6" fmla="*/ 986819 h 2832007"/>
              <a:gd name="connsiteX7" fmla="*/ 886817 w 3321492"/>
              <a:gd name="connsiteY7" fmla="*/ 1120175 h 2832007"/>
              <a:gd name="connsiteX8" fmla="*/ 823606 w 3321492"/>
              <a:gd name="connsiteY8" fmla="*/ 1252287 h 2832007"/>
              <a:gd name="connsiteX9" fmla="*/ 621179 w 3321492"/>
              <a:gd name="connsiteY9" fmla="*/ 1357861 h 2832007"/>
              <a:gd name="connsiteX10" fmla="*/ 527872 w 3321492"/>
              <a:gd name="connsiteY10" fmla="*/ 1494627 h 2832007"/>
              <a:gd name="connsiteX11" fmla="*/ 168802 w 3321492"/>
              <a:gd name="connsiteY11" fmla="*/ 1611221 h 2832007"/>
              <a:gd name="connsiteX12" fmla="*/ 269 w 3321492"/>
              <a:gd name="connsiteY12" fmla="*/ 2008222 h 2832007"/>
              <a:gd name="connsiteX13" fmla="*/ 57971 w 3321492"/>
              <a:gd name="connsiteY13" fmla="*/ 2289696 h 2832007"/>
              <a:gd name="connsiteX14" fmla="*/ 181219 w 3321492"/>
              <a:gd name="connsiteY14" fmla="*/ 2511791 h 2832007"/>
              <a:gd name="connsiteX15" fmla="*/ 274917 w 3321492"/>
              <a:gd name="connsiteY15" fmla="*/ 2626529 h 2832007"/>
              <a:gd name="connsiteX16" fmla="*/ 392702 w 3321492"/>
              <a:gd name="connsiteY16" fmla="*/ 2719870 h 2832007"/>
              <a:gd name="connsiteX17" fmla="*/ 509229 w 3321492"/>
              <a:gd name="connsiteY17" fmla="*/ 2769131 h 2832007"/>
              <a:gd name="connsiteX18" fmla="*/ 836118 w 3321492"/>
              <a:gd name="connsiteY18" fmla="*/ 2814330 h 2832007"/>
              <a:gd name="connsiteX19" fmla="*/ 1047601 w 3321492"/>
              <a:gd name="connsiteY19" fmla="*/ 2814330 h 2832007"/>
              <a:gd name="connsiteX20" fmla="*/ 1549839 w 3321492"/>
              <a:gd name="connsiteY20" fmla="*/ 2830419 h 2832007"/>
              <a:gd name="connsiteX21" fmla="*/ 1796429 w 3321492"/>
              <a:gd name="connsiteY21" fmla="*/ 2817316 h 2832007"/>
              <a:gd name="connsiteX22" fmla="*/ 2174206 w 3321492"/>
              <a:gd name="connsiteY22" fmla="*/ 2630384 h 2832007"/>
              <a:gd name="connsiteX23" fmla="*/ 2554222 w 3321492"/>
              <a:gd name="connsiteY23" fmla="*/ 2369064 h 2832007"/>
              <a:gd name="connsiteX24" fmla="*/ 2760610 w 3321492"/>
              <a:gd name="connsiteY24" fmla="*/ 2168983 h 2832007"/>
              <a:gd name="connsiteX25" fmla="*/ 3088999 w 3321492"/>
              <a:gd name="connsiteY25" fmla="*/ 1899665 h 2832007"/>
              <a:gd name="connsiteX26" fmla="*/ 3286694 w 3321492"/>
              <a:gd name="connsiteY26" fmla="*/ 1676990 h 2832007"/>
              <a:gd name="connsiteX27" fmla="*/ 3321492 w 3321492"/>
              <a:gd name="connsiteY27" fmla="*/ 1519601 h 2832007"/>
              <a:gd name="connsiteX0" fmla="*/ 1577289 w 3321492"/>
              <a:gd name="connsiteY0" fmla="*/ 0 h 2609167"/>
              <a:gd name="connsiteX1" fmla="*/ 1298300 w 3321492"/>
              <a:gd name="connsiteY1" fmla="*/ 213553 h 2609167"/>
              <a:gd name="connsiteX2" fmla="*/ 1068330 w 3321492"/>
              <a:gd name="connsiteY2" fmla="*/ 376848 h 2609167"/>
              <a:gd name="connsiteX3" fmla="*/ 930702 w 3321492"/>
              <a:gd name="connsiteY3" fmla="*/ 499174 h 2609167"/>
              <a:gd name="connsiteX4" fmla="*/ 894848 w 3321492"/>
              <a:gd name="connsiteY4" fmla="*/ 597201 h 2609167"/>
              <a:gd name="connsiteX5" fmla="*/ 907919 w 3321492"/>
              <a:gd name="connsiteY5" fmla="*/ 763979 h 2609167"/>
              <a:gd name="connsiteX6" fmla="*/ 886817 w 3321492"/>
              <a:gd name="connsiteY6" fmla="*/ 897335 h 2609167"/>
              <a:gd name="connsiteX7" fmla="*/ 823606 w 3321492"/>
              <a:gd name="connsiteY7" fmla="*/ 1029447 h 2609167"/>
              <a:gd name="connsiteX8" fmla="*/ 621179 w 3321492"/>
              <a:gd name="connsiteY8" fmla="*/ 1135021 h 2609167"/>
              <a:gd name="connsiteX9" fmla="*/ 527872 w 3321492"/>
              <a:gd name="connsiteY9" fmla="*/ 1271787 h 2609167"/>
              <a:gd name="connsiteX10" fmla="*/ 168802 w 3321492"/>
              <a:gd name="connsiteY10" fmla="*/ 1388381 h 2609167"/>
              <a:gd name="connsiteX11" fmla="*/ 269 w 3321492"/>
              <a:gd name="connsiteY11" fmla="*/ 1785382 h 2609167"/>
              <a:gd name="connsiteX12" fmla="*/ 57971 w 3321492"/>
              <a:gd name="connsiteY12" fmla="*/ 2066856 h 2609167"/>
              <a:gd name="connsiteX13" fmla="*/ 181219 w 3321492"/>
              <a:gd name="connsiteY13" fmla="*/ 2288951 h 2609167"/>
              <a:gd name="connsiteX14" fmla="*/ 274917 w 3321492"/>
              <a:gd name="connsiteY14" fmla="*/ 2403689 h 2609167"/>
              <a:gd name="connsiteX15" fmla="*/ 392702 w 3321492"/>
              <a:gd name="connsiteY15" fmla="*/ 2497030 h 2609167"/>
              <a:gd name="connsiteX16" fmla="*/ 509229 w 3321492"/>
              <a:gd name="connsiteY16" fmla="*/ 2546291 h 2609167"/>
              <a:gd name="connsiteX17" fmla="*/ 836118 w 3321492"/>
              <a:gd name="connsiteY17" fmla="*/ 2591490 h 2609167"/>
              <a:gd name="connsiteX18" fmla="*/ 1047601 w 3321492"/>
              <a:gd name="connsiteY18" fmla="*/ 2591490 h 2609167"/>
              <a:gd name="connsiteX19" fmla="*/ 1549839 w 3321492"/>
              <a:gd name="connsiteY19" fmla="*/ 2607579 h 2609167"/>
              <a:gd name="connsiteX20" fmla="*/ 1796429 w 3321492"/>
              <a:gd name="connsiteY20" fmla="*/ 2594476 h 2609167"/>
              <a:gd name="connsiteX21" fmla="*/ 2174206 w 3321492"/>
              <a:gd name="connsiteY21" fmla="*/ 2407544 h 2609167"/>
              <a:gd name="connsiteX22" fmla="*/ 2554222 w 3321492"/>
              <a:gd name="connsiteY22" fmla="*/ 2146224 h 2609167"/>
              <a:gd name="connsiteX23" fmla="*/ 2760610 w 3321492"/>
              <a:gd name="connsiteY23" fmla="*/ 1946143 h 2609167"/>
              <a:gd name="connsiteX24" fmla="*/ 3088999 w 3321492"/>
              <a:gd name="connsiteY24" fmla="*/ 1676825 h 2609167"/>
              <a:gd name="connsiteX25" fmla="*/ 3286694 w 3321492"/>
              <a:gd name="connsiteY25" fmla="*/ 1454150 h 2609167"/>
              <a:gd name="connsiteX26" fmla="*/ 3321492 w 3321492"/>
              <a:gd name="connsiteY26" fmla="*/ 1296761 h 2609167"/>
              <a:gd name="connsiteX0" fmla="*/ 1485097 w 3321492"/>
              <a:gd name="connsiteY0" fmla="*/ 0 h 2547278"/>
              <a:gd name="connsiteX1" fmla="*/ 1298300 w 3321492"/>
              <a:gd name="connsiteY1" fmla="*/ 151664 h 2547278"/>
              <a:gd name="connsiteX2" fmla="*/ 1068330 w 3321492"/>
              <a:gd name="connsiteY2" fmla="*/ 314959 h 2547278"/>
              <a:gd name="connsiteX3" fmla="*/ 930702 w 3321492"/>
              <a:gd name="connsiteY3" fmla="*/ 437285 h 2547278"/>
              <a:gd name="connsiteX4" fmla="*/ 894848 w 3321492"/>
              <a:gd name="connsiteY4" fmla="*/ 535312 h 2547278"/>
              <a:gd name="connsiteX5" fmla="*/ 907919 w 3321492"/>
              <a:gd name="connsiteY5" fmla="*/ 702090 h 2547278"/>
              <a:gd name="connsiteX6" fmla="*/ 886817 w 3321492"/>
              <a:gd name="connsiteY6" fmla="*/ 835446 h 2547278"/>
              <a:gd name="connsiteX7" fmla="*/ 823606 w 3321492"/>
              <a:gd name="connsiteY7" fmla="*/ 967558 h 2547278"/>
              <a:gd name="connsiteX8" fmla="*/ 621179 w 3321492"/>
              <a:gd name="connsiteY8" fmla="*/ 1073132 h 2547278"/>
              <a:gd name="connsiteX9" fmla="*/ 527872 w 3321492"/>
              <a:gd name="connsiteY9" fmla="*/ 1209898 h 2547278"/>
              <a:gd name="connsiteX10" fmla="*/ 168802 w 3321492"/>
              <a:gd name="connsiteY10" fmla="*/ 1326492 h 2547278"/>
              <a:gd name="connsiteX11" fmla="*/ 269 w 3321492"/>
              <a:gd name="connsiteY11" fmla="*/ 1723493 h 2547278"/>
              <a:gd name="connsiteX12" fmla="*/ 57971 w 3321492"/>
              <a:gd name="connsiteY12" fmla="*/ 2004967 h 2547278"/>
              <a:gd name="connsiteX13" fmla="*/ 181219 w 3321492"/>
              <a:gd name="connsiteY13" fmla="*/ 2227062 h 2547278"/>
              <a:gd name="connsiteX14" fmla="*/ 274917 w 3321492"/>
              <a:gd name="connsiteY14" fmla="*/ 2341800 h 2547278"/>
              <a:gd name="connsiteX15" fmla="*/ 392702 w 3321492"/>
              <a:gd name="connsiteY15" fmla="*/ 2435141 h 2547278"/>
              <a:gd name="connsiteX16" fmla="*/ 509229 w 3321492"/>
              <a:gd name="connsiteY16" fmla="*/ 2484402 h 2547278"/>
              <a:gd name="connsiteX17" fmla="*/ 836118 w 3321492"/>
              <a:gd name="connsiteY17" fmla="*/ 2529601 h 2547278"/>
              <a:gd name="connsiteX18" fmla="*/ 1047601 w 3321492"/>
              <a:gd name="connsiteY18" fmla="*/ 2529601 h 2547278"/>
              <a:gd name="connsiteX19" fmla="*/ 1549839 w 3321492"/>
              <a:gd name="connsiteY19" fmla="*/ 2545690 h 2547278"/>
              <a:gd name="connsiteX20" fmla="*/ 1796429 w 3321492"/>
              <a:gd name="connsiteY20" fmla="*/ 2532587 h 2547278"/>
              <a:gd name="connsiteX21" fmla="*/ 2174206 w 3321492"/>
              <a:gd name="connsiteY21" fmla="*/ 2345655 h 2547278"/>
              <a:gd name="connsiteX22" fmla="*/ 2554222 w 3321492"/>
              <a:gd name="connsiteY22" fmla="*/ 2084335 h 2547278"/>
              <a:gd name="connsiteX23" fmla="*/ 2760610 w 3321492"/>
              <a:gd name="connsiteY23" fmla="*/ 1884254 h 2547278"/>
              <a:gd name="connsiteX24" fmla="*/ 3088999 w 3321492"/>
              <a:gd name="connsiteY24" fmla="*/ 1614936 h 2547278"/>
              <a:gd name="connsiteX25" fmla="*/ 3286694 w 3321492"/>
              <a:gd name="connsiteY25" fmla="*/ 1392261 h 2547278"/>
              <a:gd name="connsiteX26" fmla="*/ 3321492 w 3321492"/>
              <a:gd name="connsiteY26" fmla="*/ 1234872 h 2547278"/>
              <a:gd name="connsiteX0" fmla="*/ 1485097 w 3286694"/>
              <a:gd name="connsiteY0" fmla="*/ 0 h 2547278"/>
              <a:gd name="connsiteX1" fmla="*/ 1298300 w 3286694"/>
              <a:gd name="connsiteY1" fmla="*/ 151664 h 2547278"/>
              <a:gd name="connsiteX2" fmla="*/ 1068330 w 3286694"/>
              <a:gd name="connsiteY2" fmla="*/ 314959 h 2547278"/>
              <a:gd name="connsiteX3" fmla="*/ 930702 w 3286694"/>
              <a:gd name="connsiteY3" fmla="*/ 437285 h 2547278"/>
              <a:gd name="connsiteX4" fmla="*/ 894848 w 3286694"/>
              <a:gd name="connsiteY4" fmla="*/ 535312 h 2547278"/>
              <a:gd name="connsiteX5" fmla="*/ 907919 w 3286694"/>
              <a:gd name="connsiteY5" fmla="*/ 702090 h 2547278"/>
              <a:gd name="connsiteX6" fmla="*/ 886817 w 3286694"/>
              <a:gd name="connsiteY6" fmla="*/ 835446 h 2547278"/>
              <a:gd name="connsiteX7" fmla="*/ 823606 w 3286694"/>
              <a:gd name="connsiteY7" fmla="*/ 967558 h 2547278"/>
              <a:gd name="connsiteX8" fmla="*/ 621179 w 3286694"/>
              <a:gd name="connsiteY8" fmla="*/ 1073132 h 2547278"/>
              <a:gd name="connsiteX9" fmla="*/ 527872 w 3286694"/>
              <a:gd name="connsiteY9" fmla="*/ 1209898 h 2547278"/>
              <a:gd name="connsiteX10" fmla="*/ 168802 w 3286694"/>
              <a:gd name="connsiteY10" fmla="*/ 1326492 h 2547278"/>
              <a:gd name="connsiteX11" fmla="*/ 269 w 3286694"/>
              <a:gd name="connsiteY11" fmla="*/ 1723493 h 2547278"/>
              <a:gd name="connsiteX12" fmla="*/ 57971 w 3286694"/>
              <a:gd name="connsiteY12" fmla="*/ 2004967 h 2547278"/>
              <a:gd name="connsiteX13" fmla="*/ 181219 w 3286694"/>
              <a:gd name="connsiteY13" fmla="*/ 2227062 h 2547278"/>
              <a:gd name="connsiteX14" fmla="*/ 274917 w 3286694"/>
              <a:gd name="connsiteY14" fmla="*/ 2341800 h 2547278"/>
              <a:gd name="connsiteX15" fmla="*/ 392702 w 3286694"/>
              <a:gd name="connsiteY15" fmla="*/ 2435141 h 2547278"/>
              <a:gd name="connsiteX16" fmla="*/ 509229 w 3286694"/>
              <a:gd name="connsiteY16" fmla="*/ 2484402 h 2547278"/>
              <a:gd name="connsiteX17" fmla="*/ 836118 w 3286694"/>
              <a:gd name="connsiteY17" fmla="*/ 2529601 h 2547278"/>
              <a:gd name="connsiteX18" fmla="*/ 1047601 w 3286694"/>
              <a:gd name="connsiteY18" fmla="*/ 2529601 h 2547278"/>
              <a:gd name="connsiteX19" fmla="*/ 1549839 w 3286694"/>
              <a:gd name="connsiteY19" fmla="*/ 2545690 h 2547278"/>
              <a:gd name="connsiteX20" fmla="*/ 1796429 w 3286694"/>
              <a:gd name="connsiteY20" fmla="*/ 2532587 h 2547278"/>
              <a:gd name="connsiteX21" fmla="*/ 2174206 w 3286694"/>
              <a:gd name="connsiteY21" fmla="*/ 2345655 h 2547278"/>
              <a:gd name="connsiteX22" fmla="*/ 2554222 w 3286694"/>
              <a:gd name="connsiteY22" fmla="*/ 2084335 h 2547278"/>
              <a:gd name="connsiteX23" fmla="*/ 2760610 w 3286694"/>
              <a:gd name="connsiteY23" fmla="*/ 1884254 h 2547278"/>
              <a:gd name="connsiteX24" fmla="*/ 3088999 w 3286694"/>
              <a:gd name="connsiteY24" fmla="*/ 1614936 h 2547278"/>
              <a:gd name="connsiteX25" fmla="*/ 3286694 w 3286694"/>
              <a:gd name="connsiteY25" fmla="*/ 1392261 h 2547278"/>
              <a:gd name="connsiteX0" fmla="*/ 1485097 w 3088999"/>
              <a:gd name="connsiteY0" fmla="*/ 0 h 2547278"/>
              <a:gd name="connsiteX1" fmla="*/ 1298300 w 3088999"/>
              <a:gd name="connsiteY1" fmla="*/ 151664 h 2547278"/>
              <a:gd name="connsiteX2" fmla="*/ 1068330 w 3088999"/>
              <a:gd name="connsiteY2" fmla="*/ 314959 h 2547278"/>
              <a:gd name="connsiteX3" fmla="*/ 930702 w 3088999"/>
              <a:gd name="connsiteY3" fmla="*/ 437285 h 2547278"/>
              <a:gd name="connsiteX4" fmla="*/ 894848 w 3088999"/>
              <a:gd name="connsiteY4" fmla="*/ 535312 h 2547278"/>
              <a:gd name="connsiteX5" fmla="*/ 907919 w 3088999"/>
              <a:gd name="connsiteY5" fmla="*/ 702090 h 2547278"/>
              <a:gd name="connsiteX6" fmla="*/ 886817 w 3088999"/>
              <a:gd name="connsiteY6" fmla="*/ 835446 h 2547278"/>
              <a:gd name="connsiteX7" fmla="*/ 823606 w 3088999"/>
              <a:gd name="connsiteY7" fmla="*/ 967558 h 2547278"/>
              <a:gd name="connsiteX8" fmla="*/ 621179 w 3088999"/>
              <a:gd name="connsiteY8" fmla="*/ 1073132 h 2547278"/>
              <a:gd name="connsiteX9" fmla="*/ 527872 w 3088999"/>
              <a:gd name="connsiteY9" fmla="*/ 1209898 h 2547278"/>
              <a:gd name="connsiteX10" fmla="*/ 168802 w 3088999"/>
              <a:gd name="connsiteY10" fmla="*/ 1326492 h 2547278"/>
              <a:gd name="connsiteX11" fmla="*/ 269 w 3088999"/>
              <a:gd name="connsiteY11" fmla="*/ 1723493 h 2547278"/>
              <a:gd name="connsiteX12" fmla="*/ 57971 w 3088999"/>
              <a:gd name="connsiteY12" fmla="*/ 2004967 h 2547278"/>
              <a:gd name="connsiteX13" fmla="*/ 181219 w 3088999"/>
              <a:gd name="connsiteY13" fmla="*/ 2227062 h 2547278"/>
              <a:gd name="connsiteX14" fmla="*/ 274917 w 3088999"/>
              <a:gd name="connsiteY14" fmla="*/ 2341800 h 2547278"/>
              <a:gd name="connsiteX15" fmla="*/ 392702 w 3088999"/>
              <a:gd name="connsiteY15" fmla="*/ 2435141 h 2547278"/>
              <a:gd name="connsiteX16" fmla="*/ 509229 w 3088999"/>
              <a:gd name="connsiteY16" fmla="*/ 2484402 h 2547278"/>
              <a:gd name="connsiteX17" fmla="*/ 836118 w 3088999"/>
              <a:gd name="connsiteY17" fmla="*/ 2529601 h 2547278"/>
              <a:gd name="connsiteX18" fmla="*/ 1047601 w 3088999"/>
              <a:gd name="connsiteY18" fmla="*/ 2529601 h 2547278"/>
              <a:gd name="connsiteX19" fmla="*/ 1549839 w 3088999"/>
              <a:gd name="connsiteY19" fmla="*/ 2545690 h 2547278"/>
              <a:gd name="connsiteX20" fmla="*/ 1796429 w 3088999"/>
              <a:gd name="connsiteY20" fmla="*/ 2532587 h 2547278"/>
              <a:gd name="connsiteX21" fmla="*/ 2174206 w 3088999"/>
              <a:gd name="connsiteY21" fmla="*/ 2345655 h 2547278"/>
              <a:gd name="connsiteX22" fmla="*/ 2554222 w 3088999"/>
              <a:gd name="connsiteY22" fmla="*/ 2084335 h 2547278"/>
              <a:gd name="connsiteX23" fmla="*/ 2760610 w 3088999"/>
              <a:gd name="connsiteY23" fmla="*/ 1884254 h 2547278"/>
              <a:gd name="connsiteX24" fmla="*/ 3088999 w 3088999"/>
              <a:gd name="connsiteY24" fmla="*/ 1614936 h 2547278"/>
              <a:gd name="connsiteX0" fmla="*/ 1485097 w 2760610"/>
              <a:gd name="connsiteY0" fmla="*/ 0 h 2547278"/>
              <a:gd name="connsiteX1" fmla="*/ 1298300 w 2760610"/>
              <a:gd name="connsiteY1" fmla="*/ 151664 h 2547278"/>
              <a:gd name="connsiteX2" fmla="*/ 1068330 w 2760610"/>
              <a:gd name="connsiteY2" fmla="*/ 314959 h 2547278"/>
              <a:gd name="connsiteX3" fmla="*/ 930702 w 2760610"/>
              <a:gd name="connsiteY3" fmla="*/ 437285 h 2547278"/>
              <a:gd name="connsiteX4" fmla="*/ 894848 w 2760610"/>
              <a:gd name="connsiteY4" fmla="*/ 535312 h 2547278"/>
              <a:gd name="connsiteX5" fmla="*/ 907919 w 2760610"/>
              <a:gd name="connsiteY5" fmla="*/ 702090 h 2547278"/>
              <a:gd name="connsiteX6" fmla="*/ 886817 w 2760610"/>
              <a:gd name="connsiteY6" fmla="*/ 835446 h 2547278"/>
              <a:gd name="connsiteX7" fmla="*/ 823606 w 2760610"/>
              <a:gd name="connsiteY7" fmla="*/ 967558 h 2547278"/>
              <a:gd name="connsiteX8" fmla="*/ 621179 w 2760610"/>
              <a:gd name="connsiteY8" fmla="*/ 1073132 h 2547278"/>
              <a:gd name="connsiteX9" fmla="*/ 527872 w 2760610"/>
              <a:gd name="connsiteY9" fmla="*/ 1209898 h 2547278"/>
              <a:gd name="connsiteX10" fmla="*/ 168802 w 2760610"/>
              <a:gd name="connsiteY10" fmla="*/ 1326492 h 2547278"/>
              <a:gd name="connsiteX11" fmla="*/ 269 w 2760610"/>
              <a:gd name="connsiteY11" fmla="*/ 1723493 h 2547278"/>
              <a:gd name="connsiteX12" fmla="*/ 57971 w 2760610"/>
              <a:gd name="connsiteY12" fmla="*/ 2004967 h 2547278"/>
              <a:gd name="connsiteX13" fmla="*/ 181219 w 2760610"/>
              <a:gd name="connsiteY13" fmla="*/ 2227062 h 2547278"/>
              <a:gd name="connsiteX14" fmla="*/ 274917 w 2760610"/>
              <a:gd name="connsiteY14" fmla="*/ 2341800 h 2547278"/>
              <a:gd name="connsiteX15" fmla="*/ 392702 w 2760610"/>
              <a:gd name="connsiteY15" fmla="*/ 2435141 h 2547278"/>
              <a:gd name="connsiteX16" fmla="*/ 509229 w 2760610"/>
              <a:gd name="connsiteY16" fmla="*/ 2484402 h 2547278"/>
              <a:gd name="connsiteX17" fmla="*/ 836118 w 2760610"/>
              <a:gd name="connsiteY17" fmla="*/ 2529601 h 2547278"/>
              <a:gd name="connsiteX18" fmla="*/ 1047601 w 2760610"/>
              <a:gd name="connsiteY18" fmla="*/ 2529601 h 2547278"/>
              <a:gd name="connsiteX19" fmla="*/ 1549839 w 2760610"/>
              <a:gd name="connsiteY19" fmla="*/ 2545690 h 2547278"/>
              <a:gd name="connsiteX20" fmla="*/ 1796429 w 2760610"/>
              <a:gd name="connsiteY20" fmla="*/ 2532587 h 2547278"/>
              <a:gd name="connsiteX21" fmla="*/ 2174206 w 2760610"/>
              <a:gd name="connsiteY21" fmla="*/ 2345655 h 2547278"/>
              <a:gd name="connsiteX22" fmla="*/ 2554222 w 2760610"/>
              <a:gd name="connsiteY22" fmla="*/ 2084335 h 2547278"/>
              <a:gd name="connsiteX23" fmla="*/ 2760610 w 2760610"/>
              <a:gd name="connsiteY23" fmla="*/ 1884254 h 2547278"/>
              <a:gd name="connsiteX0" fmla="*/ 1484998 w 2760511"/>
              <a:gd name="connsiteY0" fmla="*/ 0 h 2547278"/>
              <a:gd name="connsiteX1" fmla="*/ 1298201 w 2760511"/>
              <a:gd name="connsiteY1" fmla="*/ 151664 h 2547278"/>
              <a:gd name="connsiteX2" fmla="*/ 1068231 w 2760511"/>
              <a:gd name="connsiteY2" fmla="*/ 314959 h 2547278"/>
              <a:gd name="connsiteX3" fmla="*/ 930603 w 2760511"/>
              <a:gd name="connsiteY3" fmla="*/ 437285 h 2547278"/>
              <a:gd name="connsiteX4" fmla="*/ 894749 w 2760511"/>
              <a:gd name="connsiteY4" fmla="*/ 535312 h 2547278"/>
              <a:gd name="connsiteX5" fmla="*/ 907820 w 2760511"/>
              <a:gd name="connsiteY5" fmla="*/ 702090 h 2547278"/>
              <a:gd name="connsiteX6" fmla="*/ 886718 w 2760511"/>
              <a:gd name="connsiteY6" fmla="*/ 835446 h 2547278"/>
              <a:gd name="connsiteX7" fmla="*/ 823507 w 2760511"/>
              <a:gd name="connsiteY7" fmla="*/ 967558 h 2547278"/>
              <a:gd name="connsiteX8" fmla="*/ 621080 w 2760511"/>
              <a:gd name="connsiteY8" fmla="*/ 1073132 h 2547278"/>
              <a:gd name="connsiteX9" fmla="*/ 527773 w 2760511"/>
              <a:gd name="connsiteY9" fmla="*/ 1209898 h 2547278"/>
              <a:gd name="connsiteX10" fmla="*/ 168703 w 2760511"/>
              <a:gd name="connsiteY10" fmla="*/ 1326492 h 2547278"/>
              <a:gd name="connsiteX11" fmla="*/ 170 w 2760511"/>
              <a:gd name="connsiteY11" fmla="*/ 1723493 h 2547278"/>
              <a:gd name="connsiteX12" fmla="*/ 57872 w 2760511"/>
              <a:gd name="connsiteY12" fmla="*/ 2004967 h 2547278"/>
              <a:gd name="connsiteX13" fmla="*/ 125904 w 2760511"/>
              <a:gd name="connsiteY13" fmla="*/ 2266333 h 2547278"/>
              <a:gd name="connsiteX14" fmla="*/ 274818 w 2760511"/>
              <a:gd name="connsiteY14" fmla="*/ 2341800 h 2547278"/>
              <a:gd name="connsiteX15" fmla="*/ 392603 w 2760511"/>
              <a:gd name="connsiteY15" fmla="*/ 2435141 h 2547278"/>
              <a:gd name="connsiteX16" fmla="*/ 509130 w 2760511"/>
              <a:gd name="connsiteY16" fmla="*/ 2484402 h 2547278"/>
              <a:gd name="connsiteX17" fmla="*/ 836019 w 2760511"/>
              <a:gd name="connsiteY17" fmla="*/ 2529601 h 2547278"/>
              <a:gd name="connsiteX18" fmla="*/ 1047502 w 2760511"/>
              <a:gd name="connsiteY18" fmla="*/ 2529601 h 2547278"/>
              <a:gd name="connsiteX19" fmla="*/ 1549740 w 2760511"/>
              <a:gd name="connsiteY19" fmla="*/ 2545690 h 2547278"/>
              <a:gd name="connsiteX20" fmla="*/ 1796330 w 2760511"/>
              <a:gd name="connsiteY20" fmla="*/ 2532587 h 2547278"/>
              <a:gd name="connsiteX21" fmla="*/ 2174107 w 2760511"/>
              <a:gd name="connsiteY21" fmla="*/ 2345655 h 2547278"/>
              <a:gd name="connsiteX22" fmla="*/ 2554123 w 2760511"/>
              <a:gd name="connsiteY22" fmla="*/ 2084335 h 2547278"/>
              <a:gd name="connsiteX23" fmla="*/ 2760511 w 2760511"/>
              <a:gd name="connsiteY23" fmla="*/ 1884254 h 2547278"/>
              <a:gd name="connsiteX0" fmla="*/ 1484998 w 2760511"/>
              <a:gd name="connsiteY0" fmla="*/ 0 h 2547278"/>
              <a:gd name="connsiteX1" fmla="*/ 1298201 w 2760511"/>
              <a:gd name="connsiteY1" fmla="*/ 151664 h 2547278"/>
              <a:gd name="connsiteX2" fmla="*/ 1068231 w 2760511"/>
              <a:gd name="connsiteY2" fmla="*/ 314959 h 2547278"/>
              <a:gd name="connsiteX3" fmla="*/ 930603 w 2760511"/>
              <a:gd name="connsiteY3" fmla="*/ 437285 h 2547278"/>
              <a:gd name="connsiteX4" fmla="*/ 894749 w 2760511"/>
              <a:gd name="connsiteY4" fmla="*/ 535312 h 2547278"/>
              <a:gd name="connsiteX5" fmla="*/ 907820 w 2760511"/>
              <a:gd name="connsiteY5" fmla="*/ 702090 h 2547278"/>
              <a:gd name="connsiteX6" fmla="*/ 886718 w 2760511"/>
              <a:gd name="connsiteY6" fmla="*/ 835446 h 2547278"/>
              <a:gd name="connsiteX7" fmla="*/ 823507 w 2760511"/>
              <a:gd name="connsiteY7" fmla="*/ 967558 h 2547278"/>
              <a:gd name="connsiteX8" fmla="*/ 621080 w 2760511"/>
              <a:gd name="connsiteY8" fmla="*/ 1073132 h 2547278"/>
              <a:gd name="connsiteX9" fmla="*/ 527773 w 2760511"/>
              <a:gd name="connsiteY9" fmla="*/ 1209898 h 2547278"/>
              <a:gd name="connsiteX10" fmla="*/ 168703 w 2760511"/>
              <a:gd name="connsiteY10" fmla="*/ 1326492 h 2547278"/>
              <a:gd name="connsiteX11" fmla="*/ 170 w 2760511"/>
              <a:gd name="connsiteY11" fmla="*/ 1723493 h 2547278"/>
              <a:gd name="connsiteX12" fmla="*/ 57872 w 2760511"/>
              <a:gd name="connsiteY12" fmla="*/ 2004967 h 2547278"/>
              <a:gd name="connsiteX13" fmla="*/ 125904 w 2760511"/>
              <a:gd name="connsiteY13" fmla="*/ 2266333 h 2547278"/>
              <a:gd name="connsiteX14" fmla="*/ 270363 w 2760511"/>
              <a:gd name="connsiteY14" fmla="*/ 2377863 h 2547278"/>
              <a:gd name="connsiteX15" fmla="*/ 392603 w 2760511"/>
              <a:gd name="connsiteY15" fmla="*/ 2435141 h 2547278"/>
              <a:gd name="connsiteX16" fmla="*/ 509130 w 2760511"/>
              <a:gd name="connsiteY16" fmla="*/ 2484402 h 2547278"/>
              <a:gd name="connsiteX17" fmla="*/ 836019 w 2760511"/>
              <a:gd name="connsiteY17" fmla="*/ 2529601 h 2547278"/>
              <a:gd name="connsiteX18" fmla="*/ 1047502 w 2760511"/>
              <a:gd name="connsiteY18" fmla="*/ 2529601 h 2547278"/>
              <a:gd name="connsiteX19" fmla="*/ 1549740 w 2760511"/>
              <a:gd name="connsiteY19" fmla="*/ 2545690 h 2547278"/>
              <a:gd name="connsiteX20" fmla="*/ 1796330 w 2760511"/>
              <a:gd name="connsiteY20" fmla="*/ 2532587 h 2547278"/>
              <a:gd name="connsiteX21" fmla="*/ 2174107 w 2760511"/>
              <a:gd name="connsiteY21" fmla="*/ 2345655 h 2547278"/>
              <a:gd name="connsiteX22" fmla="*/ 2554123 w 2760511"/>
              <a:gd name="connsiteY22" fmla="*/ 2084335 h 2547278"/>
              <a:gd name="connsiteX23" fmla="*/ 2760511 w 2760511"/>
              <a:gd name="connsiteY23" fmla="*/ 1884254 h 2547278"/>
              <a:gd name="connsiteX0" fmla="*/ 1484998 w 2846524"/>
              <a:gd name="connsiteY0" fmla="*/ 0 h 2547278"/>
              <a:gd name="connsiteX1" fmla="*/ 1298201 w 2846524"/>
              <a:gd name="connsiteY1" fmla="*/ 151664 h 2547278"/>
              <a:gd name="connsiteX2" fmla="*/ 1068231 w 2846524"/>
              <a:gd name="connsiteY2" fmla="*/ 314959 h 2547278"/>
              <a:gd name="connsiteX3" fmla="*/ 930603 w 2846524"/>
              <a:gd name="connsiteY3" fmla="*/ 437285 h 2547278"/>
              <a:gd name="connsiteX4" fmla="*/ 894749 w 2846524"/>
              <a:gd name="connsiteY4" fmla="*/ 535312 h 2547278"/>
              <a:gd name="connsiteX5" fmla="*/ 907820 w 2846524"/>
              <a:gd name="connsiteY5" fmla="*/ 702090 h 2547278"/>
              <a:gd name="connsiteX6" fmla="*/ 886718 w 2846524"/>
              <a:gd name="connsiteY6" fmla="*/ 835446 h 2547278"/>
              <a:gd name="connsiteX7" fmla="*/ 823507 w 2846524"/>
              <a:gd name="connsiteY7" fmla="*/ 967558 h 2547278"/>
              <a:gd name="connsiteX8" fmla="*/ 621080 w 2846524"/>
              <a:gd name="connsiteY8" fmla="*/ 1073132 h 2547278"/>
              <a:gd name="connsiteX9" fmla="*/ 527773 w 2846524"/>
              <a:gd name="connsiteY9" fmla="*/ 1209898 h 2547278"/>
              <a:gd name="connsiteX10" fmla="*/ 168703 w 2846524"/>
              <a:gd name="connsiteY10" fmla="*/ 1326492 h 2547278"/>
              <a:gd name="connsiteX11" fmla="*/ 170 w 2846524"/>
              <a:gd name="connsiteY11" fmla="*/ 1723493 h 2547278"/>
              <a:gd name="connsiteX12" fmla="*/ 57872 w 2846524"/>
              <a:gd name="connsiteY12" fmla="*/ 2004967 h 2547278"/>
              <a:gd name="connsiteX13" fmla="*/ 125904 w 2846524"/>
              <a:gd name="connsiteY13" fmla="*/ 2266333 h 2547278"/>
              <a:gd name="connsiteX14" fmla="*/ 270363 w 2846524"/>
              <a:gd name="connsiteY14" fmla="*/ 2377863 h 2547278"/>
              <a:gd name="connsiteX15" fmla="*/ 392603 w 2846524"/>
              <a:gd name="connsiteY15" fmla="*/ 2435141 h 2547278"/>
              <a:gd name="connsiteX16" fmla="*/ 509130 w 2846524"/>
              <a:gd name="connsiteY16" fmla="*/ 2484402 h 2547278"/>
              <a:gd name="connsiteX17" fmla="*/ 836019 w 2846524"/>
              <a:gd name="connsiteY17" fmla="*/ 2529601 h 2547278"/>
              <a:gd name="connsiteX18" fmla="*/ 1047502 w 2846524"/>
              <a:gd name="connsiteY18" fmla="*/ 2529601 h 2547278"/>
              <a:gd name="connsiteX19" fmla="*/ 1549740 w 2846524"/>
              <a:gd name="connsiteY19" fmla="*/ 2545690 h 2547278"/>
              <a:gd name="connsiteX20" fmla="*/ 1796330 w 2846524"/>
              <a:gd name="connsiteY20" fmla="*/ 2532587 h 2547278"/>
              <a:gd name="connsiteX21" fmla="*/ 2174107 w 2846524"/>
              <a:gd name="connsiteY21" fmla="*/ 2345655 h 2547278"/>
              <a:gd name="connsiteX22" fmla="*/ 2554123 w 2846524"/>
              <a:gd name="connsiteY22" fmla="*/ 2084335 h 2547278"/>
              <a:gd name="connsiteX23" fmla="*/ 2846524 w 2846524"/>
              <a:gd name="connsiteY23" fmla="*/ 2191742 h 2547278"/>
              <a:gd name="connsiteX0" fmla="*/ 1484998 w 2554123"/>
              <a:gd name="connsiteY0" fmla="*/ 0 h 2547278"/>
              <a:gd name="connsiteX1" fmla="*/ 1298201 w 2554123"/>
              <a:gd name="connsiteY1" fmla="*/ 151664 h 2547278"/>
              <a:gd name="connsiteX2" fmla="*/ 1068231 w 2554123"/>
              <a:gd name="connsiteY2" fmla="*/ 314959 h 2547278"/>
              <a:gd name="connsiteX3" fmla="*/ 930603 w 2554123"/>
              <a:gd name="connsiteY3" fmla="*/ 437285 h 2547278"/>
              <a:gd name="connsiteX4" fmla="*/ 894749 w 2554123"/>
              <a:gd name="connsiteY4" fmla="*/ 535312 h 2547278"/>
              <a:gd name="connsiteX5" fmla="*/ 907820 w 2554123"/>
              <a:gd name="connsiteY5" fmla="*/ 702090 h 2547278"/>
              <a:gd name="connsiteX6" fmla="*/ 886718 w 2554123"/>
              <a:gd name="connsiteY6" fmla="*/ 835446 h 2547278"/>
              <a:gd name="connsiteX7" fmla="*/ 823507 w 2554123"/>
              <a:gd name="connsiteY7" fmla="*/ 967558 h 2547278"/>
              <a:gd name="connsiteX8" fmla="*/ 621080 w 2554123"/>
              <a:gd name="connsiteY8" fmla="*/ 1073132 h 2547278"/>
              <a:gd name="connsiteX9" fmla="*/ 527773 w 2554123"/>
              <a:gd name="connsiteY9" fmla="*/ 1209898 h 2547278"/>
              <a:gd name="connsiteX10" fmla="*/ 168703 w 2554123"/>
              <a:gd name="connsiteY10" fmla="*/ 1326492 h 2547278"/>
              <a:gd name="connsiteX11" fmla="*/ 170 w 2554123"/>
              <a:gd name="connsiteY11" fmla="*/ 1723493 h 2547278"/>
              <a:gd name="connsiteX12" fmla="*/ 57872 w 2554123"/>
              <a:gd name="connsiteY12" fmla="*/ 2004967 h 2547278"/>
              <a:gd name="connsiteX13" fmla="*/ 125904 w 2554123"/>
              <a:gd name="connsiteY13" fmla="*/ 2266333 h 2547278"/>
              <a:gd name="connsiteX14" fmla="*/ 270363 w 2554123"/>
              <a:gd name="connsiteY14" fmla="*/ 2377863 h 2547278"/>
              <a:gd name="connsiteX15" fmla="*/ 392603 w 2554123"/>
              <a:gd name="connsiteY15" fmla="*/ 2435141 h 2547278"/>
              <a:gd name="connsiteX16" fmla="*/ 509130 w 2554123"/>
              <a:gd name="connsiteY16" fmla="*/ 2484402 h 2547278"/>
              <a:gd name="connsiteX17" fmla="*/ 836019 w 2554123"/>
              <a:gd name="connsiteY17" fmla="*/ 2529601 h 2547278"/>
              <a:gd name="connsiteX18" fmla="*/ 1047502 w 2554123"/>
              <a:gd name="connsiteY18" fmla="*/ 2529601 h 2547278"/>
              <a:gd name="connsiteX19" fmla="*/ 1549740 w 2554123"/>
              <a:gd name="connsiteY19" fmla="*/ 2545690 h 2547278"/>
              <a:gd name="connsiteX20" fmla="*/ 1796330 w 2554123"/>
              <a:gd name="connsiteY20" fmla="*/ 2532587 h 2547278"/>
              <a:gd name="connsiteX21" fmla="*/ 2174107 w 2554123"/>
              <a:gd name="connsiteY21" fmla="*/ 2345655 h 2547278"/>
              <a:gd name="connsiteX22" fmla="*/ 2554123 w 2554123"/>
              <a:gd name="connsiteY22" fmla="*/ 2084335 h 2547278"/>
              <a:gd name="connsiteX0" fmla="*/ 1484998 w 2697058"/>
              <a:gd name="connsiteY0" fmla="*/ 0 h 2547278"/>
              <a:gd name="connsiteX1" fmla="*/ 1298201 w 2697058"/>
              <a:gd name="connsiteY1" fmla="*/ 151664 h 2547278"/>
              <a:gd name="connsiteX2" fmla="*/ 1068231 w 2697058"/>
              <a:gd name="connsiteY2" fmla="*/ 314959 h 2547278"/>
              <a:gd name="connsiteX3" fmla="*/ 930603 w 2697058"/>
              <a:gd name="connsiteY3" fmla="*/ 437285 h 2547278"/>
              <a:gd name="connsiteX4" fmla="*/ 894749 w 2697058"/>
              <a:gd name="connsiteY4" fmla="*/ 535312 h 2547278"/>
              <a:gd name="connsiteX5" fmla="*/ 907820 w 2697058"/>
              <a:gd name="connsiteY5" fmla="*/ 702090 h 2547278"/>
              <a:gd name="connsiteX6" fmla="*/ 886718 w 2697058"/>
              <a:gd name="connsiteY6" fmla="*/ 835446 h 2547278"/>
              <a:gd name="connsiteX7" fmla="*/ 823507 w 2697058"/>
              <a:gd name="connsiteY7" fmla="*/ 967558 h 2547278"/>
              <a:gd name="connsiteX8" fmla="*/ 621080 w 2697058"/>
              <a:gd name="connsiteY8" fmla="*/ 1073132 h 2547278"/>
              <a:gd name="connsiteX9" fmla="*/ 527773 w 2697058"/>
              <a:gd name="connsiteY9" fmla="*/ 1209898 h 2547278"/>
              <a:gd name="connsiteX10" fmla="*/ 168703 w 2697058"/>
              <a:gd name="connsiteY10" fmla="*/ 1326492 h 2547278"/>
              <a:gd name="connsiteX11" fmla="*/ 170 w 2697058"/>
              <a:gd name="connsiteY11" fmla="*/ 1723493 h 2547278"/>
              <a:gd name="connsiteX12" fmla="*/ 57872 w 2697058"/>
              <a:gd name="connsiteY12" fmla="*/ 2004967 h 2547278"/>
              <a:gd name="connsiteX13" fmla="*/ 125904 w 2697058"/>
              <a:gd name="connsiteY13" fmla="*/ 2266333 h 2547278"/>
              <a:gd name="connsiteX14" fmla="*/ 270363 w 2697058"/>
              <a:gd name="connsiteY14" fmla="*/ 2377863 h 2547278"/>
              <a:gd name="connsiteX15" fmla="*/ 392603 w 2697058"/>
              <a:gd name="connsiteY15" fmla="*/ 2435141 h 2547278"/>
              <a:gd name="connsiteX16" fmla="*/ 509130 w 2697058"/>
              <a:gd name="connsiteY16" fmla="*/ 2484402 h 2547278"/>
              <a:gd name="connsiteX17" fmla="*/ 836019 w 2697058"/>
              <a:gd name="connsiteY17" fmla="*/ 2529601 h 2547278"/>
              <a:gd name="connsiteX18" fmla="*/ 1047502 w 2697058"/>
              <a:gd name="connsiteY18" fmla="*/ 2529601 h 2547278"/>
              <a:gd name="connsiteX19" fmla="*/ 1549740 w 2697058"/>
              <a:gd name="connsiteY19" fmla="*/ 2545690 h 2547278"/>
              <a:gd name="connsiteX20" fmla="*/ 1796330 w 2697058"/>
              <a:gd name="connsiteY20" fmla="*/ 2532587 h 2547278"/>
              <a:gd name="connsiteX21" fmla="*/ 2174107 w 2697058"/>
              <a:gd name="connsiteY21" fmla="*/ 2345655 h 2547278"/>
              <a:gd name="connsiteX22" fmla="*/ 2697057 w 2697058"/>
              <a:gd name="connsiteY22" fmla="*/ 2273342 h 2547278"/>
              <a:gd name="connsiteX0" fmla="*/ 1484998 w 2697057"/>
              <a:gd name="connsiteY0" fmla="*/ 0 h 2547336"/>
              <a:gd name="connsiteX1" fmla="*/ 1298201 w 2697057"/>
              <a:gd name="connsiteY1" fmla="*/ 151664 h 2547336"/>
              <a:gd name="connsiteX2" fmla="*/ 1068231 w 2697057"/>
              <a:gd name="connsiteY2" fmla="*/ 314959 h 2547336"/>
              <a:gd name="connsiteX3" fmla="*/ 930603 w 2697057"/>
              <a:gd name="connsiteY3" fmla="*/ 437285 h 2547336"/>
              <a:gd name="connsiteX4" fmla="*/ 894749 w 2697057"/>
              <a:gd name="connsiteY4" fmla="*/ 535312 h 2547336"/>
              <a:gd name="connsiteX5" fmla="*/ 907820 w 2697057"/>
              <a:gd name="connsiteY5" fmla="*/ 702090 h 2547336"/>
              <a:gd name="connsiteX6" fmla="*/ 886718 w 2697057"/>
              <a:gd name="connsiteY6" fmla="*/ 835446 h 2547336"/>
              <a:gd name="connsiteX7" fmla="*/ 823507 w 2697057"/>
              <a:gd name="connsiteY7" fmla="*/ 967558 h 2547336"/>
              <a:gd name="connsiteX8" fmla="*/ 621080 w 2697057"/>
              <a:gd name="connsiteY8" fmla="*/ 1073132 h 2547336"/>
              <a:gd name="connsiteX9" fmla="*/ 527773 w 2697057"/>
              <a:gd name="connsiteY9" fmla="*/ 1209898 h 2547336"/>
              <a:gd name="connsiteX10" fmla="*/ 168703 w 2697057"/>
              <a:gd name="connsiteY10" fmla="*/ 1326492 h 2547336"/>
              <a:gd name="connsiteX11" fmla="*/ 170 w 2697057"/>
              <a:gd name="connsiteY11" fmla="*/ 1723493 h 2547336"/>
              <a:gd name="connsiteX12" fmla="*/ 57872 w 2697057"/>
              <a:gd name="connsiteY12" fmla="*/ 2004967 h 2547336"/>
              <a:gd name="connsiteX13" fmla="*/ 125904 w 2697057"/>
              <a:gd name="connsiteY13" fmla="*/ 2266333 h 2547336"/>
              <a:gd name="connsiteX14" fmla="*/ 270363 w 2697057"/>
              <a:gd name="connsiteY14" fmla="*/ 2377863 h 2547336"/>
              <a:gd name="connsiteX15" fmla="*/ 392603 w 2697057"/>
              <a:gd name="connsiteY15" fmla="*/ 2435141 h 2547336"/>
              <a:gd name="connsiteX16" fmla="*/ 509130 w 2697057"/>
              <a:gd name="connsiteY16" fmla="*/ 2484402 h 2547336"/>
              <a:gd name="connsiteX17" fmla="*/ 836019 w 2697057"/>
              <a:gd name="connsiteY17" fmla="*/ 2529601 h 2547336"/>
              <a:gd name="connsiteX18" fmla="*/ 1047502 w 2697057"/>
              <a:gd name="connsiteY18" fmla="*/ 2529601 h 2547336"/>
              <a:gd name="connsiteX19" fmla="*/ 1549740 w 2697057"/>
              <a:gd name="connsiteY19" fmla="*/ 2545690 h 2547336"/>
              <a:gd name="connsiteX20" fmla="*/ 1796330 w 2697057"/>
              <a:gd name="connsiteY20" fmla="*/ 2532587 h 2547336"/>
              <a:gd name="connsiteX21" fmla="*/ 2200302 w 2697057"/>
              <a:gd name="connsiteY21" fmla="*/ 2444463 h 2547336"/>
              <a:gd name="connsiteX22" fmla="*/ 2697057 w 2697057"/>
              <a:gd name="connsiteY22" fmla="*/ 2273342 h 2547336"/>
              <a:gd name="connsiteX0" fmla="*/ 1484998 w 2697057"/>
              <a:gd name="connsiteY0" fmla="*/ 0 h 2751755"/>
              <a:gd name="connsiteX1" fmla="*/ 1298201 w 2697057"/>
              <a:gd name="connsiteY1" fmla="*/ 151664 h 2751755"/>
              <a:gd name="connsiteX2" fmla="*/ 1068231 w 2697057"/>
              <a:gd name="connsiteY2" fmla="*/ 314959 h 2751755"/>
              <a:gd name="connsiteX3" fmla="*/ 930603 w 2697057"/>
              <a:gd name="connsiteY3" fmla="*/ 437285 h 2751755"/>
              <a:gd name="connsiteX4" fmla="*/ 894749 w 2697057"/>
              <a:gd name="connsiteY4" fmla="*/ 535312 h 2751755"/>
              <a:gd name="connsiteX5" fmla="*/ 907820 w 2697057"/>
              <a:gd name="connsiteY5" fmla="*/ 702090 h 2751755"/>
              <a:gd name="connsiteX6" fmla="*/ 886718 w 2697057"/>
              <a:gd name="connsiteY6" fmla="*/ 835446 h 2751755"/>
              <a:gd name="connsiteX7" fmla="*/ 823507 w 2697057"/>
              <a:gd name="connsiteY7" fmla="*/ 967558 h 2751755"/>
              <a:gd name="connsiteX8" fmla="*/ 621080 w 2697057"/>
              <a:gd name="connsiteY8" fmla="*/ 1073132 h 2751755"/>
              <a:gd name="connsiteX9" fmla="*/ 527773 w 2697057"/>
              <a:gd name="connsiteY9" fmla="*/ 1209898 h 2751755"/>
              <a:gd name="connsiteX10" fmla="*/ 168703 w 2697057"/>
              <a:gd name="connsiteY10" fmla="*/ 1326492 h 2751755"/>
              <a:gd name="connsiteX11" fmla="*/ 170 w 2697057"/>
              <a:gd name="connsiteY11" fmla="*/ 1723493 h 2751755"/>
              <a:gd name="connsiteX12" fmla="*/ 57872 w 2697057"/>
              <a:gd name="connsiteY12" fmla="*/ 2004967 h 2751755"/>
              <a:gd name="connsiteX13" fmla="*/ 125904 w 2697057"/>
              <a:gd name="connsiteY13" fmla="*/ 2266333 h 2751755"/>
              <a:gd name="connsiteX14" fmla="*/ 270363 w 2697057"/>
              <a:gd name="connsiteY14" fmla="*/ 2377863 h 2751755"/>
              <a:gd name="connsiteX15" fmla="*/ 392603 w 2697057"/>
              <a:gd name="connsiteY15" fmla="*/ 2435141 h 2751755"/>
              <a:gd name="connsiteX16" fmla="*/ 509130 w 2697057"/>
              <a:gd name="connsiteY16" fmla="*/ 2484402 h 2751755"/>
              <a:gd name="connsiteX17" fmla="*/ 836019 w 2697057"/>
              <a:gd name="connsiteY17" fmla="*/ 2529601 h 2751755"/>
              <a:gd name="connsiteX18" fmla="*/ 1047502 w 2697057"/>
              <a:gd name="connsiteY18" fmla="*/ 2529601 h 2751755"/>
              <a:gd name="connsiteX19" fmla="*/ 1571656 w 2697057"/>
              <a:gd name="connsiteY19" fmla="*/ 2751719 h 2751755"/>
              <a:gd name="connsiteX20" fmla="*/ 1796330 w 2697057"/>
              <a:gd name="connsiteY20" fmla="*/ 2532587 h 2751755"/>
              <a:gd name="connsiteX21" fmla="*/ 2200302 w 2697057"/>
              <a:gd name="connsiteY21" fmla="*/ 2444463 h 2751755"/>
              <a:gd name="connsiteX22" fmla="*/ 2697057 w 2697057"/>
              <a:gd name="connsiteY22" fmla="*/ 2273342 h 2751755"/>
              <a:gd name="connsiteX0" fmla="*/ 1484998 w 2697057"/>
              <a:gd name="connsiteY0" fmla="*/ 0 h 2751754"/>
              <a:gd name="connsiteX1" fmla="*/ 1298201 w 2697057"/>
              <a:gd name="connsiteY1" fmla="*/ 151664 h 2751754"/>
              <a:gd name="connsiteX2" fmla="*/ 1068231 w 2697057"/>
              <a:gd name="connsiteY2" fmla="*/ 314959 h 2751754"/>
              <a:gd name="connsiteX3" fmla="*/ 930603 w 2697057"/>
              <a:gd name="connsiteY3" fmla="*/ 437285 h 2751754"/>
              <a:gd name="connsiteX4" fmla="*/ 894749 w 2697057"/>
              <a:gd name="connsiteY4" fmla="*/ 535312 h 2751754"/>
              <a:gd name="connsiteX5" fmla="*/ 907820 w 2697057"/>
              <a:gd name="connsiteY5" fmla="*/ 702090 h 2751754"/>
              <a:gd name="connsiteX6" fmla="*/ 886718 w 2697057"/>
              <a:gd name="connsiteY6" fmla="*/ 835446 h 2751754"/>
              <a:gd name="connsiteX7" fmla="*/ 823507 w 2697057"/>
              <a:gd name="connsiteY7" fmla="*/ 967558 h 2751754"/>
              <a:gd name="connsiteX8" fmla="*/ 621080 w 2697057"/>
              <a:gd name="connsiteY8" fmla="*/ 1073132 h 2751754"/>
              <a:gd name="connsiteX9" fmla="*/ 527773 w 2697057"/>
              <a:gd name="connsiteY9" fmla="*/ 1209898 h 2751754"/>
              <a:gd name="connsiteX10" fmla="*/ 168703 w 2697057"/>
              <a:gd name="connsiteY10" fmla="*/ 1326492 h 2751754"/>
              <a:gd name="connsiteX11" fmla="*/ 170 w 2697057"/>
              <a:gd name="connsiteY11" fmla="*/ 1723493 h 2751754"/>
              <a:gd name="connsiteX12" fmla="*/ 57872 w 2697057"/>
              <a:gd name="connsiteY12" fmla="*/ 2004967 h 2751754"/>
              <a:gd name="connsiteX13" fmla="*/ 125904 w 2697057"/>
              <a:gd name="connsiteY13" fmla="*/ 2266333 h 2751754"/>
              <a:gd name="connsiteX14" fmla="*/ 270363 w 2697057"/>
              <a:gd name="connsiteY14" fmla="*/ 2377863 h 2751754"/>
              <a:gd name="connsiteX15" fmla="*/ 392603 w 2697057"/>
              <a:gd name="connsiteY15" fmla="*/ 2435141 h 2751754"/>
              <a:gd name="connsiteX16" fmla="*/ 509130 w 2697057"/>
              <a:gd name="connsiteY16" fmla="*/ 2484402 h 2751754"/>
              <a:gd name="connsiteX17" fmla="*/ 836019 w 2697057"/>
              <a:gd name="connsiteY17" fmla="*/ 2529601 h 2751754"/>
              <a:gd name="connsiteX18" fmla="*/ 1047502 w 2697057"/>
              <a:gd name="connsiteY18" fmla="*/ 2529601 h 2751754"/>
              <a:gd name="connsiteX19" fmla="*/ 1571656 w 2697057"/>
              <a:gd name="connsiteY19" fmla="*/ 2751719 h 2751754"/>
              <a:gd name="connsiteX20" fmla="*/ 1796330 w 2697057"/>
              <a:gd name="connsiteY20" fmla="*/ 2532587 h 2751754"/>
              <a:gd name="connsiteX21" fmla="*/ 2160698 w 2697057"/>
              <a:gd name="connsiteY21" fmla="*/ 2487105 h 2751754"/>
              <a:gd name="connsiteX22" fmla="*/ 2697057 w 2697057"/>
              <a:gd name="connsiteY22" fmla="*/ 2273342 h 2751754"/>
              <a:gd name="connsiteX0" fmla="*/ 1484998 w 2547634"/>
              <a:gd name="connsiteY0" fmla="*/ 0 h 2751754"/>
              <a:gd name="connsiteX1" fmla="*/ 1298201 w 2547634"/>
              <a:gd name="connsiteY1" fmla="*/ 151664 h 2751754"/>
              <a:gd name="connsiteX2" fmla="*/ 1068231 w 2547634"/>
              <a:gd name="connsiteY2" fmla="*/ 314959 h 2751754"/>
              <a:gd name="connsiteX3" fmla="*/ 930603 w 2547634"/>
              <a:gd name="connsiteY3" fmla="*/ 437285 h 2751754"/>
              <a:gd name="connsiteX4" fmla="*/ 894749 w 2547634"/>
              <a:gd name="connsiteY4" fmla="*/ 535312 h 2751754"/>
              <a:gd name="connsiteX5" fmla="*/ 907820 w 2547634"/>
              <a:gd name="connsiteY5" fmla="*/ 702090 h 2751754"/>
              <a:gd name="connsiteX6" fmla="*/ 886718 w 2547634"/>
              <a:gd name="connsiteY6" fmla="*/ 835446 h 2751754"/>
              <a:gd name="connsiteX7" fmla="*/ 823507 w 2547634"/>
              <a:gd name="connsiteY7" fmla="*/ 967558 h 2751754"/>
              <a:gd name="connsiteX8" fmla="*/ 621080 w 2547634"/>
              <a:gd name="connsiteY8" fmla="*/ 1073132 h 2751754"/>
              <a:gd name="connsiteX9" fmla="*/ 527773 w 2547634"/>
              <a:gd name="connsiteY9" fmla="*/ 1209898 h 2751754"/>
              <a:gd name="connsiteX10" fmla="*/ 168703 w 2547634"/>
              <a:gd name="connsiteY10" fmla="*/ 1326492 h 2751754"/>
              <a:gd name="connsiteX11" fmla="*/ 170 w 2547634"/>
              <a:gd name="connsiteY11" fmla="*/ 1723493 h 2751754"/>
              <a:gd name="connsiteX12" fmla="*/ 57872 w 2547634"/>
              <a:gd name="connsiteY12" fmla="*/ 2004967 h 2751754"/>
              <a:gd name="connsiteX13" fmla="*/ 125904 w 2547634"/>
              <a:gd name="connsiteY13" fmla="*/ 2266333 h 2751754"/>
              <a:gd name="connsiteX14" fmla="*/ 270363 w 2547634"/>
              <a:gd name="connsiteY14" fmla="*/ 2377863 h 2751754"/>
              <a:gd name="connsiteX15" fmla="*/ 392603 w 2547634"/>
              <a:gd name="connsiteY15" fmla="*/ 2435141 h 2751754"/>
              <a:gd name="connsiteX16" fmla="*/ 509130 w 2547634"/>
              <a:gd name="connsiteY16" fmla="*/ 2484402 h 2751754"/>
              <a:gd name="connsiteX17" fmla="*/ 836019 w 2547634"/>
              <a:gd name="connsiteY17" fmla="*/ 2529601 h 2751754"/>
              <a:gd name="connsiteX18" fmla="*/ 1047502 w 2547634"/>
              <a:gd name="connsiteY18" fmla="*/ 2529601 h 2751754"/>
              <a:gd name="connsiteX19" fmla="*/ 1571656 w 2547634"/>
              <a:gd name="connsiteY19" fmla="*/ 2751719 h 2751754"/>
              <a:gd name="connsiteX20" fmla="*/ 1796330 w 2547634"/>
              <a:gd name="connsiteY20" fmla="*/ 2532587 h 2751754"/>
              <a:gd name="connsiteX21" fmla="*/ 2160698 w 2547634"/>
              <a:gd name="connsiteY21" fmla="*/ 2487105 h 2751754"/>
              <a:gd name="connsiteX22" fmla="*/ 2547634 w 2547634"/>
              <a:gd name="connsiteY22" fmla="*/ 2332297 h 2751754"/>
              <a:gd name="connsiteX0" fmla="*/ 1566112 w 2547634"/>
              <a:gd name="connsiteY0" fmla="*/ 0 h 2783757"/>
              <a:gd name="connsiteX1" fmla="*/ 1298201 w 2547634"/>
              <a:gd name="connsiteY1" fmla="*/ 183667 h 2783757"/>
              <a:gd name="connsiteX2" fmla="*/ 1068231 w 2547634"/>
              <a:gd name="connsiteY2" fmla="*/ 346962 h 2783757"/>
              <a:gd name="connsiteX3" fmla="*/ 930603 w 2547634"/>
              <a:gd name="connsiteY3" fmla="*/ 469288 h 2783757"/>
              <a:gd name="connsiteX4" fmla="*/ 894749 w 2547634"/>
              <a:gd name="connsiteY4" fmla="*/ 567315 h 2783757"/>
              <a:gd name="connsiteX5" fmla="*/ 907820 w 2547634"/>
              <a:gd name="connsiteY5" fmla="*/ 734093 h 2783757"/>
              <a:gd name="connsiteX6" fmla="*/ 886718 w 2547634"/>
              <a:gd name="connsiteY6" fmla="*/ 867449 h 2783757"/>
              <a:gd name="connsiteX7" fmla="*/ 823507 w 2547634"/>
              <a:gd name="connsiteY7" fmla="*/ 999561 h 2783757"/>
              <a:gd name="connsiteX8" fmla="*/ 621080 w 2547634"/>
              <a:gd name="connsiteY8" fmla="*/ 1105135 h 2783757"/>
              <a:gd name="connsiteX9" fmla="*/ 527773 w 2547634"/>
              <a:gd name="connsiteY9" fmla="*/ 1241901 h 2783757"/>
              <a:gd name="connsiteX10" fmla="*/ 168703 w 2547634"/>
              <a:gd name="connsiteY10" fmla="*/ 1358495 h 2783757"/>
              <a:gd name="connsiteX11" fmla="*/ 170 w 2547634"/>
              <a:gd name="connsiteY11" fmla="*/ 1755496 h 2783757"/>
              <a:gd name="connsiteX12" fmla="*/ 57872 w 2547634"/>
              <a:gd name="connsiteY12" fmla="*/ 2036970 h 2783757"/>
              <a:gd name="connsiteX13" fmla="*/ 125904 w 2547634"/>
              <a:gd name="connsiteY13" fmla="*/ 2298336 h 2783757"/>
              <a:gd name="connsiteX14" fmla="*/ 270363 w 2547634"/>
              <a:gd name="connsiteY14" fmla="*/ 2409866 h 2783757"/>
              <a:gd name="connsiteX15" fmla="*/ 392603 w 2547634"/>
              <a:gd name="connsiteY15" fmla="*/ 2467144 h 2783757"/>
              <a:gd name="connsiteX16" fmla="*/ 509130 w 2547634"/>
              <a:gd name="connsiteY16" fmla="*/ 2516405 h 2783757"/>
              <a:gd name="connsiteX17" fmla="*/ 836019 w 2547634"/>
              <a:gd name="connsiteY17" fmla="*/ 2561604 h 2783757"/>
              <a:gd name="connsiteX18" fmla="*/ 1047502 w 2547634"/>
              <a:gd name="connsiteY18" fmla="*/ 2561604 h 2783757"/>
              <a:gd name="connsiteX19" fmla="*/ 1571656 w 2547634"/>
              <a:gd name="connsiteY19" fmla="*/ 2783722 h 2783757"/>
              <a:gd name="connsiteX20" fmla="*/ 1796330 w 2547634"/>
              <a:gd name="connsiteY20" fmla="*/ 2564590 h 2783757"/>
              <a:gd name="connsiteX21" fmla="*/ 2160698 w 2547634"/>
              <a:gd name="connsiteY21" fmla="*/ 2519108 h 2783757"/>
              <a:gd name="connsiteX22" fmla="*/ 2547634 w 2547634"/>
              <a:gd name="connsiteY22" fmla="*/ 2364300 h 2783757"/>
              <a:gd name="connsiteX0" fmla="*/ 1566112 w 2519073"/>
              <a:gd name="connsiteY0" fmla="*/ 0 h 2783757"/>
              <a:gd name="connsiteX1" fmla="*/ 1298201 w 2519073"/>
              <a:gd name="connsiteY1" fmla="*/ 183667 h 2783757"/>
              <a:gd name="connsiteX2" fmla="*/ 1068231 w 2519073"/>
              <a:gd name="connsiteY2" fmla="*/ 346962 h 2783757"/>
              <a:gd name="connsiteX3" fmla="*/ 930603 w 2519073"/>
              <a:gd name="connsiteY3" fmla="*/ 469288 h 2783757"/>
              <a:gd name="connsiteX4" fmla="*/ 894749 w 2519073"/>
              <a:gd name="connsiteY4" fmla="*/ 567315 h 2783757"/>
              <a:gd name="connsiteX5" fmla="*/ 907820 w 2519073"/>
              <a:gd name="connsiteY5" fmla="*/ 734093 h 2783757"/>
              <a:gd name="connsiteX6" fmla="*/ 886718 w 2519073"/>
              <a:gd name="connsiteY6" fmla="*/ 867449 h 2783757"/>
              <a:gd name="connsiteX7" fmla="*/ 823507 w 2519073"/>
              <a:gd name="connsiteY7" fmla="*/ 999561 h 2783757"/>
              <a:gd name="connsiteX8" fmla="*/ 621080 w 2519073"/>
              <a:gd name="connsiteY8" fmla="*/ 1105135 h 2783757"/>
              <a:gd name="connsiteX9" fmla="*/ 527773 w 2519073"/>
              <a:gd name="connsiteY9" fmla="*/ 1241901 h 2783757"/>
              <a:gd name="connsiteX10" fmla="*/ 168703 w 2519073"/>
              <a:gd name="connsiteY10" fmla="*/ 1358495 h 2783757"/>
              <a:gd name="connsiteX11" fmla="*/ 170 w 2519073"/>
              <a:gd name="connsiteY11" fmla="*/ 1755496 h 2783757"/>
              <a:gd name="connsiteX12" fmla="*/ 57872 w 2519073"/>
              <a:gd name="connsiteY12" fmla="*/ 2036970 h 2783757"/>
              <a:gd name="connsiteX13" fmla="*/ 125904 w 2519073"/>
              <a:gd name="connsiteY13" fmla="*/ 2298336 h 2783757"/>
              <a:gd name="connsiteX14" fmla="*/ 270363 w 2519073"/>
              <a:gd name="connsiteY14" fmla="*/ 2409866 h 2783757"/>
              <a:gd name="connsiteX15" fmla="*/ 392603 w 2519073"/>
              <a:gd name="connsiteY15" fmla="*/ 2467144 h 2783757"/>
              <a:gd name="connsiteX16" fmla="*/ 509130 w 2519073"/>
              <a:gd name="connsiteY16" fmla="*/ 2516405 h 2783757"/>
              <a:gd name="connsiteX17" fmla="*/ 836019 w 2519073"/>
              <a:gd name="connsiteY17" fmla="*/ 2561604 h 2783757"/>
              <a:gd name="connsiteX18" fmla="*/ 1047502 w 2519073"/>
              <a:gd name="connsiteY18" fmla="*/ 2561604 h 2783757"/>
              <a:gd name="connsiteX19" fmla="*/ 1571656 w 2519073"/>
              <a:gd name="connsiteY19" fmla="*/ 2783722 h 2783757"/>
              <a:gd name="connsiteX20" fmla="*/ 1796330 w 2519073"/>
              <a:gd name="connsiteY20" fmla="*/ 2564590 h 2783757"/>
              <a:gd name="connsiteX21" fmla="*/ 2160698 w 2519073"/>
              <a:gd name="connsiteY21" fmla="*/ 2519108 h 2783757"/>
              <a:gd name="connsiteX22" fmla="*/ 2519073 w 2519073"/>
              <a:gd name="connsiteY22" fmla="*/ 2407217 h 2783757"/>
              <a:gd name="connsiteX0" fmla="*/ 1566112 w 2519073"/>
              <a:gd name="connsiteY0" fmla="*/ 0 h 2783757"/>
              <a:gd name="connsiteX1" fmla="*/ 1298201 w 2519073"/>
              <a:gd name="connsiteY1" fmla="*/ 183667 h 2783757"/>
              <a:gd name="connsiteX2" fmla="*/ 1068231 w 2519073"/>
              <a:gd name="connsiteY2" fmla="*/ 346962 h 2783757"/>
              <a:gd name="connsiteX3" fmla="*/ 930603 w 2519073"/>
              <a:gd name="connsiteY3" fmla="*/ 469288 h 2783757"/>
              <a:gd name="connsiteX4" fmla="*/ 894749 w 2519073"/>
              <a:gd name="connsiteY4" fmla="*/ 567315 h 2783757"/>
              <a:gd name="connsiteX5" fmla="*/ 907820 w 2519073"/>
              <a:gd name="connsiteY5" fmla="*/ 734093 h 2783757"/>
              <a:gd name="connsiteX6" fmla="*/ 886718 w 2519073"/>
              <a:gd name="connsiteY6" fmla="*/ 867449 h 2783757"/>
              <a:gd name="connsiteX7" fmla="*/ 823507 w 2519073"/>
              <a:gd name="connsiteY7" fmla="*/ 999561 h 2783757"/>
              <a:gd name="connsiteX8" fmla="*/ 621080 w 2519073"/>
              <a:gd name="connsiteY8" fmla="*/ 1105135 h 2783757"/>
              <a:gd name="connsiteX9" fmla="*/ 527773 w 2519073"/>
              <a:gd name="connsiteY9" fmla="*/ 1241901 h 2783757"/>
              <a:gd name="connsiteX10" fmla="*/ 168703 w 2519073"/>
              <a:gd name="connsiteY10" fmla="*/ 1358495 h 2783757"/>
              <a:gd name="connsiteX11" fmla="*/ 170 w 2519073"/>
              <a:gd name="connsiteY11" fmla="*/ 1755496 h 2783757"/>
              <a:gd name="connsiteX12" fmla="*/ 57872 w 2519073"/>
              <a:gd name="connsiteY12" fmla="*/ 2036970 h 2783757"/>
              <a:gd name="connsiteX13" fmla="*/ 125904 w 2519073"/>
              <a:gd name="connsiteY13" fmla="*/ 2298336 h 2783757"/>
              <a:gd name="connsiteX14" fmla="*/ 270363 w 2519073"/>
              <a:gd name="connsiteY14" fmla="*/ 2409866 h 2783757"/>
              <a:gd name="connsiteX15" fmla="*/ 392603 w 2519073"/>
              <a:gd name="connsiteY15" fmla="*/ 2467144 h 2783757"/>
              <a:gd name="connsiteX16" fmla="*/ 509130 w 2519073"/>
              <a:gd name="connsiteY16" fmla="*/ 2516405 h 2783757"/>
              <a:gd name="connsiteX17" fmla="*/ 836019 w 2519073"/>
              <a:gd name="connsiteY17" fmla="*/ 2561604 h 2783757"/>
              <a:gd name="connsiteX18" fmla="*/ 1047502 w 2519073"/>
              <a:gd name="connsiteY18" fmla="*/ 2561604 h 2783757"/>
              <a:gd name="connsiteX19" fmla="*/ 1571656 w 2519073"/>
              <a:gd name="connsiteY19" fmla="*/ 2783722 h 2783757"/>
              <a:gd name="connsiteX20" fmla="*/ 1796330 w 2519073"/>
              <a:gd name="connsiteY20" fmla="*/ 2564590 h 2783757"/>
              <a:gd name="connsiteX21" fmla="*/ 2160698 w 2519073"/>
              <a:gd name="connsiteY21" fmla="*/ 2519108 h 2783757"/>
              <a:gd name="connsiteX22" fmla="*/ 2519073 w 2519073"/>
              <a:gd name="connsiteY22" fmla="*/ 2407217 h 2783757"/>
              <a:gd name="connsiteX0" fmla="*/ 1566112 w 2519073"/>
              <a:gd name="connsiteY0" fmla="*/ 0 h 2783757"/>
              <a:gd name="connsiteX1" fmla="*/ 1298201 w 2519073"/>
              <a:gd name="connsiteY1" fmla="*/ 183667 h 2783757"/>
              <a:gd name="connsiteX2" fmla="*/ 1068231 w 2519073"/>
              <a:gd name="connsiteY2" fmla="*/ 346962 h 2783757"/>
              <a:gd name="connsiteX3" fmla="*/ 930603 w 2519073"/>
              <a:gd name="connsiteY3" fmla="*/ 469288 h 2783757"/>
              <a:gd name="connsiteX4" fmla="*/ 894749 w 2519073"/>
              <a:gd name="connsiteY4" fmla="*/ 567315 h 2783757"/>
              <a:gd name="connsiteX5" fmla="*/ 907820 w 2519073"/>
              <a:gd name="connsiteY5" fmla="*/ 734093 h 2783757"/>
              <a:gd name="connsiteX6" fmla="*/ 886718 w 2519073"/>
              <a:gd name="connsiteY6" fmla="*/ 867449 h 2783757"/>
              <a:gd name="connsiteX7" fmla="*/ 823507 w 2519073"/>
              <a:gd name="connsiteY7" fmla="*/ 999561 h 2783757"/>
              <a:gd name="connsiteX8" fmla="*/ 621080 w 2519073"/>
              <a:gd name="connsiteY8" fmla="*/ 1105135 h 2783757"/>
              <a:gd name="connsiteX9" fmla="*/ 527773 w 2519073"/>
              <a:gd name="connsiteY9" fmla="*/ 1241901 h 2783757"/>
              <a:gd name="connsiteX10" fmla="*/ 168703 w 2519073"/>
              <a:gd name="connsiteY10" fmla="*/ 1358495 h 2783757"/>
              <a:gd name="connsiteX11" fmla="*/ 170 w 2519073"/>
              <a:gd name="connsiteY11" fmla="*/ 1755496 h 2783757"/>
              <a:gd name="connsiteX12" fmla="*/ 57872 w 2519073"/>
              <a:gd name="connsiteY12" fmla="*/ 2036970 h 2783757"/>
              <a:gd name="connsiteX13" fmla="*/ 125904 w 2519073"/>
              <a:gd name="connsiteY13" fmla="*/ 2298336 h 2783757"/>
              <a:gd name="connsiteX14" fmla="*/ 270363 w 2519073"/>
              <a:gd name="connsiteY14" fmla="*/ 2409866 h 2783757"/>
              <a:gd name="connsiteX15" fmla="*/ 509130 w 2519073"/>
              <a:gd name="connsiteY15" fmla="*/ 2516405 h 2783757"/>
              <a:gd name="connsiteX16" fmla="*/ 836019 w 2519073"/>
              <a:gd name="connsiteY16" fmla="*/ 2561604 h 2783757"/>
              <a:gd name="connsiteX17" fmla="*/ 1047502 w 2519073"/>
              <a:gd name="connsiteY17" fmla="*/ 2561604 h 2783757"/>
              <a:gd name="connsiteX18" fmla="*/ 1571656 w 2519073"/>
              <a:gd name="connsiteY18" fmla="*/ 2783722 h 2783757"/>
              <a:gd name="connsiteX19" fmla="*/ 1796330 w 2519073"/>
              <a:gd name="connsiteY19" fmla="*/ 2564590 h 2783757"/>
              <a:gd name="connsiteX20" fmla="*/ 2160698 w 2519073"/>
              <a:gd name="connsiteY20" fmla="*/ 2519108 h 2783757"/>
              <a:gd name="connsiteX21" fmla="*/ 2519073 w 2519073"/>
              <a:gd name="connsiteY21" fmla="*/ 2407217 h 278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19073" h="2783757">
                <a:moveTo>
                  <a:pt x="1566112" y="0"/>
                </a:moveTo>
                <a:cubicBezTo>
                  <a:pt x="1484881" y="82021"/>
                  <a:pt x="1381181" y="125840"/>
                  <a:pt x="1298201" y="183667"/>
                </a:cubicBezTo>
                <a:cubicBezTo>
                  <a:pt x="1215221" y="241494"/>
                  <a:pt x="1144794" y="292475"/>
                  <a:pt x="1068231" y="346962"/>
                </a:cubicBezTo>
                <a:cubicBezTo>
                  <a:pt x="1017063" y="383370"/>
                  <a:pt x="964216" y="419528"/>
                  <a:pt x="930603" y="469288"/>
                </a:cubicBezTo>
                <a:cubicBezTo>
                  <a:pt x="910435" y="499144"/>
                  <a:pt x="897924" y="532649"/>
                  <a:pt x="894749" y="567315"/>
                </a:cubicBezTo>
                <a:cubicBezTo>
                  <a:pt x="889613" y="623046"/>
                  <a:pt x="906793" y="678113"/>
                  <a:pt x="907820" y="734093"/>
                </a:cubicBezTo>
                <a:cubicBezTo>
                  <a:pt x="908661" y="779126"/>
                  <a:pt x="898764" y="823661"/>
                  <a:pt x="886718" y="867449"/>
                </a:cubicBezTo>
                <a:cubicBezTo>
                  <a:pt x="873741" y="914638"/>
                  <a:pt x="857027" y="961578"/>
                  <a:pt x="823507" y="999561"/>
                </a:cubicBezTo>
                <a:cubicBezTo>
                  <a:pt x="774301" y="1055292"/>
                  <a:pt x="670369" y="1064745"/>
                  <a:pt x="621080" y="1105135"/>
                </a:cubicBezTo>
                <a:cubicBezTo>
                  <a:pt x="571791" y="1145525"/>
                  <a:pt x="586876" y="1218929"/>
                  <a:pt x="527773" y="1241901"/>
                </a:cubicBezTo>
                <a:cubicBezTo>
                  <a:pt x="419370" y="1284114"/>
                  <a:pt x="256637" y="1272896"/>
                  <a:pt x="168703" y="1358495"/>
                </a:cubicBezTo>
                <a:cubicBezTo>
                  <a:pt x="80769" y="1444094"/>
                  <a:pt x="4744" y="1610943"/>
                  <a:pt x="170" y="1755496"/>
                </a:cubicBezTo>
                <a:cubicBezTo>
                  <a:pt x="-2912" y="1851615"/>
                  <a:pt x="36916" y="1946497"/>
                  <a:pt x="57872" y="2036970"/>
                </a:cubicBezTo>
                <a:cubicBezTo>
                  <a:pt x="78828" y="2127443"/>
                  <a:pt x="90489" y="2236187"/>
                  <a:pt x="125904" y="2298336"/>
                </a:cubicBezTo>
                <a:cubicBezTo>
                  <a:pt x="161319" y="2360485"/>
                  <a:pt x="206492" y="2373521"/>
                  <a:pt x="270363" y="2409866"/>
                </a:cubicBezTo>
                <a:cubicBezTo>
                  <a:pt x="334234" y="2446211"/>
                  <a:pt x="414854" y="2491115"/>
                  <a:pt x="509130" y="2516405"/>
                </a:cubicBezTo>
                <a:cubicBezTo>
                  <a:pt x="603406" y="2541695"/>
                  <a:pt x="725188" y="2558619"/>
                  <a:pt x="836019" y="2561604"/>
                </a:cubicBezTo>
                <a:cubicBezTo>
                  <a:pt x="906513" y="2563512"/>
                  <a:pt x="924896" y="2524584"/>
                  <a:pt x="1047502" y="2561604"/>
                </a:cubicBezTo>
                <a:cubicBezTo>
                  <a:pt x="1170108" y="2598624"/>
                  <a:pt x="1404244" y="2777834"/>
                  <a:pt x="1571656" y="2783722"/>
                </a:cubicBezTo>
                <a:cubicBezTo>
                  <a:pt x="1654476" y="2786625"/>
                  <a:pt x="1698156" y="2608692"/>
                  <a:pt x="1796330" y="2564590"/>
                </a:cubicBezTo>
                <a:cubicBezTo>
                  <a:pt x="1894504" y="2520488"/>
                  <a:pt x="2010577" y="2562316"/>
                  <a:pt x="2160698" y="2519108"/>
                </a:cubicBezTo>
                <a:cubicBezTo>
                  <a:pt x="2310819" y="2475901"/>
                  <a:pt x="2405761" y="2454660"/>
                  <a:pt x="2519073" y="2407217"/>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39" name="Freeform: Shape 38">
            <a:extLst>
              <a:ext uri="{FF2B5EF4-FFF2-40B4-BE49-F238E27FC236}">
                <a16:creationId xmlns:a16="http://schemas.microsoft.com/office/drawing/2014/main" id="{DDC97CCA-C443-DC56-5523-2A0A62BDAA05}"/>
              </a:ext>
            </a:extLst>
          </p:cNvPr>
          <p:cNvSpPr/>
          <p:nvPr userDrawn="1"/>
        </p:nvSpPr>
        <p:spPr>
          <a:xfrm rot="12091914" flipH="1" flipV="1">
            <a:off x="10013003" y="780225"/>
            <a:ext cx="2610974" cy="2654008"/>
          </a:xfrm>
          <a:custGeom>
            <a:avLst/>
            <a:gdLst>
              <a:gd name="connsiteX0" fmla="*/ 202271 w 3057879"/>
              <a:gd name="connsiteY0" fmla="*/ 2442498 h 2616805"/>
              <a:gd name="connsiteX1" fmla="*/ 457918 w 3057879"/>
              <a:gd name="connsiteY1" fmla="*/ 2583236 h 2616805"/>
              <a:gd name="connsiteX2" fmla="*/ 547274 w 3057879"/>
              <a:gd name="connsiteY2" fmla="*/ 2599324 h 2616805"/>
              <a:gd name="connsiteX3" fmla="*/ 887701 w 3057879"/>
              <a:gd name="connsiteY3" fmla="*/ 2616409 h 2616805"/>
              <a:gd name="connsiteX4" fmla="*/ 1186299 w 3057879"/>
              <a:gd name="connsiteY4" fmla="*/ 2602310 h 2616805"/>
              <a:gd name="connsiteX5" fmla="*/ 1340079 w 3057879"/>
              <a:gd name="connsiteY5" fmla="*/ 2592275 h 2616805"/>
              <a:gd name="connsiteX6" fmla="*/ 1578733 w 3057879"/>
              <a:gd name="connsiteY6" fmla="*/ 2535964 h 2616805"/>
              <a:gd name="connsiteX7" fmla="*/ 1725791 w 3057879"/>
              <a:gd name="connsiteY7" fmla="*/ 2476666 h 2616805"/>
              <a:gd name="connsiteX8" fmla="*/ 2058283 w 3057879"/>
              <a:gd name="connsiteY8" fmla="*/ 2351023 h 2616805"/>
              <a:gd name="connsiteX9" fmla="*/ 2312809 w 3057879"/>
              <a:gd name="connsiteY9" fmla="*/ 2205309 h 2616805"/>
              <a:gd name="connsiteX10" fmla="*/ 2791238 w 3057879"/>
              <a:gd name="connsiteY10" fmla="*/ 1805241 h 2616805"/>
              <a:gd name="connsiteX11" fmla="*/ 3015419 w 3057879"/>
              <a:gd name="connsiteY11" fmla="*/ 1458001 h 2616805"/>
              <a:gd name="connsiteX12" fmla="*/ 3057833 w 3057879"/>
              <a:gd name="connsiteY12" fmla="*/ 1337343 h 2616805"/>
              <a:gd name="connsiteX13" fmla="*/ 3057879 w 3057879"/>
              <a:gd name="connsiteY13" fmla="*/ 1337157 h 2616805"/>
              <a:gd name="connsiteX14" fmla="*/ 1783948 w 3057879"/>
              <a:gd name="connsiteY14" fmla="*/ 0 h 2616805"/>
              <a:gd name="connsiteX15" fmla="*/ 1735221 w 3057879"/>
              <a:gd name="connsiteY15" fmla="*/ 48720 h 2616805"/>
              <a:gd name="connsiteX16" fmla="*/ 1439705 w 3057879"/>
              <a:gd name="connsiteY16" fmla="*/ 346781 h 2616805"/>
              <a:gd name="connsiteX17" fmla="*/ 1219258 w 3057879"/>
              <a:gd name="connsiteY17" fmla="*/ 594834 h 2616805"/>
              <a:gd name="connsiteX18" fmla="*/ 1092648 w 3057879"/>
              <a:gd name="connsiteY18" fmla="*/ 847034 h 2616805"/>
              <a:gd name="connsiteX19" fmla="*/ 1041015 w 3057879"/>
              <a:gd name="connsiteY19" fmla="*/ 1053371 h 2616805"/>
              <a:gd name="connsiteX20" fmla="*/ 998812 w 3057879"/>
              <a:gd name="connsiteY20" fmla="*/ 1359725 h 2616805"/>
              <a:gd name="connsiteX21" fmla="*/ 923742 w 3057879"/>
              <a:gd name="connsiteY21" fmla="*/ 1591108 h 2616805"/>
              <a:gd name="connsiteX22" fmla="*/ 787701 w 3057879"/>
              <a:gd name="connsiteY22" fmla="*/ 1689051 h 2616805"/>
              <a:gd name="connsiteX23" fmla="*/ 651661 w 3057879"/>
              <a:gd name="connsiteY23" fmla="*/ 1689052 h 2616805"/>
              <a:gd name="connsiteX24" fmla="*/ 466414 w 3057879"/>
              <a:gd name="connsiteY24" fmla="*/ 1653640 h 2616805"/>
              <a:gd name="connsiteX25" fmla="*/ 236538 w 3057879"/>
              <a:gd name="connsiteY25" fmla="*/ 1664089 h 2616805"/>
              <a:gd name="connsiteX26" fmla="*/ 114596 w 3057879"/>
              <a:gd name="connsiteY26" fmla="*/ 1734914 h 2616805"/>
              <a:gd name="connsiteX27" fmla="*/ 20759 w 3057879"/>
              <a:gd name="connsiteY27" fmla="*/ 1870426 h 2616805"/>
              <a:gd name="connsiteX28" fmla="*/ 1992 w 3057879"/>
              <a:gd name="connsiteY28" fmla="*/ 2032975 h 2616805"/>
              <a:gd name="connsiteX29" fmla="*/ 77062 w 3057879"/>
              <a:gd name="connsiteY29" fmla="*/ 2272651 h 2616805"/>
              <a:gd name="connsiteX30" fmla="*/ 202271 w 3057879"/>
              <a:gd name="connsiteY30" fmla="*/ 2442498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15419 w 3057879"/>
              <a:gd name="connsiteY27" fmla="*/ 1458001 h 2616805"/>
              <a:gd name="connsiteX28" fmla="*/ 3057833 w 3057879"/>
              <a:gd name="connsiteY28" fmla="*/ 1337343 h 2616805"/>
              <a:gd name="connsiteX29" fmla="*/ 3057879 w 3057879"/>
              <a:gd name="connsiteY29" fmla="*/ 1337157 h 2616805"/>
              <a:gd name="connsiteX30" fmla="*/ 1875388 w 3057879"/>
              <a:gd name="connsiteY30" fmla="*/ 91440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15419 w 3057879"/>
              <a:gd name="connsiteY27" fmla="*/ 1458001 h 2616805"/>
              <a:gd name="connsiteX28" fmla="*/ 3057833 w 3057879"/>
              <a:gd name="connsiteY28" fmla="*/ 1337343 h 2616805"/>
              <a:gd name="connsiteX29" fmla="*/ 3057879 w 3057879"/>
              <a:gd name="connsiteY29" fmla="*/ 1337157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21433 w 3057879"/>
              <a:gd name="connsiteY27" fmla="*/ 1469471 h 2616805"/>
              <a:gd name="connsiteX28" fmla="*/ 3057833 w 3057879"/>
              <a:gd name="connsiteY28" fmla="*/ 1337343 h 2616805"/>
              <a:gd name="connsiteX29" fmla="*/ 3057879 w 3057879"/>
              <a:gd name="connsiteY29" fmla="*/ 1337157 h 2616805"/>
              <a:gd name="connsiteX0" fmla="*/ 1735221 w 3057879"/>
              <a:gd name="connsiteY0" fmla="*/ 0 h 2568085"/>
              <a:gd name="connsiteX1" fmla="*/ 1439705 w 3057879"/>
              <a:gd name="connsiteY1" fmla="*/ 298061 h 2568085"/>
              <a:gd name="connsiteX2" fmla="*/ 1219258 w 3057879"/>
              <a:gd name="connsiteY2" fmla="*/ 546114 h 2568085"/>
              <a:gd name="connsiteX3" fmla="*/ 1092648 w 3057879"/>
              <a:gd name="connsiteY3" fmla="*/ 798314 h 2568085"/>
              <a:gd name="connsiteX4" fmla="*/ 1041015 w 3057879"/>
              <a:gd name="connsiteY4" fmla="*/ 1004651 h 2568085"/>
              <a:gd name="connsiteX5" fmla="*/ 998812 w 3057879"/>
              <a:gd name="connsiteY5" fmla="*/ 1311005 h 2568085"/>
              <a:gd name="connsiteX6" fmla="*/ 923742 w 3057879"/>
              <a:gd name="connsiteY6" fmla="*/ 1542388 h 2568085"/>
              <a:gd name="connsiteX7" fmla="*/ 787701 w 3057879"/>
              <a:gd name="connsiteY7" fmla="*/ 1640331 h 2568085"/>
              <a:gd name="connsiteX8" fmla="*/ 651661 w 3057879"/>
              <a:gd name="connsiteY8" fmla="*/ 1640332 h 2568085"/>
              <a:gd name="connsiteX9" fmla="*/ 466414 w 3057879"/>
              <a:gd name="connsiteY9" fmla="*/ 1604920 h 2568085"/>
              <a:gd name="connsiteX10" fmla="*/ 236538 w 3057879"/>
              <a:gd name="connsiteY10" fmla="*/ 1615369 h 2568085"/>
              <a:gd name="connsiteX11" fmla="*/ 114596 w 3057879"/>
              <a:gd name="connsiteY11" fmla="*/ 1686194 h 2568085"/>
              <a:gd name="connsiteX12" fmla="*/ 20759 w 3057879"/>
              <a:gd name="connsiteY12" fmla="*/ 1821706 h 2568085"/>
              <a:gd name="connsiteX13" fmla="*/ 1992 w 3057879"/>
              <a:gd name="connsiteY13" fmla="*/ 1984255 h 2568085"/>
              <a:gd name="connsiteX14" fmla="*/ 77062 w 3057879"/>
              <a:gd name="connsiteY14" fmla="*/ 2223931 h 2568085"/>
              <a:gd name="connsiteX15" fmla="*/ 202271 w 3057879"/>
              <a:gd name="connsiteY15" fmla="*/ 2393778 h 2568085"/>
              <a:gd name="connsiteX16" fmla="*/ 457918 w 3057879"/>
              <a:gd name="connsiteY16" fmla="*/ 2534516 h 2568085"/>
              <a:gd name="connsiteX17" fmla="*/ 547274 w 3057879"/>
              <a:gd name="connsiteY17" fmla="*/ 2550604 h 2568085"/>
              <a:gd name="connsiteX18" fmla="*/ 887701 w 3057879"/>
              <a:gd name="connsiteY18" fmla="*/ 2567689 h 2568085"/>
              <a:gd name="connsiteX19" fmla="*/ 1186299 w 3057879"/>
              <a:gd name="connsiteY19" fmla="*/ 2553590 h 2568085"/>
              <a:gd name="connsiteX20" fmla="*/ 1340079 w 3057879"/>
              <a:gd name="connsiteY20" fmla="*/ 2543555 h 2568085"/>
              <a:gd name="connsiteX21" fmla="*/ 1578733 w 3057879"/>
              <a:gd name="connsiteY21" fmla="*/ 2487244 h 2568085"/>
              <a:gd name="connsiteX22" fmla="*/ 1725791 w 3057879"/>
              <a:gd name="connsiteY22" fmla="*/ 2427946 h 2568085"/>
              <a:gd name="connsiteX23" fmla="*/ 2058283 w 3057879"/>
              <a:gd name="connsiteY23" fmla="*/ 2302303 h 2568085"/>
              <a:gd name="connsiteX24" fmla="*/ 2312809 w 3057879"/>
              <a:gd name="connsiteY24" fmla="*/ 2156589 h 2568085"/>
              <a:gd name="connsiteX25" fmla="*/ 2791238 w 3057879"/>
              <a:gd name="connsiteY25" fmla="*/ 1756521 h 2568085"/>
              <a:gd name="connsiteX26" fmla="*/ 3021433 w 3057879"/>
              <a:gd name="connsiteY26" fmla="*/ 1420751 h 2568085"/>
              <a:gd name="connsiteX27" fmla="*/ 3057833 w 3057879"/>
              <a:gd name="connsiteY27" fmla="*/ 1288623 h 2568085"/>
              <a:gd name="connsiteX28" fmla="*/ 3057879 w 3057879"/>
              <a:gd name="connsiteY28" fmla="*/ 1288437 h 2568085"/>
              <a:gd name="connsiteX0" fmla="*/ 1439705 w 3057879"/>
              <a:gd name="connsiteY0" fmla="*/ 0 h 2270024"/>
              <a:gd name="connsiteX1" fmla="*/ 1219258 w 3057879"/>
              <a:gd name="connsiteY1" fmla="*/ 248053 h 2270024"/>
              <a:gd name="connsiteX2" fmla="*/ 1092648 w 3057879"/>
              <a:gd name="connsiteY2" fmla="*/ 500253 h 2270024"/>
              <a:gd name="connsiteX3" fmla="*/ 1041015 w 3057879"/>
              <a:gd name="connsiteY3" fmla="*/ 706590 h 2270024"/>
              <a:gd name="connsiteX4" fmla="*/ 998812 w 3057879"/>
              <a:gd name="connsiteY4" fmla="*/ 1012944 h 2270024"/>
              <a:gd name="connsiteX5" fmla="*/ 923742 w 3057879"/>
              <a:gd name="connsiteY5" fmla="*/ 1244327 h 2270024"/>
              <a:gd name="connsiteX6" fmla="*/ 787701 w 3057879"/>
              <a:gd name="connsiteY6" fmla="*/ 1342270 h 2270024"/>
              <a:gd name="connsiteX7" fmla="*/ 651661 w 3057879"/>
              <a:gd name="connsiteY7" fmla="*/ 1342271 h 2270024"/>
              <a:gd name="connsiteX8" fmla="*/ 466414 w 3057879"/>
              <a:gd name="connsiteY8" fmla="*/ 1306859 h 2270024"/>
              <a:gd name="connsiteX9" fmla="*/ 236538 w 3057879"/>
              <a:gd name="connsiteY9" fmla="*/ 1317308 h 2270024"/>
              <a:gd name="connsiteX10" fmla="*/ 114596 w 3057879"/>
              <a:gd name="connsiteY10" fmla="*/ 1388133 h 2270024"/>
              <a:gd name="connsiteX11" fmla="*/ 20759 w 3057879"/>
              <a:gd name="connsiteY11" fmla="*/ 1523645 h 2270024"/>
              <a:gd name="connsiteX12" fmla="*/ 1992 w 3057879"/>
              <a:gd name="connsiteY12" fmla="*/ 1686194 h 2270024"/>
              <a:gd name="connsiteX13" fmla="*/ 77062 w 3057879"/>
              <a:gd name="connsiteY13" fmla="*/ 1925870 h 2270024"/>
              <a:gd name="connsiteX14" fmla="*/ 202271 w 3057879"/>
              <a:gd name="connsiteY14" fmla="*/ 2095717 h 2270024"/>
              <a:gd name="connsiteX15" fmla="*/ 457918 w 3057879"/>
              <a:gd name="connsiteY15" fmla="*/ 2236455 h 2270024"/>
              <a:gd name="connsiteX16" fmla="*/ 547274 w 3057879"/>
              <a:gd name="connsiteY16" fmla="*/ 2252543 h 2270024"/>
              <a:gd name="connsiteX17" fmla="*/ 887701 w 3057879"/>
              <a:gd name="connsiteY17" fmla="*/ 2269628 h 2270024"/>
              <a:gd name="connsiteX18" fmla="*/ 1186299 w 3057879"/>
              <a:gd name="connsiteY18" fmla="*/ 2255529 h 2270024"/>
              <a:gd name="connsiteX19" fmla="*/ 1340079 w 3057879"/>
              <a:gd name="connsiteY19" fmla="*/ 2245494 h 2270024"/>
              <a:gd name="connsiteX20" fmla="*/ 1578733 w 3057879"/>
              <a:gd name="connsiteY20" fmla="*/ 2189183 h 2270024"/>
              <a:gd name="connsiteX21" fmla="*/ 1725791 w 3057879"/>
              <a:gd name="connsiteY21" fmla="*/ 2129885 h 2270024"/>
              <a:gd name="connsiteX22" fmla="*/ 2058283 w 3057879"/>
              <a:gd name="connsiteY22" fmla="*/ 2004242 h 2270024"/>
              <a:gd name="connsiteX23" fmla="*/ 2312809 w 3057879"/>
              <a:gd name="connsiteY23" fmla="*/ 1858528 h 2270024"/>
              <a:gd name="connsiteX24" fmla="*/ 2791238 w 3057879"/>
              <a:gd name="connsiteY24" fmla="*/ 1458460 h 2270024"/>
              <a:gd name="connsiteX25" fmla="*/ 3021433 w 3057879"/>
              <a:gd name="connsiteY25" fmla="*/ 1122690 h 2270024"/>
              <a:gd name="connsiteX26" fmla="*/ 3057833 w 3057879"/>
              <a:gd name="connsiteY26" fmla="*/ 990562 h 2270024"/>
              <a:gd name="connsiteX27" fmla="*/ 3057879 w 3057879"/>
              <a:gd name="connsiteY27" fmla="*/ 990376 h 2270024"/>
              <a:gd name="connsiteX0" fmla="*/ 1439705 w 3057879"/>
              <a:gd name="connsiteY0" fmla="*/ 0 h 2270024"/>
              <a:gd name="connsiteX1" fmla="*/ 1107858 w 3057879"/>
              <a:gd name="connsiteY1" fmla="*/ 252032 h 2270024"/>
              <a:gd name="connsiteX2" fmla="*/ 1092648 w 3057879"/>
              <a:gd name="connsiteY2" fmla="*/ 500253 h 2270024"/>
              <a:gd name="connsiteX3" fmla="*/ 1041015 w 3057879"/>
              <a:gd name="connsiteY3" fmla="*/ 706590 h 2270024"/>
              <a:gd name="connsiteX4" fmla="*/ 998812 w 3057879"/>
              <a:gd name="connsiteY4" fmla="*/ 1012944 h 2270024"/>
              <a:gd name="connsiteX5" fmla="*/ 923742 w 3057879"/>
              <a:gd name="connsiteY5" fmla="*/ 1244327 h 2270024"/>
              <a:gd name="connsiteX6" fmla="*/ 787701 w 3057879"/>
              <a:gd name="connsiteY6" fmla="*/ 1342270 h 2270024"/>
              <a:gd name="connsiteX7" fmla="*/ 651661 w 3057879"/>
              <a:gd name="connsiteY7" fmla="*/ 1342271 h 2270024"/>
              <a:gd name="connsiteX8" fmla="*/ 466414 w 3057879"/>
              <a:gd name="connsiteY8" fmla="*/ 1306859 h 2270024"/>
              <a:gd name="connsiteX9" fmla="*/ 236538 w 3057879"/>
              <a:gd name="connsiteY9" fmla="*/ 1317308 h 2270024"/>
              <a:gd name="connsiteX10" fmla="*/ 114596 w 3057879"/>
              <a:gd name="connsiteY10" fmla="*/ 1388133 h 2270024"/>
              <a:gd name="connsiteX11" fmla="*/ 20759 w 3057879"/>
              <a:gd name="connsiteY11" fmla="*/ 1523645 h 2270024"/>
              <a:gd name="connsiteX12" fmla="*/ 1992 w 3057879"/>
              <a:gd name="connsiteY12" fmla="*/ 1686194 h 2270024"/>
              <a:gd name="connsiteX13" fmla="*/ 77062 w 3057879"/>
              <a:gd name="connsiteY13" fmla="*/ 1925870 h 2270024"/>
              <a:gd name="connsiteX14" fmla="*/ 202271 w 3057879"/>
              <a:gd name="connsiteY14" fmla="*/ 2095717 h 2270024"/>
              <a:gd name="connsiteX15" fmla="*/ 457918 w 3057879"/>
              <a:gd name="connsiteY15" fmla="*/ 2236455 h 2270024"/>
              <a:gd name="connsiteX16" fmla="*/ 547274 w 3057879"/>
              <a:gd name="connsiteY16" fmla="*/ 2252543 h 2270024"/>
              <a:gd name="connsiteX17" fmla="*/ 887701 w 3057879"/>
              <a:gd name="connsiteY17" fmla="*/ 2269628 h 2270024"/>
              <a:gd name="connsiteX18" fmla="*/ 1186299 w 3057879"/>
              <a:gd name="connsiteY18" fmla="*/ 2255529 h 2270024"/>
              <a:gd name="connsiteX19" fmla="*/ 1340079 w 3057879"/>
              <a:gd name="connsiteY19" fmla="*/ 2245494 h 2270024"/>
              <a:gd name="connsiteX20" fmla="*/ 1578733 w 3057879"/>
              <a:gd name="connsiteY20" fmla="*/ 2189183 h 2270024"/>
              <a:gd name="connsiteX21" fmla="*/ 1725791 w 3057879"/>
              <a:gd name="connsiteY21" fmla="*/ 2129885 h 2270024"/>
              <a:gd name="connsiteX22" fmla="*/ 2058283 w 3057879"/>
              <a:gd name="connsiteY22" fmla="*/ 2004242 h 2270024"/>
              <a:gd name="connsiteX23" fmla="*/ 2312809 w 3057879"/>
              <a:gd name="connsiteY23" fmla="*/ 1858528 h 2270024"/>
              <a:gd name="connsiteX24" fmla="*/ 2791238 w 3057879"/>
              <a:gd name="connsiteY24" fmla="*/ 1458460 h 2270024"/>
              <a:gd name="connsiteX25" fmla="*/ 3021433 w 3057879"/>
              <a:gd name="connsiteY25" fmla="*/ 1122690 h 2270024"/>
              <a:gd name="connsiteX26" fmla="*/ 3057833 w 3057879"/>
              <a:gd name="connsiteY26" fmla="*/ 990562 h 2270024"/>
              <a:gd name="connsiteX27" fmla="*/ 3057879 w 3057879"/>
              <a:gd name="connsiteY27" fmla="*/ 990376 h 2270024"/>
              <a:gd name="connsiteX0" fmla="*/ 1380641 w 3057879"/>
              <a:gd name="connsiteY0" fmla="*/ 0 h 2328712"/>
              <a:gd name="connsiteX1" fmla="*/ 1107858 w 3057879"/>
              <a:gd name="connsiteY1" fmla="*/ 310720 h 2328712"/>
              <a:gd name="connsiteX2" fmla="*/ 1092648 w 3057879"/>
              <a:gd name="connsiteY2" fmla="*/ 558941 h 2328712"/>
              <a:gd name="connsiteX3" fmla="*/ 1041015 w 3057879"/>
              <a:gd name="connsiteY3" fmla="*/ 765278 h 2328712"/>
              <a:gd name="connsiteX4" fmla="*/ 998812 w 3057879"/>
              <a:gd name="connsiteY4" fmla="*/ 1071632 h 2328712"/>
              <a:gd name="connsiteX5" fmla="*/ 923742 w 3057879"/>
              <a:gd name="connsiteY5" fmla="*/ 1303015 h 2328712"/>
              <a:gd name="connsiteX6" fmla="*/ 787701 w 3057879"/>
              <a:gd name="connsiteY6" fmla="*/ 1400958 h 2328712"/>
              <a:gd name="connsiteX7" fmla="*/ 651661 w 3057879"/>
              <a:gd name="connsiteY7" fmla="*/ 1400959 h 2328712"/>
              <a:gd name="connsiteX8" fmla="*/ 466414 w 3057879"/>
              <a:gd name="connsiteY8" fmla="*/ 1365547 h 2328712"/>
              <a:gd name="connsiteX9" fmla="*/ 236538 w 3057879"/>
              <a:gd name="connsiteY9" fmla="*/ 1375996 h 2328712"/>
              <a:gd name="connsiteX10" fmla="*/ 114596 w 3057879"/>
              <a:gd name="connsiteY10" fmla="*/ 1446821 h 2328712"/>
              <a:gd name="connsiteX11" fmla="*/ 20759 w 3057879"/>
              <a:gd name="connsiteY11" fmla="*/ 1582333 h 2328712"/>
              <a:gd name="connsiteX12" fmla="*/ 1992 w 3057879"/>
              <a:gd name="connsiteY12" fmla="*/ 1744882 h 2328712"/>
              <a:gd name="connsiteX13" fmla="*/ 77062 w 3057879"/>
              <a:gd name="connsiteY13" fmla="*/ 1984558 h 2328712"/>
              <a:gd name="connsiteX14" fmla="*/ 202271 w 3057879"/>
              <a:gd name="connsiteY14" fmla="*/ 2154405 h 2328712"/>
              <a:gd name="connsiteX15" fmla="*/ 457918 w 3057879"/>
              <a:gd name="connsiteY15" fmla="*/ 2295143 h 2328712"/>
              <a:gd name="connsiteX16" fmla="*/ 547274 w 3057879"/>
              <a:gd name="connsiteY16" fmla="*/ 2311231 h 2328712"/>
              <a:gd name="connsiteX17" fmla="*/ 887701 w 3057879"/>
              <a:gd name="connsiteY17" fmla="*/ 2328316 h 2328712"/>
              <a:gd name="connsiteX18" fmla="*/ 1186299 w 3057879"/>
              <a:gd name="connsiteY18" fmla="*/ 2314217 h 2328712"/>
              <a:gd name="connsiteX19" fmla="*/ 1340079 w 3057879"/>
              <a:gd name="connsiteY19" fmla="*/ 2304182 h 2328712"/>
              <a:gd name="connsiteX20" fmla="*/ 1578733 w 3057879"/>
              <a:gd name="connsiteY20" fmla="*/ 2247871 h 2328712"/>
              <a:gd name="connsiteX21" fmla="*/ 1725791 w 3057879"/>
              <a:gd name="connsiteY21" fmla="*/ 2188573 h 2328712"/>
              <a:gd name="connsiteX22" fmla="*/ 2058283 w 3057879"/>
              <a:gd name="connsiteY22" fmla="*/ 2062930 h 2328712"/>
              <a:gd name="connsiteX23" fmla="*/ 2312809 w 3057879"/>
              <a:gd name="connsiteY23" fmla="*/ 1917216 h 2328712"/>
              <a:gd name="connsiteX24" fmla="*/ 2791238 w 3057879"/>
              <a:gd name="connsiteY24" fmla="*/ 1517148 h 2328712"/>
              <a:gd name="connsiteX25" fmla="*/ 3021433 w 3057879"/>
              <a:gd name="connsiteY25" fmla="*/ 1181378 h 2328712"/>
              <a:gd name="connsiteX26" fmla="*/ 3057833 w 3057879"/>
              <a:gd name="connsiteY26" fmla="*/ 1049250 h 2328712"/>
              <a:gd name="connsiteX27" fmla="*/ 3057879 w 3057879"/>
              <a:gd name="connsiteY27" fmla="*/ 1049064 h 2328712"/>
              <a:gd name="connsiteX0" fmla="*/ 1380641 w 3057833"/>
              <a:gd name="connsiteY0" fmla="*/ 0 h 2328712"/>
              <a:gd name="connsiteX1" fmla="*/ 1107858 w 3057833"/>
              <a:gd name="connsiteY1" fmla="*/ 310720 h 2328712"/>
              <a:gd name="connsiteX2" fmla="*/ 1092648 w 3057833"/>
              <a:gd name="connsiteY2" fmla="*/ 558941 h 2328712"/>
              <a:gd name="connsiteX3" fmla="*/ 1041015 w 3057833"/>
              <a:gd name="connsiteY3" fmla="*/ 765278 h 2328712"/>
              <a:gd name="connsiteX4" fmla="*/ 998812 w 3057833"/>
              <a:gd name="connsiteY4" fmla="*/ 1071632 h 2328712"/>
              <a:gd name="connsiteX5" fmla="*/ 923742 w 3057833"/>
              <a:gd name="connsiteY5" fmla="*/ 1303015 h 2328712"/>
              <a:gd name="connsiteX6" fmla="*/ 787701 w 3057833"/>
              <a:gd name="connsiteY6" fmla="*/ 1400958 h 2328712"/>
              <a:gd name="connsiteX7" fmla="*/ 651661 w 3057833"/>
              <a:gd name="connsiteY7" fmla="*/ 1400959 h 2328712"/>
              <a:gd name="connsiteX8" fmla="*/ 466414 w 3057833"/>
              <a:gd name="connsiteY8" fmla="*/ 1365547 h 2328712"/>
              <a:gd name="connsiteX9" fmla="*/ 236538 w 3057833"/>
              <a:gd name="connsiteY9" fmla="*/ 1375996 h 2328712"/>
              <a:gd name="connsiteX10" fmla="*/ 114596 w 3057833"/>
              <a:gd name="connsiteY10" fmla="*/ 1446821 h 2328712"/>
              <a:gd name="connsiteX11" fmla="*/ 20759 w 3057833"/>
              <a:gd name="connsiteY11" fmla="*/ 1582333 h 2328712"/>
              <a:gd name="connsiteX12" fmla="*/ 1992 w 3057833"/>
              <a:gd name="connsiteY12" fmla="*/ 1744882 h 2328712"/>
              <a:gd name="connsiteX13" fmla="*/ 77062 w 3057833"/>
              <a:gd name="connsiteY13" fmla="*/ 1984558 h 2328712"/>
              <a:gd name="connsiteX14" fmla="*/ 202271 w 3057833"/>
              <a:gd name="connsiteY14" fmla="*/ 2154405 h 2328712"/>
              <a:gd name="connsiteX15" fmla="*/ 457918 w 3057833"/>
              <a:gd name="connsiteY15" fmla="*/ 2295143 h 2328712"/>
              <a:gd name="connsiteX16" fmla="*/ 547274 w 3057833"/>
              <a:gd name="connsiteY16" fmla="*/ 2311231 h 2328712"/>
              <a:gd name="connsiteX17" fmla="*/ 887701 w 3057833"/>
              <a:gd name="connsiteY17" fmla="*/ 2328316 h 2328712"/>
              <a:gd name="connsiteX18" fmla="*/ 1186299 w 3057833"/>
              <a:gd name="connsiteY18" fmla="*/ 2314217 h 2328712"/>
              <a:gd name="connsiteX19" fmla="*/ 1340079 w 3057833"/>
              <a:gd name="connsiteY19" fmla="*/ 2304182 h 2328712"/>
              <a:gd name="connsiteX20" fmla="*/ 1578733 w 3057833"/>
              <a:gd name="connsiteY20" fmla="*/ 2247871 h 2328712"/>
              <a:gd name="connsiteX21" fmla="*/ 1725791 w 3057833"/>
              <a:gd name="connsiteY21" fmla="*/ 2188573 h 2328712"/>
              <a:gd name="connsiteX22" fmla="*/ 2058283 w 3057833"/>
              <a:gd name="connsiteY22" fmla="*/ 2062930 h 2328712"/>
              <a:gd name="connsiteX23" fmla="*/ 2312809 w 3057833"/>
              <a:gd name="connsiteY23" fmla="*/ 1917216 h 2328712"/>
              <a:gd name="connsiteX24" fmla="*/ 2791238 w 3057833"/>
              <a:gd name="connsiteY24" fmla="*/ 1517148 h 2328712"/>
              <a:gd name="connsiteX25" fmla="*/ 3021433 w 3057833"/>
              <a:gd name="connsiteY25" fmla="*/ 1181378 h 2328712"/>
              <a:gd name="connsiteX26" fmla="*/ 3057833 w 3057833"/>
              <a:gd name="connsiteY26" fmla="*/ 1049250 h 2328712"/>
              <a:gd name="connsiteX0" fmla="*/ 1380641 w 3057833"/>
              <a:gd name="connsiteY0" fmla="*/ 0 h 2328712"/>
              <a:gd name="connsiteX1" fmla="*/ 1107858 w 3057833"/>
              <a:gd name="connsiteY1" fmla="*/ 310720 h 2328712"/>
              <a:gd name="connsiteX2" fmla="*/ 1092648 w 3057833"/>
              <a:gd name="connsiteY2" fmla="*/ 558941 h 2328712"/>
              <a:gd name="connsiteX3" fmla="*/ 1041015 w 3057833"/>
              <a:gd name="connsiteY3" fmla="*/ 765278 h 2328712"/>
              <a:gd name="connsiteX4" fmla="*/ 998812 w 3057833"/>
              <a:gd name="connsiteY4" fmla="*/ 1071632 h 2328712"/>
              <a:gd name="connsiteX5" fmla="*/ 923742 w 3057833"/>
              <a:gd name="connsiteY5" fmla="*/ 1303015 h 2328712"/>
              <a:gd name="connsiteX6" fmla="*/ 787701 w 3057833"/>
              <a:gd name="connsiteY6" fmla="*/ 1400958 h 2328712"/>
              <a:gd name="connsiteX7" fmla="*/ 651661 w 3057833"/>
              <a:gd name="connsiteY7" fmla="*/ 1400959 h 2328712"/>
              <a:gd name="connsiteX8" fmla="*/ 466414 w 3057833"/>
              <a:gd name="connsiteY8" fmla="*/ 1365547 h 2328712"/>
              <a:gd name="connsiteX9" fmla="*/ 236538 w 3057833"/>
              <a:gd name="connsiteY9" fmla="*/ 1375996 h 2328712"/>
              <a:gd name="connsiteX10" fmla="*/ 114596 w 3057833"/>
              <a:gd name="connsiteY10" fmla="*/ 1446821 h 2328712"/>
              <a:gd name="connsiteX11" fmla="*/ 20759 w 3057833"/>
              <a:gd name="connsiteY11" fmla="*/ 1582333 h 2328712"/>
              <a:gd name="connsiteX12" fmla="*/ 1992 w 3057833"/>
              <a:gd name="connsiteY12" fmla="*/ 1744882 h 2328712"/>
              <a:gd name="connsiteX13" fmla="*/ 77062 w 3057833"/>
              <a:gd name="connsiteY13" fmla="*/ 1984558 h 2328712"/>
              <a:gd name="connsiteX14" fmla="*/ 202271 w 3057833"/>
              <a:gd name="connsiteY14" fmla="*/ 2154405 h 2328712"/>
              <a:gd name="connsiteX15" fmla="*/ 457918 w 3057833"/>
              <a:gd name="connsiteY15" fmla="*/ 2295143 h 2328712"/>
              <a:gd name="connsiteX16" fmla="*/ 547274 w 3057833"/>
              <a:gd name="connsiteY16" fmla="*/ 2311231 h 2328712"/>
              <a:gd name="connsiteX17" fmla="*/ 887701 w 3057833"/>
              <a:gd name="connsiteY17" fmla="*/ 2328316 h 2328712"/>
              <a:gd name="connsiteX18" fmla="*/ 1186299 w 3057833"/>
              <a:gd name="connsiteY18" fmla="*/ 2314217 h 2328712"/>
              <a:gd name="connsiteX19" fmla="*/ 1340079 w 3057833"/>
              <a:gd name="connsiteY19" fmla="*/ 2304182 h 2328712"/>
              <a:gd name="connsiteX20" fmla="*/ 1578733 w 3057833"/>
              <a:gd name="connsiteY20" fmla="*/ 2247871 h 2328712"/>
              <a:gd name="connsiteX21" fmla="*/ 1725791 w 3057833"/>
              <a:gd name="connsiteY21" fmla="*/ 2188573 h 2328712"/>
              <a:gd name="connsiteX22" fmla="*/ 2058283 w 3057833"/>
              <a:gd name="connsiteY22" fmla="*/ 2062930 h 2328712"/>
              <a:gd name="connsiteX23" fmla="*/ 2312809 w 3057833"/>
              <a:gd name="connsiteY23" fmla="*/ 1917216 h 2328712"/>
              <a:gd name="connsiteX24" fmla="*/ 2791238 w 3057833"/>
              <a:gd name="connsiteY24" fmla="*/ 1517148 h 2328712"/>
              <a:gd name="connsiteX25" fmla="*/ 3057833 w 3057833"/>
              <a:gd name="connsiteY25" fmla="*/ 1049250 h 2328712"/>
              <a:gd name="connsiteX0" fmla="*/ 1380641 w 2791238"/>
              <a:gd name="connsiteY0" fmla="*/ 0 h 2328712"/>
              <a:gd name="connsiteX1" fmla="*/ 1107858 w 2791238"/>
              <a:gd name="connsiteY1" fmla="*/ 310720 h 2328712"/>
              <a:gd name="connsiteX2" fmla="*/ 1092648 w 2791238"/>
              <a:gd name="connsiteY2" fmla="*/ 558941 h 2328712"/>
              <a:gd name="connsiteX3" fmla="*/ 1041015 w 2791238"/>
              <a:gd name="connsiteY3" fmla="*/ 765278 h 2328712"/>
              <a:gd name="connsiteX4" fmla="*/ 998812 w 2791238"/>
              <a:gd name="connsiteY4" fmla="*/ 1071632 h 2328712"/>
              <a:gd name="connsiteX5" fmla="*/ 923742 w 2791238"/>
              <a:gd name="connsiteY5" fmla="*/ 1303015 h 2328712"/>
              <a:gd name="connsiteX6" fmla="*/ 787701 w 2791238"/>
              <a:gd name="connsiteY6" fmla="*/ 1400958 h 2328712"/>
              <a:gd name="connsiteX7" fmla="*/ 651661 w 2791238"/>
              <a:gd name="connsiteY7" fmla="*/ 1400959 h 2328712"/>
              <a:gd name="connsiteX8" fmla="*/ 466414 w 2791238"/>
              <a:gd name="connsiteY8" fmla="*/ 1365547 h 2328712"/>
              <a:gd name="connsiteX9" fmla="*/ 236538 w 2791238"/>
              <a:gd name="connsiteY9" fmla="*/ 1375996 h 2328712"/>
              <a:gd name="connsiteX10" fmla="*/ 114596 w 2791238"/>
              <a:gd name="connsiteY10" fmla="*/ 1446821 h 2328712"/>
              <a:gd name="connsiteX11" fmla="*/ 20759 w 2791238"/>
              <a:gd name="connsiteY11" fmla="*/ 1582333 h 2328712"/>
              <a:gd name="connsiteX12" fmla="*/ 1992 w 2791238"/>
              <a:gd name="connsiteY12" fmla="*/ 1744882 h 2328712"/>
              <a:gd name="connsiteX13" fmla="*/ 77062 w 2791238"/>
              <a:gd name="connsiteY13" fmla="*/ 1984558 h 2328712"/>
              <a:gd name="connsiteX14" fmla="*/ 202271 w 2791238"/>
              <a:gd name="connsiteY14" fmla="*/ 2154405 h 2328712"/>
              <a:gd name="connsiteX15" fmla="*/ 457918 w 2791238"/>
              <a:gd name="connsiteY15" fmla="*/ 2295143 h 2328712"/>
              <a:gd name="connsiteX16" fmla="*/ 547274 w 2791238"/>
              <a:gd name="connsiteY16" fmla="*/ 2311231 h 2328712"/>
              <a:gd name="connsiteX17" fmla="*/ 887701 w 2791238"/>
              <a:gd name="connsiteY17" fmla="*/ 2328316 h 2328712"/>
              <a:gd name="connsiteX18" fmla="*/ 1186299 w 2791238"/>
              <a:gd name="connsiteY18" fmla="*/ 2314217 h 2328712"/>
              <a:gd name="connsiteX19" fmla="*/ 1340079 w 2791238"/>
              <a:gd name="connsiteY19" fmla="*/ 2304182 h 2328712"/>
              <a:gd name="connsiteX20" fmla="*/ 1578733 w 2791238"/>
              <a:gd name="connsiteY20" fmla="*/ 2247871 h 2328712"/>
              <a:gd name="connsiteX21" fmla="*/ 1725791 w 2791238"/>
              <a:gd name="connsiteY21" fmla="*/ 2188573 h 2328712"/>
              <a:gd name="connsiteX22" fmla="*/ 2058283 w 2791238"/>
              <a:gd name="connsiteY22" fmla="*/ 2062930 h 2328712"/>
              <a:gd name="connsiteX23" fmla="*/ 2312809 w 2791238"/>
              <a:gd name="connsiteY23" fmla="*/ 1917216 h 2328712"/>
              <a:gd name="connsiteX24" fmla="*/ 2791238 w 2791238"/>
              <a:gd name="connsiteY24" fmla="*/ 1517148 h 2328712"/>
              <a:gd name="connsiteX0" fmla="*/ 1380641 w 2312809"/>
              <a:gd name="connsiteY0" fmla="*/ 0 h 2328712"/>
              <a:gd name="connsiteX1" fmla="*/ 1107858 w 2312809"/>
              <a:gd name="connsiteY1" fmla="*/ 310720 h 2328712"/>
              <a:gd name="connsiteX2" fmla="*/ 1092648 w 2312809"/>
              <a:gd name="connsiteY2" fmla="*/ 558941 h 2328712"/>
              <a:gd name="connsiteX3" fmla="*/ 1041015 w 2312809"/>
              <a:gd name="connsiteY3" fmla="*/ 765278 h 2328712"/>
              <a:gd name="connsiteX4" fmla="*/ 998812 w 2312809"/>
              <a:gd name="connsiteY4" fmla="*/ 1071632 h 2328712"/>
              <a:gd name="connsiteX5" fmla="*/ 923742 w 2312809"/>
              <a:gd name="connsiteY5" fmla="*/ 1303015 h 2328712"/>
              <a:gd name="connsiteX6" fmla="*/ 787701 w 2312809"/>
              <a:gd name="connsiteY6" fmla="*/ 1400958 h 2328712"/>
              <a:gd name="connsiteX7" fmla="*/ 651661 w 2312809"/>
              <a:gd name="connsiteY7" fmla="*/ 1400959 h 2328712"/>
              <a:gd name="connsiteX8" fmla="*/ 466414 w 2312809"/>
              <a:gd name="connsiteY8" fmla="*/ 1365547 h 2328712"/>
              <a:gd name="connsiteX9" fmla="*/ 236538 w 2312809"/>
              <a:gd name="connsiteY9" fmla="*/ 1375996 h 2328712"/>
              <a:gd name="connsiteX10" fmla="*/ 114596 w 2312809"/>
              <a:gd name="connsiteY10" fmla="*/ 1446821 h 2328712"/>
              <a:gd name="connsiteX11" fmla="*/ 20759 w 2312809"/>
              <a:gd name="connsiteY11" fmla="*/ 1582333 h 2328712"/>
              <a:gd name="connsiteX12" fmla="*/ 1992 w 2312809"/>
              <a:gd name="connsiteY12" fmla="*/ 1744882 h 2328712"/>
              <a:gd name="connsiteX13" fmla="*/ 77062 w 2312809"/>
              <a:gd name="connsiteY13" fmla="*/ 1984558 h 2328712"/>
              <a:gd name="connsiteX14" fmla="*/ 202271 w 2312809"/>
              <a:gd name="connsiteY14" fmla="*/ 2154405 h 2328712"/>
              <a:gd name="connsiteX15" fmla="*/ 457918 w 2312809"/>
              <a:gd name="connsiteY15" fmla="*/ 2295143 h 2328712"/>
              <a:gd name="connsiteX16" fmla="*/ 547274 w 2312809"/>
              <a:gd name="connsiteY16" fmla="*/ 2311231 h 2328712"/>
              <a:gd name="connsiteX17" fmla="*/ 887701 w 2312809"/>
              <a:gd name="connsiteY17" fmla="*/ 2328316 h 2328712"/>
              <a:gd name="connsiteX18" fmla="*/ 1186299 w 2312809"/>
              <a:gd name="connsiteY18" fmla="*/ 2314217 h 2328712"/>
              <a:gd name="connsiteX19" fmla="*/ 1340079 w 2312809"/>
              <a:gd name="connsiteY19" fmla="*/ 2304182 h 2328712"/>
              <a:gd name="connsiteX20" fmla="*/ 1578733 w 2312809"/>
              <a:gd name="connsiteY20" fmla="*/ 2247871 h 2328712"/>
              <a:gd name="connsiteX21" fmla="*/ 1725791 w 2312809"/>
              <a:gd name="connsiteY21" fmla="*/ 2188573 h 2328712"/>
              <a:gd name="connsiteX22" fmla="*/ 2058283 w 2312809"/>
              <a:gd name="connsiteY22" fmla="*/ 2062930 h 2328712"/>
              <a:gd name="connsiteX23" fmla="*/ 2312809 w 2312809"/>
              <a:gd name="connsiteY23" fmla="*/ 1917216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98812 w 2516100"/>
              <a:gd name="connsiteY4" fmla="*/ 1071632 h 2328712"/>
              <a:gd name="connsiteX5" fmla="*/ 923742 w 2516100"/>
              <a:gd name="connsiteY5" fmla="*/ 1303015 h 2328712"/>
              <a:gd name="connsiteX6" fmla="*/ 787701 w 2516100"/>
              <a:gd name="connsiteY6" fmla="*/ 1400958 h 2328712"/>
              <a:gd name="connsiteX7" fmla="*/ 651661 w 2516100"/>
              <a:gd name="connsiteY7" fmla="*/ 1400959 h 2328712"/>
              <a:gd name="connsiteX8" fmla="*/ 466414 w 2516100"/>
              <a:gd name="connsiteY8" fmla="*/ 1365547 h 2328712"/>
              <a:gd name="connsiteX9" fmla="*/ 236538 w 2516100"/>
              <a:gd name="connsiteY9" fmla="*/ 1375996 h 2328712"/>
              <a:gd name="connsiteX10" fmla="*/ 114596 w 2516100"/>
              <a:gd name="connsiteY10" fmla="*/ 1446821 h 2328712"/>
              <a:gd name="connsiteX11" fmla="*/ 20759 w 2516100"/>
              <a:gd name="connsiteY11" fmla="*/ 1582333 h 2328712"/>
              <a:gd name="connsiteX12" fmla="*/ 1992 w 2516100"/>
              <a:gd name="connsiteY12" fmla="*/ 1744882 h 2328712"/>
              <a:gd name="connsiteX13" fmla="*/ 77062 w 2516100"/>
              <a:gd name="connsiteY13" fmla="*/ 1984558 h 2328712"/>
              <a:gd name="connsiteX14" fmla="*/ 202271 w 2516100"/>
              <a:gd name="connsiteY14" fmla="*/ 2154405 h 2328712"/>
              <a:gd name="connsiteX15" fmla="*/ 457918 w 2516100"/>
              <a:gd name="connsiteY15" fmla="*/ 2295143 h 2328712"/>
              <a:gd name="connsiteX16" fmla="*/ 547274 w 2516100"/>
              <a:gd name="connsiteY16" fmla="*/ 2311231 h 2328712"/>
              <a:gd name="connsiteX17" fmla="*/ 887701 w 2516100"/>
              <a:gd name="connsiteY17" fmla="*/ 2328316 h 2328712"/>
              <a:gd name="connsiteX18" fmla="*/ 1186299 w 2516100"/>
              <a:gd name="connsiteY18" fmla="*/ 2314217 h 2328712"/>
              <a:gd name="connsiteX19" fmla="*/ 1340079 w 2516100"/>
              <a:gd name="connsiteY19" fmla="*/ 2304182 h 2328712"/>
              <a:gd name="connsiteX20" fmla="*/ 1578733 w 2516100"/>
              <a:gd name="connsiteY20" fmla="*/ 2247871 h 2328712"/>
              <a:gd name="connsiteX21" fmla="*/ 1725791 w 2516100"/>
              <a:gd name="connsiteY21" fmla="*/ 2188573 h 2328712"/>
              <a:gd name="connsiteX22" fmla="*/ 2058283 w 2516100"/>
              <a:gd name="connsiteY22" fmla="*/ 2062930 h 2328712"/>
              <a:gd name="connsiteX23" fmla="*/ 2516100 w 2516100"/>
              <a:gd name="connsiteY23" fmla="*/ 1757145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98812 w 2516100"/>
              <a:gd name="connsiteY4" fmla="*/ 1071632 h 2328712"/>
              <a:gd name="connsiteX5" fmla="*/ 787701 w 2516100"/>
              <a:gd name="connsiteY5" fmla="*/ 1400958 h 2328712"/>
              <a:gd name="connsiteX6" fmla="*/ 651661 w 2516100"/>
              <a:gd name="connsiteY6" fmla="*/ 1400959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98812 w 2516100"/>
              <a:gd name="connsiteY4" fmla="*/ 1071632 h 2328712"/>
              <a:gd name="connsiteX5" fmla="*/ 821721 w 2516100"/>
              <a:gd name="connsiteY5" fmla="*/ 1275851 h 2328712"/>
              <a:gd name="connsiteX6" fmla="*/ 651661 w 2516100"/>
              <a:gd name="connsiteY6" fmla="*/ 1400959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46062 w 2516100"/>
              <a:gd name="connsiteY4" fmla="*/ 1004772 h 2328712"/>
              <a:gd name="connsiteX5" fmla="*/ 821721 w 2516100"/>
              <a:gd name="connsiteY5" fmla="*/ 1275851 h 2328712"/>
              <a:gd name="connsiteX6" fmla="*/ 651661 w 2516100"/>
              <a:gd name="connsiteY6" fmla="*/ 1400959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46062 w 2516100"/>
              <a:gd name="connsiteY4" fmla="*/ 1004772 h 2328712"/>
              <a:gd name="connsiteX5" fmla="*/ 821721 w 2516100"/>
              <a:gd name="connsiteY5" fmla="*/ 1275851 h 2328712"/>
              <a:gd name="connsiteX6" fmla="*/ 635165 w 2516100"/>
              <a:gd name="connsiteY6" fmla="*/ 1341230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1092648 w 2516100"/>
              <a:gd name="connsiteY2" fmla="*/ 558941 h 2328712"/>
              <a:gd name="connsiteX3" fmla="*/ 1041015 w 2516100"/>
              <a:gd name="connsiteY3" fmla="*/ 765278 h 2328712"/>
              <a:gd name="connsiteX4" fmla="*/ 946062 w 2516100"/>
              <a:gd name="connsiteY4" fmla="*/ 1004772 h 2328712"/>
              <a:gd name="connsiteX5" fmla="*/ 785203 w 2516100"/>
              <a:gd name="connsiteY5" fmla="*/ 1186295 h 2328712"/>
              <a:gd name="connsiteX6" fmla="*/ 635165 w 2516100"/>
              <a:gd name="connsiteY6" fmla="*/ 1341230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977682 w 2516100"/>
              <a:gd name="connsiteY2" fmla="*/ 581048 h 2328712"/>
              <a:gd name="connsiteX3" fmla="*/ 1041015 w 2516100"/>
              <a:gd name="connsiteY3" fmla="*/ 765278 h 2328712"/>
              <a:gd name="connsiteX4" fmla="*/ 946062 w 2516100"/>
              <a:gd name="connsiteY4" fmla="*/ 1004772 h 2328712"/>
              <a:gd name="connsiteX5" fmla="*/ 785203 w 2516100"/>
              <a:gd name="connsiteY5" fmla="*/ 1186295 h 2328712"/>
              <a:gd name="connsiteX6" fmla="*/ 635165 w 2516100"/>
              <a:gd name="connsiteY6" fmla="*/ 1341230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977682 w 2516100"/>
              <a:gd name="connsiteY2" fmla="*/ 581048 h 2328712"/>
              <a:gd name="connsiteX3" fmla="*/ 935001 w 2516100"/>
              <a:gd name="connsiteY3" fmla="*/ 753841 h 2328712"/>
              <a:gd name="connsiteX4" fmla="*/ 946062 w 2516100"/>
              <a:gd name="connsiteY4" fmla="*/ 1004772 h 2328712"/>
              <a:gd name="connsiteX5" fmla="*/ 785203 w 2516100"/>
              <a:gd name="connsiteY5" fmla="*/ 1186295 h 2328712"/>
              <a:gd name="connsiteX6" fmla="*/ 635165 w 2516100"/>
              <a:gd name="connsiteY6" fmla="*/ 1341230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77062 w 2516100"/>
              <a:gd name="connsiteY12" fmla="*/ 1984558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28712"/>
              <a:gd name="connsiteX1" fmla="*/ 1107858 w 2516100"/>
              <a:gd name="connsiteY1" fmla="*/ 310720 h 2328712"/>
              <a:gd name="connsiteX2" fmla="*/ 977682 w 2516100"/>
              <a:gd name="connsiteY2" fmla="*/ 581048 h 2328712"/>
              <a:gd name="connsiteX3" fmla="*/ 935001 w 2516100"/>
              <a:gd name="connsiteY3" fmla="*/ 753841 h 2328712"/>
              <a:gd name="connsiteX4" fmla="*/ 946062 w 2516100"/>
              <a:gd name="connsiteY4" fmla="*/ 1004772 h 2328712"/>
              <a:gd name="connsiteX5" fmla="*/ 785203 w 2516100"/>
              <a:gd name="connsiteY5" fmla="*/ 1186295 h 2328712"/>
              <a:gd name="connsiteX6" fmla="*/ 635165 w 2516100"/>
              <a:gd name="connsiteY6" fmla="*/ 1341230 h 2328712"/>
              <a:gd name="connsiteX7" fmla="*/ 466414 w 2516100"/>
              <a:gd name="connsiteY7" fmla="*/ 1365547 h 2328712"/>
              <a:gd name="connsiteX8" fmla="*/ 236538 w 2516100"/>
              <a:gd name="connsiteY8" fmla="*/ 1375996 h 2328712"/>
              <a:gd name="connsiteX9" fmla="*/ 114596 w 2516100"/>
              <a:gd name="connsiteY9" fmla="*/ 1446821 h 2328712"/>
              <a:gd name="connsiteX10" fmla="*/ 20759 w 2516100"/>
              <a:gd name="connsiteY10" fmla="*/ 1582333 h 2328712"/>
              <a:gd name="connsiteX11" fmla="*/ 1992 w 2516100"/>
              <a:gd name="connsiteY11" fmla="*/ 1744882 h 2328712"/>
              <a:gd name="connsiteX12" fmla="*/ 44793 w 2516100"/>
              <a:gd name="connsiteY12" fmla="*/ 2054725 h 2328712"/>
              <a:gd name="connsiteX13" fmla="*/ 202271 w 2516100"/>
              <a:gd name="connsiteY13" fmla="*/ 2154405 h 2328712"/>
              <a:gd name="connsiteX14" fmla="*/ 457918 w 2516100"/>
              <a:gd name="connsiteY14" fmla="*/ 2295143 h 2328712"/>
              <a:gd name="connsiteX15" fmla="*/ 547274 w 2516100"/>
              <a:gd name="connsiteY15" fmla="*/ 2311231 h 2328712"/>
              <a:gd name="connsiteX16" fmla="*/ 887701 w 2516100"/>
              <a:gd name="connsiteY16" fmla="*/ 2328316 h 2328712"/>
              <a:gd name="connsiteX17" fmla="*/ 1186299 w 2516100"/>
              <a:gd name="connsiteY17" fmla="*/ 2314217 h 2328712"/>
              <a:gd name="connsiteX18" fmla="*/ 1340079 w 2516100"/>
              <a:gd name="connsiteY18" fmla="*/ 2304182 h 2328712"/>
              <a:gd name="connsiteX19" fmla="*/ 1578733 w 2516100"/>
              <a:gd name="connsiteY19" fmla="*/ 2247871 h 2328712"/>
              <a:gd name="connsiteX20" fmla="*/ 1725791 w 2516100"/>
              <a:gd name="connsiteY20" fmla="*/ 2188573 h 2328712"/>
              <a:gd name="connsiteX21" fmla="*/ 2058283 w 2516100"/>
              <a:gd name="connsiteY21" fmla="*/ 2062930 h 2328712"/>
              <a:gd name="connsiteX22" fmla="*/ 2516100 w 2516100"/>
              <a:gd name="connsiteY22" fmla="*/ 1757145 h 2328712"/>
              <a:gd name="connsiteX0" fmla="*/ 1380641 w 2516100"/>
              <a:gd name="connsiteY0" fmla="*/ 0 h 2315669"/>
              <a:gd name="connsiteX1" fmla="*/ 1107858 w 2516100"/>
              <a:gd name="connsiteY1" fmla="*/ 310720 h 2315669"/>
              <a:gd name="connsiteX2" fmla="*/ 977682 w 2516100"/>
              <a:gd name="connsiteY2" fmla="*/ 581048 h 2315669"/>
              <a:gd name="connsiteX3" fmla="*/ 935001 w 2516100"/>
              <a:gd name="connsiteY3" fmla="*/ 753841 h 2315669"/>
              <a:gd name="connsiteX4" fmla="*/ 946062 w 2516100"/>
              <a:gd name="connsiteY4" fmla="*/ 1004772 h 2315669"/>
              <a:gd name="connsiteX5" fmla="*/ 785203 w 2516100"/>
              <a:gd name="connsiteY5" fmla="*/ 1186295 h 2315669"/>
              <a:gd name="connsiteX6" fmla="*/ 635165 w 2516100"/>
              <a:gd name="connsiteY6" fmla="*/ 1341230 h 2315669"/>
              <a:gd name="connsiteX7" fmla="*/ 466414 w 2516100"/>
              <a:gd name="connsiteY7" fmla="*/ 1365547 h 2315669"/>
              <a:gd name="connsiteX8" fmla="*/ 236538 w 2516100"/>
              <a:gd name="connsiteY8" fmla="*/ 1375996 h 2315669"/>
              <a:gd name="connsiteX9" fmla="*/ 114596 w 2516100"/>
              <a:gd name="connsiteY9" fmla="*/ 1446821 h 2315669"/>
              <a:gd name="connsiteX10" fmla="*/ 20759 w 2516100"/>
              <a:gd name="connsiteY10" fmla="*/ 1582333 h 2315669"/>
              <a:gd name="connsiteX11" fmla="*/ 1992 w 2516100"/>
              <a:gd name="connsiteY11" fmla="*/ 1744882 h 2315669"/>
              <a:gd name="connsiteX12" fmla="*/ 44793 w 2516100"/>
              <a:gd name="connsiteY12" fmla="*/ 2054725 h 2315669"/>
              <a:gd name="connsiteX13" fmla="*/ 202271 w 2516100"/>
              <a:gd name="connsiteY13" fmla="*/ 2154405 h 2315669"/>
              <a:gd name="connsiteX14" fmla="*/ 457918 w 2516100"/>
              <a:gd name="connsiteY14" fmla="*/ 2295143 h 2315669"/>
              <a:gd name="connsiteX15" fmla="*/ 547274 w 2516100"/>
              <a:gd name="connsiteY15" fmla="*/ 2311231 h 2315669"/>
              <a:gd name="connsiteX16" fmla="*/ 926114 w 2516100"/>
              <a:gd name="connsiteY16" fmla="*/ 2273867 h 2315669"/>
              <a:gd name="connsiteX17" fmla="*/ 1186299 w 2516100"/>
              <a:gd name="connsiteY17" fmla="*/ 2314217 h 2315669"/>
              <a:gd name="connsiteX18" fmla="*/ 1340079 w 2516100"/>
              <a:gd name="connsiteY18" fmla="*/ 2304182 h 2315669"/>
              <a:gd name="connsiteX19" fmla="*/ 1578733 w 2516100"/>
              <a:gd name="connsiteY19" fmla="*/ 2247871 h 2315669"/>
              <a:gd name="connsiteX20" fmla="*/ 1725791 w 2516100"/>
              <a:gd name="connsiteY20" fmla="*/ 2188573 h 2315669"/>
              <a:gd name="connsiteX21" fmla="*/ 2058283 w 2516100"/>
              <a:gd name="connsiteY21" fmla="*/ 2062930 h 2315669"/>
              <a:gd name="connsiteX22" fmla="*/ 2516100 w 2516100"/>
              <a:gd name="connsiteY22" fmla="*/ 1757145 h 2315669"/>
              <a:gd name="connsiteX0" fmla="*/ 1380641 w 2516100"/>
              <a:gd name="connsiteY0" fmla="*/ 0 h 2315670"/>
              <a:gd name="connsiteX1" fmla="*/ 1107858 w 2516100"/>
              <a:gd name="connsiteY1" fmla="*/ 310720 h 2315670"/>
              <a:gd name="connsiteX2" fmla="*/ 977682 w 2516100"/>
              <a:gd name="connsiteY2" fmla="*/ 581048 h 2315670"/>
              <a:gd name="connsiteX3" fmla="*/ 946062 w 2516100"/>
              <a:gd name="connsiteY3" fmla="*/ 1004772 h 2315670"/>
              <a:gd name="connsiteX4" fmla="*/ 785203 w 2516100"/>
              <a:gd name="connsiteY4" fmla="*/ 1186295 h 2315670"/>
              <a:gd name="connsiteX5" fmla="*/ 635165 w 2516100"/>
              <a:gd name="connsiteY5" fmla="*/ 1341230 h 2315670"/>
              <a:gd name="connsiteX6" fmla="*/ 466414 w 2516100"/>
              <a:gd name="connsiteY6" fmla="*/ 1365547 h 2315670"/>
              <a:gd name="connsiteX7" fmla="*/ 236538 w 2516100"/>
              <a:gd name="connsiteY7" fmla="*/ 1375996 h 2315670"/>
              <a:gd name="connsiteX8" fmla="*/ 114596 w 2516100"/>
              <a:gd name="connsiteY8" fmla="*/ 1446821 h 2315670"/>
              <a:gd name="connsiteX9" fmla="*/ 20759 w 2516100"/>
              <a:gd name="connsiteY9" fmla="*/ 1582333 h 2315670"/>
              <a:gd name="connsiteX10" fmla="*/ 1992 w 2516100"/>
              <a:gd name="connsiteY10" fmla="*/ 1744882 h 2315670"/>
              <a:gd name="connsiteX11" fmla="*/ 44793 w 2516100"/>
              <a:gd name="connsiteY11" fmla="*/ 2054725 h 2315670"/>
              <a:gd name="connsiteX12" fmla="*/ 202271 w 2516100"/>
              <a:gd name="connsiteY12" fmla="*/ 2154405 h 2315670"/>
              <a:gd name="connsiteX13" fmla="*/ 457918 w 2516100"/>
              <a:gd name="connsiteY13" fmla="*/ 2295143 h 2315670"/>
              <a:gd name="connsiteX14" fmla="*/ 547274 w 2516100"/>
              <a:gd name="connsiteY14" fmla="*/ 2311231 h 2315670"/>
              <a:gd name="connsiteX15" fmla="*/ 926114 w 2516100"/>
              <a:gd name="connsiteY15" fmla="*/ 2273867 h 2315670"/>
              <a:gd name="connsiteX16" fmla="*/ 1186299 w 2516100"/>
              <a:gd name="connsiteY16" fmla="*/ 2314217 h 2315670"/>
              <a:gd name="connsiteX17" fmla="*/ 1340079 w 2516100"/>
              <a:gd name="connsiteY17" fmla="*/ 2304182 h 2315670"/>
              <a:gd name="connsiteX18" fmla="*/ 1578733 w 2516100"/>
              <a:gd name="connsiteY18" fmla="*/ 2247871 h 2315670"/>
              <a:gd name="connsiteX19" fmla="*/ 1725791 w 2516100"/>
              <a:gd name="connsiteY19" fmla="*/ 2188573 h 2315670"/>
              <a:gd name="connsiteX20" fmla="*/ 2058283 w 2516100"/>
              <a:gd name="connsiteY20" fmla="*/ 2062930 h 2315670"/>
              <a:gd name="connsiteX21" fmla="*/ 2516100 w 2516100"/>
              <a:gd name="connsiteY21" fmla="*/ 1757145 h 2315670"/>
              <a:gd name="connsiteX0" fmla="*/ 1380641 w 2516100"/>
              <a:gd name="connsiteY0" fmla="*/ 0 h 2315670"/>
              <a:gd name="connsiteX1" fmla="*/ 1107858 w 2516100"/>
              <a:gd name="connsiteY1" fmla="*/ 310720 h 2315670"/>
              <a:gd name="connsiteX2" fmla="*/ 977682 w 2516100"/>
              <a:gd name="connsiteY2" fmla="*/ 581048 h 2315670"/>
              <a:gd name="connsiteX3" fmla="*/ 840273 w 2516100"/>
              <a:gd name="connsiteY3" fmla="*/ 871100 h 2315670"/>
              <a:gd name="connsiteX4" fmla="*/ 785203 w 2516100"/>
              <a:gd name="connsiteY4" fmla="*/ 1186295 h 2315670"/>
              <a:gd name="connsiteX5" fmla="*/ 635165 w 2516100"/>
              <a:gd name="connsiteY5" fmla="*/ 1341230 h 2315670"/>
              <a:gd name="connsiteX6" fmla="*/ 466414 w 2516100"/>
              <a:gd name="connsiteY6" fmla="*/ 1365547 h 2315670"/>
              <a:gd name="connsiteX7" fmla="*/ 236538 w 2516100"/>
              <a:gd name="connsiteY7" fmla="*/ 1375996 h 2315670"/>
              <a:gd name="connsiteX8" fmla="*/ 114596 w 2516100"/>
              <a:gd name="connsiteY8" fmla="*/ 1446821 h 2315670"/>
              <a:gd name="connsiteX9" fmla="*/ 20759 w 2516100"/>
              <a:gd name="connsiteY9" fmla="*/ 1582333 h 2315670"/>
              <a:gd name="connsiteX10" fmla="*/ 1992 w 2516100"/>
              <a:gd name="connsiteY10" fmla="*/ 1744882 h 2315670"/>
              <a:gd name="connsiteX11" fmla="*/ 44793 w 2516100"/>
              <a:gd name="connsiteY11" fmla="*/ 2054725 h 2315670"/>
              <a:gd name="connsiteX12" fmla="*/ 202271 w 2516100"/>
              <a:gd name="connsiteY12" fmla="*/ 2154405 h 2315670"/>
              <a:gd name="connsiteX13" fmla="*/ 457918 w 2516100"/>
              <a:gd name="connsiteY13" fmla="*/ 2295143 h 2315670"/>
              <a:gd name="connsiteX14" fmla="*/ 547274 w 2516100"/>
              <a:gd name="connsiteY14" fmla="*/ 2311231 h 2315670"/>
              <a:gd name="connsiteX15" fmla="*/ 926114 w 2516100"/>
              <a:gd name="connsiteY15" fmla="*/ 2273867 h 2315670"/>
              <a:gd name="connsiteX16" fmla="*/ 1186299 w 2516100"/>
              <a:gd name="connsiteY16" fmla="*/ 2314217 h 2315670"/>
              <a:gd name="connsiteX17" fmla="*/ 1340079 w 2516100"/>
              <a:gd name="connsiteY17" fmla="*/ 2304182 h 2315670"/>
              <a:gd name="connsiteX18" fmla="*/ 1578733 w 2516100"/>
              <a:gd name="connsiteY18" fmla="*/ 2247871 h 2315670"/>
              <a:gd name="connsiteX19" fmla="*/ 1725791 w 2516100"/>
              <a:gd name="connsiteY19" fmla="*/ 2188573 h 2315670"/>
              <a:gd name="connsiteX20" fmla="*/ 2058283 w 2516100"/>
              <a:gd name="connsiteY20" fmla="*/ 2062930 h 2315670"/>
              <a:gd name="connsiteX21" fmla="*/ 2516100 w 2516100"/>
              <a:gd name="connsiteY21" fmla="*/ 1757145 h 2315670"/>
              <a:gd name="connsiteX0" fmla="*/ 1380641 w 2516100"/>
              <a:gd name="connsiteY0" fmla="*/ 0 h 2315670"/>
              <a:gd name="connsiteX1" fmla="*/ 1107858 w 2516100"/>
              <a:gd name="connsiteY1" fmla="*/ 310720 h 2315670"/>
              <a:gd name="connsiteX2" fmla="*/ 913740 w 2516100"/>
              <a:gd name="connsiteY2" fmla="*/ 527649 h 2315670"/>
              <a:gd name="connsiteX3" fmla="*/ 840273 w 2516100"/>
              <a:gd name="connsiteY3" fmla="*/ 871100 h 2315670"/>
              <a:gd name="connsiteX4" fmla="*/ 785203 w 2516100"/>
              <a:gd name="connsiteY4" fmla="*/ 1186295 h 2315670"/>
              <a:gd name="connsiteX5" fmla="*/ 635165 w 2516100"/>
              <a:gd name="connsiteY5" fmla="*/ 1341230 h 2315670"/>
              <a:gd name="connsiteX6" fmla="*/ 466414 w 2516100"/>
              <a:gd name="connsiteY6" fmla="*/ 1365547 h 2315670"/>
              <a:gd name="connsiteX7" fmla="*/ 236538 w 2516100"/>
              <a:gd name="connsiteY7" fmla="*/ 1375996 h 2315670"/>
              <a:gd name="connsiteX8" fmla="*/ 114596 w 2516100"/>
              <a:gd name="connsiteY8" fmla="*/ 1446821 h 2315670"/>
              <a:gd name="connsiteX9" fmla="*/ 20759 w 2516100"/>
              <a:gd name="connsiteY9" fmla="*/ 1582333 h 2315670"/>
              <a:gd name="connsiteX10" fmla="*/ 1992 w 2516100"/>
              <a:gd name="connsiteY10" fmla="*/ 1744882 h 2315670"/>
              <a:gd name="connsiteX11" fmla="*/ 44793 w 2516100"/>
              <a:gd name="connsiteY11" fmla="*/ 2054725 h 2315670"/>
              <a:gd name="connsiteX12" fmla="*/ 202271 w 2516100"/>
              <a:gd name="connsiteY12" fmla="*/ 2154405 h 2315670"/>
              <a:gd name="connsiteX13" fmla="*/ 457918 w 2516100"/>
              <a:gd name="connsiteY13" fmla="*/ 2295143 h 2315670"/>
              <a:gd name="connsiteX14" fmla="*/ 547274 w 2516100"/>
              <a:gd name="connsiteY14" fmla="*/ 2311231 h 2315670"/>
              <a:gd name="connsiteX15" fmla="*/ 926114 w 2516100"/>
              <a:gd name="connsiteY15" fmla="*/ 2273867 h 2315670"/>
              <a:gd name="connsiteX16" fmla="*/ 1186299 w 2516100"/>
              <a:gd name="connsiteY16" fmla="*/ 2314217 h 2315670"/>
              <a:gd name="connsiteX17" fmla="*/ 1340079 w 2516100"/>
              <a:gd name="connsiteY17" fmla="*/ 2304182 h 2315670"/>
              <a:gd name="connsiteX18" fmla="*/ 1578733 w 2516100"/>
              <a:gd name="connsiteY18" fmla="*/ 2247871 h 2315670"/>
              <a:gd name="connsiteX19" fmla="*/ 1725791 w 2516100"/>
              <a:gd name="connsiteY19" fmla="*/ 2188573 h 2315670"/>
              <a:gd name="connsiteX20" fmla="*/ 2058283 w 2516100"/>
              <a:gd name="connsiteY20" fmla="*/ 2062930 h 2315670"/>
              <a:gd name="connsiteX21" fmla="*/ 2516100 w 2516100"/>
              <a:gd name="connsiteY21" fmla="*/ 1757145 h 2315670"/>
              <a:gd name="connsiteX0" fmla="*/ 1380641 w 2516100"/>
              <a:gd name="connsiteY0" fmla="*/ 0 h 2315670"/>
              <a:gd name="connsiteX1" fmla="*/ 1059798 w 2516100"/>
              <a:gd name="connsiteY1" fmla="*/ 310874 h 2315670"/>
              <a:gd name="connsiteX2" fmla="*/ 913740 w 2516100"/>
              <a:gd name="connsiteY2" fmla="*/ 527649 h 2315670"/>
              <a:gd name="connsiteX3" fmla="*/ 840273 w 2516100"/>
              <a:gd name="connsiteY3" fmla="*/ 871100 h 2315670"/>
              <a:gd name="connsiteX4" fmla="*/ 785203 w 2516100"/>
              <a:gd name="connsiteY4" fmla="*/ 1186295 h 2315670"/>
              <a:gd name="connsiteX5" fmla="*/ 635165 w 2516100"/>
              <a:gd name="connsiteY5" fmla="*/ 1341230 h 2315670"/>
              <a:gd name="connsiteX6" fmla="*/ 466414 w 2516100"/>
              <a:gd name="connsiteY6" fmla="*/ 1365547 h 2315670"/>
              <a:gd name="connsiteX7" fmla="*/ 236538 w 2516100"/>
              <a:gd name="connsiteY7" fmla="*/ 1375996 h 2315670"/>
              <a:gd name="connsiteX8" fmla="*/ 114596 w 2516100"/>
              <a:gd name="connsiteY8" fmla="*/ 1446821 h 2315670"/>
              <a:gd name="connsiteX9" fmla="*/ 20759 w 2516100"/>
              <a:gd name="connsiteY9" fmla="*/ 1582333 h 2315670"/>
              <a:gd name="connsiteX10" fmla="*/ 1992 w 2516100"/>
              <a:gd name="connsiteY10" fmla="*/ 1744882 h 2315670"/>
              <a:gd name="connsiteX11" fmla="*/ 44793 w 2516100"/>
              <a:gd name="connsiteY11" fmla="*/ 2054725 h 2315670"/>
              <a:gd name="connsiteX12" fmla="*/ 202271 w 2516100"/>
              <a:gd name="connsiteY12" fmla="*/ 2154405 h 2315670"/>
              <a:gd name="connsiteX13" fmla="*/ 457918 w 2516100"/>
              <a:gd name="connsiteY13" fmla="*/ 2295143 h 2315670"/>
              <a:gd name="connsiteX14" fmla="*/ 547274 w 2516100"/>
              <a:gd name="connsiteY14" fmla="*/ 2311231 h 2315670"/>
              <a:gd name="connsiteX15" fmla="*/ 926114 w 2516100"/>
              <a:gd name="connsiteY15" fmla="*/ 2273867 h 2315670"/>
              <a:gd name="connsiteX16" fmla="*/ 1186299 w 2516100"/>
              <a:gd name="connsiteY16" fmla="*/ 2314217 h 2315670"/>
              <a:gd name="connsiteX17" fmla="*/ 1340079 w 2516100"/>
              <a:gd name="connsiteY17" fmla="*/ 2304182 h 2315670"/>
              <a:gd name="connsiteX18" fmla="*/ 1578733 w 2516100"/>
              <a:gd name="connsiteY18" fmla="*/ 2247871 h 2315670"/>
              <a:gd name="connsiteX19" fmla="*/ 1725791 w 2516100"/>
              <a:gd name="connsiteY19" fmla="*/ 2188573 h 2315670"/>
              <a:gd name="connsiteX20" fmla="*/ 2058283 w 2516100"/>
              <a:gd name="connsiteY20" fmla="*/ 2062930 h 2315670"/>
              <a:gd name="connsiteX21" fmla="*/ 2516100 w 2516100"/>
              <a:gd name="connsiteY21" fmla="*/ 1757145 h 2315670"/>
              <a:gd name="connsiteX0" fmla="*/ 1377042 w 2516100"/>
              <a:gd name="connsiteY0" fmla="*/ 0 h 2285159"/>
              <a:gd name="connsiteX1" fmla="*/ 1059798 w 2516100"/>
              <a:gd name="connsiteY1" fmla="*/ 280363 h 2285159"/>
              <a:gd name="connsiteX2" fmla="*/ 913740 w 2516100"/>
              <a:gd name="connsiteY2" fmla="*/ 497138 h 2285159"/>
              <a:gd name="connsiteX3" fmla="*/ 840273 w 2516100"/>
              <a:gd name="connsiteY3" fmla="*/ 840589 h 2285159"/>
              <a:gd name="connsiteX4" fmla="*/ 785203 w 2516100"/>
              <a:gd name="connsiteY4" fmla="*/ 1155784 h 2285159"/>
              <a:gd name="connsiteX5" fmla="*/ 635165 w 2516100"/>
              <a:gd name="connsiteY5" fmla="*/ 1310719 h 2285159"/>
              <a:gd name="connsiteX6" fmla="*/ 466414 w 2516100"/>
              <a:gd name="connsiteY6" fmla="*/ 1335036 h 2285159"/>
              <a:gd name="connsiteX7" fmla="*/ 236538 w 2516100"/>
              <a:gd name="connsiteY7" fmla="*/ 1345485 h 2285159"/>
              <a:gd name="connsiteX8" fmla="*/ 114596 w 2516100"/>
              <a:gd name="connsiteY8" fmla="*/ 1416310 h 2285159"/>
              <a:gd name="connsiteX9" fmla="*/ 20759 w 2516100"/>
              <a:gd name="connsiteY9" fmla="*/ 1551822 h 2285159"/>
              <a:gd name="connsiteX10" fmla="*/ 1992 w 2516100"/>
              <a:gd name="connsiteY10" fmla="*/ 1714371 h 2285159"/>
              <a:gd name="connsiteX11" fmla="*/ 44793 w 2516100"/>
              <a:gd name="connsiteY11" fmla="*/ 2024214 h 2285159"/>
              <a:gd name="connsiteX12" fmla="*/ 202271 w 2516100"/>
              <a:gd name="connsiteY12" fmla="*/ 2123894 h 2285159"/>
              <a:gd name="connsiteX13" fmla="*/ 457918 w 2516100"/>
              <a:gd name="connsiteY13" fmla="*/ 2264632 h 2285159"/>
              <a:gd name="connsiteX14" fmla="*/ 547274 w 2516100"/>
              <a:gd name="connsiteY14" fmla="*/ 2280720 h 2285159"/>
              <a:gd name="connsiteX15" fmla="*/ 926114 w 2516100"/>
              <a:gd name="connsiteY15" fmla="*/ 2243356 h 2285159"/>
              <a:gd name="connsiteX16" fmla="*/ 1186299 w 2516100"/>
              <a:gd name="connsiteY16" fmla="*/ 2283706 h 2285159"/>
              <a:gd name="connsiteX17" fmla="*/ 1340079 w 2516100"/>
              <a:gd name="connsiteY17" fmla="*/ 2273671 h 2285159"/>
              <a:gd name="connsiteX18" fmla="*/ 1578733 w 2516100"/>
              <a:gd name="connsiteY18" fmla="*/ 2217360 h 2285159"/>
              <a:gd name="connsiteX19" fmla="*/ 1725791 w 2516100"/>
              <a:gd name="connsiteY19" fmla="*/ 2158062 h 2285159"/>
              <a:gd name="connsiteX20" fmla="*/ 2058283 w 2516100"/>
              <a:gd name="connsiteY20" fmla="*/ 2032419 h 2285159"/>
              <a:gd name="connsiteX21" fmla="*/ 2516100 w 2516100"/>
              <a:gd name="connsiteY21" fmla="*/ 1726634 h 2285159"/>
              <a:gd name="connsiteX0" fmla="*/ 1377042 w 2516100"/>
              <a:gd name="connsiteY0" fmla="*/ 0 h 2285159"/>
              <a:gd name="connsiteX1" fmla="*/ 1059798 w 2516100"/>
              <a:gd name="connsiteY1" fmla="*/ 280363 h 2285159"/>
              <a:gd name="connsiteX2" fmla="*/ 913740 w 2516100"/>
              <a:gd name="connsiteY2" fmla="*/ 497138 h 2285159"/>
              <a:gd name="connsiteX3" fmla="*/ 840273 w 2516100"/>
              <a:gd name="connsiteY3" fmla="*/ 840589 h 2285159"/>
              <a:gd name="connsiteX4" fmla="*/ 785203 w 2516100"/>
              <a:gd name="connsiteY4" fmla="*/ 1155784 h 2285159"/>
              <a:gd name="connsiteX5" fmla="*/ 635165 w 2516100"/>
              <a:gd name="connsiteY5" fmla="*/ 1310719 h 2285159"/>
              <a:gd name="connsiteX6" fmla="*/ 466414 w 2516100"/>
              <a:gd name="connsiteY6" fmla="*/ 1335036 h 2285159"/>
              <a:gd name="connsiteX7" fmla="*/ 236538 w 2516100"/>
              <a:gd name="connsiteY7" fmla="*/ 1345485 h 2285159"/>
              <a:gd name="connsiteX8" fmla="*/ 114596 w 2516100"/>
              <a:gd name="connsiteY8" fmla="*/ 1416310 h 2285159"/>
              <a:gd name="connsiteX9" fmla="*/ 20759 w 2516100"/>
              <a:gd name="connsiteY9" fmla="*/ 1551822 h 2285159"/>
              <a:gd name="connsiteX10" fmla="*/ 1992 w 2516100"/>
              <a:gd name="connsiteY10" fmla="*/ 1714371 h 2285159"/>
              <a:gd name="connsiteX11" fmla="*/ 44793 w 2516100"/>
              <a:gd name="connsiteY11" fmla="*/ 2024214 h 2285159"/>
              <a:gd name="connsiteX12" fmla="*/ 202271 w 2516100"/>
              <a:gd name="connsiteY12" fmla="*/ 2123894 h 2285159"/>
              <a:gd name="connsiteX13" fmla="*/ 457918 w 2516100"/>
              <a:gd name="connsiteY13" fmla="*/ 2264632 h 2285159"/>
              <a:gd name="connsiteX14" fmla="*/ 547274 w 2516100"/>
              <a:gd name="connsiteY14" fmla="*/ 2280720 h 2285159"/>
              <a:gd name="connsiteX15" fmla="*/ 926114 w 2516100"/>
              <a:gd name="connsiteY15" fmla="*/ 2243356 h 2285159"/>
              <a:gd name="connsiteX16" fmla="*/ 1186299 w 2516100"/>
              <a:gd name="connsiteY16" fmla="*/ 2283706 h 2285159"/>
              <a:gd name="connsiteX17" fmla="*/ 1340079 w 2516100"/>
              <a:gd name="connsiteY17" fmla="*/ 2273671 h 2285159"/>
              <a:gd name="connsiteX18" fmla="*/ 1578733 w 2516100"/>
              <a:gd name="connsiteY18" fmla="*/ 2217360 h 2285159"/>
              <a:gd name="connsiteX19" fmla="*/ 1725791 w 2516100"/>
              <a:gd name="connsiteY19" fmla="*/ 2158062 h 2285159"/>
              <a:gd name="connsiteX20" fmla="*/ 2058283 w 2516100"/>
              <a:gd name="connsiteY20" fmla="*/ 2032419 h 2285159"/>
              <a:gd name="connsiteX21" fmla="*/ 2516100 w 2516100"/>
              <a:gd name="connsiteY21" fmla="*/ 1726634 h 2285159"/>
              <a:gd name="connsiteX0" fmla="*/ 1377042 w 2516100"/>
              <a:gd name="connsiteY0" fmla="*/ 0 h 2285159"/>
              <a:gd name="connsiteX1" fmla="*/ 1059798 w 2516100"/>
              <a:gd name="connsiteY1" fmla="*/ 280363 h 2285159"/>
              <a:gd name="connsiteX2" fmla="*/ 913740 w 2516100"/>
              <a:gd name="connsiteY2" fmla="*/ 497138 h 2285159"/>
              <a:gd name="connsiteX3" fmla="*/ 840273 w 2516100"/>
              <a:gd name="connsiteY3" fmla="*/ 840589 h 2285159"/>
              <a:gd name="connsiteX4" fmla="*/ 785203 w 2516100"/>
              <a:gd name="connsiteY4" fmla="*/ 1155784 h 2285159"/>
              <a:gd name="connsiteX5" fmla="*/ 635165 w 2516100"/>
              <a:gd name="connsiteY5" fmla="*/ 1310719 h 2285159"/>
              <a:gd name="connsiteX6" fmla="*/ 461635 w 2516100"/>
              <a:gd name="connsiteY6" fmla="*/ 1286068 h 2285159"/>
              <a:gd name="connsiteX7" fmla="*/ 236538 w 2516100"/>
              <a:gd name="connsiteY7" fmla="*/ 1345485 h 2285159"/>
              <a:gd name="connsiteX8" fmla="*/ 114596 w 2516100"/>
              <a:gd name="connsiteY8" fmla="*/ 1416310 h 2285159"/>
              <a:gd name="connsiteX9" fmla="*/ 20759 w 2516100"/>
              <a:gd name="connsiteY9" fmla="*/ 1551822 h 2285159"/>
              <a:gd name="connsiteX10" fmla="*/ 1992 w 2516100"/>
              <a:gd name="connsiteY10" fmla="*/ 1714371 h 2285159"/>
              <a:gd name="connsiteX11" fmla="*/ 44793 w 2516100"/>
              <a:gd name="connsiteY11" fmla="*/ 2024214 h 2285159"/>
              <a:gd name="connsiteX12" fmla="*/ 202271 w 2516100"/>
              <a:gd name="connsiteY12" fmla="*/ 2123894 h 2285159"/>
              <a:gd name="connsiteX13" fmla="*/ 457918 w 2516100"/>
              <a:gd name="connsiteY13" fmla="*/ 2264632 h 2285159"/>
              <a:gd name="connsiteX14" fmla="*/ 547274 w 2516100"/>
              <a:gd name="connsiteY14" fmla="*/ 2280720 h 2285159"/>
              <a:gd name="connsiteX15" fmla="*/ 926114 w 2516100"/>
              <a:gd name="connsiteY15" fmla="*/ 2243356 h 2285159"/>
              <a:gd name="connsiteX16" fmla="*/ 1186299 w 2516100"/>
              <a:gd name="connsiteY16" fmla="*/ 2283706 h 2285159"/>
              <a:gd name="connsiteX17" fmla="*/ 1340079 w 2516100"/>
              <a:gd name="connsiteY17" fmla="*/ 2273671 h 2285159"/>
              <a:gd name="connsiteX18" fmla="*/ 1578733 w 2516100"/>
              <a:gd name="connsiteY18" fmla="*/ 2217360 h 2285159"/>
              <a:gd name="connsiteX19" fmla="*/ 1725791 w 2516100"/>
              <a:gd name="connsiteY19" fmla="*/ 2158062 h 2285159"/>
              <a:gd name="connsiteX20" fmla="*/ 2058283 w 2516100"/>
              <a:gd name="connsiteY20" fmla="*/ 2032419 h 2285159"/>
              <a:gd name="connsiteX21" fmla="*/ 2516100 w 2516100"/>
              <a:gd name="connsiteY21" fmla="*/ 1726634 h 2285159"/>
              <a:gd name="connsiteX0" fmla="*/ 1418056 w 2557114"/>
              <a:gd name="connsiteY0" fmla="*/ 0 h 2285159"/>
              <a:gd name="connsiteX1" fmla="*/ 1100812 w 2557114"/>
              <a:gd name="connsiteY1" fmla="*/ 280363 h 2285159"/>
              <a:gd name="connsiteX2" fmla="*/ 954754 w 2557114"/>
              <a:gd name="connsiteY2" fmla="*/ 497138 h 2285159"/>
              <a:gd name="connsiteX3" fmla="*/ 881287 w 2557114"/>
              <a:gd name="connsiteY3" fmla="*/ 840589 h 2285159"/>
              <a:gd name="connsiteX4" fmla="*/ 826217 w 2557114"/>
              <a:gd name="connsiteY4" fmla="*/ 1155784 h 2285159"/>
              <a:gd name="connsiteX5" fmla="*/ 676179 w 2557114"/>
              <a:gd name="connsiteY5" fmla="*/ 1310719 h 2285159"/>
              <a:gd name="connsiteX6" fmla="*/ 502649 w 2557114"/>
              <a:gd name="connsiteY6" fmla="*/ 1286068 h 2285159"/>
              <a:gd name="connsiteX7" fmla="*/ 277552 w 2557114"/>
              <a:gd name="connsiteY7" fmla="*/ 1345485 h 2285159"/>
              <a:gd name="connsiteX8" fmla="*/ 155610 w 2557114"/>
              <a:gd name="connsiteY8" fmla="*/ 1416310 h 2285159"/>
              <a:gd name="connsiteX9" fmla="*/ 61773 w 2557114"/>
              <a:gd name="connsiteY9" fmla="*/ 1551822 h 2285159"/>
              <a:gd name="connsiteX10" fmla="*/ 443 w 2557114"/>
              <a:gd name="connsiteY10" fmla="*/ 1698796 h 2285159"/>
              <a:gd name="connsiteX11" fmla="*/ 85807 w 2557114"/>
              <a:gd name="connsiteY11" fmla="*/ 2024214 h 2285159"/>
              <a:gd name="connsiteX12" fmla="*/ 243285 w 2557114"/>
              <a:gd name="connsiteY12" fmla="*/ 2123894 h 2285159"/>
              <a:gd name="connsiteX13" fmla="*/ 498932 w 2557114"/>
              <a:gd name="connsiteY13" fmla="*/ 2264632 h 2285159"/>
              <a:gd name="connsiteX14" fmla="*/ 588288 w 2557114"/>
              <a:gd name="connsiteY14" fmla="*/ 2280720 h 2285159"/>
              <a:gd name="connsiteX15" fmla="*/ 967128 w 2557114"/>
              <a:gd name="connsiteY15" fmla="*/ 2243356 h 2285159"/>
              <a:gd name="connsiteX16" fmla="*/ 1227313 w 2557114"/>
              <a:gd name="connsiteY16" fmla="*/ 2283706 h 2285159"/>
              <a:gd name="connsiteX17" fmla="*/ 1381093 w 2557114"/>
              <a:gd name="connsiteY17" fmla="*/ 2273671 h 2285159"/>
              <a:gd name="connsiteX18" fmla="*/ 1619747 w 2557114"/>
              <a:gd name="connsiteY18" fmla="*/ 2217360 h 2285159"/>
              <a:gd name="connsiteX19" fmla="*/ 1766805 w 2557114"/>
              <a:gd name="connsiteY19" fmla="*/ 2158062 h 2285159"/>
              <a:gd name="connsiteX20" fmla="*/ 2099297 w 2557114"/>
              <a:gd name="connsiteY20" fmla="*/ 2032419 h 2285159"/>
              <a:gd name="connsiteX21" fmla="*/ 2557114 w 2557114"/>
              <a:gd name="connsiteY21" fmla="*/ 1726634 h 2285159"/>
              <a:gd name="connsiteX0" fmla="*/ 1418056 w 2557114"/>
              <a:gd name="connsiteY0" fmla="*/ 0 h 2285159"/>
              <a:gd name="connsiteX1" fmla="*/ 1100812 w 2557114"/>
              <a:gd name="connsiteY1" fmla="*/ 280363 h 2285159"/>
              <a:gd name="connsiteX2" fmla="*/ 954754 w 2557114"/>
              <a:gd name="connsiteY2" fmla="*/ 497138 h 2285159"/>
              <a:gd name="connsiteX3" fmla="*/ 881287 w 2557114"/>
              <a:gd name="connsiteY3" fmla="*/ 840589 h 2285159"/>
              <a:gd name="connsiteX4" fmla="*/ 826217 w 2557114"/>
              <a:gd name="connsiteY4" fmla="*/ 1155784 h 2285159"/>
              <a:gd name="connsiteX5" fmla="*/ 676179 w 2557114"/>
              <a:gd name="connsiteY5" fmla="*/ 1310719 h 2285159"/>
              <a:gd name="connsiteX6" fmla="*/ 502649 w 2557114"/>
              <a:gd name="connsiteY6" fmla="*/ 1286068 h 2285159"/>
              <a:gd name="connsiteX7" fmla="*/ 277552 w 2557114"/>
              <a:gd name="connsiteY7" fmla="*/ 1345485 h 2285159"/>
              <a:gd name="connsiteX8" fmla="*/ 155610 w 2557114"/>
              <a:gd name="connsiteY8" fmla="*/ 1416310 h 2285159"/>
              <a:gd name="connsiteX9" fmla="*/ 61773 w 2557114"/>
              <a:gd name="connsiteY9" fmla="*/ 1551822 h 2285159"/>
              <a:gd name="connsiteX10" fmla="*/ 443 w 2557114"/>
              <a:gd name="connsiteY10" fmla="*/ 1698796 h 2285159"/>
              <a:gd name="connsiteX11" fmla="*/ 85807 w 2557114"/>
              <a:gd name="connsiteY11" fmla="*/ 2024214 h 2285159"/>
              <a:gd name="connsiteX12" fmla="*/ 234986 w 2557114"/>
              <a:gd name="connsiteY12" fmla="*/ 2129465 h 2285159"/>
              <a:gd name="connsiteX13" fmla="*/ 498932 w 2557114"/>
              <a:gd name="connsiteY13" fmla="*/ 2264632 h 2285159"/>
              <a:gd name="connsiteX14" fmla="*/ 588288 w 2557114"/>
              <a:gd name="connsiteY14" fmla="*/ 2280720 h 2285159"/>
              <a:gd name="connsiteX15" fmla="*/ 967128 w 2557114"/>
              <a:gd name="connsiteY15" fmla="*/ 2243356 h 2285159"/>
              <a:gd name="connsiteX16" fmla="*/ 1227313 w 2557114"/>
              <a:gd name="connsiteY16" fmla="*/ 2283706 h 2285159"/>
              <a:gd name="connsiteX17" fmla="*/ 1381093 w 2557114"/>
              <a:gd name="connsiteY17" fmla="*/ 2273671 h 2285159"/>
              <a:gd name="connsiteX18" fmla="*/ 1619747 w 2557114"/>
              <a:gd name="connsiteY18" fmla="*/ 2217360 h 2285159"/>
              <a:gd name="connsiteX19" fmla="*/ 1766805 w 2557114"/>
              <a:gd name="connsiteY19" fmla="*/ 2158062 h 2285159"/>
              <a:gd name="connsiteX20" fmla="*/ 2099297 w 2557114"/>
              <a:gd name="connsiteY20" fmla="*/ 2032419 h 2285159"/>
              <a:gd name="connsiteX21" fmla="*/ 2557114 w 2557114"/>
              <a:gd name="connsiteY21" fmla="*/ 1726634 h 2285159"/>
              <a:gd name="connsiteX0" fmla="*/ 1418056 w 2306449"/>
              <a:gd name="connsiteY0" fmla="*/ 0 h 2285159"/>
              <a:gd name="connsiteX1" fmla="*/ 1100812 w 2306449"/>
              <a:gd name="connsiteY1" fmla="*/ 280363 h 2285159"/>
              <a:gd name="connsiteX2" fmla="*/ 954754 w 2306449"/>
              <a:gd name="connsiteY2" fmla="*/ 497138 h 2285159"/>
              <a:gd name="connsiteX3" fmla="*/ 881287 w 2306449"/>
              <a:gd name="connsiteY3" fmla="*/ 840589 h 2285159"/>
              <a:gd name="connsiteX4" fmla="*/ 826217 w 2306449"/>
              <a:gd name="connsiteY4" fmla="*/ 1155784 h 2285159"/>
              <a:gd name="connsiteX5" fmla="*/ 676179 w 2306449"/>
              <a:gd name="connsiteY5" fmla="*/ 1310719 h 2285159"/>
              <a:gd name="connsiteX6" fmla="*/ 502649 w 2306449"/>
              <a:gd name="connsiteY6" fmla="*/ 1286068 h 2285159"/>
              <a:gd name="connsiteX7" fmla="*/ 277552 w 2306449"/>
              <a:gd name="connsiteY7" fmla="*/ 1345485 h 2285159"/>
              <a:gd name="connsiteX8" fmla="*/ 155610 w 2306449"/>
              <a:gd name="connsiteY8" fmla="*/ 1416310 h 2285159"/>
              <a:gd name="connsiteX9" fmla="*/ 61773 w 2306449"/>
              <a:gd name="connsiteY9" fmla="*/ 1551822 h 2285159"/>
              <a:gd name="connsiteX10" fmla="*/ 443 w 2306449"/>
              <a:gd name="connsiteY10" fmla="*/ 1698796 h 2285159"/>
              <a:gd name="connsiteX11" fmla="*/ 85807 w 2306449"/>
              <a:gd name="connsiteY11" fmla="*/ 2024214 h 2285159"/>
              <a:gd name="connsiteX12" fmla="*/ 234986 w 2306449"/>
              <a:gd name="connsiteY12" fmla="*/ 2129465 h 2285159"/>
              <a:gd name="connsiteX13" fmla="*/ 498932 w 2306449"/>
              <a:gd name="connsiteY13" fmla="*/ 2264632 h 2285159"/>
              <a:gd name="connsiteX14" fmla="*/ 588288 w 2306449"/>
              <a:gd name="connsiteY14" fmla="*/ 2280720 h 2285159"/>
              <a:gd name="connsiteX15" fmla="*/ 967128 w 2306449"/>
              <a:gd name="connsiteY15" fmla="*/ 2243356 h 2285159"/>
              <a:gd name="connsiteX16" fmla="*/ 1227313 w 2306449"/>
              <a:gd name="connsiteY16" fmla="*/ 2283706 h 2285159"/>
              <a:gd name="connsiteX17" fmla="*/ 1381093 w 2306449"/>
              <a:gd name="connsiteY17" fmla="*/ 2273671 h 2285159"/>
              <a:gd name="connsiteX18" fmla="*/ 1619747 w 2306449"/>
              <a:gd name="connsiteY18" fmla="*/ 2217360 h 2285159"/>
              <a:gd name="connsiteX19" fmla="*/ 1766805 w 2306449"/>
              <a:gd name="connsiteY19" fmla="*/ 2158062 h 2285159"/>
              <a:gd name="connsiteX20" fmla="*/ 2099297 w 2306449"/>
              <a:gd name="connsiteY20" fmla="*/ 2032419 h 2285159"/>
              <a:gd name="connsiteX21" fmla="*/ 2306449 w 2306449"/>
              <a:gd name="connsiteY21" fmla="*/ 1929145 h 2285159"/>
              <a:gd name="connsiteX0" fmla="*/ 1493334 w 2306449"/>
              <a:gd name="connsiteY0" fmla="*/ 0 h 2344463"/>
              <a:gd name="connsiteX1" fmla="*/ 1100812 w 2306449"/>
              <a:gd name="connsiteY1" fmla="*/ 339667 h 2344463"/>
              <a:gd name="connsiteX2" fmla="*/ 954754 w 2306449"/>
              <a:gd name="connsiteY2" fmla="*/ 556442 h 2344463"/>
              <a:gd name="connsiteX3" fmla="*/ 881287 w 2306449"/>
              <a:gd name="connsiteY3" fmla="*/ 899893 h 2344463"/>
              <a:gd name="connsiteX4" fmla="*/ 826217 w 2306449"/>
              <a:gd name="connsiteY4" fmla="*/ 1215088 h 2344463"/>
              <a:gd name="connsiteX5" fmla="*/ 676179 w 2306449"/>
              <a:gd name="connsiteY5" fmla="*/ 1370023 h 2344463"/>
              <a:gd name="connsiteX6" fmla="*/ 502649 w 2306449"/>
              <a:gd name="connsiteY6" fmla="*/ 1345372 h 2344463"/>
              <a:gd name="connsiteX7" fmla="*/ 277552 w 2306449"/>
              <a:gd name="connsiteY7" fmla="*/ 1404789 h 2344463"/>
              <a:gd name="connsiteX8" fmla="*/ 155610 w 2306449"/>
              <a:gd name="connsiteY8" fmla="*/ 1475614 h 2344463"/>
              <a:gd name="connsiteX9" fmla="*/ 61773 w 2306449"/>
              <a:gd name="connsiteY9" fmla="*/ 1611126 h 2344463"/>
              <a:gd name="connsiteX10" fmla="*/ 443 w 2306449"/>
              <a:gd name="connsiteY10" fmla="*/ 1758100 h 2344463"/>
              <a:gd name="connsiteX11" fmla="*/ 85807 w 2306449"/>
              <a:gd name="connsiteY11" fmla="*/ 2083518 h 2344463"/>
              <a:gd name="connsiteX12" fmla="*/ 234986 w 2306449"/>
              <a:gd name="connsiteY12" fmla="*/ 2188769 h 2344463"/>
              <a:gd name="connsiteX13" fmla="*/ 498932 w 2306449"/>
              <a:gd name="connsiteY13" fmla="*/ 2323936 h 2344463"/>
              <a:gd name="connsiteX14" fmla="*/ 588288 w 2306449"/>
              <a:gd name="connsiteY14" fmla="*/ 2340024 h 2344463"/>
              <a:gd name="connsiteX15" fmla="*/ 967128 w 2306449"/>
              <a:gd name="connsiteY15" fmla="*/ 2302660 h 2344463"/>
              <a:gd name="connsiteX16" fmla="*/ 1227313 w 2306449"/>
              <a:gd name="connsiteY16" fmla="*/ 2343010 h 2344463"/>
              <a:gd name="connsiteX17" fmla="*/ 1381093 w 2306449"/>
              <a:gd name="connsiteY17" fmla="*/ 2332975 h 2344463"/>
              <a:gd name="connsiteX18" fmla="*/ 1619747 w 2306449"/>
              <a:gd name="connsiteY18" fmla="*/ 2276664 h 2344463"/>
              <a:gd name="connsiteX19" fmla="*/ 1766805 w 2306449"/>
              <a:gd name="connsiteY19" fmla="*/ 2217366 h 2344463"/>
              <a:gd name="connsiteX20" fmla="*/ 2099297 w 2306449"/>
              <a:gd name="connsiteY20" fmla="*/ 2091723 h 2344463"/>
              <a:gd name="connsiteX21" fmla="*/ 2306449 w 2306449"/>
              <a:gd name="connsiteY21" fmla="*/ 1988449 h 23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6449" h="2344463">
                <a:moveTo>
                  <a:pt x="1493334" y="0"/>
                </a:moveTo>
                <a:cubicBezTo>
                  <a:pt x="1388699" y="64414"/>
                  <a:pt x="1190575" y="246927"/>
                  <a:pt x="1100812" y="339667"/>
                </a:cubicBezTo>
                <a:cubicBezTo>
                  <a:pt x="1011049" y="432407"/>
                  <a:pt x="991342" y="463071"/>
                  <a:pt x="954754" y="556442"/>
                </a:cubicBezTo>
                <a:cubicBezTo>
                  <a:pt x="918167" y="649813"/>
                  <a:pt x="902710" y="790119"/>
                  <a:pt x="881287" y="899893"/>
                </a:cubicBezTo>
                <a:cubicBezTo>
                  <a:pt x="859864" y="1009667"/>
                  <a:pt x="860402" y="1136733"/>
                  <a:pt x="826217" y="1215088"/>
                </a:cubicBezTo>
                <a:cubicBezTo>
                  <a:pt x="792032" y="1293443"/>
                  <a:pt x="730107" y="1348309"/>
                  <a:pt x="676179" y="1370023"/>
                </a:cubicBezTo>
                <a:cubicBezTo>
                  <a:pt x="622251" y="1391737"/>
                  <a:pt x="569087" y="1339578"/>
                  <a:pt x="502649" y="1345372"/>
                </a:cubicBezTo>
                <a:cubicBezTo>
                  <a:pt x="436211" y="1351166"/>
                  <a:pt x="335392" y="1383082"/>
                  <a:pt x="277552" y="1404789"/>
                </a:cubicBezTo>
                <a:cubicBezTo>
                  <a:pt x="219712" y="1426496"/>
                  <a:pt x="190251" y="1444514"/>
                  <a:pt x="155610" y="1475614"/>
                </a:cubicBezTo>
                <a:cubicBezTo>
                  <a:pt x="113033" y="1513764"/>
                  <a:pt x="87634" y="1564045"/>
                  <a:pt x="61773" y="1611126"/>
                </a:cubicBezTo>
                <a:cubicBezTo>
                  <a:pt x="35912" y="1658207"/>
                  <a:pt x="-4693" y="1703199"/>
                  <a:pt x="443" y="1758100"/>
                </a:cubicBezTo>
                <a:cubicBezTo>
                  <a:pt x="8192" y="1841282"/>
                  <a:pt x="46717" y="2011740"/>
                  <a:pt x="85807" y="2083518"/>
                </a:cubicBezTo>
                <a:cubicBezTo>
                  <a:pt x="124898" y="2155296"/>
                  <a:pt x="166132" y="2148699"/>
                  <a:pt x="234986" y="2188769"/>
                </a:cubicBezTo>
                <a:cubicBezTo>
                  <a:pt x="303840" y="2228839"/>
                  <a:pt x="440048" y="2298727"/>
                  <a:pt x="498932" y="2323936"/>
                </a:cubicBezTo>
                <a:cubicBezTo>
                  <a:pt x="557816" y="2349145"/>
                  <a:pt x="510255" y="2343570"/>
                  <a:pt x="588288" y="2340024"/>
                </a:cubicBezTo>
                <a:cubicBezTo>
                  <a:pt x="666321" y="2336478"/>
                  <a:pt x="853309" y="2304650"/>
                  <a:pt x="967128" y="2302660"/>
                </a:cubicBezTo>
                <a:cubicBezTo>
                  <a:pt x="1066754" y="2300835"/>
                  <a:pt x="1158319" y="2337958"/>
                  <a:pt x="1227313" y="2343010"/>
                </a:cubicBezTo>
                <a:cubicBezTo>
                  <a:pt x="1296307" y="2348062"/>
                  <a:pt x="1330113" y="2338781"/>
                  <a:pt x="1381093" y="2332975"/>
                </a:cubicBezTo>
                <a:cubicBezTo>
                  <a:pt x="1463072" y="2323604"/>
                  <a:pt x="1543184" y="2304281"/>
                  <a:pt x="1619747" y="2276664"/>
                </a:cubicBezTo>
                <a:cubicBezTo>
                  <a:pt x="1669607" y="2258667"/>
                  <a:pt x="1717786" y="2237105"/>
                  <a:pt x="1766805" y="2217366"/>
                </a:cubicBezTo>
                <a:cubicBezTo>
                  <a:pt x="1876608" y="2173246"/>
                  <a:pt x="1967579" y="2163628"/>
                  <a:pt x="2099297" y="2091723"/>
                </a:cubicBezTo>
                <a:cubicBezTo>
                  <a:pt x="2231015" y="2019818"/>
                  <a:pt x="2225497" y="2042356"/>
                  <a:pt x="2306449" y="1988449"/>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0" name="Freeform: Shape 39">
            <a:extLst>
              <a:ext uri="{FF2B5EF4-FFF2-40B4-BE49-F238E27FC236}">
                <a16:creationId xmlns:a16="http://schemas.microsoft.com/office/drawing/2014/main" id="{BD03460A-D40B-709E-EAD6-1B4A795FBD5D}"/>
              </a:ext>
            </a:extLst>
          </p:cNvPr>
          <p:cNvSpPr/>
          <p:nvPr userDrawn="1"/>
        </p:nvSpPr>
        <p:spPr>
          <a:xfrm rot="12091914" flipH="1" flipV="1">
            <a:off x="10248365" y="971780"/>
            <a:ext cx="2275047" cy="2276968"/>
          </a:xfrm>
          <a:custGeom>
            <a:avLst/>
            <a:gdLst>
              <a:gd name="connsiteX0" fmla="*/ 62907 w 2684806"/>
              <a:gd name="connsiteY0" fmla="*/ 2123779 h 2302099"/>
              <a:gd name="connsiteX1" fmla="*/ 130478 w 2684806"/>
              <a:gd name="connsiteY1" fmla="*/ 2189679 h 2302099"/>
              <a:gd name="connsiteX2" fmla="*/ 387133 w 2684806"/>
              <a:gd name="connsiteY2" fmla="*/ 2296546 h 2302099"/>
              <a:gd name="connsiteX3" fmla="*/ 727186 w 2684806"/>
              <a:gd name="connsiteY3" fmla="*/ 2286098 h 2302099"/>
              <a:gd name="connsiteX4" fmla="*/ 957811 w 2684806"/>
              <a:gd name="connsiteY4" fmla="*/ 2234015 h 2302099"/>
              <a:gd name="connsiteX5" fmla="*/ 1346790 w 2684806"/>
              <a:gd name="connsiteY5" fmla="*/ 2145443 h 2302099"/>
              <a:gd name="connsiteX6" fmla="*/ 1735771 w 2684806"/>
              <a:gd name="connsiteY6" fmla="*/ 2098586 h 2302099"/>
              <a:gd name="connsiteX7" fmla="*/ 2236796 w 2684806"/>
              <a:gd name="connsiteY7" fmla="*/ 1760599 h 2302099"/>
              <a:gd name="connsiteX8" fmla="*/ 2609529 w 2684806"/>
              <a:gd name="connsiteY8" fmla="*/ 1316942 h 2302099"/>
              <a:gd name="connsiteX9" fmla="*/ 2678307 w 2684806"/>
              <a:gd name="connsiteY9" fmla="*/ 1144522 h 2302099"/>
              <a:gd name="connsiteX10" fmla="*/ 2684806 w 2684806"/>
              <a:gd name="connsiteY10" fmla="*/ 1100838 h 2302099"/>
              <a:gd name="connsiteX11" fmla="*/ 1636020 w 2684806"/>
              <a:gd name="connsiteY11" fmla="*/ 0 h 2302099"/>
              <a:gd name="connsiteX12" fmla="*/ 1581523 w 2684806"/>
              <a:gd name="connsiteY12" fmla="*/ 45496 h 2302099"/>
              <a:gd name="connsiteX13" fmla="*/ 1259023 w 2684806"/>
              <a:gd name="connsiteY13" fmla="*/ 373745 h 2302099"/>
              <a:gd name="connsiteX14" fmla="*/ 1083113 w 2684806"/>
              <a:gd name="connsiteY14" fmla="*/ 668987 h 2302099"/>
              <a:gd name="connsiteX15" fmla="*/ 1014673 w 2684806"/>
              <a:gd name="connsiteY15" fmla="*/ 992011 h 2302099"/>
              <a:gd name="connsiteX16" fmla="*/ 1000947 w 2684806"/>
              <a:gd name="connsiteY16" fmla="*/ 1240396 h 2302099"/>
              <a:gd name="connsiteX17" fmla="*/ 766247 w 2684806"/>
              <a:gd name="connsiteY17" fmla="*/ 1723220 h 2302099"/>
              <a:gd name="connsiteX18" fmla="*/ 384252 w 2684806"/>
              <a:gd name="connsiteY18" fmla="*/ 1818798 h 2302099"/>
              <a:gd name="connsiteX19" fmla="*/ 68142 w 2684806"/>
              <a:gd name="connsiteY19" fmla="*/ 1788839 h 2302099"/>
              <a:gd name="connsiteX20" fmla="*/ 62907 w 2684806"/>
              <a:gd name="connsiteY20" fmla="*/ 2123779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09529 w 2684806"/>
              <a:gd name="connsiteY17" fmla="*/ 1316942 h 2302099"/>
              <a:gd name="connsiteX18" fmla="*/ 2678307 w 2684806"/>
              <a:gd name="connsiteY18" fmla="*/ 1144522 h 2302099"/>
              <a:gd name="connsiteX19" fmla="*/ 2684806 w 2684806"/>
              <a:gd name="connsiteY19" fmla="*/ 1100838 h 2302099"/>
              <a:gd name="connsiteX20" fmla="*/ 1727460 w 2684806"/>
              <a:gd name="connsiteY20" fmla="*/ 91440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09529 w 2684806"/>
              <a:gd name="connsiteY17" fmla="*/ 1316942 h 2302099"/>
              <a:gd name="connsiteX18" fmla="*/ 2678307 w 2684806"/>
              <a:gd name="connsiteY18" fmla="*/ 1144522 h 2302099"/>
              <a:gd name="connsiteX19" fmla="*/ 2684806 w 2684806"/>
              <a:gd name="connsiteY19" fmla="*/ 1100838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13036 w 2684806"/>
              <a:gd name="connsiteY17" fmla="*/ 1379941 h 2302099"/>
              <a:gd name="connsiteX18" fmla="*/ 2678307 w 2684806"/>
              <a:gd name="connsiteY18" fmla="*/ 1144522 h 2302099"/>
              <a:gd name="connsiteX19" fmla="*/ 2684806 w 2684806"/>
              <a:gd name="connsiteY19" fmla="*/ 1100838 h 2302099"/>
              <a:gd name="connsiteX0" fmla="*/ 1581523 w 2684806"/>
              <a:gd name="connsiteY0" fmla="*/ 0 h 2256603"/>
              <a:gd name="connsiteX1" fmla="*/ 1259023 w 2684806"/>
              <a:gd name="connsiteY1" fmla="*/ 328249 h 2256603"/>
              <a:gd name="connsiteX2" fmla="*/ 1083113 w 2684806"/>
              <a:gd name="connsiteY2" fmla="*/ 623491 h 2256603"/>
              <a:gd name="connsiteX3" fmla="*/ 1014673 w 2684806"/>
              <a:gd name="connsiteY3" fmla="*/ 946515 h 2256603"/>
              <a:gd name="connsiteX4" fmla="*/ 1000947 w 2684806"/>
              <a:gd name="connsiteY4" fmla="*/ 1194900 h 2256603"/>
              <a:gd name="connsiteX5" fmla="*/ 766247 w 2684806"/>
              <a:gd name="connsiteY5" fmla="*/ 1677724 h 2256603"/>
              <a:gd name="connsiteX6" fmla="*/ 384252 w 2684806"/>
              <a:gd name="connsiteY6" fmla="*/ 1773302 h 2256603"/>
              <a:gd name="connsiteX7" fmla="*/ 68142 w 2684806"/>
              <a:gd name="connsiteY7" fmla="*/ 1743343 h 2256603"/>
              <a:gd name="connsiteX8" fmla="*/ 62907 w 2684806"/>
              <a:gd name="connsiteY8" fmla="*/ 2078283 h 2256603"/>
              <a:gd name="connsiteX9" fmla="*/ 130478 w 2684806"/>
              <a:gd name="connsiteY9" fmla="*/ 2144183 h 2256603"/>
              <a:gd name="connsiteX10" fmla="*/ 387133 w 2684806"/>
              <a:gd name="connsiteY10" fmla="*/ 2251050 h 2256603"/>
              <a:gd name="connsiteX11" fmla="*/ 727186 w 2684806"/>
              <a:gd name="connsiteY11" fmla="*/ 2240602 h 2256603"/>
              <a:gd name="connsiteX12" fmla="*/ 957811 w 2684806"/>
              <a:gd name="connsiteY12" fmla="*/ 2188519 h 2256603"/>
              <a:gd name="connsiteX13" fmla="*/ 1346790 w 2684806"/>
              <a:gd name="connsiteY13" fmla="*/ 2099947 h 2256603"/>
              <a:gd name="connsiteX14" fmla="*/ 1735771 w 2684806"/>
              <a:gd name="connsiteY14" fmla="*/ 2053090 h 2256603"/>
              <a:gd name="connsiteX15" fmla="*/ 2236796 w 2684806"/>
              <a:gd name="connsiteY15" fmla="*/ 1715103 h 2256603"/>
              <a:gd name="connsiteX16" fmla="*/ 2613036 w 2684806"/>
              <a:gd name="connsiteY16" fmla="*/ 1334445 h 2256603"/>
              <a:gd name="connsiteX17" fmla="*/ 2678307 w 2684806"/>
              <a:gd name="connsiteY17" fmla="*/ 1099026 h 2256603"/>
              <a:gd name="connsiteX18" fmla="*/ 2684806 w 2684806"/>
              <a:gd name="connsiteY18" fmla="*/ 1055342 h 2256603"/>
              <a:gd name="connsiteX0" fmla="*/ 1259023 w 2684806"/>
              <a:gd name="connsiteY0" fmla="*/ 0 h 1928354"/>
              <a:gd name="connsiteX1" fmla="*/ 1083113 w 2684806"/>
              <a:gd name="connsiteY1" fmla="*/ 295242 h 1928354"/>
              <a:gd name="connsiteX2" fmla="*/ 1014673 w 2684806"/>
              <a:gd name="connsiteY2" fmla="*/ 618266 h 1928354"/>
              <a:gd name="connsiteX3" fmla="*/ 1000947 w 2684806"/>
              <a:gd name="connsiteY3" fmla="*/ 866651 h 1928354"/>
              <a:gd name="connsiteX4" fmla="*/ 766247 w 2684806"/>
              <a:gd name="connsiteY4" fmla="*/ 1349475 h 1928354"/>
              <a:gd name="connsiteX5" fmla="*/ 384252 w 2684806"/>
              <a:gd name="connsiteY5" fmla="*/ 1445053 h 1928354"/>
              <a:gd name="connsiteX6" fmla="*/ 68142 w 2684806"/>
              <a:gd name="connsiteY6" fmla="*/ 1415094 h 1928354"/>
              <a:gd name="connsiteX7" fmla="*/ 62907 w 2684806"/>
              <a:gd name="connsiteY7" fmla="*/ 1750034 h 1928354"/>
              <a:gd name="connsiteX8" fmla="*/ 130478 w 2684806"/>
              <a:gd name="connsiteY8" fmla="*/ 1815934 h 1928354"/>
              <a:gd name="connsiteX9" fmla="*/ 387133 w 2684806"/>
              <a:gd name="connsiteY9" fmla="*/ 1922801 h 1928354"/>
              <a:gd name="connsiteX10" fmla="*/ 727186 w 2684806"/>
              <a:gd name="connsiteY10" fmla="*/ 1912353 h 1928354"/>
              <a:gd name="connsiteX11" fmla="*/ 957811 w 2684806"/>
              <a:gd name="connsiteY11" fmla="*/ 1860270 h 1928354"/>
              <a:gd name="connsiteX12" fmla="*/ 1346790 w 2684806"/>
              <a:gd name="connsiteY12" fmla="*/ 1771698 h 1928354"/>
              <a:gd name="connsiteX13" fmla="*/ 1735771 w 2684806"/>
              <a:gd name="connsiteY13" fmla="*/ 1724841 h 1928354"/>
              <a:gd name="connsiteX14" fmla="*/ 2236796 w 2684806"/>
              <a:gd name="connsiteY14" fmla="*/ 1386854 h 1928354"/>
              <a:gd name="connsiteX15" fmla="*/ 2613036 w 2684806"/>
              <a:gd name="connsiteY15" fmla="*/ 1006196 h 1928354"/>
              <a:gd name="connsiteX16" fmla="*/ 2678307 w 2684806"/>
              <a:gd name="connsiteY16" fmla="*/ 770777 h 1928354"/>
              <a:gd name="connsiteX17" fmla="*/ 2684806 w 2684806"/>
              <a:gd name="connsiteY17" fmla="*/ 727093 h 1928354"/>
              <a:gd name="connsiteX0" fmla="*/ 1341034 w 2684806"/>
              <a:gd name="connsiteY0" fmla="*/ 0 h 2058146"/>
              <a:gd name="connsiteX1" fmla="*/ 1083113 w 2684806"/>
              <a:gd name="connsiteY1" fmla="*/ 425034 h 2058146"/>
              <a:gd name="connsiteX2" fmla="*/ 1014673 w 2684806"/>
              <a:gd name="connsiteY2" fmla="*/ 748058 h 2058146"/>
              <a:gd name="connsiteX3" fmla="*/ 1000947 w 2684806"/>
              <a:gd name="connsiteY3" fmla="*/ 996443 h 2058146"/>
              <a:gd name="connsiteX4" fmla="*/ 766247 w 2684806"/>
              <a:gd name="connsiteY4" fmla="*/ 1479267 h 2058146"/>
              <a:gd name="connsiteX5" fmla="*/ 384252 w 2684806"/>
              <a:gd name="connsiteY5" fmla="*/ 1574845 h 2058146"/>
              <a:gd name="connsiteX6" fmla="*/ 68142 w 2684806"/>
              <a:gd name="connsiteY6" fmla="*/ 1544886 h 2058146"/>
              <a:gd name="connsiteX7" fmla="*/ 62907 w 2684806"/>
              <a:gd name="connsiteY7" fmla="*/ 1879826 h 2058146"/>
              <a:gd name="connsiteX8" fmla="*/ 130478 w 2684806"/>
              <a:gd name="connsiteY8" fmla="*/ 1945726 h 2058146"/>
              <a:gd name="connsiteX9" fmla="*/ 387133 w 2684806"/>
              <a:gd name="connsiteY9" fmla="*/ 2052593 h 2058146"/>
              <a:gd name="connsiteX10" fmla="*/ 727186 w 2684806"/>
              <a:gd name="connsiteY10" fmla="*/ 2042145 h 2058146"/>
              <a:gd name="connsiteX11" fmla="*/ 957811 w 2684806"/>
              <a:gd name="connsiteY11" fmla="*/ 1990062 h 2058146"/>
              <a:gd name="connsiteX12" fmla="*/ 1346790 w 2684806"/>
              <a:gd name="connsiteY12" fmla="*/ 1901490 h 2058146"/>
              <a:gd name="connsiteX13" fmla="*/ 1735771 w 2684806"/>
              <a:gd name="connsiteY13" fmla="*/ 1854633 h 2058146"/>
              <a:gd name="connsiteX14" fmla="*/ 2236796 w 2684806"/>
              <a:gd name="connsiteY14" fmla="*/ 1516646 h 2058146"/>
              <a:gd name="connsiteX15" fmla="*/ 2613036 w 2684806"/>
              <a:gd name="connsiteY15" fmla="*/ 1135988 h 2058146"/>
              <a:gd name="connsiteX16" fmla="*/ 2678307 w 2684806"/>
              <a:gd name="connsiteY16" fmla="*/ 900569 h 2058146"/>
              <a:gd name="connsiteX17" fmla="*/ 2684806 w 2684806"/>
              <a:gd name="connsiteY17" fmla="*/ 856885 h 2058146"/>
              <a:gd name="connsiteX0" fmla="*/ 1341034 w 2684806"/>
              <a:gd name="connsiteY0" fmla="*/ 0 h 2058146"/>
              <a:gd name="connsiteX1" fmla="*/ 1083113 w 2684806"/>
              <a:gd name="connsiteY1" fmla="*/ 425034 h 2058146"/>
              <a:gd name="connsiteX2" fmla="*/ 1014673 w 2684806"/>
              <a:gd name="connsiteY2" fmla="*/ 748058 h 2058146"/>
              <a:gd name="connsiteX3" fmla="*/ 1000947 w 2684806"/>
              <a:gd name="connsiteY3" fmla="*/ 996443 h 2058146"/>
              <a:gd name="connsiteX4" fmla="*/ 766247 w 2684806"/>
              <a:gd name="connsiteY4" fmla="*/ 1479267 h 2058146"/>
              <a:gd name="connsiteX5" fmla="*/ 384252 w 2684806"/>
              <a:gd name="connsiteY5" fmla="*/ 1574845 h 2058146"/>
              <a:gd name="connsiteX6" fmla="*/ 68142 w 2684806"/>
              <a:gd name="connsiteY6" fmla="*/ 1544886 h 2058146"/>
              <a:gd name="connsiteX7" fmla="*/ 62907 w 2684806"/>
              <a:gd name="connsiteY7" fmla="*/ 1879826 h 2058146"/>
              <a:gd name="connsiteX8" fmla="*/ 130478 w 2684806"/>
              <a:gd name="connsiteY8" fmla="*/ 1945726 h 2058146"/>
              <a:gd name="connsiteX9" fmla="*/ 387133 w 2684806"/>
              <a:gd name="connsiteY9" fmla="*/ 2052593 h 2058146"/>
              <a:gd name="connsiteX10" fmla="*/ 727186 w 2684806"/>
              <a:gd name="connsiteY10" fmla="*/ 2042145 h 2058146"/>
              <a:gd name="connsiteX11" fmla="*/ 957811 w 2684806"/>
              <a:gd name="connsiteY11" fmla="*/ 1990062 h 2058146"/>
              <a:gd name="connsiteX12" fmla="*/ 1346790 w 2684806"/>
              <a:gd name="connsiteY12" fmla="*/ 1901490 h 2058146"/>
              <a:gd name="connsiteX13" fmla="*/ 1735771 w 2684806"/>
              <a:gd name="connsiteY13" fmla="*/ 1854633 h 2058146"/>
              <a:gd name="connsiteX14" fmla="*/ 2236796 w 2684806"/>
              <a:gd name="connsiteY14" fmla="*/ 1516646 h 2058146"/>
              <a:gd name="connsiteX15" fmla="*/ 2613036 w 2684806"/>
              <a:gd name="connsiteY15" fmla="*/ 1135988 h 2058146"/>
              <a:gd name="connsiteX16" fmla="*/ 2678307 w 2684806"/>
              <a:gd name="connsiteY16" fmla="*/ 900569 h 2058146"/>
              <a:gd name="connsiteX17" fmla="*/ 2684806 w 2684806"/>
              <a:gd name="connsiteY17" fmla="*/ 856885 h 2058146"/>
              <a:gd name="connsiteX0" fmla="*/ 1341034 w 2678307"/>
              <a:gd name="connsiteY0" fmla="*/ 0 h 2058146"/>
              <a:gd name="connsiteX1" fmla="*/ 1083113 w 2678307"/>
              <a:gd name="connsiteY1" fmla="*/ 425034 h 2058146"/>
              <a:gd name="connsiteX2" fmla="*/ 1014673 w 2678307"/>
              <a:gd name="connsiteY2" fmla="*/ 748058 h 2058146"/>
              <a:gd name="connsiteX3" fmla="*/ 1000947 w 2678307"/>
              <a:gd name="connsiteY3" fmla="*/ 996443 h 2058146"/>
              <a:gd name="connsiteX4" fmla="*/ 766247 w 2678307"/>
              <a:gd name="connsiteY4" fmla="*/ 1479267 h 2058146"/>
              <a:gd name="connsiteX5" fmla="*/ 384252 w 2678307"/>
              <a:gd name="connsiteY5" fmla="*/ 1574845 h 2058146"/>
              <a:gd name="connsiteX6" fmla="*/ 68142 w 2678307"/>
              <a:gd name="connsiteY6" fmla="*/ 1544886 h 2058146"/>
              <a:gd name="connsiteX7" fmla="*/ 62907 w 2678307"/>
              <a:gd name="connsiteY7" fmla="*/ 1879826 h 2058146"/>
              <a:gd name="connsiteX8" fmla="*/ 130478 w 2678307"/>
              <a:gd name="connsiteY8" fmla="*/ 1945726 h 2058146"/>
              <a:gd name="connsiteX9" fmla="*/ 387133 w 2678307"/>
              <a:gd name="connsiteY9" fmla="*/ 2052593 h 2058146"/>
              <a:gd name="connsiteX10" fmla="*/ 727186 w 2678307"/>
              <a:gd name="connsiteY10" fmla="*/ 2042145 h 2058146"/>
              <a:gd name="connsiteX11" fmla="*/ 957811 w 2678307"/>
              <a:gd name="connsiteY11" fmla="*/ 1990062 h 2058146"/>
              <a:gd name="connsiteX12" fmla="*/ 1346790 w 2678307"/>
              <a:gd name="connsiteY12" fmla="*/ 1901490 h 2058146"/>
              <a:gd name="connsiteX13" fmla="*/ 1735771 w 2678307"/>
              <a:gd name="connsiteY13" fmla="*/ 1854633 h 2058146"/>
              <a:gd name="connsiteX14" fmla="*/ 2236796 w 2678307"/>
              <a:gd name="connsiteY14" fmla="*/ 1516646 h 2058146"/>
              <a:gd name="connsiteX15" fmla="*/ 2613036 w 2678307"/>
              <a:gd name="connsiteY15" fmla="*/ 1135988 h 2058146"/>
              <a:gd name="connsiteX16" fmla="*/ 2678307 w 2678307"/>
              <a:gd name="connsiteY16" fmla="*/ 900569 h 2058146"/>
              <a:gd name="connsiteX0" fmla="*/ 1341034 w 2613036"/>
              <a:gd name="connsiteY0" fmla="*/ 0 h 2058146"/>
              <a:gd name="connsiteX1" fmla="*/ 1083113 w 2613036"/>
              <a:gd name="connsiteY1" fmla="*/ 425034 h 2058146"/>
              <a:gd name="connsiteX2" fmla="*/ 1014673 w 2613036"/>
              <a:gd name="connsiteY2" fmla="*/ 748058 h 2058146"/>
              <a:gd name="connsiteX3" fmla="*/ 1000947 w 2613036"/>
              <a:gd name="connsiteY3" fmla="*/ 996443 h 2058146"/>
              <a:gd name="connsiteX4" fmla="*/ 766247 w 2613036"/>
              <a:gd name="connsiteY4" fmla="*/ 1479267 h 2058146"/>
              <a:gd name="connsiteX5" fmla="*/ 384252 w 2613036"/>
              <a:gd name="connsiteY5" fmla="*/ 1574845 h 2058146"/>
              <a:gd name="connsiteX6" fmla="*/ 68142 w 2613036"/>
              <a:gd name="connsiteY6" fmla="*/ 1544886 h 2058146"/>
              <a:gd name="connsiteX7" fmla="*/ 62907 w 2613036"/>
              <a:gd name="connsiteY7" fmla="*/ 1879826 h 2058146"/>
              <a:gd name="connsiteX8" fmla="*/ 130478 w 2613036"/>
              <a:gd name="connsiteY8" fmla="*/ 1945726 h 2058146"/>
              <a:gd name="connsiteX9" fmla="*/ 387133 w 2613036"/>
              <a:gd name="connsiteY9" fmla="*/ 2052593 h 2058146"/>
              <a:gd name="connsiteX10" fmla="*/ 727186 w 2613036"/>
              <a:gd name="connsiteY10" fmla="*/ 2042145 h 2058146"/>
              <a:gd name="connsiteX11" fmla="*/ 957811 w 2613036"/>
              <a:gd name="connsiteY11" fmla="*/ 1990062 h 2058146"/>
              <a:gd name="connsiteX12" fmla="*/ 1346790 w 2613036"/>
              <a:gd name="connsiteY12" fmla="*/ 1901490 h 2058146"/>
              <a:gd name="connsiteX13" fmla="*/ 1735771 w 2613036"/>
              <a:gd name="connsiteY13" fmla="*/ 1854633 h 2058146"/>
              <a:gd name="connsiteX14" fmla="*/ 2236796 w 2613036"/>
              <a:gd name="connsiteY14" fmla="*/ 1516646 h 2058146"/>
              <a:gd name="connsiteX15" fmla="*/ 2613036 w 2613036"/>
              <a:gd name="connsiteY15" fmla="*/ 1135988 h 2058146"/>
              <a:gd name="connsiteX0" fmla="*/ 1341034 w 2236796"/>
              <a:gd name="connsiteY0" fmla="*/ 0 h 2058146"/>
              <a:gd name="connsiteX1" fmla="*/ 1083113 w 2236796"/>
              <a:gd name="connsiteY1" fmla="*/ 425034 h 2058146"/>
              <a:gd name="connsiteX2" fmla="*/ 1014673 w 2236796"/>
              <a:gd name="connsiteY2" fmla="*/ 748058 h 2058146"/>
              <a:gd name="connsiteX3" fmla="*/ 1000947 w 2236796"/>
              <a:gd name="connsiteY3" fmla="*/ 996443 h 2058146"/>
              <a:gd name="connsiteX4" fmla="*/ 766247 w 2236796"/>
              <a:gd name="connsiteY4" fmla="*/ 1479267 h 2058146"/>
              <a:gd name="connsiteX5" fmla="*/ 384252 w 2236796"/>
              <a:gd name="connsiteY5" fmla="*/ 1574845 h 2058146"/>
              <a:gd name="connsiteX6" fmla="*/ 68142 w 2236796"/>
              <a:gd name="connsiteY6" fmla="*/ 1544886 h 2058146"/>
              <a:gd name="connsiteX7" fmla="*/ 62907 w 2236796"/>
              <a:gd name="connsiteY7" fmla="*/ 1879826 h 2058146"/>
              <a:gd name="connsiteX8" fmla="*/ 130478 w 2236796"/>
              <a:gd name="connsiteY8" fmla="*/ 1945726 h 2058146"/>
              <a:gd name="connsiteX9" fmla="*/ 387133 w 2236796"/>
              <a:gd name="connsiteY9" fmla="*/ 2052593 h 2058146"/>
              <a:gd name="connsiteX10" fmla="*/ 727186 w 2236796"/>
              <a:gd name="connsiteY10" fmla="*/ 2042145 h 2058146"/>
              <a:gd name="connsiteX11" fmla="*/ 957811 w 2236796"/>
              <a:gd name="connsiteY11" fmla="*/ 1990062 h 2058146"/>
              <a:gd name="connsiteX12" fmla="*/ 1346790 w 2236796"/>
              <a:gd name="connsiteY12" fmla="*/ 1901490 h 2058146"/>
              <a:gd name="connsiteX13" fmla="*/ 1735771 w 2236796"/>
              <a:gd name="connsiteY13" fmla="*/ 1854633 h 2058146"/>
              <a:gd name="connsiteX14" fmla="*/ 2236796 w 2236796"/>
              <a:gd name="connsiteY14" fmla="*/ 1516646 h 2058146"/>
              <a:gd name="connsiteX0" fmla="*/ 1341034 w 2373642"/>
              <a:gd name="connsiteY0" fmla="*/ 0 h 2058146"/>
              <a:gd name="connsiteX1" fmla="*/ 1083113 w 2373642"/>
              <a:gd name="connsiteY1" fmla="*/ 425034 h 2058146"/>
              <a:gd name="connsiteX2" fmla="*/ 1014673 w 2373642"/>
              <a:gd name="connsiteY2" fmla="*/ 748058 h 2058146"/>
              <a:gd name="connsiteX3" fmla="*/ 1000947 w 2373642"/>
              <a:gd name="connsiteY3" fmla="*/ 996443 h 2058146"/>
              <a:gd name="connsiteX4" fmla="*/ 766247 w 2373642"/>
              <a:gd name="connsiteY4" fmla="*/ 1479267 h 2058146"/>
              <a:gd name="connsiteX5" fmla="*/ 384252 w 2373642"/>
              <a:gd name="connsiteY5" fmla="*/ 1574845 h 2058146"/>
              <a:gd name="connsiteX6" fmla="*/ 68142 w 2373642"/>
              <a:gd name="connsiteY6" fmla="*/ 1544886 h 2058146"/>
              <a:gd name="connsiteX7" fmla="*/ 62907 w 2373642"/>
              <a:gd name="connsiteY7" fmla="*/ 1879826 h 2058146"/>
              <a:gd name="connsiteX8" fmla="*/ 130478 w 2373642"/>
              <a:gd name="connsiteY8" fmla="*/ 1945726 h 2058146"/>
              <a:gd name="connsiteX9" fmla="*/ 387133 w 2373642"/>
              <a:gd name="connsiteY9" fmla="*/ 2052593 h 2058146"/>
              <a:gd name="connsiteX10" fmla="*/ 727186 w 2373642"/>
              <a:gd name="connsiteY10" fmla="*/ 2042145 h 2058146"/>
              <a:gd name="connsiteX11" fmla="*/ 957811 w 2373642"/>
              <a:gd name="connsiteY11" fmla="*/ 1990062 h 2058146"/>
              <a:gd name="connsiteX12" fmla="*/ 1346790 w 2373642"/>
              <a:gd name="connsiteY12" fmla="*/ 1901490 h 2058146"/>
              <a:gd name="connsiteX13" fmla="*/ 1735771 w 2373642"/>
              <a:gd name="connsiteY13" fmla="*/ 1854633 h 2058146"/>
              <a:gd name="connsiteX14" fmla="*/ 2373642 w 2373642"/>
              <a:gd name="connsiteY14" fmla="*/ 1538854 h 2058146"/>
              <a:gd name="connsiteX0" fmla="*/ 1341034 w 2373642"/>
              <a:gd name="connsiteY0" fmla="*/ 0 h 2058146"/>
              <a:gd name="connsiteX1" fmla="*/ 1083113 w 2373642"/>
              <a:gd name="connsiteY1" fmla="*/ 425034 h 2058146"/>
              <a:gd name="connsiteX2" fmla="*/ 1014673 w 2373642"/>
              <a:gd name="connsiteY2" fmla="*/ 748058 h 2058146"/>
              <a:gd name="connsiteX3" fmla="*/ 1000947 w 2373642"/>
              <a:gd name="connsiteY3" fmla="*/ 996443 h 2058146"/>
              <a:gd name="connsiteX4" fmla="*/ 766247 w 2373642"/>
              <a:gd name="connsiteY4" fmla="*/ 1479267 h 2058146"/>
              <a:gd name="connsiteX5" fmla="*/ 384252 w 2373642"/>
              <a:gd name="connsiteY5" fmla="*/ 1574845 h 2058146"/>
              <a:gd name="connsiteX6" fmla="*/ 68142 w 2373642"/>
              <a:gd name="connsiteY6" fmla="*/ 1544886 h 2058146"/>
              <a:gd name="connsiteX7" fmla="*/ 62907 w 2373642"/>
              <a:gd name="connsiteY7" fmla="*/ 1879826 h 2058146"/>
              <a:gd name="connsiteX8" fmla="*/ 130478 w 2373642"/>
              <a:gd name="connsiteY8" fmla="*/ 1945726 h 2058146"/>
              <a:gd name="connsiteX9" fmla="*/ 387133 w 2373642"/>
              <a:gd name="connsiteY9" fmla="*/ 2052593 h 2058146"/>
              <a:gd name="connsiteX10" fmla="*/ 727186 w 2373642"/>
              <a:gd name="connsiteY10" fmla="*/ 2042145 h 2058146"/>
              <a:gd name="connsiteX11" fmla="*/ 957811 w 2373642"/>
              <a:gd name="connsiteY11" fmla="*/ 1990062 h 2058146"/>
              <a:gd name="connsiteX12" fmla="*/ 1346790 w 2373642"/>
              <a:gd name="connsiteY12" fmla="*/ 1901490 h 2058146"/>
              <a:gd name="connsiteX13" fmla="*/ 1600193 w 2373642"/>
              <a:gd name="connsiteY13" fmla="*/ 1945647 h 2058146"/>
              <a:gd name="connsiteX14" fmla="*/ 2373642 w 2373642"/>
              <a:gd name="connsiteY14" fmla="*/ 1538854 h 2058146"/>
              <a:gd name="connsiteX0" fmla="*/ 1341034 w 2373642"/>
              <a:gd name="connsiteY0" fmla="*/ 0 h 2058146"/>
              <a:gd name="connsiteX1" fmla="*/ 1083113 w 2373642"/>
              <a:gd name="connsiteY1" fmla="*/ 425034 h 2058146"/>
              <a:gd name="connsiteX2" fmla="*/ 1014673 w 2373642"/>
              <a:gd name="connsiteY2" fmla="*/ 748058 h 2058146"/>
              <a:gd name="connsiteX3" fmla="*/ 1000947 w 2373642"/>
              <a:gd name="connsiteY3" fmla="*/ 996443 h 2058146"/>
              <a:gd name="connsiteX4" fmla="*/ 766247 w 2373642"/>
              <a:gd name="connsiteY4" fmla="*/ 1479267 h 2058146"/>
              <a:gd name="connsiteX5" fmla="*/ 384252 w 2373642"/>
              <a:gd name="connsiteY5" fmla="*/ 1574845 h 2058146"/>
              <a:gd name="connsiteX6" fmla="*/ 68142 w 2373642"/>
              <a:gd name="connsiteY6" fmla="*/ 1544886 h 2058146"/>
              <a:gd name="connsiteX7" fmla="*/ 62907 w 2373642"/>
              <a:gd name="connsiteY7" fmla="*/ 1879826 h 2058146"/>
              <a:gd name="connsiteX8" fmla="*/ 130478 w 2373642"/>
              <a:gd name="connsiteY8" fmla="*/ 1945726 h 2058146"/>
              <a:gd name="connsiteX9" fmla="*/ 387133 w 2373642"/>
              <a:gd name="connsiteY9" fmla="*/ 2052593 h 2058146"/>
              <a:gd name="connsiteX10" fmla="*/ 727186 w 2373642"/>
              <a:gd name="connsiteY10" fmla="*/ 2042145 h 2058146"/>
              <a:gd name="connsiteX11" fmla="*/ 957811 w 2373642"/>
              <a:gd name="connsiteY11" fmla="*/ 1990062 h 2058146"/>
              <a:gd name="connsiteX12" fmla="*/ 1273578 w 2373642"/>
              <a:gd name="connsiteY12" fmla="*/ 1950636 h 2058146"/>
              <a:gd name="connsiteX13" fmla="*/ 1600193 w 2373642"/>
              <a:gd name="connsiteY13" fmla="*/ 1945647 h 2058146"/>
              <a:gd name="connsiteX14" fmla="*/ 2373642 w 2373642"/>
              <a:gd name="connsiteY14" fmla="*/ 1538854 h 2058146"/>
              <a:gd name="connsiteX0" fmla="*/ 1394299 w 2373642"/>
              <a:gd name="connsiteY0" fmla="*/ 0 h 1961842"/>
              <a:gd name="connsiteX1" fmla="*/ 1083113 w 2373642"/>
              <a:gd name="connsiteY1" fmla="*/ 328730 h 1961842"/>
              <a:gd name="connsiteX2" fmla="*/ 1014673 w 2373642"/>
              <a:gd name="connsiteY2" fmla="*/ 651754 h 1961842"/>
              <a:gd name="connsiteX3" fmla="*/ 1000947 w 2373642"/>
              <a:gd name="connsiteY3" fmla="*/ 900139 h 1961842"/>
              <a:gd name="connsiteX4" fmla="*/ 766247 w 2373642"/>
              <a:gd name="connsiteY4" fmla="*/ 1382963 h 1961842"/>
              <a:gd name="connsiteX5" fmla="*/ 384252 w 2373642"/>
              <a:gd name="connsiteY5" fmla="*/ 1478541 h 1961842"/>
              <a:gd name="connsiteX6" fmla="*/ 68142 w 2373642"/>
              <a:gd name="connsiteY6" fmla="*/ 1448582 h 1961842"/>
              <a:gd name="connsiteX7" fmla="*/ 62907 w 2373642"/>
              <a:gd name="connsiteY7" fmla="*/ 1783522 h 1961842"/>
              <a:gd name="connsiteX8" fmla="*/ 130478 w 2373642"/>
              <a:gd name="connsiteY8" fmla="*/ 1849422 h 1961842"/>
              <a:gd name="connsiteX9" fmla="*/ 387133 w 2373642"/>
              <a:gd name="connsiteY9" fmla="*/ 1956289 h 1961842"/>
              <a:gd name="connsiteX10" fmla="*/ 727186 w 2373642"/>
              <a:gd name="connsiteY10" fmla="*/ 1945841 h 1961842"/>
              <a:gd name="connsiteX11" fmla="*/ 957811 w 2373642"/>
              <a:gd name="connsiteY11" fmla="*/ 1893758 h 1961842"/>
              <a:gd name="connsiteX12" fmla="*/ 1273578 w 2373642"/>
              <a:gd name="connsiteY12" fmla="*/ 1854332 h 1961842"/>
              <a:gd name="connsiteX13" fmla="*/ 1600193 w 2373642"/>
              <a:gd name="connsiteY13" fmla="*/ 1849343 h 1961842"/>
              <a:gd name="connsiteX14" fmla="*/ 2373642 w 2373642"/>
              <a:gd name="connsiteY14" fmla="*/ 1442550 h 1961842"/>
              <a:gd name="connsiteX0" fmla="*/ 1388557 w 2373642"/>
              <a:gd name="connsiteY0" fmla="*/ 0 h 1953435"/>
              <a:gd name="connsiteX1" fmla="*/ 1083113 w 2373642"/>
              <a:gd name="connsiteY1" fmla="*/ 320323 h 1953435"/>
              <a:gd name="connsiteX2" fmla="*/ 1014673 w 2373642"/>
              <a:gd name="connsiteY2" fmla="*/ 643347 h 1953435"/>
              <a:gd name="connsiteX3" fmla="*/ 1000947 w 2373642"/>
              <a:gd name="connsiteY3" fmla="*/ 891732 h 1953435"/>
              <a:gd name="connsiteX4" fmla="*/ 766247 w 2373642"/>
              <a:gd name="connsiteY4" fmla="*/ 1374556 h 1953435"/>
              <a:gd name="connsiteX5" fmla="*/ 384252 w 2373642"/>
              <a:gd name="connsiteY5" fmla="*/ 1470134 h 1953435"/>
              <a:gd name="connsiteX6" fmla="*/ 68142 w 2373642"/>
              <a:gd name="connsiteY6" fmla="*/ 1440175 h 1953435"/>
              <a:gd name="connsiteX7" fmla="*/ 62907 w 2373642"/>
              <a:gd name="connsiteY7" fmla="*/ 1775115 h 1953435"/>
              <a:gd name="connsiteX8" fmla="*/ 130478 w 2373642"/>
              <a:gd name="connsiteY8" fmla="*/ 1841015 h 1953435"/>
              <a:gd name="connsiteX9" fmla="*/ 387133 w 2373642"/>
              <a:gd name="connsiteY9" fmla="*/ 1947882 h 1953435"/>
              <a:gd name="connsiteX10" fmla="*/ 727186 w 2373642"/>
              <a:gd name="connsiteY10" fmla="*/ 1937434 h 1953435"/>
              <a:gd name="connsiteX11" fmla="*/ 957811 w 2373642"/>
              <a:gd name="connsiteY11" fmla="*/ 1885351 h 1953435"/>
              <a:gd name="connsiteX12" fmla="*/ 1273578 w 2373642"/>
              <a:gd name="connsiteY12" fmla="*/ 1845925 h 1953435"/>
              <a:gd name="connsiteX13" fmla="*/ 1600193 w 2373642"/>
              <a:gd name="connsiteY13" fmla="*/ 1840936 h 1953435"/>
              <a:gd name="connsiteX14" fmla="*/ 2373642 w 2373642"/>
              <a:gd name="connsiteY14" fmla="*/ 1434143 h 1953435"/>
              <a:gd name="connsiteX0" fmla="*/ 1388557 w 2373642"/>
              <a:gd name="connsiteY0" fmla="*/ 0 h 1953435"/>
              <a:gd name="connsiteX1" fmla="*/ 1081136 w 2373642"/>
              <a:gd name="connsiteY1" fmla="*/ 358079 h 1953435"/>
              <a:gd name="connsiteX2" fmla="*/ 1014673 w 2373642"/>
              <a:gd name="connsiteY2" fmla="*/ 643347 h 1953435"/>
              <a:gd name="connsiteX3" fmla="*/ 1000947 w 2373642"/>
              <a:gd name="connsiteY3" fmla="*/ 891732 h 1953435"/>
              <a:gd name="connsiteX4" fmla="*/ 766247 w 2373642"/>
              <a:gd name="connsiteY4" fmla="*/ 1374556 h 1953435"/>
              <a:gd name="connsiteX5" fmla="*/ 384252 w 2373642"/>
              <a:gd name="connsiteY5" fmla="*/ 1470134 h 1953435"/>
              <a:gd name="connsiteX6" fmla="*/ 68142 w 2373642"/>
              <a:gd name="connsiteY6" fmla="*/ 1440175 h 1953435"/>
              <a:gd name="connsiteX7" fmla="*/ 62907 w 2373642"/>
              <a:gd name="connsiteY7" fmla="*/ 1775115 h 1953435"/>
              <a:gd name="connsiteX8" fmla="*/ 130478 w 2373642"/>
              <a:gd name="connsiteY8" fmla="*/ 1841015 h 1953435"/>
              <a:gd name="connsiteX9" fmla="*/ 387133 w 2373642"/>
              <a:gd name="connsiteY9" fmla="*/ 1947882 h 1953435"/>
              <a:gd name="connsiteX10" fmla="*/ 727186 w 2373642"/>
              <a:gd name="connsiteY10" fmla="*/ 1937434 h 1953435"/>
              <a:gd name="connsiteX11" fmla="*/ 957811 w 2373642"/>
              <a:gd name="connsiteY11" fmla="*/ 1885351 h 1953435"/>
              <a:gd name="connsiteX12" fmla="*/ 1273578 w 2373642"/>
              <a:gd name="connsiteY12" fmla="*/ 1845925 h 1953435"/>
              <a:gd name="connsiteX13" fmla="*/ 1600193 w 2373642"/>
              <a:gd name="connsiteY13" fmla="*/ 1840936 h 1953435"/>
              <a:gd name="connsiteX14" fmla="*/ 2373642 w 2373642"/>
              <a:gd name="connsiteY14" fmla="*/ 1434143 h 1953435"/>
              <a:gd name="connsiteX0" fmla="*/ 1394113 w 2379198"/>
              <a:gd name="connsiteY0" fmla="*/ 0 h 1953435"/>
              <a:gd name="connsiteX1" fmla="*/ 1086692 w 2379198"/>
              <a:gd name="connsiteY1" fmla="*/ 358079 h 1953435"/>
              <a:gd name="connsiteX2" fmla="*/ 1020229 w 2379198"/>
              <a:gd name="connsiteY2" fmla="*/ 643347 h 1953435"/>
              <a:gd name="connsiteX3" fmla="*/ 1006503 w 2379198"/>
              <a:gd name="connsiteY3" fmla="*/ 891732 h 1953435"/>
              <a:gd name="connsiteX4" fmla="*/ 771803 w 2379198"/>
              <a:gd name="connsiteY4" fmla="*/ 1374556 h 1953435"/>
              <a:gd name="connsiteX5" fmla="*/ 410685 w 2379198"/>
              <a:gd name="connsiteY5" fmla="*/ 1440182 h 1953435"/>
              <a:gd name="connsiteX6" fmla="*/ 73698 w 2379198"/>
              <a:gd name="connsiteY6" fmla="*/ 1440175 h 1953435"/>
              <a:gd name="connsiteX7" fmla="*/ 68463 w 2379198"/>
              <a:gd name="connsiteY7" fmla="*/ 1775115 h 1953435"/>
              <a:gd name="connsiteX8" fmla="*/ 136034 w 2379198"/>
              <a:gd name="connsiteY8" fmla="*/ 1841015 h 1953435"/>
              <a:gd name="connsiteX9" fmla="*/ 392689 w 2379198"/>
              <a:gd name="connsiteY9" fmla="*/ 1947882 h 1953435"/>
              <a:gd name="connsiteX10" fmla="*/ 732742 w 2379198"/>
              <a:gd name="connsiteY10" fmla="*/ 1937434 h 1953435"/>
              <a:gd name="connsiteX11" fmla="*/ 963367 w 2379198"/>
              <a:gd name="connsiteY11" fmla="*/ 1885351 h 1953435"/>
              <a:gd name="connsiteX12" fmla="*/ 1279134 w 2379198"/>
              <a:gd name="connsiteY12" fmla="*/ 1845925 h 1953435"/>
              <a:gd name="connsiteX13" fmla="*/ 1605749 w 2379198"/>
              <a:gd name="connsiteY13" fmla="*/ 1840936 h 1953435"/>
              <a:gd name="connsiteX14" fmla="*/ 2379198 w 2379198"/>
              <a:gd name="connsiteY14" fmla="*/ 1434143 h 1953435"/>
              <a:gd name="connsiteX0" fmla="*/ 1326355 w 2311440"/>
              <a:gd name="connsiteY0" fmla="*/ 0 h 1953435"/>
              <a:gd name="connsiteX1" fmla="*/ 1018934 w 2311440"/>
              <a:gd name="connsiteY1" fmla="*/ 358079 h 1953435"/>
              <a:gd name="connsiteX2" fmla="*/ 952471 w 2311440"/>
              <a:gd name="connsiteY2" fmla="*/ 643347 h 1953435"/>
              <a:gd name="connsiteX3" fmla="*/ 938745 w 2311440"/>
              <a:gd name="connsiteY3" fmla="*/ 891732 h 1953435"/>
              <a:gd name="connsiteX4" fmla="*/ 704045 w 2311440"/>
              <a:gd name="connsiteY4" fmla="*/ 1374556 h 1953435"/>
              <a:gd name="connsiteX5" fmla="*/ 342927 w 2311440"/>
              <a:gd name="connsiteY5" fmla="*/ 1440182 h 1953435"/>
              <a:gd name="connsiteX6" fmla="*/ 55026 w 2311440"/>
              <a:gd name="connsiteY6" fmla="*/ 1377624 h 1953435"/>
              <a:gd name="connsiteX7" fmla="*/ 705 w 2311440"/>
              <a:gd name="connsiteY7" fmla="*/ 1775115 h 1953435"/>
              <a:gd name="connsiteX8" fmla="*/ 68276 w 2311440"/>
              <a:gd name="connsiteY8" fmla="*/ 1841015 h 1953435"/>
              <a:gd name="connsiteX9" fmla="*/ 324931 w 2311440"/>
              <a:gd name="connsiteY9" fmla="*/ 1947882 h 1953435"/>
              <a:gd name="connsiteX10" fmla="*/ 664984 w 2311440"/>
              <a:gd name="connsiteY10" fmla="*/ 1937434 h 1953435"/>
              <a:gd name="connsiteX11" fmla="*/ 895609 w 2311440"/>
              <a:gd name="connsiteY11" fmla="*/ 1885351 h 1953435"/>
              <a:gd name="connsiteX12" fmla="*/ 1211376 w 2311440"/>
              <a:gd name="connsiteY12" fmla="*/ 1845925 h 1953435"/>
              <a:gd name="connsiteX13" fmla="*/ 1537991 w 2311440"/>
              <a:gd name="connsiteY13" fmla="*/ 1840936 h 1953435"/>
              <a:gd name="connsiteX14" fmla="*/ 2311440 w 2311440"/>
              <a:gd name="connsiteY14" fmla="*/ 1434143 h 1953435"/>
              <a:gd name="connsiteX0" fmla="*/ 1321867 w 2306952"/>
              <a:gd name="connsiteY0" fmla="*/ 0 h 1953435"/>
              <a:gd name="connsiteX1" fmla="*/ 1014446 w 2306952"/>
              <a:gd name="connsiteY1" fmla="*/ 358079 h 1953435"/>
              <a:gd name="connsiteX2" fmla="*/ 947983 w 2306952"/>
              <a:gd name="connsiteY2" fmla="*/ 643347 h 1953435"/>
              <a:gd name="connsiteX3" fmla="*/ 934257 w 2306952"/>
              <a:gd name="connsiteY3" fmla="*/ 891732 h 1953435"/>
              <a:gd name="connsiteX4" fmla="*/ 699557 w 2306952"/>
              <a:gd name="connsiteY4" fmla="*/ 1374556 h 1953435"/>
              <a:gd name="connsiteX5" fmla="*/ 338439 w 2306952"/>
              <a:gd name="connsiteY5" fmla="*/ 1440182 h 1953435"/>
              <a:gd name="connsiteX6" fmla="*/ 50538 w 2306952"/>
              <a:gd name="connsiteY6" fmla="*/ 1377624 h 1953435"/>
              <a:gd name="connsiteX7" fmla="*/ 1135 w 2306952"/>
              <a:gd name="connsiteY7" fmla="*/ 1673908 h 1953435"/>
              <a:gd name="connsiteX8" fmla="*/ 63788 w 2306952"/>
              <a:gd name="connsiteY8" fmla="*/ 1841015 h 1953435"/>
              <a:gd name="connsiteX9" fmla="*/ 320443 w 2306952"/>
              <a:gd name="connsiteY9" fmla="*/ 1947882 h 1953435"/>
              <a:gd name="connsiteX10" fmla="*/ 660496 w 2306952"/>
              <a:gd name="connsiteY10" fmla="*/ 1937434 h 1953435"/>
              <a:gd name="connsiteX11" fmla="*/ 891121 w 2306952"/>
              <a:gd name="connsiteY11" fmla="*/ 1885351 h 1953435"/>
              <a:gd name="connsiteX12" fmla="*/ 1206888 w 2306952"/>
              <a:gd name="connsiteY12" fmla="*/ 1845925 h 1953435"/>
              <a:gd name="connsiteX13" fmla="*/ 1533503 w 2306952"/>
              <a:gd name="connsiteY13" fmla="*/ 1840936 h 1953435"/>
              <a:gd name="connsiteX14" fmla="*/ 2306952 w 2306952"/>
              <a:gd name="connsiteY14" fmla="*/ 1434143 h 1953435"/>
              <a:gd name="connsiteX0" fmla="*/ 1322220 w 2307305"/>
              <a:gd name="connsiteY0" fmla="*/ 0 h 1953435"/>
              <a:gd name="connsiteX1" fmla="*/ 1014799 w 2307305"/>
              <a:gd name="connsiteY1" fmla="*/ 358079 h 1953435"/>
              <a:gd name="connsiteX2" fmla="*/ 948336 w 2307305"/>
              <a:gd name="connsiteY2" fmla="*/ 643347 h 1953435"/>
              <a:gd name="connsiteX3" fmla="*/ 934610 w 2307305"/>
              <a:gd name="connsiteY3" fmla="*/ 891732 h 1953435"/>
              <a:gd name="connsiteX4" fmla="*/ 699910 w 2307305"/>
              <a:gd name="connsiteY4" fmla="*/ 1374556 h 1953435"/>
              <a:gd name="connsiteX5" fmla="*/ 354422 w 2307305"/>
              <a:gd name="connsiteY5" fmla="*/ 1409198 h 1953435"/>
              <a:gd name="connsiteX6" fmla="*/ 50891 w 2307305"/>
              <a:gd name="connsiteY6" fmla="*/ 1377624 h 1953435"/>
              <a:gd name="connsiteX7" fmla="*/ 1488 w 2307305"/>
              <a:gd name="connsiteY7" fmla="*/ 1673908 h 1953435"/>
              <a:gd name="connsiteX8" fmla="*/ 64141 w 2307305"/>
              <a:gd name="connsiteY8" fmla="*/ 1841015 h 1953435"/>
              <a:gd name="connsiteX9" fmla="*/ 320796 w 2307305"/>
              <a:gd name="connsiteY9" fmla="*/ 1947882 h 1953435"/>
              <a:gd name="connsiteX10" fmla="*/ 660849 w 2307305"/>
              <a:gd name="connsiteY10" fmla="*/ 1937434 h 1953435"/>
              <a:gd name="connsiteX11" fmla="*/ 891474 w 2307305"/>
              <a:gd name="connsiteY11" fmla="*/ 1885351 h 1953435"/>
              <a:gd name="connsiteX12" fmla="*/ 1207241 w 2307305"/>
              <a:gd name="connsiteY12" fmla="*/ 1845925 h 1953435"/>
              <a:gd name="connsiteX13" fmla="*/ 1533856 w 2307305"/>
              <a:gd name="connsiteY13" fmla="*/ 1840936 h 1953435"/>
              <a:gd name="connsiteX14" fmla="*/ 2307305 w 2307305"/>
              <a:gd name="connsiteY14" fmla="*/ 1434143 h 1953435"/>
              <a:gd name="connsiteX0" fmla="*/ 1321066 w 2306151"/>
              <a:gd name="connsiteY0" fmla="*/ 0 h 1953435"/>
              <a:gd name="connsiteX1" fmla="*/ 1013645 w 2306151"/>
              <a:gd name="connsiteY1" fmla="*/ 358079 h 1953435"/>
              <a:gd name="connsiteX2" fmla="*/ 947182 w 2306151"/>
              <a:gd name="connsiteY2" fmla="*/ 643347 h 1953435"/>
              <a:gd name="connsiteX3" fmla="*/ 933456 w 2306151"/>
              <a:gd name="connsiteY3" fmla="*/ 891732 h 1953435"/>
              <a:gd name="connsiteX4" fmla="*/ 698756 w 2306151"/>
              <a:gd name="connsiteY4" fmla="*/ 1374556 h 1953435"/>
              <a:gd name="connsiteX5" fmla="*/ 353268 w 2306151"/>
              <a:gd name="connsiteY5" fmla="*/ 1409198 h 1953435"/>
              <a:gd name="connsiteX6" fmla="*/ 89195 w 2306151"/>
              <a:gd name="connsiteY6" fmla="*/ 1419442 h 1953435"/>
              <a:gd name="connsiteX7" fmla="*/ 334 w 2306151"/>
              <a:gd name="connsiteY7" fmla="*/ 1673908 h 1953435"/>
              <a:gd name="connsiteX8" fmla="*/ 62987 w 2306151"/>
              <a:gd name="connsiteY8" fmla="*/ 1841015 h 1953435"/>
              <a:gd name="connsiteX9" fmla="*/ 319642 w 2306151"/>
              <a:gd name="connsiteY9" fmla="*/ 1947882 h 1953435"/>
              <a:gd name="connsiteX10" fmla="*/ 659695 w 2306151"/>
              <a:gd name="connsiteY10" fmla="*/ 1937434 h 1953435"/>
              <a:gd name="connsiteX11" fmla="*/ 890320 w 2306151"/>
              <a:gd name="connsiteY11" fmla="*/ 1885351 h 1953435"/>
              <a:gd name="connsiteX12" fmla="*/ 1206087 w 2306151"/>
              <a:gd name="connsiteY12" fmla="*/ 1845925 h 1953435"/>
              <a:gd name="connsiteX13" fmla="*/ 1532702 w 2306151"/>
              <a:gd name="connsiteY13" fmla="*/ 1840936 h 1953435"/>
              <a:gd name="connsiteX14" fmla="*/ 2306151 w 2306151"/>
              <a:gd name="connsiteY14" fmla="*/ 1434143 h 1953435"/>
              <a:gd name="connsiteX0" fmla="*/ 1321066 w 2306151"/>
              <a:gd name="connsiteY0" fmla="*/ 0 h 1953435"/>
              <a:gd name="connsiteX1" fmla="*/ 1013645 w 2306151"/>
              <a:gd name="connsiteY1" fmla="*/ 358079 h 1953435"/>
              <a:gd name="connsiteX2" fmla="*/ 947182 w 2306151"/>
              <a:gd name="connsiteY2" fmla="*/ 643347 h 1953435"/>
              <a:gd name="connsiteX3" fmla="*/ 933456 w 2306151"/>
              <a:gd name="connsiteY3" fmla="*/ 891732 h 1953435"/>
              <a:gd name="connsiteX4" fmla="*/ 698756 w 2306151"/>
              <a:gd name="connsiteY4" fmla="*/ 1374556 h 1953435"/>
              <a:gd name="connsiteX5" fmla="*/ 353268 w 2306151"/>
              <a:gd name="connsiteY5" fmla="*/ 1409198 h 1953435"/>
              <a:gd name="connsiteX6" fmla="*/ 89195 w 2306151"/>
              <a:gd name="connsiteY6" fmla="*/ 1419442 h 1953435"/>
              <a:gd name="connsiteX7" fmla="*/ 334 w 2306151"/>
              <a:gd name="connsiteY7" fmla="*/ 1673908 h 1953435"/>
              <a:gd name="connsiteX8" fmla="*/ 62987 w 2306151"/>
              <a:gd name="connsiteY8" fmla="*/ 1841015 h 1953435"/>
              <a:gd name="connsiteX9" fmla="*/ 319642 w 2306151"/>
              <a:gd name="connsiteY9" fmla="*/ 1947882 h 1953435"/>
              <a:gd name="connsiteX10" fmla="*/ 659695 w 2306151"/>
              <a:gd name="connsiteY10" fmla="*/ 1937434 h 1953435"/>
              <a:gd name="connsiteX11" fmla="*/ 890320 w 2306151"/>
              <a:gd name="connsiteY11" fmla="*/ 1885351 h 1953435"/>
              <a:gd name="connsiteX12" fmla="*/ 1206087 w 2306151"/>
              <a:gd name="connsiteY12" fmla="*/ 1845925 h 1953435"/>
              <a:gd name="connsiteX13" fmla="*/ 1532702 w 2306151"/>
              <a:gd name="connsiteY13" fmla="*/ 1840936 h 1953435"/>
              <a:gd name="connsiteX14" fmla="*/ 2306151 w 2306151"/>
              <a:gd name="connsiteY14" fmla="*/ 1434143 h 1953435"/>
              <a:gd name="connsiteX0" fmla="*/ 1325379 w 2310464"/>
              <a:gd name="connsiteY0" fmla="*/ 0 h 1953435"/>
              <a:gd name="connsiteX1" fmla="*/ 1017958 w 2310464"/>
              <a:gd name="connsiteY1" fmla="*/ 358079 h 1953435"/>
              <a:gd name="connsiteX2" fmla="*/ 951495 w 2310464"/>
              <a:gd name="connsiteY2" fmla="*/ 643347 h 1953435"/>
              <a:gd name="connsiteX3" fmla="*/ 937769 w 2310464"/>
              <a:gd name="connsiteY3" fmla="*/ 891732 h 1953435"/>
              <a:gd name="connsiteX4" fmla="*/ 703069 w 2310464"/>
              <a:gd name="connsiteY4" fmla="*/ 1374556 h 1953435"/>
              <a:gd name="connsiteX5" fmla="*/ 357581 w 2310464"/>
              <a:gd name="connsiteY5" fmla="*/ 1409198 h 1953435"/>
              <a:gd name="connsiteX6" fmla="*/ 93508 w 2310464"/>
              <a:gd name="connsiteY6" fmla="*/ 1419442 h 1953435"/>
              <a:gd name="connsiteX7" fmla="*/ 302 w 2310464"/>
              <a:gd name="connsiteY7" fmla="*/ 1626733 h 1953435"/>
              <a:gd name="connsiteX8" fmla="*/ 67300 w 2310464"/>
              <a:gd name="connsiteY8" fmla="*/ 1841015 h 1953435"/>
              <a:gd name="connsiteX9" fmla="*/ 323955 w 2310464"/>
              <a:gd name="connsiteY9" fmla="*/ 1947882 h 1953435"/>
              <a:gd name="connsiteX10" fmla="*/ 664008 w 2310464"/>
              <a:gd name="connsiteY10" fmla="*/ 1937434 h 1953435"/>
              <a:gd name="connsiteX11" fmla="*/ 894633 w 2310464"/>
              <a:gd name="connsiteY11" fmla="*/ 1885351 h 1953435"/>
              <a:gd name="connsiteX12" fmla="*/ 1210400 w 2310464"/>
              <a:gd name="connsiteY12" fmla="*/ 1845925 h 1953435"/>
              <a:gd name="connsiteX13" fmla="*/ 1537015 w 2310464"/>
              <a:gd name="connsiteY13" fmla="*/ 1840936 h 1953435"/>
              <a:gd name="connsiteX14" fmla="*/ 2310464 w 2310464"/>
              <a:gd name="connsiteY14" fmla="*/ 1434143 h 1953435"/>
              <a:gd name="connsiteX0" fmla="*/ 1325379 w 2310464"/>
              <a:gd name="connsiteY0" fmla="*/ 0 h 1953435"/>
              <a:gd name="connsiteX1" fmla="*/ 1017958 w 2310464"/>
              <a:gd name="connsiteY1" fmla="*/ 358079 h 1953435"/>
              <a:gd name="connsiteX2" fmla="*/ 951495 w 2310464"/>
              <a:gd name="connsiteY2" fmla="*/ 643347 h 1953435"/>
              <a:gd name="connsiteX3" fmla="*/ 937769 w 2310464"/>
              <a:gd name="connsiteY3" fmla="*/ 891732 h 1953435"/>
              <a:gd name="connsiteX4" fmla="*/ 703069 w 2310464"/>
              <a:gd name="connsiteY4" fmla="*/ 1374556 h 1953435"/>
              <a:gd name="connsiteX5" fmla="*/ 357581 w 2310464"/>
              <a:gd name="connsiteY5" fmla="*/ 1409198 h 1953435"/>
              <a:gd name="connsiteX6" fmla="*/ 93508 w 2310464"/>
              <a:gd name="connsiteY6" fmla="*/ 1419442 h 1953435"/>
              <a:gd name="connsiteX7" fmla="*/ 302 w 2310464"/>
              <a:gd name="connsiteY7" fmla="*/ 1626733 h 1953435"/>
              <a:gd name="connsiteX8" fmla="*/ 67300 w 2310464"/>
              <a:gd name="connsiteY8" fmla="*/ 1841015 h 1953435"/>
              <a:gd name="connsiteX9" fmla="*/ 323955 w 2310464"/>
              <a:gd name="connsiteY9" fmla="*/ 1947882 h 1953435"/>
              <a:gd name="connsiteX10" fmla="*/ 664008 w 2310464"/>
              <a:gd name="connsiteY10" fmla="*/ 1937434 h 1953435"/>
              <a:gd name="connsiteX11" fmla="*/ 894633 w 2310464"/>
              <a:gd name="connsiteY11" fmla="*/ 1885351 h 1953435"/>
              <a:gd name="connsiteX12" fmla="*/ 1210400 w 2310464"/>
              <a:gd name="connsiteY12" fmla="*/ 1845925 h 1953435"/>
              <a:gd name="connsiteX13" fmla="*/ 1537015 w 2310464"/>
              <a:gd name="connsiteY13" fmla="*/ 1840936 h 1953435"/>
              <a:gd name="connsiteX14" fmla="*/ 2310464 w 2310464"/>
              <a:gd name="connsiteY14" fmla="*/ 1434143 h 1953435"/>
              <a:gd name="connsiteX0" fmla="*/ 1325379 w 2310464"/>
              <a:gd name="connsiteY0" fmla="*/ 0 h 1996239"/>
              <a:gd name="connsiteX1" fmla="*/ 1017958 w 2310464"/>
              <a:gd name="connsiteY1" fmla="*/ 358079 h 1996239"/>
              <a:gd name="connsiteX2" fmla="*/ 951495 w 2310464"/>
              <a:gd name="connsiteY2" fmla="*/ 643347 h 1996239"/>
              <a:gd name="connsiteX3" fmla="*/ 937769 w 2310464"/>
              <a:gd name="connsiteY3" fmla="*/ 891732 h 1996239"/>
              <a:gd name="connsiteX4" fmla="*/ 703069 w 2310464"/>
              <a:gd name="connsiteY4" fmla="*/ 1374556 h 1996239"/>
              <a:gd name="connsiteX5" fmla="*/ 357581 w 2310464"/>
              <a:gd name="connsiteY5" fmla="*/ 1409198 h 1996239"/>
              <a:gd name="connsiteX6" fmla="*/ 93508 w 2310464"/>
              <a:gd name="connsiteY6" fmla="*/ 1419442 h 1996239"/>
              <a:gd name="connsiteX7" fmla="*/ 302 w 2310464"/>
              <a:gd name="connsiteY7" fmla="*/ 1626733 h 1996239"/>
              <a:gd name="connsiteX8" fmla="*/ 67300 w 2310464"/>
              <a:gd name="connsiteY8" fmla="*/ 1841015 h 1996239"/>
              <a:gd name="connsiteX9" fmla="*/ 323955 w 2310464"/>
              <a:gd name="connsiteY9" fmla="*/ 1947882 h 1996239"/>
              <a:gd name="connsiteX10" fmla="*/ 664008 w 2310464"/>
              <a:gd name="connsiteY10" fmla="*/ 1937434 h 1996239"/>
              <a:gd name="connsiteX11" fmla="*/ 894633 w 2310464"/>
              <a:gd name="connsiteY11" fmla="*/ 1885351 h 1996239"/>
              <a:gd name="connsiteX12" fmla="*/ 1210881 w 2310464"/>
              <a:gd name="connsiteY12" fmla="*/ 1995877 h 1996239"/>
              <a:gd name="connsiteX13" fmla="*/ 1537015 w 2310464"/>
              <a:gd name="connsiteY13" fmla="*/ 1840936 h 1996239"/>
              <a:gd name="connsiteX14" fmla="*/ 2310464 w 2310464"/>
              <a:gd name="connsiteY14" fmla="*/ 1434143 h 1996239"/>
              <a:gd name="connsiteX0" fmla="*/ 1363805 w 2310464"/>
              <a:gd name="connsiteY0" fmla="*/ 0 h 2011399"/>
              <a:gd name="connsiteX1" fmla="*/ 1017958 w 2310464"/>
              <a:gd name="connsiteY1" fmla="*/ 373239 h 2011399"/>
              <a:gd name="connsiteX2" fmla="*/ 951495 w 2310464"/>
              <a:gd name="connsiteY2" fmla="*/ 658507 h 2011399"/>
              <a:gd name="connsiteX3" fmla="*/ 937769 w 2310464"/>
              <a:gd name="connsiteY3" fmla="*/ 906892 h 2011399"/>
              <a:gd name="connsiteX4" fmla="*/ 703069 w 2310464"/>
              <a:gd name="connsiteY4" fmla="*/ 1389716 h 2011399"/>
              <a:gd name="connsiteX5" fmla="*/ 357581 w 2310464"/>
              <a:gd name="connsiteY5" fmla="*/ 1424358 h 2011399"/>
              <a:gd name="connsiteX6" fmla="*/ 93508 w 2310464"/>
              <a:gd name="connsiteY6" fmla="*/ 1434602 h 2011399"/>
              <a:gd name="connsiteX7" fmla="*/ 302 w 2310464"/>
              <a:gd name="connsiteY7" fmla="*/ 1641893 h 2011399"/>
              <a:gd name="connsiteX8" fmla="*/ 67300 w 2310464"/>
              <a:gd name="connsiteY8" fmla="*/ 1856175 h 2011399"/>
              <a:gd name="connsiteX9" fmla="*/ 323955 w 2310464"/>
              <a:gd name="connsiteY9" fmla="*/ 1963042 h 2011399"/>
              <a:gd name="connsiteX10" fmla="*/ 664008 w 2310464"/>
              <a:gd name="connsiteY10" fmla="*/ 1952594 h 2011399"/>
              <a:gd name="connsiteX11" fmla="*/ 894633 w 2310464"/>
              <a:gd name="connsiteY11" fmla="*/ 1900511 h 2011399"/>
              <a:gd name="connsiteX12" fmla="*/ 1210881 w 2310464"/>
              <a:gd name="connsiteY12" fmla="*/ 2011037 h 2011399"/>
              <a:gd name="connsiteX13" fmla="*/ 1537015 w 2310464"/>
              <a:gd name="connsiteY13" fmla="*/ 1856096 h 2011399"/>
              <a:gd name="connsiteX14" fmla="*/ 2310464 w 2310464"/>
              <a:gd name="connsiteY14" fmla="*/ 1449303 h 2011399"/>
              <a:gd name="connsiteX0" fmla="*/ 1363805 w 2009701"/>
              <a:gd name="connsiteY0" fmla="*/ 0 h 2011399"/>
              <a:gd name="connsiteX1" fmla="*/ 1017958 w 2009701"/>
              <a:gd name="connsiteY1" fmla="*/ 373239 h 2011399"/>
              <a:gd name="connsiteX2" fmla="*/ 951495 w 2009701"/>
              <a:gd name="connsiteY2" fmla="*/ 658507 h 2011399"/>
              <a:gd name="connsiteX3" fmla="*/ 937769 w 2009701"/>
              <a:gd name="connsiteY3" fmla="*/ 906892 h 2011399"/>
              <a:gd name="connsiteX4" fmla="*/ 703069 w 2009701"/>
              <a:gd name="connsiteY4" fmla="*/ 1389716 h 2011399"/>
              <a:gd name="connsiteX5" fmla="*/ 357581 w 2009701"/>
              <a:gd name="connsiteY5" fmla="*/ 1424358 h 2011399"/>
              <a:gd name="connsiteX6" fmla="*/ 93508 w 2009701"/>
              <a:gd name="connsiteY6" fmla="*/ 1434602 h 2011399"/>
              <a:gd name="connsiteX7" fmla="*/ 302 w 2009701"/>
              <a:gd name="connsiteY7" fmla="*/ 1641893 h 2011399"/>
              <a:gd name="connsiteX8" fmla="*/ 67300 w 2009701"/>
              <a:gd name="connsiteY8" fmla="*/ 1856175 h 2011399"/>
              <a:gd name="connsiteX9" fmla="*/ 323955 w 2009701"/>
              <a:gd name="connsiteY9" fmla="*/ 1963042 h 2011399"/>
              <a:gd name="connsiteX10" fmla="*/ 664008 w 2009701"/>
              <a:gd name="connsiteY10" fmla="*/ 1952594 h 2011399"/>
              <a:gd name="connsiteX11" fmla="*/ 894633 w 2009701"/>
              <a:gd name="connsiteY11" fmla="*/ 1900511 h 2011399"/>
              <a:gd name="connsiteX12" fmla="*/ 1210881 w 2009701"/>
              <a:gd name="connsiteY12" fmla="*/ 2011037 h 2011399"/>
              <a:gd name="connsiteX13" fmla="*/ 1537015 w 2009701"/>
              <a:gd name="connsiteY13" fmla="*/ 1856096 h 2011399"/>
              <a:gd name="connsiteX14" fmla="*/ 2009701 w 2009701"/>
              <a:gd name="connsiteY14" fmla="*/ 1612373 h 201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09701" h="2011399">
                <a:moveTo>
                  <a:pt x="1363805" y="0"/>
                </a:moveTo>
                <a:cubicBezTo>
                  <a:pt x="1176829" y="144210"/>
                  <a:pt x="1086676" y="263488"/>
                  <a:pt x="1017958" y="373239"/>
                </a:cubicBezTo>
                <a:cubicBezTo>
                  <a:pt x="949240" y="482990"/>
                  <a:pt x="961206" y="548786"/>
                  <a:pt x="951495" y="658507"/>
                </a:cubicBezTo>
                <a:cubicBezTo>
                  <a:pt x="944119" y="741191"/>
                  <a:pt x="945239" y="824290"/>
                  <a:pt x="937769" y="906892"/>
                </a:cubicBezTo>
                <a:cubicBezTo>
                  <a:pt x="912031" y="1046122"/>
                  <a:pt x="799767" y="1303472"/>
                  <a:pt x="703069" y="1389716"/>
                </a:cubicBezTo>
                <a:cubicBezTo>
                  <a:pt x="606371" y="1475960"/>
                  <a:pt x="474464" y="1443043"/>
                  <a:pt x="357581" y="1424358"/>
                </a:cubicBezTo>
                <a:cubicBezTo>
                  <a:pt x="240698" y="1405673"/>
                  <a:pt x="153054" y="1398346"/>
                  <a:pt x="93508" y="1434602"/>
                </a:cubicBezTo>
                <a:cubicBezTo>
                  <a:pt x="33962" y="1470858"/>
                  <a:pt x="4670" y="1571631"/>
                  <a:pt x="302" y="1641893"/>
                </a:cubicBezTo>
                <a:cubicBezTo>
                  <a:pt x="-4066" y="1712155"/>
                  <a:pt x="39803" y="1833878"/>
                  <a:pt x="67300" y="1856175"/>
                </a:cubicBezTo>
                <a:cubicBezTo>
                  <a:pt x="134247" y="1920448"/>
                  <a:pt x="224421" y="1954749"/>
                  <a:pt x="323955" y="1963042"/>
                </a:cubicBezTo>
                <a:cubicBezTo>
                  <a:pt x="437586" y="1972497"/>
                  <a:pt x="551684" y="1970424"/>
                  <a:pt x="664008" y="1952594"/>
                </a:cubicBezTo>
                <a:cubicBezTo>
                  <a:pt x="742159" y="1940237"/>
                  <a:pt x="803488" y="1890771"/>
                  <a:pt x="894633" y="1900511"/>
                </a:cubicBezTo>
                <a:cubicBezTo>
                  <a:pt x="985778" y="1910251"/>
                  <a:pt x="1103817" y="2018440"/>
                  <a:pt x="1210881" y="2011037"/>
                </a:cubicBezTo>
                <a:cubicBezTo>
                  <a:pt x="1317945" y="2003635"/>
                  <a:pt x="1353751" y="1949718"/>
                  <a:pt x="1537015" y="1856096"/>
                </a:cubicBezTo>
                <a:cubicBezTo>
                  <a:pt x="1720279" y="1762474"/>
                  <a:pt x="1863490" y="1732147"/>
                  <a:pt x="2009701" y="1612373"/>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1" name="Freeform: Shape 40">
            <a:extLst>
              <a:ext uri="{FF2B5EF4-FFF2-40B4-BE49-F238E27FC236}">
                <a16:creationId xmlns:a16="http://schemas.microsoft.com/office/drawing/2014/main" id="{25C931D9-0094-3AC1-369C-B47C175CC228}"/>
              </a:ext>
            </a:extLst>
          </p:cNvPr>
          <p:cNvSpPr/>
          <p:nvPr userDrawn="1"/>
        </p:nvSpPr>
        <p:spPr>
          <a:xfrm rot="12451108" flipH="1" flipV="1">
            <a:off x="11038001" y="1306525"/>
            <a:ext cx="1444746" cy="1915379"/>
          </a:xfrm>
          <a:custGeom>
            <a:avLst/>
            <a:gdLst>
              <a:gd name="connsiteX0" fmla="*/ 124479 w 1297996"/>
              <a:gd name="connsiteY0" fmla="*/ 1705827 h 1811140"/>
              <a:gd name="connsiteX1" fmla="*/ 436894 w 1297996"/>
              <a:gd name="connsiteY1" fmla="*/ 1810903 h 1811140"/>
              <a:gd name="connsiteX2" fmla="*/ 832316 w 1297996"/>
              <a:gd name="connsiteY2" fmla="*/ 1659550 h 1811140"/>
              <a:gd name="connsiteX3" fmla="*/ 1064528 w 1297996"/>
              <a:gd name="connsiteY3" fmla="*/ 1453213 h 1811140"/>
              <a:gd name="connsiteX4" fmla="*/ 1191138 w 1297996"/>
              <a:gd name="connsiteY4" fmla="*/ 1293151 h 1811140"/>
              <a:gd name="connsiteX5" fmla="*/ 1295245 w 1297996"/>
              <a:gd name="connsiteY5" fmla="*/ 955532 h 1811140"/>
              <a:gd name="connsiteX6" fmla="*/ 1295934 w 1297996"/>
              <a:gd name="connsiteY6" fmla="*/ 811539 h 1811140"/>
              <a:gd name="connsiteX7" fmla="*/ 1291666 w 1297996"/>
              <a:gd name="connsiteY7" fmla="*/ 770086 h 1811140"/>
              <a:gd name="connsiteX8" fmla="*/ 557993 w 1297996"/>
              <a:gd name="connsiteY8" fmla="*/ 0 h 1811140"/>
              <a:gd name="connsiteX9" fmla="*/ 520729 w 1297996"/>
              <a:gd name="connsiteY9" fmla="*/ 21353 h 1811140"/>
              <a:gd name="connsiteX10" fmla="*/ 366401 w 1297996"/>
              <a:gd name="connsiteY10" fmla="*/ 140300 h 1811140"/>
              <a:gd name="connsiteX11" fmla="*/ 191892 w 1297996"/>
              <a:gd name="connsiteY11" fmla="*/ 360405 h 1811140"/>
              <a:gd name="connsiteX12" fmla="*/ 95908 w 1297996"/>
              <a:gd name="connsiteY12" fmla="*/ 710547 h 1811140"/>
              <a:gd name="connsiteX13" fmla="*/ 95908 w 1297996"/>
              <a:gd name="connsiteY13" fmla="*/ 954288 h 1811140"/>
              <a:gd name="connsiteX14" fmla="*/ 14209 w 1297996"/>
              <a:gd name="connsiteY14" fmla="*/ 1296552 h 1811140"/>
              <a:gd name="connsiteX15" fmla="*/ 670 w 1297996"/>
              <a:gd name="connsiteY15" fmla="*/ 1440689 h 1811140"/>
              <a:gd name="connsiteX16" fmla="*/ 124479 w 1297996"/>
              <a:gd name="connsiteY16" fmla="*/ 1705827 h 1811140"/>
              <a:gd name="connsiteX0" fmla="*/ 1291666 w 1383106"/>
              <a:gd name="connsiteY0" fmla="*/ 770086 h 1811140"/>
              <a:gd name="connsiteX1" fmla="*/ 557993 w 1383106"/>
              <a:gd name="connsiteY1" fmla="*/ 0 h 1811140"/>
              <a:gd name="connsiteX2" fmla="*/ 520729 w 1383106"/>
              <a:gd name="connsiteY2" fmla="*/ 21353 h 1811140"/>
              <a:gd name="connsiteX3" fmla="*/ 366401 w 1383106"/>
              <a:gd name="connsiteY3" fmla="*/ 140300 h 1811140"/>
              <a:gd name="connsiteX4" fmla="*/ 191892 w 1383106"/>
              <a:gd name="connsiteY4" fmla="*/ 360405 h 1811140"/>
              <a:gd name="connsiteX5" fmla="*/ 95908 w 1383106"/>
              <a:gd name="connsiteY5" fmla="*/ 710547 h 1811140"/>
              <a:gd name="connsiteX6" fmla="*/ 95908 w 1383106"/>
              <a:gd name="connsiteY6" fmla="*/ 954288 h 1811140"/>
              <a:gd name="connsiteX7" fmla="*/ 14209 w 1383106"/>
              <a:gd name="connsiteY7" fmla="*/ 1296552 h 1811140"/>
              <a:gd name="connsiteX8" fmla="*/ 670 w 1383106"/>
              <a:gd name="connsiteY8" fmla="*/ 1440689 h 1811140"/>
              <a:gd name="connsiteX9" fmla="*/ 124479 w 1383106"/>
              <a:gd name="connsiteY9" fmla="*/ 1705827 h 1811140"/>
              <a:gd name="connsiteX10" fmla="*/ 436894 w 1383106"/>
              <a:gd name="connsiteY10" fmla="*/ 1810903 h 1811140"/>
              <a:gd name="connsiteX11" fmla="*/ 832316 w 1383106"/>
              <a:gd name="connsiteY11" fmla="*/ 1659550 h 1811140"/>
              <a:gd name="connsiteX12" fmla="*/ 1064528 w 1383106"/>
              <a:gd name="connsiteY12" fmla="*/ 1453213 h 1811140"/>
              <a:gd name="connsiteX13" fmla="*/ 1191138 w 1383106"/>
              <a:gd name="connsiteY13" fmla="*/ 1293151 h 1811140"/>
              <a:gd name="connsiteX14" fmla="*/ 1295245 w 1383106"/>
              <a:gd name="connsiteY14" fmla="*/ 955532 h 1811140"/>
              <a:gd name="connsiteX15" fmla="*/ 1295934 w 1383106"/>
              <a:gd name="connsiteY15" fmla="*/ 811539 h 1811140"/>
              <a:gd name="connsiteX16" fmla="*/ 1383106 w 1383106"/>
              <a:gd name="connsiteY16" fmla="*/ 861526 h 1811140"/>
              <a:gd name="connsiteX0" fmla="*/ 1291666 w 1297996"/>
              <a:gd name="connsiteY0" fmla="*/ 770086 h 1811140"/>
              <a:gd name="connsiteX1" fmla="*/ 557993 w 1297996"/>
              <a:gd name="connsiteY1" fmla="*/ 0 h 1811140"/>
              <a:gd name="connsiteX2" fmla="*/ 520729 w 1297996"/>
              <a:gd name="connsiteY2" fmla="*/ 21353 h 1811140"/>
              <a:gd name="connsiteX3" fmla="*/ 366401 w 1297996"/>
              <a:gd name="connsiteY3" fmla="*/ 140300 h 1811140"/>
              <a:gd name="connsiteX4" fmla="*/ 191892 w 1297996"/>
              <a:gd name="connsiteY4" fmla="*/ 360405 h 1811140"/>
              <a:gd name="connsiteX5" fmla="*/ 95908 w 1297996"/>
              <a:gd name="connsiteY5" fmla="*/ 710547 h 1811140"/>
              <a:gd name="connsiteX6" fmla="*/ 95908 w 1297996"/>
              <a:gd name="connsiteY6" fmla="*/ 954288 h 1811140"/>
              <a:gd name="connsiteX7" fmla="*/ 14209 w 1297996"/>
              <a:gd name="connsiteY7" fmla="*/ 1296552 h 1811140"/>
              <a:gd name="connsiteX8" fmla="*/ 670 w 1297996"/>
              <a:gd name="connsiteY8" fmla="*/ 1440689 h 1811140"/>
              <a:gd name="connsiteX9" fmla="*/ 124479 w 1297996"/>
              <a:gd name="connsiteY9" fmla="*/ 1705827 h 1811140"/>
              <a:gd name="connsiteX10" fmla="*/ 436894 w 1297996"/>
              <a:gd name="connsiteY10" fmla="*/ 1810903 h 1811140"/>
              <a:gd name="connsiteX11" fmla="*/ 832316 w 1297996"/>
              <a:gd name="connsiteY11" fmla="*/ 1659550 h 1811140"/>
              <a:gd name="connsiteX12" fmla="*/ 1064528 w 1297996"/>
              <a:gd name="connsiteY12" fmla="*/ 1453213 h 1811140"/>
              <a:gd name="connsiteX13" fmla="*/ 1191138 w 1297996"/>
              <a:gd name="connsiteY13" fmla="*/ 1293151 h 1811140"/>
              <a:gd name="connsiteX14" fmla="*/ 1295245 w 1297996"/>
              <a:gd name="connsiteY14" fmla="*/ 955532 h 1811140"/>
              <a:gd name="connsiteX15" fmla="*/ 1295934 w 1297996"/>
              <a:gd name="connsiteY15" fmla="*/ 811539 h 1811140"/>
              <a:gd name="connsiteX0" fmla="*/ 557993 w 1297996"/>
              <a:gd name="connsiteY0" fmla="*/ 0 h 1811140"/>
              <a:gd name="connsiteX1" fmla="*/ 520729 w 1297996"/>
              <a:gd name="connsiteY1" fmla="*/ 21353 h 1811140"/>
              <a:gd name="connsiteX2" fmla="*/ 366401 w 1297996"/>
              <a:gd name="connsiteY2" fmla="*/ 140300 h 1811140"/>
              <a:gd name="connsiteX3" fmla="*/ 191892 w 1297996"/>
              <a:gd name="connsiteY3" fmla="*/ 360405 h 1811140"/>
              <a:gd name="connsiteX4" fmla="*/ 95908 w 1297996"/>
              <a:gd name="connsiteY4" fmla="*/ 710547 h 1811140"/>
              <a:gd name="connsiteX5" fmla="*/ 95908 w 1297996"/>
              <a:gd name="connsiteY5" fmla="*/ 954288 h 1811140"/>
              <a:gd name="connsiteX6" fmla="*/ 14209 w 1297996"/>
              <a:gd name="connsiteY6" fmla="*/ 1296552 h 1811140"/>
              <a:gd name="connsiteX7" fmla="*/ 670 w 1297996"/>
              <a:gd name="connsiteY7" fmla="*/ 1440689 h 1811140"/>
              <a:gd name="connsiteX8" fmla="*/ 124479 w 1297996"/>
              <a:gd name="connsiteY8" fmla="*/ 1705827 h 1811140"/>
              <a:gd name="connsiteX9" fmla="*/ 436894 w 1297996"/>
              <a:gd name="connsiteY9" fmla="*/ 1810903 h 1811140"/>
              <a:gd name="connsiteX10" fmla="*/ 832316 w 1297996"/>
              <a:gd name="connsiteY10" fmla="*/ 1659550 h 1811140"/>
              <a:gd name="connsiteX11" fmla="*/ 1064528 w 1297996"/>
              <a:gd name="connsiteY11" fmla="*/ 1453213 h 1811140"/>
              <a:gd name="connsiteX12" fmla="*/ 1191138 w 1297996"/>
              <a:gd name="connsiteY12" fmla="*/ 1293151 h 1811140"/>
              <a:gd name="connsiteX13" fmla="*/ 1295245 w 1297996"/>
              <a:gd name="connsiteY13" fmla="*/ 955532 h 1811140"/>
              <a:gd name="connsiteX14" fmla="*/ 1295934 w 1297996"/>
              <a:gd name="connsiteY14" fmla="*/ 811539 h 1811140"/>
              <a:gd name="connsiteX0" fmla="*/ 594502 w 1334505"/>
              <a:gd name="connsiteY0" fmla="*/ 0 h 1826638"/>
              <a:gd name="connsiteX1" fmla="*/ 557238 w 1334505"/>
              <a:gd name="connsiteY1" fmla="*/ 21353 h 1826638"/>
              <a:gd name="connsiteX2" fmla="*/ 402910 w 1334505"/>
              <a:gd name="connsiteY2" fmla="*/ 140300 h 1826638"/>
              <a:gd name="connsiteX3" fmla="*/ 228401 w 1334505"/>
              <a:gd name="connsiteY3" fmla="*/ 360405 h 1826638"/>
              <a:gd name="connsiteX4" fmla="*/ 132417 w 1334505"/>
              <a:gd name="connsiteY4" fmla="*/ 710547 h 1826638"/>
              <a:gd name="connsiteX5" fmla="*/ 132417 w 1334505"/>
              <a:gd name="connsiteY5" fmla="*/ 954288 h 1826638"/>
              <a:gd name="connsiteX6" fmla="*/ 50718 w 1334505"/>
              <a:gd name="connsiteY6" fmla="*/ 1296552 h 1826638"/>
              <a:gd name="connsiteX7" fmla="*/ 37179 w 1334505"/>
              <a:gd name="connsiteY7" fmla="*/ 1440689 h 1826638"/>
              <a:gd name="connsiteX8" fmla="*/ 32299 w 1334505"/>
              <a:gd name="connsiteY8" fmla="*/ 1771917 h 1826638"/>
              <a:gd name="connsiteX9" fmla="*/ 473403 w 1334505"/>
              <a:gd name="connsiteY9" fmla="*/ 1810903 h 1826638"/>
              <a:gd name="connsiteX10" fmla="*/ 868825 w 1334505"/>
              <a:gd name="connsiteY10" fmla="*/ 1659550 h 1826638"/>
              <a:gd name="connsiteX11" fmla="*/ 1101037 w 1334505"/>
              <a:gd name="connsiteY11" fmla="*/ 1453213 h 1826638"/>
              <a:gd name="connsiteX12" fmla="*/ 1227647 w 1334505"/>
              <a:gd name="connsiteY12" fmla="*/ 1293151 h 1826638"/>
              <a:gd name="connsiteX13" fmla="*/ 1331754 w 1334505"/>
              <a:gd name="connsiteY13" fmla="*/ 955532 h 1826638"/>
              <a:gd name="connsiteX14" fmla="*/ 1332443 w 1334505"/>
              <a:gd name="connsiteY14" fmla="*/ 811539 h 1826638"/>
              <a:gd name="connsiteX0" fmla="*/ 721624 w 1461627"/>
              <a:gd name="connsiteY0" fmla="*/ 0 h 1858484"/>
              <a:gd name="connsiteX1" fmla="*/ 684360 w 1461627"/>
              <a:gd name="connsiteY1" fmla="*/ 21353 h 1858484"/>
              <a:gd name="connsiteX2" fmla="*/ 530032 w 1461627"/>
              <a:gd name="connsiteY2" fmla="*/ 140300 h 1858484"/>
              <a:gd name="connsiteX3" fmla="*/ 355523 w 1461627"/>
              <a:gd name="connsiteY3" fmla="*/ 360405 h 1858484"/>
              <a:gd name="connsiteX4" fmla="*/ 259539 w 1461627"/>
              <a:gd name="connsiteY4" fmla="*/ 710547 h 1858484"/>
              <a:gd name="connsiteX5" fmla="*/ 259539 w 1461627"/>
              <a:gd name="connsiteY5" fmla="*/ 954288 h 1858484"/>
              <a:gd name="connsiteX6" fmla="*/ 177840 w 1461627"/>
              <a:gd name="connsiteY6" fmla="*/ 1296552 h 1858484"/>
              <a:gd name="connsiteX7" fmla="*/ 164301 w 1461627"/>
              <a:gd name="connsiteY7" fmla="*/ 1440689 h 1858484"/>
              <a:gd name="connsiteX8" fmla="*/ 16006 w 1461627"/>
              <a:gd name="connsiteY8" fmla="*/ 1822552 h 1858484"/>
              <a:gd name="connsiteX9" fmla="*/ 600525 w 1461627"/>
              <a:gd name="connsiteY9" fmla="*/ 1810903 h 1858484"/>
              <a:gd name="connsiteX10" fmla="*/ 995947 w 1461627"/>
              <a:gd name="connsiteY10" fmla="*/ 1659550 h 1858484"/>
              <a:gd name="connsiteX11" fmla="*/ 1228159 w 1461627"/>
              <a:gd name="connsiteY11" fmla="*/ 1453213 h 1858484"/>
              <a:gd name="connsiteX12" fmla="*/ 1354769 w 1461627"/>
              <a:gd name="connsiteY12" fmla="*/ 1293151 h 1858484"/>
              <a:gd name="connsiteX13" fmla="*/ 1458876 w 1461627"/>
              <a:gd name="connsiteY13" fmla="*/ 955532 h 1858484"/>
              <a:gd name="connsiteX14" fmla="*/ 1459565 w 1461627"/>
              <a:gd name="connsiteY14" fmla="*/ 811539 h 1858484"/>
              <a:gd name="connsiteX0" fmla="*/ 723580 w 1463583"/>
              <a:gd name="connsiteY0" fmla="*/ 0 h 1858484"/>
              <a:gd name="connsiteX1" fmla="*/ 686316 w 1463583"/>
              <a:gd name="connsiteY1" fmla="*/ 21353 h 1858484"/>
              <a:gd name="connsiteX2" fmla="*/ 531988 w 1463583"/>
              <a:gd name="connsiteY2" fmla="*/ 140300 h 1858484"/>
              <a:gd name="connsiteX3" fmla="*/ 357479 w 1463583"/>
              <a:gd name="connsiteY3" fmla="*/ 360405 h 1858484"/>
              <a:gd name="connsiteX4" fmla="*/ 261495 w 1463583"/>
              <a:gd name="connsiteY4" fmla="*/ 710547 h 1858484"/>
              <a:gd name="connsiteX5" fmla="*/ 261495 w 1463583"/>
              <a:gd name="connsiteY5" fmla="*/ 954288 h 1858484"/>
              <a:gd name="connsiteX6" fmla="*/ 179796 w 1463583"/>
              <a:gd name="connsiteY6" fmla="*/ 1296552 h 1858484"/>
              <a:gd name="connsiteX7" fmla="*/ 135344 w 1463583"/>
              <a:gd name="connsiteY7" fmla="*/ 1470140 h 1858484"/>
              <a:gd name="connsiteX8" fmla="*/ 17962 w 1463583"/>
              <a:gd name="connsiteY8" fmla="*/ 1822552 h 1858484"/>
              <a:gd name="connsiteX9" fmla="*/ 602481 w 1463583"/>
              <a:gd name="connsiteY9" fmla="*/ 1810903 h 1858484"/>
              <a:gd name="connsiteX10" fmla="*/ 997903 w 1463583"/>
              <a:gd name="connsiteY10" fmla="*/ 1659550 h 1858484"/>
              <a:gd name="connsiteX11" fmla="*/ 1230115 w 1463583"/>
              <a:gd name="connsiteY11" fmla="*/ 1453213 h 1858484"/>
              <a:gd name="connsiteX12" fmla="*/ 1356725 w 1463583"/>
              <a:gd name="connsiteY12" fmla="*/ 1293151 h 1858484"/>
              <a:gd name="connsiteX13" fmla="*/ 1460832 w 1463583"/>
              <a:gd name="connsiteY13" fmla="*/ 955532 h 1858484"/>
              <a:gd name="connsiteX14" fmla="*/ 1461521 w 1463583"/>
              <a:gd name="connsiteY14" fmla="*/ 811539 h 1858484"/>
              <a:gd name="connsiteX0" fmla="*/ 728640 w 1468643"/>
              <a:gd name="connsiteY0" fmla="*/ 0 h 1858484"/>
              <a:gd name="connsiteX1" fmla="*/ 691376 w 1468643"/>
              <a:gd name="connsiteY1" fmla="*/ 21353 h 1858484"/>
              <a:gd name="connsiteX2" fmla="*/ 537048 w 1468643"/>
              <a:gd name="connsiteY2" fmla="*/ 140300 h 1858484"/>
              <a:gd name="connsiteX3" fmla="*/ 362539 w 1468643"/>
              <a:gd name="connsiteY3" fmla="*/ 360405 h 1858484"/>
              <a:gd name="connsiteX4" fmla="*/ 266555 w 1468643"/>
              <a:gd name="connsiteY4" fmla="*/ 710547 h 1858484"/>
              <a:gd name="connsiteX5" fmla="*/ 266555 w 1468643"/>
              <a:gd name="connsiteY5" fmla="*/ 954288 h 1858484"/>
              <a:gd name="connsiteX6" fmla="*/ 184856 w 1468643"/>
              <a:gd name="connsiteY6" fmla="*/ 1296552 h 1858484"/>
              <a:gd name="connsiteX7" fmla="*/ 140404 w 1468643"/>
              <a:gd name="connsiteY7" fmla="*/ 1470140 h 1858484"/>
              <a:gd name="connsiteX8" fmla="*/ 23022 w 1468643"/>
              <a:gd name="connsiteY8" fmla="*/ 1822552 h 1858484"/>
              <a:gd name="connsiteX9" fmla="*/ 607541 w 1468643"/>
              <a:gd name="connsiteY9" fmla="*/ 1810903 h 1858484"/>
              <a:gd name="connsiteX10" fmla="*/ 1002963 w 1468643"/>
              <a:gd name="connsiteY10" fmla="*/ 1659550 h 1858484"/>
              <a:gd name="connsiteX11" fmla="*/ 1235175 w 1468643"/>
              <a:gd name="connsiteY11" fmla="*/ 1453213 h 1858484"/>
              <a:gd name="connsiteX12" fmla="*/ 1361785 w 1468643"/>
              <a:gd name="connsiteY12" fmla="*/ 1293151 h 1858484"/>
              <a:gd name="connsiteX13" fmla="*/ 1465892 w 1468643"/>
              <a:gd name="connsiteY13" fmla="*/ 955532 h 1858484"/>
              <a:gd name="connsiteX14" fmla="*/ 1466581 w 1468643"/>
              <a:gd name="connsiteY14" fmla="*/ 811539 h 1858484"/>
              <a:gd name="connsiteX0" fmla="*/ 728640 w 1468643"/>
              <a:gd name="connsiteY0" fmla="*/ 0 h 1858484"/>
              <a:gd name="connsiteX1" fmla="*/ 691376 w 1468643"/>
              <a:gd name="connsiteY1" fmla="*/ 21353 h 1858484"/>
              <a:gd name="connsiteX2" fmla="*/ 537048 w 1468643"/>
              <a:gd name="connsiteY2" fmla="*/ 140300 h 1858484"/>
              <a:gd name="connsiteX3" fmla="*/ 362539 w 1468643"/>
              <a:gd name="connsiteY3" fmla="*/ 360405 h 1858484"/>
              <a:gd name="connsiteX4" fmla="*/ 266555 w 1468643"/>
              <a:gd name="connsiteY4" fmla="*/ 710547 h 1858484"/>
              <a:gd name="connsiteX5" fmla="*/ 266555 w 1468643"/>
              <a:gd name="connsiteY5" fmla="*/ 954288 h 1858484"/>
              <a:gd name="connsiteX6" fmla="*/ 184856 w 1468643"/>
              <a:gd name="connsiteY6" fmla="*/ 1296552 h 1858484"/>
              <a:gd name="connsiteX7" fmla="*/ 140404 w 1468643"/>
              <a:gd name="connsiteY7" fmla="*/ 1470140 h 1858484"/>
              <a:gd name="connsiteX8" fmla="*/ 23022 w 1468643"/>
              <a:gd name="connsiteY8" fmla="*/ 1822552 h 1858484"/>
              <a:gd name="connsiteX9" fmla="*/ 607541 w 1468643"/>
              <a:gd name="connsiteY9" fmla="*/ 1810903 h 1858484"/>
              <a:gd name="connsiteX10" fmla="*/ 1002963 w 1468643"/>
              <a:gd name="connsiteY10" fmla="*/ 1659550 h 1858484"/>
              <a:gd name="connsiteX11" fmla="*/ 1235175 w 1468643"/>
              <a:gd name="connsiteY11" fmla="*/ 1453213 h 1858484"/>
              <a:gd name="connsiteX12" fmla="*/ 1361785 w 1468643"/>
              <a:gd name="connsiteY12" fmla="*/ 1293151 h 1858484"/>
              <a:gd name="connsiteX13" fmla="*/ 1465892 w 1468643"/>
              <a:gd name="connsiteY13" fmla="*/ 955532 h 1858484"/>
              <a:gd name="connsiteX14" fmla="*/ 1466581 w 1468643"/>
              <a:gd name="connsiteY14" fmla="*/ 811539 h 1858484"/>
              <a:gd name="connsiteX0" fmla="*/ 749719 w 1489722"/>
              <a:gd name="connsiteY0" fmla="*/ 0 h 1858484"/>
              <a:gd name="connsiteX1" fmla="*/ 712455 w 1489722"/>
              <a:gd name="connsiteY1" fmla="*/ 21353 h 1858484"/>
              <a:gd name="connsiteX2" fmla="*/ 558127 w 1489722"/>
              <a:gd name="connsiteY2" fmla="*/ 140300 h 1858484"/>
              <a:gd name="connsiteX3" fmla="*/ 383618 w 1489722"/>
              <a:gd name="connsiteY3" fmla="*/ 360405 h 1858484"/>
              <a:gd name="connsiteX4" fmla="*/ 287634 w 1489722"/>
              <a:gd name="connsiteY4" fmla="*/ 710547 h 1858484"/>
              <a:gd name="connsiteX5" fmla="*/ 287634 w 1489722"/>
              <a:gd name="connsiteY5" fmla="*/ 954288 h 1858484"/>
              <a:gd name="connsiteX6" fmla="*/ 205935 w 1489722"/>
              <a:gd name="connsiteY6" fmla="*/ 1296552 h 1858484"/>
              <a:gd name="connsiteX7" fmla="*/ 161483 w 1489722"/>
              <a:gd name="connsiteY7" fmla="*/ 1470140 h 1858484"/>
              <a:gd name="connsiteX8" fmla="*/ 44101 w 1489722"/>
              <a:gd name="connsiteY8" fmla="*/ 1822552 h 1858484"/>
              <a:gd name="connsiteX9" fmla="*/ 628620 w 1489722"/>
              <a:gd name="connsiteY9" fmla="*/ 1810903 h 1858484"/>
              <a:gd name="connsiteX10" fmla="*/ 1024042 w 1489722"/>
              <a:gd name="connsiteY10" fmla="*/ 1659550 h 1858484"/>
              <a:gd name="connsiteX11" fmla="*/ 1256254 w 1489722"/>
              <a:gd name="connsiteY11" fmla="*/ 1453213 h 1858484"/>
              <a:gd name="connsiteX12" fmla="*/ 1382864 w 1489722"/>
              <a:gd name="connsiteY12" fmla="*/ 1293151 h 1858484"/>
              <a:gd name="connsiteX13" fmla="*/ 1486971 w 1489722"/>
              <a:gd name="connsiteY13" fmla="*/ 955532 h 1858484"/>
              <a:gd name="connsiteX14" fmla="*/ 1487660 w 1489722"/>
              <a:gd name="connsiteY14" fmla="*/ 811539 h 1858484"/>
              <a:gd name="connsiteX0" fmla="*/ 749719 w 1489722"/>
              <a:gd name="connsiteY0" fmla="*/ 0 h 1858484"/>
              <a:gd name="connsiteX1" fmla="*/ 712455 w 1489722"/>
              <a:gd name="connsiteY1" fmla="*/ 21353 h 1858484"/>
              <a:gd name="connsiteX2" fmla="*/ 558127 w 1489722"/>
              <a:gd name="connsiteY2" fmla="*/ 140300 h 1858484"/>
              <a:gd name="connsiteX3" fmla="*/ 383618 w 1489722"/>
              <a:gd name="connsiteY3" fmla="*/ 360405 h 1858484"/>
              <a:gd name="connsiteX4" fmla="*/ 287634 w 1489722"/>
              <a:gd name="connsiteY4" fmla="*/ 710547 h 1858484"/>
              <a:gd name="connsiteX5" fmla="*/ 287634 w 1489722"/>
              <a:gd name="connsiteY5" fmla="*/ 954288 h 1858484"/>
              <a:gd name="connsiteX6" fmla="*/ 249180 w 1489722"/>
              <a:gd name="connsiteY6" fmla="*/ 1277466 h 1858484"/>
              <a:gd name="connsiteX7" fmla="*/ 161483 w 1489722"/>
              <a:gd name="connsiteY7" fmla="*/ 1470140 h 1858484"/>
              <a:gd name="connsiteX8" fmla="*/ 44101 w 1489722"/>
              <a:gd name="connsiteY8" fmla="*/ 1822552 h 1858484"/>
              <a:gd name="connsiteX9" fmla="*/ 628620 w 1489722"/>
              <a:gd name="connsiteY9" fmla="*/ 1810903 h 1858484"/>
              <a:gd name="connsiteX10" fmla="*/ 1024042 w 1489722"/>
              <a:gd name="connsiteY10" fmla="*/ 1659550 h 1858484"/>
              <a:gd name="connsiteX11" fmla="*/ 1256254 w 1489722"/>
              <a:gd name="connsiteY11" fmla="*/ 1453213 h 1858484"/>
              <a:gd name="connsiteX12" fmla="*/ 1382864 w 1489722"/>
              <a:gd name="connsiteY12" fmla="*/ 1293151 h 1858484"/>
              <a:gd name="connsiteX13" fmla="*/ 1486971 w 1489722"/>
              <a:gd name="connsiteY13" fmla="*/ 955532 h 1858484"/>
              <a:gd name="connsiteX14" fmla="*/ 1487660 w 1489722"/>
              <a:gd name="connsiteY14" fmla="*/ 811539 h 1858484"/>
              <a:gd name="connsiteX0" fmla="*/ 712455 w 1489722"/>
              <a:gd name="connsiteY0" fmla="*/ 0 h 1837131"/>
              <a:gd name="connsiteX1" fmla="*/ 558127 w 1489722"/>
              <a:gd name="connsiteY1" fmla="*/ 118947 h 1837131"/>
              <a:gd name="connsiteX2" fmla="*/ 383618 w 1489722"/>
              <a:gd name="connsiteY2" fmla="*/ 339052 h 1837131"/>
              <a:gd name="connsiteX3" fmla="*/ 287634 w 1489722"/>
              <a:gd name="connsiteY3" fmla="*/ 689194 h 1837131"/>
              <a:gd name="connsiteX4" fmla="*/ 287634 w 1489722"/>
              <a:gd name="connsiteY4" fmla="*/ 932935 h 1837131"/>
              <a:gd name="connsiteX5" fmla="*/ 249180 w 1489722"/>
              <a:gd name="connsiteY5" fmla="*/ 1256113 h 1837131"/>
              <a:gd name="connsiteX6" fmla="*/ 161483 w 1489722"/>
              <a:gd name="connsiteY6" fmla="*/ 1448787 h 1837131"/>
              <a:gd name="connsiteX7" fmla="*/ 44101 w 1489722"/>
              <a:gd name="connsiteY7" fmla="*/ 1801199 h 1837131"/>
              <a:gd name="connsiteX8" fmla="*/ 628620 w 1489722"/>
              <a:gd name="connsiteY8" fmla="*/ 1789550 h 1837131"/>
              <a:gd name="connsiteX9" fmla="*/ 1024042 w 1489722"/>
              <a:gd name="connsiteY9" fmla="*/ 1638197 h 1837131"/>
              <a:gd name="connsiteX10" fmla="*/ 1256254 w 1489722"/>
              <a:gd name="connsiteY10" fmla="*/ 1431860 h 1837131"/>
              <a:gd name="connsiteX11" fmla="*/ 1382864 w 1489722"/>
              <a:gd name="connsiteY11" fmla="*/ 1271798 h 1837131"/>
              <a:gd name="connsiteX12" fmla="*/ 1486971 w 1489722"/>
              <a:gd name="connsiteY12" fmla="*/ 934179 h 1837131"/>
              <a:gd name="connsiteX13" fmla="*/ 1487660 w 1489722"/>
              <a:gd name="connsiteY13" fmla="*/ 790186 h 1837131"/>
              <a:gd name="connsiteX0" fmla="*/ 558127 w 1489722"/>
              <a:gd name="connsiteY0" fmla="*/ 0 h 1718184"/>
              <a:gd name="connsiteX1" fmla="*/ 383618 w 1489722"/>
              <a:gd name="connsiteY1" fmla="*/ 220105 h 1718184"/>
              <a:gd name="connsiteX2" fmla="*/ 287634 w 1489722"/>
              <a:gd name="connsiteY2" fmla="*/ 570247 h 1718184"/>
              <a:gd name="connsiteX3" fmla="*/ 287634 w 1489722"/>
              <a:gd name="connsiteY3" fmla="*/ 813988 h 1718184"/>
              <a:gd name="connsiteX4" fmla="*/ 249180 w 1489722"/>
              <a:gd name="connsiteY4" fmla="*/ 1137166 h 1718184"/>
              <a:gd name="connsiteX5" fmla="*/ 161483 w 1489722"/>
              <a:gd name="connsiteY5" fmla="*/ 1329840 h 1718184"/>
              <a:gd name="connsiteX6" fmla="*/ 44101 w 1489722"/>
              <a:gd name="connsiteY6" fmla="*/ 1682252 h 1718184"/>
              <a:gd name="connsiteX7" fmla="*/ 628620 w 1489722"/>
              <a:gd name="connsiteY7" fmla="*/ 1670603 h 1718184"/>
              <a:gd name="connsiteX8" fmla="*/ 1024042 w 1489722"/>
              <a:gd name="connsiteY8" fmla="*/ 1519250 h 1718184"/>
              <a:gd name="connsiteX9" fmla="*/ 1256254 w 1489722"/>
              <a:gd name="connsiteY9" fmla="*/ 1312913 h 1718184"/>
              <a:gd name="connsiteX10" fmla="*/ 1382864 w 1489722"/>
              <a:gd name="connsiteY10" fmla="*/ 1152851 h 1718184"/>
              <a:gd name="connsiteX11" fmla="*/ 1486971 w 1489722"/>
              <a:gd name="connsiteY11" fmla="*/ 815232 h 1718184"/>
              <a:gd name="connsiteX12" fmla="*/ 1487660 w 1489722"/>
              <a:gd name="connsiteY12" fmla="*/ 671239 h 1718184"/>
              <a:gd name="connsiteX0" fmla="*/ 558127 w 1486971"/>
              <a:gd name="connsiteY0" fmla="*/ 0 h 1718184"/>
              <a:gd name="connsiteX1" fmla="*/ 383618 w 1486971"/>
              <a:gd name="connsiteY1" fmla="*/ 220105 h 1718184"/>
              <a:gd name="connsiteX2" fmla="*/ 287634 w 1486971"/>
              <a:gd name="connsiteY2" fmla="*/ 570247 h 1718184"/>
              <a:gd name="connsiteX3" fmla="*/ 287634 w 1486971"/>
              <a:gd name="connsiteY3" fmla="*/ 813988 h 1718184"/>
              <a:gd name="connsiteX4" fmla="*/ 249180 w 1486971"/>
              <a:gd name="connsiteY4" fmla="*/ 1137166 h 1718184"/>
              <a:gd name="connsiteX5" fmla="*/ 161483 w 1486971"/>
              <a:gd name="connsiteY5" fmla="*/ 1329840 h 1718184"/>
              <a:gd name="connsiteX6" fmla="*/ 44101 w 1486971"/>
              <a:gd name="connsiteY6" fmla="*/ 1682252 h 1718184"/>
              <a:gd name="connsiteX7" fmla="*/ 628620 w 1486971"/>
              <a:gd name="connsiteY7" fmla="*/ 1670603 h 1718184"/>
              <a:gd name="connsiteX8" fmla="*/ 1024042 w 1486971"/>
              <a:gd name="connsiteY8" fmla="*/ 1519250 h 1718184"/>
              <a:gd name="connsiteX9" fmla="*/ 1256254 w 1486971"/>
              <a:gd name="connsiteY9" fmla="*/ 1312913 h 1718184"/>
              <a:gd name="connsiteX10" fmla="*/ 1382864 w 1486971"/>
              <a:gd name="connsiteY10" fmla="*/ 1152851 h 1718184"/>
              <a:gd name="connsiteX11" fmla="*/ 1486971 w 1486971"/>
              <a:gd name="connsiteY11" fmla="*/ 815232 h 1718184"/>
              <a:gd name="connsiteX0" fmla="*/ 558127 w 1382864"/>
              <a:gd name="connsiteY0" fmla="*/ 0 h 1718184"/>
              <a:gd name="connsiteX1" fmla="*/ 383618 w 1382864"/>
              <a:gd name="connsiteY1" fmla="*/ 220105 h 1718184"/>
              <a:gd name="connsiteX2" fmla="*/ 287634 w 1382864"/>
              <a:gd name="connsiteY2" fmla="*/ 570247 h 1718184"/>
              <a:gd name="connsiteX3" fmla="*/ 287634 w 1382864"/>
              <a:gd name="connsiteY3" fmla="*/ 813988 h 1718184"/>
              <a:gd name="connsiteX4" fmla="*/ 249180 w 1382864"/>
              <a:gd name="connsiteY4" fmla="*/ 1137166 h 1718184"/>
              <a:gd name="connsiteX5" fmla="*/ 161483 w 1382864"/>
              <a:gd name="connsiteY5" fmla="*/ 1329840 h 1718184"/>
              <a:gd name="connsiteX6" fmla="*/ 44101 w 1382864"/>
              <a:gd name="connsiteY6" fmla="*/ 1682252 h 1718184"/>
              <a:gd name="connsiteX7" fmla="*/ 628620 w 1382864"/>
              <a:gd name="connsiteY7" fmla="*/ 1670603 h 1718184"/>
              <a:gd name="connsiteX8" fmla="*/ 1024042 w 1382864"/>
              <a:gd name="connsiteY8" fmla="*/ 1519250 h 1718184"/>
              <a:gd name="connsiteX9" fmla="*/ 1256254 w 1382864"/>
              <a:gd name="connsiteY9" fmla="*/ 1312913 h 1718184"/>
              <a:gd name="connsiteX10" fmla="*/ 1382864 w 1382864"/>
              <a:gd name="connsiteY10" fmla="*/ 1152851 h 1718184"/>
              <a:gd name="connsiteX0" fmla="*/ 558127 w 1256254"/>
              <a:gd name="connsiteY0" fmla="*/ 0 h 1718184"/>
              <a:gd name="connsiteX1" fmla="*/ 383618 w 1256254"/>
              <a:gd name="connsiteY1" fmla="*/ 220105 h 1718184"/>
              <a:gd name="connsiteX2" fmla="*/ 287634 w 1256254"/>
              <a:gd name="connsiteY2" fmla="*/ 570247 h 1718184"/>
              <a:gd name="connsiteX3" fmla="*/ 287634 w 1256254"/>
              <a:gd name="connsiteY3" fmla="*/ 813988 h 1718184"/>
              <a:gd name="connsiteX4" fmla="*/ 249180 w 1256254"/>
              <a:gd name="connsiteY4" fmla="*/ 1137166 h 1718184"/>
              <a:gd name="connsiteX5" fmla="*/ 161483 w 1256254"/>
              <a:gd name="connsiteY5" fmla="*/ 1329840 h 1718184"/>
              <a:gd name="connsiteX6" fmla="*/ 44101 w 1256254"/>
              <a:gd name="connsiteY6" fmla="*/ 1682252 h 1718184"/>
              <a:gd name="connsiteX7" fmla="*/ 628620 w 1256254"/>
              <a:gd name="connsiteY7" fmla="*/ 1670603 h 1718184"/>
              <a:gd name="connsiteX8" fmla="*/ 1024042 w 1256254"/>
              <a:gd name="connsiteY8" fmla="*/ 1519250 h 1718184"/>
              <a:gd name="connsiteX9" fmla="*/ 1256254 w 1256254"/>
              <a:gd name="connsiteY9" fmla="*/ 1312913 h 1718184"/>
              <a:gd name="connsiteX0" fmla="*/ 558127 w 1353054"/>
              <a:gd name="connsiteY0" fmla="*/ 0 h 1718184"/>
              <a:gd name="connsiteX1" fmla="*/ 383618 w 1353054"/>
              <a:gd name="connsiteY1" fmla="*/ 220105 h 1718184"/>
              <a:gd name="connsiteX2" fmla="*/ 287634 w 1353054"/>
              <a:gd name="connsiteY2" fmla="*/ 570247 h 1718184"/>
              <a:gd name="connsiteX3" fmla="*/ 287634 w 1353054"/>
              <a:gd name="connsiteY3" fmla="*/ 813988 h 1718184"/>
              <a:gd name="connsiteX4" fmla="*/ 249180 w 1353054"/>
              <a:gd name="connsiteY4" fmla="*/ 1137166 h 1718184"/>
              <a:gd name="connsiteX5" fmla="*/ 161483 w 1353054"/>
              <a:gd name="connsiteY5" fmla="*/ 1329840 h 1718184"/>
              <a:gd name="connsiteX6" fmla="*/ 44101 w 1353054"/>
              <a:gd name="connsiteY6" fmla="*/ 1682252 h 1718184"/>
              <a:gd name="connsiteX7" fmla="*/ 628620 w 1353054"/>
              <a:gd name="connsiteY7" fmla="*/ 1670603 h 1718184"/>
              <a:gd name="connsiteX8" fmla="*/ 1024042 w 1353054"/>
              <a:gd name="connsiteY8" fmla="*/ 1519250 h 1718184"/>
              <a:gd name="connsiteX9" fmla="*/ 1353054 w 1353054"/>
              <a:gd name="connsiteY9" fmla="*/ 1275465 h 1718184"/>
              <a:gd name="connsiteX0" fmla="*/ 558127 w 1379204"/>
              <a:gd name="connsiteY0" fmla="*/ 0 h 1718184"/>
              <a:gd name="connsiteX1" fmla="*/ 383618 w 1379204"/>
              <a:gd name="connsiteY1" fmla="*/ 220105 h 1718184"/>
              <a:gd name="connsiteX2" fmla="*/ 287634 w 1379204"/>
              <a:gd name="connsiteY2" fmla="*/ 570247 h 1718184"/>
              <a:gd name="connsiteX3" fmla="*/ 287634 w 1379204"/>
              <a:gd name="connsiteY3" fmla="*/ 813988 h 1718184"/>
              <a:gd name="connsiteX4" fmla="*/ 249180 w 1379204"/>
              <a:gd name="connsiteY4" fmla="*/ 1137166 h 1718184"/>
              <a:gd name="connsiteX5" fmla="*/ 161483 w 1379204"/>
              <a:gd name="connsiteY5" fmla="*/ 1329840 h 1718184"/>
              <a:gd name="connsiteX6" fmla="*/ 44101 w 1379204"/>
              <a:gd name="connsiteY6" fmla="*/ 1682252 h 1718184"/>
              <a:gd name="connsiteX7" fmla="*/ 628620 w 1379204"/>
              <a:gd name="connsiteY7" fmla="*/ 1670603 h 1718184"/>
              <a:gd name="connsiteX8" fmla="*/ 1024042 w 1379204"/>
              <a:gd name="connsiteY8" fmla="*/ 1519250 h 1718184"/>
              <a:gd name="connsiteX9" fmla="*/ 1379203 w 1379204"/>
              <a:gd name="connsiteY9" fmla="*/ 1238244 h 1718184"/>
              <a:gd name="connsiteX0" fmla="*/ 604530 w 1379203"/>
              <a:gd name="connsiteY0" fmla="*/ 0 h 1635491"/>
              <a:gd name="connsiteX1" fmla="*/ 383618 w 1379203"/>
              <a:gd name="connsiteY1" fmla="*/ 137412 h 1635491"/>
              <a:gd name="connsiteX2" fmla="*/ 287634 w 1379203"/>
              <a:gd name="connsiteY2" fmla="*/ 487554 h 1635491"/>
              <a:gd name="connsiteX3" fmla="*/ 287634 w 1379203"/>
              <a:gd name="connsiteY3" fmla="*/ 731295 h 1635491"/>
              <a:gd name="connsiteX4" fmla="*/ 249180 w 1379203"/>
              <a:gd name="connsiteY4" fmla="*/ 1054473 h 1635491"/>
              <a:gd name="connsiteX5" fmla="*/ 161483 w 1379203"/>
              <a:gd name="connsiteY5" fmla="*/ 1247147 h 1635491"/>
              <a:gd name="connsiteX6" fmla="*/ 44101 w 1379203"/>
              <a:gd name="connsiteY6" fmla="*/ 1599559 h 1635491"/>
              <a:gd name="connsiteX7" fmla="*/ 628620 w 1379203"/>
              <a:gd name="connsiteY7" fmla="*/ 1587910 h 1635491"/>
              <a:gd name="connsiteX8" fmla="*/ 1024042 w 1379203"/>
              <a:gd name="connsiteY8" fmla="*/ 1436557 h 1635491"/>
              <a:gd name="connsiteX9" fmla="*/ 1379203 w 1379203"/>
              <a:gd name="connsiteY9" fmla="*/ 1155551 h 1635491"/>
              <a:gd name="connsiteX0" fmla="*/ 604530 w 1379203"/>
              <a:gd name="connsiteY0" fmla="*/ 0 h 1635491"/>
              <a:gd name="connsiteX1" fmla="*/ 374528 w 1379203"/>
              <a:gd name="connsiteY1" fmla="*/ 245974 h 1635491"/>
              <a:gd name="connsiteX2" fmla="*/ 287634 w 1379203"/>
              <a:gd name="connsiteY2" fmla="*/ 487554 h 1635491"/>
              <a:gd name="connsiteX3" fmla="*/ 287634 w 1379203"/>
              <a:gd name="connsiteY3" fmla="*/ 731295 h 1635491"/>
              <a:gd name="connsiteX4" fmla="*/ 249180 w 1379203"/>
              <a:gd name="connsiteY4" fmla="*/ 1054473 h 1635491"/>
              <a:gd name="connsiteX5" fmla="*/ 161483 w 1379203"/>
              <a:gd name="connsiteY5" fmla="*/ 1247147 h 1635491"/>
              <a:gd name="connsiteX6" fmla="*/ 44101 w 1379203"/>
              <a:gd name="connsiteY6" fmla="*/ 1599559 h 1635491"/>
              <a:gd name="connsiteX7" fmla="*/ 628620 w 1379203"/>
              <a:gd name="connsiteY7" fmla="*/ 1587910 h 1635491"/>
              <a:gd name="connsiteX8" fmla="*/ 1024042 w 1379203"/>
              <a:gd name="connsiteY8" fmla="*/ 1436557 h 1635491"/>
              <a:gd name="connsiteX9" fmla="*/ 1379203 w 1379203"/>
              <a:gd name="connsiteY9" fmla="*/ 1155551 h 1635491"/>
              <a:gd name="connsiteX0" fmla="*/ 589332 w 1364005"/>
              <a:gd name="connsiteY0" fmla="*/ 0 h 1698975"/>
              <a:gd name="connsiteX1" fmla="*/ 359330 w 1364005"/>
              <a:gd name="connsiteY1" fmla="*/ 245974 h 1698975"/>
              <a:gd name="connsiteX2" fmla="*/ 272436 w 1364005"/>
              <a:gd name="connsiteY2" fmla="*/ 487554 h 1698975"/>
              <a:gd name="connsiteX3" fmla="*/ 272436 w 1364005"/>
              <a:gd name="connsiteY3" fmla="*/ 731295 h 1698975"/>
              <a:gd name="connsiteX4" fmla="*/ 233982 w 1364005"/>
              <a:gd name="connsiteY4" fmla="*/ 1054473 h 1698975"/>
              <a:gd name="connsiteX5" fmla="*/ 146285 w 1364005"/>
              <a:gd name="connsiteY5" fmla="*/ 1247147 h 1698975"/>
              <a:gd name="connsiteX6" fmla="*/ 28903 w 1364005"/>
              <a:gd name="connsiteY6" fmla="*/ 1599559 h 1698975"/>
              <a:gd name="connsiteX7" fmla="*/ 406004 w 1364005"/>
              <a:gd name="connsiteY7" fmla="*/ 1698875 h 1698975"/>
              <a:gd name="connsiteX8" fmla="*/ 613422 w 1364005"/>
              <a:gd name="connsiteY8" fmla="*/ 1587910 h 1698975"/>
              <a:gd name="connsiteX9" fmla="*/ 1008844 w 1364005"/>
              <a:gd name="connsiteY9" fmla="*/ 1436557 h 1698975"/>
              <a:gd name="connsiteX10" fmla="*/ 1364005 w 1364005"/>
              <a:gd name="connsiteY10" fmla="*/ 1155551 h 1698975"/>
              <a:gd name="connsiteX0" fmla="*/ 589332 w 1279864"/>
              <a:gd name="connsiteY0" fmla="*/ 0 h 1698975"/>
              <a:gd name="connsiteX1" fmla="*/ 359330 w 1279864"/>
              <a:gd name="connsiteY1" fmla="*/ 245974 h 1698975"/>
              <a:gd name="connsiteX2" fmla="*/ 272436 w 1279864"/>
              <a:gd name="connsiteY2" fmla="*/ 487554 h 1698975"/>
              <a:gd name="connsiteX3" fmla="*/ 272436 w 1279864"/>
              <a:gd name="connsiteY3" fmla="*/ 731295 h 1698975"/>
              <a:gd name="connsiteX4" fmla="*/ 233982 w 1279864"/>
              <a:gd name="connsiteY4" fmla="*/ 1054473 h 1698975"/>
              <a:gd name="connsiteX5" fmla="*/ 146285 w 1279864"/>
              <a:gd name="connsiteY5" fmla="*/ 1247147 h 1698975"/>
              <a:gd name="connsiteX6" fmla="*/ 28903 w 1279864"/>
              <a:gd name="connsiteY6" fmla="*/ 1599559 h 1698975"/>
              <a:gd name="connsiteX7" fmla="*/ 406004 w 1279864"/>
              <a:gd name="connsiteY7" fmla="*/ 1698875 h 1698975"/>
              <a:gd name="connsiteX8" fmla="*/ 613422 w 1279864"/>
              <a:gd name="connsiteY8" fmla="*/ 1587910 h 1698975"/>
              <a:gd name="connsiteX9" fmla="*/ 1008844 w 1279864"/>
              <a:gd name="connsiteY9" fmla="*/ 1436557 h 1698975"/>
              <a:gd name="connsiteX10" fmla="*/ 1279864 w 1279864"/>
              <a:gd name="connsiteY10" fmla="*/ 1193164 h 1698975"/>
              <a:gd name="connsiteX0" fmla="*/ 585709 w 1276241"/>
              <a:gd name="connsiteY0" fmla="*/ 0 h 1645265"/>
              <a:gd name="connsiteX1" fmla="*/ 355707 w 1276241"/>
              <a:gd name="connsiteY1" fmla="*/ 245974 h 1645265"/>
              <a:gd name="connsiteX2" fmla="*/ 268813 w 1276241"/>
              <a:gd name="connsiteY2" fmla="*/ 487554 h 1645265"/>
              <a:gd name="connsiteX3" fmla="*/ 268813 w 1276241"/>
              <a:gd name="connsiteY3" fmla="*/ 731295 h 1645265"/>
              <a:gd name="connsiteX4" fmla="*/ 230359 w 1276241"/>
              <a:gd name="connsiteY4" fmla="*/ 1054473 h 1645265"/>
              <a:gd name="connsiteX5" fmla="*/ 142662 w 1276241"/>
              <a:gd name="connsiteY5" fmla="*/ 1247147 h 1645265"/>
              <a:gd name="connsiteX6" fmla="*/ 25280 w 1276241"/>
              <a:gd name="connsiteY6" fmla="*/ 1599559 h 1645265"/>
              <a:gd name="connsiteX7" fmla="*/ 352840 w 1276241"/>
              <a:gd name="connsiteY7" fmla="*/ 1639623 h 1645265"/>
              <a:gd name="connsiteX8" fmla="*/ 609799 w 1276241"/>
              <a:gd name="connsiteY8" fmla="*/ 1587910 h 1645265"/>
              <a:gd name="connsiteX9" fmla="*/ 1005221 w 1276241"/>
              <a:gd name="connsiteY9" fmla="*/ 1436557 h 1645265"/>
              <a:gd name="connsiteX10" fmla="*/ 1276241 w 1276241"/>
              <a:gd name="connsiteY10" fmla="*/ 1193164 h 1645265"/>
              <a:gd name="connsiteX0" fmla="*/ 623612 w 1276241"/>
              <a:gd name="connsiteY0" fmla="*/ 0 h 1691983"/>
              <a:gd name="connsiteX1" fmla="*/ 355707 w 1276241"/>
              <a:gd name="connsiteY1" fmla="*/ 292692 h 1691983"/>
              <a:gd name="connsiteX2" fmla="*/ 268813 w 1276241"/>
              <a:gd name="connsiteY2" fmla="*/ 534272 h 1691983"/>
              <a:gd name="connsiteX3" fmla="*/ 268813 w 1276241"/>
              <a:gd name="connsiteY3" fmla="*/ 778013 h 1691983"/>
              <a:gd name="connsiteX4" fmla="*/ 230359 w 1276241"/>
              <a:gd name="connsiteY4" fmla="*/ 1101191 h 1691983"/>
              <a:gd name="connsiteX5" fmla="*/ 142662 w 1276241"/>
              <a:gd name="connsiteY5" fmla="*/ 1293865 h 1691983"/>
              <a:gd name="connsiteX6" fmla="*/ 25280 w 1276241"/>
              <a:gd name="connsiteY6" fmla="*/ 1646277 h 1691983"/>
              <a:gd name="connsiteX7" fmla="*/ 352840 w 1276241"/>
              <a:gd name="connsiteY7" fmla="*/ 1686341 h 1691983"/>
              <a:gd name="connsiteX8" fmla="*/ 609799 w 1276241"/>
              <a:gd name="connsiteY8" fmla="*/ 1634628 h 1691983"/>
              <a:gd name="connsiteX9" fmla="*/ 1005221 w 1276241"/>
              <a:gd name="connsiteY9" fmla="*/ 1483275 h 1691983"/>
              <a:gd name="connsiteX10" fmla="*/ 1276241 w 1276241"/>
              <a:gd name="connsiteY10" fmla="*/ 1239882 h 169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6241" h="1691983">
                <a:moveTo>
                  <a:pt x="623612" y="0"/>
                </a:moveTo>
                <a:cubicBezTo>
                  <a:pt x="552931" y="64937"/>
                  <a:pt x="414840" y="203647"/>
                  <a:pt x="355707" y="292692"/>
                </a:cubicBezTo>
                <a:cubicBezTo>
                  <a:pt x="296574" y="381737"/>
                  <a:pt x="273295" y="412942"/>
                  <a:pt x="268813" y="534272"/>
                </a:cubicBezTo>
                <a:cubicBezTo>
                  <a:pt x="265824" y="615547"/>
                  <a:pt x="275815" y="696904"/>
                  <a:pt x="268813" y="778013"/>
                </a:cubicBezTo>
                <a:cubicBezTo>
                  <a:pt x="258729" y="894451"/>
                  <a:pt x="255942" y="986412"/>
                  <a:pt x="230359" y="1101191"/>
                </a:cubicBezTo>
                <a:cubicBezTo>
                  <a:pt x="219808" y="1148795"/>
                  <a:pt x="176027" y="1262832"/>
                  <a:pt x="142662" y="1293865"/>
                </a:cubicBezTo>
                <a:cubicBezTo>
                  <a:pt x="-35668" y="1486427"/>
                  <a:pt x="-9750" y="1580864"/>
                  <a:pt x="25280" y="1646277"/>
                </a:cubicBezTo>
                <a:cubicBezTo>
                  <a:pt x="60310" y="1711690"/>
                  <a:pt x="255420" y="1688282"/>
                  <a:pt x="352840" y="1686341"/>
                </a:cubicBezTo>
                <a:cubicBezTo>
                  <a:pt x="450260" y="1684400"/>
                  <a:pt x="501069" y="1668472"/>
                  <a:pt x="609799" y="1634628"/>
                </a:cubicBezTo>
                <a:cubicBezTo>
                  <a:pt x="718529" y="1600784"/>
                  <a:pt x="880124" y="1555335"/>
                  <a:pt x="1005221" y="1483275"/>
                </a:cubicBezTo>
                <a:cubicBezTo>
                  <a:pt x="1130318" y="1411215"/>
                  <a:pt x="1205933" y="1314770"/>
                  <a:pt x="1276241" y="123988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2" name="Freeform: Shape 41">
            <a:extLst>
              <a:ext uri="{FF2B5EF4-FFF2-40B4-BE49-F238E27FC236}">
                <a16:creationId xmlns:a16="http://schemas.microsoft.com/office/drawing/2014/main" id="{DECE14E8-9B0C-3FD0-EDFF-968136086E4D}"/>
              </a:ext>
            </a:extLst>
          </p:cNvPr>
          <p:cNvSpPr/>
          <p:nvPr userDrawn="1"/>
        </p:nvSpPr>
        <p:spPr>
          <a:xfrm rot="10573489" flipH="1" flipV="1">
            <a:off x="11611434" y="1823073"/>
            <a:ext cx="597661" cy="757527"/>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703619 w 814856"/>
              <a:gd name="connsiteY0" fmla="*/ 214851 h 819436"/>
              <a:gd name="connsiteX1" fmla="*/ 686379 w 814856"/>
              <a:gd name="connsiteY1" fmla="*/ 418781 h 819436"/>
              <a:gd name="connsiteX2" fmla="*/ 585890 w 814856"/>
              <a:gd name="connsiteY2" fmla="*/ 616996 h 819436"/>
              <a:gd name="connsiteX3" fmla="*/ 347574 w 814856"/>
              <a:gd name="connsiteY3" fmla="*/ 780731 h 819436"/>
              <a:gd name="connsiteX4" fmla="*/ 166695 w 814856"/>
              <a:gd name="connsiteY4" fmla="*/ 818069 h 819436"/>
              <a:gd name="connsiteX5" fmla="*/ 14485 w 814856"/>
              <a:gd name="connsiteY5" fmla="*/ 720438 h 819436"/>
              <a:gd name="connsiteX6" fmla="*/ 23248 w 814856"/>
              <a:gd name="connsiteY6" fmla="*/ 533652 h 819436"/>
              <a:gd name="connsiteX7" fmla="*/ 132310 w 814856"/>
              <a:gd name="connsiteY7" fmla="*/ 280859 h 819436"/>
              <a:gd name="connsiteX8" fmla="*/ 255754 w 814856"/>
              <a:gd name="connsiteY8" fmla="*/ 97026 h 819436"/>
              <a:gd name="connsiteX9" fmla="*/ 445206 w 814856"/>
              <a:gd name="connsiteY9" fmla="*/ 2253 h 819436"/>
              <a:gd name="connsiteX10" fmla="*/ 597415 w 814856"/>
              <a:gd name="connsiteY10" fmla="*/ 33875 h 819436"/>
              <a:gd name="connsiteX11" fmla="*/ 814855 w 814856"/>
              <a:gd name="connsiteY11" fmla="*/ 335182 h 819436"/>
              <a:gd name="connsiteX0" fmla="*/ 703619 w 708590"/>
              <a:gd name="connsiteY0" fmla="*/ 214851 h 819436"/>
              <a:gd name="connsiteX1" fmla="*/ 686379 w 708590"/>
              <a:gd name="connsiteY1" fmla="*/ 418781 h 819436"/>
              <a:gd name="connsiteX2" fmla="*/ 585890 w 708590"/>
              <a:gd name="connsiteY2" fmla="*/ 616996 h 819436"/>
              <a:gd name="connsiteX3" fmla="*/ 347574 w 708590"/>
              <a:gd name="connsiteY3" fmla="*/ 780731 h 819436"/>
              <a:gd name="connsiteX4" fmla="*/ 166695 w 708590"/>
              <a:gd name="connsiteY4" fmla="*/ 818069 h 819436"/>
              <a:gd name="connsiteX5" fmla="*/ 14485 w 708590"/>
              <a:gd name="connsiteY5" fmla="*/ 720438 h 819436"/>
              <a:gd name="connsiteX6" fmla="*/ 23248 w 708590"/>
              <a:gd name="connsiteY6" fmla="*/ 533652 h 819436"/>
              <a:gd name="connsiteX7" fmla="*/ 132310 w 708590"/>
              <a:gd name="connsiteY7" fmla="*/ 280859 h 819436"/>
              <a:gd name="connsiteX8" fmla="*/ 255754 w 708590"/>
              <a:gd name="connsiteY8" fmla="*/ 97026 h 819436"/>
              <a:gd name="connsiteX9" fmla="*/ 445206 w 708590"/>
              <a:gd name="connsiteY9" fmla="*/ 2253 h 819436"/>
              <a:gd name="connsiteX10" fmla="*/ 597415 w 708590"/>
              <a:gd name="connsiteY10" fmla="*/ 33875 h 819436"/>
              <a:gd name="connsiteX0" fmla="*/ 686379 w 686379"/>
              <a:gd name="connsiteY0" fmla="*/ 418781 h 819436"/>
              <a:gd name="connsiteX1" fmla="*/ 585890 w 686379"/>
              <a:gd name="connsiteY1" fmla="*/ 616996 h 819436"/>
              <a:gd name="connsiteX2" fmla="*/ 347574 w 686379"/>
              <a:gd name="connsiteY2" fmla="*/ 780731 h 819436"/>
              <a:gd name="connsiteX3" fmla="*/ 166695 w 686379"/>
              <a:gd name="connsiteY3" fmla="*/ 818069 h 819436"/>
              <a:gd name="connsiteX4" fmla="*/ 14485 w 686379"/>
              <a:gd name="connsiteY4" fmla="*/ 720438 h 819436"/>
              <a:gd name="connsiteX5" fmla="*/ 23248 w 686379"/>
              <a:gd name="connsiteY5" fmla="*/ 533652 h 819436"/>
              <a:gd name="connsiteX6" fmla="*/ 132310 w 686379"/>
              <a:gd name="connsiteY6" fmla="*/ 280859 h 819436"/>
              <a:gd name="connsiteX7" fmla="*/ 255754 w 686379"/>
              <a:gd name="connsiteY7" fmla="*/ 97026 h 819436"/>
              <a:gd name="connsiteX8" fmla="*/ 445206 w 686379"/>
              <a:gd name="connsiteY8" fmla="*/ 2253 h 819436"/>
              <a:gd name="connsiteX9" fmla="*/ 597415 w 686379"/>
              <a:gd name="connsiteY9" fmla="*/ 33875 h 819436"/>
              <a:gd name="connsiteX0" fmla="*/ 585890 w 597414"/>
              <a:gd name="connsiteY0" fmla="*/ 616996 h 819436"/>
              <a:gd name="connsiteX1" fmla="*/ 347574 w 597414"/>
              <a:gd name="connsiteY1" fmla="*/ 780731 h 819436"/>
              <a:gd name="connsiteX2" fmla="*/ 166695 w 597414"/>
              <a:gd name="connsiteY2" fmla="*/ 818069 h 819436"/>
              <a:gd name="connsiteX3" fmla="*/ 14485 w 597414"/>
              <a:gd name="connsiteY3" fmla="*/ 720438 h 819436"/>
              <a:gd name="connsiteX4" fmla="*/ 23248 w 597414"/>
              <a:gd name="connsiteY4" fmla="*/ 533652 h 819436"/>
              <a:gd name="connsiteX5" fmla="*/ 132310 w 597414"/>
              <a:gd name="connsiteY5" fmla="*/ 280859 h 819436"/>
              <a:gd name="connsiteX6" fmla="*/ 255754 w 597414"/>
              <a:gd name="connsiteY6" fmla="*/ 97026 h 819436"/>
              <a:gd name="connsiteX7" fmla="*/ 445206 w 597414"/>
              <a:gd name="connsiteY7" fmla="*/ 2253 h 819436"/>
              <a:gd name="connsiteX8" fmla="*/ 597415 w 597414"/>
              <a:gd name="connsiteY8" fmla="*/ 33875 h 819436"/>
              <a:gd name="connsiteX0" fmla="*/ 652019 w 652019"/>
              <a:gd name="connsiteY0" fmla="*/ 581964 h 820630"/>
              <a:gd name="connsiteX1" fmla="*/ 347574 w 652019"/>
              <a:gd name="connsiteY1" fmla="*/ 780731 h 820630"/>
              <a:gd name="connsiteX2" fmla="*/ 166695 w 652019"/>
              <a:gd name="connsiteY2" fmla="*/ 818069 h 820630"/>
              <a:gd name="connsiteX3" fmla="*/ 14485 w 652019"/>
              <a:gd name="connsiteY3" fmla="*/ 720438 h 820630"/>
              <a:gd name="connsiteX4" fmla="*/ 23248 w 652019"/>
              <a:gd name="connsiteY4" fmla="*/ 533652 h 820630"/>
              <a:gd name="connsiteX5" fmla="*/ 132310 w 652019"/>
              <a:gd name="connsiteY5" fmla="*/ 280859 h 820630"/>
              <a:gd name="connsiteX6" fmla="*/ 255754 w 652019"/>
              <a:gd name="connsiteY6" fmla="*/ 97026 h 820630"/>
              <a:gd name="connsiteX7" fmla="*/ 445206 w 652019"/>
              <a:gd name="connsiteY7" fmla="*/ 2253 h 820630"/>
              <a:gd name="connsiteX8" fmla="*/ 597415 w 652019"/>
              <a:gd name="connsiteY8" fmla="*/ 33875 h 820630"/>
              <a:gd name="connsiteX0" fmla="*/ 683485 w 683485"/>
              <a:gd name="connsiteY0" fmla="*/ 668103 h 819443"/>
              <a:gd name="connsiteX1" fmla="*/ 347574 w 683485"/>
              <a:gd name="connsiteY1" fmla="*/ 780731 h 819443"/>
              <a:gd name="connsiteX2" fmla="*/ 166695 w 683485"/>
              <a:gd name="connsiteY2" fmla="*/ 818069 h 819443"/>
              <a:gd name="connsiteX3" fmla="*/ 14485 w 683485"/>
              <a:gd name="connsiteY3" fmla="*/ 720438 h 819443"/>
              <a:gd name="connsiteX4" fmla="*/ 23248 w 683485"/>
              <a:gd name="connsiteY4" fmla="*/ 533652 h 819443"/>
              <a:gd name="connsiteX5" fmla="*/ 132310 w 683485"/>
              <a:gd name="connsiteY5" fmla="*/ 280859 h 819443"/>
              <a:gd name="connsiteX6" fmla="*/ 255754 w 683485"/>
              <a:gd name="connsiteY6" fmla="*/ 97026 h 819443"/>
              <a:gd name="connsiteX7" fmla="*/ 445206 w 683485"/>
              <a:gd name="connsiteY7" fmla="*/ 2253 h 819443"/>
              <a:gd name="connsiteX8" fmla="*/ 597415 w 683485"/>
              <a:gd name="connsiteY8" fmla="*/ 33875 h 819443"/>
              <a:gd name="connsiteX0" fmla="*/ 574103 w 597415"/>
              <a:gd name="connsiteY0" fmla="*/ 716726 h 819127"/>
              <a:gd name="connsiteX1" fmla="*/ 347574 w 597415"/>
              <a:gd name="connsiteY1" fmla="*/ 780731 h 819127"/>
              <a:gd name="connsiteX2" fmla="*/ 166695 w 597415"/>
              <a:gd name="connsiteY2" fmla="*/ 818069 h 819127"/>
              <a:gd name="connsiteX3" fmla="*/ 14485 w 597415"/>
              <a:gd name="connsiteY3" fmla="*/ 720438 h 819127"/>
              <a:gd name="connsiteX4" fmla="*/ 23248 w 597415"/>
              <a:gd name="connsiteY4" fmla="*/ 533652 h 819127"/>
              <a:gd name="connsiteX5" fmla="*/ 132310 w 597415"/>
              <a:gd name="connsiteY5" fmla="*/ 280859 h 819127"/>
              <a:gd name="connsiteX6" fmla="*/ 255754 w 597415"/>
              <a:gd name="connsiteY6" fmla="*/ 97026 h 819127"/>
              <a:gd name="connsiteX7" fmla="*/ 445206 w 597415"/>
              <a:gd name="connsiteY7" fmla="*/ 2253 h 819127"/>
              <a:gd name="connsiteX8" fmla="*/ 597415 w 597415"/>
              <a:gd name="connsiteY8" fmla="*/ 33875 h 81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7415" h="819127">
                <a:moveTo>
                  <a:pt x="574103" y="716726"/>
                </a:moveTo>
                <a:cubicBezTo>
                  <a:pt x="511238" y="791116"/>
                  <a:pt x="415475" y="763841"/>
                  <a:pt x="347574" y="780731"/>
                </a:cubicBezTo>
                <a:cubicBezTo>
                  <a:pt x="279673" y="797622"/>
                  <a:pt x="228988" y="824831"/>
                  <a:pt x="166695" y="818069"/>
                </a:cubicBezTo>
                <a:cubicBezTo>
                  <a:pt x="102496" y="811115"/>
                  <a:pt x="41631" y="778445"/>
                  <a:pt x="14485" y="720438"/>
                </a:cubicBezTo>
                <a:cubicBezTo>
                  <a:pt x="-12661" y="662145"/>
                  <a:pt x="3055" y="595660"/>
                  <a:pt x="23248" y="533652"/>
                </a:cubicBez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path>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FBEAC5CD-48EA-7F36-B2DC-E8D0F849DE5A}"/>
              </a:ext>
            </a:extLst>
          </p:cNvPr>
          <p:cNvSpPr/>
          <p:nvPr userDrawn="1"/>
        </p:nvSpPr>
        <p:spPr>
          <a:xfrm rot="5891098" flipH="1" flipV="1">
            <a:off x="11133231" y="1734419"/>
            <a:ext cx="1344282" cy="927813"/>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236740 w 414856"/>
              <a:gd name="connsiteY0" fmla="*/ 631376 h 703215"/>
              <a:gd name="connsiteX1" fmla="*/ 344373 w 414856"/>
              <a:gd name="connsiteY1" fmla="*/ 593467 h 703215"/>
              <a:gd name="connsiteX2" fmla="*/ 414544 w 414856"/>
              <a:gd name="connsiteY2" fmla="*/ 450271 h 703215"/>
              <a:gd name="connsiteX3" fmla="*/ 399074 w 414856"/>
              <a:gd name="connsiteY3" fmla="*/ 265944 h 703215"/>
              <a:gd name="connsiteX4" fmla="*/ 300911 w 414856"/>
              <a:gd name="connsiteY4" fmla="*/ 85027 h 703215"/>
              <a:gd name="connsiteX5" fmla="*/ 162385 w 414856"/>
              <a:gd name="connsiteY5" fmla="*/ 6115 h 703215"/>
              <a:gd name="connsiteX6" fmla="*/ 3817 w 414856"/>
              <a:gd name="connsiteY6" fmla="*/ 102462 h 703215"/>
              <a:gd name="connsiteX7" fmla="*/ 85286 w 414856"/>
              <a:gd name="connsiteY7" fmla="*/ 512152 h 703215"/>
              <a:gd name="connsiteX8" fmla="*/ 273359 w 414856"/>
              <a:gd name="connsiteY8" fmla="*/ 703215 h 703215"/>
              <a:gd name="connsiteX0" fmla="*/ 236740 w 414856"/>
              <a:gd name="connsiteY0" fmla="*/ 631376 h 635546"/>
              <a:gd name="connsiteX1" fmla="*/ 344373 w 414856"/>
              <a:gd name="connsiteY1" fmla="*/ 593467 h 635546"/>
              <a:gd name="connsiteX2" fmla="*/ 414544 w 414856"/>
              <a:gd name="connsiteY2" fmla="*/ 450271 h 635546"/>
              <a:gd name="connsiteX3" fmla="*/ 399074 w 414856"/>
              <a:gd name="connsiteY3" fmla="*/ 265944 h 635546"/>
              <a:gd name="connsiteX4" fmla="*/ 300911 w 414856"/>
              <a:gd name="connsiteY4" fmla="*/ 85027 h 635546"/>
              <a:gd name="connsiteX5" fmla="*/ 162385 w 414856"/>
              <a:gd name="connsiteY5" fmla="*/ 6115 h 635546"/>
              <a:gd name="connsiteX6" fmla="*/ 3817 w 414856"/>
              <a:gd name="connsiteY6" fmla="*/ 102462 h 635546"/>
              <a:gd name="connsiteX7" fmla="*/ 85286 w 414856"/>
              <a:gd name="connsiteY7" fmla="*/ 512152 h 635546"/>
              <a:gd name="connsiteX0" fmla="*/ 344373 w 414856"/>
              <a:gd name="connsiteY0" fmla="*/ 593467 h 593467"/>
              <a:gd name="connsiteX1" fmla="*/ 414544 w 414856"/>
              <a:gd name="connsiteY1" fmla="*/ 450271 h 593467"/>
              <a:gd name="connsiteX2" fmla="*/ 399074 w 414856"/>
              <a:gd name="connsiteY2" fmla="*/ 265944 h 593467"/>
              <a:gd name="connsiteX3" fmla="*/ 300911 w 414856"/>
              <a:gd name="connsiteY3" fmla="*/ 85027 h 593467"/>
              <a:gd name="connsiteX4" fmla="*/ 162385 w 414856"/>
              <a:gd name="connsiteY4" fmla="*/ 6115 h 593467"/>
              <a:gd name="connsiteX5" fmla="*/ 3817 w 414856"/>
              <a:gd name="connsiteY5" fmla="*/ 102462 h 593467"/>
              <a:gd name="connsiteX6" fmla="*/ 85286 w 414856"/>
              <a:gd name="connsiteY6" fmla="*/ 512152 h 593467"/>
              <a:gd name="connsiteX0" fmla="*/ 414544 w 414856"/>
              <a:gd name="connsiteY0" fmla="*/ 450271 h 512152"/>
              <a:gd name="connsiteX1" fmla="*/ 399074 w 414856"/>
              <a:gd name="connsiteY1" fmla="*/ 265944 h 512152"/>
              <a:gd name="connsiteX2" fmla="*/ 300911 w 414856"/>
              <a:gd name="connsiteY2" fmla="*/ 85027 h 512152"/>
              <a:gd name="connsiteX3" fmla="*/ 162385 w 414856"/>
              <a:gd name="connsiteY3" fmla="*/ 6115 h 512152"/>
              <a:gd name="connsiteX4" fmla="*/ 3817 w 414856"/>
              <a:gd name="connsiteY4" fmla="*/ 102462 h 512152"/>
              <a:gd name="connsiteX5" fmla="*/ 85286 w 414856"/>
              <a:gd name="connsiteY5" fmla="*/ 512152 h 512152"/>
              <a:gd name="connsiteX0" fmla="*/ 399074 w 399074"/>
              <a:gd name="connsiteY0" fmla="*/ 265944 h 512152"/>
              <a:gd name="connsiteX1" fmla="*/ 300911 w 399074"/>
              <a:gd name="connsiteY1" fmla="*/ 85027 h 512152"/>
              <a:gd name="connsiteX2" fmla="*/ 162385 w 399074"/>
              <a:gd name="connsiteY2" fmla="*/ 6115 h 512152"/>
              <a:gd name="connsiteX3" fmla="*/ 3817 w 399074"/>
              <a:gd name="connsiteY3" fmla="*/ 102462 h 512152"/>
              <a:gd name="connsiteX4" fmla="*/ 85286 w 399074"/>
              <a:gd name="connsiteY4" fmla="*/ 512152 h 512152"/>
              <a:gd name="connsiteX0" fmla="*/ 440147 w 440147"/>
              <a:gd name="connsiteY0" fmla="*/ 377842 h 512152"/>
              <a:gd name="connsiteX1" fmla="*/ 300911 w 440147"/>
              <a:gd name="connsiteY1" fmla="*/ 85027 h 512152"/>
              <a:gd name="connsiteX2" fmla="*/ 162385 w 440147"/>
              <a:gd name="connsiteY2" fmla="*/ 6115 h 512152"/>
              <a:gd name="connsiteX3" fmla="*/ 3817 w 440147"/>
              <a:gd name="connsiteY3" fmla="*/ 102462 h 512152"/>
              <a:gd name="connsiteX4" fmla="*/ 85286 w 440147"/>
              <a:gd name="connsiteY4" fmla="*/ 512152 h 512152"/>
              <a:gd name="connsiteX0" fmla="*/ 441562 w 441562"/>
              <a:gd name="connsiteY0" fmla="*/ 377842 h 548988"/>
              <a:gd name="connsiteX1" fmla="*/ 302326 w 441562"/>
              <a:gd name="connsiteY1" fmla="*/ 85027 h 548988"/>
              <a:gd name="connsiteX2" fmla="*/ 163800 w 441562"/>
              <a:gd name="connsiteY2" fmla="*/ 6115 h 548988"/>
              <a:gd name="connsiteX3" fmla="*/ 5232 w 441562"/>
              <a:gd name="connsiteY3" fmla="*/ 102462 h 548988"/>
              <a:gd name="connsiteX4" fmla="*/ 63401 w 441562"/>
              <a:gd name="connsiteY4" fmla="*/ 548988 h 548988"/>
              <a:gd name="connsiteX0" fmla="*/ 435863 w 435863"/>
              <a:gd name="connsiteY0" fmla="*/ 389157 h 548988"/>
              <a:gd name="connsiteX1" fmla="*/ 302326 w 435863"/>
              <a:gd name="connsiteY1" fmla="*/ 85027 h 548988"/>
              <a:gd name="connsiteX2" fmla="*/ 163800 w 435863"/>
              <a:gd name="connsiteY2" fmla="*/ 6115 h 548988"/>
              <a:gd name="connsiteX3" fmla="*/ 5232 w 435863"/>
              <a:gd name="connsiteY3" fmla="*/ 102462 h 548988"/>
              <a:gd name="connsiteX4" fmla="*/ 63401 w 435863"/>
              <a:gd name="connsiteY4" fmla="*/ 548988 h 548988"/>
              <a:gd name="connsiteX0" fmla="*/ 435863 w 435863"/>
              <a:gd name="connsiteY0" fmla="*/ 389157 h 548988"/>
              <a:gd name="connsiteX1" fmla="*/ 343598 w 435863"/>
              <a:gd name="connsiteY1" fmla="*/ 144926 h 548988"/>
              <a:gd name="connsiteX2" fmla="*/ 163800 w 435863"/>
              <a:gd name="connsiteY2" fmla="*/ 6115 h 548988"/>
              <a:gd name="connsiteX3" fmla="*/ 5232 w 435863"/>
              <a:gd name="connsiteY3" fmla="*/ 102462 h 548988"/>
              <a:gd name="connsiteX4" fmla="*/ 63401 w 435863"/>
              <a:gd name="connsiteY4" fmla="*/ 548988 h 548988"/>
              <a:gd name="connsiteX0" fmla="*/ 435863 w 435863"/>
              <a:gd name="connsiteY0" fmla="*/ 443666 h 603497"/>
              <a:gd name="connsiteX1" fmla="*/ 343598 w 435863"/>
              <a:gd name="connsiteY1" fmla="*/ 199435 h 603497"/>
              <a:gd name="connsiteX2" fmla="*/ 163800 w 435863"/>
              <a:gd name="connsiteY2" fmla="*/ 60624 h 603497"/>
              <a:gd name="connsiteX3" fmla="*/ 71021 w 435863"/>
              <a:gd name="connsiteY3" fmla="*/ 3156 h 603497"/>
              <a:gd name="connsiteX4" fmla="*/ 5232 w 435863"/>
              <a:gd name="connsiteY4" fmla="*/ 156971 h 603497"/>
              <a:gd name="connsiteX5" fmla="*/ 63401 w 435863"/>
              <a:gd name="connsiteY5" fmla="*/ 603497 h 603497"/>
              <a:gd name="connsiteX0" fmla="*/ 437661 w 437661"/>
              <a:gd name="connsiteY0" fmla="*/ 443666 h 541467"/>
              <a:gd name="connsiteX1" fmla="*/ 345396 w 437661"/>
              <a:gd name="connsiteY1" fmla="*/ 199435 h 541467"/>
              <a:gd name="connsiteX2" fmla="*/ 165598 w 437661"/>
              <a:gd name="connsiteY2" fmla="*/ 60624 h 541467"/>
              <a:gd name="connsiteX3" fmla="*/ 72819 w 437661"/>
              <a:gd name="connsiteY3" fmla="*/ 3156 h 541467"/>
              <a:gd name="connsiteX4" fmla="*/ 7030 w 437661"/>
              <a:gd name="connsiteY4" fmla="*/ 156971 h 541467"/>
              <a:gd name="connsiteX5" fmla="*/ 48575 w 437661"/>
              <a:gd name="connsiteY5" fmla="*/ 541467 h 5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7661" h="541467">
                <a:moveTo>
                  <a:pt x="437661" y="443666"/>
                </a:moveTo>
                <a:cubicBezTo>
                  <a:pt x="426897" y="381563"/>
                  <a:pt x="390740" y="263275"/>
                  <a:pt x="345396" y="199435"/>
                </a:cubicBezTo>
                <a:cubicBezTo>
                  <a:pt x="300052" y="135595"/>
                  <a:pt x="210189" y="84926"/>
                  <a:pt x="165598" y="60624"/>
                </a:cubicBezTo>
                <a:cubicBezTo>
                  <a:pt x="121008" y="36322"/>
                  <a:pt x="99247" y="-12902"/>
                  <a:pt x="72819" y="3156"/>
                </a:cubicBezTo>
                <a:cubicBezTo>
                  <a:pt x="46391" y="19214"/>
                  <a:pt x="9139" y="65325"/>
                  <a:pt x="7030" y="156971"/>
                </a:cubicBezTo>
                <a:cubicBezTo>
                  <a:pt x="-13560" y="246077"/>
                  <a:pt x="14333" y="481285"/>
                  <a:pt x="48575" y="541467"/>
                </a:cubicBezTo>
              </a:path>
            </a:pathLst>
          </a:custGeom>
          <a:noFill/>
          <a:ln w="6350" cap="rnd">
            <a:solidFill>
              <a:schemeClr val="tx1">
                <a:alpha val="35000"/>
              </a:schemeClr>
            </a:solidFill>
            <a:prstDash val="dash"/>
            <a:round/>
          </a:ln>
        </p:spPr>
        <p:txBody>
          <a:bodyPr rtlCol="0" anchor="ctr"/>
          <a:lstStyle/>
          <a:p>
            <a:endParaRPr lang="en-US"/>
          </a:p>
        </p:txBody>
      </p:sp>
      <p:sp>
        <p:nvSpPr>
          <p:cNvPr id="8" name="Picture Placeholder 7">
            <a:extLst>
              <a:ext uri="{FF2B5EF4-FFF2-40B4-BE49-F238E27FC236}">
                <a16:creationId xmlns:a16="http://schemas.microsoft.com/office/drawing/2014/main" id="{98AFDFBB-EC0C-5AEC-7097-54CF80B3B63E}"/>
              </a:ext>
            </a:extLst>
          </p:cNvPr>
          <p:cNvSpPr>
            <a:spLocks noGrp="1"/>
          </p:cNvSpPr>
          <p:nvPr userDrawn="1">
            <p:ph type="pic" sz="quarter" idx="13"/>
          </p:nvPr>
        </p:nvSpPr>
        <p:spPr>
          <a:xfrm>
            <a:off x="-1" y="0"/>
            <a:ext cx="7183789" cy="6858000"/>
          </a:xfrm>
        </p:spPr>
        <p:txBody>
          <a:bodyPr/>
          <a:lstStyle/>
          <a:p>
            <a:r>
              <a:rPr lang="en-US"/>
              <a:t>Click icon to add picture</a:t>
            </a:r>
          </a:p>
        </p:txBody>
      </p:sp>
      <p:sp>
        <p:nvSpPr>
          <p:cNvPr id="52" name="Freeform: Shape 51">
            <a:extLst>
              <a:ext uri="{FF2B5EF4-FFF2-40B4-BE49-F238E27FC236}">
                <a16:creationId xmlns:a16="http://schemas.microsoft.com/office/drawing/2014/main" id="{7259635D-3C81-3733-1EAE-B2EAB08C4B71}"/>
              </a:ext>
            </a:extLst>
          </p:cNvPr>
          <p:cNvSpPr/>
          <p:nvPr userDrawn="1"/>
        </p:nvSpPr>
        <p:spPr>
          <a:xfrm rot="13118372" flipH="1" flipV="1">
            <a:off x="10125073" y="-92676"/>
            <a:ext cx="822867" cy="394172"/>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2177965"/>
              <a:gd name="connsiteY0" fmla="*/ 381167 h 386829"/>
              <a:gd name="connsiteX1" fmla="*/ 752808 w 2177965"/>
              <a:gd name="connsiteY1" fmla="*/ 319373 h 386829"/>
              <a:gd name="connsiteX2" fmla="*/ 1047131 w 2177965"/>
              <a:gd name="connsiteY2" fmla="*/ 264319 h 386829"/>
              <a:gd name="connsiteX3" fmla="*/ 1295924 w 2177965"/>
              <a:gd name="connsiteY3" fmla="*/ 278702 h 386829"/>
              <a:gd name="connsiteX4" fmla="*/ 1441847 w 2177965"/>
              <a:gd name="connsiteY4" fmla="*/ 302609 h 386829"/>
              <a:gd name="connsiteX5" fmla="*/ 1733788 w 2177965"/>
              <a:gd name="connsiteY5" fmla="*/ 360045 h 386829"/>
              <a:gd name="connsiteX6" fmla="*/ 1944290 w 2177965"/>
              <a:gd name="connsiteY6" fmla="*/ 386334 h 386829"/>
              <a:gd name="connsiteX7" fmla="*/ 2121170 w 2177965"/>
              <a:gd name="connsiteY7" fmla="*/ 0 h 386829"/>
              <a:gd name="connsiteX0" fmla="*/ 0 w 2177965"/>
              <a:gd name="connsiteY0" fmla="*/ 381167 h 436899"/>
              <a:gd name="connsiteX1" fmla="*/ 752808 w 2177965"/>
              <a:gd name="connsiteY1" fmla="*/ 319373 h 436899"/>
              <a:gd name="connsiteX2" fmla="*/ 1047131 w 2177965"/>
              <a:gd name="connsiteY2" fmla="*/ 264319 h 436899"/>
              <a:gd name="connsiteX3" fmla="*/ 1295924 w 2177965"/>
              <a:gd name="connsiteY3" fmla="*/ 278702 h 436899"/>
              <a:gd name="connsiteX4" fmla="*/ 1441847 w 2177965"/>
              <a:gd name="connsiteY4" fmla="*/ 302609 h 436899"/>
              <a:gd name="connsiteX5" fmla="*/ 1733788 w 2177965"/>
              <a:gd name="connsiteY5" fmla="*/ 360045 h 436899"/>
              <a:gd name="connsiteX6" fmla="*/ 1944290 w 2177965"/>
              <a:gd name="connsiteY6" fmla="*/ 386334 h 436899"/>
              <a:gd name="connsiteX7" fmla="*/ 2121170 w 2177965"/>
              <a:gd name="connsiteY7" fmla="*/ 0 h 436899"/>
              <a:gd name="connsiteX0" fmla="*/ 0 w 2177965"/>
              <a:gd name="connsiteY0" fmla="*/ 381167 h 436899"/>
              <a:gd name="connsiteX1" fmla="*/ 752808 w 2177965"/>
              <a:gd name="connsiteY1" fmla="*/ 319373 h 436899"/>
              <a:gd name="connsiteX2" fmla="*/ 1047131 w 2177965"/>
              <a:gd name="connsiteY2" fmla="*/ 264319 h 436899"/>
              <a:gd name="connsiteX3" fmla="*/ 1441847 w 2177965"/>
              <a:gd name="connsiteY3" fmla="*/ 302609 h 436899"/>
              <a:gd name="connsiteX4" fmla="*/ 1733788 w 2177965"/>
              <a:gd name="connsiteY4" fmla="*/ 360045 h 436899"/>
              <a:gd name="connsiteX5" fmla="*/ 1944290 w 2177965"/>
              <a:gd name="connsiteY5" fmla="*/ 386334 h 436899"/>
              <a:gd name="connsiteX6" fmla="*/ 2121170 w 2177965"/>
              <a:gd name="connsiteY6" fmla="*/ 0 h 436899"/>
              <a:gd name="connsiteX0" fmla="*/ 0 w 2182607"/>
              <a:gd name="connsiteY0" fmla="*/ 381167 h 436899"/>
              <a:gd name="connsiteX1" fmla="*/ 752808 w 2182607"/>
              <a:gd name="connsiteY1" fmla="*/ 319373 h 436899"/>
              <a:gd name="connsiteX2" fmla="*/ 1047131 w 2182607"/>
              <a:gd name="connsiteY2" fmla="*/ 264319 h 436899"/>
              <a:gd name="connsiteX3" fmla="*/ 1441847 w 2182607"/>
              <a:gd name="connsiteY3" fmla="*/ 302609 h 436899"/>
              <a:gd name="connsiteX4" fmla="*/ 1733788 w 2182607"/>
              <a:gd name="connsiteY4" fmla="*/ 360045 h 436899"/>
              <a:gd name="connsiteX5" fmla="*/ 1944290 w 2182607"/>
              <a:gd name="connsiteY5" fmla="*/ 386334 h 436899"/>
              <a:gd name="connsiteX6" fmla="*/ 2175937 w 2182607"/>
              <a:gd name="connsiteY6" fmla="*/ 317070 h 436899"/>
              <a:gd name="connsiteX7" fmla="*/ 2121170 w 2182607"/>
              <a:gd name="connsiteY7" fmla="*/ 0 h 436899"/>
              <a:gd name="connsiteX0" fmla="*/ 0 w 2176490"/>
              <a:gd name="connsiteY0" fmla="*/ 1012407 h 1068139"/>
              <a:gd name="connsiteX1" fmla="*/ 752808 w 2176490"/>
              <a:gd name="connsiteY1" fmla="*/ 950613 h 1068139"/>
              <a:gd name="connsiteX2" fmla="*/ 1047131 w 2176490"/>
              <a:gd name="connsiteY2" fmla="*/ 895559 h 1068139"/>
              <a:gd name="connsiteX3" fmla="*/ 1441847 w 2176490"/>
              <a:gd name="connsiteY3" fmla="*/ 933849 h 1068139"/>
              <a:gd name="connsiteX4" fmla="*/ 1733788 w 2176490"/>
              <a:gd name="connsiteY4" fmla="*/ 991285 h 1068139"/>
              <a:gd name="connsiteX5" fmla="*/ 1944290 w 2176490"/>
              <a:gd name="connsiteY5" fmla="*/ 1017574 h 1068139"/>
              <a:gd name="connsiteX6" fmla="*/ 2175937 w 2176490"/>
              <a:gd name="connsiteY6" fmla="*/ 948310 h 1068139"/>
              <a:gd name="connsiteX7" fmla="*/ 1040665 w 2176490"/>
              <a:gd name="connsiteY7" fmla="*/ 0 h 1068139"/>
              <a:gd name="connsiteX0" fmla="*/ 0 w 2176917"/>
              <a:gd name="connsiteY0" fmla="*/ 1012407 h 1068139"/>
              <a:gd name="connsiteX1" fmla="*/ 752808 w 2176917"/>
              <a:gd name="connsiteY1" fmla="*/ 950613 h 1068139"/>
              <a:gd name="connsiteX2" fmla="*/ 1047131 w 2176917"/>
              <a:gd name="connsiteY2" fmla="*/ 895559 h 1068139"/>
              <a:gd name="connsiteX3" fmla="*/ 1441847 w 2176917"/>
              <a:gd name="connsiteY3" fmla="*/ 933849 h 1068139"/>
              <a:gd name="connsiteX4" fmla="*/ 1733788 w 2176917"/>
              <a:gd name="connsiteY4" fmla="*/ 991285 h 1068139"/>
              <a:gd name="connsiteX5" fmla="*/ 1944290 w 2176917"/>
              <a:gd name="connsiteY5" fmla="*/ 1017574 h 1068139"/>
              <a:gd name="connsiteX6" fmla="*/ 2175937 w 2176917"/>
              <a:gd name="connsiteY6" fmla="*/ 948310 h 1068139"/>
              <a:gd name="connsiteX7" fmla="*/ 1040665 w 2176917"/>
              <a:gd name="connsiteY7" fmla="*/ 0 h 1068139"/>
              <a:gd name="connsiteX0" fmla="*/ 0 w 2307270"/>
              <a:gd name="connsiteY0" fmla="*/ 1012407 h 1068139"/>
              <a:gd name="connsiteX1" fmla="*/ 752808 w 2307270"/>
              <a:gd name="connsiteY1" fmla="*/ 950613 h 1068139"/>
              <a:gd name="connsiteX2" fmla="*/ 1047131 w 2307270"/>
              <a:gd name="connsiteY2" fmla="*/ 895559 h 1068139"/>
              <a:gd name="connsiteX3" fmla="*/ 1441847 w 2307270"/>
              <a:gd name="connsiteY3" fmla="*/ 933849 h 1068139"/>
              <a:gd name="connsiteX4" fmla="*/ 1733788 w 2307270"/>
              <a:gd name="connsiteY4" fmla="*/ 991285 h 1068139"/>
              <a:gd name="connsiteX5" fmla="*/ 1944290 w 2307270"/>
              <a:gd name="connsiteY5" fmla="*/ 1017574 h 1068139"/>
              <a:gd name="connsiteX6" fmla="*/ 2175937 w 2307270"/>
              <a:gd name="connsiteY6" fmla="*/ 948310 h 1068139"/>
              <a:gd name="connsiteX7" fmla="*/ 2240101 w 2307270"/>
              <a:gd name="connsiteY7" fmla="*/ 747898 h 1068139"/>
              <a:gd name="connsiteX8" fmla="*/ 1040665 w 2307270"/>
              <a:gd name="connsiteY8" fmla="*/ 0 h 1068139"/>
              <a:gd name="connsiteX0" fmla="*/ 0 w 2318043"/>
              <a:gd name="connsiteY0" fmla="*/ 1012407 h 1068139"/>
              <a:gd name="connsiteX1" fmla="*/ 752808 w 2318043"/>
              <a:gd name="connsiteY1" fmla="*/ 950613 h 1068139"/>
              <a:gd name="connsiteX2" fmla="*/ 1047131 w 2318043"/>
              <a:gd name="connsiteY2" fmla="*/ 895559 h 1068139"/>
              <a:gd name="connsiteX3" fmla="*/ 1441847 w 2318043"/>
              <a:gd name="connsiteY3" fmla="*/ 933849 h 1068139"/>
              <a:gd name="connsiteX4" fmla="*/ 1733788 w 2318043"/>
              <a:gd name="connsiteY4" fmla="*/ 991285 h 1068139"/>
              <a:gd name="connsiteX5" fmla="*/ 1944290 w 2318043"/>
              <a:gd name="connsiteY5" fmla="*/ 1017574 h 1068139"/>
              <a:gd name="connsiteX6" fmla="*/ 2231324 w 2318043"/>
              <a:gd name="connsiteY6" fmla="*/ 1026610 h 1068139"/>
              <a:gd name="connsiteX7" fmla="*/ 2240101 w 2318043"/>
              <a:gd name="connsiteY7" fmla="*/ 747898 h 1068139"/>
              <a:gd name="connsiteX8" fmla="*/ 1040665 w 231804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57627 h 1113359"/>
              <a:gd name="connsiteX1" fmla="*/ 752808 w 2342153"/>
              <a:gd name="connsiteY1" fmla="*/ 995833 h 1113359"/>
              <a:gd name="connsiteX2" fmla="*/ 1047131 w 2342153"/>
              <a:gd name="connsiteY2" fmla="*/ 940779 h 1113359"/>
              <a:gd name="connsiteX3" fmla="*/ 1441847 w 2342153"/>
              <a:gd name="connsiteY3" fmla="*/ 979069 h 1113359"/>
              <a:gd name="connsiteX4" fmla="*/ 1733788 w 2342153"/>
              <a:gd name="connsiteY4" fmla="*/ 1036505 h 1113359"/>
              <a:gd name="connsiteX5" fmla="*/ 1944290 w 2342153"/>
              <a:gd name="connsiteY5" fmla="*/ 1062794 h 1113359"/>
              <a:gd name="connsiteX6" fmla="*/ 2231324 w 2342153"/>
              <a:gd name="connsiteY6" fmla="*/ 1071830 h 1113359"/>
              <a:gd name="connsiteX7" fmla="*/ 2240101 w 2342153"/>
              <a:gd name="connsiteY7" fmla="*/ 793118 h 1113359"/>
              <a:gd name="connsiteX8" fmla="*/ 991526 w 2342153"/>
              <a:gd name="connsiteY8" fmla="*/ 1 h 1113359"/>
              <a:gd name="connsiteX0" fmla="*/ 0 w 2342153"/>
              <a:gd name="connsiteY0" fmla="*/ 1057626 h 1113358"/>
              <a:gd name="connsiteX1" fmla="*/ 752808 w 2342153"/>
              <a:gd name="connsiteY1" fmla="*/ 995832 h 1113358"/>
              <a:gd name="connsiteX2" fmla="*/ 1047131 w 2342153"/>
              <a:gd name="connsiteY2" fmla="*/ 940778 h 1113358"/>
              <a:gd name="connsiteX3" fmla="*/ 1441847 w 2342153"/>
              <a:gd name="connsiteY3" fmla="*/ 979068 h 1113358"/>
              <a:gd name="connsiteX4" fmla="*/ 1733788 w 2342153"/>
              <a:gd name="connsiteY4" fmla="*/ 1036504 h 1113358"/>
              <a:gd name="connsiteX5" fmla="*/ 1944290 w 2342153"/>
              <a:gd name="connsiteY5" fmla="*/ 1062793 h 1113358"/>
              <a:gd name="connsiteX6" fmla="*/ 2231324 w 2342153"/>
              <a:gd name="connsiteY6" fmla="*/ 1071829 h 1113358"/>
              <a:gd name="connsiteX7" fmla="*/ 2240101 w 2342153"/>
              <a:gd name="connsiteY7" fmla="*/ 793117 h 1113358"/>
              <a:gd name="connsiteX8" fmla="*/ 991526 w 2342153"/>
              <a:gd name="connsiteY8" fmla="*/ 0 h 1113358"/>
              <a:gd name="connsiteX0" fmla="*/ 0 w 2357515"/>
              <a:gd name="connsiteY0" fmla="*/ 1057626 h 1113358"/>
              <a:gd name="connsiteX1" fmla="*/ 752808 w 2357515"/>
              <a:gd name="connsiteY1" fmla="*/ 995832 h 1113358"/>
              <a:gd name="connsiteX2" fmla="*/ 1047131 w 2357515"/>
              <a:gd name="connsiteY2" fmla="*/ 940778 h 1113358"/>
              <a:gd name="connsiteX3" fmla="*/ 1441847 w 2357515"/>
              <a:gd name="connsiteY3" fmla="*/ 979068 h 1113358"/>
              <a:gd name="connsiteX4" fmla="*/ 1733788 w 2357515"/>
              <a:gd name="connsiteY4" fmla="*/ 1036504 h 1113358"/>
              <a:gd name="connsiteX5" fmla="*/ 1944290 w 2357515"/>
              <a:gd name="connsiteY5" fmla="*/ 1062793 h 1113358"/>
              <a:gd name="connsiteX6" fmla="*/ 2231324 w 2357515"/>
              <a:gd name="connsiteY6" fmla="*/ 1071829 h 1113358"/>
              <a:gd name="connsiteX7" fmla="*/ 2262899 w 2357515"/>
              <a:gd name="connsiteY7" fmla="*/ 768665 h 1113358"/>
              <a:gd name="connsiteX8" fmla="*/ 991526 w 2357515"/>
              <a:gd name="connsiteY8" fmla="*/ 0 h 1113358"/>
              <a:gd name="connsiteX0" fmla="*/ 0 w 2504450"/>
              <a:gd name="connsiteY0" fmla="*/ 1020136 h 1085804"/>
              <a:gd name="connsiteX1" fmla="*/ 899743 w 2504450"/>
              <a:gd name="connsiteY1" fmla="*/ 995832 h 1085804"/>
              <a:gd name="connsiteX2" fmla="*/ 1194066 w 2504450"/>
              <a:gd name="connsiteY2" fmla="*/ 940778 h 1085804"/>
              <a:gd name="connsiteX3" fmla="*/ 1588782 w 2504450"/>
              <a:gd name="connsiteY3" fmla="*/ 979068 h 1085804"/>
              <a:gd name="connsiteX4" fmla="*/ 1880723 w 2504450"/>
              <a:gd name="connsiteY4" fmla="*/ 1036504 h 1085804"/>
              <a:gd name="connsiteX5" fmla="*/ 2091225 w 2504450"/>
              <a:gd name="connsiteY5" fmla="*/ 1062793 h 1085804"/>
              <a:gd name="connsiteX6" fmla="*/ 2378259 w 2504450"/>
              <a:gd name="connsiteY6" fmla="*/ 1071829 h 1085804"/>
              <a:gd name="connsiteX7" fmla="*/ 2409834 w 2504450"/>
              <a:gd name="connsiteY7" fmla="*/ 768665 h 1085804"/>
              <a:gd name="connsiteX8" fmla="*/ 1138461 w 2504450"/>
              <a:gd name="connsiteY8" fmla="*/ 0 h 1085804"/>
              <a:gd name="connsiteX0" fmla="*/ 0 w 2504450"/>
              <a:gd name="connsiteY0" fmla="*/ 1020136 h 1109406"/>
              <a:gd name="connsiteX1" fmla="*/ 938561 w 2504450"/>
              <a:gd name="connsiteY1" fmla="*/ 1077688 h 1109406"/>
              <a:gd name="connsiteX2" fmla="*/ 1194066 w 2504450"/>
              <a:gd name="connsiteY2" fmla="*/ 940778 h 1109406"/>
              <a:gd name="connsiteX3" fmla="*/ 1588782 w 2504450"/>
              <a:gd name="connsiteY3" fmla="*/ 979068 h 1109406"/>
              <a:gd name="connsiteX4" fmla="*/ 1880723 w 2504450"/>
              <a:gd name="connsiteY4" fmla="*/ 1036504 h 1109406"/>
              <a:gd name="connsiteX5" fmla="*/ 2091225 w 2504450"/>
              <a:gd name="connsiteY5" fmla="*/ 1062793 h 1109406"/>
              <a:gd name="connsiteX6" fmla="*/ 2378259 w 2504450"/>
              <a:gd name="connsiteY6" fmla="*/ 1071829 h 1109406"/>
              <a:gd name="connsiteX7" fmla="*/ 2409834 w 2504450"/>
              <a:gd name="connsiteY7" fmla="*/ 768665 h 1109406"/>
              <a:gd name="connsiteX8" fmla="*/ 1138461 w 2504450"/>
              <a:gd name="connsiteY8" fmla="*/ 0 h 1109406"/>
              <a:gd name="connsiteX0" fmla="*/ 0 w 2504450"/>
              <a:gd name="connsiteY0" fmla="*/ 1020136 h 1107184"/>
              <a:gd name="connsiteX1" fmla="*/ 938561 w 2504450"/>
              <a:gd name="connsiteY1" fmla="*/ 1077688 h 1107184"/>
              <a:gd name="connsiteX2" fmla="*/ 1588782 w 2504450"/>
              <a:gd name="connsiteY2" fmla="*/ 979068 h 1107184"/>
              <a:gd name="connsiteX3" fmla="*/ 1880723 w 2504450"/>
              <a:gd name="connsiteY3" fmla="*/ 1036504 h 1107184"/>
              <a:gd name="connsiteX4" fmla="*/ 2091225 w 2504450"/>
              <a:gd name="connsiteY4" fmla="*/ 1062793 h 1107184"/>
              <a:gd name="connsiteX5" fmla="*/ 2378259 w 2504450"/>
              <a:gd name="connsiteY5" fmla="*/ 1071829 h 1107184"/>
              <a:gd name="connsiteX6" fmla="*/ 2409834 w 2504450"/>
              <a:gd name="connsiteY6" fmla="*/ 768665 h 1107184"/>
              <a:gd name="connsiteX7" fmla="*/ 1138461 w 2504450"/>
              <a:gd name="connsiteY7" fmla="*/ 0 h 1107184"/>
              <a:gd name="connsiteX0" fmla="*/ 0 w 2504450"/>
              <a:gd name="connsiteY0" fmla="*/ 1020136 h 1107183"/>
              <a:gd name="connsiteX1" fmla="*/ 938561 w 2504450"/>
              <a:gd name="connsiteY1" fmla="*/ 1077688 h 1107183"/>
              <a:gd name="connsiteX2" fmla="*/ 1588782 w 2504450"/>
              <a:gd name="connsiteY2" fmla="*/ 979068 h 1107183"/>
              <a:gd name="connsiteX3" fmla="*/ 1880723 w 2504450"/>
              <a:gd name="connsiteY3" fmla="*/ 1036504 h 1107183"/>
              <a:gd name="connsiteX4" fmla="*/ 2091225 w 2504450"/>
              <a:gd name="connsiteY4" fmla="*/ 1062793 h 1107183"/>
              <a:gd name="connsiteX5" fmla="*/ 2378259 w 2504450"/>
              <a:gd name="connsiteY5" fmla="*/ 1071829 h 1107183"/>
              <a:gd name="connsiteX6" fmla="*/ 2409834 w 2504450"/>
              <a:gd name="connsiteY6" fmla="*/ 768665 h 1107183"/>
              <a:gd name="connsiteX7" fmla="*/ 1138461 w 2504450"/>
              <a:gd name="connsiteY7" fmla="*/ 0 h 1107183"/>
              <a:gd name="connsiteX0" fmla="*/ 0 w 2504450"/>
              <a:gd name="connsiteY0" fmla="*/ 1020136 h 1106104"/>
              <a:gd name="connsiteX1" fmla="*/ 938561 w 2504450"/>
              <a:gd name="connsiteY1" fmla="*/ 1077688 h 1106104"/>
              <a:gd name="connsiteX2" fmla="*/ 1500667 w 2504450"/>
              <a:gd name="connsiteY2" fmla="*/ 998004 h 1106104"/>
              <a:gd name="connsiteX3" fmla="*/ 1880723 w 2504450"/>
              <a:gd name="connsiteY3" fmla="*/ 1036504 h 1106104"/>
              <a:gd name="connsiteX4" fmla="*/ 2091225 w 2504450"/>
              <a:gd name="connsiteY4" fmla="*/ 1062793 h 1106104"/>
              <a:gd name="connsiteX5" fmla="*/ 2378259 w 2504450"/>
              <a:gd name="connsiteY5" fmla="*/ 1071829 h 1106104"/>
              <a:gd name="connsiteX6" fmla="*/ 2409834 w 2504450"/>
              <a:gd name="connsiteY6" fmla="*/ 768665 h 1106104"/>
              <a:gd name="connsiteX7" fmla="*/ 1138461 w 2504450"/>
              <a:gd name="connsiteY7" fmla="*/ 0 h 1106104"/>
              <a:gd name="connsiteX0" fmla="*/ 0 w 2571859"/>
              <a:gd name="connsiteY0" fmla="*/ 1020136 h 1249141"/>
              <a:gd name="connsiteX1" fmla="*/ 938561 w 2571859"/>
              <a:gd name="connsiteY1" fmla="*/ 1077688 h 1249141"/>
              <a:gd name="connsiteX2" fmla="*/ 1500667 w 2571859"/>
              <a:gd name="connsiteY2" fmla="*/ 998004 h 1249141"/>
              <a:gd name="connsiteX3" fmla="*/ 1880723 w 2571859"/>
              <a:gd name="connsiteY3" fmla="*/ 1036504 h 1249141"/>
              <a:gd name="connsiteX4" fmla="*/ 2091225 w 2571859"/>
              <a:gd name="connsiteY4" fmla="*/ 1062793 h 1249141"/>
              <a:gd name="connsiteX5" fmla="*/ 2521542 w 2571859"/>
              <a:gd name="connsiteY5" fmla="*/ 1244550 h 1249141"/>
              <a:gd name="connsiteX6" fmla="*/ 2409834 w 2571859"/>
              <a:gd name="connsiteY6" fmla="*/ 768665 h 1249141"/>
              <a:gd name="connsiteX7" fmla="*/ 1138461 w 2571859"/>
              <a:gd name="connsiteY7" fmla="*/ 0 h 1249141"/>
              <a:gd name="connsiteX0" fmla="*/ 0 w 2571859"/>
              <a:gd name="connsiteY0" fmla="*/ 1020136 h 1249334"/>
              <a:gd name="connsiteX1" fmla="*/ 938561 w 2571859"/>
              <a:gd name="connsiteY1" fmla="*/ 1077688 h 1249334"/>
              <a:gd name="connsiteX2" fmla="*/ 1500667 w 2571859"/>
              <a:gd name="connsiteY2" fmla="*/ 998004 h 1249334"/>
              <a:gd name="connsiteX3" fmla="*/ 1880723 w 2571859"/>
              <a:gd name="connsiteY3" fmla="*/ 1036504 h 1249334"/>
              <a:gd name="connsiteX4" fmla="*/ 2180398 w 2571859"/>
              <a:gd name="connsiteY4" fmla="*/ 1073129 h 1249334"/>
              <a:gd name="connsiteX5" fmla="*/ 2521542 w 2571859"/>
              <a:gd name="connsiteY5" fmla="*/ 1244550 h 1249334"/>
              <a:gd name="connsiteX6" fmla="*/ 2409834 w 2571859"/>
              <a:gd name="connsiteY6" fmla="*/ 768665 h 1249334"/>
              <a:gd name="connsiteX7" fmla="*/ 1138461 w 2571859"/>
              <a:gd name="connsiteY7" fmla="*/ 0 h 1249334"/>
              <a:gd name="connsiteX0" fmla="*/ 0 w 2605998"/>
              <a:gd name="connsiteY0" fmla="*/ 1020136 h 1301601"/>
              <a:gd name="connsiteX1" fmla="*/ 938561 w 2605998"/>
              <a:gd name="connsiteY1" fmla="*/ 1077688 h 1301601"/>
              <a:gd name="connsiteX2" fmla="*/ 1500667 w 2605998"/>
              <a:gd name="connsiteY2" fmla="*/ 998004 h 1301601"/>
              <a:gd name="connsiteX3" fmla="*/ 1880723 w 2605998"/>
              <a:gd name="connsiteY3" fmla="*/ 1036504 h 1301601"/>
              <a:gd name="connsiteX4" fmla="*/ 2180398 w 2605998"/>
              <a:gd name="connsiteY4" fmla="*/ 1073129 h 1301601"/>
              <a:gd name="connsiteX5" fmla="*/ 2568716 w 2605998"/>
              <a:gd name="connsiteY5" fmla="*/ 1297664 h 1301601"/>
              <a:gd name="connsiteX6" fmla="*/ 2409834 w 2605998"/>
              <a:gd name="connsiteY6" fmla="*/ 768665 h 1301601"/>
              <a:gd name="connsiteX7" fmla="*/ 1138461 w 2605998"/>
              <a:gd name="connsiteY7" fmla="*/ 0 h 1301601"/>
              <a:gd name="connsiteX0" fmla="*/ 0 w 2605998"/>
              <a:gd name="connsiteY0" fmla="*/ 1020136 h 1304482"/>
              <a:gd name="connsiteX1" fmla="*/ 938561 w 2605998"/>
              <a:gd name="connsiteY1" fmla="*/ 1077688 h 1304482"/>
              <a:gd name="connsiteX2" fmla="*/ 1500667 w 2605998"/>
              <a:gd name="connsiteY2" fmla="*/ 998004 h 1304482"/>
              <a:gd name="connsiteX3" fmla="*/ 1880723 w 2605998"/>
              <a:gd name="connsiteY3" fmla="*/ 1036504 h 1304482"/>
              <a:gd name="connsiteX4" fmla="*/ 2170041 w 2605998"/>
              <a:gd name="connsiteY4" fmla="*/ 1200016 h 1304482"/>
              <a:gd name="connsiteX5" fmla="*/ 2568716 w 2605998"/>
              <a:gd name="connsiteY5" fmla="*/ 1297664 h 1304482"/>
              <a:gd name="connsiteX6" fmla="*/ 2409834 w 2605998"/>
              <a:gd name="connsiteY6" fmla="*/ 768665 h 1304482"/>
              <a:gd name="connsiteX7" fmla="*/ 1138461 w 2605998"/>
              <a:gd name="connsiteY7" fmla="*/ 0 h 1304482"/>
              <a:gd name="connsiteX0" fmla="*/ 0 w 2605998"/>
              <a:gd name="connsiteY0" fmla="*/ 1020136 h 1307849"/>
              <a:gd name="connsiteX1" fmla="*/ 938561 w 2605998"/>
              <a:gd name="connsiteY1" fmla="*/ 1077688 h 1307849"/>
              <a:gd name="connsiteX2" fmla="*/ 1500667 w 2605998"/>
              <a:gd name="connsiteY2" fmla="*/ 998004 h 1307849"/>
              <a:gd name="connsiteX3" fmla="*/ 1880723 w 2605998"/>
              <a:gd name="connsiteY3" fmla="*/ 1036504 h 1307849"/>
              <a:gd name="connsiteX4" fmla="*/ 2170041 w 2605998"/>
              <a:gd name="connsiteY4" fmla="*/ 1200016 h 1307849"/>
              <a:gd name="connsiteX5" fmla="*/ 2568716 w 2605998"/>
              <a:gd name="connsiteY5" fmla="*/ 1297664 h 1307849"/>
              <a:gd name="connsiteX6" fmla="*/ 2409834 w 2605998"/>
              <a:gd name="connsiteY6" fmla="*/ 768665 h 1307849"/>
              <a:gd name="connsiteX7" fmla="*/ 1138461 w 2605998"/>
              <a:gd name="connsiteY7" fmla="*/ 0 h 1307849"/>
              <a:gd name="connsiteX0" fmla="*/ 0 w 2605998"/>
              <a:gd name="connsiteY0" fmla="*/ 1020136 h 1307849"/>
              <a:gd name="connsiteX1" fmla="*/ 938561 w 2605998"/>
              <a:gd name="connsiteY1" fmla="*/ 1077688 h 1307849"/>
              <a:gd name="connsiteX2" fmla="*/ 1500667 w 2605998"/>
              <a:gd name="connsiteY2" fmla="*/ 998004 h 1307849"/>
              <a:gd name="connsiteX3" fmla="*/ 1838958 w 2605998"/>
              <a:gd name="connsiteY3" fmla="*/ 1073984 h 1307849"/>
              <a:gd name="connsiteX4" fmla="*/ 2170041 w 2605998"/>
              <a:gd name="connsiteY4" fmla="*/ 1200016 h 1307849"/>
              <a:gd name="connsiteX5" fmla="*/ 2568716 w 2605998"/>
              <a:gd name="connsiteY5" fmla="*/ 1297664 h 1307849"/>
              <a:gd name="connsiteX6" fmla="*/ 2409834 w 2605998"/>
              <a:gd name="connsiteY6" fmla="*/ 768665 h 1307849"/>
              <a:gd name="connsiteX7" fmla="*/ 1138461 w 2605998"/>
              <a:gd name="connsiteY7" fmla="*/ 0 h 1307849"/>
              <a:gd name="connsiteX0" fmla="*/ 0 w 2605998"/>
              <a:gd name="connsiteY0" fmla="*/ 1092987 h 1380700"/>
              <a:gd name="connsiteX1" fmla="*/ 938561 w 2605998"/>
              <a:gd name="connsiteY1" fmla="*/ 1150539 h 1380700"/>
              <a:gd name="connsiteX2" fmla="*/ 1500667 w 2605998"/>
              <a:gd name="connsiteY2" fmla="*/ 1070855 h 1380700"/>
              <a:gd name="connsiteX3" fmla="*/ 1838958 w 2605998"/>
              <a:gd name="connsiteY3" fmla="*/ 1146835 h 1380700"/>
              <a:gd name="connsiteX4" fmla="*/ 2170041 w 2605998"/>
              <a:gd name="connsiteY4" fmla="*/ 1272867 h 1380700"/>
              <a:gd name="connsiteX5" fmla="*/ 2568716 w 2605998"/>
              <a:gd name="connsiteY5" fmla="*/ 1370515 h 1380700"/>
              <a:gd name="connsiteX6" fmla="*/ 2409834 w 2605998"/>
              <a:gd name="connsiteY6" fmla="*/ 841516 h 1380700"/>
              <a:gd name="connsiteX7" fmla="*/ 1070936 w 2605998"/>
              <a:gd name="connsiteY7" fmla="*/ 0 h 1380700"/>
              <a:gd name="connsiteX0" fmla="*/ 0 w 2605998"/>
              <a:gd name="connsiteY0" fmla="*/ 1092987 h 1380700"/>
              <a:gd name="connsiteX1" fmla="*/ 938561 w 2605998"/>
              <a:gd name="connsiteY1" fmla="*/ 1150539 h 1380700"/>
              <a:gd name="connsiteX2" fmla="*/ 1500667 w 2605998"/>
              <a:gd name="connsiteY2" fmla="*/ 1070855 h 1380700"/>
              <a:gd name="connsiteX3" fmla="*/ 1838958 w 2605998"/>
              <a:gd name="connsiteY3" fmla="*/ 1146835 h 1380700"/>
              <a:gd name="connsiteX4" fmla="*/ 2170041 w 2605998"/>
              <a:gd name="connsiteY4" fmla="*/ 1272867 h 1380700"/>
              <a:gd name="connsiteX5" fmla="*/ 2568716 w 2605998"/>
              <a:gd name="connsiteY5" fmla="*/ 1370515 h 1380700"/>
              <a:gd name="connsiteX6" fmla="*/ 2409834 w 2605998"/>
              <a:gd name="connsiteY6" fmla="*/ 841516 h 1380700"/>
              <a:gd name="connsiteX7" fmla="*/ 1070936 w 2605998"/>
              <a:gd name="connsiteY7" fmla="*/ 0 h 1380700"/>
              <a:gd name="connsiteX0" fmla="*/ 0 w 2583619"/>
              <a:gd name="connsiteY0" fmla="*/ 1092987 h 1380700"/>
              <a:gd name="connsiteX1" fmla="*/ 938561 w 2583619"/>
              <a:gd name="connsiteY1" fmla="*/ 1150539 h 1380700"/>
              <a:gd name="connsiteX2" fmla="*/ 1500667 w 2583619"/>
              <a:gd name="connsiteY2" fmla="*/ 1070855 h 1380700"/>
              <a:gd name="connsiteX3" fmla="*/ 1838958 w 2583619"/>
              <a:gd name="connsiteY3" fmla="*/ 1146835 h 1380700"/>
              <a:gd name="connsiteX4" fmla="*/ 2170041 w 2583619"/>
              <a:gd name="connsiteY4" fmla="*/ 1272867 h 1380700"/>
              <a:gd name="connsiteX5" fmla="*/ 2568716 w 2583619"/>
              <a:gd name="connsiteY5" fmla="*/ 1370515 h 1380700"/>
              <a:gd name="connsiteX6" fmla="*/ 2192063 w 2583619"/>
              <a:gd name="connsiteY6" fmla="*/ 703196 h 1380700"/>
              <a:gd name="connsiteX7" fmla="*/ 1070936 w 2583619"/>
              <a:gd name="connsiteY7" fmla="*/ 0 h 1380700"/>
              <a:gd name="connsiteX0" fmla="*/ 0 w 2528295"/>
              <a:gd name="connsiteY0" fmla="*/ 1092987 h 1323258"/>
              <a:gd name="connsiteX1" fmla="*/ 938561 w 2528295"/>
              <a:gd name="connsiteY1" fmla="*/ 1150539 h 1323258"/>
              <a:gd name="connsiteX2" fmla="*/ 1500667 w 2528295"/>
              <a:gd name="connsiteY2" fmla="*/ 1070855 h 1323258"/>
              <a:gd name="connsiteX3" fmla="*/ 1838958 w 2528295"/>
              <a:gd name="connsiteY3" fmla="*/ 1146835 h 1323258"/>
              <a:gd name="connsiteX4" fmla="*/ 2170041 w 2528295"/>
              <a:gd name="connsiteY4" fmla="*/ 1272867 h 1323258"/>
              <a:gd name="connsiteX5" fmla="*/ 2510359 w 2528295"/>
              <a:gd name="connsiteY5" fmla="*/ 1301127 h 1323258"/>
              <a:gd name="connsiteX6" fmla="*/ 2192063 w 2528295"/>
              <a:gd name="connsiteY6" fmla="*/ 703196 h 1323258"/>
              <a:gd name="connsiteX7" fmla="*/ 1070936 w 2528295"/>
              <a:gd name="connsiteY7" fmla="*/ 0 h 1323258"/>
              <a:gd name="connsiteX0" fmla="*/ 0 w 2529283"/>
              <a:gd name="connsiteY0" fmla="*/ 1092987 h 1323258"/>
              <a:gd name="connsiteX1" fmla="*/ 938561 w 2529283"/>
              <a:gd name="connsiteY1" fmla="*/ 1150539 h 1323258"/>
              <a:gd name="connsiteX2" fmla="*/ 1500667 w 2529283"/>
              <a:gd name="connsiteY2" fmla="*/ 1070855 h 1323258"/>
              <a:gd name="connsiteX3" fmla="*/ 1838958 w 2529283"/>
              <a:gd name="connsiteY3" fmla="*/ 1146835 h 1323258"/>
              <a:gd name="connsiteX4" fmla="*/ 2170041 w 2529283"/>
              <a:gd name="connsiteY4" fmla="*/ 1272867 h 1323258"/>
              <a:gd name="connsiteX5" fmla="*/ 2510359 w 2529283"/>
              <a:gd name="connsiteY5" fmla="*/ 1301127 h 1323258"/>
              <a:gd name="connsiteX6" fmla="*/ 2192063 w 2529283"/>
              <a:gd name="connsiteY6" fmla="*/ 703196 h 1323258"/>
              <a:gd name="connsiteX7" fmla="*/ 1070936 w 2529283"/>
              <a:gd name="connsiteY7" fmla="*/ 0 h 1323258"/>
              <a:gd name="connsiteX0" fmla="*/ 0 w 2529283"/>
              <a:gd name="connsiteY0" fmla="*/ 1092987 h 1361212"/>
              <a:gd name="connsiteX1" fmla="*/ 938561 w 2529283"/>
              <a:gd name="connsiteY1" fmla="*/ 1150539 h 1361212"/>
              <a:gd name="connsiteX2" fmla="*/ 1500667 w 2529283"/>
              <a:gd name="connsiteY2" fmla="*/ 1070855 h 1361212"/>
              <a:gd name="connsiteX3" fmla="*/ 1838958 w 2529283"/>
              <a:gd name="connsiteY3" fmla="*/ 1146835 h 1361212"/>
              <a:gd name="connsiteX4" fmla="*/ 2170041 w 2529283"/>
              <a:gd name="connsiteY4" fmla="*/ 1272867 h 1361212"/>
              <a:gd name="connsiteX5" fmla="*/ 2510359 w 2529283"/>
              <a:gd name="connsiteY5" fmla="*/ 1301127 h 1361212"/>
              <a:gd name="connsiteX6" fmla="*/ 2192063 w 2529283"/>
              <a:gd name="connsiteY6" fmla="*/ 703196 h 1361212"/>
              <a:gd name="connsiteX7" fmla="*/ 1070936 w 2529283"/>
              <a:gd name="connsiteY7" fmla="*/ 0 h 1361212"/>
              <a:gd name="connsiteX0" fmla="*/ 0 w 2529283"/>
              <a:gd name="connsiteY0" fmla="*/ 1092987 h 1361212"/>
              <a:gd name="connsiteX1" fmla="*/ 549460 w 2529283"/>
              <a:gd name="connsiteY1" fmla="*/ 1326467 h 1361212"/>
              <a:gd name="connsiteX2" fmla="*/ 938561 w 2529283"/>
              <a:gd name="connsiteY2" fmla="*/ 1150539 h 1361212"/>
              <a:gd name="connsiteX3" fmla="*/ 1500667 w 2529283"/>
              <a:gd name="connsiteY3" fmla="*/ 1070855 h 1361212"/>
              <a:gd name="connsiteX4" fmla="*/ 1838958 w 2529283"/>
              <a:gd name="connsiteY4" fmla="*/ 1146835 h 1361212"/>
              <a:gd name="connsiteX5" fmla="*/ 2170041 w 2529283"/>
              <a:gd name="connsiteY5" fmla="*/ 1272867 h 1361212"/>
              <a:gd name="connsiteX6" fmla="*/ 2510359 w 2529283"/>
              <a:gd name="connsiteY6" fmla="*/ 1301127 h 1361212"/>
              <a:gd name="connsiteX7" fmla="*/ 2192063 w 2529283"/>
              <a:gd name="connsiteY7" fmla="*/ 703196 h 1361212"/>
              <a:gd name="connsiteX8" fmla="*/ 1070936 w 2529283"/>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1212"/>
              <a:gd name="connsiteX1" fmla="*/ 635629 w 2615452"/>
              <a:gd name="connsiteY1" fmla="*/ 1326467 h 1361212"/>
              <a:gd name="connsiteX2" fmla="*/ 1024730 w 2615452"/>
              <a:gd name="connsiteY2" fmla="*/ 1150539 h 1361212"/>
              <a:gd name="connsiteX3" fmla="*/ 1586836 w 2615452"/>
              <a:gd name="connsiteY3" fmla="*/ 1070855 h 1361212"/>
              <a:gd name="connsiteX4" fmla="*/ 1925127 w 2615452"/>
              <a:gd name="connsiteY4" fmla="*/ 1146835 h 1361212"/>
              <a:gd name="connsiteX5" fmla="*/ 2256210 w 2615452"/>
              <a:gd name="connsiteY5" fmla="*/ 1272867 h 1361212"/>
              <a:gd name="connsiteX6" fmla="*/ 2596528 w 2615452"/>
              <a:gd name="connsiteY6" fmla="*/ 1301127 h 1361212"/>
              <a:gd name="connsiteX7" fmla="*/ 2278232 w 2615452"/>
              <a:gd name="connsiteY7" fmla="*/ 703196 h 1361212"/>
              <a:gd name="connsiteX8" fmla="*/ 1157105 w 2615452"/>
              <a:gd name="connsiteY8" fmla="*/ 0 h 1361212"/>
              <a:gd name="connsiteX0" fmla="*/ 0 w 2615452"/>
              <a:gd name="connsiteY0" fmla="*/ 796242 h 1369264"/>
              <a:gd name="connsiteX1" fmla="*/ 711154 w 2615452"/>
              <a:gd name="connsiteY1" fmla="*/ 1368892 h 1369264"/>
              <a:gd name="connsiteX2" fmla="*/ 1024730 w 2615452"/>
              <a:gd name="connsiteY2" fmla="*/ 1150539 h 1369264"/>
              <a:gd name="connsiteX3" fmla="*/ 1586836 w 2615452"/>
              <a:gd name="connsiteY3" fmla="*/ 1070855 h 1369264"/>
              <a:gd name="connsiteX4" fmla="*/ 1925127 w 2615452"/>
              <a:gd name="connsiteY4" fmla="*/ 1146835 h 1369264"/>
              <a:gd name="connsiteX5" fmla="*/ 2256210 w 2615452"/>
              <a:gd name="connsiteY5" fmla="*/ 1272867 h 1369264"/>
              <a:gd name="connsiteX6" fmla="*/ 2596528 w 2615452"/>
              <a:gd name="connsiteY6" fmla="*/ 1301127 h 1369264"/>
              <a:gd name="connsiteX7" fmla="*/ 2278232 w 2615452"/>
              <a:gd name="connsiteY7" fmla="*/ 703196 h 1369264"/>
              <a:gd name="connsiteX8" fmla="*/ 1157105 w 2615452"/>
              <a:gd name="connsiteY8" fmla="*/ 0 h 1369264"/>
              <a:gd name="connsiteX0" fmla="*/ 0 w 2684523"/>
              <a:gd name="connsiteY0" fmla="*/ 840767 h 1369264"/>
              <a:gd name="connsiteX1" fmla="*/ 780225 w 2684523"/>
              <a:gd name="connsiteY1" fmla="*/ 1368892 h 1369264"/>
              <a:gd name="connsiteX2" fmla="*/ 1093801 w 2684523"/>
              <a:gd name="connsiteY2" fmla="*/ 1150539 h 1369264"/>
              <a:gd name="connsiteX3" fmla="*/ 1655907 w 2684523"/>
              <a:gd name="connsiteY3" fmla="*/ 1070855 h 1369264"/>
              <a:gd name="connsiteX4" fmla="*/ 1994198 w 2684523"/>
              <a:gd name="connsiteY4" fmla="*/ 1146835 h 1369264"/>
              <a:gd name="connsiteX5" fmla="*/ 2325281 w 2684523"/>
              <a:gd name="connsiteY5" fmla="*/ 1272867 h 1369264"/>
              <a:gd name="connsiteX6" fmla="*/ 2665599 w 2684523"/>
              <a:gd name="connsiteY6" fmla="*/ 1301127 h 1369264"/>
              <a:gd name="connsiteX7" fmla="*/ 2347303 w 2684523"/>
              <a:gd name="connsiteY7" fmla="*/ 703196 h 1369264"/>
              <a:gd name="connsiteX8" fmla="*/ 1226176 w 2684523"/>
              <a:gd name="connsiteY8" fmla="*/ 0 h 1369264"/>
              <a:gd name="connsiteX0" fmla="*/ 0 w 2684523"/>
              <a:gd name="connsiteY0" fmla="*/ 840767 h 1368910"/>
              <a:gd name="connsiteX1" fmla="*/ 329337 w 2684523"/>
              <a:gd name="connsiteY1" fmla="*/ 1033921 h 1368910"/>
              <a:gd name="connsiteX2" fmla="*/ 780225 w 2684523"/>
              <a:gd name="connsiteY2" fmla="*/ 1368892 h 1368910"/>
              <a:gd name="connsiteX3" fmla="*/ 1093801 w 2684523"/>
              <a:gd name="connsiteY3" fmla="*/ 1150539 h 1368910"/>
              <a:gd name="connsiteX4" fmla="*/ 1655907 w 2684523"/>
              <a:gd name="connsiteY4" fmla="*/ 1070855 h 1368910"/>
              <a:gd name="connsiteX5" fmla="*/ 1994198 w 2684523"/>
              <a:gd name="connsiteY5" fmla="*/ 1146835 h 1368910"/>
              <a:gd name="connsiteX6" fmla="*/ 2325281 w 2684523"/>
              <a:gd name="connsiteY6" fmla="*/ 1272867 h 1368910"/>
              <a:gd name="connsiteX7" fmla="*/ 2665599 w 2684523"/>
              <a:gd name="connsiteY7" fmla="*/ 1301127 h 1368910"/>
              <a:gd name="connsiteX8" fmla="*/ 2347303 w 2684523"/>
              <a:gd name="connsiteY8" fmla="*/ 703196 h 1368910"/>
              <a:gd name="connsiteX9" fmla="*/ 1226176 w 2684523"/>
              <a:gd name="connsiteY9" fmla="*/ 0 h 1368910"/>
              <a:gd name="connsiteX0" fmla="*/ 0 w 2684523"/>
              <a:gd name="connsiteY0" fmla="*/ 840767 h 1368907"/>
              <a:gd name="connsiteX1" fmla="*/ 335103 w 2684523"/>
              <a:gd name="connsiteY1" fmla="*/ 981613 h 1368907"/>
              <a:gd name="connsiteX2" fmla="*/ 780225 w 2684523"/>
              <a:gd name="connsiteY2" fmla="*/ 1368892 h 1368907"/>
              <a:gd name="connsiteX3" fmla="*/ 1093801 w 2684523"/>
              <a:gd name="connsiteY3" fmla="*/ 1150539 h 1368907"/>
              <a:gd name="connsiteX4" fmla="*/ 1655907 w 2684523"/>
              <a:gd name="connsiteY4" fmla="*/ 1070855 h 1368907"/>
              <a:gd name="connsiteX5" fmla="*/ 1994198 w 2684523"/>
              <a:gd name="connsiteY5" fmla="*/ 1146835 h 1368907"/>
              <a:gd name="connsiteX6" fmla="*/ 2325281 w 2684523"/>
              <a:gd name="connsiteY6" fmla="*/ 1272867 h 1368907"/>
              <a:gd name="connsiteX7" fmla="*/ 2665599 w 2684523"/>
              <a:gd name="connsiteY7" fmla="*/ 1301127 h 1368907"/>
              <a:gd name="connsiteX8" fmla="*/ 2347303 w 2684523"/>
              <a:gd name="connsiteY8" fmla="*/ 703196 h 1368907"/>
              <a:gd name="connsiteX9" fmla="*/ 1226176 w 2684523"/>
              <a:gd name="connsiteY9" fmla="*/ 0 h 1368907"/>
              <a:gd name="connsiteX0" fmla="*/ 0 w 2684523"/>
              <a:gd name="connsiteY0" fmla="*/ 804244 h 1332384"/>
              <a:gd name="connsiteX1" fmla="*/ 335103 w 2684523"/>
              <a:gd name="connsiteY1" fmla="*/ 945090 h 1332384"/>
              <a:gd name="connsiteX2" fmla="*/ 780225 w 2684523"/>
              <a:gd name="connsiteY2" fmla="*/ 1332369 h 1332384"/>
              <a:gd name="connsiteX3" fmla="*/ 1093801 w 2684523"/>
              <a:gd name="connsiteY3" fmla="*/ 1114016 h 1332384"/>
              <a:gd name="connsiteX4" fmla="*/ 1655907 w 2684523"/>
              <a:gd name="connsiteY4" fmla="*/ 1034332 h 1332384"/>
              <a:gd name="connsiteX5" fmla="*/ 1994198 w 2684523"/>
              <a:gd name="connsiteY5" fmla="*/ 1110312 h 1332384"/>
              <a:gd name="connsiteX6" fmla="*/ 2325281 w 2684523"/>
              <a:gd name="connsiteY6" fmla="*/ 1236344 h 1332384"/>
              <a:gd name="connsiteX7" fmla="*/ 2665599 w 2684523"/>
              <a:gd name="connsiteY7" fmla="*/ 1264604 h 1332384"/>
              <a:gd name="connsiteX8" fmla="*/ 2347303 w 2684523"/>
              <a:gd name="connsiteY8" fmla="*/ 666673 h 1332384"/>
              <a:gd name="connsiteX9" fmla="*/ 1320281 w 2684523"/>
              <a:gd name="connsiteY9" fmla="*/ 0 h 1332384"/>
              <a:gd name="connsiteX0" fmla="*/ 0 w 2684523"/>
              <a:gd name="connsiteY0" fmla="*/ 804244 h 1332384"/>
              <a:gd name="connsiteX1" fmla="*/ 335103 w 2684523"/>
              <a:gd name="connsiteY1" fmla="*/ 945090 h 1332384"/>
              <a:gd name="connsiteX2" fmla="*/ 780225 w 2684523"/>
              <a:gd name="connsiteY2" fmla="*/ 1332369 h 1332384"/>
              <a:gd name="connsiteX3" fmla="*/ 1093801 w 2684523"/>
              <a:gd name="connsiteY3" fmla="*/ 1114016 h 1332384"/>
              <a:gd name="connsiteX4" fmla="*/ 1655907 w 2684523"/>
              <a:gd name="connsiteY4" fmla="*/ 1034332 h 1332384"/>
              <a:gd name="connsiteX5" fmla="*/ 1994198 w 2684523"/>
              <a:gd name="connsiteY5" fmla="*/ 1110312 h 1332384"/>
              <a:gd name="connsiteX6" fmla="*/ 2325281 w 2684523"/>
              <a:gd name="connsiteY6" fmla="*/ 1236344 h 1332384"/>
              <a:gd name="connsiteX7" fmla="*/ 2665599 w 2684523"/>
              <a:gd name="connsiteY7" fmla="*/ 1264604 h 1332384"/>
              <a:gd name="connsiteX8" fmla="*/ 2347303 w 2684523"/>
              <a:gd name="connsiteY8" fmla="*/ 666673 h 1332384"/>
              <a:gd name="connsiteX9" fmla="*/ 1898000 w 2684523"/>
              <a:gd name="connsiteY9" fmla="*/ 411398 h 1332384"/>
              <a:gd name="connsiteX10" fmla="*/ 1320281 w 2684523"/>
              <a:gd name="connsiteY10" fmla="*/ 0 h 1332384"/>
              <a:gd name="connsiteX0" fmla="*/ 0 w 2614893"/>
              <a:gd name="connsiteY0" fmla="*/ 728990 h 1332384"/>
              <a:gd name="connsiteX1" fmla="*/ 265473 w 2614893"/>
              <a:gd name="connsiteY1" fmla="*/ 945090 h 1332384"/>
              <a:gd name="connsiteX2" fmla="*/ 710595 w 2614893"/>
              <a:gd name="connsiteY2" fmla="*/ 1332369 h 1332384"/>
              <a:gd name="connsiteX3" fmla="*/ 1024171 w 2614893"/>
              <a:gd name="connsiteY3" fmla="*/ 1114016 h 1332384"/>
              <a:gd name="connsiteX4" fmla="*/ 1586277 w 2614893"/>
              <a:gd name="connsiteY4" fmla="*/ 1034332 h 1332384"/>
              <a:gd name="connsiteX5" fmla="*/ 1924568 w 2614893"/>
              <a:gd name="connsiteY5" fmla="*/ 1110312 h 1332384"/>
              <a:gd name="connsiteX6" fmla="*/ 2255651 w 2614893"/>
              <a:gd name="connsiteY6" fmla="*/ 1236344 h 1332384"/>
              <a:gd name="connsiteX7" fmla="*/ 2595969 w 2614893"/>
              <a:gd name="connsiteY7" fmla="*/ 1264604 h 1332384"/>
              <a:gd name="connsiteX8" fmla="*/ 2277673 w 2614893"/>
              <a:gd name="connsiteY8" fmla="*/ 666673 h 1332384"/>
              <a:gd name="connsiteX9" fmla="*/ 1828370 w 2614893"/>
              <a:gd name="connsiteY9" fmla="*/ 411398 h 1332384"/>
              <a:gd name="connsiteX10" fmla="*/ 1250651 w 2614893"/>
              <a:gd name="connsiteY10" fmla="*/ 0 h 1332384"/>
              <a:gd name="connsiteX0" fmla="*/ 0 w 2634750"/>
              <a:gd name="connsiteY0" fmla="*/ 728990 h 1332384"/>
              <a:gd name="connsiteX1" fmla="*/ 265473 w 2634750"/>
              <a:gd name="connsiteY1" fmla="*/ 945090 h 1332384"/>
              <a:gd name="connsiteX2" fmla="*/ 710595 w 2634750"/>
              <a:gd name="connsiteY2" fmla="*/ 1332369 h 1332384"/>
              <a:gd name="connsiteX3" fmla="*/ 1024171 w 2634750"/>
              <a:gd name="connsiteY3" fmla="*/ 1114016 h 1332384"/>
              <a:gd name="connsiteX4" fmla="*/ 1586277 w 2634750"/>
              <a:gd name="connsiteY4" fmla="*/ 1034332 h 1332384"/>
              <a:gd name="connsiteX5" fmla="*/ 1924568 w 2634750"/>
              <a:gd name="connsiteY5" fmla="*/ 1110312 h 1332384"/>
              <a:gd name="connsiteX6" fmla="*/ 2255651 w 2634750"/>
              <a:gd name="connsiteY6" fmla="*/ 1236344 h 1332384"/>
              <a:gd name="connsiteX7" fmla="*/ 2595969 w 2634750"/>
              <a:gd name="connsiteY7" fmla="*/ 1264604 h 1332384"/>
              <a:gd name="connsiteX8" fmla="*/ 2437858 w 2634750"/>
              <a:gd name="connsiteY8" fmla="*/ 602125 h 1332384"/>
              <a:gd name="connsiteX9" fmla="*/ 1828370 w 2634750"/>
              <a:gd name="connsiteY9" fmla="*/ 411398 h 1332384"/>
              <a:gd name="connsiteX10" fmla="*/ 1250651 w 2634750"/>
              <a:gd name="connsiteY10" fmla="*/ 0 h 1332384"/>
              <a:gd name="connsiteX0" fmla="*/ 0 w 2634750"/>
              <a:gd name="connsiteY0" fmla="*/ 728990 h 1332384"/>
              <a:gd name="connsiteX1" fmla="*/ 265473 w 2634750"/>
              <a:gd name="connsiteY1" fmla="*/ 945090 h 1332384"/>
              <a:gd name="connsiteX2" fmla="*/ 710595 w 2634750"/>
              <a:gd name="connsiteY2" fmla="*/ 1332369 h 1332384"/>
              <a:gd name="connsiteX3" fmla="*/ 1024171 w 2634750"/>
              <a:gd name="connsiteY3" fmla="*/ 1114016 h 1332384"/>
              <a:gd name="connsiteX4" fmla="*/ 1586277 w 2634750"/>
              <a:gd name="connsiteY4" fmla="*/ 1034332 h 1332384"/>
              <a:gd name="connsiteX5" fmla="*/ 1924568 w 2634750"/>
              <a:gd name="connsiteY5" fmla="*/ 1110312 h 1332384"/>
              <a:gd name="connsiteX6" fmla="*/ 2255651 w 2634750"/>
              <a:gd name="connsiteY6" fmla="*/ 1236344 h 1332384"/>
              <a:gd name="connsiteX7" fmla="*/ 2595969 w 2634750"/>
              <a:gd name="connsiteY7" fmla="*/ 1264604 h 1332384"/>
              <a:gd name="connsiteX8" fmla="*/ 2437858 w 2634750"/>
              <a:gd name="connsiteY8" fmla="*/ 602125 h 1332384"/>
              <a:gd name="connsiteX9" fmla="*/ 2072188 w 2634750"/>
              <a:gd name="connsiteY9" fmla="*/ 382356 h 1332384"/>
              <a:gd name="connsiteX10" fmla="*/ 1250651 w 2634750"/>
              <a:gd name="connsiteY10" fmla="*/ 0 h 1332384"/>
              <a:gd name="connsiteX0" fmla="*/ 0 w 2634750"/>
              <a:gd name="connsiteY0" fmla="*/ 409913 h 1013307"/>
              <a:gd name="connsiteX1" fmla="*/ 265473 w 2634750"/>
              <a:gd name="connsiteY1" fmla="*/ 626013 h 1013307"/>
              <a:gd name="connsiteX2" fmla="*/ 710595 w 2634750"/>
              <a:gd name="connsiteY2" fmla="*/ 1013292 h 1013307"/>
              <a:gd name="connsiteX3" fmla="*/ 1024171 w 2634750"/>
              <a:gd name="connsiteY3" fmla="*/ 794939 h 1013307"/>
              <a:gd name="connsiteX4" fmla="*/ 1586277 w 2634750"/>
              <a:gd name="connsiteY4" fmla="*/ 715255 h 1013307"/>
              <a:gd name="connsiteX5" fmla="*/ 1924568 w 2634750"/>
              <a:gd name="connsiteY5" fmla="*/ 791235 h 1013307"/>
              <a:gd name="connsiteX6" fmla="*/ 2255651 w 2634750"/>
              <a:gd name="connsiteY6" fmla="*/ 917267 h 1013307"/>
              <a:gd name="connsiteX7" fmla="*/ 2595969 w 2634750"/>
              <a:gd name="connsiteY7" fmla="*/ 945527 h 1013307"/>
              <a:gd name="connsiteX8" fmla="*/ 2437858 w 2634750"/>
              <a:gd name="connsiteY8" fmla="*/ 283048 h 1013307"/>
              <a:gd name="connsiteX9" fmla="*/ 2072188 w 2634750"/>
              <a:gd name="connsiteY9" fmla="*/ 63279 h 1013307"/>
              <a:gd name="connsiteX10" fmla="*/ 1861568 w 2634750"/>
              <a:gd name="connsiteY10" fmla="*/ -1 h 1013307"/>
              <a:gd name="connsiteX0" fmla="*/ 0 w 2634750"/>
              <a:gd name="connsiteY0" fmla="*/ 409914 h 1013308"/>
              <a:gd name="connsiteX1" fmla="*/ 265473 w 2634750"/>
              <a:gd name="connsiteY1" fmla="*/ 626014 h 1013308"/>
              <a:gd name="connsiteX2" fmla="*/ 710595 w 2634750"/>
              <a:gd name="connsiteY2" fmla="*/ 1013293 h 1013308"/>
              <a:gd name="connsiteX3" fmla="*/ 1024171 w 2634750"/>
              <a:gd name="connsiteY3" fmla="*/ 794940 h 1013308"/>
              <a:gd name="connsiteX4" fmla="*/ 1586277 w 2634750"/>
              <a:gd name="connsiteY4" fmla="*/ 715256 h 1013308"/>
              <a:gd name="connsiteX5" fmla="*/ 1924568 w 2634750"/>
              <a:gd name="connsiteY5" fmla="*/ 791236 h 1013308"/>
              <a:gd name="connsiteX6" fmla="*/ 2255651 w 2634750"/>
              <a:gd name="connsiteY6" fmla="*/ 917268 h 1013308"/>
              <a:gd name="connsiteX7" fmla="*/ 2595969 w 2634750"/>
              <a:gd name="connsiteY7" fmla="*/ 945528 h 1013308"/>
              <a:gd name="connsiteX8" fmla="*/ 2437858 w 2634750"/>
              <a:gd name="connsiteY8" fmla="*/ 283049 h 1013308"/>
              <a:gd name="connsiteX9" fmla="*/ 2128822 w 2634750"/>
              <a:gd name="connsiteY9" fmla="*/ 78083 h 1013308"/>
              <a:gd name="connsiteX10" fmla="*/ 1861568 w 2634750"/>
              <a:gd name="connsiteY10" fmla="*/ 0 h 1013308"/>
              <a:gd name="connsiteX0" fmla="*/ 0 w 2634750"/>
              <a:gd name="connsiteY0" fmla="*/ 409914 h 1013308"/>
              <a:gd name="connsiteX1" fmla="*/ 265473 w 2634750"/>
              <a:gd name="connsiteY1" fmla="*/ 626014 h 1013308"/>
              <a:gd name="connsiteX2" fmla="*/ 710595 w 2634750"/>
              <a:gd name="connsiteY2" fmla="*/ 1013293 h 1013308"/>
              <a:gd name="connsiteX3" fmla="*/ 1024171 w 2634750"/>
              <a:gd name="connsiteY3" fmla="*/ 794940 h 1013308"/>
              <a:gd name="connsiteX4" fmla="*/ 1586277 w 2634750"/>
              <a:gd name="connsiteY4" fmla="*/ 715256 h 1013308"/>
              <a:gd name="connsiteX5" fmla="*/ 1924568 w 2634750"/>
              <a:gd name="connsiteY5" fmla="*/ 791236 h 1013308"/>
              <a:gd name="connsiteX6" fmla="*/ 2255651 w 2634750"/>
              <a:gd name="connsiteY6" fmla="*/ 917268 h 1013308"/>
              <a:gd name="connsiteX7" fmla="*/ 2595969 w 2634750"/>
              <a:gd name="connsiteY7" fmla="*/ 945528 h 1013308"/>
              <a:gd name="connsiteX8" fmla="*/ 2437858 w 2634750"/>
              <a:gd name="connsiteY8" fmla="*/ 283049 h 1013308"/>
              <a:gd name="connsiteX9" fmla="*/ 2128822 w 2634750"/>
              <a:gd name="connsiteY9" fmla="*/ 78083 h 1013308"/>
              <a:gd name="connsiteX10" fmla="*/ 1861568 w 2634750"/>
              <a:gd name="connsiteY10" fmla="*/ 0 h 1013308"/>
              <a:gd name="connsiteX0" fmla="*/ 0 w 2369277"/>
              <a:gd name="connsiteY0" fmla="*/ 626014 h 1013308"/>
              <a:gd name="connsiteX1" fmla="*/ 445122 w 2369277"/>
              <a:gd name="connsiteY1" fmla="*/ 1013293 h 1013308"/>
              <a:gd name="connsiteX2" fmla="*/ 758698 w 2369277"/>
              <a:gd name="connsiteY2" fmla="*/ 794940 h 1013308"/>
              <a:gd name="connsiteX3" fmla="*/ 1320804 w 2369277"/>
              <a:gd name="connsiteY3" fmla="*/ 715256 h 1013308"/>
              <a:gd name="connsiteX4" fmla="*/ 1659095 w 2369277"/>
              <a:gd name="connsiteY4" fmla="*/ 791236 h 1013308"/>
              <a:gd name="connsiteX5" fmla="*/ 1990178 w 2369277"/>
              <a:gd name="connsiteY5" fmla="*/ 917268 h 1013308"/>
              <a:gd name="connsiteX6" fmla="*/ 2330496 w 2369277"/>
              <a:gd name="connsiteY6" fmla="*/ 945528 h 1013308"/>
              <a:gd name="connsiteX7" fmla="*/ 2172385 w 2369277"/>
              <a:gd name="connsiteY7" fmla="*/ 283049 h 1013308"/>
              <a:gd name="connsiteX8" fmla="*/ 1863349 w 2369277"/>
              <a:gd name="connsiteY8" fmla="*/ 78083 h 1013308"/>
              <a:gd name="connsiteX9" fmla="*/ 1596095 w 2369277"/>
              <a:gd name="connsiteY9" fmla="*/ 0 h 1013308"/>
              <a:gd name="connsiteX0" fmla="*/ 0 w 1924155"/>
              <a:gd name="connsiteY0" fmla="*/ 1013293 h 1013292"/>
              <a:gd name="connsiteX1" fmla="*/ 313576 w 1924155"/>
              <a:gd name="connsiteY1" fmla="*/ 794940 h 1013292"/>
              <a:gd name="connsiteX2" fmla="*/ 875682 w 1924155"/>
              <a:gd name="connsiteY2" fmla="*/ 715256 h 1013292"/>
              <a:gd name="connsiteX3" fmla="*/ 1213973 w 1924155"/>
              <a:gd name="connsiteY3" fmla="*/ 791236 h 1013292"/>
              <a:gd name="connsiteX4" fmla="*/ 1545056 w 1924155"/>
              <a:gd name="connsiteY4" fmla="*/ 917268 h 1013292"/>
              <a:gd name="connsiteX5" fmla="*/ 1885374 w 1924155"/>
              <a:gd name="connsiteY5" fmla="*/ 945528 h 1013292"/>
              <a:gd name="connsiteX6" fmla="*/ 1727263 w 1924155"/>
              <a:gd name="connsiteY6" fmla="*/ 283049 h 1013292"/>
              <a:gd name="connsiteX7" fmla="*/ 1418227 w 1924155"/>
              <a:gd name="connsiteY7" fmla="*/ 78083 h 1013292"/>
              <a:gd name="connsiteX8" fmla="*/ 1150973 w 1924155"/>
              <a:gd name="connsiteY8" fmla="*/ 0 h 1013292"/>
              <a:gd name="connsiteX0" fmla="*/ 0 w 1924155"/>
              <a:gd name="connsiteY0" fmla="*/ 1013293 h 1013293"/>
              <a:gd name="connsiteX1" fmla="*/ 364204 w 1924155"/>
              <a:gd name="connsiteY1" fmla="*/ 818608 h 1013293"/>
              <a:gd name="connsiteX2" fmla="*/ 875682 w 1924155"/>
              <a:gd name="connsiteY2" fmla="*/ 715256 h 1013293"/>
              <a:gd name="connsiteX3" fmla="*/ 1213973 w 1924155"/>
              <a:gd name="connsiteY3" fmla="*/ 791236 h 1013293"/>
              <a:gd name="connsiteX4" fmla="*/ 1545056 w 1924155"/>
              <a:gd name="connsiteY4" fmla="*/ 917268 h 1013293"/>
              <a:gd name="connsiteX5" fmla="*/ 1885374 w 1924155"/>
              <a:gd name="connsiteY5" fmla="*/ 945528 h 1013293"/>
              <a:gd name="connsiteX6" fmla="*/ 1727263 w 1924155"/>
              <a:gd name="connsiteY6" fmla="*/ 283049 h 1013293"/>
              <a:gd name="connsiteX7" fmla="*/ 1418227 w 1924155"/>
              <a:gd name="connsiteY7" fmla="*/ 78083 h 1013293"/>
              <a:gd name="connsiteX8" fmla="*/ 1150973 w 1924155"/>
              <a:gd name="connsiteY8" fmla="*/ 0 h 1013293"/>
              <a:gd name="connsiteX0" fmla="*/ 0 w 1924155"/>
              <a:gd name="connsiteY0" fmla="*/ 1013293 h 1013293"/>
              <a:gd name="connsiteX1" fmla="*/ 364204 w 1924155"/>
              <a:gd name="connsiteY1" fmla="*/ 818608 h 1013293"/>
              <a:gd name="connsiteX2" fmla="*/ 875682 w 1924155"/>
              <a:gd name="connsiteY2" fmla="*/ 715256 h 1013293"/>
              <a:gd name="connsiteX3" fmla="*/ 1213973 w 1924155"/>
              <a:gd name="connsiteY3" fmla="*/ 791236 h 1013293"/>
              <a:gd name="connsiteX4" fmla="*/ 1885374 w 1924155"/>
              <a:gd name="connsiteY4" fmla="*/ 945528 h 1013293"/>
              <a:gd name="connsiteX5" fmla="*/ 1727263 w 1924155"/>
              <a:gd name="connsiteY5" fmla="*/ 283049 h 1013293"/>
              <a:gd name="connsiteX6" fmla="*/ 1418227 w 1924155"/>
              <a:gd name="connsiteY6" fmla="*/ 78083 h 1013293"/>
              <a:gd name="connsiteX7" fmla="*/ 1150973 w 1924155"/>
              <a:gd name="connsiteY7" fmla="*/ 0 h 1013293"/>
              <a:gd name="connsiteX0" fmla="*/ 1 w 1559952"/>
              <a:gd name="connsiteY0" fmla="*/ 818608 h 966186"/>
              <a:gd name="connsiteX1" fmla="*/ 511479 w 1559952"/>
              <a:gd name="connsiteY1" fmla="*/ 715256 h 966186"/>
              <a:gd name="connsiteX2" fmla="*/ 849770 w 1559952"/>
              <a:gd name="connsiteY2" fmla="*/ 791236 h 966186"/>
              <a:gd name="connsiteX3" fmla="*/ 1521171 w 1559952"/>
              <a:gd name="connsiteY3" fmla="*/ 945528 h 966186"/>
              <a:gd name="connsiteX4" fmla="*/ 1363060 w 1559952"/>
              <a:gd name="connsiteY4" fmla="*/ 283049 h 966186"/>
              <a:gd name="connsiteX5" fmla="*/ 1054024 w 1559952"/>
              <a:gd name="connsiteY5" fmla="*/ 78083 h 966186"/>
              <a:gd name="connsiteX6" fmla="*/ 786770 w 1559952"/>
              <a:gd name="connsiteY6" fmla="*/ 0 h 966186"/>
              <a:gd name="connsiteX0" fmla="*/ -1 w 1559950"/>
              <a:gd name="connsiteY0" fmla="*/ 740525 h 888105"/>
              <a:gd name="connsiteX1" fmla="*/ 511477 w 1559950"/>
              <a:gd name="connsiteY1" fmla="*/ 637173 h 888105"/>
              <a:gd name="connsiteX2" fmla="*/ 849768 w 1559950"/>
              <a:gd name="connsiteY2" fmla="*/ 713153 h 888105"/>
              <a:gd name="connsiteX3" fmla="*/ 1521169 w 1559950"/>
              <a:gd name="connsiteY3" fmla="*/ 867445 h 888105"/>
              <a:gd name="connsiteX4" fmla="*/ 1363058 w 1559950"/>
              <a:gd name="connsiteY4" fmla="*/ 204966 h 888105"/>
              <a:gd name="connsiteX5" fmla="*/ 1054022 w 1559950"/>
              <a:gd name="connsiteY5" fmla="*/ 0 h 888105"/>
              <a:gd name="connsiteX0" fmla="*/ 1 w 1559952"/>
              <a:gd name="connsiteY0" fmla="*/ 645195 h 792773"/>
              <a:gd name="connsiteX1" fmla="*/ 511479 w 1559952"/>
              <a:gd name="connsiteY1" fmla="*/ 541843 h 792773"/>
              <a:gd name="connsiteX2" fmla="*/ 849770 w 1559952"/>
              <a:gd name="connsiteY2" fmla="*/ 617823 h 792773"/>
              <a:gd name="connsiteX3" fmla="*/ 1521171 w 1559952"/>
              <a:gd name="connsiteY3" fmla="*/ 772115 h 792773"/>
              <a:gd name="connsiteX4" fmla="*/ 1363060 w 1559952"/>
              <a:gd name="connsiteY4" fmla="*/ 109636 h 792773"/>
              <a:gd name="connsiteX5" fmla="*/ 732130 w 1559952"/>
              <a:gd name="connsiteY5" fmla="*/ 0 h 792773"/>
              <a:gd name="connsiteX0" fmla="*/ -1 w 1559950"/>
              <a:gd name="connsiteY0" fmla="*/ 645195 h 792775"/>
              <a:gd name="connsiteX1" fmla="*/ 511477 w 1559950"/>
              <a:gd name="connsiteY1" fmla="*/ 541843 h 792775"/>
              <a:gd name="connsiteX2" fmla="*/ 849768 w 1559950"/>
              <a:gd name="connsiteY2" fmla="*/ 617823 h 792775"/>
              <a:gd name="connsiteX3" fmla="*/ 1521169 w 1559950"/>
              <a:gd name="connsiteY3" fmla="*/ 772115 h 792775"/>
              <a:gd name="connsiteX4" fmla="*/ 1363058 w 1559950"/>
              <a:gd name="connsiteY4" fmla="*/ 109636 h 792775"/>
              <a:gd name="connsiteX5" fmla="*/ 732128 w 1559950"/>
              <a:gd name="connsiteY5" fmla="*/ 0 h 792775"/>
              <a:gd name="connsiteX0" fmla="*/ 1 w 1461378"/>
              <a:gd name="connsiteY0" fmla="*/ 645195 h 660335"/>
              <a:gd name="connsiteX1" fmla="*/ 511479 w 1461378"/>
              <a:gd name="connsiteY1" fmla="*/ 541843 h 660335"/>
              <a:gd name="connsiteX2" fmla="*/ 849770 w 1461378"/>
              <a:gd name="connsiteY2" fmla="*/ 617823 h 660335"/>
              <a:gd name="connsiteX3" fmla="*/ 1340723 w 1461378"/>
              <a:gd name="connsiteY3" fmla="*/ 620346 h 660335"/>
              <a:gd name="connsiteX4" fmla="*/ 1363060 w 1461378"/>
              <a:gd name="connsiteY4" fmla="*/ 109636 h 660335"/>
              <a:gd name="connsiteX5" fmla="*/ 732130 w 1461378"/>
              <a:gd name="connsiteY5" fmla="*/ 0 h 660335"/>
              <a:gd name="connsiteX0" fmla="*/ -1 w 1461378"/>
              <a:gd name="connsiteY0" fmla="*/ 645195 h 646994"/>
              <a:gd name="connsiteX1" fmla="*/ 511477 w 1461378"/>
              <a:gd name="connsiteY1" fmla="*/ 541843 h 646994"/>
              <a:gd name="connsiteX2" fmla="*/ 883449 w 1461378"/>
              <a:gd name="connsiteY2" fmla="*/ 548842 h 646994"/>
              <a:gd name="connsiteX3" fmla="*/ 1340721 w 1461378"/>
              <a:gd name="connsiteY3" fmla="*/ 620346 h 646994"/>
              <a:gd name="connsiteX4" fmla="*/ 1363058 w 1461378"/>
              <a:gd name="connsiteY4" fmla="*/ 109636 h 646994"/>
              <a:gd name="connsiteX5" fmla="*/ 732128 w 1461378"/>
              <a:gd name="connsiteY5" fmla="*/ 0 h 646994"/>
              <a:gd name="connsiteX0" fmla="*/ 1 w 1461378"/>
              <a:gd name="connsiteY0" fmla="*/ 760459 h 762258"/>
              <a:gd name="connsiteX1" fmla="*/ 511479 w 1461378"/>
              <a:gd name="connsiteY1" fmla="*/ 657107 h 762258"/>
              <a:gd name="connsiteX2" fmla="*/ 883451 w 1461378"/>
              <a:gd name="connsiteY2" fmla="*/ 664106 h 762258"/>
              <a:gd name="connsiteX3" fmla="*/ 1340723 w 1461378"/>
              <a:gd name="connsiteY3" fmla="*/ 735610 h 762258"/>
              <a:gd name="connsiteX4" fmla="*/ 1363060 w 1461378"/>
              <a:gd name="connsiteY4" fmla="*/ 224900 h 762258"/>
              <a:gd name="connsiteX5" fmla="*/ 843243 w 1461378"/>
              <a:gd name="connsiteY5" fmla="*/ 0 h 762258"/>
              <a:gd name="connsiteX0" fmla="*/ -1 w 1424871"/>
              <a:gd name="connsiteY0" fmla="*/ 760459 h 762258"/>
              <a:gd name="connsiteX1" fmla="*/ 511477 w 1424871"/>
              <a:gd name="connsiteY1" fmla="*/ 657107 h 762258"/>
              <a:gd name="connsiteX2" fmla="*/ 883449 w 1424871"/>
              <a:gd name="connsiteY2" fmla="*/ 664106 h 762258"/>
              <a:gd name="connsiteX3" fmla="*/ 1340721 w 1424871"/>
              <a:gd name="connsiteY3" fmla="*/ 735610 h 762258"/>
              <a:gd name="connsiteX4" fmla="*/ 1303313 w 1424871"/>
              <a:gd name="connsiteY4" fmla="*/ 228185 h 762258"/>
              <a:gd name="connsiteX5" fmla="*/ 843241 w 1424871"/>
              <a:gd name="connsiteY5" fmla="*/ 0 h 762258"/>
              <a:gd name="connsiteX0" fmla="*/ 1 w 1413409"/>
              <a:gd name="connsiteY0" fmla="*/ 760459 h 760460"/>
              <a:gd name="connsiteX1" fmla="*/ 511479 w 1413409"/>
              <a:gd name="connsiteY1" fmla="*/ 657107 h 760460"/>
              <a:gd name="connsiteX2" fmla="*/ 883451 w 1413409"/>
              <a:gd name="connsiteY2" fmla="*/ 664106 h 760460"/>
              <a:gd name="connsiteX3" fmla="*/ 1313813 w 1413409"/>
              <a:gd name="connsiteY3" fmla="*/ 678419 h 760460"/>
              <a:gd name="connsiteX4" fmla="*/ 1303315 w 1413409"/>
              <a:gd name="connsiteY4" fmla="*/ 228185 h 760460"/>
              <a:gd name="connsiteX5" fmla="*/ 843243 w 1413409"/>
              <a:gd name="connsiteY5" fmla="*/ 0 h 760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409" h="760460">
                <a:moveTo>
                  <a:pt x="1" y="760459"/>
                </a:moveTo>
                <a:cubicBezTo>
                  <a:pt x="145948" y="710786"/>
                  <a:pt x="364237" y="673166"/>
                  <a:pt x="511479" y="657107"/>
                </a:cubicBezTo>
                <a:cubicBezTo>
                  <a:pt x="658721" y="641048"/>
                  <a:pt x="749729" y="660554"/>
                  <a:pt x="883451" y="664106"/>
                </a:cubicBezTo>
                <a:cubicBezTo>
                  <a:pt x="1017173" y="667658"/>
                  <a:pt x="1228265" y="763117"/>
                  <a:pt x="1313813" y="678419"/>
                </a:cubicBezTo>
                <a:cubicBezTo>
                  <a:pt x="1398059" y="590906"/>
                  <a:pt x="1492527" y="386237"/>
                  <a:pt x="1303315" y="228185"/>
                </a:cubicBezTo>
                <a:cubicBezTo>
                  <a:pt x="1185540" y="79436"/>
                  <a:pt x="1012326" y="54879"/>
                  <a:pt x="843243" y="0"/>
                </a:cubicBezTo>
              </a:path>
            </a:pathLst>
          </a:custGeom>
          <a:noFill/>
          <a:ln w="9525" cap="rnd">
            <a:solidFill>
              <a:schemeClr val="tx1">
                <a:alpha val="35000"/>
              </a:schemeClr>
            </a:solidFill>
            <a:prstDash val="solid"/>
            <a:round/>
          </a:ln>
        </p:spPr>
        <p:txBody>
          <a:bodyPr rtlCol="0" anchor="ctr"/>
          <a:lstStyle/>
          <a:p>
            <a:endParaRPr lang="en-US"/>
          </a:p>
        </p:txBody>
      </p:sp>
    </p:spTree>
    <p:extLst>
      <p:ext uri="{BB962C8B-B14F-4D97-AF65-F5344CB8AC3E}">
        <p14:creationId xmlns:p14="http://schemas.microsoft.com/office/powerpoint/2010/main" val="78177830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 Subtitle + Photo_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294065" y="361576"/>
            <a:ext cx="9603970" cy="488575"/>
          </a:xfrm>
        </p:spPr>
        <p:txBody>
          <a:bodyPr anchor="t">
            <a:noAutofit/>
          </a:bodyPr>
          <a:lstStyle>
            <a:lvl1pPr algn="l">
              <a:defRPr sz="4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308517" y="851333"/>
            <a:ext cx="9588518" cy="422516"/>
          </a:xfrm>
        </p:spPr>
        <p:txBody>
          <a:bodyPr>
            <a:normAutofit/>
          </a:bodyPr>
          <a:lstStyle>
            <a:lvl1pPr marL="0" indent="0" algn="l">
              <a:buNone/>
              <a:defRPr sz="16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49" name="Freeform: Shape 48">
            <a:extLst>
              <a:ext uri="{FF2B5EF4-FFF2-40B4-BE49-F238E27FC236}">
                <a16:creationId xmlns:a16="http://schemas.microsoft.com/office/drawing/2014/main" id="{F5569DF5-EA9E-FBF9-F4BC-17D125AFED5C}"/>
              </a:ext>
            </a:extLst>
          </p:cNvPr>
          <p:cNvSpPr/>
          <p:nvPr/>
        </p:nvSpPr>
        <p:spPr>
          <a:xfrm rot="5400000">
            <a:off x="8694323" y="-1061241"/>
            <a:ext cx="2441818" cy="4535188"/>
          </a:xfrm>
          <a:custGeom>
            <a:avLst/>
            <a:gdLst>
              <a:gd name="connsiteX0" fmla="*/ 0 w 3296088"/>
              <a:gd name="connsiteY0" fmla="*/ 5012722 h 5012722"/>
              <a:gd name="connsiteX1" fmla="*/ 244031 w 3296088"/>
              <a:gd name="connsiteY1" fmla="*/ 4820222 h 5012722"/>
              <a:gd name="connsiteX2" fmla="*/ 729234 w 3296088"/>
              <a:gd name="connsiteY2" fmla="*/ 4360641 h 5012722"/>
              <a:gd name="connsiteX3" fmla="*/ 881444 w 3296088"/>
              <a:gd name="connsiteY3" fmla="*/ 4173950 h 5012722"/>
              <a:gd name="connsiteX4" fmla="*/ 1151287 w 3296088"/>
              <a:gd name="connsiteY4" fmla="*/ 3972877 h 5012722"/>
              <a:gd name="connsiteX5" fmla="*/ 1498664 w 3296088"/>
              <a:gd name="connsiteY5" fmla="*/ 3786188 h 5012722"/>
              <a:gd name="connsiteX6" fmla="*/ 1716881 w 3296088"/>
              <a:gd name="connsiteY6" fmla="*/ 3674174 h 5012722"/>
              <a:gd name="connsiteX7" fmla="*/ 1913573 w 3296088"/>
              <a:gd name="connsiteY7" fmla="*/ 3477387 h 5012722"/>
              <a:gd name="connsiteX8" fmla="*/ 2167700 w 3296088"/>
              <a:gd name="connsiteY8" fmla="*/ 3042190 h 5012722"/>
              <a:gd name="connsiteX9" fmla="*/ 2273903 w 3296088"/>
              <a:gd name="connsiteY9" fmla="*/ 2775014 h 5012722"/>
              <a:gd name="connsiteX10" fmla="*/ 2463356 w 3296088"/>
              <a:gd name="connsiteY10" fmla="*/ 2335530 h 5012722"/>
              <a:gd name="connsiteX11" fmla="*/ 2741866 w 3296088"/>
              <a:gd name="connsiteY11" fmla="*/ 1982248 h 5012722"/>
              <a:gd name="connsiteX12" fmla="*/ 2985897 w 3296088"/>
              <a:gd name="connsiteY12" fmla="*/ 1634681 h 5012722"/>
              <a:gd name="connsiteX13" fmla="*/ 3212687 w 3296088"/>
              <a:gd name="connsiteY13" fmla="*/ 1226820 h 5012722"/>
              <a:gd name="connsiteX14" fmla="*/ 3281553 w 3296088"/>
              <a:gd name="connsiteY14" fmla="*/ 959644 h 5012722"/>
              <a:gd name="connsiteX15" fmla="*/ 3295936 w 3296088"/>
              <a:gd name="connsiteY15" fmla="*/ 701135 h 5012722"/>
              <a:gd name="connsiteX16" fmla="*/ 3267266 w 3296088"/>
              <a:gd name="connsiteY16" fmla="*/ 436817 h 5012722"/>
              <a:gd name="connsiteX17" fmla="*/ 3105341 w 3296088"/>
              <a:gd name="connsiteY17" fmla="*/ 0 h 5012722"/>
              <a:gd name="connsiteX0" fmla="*/ 0 w 3200546"/>
              <a:gd name="connsiteY0" fmla="*/ 5472335 h 5472335"/>
              <a:gd name="connsiteX1" fmla="*/ 148488 w 3200546"/>
              <a:gd name="connsiteY1" fmla="*/ 4820222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472335 h 5472335"/>
              <a:gd name="connsiteX1" fmla="*/ 279232 w 3200546"/>
              <a:gd name="connsiteY1" fmla="*/ 5033096 h 5472335"/>
              <a:gd name="connsiteX2" fmla="*/ 633691 w 3200546"/>
              <a:gd name="connsiteY2" fmla="*/ 4360641 h 5472335"/>
              <a:gd name="connsiteX3" fmla="*/ 785901 w 3200546"/>
              <a:gd name="connsiteY3" fmla="*/ 4173950 h 5472335"/>
              <a:gd name="connsiteX4" fmla="*/ 1055744 w 3200546"/>
              <a:gd name="connsiteY4" fmla="*/ 3972877 h 5472335"/>
              <a:gd name="connsiteX5" fmla="*/ 1403121 w 3200546"/>
              <a:gd name="connsiteY5" fmla="*/ 3786188 h 5472335"/>
              <a:gd name="connsiteX6" fmla="*/ 1621338 w 3200546"/>
              <a:gd name="connsiteY6" fmla="*/ 3674174 h 5472335"/>
              <a:gd name="connsiteX7" fmla="*/ 1818030 w 3200546"/>
              <a:gd name="connsiteY7" fmla="*/ 3477387 h 5472335"/>
              <a:gd name="connsiteX8" fmla="*/ 2072157 w 3200546"/>
              <a:gd name="connsiteY8" fmla="*/ 3042190 h 5472335"/>
              <a:gd name="connsiteX9" fmla="*/ 2178360 w 3200546"/>
              <a:gd name="connsiteY9" fmla="*/ 2775014 h 5472335"/>
              <a:gd name="connsiteX10" fmla="*/ 2367813 w 3200546"/>
              <a:gd name="connsiteY10" fmla="*/ 2335530 h 5472335"/>
              <a:gd name="connsiteX11" fmla="*/ 2646323 w 3200546"/>
              <a:gd name="connsiteY11" fmla="*/ 1982248 h 5472335"/>
              <a:gd name="connsiteX12" fmla="*/ 2890354 w 3200546"/>
              <a:gd name="connsiteY12" fmla="*/ 1634681 h 5472335"/>
              <a:gd name="connsiteX13" fmla="*/ 3117144 w 3200546"/>
              <a:gd name="connsiteY13" fmla="*/ 1226820 h 5472335"/>
              <a:gd name="connsiteX14" fmla="*/ 3186010 w 3200546"/>
              <a:gd name="connsiteY14" fmla="*/ 959644 h 5472335"/>
              <a:gd name="connsiteX15" fmla="*/ 3200393 w 3200546"/>
              <a:gd name="connsiteY15" fmla="*/ 701135 h 5472335"/>
              <a:gd name="connsiteX16" fmla="*/ 3171723 w 3200546"/>
              <a:gd name="connsiteY16" fmla="*/ 436817 h 5472335"/>
              <a:gd name="connsiteX17" fmla="*/ 3009798 w 3200546"/>
              <a:gd name="connsiteY17" fmla="*/ 0 h 5472335"/>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71723 w 3200546"/>
              <a:gd name="connsiteY16" fmla="*/ 475701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90354 w 3200546"/>
              <a:gd name="connsiteY12" fmla="*/ 1673565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367813 w 3200546"/>
              <a:gd name="connsiteY10" fmla="*/ 2374414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279232 w 3200546"/>
              <a:gd name="connsiteY1" fmla="*/ 507198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200546"/>
              <a:gd name="connsiteY0" fmla="*/ 5511219 h 5511219"/>
              <a:gd name="connsiteX1" fmla="*/ 328964 w 3200546"/>
              <a:gd name="connsiteY1" fmla="*/ 5232590 h 5511219"/>
              <a:gd name="connsiteX2" fmla="*/ 633691 w 3200546"/>
              <a:gd name="connsiteY2" fmla="*/ 4399525 h 5511219"/>
              <a:gd name="connsiteX3" fmla="*/ 785901 w 3200546"/>
              <a:gd name="connsiteY3" fmla="*/ 4212834 h 5511219"/>
              <a:gd name="connsiteX4" fmla="*/ 1055744 w 3200546"/>
              <a:gd name="connsiteY4" fmla="*/ 4011761 h 5511219"/>
              <a:gd name="connsiteX5" fmla="*/ 1403121 w 3200546"/>
              <a:gd name="connsiteY5" fmla="*/ 3825072 h 5511219"/>
              <a:gd name="connsiteX6" fmla="*/ 1621338 w 3200546"/>
              <a:gd name="connsiteY6" fmla="*/ 3713058 h 5511219"/>
              <a:gd name="connsiteX7" fmla="*/ 1818030 w 3200546"/>
              <a:gd name="connsiteY7" fmla="*/ 3516271 h 5511219"/>
              <a:gd name="connsiteX8" fmla="*/ 2072157 w 3200546"/>
              <a:gd name="connsiteY8" fmla="*/ 3081074 h 5511219"/>
              <a:gd name="connsiteX9" fmla="*/ 2178360 w 3200546"/>
              <a:gd name="connsiteY9" fmla="*/ 2813898 h 5511219"/>
              <a:gd name="connsiteX10" fmla="*/ 2285445 w 3200546"/>
              <a:gd name="connsiteY10" fmla="*/ 2376105 h 5511219"/>
              <a:gd name="connsiteX11" fmla="*/ 2646323 w 3200546"/>
              <a:gd name="connsiteY11" fmla="*/ 2021132 h 5511219"/>
              <a:gd name="connsiteX12" fmla="*/ 2853055 w 3200546"/>
              <a:gd name="connsiteY12" fmla="*/ 1653278 h 5511219"/>
              <a:gd name="connsiteX13" fmla="*/ 3117144 w 3200546"/>
              <a:gd name="connsiteY13" fmla="*/ 1265704 h 5511219"/>
              <a:gd name="connsiteX14" fmla="*/ 3186010 w 3200546"/>
              <a:gd name="connsiteY14" fmla="*/ 998528 h 5511219"/>
              <a:gd name="connsiteX15" fmla="*/ 3200393 w 3200546"/>
              <a:gd name="connsiteY15" fmla="*/ 740019 h 5511219"/>
              <a:gd name="connsiteX16" fmla="*/ 3140641 w 3200546"/>
              <a:gd name="connsiteY16" fmla="*/ 328616 h 5511219"/>
              <a:gd name="connsiteX17" fmla="*/ 2879251 w 3200546"/>
              <a:gd name="connsiteY17" fmla="*/ 0 h 5511219"/>
              <a:gd name="connsiteX0" fmla="*/ 0 w 3194330"/>
              <a:gd name="connsiteY0" fmla="*/ 5685354 h 5685354"/>
              <a:gd name="connsiteX1" fmla="*/ 322748 w 3194330"/>
              <a:gd name="connsiteY1" fmla="*/ 5232590 h 5685354"/>
              <a:gd name="connsiteX2" fmla="*/ 627475 w 3194330"/>
              <a:gd name="connsiteY2" fmla="*/ 4399525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0648 w 3194330"/>
              <a:gd name="connsiteY2" fmla="*/ 4604092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79685 w 3194330"/>
              <a:gd name="connsiteY3" fmla="*/ 4212834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3194330"/>
              <a:gd name="connsiteY0" fmla="*/ 5685354 h 5685354"/>
              <a:gd name="connsiteX1" fmla="*/ 322748 w 3194330"/>
              <a:gd name="connsiteY1" fmla="*/ 5232590 h 5685354"/>
              <a:gd name="connsiteX2" fmla="*/ 566864 w 3194330"/>
              <a:gd name="connsiteY2" fmla="*/ 4693696 h 5685354"/>
              <a:gd name="connsiteX3" fmla="*/ 796781 w 3194330"/>
              <a:gd name="connsiteY3" fmla="*/ 4253409 h 5685354"/>
              <a:gd name="connsiteX4" fmla="*/ 1049528 w 3194330"/>
              <a:gd name="connsiteY4" fmla="*/ 4011761 h 5685354"/>
              <a:gd name="connsiteX5" fmla="*/ 1396905 w 3194330"/>
              <a:gd name="connsiteY5" fmla="*/ 3825072 h 5685354"/>
              <a:gd name="connsiteX6" fmla="*/ 1615122 w 3194330"/>
              <a:gd name="connsiteY6" fmla="*/ 3713058 h 5685354"/>
              <a:gd name="connsiteX7" fmla="*/ 1811814 w 3194330"/>
              <a:gd name="connsiteY7" fmla="*/ 3516271 h 5685354"/>
              <a:gd name="connsiteX8" fmla="*/ 2065941 w 3194330"/>
              <a:gd name="connsiteY8" fmla="*/ 3081074 h 5685354"/>
              <a:gd name="connsiteX9" fmla="*/ 2172144 w 3194330"/>
              <a:gd name="connsiteY9" fmla="*/ 2813898 h 5685354"/>
              <a:gd name="connsiteX10" fmla="*/ 2279229 w 3194330"/>
              <a:gd name="connsiteY10" fmla="*/ 2376105 h 5685354"/>
              <a:gd name="connsiteX11" fmla="*/ 2640107 w 3194330"/>
              <a:gd name="connsiteY11" fmla="*/ 2021132 h 5685354"/>
              <a:gd name="connsiteX12" fmla="*/ 2846839 w 3194330"/>
              <a:gd name="connsiteY12" fmla="*/ 1653278 h 5685354"/>
              <a:gd name="connsiteX13" fmla="*/ 3110928 w 3194330"/>
              <a:gd name="connsiteY13" fmla="*/ 1265704 h 5685354"/>
              <a:gd name="connsiteX14" fmla="*/ 3179794 w 3194330"/>
              <a:gd name="connsiteY14" fmla="*/ 998528 h 5685354"/>
              <a:gd name="connsiteX15" fmla="*/ 3194177 w 3194330"/>
              <a:gd name="connsiteY15" fmla="*/ 740019 h 5685354"/>
              <a:gd name="connsiteX16" fmla="*/ 3134425 w 3194330"/>
              <a:gd name="connsiteY16" fmla="*/ 328616 h 5685354"/>
              <a:gd name="connsiteX17" fmla="*/ 2873035 w 3194330"/>
              <a:gd name="connsiteY17" fmla="*/ 0 h 5685354"/>
              <a:gd name="connsiteX0" fmla="*/ 0 w 2871582"/>
              <a:gd name="connsiteY0" fmla="*/ 5232590 h 5232590"/>
              <a:gd name="connsiteX1" fmla="*/ 244116 w 2871582"/>
              <a:gd name="connsiteY1" fmla="*/ 4693696 h 5232590"/>
              <a:gd name="connsiteX2" fmla="*/ 474033 w 2871582"/>
              <a:gd name="connsiteY2" fmla="*/ 4253409 h 5232590"/>
              <a:gd name="connsiteX3" fmla="*/ 726780 w 2871582"/>
              <a:gd name="connsiteY3" fmla="*/ 4011761 h 5232590"/>
              <a:gd name="connsiteX4" fmla="*/ 1074157 w 2871582"/>
              <a:gd name="connsiteY4" fmla="*/ 3825072 h 5232590"/>
              <a:gd name="connsiteX5" fmla="*/ 1292374 w 2871582"/>
              <a:gd name="connsiteY5" fmla="*/ 3713058 h 5232590"/>
              <a:gd name="connsiteX6" fmla="*/ 1489066 w 2871582"/>
              <a:gd name="connsiteY6" fmla="*/ 3516271 h 5232590"/>
              <a:gd name="connsiteX7" fmla="*/ 1743193 w 2871582"/>
              <a:gd name="connsiteY7" fmla="*/ 3081074 h 5232590"/>
              <a:gd name="connsiteX8" fmla="*/ 1849396 w 2871582"/>
              <a:gd name="connsiteY8" fmla="*/ 2813898 h 5232590"/>
              <a:gd name="connsiteX9" fmla="*/ 1956481 w 2871582"/>
              <a:gd name="connsiteY9" fmla="*/ 2376105 h 5232590"/>
              <a:gd name="connsiteX10" fmla="*/ 2317359 w 2871582"/>
              <a:gd name="connsiteY10" fmla="*/ 2021132 h 5232590"/>
              <a:gd name="connsiteX11" fmla="*/ 2524091 w 2871582"/>
              <a:gd name="connsiteY11" fmla="*/ 1653278 h 5232590"/>
              <a:gd name="connsiteX12" fmla="*/ 2788180 w 2871582"/>
              <a:gd name="connsiteY12" fmla="*/ 1265704 h 5232590"/>
              <a:gd name="connsiteX13" fmla="*/ 2857046 w 2871582"/>
              <a:gd name="connsiteY13" fmla="*/ 998528 h 5232590"/>
              <a:gd name="connsiteX14" fmla="*/ 2871429 w 2871582"/>
              <a:gd name="connsiteY14" fmla="*/ 740019 h 5232590"/>
              <a:gd name="connsiteX15" fmla="*/ 2811677 w 2871582"/>
              <a:gd name="connsiteY15" fmla="*/ 328616 h 5232590"/>
              <a:gd name="connsiteX16" fmla="*/ 2550287 w 2871582"/>
              <a:gd name="connsiteY16" fmla="*/ 0 h 5232590"/>
              <a:gd name="connsiteX0" fmla="*/ 0 w 2749748"/>
              <a:gd name="connsiteY0" fmla="*/ 5194160 h 5194160"/>
              <a:gd name="connsiteX1" fmla="*/ 122282 w 2749748"/>
              <a:gd name="connsiteY1" fmla="*/ 4693696 h 5194160"/>
              <a:gd name="connsiteX2" fmla="*/ 352199 w 2749748"/>
              <a:gd name="connsiteY2" fmla="*/ 4253409 h 5194160"/>
              <a:gd name="connsiteX3" fmla="*/ 604946 w 2749748"/>
              <a:gd name="connsiteY3" fmla="*/ 4011761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52199 w 2749748"/>
              <a:gd name="connsiteY2" fmla="*/ 4253409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60903 w 2749748"/>
              <a:gd name="connsiteY2" fmla="*/ 4281814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4160 h 5194160"/>
              <a:gd name="connsiteX1" fmla="*/ 122282 w 2749748"/>
              <a:gd name="connsiteY1" fmla="*/ 4693696 h 5194160"/>
              <a:gd name="connsiteX2" fmla="*/ 360903 w 2749748"/>
              <a:gd name="connsiteY2" fmla="*/ 4281814 h 5194160"/>
              <a:gd name="connsiteX3" fmla="*/ 568398 w 2749748"/>
              <a:gd name="connsiteY3" fmla="*/ 4023457 h 5194160"/>
              <a:gd name="connsiteX4" fmla="*/ 952323 w 2749748"/>
              <a:gd name="connsiteY4" fmla="*/ 3825072 h 5194160"/>
              <a:gd name="connsiteX5" fmla="*/ 1170540 w 2749748"/>
              <a:gd name="connsiteY5" fmla="*/ 3713058 h 5194160"/>
              <a:gd name="connsiteX6" fmla="*/ 1367232 w 2749748"/>
              <a:gd name="connsiteY6" fmla="*/ 3516271 h 5194160"/>
              <a:gd name="connsiteX7" fmla="*/ 1621359 w 2749748"/>
              <a:gd name="connsiteY7" fmla="*/ 3081074 h 5194160"/>
              <a:gd name="connsiteX8" fmla="*/ 1727562 w 2749748"/>
              <a:gd name="connsiteY8" fmla="*/ 2813898 h 5194160"/>
              <a:gd name="connsiteX9" fmla="*/ 1834647 w 2749748"/>
              <a:gd name="connsiteY9" fmla="*/ 2376105 h 5194160"/>
              <a:gd name="connsiteX10" fmla="*/ 2195525 w 2749748"/>
              <a:gd name="connsiteY10" fmla="*/ 2021132 h 5194160"/>
              <a:gd name="connsiteX11" fmla="*/ 2402257 w 2749748"/>
              <a:gd name="connsiteY11" fmla="*/ 1653278 h 5194160"/>
              <a:gd name="connsiteX12" fmla="*/ 2666346 w 2749748"/>
              <a:gd name="connsiteY12" fmla="*/ 1265704 h 5194160"/>
              <a:gd name="connsiteX13" fmla="*/ 2735212 w 2749748"/>
              <a:gd name="connsiteY13" fmla="*/ 998528 h 5194160"/>
              <a:gd name="connsiteX14" fmla="*/ 2749595 w 2749748"/>
              <a:gd name="connsiteY14" fmla="*/ 740019 h 5194160"/>
              <a:gd name="connsiteX15" fmla="*/ 2689843 w 2749748"/>
              <a:gd name="connsiteY15" fmla="*/ 328616 h 5194160"/>
              <a:gd name="connsiteX16" fmla="*/ 2428453 w 2749748"/>
              <a:gd name="connsiteY16" fmla="*/ 0 h 5194160"/>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89843 w 2749748"/>
              <a:gd name="connsiteY15" fmla="*/ 325277 h 5190821"/>
              <a:gd name="connsiteX16" fmla="*/ 2285735 w 2749748"/>
              <a:gd name="connsiteY16" fmla="*/ 0 h 5190821"/>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51552 w 2749748"/>
              <a:gd name="connsiteY15" fmla="*/ 422189 h 5190821"/>
              <a:gd name="connsiteX16" fmla="*/ 2285735 w 2749748"/>
              <a:gd name="connsiteY16" fmla="*/ 0 h 5190821"/>
              <a:gd name="connsiteX0" fmla="*/ 0 w 2749748"/>
              <a:gd name="connsiteY0" fmla="*/ 5190821 h 5190821"/>
              <a:gd name="connsiteX1" fmla="*/ 122282 w 2749748"/>
              <a:gd name="connsiteY1" fmla="*/ 4690357 h 5190821"/>
              <a:gd name="connsiteX2" fmla="*/ 360903 w 2749748"/>
              <a:gd name="connsiteY2" fmla="*/ 4278475 h 5190821"/>
              <a:gd name="connsiteX3" fmla="*/ 568398 w 2749748"/>
              <a:gd name="connsiteY3" fmla="*/ 4020118 h 5190821"/>
              <a:gd name="connsiteX4" fmla="*/ 952323 w 2749748"/>
              <a:gd name="connsiteY4" fmla="*/ 3821733 h 5190821"/>
              <a:gd name="connsiteX5" fmla="*/ 1170540 w 2749748"/>
              <a:gd name="connsiteY5" fmla="*/ 3709719 h 5190821"/>
              <a:gd name="connsiteX6" fmla="*/ 1367232 w 2749748"/>
              <a:gd name="connsiteY6" fmla="*/ 3512932 h 5190821"/>
              <a:gd name="connsiteX7" fmla="*/ 1621359 w 2749748"/>
              <a:gd name="connsiteY7" fmla="*/ 3077735 h 5190821"/>
              <a:gd name="connsiteX8" fmla="*/ 1727562 w 2749748"/>
              <a:gd name="connsiteY8" fmla="*/ 2810559 h 5190821"/>
              <a:gd name="connsiteX9" fmla="*/ 1834647 w 2749748"/>
              <a:gd name="connsiteY9" fmla="*/ 2372766 h 5190821"/>
              <a:gd name="connsiteX10" fmla="*/ 2195525 w 2749748"/>
              <a:gd name="connsiteY10" fmla="*/ 2017793 h 5190821"/>
              <a:gd name="connsiteX11" fmla="*/ 2402257 w 2749748"/>
              <a:gd name="connsiteY11" fmla="*/ 1649939 h 5190821"/>
              <a:gd name="connsiteX12" fmla="*/ 2666346 w 2749748"/>
              <a:gd name="connsiteY12" fmla="*/ 1262365 h 5190821"/>
              <a:gd name="connsiteX13" fmla="*/ 2735212 w 2749748"/>
              <a:gd name="connsiteY13" fmla="*/ 995189 h 5190821"/>
              <a:gd name="connsiteX14" fmla="*/ 2749595 w 2749748"/>
              <a:gd name="connsiteY14" fmla="*/ 736680 h 5190821"/>
              <a:gd name="connsiteX15" fmla="*/ 2651552 w 2749748"/>
              <a:gd name="connsiteY15" fmla="*/ 422189 h 5190821"/>
              <a:gd name="connsiteX16" fmla="*/ 2285735 w 2749748"/>
              <a:gd name="connsiteY16" fmla="*/ 0 h 5190821"/>
              <a:gd name="connsiteX0" fmla="*/ 0 w 2627466"/>
              <a:gd name="connsiteY0" fmla="*/ 4690357 h 4690357"/>
              <a:gd name="connsiteX1" fmla="*/ 238621 w 2627466"/>
              <a:gd name="connsiteY1" fmla="*/ 4278475 h 4690357"/>
              <a:gd name="connsiteX2" fmla="*/ 446116 w 2627466"/>
              <a:gd name="connsiteY2" fmla="*/ 4020118 h 4690357"/>
              <a:gd name="connsiteX3" fmla="*/ 830041 w 2627466"/>
              <a:gd name="connsiteY3" fmla="*/ 3821733 h 4690357"/>
              <a:gd name="connsiteX4" fmla="*/ 1048258 w 2627466"/>
              <a:gd name="connsiteY4" fmla="*/ 3709719 h 4690357"/>
              <a:gd name="connsiteX5" fmla="*/ 1244950 w 2627466"/>
              <a:gd name="connsiteY5" fmla="*/ 3512932 h 4690357"/>
              <a:gd name="connsiteX6" fmla="*/ 1499077 w 2627466"/>
              <a:gd name="connsiteY6" fmla="*/ 3077735 h 4690357"/>
              <a:gd name="connsiteX7" fmla="*/ 1605280 w 2627466"/>
              <a:gd name="connsiteY7" fmla="*/ 2810559 h 4690357"/>
              <a:gd name="connsiteX8" fmla="*/ 1712365 w 2627466"/>
              <a:gd name="connsiteY8" fmla="*/ 2372766 h 4690357"/>
              <a:gd name="connsiteX9" fmla="*/ 2073243 w 2627466"/>
              <a:gd name="connsiteY9" fmla="*/ 2017793 h 4690357"/>
              <a:gd name="connsiteX10" fmla="*/ 2279975 w 2627466"/>
              <a:gd name="connsiteY10" fmla="*/ 1649939 h 4690357"/>
              <a:gd name="connsiteX11" fmla="*/ 2544064 w 2627466"/>
              <a:gd name="connsiteY11" fmla="*/ 1262365 h 4690357"/>
              <a:gd name="connsiteX12" fmla="*/ 2612930 w 2627466"/>
              <a:gd name="connsiteY12" fmla="*/ 995189 h 4690357"/>
              <a:gd name="connsiteX13" fmla="*/ 2627313 w 2627466"/>
              <a:gd name="connsiteY13" fmla="*/ 736680 h 4690357"/>
              <a:gd name="connsiteX14" fmla="*/ 2529270 w 2627466"/>
              <a:gd name="connsiteY14" fmla="*/ 422189 h 4690357"/>
              <a:gd name="connsiteX15" fmla="*/ 2163453 w 2627466"/>
              <a:gd name="connsiteY15" fmla="*/ 0 h 4690357"/>
              <a:gd name="connsiteX0" fmla="*/ 0 w 2388845"/>
              <a:gd name="connsiteY0" fmla="*/ 4278475 h 4278475"/>
              <a:gd name="connsiteX1" fmla="*/ 207495 w 2388845"/>
              <a:gd name="connsiteY1" fmla="*/ 4020118 h 4278475"/>
              <a:gd name="connsiteX2" fmla="*/ 591420 w 2388845"/>
              <a:gd name="connsiteY2" fmla="*/ 3821733 h 4278475"/>
              <a:gd name="connsiteX3" fmla="*/ 809637 w 2388845"/>
              <a:gd name="connsiteY3" fmla="*/ 3709719 h 4278475"/>
              <a:gd name="connsiteX4" fmla="*/ 1006329 w 2388845"/>
              <a:gd name="connsiteY4" fmla="*/ 3512932 h 4278475"/>
              <a:gd name="connsiteX5" fmla="*/ 1260456 w 2388845"/>
              <a:gd name="connsiteY5" fmla="*/ 3077735 h 4278475"/>
              <a:gd name="connsiteX6" fmla="*/ 1366659 w 2388845"/>
              <a:gd name="connsiteY6" fmla="*/ 2810559 h 4278475"/>
              <a:gd name="connsiteX7" fmla="*/ 1473744 w 2388845"/>
              <a:gd name="connsiteY7" fmla="*/ 2372766 h 4278475"/>
              <a:gd name="connsiteX8" fmla="*/ 1834622 w 2388845"/>
              <a:gd name="connsiteY8" fmla="*/ 2017793 h 4278475"/>
              <a:gd name="connsiteX9" fmla="*/ 2041354 w 2388845"/>
              <a:gd name="connsiteY9" fmla="*/ 1649939 h 4278475"/>
              <a:gd name="connsiteX10" fmla="*/ 2305443 w 2388845"/>
              <a:gd name="connsiteY10" fmla="*/ 1262365 h 4278475"/>
              <a:gd name="connsiteX11" fmla="*/ 2374309 w 2388845"/>
              <a:gd name="connsiteY11" fmla="*/ 995189 h 4278475"/>
              <a:gd name="connsiteX12" fmla="*/ 2388692 w 2388845"/>
              <a:gd name="connsiteY12" fmla="*/ 736680 h 4278475"/>
              <a:gd name="connsiteX13" fmla="*/ 2290649 w 2388845"/>
              <a:gd name="connsiteY13" fmla="*/ 422189 h 4278475"/>
              <a:gd name="connsiteX14" fmla="*/ 1924832 w 2388845"/>
              <a:gd name="connsiteY14" fmla="*/ 0 h 4278475"/>
              <a:gd name="connsiteX0" fmla="*/ 0 w 2388845"/>
              <a:gd name="connsiteY0" fmla="*/ 4259625 h 4259625"/>
              <a:gd name="connsiteX1" fmla="*/ 207495 w 2388845"/>
              <a:gd name="connsiteY1" fmla="*/ 4001268 h 4259625"/>
              <a:gd name="connsiteX2" fmla="*/ 591420 w 2388845"/>
              <a:gd name="connsiteY2" fmla="*/ 3802883 h 4259625"/>
              <a:gd name="connsiteX3" fmla="*/ 809637 w 2388845"/>
              <a:gd name="connsiteY3" fmla="*/ 3690869 h 4259625"/>
              <a:gd name="connsiteX4" fmla="*/ 1006329 w 2388845"/>
              <a:gd name="connsiteY4" fmla="*/ 3494082 h 4259625"/>
              <a:gd name="connsiteX5" fmla="*/ 1260456 w 2388845"/>
              <a:gd name="connsiteY5" fmla="*/ 3058885 h 4259625"/>
              <a:gd name="connsiteX6" fmla="*/ 1366659 w 2388845"/>
              <a:gd name="connsiteY6" fmla="*/ 2791709 h 4259625"/>
              <a:gd name="connsiteX7" fmla="*/ 1473744 w 2388845"/>
              <a:gd name="connsiteY7" fmla="*/ 2353916 h 4259625"/>
              <a:gd name="connsiteX8" fmla="*/ 1834622 w 2388845"/>
              <a:gd name="connsiteY8" fmla="*/ 1998943 h 4259625"/>
              <a:gd name="connsiteX9" fmla="*/ 2041354 w 2388845"/>
              <a:gd name="connsiteY9" fmla="*/ 1631089 h 4259625"/>
              <a:gd name="connsiteX10" fmla="*/ 2305443 w 2388845"/>
              <a:gd name="connsiteY10" fmla="*/ 1243515 h 4259625"/>
              <a:gd name="connsiteX11" fmla="*/ 2374309 w 2388845"/>
              <a:gd name="connsiteY11" fmla="*/ 976339 h 4259625"/>
              <a:gd name="connsiteX12" fmla="*/ 2388692 w 2388845"/>
              <a:gd name="connsiteY12" fmla="*/ 717830 h 4259625"/>
              <a:gd name="connsiteX13" fmla="*/ 2290649 w 2388845"/>
              <a:gd name="connsiteY13" fmla="*/ 403339 h 4259625"/>
              <a:gd name="connsiteX14" fmla="*/ 2073210 w 2388845"/>
              <a:gd name="connsiteY14" fmla="*/ 0 h 4259625"/>
              <a:gd name="connsiteX0" fmla="*/ 0 w 2388845"/>
              <a:gd name="connsiteY0" fmla="*/ 4259625 h 4259625"/>
              <a:gd name="connsiteX1" fmla="*/ 207495 w 2388845"/>
              <a:gd name="connsiteY1" fmla="*/ 4001268 h 4259625"/>
              <a:gd name="connsiteX2" fmla="*/ 591420 w 2388845"/>
              <a:gd name="connsiteY2" fmla="*/ 3802883 h 4259625"/>
              <a:gd name="connsiteX3" fmla="*/ 809637 w 2388845"/>
              <a:gd name="connsiteY3" fmla="*/ 3690869 h 4259625"/>
              <a:gd name="connsiteX4" fmla="*/ 1006329 w 2388845"/>
              <a:gd name="connsiteY4" fmla="*/ 3494082 h 4259625"/>
              <a:gd name="connsiteX5" fmla="*/ 1260456 w 2388845"/>
              <a:gd name="connsiteY5" fmla="*/ 3058885 h 4259625"/>
              <a:gd name="connsiteX6" fmla="*/ 1366659 w 2388845"/>
              <a:gd name="connsiteY6" fmla="*/ 2791709 h 4259625"/>
              <a:gd name="connsiteX7" fmla="*/ 1473744 w 2388845"/>
              <a:gd name="connsiteY7" fmla="*/ 2353916 h 4259625"/>
              <a:gd name="connsiteX8" fmla="*/ 1834622 w 2388845"/>
              <a:gd name="connsiteY8" fmla="*/ 1998943 h 4259625"/>
              <a:gd name="connsiteX9" fmla="*/ 2041354 w 2388845"/>
              <a:gd name="connsiteY9" fmla="*/ 1631089 h 4259625"/>
              <a:gd name="connsiteX10" fmla="*/ 2305443 w 2388845"/>
              <a:gd name="connsiteY10" fmla="*/ 1243515 h 4259625"/>
              <a:gd name="connsiteX11" fmla="*/ 2374309 w 2388845"/>
              <a:gd name="connsiteY11" fmla="*/ 976339 h 4259625"/>
              <a:gd name="connsiteX12" fmla="*/ 2388692 w 2388845"/>
              <a:gd name="connsiteY12" fmla="*/ 717830 h 4259625"/>
              <a:gd name="connsiteX13" fmla="*/ 2290649 w 2388845"/>
              <a:gd name="connsiteY13" fmla="*/ 403339 h 4259625"/>
              <a:gd name="connsiteX14" fmla="*/ 2073210 w 2388845"/>
              <a:gd name="connsiteY14" fmla="*/ 0 h 4259625"/>
              <a:gd name="connsiteX0" fmla="*/ 0 w 2388845"/>
              <a:gd name="connsiteY0" fmla="*/ 4259625 h 4259625"/>
              <a:gd name="connsiteX1" fmla="*/ 207495 w 2388845"/>
              <a:gd name="connsiteY1" fmla="*/ 4001268 h 4259625"/>
              <a:gd name="connsiteX2" fmla="*/ 591420 w 2388845"/>
              <a:gd name="connsiteY2" fmla="*/ 3802883 h 4259625"/>
              <a:gd name="connsiteX3" fmla="*/ 809637 w 2388845"/>
              <a:gd name="connsiteY3" fmla="*/ 3690869 h 4259625"/>
              <a:gd name="connsiteX4" fmla="*/ 1006329 w 2388845"/>
              <a:gd name="connsiteY4" fmla="*/ 3494082 h 4259625"/>
              <a:gd name="connsiteX5" fmla="*/ 1260456 w 2388845"/>
              <a:gd name="connsiteY5" fmla="*/ 3058885 h 4259625"/>
              <a:gd name="connsiteX6" fmla="*/ 1366659 w 2388845"/>
              <a:gd name="connsiteY6" fmla="*/ 2791709 h 4259625"/>
              <a:gd name="connsiteX7" fmla="*/ 1473744 w 2388845"/>
              <a:gd name="connsiteY7" fmla="*/ 2353916 h 4259625"/>
              <a:gd name="connsiteX8" fmla="*/ 1834622 w 2388845"/>
              <a:gd name="connsiteY8" fmla="*/ 1998943 h 4259625"/>
              <a:gd name="connsiteX9" fmla="*/ 2041354 w 2388845"/>
              <a:gd name="connsiteY9" fmla="*/ 1631089 h 4259625"/>
              <a:gd name="connsiteX10" fmla="*/ 2305443 w 2388845"/>
              <a:gd name="connsiteY10" fmla="*/ 1243515 h 4259625"/>
              <a:gd name="connsiteX11" fmla="*/ 2374309 w 2388845"/>
              <a:gd name="connsiteY11" fmla="*/ 976339 h 4259625"/>
              <a:gd name="connsiteX12" fmla="*/ 2388692 w 2388845"/>
              <a:gd name="connsiteY12" fmla="*/ 717830 h 4259625"/>
              <a:gd name="connsiteX13" fmla="*/ 2290649 w 2388845"/>
              <a:gd name="connsiteY13" fmla="*/ 403339 h 4259625"/>
              <a:gd name="connsiteX14" fmla="*/ 2073210 w 2388845"/>
              <a:gd name="connsiteY14" fmla="*/ 0 h 4259625"/>
              <a:gd name="connsiteX0" fmla="*/ 0 w 2388842"/>
              <a:gd name="connsiteY0" fmla="*/ 4259625 h 4259625"/>
              <a:gd name="connsiteX1" fmla="*/ 207495 w 2388842"/>
              <a:gd name="connsiteY1" fmla="*/ 4001268 h 4259625"/>
              <a:gd name="connsiteX2" fmla="*/ 591420 w 2388842"/>
              <a:gd name="connsiteY2" fmla="*/ 3802883 h 4259625"/>
              <a:gd name="connsiteX3" fmla="*/ 809637 w 2388842"/>
              <a:gd name="connsiteY3" fmla="*/ 3690869 h 4259625"/>
              <a:gd name="connsiteX4" fmla="*/ 1006329 w 2388842"/>
              <a:gd name="connsiteY4" fmla="*/ 3494082 h 4259625"/>
              <a:gd name="connsiteX5" fmla="*/ 1260456 w 2388842"/>
              <a:gd name="connsiteY5" fmla="*/ 3058885 h 4259625"/>
              <a:gd name="connsiteX6" fmla="*/ 1366659 w 2388842"/>
              <a:gd name="connsiteY6" fmla="*/ 2791709 h 4259625"/>
              <a:gd name="connsiteX7" fmla="*/ 1473744 w 2388842"/>
              <a:gd name="connsiteY7" fmla="*/ 2353916 h 4259625"/>
              <a:gd name="connsiteX8" fmla="*/ 1834622 w 2388842"/>
              <a:gd name="connsiteY8" fmla="*/ 1998943 h 4259625"/>
              <a:gd name="connsiteX9" fmla="*/ 2041354 w 2388842"/>
              <a:gd name="connsiteY9" fmla="*/ 1631089 h 4259625"/>
              <a:gd name="connsiteX10" fmla="*/ 2305443 w 2388842"/>
              <a:gd name="connsiteY10" fmla="*/ 1243515 h 4259625"/>
              <a:gd name="connsiteX11" fmla="*/ 2388692 w 2388842"/>
              <a:gd name="connsiteY11" fmla="*/ 717830 h 4259625"/>
              <a:gd name="connsiteX12" fmla="*/ 2290649 w 2388842"/>
              <a:gd name="connsiteY12" fmla="*/ 403339 h 4259625"/>
              <a:gd name="connsiteX13" fmla="*/ 2073210 w 2388842"/>
              <a:gd name="connsiteY13" fmla="*/ 0 h 4259625"/>
              <a:gd name="connsiteX0" fmla="*/ 0 w 2388980"/>
              <a:gd name="connsiteY0" fmla="*/ 4259625 h 4259625"/>
              <a:gd name="connsiteX1" fmla="*/ 207495 w 2388980"/>
              <a:gd name="connsiteY1" fmla="*/ 4001268 h 4259625"/>
              <a:gd name="connsiteX2" fmla="*/ 591420 w 2388980"/>
              <a:gd name="connsiteY2" fmla="*/ 3802883 h 4259625"/>
              <a:gd name="connsiteX3" fmla="*/ 809637 w 2388980"/>
              <a:gd name="connsiteY3" fmla="*/ 3690869 h 4259625"/>
              <a:gd name="connsiteX4" fmla="*/ 1006329 w 2388980"/>
              <a:gd name="connsiteY4" fmla="*/ 3494082 h 4259625"/>
              <a:gd name="connsiteX5" fmla="*/ 1260456 w 2388980"/>
              <a:gd name="connsiteY5" fmla="*/ 3058885 h 4259625"/>
              <a:gd name="connsiteX6" fmla="*/ 1366659 w 2388980"/>
              <a:gd name="connsiteY6" fmla="*/ 2791709 h 4259625"/>
              <a:gd name="connsiteX7" fmla="*/ 1473744 w 2388980"/>
              <a:gd name="connsiteY7" fmla="*/ 2353916 h 4259625"/>
              <a:gd name="connsiteX8" fmla="*/ 1834622 w 2388980"/>
              <a:gd name="connsiteY8" fmla="*/ 1998943 h 4259625"/>
              <a:gd name="connsiteX9" fmla="*/ 2041354 w 2388980"/>
              <a:gd name="connsiteY9" fmla="*/ 1631089 h 4259625"/>
              <a:gd name="connsiteX10" fmla="*/ 2320720 w 2388980"/>
              <a:gd name="connsiteY10" fmla="*/ 1272840 h 4259625"/>
              <a:gd name="connsiteX11" fmla="*/ 2388692 w 2388980"/>
              <a:gd name="connsiteY11" fmla="*/ 717830 h 4259625"/>
              <a:gd name="connsiteX12" fmla="*/ 2290649 w 2388980"/>
              <a:gd name="connsiteY12" fmla="*/ 403339 h 4259625"/>
              <a:gd name="connsiteX13" fmla="*/ 2073210 w 2388980"/>
              <a:gd name="connsiteY13" fmla="*/ 0 h 425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8980" h="4259625">
                <a:moveTo>
                  <a:pt x="0" y="4259625"/>
                </a:moveTo>
                <a:cubicBezTo>
                  <a:pt x="36065" y="4161286"/>
                  <a:pt x="108925" y="4077392"/>
                  <a:pt x="207495" y="4001268"/>
                </a:cubicBezTo>
                <a:cubicBezTo>
                  <a:pt x="306065" y="3925144"/>
                  <a:pt x="491063" y="3854616"/>
                  <a:pt x="591420" y="3802883"/>
                </a:cubicBezTo>
                <a:cubicBezTo>
                  <a:pt x="691777" y="3751150"/>
                  <a:pt x="741915" y="3736874"/>
                  <a:pt x="809637" y="3690869"/>
                </a:cubicBezTo>
                <a:cubicBezTo>
                  <a:pt x="886790" y="3638386"/>
                  <a:pt x="949464" y="3568187"/>
                  <a:pt x="1006329" y="3494082"/>
                </a:cubicBezTo>
                <a:cubicBezTo>
                  <a:pt x="1108913" y="3360446"/>
                  <a:pt x="1191780" y="3212809"/>
                  <a:pt x="1260456" y="3058885"/>
                </a:cubicBezTo>
                <a:cubicBezTo>
                  <a:pt x="1299508" y="2971350"/>
                  <a:pt x="1331111" y="2909204"/>
                  <a:pt x="1366659" y="2791709"/>
                </a:cubicBezTo>
                <a:cubicBezTo>
                  <a:pt x="1402207" y="2674214"/>
                  <a:pt x="1389828" y="2490028"/>
                  <a:pt x="1473744" y="2353916"/>
                </a:cubicBezTo>
                <a:cubicBezTo>
                  <a:pt x="1552515" y="2226091"/>
                  <a:pt x="1740020" y="2119414"/>
                  <a:pt x="1834622" y="1998943"/>
                </a:cubicBezTo>
                <a:cubicBezTo>
                  <a:pt x="1929224" y="1878472"/>
                  <a:pt x="1960338" y="1752106"/>
                  <a:pt x="2041354" y="1631089"/>
                </a:cubicBezTo>
                <a:cubicBezTo>
                  <a:pt x="2122370" y="1510072"/>
                  <a:pt x="2262830" y="1425050"/>
                  <a:pt x="2320720" y="1272840"/>
                </a:cubicBezTo>
                <a:cubicBezTo>
                  <a:pt x="2378610" y="1120630"/>
                  <a:pt x="2391158" y="857859"/>
                  <a:pt x="2388692" y="717830"/>
                </a:cubicBezTo>
                <a:cubicBezTo>
                  <a:pt x="2387644" y="628867"/>
                  <a:pt x="2354109" y="489540"/>
                  <a:pt x="2290649" y="403339"/>
                </a:cubicBezTo>
                <a:cubicBezTo>
                  <a:pt x="2196114" y="247545"/>
                  <a:pt x="2073210" y="0"/>
                  <a:pt x="207321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50" name="Freeform: Shape 49">
            <a:extLst>
              <a:ext uri="{FF2B5EF4-FFF2-40B4-BE49-F238E27FC236}">
                <a16:creationId xmlns:a16="http://schemas.microsoft.com/office/drawing/2014/main" id="{63552CEA-3A3A-9ECA-88B3-4D4A895FFC16}"/>
              </a:ext>
            </a:extLst>
          </p:cNvPr>
          <p:cNvSpPr/>
          <p:nvPr/>
        </p:nvSpPr>
        <p:spPr>
          <a:xfrm rot="5400000">
            <a:off x="9175254" y="-995968"/>
            <a:ext cx="2028599" cy="4023821"/>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2106263 w 2977477"/>
              <a:gd name="connsiteY11" fmla="*/ 2030254 h 4627150"/>
              <a:gd name="connsiteX12" fmla="*/ 2277237 w 2977477"/>
              <a:gd name="connsiteY12" fmla="*/ 185918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2106263 w 2977477"/>
              <a:gd name="connsiteY10" fmla="*/ 2030254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535683 w 2977477"/>
              <a:gd name="connsiteY9" fmla="*/ 2689001 h 4627150"/>
              <a:gd name="connsiteX10" fmla="*/ 1759166 w 2977477"/>
              <a:gd name="connsiteY10" fmla="*/ 2002111 h 4627150"/>
              <a:gd name="connsiteX11" fmla="*/ 2277237 w 2977477"/>
              <a:gd name="connsiteY11" fmla="*/ 185918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535683 w 2977477"/>
              <a:gd name="connsiteY8" fmla="*/ 268900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7237 w 2977477"/>
              <a:gd name="connsiteY10" fmla="*/ 1859185 h 4627150"/>
              <a:gd name="connsiteX11" fmla="*/ 2499455 w 2977477"/>
              <a:gd name="connsiteY11" fmla="*/ 1656207 h 4627150"/>
              <a:gd name="connsiteX12" fmla="*/ 2707100 w 2977477"/>
              <a:gd name="connsiteY12" fmla="*/ 1390269 h 4627150"/>
              <a:gd name="connsiteX13" fmla="*/ 2812352 w 2977477"/>
              <a:gd name="connsiteY13" fmla="*/ 1230916 h 4627150"/>
              <a:gd name="connsiteX14" fmla="*/ 2898172 w 2977477"/>
              <a:gd name="connsiteY14" fmla="*/ 1036987 h 4627150"/>
              <a:gd name="connsiteX15" fmla="*/ 2963228 w 2977477"/>
              <a:gd name="connsiteY15" fmla="*/ 850011 h 4627150"/>
              <a:gd name="connsiteX16" fmla="*/ 2977325 w 2977477"/>
              <a:gd name="connsiteY16" fmla="*/ 745427 h 4627150"/>
              <a:gd name="connsiteX17" fmla="*/ 2929509 w 2977477"/>
              <a:gd name="connsiteY17" fmla="*/ 480155 h 4627150"/>
              <a:gd name="connsiteX18" fmla="*/ 2563082 w 2977477"/>
              <a:gd name="connsiteY18"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499455 w 2977477"/>
              <a:gd name="connsiteY10" fmla="*/ 1656207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59166 w 2977477"/>
              <a:gd name="connsiteY9" fmla="*/ 2002111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283763 w 2977477"/>
              <a:gd name="connsiteY7" fmla="*/ 3146774 h 4627150"/>
              <a:gd name="connsiteX8" fmla="*/ 1488778 w 2977477"/>
              <a:gd name="connsiteY8" fmla="*/ 2599881 h 4627150"/>
              <a:gd name="connsiteX9" fmla="*/ 1707571 w 2977477"/>
              <a:gd name="connsiteY9" fmla="*/ 1964587 h 4627150"/>
              <a:gd name="connsiteX10" fmla="*/ 2279002 w 2977477"/>
              <a:gd name="connsiteY10" fmla="*/ 1665588 h 4627150"/>
              <a:gd name="connsiteX11" fmla="*/ 2707100 w 2977477"/>
              <a:gd name="connsiteY11" fmla="*/ 1390269 h 4627150"/>
              <a:gd name="connsiteX12" fmla="*/ 2812352 w 2977477"/>
              <a:gd name="connsiteY12" fmla="*/ 1230916 h 4627150"/>
              <a:gd name="connsiteX13" fmla="*/ 2898172 w 2977477"/>
              <a:gd name="connsiteY13" fmla="*/ 1036987 h 4627150"/>
              <a:gd name="connsiteX14" fmla="*/ 2963228 w 2977477"/>
              <a:gd name="connsiteY14" fmla="*/ 850011 h 4627150"/>
              <a:gd name="connsiteX15" fmla="*/ 2977325 w 2977477"/>
              <a:gd name="connsiteY15" fmla="*/ 745427 h 4627150"/>
              <a:gd name="connsiteX16" fmla="*/ 2929509 w 2977477"/>
              <a:gd name="connsiteY16" fmla="*/ 480155 h 4627150"/>
              <a:gd name="connsiteX17" fmla="*/ 2563082 w 2977477"/>
              <a:gd name="connsiteY17" fmla="*/ 0 h 4627150"/>
              <a:gd name="connsiteX0" fmla="*/ 0 w 2864906"/>
              <a:gd name="connsiteY0" fmla="*/ 4448911 h 4448911"/>
              <a:gd name="connsiteX1" fmla="*/ 162511 w 2864906"/>
              <a:gd name="connsiteY1" fmla="*/ 4341590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48911 h 4448911"/>
              <a:gd name="connsiteX1" fmla="*/ 171891 w 2864906"/>
              <a:gd name="connsiteY1" fmla="*/ 4261852 h 4448911"/>
              <a:gd name="connsiteX2" fmla="*/ 390254 w 2864906"/>
              <a:gd name="connsiteY2" fmla="*/ 4054126 h 4448911"/>
              <a:gd name="connsiteX3" fmla="*/ 553608 w 2864906"/>
              <a:gd name="connsiteY3" fmla="*/ 3890677 h 4448911"/>
              <a:gd name="connsiteX4" fmla="*/ 751632 w 2864906"/>
              <a:gd name="connsiteY4" fmla="*/ 3675983 h 4448911"/>
              <a:gd name="connsiteX5" fmla="*/ 870028 w 2864906"/>
              <a:gd name="connsiteY5" fmla="*/ 3557492 h 4448911"/>
              <a:gd name="connsiteX6" fmla="*/ 1075673 w 2864906"/>
              <a:gd name="connsiteY6" fmla="*/ 3329654 h 4448911"/>
              <a:gd name="connsiteX7" fmla="*/ 1171192 w 2864906"/>
              <a:gd name="connsiteY7" fmla="*/ 3146774 h 4448911"/>
              <a:gd name="connsiteX8" fmla="*/ 1376207 w 2864906"/>
              <a:gd name="connsiteY8" fmla="*/ 2599881 h 4448911"/>
              <a:gd name="connsiteX9" fmla="*/ 1595000 w 2864906"/>
              <a:gd name="connsiteY9" fmla="*/ 1964587 h 4448911"/>
              <a:gd name="connsiteX10" fmla="*/ 2166431 w 2864906"/>
              <a:gd name="connsiteY10" fmla="*/ 1665588 h 4448911"/>
              <a:gd name="connsiteX11" fmla="*/ 2594529 w 2864906"/>
              <a:gd name="connsiteY11" fmla="*/ 1390269 h 4448911"/>
              <a:gd name="connsiteX12" fmla="*/ 2699781 w 2864906"/>
              <a:gd name="connsiteY12" fmla="*/ 1230916 h 4448911"/>
              <a:gd name="connsiteX13" fmla="*/ 2785601 w 2864906"/>
              <a:gd name="connsiteY13" fmla="*/ 1036987 h 4448911"/>
              <a:gd name="connsiteX14" fmla="*/ 2850657 w 2864906"/>
              <a:gd name="connsiteY14" fmla="*/ 850011 h 4448911"/>
              <a:gd name="connsiteX15" fmla="*/ 2864754 w 2864906"/>
              <a:gd name="connsiteY15" fmla="*/ 745427 h 4448911"/>
              <a:gd name="connsiteX16" fmla="*/ 2816938 w 2864906"/>
              <a:gd name="connsiteY16" fmla="*/ 480155 h 4448911"/>
              <a:gd name="connsiteX17" fmla="*/ 2450511 w 2864906"/>
              <a:gd name="connsiteY17" fmla="*/ 0 h 4448911"/>
              <a:gd name="connsiteX0" fmla="*/ 0 w 2864906"/>
              <a:gd name="connsiteY0" fmla="*/ 4477054 h 4477054"/>
              <a:gd name="connsiteX1" fmla="*/ 171891 w 2864906"/>
              <a:gd name="connsiteY1" fmla="*/ 4289995 h 4477054"/>
              <a:gd name="connsiteX2" fmla="*/ 390254 w 2864906"/>
              <a:gd name="connsiteY2" fmla="*/ 4082269 h 4477054"/>
              <a:gd name="connsiteX3" fmla="*/ 553608 w 2864906"/>
              <a:gd name="connsiteY3" fmla="*/ 3918820 h 4477054"/>
              <a:gd name="connsiteX4" fmla="*/ 751632 w 2864906"/>
              <a:gd name="connsiteY4" fmla="*/ 3704126 h 4477054"/>
              <a:gd name="connsiteX5" fmla="*/ 870028 w 2864906"/>
              <a:gd name="connsiteY5" fmla="*/ 3585635 h 4477054"/>
              <a:gd name="connsiteX6" fmla="*/ 1075673 w 2864906"/>
              <a:gd name="connsiteY6" fmla="*/ 3357797 h 4477054"/>
              <a:gd name="connsiteX7" fmla="*/ 1171192 w 2864906"/>
              <a:gd name="connsiteY7" fmla="*/ 3174917 h 4477054"/>
              <a:gd name="connsiteX8" fmla="*/ 1376207 w 2864906"/>
              <a:gd name="connsiteY8" fmla="*/ 2628024 h 4477054"/>
              <a:gd name="connsiteX9" fmla="*/ 1595000 w 2864906"/>
              <a:gd name="connsiteY9" fmla="*/ 1992730 h 4477054"/>
              <a:gd name="connsiteX10" fmla="*/ 2166431 w 2864906"/>
              <a:gd name="connsiteY10" fmla="*/ 1693731 h 4477054"/>
              <a:gd name="connsiteX11" fmla="*/ 2594529 w 2864906"/>
              <a:gd name="connsiteY11" fmla="*/ 1418412 h 4477054"/>
              <a:gd name="connsiteX12" fmla="*/ 2699781 w 2864906"/>
              <a:gd name="connsiteY12" fmla="*/ 1259059 h 4477054"/>
              <a:gd name="connsiteX13" fmla="*/ 2785601 w 2864906"/>
              <a:gd name="connsiteY13" fmla="*/ 1065130 h 4477054"/>
              <a:gd name="connsiteX14" fmla="*/ 2850657 w 2864906"/>
              <a:gd name="connsiteY14" fmla="*/ 878154 h 4477054"/>
              <a:gd name="connsiteX15" fmla="*/ 2864754 w 2864906"/>
              <a:gd name="connsiteY15" fmla="*/ 773570 h 4477054"/>
              <a:gd name="connsiteX16" fmla="*/ 2816938 w 2864906"/>
              <a:gd name="connsiteY16" fmla="*/ 508298 h 4477054"/>
              <a:gd name="connsiteX17" fmla="*/ 2215986 w 2864906"/>
              <a:gd name="connsiteY17" fmla="*/ 0 h 4477054"/>
              <a:gd name="connsiteX0" fmla="*/ 0 w 2864763"/>
              <a:gd name="connsiteY0" fmla="*/ 4477054 h 4477054"/>
              <a:gd name="connsiteX1" fmla="*/ 171891 w 2864763"/>
              <a:gd name="connsiteY1" fmla="*/ 4289995 h 4477054"/>
              <a:gd name="connsiteX2" fmla="*/ 390254 w 2864763"/>
              <a:gd name="connsiteY2" fmla="*/ 4082269 h 4477054"/>
              <a:gd name="connsiteX3" fmla="*/ 553608 w 2864763"/>
              <a:gd name="connsiteY3" fmla="*/ 3918820 h 4477054"/>
              <a:gd name="connsiteX4" fmla="*/ 751632 w 2864763"/>
              <a:gd name="connsiteY4" fmla="*/ 3704126 h 4477054"/>
              <a:gd name="connsiteX5" fmla="*/ 870028 w 2864763"/>
              <a:gd name="connsiteY5" fmla="*/ 3585635 h 4477054"/>
              <a:gd name="connsiteX6" fmla="*/ 1075673 w 2864763"/>
              <a:gd name="connsiteY6" fmla="*/ 3357797 h 4477054"/>
              <a:gd name="connsiteX7" fmla="*/ 1171192 w 2864763"/>
              <a:gd name="connsiteY7" fmla="*/ 3174917 h 4477054"/>
              <a:gd name="connsiteX8" fmla="*/ 1376207 w 2864763"/>
              <a:gd name="connsiteY8" fmla="*/ 2628024 h 4477054"/>
              <a:gd name="connsiteX9" fmla="*/ 1595000 w 2864763"/>
              <a:gd name="connsiteY9" fmla="*/ 1992730 h 4477054"/>
              <a:gd name="connsiteX10" fmla="*/ 2166431 w 2864763"/>
              <a:gd name="connsiteY10" fmla="*/ 1693731 h 4477054"/>
              <a:gd name="connsiteX11" fmla="*/ 2594529 w 2864763"/>
              <a:gd name="connsiteY11" fmla="*/ 1418412 h 4477054"/>
              <a:gd name="connsiteX12" fmla="*/ 2699781 w 2864763"/>
              <a:gd name="connsiteY12" fmla="*/ 1259059 h 4477054"/>
              <a:gd name="connsiteX13" fmla="*/ 2785601 w 2864763"/>
              <a:gd name="connsiteY13" fmla="*/ 1065130 h 4477054"/>
              <a:gd name="connsiteX14" fmla="*/ 2850657 w 2864763"/>
              <a:gd name="connsiteY14" fmla="*/ 878154 h 4477054"/>
              <a:gd name="connsiteX15" fmla="*/ 2864754 w 2864763"/>
              <a:gd name="connsiteY15" fmla="*/ 773570 h 4477054"/>
              <a:gd name="connsiteX16" fmla="*/ 2549579 w 2864763"/>
              <a:gd name="connsiteY16" fmla="*/ 484845 h 4477054"/>
              <a:gd name="connsiteX17" fmla="*/ 2215986 w 2864763"/>
              <a:gd name="connsiteY17" fmla="*/ 0 h 4477054"/>
              <a:gd name="connsiteX0" fmla="*/ 0 w 2853812"/>
              <a:gd name="connsiteY0" fmla="*/ 4477054 h 4477054"/>
              <a:gd name="connsiteX1" fmla="*/ 171891 w 2853812"/>
              <a:gd name="connsiteY1" fmla="*/ 4289995 h 4477054"/>
              <a:gd name="connsiteX2" fmla="*/ 390254 w 2853812"/>
              <a:gd name="connsiteY2" fmla="*/ 4082269 h 4477054"/>
              <a:gd name="connsiteX3" fmla="*/ 553608 w 2853812"/>
              <a:gd name="connsiteY3" fmla="*/ 3918820 h 4477054"/>
              <a:gd name="connsiteX4" fmla="*/ 751632 w 2853812"/>
              <a:gd name="connsiteY4" fmla="*/ 3704126 h 4477054"/>
              <a:gd name="connsiteX5" fmla="*/ 870028 w 2853812"/>
              <a:gd name="connsiteY5" fmla="*/ 3585635 h 4477054"/>
              <a:gd name="connsiteX6" fmla="*/ 1075673 w 2853812"/>
              <a:gd name="connsiteY6" fmla="*/ 3357797 h 4477054"/>
              <a:gd name="connsiteX7" fmla="*/ 1171192 w 2853812"/>
              <a:gd name="connsiteY7" fmla="*/ 3174917 h 4477054"/>
              <a:gd name="connsiteX8" fmla="*/ 1376207 w 2853812"/>
              <a:gd name="connsiteY8" fmla="*/ 2628024 h 4477054"/>
              <a:gd name="connsiteX9" fmla="*/ 1595000 w 2853812"/>
              <a:gd name="connsiteY9" fmla="*/ 1992730 h 4477054"/>
              <a:gd name="connsiteX10" fmla="*/ 2166431 w 2853812"/>
              <a:gd name="connsiteY10" fmla="*/ 1693731 h 4477054"/>
              <a:gd name="connsiteX11" fmla="*/ 2594529 w 2853812"/>
              <a:gd name="connsiteY11" fmla="*/ 1418412 h 4477054"/>
              <a:gd name="connsiteX12" fmla="*/ 2699781 w 2853812"/>
              <a:gd name="connsiteY12" fmla="*/ 1259059 h 4477054"/>
              <a:gd name="connsiteX13" fmla="*/ 2785601 w 2853812"/>
              <a:gd name="connsiteY13" fmla="*/ 1065130 h 4477054"/>
              <a:gd name="connsiteX14" fmla="*/ 2850657 w 2853812"/>
              <a:gd name="connsiteY14" fmla="*/ 878154 h 4477054"/>
              <a:gd name="connsiteX15" fmla="*/ 2681825 w 2853812"/>
              <a:gd name="connsiteY15" fmla="*/ 773570 h 4477054"/>
              <a:gd name="connsiteX16" fmla="*/ 2549579 w 2853812"/>
              <a:gd name="connsiteY16" fmla="*/ 484845 h 4477054"/>
              <a:gd name="connsiteX17" fmla="*/ 2215986 w 2853812"/>
              <a:gd name="connsiteY17" fmla="*/ 0 h 4477054"/>
              <a:gd name="connsiteX0" fmla="*/ 0 w 2785719"/>
              <a:gd name="connsiteY0" fmla="*/ 4477054 h 4477054"/>
              <a:gd name="connsiteX1" fmla="*/ 171891 w 2785719"/>
              <a:gd name="connsiteY1" fmla="*/ 4289995 h 4477054"/>
              <a:gd name="connsiteX2" fmla="*/ 390254 w 2785719"/>
              <a:gd name="connsiteY2" fmla="*/ 4082269 h 4477054"/>
              <a:gd name="connsiteX3" fmla="*/ 553608 w 2785719"/>
              <a:gd name="connsiteY3" fmla="*/ 3918820 h 4477054"/>
              <a:gd name="connsiteX4" fmla="*/ 751632 w 2785719"/>
              <a:gd name="connsiteY4" fmla="*/ 3704126 h 4477054"/>
              <a:gd name="connsiteX5" fmla="*/ 870028 w 2785719"/>
              <a:gd name="connsiteY5" fmla="*/ 3585635 h 4477054"/>
              <a:gd name="connsiteX6" fmla="*/ 1075673 w 2785719"/>
              <a:gd name="connsiteY6" fmla="*/ 3357797 h 4477054"/>
              <a:gd name="connsiteX7" fmla="*/ 1171192 w 2785719"/>
              <a:gd name="connsiteY7" fmla="*/ 3174917 h 4477054"/>
              <a:gd name="connsiteX8" fmla="*/ 1376207 w 2785719"/>
              <a:gd name="connsiteY8" fmla="*/ 2628024 h 4477054"/>
              <a:gd name="connsiteX9" fmla="*/ 1595000 w 2785719"/>
              <a:gd name="connsiteY9" fmla="*/ 1992730 h 4477054"/>
              <a:gd name="connsiteX10" fmla="*/ 2166431 w 2785719"/>
              <a:gd name="connsiteY10" fmla="*/ 1693731 h 4477054"/>
              <a:gd name="connsiteX11" fmla="*/ 2594529 w 2785719"/>
              <a:gd name="connsiteY11" fmla="*/ 1418412 h 4477054"/>
              <a:gd name="connsiteX12" fmla="*/ 2699781 w 2785719"/>
              <a:gd name="connsiteY12" fmla="*/ 1259059 h 4477054"/>
              <a:gd name="connsiteX13" fmla="*/ 2785601 w 2785719"/>
              <a:gd name="connsiteY13" fmla="*/ 1065130 h 4477054"/>
              <a:gd name="connsiteX14" fmla="*/ 2681825 w 2785719"/>
              <a:gd name="connsiteY14" fmla="*/ 773570 h 4477054"/>
              <a:gd name="connsiteX15" fmla="*/ 2549579 w 2785719"/>
              <a:gd name="connsiteY15" fmla="*/ 484845 h 4477054"/>
              <a:gd name="connsiteX16" fmla="*/ 2215986 w 2785719"/>
              <a:gd name="connsiteY16" fmla="*/ 0 h 4477054"/>
              <a:gd name="connsiteX0" fmla="*/ 0 w 2707159"/>
              <a:gd name="connsiteY0" fmla="*/ 4477054 h 4477054"/>
              <a:gd name="connsiteX1" fmla="*/ 171891 w 2707159"/>
              <a:gd name="connsiteY1" fmla="*/ 4289995 h 4477054"/>
              <a:gd name="connsiteX2" fmla="*/ 390254 w 2707159"/>
              <a:gd name="connsiteY2" fmla="*/ 4082269 h 4477054"/>
              <a:gd name="connsiteX3" fmla="*/ 553608 w 2707159"/>
              <a:gd name="connsiteY3" fmla="*/ 3918820 h 4477054"/>
              <a:gd name="connsiteX4" fmla="*/ 751632 w 2707159"/>
              <a:gd name="connsiteY4" fmla="*/ 3704126 h 4477054"/>
              <a:gd name="connsiteX5" fmla="*/ 870028 w 2707159"/>
              <a:gd name="connsiteY5" fmla="*/ 3585635 h 4477054"/>
              <a:gd name="connsiteX6" fmla="*/ 1075673 w 2707159"/>
              <a:gd name="connsiteY6" fmla="*/ 3357797 h 4477054"/>
              <a:gd name="connsiteX7" fmla="*/ 1171192 w 2707159"/>
              <a:gd name="connsiteY7" fmla="*/ 3174917 h 4477054"/>
              <a:gd name="connsiteX8" fmla="*/ 1376207 w 2707159"/>
              <a:gd name="connsiteY8" fmla="*/ 2628024 h 4477054"/>
              <a:gd name="connsiteX9" fmla="*/ 1595000 w 2707159"/>
              <a:gd name="connsiteY9" fmla="*/ 1992730 h 4477054"/>
              <a:gd name="connsiteX10" fmla="*/ 2166431 w 2707159"/>
              <a:gd name="connsiteY10" fmla="*/ 1693731 h 4477054"/>
              <a:gd name="connsiteX11" fmla="*/ 2594529 w 2707159"/>
              <a:gd name="connsiteY11" fmla="*/ 1418412 h 4477054"/>
              <a:gd name="connsiteX12" fmla="*/ 2699781 w 2707159"/>
              <a:gd name="connsiteY12" fmla="*/ 1259059 h 4477054"/>
              <a:gd name="connsiteX13" fmla="*/ 2681825 w 2707159"/>
              <a:gd name="connsiteY13" fmla="*/ 773570 h 4477054"/>
              <a:gd name="connsiteX14" fmla="*/ 2549579 w 2707159"/>
              <a:gd name="connsiteY14" fmla="*/ 484845 h 4477054"/>
              <a:gd name="connsiteX15" fmla="*/ 2215986 w 2707159"/>
              <a:gd name="connsiteY15" fmla="*/ 0 h 4477054"/>
              <a:gd name="connsiteX0" fmla="*/ 0 w 2683928"/>
              <a:gd name="connsiteY0" fmla="*/ 4477054 h 4477054"/>
              <a:gd name="connsiteX1" fmla="*/ 171891 w 2683928"/>
              <a:gd name="connsiteY1" fmla="*/ 4289995 h 4477054"/>
              <a:gd name="connsiteX2" fmla="*/ 390254 w 2683928"/>
              <a:gd name="connsiteY2" fmla="*/ 4082269 h 4477054"/>
              <a:gd name="connsiteX3" fmla="*/ 553608 w 2683928"/>
              <a:gd name="connsiteY3" fmla="*/ 3918820 h 4477054"/>
              <a:gd name="connsiteX4" fmla="*/ 751632 w 2683928"/>
              <a:gd name="connsiteY4" fmla="*/ 3704126 h 4477054"/>
              <a:gd name="connsiteX5" fmla="*/ 870028 w 2683928"/>
              <a:gd name="connsiteY5" fmla="*/ 3585635 h 4477054"/>
              <a:gd name="connsiteX6" fmla="*/ 1075673 w 2683928"/>
              <a:gd name="connsiteY6" fmla="*/ 3357797 h 4477054"/>
              <a:gd name="connsiteX7" fmla="*/ 1171192 w 2683928"/>
              <a:gd name="connsiteY7" fmla="*/ 3174917 h 4477054"/>
              <a:gd name="connsiteX8" fmla="*/ 1376207 w 2683928"/>
              <a:gd name="connsiteY8" fmla="*/ 2628024 h 4477054"/>
              <a:gd name="connsiteX9" fmla="*/ 1595000 w 2683928"/>
              <a:gd name="connsiteY9" fmla="*/ 1992730 h 4477054"/>
              <a:gd name="connsiteX10" fmla="*/ 2166431 w 2683928"/>
              <a:gd name="connsiteY10" fmla="*/ 1693731 h 4477054"/>
              <a:gd name="connsiteX11" fmla="*/ 2594529 w 2683928"/>
              <a:gd name="connsiteY11" fmla="*/ 1418412 h 4477054"/>
              <a:gd name="connsiteX12" fmla="*/ 2681825 w 2683928"/>
              <a:gd name="connsiteY12" fmla="*/ 773570 h 4477054"/>
              <a:gd name="connsiteX13" fmla="*/ 2549579 w 2683928"/>
              <a:gd name="connsiteY13" fmla="*/ 484845 h 4477054"/>
              <a:gd name="connsiteX14" fmla="*/ 2215986 w 2683928"/>
              <a:gd name="connsiteY14" fmla="*/ 0 h 4477054"/>
              <a:gd name="connsiteX0" fmla="*/ 0 w 2682248"/>
              <a:gd name="connsiteY0" fmla="*/ 4477054 h 4477054"/>
              <a:gd name="connsiteX1" fmla="*/ 171891 w 2682248"/>
              <a:gd name="connsiteY1" fmla="*/ 4289995 h 4477054"/>
              <a:gd name="connsiteX2" fmla="*/ 390254 w 2682248"/>
              <a:gd name="connsiteY2" fmla="*/ 4082269 h 4477054"/>
              <a:gd name="connsiteX3" fmla="*/ 553608 w 2682248"/>
              <a:gd name="connsiteY3" fmla="*/ 3918820 h 4477054"/>
              <a:gd name="connsiteX4" fmla="*/ 751632 w 2682248"/>
              <a:gd name="connsiteY4" fmla="*/ 3704126 h 4477054"/>
              <a:gd name="connsiteX5" fmla="*/ 870028 w 2682248"/>
              <a:gd name="connsiteY5" fmla="*/ 3585635 h 4477054"/>
              <a:gd name="connsiteX6" fmla="*/ 1075673 w 2682248"/>
              <a:gd name="connsiteY6" fmla="*/ 3357797 h 4477054"/>
              <a:gd name="connsiteX7" fmla="*/ 1171192 w 2682248"/>
              <a:gd name="connsiteY7" fmla="*/ 3174917 h 4477054"/>
              <a:gd name="connsiteX8" fmla="*/ 1376207 w 2682248"/>
              <a:gd name="connsiteY8" fmla="*/ 2628024 h 4477054"/>
              <a:gd name="connsiteX9" fmla="*/ 1595000 w 2682248"/>
              <a:gd name="connsiteY9" fmla="*/ 1992730 h 4477054"/>
              <a:gd name="connsiteX10" fmla="*/ 2166431 w 2682248"/>
              <a:gd name="connsiteY10" fmla="*/ 1693731 h 4477054"/>
              <a:gd name="connsiteX11" fmla="*/ 2510100 w 2682248"/>
              <a:gd name="connsiteY11" fmla="*/ 1333983 h 4477054"/>
              <a:gd name="connsiteX12" fmla="*/ 2681825 w 2682248"/>
              <a:gd name="connsiteY12" fmla="*/ 773570 h 4477054"/>
              <a:gd name="connsiteX13" fmla="*/ 2549579 w 2682248"/>
              <a:gd name="connsiteY13" fmla="*/ 484845 h 4477054"/>
              <a:gd name="connsiteX14" fmla="*/ 2215986 w 2682248"/>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549579 w 2607872"/>
              <a:gd name="connsiteY13" fmla="*/ 484845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215986 w 2607872"/>
              <a:gd name="connsiteY14" fmla="*/ 0 h 4477054"/>
              <a:gd name="connsiteX0" fmla="*/ 0 w 2607872"/>
              <a:gd name="connsiteY0" fmla="*/ 4477054 h 4477054"/>
              <a:gd name="connsiteX1" fmla="*/ 171891 w 2607872"/>
              <a:gd name="connsiteY1" fmla="*/ 4289995 h 4477054"/>
              <a:gd name="connsiteX2" fmla="*/ 390254 w 2607872"/>
              <a:gd name="connsiteY2" fmla="*/ 4082269 h 4477054"/>
              <a:gd name="connsiteX3" fmla="*/ 553608 w 2607872"/>
              <a:gd name="connsiteY3" fmla="*/ 3918820 h 4477054"/>
              <a:gd name="connsiteX4" fmla="*/ 751632 w 2607872"/>
              <a:gd name="connsiteY4" fmla="*/ 3704126 h 4477054"/>
              <a:gd name="connsiteX5" fmla="*/ 870028 w 2607872"/>
              <a:gd name="connsiteY5" fmla="*/ 3585635 h 4477054"/>
              <a:gd name="connsiteX6" fmla="*/ 1075673 w 2607872"/>
              <a:gd name="connsiteY6" fmla="*/ 3357797 h 4477054"/>
              <a:gd name="connsiteX7" fmla="*/ 1171192 w 2607872"/>
              <a:gd name="connsiteY7" fmla="*/ 3174917 h 4477054"/>
              <a:gd name="connsiteX8" fmla="*/ 1376207 w 2607872"/>
              <a:gd name="connsiteY8" fmla="*/ 2628024 h 4477054"/>
              <a:gd name="connsiteX9" fmla="*/ 1595000 w 2607872"/>
              <a:gd name="connsiteY9" fmla="*/ 1992730 h 4477054"/>
              <a:gd name="connsiteX10" fmla="*/ 2166431 w 2607872"/>
              <a:gd name="connsiteY10" fmla="*/ 1693731 h 4477054"/>
              <a:gd name="connsiteX11" fmla="*/ 2510100 w 2607872"/>
              <a:gd name="connsiteY11" fmla="*/ 1333983 h 4477054"/>
              <a:gd name="connsiteX12" fmla="*/ 2606777 w 2607872"/>
              <a:gd name="connsiteY12" fmla="*/ 773570 h 4477054"/>
              <a:gd name="connsiteX13" fmla="*/ 2399484 w 2607872"/>
              <a:gd name="connsiteY13" fmla="*/ 461393 h 4477054"/>
              <a:gd name="connsiteX14" fmla="*/ 2103414 w 2607872"/>
              <a:gd name="connsiteY14" fmla="*/ 0 h 4477054"/>
              <a:gd name="connsiteX0" fmla="*/ 0 w 2607872"/>
              <a:gd name="connsiteY0" fmla="*/ 4481971 h 4481971"/>
              <a:gd name="connsiteX1" fmla="*/ 171891 w 2607872"/>
              <a:gd name="connsiteY1" fmla="*/ 4294912 h 4481971"/>
              <a:gd name="connsiteX2" fmla="*/ 390254 w 2607872"/>
              <a:gd name="connsiteY2" fmla="*/ 4087186 h 4481971"/>
              <a:gd name="connsiteX3" fmla="*/ 553608 w 2607872"/>
              <a:gd name="connsiteY3" fmla="*/ 3923737 h 4481971"/>
              <a:gd name="connsiteX4" fmla="*/ 751632 w 2607872"/>
              <a:gd name="connsiteY4" fmla="*/ 3709043 h 4481971"/>
              <a:gd name="connsiteX5" fmla="*/ 870028 w 2607872"/>
              <a:gd name="connsiteY5" fmla="*/ 3590552 h 4481971"/>
              <a:gd name="connsiteX6" fmla="*/ 1075673 w 2607872"/>
              <a:gd name="connsiteY6" fmla="*/ 3362714 h 4481971"/>
              <a:gd name="connsiteX7" fmla="*/ 1171192 w 2607872"/>
              <a:gd name="connsiteY7" fmla="*/ 3179834 h 4481971"/>
              <a:gd name="connsiteX8" fmla="*/ 1376207 w 2607872"/>
              <a:gd name="connsiteY8" fmla="*/ 2632941 h 4481971"/>
              <a:gd name="connsiteX9" fmla="*/ 1595000 w 2607872"/>
              <a:gd name="connsiteY9" fmla="*/ 1997647 h 4481971"/>
              <a:gd name="connsiteX10" fmla="*/ 2166431 w 2607872"/>
              <a:gd name="connsiteY10" fmla="*/ 1698648 h 4481971"/>
              <a:gd name="connsiteX11" fmla="*/ 2510100 w 2607872"/>
              <a:gd name="connsiteY11" fmla="*/ 1338900 h 4481971"/>
              <a:gd name="connsiteX12" fmla="*/ 2606777 w 2607872"/>
              <a:gd name="connsiteY12" fmla="*/ 778487 h 4481971"/>
              <a:gd name="connsiteX13" fmla="*/ 2399484 w 2607872"/>
              <a:gd name="connsiteY13" fmla="*/ 466310 h 4481971"/>
              <a:gd name="connsiteX14" fmla="*/ 2065724 w 2607872"/>
              <a:gd name="connsiteY14"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07872"/>
              <a:gd name="connsiteY0" fmla="*/ 4481971 h 4481971"/>
              <a:gd name="connsiteX1" fmla="*/ 171891 w 2607872"/>
              <a:gd name="connsiteY1" fmla="*/ 4294912 h 4481971"/>
              <a:gd name="connsiteX2" fmla="*/ 553608 w 2607872"/>
              <a:gd name="connsiteY2" fmla="*/ 3923737 h 4481971"/>
              <a:gd name="connsiteX3" fmla="*/ 751632 w 2607872"/>
              <a:gd name="connsiteY3" fmla="*/ 3709043 h 4481971"/>
              <a:gd name="connsiteX4" fmla="*/ 870028 w 2607872"/>
              <a:gd name="connsiteY4" fmla="*/ 3590552 h 4481971"/>
              <a:gd name="connsiteX5" fmla="*/ 1075673 w 2607872"/>
              <a:gd name="connsiteY5" fmla="*/ 3362714 h 4481971"/>
              <a:gd name="connsiteX6" fmla="*/ 1171192 w 2607872"/>
              <a:gd name="connsiteY6" fmla="*/ 3179834 h 4481971"/>
              <a:gd name="connsiteX7" fmla="*/ 1376207 w 2607872"/>
              <a:gd name="connsiteY7" fmla="*/ 2632941 h 4481971"/>
              <a:gd name="connsiteX8" fmla="*/ 1595000 w 2607872"/>
              <a:gd name="connsiteY8" fmla="*/ 1997647 h 4481971"/>
              <a:gd name="connsiteX9" fmla="*/ 2166431 w 2607872"/>
              <a:gd name="connsiteY9" fmla="*/ 1698648 h 4481971"/>
              <a:gd name="connsiteX10" fmla="*/ 2510100 w 2607872"/>
              <a:gd name="connsiteY10" fmla="*/ 1338900 h 4481971"/>
              <a:gd name="connsiteX11" fmla="*/ 2606777 w 2607872"/>
              <a:gd name="connsiteY11" fmla="*/ 778487 h 4481971"/>
              <a:gd name="connsiteX12" fmla="*/ 2399484 w 2607872"/>
              <a:gd name="connsiteY12" fmla="*/ 466310 h 4481971"/>
              <a:gd name="connsiteX13" fmla="*/ 2065724 w 2607872"/>
              <a:gd name="connsiteY13" fmla="*/ 0 h 4481971"/>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60330 w 2616570"/>
              <a:gd name="connsiteY3" fmla="*/ 3709043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616570"/>
              <a:gd name="connsiteY0" fmla="*/ 4698329 h 4698329"/>
              <a:gd name="connsiteX1" fmla="*/ 180589 w 2616570"/>
              <a:gd name="connsiteY1" fmla="*/ 4294912 h 4698329"/>
              <a:gd name="connsiteX2" fmla="*/ 562306 w 2616570"/>
              <a:gd name="connsiteY2" fmla="*/ 3923737 h 4698329"/>
              <a:gd name="connsiteX3" fmla="*/ 742934 w 2616570"/>
              <a:gd name="connsiteY3" fmla="*/ 3676262 h 4698329"/>
              <a:gd name="connsiteX4" fmla="*/ 878726 w 2616570"/>
              <a:gd name="connsiteY4" fmla="*/ 3590552 h 4698329"/>
              <a:gd name="connsiteX5" fmla="*/ 1084371 w 2616570"/>
              <a:gd name="connsiteY5" fmla="*/ 3362714 h 4698329"/>
              <a:gd name="connsiteX6" fmla="*/ 1179890 w 2616570"/>
              <a:gd name="connsiteY6" fmla="*/ 3179834 h 4698329"/>
              <a:gd name="connsiteX7" fmla="*/ 1384905 w 2616570"/>
              <a:gd name="connsiteY7" fmla="*/ 2632941 h 4698329"/>
              <a:gd name="connsiteX8" fmla="*/ 1603698 w 2616570"/>
              <a:gd name="connsiteY8" fmla="*/ 1997647 h 4698329"/>
              <a:gd name="connsiteX9" fmla="*/ 2175129 w 2616570"/>
              <a:gd name="connsiteY9" fmla="*/ 1698648 h 4698329"/>
              <a:gd name="connsiteX10" fmla="*/ 2518798 w 2616570"/>
              <a:gd name="connsiteY10" fmla="*/ 1338900 h 4698329"/>
              <a:gd name="connsiteX11" fmla="*/ 2615475 w 2616570"/>
              <a:gd name="connsiteY11" fmla="*/ 778487 h 4698329"/>
              <a:gd name="connsiteX12" fmla="*/ 2408182 w 2616570"/>
              <a:gd name="connsiteY12" fmla="*/ 466310 h 4698329"/>
              <a:gd name="connsiteX13" fmla="*/ 2074422 w 2616570"/>
              <a:gd name="connsiteY13" fmla="*/ 0 h 4698329"/>
              <a:gd name="connsiteX0" fmla="*/ 0 w 2435981"/>
              <a:gd name="connsiteY0" fmla="*/ 4294912 h 4294912"/>
              <a:gd name="connsiteX1" fmla="*/ 381717 w 2435981"/>
              <a:gd name="connsiteY1" fmla="*/ 3923737 h 4294912"/>
              <a:gd name="connsiteX2" fmla="*/ 562345 w 2435981"/>
              <a:gd name="connsiteY2" fmla="*/ 3676262 h 4294912"/>
              <a:gd name="connsiteX3" fmla="*/ 698137 w 2435981"/>
              <a:gd name="connsiteY3" fmla="*/ 3590552 h 4294912"/>
              <a:gd name="connsiteX4" fmla="*/ 903782 w 2435981"/>
              <a:gd name="connsiteY4" fmla="*/ 3362714 h 4294912"/>
              <a:gd name="connsiteX5" fmla="*/ 999301 w 2435981"/>
              <a:gd name="connsiteY5" fmla="*/ 3179834 h 4294912"/>
              <a:gd name="connsiteX6" fmla="*/ 1204316 w 2435981"/>
              <a:gd name="connsiteY6" fmla="*/ 2632941 h 4294912"/>
              <a:gd name="connsiteX7" fmla="*/ 1423109 w 2435981"/>
              <a:gd name="connsiteY7" fmla="*/ 1997647 h 4294912"/>
              <a:gd name="connsiteX8" fmla="*/ 1994540 w 2435981"/>
              <a:gd name="connsiteY8" fmla="*/ 1698648 h 4294912"/>
              <a:gd name="connsiteX9" fmla="*/ 2338209 w 2435981"/>
              <a:gd name="connsiteY9" fmla="*/ 1338900 h 4294912"/>
              <a:gd name="connsiteX10" fmla="*/ 2434886 w 2435981"/>
              <a:gd name="connsiteY10" fmla="*/ 778487 h 4294912"/>
              <a:gd name="connsiteX11" fmla="*/ 2227593 w 2435981"/>
              <a:gd name="connsiteY11" fmla="*/ 466310 h 4294912"/>
              <a:gd name="connsiteX12" fmla="*/ 1893833 w 2435981"/>
              <a:gd name="connsiteY12" fmla="*/ 0 h 4294912"/>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768768 w 2205448"/>
              <a:gd name="connsiteY5" fmla="*/ 317983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768768 w 2205448"/>
              <a:gd name="connsiteY5" fmla="*/ 317983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973783 w 2205448"/>
              <a:gd name="connsiteY6" fmla="*/ 26329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192576 w 2205448"/>
              <a:gd name="connsiteY7" fmla="*/ 1997647 h 4077840"/>
              <a:gd name="connsiteX8" fmla="*/ 1764007 w 2205448"/>
              <a:gd name="connsiteY8" fmla="*/ 1698648 h 4077840"/>
              <a:gd name="connsiteX9" fmla="*/ 2107676 w 2205448"/>
              <a:gd name="connsiteY9" fmla="*/ 1338900 h 4077840"/>
              <a:gd name="connsiteX10" fmla="*/ 2204353 w 2205448"/>
              <a:gd name="connsiteY10" fmla="*/ 778487 h 4077840"/>
              <a:gd name="connsiteX11" fmla="*/ 1997060 w 2205448"/>
              <a:gd name="connsiteY11" fmla="*/ 466310 h 4077840"/>
              <a:gd name="connsiteX12" fmla="*/ 1663300 w 2205448"/>
              <a:gd name="connsiteY12"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64698 w 2205448"/>
              <a:gd name="connsiteY6" fmla="*/ 2616741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205448"/>
              <a:gd name="connsiteY0" fmla="*/ 4077840 h 4077840"/>
              <a:gd name="connsiteX1" fmla="*/ 151184 w 2205448"/>
              <a:gd name="connsiteY1" fmla="*/ 3923737 h 4077840"/>
              <a:gd name="connsiteX2" fmla="*/ 331812 w 2205448"/>
              <a:gd name="connsiteY2" fmla="*/ 3676262 h 4077840"/>
              <a:gd name="connsiteX3" fmla="*/ 467604 w 2205448"/>
              <a:gd name="connsiteY3" fmla="*/ 3590552 h 4077840"/>
              <a:gd name="connsiteX4" fmla="*/ 673249 w 2205448"/>
              <a:gd name="connsiteY4" fmla="*/ 3362714 h 4077840"/>
              <a:gd name="connsiteX5" fmla="*/ 882413 w 2205448"/>
              <a:gd name="connsiteY5" fmla="*/ 3184694 h 4077840"/>
              <a:gd name="connsiteX6" fmla="*/ 1095546 w 2205448"/>
              <a:gd name="connsiteY6" fmla="*/ 2647520 h 4077840"/>
              <a:gd name="connsiteX7" fmla="*/ 1074419 w 2205448"/>
              <a:gd name="connsiteY7" fmla="*/ 2312513 h 4077840"/>
              <a:gd name="connsiteX8" fmla="*/ 1192576 w 2205448"/>
              <a:gd name="connsiteY8" fmla="*/ 1997647 h 4077840"/>
              <a:gd name="connsiteX9" fmla="*/ 1764007 w 2205448"/>
              <a:gd name="connsiteY9" fmla="*/ 1698648 h 4077840"/>
              <a:gd name="connsiteX10" fmla="*/ 2107676 w 2205448"/>
              <a:gd name="connsiteY10" fmla="*/ 1338900 h 4077840"/>
              <a:gd name="connsiteX11" fmla="*/ 2204353 w 2205448"/>
              <a:gd name="connsiteY11" fmla="*/ 778487 h 4077840"/>
              <a:gd name="connsiteX12" fmla="*/ 1997060 w 2205448"/>
              <a:gd name="connsiteY12" fmla="*/ 466310 h 4077840"/>
              <a:gd name="connsiteX13" fmla="*/ 1663300 w 2205448"/>
              <a:gd name="connsiteY13" fmla="*/ 0 h 4077840"/>
              <a:gd name="connsiteX0" fmla="*/ 0 w 2054264"/>
              <a:gd name="connsiteY0" fmla="*/ 3923737 h 3923737"/>
              <a:gd name="connsiteX1" fmla="*/ 180628 w 2054264"/>
              <a:gd name="connsiteY1" fmla="*/ 3676262 h 3923737"/>
              <a:gd name="connsiteX2" fmla="*/ 316420 w 2054264"/>
              <a:gd name="connsiteY2" fmla="*/ 3590552 h 3923737"/>
              <a:gd name="connsiteX3" fmla="*/ 522065 w 2054264"/>
              <a:gd name="connsiteY3" fmla="*/ 3362714 h 3923737"/>
              <a:gd name="connsiteX4" fmla="*/ 731229 w 2054264"/>
              <a:gd name="connsiteY4" fmla="*/ 3184694 h 3923737"/>
              <a:gd name="connsiteX5" fmla="*/ 944362 w 2054264"/>
              <a:gd name="connsiteY5" fmla="*/ 2647520 h 3923737"/>
              <a:gd name="connsiteX6" fmla="*/ 923235 w 2054264"/>
              <a:gd name="connsiteY6" fmla="*/ 2312513 h 3923737"/>
              <a:gd name="connsiteX7" fmla="*/ 1041392 w 2054264"/>
              <a:gd name="connsiteY7" fmla="*/ 1997647 h 3923737"/>
              <a:gd name="connsiteX8" fmla="*/ 1612823 w 2054264"/>
              <a:gd name="connsiteY8" fmla="*/ 1698648 h 3923737"/>
              <a:gd name="connsiteX9" fmla="*/ 1956492 w 2054264"/>
              <a:gd name="connsiteY9" fmla="*/ 1338900 h 3923737"/>
              <a:gd name="connsiteX10" fmla="*/ 2053169 w 2054264"/>
              <a:gd name="connsiteY10" fmla="*/ 778487 h 3923737"/>
              <a:gd name="connsiteX11" fmla="*/ 1845876 w 2054264"/>
              <a:gd name="connsiteY11" fmla="*/ 466310 h 3923737"/>
              <a:gd name="connsiteX12" fmla="*/ 1512116 w 2054264"/>
              <a:gd name="connsiteY12" fmla="*/ 0 h 3923737"/>
              <a:gd name="connsiteX0" fmla="*/ 0 w 1873636"/>
              <a:gd name="connsiteY0" fmla="*/ 3676262 h 3676262"/>
              <a:gd name="connsiteX1" fmla="*/ 135792 w 1873636"/>
              <a:gd name="connsiteY1" fmla="*/ 3590552 h 3676262"/>
              <a:gd name="connsiteX2" fmla="*/ 341437 w 1873636"/>
              <a:gd name="connsiteY2" fmla="*/ 3362714 h 3676262"/>
              <a:gd name="connsiteX3" fmla="*/ 550601 w 1873636"/>
              <a:gd name="connsiteY3" fmla="*/ 3184694 h 3676262"/>
              <a:gd name="connsiteX4" fmla="*/ 763734 w 1873636"/>
              <a:gd name="connsiteY4" fmla="*/ 2647520 h 3676262"/>
              <a:gd name="connsiteX5" fmla="*/ 742607 w 1873636"/>
              <a:gd name="connsiteY5" fmla="*/ 2312513 h 3676262"/>
              <a:gd name="connsiteX6" fmla="*/ 860764 w 1873636"/>
              <a:gd name="connsiteY6" fmla="*/ 1997647 h 3676262"/>
              <a:gd name="connsiteX7" fmla="*/ 1432195 w 1873636"/>
              <a:gd name="connsiteY7" fmla="*/ 1698648 h 3676262"/>
              <a:gd name="connsiteX8" fmla="*/ 1775864 w 1873636"/>
              <a:gd name="connsiteY8" fmla="*/ 1338900 h 3676262"/>
              <a:gd name="connsiteX9" fmla="*/ 1872541 w 1873636"/>
              <a:gd name="connsiteY9" fmla="*/ 778487 h 3676262"/>
              <a:gd name="connsiteX10" fmla="*/ 1665248 w 1873636"/>
              <a:gd name="connsiteY10" fmla="*/ 466310 h 3676262"/>
              <a:gd name="connsiteX11" fmla="*/ 1331488 w 1873636"/>
              <a:gd name="connsiteY11" fmla="*/ 0 h 3676262"/>
              <a:gd name="connsiteX0" fmla="*/ 0 w 1873636"/>
              <a:gd name="connsiteY0" fmla="*/ 3676262 h 3676262"/>
              <a:gd name="connsiteX1" fmla="*/ 135792 w 1873636"/>
              <a:gd name="connsiteY1" fmla="*/ 3590552 h 3676262"/>
              <a:gd name="connsiteX2" fmla="*/ 355683 w 1873636"/>
              <a:gd name="connsiteY2" fmla="*/ 3431763 h 3676262"/>
              <a:gd name="connsiteX3" fmla="*/ 550601 w 1873636"/>
              <a:gd name="connsiteY3" fmla="*/ 3184694 h 3676262"/>
              <a:gd name="connsiteX4" fmla="*/ 763734 w 1873636"/>
              <a:gd name="connsiteY4" fmla="*/ 2647520 h 3676262"/>
              <a:gd name="connsiteX5" fmla="*/ 742607 w 1873636"/>
              <a:gd name="connsiteY5" fmla="*/ 2312513 h 3676262"/>
              <a:gd name="connsiteX6" fmla="*/ 860764 w 1873636"/>
              <a:gd name="connsiteY6" fmla="*/ 1997647 h 3676262"/>
              <a:gd name="connsiteX7" fmla="*/ 1432195 w 1873636"/>
              <a:gd name="connsiteY7" fmla="*/ 1698648 h 3676262"/>
              <a:gd name="connsiteX8" fmla="*/ 1775864 w 1873636"/>
              <a:gd name="connsiteY8" fmla="*/ 1338900 h 3676262"/>
              <a:gd name="connsiteX9" fmla="*/ 1872541 w 1873636"/>
              <a:gd name="connsiteY9" fmla="*/ 778487 h 3676262"/>
              <a:gd name="connsiteX10" fmla="*/ 1665248 w 1873636"/>
              <a:gd name="connsiteY10" fmla="*/ 466310 h 3676262"/>
              <a:gd name="connsiteX11" fmla="*/ 1331488 w 1873636"/>
              <a:gd name="connsiteY11" fmla="*/ 0 h 3676262"/>
              <a:gd name="connsiteX0" fmla="*/ 0 w 1851248"/>
              <a:gd name="connsiteY0" fmla="*/ 3664077 h 3664077"/>
              <a:gd name="connsiteX1" fmla="*/ 113404 w 1851248"/>
              <a:gd name="connsiteY1" fmla="*/ 3590552 h 3664077"/>
              <a:gd name="connsiteX2" fmla="*/ 333295 w 1851248"/>
              <a:gd name="connsiteY2" fmla="*/ 3431763 h 3664077"/>
              <a:gd name="connsiteX3" fmla="*/ 528213 w 1851248"/>
              <a:gd name="connsiteY3" fmla="*/ 3184694 h 3664077"/>
              <a:gd name="connsiteX4" fmla="*/ 741346 w 1851248"/>
              <a:gd name="connsiteY4" fmla="*/ 2647520 h 3664077"/>
              <a:gd name="connsiteX5" fmla="*/ 720219 w 1851248"/>
              <a:gd name="connsiteY5" fmla="*/ 2312513 h 3664077"/>
              <a:gd name="connsiteX6" fmla="*/ 838376 w 1851248"/>
              <a:gd name="connsiteY6" fmla="*/ 1997647 h 3664077"/>
              <a:gd name="connsiteX7" fmla="*/ 1409807 w 1851248"/>
              <a:gd name="connsiteY7" fmla="*/ 1698648 h 3664077"/>
              <a:gd name="connsiteX8" fmla="*/ 1753476 w 1851248"/>
              <a:gd name="connsiteY8" fmla="*/ 1338900 h 3664077"/>
              <a:gd name="connsiteX9" fmla="*/ 1850153 w 1851248"/>
              <a:gd name="connsiteY9" fmla="*/ 778487 h 3664077"/>
              <a:gd name="connsiteX10" fmla="*/ 1642860 w 1851248"/>
              <a:gd name="connsiteY10" fmla="*/ 466310 h 3664077"/>
              <a:gd name="connsiteX11" fmla="*/ 1309100 w 1851248"/>
              <a:gd name="connsiteY11" fmla="*/ 0 h 3664077"/>
              <a:gd name="connsiteX0" fmla="*/ 0 w 1851248"/>
              <a:gd name="connsiteY0" fmla="*/ 3664077 h 3664077"/>
              <a:gd name="connsiteX1" fmla="*/ 333295 w 1851248"/>
              <a:gd name="connsiteY1" fmla="*/ 3431763 h 3664077"/>
              <a:gd name="connsiteX2" fmla="*/ 528213 w 1851248"/>
              <a:gd name="connsiteY2" fmla="*/ 3184694 h 3664077"/>
              <a:gd name="connsiteX3" fmla="*/ 741346 w 1851248"/>
              <a:gd name="connsiteY3" fmla="*/ 2647520 h 3664077"/>
              <a:gd name="connsiteX4" fmla="*/ 720219 w 1851248"/>
              <a:gd name="connsiteY4" fmla="*/ 2312513 h 3664077"/>
              <a:gd name="connsiteX5" fmla="*/ 838376 w 1851248"/>
              <a:gd name="connsiteY5" fmla="*/ 1997647 h 3664077"/>
              <a:gd name="connsiteX6" fmla="*/ 1409807 w 1851248"/>
              <a:gd name="connsiteY6" fmla="*/ 1698648 h 3664077"/>
              <a:gd name="connsiteX7" fmla="*/ 1753476 w 1851248"/>
              <a:gd name="connsiteY7" fmla="*/ 1338900 h 3664077"/>
              <a:gd name="connsiteX8" fmla="*/ 1850153 w 1851248"/>
              <a:gd name="connsiteY8" fmla="*/ 778487 h 3664077"/>
              <a:gd name="connsiteX9" fmla="*/ 1642860 w 1851248"/>
              <a:gd name="connsiteY9" fmla="*/ 466310 h 3664077"/>
              <a:gd name="connsiteX10" fmla="*/ 1309100 w 1851248"/>
              <a:gd name="connsiteY10" fmla="*/ 0 h 366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1248" h="3664077">
                <a:moveTo>
                  <a:pt x="0" y="3664077"/>
                </a:moveTo>
                <a:cubicBezTo>
                  <a:pt x="69436" y="3615678"/>
                  <a:pt x="245260" y="3511660"/>
                  <a:pt x="333295" y="3431763"/>
                </a:cubicBezTo>
                <a:cubicBezTo>
                  <a:pt x="421330" y="3351866"/>
                  <a:pt x="460205" y="3315401"/>
                  <a:pt x="528213" y="3184694"/>
                </a:cubicBezTo>
                <a:cubicBezTo>
                  <a:pt x="596221" y="3053987"/>
                  <a:pt x="709345" y="2792884"/>
                  <a:pt x="741346" y="2647520"/>
                </a:cubicBezTo>
                <a:cubicBezTo>
                  <a:pt x="773347" y="2502157"/>
                  <a:pt x="828787" y="2465912"/>
                  <a:pt x="720219" y="2312513"/>
                </a:cubicBezTo>
                <a:cubicBezTo>
                  <a:pt x="713935" y="2214191"/>
                  <a:pt x="723445" y="2099958"/>
                  <a:pt x="838376" y="1997647"/>
                </a:cubicBezTo>
                <a:cubicBezTo>
                  <a:pt x="953307" y="1895336"/>
                  <a:pt x="1257290" y="1808439"/>
                  <a:pt x="1409807" y="1698648"/>
                </a:cubicBezTo>
                <a:cubicBezTo>
                  <a:pt x="1562324" y="1588857"/>
                  <a:pt x="1680085" y="1492260"/>
                  <a:pt x="1753476" y="1338900"/>
                </a:cubicBezTo>
                <a:cubicBezTo>
                  <a:pt x="1826867" y="1185540"/>
                  <a:pt x="1857645" y="934081"/>
                  <a:pt x="1850153" y="778487"/>
                </a:cubicBezTo>
                <a:cubicBezTo>
                  <a:pt x="1852058" y="687904"/>
                  <a:pt x="1676674" y="550416"/>
                  <a:pt x="1642860" y="466310"/>
                </a:cubicBezTo>
                <a:cubicBezTo>
                  <a:pt x="1564660" y="271810"/>
                  <a:pt x="1309100" y="0"/>
                  <a:pt x="130910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51" name="Freeform: Shape 50">
            <a:extLst>
              <a:ext uri="{FF2B5EF4-FFF2-40B4-BE49-F238E27FC236}">
                <a16:creationId xmlns:a16="http://schemas.microsoft.com/office/drawing/2014/main" id="{7A483673-784F-465A-0A3E-095BCDC59657}"/>
              </a:ext>
            </a:extLst>
          </p:cNvPr>
          <p:cNvSpPr/>
          <p:nvPr/>
        </p:nvSpPr>
        <p:spPr>
          <a:xfrm rot="5400000">
            <a:off x="9391798" y="-927246"/>
            <a:ext cx="1858062" cy="3737582"/>
          </a:xfrm>
          <a:custGeom>
            <a:avLst/>
            <a:gdLst>
              <a:gd name="connsiteX0" fmla="*/ 1707071 w 2356712"/>
              <a:gd name="connsiteY0" fmla="*/ 0 h 4118991"/>
              <a:gd name="connsiteX1" fmla="*/ 1824514 w 2356712"/>
              <a:gd name="connsiteY1" fmla="*/ 244697 h 4118991"/>
              <a:gd name="connsiteX2" fmla="*/ 1908715 w 2356712"/>
              <a:gd name="connsiteY2" fmla="*/ 328994 h 4118991"/>
              <a:gd name="connsiteX3" fmla="*/ 2226469 w 2356712"/>
              <a:gd name="connsiteY3" fmla="*/ 603695 h 4118991"/>
              <a:gd name="connsiteX4" fmla="*/ 2355628 w 2356712"/>
              <a:gd name="connsiteY4" fmla="*/ 900494 h 4118991"/>
              <a:gd name="connsiteX5" fmla="*/ 2281428 w 2356712"/>
              <a:gd name="connsiteY5" fmla="*/ 1206913 h 4118991"/>
              <a:gd name="connsiteX6" fmla="*/ 2092452 w 2356712"/>
              <a:gd name="connsiteY6" fmla="*/ 1460659 h 4118991"/>
              <a:gd name="connsiteX7" fmla="*/ 1834039 w 2356712"/>
              <a:gd name="connsiteY7" fmla="*/ 1625822 h 4118991"/>
              <a:gd name="connsiteX8" fmla="*/ 1558862 w 2356712"/>
              <a:gd name="connsiteY8" fmla="*/ 1743075 h 4118991"/>
              <a:gd name="connsiteX9" fmla="*/ 1386554 w 2356712"/>
              <a:gd name="connsiteY9" fmla="*/ 1869948 h 4118991"/>
              <a:gd name="connsiteX10" fmla="*/ 1271683 w 2356712"/>
              <a:gd name="connsiteY10" fmla="*/ 2073402 h 4118991"/>
              <a:gd name="connsiteX11" fmla="*/ 1178338 w 2356712"/>
              <a:gd name="connsiteY11" fmla="*/ 2355914 h 4118991"/>
              <a:gd name="connsiteX12" fmla="*/ 1113758 w 2356712"/>
              <a:gd name="connsiteY12" fmla="*/ 2578513 h 4118991"/>
              <a:gd name="connsiteX13" fmla="*/ 1034796 w 2356712"/>
              <a:gd name="connsiteY13" fmla="*/ 2834640 h 4118991"/>
              <a:gd name="connsiteX14" fmla="*/ 905637 w 2356712"/>
              <a:gd name="connsiteY14" fmla="*/ 3081242 h 4118991"/>
              <a:gd name="connsiteX15" fmla="*/ 793147 w 2356712"/>
              <a:gd name="connsiteY15" fmla="*/ 3258407 h 4118991"/>
              <a:gd name="connsiteX16" fmla="*/ 546735 w 2356712"/>
              <a:gd name="connsiteY16" fmla="*/ 3571970 h 4118991"/>
              <a:gd name="connsiteX17" fmla="*/ 346996 w 2356712"/>
              <a:gd name="connsiteY17" fmla="*/ 3771900 h 4118991"/>
              <a:gd name="connsiteX18" fmla="*/ 174689 w 2356712"/>
              <a:gd name="connsiteY18" fmla="*/ 3944207 h 4118991"/>
              <a:gd name="connsiteX19" fmla="*/ 0 w 2356712"/>
              <a:gd name="connsiteY19" fmla="*/ 4118991 h 4118991"/>
              <a:gd name="connsiteX0" fmla="*/ 1843096 w 2492737"/>
              <a:gd name="connsiteY0" fmla="*/ 0 h 4353517"/>
              <a:gd name="connsiteX1" fmla="*/ 1960539 w 2492737"/>
              <a:gd name="connsiteY1" fmla="*/ 244697 h 4353517"/>
              <a:gd name="connsiteX2" fmla="*/ 2044740 w 2492737"/>
              <a:gd name="connsiteY2" fmla="*/ 328994 h 4353517"/>
              <a:gd name="connsiteX3" fmla="*/ 2362494 w 2492737"/>
              <a:gd name="connsiteY3" fmla="*/ 603695 h 4353517"/>
              <a:gd name="connsiteX4" fmla="*/ 2491653 w 2492737"/>
              <a:gd name="connsiteY4" fmla="*/ 900494 h 4353517"/>
              <a:gd name="connsiteX5" fmla="*/ 2417453 w 2492737"/>
              <a:gd name="connsiteY5" fmla="*/ 1206913 h 4353517"/>
              <a:gd name="connsiteX6" fmla="*/ 2228477 w 2492737"/>
              <a:gd name="connsiteY6" fmla="*/ 1460659 h 4353517"/>
              <a:gd name="connsiteX7" fmla="*/ 1970064 w 2492737"/>
              <a:gd name="connsiteY7" fmla="*/ 1625822 h 4353517"/>
              <a:gd name="connsiteX8" fmla="*/ 1694887 w 2492737"/>
              <a:gd name="connsiteY8" fmla="*/ 1743075 h 4353517"/>
              <a:gd name="connsiteX9" fmla="*/ 1522579 w 2492737"/>
              <a:gd name="connsiteY9" fmla="*/ 1869948 h 4353517"/>
              <a:gd name="connsiteX10" fmla="*/ 1407708 w 2492737"/>
              <a:gd name="connsiteY10" fmla="*/ 2073402 h 4353517"/>
              <a:gd name="connsiteX11" fmla="*/ 1314363 w 2492737"/>
              <a:gd name="connsiteY11" fmla="*/ 2355914 h 4353517"/>
              <a:gd name="connsiteX12" fmla="*/ 1249783 w 2492737"/>
              <a:gd name="connsiteY12" fmla="*/ 2578513 h 4353517"/>
              <a:gd name="connsiteX13" fmla="*/ 1170821 w 2492737"/>
              <a:gd name="connsiteY13" fmla="*/ 2834640 h 4353517"/>
              <a:gd name="connsiteX14" fmla="*/ 1041662 w 2492737"/>
              <a:gd name="connsiteY14" fmla="*/ 3081242 h 4353517"/>
              <a:gd name="connsiteX15" fmla="*/ 929172 w 2492737"/>
              <a:gd name="connsiteY15" fmla="*/ 3258407 h 4353517"/>
              <a:gd name="connsiteX16" fmla="*/ 682760 w 2492737"/>
              <a:gd name="connsiteY16" fmla="*/ 3571970 h 4353517"/>
              <a:gd name="connsiteX17" fmla="*/ 483021 w 2492737"/>
              <a:gd name="connsiteY17" fmla="*/ 3771900 h 4353517"/>
              <a:gd name="connsiteX18" fmla="*/ 310714 w 2492737"/>
              <a:gd name="connsiteY18" fmla="*/ 3944207 h 4353517"/>
              <a:gd name="connsiteX19" fmla="*/ 0 w 2492737"/>
              <a:gd name="connsiteY19" fmla="*/ 4353517 h 4353517"/>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212093 w 2455047"/>
              <a:gd name="connsiteY12" fmla="*/ 2578513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273024 w 2455047"/>
              <a:gd name="connsiteY16" fmla="*/ 3944207 h 4210918"/>
              <a:gd name="connsiteX17" fmla="*/ 0 w 2455047"/>
              <a:gd name="connsiteY17" fmla="*/ 4210918 h 4210918"/>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345506 w 2463745"/>
              <a:gd name="connsiteY16" fmla="*/ 3944207 h 4191249"/>
              <a:gd name="connsiteX17" fmla="*/ 0 w 2463745"/>
              <a:gd name="connsiteY17" fmla="*/ 4191249 h 41912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365388 w 2483976"/>
              <a:gd name="connsiteY11" fmla="*/ 2512363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85900 w 2483976"/>
              <a:gd name="connsiteY11" fmla="*/ 2222558 h 4479474"/>
              <a:gd name="connsiteX12" fmla="*/ 1365388 w 2483976"/>
              <a:gd name="connsiteY12" fmla="*/ 2512363 h 4479474"/>
              <a:gd name="connsiteX13" fmla="*/ 1162060 w 2483976"/>
              <a:gd name="connsiteY13" fmla="*/ 2834640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162060 w 2483976"/>
              <a:gd name="connsiteY13" fmla="*/ 2834640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053196 w 2483976"/>
              <a:gd name="connsiteY14" fmla="*/ 3114023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113267 w 2483976"/>
              <a:gd name="connsiteY14" fmla="*/ 3285736 h 4479474"/>
              <a:gd name="connsiteX15" fmla="*/ 950853 w 2483976"/>
              <a:gd name="connsiteY15" fmla="*/ 3301023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262717 w 2483976"/>
              <a:gd name="connsiteY13" fmla="*/ 289781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65388 w 2483976"/>
              <a:gd name="connsiteY12" fmla="*/ 2512363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89382 w 2483976"/>
              <a:gd name="connsiteY10" fmla="*/ 2137766 h 4479474"/>
              <a:gd name="connsiteX11" fmla="*/ 1372915 w 2483976"/>
              <a:gd name="connsiteY11" fmla="*/ 2308414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72915 w 2483976"/>
              <a:gd name="connsiteY11" fmla="*/ 2308414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73508 w 2483976"/>
              <a:gd name="connsiteY12" fmla="*/ 2577160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05326 w 2483976"/>
              <a:gd name="connsiteY12" fmla="*/ 2663017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256915 w 2483976"/>
              <a:gd name="connsiteY10" fmla="*/ 2213902 h 4479474"/>
              <a:gd name="connsiteX11" fmla="*/ 1369670 w 2483976"/>
              <a:gd name="connsiteY11" fmla="*/ 2426670 h 4479474"/>
              <a:gd name="connsiteX12" fmla="*/ 1339420 w 2483976"/>
              <a:gd name="connsiteY12" fmla="*/ 2674357 h 4479474"/>
              <a:gd name="connsiteX13" fmla="*/ 1345515 w 2483976"/>
              <a:gd name="connsiteY13" fmla="*/ 2915637 h 4479474"/>
              <a:gd name="connsiteX14" fmla="*/ 1113267 w 2483976"/>
              <a:gd name="connsiteY14" fmla="*/ 3285736 h 4479474"/>
              <a:gd name="connsiteX15" fmla="*/ 864812 w 2483976"/>
              <a:gd name="connsiteY15" fmla="*/ 3428998 h 4479474"/>
              <a:gd name="connsiteX16" fmla="*/ 673999 w 2483976"/>
              <a:gd name="connsiteY16" fmla="*/ 3571970 h 4479474"/>
              <a:gd name="connsiteX17" fmla="*/ 365737 w 2483976"/>
              <a:gd name="connsiteY17" fmla="*/ 3944207 h 4479474"/>
              <a:gd name="connsiteX18" fmla="*/ 0 w 2483976"/>
              <a:gd name="connsiteY18" fmla="*/ 4479474 h 4479474"/>
              <a:gd name="connsiteX0" fmla="*/ 1468598 w 2118239"/>
              <a:gd name="connsiteY0" fmla="*/ 0 h 3944207"/>
              <a:gd name="connsiteX1" fmla="*/ 1586041 w 2118239"/>
              <a:gd name="connsiteY1" fmla="*/ 244697 h 3944207"/>
              <a:gd name="connsiteX2" fmla="*/ 1670242 w 2118239"/>
              <a:gd name="connsiteY2" fmla="*/ 328994 h 3944207"/>
              <a:gd name="connsiteX3" fmla="*/ 1987996 w 2118239"/>
              <a:gd name="connsiteY3" fmla="*/ 603695 h 3944207"/>
              <a:gd name="connsiteX4" fmla="*/ 2117155 w 2118239"/>
              <a:gd name="connsiteY4" fmla="*/ 900494 h 3944207"/>
              <a:gd name="connsiteX5" fmla="*/ 2042955 w 2118239"/>
              <a:gd name="connsiteY5" fmla="*/ 1206913 h 3944207"/>
              <a:gd name="connsiteX6" fmla="*/ 1853979 w 2118239"/>
              <a:gd name="connsiteY6" fmla="*/ 1460659 h 3944207"/>
              <a:gd name="connsiteX7" fmla="*/ 1595566 w 2118239"/>
              <a:gd name="connsiteY7" fmla="*/ 1625822 h 3944207"/>
              <a:gd name="connsiteX8" fmla="*/ 1320389 w 2118239"/>
              <a:gd name="connsiteY8" fmla="*/ 1743075 h 3944207"/>
              <a:gd name="connsiteX9" fmla="*/ 1120538 w 2118239"/>
              <a:gd name="connsiteY9" fmla="*/ 1827332 h 3944207"/>
              <a:gd name="connsiteX10" fmla="*/ 891178 w 2118239"/>
              <a:gd name="connsiteY10" fmla="*/ 2213902 h 3944207"/>
              <a:gd name="connsiteX11" fmla="*/ 1003933 w 2118239"/>
              <a:gd name="connsiteY11" fmla="*/ 2426670 h 3944207"/>
              <a:gd name="connsiteX12" fmla="*/ 973683 w 2118239"/>
              <a:gd name="connsiteY12" fmla="*/ 2674357 h 3944207"/>
              <a:gd name="connsiteX13" fmla="*/ 979778 w 2118239"/>
              <a:gd name="connsiteY13" fmla="*/ 2915637 h 3944207"/>
              <a:gd name="connsiteX14" fmla="*/ 747530 w 2118239"/>
              <a:gd name="connsiteY14" fmla="*/ 3285736 h 3944207"/>
              <a:gd name="connsiteX15" fmla="*/ 499075 w 2118239"/>
              <a:gd name="connsiteY15" fmla="*/ 3428998 h 3944207"/>
              <a:gd name="connsiteX16" fmla="*/ 308262 w 2118239"/>
              <a:gd name="connsiteY16" fmla="*/ 3571970 h 3944207"/>
              <a:gd name="connsiteX17" fmla="*/ 0 w 2118239"/>
              <a:gd name="connsiteY17" fmla="*/ 3944207 h 3944207"/>
              <a:gd name="connsiteX0" fmla="*/ 1468598 w 2118239"/>
              <a:gd name="connsiteY0" fmla="*/ 0 h 3944207"/>
              <a:gd name="connsiteX1" fmla="*/ 1586041 w 2118239"/>
              <a:gd name="connsiteY1" fmla="*/ 244697 h 3944207"/>
              <a:gd name="connsiteX2" fmla="*/ 1670242 w 2118239"/>
              <a:gd name="connsiteY2" fmla="*/ 328994 h 3944207"/>
              <a:gd name="connsiteX3" fmla="*/ 1987996 w 2118239"/>
              <a:gd name="connsiteY3" fmla="*/ 603695 h 3944207"/>
              <a:gd name="connsiteX4" fmla="*/ 2117155 w 2118239"/>
              <a:gd name="connsiteY4" fmla="*/ 900494 h 3944207"/>
              <a:gd name="connsiteX5" fmla="*/ 2042955 w 2118239"/>
              <a:gd name="connsiteY5" fmla="*/ 1206913 h 3944207"/>
              <a:gd name="connsiteX6" fmla="*/ 1853979 w 2118239"/>
              <a:gd name="connsiteY6" fmla="*/ 1460659 h 3944207"/>
              <a:gd name="connsiteX7" fmla="*/ 1595566 w 2118239"/>
              <a:gd name="connsiteY7" fmla="*/ 1625822 h 3944207"/>
              <a:gd name="connsiteX8" fmla="*/ 1320389 w 2118239"/>
              <a:gd name="connsiteY8" fmla="*/ 1743075 h 3944207"/>
              <a:gd name="connsiteX9" fmla="*/ 1120538 w 2118239"/>
              <a:gd name="connsiteY9" fmla="*/ 1827332 h 3944207"/>
              <a:gd name="connsiteX10" fmla="*/ 891178 w 2118239"/>
              <a:gd name="connsiteY10" fmla="*/ 2213902 h 3944207"/>
              <a:gd name="connsiteX11" fmla="*/ 1003933 w 2118239"/>
              <a:gd name="connsiteY11" fmla="*/ 2426670 h 3944207"/>
              <a:gd name="connsiteX12" fmla="*/ 973683 w 2118239"/>
              <a:gd name="connsiteY12" fmla="*/ 2674357 h 3944207"/>
              <a:gd name="connsiteX13" fmla="*/ 979778 w 2118239"/>
              <a:gd name="connsiteY13" fmla="*/ 2915637 h 3944207"/>
              <a:gd name="connsiteX14" fmla="*/ 747530 w 2118239"/>
              <a:gd name="connsiteY14" fmla="*/ 3285736 h 3944207"/>
              <a:gd name="connsiteX15" fmla="*/ 499075 w 2118239"/>
              <a:gd name="connsiteY15" fmla="*/ 3428998 h 3944207"/>
              <a:gd name="connsiteX16" fmla="*/ 308262 w 2118239"/>
              <a:gd name="connsiteY16" fmla="*/ 3571970 h 3944207"/>
              <a:gd name="connsiteX17" fmla="*/ 0 w 2118239"/>
              <a:gd name="connsiteY17" fmla="*/ 3944207 h 3944207"/>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437383 w 2056547"/>
              <a:gd name="connsiteY15" fmla="*/ 3428998 h 3895608"/>
              <a:gd name="connsiteX16" fmla="*/ 246570 w 2056547"/>
              <a:gd name="connsiteY16" fmla="*/ 3571970 h 3895608"/>
              <a:gd name="connsiteX17" fmla="*/ 0 w 2056547"/>
              <a:gd name="connsiteY17" fmla="*/ 3895608 h 3895608"/>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437383 w 2056547"/>
              <a:gd name="connsiteY15" fmla="*/ 3428998 h 3895608"/>
              <a:gd name="connsiteX16" fmla="*/ 240076 w 2056547"/>
              <a:gd name="connsiteY16" fmla="*/ 3537952 h 3895608"/>
              <a:gd name="connsiteX17" fmla="*/ 0 w 2056547"/>
              <a:gd name="connsiteY17" fmla="*/ 3895608 h 3895608"/>
              <a:gd name="connsiteX0" fmla="*/ 1406906 w 2056547"/>
              <a:gd name="connsiteY0" fmla="*/ 0 h 3895608"/>
              <a:gd name="connsiteX1" fmla="*/ 1524349 w 2056547"/>
              <a:gd name="connsiteY1" fmla="*/ 244697 h 3895608"/>
              <a:gd name="connsiteX2" fmla="*/ 1608550 w 2056547"/>
              <a:gd name="connsiteY2" fmla="*/ 328994 h 3895608"/>
              <a:gd name="connsiteX3" fmla="*/ 1926304 w 2056547"/>
              <a:gd name="connsiteY3" fmla="*/ 603695 h 3895608"/>
              <a:gd name="connsiteX4" fmla="*/ 2055463 w 2056547"/>
              <a:gd name="connsiteY4" fmla="*/ 900494 h 3895608"/>
              <a:gd name="connsiteX5" fmla="*/ 1981263 w 2056547"/>
              <a:gd name="connsiteY5" fmla="*/ 1206913 h 3895608"/>
              <a:gd name="connsiteX6" fmla="*/ 1792287 w 2056547"/>
              <a:gd name="connsiteY6" fmla="*/ 1460659 h 3895608"/>
              <a:gd name="connsiteX7" fmla="*/ 1533874 w 2056547"/>
              <a:gd name="connsiteY7" fmla="*/ 1625822 h 3895608"/>
              <a:gd name="connsiteX8" fmla="*/ 1258697 w 2056547"/>
              <a:gd name="connsiteY8" fmla="*/ 1743075 h 3895608"/>
              <a:gd name="connsiteX9" fmla="*/ 1058846 w 2056547"/>
              <a:gd name="connsiteY9" fmla="*/ 1827332 h 3895608"/>
              <a:gd name="connsiteX10" fmla="*/ 829486 w 2056547"/>
              <a:gd name="connsiteY10" fmla="*/ 2213902 h 3895608"/>
              <a:gd name="connsiteX11" fmla="*/ 942241 w 2056547"/>
              <a:gd name="connsiteY11" fmla="*/ 2426670 h 3895608"/>
              <a:gd name="connsiteX12" fmla="*/ 911991 w 2056547"/>
              <a:gd name="connsiteY12" fmla="*/ 2674357 h 3895608"/>
              <a:gd name="connsiteX13" fmla="*/ 918086 w 2056547"/>
              <a:gd name="connsiteY13" fmla="*/ 2915637 h 3895608"/>
              <a:gd name="connsiteX14" fmla="*/ 685838 w 2056547"/>
              <a:gd name="connsiteY14" fmla="*/ 3285736 h 3895608"/>
              <a:gd name="connsiteX15" fmla="*/ 365950 w 2056547"/>
              <a:gd name="connsiteY15" fmla="*/ 3417659 h 3895608"/>
              <a:gd name="connsiteX16" fmla="*/ 240076 w 2056547"/>
              <a:gd name="connsiteY16" fmla="*/ 3537952 h 3895608"/>
              <a:gd name="connsiteX17" fmla="*/ 0 w 2056547"/>
              <a:gd name="connsiteY17" fmla="*/ 3895608 h 3895608"/>
              <a:gd name="connsiteX0" fmla="*/ 1166830 w 1816471"/>
              <a:gd name="connsiteY0" fmla="*/ 0 h 3537952"/>
              <a:gd name="connsiteX1" fmla="*/ 1284273 w 1816471"/>
              <a:gd name="connsiteY1" fmla="*/ 244697 h 3537952"/>
              <a:gd name="connsiteX2" fmla="*/ 1368474 w 1816471"/>
              <a:gd name="connsiteY2" fmla="*/ 328994 h 3537952"/>
              <a:gd name="connsiteX3" fmla="*/ 1686228 w 1816471"/>
              <a:gd name="connsiteY3" fmla="*/ 603695 h 3537952"/>
              <a:gd name="connsiteX4" fmla="*/ 1815387 w 1816471"/>
              <a:gd name="connsiteY4" fmla="*/ 900494 h 3537952"/>
              <a:gd name="connsiteX5" fmla="*/ 1741187 w 1816471"/>
              <a:gd name="connsiteY5" fmla="*/ 1206913 h 3537952"/>
              <a:gd name="connsiteX6" fmla="*/ 1552211 w 1816471"/>
              <a:gd name="connsiteY6" fmla="*/ 1460659 h 3537952"/>
              <a:gd name="connsiteX7" fmla="*/ 1293798 w 1816471"/>
              <a:gd name="connsiteY7" fmla="*/ 1625822 h 3537952"/>
              <a:gd name="connsiteX8" fmla="*/ 1018621 w 1816471"/>
              <a:gd name="connsiteY8" fmla="*/ 1743075 h 3537952"/>
              <a:gd name="connsiteX9" fmla="*/ 818770 w 1816471"/>
              <a:gd name="connsiteY9" fmla="*/ 1827332 h 3537952"/>
              <a:gd name="connsiteX10" fmla="*/ 589410 w 1816471"/>
              <a:gd name="connsiteY10" fmla="*/ 2213902 h 3537952"/>
              <a:gd name="connsiteX11" fmla="*/ 702165 w 1816471"/>
              <a:gd name="connsiteY11" fmla="*/ 2426670 h 3537952"/>
              <a:gd name="connsiteX12" fmla="*/ 671915 w 1816471"/>
              <a:gd name="connsiteY12" fmla="*/ 2674357 h 3537952"/>
              <a:gd name="connsiteX13" fmla="*/ 678010 w 1816471"/>
              <a:gd name="connsiteY13" fmla="*/ 2915637 h 3537952"/>
              <a:gd name="connsiteX14" fmla="*/ 445762 w 1816471"/>
              <a:gd name="connsiteY14" fmla="*/ 3285736 h 3537952"/>
              <a:gd name="connsiteX15" fmla="*/ 125874 w 1816471"/>
              <a:gd name="connsiteY15" fmla="*/ 3417659 h 3537952"/>
              <a:gd name="connsiteX16" fmla="*/ 0 w 1816471"/>
              <a:gd name="connsiteY16" fmla="*/ 3537952 h 3537952"/>
              <a:gd name="connsiteX0" fmla="*/ 1040956 w 1690597"/>
              <a:gd name="connsiteY0" fmla="*/ 0 h 3417659"/>
              <a:gd name="connsiteX1" fmla="*/ 1158399 w 1690597"/>
              <a:gd name="connsiteY1" fmla="*/ 244697 h 3417659"/>
              <a:gd name="connsiteX2" fmla="*/ 1242600 w 1690597"/>
              <a:gd name="connsiteY2" fmla="*/ 328994 h 3417659"/>
              <a:gd name="connsiteX3" fmla="*/ 1560354 w 1690597"/>
              <a:gd name="connsiteY3" fmla="*/ 603695 h 3417659"/>
              <a:gd name="connsiteX4" fmla="*/ 1689513 w 1690597"/>
              <a:gd name="connsiteY4" fmla="*/ 900494 h 3417659"/>
              <a:gd name="connsiteX5" fmla="*/ 1615313 w 1690597"/>
              <a:gd name="connsiteY5" fmla="*/ 1206913 h 3417659"/>
              <a:gd name="connsiteX6" fmla="*/ 1426337 w 1690597"/>
              <a:gd name="connsiteY6" fmla="*/ 1460659 h 3417659"/>
              <a:gd name="connsiteX7" fmla="*/ 1167924 w 1690597"/>
              <a:gd name="connsiteY7" fmla="*/ 1625822 h 3417659"/>
              <a:gd name="connsiteX8" fmla="*/ 892747 w 1690597"/>
              <a:gd name="connsiteY8" fmla="*/ 1743075 h 3417659"/>
              <a:gd name="connsiteX9" fmla="*/ 692896 w 1690597"/>
              <a:gd name="connsiteY9" fmla="*/ 1827332 h 3417659"/>
              <a:gd name="connsiteX10" fmla="*/ 463536 w 1690597"/>
              <a:gd name="connsiteY10" fmla="*/ 2213902 h 3417659"/>
              <a:gd name="connsiteX11" fmla="*/ 576291 w 1690597"/>
              <a:gd name="connsiteY11" fmla="*/ 2426670 h 3417659"/>
              <a:gd name="connsiteX12" fmla="*/ 546041 w 1690597"/>
              <a:gd name="connsiteY12" fmla="*/ 2674357 h 3417659"/>
              <a:gd name="connsiteX13" fmla="*/ 552136 w 1690597"/>
              <a:gd name="connsiteY13" fmla="*/ 2915637 h 3417659"/>
              <a:gd name="connsiteX14" fmla="*/ 319888 w 1690597"/>
              <a:gd name="connsiteY14" fmla="*/ 3285736 h 3417659"/>
              <a:gd name="connsiteX15" fmla="*/ 0 w 1690597"/>
              <a:gd name="connsiteY15" fmla="*/ 3417659 h 3417659"/>
              <a:gd name="connsiteX0" fmla="*/ 1040956 w 1690597"/>
              <a:gd name="connsiteY0" fmla="*/ 0 h 3417659"/>
              <a:gd name="connsiteX1" fmla="*/ 1158399 w 1690597"/>
              <a:gd name="connsiteY1" fmla="*/ 244697 h 3417659"/>
              <a:gd name="connsiteX2" fmla="*/ 1242600 w 1690597"/>
              <a:gd name="connsiteY2" fmla="*/ 328994 h 3417659"/>
              <a:gd name="connsiteX3" fmla="*/ 1560354 w 1690597"/>
              <a:gd name="connsiteY3" fmla="*/ 603695 h 3417659"/>
              <a:gd name="connsiteX4" fmla="*/ 1689513 w 1690597"/>
              <a:gd name="connsiteY4" fmla="*/ 900494 h 3417659"/>
              <a:gd name="connsiteX5" fmla="*/ 1615313 w 1690597"/>
              <a:gd name="connsiteY5" fmla="*/ 1206913 h 3417659"/>
              <a:gd name="connsiteX6" fmla="*/ 1426337 w 1690597"/>
              <a:gd name="connsiteY6" fmla="*/ 1460659 h 3417659"/>
              <a:gd name="connsiteX7" fmla="*/ 1167924 w 1690597"/>
              <a:gd name="connsiteY7" fmla="*/ 1625822 h 3417659"/>
              <a:gd name="connsiteX8" fmla="*/ 892747 w 1690597"/>
              <a:gd name="connsiteY8" fmla="*/ 1743075 h 3417659"/>
              <a:gd name="connsiteX9" fmla="*/ 692896 w 1690597"/>
              <a:gd name="connsiteY9" fmla="*/ 1827332 h 3417659"/>
              <a:gd name="connsiteX10" fmla="*/ 463536 w 1690597"/>
              <a:gd name="connsiteY10" fmla="*/ 2213902 h 3417659"/>
              <a:gd name="connsiteX11" fmla="*/ 576291 w 1690597"/>
              <a:gd name="connsiteY11" fmla="*/ 2426670 h 3417659"/>
              <a:gd name="connsiteX12" fmla="*/ 546041 w 1690597"/>
              <a:gd name="connsiteY12" fmla="*/ 2674357 h 3417659"/>
              <a:gd name="connsiteX13" fmla="*/ 319888 w 1690597"/>
              <a:gd name="connsiteY13" fmla="*/ 3285736 h 3417659"/>
              <a:gd name="connsiteX14" fmla="*/ 0 w 1690597"/>
              <a:gd name="connsiteY14" fmla="*/ 3417659 h 3417659"/>
              <a:gd name="connsiteX0" fmla="*/ 1040956 w 1690597"/>
              <a:gd name="connsiteY0" fmla="*/ 0 h 3417659"/>
              <a:gd name="connsiteX1" fmla="*/ 1158399 w 1690597"/>
              <a:gd name="connsiteY1" fmla="*/ 244697 h 3417659"/>
              <a:gd name="connsiteX2" fmla="*/ 1242600 w 1690597"/>
              <a:gd name="connsiteY2" fmla="*/ 328994 h 3417659"/>
              <a:gd name="connsiteX3" fmla="*/ 1560354 w 1690597"/>
              <a:gd name="connsiteY3" fmla="*/ 603695 h 3417659"/>
              <a:gd name="connsiteX4" fmla="*/ 1689513 w 1690597"/>
              <a:gd name="connsiteY4" fmla="*/ 900494 h 3417659"/>
              <a:gd name="connsiteX5" fmla="*/ 1615313 w 1690597"/>
              <a:gd name="connsiteY5" fmla="*/ 1206913 h 3417659"/>
              <a:gd name="connsiteX6" fmla="*/ 1426337 w 1690597"/>
              <a:gd name="connsiteY6" fmla="*/ 1460659 h 3417659"/>
              <a:gd name="connsiteX7" fmla="*/ 1167924 w 1690597"/>
              <a:gd name="connsiteY7" fmla="*/ 1625822 h 3417659"/>
              <a:gd name="connsiteX8" fmla="*/ 892747 w 1690597"/>
              <a:gd name="connsiteY8" fmla="*/ 1743075 h 3417659"/>
              <a:gd name="connsiteX9" fmla="*/ 692896 w 1690597"/>
              <a:gd name="connsiteY9" fmla="*/ 1827332 h 3417659"/>
              <a:gd name="connsiteX10" fmla="*/ 463536 w 1690597"/>
              <a:gd name="connsiteY10" fmla="*/ 2213902 h 3417659"/>
              <a:gd name="connsiteX11" fmla="*/ 576291 w 1690597"/>
              <a:gd name="connsiteY11" fmla="*/ 2426670 h 3417659"/>
              <a:gd name="connsiteX12" fmla="*/ 546041 w 1690597"/>
              <a:gd name="connsiteY12" fmla="*/ 2674357 h 3417659"/>
              <a:gd name="connsiteX13" fmla="*/ 279185 w 1690597"/>
              <a:gd name="connsiteY13" fmla="*/ 3277612 h 3417659"/>
              <a:gd name="connsiteX14" fmla="*/ 0 w 1690597"/>
              <a:gd name="connsiteY14" fmla="*/ 3417659 h 3417659"/>
              <a:gd name="connsiteX0" fmla="*/ 1040956 w 1690597"/>
              <a:gd name="connsiteY0" fmla="*/ 0 h 3417659"/>
              <a:gd name="connsiteX1" fmla="*/ 1158399 w 1690597"/>
              <a:gd name="connsiteY1" fmla="*/ 244697 h 3417659"/>
              <a:gd name="connsiteX2" fmla="*/ 1242600 w 1690597"/>
              <a:gd name="connsiteY2" fmla="*/ 328994 h 3417659"/>
              <a:gd name="connsiteX3" fmla="*/ 1560354 w 1690597"/>
              <a:gd name="connsiteY3" fmla="*/ 603695 h 3417659"/>
              <a:gd name="connsiteX4" fmla="*/ 1689513 w 1690597"/>
              <a:gd name="connsiteY4" fmla="*/ 900494 h 3417659"/>
              <a:gd name="connsiteX5" fmla="*/ 1615313 w 1690597"/>
              <a:gd name="connsiteY5" fmla="*/ 1206913 h 3417659"/>
              <a:gd name="connsiteX6" fmla="*/ 1426337 w 1690597"/>
              <a:gd name="connsiteY6" fmla="*/ 1460659 h 3417659"/>
              <a:gd name="connsiteX7" fmla="*/ 1167924 w 1690597"/>
              <a:gd name="connsiteY7" fmla="*/ 1625822 h 3417659"/>
              <a:gd name="connsiteX8" fmla="*/ 892747 w 1690597"/>
              <a:gd name="connsiteY8" fmla="*/ 1743075 h 3417659"/>
              <a:gd name="connsiteX9" fmla="*/ 692896 w 1690597"/>
              <a:gd name="connsiteY9" fmla="*/ 1827332 h 3417659"/>
              <a:gd name="connsiteX10" fmla="*/ 463536 w 1690597"/>
              <a:gd name="connsiteY10" fmla="*/ 2213902 h 3417659"/>
              <a:gd name="connsiteX11" fmla="*/ 576291 w 1690597"/>
              <a:gd name="connsiteY11" fmla="*/ 2426670 h 3417659"/>
              <a:gd name="connsiteX12" fmla="*/ 550114 w 1690597"/>
              <a:gd name="connsiteY12" fmla="*/ 2714974 h 3417659"/>
              <a:gd name="connsiteX13" fmla="*/ 279185 w 1690597"/>
              <a:gd name="connsiteY13" fmla="*/ 3277612 h 3417659"/>
              <a:gd name="connsiteX14" fmla="*/ 0 w 1690597"/>
              <a:gd name="connsiteY14" fmla="*/ 3417659 h 3417659"/>
              <a:gd name="connsiteX0" fmla="*/ 1040956 w 1689513"/>
              <a:gd name="connsiteY0" fmla="*/ 0 h 3417659"/>
              <a:gd name="connsiteX1" fmla="*/ 1158399 w 1689513"/>
              <a:gd name="connsiteY1" fmla="*/ 244697 h 3417659"/>
              <a:gd name="connsiteX2" fmla="*/ 1242600 w 1689513"/>
              <a:gd name="connsiteY2" fmla="*/ 328994 h 3417659"/>
              <a:gd name="connsiteX3" fmla="*/ 1560354 w 1689513"/>
              <a:gd name="connsiteY3" fmla="*/ 603695 h 3417659"/>
              <a:gd name="connsiteX4" fmla="*/ 1689513 w 1689513"/>
              <a:gd name="connsiteY4" fmla="*/ 900494 h 3417659"/>
              <a:gd name="connsiteX5" fmla="*/ 1426337 w 1689513"/>
              <a:gd name="connsiteY5" fmla="*/ 1460659 h 3417659"/>
              <a:gd name="connsiteX6" fmla="*/ 1167924 w 1689513"/>
              <a:gd name="connsiteY6" fmla="*/ 1625822 h 3417659"/>
              <a:gd name="connsiteX7" fmla="*/ 892747 w 1689513"/>
              <a:gd name="connsiteY7" fmla="*/ 1743075 h 3417659"/>
              <a:gd name="connsiteX8" fmla="*/ 692896 w 1689513"/>
              <a:gd name="connsiteY8" fmla="*/ 1827332 h 3417659"/>
              <a:gd name="connsiteX9" fmla="*/ 463536 w 1689513"/>
              <a:gd name="connsiteY9" fmla="*/ 2213902 h 3417659"/>
              <a:gd name="connsiteX10" fmla="*/ 576291 w 1689513"/>
              <a:gd name="connsiteY10" fmla="*/ 2426670 h 3417659"/>
              <a:gd name="connsiteX11" fmla="*/ 550114 w 1689513"/>
              <a:gd name="connsiteY11" fmla="*/ 2714974 h 3417659"/>
              <a:gd name="connsiteX12" fmla="*/ 279185 w 1689513"/>
              <a:gd name="connsiteY12" fmla="*/ 3277612 h 3417659"/>
              <a:gd name="connsiteX13" fmla="*/ 0 w 1689513"/>
              <a:gd name="connsiteY13" fmla="*/ 3417659 h 3417659"/>
              <a:gd name="connsiteX0" fmla="*/ 1040956 w 1695620"/>
              <a:gd name="connsiteY0" fmla="*/ 0 h 3417659"/>
              <a:gd name="connsiteX1" fmla="*/ 1158399 w 1695620"/>
              <a:gd name="connsiteY1" fmla="*/ 244697 h 3417659"/>
              <a:gd name="connsiteX2" fmla="*/ 1242600 w 1695620"/>
              <a:gd name="connsiteY2" fmla="*/ 328994 h 3417659"/>
              <a:gd name="connsiteX3" fmla="*/ 1560354 w 1695620"/>
              <a:gd name="connsiteY3" fmla="*/ 603695 h 3417659"/>
              <a:gd name="connsiteX4" fmla="*/ 1695620 w 1695620"/>
              <a:gd name="connsiteY4" fmla="*/ 945172 h 3417659"/>
              <a:gd name="connsiteX5" fmla="*/ 1426337 w 1695620"/>
              <a:gd name="connsiteY5" fmla="*/ 1460659 h 3417659"/>
              <a:gd name="connsiteX6" fmla="*/ 1167924 w 1695620"/>
              <a:gd name="connsiteY6" fmla="*/ 1625822 h 3417659"/>
              <a:gd name="connsiteX7" fmla="*/ 892747 w 1695620"/>
              <a:gd name="connsiteY7" fmla="*/ 1743075 h 3417659"/>
              <a:gd name="connsiteX8" fmla="*/ 692896 w 1695620"/>
              <a:gd name="connsiteY8" fmla="*/ 1827332 h 3417659"/>
              <a:gd name="connsiteX9" fmla="*/ 463536 w 1695620"/>
              <a:gd name="connsiteY9" fmla="*/ 2213902 h 3417659"/>
              <a:gd name="connsiteX10" fmla="*/ 576291 w 1695620"/>
              <a:gd name="connsiteY10" fmla="*/ 2426670 h 3417659"/>
              <a:gd name="connsiteX11" fmla="*/ 550114 w 1695620"/>
              <a:gd name="connsiteY11" fmla="*/ 2714974 h 3417659"/>
              <a:gd name="connsiteX12" fmla="*/ 279185 w 1695620"/>
              <a:gd name="connsiteY12" fmla="*/ 3277612 h 3417659"/>
              <a:gd name="connsiteX13" fmla="*/ 0 w 1695620"/>
              <a:gd name="connsiteY13" fmla="*/ 3417659 h 3417659"/>
              <a:gd name="connsiteX0" fmla="*/ 1040956 w 1695620"/>
              <a:gd name="connsiteY0" fmla="*/ 0 h 3417659"/>
              <a:gd name="connsiteX1" fmla="*/ 1158399 w 1695620"/>
              <a:gd name="connsiteY1" fmla="*/ 244697 h 3417659"/>
              <a:gd name="connsiteX2" fmla="*/ 1242600 w 1695620"/>
              <a:gd name="connsiteY2" fmla="*/ 328994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167924 w 1695620"/>
              <a:gd name="connsiteY6" fmla="*/ 1625822 h 3417659"/>
              <a:gd name="connsiteX7" fmla="*/ 892747 w 1695620"/>
              <a:gd name="connsiteY7" fmla="*/ 1743075 h 3417659"/>
              <a:gd name="connsiteX8" fmla="*/ 692896 w 1695620"/>
              <a:gd name="connsiteY8" fmla="*/ 1827332 h 3417659"/>
              <a:gd name="connsiteX9" fmla="*/ 463536 w 1695620"/>
              <a:gd name="connsiteY9" fmla="*/ 2213902 h 3417659"/>
              <a:gd name="connsiteX10" fmla="*/ 576291 w 1695620"/>
              <a:gd name="connsiteY10" fmla="*/ 2426670 h 3417659"/>
              <a:gd name="connsiteX11" fmla="*/ 550114 w 1695620"/>
              <a:gd name="connsiteY11" fmla="*/ 2714974 h 3417659"/>
              <a:gd name="connsiteX12" fmla="*/ 279185 w 1695620"/>
              <a:gd name="connsiteY12" fmla="*/ 3277612 h 3417659"/>
              <a:gd name="connsiteX13" fmla="*/ 0 w 1695620"/>
              <a:gd name="connsiteY13" fmla="*/ 3417659 h 3417659"/>
              <a:gd name="connsiteX0" fmla="*/ 1040956 w 1695620"/>
              <a:gd name="connsiteY0" fmla="*/ 0 h 3417659"/>
              <a:gd name="connsiteX1" fmla="*/ 1158399 w 1695620"/>
              <a:gd name="connsiteY1" fmla="*/ 244697 h 3417659"/>
              <a:gd name="connsiteX2" fmla="*/ 1242600 w 1695620"/>
              <a:gd name="connsiteY2" fmla="*/ 328994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167924 w 1695620"/>
              <a:gd name="connsiteY6" fmla="*/ 1625822 h 3417659"/>
              <a:gd name="connsiteX7" fmla="*/ 892747 w 1695620"/>
              <a:gd name="connsiteY7" fmla="*/ 1743075 h 3417659"/>
              <a:gd name="connsiteX8" fmla="*/ 692896 w 1695620"/>
              <a:gd name="connsiteY8" fmla="*/ 1827332 h 3417659"/>
              <a:gd name="connsiteX9" fmla="*/ 463536 w 1695620"/>
              <a:gd name="connsiteY9" fmla="*/ 2213902 h 3417659"/>
              <a:gd name="connsiteX10" fmla="*/ 576291 w 1695620"/>
              <a:gd name="connsiteY10" fmla="*/ 2426670 h 3417659"/>
              <a:gd name="connsiteX11" fmla="*/ 550114 w 1695620"/>
              <a:gd name="connsiteY11" fmla="*/ 2714974 h 3417659"/>
              <a:gd name="connsiteX12" fmla="*/ 279185 w 1695620"/>
              <a:gd name="connsiteY12" fmla="*/ 3277612 h 3417659"/>
              <a:gd name="connsiteX13" fmla="*/ 0 w 1695620"/>
              <a:gd name="connsiteY13" fmla="*/ 3417659 h 3417659"/>
              <a:gd name="connsiteX0" fmla="*/ 1040956 w 1695620"/>
              <a:gd name="connsiteY0" fmla="*/ 0 h 3417659"/>
              <a:gd name="connsiteX1" fmla="*/ 1158399 w 1695620"/>
              <a:gd name="connsiteY1" fmla="*/ 244697 h 3417659"/>
              <a:gd name="connsiteX2" fmla="*/ 1242600 w 1695620"/>
              <a:gd name="connsiteY2" fmla="*/ 328994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167924 w 1695620"/>
              <a:gd name="connsiteY6" fmla="*/ 1625822 h 3417659"/>
              <a:gd name="connsiteX7" fmla="*/ 692896 w 1695620"/>
              <a:gd name="connsiteY7" fmla="*/ 1827332 h 3417659"/>
              <a:gd name="connsiteX8" fmla="*/ 463536 w 1695620"/>
              <a:gd name="connsiteY8" fmla="*/ 2213902 h 3417659"/>
              <a:gd name="connsiteX9" fmla="*/ 576291 w 1695620"/>
              <a:gd name="connsiteY9" fmla="*/ 2426670 h 3417659"/>
              <a:gd name="connsiteX10" fmla="*/ 550114 w 1695620"/>
              <a:gd name="connsiteY10" fmla="*/ 2714974 h 3417659"/>
              <a:gd name="connsiteX11" fmla="*/ 279185 w 1695620"/>
              <a:gd name="connsiteY11" fmla="*/ 3277612 h 3417659"/>
              <a:gd name="connsiteX12" fmla="*/ 0 w 1695620"/>
              <a:gd name="connsiteY12" fmla="*/ 3417659 h 3417659"/>
              <a:gd name="connsiteX0" fmla="*/ 1040956 w 1695620"/>
              <a:gd name="connsiteY0" fmla="*/ 0 h 3417659"/>
              <a:gd name="connsiteX1" fmla="*/ 1158399 w 1695620"/>
              <a:gd name="connsiteY1" fmla="*/ 244697 h 3417659"/>
              <a:gd name="connsiteX2" fmla="*/ 1242600 w 1695620"/>
              <a:gd name="connsiteY2" fmla="*/ 328994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084123 w 1695620"/>
              <a:gd name="connsiteY6" fmla="*/ 1609809 h 3417659"/>
              <a:gd name="connsiteX7" fmla="*/ 692896 w 1695620"/>
              <a:gd name="connsiteY7" fmla="*/ 1827332 h 3417659"/>
              <a:gd name="connsiteX8" fmla="*/ 463536 w 1695620"/>
              <a:gd name="connsiteY8" fmla="*/ 2213902 h 3417659"/>
              <a:gd name="connsiteX9" fmla="*/ 576291 w 1695620"/>
              <a:gd name="connsiteY9" fmla="*/ 2426670 h 3417659"/>
              <a:gd name="connsiteX10" fmla="*/ 550114 w 1695620"/>
              <a:gd name="connsiteY10" fmla="*/ 2714974 h 3417659"/>
              <a:gd name="connsiteX11" fmla="*/ 279185 w 1695620"/>
              <a:gd name="connsiteY11" fmla="*/ 3277612 h 3417659"/>
              <a:gd name="connsiteX12" fmla="*/ 0 w 1695620"/>
              <a:gd name="connsiteY12" fmla="*/ 3417659 h 3417659"/>
              <a:gd name="connsiteX0" fmla="*/ 1040956 w 1695620"/>
              <a:gd name="connsiteY0" fmla="*/ 0 h 3417659"/>
              <a:gd name="connsiteX1" fmla="*/ 1158399 w 1695620"/>
              <a:gd name="connsiteY1" fmla="*/ 244697 h 3417659"/>
              <a:gd name="connsiteX2" fmla="*/ 1208725 w 1695620"/>
              <a:gd name="connsiteY2" fmla="*/ 416170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084123 w 1695620"/>
              <a:gd name="connsiteY6" fmla="*/ 1609809 h 3417659"/>
              <a:gd name="connsiteX7" fmla="*/ 692896 w 1695620"/>
              <a:gd name="connsiteY7" fmla="*/ 1827332 h 3417659"/>
              <a:gd name="connsiteX8" fmla="*/ 463536 w 1695620"/>
              <a:gd name="connsiteY8" fmla="*/ 2213902 h 3417659"/>
              <a:gd name="connsiteX9" fmla="*/ 576291 w 1695620"/>
              <a:gd name="connsiteY9" fmla="*/ 2426670 h 3417659"/>
              <a:gd name="connsiteX10" fmla="*/ 550114 w 1695620"/>
              <a:gd name="connsiteY10" fmla="*/ 2714974 h 3417659"/>
              <a:gd name="connsiteX11" fmla="*/ 279185 w 1695620"/>
              <a:gd name="connsiteY11" fmla="*/ 3277612 h 3417659"/>
              <a:gd name="connsiteX12" fmla="*/ 0 w 1695620"/>
              <a:gd name="connsiteY12" fmla="*/ 3417659 h 3417659"/>
              <a:gd name="connsiteX0" fmla="*/ 1040956 w 1695620"/>
              <a:gd name="connsiteY0" fmla="*/ 0 h 3417659"/>
              <a:gd name="connsiteX1" fmla="*/ 1097778 w 1695620"/>
              <a:gd name="connsiteY1" fmla="*/ 269603 h 3417659"/>
              <a:gd name="connsiteX2" fmla="*/ 1208725 w 1695620"/>
              <a:gd name="connsiteY2" fmla="*/ 416170 h 3417659"/>
              <a:gd name="connsiteX3" fmla="*/ 1560354 w 1695620"/>
              <a:gd name="connsiteY3" fmla="*/ 603695 h 3417659"/>
              <a:gd name="connsiteX4" fmla="*/ 1695620 w 1695620"/>
              <a:gd name="connsiteY4" fmla="*/ 945172 h 3417659"/>
              <a:gd name="connsiteX5" fmla="*/ 1487397 w 1695620"/>
              <a:gd name="connsiteY5" fmla="*/ 1434257 h 3417659"/>
              <a:gd name="connsiteX6" fmla="*/ 1084123 w 1695620"/>
              <a:gd name="connsiteY6" fmla="*/ 1609809 h 3417659"/>
              <a:gd name="connsiteX7" fmla="*/ 692896 w 1695620"/>
              <a:gd name="connsiteY7" fmla="*/ 1827332 h 3417659"/>
              <a:gd name="connsiteX8" fmla="*/ 463536 w 1695620"/>
              <a:gd name="connsiteY8" fmla="*/ 2213902 h 3417659"/>
              <a:gd name="connsiteX9" fmla="*/ 576291 w 1695620"/>
              <a:gd name="connsiteY9" fmla="*/ 2426670 h 3417659"/>
              <a:gd name="connsiteX10" fmla="*/ 550114 w 1695620"/>
              <a:gd name="connsiteY10" fmla="*/ 2714974 h 3417659"/>
              <a:gd name="connsiteX11" fmla="*/ 279185 w 1695620"/>
              <a:gd name="connsiteY11" fmla="*/ 3277612 h 3417659"/>
              <a:gd name="connsiteX12" fmla="*/ 0 w 1695620"/>
              <a:gd name="connsiteY12" fmla="*/ 3417659 h 3417659"/>
              <a:gd name="connsiteX0" fmla="*/ 942890 w 1695620"/>
              <a:gd name="connsiteY0" fmla="*/ 0 h 3403429"/>
              <a:gd name="connsiteX1" fmla="*/ 1097778 w 1695620"/>
              <a:gd name="connsiteY1" fmla="*/ 255373 h 3403429"/>
              <a:gd name="connsiteX2" fmla="*/ 1208725 w 1695620"/>
              <a:gd name="connsiteY2" fmla="*/ 401940 h 3403429"/>
              <a:gd name="connsiteX3" fmla="*/ 1560354 w 1695620"/>
              <a:gd name="connsiteY3" fmla="*/ 589465 h 3403429"/>
              <a:gd name="connsiteX4" fmla="*/ 1695620 w 1695620"/>
              <a:gd name="connsiteY4" fmla="*/ 930942 h 3403429"/>
              <a:gd name="connsiteX5" fmla="*/ 1487397 w 1695620"/>
              <a:gd name="connsiteY5" fmla="*/ 1420027 h 3403429"/>
              <a:gd name="connsiteX6" fmla="*/ 1084123 w 1695620"/>
              <a:gd name="connsiteY6" fmla="*/ 1595579 h 3403429"/>
              <a:gd name="connsiteX7" fmla="*/ 692896 w 1695620"/>
              <a:gd name="connsiteY7" fmla="*/ 1813102 h 3403429"/>
              <a:gd name="connsiteX8" fmla="*/ 463536 w 1695620"/>
              <a:gd name="connsiteY8" fmla="*/ 2199672 h 3403429"/>
              <a:gd name="connsiteX9" fmla="*/ 576291 w 1695620"/>
              <a:gd name="connsiteY9" fmla="*/ 2412440 h 3403429"/>
              <a:gd name="connsiteX10" fmla="*/ 550114 w 1695620"/>
              <a:gd name="connsiteY10" fmla="*/ 2700744 h 3403429"/>
              <a:gd name="connsiteX11" fmla="*/ 279185 w 1695620"/>
              <a:gd name="connsiteY11" fmla="*/ 3263382 h 3403429"/>
              <a:gd name="connsiteX12" fmla="*/ 0 w 1695620"/>
              <a:gd name="connsiteY12" fmla="*/ 3403429 h 3403429"/>
              <a:gd name="connsiteX0" fmla="*/ 942890 w 1695620"/>
              <a:gd name="connsiteY0" fmla="*/ 0 h 3403429"/>
              <a:gd name="connsiteX1" fmla="*/ 1097778 w 1695620"/>
              <a:gd name="connsiteY1" fmla="*/ 255373 h 3403429"/>
              <a:gd name="connsiteX2" fmla="*/ 1208725 w 1695620"/>
              <a:gd name="connsiteY2" fmla="*/ 401940 h 3403429"/>
              <a:gd name="connsiteX3" fmla="*/ 1560354 w 1695620"/>
              <a:gd name="connsiteY3" fmla="*/ 589465 h 3403429"/>
              <a:gd name="connsiteX4" fmla="*/ 1695620 w 1695620"/>
              <a:gd name="connsiteY4" fmla="*/ 930942 h 3403429"/>
              <a:gd name="connsiteX5" fmla="*/ 1487397 w 1695620"/>
              <a:gd name="connsiteY5" fmla="*/ 1420027 h 3403429"/>
              <a:gd name="connsiteX6" fmla="*/ 1084123 w 1695620"/>
              <a:gd name="connsiteY6" fmla="*/ 1595579 h 3403429"/>
              <a:gd name="connsiteX7" fmla="*/ 692896 w 1695620"/>
              <a:gd name="connsiteY7" fmla="*/ 1813102 h 3403429"/>
              <a:gd name="connsiteX8" fmla="*/ 463536 w 1695620"/>
              <a:gd name="connsiteY8" fmla="*/ 2199672 h 3403429"/>
              <a:gd name="connsiteX9" fmla="*/ 576291 w 1695620"/>
              <a:gd name="connsiteY9" fmla="*/ 2412440 h 3403429"/>
              <a:gd name="connsiteX10" fmla="*/ 550114 w 1695620"/>
              <a:gd name="connsiteY10" fmla="*/ 2700744 h 3403429"/>
              <a:gd name="connsiteX11" fmla="*/ 279185 w 1695620"/>
              <a:gd name="connsiteY11" fmla="*/ 3263382 h 3403429"/>
              <a:gd name="connsiteX12" fmla="*/ 0 w 1695620"/>
              <a:gd name="connsiteY12" fmla="*/ 3403429 h 34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620" h="3403429">
                <a:moveTo>
                  <a:pt x="942890" y="0"/>
                </a:moveTo>
                <a:cubicBezTo>
                  <a:pt x="1022497" y="48786"/>
                  <a:pt x="1053472" y="188383"/>
                  <a:pt x="1097778" y="255373"/>
                </a:cubicBezTo>
                <a:cubicBezTo>
                  <a:pt x="1142084" y="322363"/>
                  <a:pt x="1131629" y="346258"/>
                  <a:pt x="1208725" y="401940"/>
                </a:cubicBezTo>
                <a:cubicBezTo>
                  <a:pt x="1285821" y="457622"/>
                  <a:pt x="1479205" y="501298"/>
                  <a:pt x="1560354" y="589465"/>
                </a:cubicBezTo>
                <a:cubicBezTo>
                  <a:pt x="1641503" y="677632"/>
                  <a:pt x="1687809" y="820928"/>
                  <a:pt x="1695620" y="930942"/>
                </a:cubicBezTo>
                <a:cubicBezTo>
                  <a:pt x="1673284" y="1073769"/>
                  <a:pt x="1589313" y="1309254"/>
                  <a:pt x="1487397" y="1420027"/>
                </a:cubicBezTo>
                <a:cubicBezTo>
                  <a:pt x="1385481" y="1530800"/>
                  <a:pt x="1216540" y="1530067"/>
                  <a:pt x="1084123" y="1595579"/>
                </a:cubicBezTo>
                <a:cubicBezTo>
                  <a:pt x="951706" y="1661092"/>
                  <a:pt x="796327" y="1712420"/>
                  <a:pt x="692896" y="1813102"/>
                </a:cubicBezTo>
                <a:cubicBezTo>
                  <a:pt x="589465" y="1913784"/>
                  <a:pt x="480265" y="2133801"/>
                  <a:pt x="463536" y="2199672"/>
                </a:cubicBezTo>
                <a:cubicBezTo>
                  <a:pt x="446807" y="2265543"/>
                  <a:pt x="561861" y="2328928"/>
                  <a:pt x="576291" y="2412440"/>
                </a:cubicBezTo>
                <a:cubicBezTo>
                  <a:pt x="590721" y="2495952"/>
                  <a:pt x="599632" y="2558921"/>
                  <a:pt x="550114" y="2700744"/>
                </a:cubicBezTo>
                <a:cubicBezTo>
                  <a:pt x="500596" y="2842567"/>
                  <a:pt x="370871" y="3146268"/>
                  <a:pt x="279185" y="3263382"/>
                </a:cubicBezTo>
                <a:cubicBezTo>
                  <a:pt x="187499" y="3380496"/>
                  <a:pt x="74294" y="3361393"/>
                  <a:pt x="0" y="3403429"/>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52" name="Freeform: Shape 51">
            <a:extLst>
              <a:ext uri="{FF2B5EF4-FFF2-40B4-BE49-F238E27FC236}">
                <a16:creationId xmlns:a16="http://schemas.microsoft.com/office/drawing/2014/main" id="{EB25469E-6584-5AD5-9547-5F2E662EC90F}"/>
              </a:ext>
            </a:extLst>
          </p:cNvPr>
          <p:cNvSpPr/>
          <p:nvPr/>
        </p:nvSpPr>
        <p:spPr>
          <a:xfrm rot="5400000">
            <a:off x="9631959" y="-1072958"/>
            <a:ext cx="1498305" cy="3617774"/>
          </a:xfrm>
          <a:custGeom>
            <a:avLst/>
            <a:gdLst>
              <a:gd name="connsiteX0" fmla="*/ 0 w 2059193"/>
              <a:gd name="connsiteY0" fmla="*/ 3980116 h 3980116"/>
              <a:gd name="connsiteX1" fmla="*/ 471583 w 2059193"/>
              <a:gd name="connsiteY1" fmla="*/ 3515678 h 3980116"/>
              <a:gd name="connsiteX2" fmla="*/ 758666 w 2059193"/>
              <a:gd name="connsiteY2" fmla="*/ 3163824 h 3980116"/>
              <a:gd name="connsiteX3" fmla="*/ 940499 w 2059193"/>
              <a:gd name="connsiteY3" fmla="*/ 2780824 h 3980116"/>
              <a:gd name="connsiteX4" fmla="*/ 1055370 w 2059193"/>
              <a:gd name="connsiteY4" fmla="*/ 2242185 h 3980116"/>
              <a:gd name="connsiteX5" fmla="*/ 1136714 w 2059193"/>
              <a:gd name="connsiteY5" fmla="*/ 1878330 h 3980116"/>
              <a:gd name="connsiteX6" fmla="*/ 1246727 w 2059193"/>
              <a:gd name="connsiteY6" fmla="*/ 1562386 h 3980116"/>
              <a:gd name="connsiteX7" fmla="*/ 1378363 w 2059193"/>
              <a:gd name="connsiteY7" fmla="*/ 1430750 h 3980116"/>
              <a:gd name="connsiteX8" fmla="*/ 1691831 w 2059193"/>
              <a:gd name="connsiteY8" fmla="*/ 1394841 h 3980116"/>
              <a:gd name="connsiteX9" fmla="*/ 1914335 w 2059193"/>
              <a:gd name="connsiteY9" fmla="*/ 1323023 h 3980116"/>
              <a:gd name="connsiteX10" fmla="*/ 2055495 w 2059193"/>
              <a:gd name="connsiteY10" fmla="*/ 1098042 h 3980116"/>
              <a:gd name="connsiteX11" fmla="*/ 2033969 w 2059193"/>
              <a:gd name="connsiteY11" fmla="*/ 930497 h 3980116"/>
              <a:gd name="connsiteX12" fmla="*/ 1885664 w 2059193"/>
              <a:gd name="connsiteY12" fmla="*/ 760571 h 3980116"/>
              <a:gd name="connsiteX13" fmla="*/ 1636871 w 2059193"/>
              <a:gd name="connsiteY13" fmla="*/ 612172 h 3980116"/>
              <a:gd name="connsiteX14" fmla="*/ 1335405 w 2059193"/>
              <a:gd name="connsiteY14" fmla="*/ 459010 h 3980116"/>
              <a:gd name="connsiteX15" fmla="*/ 1234916 w 2059193"/>
              <a:gd name="connsiteY15" fmla="*/ 269939 h 3980116"/>
              <a:gd name="connsiteX16" fmla="*/ 1386935 w 2059193"/>
              <a:gd name="connsiteY16" fmla="*/ 0 h 39801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57799 w 2270265"/>
              <a:gd name="connsiteY6" fmla="*/ 1562386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902903 w 2270265"/>
              <a:gd name="connsiteY7" fmla="*/ 1394841 h 4134216"/>
              <a:gd name="connsiteX8" fmla="*/ 2125407 w 2270265"/>
              <a:gd name="connsiteY8" fmla="*/ 1323023 h 4134216"/>
              <a:gd name="connsiteX9" fmla="*/ 2266567 w 2270265"/>
              <a:gd name="connsiteY9" fmla="*/ 1098042 h 4134216"/>
              <a:gd name="connsiteX10" fmla="*/ 2245041 w 2270265"/>
              <a:gd name="connsiteY10" fmla="*/ 930497 h 4134216"/>
              <a:gd name="connsiteX11" fmla="*/ 2096736 w 2270265"/>
              <a:gd name="connsiteY11" fmla="*/ 760571 h 4134216"/>
              <a:gd name="connsiteX12" fmla="*/ 1847943 w 2270265"/>
              <a:gd name="connsiteY12" fmla="*/ 612172 h 4134216"/>
              <a:gd name="connsiteX13" fmla="*/ 1546477 w 2270265"/>
              <a:gd name="connsiteY13" fmla="*/ 459010 h 4134216"/>
              <a:gd name="connsiteX14" fmla="*/ 1445988 w 2270265"/>
              <a:gd name="connsiteY14" fmla="*/ 269939 h 4134216"/>
              <a:gd name="connsiteX15" fmla="*/ 1598007 w 2270265"/>
              <a:gd name="connsiteY15"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2125407 w 2270265"/>
              <a:gd name="connsiteY7" fmla="*/ 1323023 h 4134216"/>
              <a:gd name="connsiteX8" fmla="*/ 2266567 w 2270265"/>
              <a:gd name="connsiteY8" fmla="*/ 1098042 h 4134216"/>
              <a:gd name="connsiteX9" fmla="*/ 2245041 w 2270265"/>
              <a:gd name="connsiteY9" fmla="*/ 930497 h 4134216"/>
              <a:gd name="connsiteX10" fmla="*/ 2096736 w 2270265"/>
              <a:gd name="connsiteY10" fmla="*/ 760571 h 4134216"/>
              <a:gd name="connsiteX11" fmla="*/ 1847943 w 2270265"/>
              <a:gd name="connsiteY11" fmla="*/ 612172 h 4134216"/>
              <a:gd name="connsiteX12" fmla="*/ 1546477 w 2270265"/>
              <a:gd name="connsiteY12" fmla="*/ 459010 h 4134216"/>
              <a:gd name="connsiteX13" fmla="*/ 1445988 w 2270265"/>
              <a:gd name="connsiteY13" fmla="*/ 269939 h 4134216"/>
              <a:gd name="connsiteX14" fmla="*/ 1598007 w 2270265"/>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462489 w 2276211"/>
              <a:gd name="connsiteY6" fmla="*/ 1739148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40440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847943 w 2279707"/>
              <a:gd name="connsiteY11" fmla="*/ 612172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763514 w 2279707"/>
              <a:gd name="connsiteY11" fmla="*/ 657495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47786 w 2268544"/>
              <a:gd name="connsiteY5" fmla="*/ 1878330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537314 w 2268544"/>
              <a:gd name="connsiteY12" fmla="*/ 450494 h 4134216"/>
              <a:gd name="connsiteX13" fmla="*/ 1598007 w 2268544"/>
              <a:gd name="connsiteY13" fmla="*/ 0 h 4134216"/>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763514 w 2268544"/>
              <a:gd name="connsiteY10" fmla="*/ 389831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841794 w 2268544"/>
              <a:gd name="connsiteY10" fmla="*/ 404085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14953 w 2267142"/>
              <a:gd name="connsiteY5" fmla="*/ 1492825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22202 w 2267142"/>
              <a:gd name="connsiteY5" fmla="*/ 1586270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01"/>
              <a:gd name="connsiteY0" fmla="*/ 3866552 h 3866552"/>
              <a:gd name="connsiteX1" fmla="*/ 640440 w 2267101"/>
              <a:gd name="connsiteY1" fmla="*/ 3248014 h 3866552"/>
              <a:gd name="connsiteX2" fmla="*/ 875928 w 2267101"/>
              <a:gd name="connsiteY2" fmla="*/ 2850837 h 3866552"/>
              <a:gd name="connsiteX3" fmla="*/ 959260 w 2267101"/>
              <a:gd name="connsiteY3" fmla="*/ 2485967 h 3866552"/>
              <a:gd name="connsiteX4" fmla="*/ 1233609 w 2267101"/>
              <a:gd name="connsiteY4" fmla="*/ 2060636 h 3866552"/>
              <a:gd name="connsiteX5" fmla="*/ 1322202 w 2267101"/>
              <a:gd name="connsiteY5" fmla="*/ 1586270 h 3866552"/>
              <a:gd name="connsiteX6" fmla="*/ 1579917 w 2267101"/>
              <a:gd name="connsiteY6" fmla="*/ 1476135 h 3866552"/>
              <a:gd name="connsiteX7" fmla="*/ 2082344 w 2267101"/>
              <a:gd name="connsiteY7" fmla="*/ 1319011 h 3866552"/>
              <a:gd name="connsiteX8" fmla="*/ 2266567 w 2267101"/>
              <a:gd name="connsiteY8" fmla="*/ 830378 h 3866552"/>
              <a:gd name="connsiteX9" fmla="*/ 2035760 w 2267101"/>
              <a:gd name="connsiteY9" fmla="*/ 565424 h 3866552"/>
              <a:gd name="connsiteX10" fmla="*/ 1841794 w 2267101"/>
              <a:gd name="connsiteY10" fmla="*/ 404085 h 3866552"/>
              <a:gd name="connsiteX11" fmla="*/ 1642152 w 2267101"/>
              <a:gd name="connsiteY11" fmla="*/ 253115 h 3866552"/>
              <a:gd name="connsiteX12" fmla="*/ 1537314 w 2267101"/>
              <a:gd name="connsiteY12" fmla="*/ 182830 h 3866552"/>
              <a:gd name="connsiteX13" fmla="*/ 1528426 w 2267101"/>
              <a:gd name="connsiteY13" fmla="*/ 0 h 3866552"/>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220249 w 2253741"/>
              <a:gd name="connsiteY4" fmla="*/ 2060636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148094 w 2253741"/>
              <a:gd name="connsiteY4" fmla="*/ 2062955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38886"/>
              <a:gd name="connsiteY0" fmla="*/ 3964315 h 3964315"/>
              <a:gd name="connsiteX1" fmla="*/ 612225 w 2238886"/>
              <a:gd name="connsiteY1" fmla="*/ 3248014 h 3964315"/>
              <a:gd name="connsiteX2" fmla="*/ 847713 w 2238886"/>
              <a:gd name="connsiteY2" fmla="*/ 2850837 h 3964315"/>
              <a:gd name="connsiteX3" fmla="*/ 931045 w 2238886"/>
              <a:gd name="connsiteY3" fmla="*/ 2485967 h 3964315"/>
              <a:gd name="connsiteX4" fmla="*/ 1133239 w 2238886"/>
              <a:gd name="connsiteY4" fmla="*/ 2062955 h 3964315"/>
              <a:gd name="connsiteX5" fmla="*/ 1293987 w 2238886"/>
              <a:gd name="connsiteY5" fmla="*/ 1586270 h 3964315"/>
              <a:gd name="connsiteX6" fmla="*/ 1551702 w 2238886"/>
              <a:gd name="connsiteY6" fmla="*/ 1476135 h 3964315"/>
              <a:gd name="connsiteX7" fmla="*/ 2054129 w 2238886"/>
              <a:gd name="connsiteY7" fmla="*/ 1319011 h 3964315"/>
              <a:gd name="connsiteX8" fmla="*/ 2238352 w 2238886"/>
              <a:gd name="connsiteY8" fmla="*/ 830378 h 3964315"/>
              <a:gd name="connsiteX9" fmla="*/ 2007545 w 2238886"/>
              <a:gd name="connsiteY9" fmla="*/ 565424 h 3964315"/>
              <a:gd name="connsiteX10" fmla="*/ 1813579 w 2238886"/>
              <a:gd name="connsiteY10" fmla="*/ 404085 h 3964315"/>
              <a:gd name="connsiteX11" fmla="*/ 1613937 w 2238886"/>
              <a:gd name="connsiteY11" fmla="*/ 253115 h 3964315"/>
              <a:gd name="connsiteX12" fmla="*/ 1509099 w 2238886"/>
              <a:gd name="connsiteY12" fmla="*/ 182830 h 3964315"/>
              <a:gd name="connsiteX13" fmla="*/ 1500211 w 2238886"/>
              <a:gd name="connsiteY13" fmla="*/ 0 h 3964315"/>
              <a:gd name="connsiteX0" fmla="*/ 0 w 2184293"/>
              <a:gd name="connsiteY0" fmla="*/ 3964315 h 3964315"/>
              <a:gd name="connsiteX1" fmla="*/ 612225 w 2184293"/>
              <a:gd name="connsiteY1" fmla="*/ 3248014 h 3964315"/>
              <a:gd name="connsiteX2" fmla="*/ 847713 w 2184293"/>
              <a:gd name="connsiteY2" fmla="*/ 2850837 h 3964315"/>
              <a:gd name="connsiteX3" fmla="*/ 931045 w 2184293"/>
              <a:gd name="connsiteY3" fmla="*/ 2485967 h 3964315"/>
              <a:gd name="connsiteX4" fmla="*/ 1133239 w 2184293"/>
              <a:gd name="connsiteY4" fmla="*/ 2062955 h 3964315"/>
              <a:gd name="connsiteX5" fmla="*/ 1293987 w 2184293"/>
              <a:gd name="connsiteY5" fmla="*/ 1586270 h 3964315"/>
              <a:gd name="connsiteX6" fmla="*/ 1551702 w 2184293"/>
              <a:gd name="connsiteY6" fmla="*/ 1476135 h 3964315"/>
              <a:gd name="connsiteX7" fmla="*/ 2054129 w 2184293"/>
              <a:gd name="connsiteY7" fmla="*/ 1319011 h 3964315"/>
              <a:gd name="connsiteX8" fmla="*/ 2183175 w 2184293"/>
              <a:gd name="connsiteY8" fmla="*/ 883707 h 3964315"/>
              <a:gd name="connsiteX9" fmla="*/ 2007545 w 2184293"/>
              <a:gd name="connsiteY9" fmla="*/ 565424 h 3964315"/>
              <a:gd name="connsiteX10" fmla="*/ 1813579 w 2184293"/>
              <a:gd name="connsiteY10" fmla="*/ 404085 h 3964315"/>
              <a:gd name="connsiteX11" fmla="*/ 1613937 w 2184293"/>
              <a:gd name="connsiteY11" fmla="*/ 253115 h 3964315"/>
              <a:gd name="connsiteX12" fmla="*/ 1509099 w 2184293"/>
              <a:gd name="connsiteY12" fmla="*/ 182830 h 3964315"/>
              <a:gd name="connsiteX13" fmla="*/ 1500211 w 2184293"/>
              <a:gd name="connsiteY13" fmla="*/ 0 h 3964315"/>
              <a:gd name="connsiteX0" fmla="*/ 0 w 2338367"/>
              <a:gd name="connsiteY0" fmla="*/ 3964315 h 3964315"/>
              <a:gd name="connsiteX1" fmla="*/ 612225 w 2338367"/>
              <a:gd name="connsiteY1" fmla="*/ 3248014 h 3964315"/>
              <a:gd name="connsiteX2" fmla="*/ 847713 w 2338367"/>
              <a:gd name="connsiteY2" fmla="*/ 2850837 h 3964315"/>
              <a:gd name="connsiteX3" fmla="*/ 931045 w 2338367"/>
              <a:gd name="connsiteY3" fmla="*/ 2485967 h 3964315"/>
              <a:gd name="connsiteX4" fmla="*/ 1133239 w 2338367"/>
              <a:gd name="connsiteY4" fmla="*/ 2062955 h 3964315"/>
              <a:gd name="connsiteX5" fmla="*/ 1293987 w 2338367"/>
              <a:gd name="connsiteY5" fmla="*/ 1586270 h 3964315"/>
              <a:gd name="connsiteX6" fmla="*/ 1551702 w 2338367"/>
              <a:gd name="connsiteY6" fmla="*/ 1476135 h 3964315"/>
              <a:gd name="connsiteX7" fmla="*/ 2054129 w 2338367"/>
              <a:gd name="connsiteY7" fmla="*/ 1319011 h 3964315"/>
              <a:gd name="connsiteX8" fmla="*/ 2338097 w 2338367"/>
              <a:gd name="connsiteY8" fmla="*/ 821104 h 3964315"/>
              <a:gd name="connsiteX9" fmla="*/ 2007545 w 2338367"/>
              <a:gd name="connsiteY9" fmla="*/ 565424 h 3964315"/>
              <a:gd name="connsiteX10" fmla="*/ 1813579 w 2338367"/>
              <a:gd name="connsiteY10" fmla="*/ 404085 h 3964315"/>
              <a:gd name="connsiteX11" fmla="*/ 1613937 w 2338367"/>
              <a:gd name="connsiteY11" fmla="*/ 253115 h 3964315"/>
              <a:gd name="connsiteX12" fmla="*/ 1509099 w 2338367"/>
              <a:gd name="connsiteY12" fmla="*/ 182830 h 3964315"/>
              <a:gd name="connsiteX13" fmla="*/ 1500211 w 2338367"/>
              <a:gd name="connsiteY13" fmla="*/ 0 h 3964315"/>
              <a:gd name="connsiteX0" fmla="*/ 0 w 2338097"/>
              <a:gd name="connsiteY0" fmla="*/ 3964315 h 3964315"/>
              <a:gd name="connsiteX1" fmla="*/ 612225 w 2338097"/>
              <a:gd name="connsiteY1" fmla="*/ 3248014 h 3964315"/>
              <a:gd name="connsiteX2" fmla="*/ 847713 w 2338097"/>
              <a:gd name="connsiteY2" fmla="*/ 2850837 h 3964315"/>
              <a:gd name="connsiteX3" fmla="*/ 931045 w 2338097"/>
              <a:gd name="connsiteY3" fmla="*/ 2485967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509099 w 2338097"/>
              <a:gd name="connsiteY12" fmla="*/ 182832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613937 w 2338097"/>
              <a:gd name="connsiteY11" fmla="*/ 253117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931045 w 2338097"/>
              <a:gd name="connsiteY3" fmla="*/ 2485969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133239 w 2338097"/>
              <a:gd name="connsiteY4" fmla="*/ 2062957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004988 w 2338097"/>
              <a:gd name="connsiteY4" fmla="*/ 2181921 h 3964317"/>
              <a:gd name="connsiteX5" fmla="*/ 1293987 w 2338097"/>
              <a:gd name="connsiteY5" fmla="*/ 1586272 h 3964317"/>
              <a:gd name="connsiteX6" fmla="*/ 1551702 w 2338097"/>
              <a:gd name="connsiteY6" fmla="*/ 1476137 h 3964317"/>
              <a:gd name="connsiteX7" fmla="*/ 2054129 w 2338097"/>
              <a:gd name="connsiteY7" fmla="*/ 1319013 h 3964317"/>
              <a:gd name="connsiteX8" fmla="*/ 2338097 w 2338097"/>
              <a:gd name="connsiteY8" fmla="*/ 821106 h 3964317"/>
              <a:gd name="connsiteX9" fmla="*/ 2054235 w 2338097"/>
              <a:gd name="connsiteY9" fmla="*/ 549195 h 3964317"/>
              <a:gd name="connsiteX10" fmla="*/ 1813579 w 2338097"/>
              <a:gd name="connsiteY10" fmla="*/ 404087 h 3964317"/>
              <a:gd name="connsiteX11" fmla="*/ 1589584 w 2338097"/>
              <a:gd name="connsiteY11" fmla="*/ 154499 h 3964317"/>
              <a:gd name="connsiteX12" fmla="*/ 1324025 w 2338097"/>
              <a:gd name="connsiteY12" fmla="*/ 223527 h 3964317"/>
              <a:gd name="connsiteX13" fmla="*/ 1133309 w 2338097"/>
              <a:gd name="connsiteY13"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7 w 2338097"/>
              <a:gd name="connsiteY3" fmla="*/ 2312218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2338097"/>
              <a:gd name="connsiteY0" fmla="*/ 3964317 h 3964317"/>
              <a:gd name="connsiteX1" fmla="*/ 612225 w 2338097"/>
              <a:gd name="connsiteY1" fmla="*/ 3248016 h 3964317"/>
              <a:gd name="connsiteX2" fmla="*/ 847713 w 2338097"/>
              <a:gd name="connsiteY2" fmla="*/ 2850839 h 3964317"/>
              <a:gd name="connsiteX3" fmla="*/ 1132359 w 2338097"/>
              <a:gd name="connsiteY3" fmla="*/ 2470316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2338097"/>
              <a:gd name="connsiteY0" fmla="*/ 3964317 h 3964317"/>
              <a:gd name="connsiteX1" fmla="*/ 612225 w 2338097"/>
              <a:gd name="connsiteY1" fmla="*/ 3248016 h 3964317"/>
              <a:gd name="connsiteX2" fmla="*/ 954863 w 2338097"/>
              <a:gd name="connsiteY2" fmla="*/ 2987022 h 3964317"/>
              <a:gd name="connsiteX3" fmla="*/ 1132359 w 2338097"/>
              <a:gd name="connsiteY3" fmla="*/ 2470316 h 3964317"/>
              <a:gd name="connsiteX4" fmla="*/ 1004988 w 2338097"/>
              <a:gd name="connsiteY4" fmla="*/ 2181921 h 3964317"/>
              <a:gd name="connsiteX5" fmla="*/ 1160491 w 2338097"/>
              <a:gd name="connsiteY5" fmla="*/ 1911808 h 3964317"/>
              <a:gd name="connsiteX6" fmla="*/ 1293987 w 2338097"/>
              <a:gd name="connsiteY6" fmla="*/ 1586272 h 3964317"/>
              <a:gd name="connsiteX7" fmla="*/ 1551702 w 2338097"/>
              <a:gd name="connsiteY7" fmla="*/ 1476137 h 3964317"/>
              <a:gd name="connsiteX8" fmla="*/ 2054129 w 2338097"/>
              <a:gd name="connsiteY8" fmla="*/ 1319013 h 3964317"/>
              <a:gd name="connsiteX9" fmla="*/ 2338097 w 2338097"/>
              <a:gd name="connsiteY9" fmla="*/ 821106 h 3964317"/>
              <a:gd name="connsiteX10" fmla="*/ 2054235 w 2338097"/>
              <a:gd name="connsiteY10" fmla="*/ 549195 h 3964317"/>
              <a:gd name="connsiteX11" fmla="*/ 1813579 w 2338097"/>
              <a:gd name="connsiteY11" fmla="*/ 404087 h 3964317"/>
              <a:gd name="connsiteX12" fmla="*/ 1589584 w 2338097"/>
              <a:gd name="connsiteY12" fmla="*/ 154499 h 3964317"/>
              <a:gd name="connsiteX13" fmla="*/ 1324025 w 2338097"/>
              <a:gd name="connsiteY13" fmla="*/ 223527 h 3964317"/>
              <a:gd name="connsiteX14" fmla="*/ 1133309 w 2338097"/>
              <a:gd name="connsiteY14" fmla="*/ 0 h 3964317"/>
              <a:gd name="connsiteX0" fmla="*/ 0 w 1930607"/>
              <a:gd name="connsiteY0" fmla="*/ 3566725 h 3566725"/>
              <a:gd name="connsiteX1" fmla="*/ 204735 w 1930607"/>
              <a:gd name="connsiteY1" fmla="*/ 3248016 h 3566725"/>
              <a:gd name="connsiteX2" fmla="*/ 547373 w 1930607"/>
              <a:gd name="connsiteY2" fmla="*/ 2987022 h 3566725"/>
              <a:gd name="connsiteX3" fmla="*/ 724869 w 1930607"/>
              <a:gd name="connsiteY3" fmla="*/ 2470316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 name="connsiteX0" fmla="*/ 0 w 1930607"/>
              <a:gd name="connsiteY0" fmla="*/ 3566725 h 3566725"/>
              <a:gd name="connsiteX1" fmla="*/ 204735 w 1930607"/>
              <a:gd name="connsiteY1" fmla="*/ 3248016 h 3566725"/>
              <a:gd name="connsiteX2" fmla="*/ 547373 w 1930607"/>
              <a:gd name="connsiteY2" fmla="*/ 2987022 h 3566725"/>
              <a:gd name="connsiteX3" fmla="*/ 767078 w 1930607"/>
              <a:gd name="connsiteY3" fmla="*/ 2539190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 name="connsiteX0" fmla="*/ 0 w 1930607"/>
              <a:gd name="connsiteY0" fmla="*/ 3566725 h 3566725"/>
              <a:gd name="connsiteX1" fmla="*/ 204735 w 1930607"/>
              <a:gd name="connsiteY1" fmla="*/ 3248016 h 3566725"/>
              <a:gd name="connsiteX2" fmla="*/ 565231 w 1930607"/>
              <a:gd name="connsiteY2" fmla="*/ 3005806 h 3566725"/>
              <a:gd name="connsiteX3" fmla="*/ 767078 w 1930607"/>
              <a:gd name="connsiteY3" fmla="*/ 2539190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16535 w 1930607"/>
              <a:gd name="connsiteY13" fmla="*/ 223527 h 3566725"/>
              <a:gd name="connsiteX14" fmla="*/ 725819 w 1930607"/>
              <a:gd name="connsiteY14" fmla="*/ 0 h 3566725"/>
              <a:gd name="connsiteX0" fmla="*/ 0 w 1930607"/>
              <a:gd name="connsiteY0" fmla="*/ 3566725 h 3566725"/>
              <a:gd name="connsiteX1" fmla="*/ 204735 w 1930607"/>
              <a:gd name="connsiteY1" fmla="*/ 3248016 h 3566725"/>
              <a:gd name="connsiteX2" fmla="*/ 565231 w 1930607"/>
              <a:gd name="connsiteY2" fmla="*/ 3005806 h 3566725"/>
              <a:gd name="connsiteX3" fmla="*/ 767078 w 1930607"/>
              <a:gd name="connsiteY3" fmla="*/ 2539190 h 3566725"/>
              <a:gd name="connsiteX4" fmla="*/ 597498 w 1930607"/>
              <a:gd name="connsiteY4" fmla="*/ 2181921 h 3566725"/>
              <a:gd name="connsiteX5" fmla="*/ 753001 w 1930607"/>
              <a:gd name="connsiteY5" fmla="*/ 1911808 h 3566725"/>
              <a:gd name="connsiteX6" fmla="*/ 886497 w 1930607"/>
              <a:gd name="connsiteY6" fmla="*/ 1586272 h 3566725"/>
              <a:gd name="connsiteX7" fmla="*/ 1144212 w 1930607"/>
              <a:gd name="connsiteY7" fmla="*/ 1476137 h 3566725"/>
              <a:gd name="connsiteX8" fmla="*/ 1646639 w 1930607"/>
              <a:gd name="connsiteY8" fmla="*/ 1319013 h 3566725"/>
              <a:gd name="connsiteX9" fmla="*/ 1930607 w 1930607"/>
              <a:gd name="connsiteY9" fmla="*/ 821106 h 3566725"/>
              <a:gd name="connsiteX10" fmla="*/ 1646745 w 1930607"/>
              <a:gd name="connsiteY10" fmla="*/ 549195 h 3566725"/>
              <a:gd name="connsiteX11" fmla="*/ 1406089 w 1930607"/>
              <a:gd name="connsiteY11" fmla="*/ 404087 h 3566725"/>
              <a:gd name="connsiteX12" fmla="*/ 1182094 w 1930607"/>
              <a:gd name="connsiteY12" fmla="*/ 154499 h 3566725"/>
              <a:gd name="connsiteX13" fmla="*/ 926711 w 1930607"/>
              <a:gd name="connsiteY13" fmla="*/ 121483 h 3566725"/>
              <a:gd name="connsiteX14" fmla="*/ 725819 w 1930607"/>
              <a:gd name="connsiteY14" fmla="*/ 0 h 3566725"/>
              <a:gd name="connsiteX0" fmla="*/ 0 w 1725872"/>
              <a:gd name="connsiteY0" fmla="*/ 3248016 h 3248016"/>
              <a:gd name="connsiteX1" fmla="*/ 360496 w 1725872"/>
              <a:gd name="connsiteY1" fmla="*/ 3005806 h 3248016"/>
              <a:gd name="connsiteX2" fmla="*/ 562343 w 1725872"/>
              <a:gd name="connsiteY2" fmla="*/ 2539190 h 3248016"/>
              <a:gd name="connsiteX3" fmla="*/ 392763 w 1725872"/>
              <a:gd name="connsiteY3" fmla="*/ 2181921 h 3248016"/>
              <a:gd name="connsiteX4" fmla="*/ 548266 w 1725872"/>
              <a:gd name="connsiteY4" fmla="*/ 1911808 h 3248016"/>
              <a:gd name="connsiteX5" fmla="*/ 681762 w 1725872"/>
              <a:gd name="connsiteY5" fmla="*/ 1586272 h 3248016"/>
              <a:gd name="connsiteX6" fmla="*/ 939477 w 1725872"/>
              <a:gd name="connsiteY6" fmla="*/ 1476137 h 3248016"/>
              <a:gd name="connsiteX7" fmla="*/ 1441904 w 1725872"/>
              <a:gd name="connsiteY7" fmla="*/ 1319013 h 3248016"/>
              <a:gd name="connsiteX8" fmla="*/ 1725872 w 1725872"/>
              <a:gd name="connsiteY8" fmla="*/ 821106 h 3248016"/>
              <a:gd name="connsiteX9" fmla="*/ 1442010 w 1725872"/>
              <a:gd name="connsiteY9" fmla="*/ 549195 h 3248016"/>
              <a:gd name="connsiteX10" fmla="*/ 1201354 w 1725872"/>
              <a:gd name="connsiteY10" fmla="*/ 404087 h 3248016"/>
              <a:gd name="connsiteX11" fmla="*/ 977359 w 1725872"/>
              <a:gd name="connsiteY11" fmla="*/ 154499 h 3248016"/>
              <a:gd name="connsiteX12" fmla="*/ 721976 w 1725872"/>
              <a:gd name="connsiteY12" fmla="*/ 121483 h 3248016"/>
              <a:gd name="connsiteX13" fmla="*/ 521084 w 1725872"/>
              <a:gd name="connsiteY13" fmla="*/ 0 h 3248016"/>
              <a:gd name="connsiteX0" fmla="*/ 0 w 1599686"/>
              <a:gd name="connsiteY0" fmla="*/ 3193069 h 3193069"/>
              <a:gd name="connsiteX1" fmla="*/ 234310 w 1599686"/>
              <a:gd name="connsiteY1" fmla="*/ 3005806 h 3193069"/>
              <a:gd name="connsiteX2" fmla="*/ 436157 w 1599686"/>
              <a:gd name="connsiteY2" fmla="*/ 2539190 h 3193069"/>
              <a:gd name="connsiteX3" fmla="*/ 266577 w 1599686"/>
              <a:gd name="connsiteY3" fmla="*/ 2181921 h 3193069"/>
              <a:gd name="connsiteX4" fmla="*/ 422080 w 1599686"/>
              <a:gd name="connsiteY4" fmla="*/ 1911808 h 3193069"/>
              <a:gd name="connsiteX5" fmla="*/ 555576 w 1599686"/>
              <a:gd name="connsiteY5" fmla="*/ 1586272 h 3193069"/>
              <a:gd name="connsiteX6" fmla="*/ 813291 w 1599686"/>
              <a:gd name="connsiteY6" fmla="*/ 1476137 h 3193069"/>
              <a:gd name="connsiteX7" fmla="*/ 1315718 w 1599686"/>
              <a:gd name="connsiteY7" fmla="*/ 1319013 h 3193069"/>
              <a:gd name="connsiteX8" fmla="*/ 1599686 w 1599686"/>
              <a:gd name="connsiteY8" fmla="*/ 821106 h 3193069"/>
              <a:gd name="connsiteX9" fmla="*/ 1315824 w 1599686"/>
              <a:gd name="connsiteY9" fmla="*/ 549195 h 3193069"/>
              <a:gd name="connsiteX10" fmla="*/ 1075168 w 1599686"/>
              <a:gd name="connsiteY10" fmla="*/ 404087 h 3193069"/>
              <a:gd name="connsiteX11" fmla="*/ 851173 w 1599686"/>
              <a:gd name="connsiteY11" fmla="*/ 154499 h 3193069"/>
              <a:gd name="connsiteX12" fmla="*/ 595790 w 1599686"/>
              <a:gd name="connsiteY12" fmla="*/ 121483 h 3193069"/>
              <a:gd name="connsiteX13" fmla="*/ 394898 w 1599686"/>
              <a:gd name="connsiteY13" fmla="*/ 0 h 3193069"/>
              <a:gd name="connsiteX0" fmla="*/ 0 w 1599686"/>
              <a:gd name="connsiteY0" fmla="*/ 3193069 h 3193069"/>
              <a:gd name="connsiteX1" fmla="*/ 234310 w 1599686"/>
              <a:gd name="connsiteY1" fmla="*/ 3005806 h 3193069"/>
              <a:gd name="connsiteX2" fmla="*/ 436157 w 1599686"/>
              <a:gd name="connsiteY2" fmla="*/ 2539190 h 3193069"/>
              <a:gd name="connsiteX3" fmla="*/ 266577 w 1599686"/>
              <a:gd name="connsiteY3" fmla="*/ 2181921 h 3193069"/>
              <a:gd name="connsiteX4" fmla="*/ 422080 w 1599686"/>
              <a:gd name="connsiteY4" fmla="*/ 1911808 h 3193069"/>
              <a:gd name="connsiteX5" fmla="*/ 579999 w 1599686"/>
              <a:gd name="connsiteY5" fmla="*/ 1694203 h 3193069"/>
              <a:gd name="connsiteX6" fmla="*/ 813291 w 1599686"/>
              <a:gd name="connsiteY6" fmla="*/ 1476137 h 3193069"/>
              <a:gd name="connsiteX7" fmla="*/ 1315718 w 1599686"/>
              <a:gd name="connsiteY7" fmla="*/ 1319013 h 3193069"/>
              <a:gd name="connsiteX8" fmla="*/ 1599686 w 1599686"/>
              <a:gd name="connsiteY8" fmla="*/ 821106 h 3193069"/>
              <a:gd name="connsiteX9" fmla="*/ 1315824 w 1599686"/>
              <a:gd name="connsiteY9" fmla="*/ 549195 h 3193069"/>
              <a:gd name="connsiteX10" fmla="*/ 1075168 w 1599686"/>
              <a:gd name="connsiteY10" fmla="*/ 404087 h 3193069"/>
              <a:gd name="connsiteX11" fmla="*/ 851173 w 1599686"/>
              <a:gd name="connsiteY11" fmla="*/ 154499 h 3193069"/>
              <a:gd name="connsiteX12" fmla="*/ 595790 w 1599686"/>
              <a:gd name="connsiteY12" fmla="*/ 121483 h 3193069"/>
              <a:gd name="connsiteX13" fmla="*/ 394898 w 1599686"/>
              <a:gd name="connsiteY13" fmla="*/ 0 h 3193069"/>
              <a:gd name="connsiteX0" fmla="*/ 0 w 1599686"/>
              <a:gd name="connsiteY0" fmla="*/ 3173445 h 3173445"/>
              <a:gd name="connsiteX1" fmla="*/ 234310 w 1599686"/>
              <a:gd name="connsiteY1" fmla="*/ 2986182 h 3173445"/>
              <a:gd name="connsiteX2" fmla="*/ 436157 w 1599686"/>
              <a:gd name="connsiteY2" fmla="*/ 2519566 h 3173445"/>
              <a:gd name="connsiteX3" fmla="*/ 266577 w 1599686"/>
              <a:gd name="connsiteY3" fmla="*/ 2162297 h 3173445"/>
              <a:gd name="connsiteX4" fmla="*/ 422080 w 1599686"/>
              <a:gd name="connsiteY4" fmla="*/ 1892184 h 3173445"/>
              <a:gd name="connsiteX5" fmla="*/ 579999 w 1599686"/>
              <a:gd name="connsiteY5" fmla="*/ 1674579 h 3173445"/>
              <a:gd name="connsiteX6" fmla="*/ 813291 w 1599686"/>
              <a:gd name="connsiteY6" fmla="*/ 1456513 h 3173445"/>
              <a:gd name="connsiteX7" fmla="*/ 1315718 w 1599686"/>
              <a:gd name="connsiteY7" fmla="*/ 1299389 h 3173445"/>
              <a:gd name="connsiteX8" fmla="*/ 1599686 w 1599686"/>
              <a:gd name="connsiteY8" fmla="*/ 801482 h 3173445"/>
              <a:gd name="connsiteX9" fmla="*/ 1315824 w 1599686"/>
              <a:gd name="connsiteY9" fmla="*/ 529571 h 3173445"/>
              <a:gd name="connsiteX10" fmla="*/ 1075168 w 1599686"/>
              <a:gd name="connsiteY10" fmla="*/ 384463 h 3173445"/>
              <a:gd name="connsiteX11" fmla="*/ 851173 w 1599686"/>
              <a:gd name="connsiteY11" fmla="*/ 134875 h 3173445"/>
              <a:gd name="connsiteX12" fmla="*/ 595790 w 1599686"/>
              <a:gd name="connsiteY12" fmla="*/ 101859 h 3173445"/>
              <a:gd name="connsiteX13" fmla="*/ 551612 w 1599686"/>
              <a:gd name="connsiteY13" fmla="*/ 0 h 3173445"/>
              <a:gd name="connsiteX0" fmla="*/ 0 w 1599686"/>
              <a:gd name="connsiteY0" fmla="*/ 3173445 h 3173445"/>
              <a:gd name="connsiteX1" fmla="*/ 234310 w 1599686"/>
              <a:gd name="connsiteY1" fmla="*/ 2986182 h 3173445"/>
              <a:gd name="connsiteX2" fmla="*/ 436157 w 1599686"/>
              <a:gd name="connsiteY2" fmla="*/ 2519566 h 3173445"/>
              <a:gd name="connsiteX3" fmla="*/ 266577 w 1599686"/>
              <a:gd name="connsiteY3" fmla="*/ 2162297 h 3173445"/>
              <a:gd name="connsiteX4" fmla="*/ 422080 w 1599686"/>
              <a:gd name="connsiteY4" fmla="*/ 1892184 h 3173445"/>
              <a:gd name="connsiteX5" fmla="*/ 579999 w 1599686"/>
              <a:gd name="connsiteY5" fmla="*/ 1674579 h 3173445"/>
              <a:gd name="connsiteX6" fmla="*/ 813291 w 1599686"/>
              <a:gd name="connsiteY6" fmla="*/ 1456513 h 3173445"/>
              <a:gd name="connsiteX7" fmla="*/ 1315718 w 1599686"/>
              <a:gd name="connsiteY7" fmla="*/ 1299389 h 3173445"/>
              <a:gd name="connsiteX8" fmla="*/ 1599686 w 1599686"/>
              <a:gd name="connsiteY8" fmla="*/ 801482 h 3173445"/>
              <a:gd name="connsiteX9" fmla="*/ 1315824 w 1599686"/>
              <a:gd name="connsiteY9" fmla="*/ 529571 h 3173445"/>
              <a:gd name="connsiteX10" fmla="*/ 1075168 w 1599686"/>
              <a:gd name="connsiteY10" fmla="*/ 384463 h 3173445"/>
              <a:gd name="connsiteX11" fmla="*/ 851173 w 1599686"/>
              <a:gd name="connsiteY11" fmla="*/ 134875 h 3173445"/>
              <a:gd name="connsiteX12" fmla="*/ 660918 w 1599686"/>
              <a:gd name="connsiteY12" fmla="*/ 117555 h 3173445"/>
              <a:gd name="connsiteX13" fmla="*/ 551612 w 1599686"/>
              <a:gd name="connsiteY13" fmla="*/ 0 h 3173445"/>
              <a:gd name="connsiteX0" fmla="*/ 0 w 1599686"/>
              <a:gd name="connsiteY0" fmla="*/ 3173445 h 3173445"/>
              <a:gd name="connsiteX1" fmla="*/ 234310 w 1599686"/>
              <a:gd name="connsiteY1" fmla="*/ 2986182 h 3173445"/>
              <a:gd name="connsiteX2" fmla="*/ 436157 w 1599686"/>
              <a:gd name="connsiteY2" fmla="*/ 2519566 h 3173445"/>
              <a:gd name="connsiteX3" fmla="*/ 266577 w 1599686"/>
              <a:gd name="connsiteY3" fmla="*/ 2162297 h 3173445"/>
              <a:gd name="connsiteX4" fmla="*/ 422080 w 1599686"/>
              <a:gd name="connsiteY4" fmla="*/ 1892184 h 3173445"/>
              <a:gd name="connsiteX5" fmla="*/ 579999 w 1599686"/>
              <a:gd name="connsiteY5" fmla="*/ 1674579 h 3173445"/>
              <a:gd name="connsiteX6" fmla="*/ 813291 w 1599686"/>
              <a:gd name="connsiteY6" fmla="*/ 1456513 h 3173445"/>
              <a:gd name="connsiteX7" fmla="*/ 1315718 w 1599686"/>
              <a:gd name="connsiteY7" fmla="*/ 1299389 h 3173445"/>
              <a:gd name="connsiteX8" fmla="*/ 1599686 w 1599686"/>
              <a:gd name="connsiteY8" fmla="*/ 801482 h 3173445"/>
              <a:gd name="connsiteX9" fmla="*/ 1315824 w 1599686"/>
              <a:gd name="connsiteY9" fmla="*/ 529571 h 3173445"/>
              <a:gd name="connsiteX10" fmla="*/ 1075168 w 1599686"/>
              <a:gd name="connsiteY10" fmla="*/ 384463 h 3173445"/>
              <a:gd name="connsiteX11" fmla="*/ 932583 w 1599686"/>
              <a:gd name="connsiteY11" fmla="*/ 123099 h 3173445"/>
              <a:gd name="connsiteX12" fmla="*/ 660918 w 1599686"/>
              <a:gd name="connsiteY12" fmla="*/ 117555 h 3173445"/>
              <a:gd name="connsiteX13" fmla="*/ 551612 w 1599686"/>
              <a:gd name="connsiteY13" fmla="*/ 0 h 3173445"/>
              <a:gd name="connsiteX0" fmla="*/ 0 w 1599686"/>
              <a:gd name="connsiteY0" fmla="*/ 3173445 h 3173445"/>
              <a:gd name="connsiteX1" fmla="*/ 234310 w 1599686"/>
              <a:gd name="connsiteY1" fmla="*/ 2986182 h 3173445"/>
              <a:gd name="connsiteX2" fmla="*/ 436157 w 1599686"/>
              <a:gd name="connsiteY2" fmla="*/ 2519566 h 3173445"/>
              <a:gd name="connsiteX3" fmla="*/ 266577 w 1599686"/>
              <a:gd name="connsiteY3" fmla="*/ 2162297 h 3173445"/>
              <a:gd name="connsiteX4" fmla="*/ 422080 w 1599686"/>
              <a:gd name="connsiteY4" fmla="*/ 1892184 h 3173445"/>
              <a:gd name="connsiteX5" fmla="*/ 579999 w 1599686"/>
              <a:gd name="connsiteY5" fmla="*/ 1674579 h 3173445"/>
              <a:gd name="connsiteX6" fmla="*/ 813291 w 1599686"/>
              <a:gd name="connsiteY6" fmla="*/ 1456513 h 3173445"/>
              <a:gd name="connsiteX7" fmla="*/ 1315718 w 1599686"/>
              <a:gd name="connsiteY7" fmla="*/ 1299389 h 3173445"/>
              <a:gd name="connsiteX8" fmla="*/ 1599686 w 1599686"/>
              <a:gd name="connsiteY8" fmla="*/ 801482 h 3173445"/>
              <a:gd name="connsiteX9" fmla="*/ 1315824 w 1599686"/>
              <a:gd name="connsiteY9" fmla="*/ 529571 h 3173445"/>
              <a:gd name="connsiteX10" fmla="*/ 1075168 w 1599686"/>
              <a:gd name="connsiteY10" fmla="*/ 384463 h 3173445"/>
              <a:gd name="connsiteX11" fmla="*/ 932583 w 1599686"/>
              <a:gd name="connsiteY11" fmla="*/ 123099 h 3173445"/>
              <a:gd name="connsiteX12" fmla="*/ 551612 w 1599686"/>
              <a:gd name="connsiteY12" fmla="*/ 0 h 3173445"/>
              <a:gd name="connsiteX0" fmla="*/ 0 w 1599686"/>
              <a:gd name="connsiteY0" fmla="*/ 3183259 h 3183259"/>
              <a:gd name="connsiteX1" fmla="*/ 234310 w 1599686"/>
              <a:gd name="connsiteY1" fmla="*/ 2995996 h 3183259"/>
              <a:gd name="connsiteX2" fmla="*/ 436157 w 1599686"/>
              <a:gd name="connsiteY2" fmla="*/ 2529380 h 3183259"/>
              <a:gd name="connsiteX3" fmla="*/ 266577 w 1599686"/>
              <a:gd name="connsiteY3" fmla="*/ 2172111 h 3183259"/>
              <a:gd name="connsiteX4" fmla="*/ 422080 w 1599686"/>
              <a:gd name="connsiteY4" fmla="*/ 1901998 h 3183259"/>
              <a:gd name="connsiteX5" fmla="*/ 579999 w 1599686"/>
              <a:gd name="connsiteY5" fmla="*/ 1684393 h 3183259"/>
              <a:gd name="connsiteX6" fmla="*/ 813291 w 1599686"/>
              <a:gd name="connsiteY6" fmla="*/ 1466327 h 3183259"/>
              <a:gd name="connsiteX7" fmla="*/ 1315718 w 1599686"/>
              <a:gd name="connsiteY7" fmla="*/ 1309203 h 3183259"/>
              <a:gd name="connsiteX8" fmla="*/ 1599686 w 1599686"/>
              <a:gd name="connsiteY8" fmla="*/ 811296 h 3183259"/>
              <a:gd name="connsiteX9" fmla="*/ 1315824 w 1599686"/>
              <a:gd name="connsiteY9" fmla="*/ 539385 h 3183259"/>
              <a:gd name="connsiteX10" fmla="*/ 1075168 w 1599686"/>
              <a:gd name="connsiteY10" fmla="*/ 394277 h 3183259"/>
              <a:gd name="connsiteX11" fmla="*/ 932583 w 1599686"/>
              <a:gd name="connsiteY11" fmla="*/ 132913 h 3183259"/>
              <a:gd name="connsiteX12" fmla="*/ 795843 w 1599686"/>
              <a:gd name="connsiteY12" fmla="*/ 0 h 3183259"/>
              <a:gd name="connsiteX0" fmla="*/ 0 w 1556948"/>
              <a:gd name="connsiteY0" fmla="*/ 3183259 h 3183259"/>
              <a:gd name="connsiteX1" fmla="*/ 234310 w 1556948"/>
              <a:gd name="connsiteY1" fmla="*/ 2995996 h 3183259"/>
              <a:gd name="connsiteX2" fmla="*/ 436157 w 1556948"/>
              <a:gd name="connsiteY2" fmla="*/ 2529380 h 3183259"/>
              <a:gd name="connsiteX3" fmla="*/ 266577 w 1556948"/>
              <a:gd name="connsiteY3" fmla="*/ 2172111 h 3183259"/>
              <a:gd name="connsiteX4" fmla="*/ 422080 w 1556948"/>
              <a:gd name="connsiteY4" fmla="*/ 1901998 h 3183259"/>
              <a:gd name="connsiteX5" fmla="*/ 579999 w 1556948"/>
              <a:gd name="connsiteY5" fmla="*/ 1684393 h 3183259"/>
              <a:gd name="connsiteX6" fmla="*/ 813291 w 1556948"/>
              <a:gd name="connsiteY6" fmla="*/ 1466327 h 3183259"/>
              <a:gd name="connsiteX7" fmla="*/ 1315718 w 1556948"/>
              <a:gd name="connsiteY7" fmla="*/ 1309203 h 3183259"/>
              <a:gd name="connsiteX8" fmla="*/ 1556948 w 1556948"/>
              <a:gd name="connsiteY8" fmla="*/ 842694 h 3183259"/>
              <a:gd name="connsiteX9" fmla="*/ 1315824 w 1556948"/>
              <a:gd name="connsiteY9" fmla="*/ 539385 h 3183259"/>
              <a:gd name="connsiteX10" fmla="*/ 1075168 w 1556948"/>
              <a:gd name="connsiteY10" fmla="*/ 394277 h 3183259"/>
              <a:gd name="connsiteX11" fmla="*/ 932583 w 1556948"/>
              <a:gd name="connsiteY11" fmla="*/ 132913 h 3183259"/>
              <a:gd name="connsiteX12" fmla="*/ 795843 w 1556948"/>
              <a:gd name="connsiteY12" fmla="*/ 0 h 3183259"/>
              <a:gd name="connsiteX0" fmla="*/ 0 w 1410769"/>
              <a:gd name="connsiteY0" fmla="*/ 3183259 h 3183259"/>
              <a:gd name="connsiteX1" fmla="*/ 234310 w 1410769"/>
              <a:gd name="connsiteY1" fmla="*/ 2995996 h 3183259"/>
              <a:gd name="connsiteX2" fmla="*/ 436157 w 1410769"/>
              <a:gd name="connsiteY2" fmla="*/ 2529380 h 3183259"/>
              <a:gd name="connsiteX3" fmla="*/ 266577 w 1410769"/>
              <a:gd name="connsiteY3" fmla="*/ 2172111 h 3183259"/>
              <a:gd name="connsiteX4" fmla="*/ 422080 w 1410769"/>
              <a:gd name="connsiteY4" fmla="*/ 1901998 h 3183259"/>
              <a:gd name="connsiteX5" fmla="*/ 579999 w 1410769"/>
              <a:gd name="connsiteY5" fmla="*/ 1684393 h 3183259"/>
              <a:gd name="connsiteX6" fmla="*/ 813291 w 1410769"/>
              <a:gd name="connsiteY6" fmla="*/ 1466327 h 3183259"/>
              <a:gd name="connsiteX7" fmla="*/ 1315718 w 1410769"/>
              <a:gd name="connsiteY7" fmla="*/ 1309203 h 3183259"/>
              <a:gd name="connsiteX8" fmla="*/ 1410741 w 1410769"/>
              <a:gd name="connsiteY8" fmla="*/ 894270 h 3183259"/>
              <a:gd name="connsiteX9" fmla="*/ 1315824 w 1410769"/>
              <a:gd name="connsiteY9" fmla="*/ 539385 h 3183259"/>
              <a:gd name="connsiteX10" fmla="*/ 1075168 w 1410769"/>
              <a:gd name="connsiteY10" fmla="*/ 394277 h 3183259"/>
              <a:gd name="connsiteX11" fmla="*/ 932583 w 1410769"/>
              <a:gd name="connsiteY11" fmla="*/ 132913 h 3183259"/>
              <a:gd name="connsiteX12" fmla="*/ 795843 w 1410769"/>
              <a:gd name="connsiteY12" fmla="*/ 0 h 3183259"/>
              <a:gd name="connsiteX0" fmla="*/ 0 w 1413836"/>
              <a:gd name="connsiteY0" fmla="*/ 3183259 h 3183259"/>
              <a:gd name="connsiteX1" fmla="*/ 234310 w 1413836"/>
              <a:gd name="connsiteY1" fmla="*/ 2995996 h 3183259"/>
              <a:gd name="connsiteX2" fmla="*/ 436157 w 1413836"/>
              <a:gd name="connsiteY2" fmla="*/ 2529380 h 3183259"/>
              <a:gd name="connsiteX3" fmla="*/ 266577 w 1413836"/>
              <a:gd name="connsiteY3" fmla="*/ 2172111 h 3183259"/>
              <a:gd name="connsiteX4" fmla="*/ 422080 w 1413836"/>
              <a:gd name="connsiteY4" fmla="*/ 1901998 h 3183259"/>
              <a:gd name="connsiteX5" fmla="*/ 579999 w 1413836"/>
              <a:gd name="connsiteY5" fmla="*/ 1684393 h 3183259"/>
              <a:gd name="connsiteX6" fmla="*/ 813291 w 1413836"/>
              <a:gd name="connsiteY6" fmla="*/ 1466327 h 3183259"/>
              <a:gd name="connsiteX7" fmla="*/ 1315718 w 1413836"/>
              <a:gd name="connsiteY7" fmla="*/ 1309203 h 3183259"/>
              <a:gd name="connsiteX8" fmla="*/ 1410741 w 1413836"/>
              <a:gd name="connsiteY8" fmla="*/ 894270 h 3183259"/>
              <a:gd name="connsiteX9" fmla="*/ 1262333 w 1413836"/>
              <a:gd name="connsiteY9" fmla="*/ 627063 h 3183259"/>
              <a:gd name="connsiteX10" fmla="*/ 1075168 w 1413836"/>
              <a:gd name="connsiteY10" fmla="*/ 394277 h 3183259"/>
              <a:gd name="connsiteX11" fmla="*/ 932583 w 1413836"/>
              <a:gd name="connsiteY11" fmla="*/ 132913 h 3183259"/>
              <a:gd name="connsiteX12" fmla="*/ 795843 w 1413836"/>
              <a:gd name="connsiteY12" fmla="*/ 0 h 3183259"/>
              <a:gd name="connsiteX0" fmla="*/ 0 w 1413836"/>
              <a:gd name="connsiteY0" fmla="*/ 3183259 h 3183259"/>
              <a:gd name="connsiteX1" fmla="*/ 234310 w 1413836"/>
              <a:gd name="connsiteY1" fmla="*/ 2995996 h 3183259"/>
              <a:gd name="connsiteX2" fmla="*/ 436157 w 1413836"/>
              <a:gd name="connsiteY2" fmla="*/ 2529380 h 3183259"/>
              <a:gd name="connsiteX3" fmla="*/ 266577 w 1413836"/>
              <a:gd name="connsiteY3" fmla="*/ 2172111 h 3183259"/>
              <a:gd name="connsiteX4" fmla="*/ 422080 w 1413836"/>
              <a:gd name="connsiteY4" fmla="*/ 1901998 h 3183259"/>
              <a:gd name="connsiteX5" fmla="*/ 579999 w 1413836"/>
              <a:gd name="connsiteY5" fmla="*/ 1684393 h 3183259"/>
              <a:gd name="connsiteX6" fmla="*/ 813291 w 1413836"/>
              <a:gd name="connsiteY6" fmla="*/ 1466327 h 3183259"/>
              <a:gd name="connsiteX7" fmla="*/ 1315718 w 1413836"/>
              <a:gd name="connsiteY7" fmla="*/ 1309203 h 3183259"/>
              <a:gd name="connsiteX8" fmla="*/ 1410741 w 1413836"/>
              <a:gd name="connsiteY8" fmla="*/ 894270 h 3183259"/>
              <a:gd name="connsiteX9" fmla="*/ 1262333 w 1413836"/>
              <a:gd name="connsiteY9" fmla="*/ 627063 h 3183259"/>
              <a:gd name="connsiteX10" fmla="*/ 1009198 w 1413836"/>
              <a:gd name="connsiteY10" fmla="*/ 533528 h 3183259"/>
              <a:gd name="connsiteX11" fmla="*/ 932583 w 1413836"/>
              <a:gd name="connsiteY11" fmla="*/ 132913 h 3183259"/>
              <a:gd name="connsiteX12" fmla="*/ 795843 w 1413836"/>
              <a:gd name="connsiteY12" fmla="*/ 0 h 3183259"/>
              <a:gd name="connsiteX0" fmla="*/ 0 w 1411431"/>
              <a:gd name="connsiteY0" fmla="*/ 3183259 h 3183259"/>
              <a:gd name="connsiteX1" fmla="*/ 234310 w 1411431"/>
              <a:gd name="connsiteY1" fmla="*/ 2995996 h 3183259"/>
              <a:gd name="connsiteX2" fmla="*/ 436157 w 1411431"/>
              <a:gd name="connsiteY2" fmla="*/ 2529380 h 3183259"/>
              <a:gd name="connsiteX3" fmla="*/ 266577 w 1411431"/>
              <a:gd name="connsiteY3" fmla="*/ 2172111 h 3183259"/>
              <a:gd name="connsiteX4" fmla="*/ 422080 w 1411431"/>
              <a:gd name="connsiteY4" fmla="*/ 1901998 h 3183259"/>
              <a:gd name="connsiteX5" fmla="*/ 579999 w 1411431"/>
              <a:gd name="connsiteY5" fmla="*/ 1684393 h 3183259"/>
              <a:gd name="connsiteX6" fmla="*/ 813291 w 1411431"/>
              <a:gd name="connsiteY6" fmla="*/ 1466327 h 3183259"/>
              <a:gd name="connsiteX7" fmla="*/ 1205173 w 1411431"/>
              <a:gd name="connsiteY7" fmla="*/ 1288573 h 3183259"/>
              <a:gd name="connsiteX8" fmla="*/ 1410741 w 1411431"/>
              <a:gd name="connsiteY8" fmla="*/ 894270 h 3183259"/>
              <a:gd name="connsiteX9" fmla="*/ 1262333 w 1411431"/>
              <a:gd name="connsiteY9" fmla="*/ 627063 h 3183259"/>
              <a:gd name="connsiteX10" fmla="*/ 1009198 w 1411431"/>
              <a:gd name="connsiteY10" fmla="*/ 533528 h 3183259"/>
              <a:gd name="connsiteX11" fmla="*/ 932583 w 1411431"/>
              <a:gd name="connsiteY11" fmla="*/ 132913 h 3183259"/>
              <a:gd name="connsiteX12" fmla="*/ 795843 w 1411431"/>
              <a:gd name="connsiteY12" fmla="*/ 0 h 3183259"/>
              <a:gd name="connsiteX0" fmla="*/ 0 w 1367265"/>
              <a:gd name="connsiteY0" fmla="*/ 3183259 h 3183259"/>
              <a:gd name="connsiteX1" fmla="*/ 234310 w 1367265"/>
              <a:gd name="connsiteY1" fmla="*/ 2995996 h 3183259"/>
              <a:gd name="connsiteX2" fmla="*/ 436157 w 1367265"/>
              <a:gd name="connsiteY2" fmla="*/ 2529380 h 3183259"/>
              <a:gd name="connsiteX3" fmla="*/ 266577 w 1367265"/>
              <a:gd name="connsiteY3" fmla="*/ 2172111 h 3183259"/>
              <a:gd name="connsiteX4" fmla="*/ 422080 w 1367265"/>
              <a:gd name="connsiteY4" fmla="*/ 1901998 h 3183259"/>
              <a:gd name="connsiteX5" fmla="*/ 579999 w 1367265"/>
              <a:gd name="connsiteY5" fmla="*/ 1684393 h 3183259"/>
              <a:gd name="connsiteX6" fmla="*/ 813291 w 1367265"/>
              <a:gd name="connsiteY6" fmla="*/ 1466327 h 3183259"/>
              <a:gd name="connsiteX7" fmla="*/ 1205173 w 1367265"/>
              <a:gd name="connsiteY7" fmla="*/ 1288573 h 3183259"/>
              <a:gd name="connsiteX8" fmla="*/ 1366166 w 1367265"/>
              <a:gd name="connsiteY8" fmla="*/ 938968 h 3183259"/>
              <a:gd name="connsiteX9" fmla="*/ 1262333 w 1367265"/>
              <a:gd name="connsiteY9" fmla="*/ 627063 h 3183259"/>
              <a:gd name="connsiteX10" fmla="*/ 1009198 w 1367265"/>
              <a:gd name="connsiteY10" fmla="*/ 533528 h 3183259"/>
              <a:gd name="connsiteX11" fmla="*/ 932583 w 1367265"/>
              <a:gd name="connsiteY11" fmla="*/ 132913 h 3183259"/>
              <a:gd name="connsiteX12" fmla="*/ 795843 w 1367265"/>
              <a:gd name="connsiteY12" fmla="*/ 0 h 3183259"/>
              <a:gd name="connsiteX0" fmla="*/ 0 w 1367265"/>
              <a:gd name="connsiteY0" fmla="*/ 3183259 h 3183259"/>
              <a:gd name="connsiteX1" fmla="*/ 234310 w 1367265"/>
              <a:gd name="connsiteY1" fmla="*/ 2995996 h 3183259"/>
              <a:gd name="connsiteX2" fmla="*/ 436157 w 1367265"/>
              <a:gd name="connsiteY2" fmla="*/ 2529380 h 3183259"/>
              <a:gd name="connsiteX3" fmla="*/ 266577 w 1367265"/>
              <a:gd name="connsiteY3" fmla="*/ 2172111 h 3183259"/>
              <a:gd name="connsiteX4" fmla="*/ 422080 w 1367265"/>
              <a:gd name="connsiteY4" fmla="*/ 1901998 h 3183259"/>
              <a:gd name="connsiteX5" fmla="*/ 579999 w 1367265"/>
              <a:gd name="connsiteY5" fmla="*/ 1684393 h 3183259"/>
              <a:gd name="connsiteX6" fmla="*/ 775850 w 1367265"/>
              <a:gd name="connsiteY6" fmla="*/ 1456012 h 3183259"/>
              <a:gd name="connsiteX7" fmla="*/ 1205173 w 1367265"/>
              <a:gd name="connsiteY7" fmla="*/ 1288573 h 3183259"/>
              <a:gd name="connsiteX8" fmla="*/ 1366166 w 1367265"/>
              <a:gd name="connsiteY8" fmla="*/ 938968 h 3183259"/>
              <a:gd name="connsiteX9" fmla="*/ 1262333 w 1367265"/>
              <a:gd name="connsiteY9" fmla="*/ 627063 h 3183259"/>
              <a:gd name="connsiteX10" fmla="*/ 1009198 w 1367265"/>
              <a:gd name="connsiteY10" fmla="*/ 533528 h 3183259"/>
              <a:gd name="connsiteX11" fmla="*/ 932583 w 1367265"/>
              <a:gd name="connsiteY11" fmla="*/ 132913 h 3183259"/>
              <a:gd name="connsiteX12" fmla="*/ 795843 w 1367265"/>
              <a:gd name="connsiteY12" fmla="*/ 0 h 3183259"/>
              <a:gd name="connsiteX0" fmla="*/ 0 w 1367265"/>
              <a:gd name="connsiteY0" fmla="*/ 3183259 h 3183259"/>
              <a:gd name="connsiteX1" fmla="*/ 234310 w 1367265"/>
              <a:gd name="connsiteY1" fmla="*/ 2995996 h 3183259"/>
              <a:gd name="connsiteX2" fmla="*/ 436157 w 1367265"/>
              <a:gd name="connsiteY2" fmla="*/ 2529380 h 3183259"/>
              <a:gd name="connsiteX3" fmla="*/ 266577 w 1367265"/>
              <a:gd name="connsiteY3" fmla="*/ 2172111 h 3183259"/>
              <a:gd name="connsiteX4" fmla="*/ 422080 w 1367265"/>
              <a:gd name="connsiteY4" fmla="*/ 1901998 h 3183259"/>
              <a:gd name="connsiteX5" fmla="*/ 556822 w 1367265"/>
              <a:gd name="connsiteY5" fmla="*/ 1639694 h 3183259"/>
              <a:gd name="connsiteX6" fmla="*/ 775850 w 1367265"/>
              <a:gd name="connsiteY6" fmla="*/ 1456012 h 3183259"/>
              <a:gd name="connsiteX7" fmla="*/ 1205173 w 1367265"/>
              <a:gd name="connsiteY7" fmla="*/ 1288573 h 3183259"/>
              <a:gd name="connsiteX8" fmla="*/ 1366166 w 1367265"/>
              <a:gd name="connsiteY8" fmla="*/ 938968 h 3183259"/>
              <a:gd name="connsiteX9" fmla="*/ 1262333 w 1367265"/>
              <a:gd name="connsiteY9" fmla="*/ 627063 h 3183259"/>
              <a:gd name="connsiteX10" fmla="*/ 1009198 w 1367265"/>
              <a:gd name="connsiteY10" fmla="*/ 533528 h 3183259"/>
              <a:gd name="connsiteX11" fmla="*/ 932583 w 1367265"/>
              <a:gd name="connsiteY11" fmla="*/ 132913 h 3183259"/>
              <a:gd name="connsiteX12" fmla="*/ 795843 w 1367265"/>
              <a:gd name="connsiteY12" fmla="*/ 0 h 3183259"/>
              <a:gd name="connsiteX0" fmla="*/ 0 w 1367265"/>
              <a:gd name="connsiteY0" fmla="*/ 3183261 h 3183261"/>
              <a:gd name="connsiteX1" fmla="*/ 234310 w 1367265"/>
              <a:gd name="connsiteY1" fmla="*/ 2995998 h 3183261"/>
              <a:gd name="connsiteX2" fmla="*/ 436157 w 1367265"/>
              <a:gd name="connsiteY2" fmla="*/ 2529382 h 3183261"/>
              <a:gd name="connsiteX3" fmla="*/ 266577 w 1367265"/>
              <a:gd name="connsiteY3" fmla="*/ 2172113 h 3183261"/>
              <a:gd name="connsiteX4" fmla="*/ 422080 w 1367265"/>
              <a:gd name="connsiteY4" fmla="*/ 1902000 h 3183261"/>
              <a:gd name="connsiteX5" fmla="*/ 556822 w 1367265"/>
              <a:gd name="connsiteY5" fmla="*/ 1639696 h 3183261"/>
              <a:gd name="connsiteX6" fmla="*/ 775850 w 1367265"/>
              <a:gd name="connsiteY6" fmla="*/ 1456014 h 3183261"/>
              <a:gd name="connsiteX7" fmla="*/ 1205173 w 1367265"/>
              <a:gd name="connsiteY7" fmla="*/ 1288575 h 3183261"/>
              <a:gd name="connsiteX8" fmla="*/ 1366166 w 1367265"/>
              <a:gd name="connsiteY8" fmla="*/ 938970 h 3183261"/>
              <a:gd name="connsiteX9" fmla="*/ 1262333 w 1367265"/>
              <a:gd name="connsiteY9" fmla="*/ 627065 h 3183261"/>
              <a:gd name="connsiteX10" fmla="*/ 1009198 w 1367265"/>
              <a:gd name="connsiteY10" fmla="*/ 533530 h 3183261"/>
              <a:gd name="connsiteX11" fmla="*/ 932583 w 1367265"/>
              <a:gd name="connsiteY11" fmla="*/ 132915 h 3183261"/>
              <a:gd name="connsiteX12" fmla="*/ 717389 w 1367265"/>
              <a:gd name="connsiteY12" fmla="*/ 0 h 3183261"/>
              <a:gd name="connsiteX0" fmla="*/ 0 w 1367265"/>
              <a:gd name="connsiteY0" fmla="*/ 3183261 h 3183261"/>
              <a:gd name="connsiteX1" fmla="*/ 234310 w 1367265"/>
              <a:gd name="connsiteY1" fmla="*/ 2995998 h 3183261"/>
              <a:gd name="connsiteX2" fmla="*/ 436157 w 1367265"/>
              <a:gd name="connsiteY2" fmla="*/ 2529382 h 3183261"/>
              <a:gd name="connsiteX3" fmla="*/ 266577 w 1367265"/>
              <a:gd name="connsiteY3" fmla="*/ 2172113 h 3183261"/>
              <a:gd name="connsiteX4" fmla="*/ 422080 w 1367265"/>
              <a:gd name="connsiteY4" fmla="*/ 1902000 h 3183261"/>
              <a:gd name="connsiteX5" fmla="*/ 556822 w 1367265"/>
              <a:gd name="connsiteY5" fmla="*/ 1639696 h 3183261"/>
              <a:gd name="connsiteX6" fmla="*/ 775850 w 1367265"/>
              <a:gd name="connsiteY6" fmla="*/ 1456014 h 3183261"/>
              <a:gd name="connsiteX7" fmla="*/ 1205173 w 1367265"/>
              <a:gd name="connsiteY7" fmla="*/ 1288575 h 3183261"/>
              <a:gd name="connsiteX8" fmla="*/ 1366166 w 1367265"/>
              <a:gd name="connsiteY8" fmla="*/ 938970 h 3183261"/>
              <a:gd name="connsiteX9" fmla="*/ 1262333 w 1367265"/>
              <a:gd name="connsiteY9" fmla="*/ 627065 h 3183261"/>
              <a:gd name="connsiteX10" fmla="*/ 1009198 w 1367265"/>
              <a:gd name="connsiteY10" fmla="*/ 533530 h 3183261"/>
              <a:gd name="connsiteX11" fmla="*/ 871959 w 1367265"/>
              <a:gd name="connsiteY11" fmla="*/ 144947 h 3183261"/>
              <a:gd name="connsiteX12" fmla="*/ 717389 w 1367265"/>
              <a:gd name="connsiteY12" fmla="*/ 0 h 3183261"/>
              <a:gd name="connsiteX0" fmla="*/ 0 w 1367312"/>
              <a:gd name="connsiteY0" fmla="*/ 3183261 h 3183261"/>
              <a:gd name="connsiteX1" fmla="*/ 234310 w 1367312"/>
              <a:gd name="connsiteY1" fmla="*/ 2995998 h 3183261"/>
              <a:gd name="connsiteX2" fmla="*/ 436157 w 1367312"/>
              <a:gd name="connsiteY2" fmla="*/ 2529382 h 3183261"/>
              <a:gd name="connsiteX3" fmla="*/ 266577 w 1367312"/>
              <a:gd name="connsiteY3" fmla="*/ 2172113 h 3183261"/>
              <a:gd name="connsiteX4" fmla="*/ 422080 w 1367312"/>
              <a:gd name="connsiteY4" fmla="*/ 1902000 h 3183261"/>
              <a:gd name="connsiteX5" fmla="*/ 556822 w 1367312"/>
              <a:gd name="connsiteY5" fmla="*/ 1639696 h 3183261"/>
              <a:gd name="connsiteX6" fmla="*/ 775850 w 1367312"/>
              <a:gd name="connsiteY6" fmla="*/ 1456014 h 3183261"/>
              <a:gd name="connsiteX7" fmla="*/ 1205173 w 1367312"/>
              <a:gd name="connsiteY7" fmla="*/ 1288575 h 3183261"/>
              <a:gd name="connsiteX8" fmla="*/ 1366166 w 1367312"/>
              <a:gd name="connsiteY8" fmla="*/ 938970 h 3183261"/>
              <a:gd name="connsiteX9" fmla="*/ 1262333 w 1367312"/>
              <a:gd name="connsiteY9" fmla="*/ 627065 h 3183261"/>
              <a:gd name="connsiteX10" fmla="*/ 993153 w 1367312"/>
              <a:gd name="connsiteY10" fmla="*/ 574788 h 3183261"/>
              <a:gd name="connsiteX11" fmla="*/ 871959 w 1367312"/>
              <a:gd name="connsiteY11" fmla="*/ 144947 h 3183261"/>
              <a:gd name="connsiteX12" fmla="*/ 717389 w 1367312"/>
              <a:gd name="connsiteY12" fmla="*/ 0 h 318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312" h="3183261">
                <a:moveTo>
                  <a:pt x="0" y="3183261"/>
                </a:moveTo>
                <a:cubicBezTo>
                  <a:pt x="94205" y="3089775"/>
                  <a:pt x="161617" y="3104978"/>
                  <a:pt x="234310" y="2995998"/>
                </a:cubicBezTo>
                <a:cubicBezTo>
                  <a:pt x="307003" y="2887018"/>
                  <a:pt x="430779" y="2666696"/>
                  <a:pt x="436157" y="2529382"/>
                </a:cubicBezTo>
                <a:cubicBezTo>
                  <a:pt x="441535" y="2392068"/>
                  <a:pt x="268923" y="2276677"/>
                  <a:pt x="266577" y="2172113"/>
                </a:cubicBezTo>
                <a:cubicBezTo>
                  <a:pt x="264231" y="2067549"/>
                  <a:pt x="373913" y="2001275"/>
                  <a:pt x="422080" y="1902000"/>
                </a:cubicBezTo>
                <a:cubicBezTo>
                  <a:pt x="470247" y="1802725"/>
                  <a:pt x="497860" y="1714027"/>
                  <a:pt x="556822" y="1639696"/>
                </a:cubicBezTo>
                <a:cubicBezTo>
                  <a:pt x="615784" y="1565365"/>
                  <a:pt x="667792" y="1514534"/>
                  <a:pt x="775850" y="1456014"/>
                </a:cubicBezTo>
                <a:cubicBezTo>
                  <a:pt x="883908" y="1397494"/>
                  <a:pt x="1106787" y="1374749"/>
                  <a:pt x="1205173" y="1288575"/>
                </a:cubicBezTo>
                <a:cubicBezTo>
                  <a:pt x="1303559" y="1202401"/>
                  <a:pt x="1356639" y="1049222"/>
                  <a:pt x="1366166" y="938970"/>
                </a:cubicBezTo>
                <a:cubicBezTo>
                  <a:pt x="1375693" y="828718"/>
                  <a:pt x="1324502" y="687762"/>
                  <a:pt x="1262333" y="627065"/>
                </a:cubicBezTo>
                <a:cubicBezTo>
                  <a:pt x="1200164" y="566368"/>
                  <a:pt x="1058215" y="655141"/>
                  <a:pt x="993153" y="574788"/>
                </a:cubicBezTo>
                <a:cubicBezTo>
                  <a:pt x="928091" y="494435"/>
                  <a:pt x="917920" y="240745"/>
                  <a:pt x="871959" y="144947"/>
                </a:cubicBezTo>
                <a:cubicBezTo>
                  <a:pt x="825998" y="49149"/>
                  <a:pt x="796758" y="25646"/>
                  <a:pt x="717389"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54" name="Freeform: Shape 53">
            <a:extLst>
              <a:ext uri="{FF2B5EF4-FFF2-40B4-BE49-F238E27FC236}">
                <a16:creationId xmlns:a16="http://schemas.microsoft.com/office/drawing/2014/main" id="{8FBBBA7E-F153-A221-181B-A380A9F633CD}"/>
              </a:ext>
            </a:extLst>
          </p:cNvPr>
          <p:cNvSpPr/>
          <p:nvPr/>
        </p:nvSpPr>
        <p:spPr>
          <a:xfrm rot="5400000">
            <a:off x="8925235" y="-959744"/>
            <a:ext cx="2288456" cy="4205362"/>
          </a:xfrm>
          <a:custGeom>
            <a:avLst/>
            <a:gdLst>
              <a:gd name="connsiteX0" fmla="*/ 0 w 2977477"/>
              <a:gd name="connsiteY0" fmla="*/ 4627150 h 4627149"/>
              <a:gd name="connsiteX1" fmla="*/ 275082 w 2977477"/>
              <a:gd name="connsiteY1" fmla="*/ 4341590 h 4627149"/>
              <a:gd name="connsiteX2" fmla="*/ 502825 w 2977477"/>
              <a:gd name="connsiteY2" fmla="*/ 4054126 h 4627149"/>
              <a:gd name="connsiteX3" fmla="*/ 666179 w 2977477"/>
              <a:gd name="connsiteY3" fmla="*/ 3890677 h 4627149"/>
              <a:gd name="connsiteX4" fmla="*/ 864203 w 2977477"/>
              <a:gd name="connsiteY4" fmla="*/ 3675983 h 4627149"/>
              <a:gd name="connsiteX5" fmla="*/ 982599 w 2977477"/>
              <a:gd name="connsiteY5" fmla="*/ 3557492 h 4627149"/>
              <a:gd name="connsiteX6" fmla="*/ 1188244 w 2977477"/>
              <a:gd name="connsiteY6" fmla="*/ 3329654 h 4627149"/>
              <a:gd name="connsiteX7" fmla="*/ 1344740 w 2977477"/>
              <a:gd name="connsiteY7" fmla="*/ 3146774 h 4627149"/>
              <a:gd name="connsiteX8" fmla="*/ 1470755 w 2977477"/>
              <a:gd name="connsiteY8" fmla="*/ 2984659 h 4627149"/>
              <a:gd name="connsiteX9" fmla="*/ 1657636 w 2977477"/>
              <a:gd name="connsiteY9" fmla="*/ 2670239 h 4627149"/>
              <a:gd name="connsiteX10" fmla="*/ 1762887 w 2977477"/>
              <a:gd name="connsiteY10" fmla="*/ 2473547 h 4627149"/>
              <a:gd name="connsiteX11" fmla="*/ 1866710 w 2977477"/>
              <a:gd name="connsiteY11" fmla="*/ 2290667 h 4627149"/>
              <a:gd name="connsiteX12" fmla="*/ 2106263 w 2977477"/>
              <a:gd name="connsiteY12" fmla="*/ 2030254 h 4627149"/>
              <a:gd name="connsiteX13" fmla="*/ 2277237 w 2977477"/>
              <a:gd name="connsiteY13" fmla="*/ 1859185 h 4627149"/>
              <a:gd name="connsiteX14" fmla="*/ 2499455 w 2977477"/>
              <a:gd name="connsiteY14" fmla="*/ 1656207 h 4627149"/>
              <a:gd name="connsiteX15" fmla="*/ 2707100 w 2977477"/>
              <a:gd name="connsiteY15" fmla="*/ 1390269 h 4627149"/>
              <a:gd name="connsiteX16" fmla="*/ 2812352 w 2977477"/>
              <a:gd name="connsiteY16" fmla="*/ 1230916 h 4627149"/>
              <a:gd name="connsiteX17" fmla="*/ 2898172 w 2977477"/>
              <a:gd name="connsiteY17" fmla="*/ 1036987 h 4627149"/>
              <a:gd name="connsiteX18" fmla="*/ 2963228 w 2977477"/>
              <a:gd name="connsiteY18" fmla="*/ 850011 h 4627149"/>
              <a:gd name="connsiteX19" fmla="*/ 2977325 w 2977477"/>
              <a:gd name="connsiteY19" fmla="*/ 745427 h 4627149"/>
              <a:gd name="connsiteX20" fmla="*/ 2929509 w 2977477"/>
              <a:gd name="connsiteY20" fmla="*/ 480155 h 4627149"/>
              <a:gd name="connsiteX21" fmla="*/ 2563082 w 2977477"/>
              <a:gd name="connsiteY21" fmla="*/ 0 h 4627149"/>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106263 w 2977477"/>
              <a:gd name="connsiteY12" fmla="*/ 2030254 h 4627150"/>
              <a:gd name="connsiteX13" fmla="*/ 2009880 w 2977477"/>
              <a:gd name="connsiteY13" fmla="*/ 1863875 h 4627150"/>
              <a:gd name="connsiteX14" fmla="*/ 2499455 w 2977477"/>
              <a:gd name="connsiteY14" fmla="*/ 1656207 h 4627150"/>
              <a:gd name="connsiteX15" fmla="*/ 2707100 w 2977477"/>
              <a:gd name="connsiteY15" fmla="*/ 1390269 h 4627150"/>
              <a:gd name="connsiteX16" fmla="*/ 2812352 w 2977477"/>
              <a:gd name="connsiteY16" fmla="*/ 1230916 h 4627150"/>
              <a:gd name="connsiteX17" fmla="*/ 2898172 w 2977477"/>
              <a:gd name="connsiteY17" fmla="*/ 1036987 h 4627150"/>
              <a:gd name="connsiteX18" fmla="*/ 2963228 w 2977477"/>
              <a:gd name="connsiteY18" fmla="*/ 850011 h 4627150"/>
              <a:gd name="connsiteX19" fmla="*/ 2977325 w 2977477"/>
              <a:gd name="connsiteY19" fmla="*/ 745427 h 4627150"/>
              <a:gd name="connsiteX20" fmla="*/ 2929509 w 2977477"/>
              <a:gd name="connsiteY20" fmla="*/ 480155 h 4627150"/>
              <a:gd name="connsiteX21" fmla="*/ 2563082 w 2977477"/>
              <a:gd name="connsiteY21"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866710 w 2977477"/>
              <a:gd name="connsiteY11" fmla="*/ 2290667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62887 w 2977477"/>
              <a:gd name="connsiteY10" fmla="*/ 2473547 h 4627150"/>
              <a:gd name="connsiteX11" fmla="*/ 1740066 w 2977477"/>
              <a:gd name="connsiteY11" fmla="*/ 2356334 h 4627150"/>
              <a:gd name="connsiteX12" fmla="*/ 2009880 w 2977477"/>
              <a:gd name="connsiteY12" fmla="*/ 1863875 h 4627150"/>
              <a:gd name="connsiteX13" fmla="*/ 2499455 w 2977477"/>
              <a:gd name="connsiteY13" fmla="*/ 1656207 h 4627150"/>
              <a:gd name="connsiteX14" fmla="*/ 2707100 w 2977477"/>
              <a:gd name="connsiteY14" fmla="*/ 1390269 h 4627150"/>
              <a:gd name="connsiteX15" fmla="*/ 2812352 w 2977477"/>
              <a:gd name="connsiteY15" fmla="*/ 1230916 h 4627150"/>
              <a:gd name="connsiteX16" fmla="*/ 2898172 w 2977477"/>
              <a:gd name="connsiteY16" fmla="*/ 1036987 h 4627150"/>
              <a:gd name="connsiteX17" fmla="*/ 2963228 w 2977477"/>
              <a:gd name="connsiteY17" fmla="*/ 850011 h 4627150"/>
              <a:gd name="connsiteX18" fmla="*/ 2977325 w 2977477"/>
              <a:gd name="connsiteY18" fmla="*/ 745427 h 4627150"/>
              <a:gd name="connsiteX19" fmla="*/ 2929509 w 2977477"/>
              <a:gd name="connsiteY19" fmla="*/ 480155 h 4627150"/>
              <a:gd name="connsiteX20" fmla="*/ 2563082 w 2977477"/>
              <a:gd name="connsiteY20" fmla="*/ 0 h 4627150"/>
              <a:gd name="connsiteX0" fmla="*/ 0 w 2977477"/>
              <a:gd name="connsiteY0" fmla="*/ 4627150 h 4627150"/>
              <a:gd name="connsiteX1" fmla="*/ 275082 w 2977477"/>
              <a:gd name="connsiteY1" fmla="*/ 4341590 h 4627150"/>
              <a:gd name="connsiteX2" fmla="*/ 502825 w 2977477"/>
              <a:gd name="connsiteY2" fmla="*/ 4054126 h 4627150"/>
              <a:gd name="connsiteX3" fmla="*/ 666179 w 2977477"/>
              <a:gd name="connsiteY3" fmla="*/ 3890677 h 4627150"/>
              <a:gd name="connsiteX4" fmla="*/ 864203 w 2977477"/>
              <a:gd name="connsiteY4" fmla="*/ 3675983 h 4627150"/>
              <a:gd name="connsiteX5" fmla="*/ 982599 w 2977477"/>
              <a:gd name="connsiteY5" fmla="*/ 3557492 h 4627150"/>
              <a:gd name="connsiteX6" fmla="*/ 1188244 w 2977477"/>
              <a:gd name="connsiteY6" fmla="*/ 3329654 h 4627150"/>
              <a:gd name="connsiteX7" fmla="*/ 1344740 w 2977477"/>
              <a:gd name="connsiteY7" fmla="*/ 3146774 h 4627150"/>
              <a:gd name="connsiteX8" fmla="*/ 1470755 w 2977477"/>
              <a:gd name="connsiteY8" fmla="*/ 2984659 h 4627150"/>
              <a:gd name="connsiteX9" fmla="*/ 1657636 w 2977477"/>
              <a:gd name="connsiteY9" fmla="*/ 2670239 h 4627150"/>
              <a:gd name="connsiteX10" fmla="*/ 1740066 w 2977477"/>
              <a:gd name="connsiteY10" fmla="*/ 2356334 h 4627150"/>
              <a:gd name="connsiteX11" fmla="*/ 2009880 w 2977477"/>
              <a:gd name="connsiteY11" fmla="*/ 1863875 h 4627150"/>
              <a:gd name="connsiteX12" fmla="*/ 2499455 w 2977477"/>
              <a:gd name="connsiteY12" fmla="*/ 1656207 h 4627150"/>
              <a:gd name="connsiteX13" fmla="*/ 2707100 w 2977477"/>
              <a:gd name="connsiteY13" fmla="*/ 1390269 h 4627150"/>
              <a:gd name="connsiteX14" fmla="*/ 2812352 w 2977477"/>
              <a:gd name="connsiteY14" fmla="*/ 1230916 h 4627150"/>
              <a:gd name="connsiteX15" fmla="*/ 2898172 w 2977477"/>
              <a:gd name="connsiteY15" fmla="*/ 1036987 h 4627150"/>
              <a:gd name="connsiteX16" fmla="*/ 2963228 w 2977477"/>
              <a:gd name="connsiteY16" fmla="*/ 850011 h 4627150"/>
              <a:gd name="connsiteX17" fmla="*/ 2977325 w 2977477"/>
              <a:gd name="connsiteY17" fmla="*/ 745427 h 4627150"/>
              <a:gd name="connsiteX18" fmla="*/ 2929509 w 2977477"/>
              <a:gd name="connsiteY18" fmla="*/ 480155 h 4627150"/>
              <a:gd name="connsiteX19" fmla="*/ 2563082 w 2977477"/>
              <a:gd name="connsiteY19" fmla="*/ 0 h 4627150"/>
              <a:gd name="connsiteX0" fmla="*/ 0 w 2980301"/>
              <a:gd name="connsiteY0" fmla="*/ 4627150 h 4627150"/>
              <a:gd name="connsiteX1" fmla="*/ 275082 w 2980301"/>
              <a:gd name="connsiteY1" fmla="*/ 4341590 h 4627150"/>
              <a:gd name="connsiteX2" fmla="*/ 502825 w 2980301"/>
              <a:gd name="connsiteY2" fmla="*/ 4054126 h 4627150"/>
              <a:gd name="connsiteX3" fmla="*/ 666179 w 2980301"/>
              <a:gd name="connsiteY3" fmla="*/ 3890677 h 4627150"/>
              <a:gd name="connsiteX4" fmla="*/ 864203 w 2980301"/>
              <a:gd name="connsiteY4" fmla="*/ 3675983 h 4627150"/>
              <a:gd name="connsiteX5" fmla="*/ 982599 w 2980301"/>
              <a:gd name="connsiteY5" fmla="*/ 3557492 h 4627150"/>
              <a:gd name="connsiteX6" fmla="*/ 1188244 w 2980301"/>
              <a:gd name="connsiteY6" fmla="*/ 3329654 h 4627150"/>
              <a:gd name="connsiteX7" fmla="*/ 1344740 w 2980301"/>
              <a:gd name="connsiteY7" fmla="*/ 3146774 h 4627150"/>
              <a:gd name="connsiteX8" fmla="*/ 1470755 w 2980301"/>
              <a:gd name="connsiteY8" fmla="*/ 2984659 h 4627150"/>
              <a:gd name="connsiteX9" fmla="*/ 1657636 w 2980301"/>
              <a:gd name="connsiteY9" fmla="*/ 2670239 h 4627150"/>
              <a:gd name="connsiteX10" fmla="*/ 1740066 w 2980301"/>
              <a:gd name="connsiteY10" fmla="*/ 2356334 h 4627150"/>
              <a:gd name="connsiteX11" fmla="*/ 2009880 w 2980301"/>
              <a:gd name="connsiteY11" fmla="*/ 1863875 h 4627150"/>
              <a:gd name="connsiteX12" fmla="*/ 2499455 w 2980301"/>
              <a:gd name="connsiteY12" fmla="*/ 1656207 h 4627150"/>
              <a:gd name="connsiteX13" fmla="*/ 2707100 w 2980301"/>
              <a:gd name="connsiteY13" fmla="*/ 1390269 h 4627150"/>
              <a:gd name="connsiteX14" fmla="*/ 2812352 w 2980301"/>
              <a:gd name="connsiteY14" fmla="*/ 1230916 h 4627150"/>
              <a:gd name="connsiteX15" fmla="*/ 2963228 w 2980301"/>
              <a:gd name="connsiteY15" fmla="*/ 850011 h 4627150"/>
              <a:gd name="connsiteX16" fmla="*/ 2977325 w 2980301"/>
              <a:gd name="connsiteY16" fmla="*/ 745427 h 4627150"/>
              <a:gd name="connsiteX17" fmla="*/ 2929509 w 2980301"/>
              <a:gd name="connsiteY17" fmla="*/ 480155 h 4627150"/>
              <a:gd name="connsiteX18" fmla="*/ 2563082 w 2980301"/>
              <a:gd name="connsiteY18" fmla="*/ 0 h 462715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929509 w 2980301"/>
              <a:gd name="connsiteY17" fmla="*/ 569275 h 4716270"/>
              <a:gd name="connsiteX18" fmla="*/ 2417677 w 2980301"/>
              <a:gd name="connsiteY18" fmla="*/ 0 h 4716270"/>
              <a:gd name="connsiteX0" fmla="*/ 0 w 2980301"/>
              <a:gd name="connsiteY0" fmla="*/ 4716270 h 4716270"/>
              <a:gd name="connsiteX1" fmla="*/ 275082 w 2980301"/>
              <a:gd name="connsiteY1" fmla="*/ 4430710 h 4716270"/>
              <a:gd name="connsiteX2" fmla="*/ 502825 w 2980301"/>
              <a:gd name="connsiteY2" fmla="*/ 4143246 h 4716270"/>
              <a:gd name="connsiteX3" fmla="*/ 666179 w 2980301"/>
              <a:gd name="connsiteY3" fmla="*/ 3979797 h 4716270"/>
              <a:gd name="connsiteX4" fmla="*/ 864203 w 2980301"/>
              <a:gd name="connsiteY4" fmla="*/ 3765103 h 4716270"/>
              <a:gd name="connsiteX5" fmla="*/ 982599 w 2980301"/>
              <a:gd name="connsiteY5" fmla="*/ 3646612 h 4716270"/>
              <a:gd name="connsiteX6" fmla="*/ 1188244 w 2980301"/>
              <a:gd name="connsiteY6" fmla="*/ 3418774 h 4716270"/>
              <a:gd name="connsiteX7" fmla="*/ 1344740 w 2980301"/>
              <a:gd name="connsiteY7" fmla="*/ 3235894 h 4716270"/>
              <a:gd name="connsiteX8" fmla="*/ 1470755 w 2980301"/>
              <a:gd name="connsiteY8" fmla="*/ 3073779 h 4716270"/>
              <a:gd name="connsiteX9" fmla="*/ 1657636 w 2980301"/>
              <a:gd name="connsiteY9" fmla="*/ 2759359 h 4716270"/>
              <a:gd name="connsiteX10" fmla="*/ 1740066 w 2980301"/>
              <a:gd name="connsiteY10" fmla="*/ 2445454 h 4716270"/>
              <a:gd name="connsiteX11" fmla="*/ 2009880 w 2980301"/>
              <a:gd name="connsiteY11" fmla="*/ 1952995 h 4716270"/>
              <a:gd name="connsiteX12" fmla="*/ 2499455 w 2980301"/>
              <a:gd name="connsiteY12" fmla="*/ 1745327 h 4716270"/>
              <a:gd name="connsiteX13" fmla="*/ 2707100 w 2980301"/>
              <a:gd name="connsiteY13" fmla="*/ 1479389 h 4716270"/>
              <a:gd name="connsiteX14" fmla="*/ 2812352 w 2980301"/>
              <a:gd name="connsiteY14" fmla="*/ 1320036 h 4716270"/>
              <a:gd name="connsiteX15" fmla="*/ 2963228 w 2980301"/>
              <a:gd name="connsiteY15" fmla="*/ 939131 h 4716270"/>
              <a:gd name="connsiteX16" fmla="*/ 2977325 w 2980301"/>
              <a:gd name="connsiteY16" fmla="*/ 834547 h 4716270"/>
              <a:gd name="connsiteX17" fmla="*/ 2417677 w 2980301"/>
              <a:gd name="connsiteY17" fmla="*/ 0 h 4716270"/>
              <a:gd name="connsiteX0" fmla="*/ 0 w 2963287"/>
              <a:gd name="connsiteY0" fmla="*/ 4716270 h 4716270"/>
              <a:gd name="connsiteX1" fmla="*/ 275082 w 2963287"/>
              <a:gd name="connsiteY1" fmla="*/ 4430710 h 4716270"/>
              <a:gd name="connsiteX2" fmla="*/ 502825 w 2963287"/>
              <a:gd name="connsiteY2" fmla="*/ 4143246 h 4716270"/>
              <a:gd name="connsiteX3" fmla="*/ 666179 w 2963287"/>
              <a:gd name="connsiteY3" fmla="*/ 3979797 h 4716270"/>
              <a:gd name="connsiteX4" fmla="*/ 864203 w 2963287"/>
              <a:gd name="connsiteY4" fmla="*/ 3765103 h 4716270"/>
              <a:gd name="connsiteX5" fmla="*/ 982599 w 2963287"/>
              <a:gd name="connsiteY5" fmla="*/ 3646612 h 4716270"/>
              <a:gd name="connsiteX6" fmla="*/ 1188244 w 2963287"/>
              <a:gd name="connsiteY6" fmla="*/ 3418774 h 4716270"/>
              <a:gd name="connsiteX7" fmla="*/ 1344740 w 2963287"/>
              <a:gd name="connsiteY7" fmla="*/ 3235894 h 4716270"/>
              <a:gd name="connsiteX8" fmla="*/ 1470755 w 2963287"/>
              <a:gd name="connsiteY8" fmla="*/ 3073779 h 4716270"/>
              <a:gd name="connsiteX9" fmla="*/ 1657636 w 2963287"/>
              <a:gd name="connsiteY9" fmla="*/ 2759359 h 4716270"/>
              <a:gd name="connsiteX10" fmla="*/ 1740066 w 2963287"/>
              <a:gd name="connsiteY10" fmla="*/ 2445454 h 4716270"/>
              <a:gd name="connsiteX11" fmla="*/ 2009880 w 2963287"/>
              <a:gd name="connsiteY11" fmla="*/ 1952995 h 4716270"/>
              <a:gd name="connsiteX12" fmla="*/ 2499455 w 2963287"/>
              <a:gd name="connsiteY12" fmla="*/ 1745327 h 4716270"/>
              <a:gd name="connsiteX13" fmla="*/ 2707100 w 2963287"/>
              <a:gd name="connsiteY13" fmla="*/ 1479389 h 4716270"/>
              <a:gd name="connsiteX14" fmla="*/ 2812352 w 2963287"/>
              <a:gd name="connsiteY14" fmla="*/ 1320036 h 4716270"/>
              <a:gd name="connsiteX15" fmla="*/ 2963228 w 2963287"/>
              <a:gd name="connsiteY15" fmla="*/ 939131 h 4716270"/>
              <a:gd name="connsiteX16" fmla="*/ 2794396 w 2963287"/>
              <a:gd name="connsiteY16" fmla="*/ 557808 h 4716270"/>
              <a:gd name="connsiteX17" fmla="*/ 2417677 w 2963287"/>
              <a:gd name="connsiteY17"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320036 h 4716270"/>
              <a:gd name="connsiteX15" fmla="*/ 2794396 w 2833759"/>
              <a:gd name="connsiteY15" fmla="*/ 557808 h 4716270"/>
              <a:gd name="connsiteX16" fmla="*/ 2417677 w 2833759"/>
              <a:gd name="connsiteY16" fmla="*/ 0 h 4716270"/>
              <a:gd name="connsiteX0" fmla="*/ 0 w 2833759"/>
              <a:gd name="connsiteY0" fmla="*/ 4716270 h 4716270"/>
              <a:gd name="connsiteX1" fmla="*/ 275082 w 2833759"/>
              <a:gd name="connsiteY1" fmla="*/ 4430710 h 4716270"/>
              <a:gd name="connsiteX2" fmla="*/ 502825 w 2833759"/>
              <a:gd name="connsiteY2" fmla="*/ 4143246 h 4716270"/>
              <a:gd name="connsiteX3" fmla="*/ 666179 w 2833759"/>
              <a:gd name="connsiteY3" fmla="*/ 3979797 h 4716270"/>
              <a:gd name="connsiteX4" fmla="*/ 864203 w 2833759"/>
              <a:gd name="connsiteY4" fmla="*/ 3765103 h 4716270"/>
              <a:gd name="connsiteX5" fmla="*/ 982599 w 2833759"/>
              <a:gd name="connsiteY5" fmla="*/ 3646612 h 4716270"/>
              <a:gd name="connsiteX6" fmla="*/ 1188244 w 2833759"/>
              <a:gd name="connsiteY6" fmla="*/ 3418774 h 4716270"/>
              <a:gd name="connsiteX7" fmla="*/ 1344740 w 2833759"/>
              <a:gd name="connsiteY7" fmla="*/ 3235894 h 4716270"/>
              <a:gd name="connsiteX8" fmla="*/ 1470755 w 2833759"/>
              <a:gd name="connsiteY8" fmla="*/ 3073779 h 4716270"/>
              <a:gd name="connsiteX9" fmla="*/ 1657636 w 2833759"/>
              <a:gd name="connsiteY9" fmla="*/ 2759359 h 4716270"/>
              <a:gd name="connsiteX10" fmla="*/ 1740066 w 2833759"/>
              <a:gd name="connsiteY10" fmla="*/ 2445454 h 4716270"/>
              <a:gd name="connsiteX11" fmla="*/ 2009880 w 2833759"/>
              <a:gd name="connsiteY11" fmla="*/ 1952995 h 4716270"/>
              <a:gd name="connsiteX12" fmla="*/ 2499455 w 2833759"/>
              <a:gd name="connsiteY12" fmla="*/ 1745327 h 4716270"/>
              <a:gd name="connsiteX13" fmla="*/ 2707100 w 2833759"/>
              <a:gd name="connsiteY13" fmla="*/ 1479389 h 4716270"/>
              <a:gd name="connsiteX14" fmla="*/ 2812352 w 2833759"/>
              <a:gd name="connsiteY14" fmla="*/ 1132416 h 4716270"/>
              <a:gd name="connsiteX15" fmla="*/ 2794396 w 2833759"/>
              <a:gd name="connsiteY15" fmla="*/ 557808 h 4716270"/>
              <a:gd name="connsiteX16" fmla="*/ 2417677 w 2833759"/>
              <a:gd name="connsiteY16" fmla="*/ 0 h 4716270"/>
              <a:gd name="connsiteX0" fmla="*/ 0 w 2846779"/>
              <a:gd name="connsiteY0" fmla="*/ 4716270 h 4716270"/>
              <a:gd name="connsiteX1" fmla="*/ 275082 w 2846779"/>
              <a:gd name="connsiteY1" fmla="*/ 4430710 h 4716270"/>
              <a:gd name="connsiteX2" fmla="*/ 502825 w 2846779"/>
              <a:gd name="connsiteY2" fmla="*/ 4143246 h 4716270"/>
              <a:gd name="connsiteX3" fmla="*/ 666179 w 2846779"/>
              <a:gd name="connsiteY3" fmla="*/ 3979797 h 4716270"/>
              <a:gd name="connsiteX4" fmla="*/ 864203 w 2846779"/>
              <a:gd name="connsiteY4" fmla="*/ 3765103 h 4716270"/>
              <a:gd name="connsiteX5" fmla="*/ 982599 w 2846779"/>
              <a:gd name="connsiteY5" fmla="*/ 3646612 h 4716270"/>
              <a:gd name="connsiteX6" fmla="*/ 1188244 w 2846779"/>
              <a:gd name="connsiteY6" fmla="*/ 3418774 h 4716270"/>
              <a:gd name="connsiteX7" fmla="*/ 1344740 w 2846779"/>
              <a:gd name="connsiteY7" fmla="*/ 3235894 h 4716270"/>
              <a:gd name="connsiteX8" fmla="*/ 1470755 w 2846779"/>
              <a:gd name="connsiteY8" fmla="*/ 3073779 h 4716270"/>
              <a:gd name="connsiteX9" fmla="*/ 1657636 w 2846779"/>
              <a:gd name="connsiteY9" fmla="*/ 2759359 h 4716270"/>
              <a:gd name="connsiteX10" fmla="*/ 1740066 w 2846779"/>
              <a:gd name="connsiteY10" fmla="*/ 2445454 h 4716270"/>
              <a:gd name="connsiteX11" fmla="*/ 2009880 w 2846779"/>
              <a:gd name="connsiteY11" fmla="*/ 1952995 h 4716270"/>
              <a:gd name="connsiteX12" fmla="*/ 2499455 w 2846779"/>
              <a:gd name="connsiteY12" fmla="*/ 1745327 h 4716270"/>
              <a:gd name="connsiteX13" fmla="*/ 2812352 w 2846779"/>
              <a:gd name="connsiteY13" fmla="*/ 1132416 h 4716270"/>
              <a:gd name="connsiteX14" fmla="*/ 2794396 w 2846779"/>
              <a:gd name="connsiteY14" fmla="*/ 557808 h 4716270"/>
              <a:gd name="connsiteX15" fmla="*/ 2417677 w 2846779"/>
              <a:gd name="connsiteY15" fmla="*/ 0 h 4716270"/>
              <a:gd name="connsiteX0" fmla="*/ 0 w 2853204"/>
              <a:gd name="connsiteY0" fmla="*/ 4716270 h 4716270"/>
              <a:gd name="connsiteX1" fmla="*/ 275082 w 2853204"/>
              <a:gd name="connsiteY1" fmla="*/ 4430710 h 4716270"/>
              <a:gd name="connsiteX2" fmla="*/ 502825 w 2853204"/>
              <a:gd name="connsiteY2" fmla="*/ 4143246 h 4716270"/>
              <a:gd name="connsiteX3" fmla="*/ 666179 w 2853204"/>
              <a:gd name="connsiteY3" fmla="*/ 3979797 h 4716270"/>
              <a:gd name="connsiteX4" fmla="*/ 864203 w 2853204"/>
              <a:gd name="connsiteY4" fmla="*/ 3765103 h 4716270"/>
              <a:gd name="connsiteX5" fmla="*/ 982599 w 2853204"/>
              <a:gd name="connsiteY5" fmla="*/ 3646612 h 4716270"/>
              <a:gd name="connsiteX6" fmla="*/ 1188244 w 2853204"/>
              <a:gd name="connsiteY6" fmla="*/ 3418774 h 4716270"/>
              <a:gd name="connsiteX7" fmla="*/ 1344740 w 2853204"/>
              <a:gd name="connsiteY7" fmla="*/ 3235894 h 4716270"/>
              <a:gd name="connsiteX8" fmla="*/ 1470755 w 2853204"/>
              <a:gd name="connsiteY8" fmla="*/ 3073779 h 4716270"/>
              <a:gd name="connsiteX9" fmla="*/ 1657636 w 2853204"/>
              <a:gd name="connsiteY9" fmla="*/ 2759359 h 4716270"/>
              <a:gd name="connsiteX10" fmla="*/ 1740066 w 2853204"/>
              <a:gd name="connsiteY10" fmla="*/ 2445454 h 4716270"/>
              <a:gd name="connsiteX11" fmla="*/ 2009880 w 2853204"/>
              <a:gd name="connsiteY11" fmla="*/ 1952995 h 4716270"/>
              <a:gd name="connsiteX12" fmla="*/ 2405645 w 2853204"/>
              <a:gd name="connsiteY12" fmla="*/ 1656207 h 4716270"/>
              <a:gd name="connsiteX13" fmla="*/ 2812352 w 2853204"/>
              <a:gd name="connsiteY13" fmla="*/ 1132416 h 4716270"/>
              <a:gd name="connsiteX14" fmla="*/ 2794396 w 2853204"/>
              <a:gd name="connsiteY14" fmla="*/ 557808 h 4716270"/>
              <a:gd name="connsiteX15" fmla="*/ 2417677 w 2853204"/>
              <a:gd name="connsiteY15" fmla="*/ 0 h 471627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4172 w 2839132"/>
              <a:gd name="connsiteY6" fmla="*/ 341877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850131 w 2839132"/>
              <a:gd name="connsiteY4" fmla="*/ 3765103 h 5091510"/>
              <a:gd name="connsiteX5" fmla="*/ 968527 w 2839132"/>
              <a:gd name="connsiteY5" fmla="*/ 3646612 h 5091510"/>
              <a:gd name="connsiteX6" fmla="*/ 1175622 w 2839132"/>
              <a:gd name="connsiteY6" fmla="*/ 3471224 h 5091510"/>
              <a:gd name="connsiteX7" fmla="*/ 1330668 w 2839132"/>
              <a:gd name="connsiteY7" fmla="*/ 3235894 h 5091510"/>
              <a:gd name="connsiteX8" fmla="*/ 1456683 w 2839132"/>
              <a:gd name="connsiteY8" fmla="*/ 3073779 h 5091510"/>
              <a:gd name="connsiteX9" fmla="*/ 1643564 w 2839132"/>
              <a:gd name="connsiteY9" fmla="*/ 2759359 h 5091510"/>
              <a:gd name="connsiteX10" fmla="*/ 1725994 w 2839132"/>
              <a:gd name="connsiteY10" fmla="*/ 2445454 h 5091510"/>
              <a:gd name="connsiteX11" fmla="*/ 1995808 w 2839132"/>
              <a:gd name="connsiteY11" fmla="*/ 1952995 h 5091510"/>
              <a:gd name="connsiteX12" fmla="*/ 2391573 w 2839132"/>
              <a:gd name="connsiteY12" fmla="*/ 1656207 h 5091510"/>
              <a:gd name="connsiteX13" fmla="*/ 2798280 w 2839132"/>
              <a:gd name="connsiteY13" fmla="*/ 1132416 h 5091510"/>
              <a:gd name="connsiteX14" fmla="*/ 2780324 w 2839132"/>
              <a:gd name="connsiteY14" fmla="*/ 557808 h 5091510"/>
              <a:gd name="connsiteX15" fmla="*/ 2403605 w 2839132"/>
              <a:gd name="connsiteY15"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95808 w 2839132"/>
              <a:gd name="connsiteY10" fmla="*/ 1952995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9132"/>
              <a:gd name="connsiteY0" fmla="*/ 5091510 h 5091510"/>
              <a:gd name="connsiteX1" fmla="*/ 261010 w 2839132"/>
              <a:gd name="connsiteY1" fmla="*/ 4430710 h 5091510"/>
              <a:gd name="connsiteX2" fmla="*/ 488753 w 2839132"/>
              <a:gd name="connsiteY2" fmla="*/ 4143246 h 5091510"/>
              <a:gd name="connsiteX3" fmla="*/ 652107 w 2839132"/>
              <a:gd name="connsiteY3" fmla="*/ 3979797 h 5091510"/>
              <a:gd name="connsiteX4" fmla="*/ 968527 w 2839132"/>
              <a:gd name="connsiteY4" fmla="*/ 3646612 h 5091510"/>
              <a:gd name="connsiteX5" fmla="*/ 1175622 w 2839132"/>
              <a:gd name="connsiteY5" fmla="*/ 3471224 h 5091510"/>
              <a:gd name="connsiteX6" fmla="*/ 1330668 w 2839132"/>
              <a:gd name="connsiteY6" fmla="*/ 3235894 h 5091510"/>
              <a:gd name="connsiteX7" fmla="*/ 1456683 w 2839132"/>
              <a:gd name="connsiteY7" fmla="*/ 3073779 h 5091510"/>
              <a:gd name="connsiteX8" fmla="*/ 1643564 w 2839132"/>
              <a:gd name="connsiteY8" fmla="*/ 2759359 h 5091510"/>
              <a:gd name="connsiteX9" fmla="*/ 1725994 w 2839132"/>
              <a:gd name="connsiteY9" fmla="*/ 2445454 h 5091510"/>
              <a:gd name="connsiteX10" fmla="*/ 1924776 w 2839132"/>
              <a:gd name="connsiteY10" fmla="*/ 2000528 h 5091510"/>
              <a:gd name="connsiteX11" fmla="*/ 2391573 w 2839132"/>
              <a:gd name="connsiteY11" fmla="*/ 1656207 h 5091510"/>
              <a:gd name="connsiteX12" fmla="*/ 2798280 w 2839132"/>
              <a:gd name="connsiteY12" fmla="*/ 1132416 h 5091510"/>
              <a:gd name="connsiteX13" fmla="*/ 2780324 w 2839132"/>
              <a:gd name="connsiteY13" fmla="*/ 557808 h 5091510"/>
              <a:gd name="connsiteX14" fmla="*/ 2403605 w 2839132"/>
              <a:gd name="connsiteY14" fmla="*/ 0 h 5091510"/>
              <a:gd name="connsiteX0" fmla="*/ 0 w 2837125"/>
              <a:gd name="connsiteY0" fmla="*/ 5091510 h 5091510"/>
              <a:gd name="connsiteX1" fmla="*/ 261010 w 2837125"/>
              <a:gd name="connsiteY1" fmla="*/ 4430710 h 5091510"/>
              <a:gd name="connsiteX2" fmla="*/ 488753 w 2837125"/>
              <a:gd name="connsiteY2" fmla="*/ 4143246 h 5091510"/>
              <a:gd name="connsiteX3" fmla="*/ 652107 w 2837125"/>
              <a:gd name="connsiteY3" fmla="*/ 3979797 h 5091510"/>
              <a:gd name="connsiteX4" fmla="*/ 968527 w 2837125"/>
              <a:gd name="connsiteY4" fmla="*/ 3646612 h 5091510"/>
              <a:gd name="connsiteX5" fmla="*/ 1175622 w 2837125"/>
              <a:gd name="connsiteY5" fmla="*/ 3471224 h 5091510"/>
              <a:gd name="connsiteX6" fmla="*/ 1330668 w 2837125"/>
              <a:gd name="connsiteY6" fmla="*/ 3235894 h 5091510"/>
              <a:gd name="connsiteX7" fmla="*/ 1456683 w 2837125"/>
              <a:gd name="connsiteY7" fmla="*/ 3073779 h 5091510"/>
              <a:gd name="connsiteX8" fmla="*/ 1643564 w 2837125"/>
              <a:gd name="connsiteY8" fmla="*/ 2759359 h 5091510"/>
              <a:gd name="connsiteX9" fmla="*/ 1725994 w 2837125"/>
              <a:gd name="connsiteY9" fmla="*/ 2445454 h 5091510"/>
              <a:gd name="connsiteX10" fmla="*/ 1924776 w 2837125"/>
              <a:gd name="connsiteY10" fmla="*/ 2000528 h 5091510"/>
              <a:gd name="connsiteX11" fmla="*/ 2420566 w 2837125"/>
              <a:gd name="connsiteY11" fmla="*/ 1664402 h 5091510"/>
              <a:gd name="connsiteX12" fmla="*/ 2798280 w 2837125"/>
              <a:gd name="connsiteY12" fmla="*/ 1132416 h 5091510"/>
              <a:gd name="connsiteX13" fmla="*/ 2780324 w 2837125"/>
              <a:gd name="connsiteY13" fmla="*/ 557808 h 5091510"/>
              <a:gd name="connsiteX14" fmla="*/ 2403605 w 2837125"/>
              <a:gd name="connsiteY14" fmla="*/ 0 h 5091510"/>
              <a:gd name="connsiteX0" fmla="*/ 0 w 2826929"/>
              <a:gd name="connsiteY0" fmla="*/ 5091510 h 5091510"/>
              <a:gd name="connsiteX1" fmla="*/ 261010 w 2826929"/>
              <a:gd name="connsiteY1" fmla="*/ 4430710 h 5091510"/>
              <a:gd name="connsiteX2" fmla="*/ 488753 w 2826929"/>
              <a:gd name="connsiteY2" fmla="*/ 4143246 h 5091510"/>
              <a:gd name="connsiteX3" fmla="*/ 652107 w 2826929"/>
              <a:gd name="connsiteY3" fmla="*/ 3979797 h 5091510"/>
              <a:gd name="connsiteX4" fmla="*/ 968527 w 2826929"/>
              <a:gd name="connsiteY4" fmla="*/ 3646612 h 5091510"/>
              <a:gd name="connsiteX5" fmla="*/ 1175622 w 2826929"/>
              <a:gd name="connsiteY5" fmla="*/ 3471224 h 5091510"/>
              <a:gd name="connsiteX6" fmla="*/ 1330668 w 2826929"/>
              <a:gd name="connsiteY6" fmla="*/ 3235894 h 5091510"/>
              <a:gd name="connsiteX7" fmla="*/ 1456683 w 2826929"/>
              <a:gd name="connsiteY7" fmla="*/ 3073779 h 5091510"/>
              <a:gd name="connsiteX8" fmla="*/ 1643564 w 2826929"/>
              <a:gd name="connsiteY8" fmla="*/ 2759359 h 5091510"/>
              <a:gd name="connsiteX9" fmla="*/ 1725994 w 2826929"/>
              <a:gd name="connsiteY9" fmla="*/ 2445454 h 5091510"/>
              <a:gd name="connsiteX10" fmla="*/ 1924776 w 2826929"/>
              <a:gd name="connsiteY10" fmla="*/ 2000528 h 5091510"/>
              <a:gd name="connsiteX11" fmla="*/ 2420566 w 2826929"/>
              <a:gd name="connsiteY11" fmla="*/ 1664402 h 5091510"/>
              <a:gd name="connsiteX12" fmla="*/ 2798280 w 2826929"/>
              <a:gd name="connsiteY12" fmla="*/ 1132416 h 5091510"/>
              <a:gd name="connsiteX13" fmla="*/ 2780324 w 2826929"/>
              <a:gd name="connsiteY13" fmla="*/ 557808 h 5091510"/>
              <a:gd name="connsiteX14" fmla="*/ 2593653 w 2826929"/>
              <a:gd name="connsiteY14" fmla="*/ 326532 h 5091510"/>
              <a:gd name="connsiteX15" fmla="*/ 2403605 w 2826929"/>
              <a:gd name="connsiteY15" fmla="*/ 0 h 5091510"/>
              <a:gd name="connsiteX0" fmla="*/ 0 w 2565919"/>
              <a:gd name="connsiteY0" fmla="*/ 4430710 h 4430710"/>
              <a:gd name="connsiteX1" fmla="*/ 227743 w 2565919"/>
              <a:gd name="connsiteY1" fmla="*/ 4143246 h 4430710"/>
              <a:gd name="connsiteX2" fmla="*/ 391097 w 2565919"/>
              <a:gd name="connsiteY2" fmla="*/ 3979797 h 4430710"/>
              <a:gd name="connsiteX3" fmla="*/ 707517 w 2565919"/>
              <a:gd name="connsiteY3" fmla="*/ 3646612 h 4430710"/>
              <a:gd name="connsiteX4" fmla="*/ 914612 w 2565919"/>
              <a:gd name="connsiteY4" fmla="*/ 3471224 h 4430710"/>
              <a:gd name="connsiteX5" fmla="*/ 1069658 w 2565919"/>
              <a:gd name="connsiteY5" fmla="*/ 3235894 h 4430710"/>
              <a:gd name="connsiteX6" fmla="*/ 1195673 w 2565919"/>
              <a:gd name="connsiteY6" fmla="*/ 3073779 h 4430710"/>
              <a:gd name="connsiteX7" fmla="*/ 1382554 w 2565919"/>
              <a:gd name="connsiteY7" fmla="*/ 2759359 h 4430710"/>
              <a:gd name="connsiteX8" fmla="*/ 1464984 w 2565919"/>
              <a:gd name="connsiteY8" fmla="*/ 2445454 h 4430710"/>
              <a:gd name="connsiteX9" fmla="*/ 1663766 w 2565919"/>
              <a:gd name="connsiteY9" fmla="*/ 2000528 h 4430710"/>
              <a:gd name="connsiteX10" fmla="*/ 2159556 w 2565919"/>
              <a:gd name="connsiteY10" fmla="*/ 1664402 h 4430710"/>
              <a:gd name="connsiteX11" fmla="*/ 2537270 w 2565919"/>
              <a:gd name="connsiteY11" fmla="*/ 1132416 h 4430710"/>
              <a:gd name="connsiteX12" fmla="*/ 2519314 w 2565919"/>
              <a:gd name="connsiteY12" fmla="*/ 557808 h 4430710"/>
              <a:gd name="connsiteX13" fmla="*/ 2332643 w 2565919"/>
              <a:gd name="connsiteY13" fmla="*/ 326532 h 4430710"/>
              <a:gd name="connsiteX14" fmla="*/ 2142595 w 2565919"/>
              <a:gd name="connsiteY14" fmla="*/ 0 h 4430710"/>
              <a:gd name="connsiteX0" fmla="*/ 0 w 2338176"/>
              <a:gd name="connsiteY0" fmla="*/ 4143246 h 4143246"/>
              <a:gd name="connsiteX1" fmla="*/ 163354 w 2338176"/>
              <a:gd name="connsiteY1" fmla="*/ 3979797 h 4143246"/>
              <a:gd name="connsiteX2" fmla="*/ 479774 w 2338176"/>
              <a:gd name="connsiteY2" fmla="*/ 3646612 h 4143246"/>
              <a:gd name="connsiteX3" fmla="*/ 686869 w 2338176"/>
              <a:gd name="connsiteY3" fmla="*/ 3471224 h 4143246"/>
              <a:gd name="connsiteX4" fmla="*/ 841915 w 2338176"/>
              <a:gd name="connsiteY4" fmla="*/ 3235894 h 4143246"/>
              <a:gd name="connsiteX5" fmla="*/ 967930 w 2338176"/>
              <a:gd name="connsiteY5" fmla="*/ 3073779 h 4143246"/>
              <a:gd name="connsiteX6" fmla="*/ 1154811 w 2338176"/>
              <a:gd name="connsiteY6" fmla="*/ 2759359 h 4143246"/>
              <a:gd name="connsiteX7" fmla="*/ 1237241 w 2338176"/>
              <a:gd name="connsiteY7" fmla="*/ 2445454 h 4143246"/>
              <a:gd name="connsiteX8" fmla="*/ 1436023 w 2338176"/>
              <a:gd name="connsiteY8" fmla="*/ 2000528 h 4143246"/>
              <a:gd name="connsiteX9" fmla="*/ 1931813 w 2338176"/>
              <a:gd name="connsiteY9" fmla="*/ 1664402 h 4143246"/>
              <a:gd name="connsiteX10" fmla="*/ 2309527 w 2338176"/>
              <a:gd name="connsiteY10" fmla="*/ 1132416 h 4143246"/>
              <a:gd name="connsiteX11" fmla="*/ 2291571 w 2338176"/>
              <a:gd name="connsiteY11" fmla="*/ 557808 h 4143246"/>
              <a:gd name="connsiteX12" fmla="*/ 2104900 w 2338176"/>
              <a:gd name="connsiteY12" fmla="*/ 326532 h 4143246"/>
              <a:gd name="connsiteX13" fmla="*/ 1914852 w 2338176"/>
              <a:gd name="connsiteY13" fmla="*/ 0 h 4143246"/>
              <a:gd name="connsiteX0" fmla="*/ 0 w 2440454"/>
              <a:gd name="connsiteY0" fmla="*/ 4204803 h 4204803"/>
              <a:gd name="connsiteX1" fmla="*/ 265632 w 2440454"/>
              <a:gd name="connsiteY1" fmla="*/ 3979797 h 4204803"/>
              <a:gd name="connsiteX2" fmla="*/ 582052 w 2440454"/>
              <a:gd name="connsiteY2" fmla="*/ 3646612 h 4204803"/>
              <a:gd name="connsiteX3" fmla="*/ 789147 w 2440454"/>
              <a:gd name="connsiteY3" fmla="*/ 3471224 h 4204803"/>
              <a:gd name="connsiteX4" fmla="*/ 944193 w 2440454"/>
              <a:gd name="connsiteY4" fmla="*/ 3235894 h 4204803"/>
              <a:gd name="connsiteX5" fmla="*/ 1070208 w 2440454"/>
              <a:gd name="connsiteY5" fmla="*/ 3073779 h 4204803"/>
              <a:gd name="connsiteX6" fmla="*/ 1257089 w 2440454"/>
              <a:gd name="connsiteY6" fmla="*/ 2759359 h 4204803"/>
              <a:gd name="connsiteX7" fmla="*/ 1339519 w 2440454"/>
              <a:gd name="connsiteY7" fmla="*/ 2445454 h 4204803"/>
              <a:gd name="connsiteX8" fmla="*/ 1538301 w 2440454"/>
              <a:gd name="connsiteY8" fmla="*/ 2000528 h 4204803"/>
              <a:gd name="connsiteX9" fmla="*/ 2034091 w 2440454"/>
              <a:gd name="connsiteY9" fmla="*/ 1664402 h 4204803"/>
              <a:gd name="connsiteX10" fmla="*/ 2411805 w 2440454"/>
              <a:gd name="connsiteY10" fmla="*/ 1132416 h 4204803"/>
              <a:gd name="connsiteX11" fmla="*/ 2393849 w 2440454"/>
              <a:gd name="connsiteY11" fmla="*/ 557808 h 4204803"/>
              <a:gd name="connsiteX12" fmla="*/ 2207178 w 2440454"/>
              <a:gd name="connsiteY12" fmla="*/ 326532 h 4204803"/>
              <a:gd name="connsiteX13" fmla="*/ 2017130 w 2440454"/>
              <a:gd name="connsiteY13" fmla="*/ 0 h 4204803"/>
              <a:gd name="connsiteX0" fmla="*/ 0 w 2440454"/>
              <a:gd name="connsiteY0" fmla="*/ 4204803 h 4204803"/>
              <a:gd name="connsiteX1" fmla="*/ 265632 w 2440454"/>
              <a:gd name="connsiteY1" fmla="*/ 3979797 h 4204803"/>
              <a:gd name="connsiteX2" fmla="*/ 582052 w 2440454"/>
              <a:gd name="connsiteY2" fmla="*/ 3646612 h 4204803"/>
              <a:gd name="connsiteX3" fmla="*/ 789147 w 2440454"/>
              <a:gd name="connsiteY3" fmla="*/ 3471224 h 4204803"/>
              <a:gd name="connsiteX4" fmla="*/ 944193 w 2440454"/>
              <a:gd name="connsiteY4" fmla="*/ 3235894 h 4204803"/>
              <a:gd name="connsiteX5" fmla="*/ 1070208 w 2440454"/>
              <a:gd name="connsiteY5" fmla="*/ 3073779 h 4204803"/>
              <a:gd name="connsiteX6" fmla="*/ 1257089 w 2440454"/>
              <a:gd name="connsiteY6" fmla="*/ 2759359 h 4204803"/>
              <a:gd name="connsiteX7" fmla="*/ 1339519 w 2440454"/>
              <a:gd name="connsiteY7" fmla="*/ 2445454 h 4204803"/>
              <a:gd name="connsiteX8" fmla="*/ 1538301 w 2440454"/>
              <a:gd name="connsiteY8" fmla="*/ 2000528 h 4204803"/>
              <a:gd name="connsiteX9" fmla="*/ 2034091 w 2440454"/>
              <a:gd name="connsiteY9" fmla="*/ 1664402 h 4204803"/>
              <a:gd name="connsiteX10" fmla="*/ 2411805 w 2440454"/>
              <a:gd name="connsiteY10" fmla="*/ 1132416 h 4204803"/>
              <a:gd name="connsiteX11" fmla="*/ 2393849 w 2440454"/>
              <a:gd name="connsiteY11" fmla="*/ 557808 h 4204803"/>
              <a:gd name="connsiteX12" fmla="*/ 2207178 w 2440454"/>
              <a:gd name="connsiteY12" fmla="*/ 326532 h 4204803"/>
              <a:gd name="connsiteX13" fmla="*/ 2017130 w 2440454"/>
              <a:gd name="connsiteY13" fmla="*/ 0 h 4204803"/>
              <a:gd name="connsiteX0" fmla="*/ 0 w 2174822"/>
              <a:gd name="connsiteY0" fmla="*/ 3979797 h 3979797"/>
              <a:gd name="connsiteX1" fmla="*/ 316420 w 2174822"/>
              <a:gd name="connsiteY1" fmla="*/ 3646612 h 3979797"/>
              <a:gd name="connsiteX2" fmla="*/ 523515 w 2174822"/>
              <a:gd name="connsiteY2" fmla="*/ 3471224 h 3979797"/>
              <a:gd name="connsiteX3" fmla="*/ 678561 w 2174822"/>
              <a:gd name="connsiteY3" fmla="*/ 3235894 h 3979797"/>
              <a:gd name="connsiteX4" fmla="*/ 804576 w 2174822"/>
              <a:gd name="connsiteY4" fmla="*/ 3073779 h 3979797"/>
              <a:gd name="connsiteX5" fmla="*/ 991457 w 2174822"/>
              <a:gd name="connsiteY5" fmla="*/ 2759359 h 3979797"/>
              <a:gd name="connsiteX6" fmla="*/ 1073887 w 2174822"/>
              <a:gd name="connsiteY6" fmla="*/ 2445454 h 3979797"/>
              <a:gd name="connsiteX7" fmla="*/ 1272669 w 2174822"/>
              <a:gd name="connsiteY7" fmla="*/ 2000528 h 3979797"/>
              <a:gd name="connsiteX8" fmla="*/ 1768459 w 2174822"/>
              <a:gd name="connsiteY8" fmla="*/ 1664402 h 3979797"/>
              <a:gd name="connsiteX9" fmla="*/ 2146173 w 2174822"/>
              <a:gd name="connsiteY9" fmla="*/ 1132416 h 3979797"/>
              <a:gd name="connsiteX10" fmla="*/ 2128217 w 2174822"/>
              <a:gd name="connsiteY10" fmla="*/ 557808 h 3979797"/>
              <a:gd name="connsiteX11" fmla="*/ 1941546 w 2174822"/>
              <a:gd name="connsiteY11" fmla="*/ 326532 h 3979797"/>
              <a:gd name="connsiteX12" fmla="*/ 1751498 w 2174822"/>
              <a:gd name="connsiteY12" fmla="*/ 0 h 3979797"/>
              <a:gd name="connsiteX0" fmla="*/ 0 w 1858402"/>
              <a:gd name="connsiteY0" fmla="*/ 3646612 h 3646612"/>
              <a:gd name="connsiteX1" fmla="*/ 207095 w 1858402"/>
              <a:gd name="connsiteY1" fmla="*/ 3471224 h 3646612"/>
              <a:gd name="connsiteX2" fmla="*/ 362141 w 1858402"/>
              <a:gd name="connsiteY2" fmla="*/ 3235894 h 3646612"/>
              <a:gd name="connsiteX3" fmla="*/ 488156 w 1858402"/>
              <a:gd name="connsiteY3" fmla="*/ 3073779 h 3646612"/>
              <a:gd name="connsiteX4" fmla="*/ 675037 w 1858402"/>
              <a:gd name="connsiteY4" fmla="*/ 2759359 h 3646612"/>
              <a:gd name="connsiteX5" fmla="*/ 757467 w 1858402"/>
              <a:gd name="connsiteY5" fmla="*/ 2445454 h 3646612"/>
              <a:gd name="connsiteX6" fmla="*/ 956249 w 1858402"/>
              <a:gd name="connsiteY6" fmla="*/ 2000528 h 3646612"/>
              <a:gd name="connsiteX7" fmla="*/ 1452039 w 1858402"/>
              <a:gd name="connsiteY7" fmla="*/ 1664402 h 3646612"/>
              <a:gd name="connsiteX8" fmla="*/ 1829753 w 1858402"/>
              <a:gd name="connsiteY8" fmla="*/ 1132416 h 3646612"/>
              <a:gd name="connsiteX9" fmla="*/ 1811797 w 1858402"/>
              <a:gd name="connsiteY9" fmla="*/ 557808 h 3646612"/>
              <a:gd name="connsiteX10" fmla="*/ 1625126 w 1858402"/>
              <a:gd name="connsiteY10" fmla="*/ 326532 h 3646612"/>
              <a:gd name="connsiteX11" fmla="*/ 1435078 w 1858402"/>
              <a:gd name="connsiteY11" fmla="*/ 0 h 3646612"/>
              <a:gd name="connsiteX0" fmla="*/ 0 w 2088385"/>
              <a:gd name="connsiteY0" fmla="*/ 3829388 h 3829388"/>
              <a:gd name="connsiteX1" fmla="*/ 437078 w 2088385"/>
              <a:gd name="connsiteY1" fmla="*/ 3471224 h 3829388"/>
              <a:gd name="connsiteX2" fmla="*/ 592124 w 2088385"/>
              <a:gd name="connsiteY2" fmla="*/ 3235894 h 3829388"/>
              <a:gd name="connsiteX3" fmla="*/ 718139 w 2088385"/>
              <a:gd name="connsiteY3" fmla="*/ 3073779 h 3829388"/>
              <a:gd name="connsiteX4" fmla="*/ 905020 w 2088385"/>
              <a:gd name="connsiteY4" fmla="*/ 2759359 h 3829388"/>
              <a:gd name="connsiteX5" fmla="*/ 987450 w 2088385"/>
              <a:gd name="connsiteY5" fmla="*/ 2445454 h 3829388"/>
              <a:gd name="connsiteX6" fmla="*/ 1186232 w 2088385"/>
              <a:gd name="connsiteY6" fmla="*/ 2000528 h 3829388"/>
              <a:gd name="connsiteX7" fmla="*/ 1682022 w 2088385"/>
              <a:gd name="connsiteY7" fmla="*/ 1664402 h 3829388"/>
              <a:gd name="connsiteX8" fmla="*/ 2059736 w 2088385"/>
              <a:gd name="connsiteY8" fmla="*/ 1132416 h 3829388"/>
              <a:gd name="connsiteX9" fmla="*/ 2041780 w 2088385"/>
              <a:gd name="connsiteY9" fmla="*/ 557808 h 3829388"/>
              <a:gd name="connsiteX10" fmla="*/ 1855109 w 2088385"/>
              <a:gd name="connsiteY10" fmla="*/ 326532 h 3829388"/>
              <a:gd name="connsiteX11" fmla="*/ 1665061 w 2088385"/>
              <a:gd name="connsiteY11" fmla="*/ 0 h 3829388"/>
              <a:gd name="connsiteX0" fmla="*/ 0 w 2088385"/>
              <a:gd name="connsiteY0" fmla="*/ 3829388 h 3829388"/>
              <a:gd name="connsiteX1" fmla="*/ 485925 w 2088385"/>
              <a:gd name="connsiteY1" fmla="*/ 3471224 h 3829388"/>
              <a:gd name="connsiteX2" fmla="*/ 592124 w 2088385"/>
              <a:gd name="connsiteY2" fmla="*/ 3235894 h 3829388"/>
              <a:gd name="connsiteX3" fmla="*/ 718139 w 2088385"/>
              <a:gd name="connsiteY3" fmla="*/ 3073779 h 3829388"/>
              <a:gd name="connsiteX4" fmla="*/ 905020 w 2088385"/>
              <a:gd name="connsiteY4" fmla="*/ 2759359 h 3829388"/>
              <a:gd name="connsiteX5" fmla="*/ 987450 w 2088385"/>
              <a:gd name="connsiteY5" fmla="*/ 2445454 h 3829388"/>
              <a:gd name="connsiteX6" fmla="*/ 1186232 w 2088385"/>
              <a:gd name="connsiteY6" fmla="*/ 2000528 h 3829388"/>
              <a:gd name="connsiteX7" fmla="*/ 1682022 w 2088385"/>
              <a:gd name="connsiteY7" fmla="*/ 1664402 h 3829388"/>
              <a:gd name="connsiteX8" fmla="*/ 2059736 w 2088385"/>
              <a:gd name="connsiteY8" fmla="*/ 1132416 h 3829388"/>
              <a:gd name="connsiteX9" fmla="*/ 2041780 w 2088385"/>
              <a:gd name="connsiteY9" fmla="*/ 557808 h 3829388"/>
              <a:gd name="connsiteX10" fmla="*/ 1855109 w 2088385"/>
              <a:gd name="connsiteY10" fmla="*/ 326532 h 3829388"/>
              <a:gd name="connsiteX11" fmla="*/ 1665061 w 2088385"/>
              <a:gd name="connsiteY11" fmla="*/ 0 h 3829388"/>
              <a:gd name="connsiteX0" fmla="*/ 0 w 2088385"/>
              <a:gd name="connsiteY0" fmla="*/ 3829388 h 3829388"/>
              <a:gd name="connsiteX1" fmla="*/ 485925 w 2088385"/>
              <a:gd name="connsiteY1" fmla="*/ 3471224 h 3829388"/>
              <a:gd name="connsiteX2" fmla="*/ 655218 w 2088385"/>
              <a:gd name="connsiteY2" fmla="*/ 3235894 h 3829388"/>
              <a:gd name="connsiteX3" fmla="*/ 718139 w 2088385"/>
              <a:gd name="connsiteY3" fmla="*/ 3073779 h 3829388"/>
              <a:gd name="connsiteX4" fmla="*/ 905020 w 2088385"/>
              <a:gd name="connsiteY4" fmla="*/ 2759359 h 3829388"/>
              <a:gd name="connsiteX5" fmla="*/ 987450 w 2088385"/>
              <a:gd name="connsiteY5" fmla="*/ 2445454 h 3829388"/>
              <a:gd name="connsiteX6" fmla="*/ 1186232 w 2088385"/>
              <a:gd name="connsiteY6" fmla="*/ 2000528 h 3829388"/>
              <a:gd name="connsiteX7" fmla="*/ 1682022 w 2088385"/>
              <a:gd name="connsiteY7" fmla="*/ 1664402 h 3829388"/>
              <a:gd name="connsiteX8" fmla="*/ 2059736 w 2088385"/>
              <a:gd name="connsiteY8" fmla="*/ 1132416 h 3829388"/>
              <a:gd name="connsiteX9" fmla="*/ 2041780 w 2088385"/>
              <a:gd name="connsiteY9" fmla="*/ 557808 h 3829388"/>
              <a:gd name="connsiteX10" fmla="*/ 1855109 w 2088385"/>
              <a:gd name="connsiteY10" fmla="*/ 326532 h 3829388"/>
              <a:gd name="connsiteX11" fmla="*/ 1665061 w 2088385"/>
              <a:gd name="connsiteY11" fmla="*/ 0 h 3829388"/>
              <a:gd name="connsiteX0" fmla="*/ 0 w 2088385"/>
              <a:gd name="connsiteY0" fmla="*/ 3829388 h 3829388"/>
              <a:gd name="connsiteX1" fmla="*/ 485925 w 2088385"/>
              <a:gd name="connsiteY1" fmla="*/ 3471224 h 3829388"/>
              <a:gd name="connsiteX2" fmla="*/ 655218 w 2088385"/>
              <a:gd name="connsiteY2" fmla="*/ 3235894 h 3829388"/>
              <a:gd name="connsiteX3" fmla="*/ 748668 w 2088385"/>
              <a:gd name="connsiteY3" fmla="*/ 3071748 h 3829388"/>
              <a:gd name="connsiteX4" fmla="*/ 905020 w 2088385"/>
              <a:gd name="connsiteY4" fmla="*/ 2759359 h 3829388"/>
              <a:gd name="connsiteX5" fmla="*/ 987450 w 2088385"/>
              <a:gd name="connsiteY5" fmla="*/ 2445454 h 3829388"/>
              <a:gd name="connsiteX6" fmla="*/ 1186232 w 2088385"/>
              <a:gd name="connsiteY6" fmla="*/ 2000528 h 3829388"/>
              <a:gd name="connsiteX7" fmla="*/ 1682022 w 2088385"/>
              <a:gd name="connsiteY7" fmla="*/ 1664402 h 3829388"/>
              <a:gd name="connsiteX8" fmla="*/ 2059736 w 2088385"/>
              <a:gd name="connsiteY8" fmla="*/ 1132416 h 3829388"/>
              <a:gd name="connsiteX9" fmla="*/ 2041780 w 2088385"/>
              <a:gd name="connsiteY9" fmla="*/ 557808 h 3829388"/>
              <a:gd name="connsiteX10" fmla="*/ 1855109 w 2088385"/>
              <a:gd name="connsiteY10" fmla="*/ 326532 h 3829388"/>
              <a:gd name="connsiteX11" fmla="*/ 1665061 w 2088385"/>
              <a:gd name="connsiteY11" fmla="*/ 0 h 382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8385" h="3829388">
                <a:moveTo>
                  <a:pt x="0" y="3829388"/>
                </a:moveTo>
                <a:cubicBezTo>
                  <a:pt x="87253" y="3744626"/>
                  <a:pt x="376722" y="3570140"/>
                  <a:pt x="485925" y="3471224"/>
                </a:cubicBezTo>
                <a:cubicBezTo>
                  <a:pt x="595128" y="3372308"/>
                  <a:pt x="611428" y="3302473"/>
                  <a:pt x="655218" y="3235894"/>
                </a:cubicBezTo>
                <a:cubicBezTo>
                  <a:pt x="699009" y="3169315"/>
                  <a:pt x="707034" y="3151171"/>
                  <a:pt x="748668" y="3071748"/>
                </a:cubicBezTo>
                <a:cubicBezTo>
                  <a:pt x="790302" y="2992325"/>
                  <a:pt x="865223" y="2863741"/>
                  <a:pt x="905020" y="2759359"/>
                </a:cubicBezTo>
                <a:cubicBezTo>
                  <a:pt x="944817" y="2654977"/>
                  <a:pt x="940581" y="2571926"/>
                  <a:pt x="987450" y="2445454"/>
                </a:cubicBezTo>
                <a:cubicBezTo>
                  <a:pt x="1034319" y="2318982"/>
                  <a:pt x="1070470" y="2130703"/>
                  <a:pt x="1186232" y="2000528"/>
                </a:cubicBezTo>
                <a:cubicBezTo>
                  <a:pt x="1301994" y="1870353"/>
                  <a:pt x="1536438" y="1809087"/>
                  <a:pt x="1682022" y="1664402"/>
                </a:cubicBezTo>
                <a:cubicBezTo>
                  <a:pt x="1827606" y="1519717"/>
                  <a:pt x="1999776" y="1316848"/>
                  <a:pt x="2059736" y="1132416"/>
                </a:cubicBezTo>
                <a:cubicBezTo>
                  <a:pt x="2119696" y="947984"/>
                  <a:pt x="2071536" y="694034"/>
                  <a:pt x="2041780" y="557808"/>
                </a:cubicBezTo>
                <a:cubicBezTo>
                  <a:pt x="2012024" y="421582"/>
                  <a:pt x="1917895" y="419500"/>
                  <a:pt x="1855109" y="326532"/>
                </a:cubicBezTo>
                <a:cubicBezTo>
                  <a:pt x="1792323" y="233564"/>
                  <a:pt x="1701084" y="52510"/>
                  <a:pt x="1665061"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55" name="Freeform: Shape 54">
            <a:extLst>
              <a:ext uri="{FF2B5EF4-FFF2-40B4-BE49-F238E27FC236}">
                <a16:creationId xmlns:a16="http://schemas.microsoft.com/office/drawing/2014/main" id="{9E70EF94-5CCE-A013-0CE2-4DA73B0CFFE4}"/>
              </a:ext>
            </a:extLst>
          </p:cNvPr>
          <p:cNvSpPr/>
          <p:nvPr/>
        </p:nvSpPr>
        <p:spPr>
          <a:xfrm rot="2667228" flipV="1">
            <a:off x="10207912" y="-166172"/>
            <a:ext cx="1796716" cy="1267220"/>
          </a:xfrm>
          <a:custGeom>
            <a:avLst/>
            <a:gdLst>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866242 w 1954262"/>
              <a:gd name="connsiteY6" fmla="*/ 1018341 h 1311701"/>
              <a:gd name="connsiteX7" fmla="*/ 1009763 w 1954262"/>
              <a:gd name="connsiteY7" fmla="*/ 1311529 h 1311701"/>
              <a:gd name="connsiteX8" fmla="*/ 1398289 w 1954262"/>
              <a:gd name="connsiteY8" fmla="*/ 979020 h 1311701"/>
              <a:gd name="connsiteX9" fmla="*/ 1711848 w 1954262"/>
              <a:gd name="connsiteY9" fmla="*/ 792259 h 1311701"/>
              <a:gd name="connsiteX10" fmla="*/ 1932413 w 1954262"/>
              <a:gd name="connsiteY10" fmla="*/ 480044 h 1311701"/>
              <a:gd name="connsiteX11" fmla="*/ 1901490 w 1954262"/>
              <a:gd name="connsiteY11" fmla="*/ 114372 h 1311701"/>
              <a:gd name="connsiteX12" fmla="*/ 1536984 w 1954262"/>
              <a:gd name="connsiteY12" fmla="*/ 800 h 1311701"/>
              <a:gd name="connsiteX13" fmla="*/ 1273260 w 1954262"/>
              <a:gd name="connsiteY13" fmla="*/ 157201 h 1311701"/>
              <a:gd name="connsiteX14" fmla="*/ 1048409 w 1954262"/>
              <a:gd name="connsiteY14" fmla="*/ 324413 h 1311701"/>
              <a:gd name="connsiteX15" fmla="*/ 887866 w 1954262"/>
              <a:gd name="connsiteY15" fmla="*/ 559442 h 1311701"/>
              <a:gd name="connsiteX16" fmla="*/ 859931 w 1954262"/>
              <a:gd name="connsiteY16" fmla="*/ 718191 h 1311701"/>
              <a:gd name="connsiteX17" fmla="*/ 857700 w 1954262"/>
              <a:gd name="connsiteY17" fmla="*/ 744063 h 1311701"/>
              <a:gd name="connsiteX18" fmla="*/ 823908 w 1954262"/>
              <a:gd name="connsiteY18" fmla="*/ 694679 h 1311701"/>
              <a:gd name="connsiteX19" fmla="*/ 503872 w 1954262"/>
              <a:gd name="connsiteY19" fmla="*/ 381747 h 1311701"/>
              <a:gd name="connsiteX20" fmla="*/ 41531 w 1954262"/>
              <a:gd name="connsiteY20"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57700 w 1954262"/>
              <a:gd name="connsiteY16" fmla="*/ 744063 h 1311701"/>
              <a:gd name="connsiteX17" fmla="*/ 823908 w 1954262"/>
              <a:gd name="connsiteY17" fmla="*/ 694679 h 1311701"/>
              <a:gd name="connsiteX18" fmla="*/ 503872 w 1954262"/>
              <a:gd name="connsiteY18" fmla="*/ 381747 h 1311701"/>
              <a:gd name="connsiteX19" fmla="*/ 41531 w 1954262"/>
              <a:gd name="connsiteY19"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23908 w 1954262"/>
              <a:gd name="connsiteY16" fmla="*/ 694679 h 1311701"/>
              <a:gd name="connsiteX17" fmla="*/ 503872 w 1954262"/>
              <a:gd name="connsiteY17" fmla="*/ 381747 h 1311701"/>
              <a:gd name="connsiteX18" fmla="*/ 41531 w 1954262"/>
              <a:gd name="connsiteY18"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23908 w 1954262"/>
              <a:gd name="connsiteY15" fmla="*/ 694679 h 1311701"/>
              <a:gd name="connsiteX16" fmla="*/ 503872 w 1954262"/>
              <a:gd name="connsiteY16" fmla="*/ 381747 h 1311701"/>
              <a:gd name="connsiteX17" fmla="*/ 41531 w 1954262"/>
              <a:gd name="connsiteY17"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503872 w 1954262"/>
              <a:gd name="connsiteY15" fmla="*/ 381747 h 1311701"/>
              <a:gd name="connsiteX16" fmla="*/ 41531 w 1954262"/>
              <a:gd name="connsiteY16"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1009763 w 1954262"/>
              <a:gd name="connsiteY5" fmla="*/ 1311529 h 1311701"/>
              <a:gd name="connsiteX6" fmla="*/ 1398289 w 1954262"/>
              <a:gd name="connsiteY6" fmla="*/ 979020 h 1311701"/>
              <a:gd name="connsiteX7" fmla="*/ 1711848 w 1954262"/>
              <a:gd name="connsiteY7" fmla="*/ 792259 h 1311701"/>
              <a:gd name="connsiteX8" fmla="*/ 1932413 w 1954262"/>
              <a:gd name="connsiteY8" fmla="*/ 480044 h 1311701"/>
              <a:gd name="connsiteX9" fmla="*/ 1901490 w 1954262"/>
              <a:gd name="connsiteY9" fmla="*/ 114372 h 1311701"/>
              <a:gd name="connsiteX10" fmla="*/ 1536984 w 1954262"/>
              <a:gd name="connsiteY10" fmla="*/ 800 h 1311701"/>
              <a:gd name="connsiteX11" fmla="*/ 1273260 w 1954262"/>
              <a:gd name="connsiteY11" fmla="*/ 157201 h 1311701"/>
              <a:gd name="connsiteX12" fmla="*/ 1048409 w 1954262"/>
              <a:gd name="connsiteY12" fmla="*/ 324413 h 1311701"/>
              <a:gd name="connsiteX13" fmla="*/ 887866 w 1954262"/>
              <a:gd name="connsiteY13" fmla="*/ 559442 h 1311701"/>
              <a:gd name="connsiteX14" fmla="*/ 503872 w 1954262"/>
              <a:gd name="connsiteY14" fmla="*/ 381747 h 1311701"/>
              <a:gd name="connsiteX15" fmla="*/ 41531 w 1954262"/>
              <a:gd name="connsiteY15" fmla="*/ 263126 h 1311701"/>
              <a:gd name="connsiteX0" fmla="*/ 41531 w 1954262"/>
              <a:gd name="connsiteY0" fmla="*/ 263126 h 1312744"/>
              <a:gd name="connsiteX1" fmla="*/ 12391 w 1954262"/>
              <a:gd name="connsiteY1" fmla="*/ 316765 h 1312744"/>
              <a:gd name="connsiteX2" fmla="*/ 315677 w 1954262"/>
              <a:gd name="connsiteY2" fmla="*/ 773987 h 1312744"/>
              <a:gd name="connsiteX3" fmla="*/ 596918 w 1954262"/>
              <a:gd name="connsiteY3" fmla="*/ 1079219 h 1312744"/>
              <a:gd name="connsiteX4" fmla="*/ 1009763 w 1954262"/>
              <a:gd name="connsiteY4" fmla="*/ 1311529 h 1312744"/>
              <a:gd name="connsiteX5" fmla="*/ 1398289 w 1954262"/>
              <a:gd name="connsiteY5" fmla="*/ 979020 h 1312744"/>
              <a:gd name="connsiteX6" fmla="*/ 1711848 w 1954262"/>
              <a:gd name="connsiteY6" fmla="*/ 792259 h 1312744"/>
              <a:gd name="connsiteX7" fmla="*/ 1932413 w 1954262"/>
              <a:gd name="connsiteY7" fmla="*/ 480044 h 1312744"/>
              <a:gd name="connsiteX8" fmla="*/ 1901490 w 1954262"/>
              <a:gd name="connsiteY8" fmla="*/ 114372 h 1312744"/>
              <a:gd name="connsiteX9" fmla="*/ 1536984 w 1954262"/>
              <a:gd name="connsiteY9" fmla="*/ 800 h 1312744"/>
              <a:gd name="connsiteX10" fmla="*/ 1273260 w 1954262"/>
              <a:gd name="connsiteY10" fmla="*/ 157201 h 1312744"/>
              <a:gd name="connsiteX11" fmla="*/ 1048409 w 1954262"/>
              <a:gd name="connsiteY11" fmla="*/ 324413 h 1312744"/>
              <a:gd name="connsiteX12" fmla="*/ 887866 w 1954262"/>
              <a:gd name="connsiteY12" fmla="*/ 559442 h 1312744"/>
              <a:gd name="connsiteX13" fmla="*/ 503872 w 1954262"/>
              <a:gd name="connsiteY13" fmla="*/ 381747 h 1312744"/>
              <a:gd name="connsiteX14" fmla="*/ 41531 w 1954262"/>
              <a:gd name="connsiteY14" fmla="*/ 263126 h 1312744"/>
              <a:gd name="connsiteX0" fmla="*/ 41794 w 1954525"/>
              <a:gd name="connsiteY0" fmla="*/ 263126 h 1311685"/>
              <a:gd name="connsiteX1" fmla="*/ 12654 w 1954525"/>
              <a:gd name="connsiteY1" fmla="*/ 316765 h 1311685"/>
              <a:gd name="connsiteX2" fmla="*/ 315940 w 1954525"/>
              <a:gd name="connsiteY2" fmla="*/ 773987 h 1311685"/>
              <a:gd name="connsiteX3" fmla="*/ 641331 w 1954525"/>
              <a:gd name="connsiteY3" fmla="*/ 1019169 h 1311685"/>
              <a:gd name="connsiteX4" fmla="*/ 1010026 w 1954525"/>
              <a:gd name="connsiteY4" fmla="*/ 1311529 h 1311685"/>
              <a:gd name="connsiteX5" fmla="*/ 1398552 w 1954525"/>
              <a:gd name="connsiteY5" fmla="*/ 979020 h 1311685"/>
              <a:gd name="connsiteX6" fmla="*/ 1712111 w 1954525"/>
              <a:gd name="connsiteY6" fmla="*/ 792259 h 1311685"/>
              <a:gd name="connsiteX7" fmla="*/ 1932676 w 1954525"/>
              <a:gd name="connsiteY7" fmla="*/ 480044 h 1311685"/>
              <a:gd name="connsiteX8" fmla="*/ 1901753 w 1954525"/>
              <a:gd name="connsiteY8" fmla="*/ 114372 h 1311685"/>
              <a:gd name="connsiteX9" fmla="*/ 1537247 w 1954525"/>
              <a:gd name="connsiteY9" fmla="*/ 800 h 1311685"/>
              <a:gd name="connsiteX10" fmla="*/ 1273523 w 1954525"/>
              <a:gd name="connsiteY10" fmla="*/ 157201 h 1311685"/>
              <a:gd name="connsiteX11" fmla="*/ 1048672 w 1954525"/>
              <a:gd name="connsiteY11" fmla="*/ 324413 h 1311685"/>
              <a:gd name="connsiteX12" fmla="*/ 888129 w 1954525"/>
              <a:gd name="connsiteY12" fmla="*/ 559442 h 1311685"/>
              <a:gd name="connsiteX13" fmla="*/ 504135 w 1954525"/>
              <a:gd name="connsiteY13" fmla="*/ 381747 h 1311685"/>
              <a:gd name="connsiteX14" fmla="*/ 41794 w 1954525"/>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969467 w 2035863"/>
              <a:gd name="connsiteY12" fmla="*/ 559442 h 1311685"/>
              <a:gd name="connsiteX13" fmla="*/ 585473 w 2035863"/>
              <a:gd name="connsiteY13" fmla="*/ 381747 h 1311685"/>
              <a:gd name="connsiteX14" fmla="*/ 123132 w 2035863"/>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585473 w 2035863"/>
              <a:gd name="connsiteY12" fmla="*/ 381747 h 1311685"/>
              <a:gd name="connsiteX13" fmla="*/ 123132 w 2035863"/>
              <a:gd name="connsiteY13" fmla="*/ 263126 h 1311685"/>
              <a:gd name="connsiteX0" fmla="*/ 123132 w 2035863"/>
              <a:gd name="connsiteY0" fmla="*/ 263126 h 1649893"/>
              <a:gd name="connsiteX1" fmla="*/ 10447 w 2035863"/>
              <a:gd name="connsiteY1" fmla="*/ 349240 h 1649893"/>
              <a:gd name="connsiteX2" fmla="*/ 397278 w 2035863"/>
              <a:gd name="connsiteY2" fmla="*/ 773987 h 1649893"/>
              <a:gd name="connsiteX3" fmla="*/ 722669 w 2035863"/>
              <a:gd name="connsiteY3" fmla="*/ 1019169 h 1649893"/>
              <a:gd name="connsiteX4" fmla="*/ 1091364 w 2035863"/>
              <a:gd name="connsiteY4" fmla="*/ 1311529 h 1649893"/>
              <a:gd name="connsiteX5" fmla="*/ 1614979 w 2035863"/>
              <a:gd name="connsiteY5" fmla="*/ 1634709 h 1649893"/>
              <a:gd name="connsiteX6" fmla="*/ 1793449 w 2035863"/>
              <a:gd name="connsiteY6" fmla="*/ 792259 h 1649893"/>
              <a:gd name="connsiteX7" fmla="*/ 2014014 w 2035863"/>
              <a:gd name="connsiteY7" fmla="*/ 480044 h 1649893"/>
              <a:gd name="connsiteX8" fmla="*/ 1983091 w 2035863"/>
              <a:gd name="connsiteY8" fmla="*/ 114372 h 1649893"/>
              <a:gd name="connsiteX9" fmla="*/ 1618585 w 2035863"/>
              <a:gd name="connsiteY9" fmla="*/ 800 h 1649893"/>
              <a:gd name="connsiteX10" fmla="*/ 1354861 w 2035863"/>
              <a:gd name="connsiteY10" fmla="*/ 157201 h 1649893"/>
              <a:gd name="connsiteX11" fmla="*/ 1130010 w 2035863"/>
              <a:gd name="connsiteY11" fmla="*/ 324413 h 1649893"/>
              <a:gd name="connsiteX12" fmla="*/ 585473 w 2035863"/>
              <a:gd name="connsiteY12" fmla="*/ 381747 h 1649893"/>
              <a:gd name="connsiteX13" fmla="*/ 123132 w 2035863"/>
              <a:gd name="connsiteY13" fmla="*/ 263126 h 1649893"/>
              <a:gd name="connsiteX0" fmla="*/ 123132 w 2035863"/>
              <a:gd name="connsiteY0" fmla="*/ 263126 h 1902889"/>
              <a:gd name="connsiteX1" fmla="*/ 10447 w 2035863"/>
              <a:gd name="connsiteY1" fmla="*/ 349240 h 1902889"/>
              <a:gd name="connsiteX2" fmla="*/ 397278 w 2035863"/>
              <a:gd name="connsiteY2" fmla="*/ 773987 h 1902889"/>
              <a:gd name="connsiteX3" fmla="*/ 722669 w 2035863"/>
              <a:gd name="connsiteY3" fmla="*/ 1019169 h 1902889"/>
              <a:gd name="connsiteX4" fmla="*/ 1091364 w 2035863"/>
              <a:gd name="connsiteY4" fmla="*/ 1311529 h 1902889"/>
              <a:gd name="connsiteX5" fmla="*/ 1214097 w 2035863"/>
              <a:gd name="connsiteY5" fmla="*/ 1890379 h 1902889"/>
              <a:gd name="connsiteX6" fmla="*/ 1614979 w 2035863"/>
              <a:gd name="connsiteY6" fmla="*/ 1634709 h 1902889"/>
              <a:gd name="connsiteX7" fmla="*/ 1793449 w 2035863"/>
              <a:gd name="connsiteY7" fmla="*/ 792259 h 1902889"/>
              <a:gd name="connsiteX8" fmla="*/ 2014014 w 2035863"/>
              <a:gd name="connsiteY8" fmla="*/ 480044 h 1902889"/>
              <a:gd name="connsiteX9" fmla="*/ 1983091 w 2035863"/>
              <a:gd name="connsiteY9" fmla="*/ 114372 h 1902889"/>
              <a:gd name="connsiteX10" fmla="*/ 1618585 w 2035863"/>
              <a:gd name="connsiteY10" fmla="*/ 800 h 1902889"/>
              <a:gd name="connsiteX11" fmla="*/ 1354861 w 2035863"/>
              <a:gd name="connsiteY11" fmla="*/ 157201 h 1902889"/>
              <a:gd name="connsiteX12" fmla="*/ 1130010 w 2035863"/>
              <a:gd name="connsiteY12" fmla="*/ 324413 h 1902889"/>
              <a:gd name="connsiteX13" fmla="*/ 585473 w 2035863"/>
              <a:gd name="connsiteY13" fmla="*/ 381747 h 1902889"/>
              <a:gd name="connsiteX14" fmla="*/ 123132 w 2035863"/>
              <a:gd name="connsiteY14" fmla="*/ 263126 h 1902889"/>
              <a:gd name="connsiteX0" fmla="*/ 123132 w 2035863"/>
              <a:gd name="connsiteY0" fmla="*/ 263126 h 1939835"/>
              <a:gd name="connsiteX1" fmla="*/ 10447 w 2035863"/>
              <a:gd name="connsiteY1" fmla="*/ 349240 h 1939835"/>
              <a:gd name="connsiteX2" fmla="*/ 397278 w 2035863"/>
              <a:gd name="connsiteY2" fmla="*/ 773987 h 1939835"/>
              <a:gd name="connsiteX3" fmla="*/ 722669 w 2035863"/>
              <a:gd name="connsiteY3" fmla="*/ 1019169 h 1939835"/>
              <a:gd name="connsiteX4" fmla="*/ 1091364 w 2035863"/>
              <a:gd name="connsiteY4" fmla="*/ 1311529 h 1939835"/>
              <a:gd name="connsiteX5" fmla="*/ 1214097 w 2035863"/>
              <a:gd name="connsiteY5" fmla="*/ 1890379 h 1939835"/>
              <a:gd name="connsiteX6" fmla="*/ 1846717 w 2035863"/>
              <a:gd name="connsiteY6" fmla="*/ 1810913 h 1939835"/>
              <a:gd name="connsiteX7" fmla="*/ 1793449 w 2035863"/>
              <a:gd name="connsiteY7" fmla="*/ 792259 h 1939835"/>
              <a:gd name="connsiteX8" fmla="*/ 2014014 w 2035863"/>
              <a:gd name="connsiteY8" fmla="*/ 480044 h 1939835"/>
              <a:gd name="connsiteX9" fmla="*/ 1983091 w 2035863"/>
              <a:gd name="connsiteY9" fmla="*/ 114372 h 1939835"/>
              <a:gd name="connsiteX10" fmla="*/ 1618585 w 2035863"/>
              <a:gd name="connsiteY10" fmla="*/ 800 h 1939835"/>
              <a:gd name="connsiteX11" fmla="*/ 1354861 w 2035863"/>
              <a:gd name="connsiteY11" fmla="*/ 157201 h 1939835"/>
              <a:gd name="connsiteX12" fmla="*/ 1130010 w 2035863"/>
              <a:gd name="connsiteY12" fmla="*/ 324413 h 1939835"/>
              <a:gd name="connsiteX13" fmla="*/ 585473 w 2035863"/>
              <a:gd name="connsiteY13" fmla="*/ 381747 h 1939835"/>
              <a:gd name="connsiteX14" fmla="*/ 123132 w 2035863"/>
              <a:gd name="connsiteY14" fmla="*/ 263126 h 1939835"/>
              <a:gd name="connsiteX0" fmla="*/ 1846717 w 2035863"/>
              <a:gd name="connsiteY0" fmla="*/ 1810913 h 1955983"/>
              <a:gd name="connsiteX1" fmla="*/ 1793449 w 2035863"/>
              <a:gd name="connsiteY1" fmla="*/ 792259 h 1955983"/>
              <a:gd name="connsiteX2" fmla="*/ 2014014 w 2035863"/>
              <a:gd name="connsiteY2" fmla="*/ 480044 h 1955983"/>
              <a:gd name="connsiteX3" fmla="*/ 1983091 w 2035863"/>
              <a:gd name="connsiteY3" fmla="*/ 114372 h 1955983"/>
              <a:gd name="connsiteX4" fmla="*/ 1618585 w 2035863"/>
              <a:gd name="connsiteY4" fmla="*/ 800 h 1955983"/>
              <a:gd name="connsiteX5" fmla="*/ 1354861 w 2035863"/>
              <a:gd name="connsiteY5" fmla="*/ 157201 h 1955983"/>
              <a:gd name="connsiteX6" fmla="*/ 1130010 w 2035863"/>
              <a:gd name="connsiteY6" fmla="*/ 324413 h 1955983"/>
              <a:gd name="connsiteX7" fmla="*/ 585473 w 2035863"/>
              <a:gd name="connsiteY7" fmla="*/ 381747 h 1955983"/>
              <a:gd name="connsiteX8" fmla="*/ 123132 w 2035863"/>
              <a:gd name="connsiteY8" fmla="*/ 263126 h 1955983"/>
              <a:gd name="connsiteX9" fmla="*/ 10447 w 2035863"/>
              <a:gd name="connsiteY9" fmla="*/ 349240 h 1955983"/>
              <a:gd name="connsiteX10" fmla="*/ 397278 w 2035863"/>
              <a:gd name="connsiteY10" fmla="*/ 773987 h 1955983"/>
              <a:gd name="connsiteX11" fmla="*/ 722669 w 2035863"/>
              <a:gd name="connsiteY11" fmla="*/ 1019169 h 1955983"/>
              <a:gd name="connsiteX12" fmla="*/ 1091364 w 2035863"/>
              <a:gd name="connsiteY12" fmla="*/ 1311529 h 1955983"/>
              <a:gd name="connsiteX13" fmla="*/ 1214097 w 2035863"/>
              <a:gd name="connsiteY13" fmla="*/ 1890379 h 1955983"/>
              <a:gd name="connsiteX14" fmla="*/ 1938157 w 2035863"/>
              <a:gd name="connsiteY14" fmla="*/ 1914528 h 1955983"/>
              <a:gd name="connsiteX0" fmla="*/ 1846717 w 2035863"/>
              <a:gd name="connsiteY0" fmla="*/ 1810913 h 1890380"/>
              <a:gd name="connsiteX1" fmla="*/ 1793449 w 2035863"/>
              <a:gd name="connsiteY1" fmla="*/ 792259 h 1890380"/>
              <a:gd name="connsiteX2" fmla="*/ 2014014 w 2035863"/>
              <a:gd name="connsiteY2" fmla="*/ 480044 h 1890380"/>
              <a:gd name="connsiteX3" fmla="*/ 1983091 w 2035863"/>
              <a:gd name="connsiteY3" fmla="*/ 114372 h 1890380"/>
              <a:gd name="connsiteX4" fmla="*/ 1618585 w 2035863"/>
              <a:gd name="connsiteY4" fmla="*/ 800 h 1890380"/>
              <a:gd name="connsiteX5" fmla="*/ 1354861 w 2035863"/>
              <a:gd name="connsiteY5" fmla="*/ 157201 h 1890380"/>
              <a:gd name="connsiteX6" fmla="*/ 1130010 w 2035863"/>
              <a:gd name="connsiteY6" fmla="*/ 324413 h 1890380"/>
              <a:gd name="connsiteX7" fmla="*/ 585473 w 2035863"/>
              <a:gd name="connsiteY7" fmla="*/ 381747 h 1890380"/>
              <a:gd name="connsiteX8" fmla="*/ 123132 w 2035863"/>
              <a:gd name="connsiteY8" fmla="*/ 263126 h 1890380"/>
              <a:gd name="connsiteX9" fmla="*/ 10447 w 2035863"/>
              <a:gd name="connsiteY9" fmla="*/ 349240 h 1890380"/>
              <a:gd name="connsiteX10" fmla="*/ 397278 w 2035863"/>
              <a:gd name="connsiteY10" fmla="*/ 773987 h 1890380"/>
              <a:gd name="connsiteX11" fmla="*/ 722669 w 2035863"/>
              <a:gd name="connsiteY11" fmla="*/ 1019169 h 1890380"/>
              <a:gd name="connsiteX12" fmla="*/ 1091364 w 2035863"/>
              <a:gd name="connsiteY12" fmla="*/ 1311529 h 1890380"/>
              <a:gd name="connsiteX13" fmla="*/ 1214097 w 2035863"/>
              <a:gd name="connsiteY13" fmla="*/ 1890379 h 1890380"/>
              <a:gd name="connsiteX0" fmla="*/ 1846717 w 2035863"/>
              <a:gd name="connsiteY0" fmla="*/ 1810913 h 1867743"/>
              <a:gd name="connsiteX1" fmla="*/ 1793449 w 2035863"/>
              <a:gd name="connsiteY1" fmla="*/ 792259 h 1867743"/>
              <a:gd name="connsiteX2" fmla="*/ 2014014 w 2035863"/>
              <a:gd name="connsiteY2" fmla="*/ 480044 h 1867743"/>
              <a:gd name="connsiteX3" fmla="*/ 1983091 w 2035863"/>
              <a:gd name="connsiteY3" fmla="*/ 114372 h 1867743"/>
              <a:gd name="connsiteX4" fmla="*/ 1618585 w 2035863"/>
              <a:gd name="connsiteY4" fmla="*/ 800 h 1867743"/>
              <a:gd name="connsiteX5" fmla="*/ 1354861 w 2035863"/>
              <a:gd name="connsiteY5" fmla="*/ 157201 h 1867743"/>
              <a:gd name="connsiteX6" fmla="*/ 1130010 w 2035863"/>
              <a:gd name="connsiteY6" fmla="*/ 324413 h 1867743"/>
              <a:gd name="connsiteX7" fmla="*/ 585473 w 2035863"/>
              <a:gd name="connsiteY7" fmla="*/ 381747 h 1867743"/>
              <a:gd name="connsiteX8" fmla="*/ 123132 w 2035863"/>
              <a:gd name="connsiteY8" fmla="*/ 263126 h 1867743"/>
              <a:gd name="connsiteX9" fmla="*/ 10447 w 2035863"/>
              <a:gd name="connsiteY9" fmla="*/ 349240 h 1867743"/>
              <a:gd name="connsiteX10" fmla="*/ 397278 w 2035863"/>
              <a:gd name="connsiteY10" fmla="*/ 773987 h 1867743"/>
              <a:gd name="connsiteX11" fmla="*/ 722669 w 2035863"/>
              <a:gd name="connsiteY11" fmla="*/ 1019169 h 1867743"/>
              <a:gd name="connsiteX12" fmla="*/ 1091364 w 2035863"/>
              <a:gd name="connsiteY12" fmla="*/ 1311529 h 1867743"/>
              <a:gd name="connsiteX13" fmla="*/ 1324302 w 2035863"/>
              <a:gd name="connsiteY13" fmla="*/ 1867743 h 1867743"/>
              <a:gd name="connsiteX0" fmla="*/ 1995700 w 2035863"/>
              <a:gd name="connsiteY0" fmla="*/ 1711016 h 1867743"/>
              <a:gd name="connsiteX1" fmla="*/ 1793449 w 2035863"/>
              <a:gd name="connsiteY1" fmla="*/ 792259 h 1867743"/>
              <a:gd name="connsiteX2" fmla="*/ 2014014 w 2035863"/>
              <a:gd name="connsiteY2" fmla="*/ 480044 h 1867743"/>
              <a:gd name="connsiteX3" fmla="*/ 1983091 w 2035863"/>
              <a:gd name="connsiteY3" fmla="*/ 114372 h 1867743"/>
              <a:gd name="connsiteX4" fmla="*/ 1618585 w 2035863"/>
              <a:gd name="connsiteY4" fmla="*/ 800 h 1867743"/>
              <a:gd name="connsiteX5" fmla="*/ 1354861 w 2035863"/>
              <a:gd name="connsiteY5" fmla="*/ 157201 h 1867743"/>
              <a:gd name="connsiteX6" fmla="*/ 1130010 w 2035863"/>
              <a:gd name="connsiteY6" fmla="*/ 324413 h 1867743"/>
              <a:gd name="connsiteX7" fmla="*/ 585473 w 2035863"/>
              <a:gd name="connsiteY7" fmla="*/ 381747 h 1867743"/>
              <a:gd name="connsiteX8" fmla="*/ 123132 w 2035863"/>
              <a:gd name="connsiteY8" fmla="*/ 263126 h 1867743"/>
              <a:gd name="connsiteX9" fmla="*/ 10447 w 2035863"/>
              <a:gd name="connsiteY9" fmla="*/ 349240 h 1867743"/>
              <a:gd name="connsiteX10" fmla="*/ 397278 w 2035863"/>
              <a:gd name="connsiteY10" fmla="*/ 773987 h 1867743"/>
              <a:gd name="connsiteX11" fmla="*/ 722669 w 2035863"/>
              <a:gd name="connsiteY11" fmla="*/ 1019169 h 1867743"/>
              <a:gd name="connsiteX12" fmla="*/ 1091364 w 2035863"/>
              <a:gd name="connsiteY12" fmla="*/ 1311529 h 1867743"/>
              <a:gd name="connsiteX13" fmla="*/ 1324302 w 2035863"/>
              <a:gd name="connsiteY13" fmla="*/ 1867743 h 1867743"/>
              <a:gd name="connsiteX0" fmla="*/ 1995700 w 2015732"/>
              <a:gd name="connsiteY0" fmla="*/ 1710330 h 1867057"/>
              <a:gd name="connsiteX1" fmla="*/ 1793449 w 2015732"/>
              <a:gd name="connsiteY1" fmla="*/ 791573 h 1867057"/>
              <a:gd name="connsiteX2" fmla="*/ 2014014 w 2015732"/>
              <a:gd name="connsiteY2" fmla="*/ 479358 h 1867057"/>
              <a:gd name="connsiteX3" fmla="*/ 1881146 w 2015732"/>
              <a:gd name="connsiteY3" fmla="*/ 180909 h 1867057"/>
              <a:gd name="connsiteX4" fmla="*/ 1618585 w 2015732"/>
              <a:gd name="connsiteY4" fmla="*/ 114 h 1867057"/>
              <a:gd name="connsiteX5" fmla="*/ 1354861 w 2015732"/>
              <a:gd name="connsiteY5" fmla="*/ 156515 h 1867057"/>
              <a:gd name="connsiteX6" fmla="*/ 1130010 w 2015732"/>
              <a:gd name="connsiteY6" fmla="*/ 323727 h 1867057"/>
              <a:gd name="connsiteX7" fmla="*/ 585473 w 2015732"/>
              <a:gd name="connsiteY7" fmla="*/ 381061 h 1867057"/>
              <a:gd name="connsiteX8" fmla="*/ 123132 w 2015732"/>
              <a:gd name="connsiteY8" fmla="*/ 262440 h 1867057"/>
              <a:gd name="connsiteX9" fmla="*/ 10447 w 2015732"/>
              <a:gd name="connsiteY9" fmla="*/ 348554 h 1867057"/>
              <a:gd name="connsiteX10" fmla="*/ 397278 w 2015732"/>
              <a:gd name="connsiteY10" fmla="*/ 773301 h 1867057"/>
              <a:gd name="connsiteX11" fmla="*/ 722669 w 2015732"/>
              <a:gd name="connsiteY11" fmla="*/ 1018483 h 1867057"/>
              <a:gd name="connsiteX12" fmla="*/ 1091364 w 2015732"/>
              <a:gd name="connsiteY12" fmla="*/ 1310843 h 1867057"/>
              <a:gd name="connsiteX13" fmla="*/ 1324302 w 2015732"/>
              <a:gd name="connsiteY13" fmla="*/ 1867057 h 1867057"/>
              <a:gd name="connsiteX0" fmla="*/ 1995700 w 2015783"/>
              <a:gd name="connsiteY0" fmla="*/ 1665528 h 1822255"/>
              <a:gd name="connsiteX1" fmla="*/ 1793449 w 2015783"/>
              <a:gd name="connsiteY1" fmla="*/ 746771 h 1822255"/>
              <a:gd name="connsiteX2" fmla="*/ 2014014 w 2015783"/>
              <a:gd name="connsiteY2" fmla="*/ 434556 h 1822255"/>
              <a:gd name="connsiteX3" fmla="*/ 1881146 w 2015783"/>
              <a:gd name="connsiteY3" fmla="*/ 136107 h 1822255"/>
              <a:gd name="connsiteX4" fmla="*/ 1601614 w 2015783"/>
              <a:gd name="connsiteY4" fmla="*/ 172 h 1822255"/>
              <a:gd name="connsiteX5" fmla="*/ 1354861 w 2015783"/>
              <a:gd name="connsiteY5" fmla="*/ 111713 h 1822255"/>
              <a:gd name="connsiteX6" fmla="*/ 1130010 w 2015783"/>
              <a:gd name="connsiteY6" fmla="*/ 278925 h 1822255"/>
              <a:gd name="connsiteX7" fmla="*/ 585473 w 2015783"/>
              <a:gd name="connsiteY7" fmla="*/ 336259 h 1822255"/>
              <a:gd name="connsiteX8" fmla="*/ 123132 w 2015783"/>
              <a:gd name="connsiteY8" fmla="*/ 217638 h 1822255"/>
              <a:gd name="connsiteX9" fmla="*/ 10447 w 2015783"/>
              <a:gd name="connsiteY9" fmla="*/ 303752 h 1822255"/>
              <a:gd name="connsiteX10" fmla="*/ 397278 w 2015783"/>
              <a:gd name="connsiteY10" fmla="*/ 728499 h 1822255"/>
              <a:gd name="connsiteX11" fmla="*/ 722669 w 2015783"/>
              <a:gd name="connsiteY11" fmla="*/ 973681 h 1822255"/>
              <a:gd name="connsiteX12" fmla="*/ 1091364 w 2015783"/>
              <a:gd name="connsiteY12" fmla="*/ 1266041 h 1822255"/>
              <a:gd name="connsiteX13" fmla="*/ 1324302 w 2015783"/>
              <a:gd name="connsiteY13" fmla="*/ 1822255 h 1822255"/>
              <a:gd name="connsiteX0" fmla="*/ 1995700 w 2016071"/>
              <a:gd name="connsiteY0" fmla="*/ 1665528 h 1822255"/>
              <a:gd name="connsiteX1" fmla="*/ 1793449 w 2016071"/>
              <a:gd name="connsiteY1" fmla="*/ 746771 h 1822255"/>
              <a:gd name="connsiteX2" fmla="*/ 1863978 w 2016071"/>
              <a:gd name="connsiteY2" fmla="*/ 409372 h 1822255"/>
              <a:gd name="connsiteX3" fmla="*/ 1881146 w 2016071"/>
              <a:gd name="connsiteY3" fmla="*/ 136107 h 1822255"/>
              <a:gd name="connsiteX4" fmla="*/ 1601614 w 2016071"/>
              <a:gd name="connsiteY4" fmla="*/ 172 h 1822255"/>
              <a:gd name="connsiteX5" fmla="*/ 1354861 w 2016071"/>
              <a:gd name="connsiteY5" fmla="*/ 111713 h 1822255"/>
              <a:gd name="connsiteX6" fmla="*/ 1130010 w 2016071"/>
              <a:gd name="connsiteY6" fmla="*/ 278925 h 1822255"/>
              <a:gd name="connsiteX7" fmla="*/ 585473 w 2016071"/>
              <a:gd name="connsiteY7" fmla="*/ 336259 h 1822255"/>
              <a:gd name="connsiteX8" fmla="*/ 123132 w 2016071"/>
              <a:gd name="connsiteY8" fmla="*/ 217638 h 1822255"/>
              <a:gd name="connsiteX9" fmla="*/ 10447 w 2016071"/>
              <a:gd name="connsiteY9" fmla="*/ 303752 h 1822255"/>
              <a:gd name="connsiteX10" fmla="*/ 397278 w 2016071"/>
              <a:gd name="connsiteY10" fmla="*/ 728499 h 1822255"/>
              <a:gd name="connsiteX11" fmla="*/ 722669 w 2016071"/>
              <a:gd name="connsiteY11" fmla="*/ 973681 h 1822255"/>
              <a:gd name="connsiteX12" fmla="*/ 1091364 w 2016071"/>
              <a:gd name="connsiteY12" fmla="*/ 1266041 h 1822255"/>
              <a:gd name="connsiteX13" fmla="*/ 1324302 w 2016071"/>
              <a:gd name="connsiteY13" fmla="*/ 1822255 h 1822255"/>
              <a:gd name="connsiteX0" fmla="*/ 1875790 w 1896161"/>
              <a:gd name="connsiteY0" fmla="*/ 1665528 h 1822255"/>
              <a:gd name="connsiteX1" fmla="*/ 1673539 w 1896161"/>
              <a:gd name="connsiteY1" fmla="*/ 746771 h 1822255"/>
              <a:gd name="connsiteX2" fmla="*/ 1744068 w 1896161"/>
              <a:gd name="connsiteY2" fmla="*/ 409372 h 1822255"/>
              <a:gd name="connsiteX3" fmla="*/ 1761236 w 1896161"/>
              <a:gd name="connsiteY3" fmla="*/ 136107 h 1822255"/>
              <a:gd name="connsiteX4" fmla="*/ 1481704 w 1896161"/>
              <a:gd name="connsiteY4" fmla="*/ 172 h 1822255"/>
              <a:gd name="connsiteX5" fmla="*/ 1234951 w 1896161"/>
              <a:gd name="connsiteY5" fmla="*/ 111713 h 1822255"/>
              <a:gd name="connsiteX6" fmla="*/ 1010100 w 1896161"/>
              <a:gd name="connsiteY6" fmla="*/ 278925 h 1822255"/>
              <a:gd name="connsiteX7" fmla="*/ 465563 w 1896161"/>
              <a:gd name="connsiteY7" fmla="*/ 336259 h 1822255"/>
              <a:gd name="connsiteX8" fmla="*/ 3222 w 1896161"/>
              <a:gd name="connsiteY8" fmla="*/ 217638 h 1822255"/>
              <a:gd name="connsiteX9" fmla="*/ 277368 w 1896161"/>
              <a:gd name="connsiteY9" fmla="*/ 728499 h 1822255"/>
              <a:gd name="connsiteX10" fmla="*/ 602759 w 1896161"/>
              <a:gd name="connsiteY10" fmla="*/ 973681 h 1822255"/>
              <a:gd name="connsiteX11" fmla="*/ 971454 w 1896161"/>
              <a:gd name="connsiteY11" fmla="*/ 1266041 h 1822255"/>
              <a:gd name="connsiteX12" fmla="*/ 1204392 w 1896161"/>
              <a:gd name="connsiteY12" fmla="*/ 1822255 h 1822255"/>
              <a:gd name="connsiteX0" fmla="*/ 1754727 w 1775098"/>
              <a:gd name="connsiteY0" fmla="*/ 1665528 h 1822255"/>
              <a:gd name="connsiteX1" fmla="*/ 1552476 w 1775098"/>
              <a:gd name="connsiteY1" fmla="*/ 746771 h 1822255"/>
              <a:gd name="connsiteX2" fmla="*/ 1623005 w 1775098"/>
              <a:gd name="connsiteY2" fmla="*/ 409372 h 1822255"/>
              <a:gd name="connsiteX3" fmla="*/ 1640173 w 1775098"/>
              <a:gd name="connsiteY3" fmla="*/ 136107 h 1822255"/>
              <a:gd name="connsiteX4" fmla="*/ 1360641 w 1775098"/>
              <a:gd name="connsiteY4" fmla="*/ 172 h 1822255"/>
              <a:gd name="connsiteX5" fmla="*/ 1113888 w 1775098"/>
              <a:gd name="connsiteY5" fmla="*/ 111713 h 1822255"/>
              <a:gd name="connsiteX6" fmla="*/ 889037 w 1775098"/>
              <a:gd name="connsiteY6" fmla="*/ 278925 h 1822255"/>
              <a:gd name="connsiteX7" fmla="*/ 344500 w 1775098"/>
              <a:gd name="connsiteY7" fmla="*/ 336259 h 1822255"/>
              <a:gd name="connsiteX8" fmla="*/ 5793 w 1775098"/>
              <a:gd name="connsiteY8" fmla="*/ 291359 h 1822255"/>
              <a:gd name="connsiteX9" fmla="*/ 156305 w 1775098"/>
              <a:gd name="connsiteY9" fmla="*/ 728499 h 1822255"/>
              <a:gd name="connsiteX10" fmla="*/ 481696 w 1775098"/>
              <a:gd name="connsiteY10" fmla="*/ 973681 h 1822255"/>
              <a:gd name="connsiteX11" fmla="*/ 850391 w 1775098"/>
              <a:gd name="connsiteY11" fmla="*/ 1266041 h 1822255"/>
              <a:gd name="connsiteX12" fmla="*/ 1083329 w 1775098"/>
              <a:gd name="connsiteY12" fmla="*/ 1822255 h 1822255"/>
              <a:gd name="connsiteX0" fmla="*/ 1754727 w 1775098"/>
              <a:gd name="connsiteY0" fmla="*/ 1665528 h 1665529"/>
              <a:gd name="connsiteX1" fmla="*/ 1552476 w 1775098"/>
              <a:gd name="connsiteY1" fmla="*/ 746771 h 1665529"/>
              <a:gd name="connsiteX2" fmla="*/ 1623005 w 1775098"/>
              <a:gd name="connsiteY2" fmla="*/ 409372 h 1665529"/>
              <a:gd name="connsiteX3" fmla="*/ 1640173 w 1775098"/>
              <a:gd name="connsiteY3" fmla="*/ 136107 h 1665529"/>
              <a:gd name="connsiteX4" fmla="*/ 1360641 w 1775098"/>
              <a:gd name="connsiteY4" fmla="*/ 172 h 1665529"/>
              <a:gd name="connsiteX5" fmla="*/ 1113888 w 1775098"/>
              <a:gd name="connsiteY5" fmla="*/ 111713 h 1665529"/>
              <a:gd name="connsiteX6" fmla="*/ 889037 w 1775098"/>
              <a:gd name="connsiteY6" fmla="*/ 278925 h 1665529"/>
              <a:gd name="connsiteX7" fmla="*/ 344500 w 1775098"/>
              <a:gd name="connsiteY7" fmla="*/ 336259 h 1665529"/>
              <a:gd name="connsiteX8" fmla="*/ 5793 w 1775098"/>
              <a:gd name="connsiteY8" fmla="*/ 291359 h 1665529"/>
              <a:gd name="connsiteX9" fmla="*/ 156305 w 1775098"/>
              <a:gd name="connsiteY9" fmla="*/ 728499 h 1665529"/>
              <a:gd name="connsiteX10" fmla="*/ 481696 w 1775098"/>
              <a:gd name="connsiteY10" fmla="*/ 973681 h 1665529"/>
              <a:gd name="connsiteX11" fmla="*/ 850391 w 1775098"/>
              <a:gd name="connsiteY11" fmla="*/ 1266041 h 1665529"/>
              <a:gd name="connsiteX0" fmla="*/ 1754727 w 1775098"/>
              <a:gd name="connsiteY0" fmla="*/ 1665528 h 1665528"/>
              <a:gd name="connsiteX1" fmla="*/ 1552476 w 1775098"/>
              <a:gd name="connsiteY1" fmla="*/ 746771 h 1665528"/>
              <a:gd name="connsiteX2" fmla="*/ 1623005 w 1775098"/>
              <a:gd name="connsiteY2" fmla="*/ 409372 h 1665528"/>
              <a:gd name="connsiteX3" fmla="*/ 1640173 w 1775098"/>
              <a:gd name="connsiteY3" fmla="*/ 136107 h 1665528"/>
              <a:gd name="connsiteX4" fmla="*/ 1360641 w 1775098"/>
              <a:gd name="connsiteY4" fmla="*/ 172 h 1665528"/>
              <a:gd name="connsiteX5" fmla="*/ 1113888 w 1775098"/>
              <a:gd name="connsiteY5" fmla="*/ 111713 h 1665528"/>
              <a:gd name="connsiteX6" fmla="*/ 889037 w 1775098"/>
              <a:gd name="connsiteY6" fmla="*/ 278925 h 1665528"/>
              <a:gd name="connsiteX7" fmla="*/ 344500 w 1775098"/>
              <a:gd name="connsiteY7" fmla="*/ 336259 h 1665528"/>
              <a:gd name="connsiteX8" fmla="*/ 5793 w 1775098"/>
              <a:gd name="connsiteY8" fmla="*/ 291359 h 1665528"/>
              <a:gd name="connsiteX9" fmla="*/ 156305 w 1775098"/>
              <a:gd name="connsiteY9" fmla="*/ 728499 h 1665528"/>
              <a:gd name="connsiteX10" fmla="*/ 481696 w 1775098"/>
              <a:gd name="connsiteY10" fmla="*/ 973681 h 1665528"/>
              <a:gd name="connsiteX11" fmla="*/ 711291 w 1775098"/>
              <a:gd name="connsiteY11" fmla="*/ 1415871 h 1665528"/>
              <a:gd name="connsiteX0" fmla="*/ 1754727 w 1775098"/>
              <a:gd name="connsiteY0" fmla="*/ 1665528 h 1665528"/>
              <a:gd name="connsiteX1" fmla="*/ 1552476 w 1775098"/>
              <a:gd name="connsiteY1" fmla="*/ 746771 h 1665528"/>
              <a:gd name="connsiteX2" fmla="*/ 1623005 w 1775098"/>
              <a:gd name="connsiteY2" fmla="*/ 409372 h 1665528"/>
              <a:gd name="connsiteX3" fmla="*/ 1640173 w 1775098"/>
              <a:gd name="connsiteY3" fmla="*/ 136107 h 1665528"/>
              <a:gd name="connsiteX4" fmla="*/ 1360641 w 1775098"/>
              <a:gd name="connsiteY4" fmla="*/ 172 h 1665528"/>
              <a:gd name="connsiteX5" fmla="*/ 1113888 w 1775098"/>
              <a:gd name="connsiteY5" fmla="*/ 111713 h 1665528"/>
              <a:gd name="connsiteX6" fmla="*/ 889037 w 1775098"/>
              <a:gd name="connsiteY6" fmla="*/ 278925 h 1665528"/>
              <a:gd name="connsiteX7" fmla="*/ 373786 w 1775098"/>
              <a:gd name="connsiteY7" fmla="*/ 255523 h 1665528"/>
              <a:gd name="connsiteX8" fmla="*/ 5793 w 1775098"/>
              <a:gd name="connsiteY8" fmla="*/ 291359 h 1665528"/>
              <a:gd name="connsiteX9" fmla="*/ 156305 w 1775098"/>
              <a:gd name="connsiteY9" fmla="*/ 728499 h 1665528"/>
              <a:gd name="connsiteX10" fmla="*/ 481696 w 1775098"/>
              <a:gd name="connsiteY10" fmla="*/ 973681 h 1665528"/>
              <a:gd name="connsiteX11" fmla="*/ 711291 w 1775098"/>
              <a:gd name="connsiteY11" fmla="*/ 1415871 h 1665528"/>
              <a:gd name="connsiteX0" fmla="*/ 1754727 w 1786601"/>
              <a:gd name="connsiteY0" fmla="*/ 1665528 h 1665528"/>
              <a:gd name="connsiteX1" fmla="*/ 1677792 w 1786601"/>
              <a:gd name="connsiteY1" fmla="*/ 832984 h 1665528"/>
              <a:gd name="connsiteX2" fmla="*/ 1623005 w 1786601"/>
              <a:gd name="connsiteY2" fmla="*/ 409372 h 1665528"/>
              <a:gd name="connsiteX3" fmla="*/ 1640173 w 1786601"/>
              <a:gd name="connsiteY3" fmla="*/ 136107 h 1665528"/>
              <a:gd name="connsiteX4" fmla="*/ 1360641 w 1786601"/>
              <a:gd name="connsiteY4" fmla="*/ 172 h 1665528"/>
              <a:gd name="connsiteX5" fmla="*/ 1113888 w 1786601"/>
              <a:gd name="connsiteY5" fmla="*/ 111713 h 1665528"/>
              <a:gd name="connsiteX6" fmla="*/ 889037 w 1786601"/>
              <a:gd name="connsiteY6" fmla="*/ 278925 h 1665528"/>
              <a:gd name="connsiteX7" fmla="*/ 373786 w 1786601"/>
              <a:gd name="connsiteY7" fmla="*/ 255523 h 1665528"/>
              <a:gd name="connsiteX8" fmla="*/ 5793 w 1786601"/>
              <a:gd name="connsiteY8" fmla="*/ 291359 h 1665528"/>
              <a:gd name="connsiteX9" fmla="*/ 156305 w 1786601"/>
              <a:gd name="connsiteY9" fmla="*/ 728499 h 1665528"/>
              <a:gd name="connsiteX10" fmla="*/ 481696 w 1786601"/>
              <a:gd name="connsiteY10" fmla="*/ 973681 h 1665528"/>
              <a:gd name="connsiteX11" fmla="*/ 711291 w 1786601"/>
              <a:gd name="connsiteY11" fmla="*/ 1415871 h 1665528"/>
              <a:gd name="connsiteX0" fmla="*/ 1754727 w 1784154"/>
              <a:gd name="connsiteY0" fmla="*/ 1665528 h 1665528"/>
              <a:gd name="connsiteX1" fmla="*/ 1677792 w 1784154"/>
              <a:gd name="connsiteY1" fmla="*/ 832984 h 1665528"/>
              <a:gd name="connsiteX2" fmla="*/ 1744835 w 1784154"/>
              <a:gd name="connsiteY2" fmla="*/ 456307 h 1665528"/>
              <a:gd name="connsiteX3" fmla="*/ 1640173 w 1784154"/>
              <a:gd name="connsiteY3" fmla="*/ 136107 h 1665528"/>
              <a:gd name="connsiteX4" fmla="*/ 1360641 w 1784154"/>
              <a:gd name="connsiteY4" fmla="*/ 172 h 1665528"/>
              <a:gd name="connsiteX5" fmla="*/ 1113888 w 1784154"/>
              <a:gd name="connsiteY5" fmla="*/ 111713 h 1665528"/>
              <a:gd name="connsiteX6" fmla="*/ 889037 w 1784154"/>
              <a:gd name="connsiteY6" fmla="*/ 278925 h 1665528"/>
              <a:gd name="connsiteX7" fmla="*/ 373786 w 1784154"/>
              <a:gd name="connsiteY7" fmla="*/ 255523 h 1665528"/>
              <a:gd name="connsiteX8" fmla="*/ 5793 w 1784154"/>
              <a:gd name="connsiteY8" fmla="*/ 291359 h 1665528"/>
              <a:gd name="connsiteX9" fmla="*/ 156305 w 1784154"/>
              <a:gd name="connsiteY9" fmla="*/ 728499 h 1665528"/>
              <a:gd name="connsiteX10" fmla="*/ 481696 w 1784154"/>
              <a:gd name="connsiteY10" fmla="*/ 973681 h 1665528"/>
              <a:gd name="connsiteX11" fmla="*/ 711291 w 1784154"/>
              <a:gd name="connsiteY11" fmla="*/ 1415871 h 1665528"/>
              <a:gd name="connsiteX0" fmla="*/ 1754727 w 1784154"/>
              <a:gd name="connsiteY0" fmla="*/ 1665528 h 1665528"/>
              <a:gd name="connsiteX1" fmla="*/ 1677792 w 1784154"/>
              <a:gd name="connsiteY1" fmla="*/ 832984 h 1665528"/>
              <a:gd name="connsiteX2" fmla="*/ 1744835 w 1784154"/>
              <a:gd name="connsiteY2" fmla="*/ 456307 h 1665528"/>
              <a:gd name="connsiteX3" fmla="*/ 1640173 w 1784154"/>
              <a:gd name="connsiteY3" fmla="*/ 136107 h 1665528"/>
              <a:gd name="connsiteX4" fmla="*/ 1360641 w 1784154"/>
              <a:gd name="connsiteY4" fmla="*/ 172 h 1665528"/>
              <a:gd name="connsiteX5" fmla="*/ 1113888 w 1784154"/>
              <a:gd name="connsiteY5" fmla="*/ 111713 h 1665528"/>
              <a:gd name="connsiteX6" fmla="*/ 889037 w 1784154"/>
              <a:gd name="connsiteY6" fmla="*/ 278925 h 1665528"/>
              <a:gd name="connsiteX7" fmla="*/ 317828 w 1784154"/>
              <a:gd name="connsiteY7" fmla="*/ 352630 h 1665528"/>
              <a:gd name="connsiteX8" fmla="*/ 5793 w 1784154"/>
              <a:gd name="connsiteY8" fmla="*/ 291359 h 1665528"/>
              <a:gd name="connsiteX9" fmla="*/ 156305 w 1784154"/>
              <a:gd name="connsiteY9" fmla="*/ 728499 h 1665528"/>
              <a:gd name="connsiteX10" fmla="*/ 481696 w 1784154"/>
              <a:gd name="connsiteY10" fmla="*/ 973681 h 1665528"/>
              <a:gd name="connsiteX11" fmla="*/ 711291 w 1784154"/>
              <a:gd name="connsiteY11" fmla="*/ 1415871 h 1665528"/>
              <a:gd name="connsiteX0" fmla="*/ 1754727 w 1784154"/>
              <a:gd name="connsiteY0" fmla="*/ 1665528 h 1665528"/>
              <a:gd name="connsiteX1" fmla="*/ 1677792 w 1784154"/>
              <a:gd name="connsiteY1" fmla="*/ 832984 h 1665528"/>
              <a:gd name="connsiteX2" fmla="*/ 1744835 w 1784154"/>
              <a:gd name="connsiteY2" fmla="*/ 456307 h 1665528"/>
              <a:gd name="connsiteX3" fmla="*/ 1640173 w 1784154"/>
              <a:gd name="connsiteY3" fmla="*/ 136107 h 1665528"/>
              <a:gd name="connsiteX4" fmla="*/ 1360641 w 1784154"/>
              <a:gd name="connsiteY4" fmla="*/ 172 h 1665528"/>
              <a:gd name="connsiteX5" fmla="*/ 1113888 w 1784154"/>
              <a:gd name="connsiteY5" fmla="*/ 111713 h 1665528"/>
              <a:gd name="connsiteX6" fmla="*/ 889037 w 1784154"/>
              <a:gd name="connsiteY6" fmla="*/ 278925 h 1665528"/>
              <a:gd name="connsiteX7" fmla="*/ 317828 w 1784154"/>
              <a:gd name="connsiteY7" fmla="*/ 352630 h 1665528"/>
              <a:gd name="connsiteX8" fmla="*/ 5793 w 1784154"/>
              <a:gd name="connsiteY8" fmla="*/ 291359 h 1665528"/>
              <a:gd name="connsiteX9" fmla="*/ 156305 w 1784154"/>
              <a:gd name="connsiteY9" fmla="*/ 728499 h 1665528"/>
              <a:gd name="connsiteX10" fmla="*/ 481696 w 1784154"/>
              <a:gd name="connsiteY10" fmla="*/ 973681 h 1665528"/>
              <a:gd name="connsiteX0" fmla="*/ 1754215 w 1783642"/>
              <a:gd name="connsiteY0" fmla="*/ 1665528 h 1665528"/>
              <a:gd name="connsiteX1" fmla="*/ 1677280 w 1783642"/>
              <a:gd name="connsiteY1" fmla="*/ 832984 h 1665528"/>
              <a:gd name="connsiteX2" fmla="*/ 1744323 w 1783642"/>
              <a:gd name="connsiteY2" fmla="*/ 456307 h 1665528"/>
              <a:gd name="connsiteX3" fmla="*/ 1639661 w 1783642"/>
              <a:gd name="connsiteY3" fmla="*/ 136107 h 1665528"/>
              <a:gd name="connsiteX4" fmla="*/ 1360129 w 1783642"/>
              <a:gd name="connsiteY4" fmla="*/ 172 h 1665528"/>
              <a:gd name="connsiteX5" fmla="*/ 1113376 w 1783642"/>
              <a:gd name="connsiteY5" fmla="*/ 111713 h 1665528"/>
              <a:gd name="connsiteX6" fmla="*/ 888525 w 1783642"/>
              <a:gd name="connsiteY6" fmla="*/ 278925 h 1665528"/>
              <a:gd name="connsiteX7" fmla="*/ 317316 w 1783642"/>
              <a:gd name="connsiteY7" fmla="*/ 352630 h 1665528"/>
              <a:gd name="connsiteX8" fmla="*/ 5281 w 1783642"/>
              <a:gd name="connsiteY8" fmla="*/ 291359 h 1665528"/>
              <a:gd name="connsiteX9" fmla="*/ 155793 w 1783642"/>
              <a:gd name="connsiteY9" fmla="*/ 728499 h 1665528"/>
              <a:gd name="connsiteX10" fmla="*/ 401496 w 1783642"/>
              <a:gd name="connsiteY10" fmla="*/ 1062110 h 1665528"/>
              <a:gd name="connsiteX0" fmla="*/ 1751963 w 1781390"/>
              <a:gd name="connsiteY0" fmla="*/ 1665528 h 1665528"/>
              <a:gd name="connsiteX1" fmla="*/ 1675028 w 1781390"/>
              <a:gd name="connsiteY1" fmla="*/ 832984 h 1665528"/>
              <a:gd name="connsiteX2" fmla="*/ 1742071 w 1781390"/>
              <a:gd name="connsiteY2" fmla="*/ 456307 h 1665528"/>
              <a:gd name="connsiteX3" fmla="*/ 1637409 w 1781390"/>
              <a:gd name="connsiteY3" fmla="*/ 136107 h 1665528"/>
              <a:gd name="connsiteX4" fmla="*/ 1357877 w 1781390"/>
              <a:gd name="connsiteY4" fmla="*/ 172 h 1665528"/>
              <a:gd name="connsiteX5" fmla="*/ 1111124 w 1781390"/>
              <a:gd name="connsiteY5" fmla="*/ 111713 h 1665528"/>
              <a:gd name="connsiteX6" fmla="*/ 886273 w 1781390"/>
              <a:gd name="connsiteY6" fmla="*/ 278925 h 1665528"/>
              <a:gd name="connsiteX7" fmla="*/ 315064 w 1781390"/>
              <a:gd name="connsiteY7" fmla="*/ 352630 h 1665528"/>
              <a:gd name="connsiteX8" fmla="*/ 3029 w 1781390"/>
              <a:gd name="connsiteY8" fmla="*/ 291359 h 1665528"/>
              <a:gd name="connsiteX9" fmla="*/ 258821 w 1781390"/>
              <a:gd name="connsiteY9" fmla="*/ 682684 h 1665528"/>
              <a:gd name="connsiteX10" fmla="*/ 399244 w 1781390"/>
              <a:gd name="connsiteY10" fmla="*/ 1062110 h 1665528"/>
              <a:gd name="connsiteX0" fmla="*/ 1753130 w 1782557"/>
              <a:gd name="connsiteY0" fmla="*/ 1665528 h 1665528"/>
              <a:gd name="connsiteX1" fmla="*/ 1676195 w 1782557"/>
              <a:gd name="connsiteY1" fmla="*/ 832984 h 1665528"/>
              <a:gd name="connsiteX2" fmla="*/ 1743238 w 1782557"/>
              <a:gd name="connsiteY2" fmla="*/ 456307 h 1665528"/>
              <a:gd name="connsiteX3" fmla="*/ 1638576 w 1782557"/>
              <a:gd name="connsiteY3" fmla="*/ 136107 h 1665528"/>
              <a:gd name="connsiteX4" fmla="*/ 1359044 w 1782557"/>
              <a:gd name="connsiteY4" fmla="*/ 172 h 1665528"/>
              <a:gd name="connsiteX5" fmla="*/ 1112291 w 1782557"/>
              <a:gd name="connsiteY5" fmla="*/ 111713 h 1665528"/>
              <a:gd name="connsiteX6" fmla="*/ 887440 w 1782557"/>
              <a:gd name="connsiteY6" fmla="*/ 278925 h 1665528"/>
              <a:gd name="connsiteX7" fmla="*/ 316231 w 1782557"/>
              <a:gd name="connsiteY7" fmla="*/ 352630 h 1665528"/>
              <a:gd name="connsiteX8" fmla="*/ 4196 w 1782557"/>
              <a:gd name="connsiteY8" fmla="*/ 291359 h 1665528"/>
              <a:gd name="connsiteX9" fmla="*/ 259988 w 1782557"/>
              <a:gd name="connsiteY9" fmla="*/ 682684 h 1665528"/>
              <a:gd name="connsiteX10" fmla="*/ 400411 w 1782557"/>
              <a:gd name="connsiteY10" fmla="*/ 1062110 h 1665528"/>
              <a:gd name="connsiteX0" fmla="*/ 1753130 w 1782557"/>
              <a:gd name="connsiteY0" fmla="*/ 1665528 h 1665528"/>
              <a:gd name="connsiteX1" fmla="*/ 1676195 w 1782557"/>
              <a:gd name="connsiteY1" fmla="*/ 832984 h 1665528"/>
              <a:gd name="connsiteX2" fmla="*/ 1743238 w 1782557"/>
              <a:gd name="connsiteY2" fmla="*/ 456307 h 1665528"/>
              <a:gd name="connsiteX3" fmla="*/ 1638576 w 1782557"/>
              <a:gd name="connsiteY3" fmla="*/ 136107 h 1665528"/>
              <a:gd name="connsiteX4" fmla="*/ 1359044 w 1782557"/>
              <a:gd name="connsiteY4" fmla="*/ 172 h 1665528"/>
              <a:gd name="connsiteX5" fmla="*/ 1112291 w 1782557"/>
              <a:gd name="connsiteY5" fmla="*/ 111713 h 1665528"/>
              <a:gd name="connsiteX6" fmla="*/ 887440 w 1782557"/>
              <a:gd name="connsiteY6" fmla="*/ 278925 h 1665528"/>
              <a:gd name="connsiteX7" fmla="*/ 316231 w 1782557"/>
              <a:gd name="connsiteY7" fmla="*/ 352630 h 1665528"/>
              <a:gd name="connsiteX8" fmla="*/ 4196 w 1782557"/>
              <a:gd name="connsiteY8" fmla="*/ 291359 h 1665528"/>
              <a:gd name="connsiteX9" fmla="*/ 259988 w 1782557"/>
              <a:gd name="connsiteY9" fmla="*/ 682684 h 1665528"/>
              <a:gd name="connsiteX10" fmla="*/ 400411 w 1782557"/>
              <a:gd name="connsiteY10" fmla="*/ 1062110 h 1665528"/>
              <a:gd name="connsiteX0" fmla="*/ 1751837 w 1781264"/>
              <a:gd name="connsiteY0" fmla="*/ 1665528 h 1665528"/>
              <a:gd name="connsiteX1" fmla="*/ 1674902 w 1781264"/>
              <a:gd name="connsiteY1" fmla="*/ 832984 h 1665528"/>
              <a:gd name="connsiteX2" fmla="*/ 1741945 w 1781264"/>
              <a:gd name="connsiteY2" fmla="*/ 456307 h 1665528"/>
              <a:gd name="connsiteX3" fmla="*/ 1637283 w 1781264"/>
              <a:gd name="connsiteY3" fmla="*/ 136107 h 1665528"/>
              <a:gd name="connsiteX4" fmla="*/ 1357751 w 1781264"/>
              <a:gd name="connsiteY4" fmla="*/ 172 h 1665528"/>
              <a:gd name="connsiteX5" fmla="*/ 1110998 w 1781264"/>
              <a:gd name="connsiteY5" fmla="*/ 111713 h 1665528"/>
              <a:gd name="connsiteX6" fmla="*/ 886147 w 1781264"/>
              <a:gd name="connsiteY6" fmla="*/ 278925 h 1665528"/>
              <a:gd name="connsiteX7" fmla="*/ 314938 w 1781264"/>
              <a:gd name="connsiteY7" fmla="*/ 352630 h 1665528"/>
              <a:gd name="connsiteX8" fmla="*/ 2903 w 1781264"/>
              <a:gd name="connsiteY8" fmla="*/ 291359 h 1665528"/>
              <a:gd name="connsiteX9" fmla="*/ 258695 w 1781264"/>
              <a:gd name="connsiteY9" fmla="*/ 682684 h 1665528"/>
              <a:gd name="connsiteX10" fmla="*/ 333877 w 1781264"/>
              <a:gd name="connsiteY10" fmla="*/ 993119 h 1665528"/>
              <a:gd name="connsiteX0" fmla="*/ 1751837 w 1781264"/>
              <a:gd name="connsiteY0" fmla="*/ 1665528 h 1665528"/>
              <a:gd name="connsiteX1" fmla="*/ 1674902 w 1781264"/>
              <a:gd name="connsiteY1" fmla="*/ 832984 h 1665528"/>
              <a:gd name="connsiteX2" fmla="*/ 1741945 w 1781264"/>
              <a:gd name="connsiteY2" fmla="*/ 456307 h 1665528"/>
              <a:gd name="connsiteX3" fmla="*/ 1637283 w 1781264"/>
              <a:gd name="connsiteY3" fmla="*/ 136107 h 1665528"/>
              <a:gd name="connsiteX4" fmla="*/ 1357751 w 1781264"/>
              <a:gd name="connsiteY4" fmla="*/ 172 h 1665528"/>
              <a:gd name="connsiteX5" fmla="*/ 1110998 w 1781264"/>
              <a:gd name="connsiteY5" fmla="*/ 111713 h 1665528"/>
              <a:gd name="connsiteX6" fmla="*/ 886147 w 1781264"/>
              <a:gd name="connsiteY6" fmla="*/ 278925 h 1665528"/>
              <a:gd name="connsiteX7" fmla="*/ 314938 w 1781264"/>
              <a:gd name="connsiteY7" fmla="*/ 352630 h 1665528"/>
              <a:gd name="connsiteX8" fmla="*/ 2903 w 1781264"/>
              <a:gd name="connsiteY8" fmla="*/ 291359 h 1665528"/>
              <a:gd name="connsiteX9" fmla="*/ 258695 w 1781264"/>
              <a:gd name="connsiteY9" fmla="*/ 682684 h 1665528"/>
              <a:gd name="connsiteX10" fmla="*/ 333877 w 1781264"/>
              <a:gd name="connsiteY10" fmla="*/ 993119 h 1665528"/>
              <a:gd name="connsiteX0" fmla="*/ 1751837 w 1781264"/>
              <a:gd name="connsiteY0" fmla="*/ 1665528 h 1665528"/>
              <a:gd name="connsiteX1" fmla="*/ 1674902 w 1781264"/>
              <a:gd name="connsiteY1" fmla="*/ 832984 h 1665528"/>
              <a:gd name="connsiteX2" fmla="*/ 1741945 w 1781264"/>
              <a:gd name="connsiteY2" fmla="*/ 456307 h 1665528"/>
              <a:gd name="connsiteX3" fmla="*/ 1637283 w 1781264"/>
              <a:gd name="connsiteY3" fmla="*/ 136107 h 1665528"/>
              <a:gd name="connsiteX4" fmla="*/ 1357751 w 1781264"/>
              <a:gd name="connsiteY4" fmla="*/ 172 h 1665528"/>
              <a:gd name="connsiteX5" fmla="*/ 1110998 w 1781264"/>
              <a:gd name="connsiteY5" fmla="*/ 111713 h 1665528"/>
              <a:gd name="connsiteX6" fmla="*/ 886147 w 1781264"/>
              <a:gd name="connsiteY6" fmla="*/ 278925 h 1665528"/>
              <a:gd name="connsiteX7" fmla="*/ 327223 w 1781264"/>
              <a:gd name="connsiteY7" fmla="*/ 313181 h 1665528"/>
              <a:gd name="connsiteX8" fmla="*/ 2903 w 1781264"/>
              <a:gd name="connsiteY8" fmla="*/ 291359 h 1665528"/>
              <a:gd name="connsiteX9" fmla="*/ 258695 w 1781264"/>
              <a:gd name="connsiteY9" fmla="*/ 682684 h 1665528"/>
              <a:gd name="connsiteX10" fmla="*/ 333877 w 1781264"/>
              <a:gd name="connsiteY10" fmla="*/ 993119 h 1665528"/>
              <a:gd name="connsiteX0" fmla="*/ 1752198 w 1781625"/>
              <a:gd name="connsiteY0" fmla="*/ 1665528 h 1665528"/>
              <a:gd name="connsiteX1" fmla="*/ 1675263 w 1781625"/>
              <a:gd name="connsiteY1" fmla="*/ 832984 h 1665528"/>
              <a:gd name="connsiteX2" fmla="*/ 1742306 w 1781625"/>
              <a:gd name="connsiteY2" fmla="*/ 456307 h 1665528"/>
              <a:gd name="connsiteX3" fmla="*/ 1637644 w 1781625"/>
              <a:gd name="connsiteY3" fmla="*/ 136107 h 1665528"/>
              <a:gd name="connsiteX4" fmla="*/ 1358112 w 1781625"/>
              <a:gd name="connsiteY4" fmla="*/ 172 h 1665528"/>
              <a:gd name="connsiteX5" fmla="*/ 1111359 w 1781625"/>
              <a:gd name="connsiteY5" fmla="*/ 111713 h 1665528"/>
              <a:gd name="connsiteX6" fmla="*/ 886508 w 1781625"/>
              <a:gd name="connsiteY6" fmla="*/ 278925 h 1665528"/>
              <a:gd name="connsiteX7" fmla="*/ 327584 w 1781625"/>
              <a:gd name="connsiteY7" fmla="*/ 313181 h 1665528"/>
              <a:gd name="connsiteX8" fmla="*/ 3264 w 1781625"/>
              <a:gd name="connsiteY8" fmla="*/ 291359 h 1665528"/>
              <a:gd name="connsiteX9" fmla="*/ 230671 w 1781625"/>
              <a:gd name="connsiteY9" fmla="*/ 682990 h 1665528"/>
              <a:gd name="connsiteX10" fmla="*/ 334238 w 1781625"/>
              <a:gd name="connsiteY10" fmla="*/ 993119 h 1665528"/>
              <a:gd name="connsiteX0" fmla="*/ 1751990 w 1781417"/>
              <a:gd name="connsiteY0" fmla="*/ 1665528 h 1665528"/>
              <a:gd name="connsiteX1" fmla="*/ 1675055 w 1781417"/>
              <a:gd name="connsiteY1" fmla="*/ 832984 h 1665528"/>
              <a:gd name="connsiteX2" fmla="*/ 1742098 w 1781417"/>
              <a:gd name="connsiteY2" fmla="*/ 456307 h 1665528"/>
              <a:gd name="connsiteX3" fmla="*/ 1637436 w 1781417"/>
              <a:gd name="connsiteY3" fmla="*/ 136107 h 1665528"/>
              <a:gd name="connsiteX4" fmla="*/ 1357904 w 1781417"/>
              <a:gd name="connsiteY4" fmla="*/ 172 h 1665528"/>
              <a:gd name="connsiteX5" fmla="*/ 1111151 w 1781417"/>
              <a:gd name="connsiteY5" fmla="*/ 111713 h 1665528"/>
              <a:gd name="connsiteX6" fmla="*/ 886300 w 1781417"/>
              <a:gd name="connsiteY6" fmla="*/ 278925 h 1665528"/>
              <a:gd name="connsiteX7" fmla="*/ 327376 w 1781417"/>
              <a:gd name="connsiteY7" fmla="*/ 313181 h 1665528"/>
              <a:gd name="connsiteX8" fmla="*/ 3056 w 1781417"/>
              <a:gd name="connsiteY8" fmla="*/ 291359 h 1665528"/>
              <a:gd name="connsiteX9" fmla="*/ 230463 w 1781417"/>
              <a:gd name="connsiteY9" fmla="*/ 682990 h 1665528"/>
              <a:gd name="connsiteX10" fmla="*/ 238601 w 1781417"/>
              <a:gd name="connsiteY10" fmla="*/ 897647 h 1665528"/>
              <a:gd name="connsiteX0" fmla="*/ 1751990 w 1781417"/>
              <a:gd name="connsiteY0" fmla="*/ 1572352 h 1572352"/>
              <a:gd name="connsiteX1" fmla="*/ 1675055 w 1781417"/>
              <a:gd name="connsiteY1" fmla="*/ 739808 h 1572352"/>
              <a:gd name="connsiteX2" fmla="*/ 1742098 w 1781417"/>
              <a:gd name="connsiteY2" fmla="*/ 363131 h 1572352"/>
              <a:gd name="connsiteX3" fmla="*/ 1637436 w 1781417"/>
              <a:gd name="connsiteY3" fmla="*/ 42931 h 1572352"/>
              <a:gd name="connsiteX4" fmla="*/ 1111151 w 1781417"/>
              <a:gd name="connsiteY4" fmla="*/ 18537 h 1572352"/>
              <a:gd name="connsiteX5" fmla="*/ 886300 w 1781417"/>
              <a:gd name="connsiteY5" fmla="*/ 185749 h 1572352"/>
              <a:gd name="connsiteX6" fmla="*/ 327376 w 1781417"/>
              <a:gd name="connsiteY6" fmla="*/ 220005 h 1572352"/>
              <a:gd name="connsiteX7" fmla="*/ 3056 w 1781417"/>
              <a:gd name="connsiteY7" fmla="*/ 198183 h 1572352"/>
              <a:gd name="connsiteX8" fmla="*/ 230463 w 1781417"/>
              <a:gd name="connsiteY8" fmla="*/ 589814 h 1572352"/>
              <a:gd name="connsiteX9" fmla="*/ 238601 w 1781417"/>
              <a:gd name="connsiteY9" fmla="*/ 804471 h 1572352"/>
              <a:gd name="connsiteX0" fmla="*/ 1751990 w 1781417"/>
              <a:gd name="connsiteY0" fmla="*/ 1564430 h 1564430"/>
              <a:gd name="connsiteX1" fmla="*/ 1675055 w 1781417"/>
              <a:gd name="connsiteY1" fmla="*/ 731886 h 1564430"/>
              <a:gd name="connsiteX2" fmla="*/ 1742098 w 1781417"/>
              <a:gd name="connsiteY2" fmla="*/ 355209 h 1564430"/>
              <a:gd name="connsiteX3" fmla="*/ 1637436 w 1781417"/>
              <a:gd name="connsiteY3" fmla="*/ 35009 h 1564430"/>
              <a:gd name="connsiteX4" fmla="*/ 1155426 w 1781417"/>
              <a:gd name="connsiteY4" fmla="*/ 24433 h 1564430"/>
              <a:gd name="connsiteX5" fmla="*/ 886300 w 1781417"/>
              <a:gd name="connsiteY5" fmla="*/ 177827 h 1564430"/>
              <a:gd name="connsiteX6" fmla="*/ 327376 w 1781417"/>
              <a:gd name="connsiteY6" fmla="*/ 212083 h 1564430"/>
              <a:gd name="connsiteX7" fmla="*/ 3056 w 1781417"/>
              <a:gd name="connsiteY7" fmla="*/ 190261 h 1564430"/>
              <a:gd name="connsiteX8" fmla="*/ 230463 w 1781417"/>
              <a:gd name="connsiteY8" fmla="*/ 581892 h 1564430"/>
              <a:gd name="connsiteX9" fmla="*/ 238601 w 1781417"/>
              <a:gd name="connsiteY9" fmla="*/ 796549 h 1564430"/>
              <a:gd name="connsiteX0" fmla="*/ 1751990 w 1781417"/>
              <a:gd name="connsiteY0" fmla="*/ 1556756 h 1556756"/>
              <a:gd name="connsiteX1" fmla="*/ 1675055 w 1781417"/>
              <a:gd name="connsiteY1" fmla="*/ 724212 h 1556756"/>
              <a:gd name="connsiteX2" fmla="*/ 1742098 w 1781417"/>
              <a:gd name="connsiteY2" fmla="*/ 347535 h 1556756"/>
              <a:gd name="connsiteX3" fmla="*/ 1503502 w 1781417"/>
              <a:gd name="connsiteY3" fmla="*/ 41291 h 1556756"/>
              <a:gd name="connsiteX4" fmla="*/ 1155426 w 1781417"/>
              <a:gd name="connsiteY4" fmla="*/ 16759 h 1556756"/>
              <a:gd name="connsiteX5" fmla="*/ 886300 w 1781417"/>
              <a:gd name="connsiteY5" fmla="*/ 170153 h 1556756"/>
              <a:gd name="connsiteX6" fmla="*/ 327376 w 1781417"/>
              <a:gd name="connsiteY6" fmla="*/ 204409 h 1556756"/>
              <a:gd name="connsiteX7" fmla="*/ 3056 w 1781417"/>
              <a:gd name="connsiteY7" fmla="*/ 182587 h 1556756"/>
              <a:gd name="connsiteX8" fmla="*/ 230463 w 1781417"/>
              <a:gd name="connsiteY8" fmla="*/ 574218 h 1556756"/>
              <a:gd name="connsiteX9" fmla="*/ 238601 w 1781417"/>
              <a:gd name="connsiteY9" fmla="*/ 788875 h 1556756"/>
              <a:gd name="connsiteX0" fmla="*/ 1751990 w 1782966"/>
              <a:gd name="connsiteY0" fmla="*/ 1555638 h 1555638"/>
              <a:gd name="connsiteX1" fmla="*/ 1675055 w 1782966"/>
              <a:gd name="connsiteY1" fmla="*/ 723094 h 1555638"/>
              <a:gd name="connsiteX2" fmla="*/ 1663072 w 1782966"/>
              <a:gd name="connsiteY2" fmla="*/ 325826 h 1555638"/>
              <a:gd name="connsiteX3" fmla="*/ 1503502 w 1782966"/>
              <a:gd name="connsiteY3" fmla="*/ 40173 h 1555638"/>
              <a:gd name="connsiteX4" fmla="*/ 1155426 w 1782966"/>
              <a:gd name="connsiteY4" fmla="*/ 15641 h 1555638"/>
              <a:gd name="connsiteX5" fmla="*/ 886300 w 1782966"/>
              <a:gd name="connsiteY5" fmla="*/ 169035 h 1555638"/>
              <a:gd name="connsiteX6" fmla="*/ 327376 w 1782966"/>
              <a:gd name="connsiteY6" fmla="*/ 203291 h 1555638"/>
              <a:gd name="connsiteX7" fmla="*/ 3056 w 1782966"/>
              <a:gd name="connsiteY7" fmla="*/ 181469 h 1555638"/>
              <a:gd name="connsiteX8" fmla="*/ 230463 w 1782966"/>
              <a:gd name="connsiteY8" fmla="*/ 573100 h 1555638"/>
              <a:gd name="connsiteX9" fmla="*/ 238601 w 1782966"/>
              <a:gd name="connsiteY9" fmla="*/ 787757 h 1555638"/>
              <a:gd name="connsiteX0" fmla="*/ 1751990 w 1770310"/>
              <a:gd name="connsiteY0" fmla="*/ 1555638 h 1555638"/>
              <a:gd name="connsiteX1" fmla="*/ 1517870 w 1770310"/>
              <a:gd name="connsiteY1" fmla="*/ 597909 h 1555638"/>
              <a:gd name="connsiteX2" fmla="*/ 1663072 w 1770310"/>
              <a:gd name="connsiteY2" fmla="*/ 325826 h 1555638"/>
              <a:gd name="connsiteX3" fmla="*/ 1503502 w 1770310"/>
              <a:gd name="connsiteY3" fmla="*/ 40173 h 1555638"/>
              <a:gd name="connsiteX4" fmla="*/ 1155426 w 1770310"/>
              <a:gd name="connsiteY4" fmla="*/ 15641 h 1555638"/>
              <a:gd name="connsiteX5" fmla="*/ 886300 w 1770310"/>
              <a:gd name="connsiteY5" fmla="*/ 169035 h 1555638"/>
              <a:gd name="connsiteX6" fmla="*/ 327376 w 1770310"/>
              <a:gd name="connsiteY6" fmla="*/ 203291 h 1555638"/>
              <a:gd name="connsiteX7" fmla="*/ 3056 w 1770310"/>
              <a:gd name="connsiteY7" fmla="*/ 181469 h 1555638"/>
              <a:gd name="connsiteX8" fmla="*/ 230463 w 1770310"/>
              <a:gd name="connsiteY8" fmla="*/ 573100 h 1555638"/>
              <a:gd name="connsiteX9" fmla="*/ 238601 w 1770310"/>
              <a:gd name="connsiteY9" fmla="*/ 787757 h 1555638"/>
              <a:gd name="connsiteX0" fmla="*/ 1781487 w 1798693"/>
              <a:gd name="connsiteY0" fmla="*/ 1499920 h 1499920"/>
              <a:gd name="connsiteX1" fmla="*/ 1517870 w 1798693"/>
              <a:gd name="connsiteY1" fmla="*/ 597909 h 1499920"/>
              <a:gd name="connsiteX2" fmla="*/ 1663072 w 1798693"/>
              <a:gd name="connsiteY2" fmla="*/ 325826 h 1499920"/>
              <a:gd name="connsiteX3" fmla="*/ 1503502 w 1798693"/>
              <a:gd name="connsiteY3" fmla="*/ 40173 h 1499920"/>
              <a:gd name="connsiteX4" fmla="*/ 1155426 w 1798693"/>
              <a:gd name="connsiteY4" fmla="*/ 15641 h 1499920"/>
              <a:gd name="connsiteX5" fmla="*/ 886300 w 1798693"/>
              <a:gd name="connsiteY5" fmla="*/ 169035 h 1499920"/>
              <a:gd name="connsiteX6" fmla="*/ 327376 w 1798693"/>
              <a:gd name="connsiteY6" fmla="*/ 203291 h 1499920"/>
              <a:gd name="connsiteX7" fmla="*/ 3056 w 1798693"/>
              <a:gd name="connsiteY7" fmla="*/ 181469 h 1499920"/>
              <a:gd name="connsiteX8" fmla="*/ 230463 w 1798693"/>
              <a:gd name="connsiteY8" fmla="*/ 573100 h 1499920"/>
              <a:gd name="connsiteX9" fmla="*/ 238601 w 1798693"/>
              <a:gd name="connsiteY9" fmla="*/ 787757 h 1499920"/>
              <a:gd name="connsiteX0" fmla="*/ 1781487 w 1798693"/>
              <a:gd name="connsiteY0" fmla="*/ 1499920 h 1499920"/>
              <a:gd name="connsiteX1" fmla="*/ 1517870 w 1798693"/>
              <a:gd name="connsiteY1" fmla="*/ 597909 h 1499920"/>
              <a:gd name="connsiteX2" fmla="*/ 1663072 w 1798693"/>
              <a:gd name="connsiteY2" fmla="*/ 325826 h 1499920"/>
              <a:gd name="connsiteX3" fmla="*/ 1503502 w 1798693"/>
              <a:gd name="connsiteY3" fmla="*/ 40173 h 1499920"/>
              <a:gd name="connsiteX4" fmla="*/ 1155426 w 1798693"/>
              <a:gd name="connsiteY4" fmla="*/ 15641 h 1499920"/>
              <a:gd name="connsiteX5" fmla="*/ 886300 w 1798693"/>
              <a:gd name="connsiteY5" fmla="*/ 169035 h 1499920"/>
              <a:gd name="connsiteX6" fmla="*/ 327376 w 1798693"/>
              <a:gd name="connsiteY6" fmla="*/ 203291 h 1499920"/>
              <a:gd name="connsiteX7" fmla="*/ 3056 w 1798693"/>
              <a:gd name="connsiteY7" fmla="*/ 181469 h 1499920"/>
              <a:gd name="connsiteX8" fmla="*/ 230463 w 1798693"/>
              <a:gd name="connsiteY8" fmla="*/ 573100 h 1499920"/>
              <a:gd name="connsiteX9" fmla="*/ 238601 w 1798693"/>
              <a:gd name="connsiteY9" fmla="*/ 787757 h 1499920"/>
              <a:gd name="connsiteX0" fmla="*/ 1781487 w 1798693"/>
              <a:gd name="connsiteY0" fmla="*/ 1523999 h 1523999"/>
              <a:gd name="connsiteX1" fmla="*/ 1517870 w 1798693"/>
              <a:gd name="connsiteY1" fmla="*/ 621988 h 1523999"/>
              <a:gd name="connsiteX2" fmla="*/ 1663072 w 1798693"/>
              <a:gd name="connsiteY2" fmla="*/ 349905 h 1523999"/>
              <a:gd name="connsiteX3" fmla="*/ 1503502 w 1798693"/>
              <a:gd name="connsiteY3" fmla="*/ 64252 h 1523999"/>
              <a:gd name="connsiteX4" fmla="*/ 1155426 w 1798693"/>
              <a:gd name="connsiteY4" fmla="*/ 39720 h 1523999"/>
              <a:gd name="connsiteX5" fmla="*/ 886300 w 1798693"/>
              <a:gd name="connsiteY5" fmla="*/ 193114 h 1523999"/>
              <a:gd name="connsiteX6" fmla="*/ 327376 w 1798693"/>
              <a:gd name="connsiteY6" fmla="*/ 227370 h 1523999"/>
              <a:gd name="connsiteX7" fmla="*/ 3056 w 1798693"/>
              <a:gd name="connsiteY7" fmla="*/ 205548 h 1523999"/>
              <a:gd name="connsiteX8" fmla="*/ 230463 w 1798693"/>
              <a:gd name="connsiteY8" fmla="*/ 597179 h 1523999"/>
              <a:gd name="connsiteX9" fmla="*/ 238601 w 1798693"/>
              <a:gd name="connsiteY9" fmla="*/ 811836 h 1523999"/>
              <a:gd name="connsiteX0" fmla="*/ 1781487 w 1798693"/>
              <a:gd name="connsiteY0" fmla="*/ 1484522 h 1484522"/>
              <a:gd name="connsiteX1" fmla="*/ 1517870 w 1798693"/>
              <a:gd name="connsiteY1" fmla="*/ 582511 h 1484522"/>
              <a:gd name="connsiteX2" fmla="*/ 1663072 w 1798693"/>
              <a:gd name="connsiteY2" fmla="*/ 310428 h 1484522"/>
              <a:gd name="connsiteX3" fmla="*/ 1393796 w 1798693"/>
              <a:gd name="connsiteY3" fmla="*/ 123027 h 1484522"/>
              <a:gd name="connsiteX4" fmla="*/ 1155426 w 1798693"/>
              <a:gd name="connsiteY4" fmla="*/ 243 h 1484522"/>
              <a:gd name="connsiteX5" fmla="*/ 886300 w 1798693"/>
              <a:gd name="connsiteY5" fmla="*/ 153637 h 1484522"/>
              <a:gd name="connsiteX6" fmla="*/ 327376 w 1798693"/>
              <a:gd name="connsiteY6" fmla="*/ 187893 h 1484522"/>
              <a:gd name="connsiteX7" fmla="*/ 3056 w 1798693"/>
              <a:gd name="connsiteY7" fmla="*/ 166071 h 1484522"/>
              <a:gd name="connsiteX8" fmla="*/ 230463 w 1798693"/>
              <a:gd name="connsiteY8" fmla="*/ 557702 h 1484522"/>
              <a:gd name="connsiteX9" fmla="*/ 238601 w 1798693"/>
              <a:gd name="connsiteY9" fmla="*/ 772359 h 1484522"/>
              <a:gd name="connsiteX0" fmla="*/ 1781487 w 1799888"/>
              <a:gd name="connsiteY0" fmla="*/ 1484527 h 1484527"/>
              <a:gd name="connsiteX1" fmla="*/ 1517870 w 1799888"/>
              <a:gd name="connsiteY1" fmla="*/ 582516 h 1484527"/>
              <a:gd name="connsiteX2" fmla="*/ 1495974 w 1799888"/>
              <a:gd name="connsiteY2" fmla="*/ 320066 h 1484527"/>
              <a:gd name="connsiteX3" fmla="*/ 1393796 w 1799888"/>
              <a:gd name="connsiteY3" fmla="*/ 123032 h 1484527"/>
              <a:gd name="connsiteX4" fmla="*/ 1155426 w 1799888"/>
              <a:gd name="connsiteY4" fmla="*/ 248 h 1484527"/>
              <a:gd name="connsiteX5" fmla="*/ 886300 w 1799888"/>
              <a:gd name="connsiteY5" fmla="*/ 153642 h 1484527"/>
              <a:gd name="connsiteX6" fmla="*/ 327376 w 1799888"/>
              <a:gd name="connsiteY6" fmla="*/ 187898 h 1484527"/>
              <a:gd name="connsiteX7" fmla="*/ 3056 w 1799888"/>
              <a:gd name="connsiteY7" fmla="*/ 166076 h 1484527"/>
              <a:gd name="connsiteX8" fmla="*/ 230463 w 1799888"/>
              <a:gd name="connsiteY8" fmla="*/ 557707 h 1484527"/>
              <a:gd name="connsiteX9" fmla="*/ 238601 w 1799888"/>
              <a:gd name="connsiteY9" fmla="*/ 772364 h 1484527"/>
              <a:gd name="connsiteX0" fmla="*/ 1781487 w 1796716"/>
              <a:gd name="connsiteY0" fmla="*/ 1484527 h 1484527"/>
              <a:gd name="connsiteX1" fmla="*/ 1438163 w 1796716"/>
              <a:gd name="connsiteY1" fmla="*/ 633475 h 1484527"/>
              <a:gd name="connsiteX2" fmla="*/ 1495974 w 1796716"/>
              <a:gd name="connsiteY2" fmla="*/ 320066 h 1484527"/>
              <a:gd name="connsiteX3" fmla="*/ 1393796 w 1796716"/>
              <a:gd name="connsiteY3" fmla="*/ 123032 h 1484527"/>
              <a:gd name="connsiteX4" fmla="*/ 1155426 w 1796716"/>
              <a:gd name="connsiteY4" fmla="*/ 248 h 1484527"/>
              <a:gd name="connsiteX5" fmla="*/ 886300 w 1796716"/>
              <a:gd name="connsiteY5" fmla="*/ 153642 h 1484527"/>
              <a:gd name="connsiteX6" fmla="*/ 327376 w 1796716"/>
              <a:gd name="connsiteY6" fmla="*/ 187898 h 1484527"/>
              <a:gd name="connsiteX7" fmla="*/ 3056 w 1796716"/>
              <a:gd name="connsiteY7" fmla="*/ 166076 h 1484527"/>
              <a:gd name="connsiteX8" fmla="*/ 230463 w 1796716"/>
              <a:gd name="connsiteY8" fmla="*/ 557707 h 1484527"/>
              <a:gd name="connsiteX9" fmla="*/ 238601 w 1796716"/>
              <a:gd name="connsiteY9" fmla="*/ 772364 h 1484527"/>
              <a:gd name="connsiteX0" fmla="*/ 1781487 w 1796716"/>
              <a:gd name="connsiteY0" fmla="*/ 1435945 h 1435945"/>
              <a:gd name="connsiteX1" fmla="*/ 1438163 w 1796716"/>
              <a:gd name="connsiteY1" fmla="*/ 584893 h 1435945"/>
              <a:gd name="connsiteX2" fmla="*/ 1495974 w 1796716"/>
              <a:gd name="connsiteY2" fmla="*/ 271484 h 1435945"/>
              <a:gd name="connsiteX3" fmla="*/ 1393796 w 1796716"/>
              <a:gd name="connsiteY3" fmla="*/ 74450 h 1435945"/>
              <a:gd name="connsiteX4" fmla="*/ 1126823 w 1796716"/>
              <a:gd name="connsiteY4" fmla="*/ 509 h 1435945"/>
              <a:gd name="connsiteX5" fmla="*/ 886300 w 1796716"/>
              <a:gd name="connsiteY5" fmla="*/ 105060 h 1435945"/>
              <a:gd name="connsiteX6" fmla="*/ 327376 w 1796716"/>
              <a:gd name="connsiteY6" fmla="*/ 139316 h 1435945"/>
              <a:gd name="connsiteX7" fmla="*/ 3056 w 1796716"/>
              <a:gd name="connsiteY7" fmla="*/ 117494 h 1435945"/>
              <a:gd name="connsiteX8" fmla="*/ 230463 w 1796716"/>
              <a:gd name="connsiteY8" fmla="*/ 509125 h 1435945"/>
              <a:gd name="connsiteX9" fmla="*/ 238601 w 1796716"/>
              <a:gd name="connsiteY9" fmla="*/ 723782 h 143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6716" h="1435945">
                <a:moveTo>
                  <a:pt x="1781487" y="1435945"/>
                </a:moveTo>
                <a:cubicBezTo>
                  <a:pt x="1878046" y="1252925"/>
                  <a:pt x="1485748" y="778970"/>
                  <a:pt x="1438163" y="584893"/>
                </a:cubicBezTo>
                <a:cubicBezTo>
                  <a:pt x="1390578" y="390816"/>
                  <a:pt x="1503368" y="356558"/>
                  <a:pt x="1495974" y="271484"/>
                </a:cubicBezTo>
                <a:cubicBezTo>
                  <a:pt x="1488580" y="186410"/>
                  <a:pt x="1455321" y="119613"/>
                  <a:pt x="1393796" y="74450"/>
                </a:cubicBezTo>
                <a:cubicBezTo>
                  <a:pt x="1332271" y="29288"/>
                  <a:pt x="1211406" y="-4593"/>
                  <a:pt x="1126823" y="509"/>
                </a:cubicBezTo>
                <a:cubicBezTo>
                  <a:pt x="1042240" y="5611"/>
                  <a:pt x="1014531" y="67636"/>
                  <a:pt x="886300" y="105060"/>
                </a:cubicBezTo>
                <a:cubicBezTo>
                  <a:pt x="758069" y="142484"/>
                  <a:pt x="472302" y="240919"/>
                  <a:pt x="327376" y="139316"/>
                </a:cubicBezTo>
                <a:cubicBezTo>
                  <a:pt x="2426" y="-53994"/>
                  <a:pt x="44163" y="66178"/>
                  <a:pt x="3056" y="117494"/>
                </a:cubicBezTo>
                <a:cubicBezTo>
                  <a:pt x="-28310" y="182867"/>
                  <a:pt x="191206" y="408077"/>
                  <a:pt x="230463" y="509125"/>
                </a:cubicBezTo>
                <a:cubicBezTo>
                  <a:pt x="269721" y="610173"/>
                  <a:pt x="259497" y="644435"/>
                  <a:pt x="238601" y="723782"/>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57" name="Freeform: Shape 56">
            <a:extLst>
              <a:ext uri="{FF2B5EF4-FFF2-40B4-BE49-F238E27FC236}">
                <a16:creationId xmlns:a16="http://schemas.microsoft.com/office/drawing/2014/main" id="{26D99CBD-475E-2782-B5BC-8A8BF931C609}"/>
              </a:ext>
            </a:extLst>
          </p:cNvPr>
          <p:cNvSpPr/>
          <p:nvPr userDrawn="1"/>
        </p:nvSpPr>
        <p:spPr>
          <a:xfrm rot="5400000">
            <a:off x="9167658" y="-308034"/>
            <a:ext cx="297165" cy="926471"/>
          </a:xfrm>
          <a:custGeom>
            <a:avLst/>
            <a:gdLst>
              <a:gd name="connsiteX0" fmla="*/ 11144 w 743796"/>
              <a:gd name="connsiteY0" fmla="*/ 0 h 2867501"/>
              <a:gd name="connsiteX1" fmla="*/ 353663 w 743796"/>
              <a:gd name="connsiteY1" fmla="*/ 55245 h 2867501"/>
              <a:gd name="connsiteX2" fmla="*/ 571405 w 743796"/>
              <a:gd name="connsiteY2" fmla="*/ 179737 h 2867501"/>
              <a:gd name="connsiteX3" fmla="*/ 688658 w 743796"/>
              <a:gd name="connsiteY3" fmla="*/ 368808 h 2867501"/>
              <a:gd name="connsiteX4" fmla="*/ 731711 w 743796"/>
              <a:gd name="connsiteY4" fmla="*/ 612934 h 2867501"/>
              <a:gd name="connsiteX5" fmla="*/ 725233 w 743796"/>
              <a:gd name="connsiteY5" fmla="*/ 995648 h 2867501"/>
              <a:gd name="connsiteX6" fmla="*/ 742855 w 743796"/>
              <a:gd name="connsiteY6" fmla="*/ 1499330 h 2867501"/>
              <a:gd name="connsiteX7" fmla="*/ 707898 w 743796"/>
              <a:gd name="connsiteY7" fmla="*/ 1793081 h 2867501"/>
              <a:gd name="connsiteX8" fmla="*/ 633222 w 743796"/>
              <a:gd name="connsiteY8" fmla="*/ 2073592 h 2867501"/>
              <a:gd name="connsiteX9" fmla="*/ 404527 w 743796"/>
              <a:gd name="connsiteY9" fmla="*/ 2472404 h 2867501"/>
              <a:gd name="connsiteX10" fmla="*/ 0 w 743796"/>
              <a:gd name="connsiteY10" fmla="*/ 2867501 h 2867501"/>
              <a:gd name="connsiteX0" fmla="*/ 11144 w 847008"/>
              <a:gd name="connsiteY0" fmla="*/ 0 h 2867501"/>
              <a:gd name="connsiteX1" fmla="*/ 353663 w 847008"/>
              <a:gd name="connsiteY1" fmla="*/ 55245 h 2867501"/>
              <a:gd name="connsiteX2" fmla="*/ 571405 w 847008"/>
              <a:gd name="connsiteY2" fmla="*/ 179737 h 2867501"/>
              <a:gd name="connsiteX3" fmla="*/ 843445 w 847008"/>
              <a:gd name="connsiteY3" fmla="*/ 377934 h 2867501"/>
              <a:gd name="connsiteX4" fmla="*/ 731711 w 847008"/>
              <a:gd name="connsiteY4" fmla="*/ 612934 h 2867501"/>
              <a:gd name="connsiteX5" fmla="*/ 725233 w 847008"/>
              <a:gd name="connsiteY5" fmla="*/ 995648 h 2867501"/>
              <a:gd name="connsiteX6" fmla="*/ 742855 w 847008"/>
              <a:gd name="connsiteY6" fmla="*/ 1499330 h 2867501"/>
              <a:gd name="connsiteX7" fmla="*/ 707898 w 847008"/>
              <a:gd name="connsiteY7" fmla="*/ 1793081 h 2867501"/>
              <a:gd name="connsiteX8" fmla="*/ 633222 w 847008"/>
              <a:gd name="connsiteY8" fmla="*/ 2073592 h 2867501"/>
              <a:gd name="connsiteX9" fmla="*/ 404527 w 847008"/>
              <a:gd name="connsiteY9" fmla="*/ 2472404 h 2867501"/>
              <a:gd name="connsiteX10" fmla="*/ 0 w 847008"/>
              <a:gd name="connsiteY10" fmla="*/ 2867501 h 2867501"/>
              <a:gd name="connsiteX0" fmla="*/ 90883 w 847008"/>
              <a:gd name="connsiteY0" fmla="*/ 0 h 3123014"/>
              <a:gd name="connsiteX1" fmla="*/ 353663 w 847008"/>
              <a:gd name="connsiteY1" fmla="*/ 310758 h 3123014"/>
              <a:gd name="connsiteX2" fmla="*/ 571405 w 847008"/>
              <a:gd name="connsiteY2" fmla="*/ 435250 h 3123014"/>
              <a:gd name="connsiteX3" fmla="*/ 843445 w 847008"/>
              <a:gd name="connsiteY3" fmla="*/ 633447 h 3123014"/>
              <a:gd name="connsiteX4" fmla="*/ 731711 w 847008"/>
              <a:gd name="connsiteY4" fmla="*/ 868447 h 3123014"/>
              <a:gd name="connsiteX5" fmla="*/ 725233 w 847008"/>
              <a:gd name="connsiteY5" fmla="*/ 1251161 h 3123014"/>
              <a:gd name="connsiteX6" fmla="*/ 742855 w 847008"/>
              <a:gd name="connsiteY6" fmla="*/ 1754843 h 3123014"/>
              <a:gd name="connsiteX7" fmla="*/ 707898 w 847008"/>
              <a:gd name="connsiteY7" fmla="*/ 2048594 h 3123014"/>
              <a:gd name="connsiteX8" fmla="*/ 633222 w 847008"/>
              <a:gd name="connsiteY8" fmla="*/ 2329105 h 3123014"/>
              <a:gd name="connsiteX9" fmla="*/ 404527 w 847008"/>
              <a:gd name="connsiteY9" fmla="*/ 2727917 h 3123014"/>
              <a:gd name="connsiteX10" fmla="*/ 0 w 847008"/>
              <a:gd name="connsiteY10" fmla="*/ 3123014 h 3123014"/>
              <a:gd name="connsiteX0" fmla="*/ 90883 w 846791"/>
              <a:gd name="connsiteY0" fmla="*/ 0 h 3123014"/>
              <a:gd name="connsiteX1" fmla="*/ 353663 w 846791"/>
              <a:gd name="connsiteY1" fmla="*/ 310758 h 3123014"/>
              <a:gd name="connsiteX2" fmla="*/ 571405 w 846791"/>
              <a:gd name="connsiteY2" fmla="*/ 334870 h 3123014"/>
              <a:gd name="connsiteX3" fmla="*/ 843445 w 846791"/>
              <a:gd name="connsiteY3" fmla="*/ 633447 h 3123014"/>
              <a:gd name="connsiteX4" fmla="*/ 731711 w 846791"/>
              <a:gd name="connsiteY4" fmla="*/ 868447 h 3123014"/>
              <a:gd name="connsiteX5" fmla="*/ 725233 w 846791"/>
              <a:gd name="connsiteY5" fmla="*/ 1251161 h 3123014"/>
              <a:gd name="connsiteX6" fmla="*/ 742855 w 846791"/>
              <a:gd name="connsiteY6" fmla="*/ 1754843 h 3123014"/>
              <a:gd name="connsiteX7" fmla="*/ 707898 w 846791"/>
              <a:gd name="connsiteY7" fmla="*/ 2048594 h 3123014"/>
              <a:gd name="connsiteX8" fmla="*/ 633222 w 846791"/>
              <a:gd name="connsiteY8" fmla="*/ 2329105 h 3123014"/>
              <a:gd name="connsiteX9" fmla="*/ 404527 w 846791"/>
              <a:gd name="connsiteY9" fmla="*/ 2727917 h 3123014"/>
              <a:gd name="connsiteX10" fmla="*/ 0 w 846791"/>
              <a:gd name="connsiteY10" fmla="*/ 3123014 h 3123014"/>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313644 w 755908"/>
              <a:gd name="connsiteY9" fmla="*/ 2727917 h 3013508"/>
              <a:gd name="connsiteX10" fmla="*/ 7618 w 755908"/>
              <a:gd name="connsiteY10" fmla="*/ 3013508 h 3013508"/>
              <a:gd name="connsiteX0" fmla="*/ 0 w 755908"/>
              <a:gd name="connsiteY0" fmla="*/ 0 h 3013508"/>
              <a:gd name="connsiteX1" fmla="*/ 262780 w 755908"/>
              <a:gd name="connsiteY1" fmla="*/ 310758 h 3013508"/>
              <a:gd name="connsiteX2" fmla="*/ 480522 w 755908"/>
              <a:gd name="connsiteY2" fmla="*/ 334870 h 3013508"/>
              <a:gd name="connsiteX3" fmla="*/ 752562 w 755908"/>
              <a:gd name="connsiteY3" fmla="*/ 633447 h 3013508"/>
              <a:gd name="connsiteX4" fmla="*/ 640828 w 755908"/>
              <a:gd name="connsiteY4" fmla="*/ 868447 h 3013508"/>
              <a:gd name="connsiteX5" fmla="*/ 634350 w 755908"/>
              <a:gd name="connsiteY5" fmla="*/ 1251161 h 3013508"/>
              <a:gd name="connsiteX6" fmla="*/ 651972 w 755908"/>
              <a:gd name="connsiteY6" fmla="*/ 1754843 h 3013508"/>
              <a:gd name="connsiteX7" fmla="*/ 617015 w 755908"/>
              <a:gd name="connsiteY7" fmla="*/ 2048594 h 3013508"/>
              <a:gd name="connsiteX8" fmla="*/ 542339 w 755908"/>
              <a:gd name="connsiteY8" fmla="*/ 2329105 h 3013508"/>
              <a:gd name="connsiteX9" fmla="*/ 280810 w 755908"/>
              <a:gd name="connsiteY9" fmla="*/ 2632100 h 3013508"/>
              <a:gd name="connsiteX10" fmla="*/ 7618 w 755908"/>
              <a:gd name="connsiteY10" fmla="*/ 3013508 h 3013508"/>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280810 w 755908"/>
              <a:gd name="connsiteY9" fmla="*/ 2632100 h 3029331"/>
              <a:gd name="connsiteX10" fmla="*/ 126794 w 755908"/>
              <a:gd name="connsiteY10" fmla="*/ 3029331 h 3029331"/>
              <a:gd name="connsiteX0" fmla="*/ 0 w 755908"/>
              <a:gd name="connsiteY0" fmla="*/ 0 h 3029331"/>
              <a:gd name="connsiteX1" fmla="*/ 262780 w 755908"/>
              <a:gd name="connsiteY1" fmla="*/ 310758 h 3029331"/>
              <a:gd name="connsiteX2" fmla="*/ 480522 w 755908"/>
              <a:gd name="connsiteY2" fmla="*/ 334870 h 3029331"/>
              <a:gd name="connsiteX3" fmla="*/ 752562 w 755908"/>
              <a:gd name="connsiteY3" fmla="*/ 633447 h 3029331"/>
              <a:gd name="connsiteX4" fmla="*/ 640828 w 755908"/>
              <a:gd name="connsiteY4" fmla="*/ 868447 h 3029331"/>
              <a:gd name="connsiteX5" fmla="*/ 634350 w 755908"/>
              <a:gd name="connsiteY5" fmla="*/ 1251161 h 3029331"/>
              <a:gd name="connsiteX6" fmla="*/ 651972 w 755908"/>
              <a:gd name="connsiteY6" fmla="*/ 1754843 h 3029331"/>
              <a:gd name="connsiteX7" fmla="*/ 617015 w 755908"/>
              <a:gd name="connsiteY7" fmla="*/ 2048594 h 3029331"/>
              <a:gd name="connsiteX8" fmla="*/ 542339 w 755908"/>
              <a:gd name="connsiteY8" fmla="*/ 2329105 h 3029331"/>
              <a:gd name="connsiteX9" fmla="*/ 333080 w 755908"/>
              <a:gd name="connsiteY9" fmla="*/ 2654705 h 3029331"/>
              <a:gd name="connsiteX10" fmla="*/ 126794 w 755908"/>
              <a:gd name="connsiteY10" fmla="*/ 3029331 h 3029331"/>
              <a:gd name="connsiteX0" fmla="*/ 0 w 703268"/>
              <a:gd name="connsiteY0" fmla="*/ 0 h 3029331"/>
              <a:gd name="connsiteX1" fmla="*/ 262780 w 703268"/>
              <a:gd name="connsiteY1" fmla="*/ 310758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0 w 703268"/>
              <a:gd name="connsiteY0" fmla="*/ 0 h 3029331"/>
              <a:gd name="connsiteX1" fmla="*/ 287870 w 703268"/>
              <a:gd name="connsiteY1" fmla="*/ 267810 h 3029331"/>
              <a:gd name="connsiteX2" fmla="*/ 480522 w 703268"/>
              <a:gd name="connsiteY2" fmla="*/ 334870 h 3029331"/>
              <a:gd name="connsiteX3" fmla="*/ 698201 w 703268"/>
              <a:gd name="connsiteY3" fmla="*/ 597280 h 3029331"/>
              <a:gd name="connsiteX4" fmla="*/ 640828 w 703268"/>
              <a:gd name="connsiteY4" fmla="*/ 868447 h 3029331"/>
              <a:gd name="connsiteX5" fmla="*/ 634350 w 703268"/>
              <a:gd name="connsiteY5" fmla="*/ 1251161 h 3029331"/>
              <a:gd name="connsiteX6" fmla="*/ 651972 w 703268"/>
              <a:gd name="connsiteY6" fmla="*/ 1754843 h 3029331"/>
              <a:gd name="connsiteX7" fmla="*/ 617015 w 703268"/>
              <a:gd name="connsiteY7" fmla="*/ 2048594 h 3029331"/>
              <a:gd name="connsiteX8" fmla="*/ 542339 w 703268"/>
              <a:gd name="connsiteY8" fmla="*/ 2329105 h 3029331"/>
              <a:gd name="connsiteX9" fmla="*/ 333080 w 703268"/>
              <a:gd name="connsiteY9" fmla="*/ 2654705 h 3029331"/>
              <a:gd name="connsiteX10" fmla="*/ 126794 w 703268"/>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490221 w 576474"/>
              <a:gd name="connsiteY7" fmla="*/ 2048594 h 3029331"/>
              <a:gd name="connsiteX8" fmla="*/ 415545 w 576474"/>
              <a:gd name="connsiteY8" fmla="*/ 2329105 h 3029331"/>
              <a:gd name="connsiteX9" fmla="*/ 206286 w 576474"/>
              <a:gd name="connsiteY9" fmla="*/ 2654705 h 3029331"/>
              <a:gd name="connsiteX10" fmla="*/ 0 w 576474"/>
              <a:gd name="connsiteY10" fmla="*/ 3029331 h 3029331"/>
              <a:gd name="connsiteX0" fmla="*/ 13290 w 576474"/>
              <a:gd name="connsiteY0" fmla="*/ 0 h 3029331"/>
              <a:gd name="connsiteX1" fmla="*/ 161076 w 576474"/>
              <a:gd name="connsiteY1" fmla="*/ 267810 h 3029331"/>
              <a:gd name="connsiteX2" fmla="*/ 353728 w 576474"/>
              <a:gd name="connsiteY2" fmla="*/ 334870 h 3029331"/>
              <a:gd name="connsiteX3" fmla="*/ 571407 w 576474"/>
              <a:gd name="connsiteY3" fmla="*/ 597280 h 3029331"/>
              <a:gd name="connsiteX4" fmla="*/ 514034 w 576474"/>
              <a:gd name="connsiteY4" fmla="*/ 868447 h 3029331"/>
              <a:gd name="connsiteX5" fmla="*/ 507556 w 576474"/>
              <a:gd name="connsiteY5" fmla="*/ 1251161 h 3029331"/>
              <a:gd name="connsiteX6" fmla="*/ 525178 w 576474"/>
              <a:gd name="connsiteY6" fmla="*/ 1754843 h 3029331"/>
              <a:gd name="connsiteX7" fmla="*/ 540401 w 576474"/>
              <a:gd name="connsiteY7" fmla="*/ 2062157 h 3029331"/>
              <a:gd name="connsiteX8" fmla="*/ 415545 w 576474"/>
              <a:gd name="connsiteY8" fmla="*/ 2329105 h 3029331"/>
              <a:gd name="connsiteX9" fmla="*/ 206286 w 576474"/>
              <a:gd name="connsiteY9" fmla="*/ 2654705 h 3029331"/>
              <a:gd name="connsiteX10" fmla="*/ 0 w 576474"/>
              <a:gd name="connsiteY10" fmla="*/ 3029331 h 3029331"/>
              <a:gd name="connsiteX0" fmla="*/ 0 w 577820"/>
              <a:gd name="connsiteY0" fmla="*/ 0 h 2972821"/>
              <a:gd name="connsiteX1" fmla="*/ 162422 w 577820"/>
              <a:gd name="connsiteY1" fmla="*/ 211300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11937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7820"/>
              <a:gd name="connsiteY0" fmla="*/ 0 h 2972821"/>
              <a:gd name="connsiteX1" fmla="*/ 160331 w 577820"/>
              <a:gd name="connsiteY1" fmla="*/ 170613 h 2972821"/>
              <a:gd name="connsiteX2" fmla="*/ 355074 w 577820"/>
              <a:gd name="connsiteY2" fmla="*/ 278360 h 2972821"/>
              <a:gd name="connsiteX3" fmla="*/ 572753 w 577820"/>
              <a:gd name="connsiteY3" fmla="*/ 540770 h 2972821"/>
              <a:gd name="connsiteX4" fmla="*/ 515380 w 577820"/>
              <a:gd name="connsiteY4" fmla="*/ 820979 h 2972821"/>
              <a:gd name="connsiteX5" fmla="*/ 508902 w 577820"/>
              <a:gd name="connsiteY5" fmla="*/ 1194651 h 2972821"/>
              <a:gd name="connsiteX6" fmla="*/ 526524 w 577820"/>
              <a:gd name="connsiteY6" fmla="*/ 1698333 h 2972821"/>
              <a:gd name="connsiteX7" fmla="*/ 541747 w 577820"/>
              <a:gd name="connsiteY7" fmla="*/ 2005647 h 2972821"/>
              <a:gd name="connsiteX8" fmla="*/ 416891 w 577820"/>
              <a:gd name="connsiteY8" fmla="*/ 2272595 h 2972821"/>
              <a:gd name="connsiteX9" fmla="*/ 207632 w 577820"/>
              <a:gd name="connsiteY9" fmla="*/ 2598195 h 2972821"/>
              <a:gd name="connsiteX10" fmla="*/ 1346 w 577820"/>
              <a:gd name="connsiteY10" fmla="*/ 2972821 h 2972821"/>
              <a:gd name="connsiteX0" fmla="*/ 0 w 578702"/>
              <a:gd name="connsiteY0" fmla="*/ 0 h 2972821"/>
              <a:gd name="connsiteX1" fmla="*/ 160331 w 578702"/>
              <a:gd name="connsiteY1" fmla="*/ 170613 h 2972821"/>
              <a:gd name="connsiteX2" fmla="*/ 355074 w 578702"/>
              <a:gd name="connsiteY2" fmla="*/ 278360 h 2972821"/>
              <a:gd name="connsiteX3" fmla="*/ 572753 w 578702"/>
              <a:gd name="connsiteY3" fmla="*/ 540770 h 2972821"/>
              <a:gd name="connsiteX4" fmla="*/ 523744 w 578702"/>
              <a:gd name="connsiteY4" fmla="*/ 825500 h 2972821"/>
              <a:gd name="connsiteX5" fmla="*/ 508902 w 578702"/>
              <a:gd name="connsiteY5" fmla="*/ 1194651 h 2972821"/>
              <a:gd name="connsiteX6" fmla="*/ 526524 w 578702"/>
              <a:gd name="connsiteY6" fmla="*/ 1698333 h 2972821"/>
              <a:gd name="connsiteX7" fmla="*/ 541747 w 578702"/>
              <a:gd name="connsiteY7" fmla="*/ 2005647 h 2972821"/>
              <a:gd name="connsiteX8" fmla="*/ 416891 w 578702"/>
              <a:gd name="connsiteY8" fmla="*/ 2272595 h 2972821"/>
              <a:gd name="connsiteX9" fmla="*/ 207632 w 578702"/>
              <a:gd name="connsiteY9" fmla="*/ 2598195 h 2972821"/>
              <a:gd name="connsiteX10" fmla="*/ 1346 w 578702"/>
              <a:gd name="connsiteY10" fmla="*/ 2972821 h 2972821"/>
              <a:gd name="connsiteX0" fmla="*/ 0 w 546784"/>
              <a:gd name="connsiteY0" fmla="*/ 0 h 2972821"/>
              <a:gd name="connsiteX1" fmla="*/ 160331 w 546784"/>
              <a:gd name="connsiteY1" fmla="*/ 170613 h 2972821"/>
              <a:gd name="connsiteX2" fmla="*/ 355074 w 546784"/>
              <a:gd name="connsiteY2" fmla="*/ 278360 h 2972821"/>
              <a:gd name="connsiteX3" fmla="*/ 535118 w 546784"/>
              <a:gd name="connsiteY3" fmla="*/ 545291 h 2972821"/>
              <a:gd name="connsiteX4" fmla="*/ 523744 w 546784"/>
              <a:gd name="connsiteY4" fmla="*/ 825500 h 2972821"/>
              <a:gd name="connsiteX5" fmla="*/ 508902 w 546784"/>
              <a:gd name="connsiteY5" fmla="*/ 1194651 h 2972821"/>
              <a:gd name="connsiteX6" fmla="*/ 526524 w 546784"/>
              <a:gd name="connsiteY6" fmla="*/ 1698333 h 2972821"/>
              <a:gd name="connsiteX7" fmla="*/ 541747 w 546784"/>
              <a:gd name="connsiteY7" fmla="*/ 2005647 h 2972821"/>
              <a:gd name="connsiteX8" fmla="*/ 416891 w 546784"/>
              <a:gd name="connsiteY8" fmla="*/ 2272595 h 2972821"/>
              <a:gd name="connsiteX9" fmla="*/ 207632 w 546784"/>
              <a:gd name="connsiteY9" fmla="*/ 2598195 h 2972821"/>
              <a:gd name="connsiteX10" fmla="*/ 1346 w 546784"/>
              <a:gd name="connsiteY10" fmla="*/ 2972821 h 2972821"/>
              <a:gd name="connsiteX0" fmla="*/ 158985 w 545438"/>
              <a:gd name="connsiteY0" fmla="*/ 0 h 2802208"/>
              <a:gd name="connsiteX1" fmla="*/ 353728 w 545438"/>
              <a:gd name="connsiteY1" fmla="*/ 107747 h 2802208"/>
              <a:gd name="connsiteX2" fmla="*/ 533772 w 545438"/>
              <a:gd name="connsiteY2" fmla="*/ 374678 h 2802208"/>
              <a:gd name="connsiteX3" fmla="*/ 522398 w 545438"/>
              <a:gd name="connsiteY3" fmla="*/ 654887 h 2802208"/>
              <a:gd name="connsiteX4" fmla="*/ 507556 w 545438"/>
              <a:gd name="connsiteY4" fmla="*/ 1024038 h 2802208"/>
              <a:gd name="connsiteX5" fmla="*/ 525178 w 545438"/>
              <a:gd name="connsiteY5" fmla="*/ 1527720 h 2802208"/>
              <a:gd name="connsiteX6" fmla="*/ 540401 w 545438"/>
              <a:gd name="connsiteY6" fmla="*/ 1835034 h 2802208"/>
              <a:gd name="connsiteX7" fmla="*/ 415545 w 545438"/>
              <a:gd name="connsiteY7" fmla="*/ 2101982 h 2802208"/>
              <a:gd name="connsiteX8" fmla="*/ 206286 w 545438"/>
              <a:gd name="connsiteY8" fmla="*/ 2427582 h 2802208"/>
              <a:gd name="connsiteX9" fmla="*/ 0 w 545438"/>
              <a:gd name="connsiteY9" fmla="*/ 2802208 h 2802208"/>
              <a:gd name="connsiteX0" fmla="*/ 353728 w 545438"/>
              <a:gd name="connsiteY0" fmla="*/ 0 h 2694461"/>
              <a:gd name="connsiteX1" fmla="*/ 533772 w 545438"/>
              <a:gd name="connsiteY1" fmla="*/ 266931 h 2694461"/>
              <a:gd name="connsiteX2" fmla="*/ 522398 w 545438"/>
              <a:gd name="connsiteY2" fmla="*/ 547140 h 2694461"/>
              <a:gd name="connsiteX3" fmla="*/ 507556 w 545438"/>
              <a:gd name="connsiteY3" fmla="*/ 916291 h 2694461"/>
              <a:gd name="connsiteX4" fmla="*/ 525178 w 545438"/>
              <a:gd name="connsiteY4" fmla="*/ 1419973 h 2694461"/>
              <a:gd name="connsiteX5" fmla="*/ 540401 w 545438"/>
              <a:gd name="connsiteY5" fmla="*/ 1727287 h 2694461"/>
              <a:gd name="connsiteX6" fmla="*/ 415545 w 545438"/>
              <a:gd name="connsiteY6" fmla="*/ 1994235 h 2694461"/>
              <a:gd name="connsiteX7" fmla="*/ 206286 w 545438"/>
              <a:gd name="connsiteY7" fmla="*/ 2319835 h 2694461"/>
              <a:gd name="connsiteX8" fmla="*/ 0 w 545438"/>
              <a:gd name="connsiteY8" fmla="*/ 2694461 h 2694461"/>
              <a:gd name="connsiteX0" fmla="*/ 398512 w 545438"/>
              <a:gd name="connsiteY0" fmla="*/ 0 h 2859268"/>
              <a:gd name="connsiteX1" fmla="*/ 533772 w 545438"/>
              <a:gd name="connsiteY1" fmla="*/ 431738 h 2859268"/>
              <a:gd name="connsiteX2" fmla="*/ 522398 w 545438"/>
              <a:gd name="connsiteY2" fmla="*/ 711947 h 2859268"/>
              <a:gd name="connsiteX3" fmla="*/ 507556 w 545438"/>
              <a:gd name="connsiteY3" fmla="*/ 1081098 h 2859268"/>
              <a:gd name="connsiteX4" fmla="*/ 525178 w 545438"/>
              <a:gd name="connsiteY4" fmla="*/ 1584780 h 2859268"/>
              <a:gd name="connsiteX5" fmla="*/ 540401 w 545438"/>
              <a:gd name="connsiteY5" fmla="*/ 1892094 h 2859268"/>
              <a:gd name="connsiteX6" fmla="*/ 415545 w 545438"/>
              <a:gd name="connsiteY6" fmla="*/ 2159042 h 2859268"/>
              <a:gd name="connsiteX7" fmla="*/ 206286 w 545438"/>
              <a:gd name="connsiteY7" fmla="*/ 2484642 h 2859268"/>
              <a:gd name="connsiteX8" fmla="*/ 0 w 545438"/>
              <a:gd name="connsiteY8" fmla="*/ 2859268 h 2859268"/>
              <a:gd name="connsiteX0" fmla="*/ 398512 w 611508"/>
              <a:gd name="connsiteY0" fmla="*/ 0 h 2859268"/>
              <a:gd name="connsiteX1" fmla="*/ 608944 w 611508"/>
              <a:gd name="connsiteY1" fmla="*/ 373747 h 2859268"/>
              <a:gd name="connsiteX2" fmla="*/ 522398 w 611508"/>
              <a:gd name="connsiteY2" fmla="*/ 711947 h 2859268"/>
              <a:gd name="connsiteX3" fmla="*/ 507556 w 611508"/>
              <a:gd name="connsiteY3" fmla="*/ 1081098 h 2859268"/>
              <a:gd name="connsiteX4" fmla="*/ 525178 w 611508"/>
              <a:gd name="connsiteY4" fmla="*/ 1584780 h 2859268"/>
              <a:gd name="connsiteX5" fmla="*/ 540401 w 611508"/>
              <a:gd name="connsiteY5" fmla="*/ 1892094 h 2859268"/>
              <a:gd name="connsiteX6" fmla="*/ 415545 w 611508"/>
              <a:gd name="connsiteY6" fmla="*/ 2159042 h 2859268"/>
              <a:gd name="connsiteX7" fmla="*/ 206286 w 611508"/>
              <a:gd name="connsiteY7" fmla="*/ 2484642 h 2859268"/>
              <a:gd name="connsiteX8" fmla="*/ 0 w 611508"/>
              <a:gd name="connsiteY8" fmla="*/ 2859268 h 2859268"/>
              <a:gd name="connsiteX0" fmla="*/ 398512 w 653890"/>
              <a:gd name="connsiteY0" fmla="*/ 0 h 2859268"/>
              <a:gd name="connsiteX1" fmla="*/ 608944 w 653890"/>
              <a:gd name="connsiteY1" fmla="*/ 373747 h 2859268"/>
              <a:gd name="connsiteX2" fmla="*/ 522398 w 653890"/>
              <a:gd name="connsiteY2" fmla="*/ 711947 h 2859268"/>
              <a:gd name="connsiteX3" fmla="*/ 507556 w 653890"/>
              <a:gd name="connsiteY3" fmla="*/ 1081098 h 2859268"/>
              <a:gd name="connsiteX4" fmla="*/ 525178 w 653890"/>
              <a:gd name="connsiteY4" fmla="*/ 1584780 h 2859268"/>
              <a:gd name="connsiteX5" fmla="*/ 652362 w 653890"/>
              <a:gd name="connsiteY5" fmla="*/ 1895146 h 2859268"/>
              <a:gd name="connsiteX6" fmla="*/ 415545 w 653890"/>
              <a:gd name="connsiteY6" fmla="*/ 2159042 h 2859268"/>
              <a:gd name="connsiteX7" fmla="*/ 206286 w 653890"/>
              <a:gd name="connsiteY7" fmla="*/ 2484642 h 2859268"/>
              <a:gd name="connsiteX8" fmla="*/ 0 w 653890"/>
              <a:gd name="connsiteY8" fmla="*/ 2859268 h 2859268"/>
              <a:gd name="connsiteX0" fmla="*/ 192226 w 447604"/>
              <a:gd name="connsiteY0" fmla="*/ 0 h 2484642"/>
              <a:gd name="connsiteX1" fmla="*/ 402658 w 447604"/>
              <a:gd name="connsiteY1" fmla="*/ 373747 h 2484642"/>
              <a:gd name="connsiteX2" fmla="*/ 316112 w 447604"/>
              <a:gd name="connsiteY2" fmla="*/ 711947 h 2484642"/>
              <a:gd name="connsiteX3" fmla="*/ 301270 w 447604"/>
              <a:gd name="connsiteY3" fmla="*/ 1081098 h 2484642"/>
              <a:gd name="connsiteX4" fmla="*/ 318892 w 447604"/>
              <a:gd name="connsiteY4" fmla="*/ 1584780 h 2484642"/>
              <a:gd name="connsiteX5" fmla="*/ 446076 w 447604"/>
              <a:gd name="connsiteY5" fmla="*/ 1895146 h 2484642"/>
              <a:gd name="connsiteX6" fmla="*/ 209259 w 447604"/>
              <a:gd name="connsiteY6" fmla="*/ 2159042 h 2484642"/>
              <a:gd name="connsiteX7" fmla="*/ 0 w 447604"/>
              <a:gd name="connsiteY7" fmla="*/ 2484642 h 2484642"/>
              <a:gd name="connsiteX0" fmla="*/ 0 w 255378"/>
              <a:gd name="connsiteY0" fmla="*/ 0 h 2159042"/>
              <a:gd name="connsiteX1" fmla="*/ 210432 w 255378"/>
              <a:gd name="connsiteY1" fmla="*/ 373747 h 2159042"/>
              <a:gd name="connsiteX2" fmla="*/ 123886 w 255378"/>
              <a:gd name="connsiteY2" fmla="*/ 711947 h 2159042"/>
              <a:gd name="connsiteX3" fmla="*/ 109044 w 255378"/>
              <a:gd name="connsiteY3" fmla="*/ 1081098 h 2159042"/>
              <a:gd name="connsiteX4" fmla="*/ 126666 w 255378"/>
              <a:gd name="connsiteY4" fmla="*/ 1584780 h 2159042"/>
              <a:gd name="connsiteX5" fmla="*/ 253850 w 255378"/>
              <a:gd name="connsiteY5" fmla="*/ 1895146 h 2159042"/>
              <a:gd name="connsiteX6" fmla="*/ 17033 w 255378"/>
              <a:gd name="connsiteY6" fmla="*/ 2159042 h 2159042"/>
              <a:gd name="connsiteX0" fmla="*/ 0 w 272977"/>
              <a:gd name="connsiteY0" fmla="*/ 0 h 2036346"/>
              <a:gd name="connsiteX1" fmla="*/ 228031 w 272977"/>
              <a:gd name="connsiteY1" fmla="*/ 251051 h 2036346"/>
              <a:gd name="connsiteX2" fmla="*/ 141485 w 272977"/>
              <a:gd name="connsiteY2" fmla="*/ 589251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41485 w 272977"/>
              <a:gd name="connsiteY2" fmla="*/ 589251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29301 w 272977"/>
              <a:gd name="connsiteY2" fmla="*/ 578917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2977"/>
              <a:gd name="connsiteY0" fmla="*/ 0 h 2036346"/>
              <a:gd name="connsiteX1" fmla="*/ 230738 w 272977"/>
              <a:gd name="connsiteY1" fmla="*/ 279464 h 2036346"/>
              <a:gd name="connsiteX2" fmla="*/ 129301 w 272977"/>
              <a:gd name="connsiteY2" fmla="*/ 578917 h 2036346"/>
              <a:gd name="connsiteX3" fmla="*/ 126643 w 272977"/>
              <a:gd name="connsiteY3" fmla="*/ 958402 h 2036346"/>
              <a:gd name="connsiteX4" fmla="*/ 144265 w 272977"/>
              <a:gd name="connsiteY4" fmla="*/ 1462084 h 2036346"/>
              <a:gd name="connsiteX5" fmla="*/ 271449 w 272977"/>
              <a:gd name="connsiteY5" fmla="*/ 1772450 h 2036346"/>
              <a:gd name="connsiteX6" fmla="*/ 34632 w 272977"/>
              <a:gd name="connsiteY6" fmla="*/ 2036346 h 2036346"/>
              <a:gd name="connsiteX0" fmla="*/ 0 w 273590"/>
              <a:gd name="connsiteY0" fmla="*/ 0 h 2036346"/>
              <a:gd name="connsiteX1" fmla="*/ 230738 w 273590"/>
              <a:gd name="connsiteY1" fmla="*/ 279464 h 2036346"/>
              <a:gd name="connsiteX2" fmla="*/ 129301 w 273590"/>
              <a:gd name="connsiteY2" fmla="*/ 578917 h 2036346"/>
              <a:gd name="connsiteX3" fmla="*/ 126643 w 273590"/>
              <a:gd name="connsiteY3" fmla="*/ 958402 h 2036346"/>
              <a:gd name="connsiteX4" fmla="*/ 144265 w 273590"/>
              <a:gd name="connsiteY4" fmla="*/ 1462084 h 2036346"/>
              <a:gd name="connsiteX5" fmla="*/ 271449 w 273590"/>
              <a:gd name="connsiteY5" fmla="*/ 1772450 h 2036346"/>
              <a:gd name="connsiteX6" fmla="*/ 34632 w 273590"/>
              <a:gd name="connsiteY6" fmla="*/ 2036346 h 2036346"/>
              <a:gd name="connsiteX0" fmla="*/ 0 w 274725"/>
              <a:gd name="connsiteY0" fmla="*/ 0 h 2131921"/>
              <a:gd name="connsiteX1" fmla="*/ 230738 w 274725"/>
              <a:gd name="connsiteY1" fmla="*/ 279464 h 2131921"/>
              <a:gd name="connsiteX2" fmla="*/ 129301 w 274725"/>
              <a:gd name="connsiteY2" fmla="*/ 578917 h 2131921"/>
              <a:gd name="connsiteX3" fmla="*/ 126643 w 274725"/>
              <a:gd name="connsiteY3" fmla="*/ 958402 h 2131921"/>
              <a:gd name="connsiteX4" fmla="*/ 144265 w 274725"/>
              <a:gd name="connsiteY4" fmla="*/ 1462084 h 2131921"/>
              <a:gd name="connsiteX5" fmla="*/ 271449 w 274725"/>
              <a:gd name="connsiteY5" fmla="*/ 1772450 h 2131921"/>
              <a:gd name="connsiteX6" fmla="*/ 4851 w 274725"/>
              <a:gd name="connsiteY6" fmla="*/ 2131921 h 2131921"/>
              <a:gd name="connsiteX0" fmla="*/ 0 w 317202"/>
              <a:gd name="connsiteY0" fmla="*/ 0 h 2131921"/>
              <a:gd name="connsiteX1" fmla="*/ 230738 w 317202"/>
              <a:gd name="connsiteY1" fmla="*/ 279464 h 2131921"/>
              <a:gd name="connsiteX2" fmla="*/ 129301 w 317202"/>
              <a:gd name="connsiteY2" fmla="*/ 578917 h 2131921"/>
              <a:gd name="connsiteX3" fmla="*/ 126643 w 317202"/>
              <a:gd name="connsiteY3" fmla="*/ 958402 h 2131921"/>
              <a:gd name="connsiteX4" fmla="*/ 144265 w 317202"/>
              <a:gd name="connsiteY4" fmla="*/ 1462084 h 2131921"/>
              <a:gd name="connsiteX5" fmla="*/ 314770 w 317202"/>
              <a:gd name="connsiteY5" fmla="*/ 1772450 h 2131921"/>
              <a:gd name="connsiteX6" fmla="*/ 4851 w 317202"/>
              <a:gd name="connsiteY6" fmla="*/ 2131921 h 2131921"/>
              <a:gd name="connsiteX0" fmla="*/ 0 w 318687"/>
              <a:gd name="connsiteY0" fmla="*/ 0 h 2131921"/>
              <a:gd name="connsiteX1" fmla="*/ 230738 w 318687"/>
              <a:gd name="connsiteY1" fmla="*/ 279464 h 2131921"/>
              <a:gd name="connsiteX2" fmla="*/ 129301 w 318687"/>
              <a:gd name="connsiteY2" fmla="*/ 578917 h 2131921"/>
              <a:gd name="connsiteX3" fmla="*/ 126643 w 318687"/>
              <a:gd name="connsiteY3" fmla="*/ 958402 h 2131921"/>
              <a:gd name="connsiteX4" fmla="*/ 171340 w 318687"/>
              <a:gd name="connsiteY4" fmla="*/ 1407839 h 2131921"/>
              <a:gd name="connsiteX5" fmla="*/ 314770 w 318687"/>
              <a:gd name="connsiteY5" fmla="*/ 1772450 h 2131921"/>
              <a:gd name="connsiteX6" fmla="*/ 4851 w 318687"/>
              <a:gd name="connsiteY6"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26643 w 344187"/>
              <a:gd name="connsiteY3" fmla="*/ 958402 h 2131921"/>
              <a:gd name="connsiteX4" fmla="*/ 171340 w 344187"/>
              <a:gd name="connsiteY4" fmla="*/ 1407839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26643 w 344187"/>
              <a:gd name="connsiteY3" fmla="*/ 958402 h 2131921"/>
              <a:gd name="connsiteX4" fmla="*/ 138853 w 344187"/>
              <a:gd name="connsiteY4" fmla="*/ 1325178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4187"/>
              <a:gd name="connsiteY0" fmla="*/ 0 h 2131921"/>
              <a:gd name="connsiteX1" fmla="*/ 230738 w 344187"/>
              <a:gd name="connsiteY1" fmla="*/ 279464 h 2131921"/>
              <a:gd name="connsiteX2" fmla="*/ 129301 w 344187"/>
              <a:gd name="connsiteY2" fmla="*/ 578917 h 2131921"/>
              <a:gd name="connsiteX3" fmla="*/ 160488 w 344187"/>
              <a:gd name="connsiteY3" fmla="*/ 975192 h 2131921"/>
              <a:gd name="connsiteX4" fmla="*/ 138853 w 344187"/>
              <a:gd name="connsiteY4" fmla="*/ 1325178 h 2131921"/>
              <a:gd name="connsiteX5" fmla="*/ 315180 w 344187"/>
              <a:gd name="connsiteY5" fmla="*/ 1487903 h 2131921"/>
              <a:gd name="connsiteX6" fmla="*/ 314770 w 344187"/>
              <a:gd name="connsiteY6" fmla="*/ 1772450 h 2131921"/>
              <a:gd name="connsiteX7" fmla="*/ 4851 w 344187"/>
              <a:gd name="connsiteY7" fmla="*/ 2131921 h 2131921"/>
              <a:gd name="connsiteX0" fmla="*/ 0 w 343516"/>
              <a:gd name="connsiteY0" fmla="*/ 0 h 2010513"/>
              <a:gd name="connsiteX1" fmla="*/ 230738 w 343516"/>
              <a:gd name="connsiteY1" fmla="*/ 279464 h 2010513"/>
              <a:gd name="connsiteX2" fmla="*/ 129301 w 343516"/>
              <a:gd name="connsiteY2" fmla="*/ 578917 h 2010513"/>
              <a:gd name="connsiteX3" fmla="*/ 160488 w 343516"/>
              <a:gd name="connsiteY3" fmla="*/ 975192 h 2010513"/>
              <a:gd name="connsiteX4" fmla="*/ 138853 w 343516"/>
              <a:gd name="connsiteY4" fmla="*/ 1325178 h 2010513"/>
              <a:gd name="connsiteX5" fmla="*/ 315180 w 343516"/>
              <a:gd name="connsiteY5" fmla="*/ 1487903 h 2010513"/>
              <a:gd name="connsiteX6" fmla="*/ 314770 w 343516"/>
              <a:gd name="connsiteY6" fmla="*/ 1772450 h 2010513"/>
              <a:gd name="connsiteX7" fmla="*/ 14329 w 343516"/>
              <a:gd name="connsiteY7" fmla="*/ 2010513 h 2010513"/>
              <a:gd name="connsiteX0" fmla="*/ 216409 w 329187"/>
              <a:gd name="connsiteY0" fmla="*/ 0 h 1731049"/>
              <a:gd name="connsiteX1" fmla="*/ 114972 w 329187"/>
              <a:gd name="connsiteY1" fmla="*/ 299453 h 1731049"/>
              <a:gd name="connsiteX2" fmla="*/ 146159 w 329187"/>
              <a:gd name="connsiteY2" fmla="*/ 695728 h 1731049"/>
              <a:gd name="connsiteX3" fmla="*/ 124524 w 329187"/>
              <a:gd name="connsiteY3" fmla="*/ 1045714 h 1731049"/>
              <a:gd name="connsiteX4" fmla="*/ 300851 w 329187"/>
              <a:gd name="connsiteY4" fmla="*/ 1208439 h 1731049"/>
              <a:gd name="connsiteX5" fmla="*/ 300441 w 329187"/>
              <a:gd name="connsiteY5" fmla="*/ 1492986 h 1731049"/>
              <a:gd name="connsiteX6" fmla="*/ 0 w 329187"/>
              <a:gd name="connsiteY6" fmla="*/ 1731049 h 1731049"/>
              <a:gd name="connsiteX0" fmla="*/ 114972 w 329187"/>
              <a:gd name="connsiteY0" fmla="*/ 0 h 1431596"/>
              <a:gd name="connsiteX1" fmla="*/ 146159 w 329187"/>
              <a:gd name="connsiteY1" fmla="*/ 396275 h 1431596"/>
              <a:gd name="connsiteX2" fmla="*/ 124524 w 329187"/>
              <a:gd name="connsiteY2" fmla="*/ 746261 h 1431596"/>
              <a:gd name="connsiteX3" fmla="*/ 300851 w 329187"/>
              <a:gd name="connsiteY3" fmla="*/ 908986 h 1431596"/>
              <a:gd name="connsiteX4" fmla="*/ 300441 w 329187"/>
              <a:gd name="connsiteY4" fmla="*/ 1193533 h 1431596"/>
              <a:gd name="connsiteX5" fmla="*/ 0 w 329187"/>
              <a:gd name="connsiteY5" fmla="*/ 1431596 h 1431596"/>
              <a:gd name="connsiteX0" fmla="*/ 114972 w 329187"/>
              <a:gd name="connsiteY0" fmla="*/ 0 h 1431596"/>
              <a:gd name="connsiteX1" fmla="*/ 146159 w 329187"/>
              <a:gd name="connsiteY1" fmla="*/ 396275 h 1431596"/>
              <a:gd name="connsiteX2" fmla="*/ 200896 w 329187"/>
              <a:gd name="connsiteY2" fmla="*/ 645869 h 1431596"/>
              <a:gd name="connsiteX3" fmla="*/ 300851 w 329187"/>
              <a:gd name="connsiteY3" fmla="*/ 908986 h 1431596"/>
              <a:gd name="connsiteX4" fmla="*/ 300441 w 329187"/>
              <a:gd name="connsiteY4" fmla="*/ 1193533 h 1431596"/>
              <a:gd name="connsiteX5" fmla="*/ 0 w 329187"/>
              <a:gd name="connsiteY5" fmla="*/ 1431596 h 1431596"/>
              <a:gd name="connsiteX0" fmla="*/ 146159 w 329187"/>
              <a:gd name="connsiteY0" fmla="*/ 0 h 1035321"/>
              <a:gd name="connsiteX1" fmla="*/ 200896 w 329187"/>
              <a:gd name="connsiteY1" fmla="*/ 249594 h 1035321"/>
              <a:gd name="connsiteX2" fmla="*/ 300851 w 329187"/>
              <a:gd name="connsiteY2" fmla="*/ 512711 h 1035321"/>
              <a:gd name="connsiteX3" fmla="*/ 300441 w 329187"/>
              <a:gd name="connsiteY3" fmla="*/ 797258 h 1035321"/>
              <a:gd name="connsiteX4" fmla="*/ 0 w 329187"/>
              <a:gd name="connsiteY4" fmla="*/ 1035321 h 1035321"/>
              <a:gd name="connsiteX0" fmla="*/ 107125 w 329187"/>
              <a:gd name="connsiteY0" fmla="*/ 0 h 1041798"/>
              <a:gd name="connsiteX1" fmla="*/ 200896 w 329187"/>
              <a:gd name="connsiteY1" fmla="*/ 256071 h 1041798"/>
              <a:gd name="connsiteX2" fmla="*/ 300851 w 329187"/>
              <a:gd name="connsiteY2" fmla="*/ 519188 h 1041798"/>
              <a:gd name="connsiteX3" fmla="*/ 300441 w 329187"/>
              <a:gd name="connsiteY3" fmla="*/ 803735 h 1041798"/>
              <a:gd name="connsiteX4" fmla="*/ 0 w 329187"/>
              <a:gd name="connsiteY4" fmla="*/ 1041798 h 1041798"/>
              <a:gd name="connsiteX0" fmla="*/ 107125 w 329187"/>
              <a:gd name="connsiteY0" fmla="*/ 0 h 1041798"/>
              <a:gd name="connsiteX1" fmla="*/ 200896 w 329187"/>
              <a:gd name="connsiteY1" fmla="*/ 256071 h 1041798"/>
              <a:gd name="connsiteX2" fmla="*/ 300851 w 329187"/>
              <a:gd name="connsiteY2" fmla="*/ 519188 h 1041798"/>
              <a:gd name="connsiteX3" fmla="*/ 300441 w 329187"/>
              <a:gd name="connsiteY3" fmla="*/ 803735 h 1041798"/>
              <a:gd name="connsiteX4" fmla="*/ 0 w 329187"/>
              <a:gd name="connsiteY4" fmla="*/ 1041798 h 1041798"/>
              <a:gd name="connsiteX0" fmla="*/ 107125 w 343287"/>
              <a:gd name="connsiteY0" fmla="*/ 0 h 1041798"/>
              <a:gd name="connsiteX1" fmla="*/ 200896 w 343287"/>
              <a:gd name="connsiteY1" fmla="*/ 256071 h 1041798"/>
              <a:gd name="connsiteX2" fmla="*/ 326309 w 343287"/>
              <a:gd name="connsiteY2" fmla="*/ 514330 h 1041798"/>
              <a:gd name="connsiteX3" fmla="*/ 300441 w 343287"/>
              <a:gd name="connsiteY3" fmla="*/ 803735 h 1041798"/>
              <a:gd name="connsiteX4" fmla="*/ 0 w 343287"/>
              <a:gd name="connsiteY4" fmla="*/ 1041798 h 1041798"/>
              <a:gd name="connsiteX0" fmla="*/ 17178 w 249095"/>
              <a:gd name="connsiteY0" fmla="*/ 0 h 944648"/>
              <a:gd name="connsiteX1" fmla="*/ 110949 w 249095"/>
              <a:gd name="connsiteY1" fmla="*/ 256071 h 944648"/>
              <a:gd name="connsiteX2" fmla="*/ 236362 w 249095"/>
              <a:gd name="connsiteY2" fmla="*/ 514330 h 944648"/>
              <a:gd name="connsiteX3" fmla="*/ 210494 w 249095"/>
              <a:gd name="connsiteY3" fmla="*/ 803735 h 944648"/>
              <a:gd name="connsiteX4" fmla="*/ 0 w 249095"/>
              <a:gd name="connsiteY4" fmla="*/ 944648 h 944648"/>
              <a:gd name="connsiteX0" fmla="*/ 205 w 231443"/>
              <a:gd name="connsiteY0" fmla="*/ 0 h 930075"/>
              <a:gd name="connsiteX1" fmla="*/ 93976 w 231443"/>
              <a:gd name="connsiteY1" fmla="*/ 256071 h 930075"/>
              <a:gd name="connsiteX2" fmla="*/ 219389 w 231443"/>
              <a:gd name="connsiteY2" fmla="*/ 514330 h 930075"/>
              <a:gd name="connsiteX3" fmla="*/ 193521 w 231443"/>
              <a:gd name="connsiteY3" fmla="*/ 803735 h 930075"/>
              <a:gd name="connsiteX4" fmla="*/ 0 w 231443"/>
              <a:gd name="connsiteY4" fmla="*/ 930075 h 930075"/>
              <a:gd name="connsiteX0" fmla="*/ 205 w 228191"/>
              <a:gd name="connsiteY0" fmla="*/ 0 h 930075"/>
              <a:gd name="connsiteX1" fmla="*/ 93976 w 228191"/>
              <a:gd name="connsiteY1" fmla="*/ 256071 h 930075"/>
              <a:gd name="connsiteX2" fmla="*/ 219389 w 228191"/>
              <a:gd name="connsiteY2" fmla="*/ 514330 h 930075"/>
              <a:gd name="connsiteX3" fmla="*/ 178248 w 228191"/>
              <a:gd name="connsiteY3" fmla="*/ 740587 h 930075"/>
              <a:gd name="connsiteX4" fmla="*/ 0 w 228191"/>
              <a:gd name="connsiteY4" fmla="*/ 930075 h 930075"/>
              <a:gd name="connsiteX0" fmla="*/ 3598 w 228191"/>
              <a:gd name="connsiteY0" fmla="*/ 0 h 805400"/>
              <a:gd name="connsiteX1" fmla="*/ 93976 w 228191"/>
              <a:gd name="connsiteY1" fmla="*/ 131396 h 805400"/>
              <a:gd name="connsiteX2" fmla="*/ 219389 w 228191"/>
              <a:gd name="connsiteY2" fmla="*/ 389655 h 805400"/>
              <a:gd name="connsiteX3" fmla="*/ 178248 w 228191"/>
              <a:gd name="connsiteY3" fmla="*/ 615912 h 805400"/>
              <a:gd name="connsiteX4" fmla="*/ 0 w 228191"/>
              <a:gd name="connsiteY4" fmla="*/ 805400 h 805400"/>
              <a:gd name="connsiteX0" fmla="*/ 3598 w 228191"/>
              <a:gd name="connsiteY0" fmla="*/ 0 h 805400"/>
              <a:gd name="connsiteX1" fmla="*/ 110949 w 228191"/>
              <a:gd name="connsiteY1" fmla="*/ 179969 h 805400"/>
              <a:gd name="connsiteX2" fmla="*/ 219389 w 228191"/>
              <a:gd name="connsiteY2" fmla="*/ 389655 h 805400"/>
              <a:gd name="connsiteX3" fmla="*/ 178248 w 228191"/>
              <a:gd name="connsiteY3" fmla="*/ 615912 h 805400"/>
              <a:gd name="connsiteX4" fmla="*/ 0 w 228191"/>
              <a:gd name="connsiteY4" fmla="*/ 805400 h 805400"/>
              <a:gd name="connsiteX0" fmla="*/ 3598 w 228191"/>
              <a:gd name="connsiteY0" fmla="*/ 0 h 805400"/>
              <a:gd name="connsiteX1" fmla="*/ 110949 w 228191"/>
              <a:gd name="connsiteY1" fmla="*/ 179969 h 805400"/>
              <a:gd name="connsiteX2" fmla="*/ 219389 w 228191"/>
              <a:gd name="connsiteY2" fmla="*/ 389655 h 805400"/>
              <a:gd name="connsiteX3" fmla="*/ 178248 w 228191"/>
              <a:gd name="connsiteY3" fmla="*/ 615912 h 805400"/>
              <a:gd name="connsiteX4" fmla="*/ 0 w 228191"/>
              <a:gd name="connsiteY4" fmla="*/ 805400 h 805400"/>
              <a:gd name="connsiteX0" fmla="*/ 3598 w 228191"/>
              <a:gd name="connsiteY0" fmla="*/ 0 h 805400"/>
              <a:gd name="connsiteX1" fmla="*/ 110949 w 228191"/>
              <a:gd name="connsiteY1" fmla="*/ 179969 h 805400"/>
              <a:gd name="connsiteX2" fmla="*/ 219389 w 228191"/>
              <a:gd name="connsiteY2" fmla="*/ 389655 h 805400"/>
              <a:gd name="connsiteX3" fmla="*/ 178248 w 228191"/>
              <a:gd name="connsiteY3" fmla="*/ 615912 h 805400"/>
              <a:gd name="connsiteX4" fmla="*/ 0 w 228191"/>
              <a:gd name="connsiteY4" fmla="*/ 805400 h 805400"/>
              <a:gd name="connsiteX0" fmla="*/ 1900 w 228191"/>
              <a:gd name="connsiteY0" fmla="*/ 0 h 714728"/>
              <a:gd name="connsiteX1" fmla="*/ 110949 w 228191"/>
              <a:gd name="connsiteY1" fmla="*/ 89297 h 714728"/>
              <a:gd name="connsiteX2" fmla="*/ 219389 w 228191"/>
              <a:gd name="connsiteY2" fmla="*/ 298983 h 714728"/>
              <a:gd name="connsiteX3" fmla="*/ 178248 w 228191"/>
              <a:gd name="connsiteY3" fmla="*/ 525240 h 714728"/>
              <a:gd name="connsiteX4" fmla="*/ 0 w 228191"/>
              <a:gd name="connsiteY4" fmla="*/ 714728 h 714728"/>
              <a:gd name="connsiteX0" fmla="*/ 1900 w 228191"/>
              <a:gd name="connsiteY0" fmla="*/ 0 h 714728"/>
              <a:gd name="connsiteX1" fmla="*/ 110949 w 228191"/>
              <a:gd name="connsiteY1" fmla="*/ 89297 h 714728"/>
              <a:gd name="connsiteX2" fmla="*/ 219389 w 228191"/>
              <a:gd name="connsiteY2" fmla="*/ 298983 h 714728"/>
              <a:gd name="connsiteX3" fmla="*/ 178248 w 228191"/>
              <a:gd name="connsiteY3" fmla="*/ 525240 h 714728"/>
              <a:gd name="connsiteX4" fmla="*/ 0 w 228191"/>
              <a:gd name="connsiteY4" fmla="*/ 714728 h 714728"/>
              <a:gd name="connsiteX0" fmla="*/ 0 w 226128"/>
              <a:gd name="connsiteY0" fmla="*/ 0 h 672629"/>
              <a:gd name="connsiteX1" fmla="*/ 109049 w 226128"/>
              <a:gd name="connsiteY1" fmla="*/ 89297 h 672629"/>
              <a:gd name="connsiteX2" fmla="*/ 217489 w 226128"/>
              <a:gd name="connsiteY2" fmla="*/ 298983 h 672629"/>
              <a:gd name="connsiteX3" fmla="*/ 176348 w 226128"/>
              <a:gd name="connsiteY3" fmla="*/ 525240 h 672629"/>
              <a:gd name="connsiteX4" fmla="*/ 4888 w 226128"/>
              <a:gd name="connsiteY4" fmla="*/ 672629 h 672629"/>
              <a:gd name="connsiteX0" fmla="*/ 0 w 226128"/>
              <a:gd name="connsiteY0" fmla="*/ 0 h 672629"/>
              <a:gd name="connsiteX1" fmla="*/ 109049 w 226128"/>
              <a:gd name="connsiteY1" fmla="*/ 89297 h 672629"/>
              <a:gd name="connsiteX2" fmla="*/ 217489 w 226128"/>
              <a:gd name="connsiteY2" fmla="*/ 298983 h 672629"/>
              <a:gd name="connsiteX3" fmla="*/ 176348 w 226128"/>
              <a:gd name="connsiteY3" fmla="*/ 525240 h 672629"/>
              <a:gd name="connsiteX4" fmla="*/ 4888 w 226128"/>
              <a:gd name="connsiteY4" fmla="*/ 672629 h 672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128" h="672629">
                <a:moveTo>
                  <a:pt x="0" y="0"/>
                </a:moveTo>
                <a:cubicBezTo>
                  <a:pt x="37813" y="33723"/>
                  <a:pt x="73886" y="21606"/>
                  <a:pt x="109049" y="89297"/>
                </a:cubicBezTo>
                <a:cubicBezTo>
                  <a:pt x="152500" y="153127"/>
                  <a:pt x="193584" y="238215"/>
                  <a:pt x="217489" y="298983"/>
                </a:cubicBezTo>
                <a:cubicBezTo>
                  <a:pt x="241394" y="359751"/>
                  <a:pt x="211781" y="462966"/>
                  <a:pt x="176348" y="525240"/>
                </a:cubicBezTo>
                <a:cubicBezTo>
                  <a:pt x="140915" y="587514"/>
                  <a:pt x="92811" y="616479"/>
                  <a:pt x="4888" y="67262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8" name="Picture Placeholder 7">
            <a:extLst>
              <a:ext uri="{FF2B5EF4-FFF2-40B4-BE49-F238E27FC236}">
                <a16:creationId xmlns:a16="http://schemas.microsoft.com/office/drawing/2014/main" id="{98AFDFBB-EC0C-5AEC-7097-54CF80B3B63E}"/>
              </a:ext>
            </a:extLst>
          </p:cNvPr>
          <p:cNvSpPr>
            <a:spLocks noGrp="1"/>
          </p:cNvSpPr>
          <p:nvPr>
            <p:ph type="pic" sz="quarter" idx="13"/>
          </p:nvPr>
        </p:nvSpPr>
        <p:spPr>
          <a:xfrm>
            <a:off x="0" y="1485082"/>
            <a:ext cx="12192000" cy="5372918"/>
          </a:xfrm>
        </p:spPr>
        <p:txBody>
          <a:bodyPr/>
          <a:lstStyle/>
          <a:p>
            <a:r>
              <a:rPr lang="en-US"/>
              <a:t>Click icon to add picture</a:t>
            </a:r>
          </a:p>
        </p:txBody>
      </p:sp>
      <p:grpSp>
        <p:nvGrpSpPr>
          <p:cNvPr id="7" name="Group 6">
            <a:extLst>
              <a:ext uri="{FF2B5EF4-FFF2-40B4-BE49-F238E27FC236}">
                <a16:creationId xmlns:a16="http://schemas.microsoft.com/office/drawing/2014/main" id="{93C53496-5A63-C12C-E2D8-8EDE380D0A0D}"/>
              </a:ext>
            </a:extLst>
          </p:cNvPr>
          <p:cNvGrpSpPr/>
          <p:nvPr userDrawn="1"/>
        </p:nvGrpSpPr>
        <p:grpSpPr>
          <a:xfrm>
            <a:off x="10717175" y="329386"/>
            <a:ext cx="1159651" cy="339792"/>
            <a:chOff x="10717175" y="6292721"/>
            <a:chExt cx="1159651" cy="339792"/>
          </a:xfrm>
        </p:grpSpPr>
        <p:sp>
          <p:nvSpPr>
            <p:cNvPr id="9" name="Freeform 24">
              <a:extLst>
                <a:ext uri="{FF2B5EF4-FFF2-40B4-BE49-F238E27FC236}">
                  <a16:creationId xmlns:a16="http://schemas.microsoft.com/office/drawing/2014/main" id="{844E5C53-BBB4-9629-244B-48374BDA62EB}"/>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10" name="Freeform 25">
              <a:extLst>
                <a:ext uri="{FF2B5EF4-FFF2-40B4-BE49-F238E27FC236}">
                  <a16:creationId xmlns:a16="http://schemas.microsoft.com/office/drawing/2014/main" id="{F7B2AACE-13C4-B72C-D1AC-B83D146B21D7}"/>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11" name="Freeform 26">
              <a:extLst>
                <a:ext uri="{FF2B5EF4-FFF2-40B4-BE49-F238E27FC236}">
                  <a16:creationId xmlns:a16="http://schemas.microsoft.com/office/drawing/2014/main" id="{AC814FB7-8F76-6273-1A8B-2CF8E4250B89}"/>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12" name="Freeform 27">
              <a:extLst>
                <a:ext uri="{FF2B5EF4-FFF2-40B4-BE49-F238E27FC236}">
                  <a16:creationId xmlns:a16="http://schemas.microsoft.com/office/drawing/2014/main" id="{65D454E4-87C4-505B-DB0C-942CEA47E9D8}"/>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13" name="Freeform 28">
              <a:extLst>
                <a:ext uri="{FF2B5EF4-FFF2-40B4-BE49-F238E27FC236}">
                  <a16:creationId xmlns:a16="http://schemas.microsoft.com/office/drawing/2014/main" id="{AA13358A-639B-B6E0-5E2A-3662FB788B29}"/>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14" name="Freeform 29">
              <a:extLst>
                <a:ext uri="{FF2B5EF4-FFF2-40B4-BE49-F238E27FC236}">
                  <a16:creationId xmlns:a16="http://schemas.microsoft.com/office/drawing/2014/main" id="{8851D81C-01BD-164B-CC74-C5D97C221CBF}"/>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5" name="Freeform 30">
              <a:extLst>
                <a:ext uri="{FF2B5EF4-FFF2-40B4-BE49-F238E27FC236}">
                  <a16:creationId xmlns:a16="http://schemas.microsoft.com/office/drawing/2014/main" id="{56EBE6E5-72D8-7C0E-312F-81957249E134}"/>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6" name="Freeform 31">
              <a:extLst>
                <a:ext uri="{FF2B5EF4-FFF2-40B4-BE49-F238E27FC236}">
                  <a16:creationId xmlns:a16="http://schemas.microsoft.com/office/drawing/2014/main" id="{FB34CE13-5771-111E-E3D5-E1D0FAB9B867}"/>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7" name="Freeform 32">
              <a:extLst>
                <a:ext uri="{FF2B5EF4-FFF2-40B4-BE49-F238E27FC236}">
                  <a16:creationId xmlns:a16="http://schemas.microsoft.com/office/drawing/2014/main" id="{94D2CFF6-1870-7EF9-F285-4A0BCCC00433}"/>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8" name="Group 17">
              <a:extLst>
                <a:ext uri="{FF2B5EF4-FFF2-40B4-BE49-F238E27FC236}">
                  <a16:creationId xmlns:a16="http://schemas.microsoft.com/office/drawing/2014/main" id="{094ECE4F-D3A6-3767-4875-6492CC301BB2}"/>
                </a:ext>
              </a:extLst>
            </p:cNvPr>
            <p:cNvGrpSpPr/>
            <p:nvPr userDrawn="1"/>
          </p:nvGrpSpPr>
          <p:grpSpPr>
            <a:xfrm>
              <a:off x="10717905" y="6554391"/>
              <a:ext cx="1158921" cy="78122"/>
              <a:chOff x="10717904" y="6548918"/>
              <a:chExt cx="1248337" cy="84149"/>
            </a:xfrm>
          </p:grpSpPr>
          <p:grpSp>
            <p:nvGrpSpPr>
              <p:cNvPr id="19" name="Group 18">
                <a:extLst>
                  <a:ext uri="{FF2B5EF4-FFF2-40B4-BE49-F238E27FC236}">
                    <a16:creationId xmlns:a16="http://schemas.microsoft.com/office/drawing/2014/main" id="{B30D6C58-0786-AD20-42ED-E323492A1FDB}"/>
                  </a:ext>
                </a:extLst>
              </p:cNvPr>
              <p:cNvGrpSpPr/>
              <p:nvPr userDrawn="1"/>
            </p:nvGrpSpPr>
            <p:grpSpPr>
              <a:xfrm>
                <a:off x="11365302" y="6551088"/>
                <a:ext cx="491266" cy="81979"/>
                <a:chOff x="10719494" y="6551088"/>
                <a:chExt cx="491266" cy="81979"/>
              </a:xfrm>
            </p:grpSpPr>
            <p:sp>
              <p:nvSpPr>
                <p:cNvPr id="26" name="Freeform 33">
                  <a:extLst>
                    <a:ext uri="{FF2B5EF4-FFF2-40B4-BE49-F238E27FC236}">
                      <a16:creationId xmlns:a16="http://schemas.microsoft.com/office/drawing/2014/main" id="{8123704E-5E61-9B5C-C3FE-D9BAAD631EAD}"/>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27" name="Freeform 34">
                  <a:extLst>
                    <a:ext uri="{FF2B5EF4-FFF2-40B4-BE49-F238E27FC236}">
                      <a16:creationId xmlns:a16="http://schemas.microsoft.com/office/drawing/2014/main" id="{DCF0963B-DCD6-DD4A-7DA6-0C8954249919}"/>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48" name="Freeform 35">
                  <a:extLst>
                    <a:ext uri="{FF2B5EF4-FFF2-40B4-BE49-F238E27FC236}">
                      <a16:creationId xmlns:a16="http://schemas.microsoft.com/office/drawing/2014/main" id="{39CB670A-FDCE-E071-2508-5041A532A483}"/>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53" name="Freeform 36">
                  <a:extLst>
                    <a:ext uri="{FF2B5EF4-FFF2-40B4-BE49-F238E27FC236}">
                      <a16:creationId xmlns:a16="http://schemas.microsoft.com/office/drawing/2014/main" id="{6753DA1D-7AEC-9758-2B92-36D061511A3E}"/>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56" name="Freeform 37">
                  <a:extLst>
                    <a:ext uri="{FF2B5EF4-FFF2-40B4-BE49-F238E27FC236}">
                      <a16:creationId xmlns:a16="http://schemas.microsoft.com/office/drawing/2014/main" id="{88DFED5D-1359-2458-5C31-25F96EC8E65E}"/>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20" name="Freeform 38">
                <a:extLst>
                  <a:ext uri="{FF2B5EF4-FFF2-40B4-BE49-F238E27FC236}">
                    <a16:creationId xmlns:a16="http://schemas.microsoft.com/office/drawing/2014/main" id="{A383430E-E2D8-3D79-F2BA-87B601CD9F32}"/>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1" name="Freeform 39">
                <a:extLst>
                  <a:ext uri="{FF2B5EF4-FFF2-40B4-BE49-F238E27FC236}">
                    <a16:creationId xmlns:a16="http://schemas.microsoft.com/office/drawing/2014/main" id="{28A9A15C-FD36-0DAE-7B31-C8CCA763696E}"/>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22" name="Freeform 40">
                <a:extLst>
                  <a:ext uri="{FF2B5EF4-FFF2-40B4-BE49-F238E27FC236}">
                    <a16:creationId xmlns:a16="http://schemas.microsoft.com/office/drawing/2014/main" id="{0499A7FD-EEDA-C8F7-E158-DF2A017C5B57}"/>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23" name="Freeform 41">
                <a:extLst>
                  <a:ext uri="{FF2B5EF4-FFF2-40B4-BE49-F238E27FC236}">
                    <a16:creationId xmlns:a16="http://schemas.microsoft.com/office/drawing/2014/main" id="{88A3E0ED-29F7-7493-C638-CB45248E833C}"/>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4" name="Freeform 42">
                <a:extLst>
                  <a:ext uri="{FF2B5EF4-FFF2-40B4-BE49-F238E27FC236}">
                    <a16:creationId xmlns:a16="http://schemas.microsoft.com/office/drawing/2014/main" id="{41BBAE86-324A-AFEB-0BBD-47CFF511A5A9}"/>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25" name="Freeform 42">
                <a:extLst>
                  <a:ext uri="{FF2B5EF4-FFF2-40B4-BE49-F238E27FC236}">
                    <a16:creationId xmlns:a16="http://schemas.microsoft.com/office/drawing/2014/main" id="{F1BEE95E-8953-ABB7-B370-B555D453DC17}"/>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4229568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 Subtitle + Photo_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55FB97-6D7F-EEF1-A830-80438B83263E}"/>
              </a:ext>
            </a:extLst>
          </p:cNvPr>
          <p:cNvSpPr>
            <a:spLocks noGrp="1"/>
          </p:cNvSpPr>
          <p:nvPr>
            <p:ph type="ctrTitle"/>
          </p:nvPr>
        </p:nvSpPr>
        <p:spPr>
          <a:xfrm>
            <a:off x="294065" y="447173"/>
            <a:ext cx="7948147" cy="545431"/>
          </a:xfrm>
        </p:spPr>
        <p:txBody>
          <a:bodyPr anchor="t">
            <a:noAutofit/>
          </a:bodyPr>
          <a:lstStyle>
            <a:lvl1pPr algn="l">
              <a:defRPr sz="4000"/>
            </a:lvl1pPr>
          </a:lstStyle>
          <a:p>
            <a:r>
              <a:rPr lang="en-US"/>
              <a:t>Click to edit Master title style</a:t>
            </a:r>
          </a:p>
        </p:txBody>
      </p:sp>
      <p:sp>
        <p:nvSpPr>
          <p:cNvPr id="3" name="Subtitle 2">
            <a:extLst>
              <a:ext uri="{FF2B5EF4-FFF2-40B4-BE49-F238E27FC236}">
                <a16:creationId xmlns:a16="http://schemas.microsoft.com/office/drawing/2014/main" id="{260F2934-7953-61F0-37BB-8D344EF73FF8}"/>
              </a:ext>
            </a:extLst>
          </p:cNvPr>
          <p:cNvSpPr>
            <a:spLocks noGrp="1"/>
          </p:cNvSpPr>
          <p:nvPr>
            <p:ph type="subTitle" idx="1"/>
          </p:nvPr>
        </p:nvSpPr>
        <p:spPr>
          <a:xfrm>
            <a:off x="8496299" y="447173"/>
            <a:ext cx="3401635" cy="545431"/>
          </a:xfrm>
        </p:spPr>
        <p:txBody>
          <a:bodyPr>
            <a:normAutofit/>
          </a:bodyPr>
          <a:lstStyle>
            <a:lvl1pPr marL="0" indent="0" algn="l">
              <a:buNone/>
              <a:defRPr sz="16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Picture Placeholder 7">
            <a:extLst>
              <a:ext uri="{FF2B5EF4-FFF2-40B4-BE49-F238E27FC236}">
                <a16:creationId xmlns:a16="http://schemas.microsoft.com/office/drawing/2014/main" id="{98AFDFBB-EC0C-5AEC-7097-54CF80B3B63E}"/>
              </a:ext>
            </a:extLst>
          </p:cNvPr>
          <p:cNvSpPr>
            <a:spLocks noGrp="1"/>
          </p:cNvSpPr>
          <p:nvPr>
            <p:ph type="pic" sz="quarter" idx="13"/>
          </p:nvPr>
        </p:nvSpPr>
        <p:spPr>
          <a:xfrm>
            <a:off x="308517" y="1340429"/>
            <a:ext cx="11578684" cy="4755570"/>
          </a:xfrm>
        </p:spPr>
        <p:txBody>
          <a:bodyPr/>
          <a:lstStyle/>
          <a:p>
            <a:r>
              <a:rPr lang="en-US"/>
              <a:t>Click icon to add picture</a:t>
            </a:r>
          </a:p>
        </p:txBody>
      </p:sp>
      <p:sp>
        <p:nvSpPr>
          <p:cNvPr id="4" name="Date Placeholder 3">
            <a:extLst>
              <a:ext uri="{FF2B5EF4-FFF2-40B4-BE49-F238E27FC236}">
                <a16:creationId xmlns:a16="http://schemas.microsoft.com/office/drawing/2014/main" id="{4D767564-6B00-46B6-DCAC-380E4F7650D6}"/>
              </a:ext>
            </a:extLst>
          </p:cNvPr>
          <p:cNvSpPr>
            <a:spLocks noGrp="1"/>
          </p:cNvSpPr>
          <p:nvPr>
            <p:ph type="dt" sz="half" idx="10"/>
          </p:nvPr>
        </p:nvSpPr>
        <p:spPr>
          <a:xfrm>
            <a:off x="5105401" y="6418800"/>
            <a:ext cx="1981200" cy="294462"/>
          </a:xfrm>
          <a:prstGeom prst="rect">
            <a:avLst/>
          </a:prstGeom>
        </p:spPr>
        <p:txBody>
          <a:bodyPr/>
          <a:lstStyle/>
          <a:p>
            <a:fld id="{1103F0BB-9FB5-4B06-8C51-ADA753B1DD26}" type="datetime1">
              <a:rPr lang="en-US" smtClean="0"/>
              <a:t>3/25/2026</a:t>
            </a:fld>
            <a:endParaRPr lang="en-US"/>
          </a:p>
        </p:txBody>
      </p:sp>
      <p:sp>
        <p:nvSpPr>
          <p:cNvPr id="5" name="Footer Placeholder 4">
            <a:extLst>
              <a:ext uri="{FF2B5EF4-FFF2-40B4-BE49-F238E27FC236}">
                <a16:creationId xmlns:a16="http://schemas.microsoft.com/office/drawing/2014/main" id="{1B8DA8CC-5815-DCE6-978B-60425A4034EE}"/>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B455D8C0-1203-5188-10F4-4A52CAD090AF}"/>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275667536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Title + Content_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3" y="326317"/>
            <a:ext cx="7972354" cy="1188584"/>
          </a:xfrm>
        </p:spPr>
        <p:txBody>
          <a:bodyPr anchor="b">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1714501" y="1828800"/>
            <a:ext cx="6551916" cy="4267200"/>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8" name="Group 7">
            <a:extLst>
              <a:ext uri="{FF2B5EF4-FFF2-40B4-BE49-F238E27FC236}">
                <a16:creationId xmlns:a16="http://schemas.microsoft.com/office/drawing/2014/main" id="{FE4BA3CB-D89A-5D1D-9684-DEAEBC03D437}"/>
              </a:ext>
            </a:extLst>
          </p:cNvPr>
          <p:cNvGrpSpPr/>
          <p:nvPr userDrawn="1"/>
        </p:nvGrpSpPr>
        <p:grpSpPr>
          <a:xfrm>
            <a:off x="8367289" y="-440170"/>
            <a:ext cx="4121083" cy="6433772"/>
            <a:chOff x="8367289" y="-475730"/>
            <a:chExt cx="4121083" cy="6734529"/>
          </a:xfrm>
        </p:grpSpPr>
        <p:sp>
          <p:nvSpPr>
            <p:cNvPr id="9" name="Freeform: Shape 8">
              <a:extLst>
                <a:ext uri="{FF2B5EF4-FFF2-40B4-BE49-F238E27FC236}">
                  <a16:creationId xmlns:a16="http://schemas.microsoft.com/office/drawing/2014/main" id="{89A8DC1A-899B-9936-9360-6B7A5E5B88DA}"/>
                </a:ext>
              </a:extLst>
            </p:cNvPr>
            <p:cNvSpPr/>
            <p:nvPr userDrawn="1"/>
          </p:nvSpPr>
          <p:spPr>
            <a:xfrm rot="5789114">
              <a:off x="7421106" y="1191533"/>
              <a:ext cx="6013449" cy="412108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883526"/>
                <a:gd name="connsiteY0" fmla="*/ 4384769 h 4389130"/>
                <a:gd name="connsiteX1" fmla="*/ 601587 w 5883526"/>
                <a:gd name="connsiteY1" fmla="*/ 3723457 h 4389130"/>
                <a:gd name="connsiteX2" fmla="*/ 1080723 w 5883526"/>
                <a:gd name="connsiteY2" fmla="*/ 3384914 h 4389130"/>
                <a:gd name="connsiteX3" fmla="*/ 1782538 w 5883526"/>
                <a:gd name="connsiteY3" fmla="*/ 2893678 h 4389130"/>
                <a:gd name="connsiteX4" fmla="*/ 2151149 w 5883526"/>
                <a:gd name="connsiteY4" fmla="*/ 2979146 h 4389130"/>
                <a:gd name="connsiteX5" fmla="*/ 2442597 w 5883526"/>
                <a:gd name="connsiteY5" fmla="*/ 3469754 h 4389130"/>
                <a:gd name="connsiteX6" fmla="*/ 2781847 w 5883526"/>
                <a:gd name="connsiteY6" fmla="*/ 3941165 h 4389130"/>
                <a:gd name="connsiteX7" fmla="*/ 2973780 w 5883526"/>
                <a:gd name="connsiteY7" fmla="*/ 4176258 h 4389130"/>
                <a:gd name="connsiteX8" fmla="*/ 3213049 w 5883526"/>
                <a:gd name="connsiteY8" fmla="*/ 4205024 h 4389130"/>
                <a:gd name="connsiteX9" fmla="*/ 3866654 w 5883526"/>
                <a:gd name="connsiteY9" fmla="*/ 4180640 h 4389130"/>
                <a:gd name="connsiteX10" fmla="*/ 4122400 w 5883526"/>
                <a:gd name="connsiteY10" fmla="*/ 4230646 h 4389130"/>
                <a:gd name="connsiteX11" fmla="*/ 4409054 w 5883526"/>
                <a:gd name="connsiteY11" fmla="*/ 3948939 h 4389130"/>
                <a:gd name="connsiteX12" fmla="*/ 4876205 w 5883526"/>
                <a:gd name="connsiteY12" fmla="*/ 3841244 h 4389130"/>
                <a:gd name="connsiteX13" fmla="*/ 5434084 w 5883526"/>
                <a:gd name="connsiteY13" fmla="*/ 3646097 h 4389130"/>
                <a:gd name="connsiteX14" fmla="*/ 5713764 w 5883526"/>
                <a:gd name="connsiteY14" fmla="*/ 3465757 h 4389130"/>
                <a:gd name="connsiteX15" fmla="*/ 5883470 w 5883526"/>
                <a:gd name="connsiteY15" fmla="*/ 2870843 h 4389130"/>
                <a:gd name="connsiteX16" fmla="*/ 5697278 w 5883526"/>
                <a:gd name="connsiteY16" fmla="*/ 1932693 h 4389130"/>
                <a:gd name="connsiteX17" fmla="*/ 5247641 w 5883526"/>
                <a:gd name="connsiteY17" fmla="*/ 1192785 h 4389130"/>
                <a:gd name="connsiteX18" fmla="*/ 5272837 w 5883526"/>
                <a:gd name="connsiteY18" fmla="*/ 428256 h 4389130"/>
                <a:gd name="connsiteX19" fmla="*/ 5737927 w 5883526"/>
                <a:gd name="connsiteY19" fmla="*/ 0 h 4389130"/>
                <a:gd name="connsiteX0" fmla="*/ 0 w 5864971"/>
                <a:gd name="connsiteY0" fmla="*/ 4889230 h 4891788"/>
                <a:gd name="connsiteX1" fmla="*/ 583032 w 5864971"/>
                <a:gd name="connsiteY1" fmla="*/ 3723457 h 4891788"/>
                <a:gd name="connsiteX2" fmla="*/ 1062168 w 5864971"/>
                <a:gd name="connsiteY2" fmla="*/ 3384914 h 4891788"/>
                <a:gd name="connsiteX3" fmla="*/ 1763983 w 5864971"/>
                <a:gd name="connsiteY3" fmla="*/ 289367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060598 w 5864971"/>
                <a:gd name="connsiteY4" fmla="*/ 3212940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663"/>
                <a:gd name="connsiteX1" fmla="*/ 583032 w 5864971"/>
                <a:gd name="connsiteY1" fmla="*/ 3723457 h 4891663"/>
                <a:gd name="connsiteX2" fmla="*/ 1182804 w 5864971"/>
                <a:gd name="connsiteY2" fmla="*/ 3702371 h 4891663"/>
                <a:gd name="connsiteX3" fmla="*/ 1674024 w 5864971"/>
                <a:gd name="connsiteY3" fmla="*/ 3202208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91663"/>
                <a:gd name="connsiteX1" fmla="*/ 583032 w 5864971"/>
                <a:gd name="connsiteY1" fmla="*/ 3723457 h 4891663"/>
                <a:gd name="connsiteX2" fmla="*/ 1182804 w 5864971"/>
                <a:gd name="connsiteY2" fmla="*/ 3702371 h 4891663"/>
                <a:gd name="connsiteX3" fmla="*/ 1768128 w 5864971"/>
                <a:gd name="connsiteY3" fmla="*/ 3190017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89230"/>
                <a:gd name="connsiteX1" fmla="*/ 240977 w 5864971"/>
                <a:gd name="connsiteY1" fmla="*/ 4400768 h 4889230"/>
                <a:gd name="connsiteX2" fmla="*/ 583032 w 5864971"/>
                <a:gd name="connsiteY2" fmla="*/ 3723457 h 4889230"/>
                <a:gd name="connsiteX3" fmla="*/ 1182804 w 5864971"/>
                <a:gd name="connsiteY3" fmla="*/ 3702371 h 4889230"/>
                <a:gd name="connsiteX4" fmla="*/ 1768128 w 5864971"/>
                <a:gd name="connsiteY4" fmla="*/ 3190017 h 4889230"/>
                <a:gd name="connsiteX5" fmla="*/ 2060598 w 5864971"/>
                <a:gd name="connsiteY5" fmla="*/ 3212940 h 4889230"/>
                <a:gd name="connsiteX6" fmla="*/ 2424042 w 5864971"/>
                <a:gd name="connsiteY6" fmla="*/ 3469754 h 4889230"/>
                <a:gd name="connsiteX7" fmla="*/ 2763292 w 5864971"/>
                <a:gd name="connsiteY7" fmla="*/ 3941165 h 4889230"/>
                <a:gd name="connsiteX8" fmla="*/ 2955225 w 5864971"/>
                <a:gd name="connsiteY8" fmla="*/ 4176258 h 4889230"/>
                <a:gd name="connsiteX9" fmla="*/ 3194494 w 5864971"/>
                <a:gd name="connsiteY9" fmla="*/ 4205024 h 4889230"/>
                <a:gd name="connsiteX10" fmla="*/ 3848099 w 5864971"/>
                <a:gd name="connsiteY10" fmla="*/ 4180640 h 4889230"/>
                <a:gd name="connsiteX11" fmla="*/ 4103845 w 5864971"/>
                <a:gd name="connsiteY11" fmla="*/ 4230646 h 4889230"/>
                <a:gd name="connsiteX12" fmla="*/ 4390499 w 5864971"/>
                <a:gd name="connsiteY12" fmla="*/ 3948939 h 4889230"/>
                <a:gd name="connsiteX13" fmla="*/ 4857650 w 5864971"/>
                <a:gd name="connsiteY13" fmla="*/ 3841244 h 4889230"/>
                <a:gd name="connsiteX14" fmla="*/ 5415529 w 5864971"/>
                <a:gd name="connsiteY14" fmla="*/ 3646097 h 4889230"/>
                <a:gd name="connsiteX15" fmla="*/ 5695209 w 5864971"/>
                <a:gd name="connsiteY15" fmla="*/ 3465757 h 4889230"/>
                <a:gd name="connsiteX16" fmla="*/ 5864915 w 5864971"/>
                <a:gd name="connsiteY16" fmla="*/ 2870843 h 4889230"/>
                <a:gd name="connsiteX17" fmla="*/ 5678723 w 5864971"/>
                <a:gd name="connsiteY17" fmla="*/ 1932693 h 4889230"/>
                <a:gd name="connsiteX18" fmla="*/ 5229086 w 5864971"/>
                <a:gd name="connsiteY18" fmla="*/ 1192785 h 4889230"/>
                <a:gd name="connsiteX19" fmla="*/ 5254282 w 5864971"/>
                <a:gd name="connsiteY19" fmla="*/ 428256 h 4889230"/>
                <a:gd name="connsiteX20" fmla="*/ 5719372 w 5864971"/>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68128 w 5728123"/>
                <a:gd name="connsiteY4" fmla="*/ 3190017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44326 w 5728123"/>
                <a:gd name="connsiteY4" fmla="*/ 3461015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11955"/>
                <a:gd name="connsiteY0" fmla="*/ 4669213 h 4669213"/>
                <a:gd name="connsiteX1" fmla="*/ 240977 w 5711955"/>
                <a:gd name="connsiteY1" fmla="*/ 4180751 h 4669213"/>
                <a:gd name="connsiteX2" fmla="*/ 583032 w 5711955"/>
                <a:gd name="connsiteY2" fmla="*/ 3503440 h 4669213"/>
                <a:gd name="connsiteX3" fmla="*/ 1182804 w 5711955"/>
                <a:gd name="connsiteY3" fmla="*/ 3482354 h 4669213"/>
                <a:gd name="connsiteX4" fmla="*/ 1744326 w 5711955"/>
                <a:gd name="connsiteY4" fmla="*/ 3240998 h 4669213"/>
                <a:gd name="connsiteX5" fmla="*/ 2060598 w 5711955"/>
                <a:gd name="connsiteY5" fmla="*/ 2992923 h 4669213"/>
                <a:gd name="connsiteX6" fmla="*/ 2424042 w 5711955"/>
                <a:gd name="connsiteY6" fmla="*/ 3249737 h 4669213"/>
                <a:gd name="connsiteX7" fmla="*/ 2763292 w 5711955"/>
                <a:gd name="connsiteY7" fmla="*/ 3721148 h 4669213"/>
                <a:gd name="connsiteX8" fmla="*/ 2955225 w 5711955"/>
                <a:gd name="connsiteY8" fmla="*/ 3956241 h 4669213"/>
                <a:gd name="connsiteX9" fmla="*/ 3194494 w 5711955"/>
                <a:gd name="connsiteY9" fmla="*/ 3985007 h 4669213"/>
                <a:gd name="connsiteX10" fmla="*/ 3848099 w 5711955"/>
                <a:gd name="connsiteY10" fmla="*/ 3960623 h 4669213"/>
                <a:gd name="connsiteX11" fmla="*/ 4103845 w 5711955"/>
                <a:gd name="connsiteY11" fmla="*/ 4010629 h 4669213"/>
                <a:gd name="connsiteX12" fmla="*/ 4390499 w 5711955"/>
                <a:gd name="connsiteY12" fmla="*/ 3728922 h 4669213"/>
                <a:gd name="connsiteX13" fmla="*/ 4857650 w 5711955"/>
                <a:gd name="connsiteY13" fmla="*/ 3621227 h 4669213"/>
                <a:gd name="connsiteX14" fmla="*/ 5415529 w 5711955"/>
                <a:gd name="connsiteY14" fmla="*/ 3426080 h 4669213"/>
                <a:gd name="connsiteX15" fmla="*/ 5695209 w 5711955"/>
                <a:gd name="connsiteY15" fmla="*/ 3245740 h 4669213"/>
                <a:gd name="connsiteX16" fmla="*/ 5679984 w 5711955"/>
                <a:gd name="connsiteY16" fmla="*/ 2580647 h 4669213"/>
                <a:gd name="connsiteX17" fmla="*/ 5678723 w 5711955"/>
                <a:gd name="connsiteY17" fmla="*/ 1712676 h 4669213"/>
                <a:gd name="connsiteX18" fmla="*/ 5229086 w 5711955"/>
                <a:gd name="connsiteY18" fmla="*/ 972768 h 4669213"/>
                <a:gd name="connsiteX19" fmla="*/ 5254282 w 5711955"/>
                <a:gd name="connsiteY19" fmla="*/ 208239 h 4669213"/>
                <a:gd name="connsiteX20" fmla="*/ 5465625 w 5711955"/>
                <a:gd name="connsiteY20" fmla="*/ 0 h 4669213"/>
                <a:gd name="connsiteX0" fmla="*/ 0 w 5711955"/>
                <a:gd name="connsiteY0" fmla="*/ 4669213 h 4669213"/>
                <a:gd name="connsiteX1" fmla="*/ 240977 w 5711955"/>
                <a:gd name="connsiteY1" fmla="*/ 4180751 h 4669213"/>
                <a:gd name="connsiteX2" fmla="*/ 583032 w 5711955"/>
                <a:gd name="connsiteY2" fmla="*/ 3503440 h 4669213"/>
                <a:gd name="connsiteX3" fmla="*/ 1182804 w 5711955"/>
                <a:gd name="connsiteY3" fmla="*/ 3482354 h 4669213"/>
                <a:gd name="connsiteX4" fmla="*/ 1744326 w 5711955"/>
                <a:gd name="connsiteY4" fmla="*/ 3240998 h 4669213"/>
                <a:gd name="connsiteX5" fmla="*/ 2060598 w 5711955"/>
                <a:gd name="connsiteY5" fmla="*/ 2992923 h 4669213"/>
                <a:gd name="connsiteX6" fmla="*/ 2424042 w 5711955"/>
                <a:gd name="connsiteY6" fmla="*/ 3249737 h 4669213"/>
                <a:gd name="connsiteX7" fmla="*/ 2763292 w 5711955"/>
                <a:gd name="connsiteY7" fmla="*/ 3721148 h 4669213"/>
                <a:gd name="connsiteX8" fmla="*/ 2955225 w 5711955"/>
                <a:gd name="connsiteY8" fmla="*/ 3956241 h 4669213"/>
                <a:gd name="connsiteX9" fmla="*/ 3194494 w 5711955"/>
                <a:gd name="connsiteY9" fmla="*/ 3985007 h 4669213"/>
                <a:gd name="connsiteX10" fmla="*/ 3848099 w 5711955"/>
                <a:gd name="connsiteY10" fmla="*/ 3960623 h 4669213"/>
                <a:gd name="connsiteX11" fmla="*/ 4103845 w 5711955"/>
                <a:gd name="connsiteY11" fmla="*/ 4010629 h 4669213"/>
                <a:gd name="connsiteX12" fmla="*/ 4390499 w 5711955"/>
                <a:gd name="connsiteY12" fmla="*/ 3728922 h 4669213"/>
                <a:gd name="connsiteX13" fmla="*/ 4857650 w 5711955"/>
                <a:gd name="connsiteY13" fmla="*/ 3621227 h 4669213"/>
                <a:gd name="connsiteX14" fmla="*/ 5415529 w 5711955"/>
                <a:gd name="connsiteY14" fmla="*/ 3426080 h 4669213"/>
                <a:gd name="connsiteX15" fmla="*/ 5695209 w 5711955"/>
                <a:gd name="connsiteY15" fmla="*/ 3245740 h 4669213"/>
                <a:gd name="connsiteX16" fmla="*/ 5679984 w 5711955"/>
                <a:gd name="connsiteY16" fmla="*/ 2580647 h 4669213"/>
                <a:gd name="connsiteX17" fmla="*/ 5678723 w 5711955"/>
                <a:gd name="connsiteY17" fmla="*/ 1712676 h 4669213"/>
                <a:gd name="connsiteX18" fmla="*/ 5229086 w 5711955"/>
                <a:gd name="connsiteY18" fmla="*/ 972768 h 4669213"/>
                <a:gd name="connsiteX19" fmla="*/ 5144518 w 5711955"/>
                <a:gd name="connsiteY19" fmla="*/ 342765 h 4669213"/>
                <a:gd name="connsiteX20" fmla="*/ 5465625 w 5711955"/>
                <a:gd name="connsiteY20" fmla="*/ 0 h 4669213"/>
                <a:gd name="connsiteX0" fmla="*/ 0 w 5712334"/>
                <a:gd name="connsiteY0" fmla="*/ 4669213 h 4669213"/>
                <a:gd name="connsiteX1" fmla="*/ 240977 w 5712334"/>
                <a:gd name="connsiteY1" fmla="*/ 4180751 h 4669213"/>
                <a:gd name="connsiteX2" fmla="*/ 583032 w 5712334"/>
                <a:gd name="connsiteY2" fmla="*/ 3503440 h 4669213"/>
                <a:gd name="connsiteX3" fmla="*/ 1182804 w 5712334"/>
                <a:gd name="connsiteY3" fmla="*/ 3482354 h 4669213"/>
                <a:gd name="connsiteX4" fmla="*/ 1744326 w 5712334"/>
                <a:gd name="connsiteY4" fmla="*/ 3240998 h 4669213"/>
                <a:gd name="connsiteX5" fmla="*/ 2060598 w 5712334"/>
                <a:gd name="connsiteY5" fmla="*/ 2992923 h 4669213"/>
                <a:gd name="connsiteX6" fmla="*/ 2424042 w 5712334"/>
                <a:gd name="connsiteY6" fmla="*/ 3249737 h 4669213"/>
                <a:gd name="connsiteX7" fmla="*/ 2763292 w 5712334"/>
                <a:gd name="connsiteY7" fmla="*/ 3721148 h 4669213"/>
                <a:gd name="connsiteX8" fmla="*/ 2955225 w 5712334"/>
                <a:gd name="connsiteY8" fmla="*/ 3956241 h 4669213"/>
                <a:gd name="connsiteX9" fmla="*/ 3194494 w 5712334"/>
                <a:gd name="connsiteY9" fmla="*/ 3985007 h 4669213"/>
                <a:gd name="connsiteX10" fmla="*/ 3848099 w 5712334"/>
                <a:gd name="connsiteY10" fmla="*/ 3960623 h 4669213"/>
                <a:gd name="connsiteX11" fmla="*/ 4103845 w 5712334"/>
                <a:gd name="connsiteY11" fmla="*/ 4010629 h 4669213"/>
                <a:gd name="connsiteX12" fmla="*/ 4390499 w 5712334"/>
                <a:gd name="connsiteY12" fmla="*/ 3728922 h 4669213"/>
                <a:gd name="connsiteX13" fmla="*/ 4857650 w 5712334"/>
                <a:gd name="connsiteY13" fmla="*/ 3621227 h 4669213"/>
                <a:gd name="connsiteX14" fmla="*/ 5415529 w 5712334"/>
                <a:gd name="connsiteY14" fmla="*/ 3426080 h 4669213"/>
                <a:gd name="connsiteX15" fmla="*/ 5681868 w 5712334"/>
                <a:gd name="connsiteY15" fmla="*/ 3131614 h 4669213"/>
                <a:gd name="connsiteX16" fmla="*/ 5679984 w 5712334"/>
                <a:gd name="connsiteY16" fmla="*/ 2580647 h 4669213"/>
                <a:gd name="connsiteX17" fmla="*/ 5678723 w 5712334"/>
                <a:gd name="connsiteY17" fmla="*/ 1712676 h 4669213"/>
                <a:gd name="connsiteX18" fmla="*/ 5229086 w 5712334"/>
                <a:gd name="connsiteY18" fmla="*/ 972768 h 4669213"/>
                <a:gd name="connsiteX19" fmla="*/ 5144518 w 5712334"/>
                <a:gd name="connsiteY19" fmla="*/ 342765 h 4669213"/>
                <a:gd name="connsiteX20" fmla="*/ 5465625 w 5712334"/>
                <a:gd name="connsiteY20" fmla="*/ 0 h 466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2334" h="4669213">
                  <a:moveTo>
                    <a:pt x="0" y="4669213"/>
                  </a:moveTo>
                  <a:cubicBezTo>
                    <a:pt x="42540" y="4611631"/>
                    <a:pt x="143805" y="4375047"/>
                    <a:pt x="240977" y="4180751"/>
                  </a:cubicBezTo>
                  <a:cubicBezTo>
                    <a:pt x="338149" y="3986455"/>
                    <a:pt x="426061" y="3619840"/>
                    <a:pt x="583032" y="3503440"/>
                  </a:cubicBezTo>
                  <a:cubicBezTo>
                    <a:pt x="740003" y="3387041"/>
                    <a:pt x="989255" y="3526094"/>
                    <a:pt x="1182804" y="3482354"/>
                  </a:cubicBezTo>
                  <a:cubicBezTo>
                    <a:pt x="1376353" y="3438614"/>
                    <a:pt x="1598027" y="3322570"/>
                    <a:pt x="1744326" y="3240998"/>
                  </a:cubicBezTo>
                  <a:cubicBezTo>
                    <a:pt x="1890625" y="3159426"/>
                    <a:pt x="1947312" y="2991467"/>
                    <a:pt x="2060598" y="2992923"/>
                  </a:cubicBezTo>
                  <a:cubicBezTo>
                    <a:pt x="2173884" y="2994380"/>
                    <a:pt x="2306926" y="3128366"/>
                    <a:pt x="2424042" y="3249737"/>
                  </a:cubicBezTo>
                  <a:cubicBezTo>
                    <a:pt x="2541158" y="3371108"/>
                    <a:pt x="2674762" y="3603397"/>
                    <a:pt x="2763292" y="3721148"/>
                  </a:cubicBezTo>
                  <a:cubicBezTo>
                    <a:pt x="2851823" y="3838899"/>
                    <a:pt x="2883358" y="3912265"/>
                    <a:pt x="2955225" y="3956241"/>
                  </a:cubicBezTo>
                  <a:cubicBezTo>
                    <a:pt x="3027092" y="4000218"/>
                    <a:pt x="3045682" y="3984277"/>
                    <a:pt x="3194494" y="3985007"/>
                  </a:cubicBezTo>
                  <a:cubicBezTo>
                    <a:pt x="3343306" y="3985737"/>
                    <a:pt x="3696541" y="3956353"/>
                    <a:pt x="3848099" y="3960623"/>
                  </a:cubicBezTo>
                  <a:cubicBezTo>
                    <a:pt x="3999657" y="3964893"/>
                    <a:pt x="4013445" y="4049246"/>
                    <a:pt x="4103845" y="4010629"/>
                  </a:cubicBezTo>
                  <a:cubicBezTo>
                    <a:pt x="4194245" y="3972012"/>
                    <a:pt x="4264865" y="3793822"/>
                    <a:pt x="4390499" y="3728922"/>
                  </a:cubicBezTo>
                  <a:cubicBezTo>
                    <a:pt x="4516133" y="3664022"/>
                    <a:pt x="4686812" y="3671701"/>
                    <a:pt x="4857650" y="3621227"/>
                  </a:cubicBezTo>
                  <a:cubicBezTo>
                    <a:pt x="5028488" y="3570753"/>
                    <a:pt x="5278159" y="3507682"/>
                    <a:pt x="5415529" y="3426080"/>
                  </a:cubicBezTo>
                  <a:cubicBezTo>
                    <a:pt x="5552899" y="3344478"/>
                    <a:pt x="5637792" y="3272519"/>
                    <a:pt x="5681868" y="3131614"/>
                  </a:cubicBezTo>
                  <a:cubicBezTo>
                    <a:pt x="5725944" y="2990709"/>
                    <a:pt x="5680508" y="2817137"/>
                    <a:pt x="5679984" y="2580647"/>
                  </a:cubicBezTo>
                  <a:cubicBezTo>
                    <a:pt x="5679460" y="2344157"/>
                    <a:pt x="5753873" y="1980656"/>
                    <a:pt x="5678723" y="1712676"/>
                  </a:cubicBezTo>
                  <a:cubicBezTo>
                    <a:pt x="5603573" y="1444696"/>
                    <a:pt x="5318120" y="1201086"/>
                    <a:pt x="5229086" y="972768"/>
                  </a:cubicBezTo>
                  <a:cubicBezTo>
                    <a:pt x="5140052" y="744450"/>
                    <a:pt x="5183209" y="545573"/>
                    <a:pt x="5144518" y="342765"/>
                  </a:cubicBezTo>
                  <a:cubicBezTo>
                    <a:pt x="5105827" y="139957"/>
                    <a:pt x="5552587" y="91774"/>
                    <a:pt x="5465625"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CF63FD2D-EFCD-A45F-5990-423BAE0E345B}"/>
                </a:ext>
              </a:extLst>
            </p:cNvPr>
            <p:cNvSpPr/>
            <p:nvPr userDrawn="1"/>
          </p:nvSpPr>
          <p:spPr>
            <a:xfrm rot="5789114" flipV="1">
              <a:off x="9856114" y="-474812"/>
              <a:ext cx="9911"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A05CE30B-73FE-C702-CE28-C513287FB753}"/>
                </a:ext>
              </a:extLst>
            </p:cNvPr>
            <p:cNvSpPr/>
            <p:nvPr userDrawn="1"/>
          </p:nvSpPr>
          <p:spPr>
            <a:xfrm rot="6294338" flipV="1">
              <a:off x="10153336" y="4247986"/>
              <a:ext cx="1107759" cy="2828291"/>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241649 w 1563565"/>
                <a:gd name="connsiteY11" fmla="*/ 2847214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87914 w 1563565"/>
                <a:gd name="connsiteY12" fmla="*/ 3198009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456687 w 1563565"/>
                <a:gd name="connsiteY10" fmla="*/ 2924466 h 3270982"/>
                <a:gd name="connsiteX11" fmla="*/ 187914 w 1563565"/>
                <a:gd name="connsiteY11" fmla="*/ 3198009 h 3270982"/>
                <a:gd name="connsiteX12" fmla="*/ 0 w 1563565"/>
                <a:gd name="connsiteY12"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32109 w 1563565"/>
                <a:gd name="connsiteY7" fmla="*/ 196800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732109 w 1563565"/>
                <a:gd name="connsiteY6" fmla="*/ 1968009 h 3270982"/>
                <a:gd name="connsiteX7" fmla="*/ 512193 w 1563565"/>
                <a:gd name="connsiteY7" fmla="*/ 2270745 h 3270982"/>
                <a:gd name="connsiteX8" fmla="*/ 456687 w 1563565"/>
                <a:gd name="connsiteY8" fmla="*/ 2924466 h 3270982"/>
                <a:gd name="connsiteX9" fmla="*/ 187914 w 1563565"/>
                <a:gd name="connsiteY9" fmla="*/ 3198009 h 3270982"/>
                <a:gd name="connsiteX10" fmla="*/ 0 w 1563565"/>
                <a:gd name="connsiteY10" fmla="*/ 3270982 h 3270982"/>
                <a:gd name="connsiteX0" fmla="*/ 967331 w 1563837"/>
                <a:gd name="connsiteY0" fmla="*/ 0 h 3270982"/>
                <a:gd name="connsiteX1" fmla="*/ 1209867 w 1563837"/>
                <a:gd name="connsiteY1" fmla="*/ 370350 h 3270982"/>
                <a:gd name="connsiteX2" fmla="*/ 1433322 w 1563837"/>
                <a:gd name="connsiteY2" fmla="*/ 616269 h 3270982"/>
                <a:gd name="connsiteX3" fmla="*/ 1562481 w 1563837"/>
                <a:gd name="connsiteY3" fmla="*/ 913068 h 3270982"/>
                <a:gd name="connsiteX4" fmla="*/ 1488281 w 1563837"/>
                <a:gd name="connsiteY4" fmla="*/ 1219487 h 3270982"/>
                <a:gd name="connsiteX5" fmla="*/ 1218273 w 1563837"/>
                <a:gd name="connsiteY5" fmla="*/ 1616958 h 3270982"/>
                <a:gd name="connsiteX6" fmla="*/ 732109 w 1563837"/>
                <a:gd name="connsiteY6" fmla="*/ 1968009 h 3270982"/>
                <a:gd name="connsiteX7" fmla="*/ 512193 w 1563837"/>
                <a:gd name="connsiteY7" fmla="*/ 2270745 h 3270982"/>
                <a:gd name="connsiteX8" fmla="*/ 456687 w 1563837"/>
                <a:gd name="connsiteY8" fmla="*/ 2924466 h 3270982"/>
                <a:gd name="connsiteX9" fmla="*/ 187914 w 1563837"/>
                <a:gd name="connsiteY9" fmla="*/ 3198009 h 3270982"/>
                <a:gd name="connsiteX10" fmla="*/ 0 w 1563837"/>
                <a:gd name="connsiteY10" fmla="*/ 3270982 h 3270982"/>
                <a:gd name="connsiteX0" fmla="*/ 1209867 w 1563837"/>
                <a:gd name="connsiteY0" fmla="*/ 0 h 2900632"/>
                <a:gd name="connsiteX1" fmla="*/ 1433322 w 1563837"/>
                <a:gd name="connsiteY1" fmla="*/ 245919 h 2900632"/>
                <a:gd name="connsiteX2" fmla="*/ 1562481 w 1563837"/>
                <a:gd name="connsiteY2" fmla="*/ 542718 h 2900632"/>
                <a:gd name="connsiteX3" fmla="*/ 1488281 w 1563837"/>
                <a:gd name="connsiteY3" fmla="*/ 849137 h 2900632"/>
                <a:gd name="connsiteX4" fmla="*/ 1218273 w 1563837"/>
                <a:gd name="connsiteY4" fmla="*/ 1246608 h 2900632"/>
                <a:gd name="connsiteX5" fmla="*/ 732109 w 1563837"/>
                <a:gd name="connsiteY5" fmla="*/ 1597659 h 2900632"/>
                <a:gd name="connsiteX6" fmla="*/ 512193 w 1563837"/>
                <a:gd name="connsiteY6" fmla="*/ 1900395 h 2900632"/>
                <a:gd name="connsiteX7" fmla="*/ 456687 w 1563837"/>
                <a:gd name="connsiteY7" fmla="*/ 2554116 h 2900632"/>
                <a:gd name="connsiteX8" fmla="*/ 187914 w 1563837"/>
                <a:gd name="connsiteY8" fmla="*/ 2827659 h 2900632"/>
                <a:gd name="connsiteX9" fmla="*/ 0 w 1563837"/>
                <a:gd name="connsiteY9" fmla="*/ 2900632 h 2900632"/>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255624 w 1563837"/>
                <a:gd name="connsiteY1" fmla="*/ 274827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488504"/>
                <a:gd name="connsiteY0" fmla="*/ 0 h 2961654"/>
                <a:gd name="connsiteX1" fmla="*/ 1255624 w 1488504"/>
                <a:gd name="connsiteY1" fmla="*/ 274827 h 2961654"/>
                <a:gd name="connsiteX2" fmla="*/ 1488281 w 1488504"/>
                <a:gd name="connsiteY2" fmla="*/ 910159 h 2961654"/>
                <a:gd name="connsiteX3" fmla="*/ 1218273 w 1488504"/>
                <a:gd name="connsiteY3" fmla="*/ 1307630 h 2961654"/>
                <a:gd name="connsiteX4" fmla="*/ 732109 w 1488504"/>
                <a:gd name="connsiteY4" fmla="*/ 1658681 h 2961654"/>
                <a:gd name="connsiteX5" fmla="*/ 512193 w 1488504"/>
                <a:gd name="connsiteY5" fmla="*/ 1961417 h 2961654"/>
                <a:gd name="connsiteX6" fmla="*/ 456687 w 1488504"/>
                <a:gd name="connsiteY6" fmla="*/ 2615138 h 2961654"/>
                <a:gd name="connsiteX7" fmla="*/ 187914 w 1488504"/>
                <a:gd name="connsiteY7" fmla="*/ 2888681 h 2961654"/>
                <a:gd name="connsiteX8" fmla="*/ 0 w 1488504"/>
                <a:gd name="connsiteY8" fmla="*/ 2961654 h 2961654"/>
                <a:gd name="connsiteX0" fmla="*/ 804435 w 1376011"/>
                <a:gd name="connsiteY0" fmla="*/ 0 h 2961654"/>
                <a:gd name="connsiteX1" fmla="*/ 1255624 w 1376011"/>
                <a:gd name="connsiteY1" fmla="*/ 274827 h 2961654"/>
                <a:gd name="connsiteX2" fmla="*/ 1375240 w 1376011"/>
                <a:gd name="connsiteY2" fmla="*/ 839095 h 2961654"/>
                <a:gd name="connsiteX3" fmla="*/ 1218273 w 1376011"/>
                <a:gd name="connsiteY3" fmla="*/ 1307630 h 2961654"/>
                <a:gd name="connsiteX4" fmla="*/ 732109 w 1376011"/>
                <a:gd name="connsiteY4" fmla="*/ 1658681 h 2961654"/>
                <a:gd name="connsiteX5" fmla="*/ 512193 w 1376011"/>
                <a:gd name="connsiteY5" fmla="*/ 1961417 h 2961654"/>
                <a:gd name="connsiteX6" fmla="*/ 456687 w 1376011"/>
                <a:gd name="connsiteY6" fmla="*/ 2615138 h 2961654"/>
                <a:gd name="connsiteX7" fmla="*/ 187914 w 1376011"/>
                <a:gd name="connsiteY7" fmla="*/ 2888681 h 2961654"/>
                <a:gd name="connsiteX8" fmla="*/ 0 w 1376011"/>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512193 w 1384277"/>
                <a:gd name="connsiteY5" fmla="*/ 1961417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50195 w 1384277"/>
                <a:gd name="connsiteY5" fmla="*/ 1993868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40533"/>
                <a:gd name="connsiteY0" fmla="*/ 0 h 2961654"/>
                <a:gd name="connsiteX1" fmla="*/ 1255624 w 1340533"/>
                <a:gd name="connsiteY1" fmla="*/ 274827 h 2961654"/>
                <a:gd name="connsiteX2" fmla="*/ 1324904 w 1340533"/>
                <a:gd name="connsiteY2" fmla="*/ 791064 h 2961654"/>
                <a:gd name="connsiteX3" fmla="*/ 1063021 w 1340533"/>
                <a:gd name="connsiteY3" fmla="*/ 1230569 h 2961654"/>
                <a:gd name="connsiteX4" fmla="*/ 644801 w 1340533"/>
                <a:gd name="connsiteY4" fmla="*/ 1557015 h 2961654"/>
                <a:gd name="connsiteX5" fmla="*/ 450195 w 1340533"/>
                <a:gd name="connsiteY5" fmla="*/ 1993868 h 2961654"/>
                <a:gd name="connsiteX6" fmla="*/ 456687 w 1340533"/>
                <a:gd name="connsiteY6" fmla="*/ 2615138 h 2961654"/>
                <a:gd name="connsiteX7" fmla="*/ 187914 w 1340533"/>
                <a:gd name="connsiteY7" fmla="*/ 2888681 h 2961654"/>
                <a:gd name="connsiteX8" fmla="*/ 0 w 1340533"/>
                <a:gd name="connsiteY8" fmla="*/ 2961654 h 2961654"/>
                <a:gd name="connsiteX0" fmla="*/ 631492 w 1167590"/>
                <a:gd name="connsiteY0" fmla="*/ 0 h 3058096"/>
                <a:gd name="connsiteX1" fmla="*/ 1082681 w 1167590"/>
                <a:gd name="connsiteY1" fmla="*/ 274827 h 3058096"/>
                <a:gd name="connsiteX2" fmla="*/ 1151961 w 1167590"/>
                <a:gd name="connsiteY2" fmla="*/ 791064 h 3058096"/>
                <a:gd name="connsiteX3" fmla="*/ 890078 w 1167590"/>
                <a:gd name="connsiteY3" fmla="*/ 1230569 h 3058096"/>
                <a:gd name="connsiteX4" fmla="*/ 471858 w 1167590"/>
                <a:gd name="connsiteY4" fmla="*/ 1557015 h 3058096"/>
                <a:gd name="connsiteX5" fmla="*/ 277252 w 1167590"/>
                <a:gd name="connsiteY5" fmla="*/ 1993868 h 3058096"/>
                <a:gd name="connsiteX6" fmla="*/ 283744 w 1167590"/>
                <a:gd name="connsiteY6" fmla="*/ 2615138 h 3058096"/>
                <a:gd name="connsiteX7" fmla="*/ 14971 w 1167590"/>
                <a:gd name="connsiteY7" fmla="*/ 2888681 h 3058096"/>
                <a:gd name="connsiteX8" fmla="*/ 140567 w 116759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0512 w 1100850"/>
                <a:gd name="connsiteY5" fmla="*/ 1993868 h 3058096"/>
                <a:gd name="connsiteX6" fmla="*/ 217004 w 1100850"/>
                <a:gd name="connsiteY6" fmla="*/ 2615138 h 3058096"/>
                <a:gd name="connsiteX7" fmla="*/ 19936 w 1100850"/>
                <a:gd name="connsiteY7" fmla="*/ 2845485 h 3058096"/>
                <a:gd name="connsiteX8" fmla="*/ 73827 w 1100850"/>
                <a:gd name="connsiteY8" fmla="*/ 3058096 h 3058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0850" h="3058096">
                  <a:moveTo>
                    <a:pt x="564752" y="0"/>
                  </a:moveTo>
                  <a:cubicBezTo>
                    <a:pt x="686981" y="35465"/>
                    <a:pt x="929196" y="142983"/>
                    <a:pt x="1015941" y="274827"/>
                  </a:cubicBezTo>
                  <a:cubicBezTo>
                    <a:pt x="1102686" y="406671"/>
                    <a:pt x="1117321" y="631774"/>
                    <a:pt x="1085221" y="791064"/>
                  </a:cubicBezTo>
                  <a:cubicBezTo>
                    <a:pt x="1053121" y="950354"/>
                    <a:pt x="936688" y="1102911"/>
                    <a:pt x="823338" y="1230569"/>
                  </a:cubicBezTo>
                  <a:cubicBezTo>
                    <a:pt x="709988" y="1358227"/>
                    <a:pt x="507256" y="1429799"/>
                    <a:pt x="405118" y="1557015"/>
                  </a:cubicBezTo>
                  <a:cubicBezTo>
                    <a:pt x="302980" y="1684231"/>
                    <a:pt x="312559" y="1716160"/>
                    <a:pt x="210512" y="1993868"/>
                  </a:cubicBezTo>
                  <a:cubicBezTo>
                    <a:pt x="108465" y="2271576"/>
                    <a:pt x="248767" y="2473202"/>
                    <a:pt x="217004" y="2615138"/>
                  </a:cubicBezTo>
                  <a:cubicBezTo>
                    <a:pt x="185241" y="2757074"/>
                    <a:pt x="96050" y="2787732"/>
                    <a:pt x="19936" y="2845485"/>
                  </a:cubicBezTo>
                  <a:cubicBezTo>
                    <a:pt x="-56178" y="2903238"/>
                    <a:pt x="112975" y="3000089"/>
                    <a:pt x="73827" y="3058096"/>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CD57807E-784A-79AA-40ED-558A46C94B7A}"/>
                </a:ext>
              </a:extLst>
            </p:cNvPr>
            <p:cNvSpPr/>
            <p:nvPr userDrawn="1"/>
          </p:nvSpPr>
          <p:spPr>
            <a:xfrm rot="5789114" flipV="1">
              <a:off x="9467380" y="76037"/>
              <a:ext cx="2312376" cy="194478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0943" h="2346200">
                  <a:moveTo>
                    <a:pt x="0" y="2205526"/>
                  </a:moveTo>
                  <a:cubicBezTo>
                    <a:pt x="197525" y="1953648"/>
                    <a:pt x="614288" y="1953409"/>
                    <a:pt x="797621" y="1883453"/>
                  </a:cubicBezTo>
                  <a:cubicBezTo>
                    <a:pt x="980954" y="1813497"/>
                    <a:pt x="971594" y="1791009"/>
                    <a:pt x="1099996" y="1785789"/>
                  </a:cubicBezTo>
                  <a:cubicBezTo>
                    <a:pt x="1228398" y="1780569"/>
                    <a:pt x="1435272" y="1793763"/>
                    <a:pt x="1568032" y="1852132"/>
                  </a:cubicBezTo>
                  <a:cubicBezTo>
                    <a:pt x="1700792" y="1910501"/>
                    <a:pt x="1769186" y="2054510"/>
                    <a:pt x="1896559" y="2136003"/>
                  </a:cubicBezTo>
                  <a:cubicBezTo>
                    <a:pt x="2023932" y="2217496"/>
                    <a:pt x="2216469" y="2376689"/>
                    <a:pt x="2332270" y="2341090"/>
                  </a:cubicBezTo>
                  <a:cubicBezTo>
                    <a:pt x="2448071" y="2305491"/>
                    <a:pt x="2549110" y="2037398"/>
                    <a:pt x="2591367" y="1922408"/>
                  </a:cubicBezTo>
                  <a:cubicBezTo>
                    <a:pt x="2633624" y="1807418"/>
                    <a:pt x="2595815" y="1727349"/>
                    <a:pt x="2585814" y="1651149"/>
                  </a:cubicBezTo>
                  <a:cubicBezTo>
                    <a:pt x="2566859" y="1506941"/>
                    <a:pt x="2550246" y="1481005"/>
                    <a:pt x="2412678" y="1350336"/>
                  </a:cubicBezTo>
                  <a:cubicBezTo>
                    <a:pt x="2275110" y="1219667"/>
                    <a:pt x="1992149" y="1008484"/>
                    <a:pt x="1760406" y="867133"/>
                  </a:cubicBezTo>
                  <a:cubicBezTo>
                    <a:pt x="1680872" y="818651"/>
                    <a:pt x="1600576" y="771597"/>
                    <a:pt x="1520662" y="723877"/>
                  </a:cubicBezTo>
                  <a:cubicBezTo>
                    <a:pt x="1426936" y="667870"/>
                    <a:pt x="1329676" y="594928"/>
                    <a:pt x="1241008" y="553475"/>
                  </a:cubicBezTo>
                  <a:cubicBezTo>
                    <a:pt x="1152340" y="512022"/>
                    <a:pt x="1155884" y="567403"/>
                    <a:pt x="988656" y="475157"/>
                  </a:cubicBezTo>
                  <a:cubicBezTo>
                    <a:pt x="821428" y="382911"/>
                    <a:pt x="411787" y="236166"/>
                    <a:pt x="237642"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CC50743E-F2D0-D403-C4EB-435BDF2FEC7E}"/>
                </a:ext>
              </a:extLst>
            </p:cNvPr>
            <p:cNvSpPr/>
            <p:nvPr userDrawn="1"/>
          </p:nvSpPr>
          <p:spPr>
            <a:xfrm rot="5789114" flipV="1">
              <a:off x="9856114" y="-474812"/>
              <a:ext cx="9911"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1F240318-087D-24F4-A80A-B9ABCBEA6E3B}"/>
                </a:ext>
              </a:extLst>
            </p:cNvPr>
            <p:cNvSpPr/>
            <p:nvPr userDrawn="1"/>
          </p:nvSpPr>
          <p:spPr>
            <a:xfrm rot="5789114" flipV="1">
              <a:off x="9856114" y="-474812"/>
              <a:ext cx="9911"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6A90B2D9-C083-AE33-E6F8-D5E3B2F8BE94}"/>
                </a:ext>
              </a:extLst>
            </p:cNvPr>
            <p:cNvSpPr/>
            <p:nvPr userDrawn="1"/>
          </p:nvSpPr>
          <p:spPr>
            <a:xfrm rot="5789114" flipV="1">
              <a:off x="10007460" y="47071"/>
              <a:ext cx="1279440" cy="1046828"/>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205" h="1234558">
                  <a:moveTo>
                    <a:pt x="0" y="1234558"/>
                  </a:moveTo>
                  <a:cubicBezTo>
                    <a:pt x="167544" y="1137542"/>
                    <a:pt x="393133" y="1099268"/>
                    <a:pt x="541697" y="1043815"/>
                  </a:cubicBezTo>
                  <a:cubicBezTo>
                    <a:pt x="690261" y="988362"/>
                    <a:pt x="789616" y="927786"/>
                    <a:pt x="891383" y="901839"/>
                  </a:cubicBezTo>
                  <a:cubicBezTo>
                    <a:pt x="993150" y="875893"/>
                    <a:pt x="1123225" y="933735"/>
                    <a:pt x="1152301" y="888136"/>
                  </a:cubicBezTo>
                  <a:cubicBezTo>
                    <a:pt x="1181377" y="842537"/>
                    <a:pt x="1152222" y="726844"/>
                    <a:pt x="1065837" y="628243"/>
                  </a:cubicBezTo>
                  <a:cubicBezTo>
                    <a:pt x="979452" y="529642"/>
                    <a:pt x="823456" y="436244"/>
                    <a:pt x="633988" y="296528"/>
                  </a:cubicBezTo>
                  <a:cubicBezTo>
                    <a:pt x="482445" y="173655"/>
                    <a:pt x="265317" y="125063"/>
                    <a:pt x="111233" y="0"/>
                  </a:cubicBezTo>
                </a:path>
              </a:pathLst>
            </a:custGeom>
            <a:noFill/>
            <a:ln w="9525" cap="rnd" cmpd="sng">
              <a:solidFill>
                <a:schemeClr val="tx1">
                  <a:lumMod val="85000"/>
                  <a:alpha val="40000"/>
                </a:schemeClr>
              </a:solidFill>
              <a:prstDash val="solid"/>
              <a:round/>
            </a:ln>
          </p:spPr>
          <p:txBody>
            <a:bodyPr rtlCol="0" anchor="ctr"/>
            <a:lstStyle/>
            <a:p>
              <a:endParaRPr lang="en-US"/>
            </a:p>
          </p:txBody>
        </p:sp>
        <p:sp>
          <p:nvSpPr>
            <p:cNvPr id="16" name="Freeform: Shape 15">
              <a:extLst>
                <a:ext uri="{FF2B5EF4-FFF2-40B4-BE49-F238E27FC236}">
                  <a16:creationId xmlns:a16="http://schemas.microsoft.com/office/drawing/2014/main" id="{F047CACB-5FE1-3D76-4752-BA4AC74F6C78}"/>
                </a:ext>
              </a:extLst>
            </p:cNvPr>
            <p:cNvSpPr/>
            <p:nvPr userDrawn="1"/>
          </p:nvSpPr>
          <p:spPr>
            <a:xfrm rot="5789114" flipV="1">
              <a:off x="9560563" y="315513"/>
              <a:ext cx="1406402" cy="862347"/>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351647 w 1351647"/>
                <a:gd name="connsiteY0" fmla="*/ 1016994 h 1016994"/>
                <a:gd name="connsiteX1" fmla="*/ 1096854 w 1351647"/>
                <a:gd name="connsiteY1" fmla="*/ 794681 h 1016994"/>
                <a:gd name="connsiteX2" fmla="*/ 711263 w 1351647"/>
                <a:gd name="connsiteY2" fmla="*/ 468431 h 1016994"/>
                <a:gd name="connsiteX3" fmla="*/ 119874 w 1351647"/>
                <a:gd name="connsiteY3" fmla="*/ 139647 h 1016994"/>
                <a:gd name="connsiteX4" fmla="*/ 0 w 1351647"/>
                <a:gd name="connsiteY4" fmla="*/ 0 h 1016994"/>
                <a:gd name="connsiteX0" fmla="*/ 1351647 w 1351647"/>
                <a:gd name="connsiteY0" fmla="*/ 1016994 h 1016994"/>
                <a:gd name="connsiteX1" fmla="*/ 1096854 w 1351647"/>
                <a:gd name="connsiteY1" fmla="*/ 794681 h 1016994"/>
                <a:gd name="connsiteX2" fmla="*/ 711263 w 1351647"/>
                <a:gd name="connsiteY2" fmla="*/ 468431 h 1016994"/>
                <a:gd name="connsiteX3" fmla="*/ 357285 w 1351647"/>
                <a:gd name="connsiteY3" fmla="*/ 254824 h 1016994"/>
                <a:gd name="connsiteX4" fmla="*/ 0 w 1351647"/>
                <a:gd name="connsiteY4" fmla="*/ 0 h 101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647" h="1016994">
                  <a:moveTo>
                    <a:pt x="1351647" y="1016994"/>
                  </a:moveTo>
                  <a:cubicBezTo>
                    <a:pt x="1278876" y="930412"/>
                    <a:pt x="1203585" y="886108"/>
                    <a:pt x="1096854" y="794681"/>
                  </a:cubicBezTo>
                  <a:cubicBezTo>
                    <a:pt x="990123" y="703254"/>
                    <a:pt x="834524" y="558407"/>
                    <a:pt x="711263" y="468431"/>
                  </a:cubicBezTo>
                  <a:cubicBezTo>
                    <a:pt x="588002" y="378455"/>
                    <a:pt x="536451" y="406843"/>
                    <a:pt x="357285" y="254824"/>
                  </a:cubicBezTo>
                  <a:cubicBezTo>
                    <a:pt x="243081" y="157954"/>
                    <a:pt x="135731" y="61817"/>
                    <a:pt x="0"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464AD86A-6AA7-307B-7F7D-502F0653A015}"/>
                </a:ext>
              </a:extLst>
            </p:cNvPr>
            <p:cNvSpPr/>
            <p:nvPr userDrawn="1"/>
          </p:nvSpPr>
          <p:spPr>
            <a:xfrm rot="5789114" flipV="1">
              <a:off x="10109043" y="529026"/>
              <a:ext cx="1787973" cy="629681"/>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0 w 1565949"/>
                <a:gd name="connsiteY0" fmla="*/ 737001 h 737001"/>
                <a:gd name="connsiteX1" fmla="*/ 256473 w 1565949"/>
                <a:gd name="connsiteY1" fmla="*/ 626546 h 737001"/>
                <a:gd name="connsiteX2" fmla="*/ 522768 w 1565949"/>
                <a:gd name="connsiteY2" fmla="*/ 548400 h 737001"/>
                <a:gd name="connsiteX3" fmla="*/ 824271 w 1565949"/>
                <a:gd name="connsiteY3" fmla="*/ 404923 h 737001"/>
                <a:gd name="connsiteX4" fmla="*/ 1116212 w 1565949"/>
                <a:gd name="connsiteY4" fmla="*/ 462359 h 737001"/>
                <a:gd name="connsiteX5" fmla="*/ 1326714 w 1565949"/>
                <a:gd name="connsiteY5" fmla="*/ 488648 h 737001"/>
                <a:gd name="connsiteX6" fmla="*/ 1509994 w 1565949"/>
                <a:gd name="connsiteY6" fmla="*/ 0 h 737001"/>
                <a:gd name="connsiteX0" fmla="*/ 0 w 1695057"/>
                <a:gd name="connsiteY0" fmla="*/ 737001 h 737001"/>
                <a:gd name="connsiteX1" fmla="*/ 256473 w 1695057"/>
                <a:gd name="connsiteY1" fmla="*/ 626546 h 737001"/>
                <a:gd name="connsiteX2" fmla="*/ 522768 w 1695057"/>
                <a:gd name="connsiteY2" fmla="*/ 548400 h 737001"/>
                <a:gd name="connsiteX3" fmla="*/ 824271 w 1695057"/>
                <a:gd name="connsiteY3" fmla="*/ 404923 h 737001"/>
                <a:gd name="connsiteX4" fmla="*/ 1116212 w 1695057"/>
                <a:gd name="connsiteY4" fmla="*/ 462359 h 737001"/>
                <a:gd name="connsiteX5" fmla="*/ 1326714 w 1695057"/>
                <a:gd name="connsiteY5" fmla="*/ 488648 h 737001"/>
                <a:gd name="connsiteX6" fmla="*/ 1692368 w 1695057"/>
                <a:gd name="connsiteY6" fmla="*/ 395459 h 737001"/>
                <a:gd name="connsiteX7" fmla="*/ 1509994 w 1695057"/>
                <a:gd name="connsiteY7" fmla="*/ 0 h 737001"/>
                <a:gd name="connsiteX0" fmla="*/ 0 w 1698458"/>
                <a:gd name="connsiteY0" fmla="*/ 737001 h 737001"/>
                <a:gd name="connsiteX1" fmla="*/ 256473 w 1698458"/>
                <a:gd name="connsiteY1" fmla="*/ 626546 h 737001"/>
                <a:gd name="connsiteX2" fmla="*/ 522768 w 1698458"/>
                <a:gd name="connsiteY2" fmla="*/ 548400 h 737001"/>
                <a:gd name="connsiteX3" fmla="*/ 824271 w 1698458"/>
                <a:gd name="connsiteY3" fmla="*/ 404923 h 737001"/>
                <a:gd name="connsiteX4" fmla="*/ 1116212 w 1698458"/>
                <a:gd name="connsiteY4" fmla="*/ 462359 h 737001"/>
                <a:gd name="connsiteX5" fmla="*/ 1326714 w 1698458"/>
                <a:gd name="connsiteY5" fmla="*/ 488648 h 737001"/>
                <a:gd name="connsiteX6" fmla="*/ 1692368 w 1698458"/>
                <a:gd name="connsiteY6" fmla="*/ 395459 h 737001"/>
                <a:gd name="connsiteX7" fmla="*/ 1509994 w 1698458"/>
                <a:gd name="connsiteY7" fmla="*/ 0 h 737001"/>
                <a:gd name="connsiteX0" fmla="*/ 0 w 1698458"/>
                <a:gd name="connsiteY0" fmla="*/ 737001 h 737001"/>
                <a:gd name="connsiteX1" fmla="*/ 256473 w 1698458"/>
                <a:gd name="connsiteY1" fmla="*/ 626546 h 737001"/>
                <a:gd name="connsiteX2" fmla="*/ 522768 w 1698458"/>
                <a:gd name="connsiteY2" fmla="*/ 548400 h 737001"/>
                <a:gd name="connsiteX3" fmla="*/ 824271 w 1698458"/>
                <a:gd name="connsiteY3" fmla="*/ 404923 h 737001"/>
                <a:gd name="connsiteX4" fmla="*/ 1116212 w 1698458"/>
                <a:gd name="connsiteY4" fmla="*/ 462359 h 737001"/>
                <a:gd name="connsiteX5" fmla="*/ 1552172 w 1698458"/>
                <a:gd name="connsiteY5" fmla="*/ 541389 h 737001"/>
                <a:gd name="connsiteX6" fmla="*/ 1692368 w 1698458"/>
                <a:gd name="connsiteY6" fmla="*/ 395459 h 737001"/>
                <a:gd name="connsiteX7" fmla="*/ 1509994 w 1698458"/>
                <a:gd name="connsiteY7" fmla="*/ 0 h 737001"/>
                <a:gd name="connsiteX0" fmla="*/ 0 w 1698458"/>
                <a:gd name="connsiteY0" fmla="*/ 737001 h 737001"/>
                <a:gd name="connsiteX1" fmla="*/ 256473 w 1698458"/>
                <a:gd name="connsiteY1" fmla="*/ 626546 h 737001"/>
                <a:gd name="connsiteX2" fmla="*/ 522768 w 1698458"/>
                <a:gd name="connsiteY2" fmla="*/ 548400 h 737001"/>
                <a:gd name="connsiteX3" fmla="*/ 824271 w 1698458"/>
                <a:gd name="connsiteY3" fmla="*/ 404923 h 737001"/>
                <a:gd name="connsiteX4" fmla="*/ 1178254 w 1698458"/>
                <a:gd name="connsiteY4" fmla="*/ 439676 h 737001"/>
                <a:gd name="connsiteX5" fmla="*/ 1552172 w 1698458"/>
                <a:gd name="connsiteY5" fmla="*/ 541389 h 737001"/>
                <a:gd name="connsiteX6" fmla="*/ 1692368 w 1698458"/>
                <a:gd name="connsiteY6" fmla="*/ 395459 h 737001"/>
                <a:gd name="connsiteX7" fmla="*/ 1509994 w 1698458"/>
                <a:gd name="connsiteY7" fmla="*/ 0 h 737001"/>
                <a:gd name="connsiteX0" fmla="*/ 0 w 1718361"/>
                <a:gd name="connsiteY0" fmla="*/ 742603 h 742603"/>
                <a:gd name="connsiteX1" fmla="*/ 276376 w 1718361"/>
                <a:gd name="connsiteY1" fmla="*/ 626546 h 742603"/>
                <a:gd name="connsiteX2" fmla="*/ 542671 w 1718361"/>
                <a:gd name="connsiteY2" fmla="*/ 548400 h 742603"/>
                <a:gd name="connsiteX3" fmla="*/ 844174 w 1718361"/>
                <a:gd name="connsiteY3" fmla="*/ 404923 h 742603"/>
                <a:gd name="connsiteX4" fmla="*/ 1198157 w 1718361"/>
                <a:gd name="connsiteY4" fmla="*/ 439676 h 742603"/>
                <a:gd name="connsiteX5" fmla="*/ 1572075 w 1718361"/>
                <a:gd name="connsiteY5" fmla="*/ 541389 h 742603"/>
                <a:gd name="connsiteX6" fmla="*/ 1712271 w 1718361"/>
                <a:gd name="connsiteY6" fmla="*/ 395459 h 742603"/>
                <a:gd name="connsiteX7" fmla="*/ 1529897 w 1718361"/>
                <a:gd name="connsiteY7" fmla="*/ 0 h 74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8361" h="742603">
                  <a:moveTo>
                    <a:pt x="0" y="742603"/>
                  </a:moveTo>
                  <a:cubicBezTo>
                    <a:pt x="77438" y="720600"/>
                    <a:pt x="185931" y="658913"/>
                    <a:pt x="276376" y="626546"/>
                  </a:cubicBezTo>
                  <a:cubicBezTo>
                    <a:pt x="366821" y="594179"/>
                    <a:pt x="448038" y="585337"/>
                    <a:pt x="542671" y="548400"/>
                  </a:cubicBezTo>
                  <a:cubicBezTo>
                    <a:pt x="637304" y="511463"/>
                    <a:pt x="734927" y="423044"/>
                    <a:pt x="844174" y="404923"/>
                  </a:cubicBezTo>
                  <a:cubicBezTo>
                    <a:pt x="953421" y="386802"/>
                    <a:pt x="1076840" y="416932"/>
                    <a:pt x="1198157" y="439676"/>
                  </a:cubicBezTo>
                  <a:cubicBezTo>
                    <a:pt x="1319474" y="462420"/>
                    <a:pt x="1501209" y="544818"/>
                    <a:pt x="1572075" y="541389"/>
                  </a:cubicBezTo>
                  <a:cubicBezTo>
                    <a:pt x="1610291" y="545576"/>
                    <a:pt x="1681724" y="476900"/>
                    <a:pt x="1712271" y="395459"/>
                  </a:cubicBezTo>
                  <a:cubicBezTo>
                    <a:pt x="1742818" y="314018"/>
                    <a:pt x="1654802" y="107734"/>
                    <a:pt x="1529897"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3F87576A-125B-0FFF-DD56-2F5FA350265A}"/>
                </a:ext>
              </a:extLst>
            </p:cNvPr>
            <p:cNvSpPr/>
            <p:nvPr userDrawn="1"/>
          </p:nvSpPr>
          <p:spPr>
            <a:xfrm rot="5400000" flipV="1">
              <a:off x="10514878" y="-173010"/>
              <a:ext cx="291097" cy="618392"/>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E80EDD19-C59C-1826-CF0A-759D2B1CDBCE}"/>
                </a:ext>
              </a:extLst>
            </p:cNvPr>
            <p:cNvSpPr/>
            <p:nvPr userDrawn="1"/>
          </p:nvSpPr>
          <p:spPr>
            <a:xfrm rot="5789114" flipV="1">
              <a:off x="7437688" y="1875105"/>
              <a:ext cx="5079552" cy="1416800"/>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81791" h="1670879">
                  <a:moveTo>
                    <a:pt x="0" y="0"/>
                  </a:moveTo>
                  <a:cubicBezTo>
                    <a:pt x="116135" y="96409"/>
                    <a:pt x="55377" y="185361"/>
                    <a:pt x="257936" y="329948"/>
                  </a:cubicBezTo>
                  <a:cubicBezTo>
                    <a:pt x="460495" y="474535"/>
                    <a:pt x="1006101" y="745030"/>
                    <a:pt x="1215354" y="867522"/>
                  </a:cubicBezTo>
                  <a:cubicBezTo>
                    <a:pt x="1424607" y="990015"/>
                    <a:pt x="1433423" y="1007312"/>
                    <a:pt x="1513453" y="1064903"/>
                  </a:cubicBezTo>
                  <a:cubicBezTo>
                    <a:pt x="1593483" y="1122494"/>
                    <a:pt x="1613401" y="1155400"/>
                    <a:pt x="1695531" y="1213066"/>
                  </a:cubicBezTo>
                  <a:cubicBezTo>
                    <a:pt x="1777661" y="1270732"/>
                    <a:pt x="1930347" y="1336150"/>
                    <a:pt x="2006236" y="1410900"/>
                  </a:cubicBezTo>
                  <a:cubicBezTo>
                    <a:pt x="2082125" y="1485650"/>
                    <a:pt x="2100385" y="1634613"/>
                    <a:pt x="2150867" y="1661569"/>
                  </a:cubicBezTo>
                  <a:cubicBezTo>
                    <a:pt x="2223829" y="1700621"/>
                    <a:pt x="2298708" y="1606681"/>
                    <a:pt x="2386760" y="1567110"/>
                  </a:cubicBezTo>
                  <a:cubicBezTo>
                    <a:pt x="2474812" y="1527539"/>
                    <a:pt x="2600787" y="1505484"/>
                    <a:pt x="2679178" y="1424140"/>
                  </a:cubicBezTo>
                  <a:cubicBezTo>
                    <a:pt x="2747282" y="1353560"/>
                    <a:pt x="2796812" y="1267835"/>
                    <a:pt x="2837007" y="1178109"/>
                  </a:cubicBezTo>
                  <a:cubicBezTo>
                    <a:pt x="2882822" y="1075906"/>
                    <a:pt x="2917398" y="968559"/>
                    <a:pt x="2972071" y="870928"/>
                  </a:cubicBezTo>
                  <a:cubicBezTo>
                    <a:pt x="3006266" y="809968"/>
                    <a:pt x="3035357" y="778580"/>
                    <a:pt x="3100850" y="707479"/>
                  </a:cubicBezTo>
                  <a:cubicBezTo>
                    <a:pt x="3166343" y="636378"/>
                    <a:pt x="3264731" y="449466"/>
                    <a:pt x="3365029" y="444322"/>
                  </a:cubicBezTo>
                  <a:cubicBezTo>
                    <a:pt x="3440372" y="440417"/>
                    <a:pt x="3504869" y="599242"/>
                    <a:pt x="3592340" y="621564"/>
                  </a:cubicBezTo>
                  <a:cubicBezTo>
                    <a:pt x="3679811" y="643886"/>
                    <a:pt x="3770262" y="578033"/>
                    <a:pt x="3889855" y="578253"/>
                  </a:cubicBezTo>
                  <a:cubicBezTo>
                    <a:pt x="4009448" y="578473"/>
                    <a:pt x="4188974" y="599856"/>
                    <a:pt x="4309901" y="622886"/>
                  </a:cubicBezTo>
                  <a:cubicBezTo>
                    <a:pt x="4430828" y="645916"/>
                    <a:pt x="4520105" y="704140"/>
                    <a:pt x="4615420" y="716433"/>
                  </a:cubicBezTo>
                  <a:cubicBezTo>
                    <a:pt x="4710735" y="728726"/>
                    <a:pt x="4751309" y="667329"/>
                    <a:pt x="4881791" y="696644"/>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8CC60A7B-CCF7-E266-7914-6FAC2952D2FC}"/>
                </a:ext>
              </a:extLst>
            </p:cNvPr>
            <p:cNvSpPr/>
            <p:nvPr userDrawn="1"/>
          </p:nvSpPr>
          <p:spPr>
            <a:xfrm rot="5789114" flipV="1">
              <a:off x="6974887" y="1872871"/>
              <a:ext cx="5227699" cy="1609098"/>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83112"/>
                <a:gd name="connsiteY0" fmla="*/ 0 h 1439517"/>
                <a:gd name="connsiteX1" fmla="*/ 177481 w 4883112"/>
                <a:gd name="connsiteY1" fmla="*/ 377080 h 1439517"/>
                <a:gd name="connsiteX2" fmla="*/ 548334 w 4883112"/>
                <a:gd name="connsiteY2" fmla="*/ 691144 h 1439517"/>
                <a:gd name="connsiteX3" fmla="*/ 1332930 w 4883112"/>
                <a:gd name="connsiteY3" fmla="*/ 933297 h 1439517"/>
                <a:gd name="connsiteX4" fmla="*/ 1714243 w 4883112"/>
                <a:gd name="connsiteY4" fmla="*/ 1246397 h 1439517"/>
                <a:gd name="connsiteX5" fmla="*/ 2089731 w 4883112"/>
                <a:gd name="connsiteY5" fmla="*/ 1438090 h 1439517"/>
                <a:gd name="connsiteX6" fmla="*/ 2360323 w 4883112"/>
                <a:gd name="connsiteY6" fmla="*/ 1301452 h 1439517"/>
                <a:gd name="connsiteX7" fmla="*/ 2511104 w 4883112"/>
                <a:gd name="connsiteY7" fmla="*/ 1064470 h 1439517"/>
                <a:gd name="connsiteX8" fmla="*/ 2719984 w 4883112"/>
                <a:gd name="connsiteY8" fmla="*/ 882159 h 1439517"/>
                <a:gd name="connsiteX9" fmla="*/ 2924965 w 4883112"/>
                <a:gd name="connsiteY9" fmla="*/ 521068 h 1439517"/>
                <a:gd name="connsiteX10" fmla="*/ 3271866 w 4883112"/>
                <a:gd name="connsiteY10" fmla="*/ 489922 h 1439517"/>
                <a:gd name="connsiteX11" fmla="*/ 3496104 w 4883112"/>
                <a:gd name="connsiteY11" fmla="*/ 694995 h 1439517"/>
                <a:gd name="connsiteX12" fmla="*/ 4136076 w 4883112"/>
                <a:gd name="connsiteY12" fmla="*/ 605386 h 1439517"/>
                <a:gd name="connsiteX13" fmla="*/ 4511699 w 4883112"/>
                <a:gd name="connsiteY13" fmla="*/ 705171 h 1439517"/>
                <a:gd name="connsiteX14" fmla="*/ 4883112 w 4883112"/>
                <a:gd name="connsiteY14" fmla="*/ 739894 h 1439517"/>
                <a:gd name="connsiteX0" fmla="*/ 0 w 4883112"/>
                <a:gd name="connsiteY0" fmla="*/ 0 h 1439517"/>
                <a:gd name="connsiteX1" fmla="*/ 177481 w 4883112"/>
                <a:gd name="connsiteY1" fmla="*/ 377080 h 1439517"/>
                <a:gd name="connsiteX2" fmla="*/ 548334 w 4883112"/>
                <a:gd name="connsiteY2" fmla="*/ 691144 h 1439517"/>
                <a:gd name="connsiteX3" fmla="*/ 1332930 w 4883112"/>
                <a:gd name="connsiteY3" fmla="*/ 933297 h 1439517"/>
                <a:gd name="connsiteX4" fmla="*/ 1714243 w 4883112"/>
                <a:gd name="connsiteY4" fmla="*/ 1246397 h 1439517"/>
                <a:gd name="connsiteX5" fmla="*/ 2089731 w 4883112"/>
                <a:gd name="connsiteY5" fmla="*/ 1438090 h 1439517"/>
                <a:gd name="connsiteX6" fmla="*/ 2360323 w 4883112"/>
                <a:gd name="connsiteY6" fmla="*/ 1301452 h 1439517"/>
                <a:gd name="connsiteX7" fmla="*/ 2511104 w 4883112"/>
                <a:gd name="connsiteY7" fmla="*/ 1064470 h 1439517"/>
                <a:gd name="connsiteX8" fmla="*/ 2719984 w 4883112"/>
                <a:gd name="connsiteY8" fmla="*/ 882159 h 1439517"/>
                <a:gd name="connsiteX9" fmla="*/ 2924965 w 4883112"/>
                <a:gd name="connsiteY9" fmla="*/ 521068 h 1439517"/>
                <a:gd name="connsiteX10" fmla="*/ 3271866 w 4883112"/>
                <a:gd name="connsiteY10" fmla="*/ 489922 h 1439517"/>
                <a:gd name="connsiteX11" fmla="*/ 3496104 w 4883112"/>
                <a:gd name="connsiteY11" fmla="*/ 694995 h 1439517"/>
                <a:gd name="connsiteX12" fmla="*/ 4068822 w 4883112"/>
                <a:gd name="connsiteY12" fmla="*/ 589594 h 1439517"/>
                <a:gd name="connsiteX13" fmla="*/ 4511699 w 4883112"/>
                <a:gd name="connsiteY13" fmla="*/ 705171 h 1439517"/>
                <a:gd name="connsiteX14" fmla="*/ 4883112 w 4883112"/>
                <a:gd name="connsiteY14" fmla="*/ 739894 h 143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83112" h="1439517">
                  <a:moveTo>
                    <a:pt x="0" y="0"/>
                  </a:moveTo>
                  <a:cubicBezTo>
                    <a:pt x="104646" y="74522"/>
                    <a:pt x="86092" y="261889"/>
                    <a:pt x="177481" y="377080"/>
                  </a:cubicBezTo>
                  <a:cubicBezTo>
                    <a:pt x="268870" y="492271"/>
                    <a:pt x="355759" y="598441"/>
                    <a:pt x="548334" y="691144"/>
                  </a:cubicBezTo>
                  <a:cubicBezTo>
                    <a:pt x="740909" y="783847"/>
                    <a:pt x="1138612" y="840755"/>
                    <a:pt x="1332930" y="933297"/>
                  </a:cubicBezTo>
                  <a:cubicBezTo>
                    <a:pt x="1527248" y="1025839"/>
                    <a:pt x="1588109" y="1162265"/>
                    <a:pt x="1714243" y="1246397"/>
                  </a:cubicBezTo>
                  <a:cubicBezTo>
                    <a:pt x="1840377" y="1330529"/>
                    <a:pt x="1965430" y="1421611"/>
                    <a:pt x="2089731" y="1438090"/>
                  </a:cubicBezTo>
                  <a:cubicBezTo>
                    <a:pt x="2193268" y="1451806"/>
                    <a:pt x="2290094" y="1363722"/>
                    <a:pt x="2360323" y="1301452"/>
                  </a:cubicBezTo>
                  <a:cubicBezTo>
                    <a:pt x="2430552" y="1239182"/>
                    <a:pt x="2451161" y="1134352"/>
                    <a:pt x="2511104" y="1064470"/>
                  </a:cubicBezTo>
                  <a:cubicBezTo>
                    <a:pt x="2571047" y="994588"/>
                    <a:pt x="2669311" y="963503"/>
                    <a:pt x="2719984" y="882159"/>
                  </a:cubicBezTo>
                  <a:cubicBezTo>
                    <a:pt x="2792279" y="766240"/>
                    <a:pt x="2832985" y="586441"/>
                    <a:pt x="2924965" y="521068"/>
                  </a:cubicBezTo>
                  <a:cubicBezTo>
                    <a:pt x="3016945" y="455695"/>
                    <a:pt x="3176676" y="460934"/>
                    <a:pt x="3271866" y="489922"/>
                  </a:cubicBezTo>
                  <a:cubicBezTo>
                    <a:pt x="3367056" y="518910"/>
                    <a:pt x="3363278" y="678383"/>
                    <a:pt x="3496104" y="694995"/>
                  </a:cubicBezTo>
                  <a:cubicBezTo>
                    <a:pt x="3628930" y="711607"/>
                    <a:pt x="3899556" y="587898"/>
                    <a:pt x="4068822" y="589594"/>
                  </a:cubicBezTo>
                  <a:cubicBezTo>
                    <a:pt x="4238088" y="591290"/>
                    <a:pt x="4395175" y="752111"/>
                    <a:pt x="4511699" y="705171"/>
                  </a:cubicBezTo>
                  <a:cubicBezTo>
                    <a:pt x="4628223" y="658231"/>
                    <a:pt x="4688538" y="707999"/>
                    <a:pt x="4883112" y="739894"/>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B8389AE6-59DB-01ED-8469-F6D3012E7892}"/>
                </a:ext>
              </a:extLst>
            </p:cNvPr>
            <p:cNvSpPr/>
            <p:nvPr userDrawn="1"/>
          </p:nvSpPr>
          <p:spPr>
            <a:xfrm rot="5789114" flipV="1">
              <a:off x="9134968" y="2394395"/>
              <a:ext cx="3893499" cy="2432566"/>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202879" h="2376136">
                  <a:moveTo>
                    <a:pt x="0" y="2055307"/>
                  </a:moveTo>
                  <a:cubicBezTo>
                    <a:pt x="28419" y="1955418"/>
                    <a:pt x="-12168" y="1977119"/>
                    <a:pt x="47086" y="1923802"/>
                  </a:cubicBezTo>
                  <a:cubicBezTo>
                    <a:pt x="106340" y="1870485"/>
                    <a:pt x="231313" y="1775563"/>
                    <a:pt x="355521" y="1735407"/>
                  </a:cubicBezTo>
                  <a:cubicBezTo>
                    <a:pt x="423241" y="1713554"/>
                    <a:pt x="495028" y="1699590"/>
                    <a:pt x="565423" y="1682785"/>
                  </a:cubicBezTo>
                  <a:cubicBezTo>
                    <a:pt x="653043" y="1661958"/>
                    <a:pt x="740983" y="1635371"/>
                    <a:pt x="797364" y="1582355"/>
                  </a:cubicBezTo>
                  <a:cubicBezTo>
                    <a:pt x="835771" y="1546223"/>
                    <a:pt x="854922" y="1501570"/>
                    <a:pt x="869791" y="1456680"/>
                  </a:cubicBezTo>
                  <a:cubicBezTo>
                    <a:pt x="883593" y="1415025"/>
                    <a:pt x="894933" y="1372660"/>
                    <a:pt x="893970" y="1329821"/>
                  </a:cubicBezTo>
                  <a:cubicBezTo>
                    <a:pt x="892793" y="1276568"/>
                    <a:pt x="873108" y="1224184"/>
                    <a:pt x="878993" y="1171168"/>
                  </a:cubicBezTo>
                  <a:cubicBezTo>
                    <a:pt x="882631" y="1138191"/>
                    <a:pt x="896966" y="1106319"/>
                    <a:pt x="920075" y="1077917"/>
                  </a:cubicBezTo>
                  <a:cubicBezTo>
                    <a:pt x="958589" y="1030582"/>
                    <a:pt x="1019141" y="996185"/>
                    <a:pt x="1077769" y="961551"/>
                  </a:cubicBezTo>
                  <a:lnTo>
                    <a:pt x="1341270" y="806212"/>
                  </a:lnTo>
                  <a:cubicBezTo>
                    <a:pt x="1452747" y="742387"/>
                    <a:pt x="1567862" y="681088"/>
                    <a:pt x="1660937" y="603063"/>
                  </a:cubicBezTo>
                  <a:cubicBezTo>
                    <a:pt x="1737966" y="538450"/>
                    <a:pt x="1799054" y="464685"/>
                    <a:pt x="1859607" y="391079"/>
                  </a:cubicBezTo>
                  <a:cubicBezTo>
                    <a:pt x="1927007" y="309189"/>
                    <a:pt x="1994727" y="226825"/>
                    <a:pt x="2084273" y="157636"/>
                  </a:cubicBezTo>
                  <a:cubicBezTo>
                    <a:pt x="2138513" y="115665"/>
                    <a:pt x="2200778" y="79690"/>
                    <a:pt x="2272244" y="55628"/>
                  </a:cubicBezTo>
                  <a:cubicBezTo>
                    <a:pt x="2381581" y="18785"/>
                    <a:pt x="2503970" y="12789"/>
                    <a:pt x="2624328" y="7030"/>
                  </a:cubicBezTo>
                  <a:cubicBezTo>
                    <a:pt x="2760518" y="482"/>
                    <a:pt x="2897136" y="-4804"/>
                    <a:pt x="3032578" y="7030"/>
                  </a:cubicBezTo>
                  <a:cubicBezTo>
                    <a:pt x="3151758" y="17444"/>
                    <a:pt x="3249217" y="57038"/>
                    <a:pt x="3381452" y="69987"/>
                  </a:cubicBezTo>
                  <a:cubicBezTo>
                    <a:pt x="3513687" y="82936"/>
                    <a:pt x="3689086" y="52999"/>
                    <a:pt x="3825990" y="84724"/>
                  </a:cubicBezTo>
                  <a:cubicBezTo>
                    <a:pt x="3962895" y="116449"/>
                    <a:pt x="4174796" y="156488"/>
                    <a:pt x="4202879" y="260337"/>
                  </a:cubicBezTo>
                  <a:cubicBezTo>
                    <a:pt x="4202947" y="404765"/>
                    <a:pt x="4102429" y="626143"/>
                    <a:pt x="3993793" y="795302"/>
                  </a:cubicBezTo>
                  <a:cubicBezTo>
                    <a:pt x="3915169" y="935419"/>
                    <a:pt x="3804894" y="1183948"/>
                    <a:pt x="3795052" y="1300394"/>
                  </a:cubicBezTo>
                  <a:cubicBezTo>
                    <a:pt x="3785638" y="1410685"/>
                    <a:pt x="3722667" y="1587877"/>
                    <a:pt x="3713591" y="1701868"/>
                  </a:cubicBezTo>
                  <a:cubicBezTo>
                    <a:pt x="3704515" y="1815859"/>
                    <a:pt x="3765723" y="1916293"/>
                    <a:pt x="3740594" y="1984338"/>
                  </a:cubicBezTo>
                  <a:cubicBezTo>
                    <a:pt x="3715465" y="2052383"/>
                    <a:pt x="3616980" y="2051936"/>
                    <a:pt x="3562819" y="2110139"/>
                  </a:cubicBezTo>
                  <a:cubicBezTo>
                    <a:pt x="3469079" y="2199394"/>
                    <a:pt x="3422393" y="2286881"/>
                    <a:pt x="3328653" y="2376136"/>
                  </a:cubicBezTo>
                </a:path>
              </a:pathLst>
            </a:custGeom>
            <a:noFill/>
            <a:ln w="9525" cap="rnd">
              <a:solidFill>
                <a:schemeClr val="tx1">
                  <a:lumMod val="85000"/>
                  <a:alpha val="40000"/>
                </a:schemeClr>
              </a:solidFill>
              <a:prstDash val="solid"/>
              <a:round/>
            </a:ln>
          </p:spPr>
          <p:txBody>
            <a:bodyPr wrap="square" rtlCol="0" anchor="ctr">
              <a:noAutofit/>
            </a:bodyPr>
            <a:lstStyle/>
            <a:p>
              <a:endParaRPr lang="en-US"/>
            </a:p>
          </p:txBody>
        </p:sp>
        <p:sp>
          <p:nvSpPr>
            <p:cNvPr id="22" name="Freeform: Shape 21">
              <a:extLst>
                <a:ext uri="{FF2B5EF4-FFF2-40B4-BE49-F238E27FC236}">
                  <a16:creationId xmlns:a16="http://schemas.microsoft.com/office/drawing/2014/main" id="{B4A9E43F-21A3-FD1C-1476-D3177B7EA3D3}"/>
                </a:ext>
              </a:extLst>
            </p:cNvPr>
            <p:cNvSpPr/>
            <p:nvPr userDrawn="1"/>
          </p:nvSpPr>
          <p:spPr>
            <a:xfrm rot="5789114" flipV="1">
              <a:off x="9474594" y="2362994"/>
              <a:ext cx="3375833" cy="2303742"/>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063763 w 3462212"/>
                <a:gd name="connsiteY8" fmla="*/ 111058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107726 w 3462212"/>
                <a:gd name="connsiteY6" fmla="*/ 1576013 h 2250401"/>
                <a:gd name="connsiteX7" fmla="*/ 1075737 w 3462212"/>
                <a:gd name="connsiteY7" fmla="*/ 1330760 h 2250401"/>
                <a:gd name="connsiteX8" fmla="*/ 1063763 w 3462212"/>
                <a:gd name="connsiteY8" fmla="*/ 111058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621646"/>
                <a:gd name="connsiteY0" fmla="*/ 1938168 h 2250401"/>
                <a:gd name="connsiteX1" fmla="*/ 183705 w 3621646"/>
                <a:gd name="connsiteY1" fmla="*/ 1829274 h 2250401"/>
                <a:gd name="connsiteX2" fmla="*/ 444380 w 3621646"/>
                <a:gd name="connsiteY2" fmla="*/ 1840980 h 2250401"/>
                <a:gd name="connsiteX3" fmla="*/ 629613 w 3621646"/>
                <a:gd name="connsiteY3" fmla="*/ 1935471 h 2250401"/>
                <a:gd name="connsiteX4" fmla="*/ 785489 w 3621646"/>
                <a:gd name="connsiteY4" fmla="*/ 1935471 h 2250401"/>
                <a:gd name="connsiteX5" fmla="*/ 941365 w 3621646"/>
                <a:gd name="connsiteY5" fmla="*/ 1842299 h 2250401"/>
                <a:gd name="connsiteX6" fmla="*/ 1107726 w 3621646"/>
                <a:gd name="connsiteY6" fmla="*/ 1576013 h 2250401"/>
                <a:gd name="connsiteX7" fmla="*/ 1075737 w 3621646"/>
                <a:gd name="connsiteY7" fmla="*/ 1330760 h 2250401"/>
                <a:gd name="connsiteX8" fmla="*/ 1063763 w 3621646"/>
                <a:gd name="connsiteY8" fmla="*/ 1110589 h 2250401"/>
                <a:gd name="connsiteX9" fmla="*/ 1279968 w 3621646"/>
                <a:gd name="connsiteY9" fmla="*/ 894564 h 2250401"/>
                <a:gd name="connsiteX10" fmla="*/ 1532557 w 3621646"/>
                <a:gd name="connsiteY10" fmla="*/ 658596 h 2250401"/>
                <a:gd name="connsiteX11" fmla="*/ 1871161 w 3621646"/>
                <a:gd name="connsiteY11" fmla="*/ 375056 h 2250401"/>
                <a:gd name="connsiteX12" fmla="*/ 2221854 w 3621646"/>
                <a:gd name="connsiteY12" fmla="*/ 116289 h 2250401"/>
                <a:gd name="connsiteX13" fmla="*/ 2465028 w 3621646"/>
                <a:gd name="connsiteY13" fmla="*/ 26115 h 2250401"/>
                <a:gd name="connsiteX14" fmla="*/ 2728423 w 3621646"/>
                <a:gd name="connsiteY14" fmla="*/ 317 h 2250401"/>
                <a:gd name="connsiteX15" fmla="*/ 3024020 w 3621646"/>
                <a:gd name="connsiteY15" fmla="*/ 43945 h 2250401"/>
                <a:gd name="connsiteX16" fmla="*/ 3268584 w 3621646"/>
                <a:gd name="connsiteY16" fmla="*/ 147057 h 2250401"/>
                <a:gd name="connsiteX17" fmla="*/ 3618428 w 3621646"/>
                <a:gd name="connsiteY17" fmla="*/ 220332 h 2250401"/>
                <a:gd name="connsiteX18" fmla="*/ 3448638 w 3621646"/>
                <a:gd name="connsiteY18" fmla="*/ 505860 h 2250401"/>
                <a:gd name="connsiteX19" fmla="*/ 3441363 w 3621646"/>
                <a:gd name="connsiteY19" fmla="*/ 822851 h 2250401"/>
                <a:gd name="connsiteX20" fmla="*/ 3461155 w 3621646"/>
                <a:gd name="connsiteY20" fmla="*/ 1240033 h 2250401"/>
                <a:gd name="connsiteX21" fmla="*/ 3421892 w 3621646"/>
                <a:gd name="connsiteY21" fmla="*/ 1483338 h 2250401"/>
                <a:gd name="connsiteX22" fmla="*/ 3338017 w 3621646"/>
                <a:gd name="connsiteY22" fmla="*/ 1715677 h 2250401"/>
                <a:gd name="connsiteX23" fmla="*/ 2936747 w 3621646"/>
                <a:gd name="connsiteY23" fmla="*/ 2250401 h 2250401"/>
                <a:gd name="connsiteX0" fmla="*/ 0 w 3627728"/>
                <a:gd name="connsiteY0" fmla="*/ 1938168 h 2250401"/>
                <a:gd name="connsiteX1" fmla="*/ 183705 w 3627728"/>
                <a:gd name="connsiteY1" fmla="*/ 1829274 h 2250401"/>
                <a:gd name="connsiteX2" fmla="*/ 444380 w 3627728"/>
                <a:gd name="connsiteY2" fmla="*/ 1840980 h 2250401"/>
                <a:gd name="connsiteX3" fmla="*/ 629613 w 3627728"/>
                <a:gd name="connsiteY3" fmla="*/ 1935471 h 2250401"/>
                <a:gd name="connsiteX4" fmla="*/ 785489 w 3627728"/>
                <a:gd name="connsiteY4" fmla="*/ 1935471 h 2250401"/>
                <a:gd name="connsiteX5" fmla="*/ 941365 w 3627728"/>
                <a:gd name="connsiteY5" fmla="*/ 1842299 h 2250401"/>
                <a:gd name="connsiteX6" fmla="*/ 1107726 w 3627728"/>
                <a:gd name="connsiteY6" fmla="*/ 1576013 h 2250401"/>
                <a:gd name="connsiteX7" fmla="*/ 1075737 w 3627728"/>
                <a:gd name="connsiteY7" fmla="*/ 1330760 h 2250401"/>
                <a:gd name="connsiteX8" fmla="*/ 1063763 w 3627728"/>
                <a:gd name="connsiteY8" fmla="*/ 1110589 h 2250401"/>
                <a:gd name="connsiteX9" fmla="*/ 1279968 w 3627728"/>
                <a:gd name="connsiteY9" fmla="*/ 894564 h 2250401"/>
                <a:gd name="connsiteX10" fmla="*/ 1532557 w 3627728"/>
                <a:gd name="connsiteY10" fmla="*/ 658596 h 2250401"/>
                <a:gd name="connsiteX11" fmla="*/ 1871161 w 3627728"/>
                <a:gd name="connsiteY11" fmla="*/ 375056 h 2250401"/>
                <a:gd name="connsiteX12" fmla="*/ 2221854 w 3627728"/>
                <a:gd name="connsiteY12" fmla="*/ 116289 h 2250401"/>
                <a:gd name="connsiteX13" fmla="*/ 2465028 w 3627728"/>
                <a:gd name="connsiteY13" fmla="*/ 26115 h 2250401"/>
                <a:gd name="connsiteX14" fmla="*/ 2728423 w 3627728"/>
                <a:gd name="connsiteY14" fmla="*/ 317 h 2250401"/>
                <a:gd name="connsiteX15" fmla="*/ 3024020 w 3627728"/>
                <a:gd name="connsiteY15" fmla="*/ 43945 h 2250401"/>
                <a:gd name="connsiteX16" fmla="*/ 3268584 w 3627728"/>
                <a:gd name="connsiteY16" fmla="*/ 147057 h 2250401"/>
                <a:gd name="connsiteX17" fmla="*/ 3618428 w 3627728"/>
                <a:gd name="connsiteY17" fmla="*/ 220332 h 2250401"/>
                <a:gd name="connsiteX18" fmla="*/ 3536439 w 3627728"/>
                <a:gd name="connsiteY18" fmla="*/ 551661 h 2250401"/>
                <a:gd name="connsiteX19" fmla="*/ 3441363 w 3627728"/>
                <a:gd name="connsiteY19" fmla="*/ 822851 h 2250401"/>
                <a:gd name="connsiteX20" fmla="*/ 3461155 w 3627728"/>
                <a:gd name="connsiteY20" fmla="*/ 1240033 h 2250401"/>
                <a:gd name="connsiteX21" fmla="*/ 3421892 w 3627728"/>
                <a:gd name="connsiteY21" fmla="*/ 1483338 h 2250401"/>
                <a:gd name="connsiteX22" fmla="*/ 3338017 w 3627728"/>
                <a:gd name="connsiteY22" fmla="*/ 1715677 h 2250401"/>
                <a:gd name="connsiteX23" fmla="*/ 2936747 w 3627728"/>
                <a:gd name="connsiteY23" fmla="*/ 2250401 h 2250401"/>
                <a:gd name="connsiteX0" fmla="*/ 0 w 3627728"/>
                <a:gd name="connsiteY0" fmla="*/ 1938168 h 2250401"/>
                <a:gd name="connsiteX1" fmla="*/ 183705 w 3627728"/>
                <a:gd name="connsiteY1" fmla="*/ 1829274 h 2250401"/>
                <a:gd name="connsiteX2" fmla="*/ 444380 w 3627728"/>
                <a:gd name="connsiteY2" fmla="*/ 1840980 h 2250401"/>
                <a:gd name="connsiteX3" fmla="*/ 629613 w 3627728"/>
                <a:gd name="connsiteY3" fmla="*/ 1935471 h 2250401"/>
                <a:gd name="connsiteX4" fmla="*/ 785489 w 3627728"/>
                <a:gd name="connsiteY4" fmla="*/ 1935471 h 2250401"/>
                <a:gd name="connsiteX5" fmla="*/ 941365 w 3627728"/>
                <a:gd name="connsiteY5" fmla="*/ 1842299 h 2250401"/>
                <a:gd name="connsiteX6" fmla="*/ 1107726 w 3627728"/>
                <a:gd name="connsiteY6" fmla="*/ 1576013 h 2250401"/>
                <a:gd name="connsiteX7" fmla="*/ 1075737 w 3627728"/>
                <a:gd name="connsiteY7" fmla="*/ 1330760 h 2250401"/>
                <a:gd name="connsiteX8" fmla="*/ 1063763 w 3627728"/>
                <a:gd name="connsiteY8" fmla="*/ 1110589 h 2250401"/>
                <a:gd name="connsiteX9" fmla="*/ 1279968 w 3627728"/>
                <a:gd name="connsiteY9" fmla="*/ 894564 h 2250401"/>
                <a:gd name="connsiteX10" fmla="*/ 1532557 w 3627728"/>
                <a:gd name="connsiteY10" fmla="*/ 658596 h 2250401"/>
                <a:gd name="connsiteX11" fmla="*/ 1871161 w 3627728"/>
                <a:gd name="connsiteY11" fmla="*/ 375056 h 2250401"/>
                <a:gd name="connsiteX12" fmla="*/ 2221854 w 3627728"/>
                <a:gd name="connsiteY12" fmla="*/ 116289 h 2250401"/>
                <a:gd name="connsiteX13" fmla="*/ 2465028 w 3627728"/>
                <a:gd name="connsiteY13" fmla="*/ 26115 h 2250401"/>
                <a:gd name="connsiteX14" fmla="*/ 2728423 w 3627728"/>
                <a:gd name="connsiteY14" fmla="*/ 317 h 2250401"/>
                <a:gd name="connsiteX15" fmla="*/ 3024020 w 3627728"/>
                <a:gd name="connsiteY15" fmla="*/ 43945 h 2250401"/>
                <a:gd name="connsiteX16" fmla="*/ 3268584 w 3627728"/>
                <a:gd name="connsiteY16" fmla="*/ 147057 h 2250401"/>
                <a:gd name="connsiteX17" fmla="*/ 3618428 w 3627728"/>
                <a:gd name="connsiteY17" fmla="*/ 220332 h 2250401"/>
                <a:gd name="connsiteX18" fmla="*/ 3536439 w 3627728"/>
                <a:gd name="connsiteY18" fmla="*/ 551661 h 2250401"/>
                <a:gd name="connsiteX19" fmla="*/ 3441363 w 3627728"/>
                <a:gd name="connsiteY19" fmla="*/ 822851 h 2250401"/>
                <a:gd name="connsiteX20" fmla="*/ 3461155 w 3627728"/>
                <a:gd name="connsiteY20" fmla="*/ 1240033 h 2250401"/>
                <a:gd name="connsiteX21" fmla="*/ 3421892 w 3627728"/>
                <a:gd name="connsiteY21" fmla="*/ 1483338 h 2250401"/>
                <a:gd name="connsiteX22" fmla="*/ 3338017 w 3627728"/>
                <a:gd name="connsiteY22" fmla="*/ 1715677 h 2250401"/>
                <a:gd name="connsiteX23" fmla="*/ 2936747 w 3627728"/>
                <a:gd name="connsiteY23" fmla="*/ 2250401 h 2250401"/>
                <a:gd name="connsiteX0" fmla="*/ 0 w 3644078"/>
                <a:gd name="connsiteY0" fmla="*/ 1938168 h 2250401"/>
                <a:gd name="connsiteX1" fmla="*/ 183705 w 3644078"/>
                <a:gd name="connsiteY1" fmla="*/ 1829274 h 2250401"/>
                <a:gd name="connsiteX2" fmla="*/ 444380 w 3644078"/>
                <a:gd name="connsiteY2" fmla="*/ 1840980 h 2250401"/>
                <a:gd name="connsiteX3" fmla="*/ 629613 w 3644078"/>
                <a:gd name="connsiteY3" fmla="*/ 1935471 h 2250401"/>
                <a:gd name="connsiteX4" fmla="*/ 785489 w 3644078"/>
                <a:gd name="connsiteY4" fmla="*/ 1935471 h 2250401"/>
                <a:gd name="connsiteX5" fmla="*/ 941365 w 3644078"/>
                <a:gd name="connsiteY5" fmla="*/ 1842299 h 2250401"/>
                <a:gd name="connsiteX6" fmla="*/ 1107726 w 3644078"/>
                <a:gd name="connsiteY6" fmla="*/ 1576013 h 2250401"/>
                <a:gd name="connsiteX7" fmla="*/ 1075737 w 3644078"/>
                <a:gd name="connsiteY7" fmla="*/ 1330760 h 2250401"/>
                <a:gd name="connsiteX8" fmla="*/ 1063763 w 3644078"/>
                <a:gd name="connsiteY8" fmla="*/ 1110589 h 2250401"/>
                <a:gd name="connsiteX9" fmla="*/ 1279968 w 3644078"/>
                <a:gd name="connsiteY9" fmla="*/ 894564 h 2250401"/>
                <a:gd name="connsiteX10" fmla="*/ 1532557 w 3644078"/>
                <a:gd name="connsiteY10" fmla="*/ 658596 h 2250401"/>
                <a:gd name="connsiteX11" fmla="*/ 1871161 w 3644078"/>
                <a:gd name="connsiteY11" fmla="*/ 375056 h 2250401"/>
                <a:gd name="connsiteX12" fmla="*/ 2221854 w 3644078"/>
                <a:gd name="connsiteY12" fmla="*/ 116289 h 2250401"/>
                <a:gd name="connsiteX13" fmla="*/ 2465028 w 3644078"/>
                <a:gd name="connsiteY13" fmla="*/ 26115 h 2250401"/>
                <a:gd name="connsiteX14" fmla="*/ 2728423 w 3644078"/>
                <a:gd name="connsiteY14" fmla="*/ 317 h 2250401"/>
                <a:gd name="connsiteX15" fmla="*/ 3024020 w 3644078"/>
                <a:gd name="connsiteY15" fmla="*/ 43945 h 2250401"/>
                <a:gd name="connsiteX16" fmla="*/ 3268584 w 3644078"/>
                <a:gd name="connsiteY16" fmla="*/ 147057 h 2250401"/>
                <a:gd name="connsiteX17" fmla="*/ 3618428 w 3644078"/>
                <a:gd name="connsiteY17" fmla="*/ 220332 h 2250401"/>
                <a:gd name="connsiteX18" fmla="*/ 3536439 w 3644078"/>
                <a:gd name="connsiteY18" fmla="*/ 551661 h 2250401"/>
                <a:gd name="connsiteX19" fmla="*/ 3441363 w 3644078"/>
                <a:gd name="connsiteY19" fmla="*/ 822851 h 2250401"/>
                <a:gd name="connsiteX20" fmla="*/ 3461155 w 3644078"/>
                <a:gd name="connsiteY20" fmla="*/ 1240033 h 2250401"/>
                <a:gd name="connsiteX21" fmla="*/ 3421892 w 3644078"/>
                <a:gd name="connsiteY21" fmla="*/ 1483338 h 2250401"/>
                <a:gd name="connsiteX22" fmla="*/ 3338017 w 3644078"/>
                <a:gd name="connsiteY22" fmla="*/ 1715677 h 2250401"/>
                <a:gd name="connsiteX23" fmla="*/ 2936747 w 3644078"/>
                <a:gd name="connsiteY23" fmla="*/ 2250401 h 2250401"/>
                <a:gd name="connsiteX0" fmla="*/ 0 w 3644078"/>
                <a:gd name="connsiteY0" fmla="*/ 1938168 h 2250401"/>
                <a:gd name="connsiteX1" fmla="*/ 183705 w 3644078"/>
                <a:gd name="connsiteY1" fmla="*/ 1829274 h 2250401"/>
                <a:gd name="connsiteX2" fmla="*/ 444380 w 3644078"/>
                <a:gd name="connsiteY2" fmla="*/ 1840980 h 2250401"/>
                <a:gd name="connsiteX3" fmla="*/ 629613 w 3644078"/>
                <a:gd name="connsiteY3" fmla="*/ 1935471 h 2250401"/>
                <a:gd name="connsiteX4" fmla="*/ 785489 w 3644078"/>
                <a:gd name="connsiteY4" fmla="*/ 1935471 h 2250401"/>
                <a:gd name="connsiteX5" fmla="*/ 941365 w 3644078"/>
                <a:gd name="connsiteY5" fmla="*/ 1842299 h 2250401"/>
                <a:gd name="connsiteX6" fmla="*/ 1107726 w 3644078"/>
                <a:gd name="connsiteY6" fmla="*/ 1576013 h 2250401"/>
                <a:gd name="connsiteX7" fmla="*/ 1075737 w 3644078"/>
                <a:gd name="connsiteY7" fmla="*/ 1330760 h 2250401"/>
                <a:gd name="connsiteX8" fmla="*/ 1063763 w 3644078"/>
                <a:gd name="connsiteY8" fmla="*/ 1110589 h 2250401"/>
                <a:gd name="connsiteX9" fmla="*/ 1279968 w 3644078"/>
                <a:gd name="connsiteY9" fmla="*/ 894564 h 2250401"/>
                <a:gd name="connsiteX10" fmla="*/ 1532557 w 3644078"/>
                <a:gd name="connsiteY10" fmla="*/ 658596 h 2250401"/>
                <a:gd name="connsiteX11" fmla="*/ 1871161 w 3644078"/>
                <a:gd name="connsiteY11" fmla="*/ 375056 h 2250401"/>
                <a:gd name="connsiteX12" fmla="*/ 2221854 w 3644078"/>
                <a:gd name="connsiteY12" fmla="*/ 116289 h 2250401"/>
                <a:gd name="connsiteX13" fmla="*/ 2465028 w 3644078"/>
                <a:gd name="connsiteY13" fmla="*/ 26115 h 2250401"/>
                <a:gd name="connsiteX14" fmla="*/ 2728423 w 3644078"/>
                <a:gd name="connsiteY14" fmla="*/ 317 h 2250401"/>
                <a:gd name="connsiteX15" fmla="*/ 3024020 w 3644078"/>
                <a:gd name="connsiteY15" fmla="*/ 43945 h 2250401"/>
                <a:gd name="connsiteX16" fmla="*/ 3268584 w 3644078"/>
                <a:gd name="connsiteY16" fmla="*/ 147057 h 2250401"/>
                <a:gd name="connsiteX17" fmla="*/ 3618428 w 3644078"/>
                <a:gd name="connsiteY17" fmla="*/ 220332 h 2250401"/>
                <a:gd name="connsiteX18" fmla="*/ 3536439 w 3644078"/>
                <a:gd name="connsiteY18" fmla="*/ 551661 h 2250401"/>
                <a:gd name="connsiteX19" fmla="*/ 3441363 w 3644078"/>
                <a:gd name="connsiteY19" fmla="*/ 822851 h 2250401"/>
                <a:gd name="connsiteX20" fmla="*/ 3461155 w 3644078"/>
                <a:gd name="connsiteY20" fmla="*/ 1240033 h 2250401"/>
                <a:gd name="connsiteX21" fmla="*/ 3421892 w 3644078"/>
                <a:gd name="connsiteY21" fmla="*/ 1483338 h 2250401"/>
                <a:gd name="connsiteX22" fmla="*/ 3399501 w 3644078"/>
                <a:gd name="connsiteY22" fmla="*/ 1812964 h 2250401"/>
                <a:gd name="connsiteX23" fmla="*/ 2936747 w 3644078"/>
                <a:gd name="connsiteY23" fmla="*/ 2250401 h 2250401"/>
                <a:gd name="connsiteX0" fmla="*/ 0 w 3644078"/>
                <a:gd name="connsiteY0" fmla="*/ 1938168 h 2250401"/>
                <a:gd name="connsiteX1" fmla="*/ 183705 w 3644078"/>
                <a:gd name="connsiteY1" fmla="*/ 1829274 h 2250401"/>
                <a:gd name="connsiteX2" fmla="*/ 444380 w 3644078"/>
                <a:gd name="connsiteY2" fmla="*/ 1840980 h 2250401"/>
                <a:gd name="connsiteX3" fmla="*/ 629613 w 3644078"/>
                <a:gd name="connsiteY3" fmla="*/ 1935471 h 2250401"/>
                <a:gd name="connsiteX4" fmla="*/ 785489 w 3644078"/>
                <a:gd name="connsiteY4" fmla="*/ 1935471 h 2250401"/>
                <a:gd name="connsiteX5" fmla="*/ 941365 w 3644078"/>
                <a:gd name="connsiteY5" fmla="*/ 1842299 h 2250401"/>
                <a:gd name="connsiteX6" fmla="*/ 1107726 w 3644078"/>
                <a:gd name="connsiteY6" fmla="*/ 1576013 h 2250401"/>
                <a:gd name="connsiteX7" fmla="*/ 1075737 w 3644078"/>
                <a:gd name="connsiteY7" fmla="*/ 1330760 h 2250401"/>
                <a:gd name="connsiteX8" fmla="*/ 1063763 w 3644078"/>
                <a:gd name="connsiteY8" fmla="*/ 1110589 h 2250401"/>
                <a:gd name="connsiteX9" fmla="*/ 1279968 w 3644078"/>
                <a:gd name="connsiteY9" fmla="*/ 894564 h 2250401"/>
                <a:gd name="connsiteX10" fmla="*/ 1532557 w 3644078"/>
                <a:gd name="connsiteY10" fmla="*/ 658596 h 2250401"/>
                <a:gd name="connsiteX11" fmla="*/ 1871161 w 3644078"/>
                <a:gd name="connsiteY11" fmla="*/ 375056 h 2250401"/>
                <a:gd name="connsiteX12" fmla="*/ 2221854 w 3644078"/>
                <a:gd name="connsiteY12" fmla="*/ 116289 h 2250401"/>
                <a:gd name="connsiteX13" fmla="*/ 2465028 w 3644078"/>
                <a:gd name="connsiteY13" fmla="*/ 26115 h 2250401"/>
                <a:gd name="connsiteX14" fmla="*/ 2728423 w 3644078"/>
                <a:gd name="connsiteY14" fmla="*/ 317 h 2250401"/>
                <a:gd name="connsiteX15" fmla="*/ 3024020 w 3644078"/>
                <a:gd name="connsiteY15" fmla="*/ 43945 h 2250401"/>
                <a:gd name="connsiteX16" fmla="*/ 3268584 w 3644078"/>
                <a:gd name="connsiteY16" fmla="*/ 147057 h 2250401"/>
                <a:gd name="connsiteX17" fmla="*/ 3618428 w 3644078"/>
                <a:gd name="connsiteY17" fmla="*/ 220332 h 2250401"/>
                <a:gd name="connsiteX18" fmla="*/ 3536439 w 3644078"/>
                <a:gd name="connsiteY18" fmla="*/ 551661 h 2250401"/>
                <a:gd name="connsiteX19" fmla="*/ 3441363 w 3644078"/>
                <a:gd name="connsiteY19" fmla="*/ 822851 h 2250401"/>
                <a:gd name="connsiteX20" fmla="*/ 3461155 w 3644078"/>
                <a:gd name="connsiteY20" fmla="*/ 1240033 h 2250401"/>
                <a:gd name="connsiteX21" fmla="*/ 3421892 w 3644078"/>
                <a:gd name="connsiteY21" fmla="*/ 1483338 h 2250401"/>
                <a:gd name="connsiteX22" fmla="*/ 3399501 w 3644078"/>
                <a:gd name="connsiteY22" fmla="*/ 1812964 h 2250401"/>
                <a:gd name="connsiteX23" fmla="*/ 2936747 w 3644078"/>
                <a:gd name="connsiteY23" fmla="*/ 2250401 h 2250401"/>
                <a:gd name="connsiteX0" fmla="*/ 0 w 3644078"/>
                <a:gd name="connsiteY0" fmla="*/ 1938168 h 2250401"/>
                <a:gd name="connsiteX1" fmla="*/ 183705 w 3644078"/>
                <a:gd name="connsiteY1" fmla="*/ 1829274 h 2250401"/>
                <a:gd name="connsiteX2" fmla="*/ 444380 w 3644078"/>
                <a:gd name="connsiteY2" fmla="*/ 1840980 h 2250401"/>
                <a:gd name="connsiteX3" fmla="*/ 629613 w 3644078"/>
                <a:gd name="connsiteY3" fmla="*/ 1935471 h 2250401"/>
                <a:gd name="connsiteX4" fmla="*/ 785489 w 3644078"/>
                <a:gd name="connsiteY4" fmla="*/ 1935471 h 2250401"/>
                <a:gd name="connsiteX5" fmla="*/ 941365 w 3644078"/>
                <a:gd name="connsiteY5" fmla="*/ 1842299 h 2250401"/>
                <a:gd name="connsiteX6" fmla="*/ 1107726 w 3644078"/>
                <a:gd name="connsiteY6" fmla="*/ 1576013 h 2250401"/>
                <a:gd name="connsiteX7" fmla="*/ 1075737 w 3644078"/>
                <a:gd name="connsiteY7" fmla="*/ 1330760 h 2250401"/>
                <a:gd name="connsiteX8" fmla="*/ 1063763 w 3644078"/>
                <a:gd name="connsiteY8" fmla="*/ 1110589 h 2250401"/>
                <a:gd name="connsiteX9" fmla="*/ 1279968 w 3644078"/>
                <a:gd name="connsiteY9" fmla="*/ 894564 h 2250401"/>
                <a:gd name="connsiteX10" fmla="*/ 1532557 w 3644078"/>
                <a:gd name="connsiteY10" fmla="*/ 658596 h 2250401"/>
                <a:gd name="connsiteX11" fmla="*/ 1871161 w 3644078"/>
                <a:gd name="connsiteY11" fmla="*/ 375056 h 2250401"/>
                <a:gd name="connsiteX12" fmla="*/ 2221854 w 3644078"/>
                <a:gd name="connsiteY12" fmla="*/ 116289 h 2250401"/>
                <a:gd name="connsiteX13" fmla="*/ 2465028 w 3644078"/>
                <a:gd name="connsiteY13" fmla="*/ 26115 h 2250401"/>
                <a:gd name="connsiteX14" fmla="*/ 2728423 w 3644078"/>
                <a:gd name="connsiteY14" fmla="*/ 317 h 2250401"/>
                <a:gd name="connsiteX15" fmla="*/ 3024020 w 3644078"/>
                <a:gd name="connsiteY15" fmla="*/ 43945 h 2250401"/>
                <a:gd name="connsiteX16" fmla="*/ 3268584 w 3644078"/>
                <a:gd name="connsiteY16" fmla="*/ 147057 h 2250401"/>
                <a:gd name="connsiteX17" fmla="*/ 3618428 w 3644078"/>
                <a:gd name="connsiteY17" fmla="*/ 220332 h 2250401"/>
                <a:gd name="connsiteX18" fmla="*/ 3536439 w 3644078"/>
                <a:gd name="connsiteY18" fmla="*/ 551661 h 2250401"/>
                <a:gd name="connsiteX19" fmla="*/ 3441363 w 3644078"/>
                <a:gd name="connsiteY19" fmla="*/ 822851 h 2250401"/>
                <a:gd name="connsiteX20" fmla="*/ 3461155 w 3644078"/>
                <a:gd name="connsiteY20" fmla="*/ 1240033 h 2250401"/>
                <a:gd name="connsiteX21" fmla="*/ 3421892 w 3644078"/>
                <a:gd name="connsiteY21" fmla="*/ 1483338 h 2250401"/>
                <a:gd name="connsiteX22" fmla="*/ 3399501 w 3644078"/>
                <a:gd name="connsiteY22" fmla="*/ 1812964 h 2250401"/>
                <a:gd name="connsiteX23" fmla="*/ 2936747 w 3644078"/>
                <a:gd name="connsiteY23" fmla="*/ 2250401 h 2250401"/>
                <a:gd name="connsiteX0" fmla="*/ 0 w 3644078"/>
                <a:gd name="connsiteY0" fmla="*/ 1938068 h 2250301"/>
                <a:gd name="connsiteX1" fmla="*/ 183705 w 3644078"/>
                <a:gd name="connsiteY1" fmla="*/ 1829174 h 2250301"/>
                <a:gd name="connsiteX2" fmla="*/ 444380 w 3644078"/>
                <a:gd name="connsiteY2" fmla="*/ 1840880 h 2250301"/>
                <a:gd name="connsiteX3" fmla="*/ 629613 w 3644078"/>
                <a:gd name="connsiteY3" fmla="*/ 1935371 h 2250301"/>
                <a:gd name="connsiteX4" fmla="*/ 785489 w 3644078"/>
                <a:gd name="connsiteY4" fmla="*/ 1935371 h 2250301"/>
                <a:gd name="connsiteX5" fmla="*/ 941365 w 3644078"/>
                <a:gd name="connsiteY5" fmla="*/ 1842199 h 2250301"/>
                <a:gd name="connsiteX6" fmla="*/ 1107726 w 3644078"/>
                <a:gd name="connsiteY6" fmla="*/ 1575913 h 2250301"/>
                <a:gd name="connsiteX7" fmla="*/ 1075737 w 3644078"/>
                <a:gd name="connsiteY7" fmla="*/ 1330660 h 2250301"/>
                <a:gd name="connsiteX8" fmla="*/ 1063763 w 3644078"/>
                <a:gd name="connsiteY8" fmla="*/ 1110489 h 2250301"/>
                <a:gd name="connsiteX9" fmla="*/ 1279968 w 3644078"/>
                <a:gd name="connsiteY9" fmla="*/ 894464 h 2250301"/>
                <a:gd name="connsiteX10" fmla="*/ 1532557 w 3644078"/>
                <a:gd name="connsiteY10" fmla="*/ 658496 h 2250301"/>
                <a:gd name="connsiteX11" fmla="*/ 1871161 w 3644078"/>
                <a:gd name="connsiteY11" fmla="*/ 374956 h 2250301"/>
                <a:gd name="connsiteX12" fmla="*/ 2171333 w 3644078"/>
                <a:gd name="connsiteY12" fmla="*/ 84190 h 2250301"/>
                <a:gd name="connsiteX13" fmla="*/ 2465028 w 3644078"/>
                <a:gd name="connsiteY13" fmla="*/ 26015 h 2250301"/>
                <a:gd name="connsiteX14" fmla="*/ 2728423 w 3644078"/>
                <a:gd name="connsiteY14" fmla="*/ 217 h 2250301"/>
                <a:gd name="connsiteX15" fmla="*/ 3024020 w 3644078"/>
                <a:gd name="connsiteY15" fmla="*/ 43845 h 2250301"/>
                <a:gd name="connsiteX16" fmla="*/ 3268584 w 3644078"/>
                <a:gd name="connsiteY16" fmla="*/ 146957 h 2250301"/>
                <a:gd name="connsiteX17" fmla="*/ 3618428 w 3644078"/>
                <a:gd name="connsiteY17" fmla="*/ 220232 h 2250301"/>
                <a:gd name="connsiteX18" fmla="*/ 3536439 w 3644078"/>
                <a:gd name="connsiteY18" fmla="*/ 551561 h 2250301"/>
                <a:gd name="connsiteX19" fmla="*/ 3441363 w 3644078"/>
                <a:gd name="connsiteY19" fmla="*/ 822751 h 2250301"/>
                <a:gd name="connsiteX20" fmla="*/ 3461155 w 3644078"/>
                <a:gd name="connsiteY20" fmla="*/ 1239933 h 2250301"/>
                <a:gd name="connsiteX21" fmla="*/ 3421892 w 3644078"/>
                <a:gd name="connsiteY21" fmla="*/ 1483238 h 2250301"/>
                <a:gd name="connsiteX22" fmla="*/ 3399501 w 3644078"/>
                <a:gd name="connsiteY22" fmla="*/ 1812864 h 2250301"/>
                <a:gd name="connsiteX23" fmla="*/ 2936747 w 3644078"/>
                <a:gd name="connsiteY23" fmla="*/ 2250301 h 2250301"/>
                <a:gd name="connsiteX0" fmla="*/ 0 w 3644078"/>
                <a:gd name="connsiteY0" fmla="*/ 1938068 h 2250301"/>
                <a:gd name="connsiteX1" fmla="*/ 183705 w 3644078"/>
                <a:gd name="connsiteY1" fmla="*/ 1829174 h 2250301"/>
                <a:gd name="connsiteX2" fmla="*/ 444380 w 3644078"/>
                <a:gd name="connsiteY2" fmla="*/ 1840880 h 2250301"/>
                <a:gd name="connsiteX3" fmla="*/ 629613 w 3644078"/>
                <a:gd name="connsiteY3" fmla="*/ 1935371 h 2250301"/>
                <a:gd name="connsiteX4" fmla="*/ 785489 w 3644078"/>
                <a:gd name="connsiteY4" fmla="*/ 1935371 h 2250301"/>
                <a:gd name="connsiteX5" fmla="*/ 941365 w 3644078"/>
                <a:gd name="connsiteY5" fmla="*/ 1842199 h 2250301"/>
                <a:gd name="connsiteX6" fmla="*/ 1107726 w 3644078"/>
                <a:gd name="connsiteY6" fmla="*/ 1575913 h 2250301"/>
                <a:gd name="connsiteX7" fmla="*/ 1075737 w 3644078"/>
                <a:gd name="connsiteY7" fmla="*/ 1330660 h 2250301"/>
                <a:gd name="connsiteX8" fmla="*/ 1006399 w 3644078"/>
                <a:gd name="connsiteY8" fmla="*/ 1071056 h 2250301"/>
                <a:gd name="connsiteX9" fmla="*/ 1279968 w 3644078"/>
                <a:gd name="connsiteY9" fmla="*/ 894464 h 2250301"/>
                <a:gd name="connsiteX10" fmla="*/ 1532557 w 3644078"/>
                <a:gd name="connsiteY10" fmla="*/ 658496 h 2250301"/>
                <a:gd name="connsiteX11" fmla="*/ 1871161 w 3644078"/>
                <a:gd name="connsiteY11" fmla="*/ 374956 h 2250301"/>
                <a:gd name="connsiteX12" fmla="*/ 2171333 w 3644078"/>
                <a:gd name="connsiteY12" fmla="*/ 84190 h 2250301"/>
                <a:gd name="connsiteX13" fmla="*/ 2465028 w 3644078"/>
                <a:gd name="connsiteY13" fmla="*/ 26015 h 2250301"/>
                <a:gd name="connsiteX14" fmla="*/ 2728423 w 3644078"/>
                <a:gd name="connsiteY14" fmla="*/ 217 h 2250301"/>
                <a:gd name="connsiteX15" fmla="*/ 3024020 w 3644078"/>
                <a:gd name="connsiteY15" fmla="*/ 43845 h 2250301"/>
                <a:gd name="connsiteX16" fmla="*/ 3268584 w 3644078"/>
                <a:gd name="connsiteY16" fmla="*/ 146957 h 2250301"/>
                <a:gd name="connsiteX17" fmla="*/ 3618428 w 3644078"/>
                <a:gd name="connsiteY17" fmla="*/ 220232 h 2250301"/>
                <a:gd name="connsiteX18" fmla="*/ 3536439 w 3644078"/>
                <a:gd name="connsiteY18" fmla="*/ 551561 h 2250301"/>
                <a:gd name="connsiteX19" fmla="*/ 3441363 w 3644078"/>
                <a:gd name="connsiteY19" fmla="*/ 822751 h 2250301"/>
                <a:gd name="connsiteX20" fmla="*/ 3461155 w 3644078"/>
                <a:gd name="connsiteY20" fmla="*/ 1239933 h 2250301"/>
                <a:gd name="connsiteX21" fmla="*/ 3421892 w 3644078"/>
                <a:gd name="connsiteY21" fmla="*/ 1483238 h 2250301"/>
                <a:gd name="connsiteX22" fmla="*/ 3399501 w 3644078"/>
                <a:gd name="connsiteY22" fmla="*/ 1812864 h 2250301"/>
                <a:gd name="connsiteX23" fmla="*/ 2936747 w 3644078"/>
                <a:gd name="connsiteY23" fmla="*/ 2250301 h 225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44078" h="2250301">
                  <a:moveTo>
                    <a:pt x="0" y="1938068"/>
                  </a:moveTo>
                  <a:cubicBezTo>
                    <a:pt x="39692" y="1908484"/>
                    <a:pt x="109642" y="1845372"/>
                    <a:pt x="183705" y="1829174"/>
                  </a:cubicBezTo>
                  <a:cubicBezTo>
                    <a:pt x="257768" y="1812976"/>
                    <a:pt x="370062" y="1823181"/>
                    <a:pt x="444380" y="1840880"/>
                  </a:cubicBezTo>
                  <a:cubicBezTo>
                    <a:pt x="518698" y="1858579"/>
                    <a:pt x="572762" y="1919623"/>
                    <a:pt x="629613" y="1935371"/>
                  </a:cubicBezTo>
                  <a:cubicBezTo>
                    <a:pt x="686464" y="1951119"/>
                    <a:pt x="734779" y="1945785"/>
                    <a:pt x="785489" y="1935371"/>
                  </a:cubicBezTo>
                  <a:cubicBezTo>
                    <a:pt x="851926" y="1921723"/>
                    <a:pt x="887659" y="1902109"/>
                    <a:pt x="941365" y="1842199"/>
                  </a:cubicBezTo>
                  <a:cubicBezTo>
                    <a:pt x="995071" y="1782289"/>
                    <a:pt x="1094245" y="1652754"/>
                    <a:pt x="1107726" y="1575913"/>
                  </a:cubicBezTo>
                  <a:cubicBezTo>
                    <a:pt x="1124735" y="1478797"/>
                    <a:pt x="1092625" y="1414803"/>
                    <a:pt x="1075737" y="1330660"/>
                  </a:cubicBezTo>
                  <a:cubicBezTo>
                    <a:pt x="1058849" y="1246517"/>
                    <a:pt x="979974" y="1135275"/>
                    <a:pt x="1006399" y="1071056"/>
                  </a:cubicBezTo>
                  <a:cubicBezTo>
                    <a:pt x="1040955" y="986877"/>
                    <a:pt x="1192275" y="963224"/>
                    <a:pt x="1279968" y="894464"/>
                  </a:cubicBezTo>
                  <a:cubicBezTo>
                    <a:pt x="1367661" y="825704"/>
                    <a:pt x="1442371" y="733759"/>
                    <a:pt x="1532557" y="658496"/>
                  </a:cubicBezTo>
                  <a:lnTo>
                    <a:pt x="1871161" y="374956"/>
                  </a:lnTo>
                  <a:cubicBezTo>
                    <a:pt x="1979964" y="282337"/>
                    <a:pt x="2036427" y="155351"/>
                    <a:pt x="2171333" y="84190"/>
                  </a:cubicBezTo>
                  <a:cubicBezTo>
                    <a:pt x="2245687" y="44980"/>
                    <a:pt x="2372180" y="40010"/>
                    <a:pt x="2465028" y="26015"/>
                  </a:cubicBezTo>
                  <a:cubicBezTo>
                    <a:pt x="2557876" y="12020"/>
                    <a:pt x="2639306" y="-1913"/>
                    <a:pt x="2728423" y="217"/>
                  </a:cubicBezTo>
                  <a:cubicBezTo>
                    <a:pt x="2829416" y="2663"/>
                    <a:pt x="2928697" y="18915"/>
                    <a:pt x="3024020" y="43845"/>
                  </a:cubicBezTo>
                  <a:cubicBezTo>
                    <a:pt x="3113672" y="67275"/>
                    <a:pt x="3169516" y="117559"/>
                    <a:pt x="3268584" y="146957"/>
                  </a:cubicBezTo>
                  <a:cubicBezTo>
                    <a:pt x="3367652" y="176355"/>
                    <a:pt x="3573785" y="152798"/>
                    <a:pt x="3618428" y="220232"/>
                  </a:cubicBezTo>
                  <a:cubicBezTo>
                    <a:pt x="3663071" y="287666"/>
                    <a:pt x="3657520" y="481558"/>
                    <a:pt x="3536439" y="551561"/>
                  </a:cubicBezTo>
                  <a:cubicBezTo>
                    <a:pt x="3390768" y="594940"/>
                    <a:pt x="3441042" y="716955"/>
                    <a:pt x="3441363" y="822751"/>
                  </a:cubicBezTo>
                  <a:cubicBezTo>
                    <a:pt x="3441898" y="961996"/>
                    <a:pt x="3467681" y="1100767"/>
                    <a:pt x="3461155" y="1239933"/>
                  </a:cubicBezTo>
                  <a:cubicBezTo>
                    <a:pt x="3457304" y="1321666"/>
                    <a:pt x="3432168" y="1387750"/>
                    <a:pt x="3421892" y="1483238"/>
                  </a:cubicBezTo>
                  <a:cubicBezTo>
                    <a:pt x="3411616" y="1578726"/>
                    <a:pt x="3437266" y="1737600"/>
                    <a:pt x="3399501" y="1812864"/>
                  </a:cubicBezTo>
                  <a:cubicBezTo>
                    <a:pt x="3262717" y="1891295"/>
                    <a:pt x="3170194" y="2138572"/>
                    <a:pt x="2936747" y="2250301"/>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9767DC51-4620-8CE2-BAD1-36379A49E4F4}"/>
                </a:ext>
              </a:extLst>
            </p:cNvPr>
            <p:cNvSpPr/>
            <p:nvPr userDrawn="1"/>
          </p:nvSpPr>
          <p:spPr>
            <a:xfrm rot="5789114" flipV="1">
              <a:off x="10185891" y="2833686"/>
              <a:ext cx="1948032" cy="2161756"/>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95664 w 2058039"/>
                <a:gd name="connsiteY4" fmla="*/ 125746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60201"/>
                <a:gd name="connsiteY0" fmla="*/ 1940306 h 2057019"/>
                <a:gd name="connsiteX1" fmla="*/ 4023 w 2060201"/>
                <a:gd name="connsiteY1" fmla="*/ 1931975 h 2057019"/>
                <a:gd name="connsiteX2" fmla="*/ 35315 w 2060201"/>
                <a:gd name="connsiteY2" fmla="*/ 1830687 h 2057019"/>
                <a:gd name="connsiteX3" fmla="*/ 109241 w 2060201"/>
                <a:gd name="connsiteY3" fmla="*/ 1467230 h 2057019"/>
                <a:gd name="connsiteX4" fmla="*/ 195664 w 2060201"/>
                <a:gd name="connsiteY4" fmla="*/ 1257467 h 2057019"/>
                <a:gd name="connsiteX5" fmla="*/ 203387 w 2060201"/>
                <a:gd name="connsiteY5" fmla="*/ 923660 h 2057019"/>
                <a:gd name="connsiteX6" fmla="*/ 404945 w 2060201"/>
                <a:gd name="connsiteY6" fmla="*/ 642803 h 2057019"/>
                <a:gd name="connsiteX7" fmla="*/ 774468 w 2060201"/>
                <a:gd name="connsiteY7" fmla="*/ 330546 h 2057019"/>
                <a:gd name="connsiteX8" fmla="*/ 1197696 w 2060201"/>
                <a:gd name="connsiteY8" fmla="*/ 71147 h 2057019"/>
                <a:gd name="connsiteX9" fmla="*/ 1448466 w 2060201"/>
                <a:gd name="connsiteY9" fmla="*/ 1722 h 2057019"/>
                <a:gd name="connsiteX10" fmla="*/ 1723950 w 2060201"/>
                <a:gd name="connsiteY10" fmla="*/ 44719 h 2057019"/>
                <a:gd name="connsiteX11" fmla="*/ 1952360 w 2060201"/>
                <a:gd name="connsiteY11" fmla="*/ 241319 h 2057019"/>
                <a:gd name="connsiteX12" fmla="*/ 1889866 w 2060201"/>
                <a:gd name="connsiteY12" fmla="*/ 608007 h 2057019"/>
                <a:gd name="connsiteX13" fmla="*/ 2037412 w 2060201"/>
                <a:gd name="connsiteY13" fmla="*/ 925395 h 2057019"/>
                <a:gd name="connsiteX14" fmla="*/ 2053139 w 2060201"/>
                <a:gd name="connsiteY14" fmla="*/ 1222821 h 2057019"/>
                <a:gd name="connsiteX15" fmla="*/ 1952360 w 2060201"/>
                <a:gd name="connsiteY15" fmla="*/ 1540047 h 2057019"/>
                <a:gd name="connsiteX16" fmla="*/ 1436465 w 2060201"/>
                <a:gd name="connsiteY16" fmla="*/ 2057019 h 2057019"/>
                <a:gd name="connsiteX0" fmla="*/ 42624 w 2102825"/>
                <a:gd name="connsiteY0" fmla="*/ 1940306 h 2057019"/>
                <a:gd name="connsiteX1" fmla="*/ 46647 w 2102825"/>
                <a:gd name="connsiteY1" fmla="*/ 1931975 h 2057019"/>
                <a:gd name="connsiteX2" fmla="*/ 839 w 2102825"/>
                <a:gd name="connsiteY2" fmla="*/ 1793678 h 2057019"/>
                <a:gd name="connsiteX3" fmla="*/ 151865 w 2102825"/>
                <a:gd name="connsiteY3" fmla="*/ 1467230 h 2057019"/>
                <a:gd name="connsiteX4" fmla="*/ 238288 w 2102825"/>
                <a:gd name="connsiteY4" fmla="*/ 1257467 h 2057019"/>
                <a:gd name="connsiteX5" fmla="*/ 246011 w 2102825"/>
                <a:gd name="connsiteY5" fmla="*/ 923660 h 2057019"/>
                <a:gd name="connsiteX6" fmla="*/ 447569 w 2102825"/>
                <a:gd name="connsiteY6" fmla="*/ 642803 h 2057019"/>
                <a:gd name="connsiteX7" fmla="*/ 817092 w 2102825"/>
                <a:gd name="connsiteY7" fmla="*/ 330546 h 2057019"/>
                <a:gd name="connsiteX8" fmla="*/ 1240320 w 2102825"/>
                <a:gd name="connsiteY8" fmla="*/ 71147 h 2057019"/>
                <a:gd name="connsiteX9" fmla="*/ 1491090 w 2102825"/>
                <a:gd name="connsiteY9" fmla="*/ 1722 h 2057019"/>
                <a:gd name="connsiteX10" fmla="*/ 1766574 w 2102825"/>
                <a:gd name="connsiteY10" fmla="*/ 44719 h 2057019"/>
                <a:gd name="connsiteX11" fmla="*/ 1994984 w 2102825"/>
                <a:gd name="connsiteY11" fmla="*/ 241319 h 2057019"/>
                <a:gd name="connsiteX12" fmla="*/ 1932490 w 2102825"/>
                <a:gd name="connsiteY12" fmla="*/ 608007 h 2057019"/>
                <a:gd name="connsiteX13" fmla="*/ 2080036 w 2102825"/>
                <a:gd name="connsiteY13" fmla="*/ 925395 h 2057019"/>
                <a:gd name="connsiteX14" fmla="*/ 2095763 w 2102825"/>
                <a:gd name="connsiteY14" fmla="*/ 1222821 h 2057019"/>
                <a:gd name="connsiteX15" fmla="*/ 1994984 w 2102825"/>
                <a:gd name="connsiteY15" fmla="*/ 1540047 h 2057019"/>
                <a:gd name="connsiteX16" fmla="*/ 1479089 w 2102825"/>
                <a:gd name="connsiteY16" fmla="*/ 2057019 h 205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2825" h="2057019">
                  <a:moveTo>
                    <a:pt x="42624" y="1940306"/>
                  </a:moveTo>
                  <a:lnTo>
                    <a:pt x="46647" y="1931975"/>
                  </a:lnTo>
                  <a:cubicBezTo>
                    <a:pt x="59805" y="1898969"/>
                    <a:pt x="-8255" y="1827681"/>
                    <a:pt x="839" y="1793678"/>
                  </a:cubicBezTo>
                  <a:cubicBezTo>
                    <a:pt x="33149" y="1673288"/>
                    <a:pt x="138492" y="1589434"/>
                    <a:pt x="151865" y="1467230"/>
                  </a:cubicBezTo>
                  <a:cubicBezTo>
                    <a:pt x="160424" y="1388653"/>
                    <a:pt x="229836" y="1336122"/>
                    <a:pt x="238288" y="1257467"/>
                  </a:cubicBezTo>
                  <a:cubicBezTo>
                    <a:pt x="249414" y="1153092"/>
                    <a:pt x="211131" y="1026104"/>
                    <a:pt x="246011" y="923660"/>
                  </a:cubicBezTo>
                  <a:cubicBezTo>
                    <a:pt x="280891" y="821216"/>
                    <a:pt x="363908" y="729663"/>
                    <a:pt x="447569" y="642803"/>
                  </a:cubicBezTo>
                  <a:cubicBezTo>
                    <a:pt x="556264" y="529908"/>
                    <a:pt x="683897" y="428137"/>
                    <a:pt x="817092" y="330546"/>
                  </a:cubicBezTo>
                  <a:cubicBezTo>
                    <a:pt x="947719" y="234850"/>
                    <a:pt x="1082305" y="140573"/>
                    <a:pt x="1240320" y="71147"/>
                  </a:cubicBezTo>
                  <a:cubicBezTo>
                    <a:pt x="1318097" y="36987"/>
                    <a:pt x="1401330" y="8586"/>
                    <a:pt x="1491090" y="1722"/>
                  </a:cubicBezTo>
                  <a:cubicBezTo>
                    <a:pt x="1586519" y="-5536"/>
                    <a:pt x="1682377" y="10401"/>
                    <a:pt x="1766574" y="44719"/>
                  </a:cubicBezTo>
                  <a:cubicBezTo>
                    <a:pt x="1872594" y="87873"/>
                    <a:pt x="1967331" y="147438"/>
                    <a:pt x="1994984" y="241319"/>
                  </a:cubicBezTo>
                  <a:cubicBezTo>
                    <a:pt x="2022637" y="335200"/>
                    <a:pt x="1927676" y="486670"/>
                    <a:pt x="1932490" y="608007"/>
                  </a:cubicBezTo>
                  <a:cubicBezTo>
                    <a:pt x="1936876" y="717510"/>
                    <a:pt x="2052824" y="822926"/>
                    <a:pt x="2080036" y="925395"/>
                  </a:cubicBezTo>
                  <a:cubicBezTo>
                    <a:pt x="2107248" y="1027864"/>
                    <a:pt x="2106781" y="1123653"/>
                    <a:pt x="2095763" y="1222821"/>
                  </a:cubicBezTo>
                  <a:cubicBezTo>
                    <a:pt x="2083566" y="1331613"/>
                    <a:pt x="2047298" y="1437882"/>
                    <a:pt x="1994984" y="1540047"/>
                  </a:cubicBezTo>
                  <a:cubicBezTo>
                    <a:pt x="1935928" y="1655467"/>
                    <a:pt x="1582435" y="1960060"/>
                    <a:pt x="1479089" y="2057019"/>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6A98EDAC-996C-4523-7E7C-71D2691C0012}"/>
                </a:ext>
              </a:extLst>
            </p:cNvPr>
            <p:cNvSpPr/>
            <p:nvPr userDrawn="1"/>
          </p:nvSpPr>
          <p:spPr>
            <a:xfrm rot="5789114" flipV="1">
              <a:off x="10582453" y="3026530"/>
              <a:ext cx="1377770" cy="1875260"/>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130" h="2118604">
                  <a:moveTo>
                    <a:pt x="203012" y="2037856"/>
                  </a:moveTo>
                  <a:cubicBezTo>
                    <a:pt x="123669" y="1957083"/>
                    <a:pt x="5922" y="1943228"/>
                    <a:pt x="683" y="1829690"/>
                  </a:cubicBezTo>
                  <a:cubicBezTo>
                    <a:pt x="-2079" y="1774255"/>
                    <a:pt x="3732" y="1718819"/>
                    <a:pt x="14495" y="1664146"/>
                  </a:cubicBez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63395" y="1767679"/>
                    <a:pt x="1085962" y="1844073"/>
                  </a:cubicBezTo>
                  <a:cubicBezTo>
                    <a:pt x="1008529" y="1920467"/>
                    <a:pt x="838061" y="2048786"/>
                    <a:pt x="750526" y="2118604"/>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44388249-25A4-9154-2055-65D0366DEE61}"/>
                </a:ext>
              </a:extLst>
            </p:cNvPr>
            <p:cNvSpPr/>
            <p:nvPr userDrawn="1"/>
          </p:nvSpPr>
          <p:spPr>
            <a:xfrm rot="7307539" flipV="1">
              <a:off x="11003351" y="3547950"/>
              <a:ext cx="475107" cy="763460"/>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922910"/>
                <a:gd name="connsiteX1" fmla="*/ 132310 w 708590"/>
                <a:gd name="connsiteY1" fmla="*/ 280859 h 922910"/>
                <a:gd name="connsiteX2" fmla="*/ 255754 w 708590"/>
                <a:gd name="connsiteY2" fmla="*/ 97026 h 922910"/>
                <a:gd name="connsiteX3" fmla="*/ 445206 w 708590"/>
                <a:gd name="connsiteY3" fmla="*/ 2253 h 922910"/>
                <a:gd name="connsiteX4" fmla="*/ 597415 w 708590"/>
                <a:gd name="connsiteY4" fmla="*/ 33875 h 922910"/>
                <a:gd name="connsiteX5" fmla="*/ 703619 w 708590"/>
                <a:gd name="connsiteY5" fmla="*/ 214851 h 922910"/>
                <a:gd name="connsiteX6" fmla="*/ 686379 w 708590"/>
                <a:gd name="connsiteY6" fmla="*/ 418781 h 922910"/>
                <a:gd name="connsiteX7" fmla="*/ 585890 w 708590"/>
                <a:gd name="connsiteY7" fmla="*/ 616996 h 922910"/>
                <a:gd name="connsiteX8" fmla="*/ 347574 w 708590"/>
                <a:gd name="connsiteY8" fmla="*/ 780731 h 922910"/>
                <a:gd name="connsiteX9" fmla="*/ 54609 w 708590"/>
                <a:gd name="connsiteY9" fmla="*/ 922577 h 922910"/>
                <a:gd name="connsiteX10" fmla="*/ 14485 w 708590"/>
                <a:gd name="connsiteY10" fmla="*/ 720438 h 922910"/>
                <a:gd name="connsiteX11" fmla="*/ 23248 w 708590"/>
                <a:gd name="connsiteY11" fmla="*/ 533652 h 922910"/>
                <a:gd name="connsiteX0" fmla="*/ 23248 w 708590"/>
                <a:gd name="connsiteY0" fmla="*/ 533652 h 1042220"/>
                <a:gd name="connsiteX1" fmla="*/ 132310 w 708590"/>
                <a:gd name="connsiteY1" fmla="*/ 280859 h 1042220"/>
                <a:gd name="connsiteX2" fmla="*/ 255754 w 708590"/>
                <a:gd name="connsiteY2" fmla="*/ 97026 h 1042220"/>
                <a:gd name="connsiteX3" fmla="*/ 445206 w 708590"/>
                <a:gd name="connsiteY3" fmla="*/ 2253 h 1042220"/>
                <a:gd name="connsiteX4" fmla="*/ 597415 w 708590"/>
                <a:gd name="connsiteY4" fmla="*/ 33875 h 1042220"/>
                <a:gd name="connsiteX5" fmla="*/ 703619 w 708590"/>
                <a:gd name="connsiteY5" fmla="*/ 214851 h 1042220"/>
                <a:gd name="connsiteX6" fmla="*/ 686379 w 708590"/>
                <a:gd name="connsiteY6" fmla="*/ 418781 h 1042220"/>
                <a:gd name="connsiteX7" fmla="*/ 585890 w 708590"/>
                <a:gd name="connsiteY7" fmla="*/ 616996 h 1042220"/>
                <a:gd name="connsiteX8" fmla="*/ 282716 w 708590"/>
                <a:gd name="connsiteY8" fmla="*/ 1031884 h 1042220"/>
                <a:gd name="connsiteX9" fmla="*/ 54609 w 708590"/>
                <a:gd name="connsiteY9" fmla="*/ 922577 h 1042220"/>
                <a:gd name="connsiteX10" fmla="*/ 14485 w 708590"/>
                <a:gd name="connsiteY10" fmla="*/ 720438 h 1042220"/>
                <a:gd name="connsiteX11" fmla="*/ 23248 w 708590"/>
                <a:gd name="connsiteY11" fmla="*/ 533652 h 1042220"/>
                <a:gd name="connsiteX0" fmla="*/ 23248 w 707938"/>
                <a:gd name="connsiteY0" fmla="*/ 533652 h 1039077"/>
                <a:gd name="connsiteX1" fmla="*/ 132310 w 707938"/>
                <a:gd name="connsiteY1" fmla="*/ 280859 h 1039077"/>
                <a:gd name="connsiteX2" fmla="*/ 255754 w 707938"/>
                <a:gd name="connsiteY2" fmla="*/ 97026 h 1039077"/>
                <a:gd name="connsiteX3" fmla="*/ 445206 w 707938"/>
                <a:gd name="connsiteY3" fmla="*/ 2253 h 1039077"/>
                <a:gd name="connsiteX4" fmla="*/ 597415 w 707938"/>
                <a:gd name="connsiteY4" fmla="*/ 33875 h 1039077"/>
                <a:gd name="connsiteX5" fmla="*/ 703619 w 707938"/>
                <a:gd name="connsiteY5" fmla="*/ 214851 h 1039077"/>
                <a:gd name="connsiteX6" fmla="*/ 686379 w 707938"/>
                <a:gd name="connsiteY6" fmla="*/ 418781 h 1039077"/>
                <a:gd name="connsiteX7" fmla="*/ 610598 w 707938"/>
                <a:gd name="connsiteY7" fmla="*/ 679900 h 1039077"/>
                <a:gd name="connsiteX8" fmla="*/ 282716 w 707938"/>
                <a:gd name="connsiteY8" fmla="*/ 1031884 h 1039077"/>
                <a:gd name="connsiteX9" fmla="*/ 54609 w 707938"/>
                <a:gd name="connsiteY9" fmla="*/ 922577 h 1039077"/>
                <a:gd name="connsiteX10" fmla="*/ 14485 w 707938"/>
                <a:gd name="connsiteY10" fmla="*/ 720438 h 1039077"/>
                <a:gd name="connsiteX11" fmla="*/ 23248 w 707938"/>
                <a:gd name="connsiteY11" fmla="*/ 533652 h 103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7938" h="1039077">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1882" y="341273"/>
                    <a:pt x="686379" y="418781"/>
                  </a:cubicBezTo>
                  <a:cubicBezTo>
                    <a:pt x="670876" y="496289"/>
                    <a:pt x="677875" y="577716"/>
                    <a:pt x="610598" y="679900"/>
                  </a:cubicBezTo>
                  <a:cubicBezTo>
                    <a:pt x="543321" y="782084"/>
                    <a:pt x="375381" y="991438"/>
                    <a:pt x="282716" y="1031884"/>
                  </a:cubicBezTo>
                  <a:cubicBezTo>
                    <a:pt x="190051" y="1072330"/>
                    <a:pt x="116902" y="929339"/>
                    <a:pt x="54609" y="922577"/>
                  </a:cubicBezTo>
                  <a:cubicBezTo>
                    <a:pt x="-9590" y="915623"/>
                    <a:pt x="41631" y="778445"/>
                    <a:pt x="14485" y="720438"/>
                  </a:cubicBezTo>
                  <a:cubicBezTo>
                    <a:pt x="-12661" y="662145"/>
                    <a:pt x="3055" y="595660"/>
                    <a:pt x="23248" y="533652"/>
                  </a:cubicBezTo>
                  <a:close/>
                </a:path>
              </a:pathLst>
            </a:custGeom>
            <a:noFill/>
            <a:ln w="6350" cap="rnd">
              <a:solidFill>
                <a:schemeClr val="tx1">
                  <a:lumMod val="85000"/>
                  <a:alpha val="40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71E107B4-6133-1798-380E-40D5901E85A4}"/>
                </a:ext>
              </a:extLst>
            </p:cNvPr>
            <p:cNvSpPr/>
            <p:nvPr userDrawn="1"/>
          </p:nvSpPr>
          <p:spPr>
            <a:xfrm rot="12483578" flipV="1">
              <a:off x="10694079" y="3436465"/>
              <a:ext cx="1153601" cy="1058385"/>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14856"/>
                <a:gd name="connsiteY0" fmla="*/ 586052 h 709446"/>
                <a:gd name="connsiteX1" fmla="*/ 236740 w 414856"/>
                <a:gd name="connsiteY1" fmla="*/ 705276 h 709446"/>
                <a:gd name="connsiteX2" fmla="*/ 344373 w 414856"/>
                <a:gd name="connsiteY2" fmla="*/ 667367 h 709446"/>
                <a:gd name="connsiteX3" fmla="*/ 414544 w 414856"/>
                <a:gd name="connsiteY3" fmla="*/ 524171 h 709446"/>
                <a:gd name="connsiteX4" fmla="*/ 399074 w 414856"/>
                <a:gd name="connsiteY4" fmla="*/ 339844 h 709446"/>
                <a:gd name="connsiteX5" fmla="*/ 300911 w 414856"/>
                <a:gd name="connsiteY5" fmla="*/ 158927 h 709446"/>
                <a:gd name="connsiteX6" fmla="*/ 162385 w 414856"/>
                <a:gd name="connsiteY6" fmla="*/ 80015 h 709446"/>
                <a:gd name="connsiteX7" fmla="*/ 35526 w 414856"/>
                <a:gd name="connsiteY7" fmla="*/ 2100 h 709446"/>
                <a:gd name="connsiteX8" fmla="*/ 3817 w 414856"/>
                <a:gd name="connsiteY8" fmla="*/ 176362 h 709446"/>
                <a:gd name="connsiteX9" fmla="*/ 85286 w 414856"/>
                <a:gd name="connsiteY9" fmla="*/ 586052 h 709446"/>
                <a:gd name="connsiteX0" fmla="*/ 111688 w 441258"/>
                <a:gd name="connsiteY0" fmla="*/ 586052 h 709446"/>
                <a:gd name="connsiteX1" fmla="*/ 263142 w 441258"/>
                <a:gd name="connsiteY1" fmla="*/ 705276 h 709446"/>
                <a:gd name="connsiteX2" fmla="*/ 370775 w 441258"/>
                <a:gd name="connsiteY2" fmla="*/ 667367 h 709446"/>
                <a:gd name="connsiteX3" fmla="*/ 440946 w 441258"/>
                <a:gd name="connsiteY3" fmla="*/ 524171 h 709446"/>
                <a:gd name="connsiteX4" fmla="*/ 425476 w 441258"/>
                <a:gd name="connsiteY4" fmla="*/ 339844 h 709446"/>
                <a:gd name="connsiteX5" fmla="*/ 327313 w 441258"/>
                <a:gd name="connsiteY5" fmla="*/ 158927 h 709446"/>
                <a:gd name="connsiteX6" fmla="*/ 188787 w 441258"/>
                <a:gd name="connsiteY6" fmla="*/ 80015 h 709446"/>
                <a:gd name="connsiteX7" fmla="*/ 61928 w 441258"/>
                <a:gd name="connsiteY7" fmla="*/ 2100 h 709446"/>
                <a:gd name="connsiteX8" fmla="*/ 30219 w 441258"/>
                <a:gd name="connsiteY8" fmla="*/ 176362 h 709446"/>
                <a:gd name="connsiteX9" fmla="*/ 3032 w 441258"/>
                <a:gd name="connsiteY9" fmla="*/ 347209 h 709446"/>
                <a:gd name="connsiteX10" fmla="*/ 111688 w 441258"/>
                <a:gd name="connsiteY10" fmla="*/ 586052 h 709446"/>
                <a:gd name="connsiteX0" fmla="*/ 111688 w 441258"/>
                <a:gd name="connsiteY0" fmla="*/ 586052 h 728682"/>
                <a:gd name="connsiteX1" fmla="*/ 263142 w 441258"/>
                <a:gd name="connsiteY1" fmla="*/ 705276 h 728682"/>
                <a:gd name="connsiteX2" fmla="*/ 398393 w 441258"/>
                <a:gd name="connsiteY2" fmla="*/ 711948 h 728682"/>
                <a:gd name="connsiteX3" fmla="*/ 440946 w 441258"/>
                <a:gd name="connsiteY3" fmla="*/ 524171 h 728682"/>
                <a:gd name="connsiteX4" fmla="*/ 425476 w 441258"/>
                <a:gd name="connsiteY4" fmla="*/ 339844 h 728682"/>
                <a:gd name="connsiteX5" fmla="*/ 327313 w 441258"/>
                <a:gd name="connsiteY5" fmla="*/ 158927 h 728682"/>
                <a:gd name="connsiteX6" fmla="*/ 188787 w 441258"/>
                <a:gd name="connsiteY6" fmla="*/ 80015 h 728682"/>
                <a:gd name="connsiteX7" fmla="*/ 61928 w 441258"/>
                <a:gd name="connsiteY7" fmla="*/ 2100 h 728682"/>
                <a:gd name="connsiteX8" fmla="*/ 30219 w 441258"/>
                <a:gd name="connsiteY8" fmla="*/ 176362 h 728682"/>
                <a:gd name="connsiteX9" fmla="*/ 3032 w 441258"/>
                <a:gd name="connsiteY9" fmla="*/ 347209 h 728682"/>
                <a:gd name="connsiteX10" fmla="*/ 111688 w 441258"/>
                <a:gd name="connsiteY10" fmla="*/ 586052 h 72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258" h="728682">
                  <a:moveTo>
                    <a:pt x="111688" y="586052"/>
                  </a:moveTo>
                  <a:cubicBezTo>
                    <a:pt x="150508" y="674204"/>
                    <a:pt x="215358" y="684293"/>
                    <a:pt x="263142" y="705276"/>
                  </a:cubicBezTo>
                  <a:cubicBezTo>
                    <a:pt x="310926" y="726259"/>
                    <a:pt x="368759" y="742132"/>
                    <a:pt x="398393" y="711948"/>
                  </a:cubicBezTo>
                  <a:cubicBezTo>
                    <a:pt x="428027" y="681764"/>
                    <a:pt x="439898" y="572939"/>
                    <a:pt x="440946" y="524171"/>
                  </a:cubicBezTo>
                  <a:cubicBezTo>
                    <a:pt x="442565" y="450638"/>
                    <a:pt x="437953" y="412138"/>
                    <a:pt x="425476" y="339844"/>
                  </a:cubicBezTo>
                  <a:cubicBezTo>
                    <a:pt x="414712" y="277741"/>
                    <a:pt x="366761" y="202232"/>
                    <a:pt x="327313" y="158927"/>
                  </a:cubicBezTo>
                  <a:cubicBezTo>
                    <a:pt x="287865" y="115622"/>
                    <a:pt x="230747" y="93111"/>
                    <a:pt x="188787" y="80015"/>
                  </a:cubicBezTo>
                  <a:cubicBezTo>
                    <a:pt x="146827" y="66919"/>
                    <a:pt x="88356" y="-13958"/>
                    <a:pt x="61928" y="2100"/>
                  </a:cubicBezTo>
                  <a:cubicBezTo>
                    <a:pt x="35500" y="18158"/>
                    <a:pt x="34841" y="125793"/>
                    <a:pt x="30219" y="176362"/>
                  </a:cubicBezTo>
                  <a:cubicBezTo>
                    <a:pt x="25597" y="226931"/>
                    <a:pt x="-10546" y="278927"/>
                    <a:pt x="3032" y="347209"/>
                  </a:cubicBezTo>
                  <a:cubicBezTo>
                    <a:pt x="16610" y="415491"/>
                    <a:pt x="73531" y="519426"/>
                    <a:pt x="111688" y="586052"/>
                  </a:cubicBezTo>
                  <a:close/>
                </a:path>
              </a:pathLst>
            </a:custGeom>
            <a:noFill/>
            <a:ln w="9525" cap="rnd">
              <a:solidFill>
                <a:schemeClr val="tx1">
                  <a:lumMod val="85000"/>
                  <a:alpha val="40000"/>
                </a:schemeClr>
              </a:solidFill>
              <a:prstDash val="solid"/>
              <a:round/>
            </a:ln>
          </p:spPr>
          <p:txBody>
            <a:bodyPr rtlCol="0" anchor="ctr"/>
            <a:lstStyle/>
            <a:p>
              <a:endParaRPr lang="en-US"/>
            </a:p>
          </p:txBody>
        </p:sp>
        <p:sp>
          <p:nvSpPr>
            <p:cNvPr id="27" name="Freeform: Shape 26">
              <a:extLst>
                <a:ext uri="{FF2B5EF4-FFF2-40B4-BE49-F238E27FC236}">
                  <a16:creationId xmlns:a16="http://schemas.microsoft.com/office/drawing/2014/main" id="{DE0CB86D-026C-A83F-F2F0-530C3CE186E2}"/>
                </a:ext>
              </a:extLst>
            </p:cNvPr>
            <p:cNvSpPr/>
            <p:nvPr userDrawn="1"/>
          </p:nvSpPr>
          <p:spPr>
            <a:xfrm rot="16589114" flipV="1">
              <a:off x="10319103" y="4095093"/>
              <a:ext cx="1090398" cy="2584950"/>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3765" h="2396853">
                  <a:moveTo>
                    <a:pt x="1123765" y="0"/>
                  </a:moveTo>
                  <a:cubicBezTo>
                    <a:pt x="1092742" y="26176"/>
                    <a:pt x="1046848" y="68838"/>
                    <a:pt x="974855" y="125642"/>
                  </a:cubicBezTo>
                  <a:cubicBezTo>
                    <a:pt x="902862" y="182446"/>
                    <a:pt x="743259" y="228822"/>
                    <a:pt x="691806" y="340823"/>
                  </a:cubicBezTo>
                  <a:cubicBezTo>
                    <a:pt x="640353" y="452824"/>
                    <a:pt x="658177" y="603468"/>
                    <a:pt x="666139" y="797649"/>
                  </a:cubicBezTo>
                  <a:cubicBezTo>
                    <a:pt x="674101" y="991830"/>
                    <a:pt x="586838" y="1234064"/>
                    <a:pt x="482401" y="1403208"/>
                  </a:cubicBezTo>
                  <a:cubicBezTo>
                    <a:pt x="377964" y="1572352"/>
                    <a:pt x="173197" y="1594974"/>
                    <a:pt x="39515" y="1812513"/>
                  </a:cubicBezTo>
                  <a:cubicBezTo>
                    <a:pt x="-23776" y="2007939"/>
                    <a:pt x="-23661" y="2208821"/>
                    <a:pt x="134368" y="2305627"/>
                  </a:cubicBezTo>
                  <a:cubicBezTo>
                    <a:pt x="220647" y="2358317"/>
                    <a:pt x="667881" y="2374555"/>
                    <a:pt x="683877" y="2396853"/>
                  </a:cubicBezTo>
                </a:path>
              </a:pathLst>
            </a:custGeom>
            <a:noFill/>
            <a:ln w="6350">
              <a:solidFill>
                <a:schemeClr val="tx1">
                  <a:lumMod val="85000"/>
                  <a:alpha val="4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6B8F39E2-F429-C754-D08A-46882EE03794}"/>
                </a:ext>
              </a:extLst>
            </p:cNvPr>
            <p:cNvSpPr/>
            <p:nvPr userDrawn="1"/>
          </p:nvSpPr>
          <p:spPr>
            <a:xfrm rot="15113807" flipV="1">
              <a:off x="10904988" y="400730"/>
              <a:ext cx="1524612" cy="90625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81079"/>
                <a:gd name="connsiteY0" fmla="*/ 36216 h 484448"/>
                <a:gd name="connsiteX1" fmla="*/ 73251 w 881079"/>
                <a:gd name="connsiteY1" fmla="*/ 448968 h 484448"/>
                <a:gd name="connsiteX2" fmla="*/ 383956 w 881079"/>
                <a:gd name="connsiteY2" fmla="*/ 443391 h 484448"/>
                <a:gd name="connsiteX3" fmla="*/ 609623 w 881079"/>
                <a:gd name="connsiteY3" fmla="*/ 280509 h 484448"/>
                <a:gd name="connsiteX4" fmla="*/ 881079 w 881079"/>
                <a:gd name="connsiteY4" fmla="*/ 2 h 484448"/>
                <a:gd name="connsiteX0" fmla="*/ 13893 w 881079"/>
                <a:gd name="connsiteY0" fmla="*/ 36214 h 484446"/>
                <a:gd name="connsiteX1" fmla="*/ 73251 w 881079"/>
                <a:gd name="connsiteY1" fmla="*/ 448966 h 484446"/>
                <a:gd name="connsiteX2" fmla="*/ 383956 w 881079"/>
                <a:gd name="connsiteY2" fmla="*/ 443389 h 484446"/>
                <a:gd name="connsiteX3" fmla="*/ 609623 w 881079"/>
                <a:gd name="connsiteY3" fmla="*/ 280507 h 484446"/>
                <a:gd name="connsiteX4" fmla="*/ 881079 w 881079"/>
                <a:gd name="connsiteY4" fmla="*/ 0 h 484446"/>
                <a:gd name="connsiteX0" fmla="*/ 13893 w 872482"/>
                <a:gd name="connsiteY0" fmla="*/ 78204 h 526436"/>
                <a:gd name="connsiteX1" fmla="*/ 73251 w 872482"/>
                <a:gd name="connsiteY1" fmla="*/ 490956 h 526436"/>
                <a:gd name="connsiteX2" fmla="*/ 383956 w 872482"/>
                <a:gd name="connsiteY2" fmla="*/ 485379 h 526436"/>
                <a:gd name="connsiteX3" fmla="*/ 609623 w 872482"/>
                <a:gd name="connsiteY3" fmla="*/ 322497 h 526436"/>
                <a:gd name="connsiteX4" fmla="*/ 872482 w 872482"/>
                <a:gd name="connsiteY4" fmla="*/ 0 h 526436"/>
                <a:gd name="connsiteX0" fmla="*/ 9062 w 910870"/>
                <a:gd name="connsiteY0" fmla="*/ 90356 h 525552"/>
                <a:gd name="connsiteX1" fmla="*/ 111639 w 910870"/>
                <a:gd name="connsiteY1" fmla="*/ 490956 h 525552"/>
                <a:gd name="connsiteX2" fmla="*/ 422344 w 910870"/>
                <a:gd name="connsiteY2" fmla="*/ 485379 h 525552"/>
                <a:gd name="connsiteX3" fmla="*/ 648011 w 910870"/>
                <a:gd name="connsiteY3" fmla="*/ 322497 h 525552"/>
                <a:gd name="connsiteX4" fmla="*/ 910870 w 910870"/>
                <a:gd name="connsiteY4" fmla="*/ 0 h 525552"/>
                <a:gd name="connsiteX0" fmla="*/ 9266 w 911074"/>
                <a:gd name="connsiteY0" fmla="*/ 90356 h 545383"/>
                <a:gd name="connsiteX1" fmla="*/ 111843 w 911074"/>
                <a:gd name="connsiteY1" fmla="*/ 490956 h 545383"/>
                <a:gd name="connsiteX2" fmla="*/ 437061 w 911074"/>
                <a:gd name="connsiteY2" fmla="*/ 523710 h 545383"/>
                <a:gd name="connsiteX3" fmla="*/ 648215 w 911074"/>
                <a:gd name="connsiteY3" fmla="*/ 322497 h 545383"/>
                <a:gd name="connsiteX4" fmla="*/ 911074 w 911074"/>
                <a:gd name="connsiteY4" fmla="*/ 0 h 545383"/>
                <a:gd name="connsiteX0" fmla="*/ 9354 w 911162"/>
                <a:gd name="connsiteY0" fmla="*/ 90356 h 558026"/>
                <a:gd name="connsiteX1" fmla="*/ 111931 w 911162"/>
                <a:gd name="connsiteY1" fmla="*/ 490956 h 558026"/>
                <a:gd name="connsiteX2" fmla="*/ 443206 w 911162"/>
                <a:gd name="connsiteY2" fmla="*/ 541945 h 558026"/>
                <a:gd name="connsiteX3" fmla="*/ 648303 w 911162"/>
                <a:gd name="connsiteY3" fmla="*/ 322497 h 558026"/>
                <a:gd name="connsiteX4" fmla="*/ 911162 w 911162"/>
                <a:gd name="connsiteY4" fmla="*/ 0 h 558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62" h="558026">
                  <a:moveTo>
                    <a:pt x="9354" y="90356"/>
                  </a:moveTo>
                  <a:cubicBezTo>
                    <a:pt x="-24640" y="410516"/>
                    <a:pt x="39622" y="415691"/>
                    <a:pt x="111931" y="490956"/>
                  </a:cubicBezTo>
                  <a:cubicBezTo>
                    <a:pt x="184240" y="566221"/>
                    <a:pt x="353811" y="570021"/>
                    <a:pt x="443206" y="541945"/>
                  </a:cubicBezTo>
                  <a:cubicBezTo>
                    <a:pt x="532601" y="513869"/>
                    <a:pt x="546161" y="361431"/>
                    <a:pt x="648303" y="322497"/>
                  </a:cubicBezTo>
                  <a:cubicBezTo>
                    <a:pt x="751979" y="282978"/>
                    <a:pt x="903979" y="45911"/>
                    <a:pt x="911162" y="0"/>
                  </a:cubicBezTo>
                </a:path>
              </a:pathLst>
            </a:custGeom>
            <a:noFill/>
            <a:ln w="6350" cap="rnd">
              <a:solidFill>
                <a:schemeClr val="tx1">
                  <a:lumMod val="85000"/>
                  <a:alpha val="40000"/>
                </a:schemeClr>
              </a:solidFill>
              <a:prstDash val="dash"/>
              <a:round/>
            </a:ln>
          </p:spPr>
          <p:txBody>
            <a:bodyPr rtlCol="0" anchor="ctr"/>
            <a:lstStyle/>
            <a:p>
              <a:endParaRPr lang="en-US"/>
            </a:p>
          </p:txBody>
        </p:sp>
      </p:grpSp>
      <p:sp>
        <p:nvSpPr>
          <p:cNvPr id="29" name="Freeform: Shape 28">
            <a:extLst>
              <a:ext uri="{FF2B5EF4-FFF2-40B4-BE49-F238E27FC236}">
                <a16:creationId xmlns:a16="http://schemas.microsoft.com/office/drawing/2014/main" id="{FD2FA30F-5095-D430-1EEC-F1ACDF69F0E1}"/>
              </a:ext>
            </a:extLst>
          </p:cNvPr>
          <p:cNvSpPr/>
          <p:nvPr userDrawn="1"/>
        </p:nvSpPr>
        <p:spPr>
          <a:xfrm>
            <a:off x="9386788" y="34224"/>
            <a:ext cx="2793230" cy="5104909"/>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90215"/>
              <a:gd name="connsiteY0" fmla="*/ 0 h 5207058"/>
              <a:gd name="connsiteX1" fmla="*/ 968812 w 3090215"/>
              <a:gd name="connsiteY1" fmla="*/ 1175788 h 5207058"/>
              <a:gd name="connsiteX2" fmla="*/ 1580585 w 3090215"/>
              <a:gd name="connsiteY2" fmla="*/ 2366658 h 5207058"/>
              <a:gd name="connsiteX3" fmla="*/ 1902367 w 3090215"/>
              <a:gd name="connsiteY3" fmla="*/ 3670605 h 5207058"/>
              <a:gd name="connsiteX4" fmla="*/ 1501515 w 3090215"/>
              <a:gd name="connsiteY4" fmla="*/ 4662559 h 5207058"/>
              <a:gd name="connsiteX5" fmla="*/ 2599790 w 3090215"/>
              <a:gd name="connsiteY5" fmla="*/ 4836049 h 5207058"/>
              <a:gd name="connsiteX6" fmla="*/ 3090215 w 3090215"/>
              <a:gd name="connsiteY6" fmla="*/ 5207058 h 5207058"/>
              <a:gd name="connsiteX0" fmla="*/ 0 w 3090215"/>
              <a:gd name="connsiteY0" fmla="*/ 0 h 5207058"/>
              <a:gd name="connsiteX1" fmla="*/ 968812 w 3090215"/>
              <a:gd name="connsiteY1" fmla="*/ 1175788 h 5207058"/>
              <a:gd name="connsiteX2" fmla="*/ 1580585 w 3090215"/>
              <a:gd name="connsiteY2" fmla="*/ 2366658 h 5207058"/>
              <a:gd name="connsiteX3" fmla="*/ 1902367 w 3090215"/>
              <a:gd name="connsiteY3" fmla="*/ 3670605 h 5207058"/>
              <a:gd name="connsiteX4" fmla="*/ 1501515 w 3090215"/>
              <a:gd name="connsiteY4" fmla="*/ 4662559 h 5207058"/>
              <a:gd name="connsiteX5" fmla="*/ 2599790 w 3090215"/>
              <a:gd name="connsiteY5" fmla="*/ 4836049 h 5207058"/>
              <a:gd name="connsiteX6" fmla="*/ 3090215 w 3090215"/>
              <a:gd name="connsiteY6" fmla="*/ 5207058 h 5207058"/>
              <a:gd name="connsiteX0" fmla="*/ 0 w 3080446"/>
              <a:gd name="connsiteY0" fmla="*/ 0 h 5152350"/>
              <a:gd name="connsiteX1" fmla="*/ 968812 w 3080446"/>
              <a:gd name="connsiteY1" fmla="*/ 1175788 h 5152350"/>
              <a:gd name="connsiteX2" fmla="*/ 1580585 w 3080446"/>
              <a:gd name="connsiteY2" fmla="*/ 2366658 h 5152350"/>
              <a:gd name="connsiteX3" fmla="*/ 1902367 w 3080446"/>
              <a:gd name="connsiteY3" fmla="*/ 3670605 h 5152350"/>
              <a:gd name="connsiteX4" fmla="*/ 1501515 w 3080446"/>
              <a:gd name="connsiteY4" fmla="*/ 4662559 h 5152350"/>
              <a:gd name="connsiteX5" fmla="*/ 2599790 w 3080446"/>
              <a:gd name="connsiteY5" fmla="*/ 4836049 h 5152350"/>
              <a:gd name="connsiteX6" fmla="*/ 3080446 w 3080446"/>
              <a:gd name="connsiteY6" fmla="*/ 5152350 h 5152350"/>
              <a:gd name="connsiteX0" fmla="*/ 0 w 3080446"/>
              <a:gd name="connsiteY0" fmla="*/ 0 h 5152350"/>
              <a:gd name="connsiteX1" fmla="*/ 968812 w 3080446"/>
              <a:gd name="connsiteY1" fmla="*/ 1175788 h 5152350"/>
              <a:gd name="connsiteX2" fmla="*/ 1580585 w 3080446"/>
              <a:gd name="connsiteY2" fmla="*/ 2366658 h 5152350"/>
              <a:gd name="connsiteX3" fmla="*/ 1902367 w 3080446"/>
              <a:gd name="connsiteY3" fmla="*/ 3670605 h 5152350"/>
              <a:gd name="connsiteX4" fmla="*/ 1501515 w 3080446"/>
              <a:gd name="connsiteY4" fmla="*/ 4662559 h 5152350"/>
              <a:gd name="connsiteX5" fmla="*/ 2599790 w 3080446"/>
              <a:gd name="connsiteY5" fmla="*/ 4836049 h 5152350"/>
              <a:gd name="connsiteX6" fmla="*/ 3080446 w 3080446"/>
              <a:gd name="connsiteY6" fmla="*/ 5152350 h 5152350"/>
              <a:gd name="connsiteX0" fmla="*/ 0 w 3082399"/>
              <a:gd name="connsiteY0" fmla="*/ 0 h 5124996"/>
              <a:gd name="connsiteX1" fmla="*/ 968812 w 3082399"/>
              <a:gd name="connsiteY1" fmla="*/ 1175788 h 5124996"/>
              <a:gd name="connsiteX2" fmla="*/ 1580585 w 3082399"/>
              <a:gd name="connsiteY2" fmla="*/ 2366658 h 5124996"/>
              <a:gd name="connsiteX3" fmla="*/ 1902367 w 3082399"/>
              <a:gd name="connsiteY3" fmla="*/ 3670605 h 5124996"/>
              <a:gd name="connsiteX4" fmla="*/ 1501515 w 3082399"/>
              <a:gd name="connsiteY4" fmla="*/ 4662559 h 5124996"/>
              <a:gd name="connsiteX5" fmla="*/ 2599790 w 3082399"/>
              <a:gd name="connsiteY5" fmla="*/ 4836049 h 5124996"/>
              <a:gd name="connsiteX6" fmla="*/ 3082399 w 3082399"/>
              <a:gd name="connsiteY6" fmla="*/ 5124996 h 5124996"/>
              <a:gd name="connsiteX0" fmla="*/ 0 w 3082399"/>
              <a:gd name="connsiteY0" fmla="*/ 0 h 5124996"/>
              <a:gd name="connsiteX1" fmla="*/ 968812 w 3082399"/>
              <a:gd name="connsiteY1" fmla="*/ 1175788 h 5124996"/>
              <a:gd name="connsiteX2" fmla="*/ 1580585 w 3082399"/>
              <a:gd name="connsiteY2" fmla="*/ 2366658 h 5124996"/>
              <a:gd name="connsiteX3" fmla="*/ 1902367 w 3082399"/>
              <a:gd name="connsiteY3" fmla="*/ 3670605 h 5124996"/>
              <a:gd name="connsiteX4" fmla="*/ 1509330 w 3082399"/>
              <a:gd name="connsiteY4" fmla="*/ 4578544 h 5124996"/>
              <a:gd name="connsiteX5" fmla="*/ 2599790 w 3082399"/>
              <a:gd name="connsiteY5" fmla="*/ 4836049 h 5124996"/>
              <a:gd name="connsiteX6" fmla="*/ 3082399 w 3082399"/>
              <a:gd name="connsiteY6" fmla="*/ 5124996 h 5124996"/>
              <a:gd name="connsiteX0" fmla="*/ 0 w 3082399"/>
              <a:gd name="connsiteY0" fmla="*/ 0 h 5126402"/>
              <a:gd name="connsiteX1" fmla="*/ 968812 w 3082399"/>
              <a:gd name="connsiteY1" fmla="*/ 1175788 h 5126402"/>
              <a:gd name="connsiteX2" fmla="*/ 1580585 w 3082399"/>
              <a:gd name="connsiteY2" fmla="*/ 2366658 h 5126402"/>
              <a:gd name="connsiteX3" fmla="*/ 1902367 w 3082399"/>
              <a:gd name="connsiteY3" fmla="*/ 3670605 h 5126402"/>
              <a:gd name="connsiteX4" fmla="*/ 1509330 w 3082399"/>
              <a:gd name="connsiteY4" fmla="*/ 4578544 h 5126402"/>
              <a:gd name="connsiteX5" fmla="*/ 2599790 w 3082399"/>
              <a:gd name="connsiteY5" fmla="*/ 4892711 h 5126402"/>
              <a:gd name="connsiteX6" fmla="*/ 3082399 w 3082399"/>
              <a:gd name="connsiteY6" fmla="*/ 5124996 h 5126402"/>
              <a:gd name="connsiteX0" fmla="*/ 0 w 3082399"/>
              <a:gd name="connsiteY0" fmla="*/ 0 h 5126402"/>
              <a:gd name="connsiteX1" fmla="*/ 968812 w 3082399"/>
              <a:gd name="connsiteY1" fmla="*/ 1175788 h 5126402"/>
              <a:gd name="connsiteX2" fmla="*/ 1695862 w 3082399"/>
              <a:gd name="connsiteY2" fmla="*/ 2270919 h 5126402"/>
              <a:gd name="connsiteX3" fmla="*/ 1902367 w 3082399"/>
              <a:gd name="connsiteY3" fmla="*/ 3670605 h 5126402"/>
              <a:gd name="connsiteX4" fmla="*/ 1509330 w 3082399"/>
              <a:gd name="connsiteY4" fmla="*/ 4578544 h 5126402"/>
              <a:gd name="connsiteX5" fmla="*/ 2599790 w 3082399"/>
              <a:gd name="connsiteY5" fmla="*/ 4892711 h 5126402"/>
              <a:gd name="connsiteX6" fmla="*/ 3082399 w 3082399"/>
              <a:gd name="connsiteY6" fmla="*/ 5124996 h 5126402"/>
              <a:gd name="connsiteX0" fmla="*/ 0 w 3082399"/>
              <a:gd name="connsiteY0" fmla="*/ 0 h 5126402"/>
              <a:gd name="connsiteX1" fmla="*/ 968812 w 3082399"/>
              <a:gd name="connsiteY1" fmla="*/ 1175788 h 5126402"/>
              <a:gd name="connsiteX2" fmla="*/ 1695862 w 3082399"/>
              <a:gd name="connsiteY2" fmla="*/ 2270919 h 5126402"/>
              <a:gd name="connsiteX3" fmla="*/ 1902367 w 3082399"/>
              <a:gd name="connsiteY3" fmla="*/ 3670605 h 5126402"/>
              <a:gd name="connsiteX4" fmla="*/ 1509330 w 3082399"/>
              <a:gd name="connsiteY4" fmla="*/ 4578544 h 5126402"/>
              <a:gd name="connsiteX5" fmla="*/ 2599790 w 3082399"/>
              <a:gd name="connsiteY5" fmla="*/ 4892711 h 5126402"/>
              <a:gd name="connsiteX6" fmla="*/ 3082399 w 3082399"/>
              <a:gd name="connsiteY6" fmla="*/ 5124996 h 5126402"/>
              <a:gd name="connsiteX0" fmla="*/ 0 w 2793230"/>
              <a:gd name="connsiteY0" fmla="*/ 0 h 5104909"/>
              <a:gd name="connsiteX1" fmla="*/ 679643 w 2793230"/>
              <a:gd name="connsiteY1" fmla="*/ 1154295 h 5104909"/>
              <a:gd name="connsiteX2" fmla="*/ 1406693 w 2793230"/>
              <a:gd name="connsiteY2" fmla="*/ 2249426 h 5104909"/>
              <a:gd name="connsiteX3" fmla="*/ 1613198 w 2793230"/>
              <a:gd name="connsiteY3" fmla="*/ 3649112 h 5104909"/>
              <a:gd name="connsiteX4" fmla="*/ 1220161 w 2793230"/>
              <a:gd name="connsiteY4" fmla="*/ 4557051 h 5104909"/>
              <a:gd name="connsiteX5" fmla="*/ 2310621 w 2793230"/>
              <a:gd name="connsiteY5" fmla="*/ 4871218 h 5104909"/>
              <a:gd name="connsiteX6" fmla="*/ 2793230 w 2793230"/>
              <a:gd name="connsiteY6" fmla="*/ 5103503 h 5104909"/>
              <a:gd name="connsiteX0" fmla="*/ 0 w 2793230"/>
              <a:gd name="connsiteY0" fmla="*/ 0 h 5104909"/>
              <a:gd name="connsiteX1" fmla="*/ 679643 w 2793230"/>
              <a:gd name="connsiteY1" fmla="*/ 1154295 h 5104909"/>
              <a:gd name="connsiteX2" fmla="*/ 1406693 w 2793230"/>
              <a:gd name="connsiteY2" fmla="*/ 2249426 h 5104909"/>
              <a:gd name="connsiteX3" fmla="*/ 1613198 w 2793230"/>
              <a:gd name="connsiteY3" fmla="*/ 3649112 h 5104909"/>
              <a:gd name="connsiteX4" fmla="*/ 1220161 w 2793230"/>
              <a:gd name="connsiteY4" fmla="*/ 4557051 h 5104909"/>
              <a:gd name="connsiteX5" fmla="*/ 2310621 w 2793230"/>
              <a:gd name="connsiteY5" fmla="*/ 4871218 h 5104909"/>
              <a:gd name="connsiteX6" fmla="*/ 2793230 w 2793230"/>
              <a:gd name="connsiteY6" fmla="*/ 5103503 h 5104909"/>
              <a:gd name="connsiteX0" fmla="*/ 0 w 2793230"/>
              <a:gd name="connsiteY0" fmla="*/ 0 h 5104909"/>
              <a:gd name="connsiteX1" fmla="*/ 679643 w 2793230"/>
              <a:gd name="connsiteY1" fmla="*/ 1154295 h 5104909"/>
              <a:gd name="connsiteX2" fmla="*/ 1406693 w 2793230"/>
              <a:gd name="connsiteY2" fmla="*/ 2249426 h 5104909"/>
              <a:gd name="connsiteX3" fmla="*/ 1613198 w 2793230"/>
              <a:gd name="connsiteY3" fmla="*/ 3649112 h 5104909"/>
              <a:gd name="connsiteX4" fmla="*/ 1220161 w 2793230"/>
              <a:gd name="connsiteY4" fmla="*/ 4557051 h 5104909"/>
              <a:gd name="connsiteX5" fmla="*/ 2310621 w 2793230"/>
              <a:gd name="connsiteY5" fmla="*/ 4871218 h 5104909"/>
              <a:gd name="connsiteX6" fmla="*/ 2793230 w 2793230"/>
              <a:gd name="connsiteY6" fmla="*/ 5103503 h 5104909"/>
              <a:gd name="connsiteX0" fmla="*/ 0 w 2793230"/>
              <a:gd name="connsiteY0" fmla="*/ 0 h 5104909"/>
              <a:gd name="connsiteX1" fmla="*/ 650335 w 2793230"/>
              <a:gd name="connsiteY1" fmla="*/ 1113264 h 5104909"/>
              <a:gd name="connsiteX2" fmla="*/ 1406693 w 2793230"/>
              <a:gd name="connsiteY2" fmla="*/ 2249426 h 5104909"/>
              <a:gd name="connsiteX3" fmla="*/ 1613198 w 2793230"/>
              <a:gd name="connsiteY3" fmla="*/ 3649112 h 5104909"/>
              <a:gd name="connsiteX4" fmla="*/ 1220161 w 2793230"/>
              <a:gd name="connsiteY4" fmla="*/ 4557051 h 5104909"/>
              <a:gd name="connsiteX5" fmla="*/ 2310621 w 2793230"/>
              <a:gd name="connsiteY5" fmla="*/ 4871218 h 5104909"/>
              <a:gd name="connsiteX6" fmla="*/ 2793230 w 2793230"/>
              <a:gd name="connsiteY6" fmla="*/ 5103503 h 510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3230" h="5104909">
                <a:moveTo>
                  <a:pt x="0" y="0"/>
                </a:moveTo>
                <a:cubicBezTo>
                  <a:pt x="383144" y="256995"/>
                  <a:pt x="492028" y="700398"/>
                  <a:pt x="650335" y="1113264"/>
                </a:cubicBezTo>
                <a:cubicBezTo>
                  <a:pt x="820307" y="1556552"/>
                  <a:pt x="1180183" y="1847889"/>
                  <a:pt x="1406693" y="2249426"/>
                </a:cubicBezTo>
                <a:cubicBezTo>
                  <a:pt x="1501558" y="2463007"/>
                  <a:pt x="1644287" y="3264508"/>
                  <a:pt x="1613198" y="3649112"/>
                </a:cubicBezTo>
                <a:cubicBezTo>
                  <a:pt x="1582109" y="4033716"/>
                  <a:pt x="1103924" y="4353367"/>
                  <a:pt x="1220161" y="4557051"/>
                </a:cubicBezTo>
                <a:cubicBezTo>
                  <a:pt x="1336398" y="4760735"/>
                  <a:pt x="2341837" y="4517361"/>
                  <a:pt x="2310621" y="4871218"/>
                </a:cubicBezTo>
                <a:cubicBezTo>
                  <a:pt x="2361235" y="5203228"/>
                  <a:pt x="2735051" y="5074625"/>
                  <a:pt x="2793230" y="5103503"/>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2A646107-EDD6-4C51-BD91-36F95EB3EB8B}"/>
              </a:ext>
            </a:extLst>
          </p:cNvPr>
          <p:cNvSpPr/>
          <p:nvPr userDrawn="1"/>
        </p:nvSpPr>
        <p:spPr>
          <a:xfrm rot="15113807" flipV="1">
            <a:off x="11423589" y="309992"/>
            <a:ext cx="995161" cy="880529"/>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21576"/>
              <a:gd name="connsiteY0" fmla="*/ 241674 h 689906"/>
              <a:gd name="connsiteX1" fmla="*/ 73251 w 821576"/>
              <a:gd name="connsiteY1" fmla="*/ 654426 h 689906"/>
              <a:gd name="connsiteX2" fmla="*/ 383956 w 821576"/>
              <a:gd name="connsiteY2" fmla="*/ 648849 h 689906"/>
              <a:gd name="connsiteX3" fmla="*/ 609623 w 821576"/>
              <a:gd name="connsiteY3" fmla="*/ 485967 h 689906"/>
              <a:gd name="connsiteX4" fmla="*/ 821576 w 821576"/>
              <a:gd name="connsiteY4" fmla="*/ 1 h 689906"/>
              <a:gd name="connsiteX0" fmla="*/ 13893 w 821805"/>
              <a:gd name="connsiteY0" fmla="*/ 241673 h 689905"/>
              <a:gd name="connsiteX1" fmla="*/ 73251 w 821805"/>
              <a:gd name="connsiteY1" fmla="*/ 654425 h 689905"/>
              <a:gd name="connsiteX2" fmla="*/ 383956 w 821805"/>
              <a:gd name="connsiteY2" fmla="*/ 648848 h 689905"/>
              <a:gd name="connsiteX3" fmla="*/ 609623 w 821805"/>
              <a:gd name="connsiteY3" fmla="*/ 485966 h 689905"/>
              <a:gd name="connsiteX4" fmla="*/ 821576 w 821805"/>
              <a:gd name="connsiteY4" fmla="*/ 0 h 689905"/>
              <a:gd name="connsiteX0" fmla="*/ 75444 w 761221"/>
              <a:gd name="connsiteY0" fmla="*/ 244323 h 689712"/>
              <a:gd name="connsiteX1" fmla="*/ 12667 w 761221"/>
              <a:gd name="connsiteY1" fmla="*/ 654425 h 689712"/>
              <a:gd name="connsiteX2" fmla="*/ 323372 w 761221"/>
              <a:gd name="connsiteY2" fmla="*/ 648848 h 689712"/>
              <a:gd name="connsiteX3" fmla="*/ 549039 w 761221"/>
              <a:gd name="connsiteY3" fmla="*/ 485966 h 689712"/>
              <a:gd name="connsiteX4" fmla="*/ 760992 w 761221"/>
              <a:gd name="connsiteY4" fmla="*/ 0 h 689712"/>
              <a:gd name="connsiteX0" fmla="*/ 113596 w 799373"/>
              <a:gd name="connsiteY0" fmla="*/ 244323 h 689712"/>
              <a:gd name="connsiteX1" fmla="*/ 50819 w 799373"/>
              <a:gd name="connsiteY1" fmla="*/ 654425 h 689712"/>
              <a:gd name="connsiteX2" fmla="*/ 361524 w 799373"/>
              <a:gd name="connsiteY2" fmla="*/ 648848 h 689712"/>
              <a:gd name="connsiteX3" fmla="*/ 587191 w 799373"/>
              <a:gd name="connsiteY3" fmla="*/ 485966 h 689712"/>
              <a:gd name="connsiteX4" fmla="*/ 799144 w 799373"/>
              <a:gd name="connsiteY4" fmla="*/ 0 h 689712"/>
              <a:gd name="connsiteX0" fmla="*/ 199175 w 884952"/>
              <a:gd name="connsiteY0" fmla="*/ 244323 h 760125"/>
              <a:gd name="connsiteX1" fmla="*/ 13751 w 884952"/>
              <a:gd name="connsiteY1" fmla="*/ 739495 h 760125"/>
              <a:gd name="connsiteX2" fmla="*/ 447103 w 884952"/>
              <a:gd name="connsiteY2" fmla="*/ 648848 h 760125"/>
              <a:gd name="connsiteX3" fmla="*/ 672770 w 884952"/>
              <a:gd name="connsiteY3" fmla="*/ 485966 h 760125"/>
              <a:gd name="connsiteX4" fmla="*/ 884723 w 884952"/>
              <a:gd name="connsiteY4" fmla="*/ 0 h 760125"/>
              <a:gd name="connsiteX0" fmla="*/ 195591 w 881368"/>
              <a:gd name="connsiteY0" fmla="*/ 244323 h 773167"/>
              <a:gd name="connsiteX1" fmla="*/ 10167 w 881368"/>
              <a:gd name="connsiteY1" fmla="*/ 739495 h 773167"/>
              <a:gd name="connsiteX2" fmla="*/ 389027 w 881368"/>
              <a:gd name="connsiteY2" fmla="*/ 702145 h 773167"/>
              <a:gd name="connsiteX3" fmla="*/ 669186 w 881368"/>
              <a:gd name="connsiteY3" fmla="*/ 485966 h 773167"/>
              <a:gd name="connsiteX4" fmla="*/ 881139 w 881368"/>
              <a:gd name="connsiteY4" fmla="*/ 0 h 773167"/>
              <a:gd name="connsiteX0" fmla="*/ 195591 w 881368"/>
              <a:gd name="connsiteY0" fmla="*/ 244323 h 795614"/>
              <a:gd name="connsiteX1" fmla="*/ 10167 w 881368"/>
              <a:gd name="connsiteY1" fmla="*/ 739495 h 795614"/>
              <a:gd name="connsiteX2" fmla="*/ 389027 w 881368"/>
              <a:gd name="connsiteY2" fmla="*/ 702145 h 795614"/>
              <a:gd name="connsiteX3" fmla="*/ 669186 w 881368"/>
              <a:gd name="connsiteY3" fmla="*/ 485966 h 795614"/>
              <a:gd name="connsiteX4" fmla="*/ 881139 w 881368"/>
              <a:gd name="connsiteY4" fmla="*/ 0 h 795614"/>
              <a:gd name="connsiteX0" fmla="*/ 195591 w 881368"/>
              <a:gd name="connsiteY0" fmla="*/ 244323 h 803413"/>
              <a:gd name="connsiteX1" fmla="*/ 10167 w 881368"/>
              <a:gd name="connsiteY1" fmla="*/ 739495 h 803413"/>
              <a:gd name="connsiteX2" fmla="*/ 389027 w 881368"/>
              <a:gd name="connsiteY2" fmla="*/ 702145 h 803413"/>
              <a:gd name="connsiteX3" fmla="*/ 669186 w 881368"/>
              <a:gd name="connsiteY3" fmla="*/ 485966 h 803413"/>
              <a:gd name="connsiteX4" fmla="*/ 881139 w 881368"/>
              <a:gd name="connsiteY4" fmla="*/ 0 h 803413"/>
              <a:gd name="connsiteX0" fmla="*/ 195591 w 892632"/>
              <a:gd name="connsiteY0" fmla="*/ 244323 h 803413"/>
              <a:gd name="connsiteX1" fmla="*/ 10167 w 892632"/>
              <a:gd name="connsiteY1" fmla="*/ 739495 h 803413"/>
              <a:gd name="connsiteX2" fmla="*/ 389027 w 892632"/>
              <a:gd name="connsiteY2" fmla="*/ 702145 h 803413"/>
              <a:gd name="connsiteX3" fmla="*/ 669186 w 892632"/>
              <a:gd name="connsiteY3" fmla="*/ 485966 h 803413"/>
              <a:gd name="connsiteX4" fmla="*/ 877995 w 892632"/>
              <a:gd name="connsiteY4" fmla="*/ 246063 h 803413"/>
              <a:gd name="connsiteX5" fmla="*/ 881139 w 892632"/>
              <a:gd name="connsiteY5" fmla="*/ 0 h 803413"/>
              <a:gd name="connsiteX0" fmla="*/ 195591 w 892632"/>
              <a:gd name="connsiteY0" fmla="*/ 244323 h 773121"/>
              <a:gd name="connsiteX1" fmla="*/ 10167 w 892632"/>
              <a:gd name="connsiteY1" fmla="*/ 739495 h 773121"/>
              <a:gd name="connsiteX2" fmla="*/ 389027 w 892632"/>
              <a:gd name="connsiteY2" fmla="*/ 702145 h 773121"/>
              <a:gd name="connsiteX3" fmla="*/ 696741 w 892632"/>
              <a:gd name="connsiteY3" fmla="*/ 487276 h 773121"/>
              <a:gd name="connsiteX4" fmla="*/ 877995 w 892632"/>
              <a:gd name="connsiteY4" fmla="*/ 246063 h 773121"/>
              <a:gd name="connsiteX5" fmla="*/ 881139 w 892632"/>
              <a:gd name="connsiteY5" fmla="*/ 0 h 773121"/>
              <a:gd name="connsiteX0" fmla="*/ 195591 w 892632"/>
              <a:gd name="connsiteY0" fmla="*/ 244323 h 788969"/>
              <a:gd name="connsiteX1" fmla="*/ 10167 w 892632"/>
              <a:gd name="connsiteY1" fmla="*/ 739495 h 788969"/>
              <a:gd name="connsiteX2" fmla="*/ 389027 w 892632"/>
              <a:gd name="connsiteY2" fmla="*/ 702145 h 788969"/>
              <a:gd name="connsiteX3" fmla="*/ 696741 w 892632"/>
              <a:gd name="connsiteY3" fmla="*/ 487276 h 788969"/>
              <a:gd name="connsiteX4" fmla="*/ 877995 w 892632"/>
              <a:gd name="connsiteY4" fmla="*/ 246063 h 788969"/>
              <a:gd name="connsiteX5" fmla="*/ 881139 w 892632"/>
              <a:gd name="connsiteY5" fmla="*/ 0 h 788969"/>
              <a:gd name="connsiteX0" fmla="*/ 164810 w 901792"/>
              <a:gd name="connsiteY0" fmla="*/ 236798 h 789494"/>
              <a:gd name="connsiteX1" fmla="*/ 19327 w 901792"/>
              <a:gd name="connsiteY1" fmla="*/ 739495 h 789494"/>
              <a:gd name="connsiteX2" fmla="*/ 398187 w 901792"/>
              <a:gd name="connsiteY2" fmla="*/ 702145 h 789494"/>
              <a:gd name="connsiteX3" fmla="*/ 705901 w 901792"/>
              <a:gd name="connsiteY3" fmla="*/ 487276 h 789494"/>
              <a:gd name="connsiteX4" fmla="*/ 887155 w 901792"/>
              <a:gd name="connsiteY4" fmla="*/ 246063 h 789494"/>
              <a:gd name="connsiteX5" fmla="*/ 890299 w 901792"/>
              <a:gd name="connsiteY5" fmla="*/ 0 h 789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792" h="789494">
                <a:moveTo>
                  <a:pt x="164810" y="236798"/>
                </a:moveTo>
                <a:cubicBezTo>
                  <a:pt x="-12957" y="548337"/>
                  <a:pt x="-19569" y="661937"/>
                  <a:pt x="19327" y="739495"/>
                </a:cubicBezTo>
                <a:cubicBezTo>
                  <a:pt x="58223" y="817053"/>
                  <a:pt x="303592" y="804214"/>
                  <a:pt x="398187" y="702145"/>
                </a:cubicBezTo>
                <a:cubicBezTo>
                  <a:pt x="492782" y="600076"/>
                  <a:pt x="632544" y="565769"/>
                  <a:pt x="705901" y="487276"/>
                </a:cubicBezTo>
                <a:cubicBezTo>
                  <a:pt x="779258" y="408783"/>
                  <a:pt x="851830" y="327057"/>
                  <a:pt x="887155" y="246063"/>
                </a:cubicBezTo>
                <a:cubicBezTo>
                  <a:pt x="922480" y="165069"/>
                  <a:pt x="881638" y="38531"/>
                  <a:pt x="890299"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31" name="Freeform: Shape 30">
            <a:extLst>
              <a:ext uri="{FF2B5EF4-FFF2-40B4-BE49-F238E27FC236}">
                <a16:creationId xmlns:a16="http://schemas.microsoft.com/office/drawing/2014/main" id="{D7A0DE44-05AC-A1AA-E0C8-A3095FA4C9F1}"/>
              </a:ext>
            </a:extLst>
          </p:cNvPr>
          <p:cNvSpPr/>
          <p:nvPr userDrawn="1"/>
        </p:nvSpPr>
        <p:spPr>
          <a:xfrm rot="15295839" flipV="1">
            <a:off x="11727069" y="481072"/>
            <a:ext cx="532334" cy="503248"/>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21576"/>
              <a:gd name="connsiteY0" fmla="*/ 241674 h 689906"/>
              <a:gd name="connsiteX1" fmla="*/ 73251 w 821576"/>
              <a:gd name="connsiteY1" fmla="*/ 654426 h 689906"/>
              <a:gd name="connsiteX2" fmla="*/ 383956 w 821576"/>
              <a:gd name="connsiteY2" fmla="*/ 648849 h 689906"/>
              <a:gd name="connsiteX3" fmla="*/ 609623 w 821576"/>
              <a:gd name="connsiteY3" fmla="*/ 485967 h 689906"/>
              <a:gd name="connsiteX4" fmla="*/ 821576 w 821576"/>
              <a:gd name="connsiteY4" fmla="*/ 1 h 689906"/>
              <a:gd name="connsiteX0" fmla="*/ 13893 w 821805"/>
              <a:gd name="connsiteY0" fmla="*/ 241673 h 689905"/>
              <a:gd name="connsiteX1" fmla="*/ 73251 w 821805"/>
              <a:gd name="connsiteY1" fmla="*/ 654425 h 689905"/>
              <a:gd name="connsiteX2" fmla="*/ 383956 w 821805"/>
              <a:gd name="connsiteY2" fmla="*/ 648848 h 689905"/>
              <a:gd name="connsiteX3" fmla="*/ 609623 w 821805"/>
              <a:gd name="connsiteY3" fmla="*/ 485966 h 689905"/>
              <a:gd name="connsiteX4" fmla="*/ 821576 w 821805"/>
              <a:gd name="connsiteY4" fmla="*/ 0 h 689905"/>
              <a:gd name="connsiteX0" fmla="*/ 75444 w 761221"/>
              <a:gd name="connsiteY0" fmla="*/ 244323 h 689712"/>
              <a:gd name="connsiteX1" fmla="*/ 12667 w 761221"/>
              <a:gd name="connsiteY1" fmla="*/ 654425 h 689712"/>
              <a:gd name="connsiteX2" fmla="*/ 323372 w 761221"/>
              <a:gd name="connsiteY2" fmla="*/ 648848 h 689712"/>
              <a:gd name="connsiteX3" fmla="*/ 549039 w 761221"/>
              <a:gd name="connsiteY3" fmla="*/ 485966 h 689712"/>
              <a:gd name="connsiteX4" fmla="*/ 760992 w 761221"/>
              <a:gd name="connsiteY4" fmla="*/ 0 h 689712"/>
              <a:gd name="connsiteX0" fmla="*/ 113596 w 799373"/>
              <a:gd name="connsiteY0" fmla="*/ 244323 h 689712"/>
              <a:gd name="connsiteX1" fmla="*/ 50819 w 799373"/>
              <a:gd name="connsiteY1" fmla="*/ 654425 h 689712"/>
              <a:gd name="connsiteX2" fmla="*/ 361524 w 799373"/>
              <a:gd name="connsiteY2" fmla="*/ 648848 h 689712"/>
              <a:gd name="connsiteX3" fmla="*/ 587191 w 799373"/>
              <a:gd name="connsiteY3" fmla="*/ 485966 h 689712"/>
              <a:gd name="connsiteX4" fmla="*/ 799144 w 799373"/>
              <a:gd name="connsiteY4" fmla="*/ 0 h 689712"/>
              <a:gd name="connsiteX0" fmla="*/ 199175 w 884952"/>
              <a:gd name="connsiteY0" fmla="*/ 244323 h 760125"/>
              <a:gd name="connsiteX1" fmla="*/ 13751 w 884952"/>
              <a:gd name="connsiteY1" fmla="*/ 739495 h 760125"/>
              <a:gd name="connsiteX2" fmla="*/ 447103 w 884952"/>
              <a:gd name="connsiteY2" fmla="*/ 648848 h 760125"/>
              <a:gd name="connsiteX3" fmla="*/ 672770 w 884952"/>
              <a:gd name="connsiteY3" fmla="*/ 485966 h 760125"/>
              <a:gd name="connsiteX4" fmla="*/ 884723 w 884952"/>
              <a:gd name="connsiteY4" fmla="*/ 0 h 760125"/>
              <a:gd name="connsiteX0" fmla="*/ 195591 w 881368"/>
              <a:gd name="connsiteY0" fmla="*/ 244323 h 773167"/>
              <a:gd name="connsiteX1" fmla="*/ 10167 w 881368"/>
              <a:gd name="connsiteY1" fmla="*/ 739495 h 773167"/>
              <a:gd name="connsiteX2" fmla="*/ 389027 w 881368"/>
              <a:gd name="connsiteY2" fmla="*/ 702145 h 773167"/>
              <a:gd name="connsiteX3" fmla="*/ 669186 w 881368"/>
              <a:gd name="connsiteY3" fmla="*/ 485966 h 773167"/>
              <a:gd name="connsiteX4" fmla="*/ 881139 w 881368"/>
              <a:gd name="connsiteY4" fmla="*/ 0 h 773167"/>
              <a:gd name="connsiteX0" fmla="*/ 195591 w 881368"/>
              <a:gd name="connsiteY0" fmla="*/ 244323 h 795614"/>
              <a:gd name="connsiteX1" fmla="*/ 10167 w 881368"/>
              <a:gd name="connsiteY1" fmla="*/ 739495 h 795614"/>
              <a:gd name="connsiteX2" fmla="*/ 389027 w 881368"/>
              <a:gd name="connsiteY2" fmla="*/ 702145 h 795614"/>
              <a:gd name="connsiteX3" fmla="*/ 669186 w 881368"/>
              <a:gd name="connsiteY3" fmla="*/ 485966 h 795614"/>
              <a:gd name="connsiteX4" fmla="*/ 881139 w 881368"/>
              <a:gd name="connsiteY4" fmla="*/ 0 h 795614"/>
              <a:gd name="connsiteX0" fmla="*/ 195591 w 881368"/>
              <a:gd name="connsiteY0" fmla="*/ 244323 h 803413"/>
              <a:gd name="connsiteX1" fmla="*/ 10167 w 881368"/>
              <a:gd name="connsiteY1" fmla="*/ 739495 h 803413"/>
              <a:gd name="connsiteX2" fmla="*/ 389027 w 881368"/>
              <a:gd name="connsiteY2" fmla="*/ 702145 h 803413"/>
              <a:gd name="connsiteX3" fmla="*/ 669186 w 881368"/>
              <a:gd name="connsiteY3" fmla="*/ 485966 h 803413"/>
              <a:gd name="connsiteX4" fmla="*/ 881139 w 881368"/>
              <a:gd name="connsiteY4" fmla="*/ 0 h 803413"/>
              <a:gd name="connsiteX0" fmla="*/ 435192 w 871399"/>
              <a:gd name="connsiteY0" fmla="*/ 131335 h 810719"/>
              <a:gd name="connsiteX1" fmla="*/ 198 w 871399"/>
              <a:gd name="connsiteY1" fmla="*/ 739495 h 810719"/>
              <a:gd name="connsiteX2" fmla="*/ 379058 w 871399"/>
              <a:gd name="connsiteY2" fmla="*/ 702145 h 810719"/>
              <a:gd name="connsiteX3" fmla="*/ 659217 w 871399"/>
              <a:gd name="connsiteY3" fmla="*/ 485966 h 810719"/>
              <a:gd name="connsiteX4" fmla="*/ 871170 w 871399"/>
              <a:gd name="connsiteY4" fmla="*/ 0 h 810719"/>
              <a:gd name="connsiteX0" fmla="*/ 435192 w 871399"/>
              <a:gd name="connsiteY0" fmla="*/ 131335 h 810719"/>
              <a:gd name="connsiteX1" fmla="*/ 198 w 871399"/>
              <a:gd name="connsiteY1" fmla="*/ 739495 h 810719"/>
              <a:gd name="connsiteX2" fmla="*/ 379058 w 871399"/>
              <a:gd name="connsiteY2" fmla="*/ 702145 h 810719"/>
              <a:gd name="connsiteX3" fmla="*/ 659217 w 871399"/>
              <a:gd name="connsiteY3" fmla="*/ 485966 h 810719"/>
              <a:gd name="connsiteX4" fmla="*/ 871170 w 871399"/>
              <a:gd name="connsiteY4" fmla="*/ 0 h 810719"/>
              <a:gd name="connsiteX0" fmla="*/ 435192 w 713897"/>
              <a:gd name="connsiteY0" fmla="*/ 57029 h 736413"/>
              <a:gd name="connsiteX1" fmla="*/ 198 w 713897"/>
              <a:gd name="connsiteY1" fmla="*/ 665189 h 736413"/>
              <a:gd name="connsiteX2" fmla="*/ 379058 w 713897"/>
              <a:gd name="connsiteY2" fmla="*/ 627839 h 736413"/>
              <a:gd name="connsiteX3" fmla="*/ 659217 w 713897"/>
              <a:gd name="connsiteY3" fmla="*/ 411660 h 736413"/>
              <a:gd name="connsiteX4" fmla="*/ 682373 w 713897"/>
              <a:gd name="connsiteY4" fmla="*/ 0 h 736413"/>
              <a:gd name="connsiteX0" fmla="*/ 435192 w 761879"/>
              <a:gd name="connsiteY0" fmla="*/ 57029 h 736413"/>
              <a:gd name="connsiteX1" fmla="*/ 198 w 761879"/>
              <a:gd name="connsiteY1" fmla="*/ 665189 h 736413"/>
              <a:gd name="connsiteX2" fmla="*/ 379058 w 761879"/>
              <a:gd name="connsiteY2" fmla="*/ 627839 h 736413"/>
              <a:gd name="connsiteX3" fmla="*/ 659217 w 761879"/>
              <a:gd name="connsiteY3" fmla="*/ 411660 h 736413"/>
              <a:gd name="connsiteX4" fmla="*/ 682373 w 761879"/>
              <a:gd name="connsiteY4" fmla="*/ 0 h 736413"/>
              <a:gd name="connsiteX0" fmla="*/ 435192 w 740586"/>
              <a:gd name="connsiteY0" fmla="*/ 49948 h 729332"/>
              <a:gd name="connsiteX1" fmla="*/ 198 w 740586"/>
              <a:gd name="connsiteY1" fmla="*/ 658108 h 729332"/>
              <a:gd name="connsiteX2" fmla="*/ 379058 w 740586"/>
              <a:gd name="connsiteY2" fmla="*/ 620758 h 729332"/>
              <a:gd name="connsiteX3" fmla="*/ 659217 w 740586"/>
              <a:gd name="connsiteY3" fmla="*/ 404579 h 729332"/>
              <a:gd name="connsiteX4" fmla="*/ 644218 w 740586"/>
              <a:gd name="connsiteY4" fmla="*/ 0 h 729332"/>
              <a:gd name="connsiteX0" fmla="*/ 435191 w 740585"/>
              <a:gd name="connsiteY0" fmla="*/ 49948 h 712346"/>
              <a:gd name="connsiteX1" fmla="*/ 197 w 740585"/>
              <a:gd name="connsiteY1" fmla="*/ 658108 h 712346"/>
              <a:gd name="connsiteX2" fmla="*/ 379057 w 740585"/>
              <a:gd name="connsiteY2" fmla="*/ 620758 h 712346"/>
              <a:gd name="connsiteX3" fmla="*/ 659216 w 740585"/>
              <a:gd name="connsiteY3" fmla="*/ 404579 h 712346"/>
              <a:gd name="connsiteX4" fmla="*/ 644217 w 740585"/>
              <a:gd name="connsiteY4" fmla="*/ 0 h 712346"/>
              <a:gd name="connsiteX0" fmla="*/ 458466 w 763860"/>
              <a:gd name="connsiteY0" fmla="*/ 49948 h 731042"/>
              <a:gd name="connsiteX1" fmla="*/ 23472 w 763860"/>
              <a:gd name="connsiteY1" fmla="*/ 658108 h 731042"/>
              <a:gd name="connsiteX2" fmla="*/ 402332 w 763860"/>
              <a:gd name="connsiteY2" fmla="*/ 620758 h 731042"/>
              <a:gd name="connsiteX3" fmla="*/ 682491 w 763860"/>
              <a:gd name="connsiteY3" fmla="*/ 404579 h 731042"/>
              <a:gd name="connsiteX4" fmla="*/ 667492 w 763860"/>
              <a:gd name="connsiteY4" fmla="*/ 0 h 731042"/>
              <a:gd name="connsiteX0" fmla="*/ 415517 w 720911"/>
              <a:gd name="connsiteY0" fmla="*/ 49948 h 739582"/>
              <a:gd name="connsiteX1" fmla="*/ 28558 w 720911"/>
              <a:gd name="connsiteY1" fmla="*/ 683446 h 739582"/>
              <a:gd name="connsiteX2" fmla="*/ 359383 w 720911"/>
              <a:gd name="connsiteY2" fmla="*/ 620758 h 739582"/>
              <a:gd name="connsiteX3" fmla="*/ 639542 w 720911"/>
              <a:gd name="connsiteY3" fmla="*/ 404579 h 739582"/>
              <a:gd name="connsiteX4" fmla="*/ 624543 w 720911"/>
              <a:gd name="connsiteY4" fmla="*/ 0 h 739582"/>
              <a:gd name="connsiteX0" fmla="*/ 415517 w 720911"/>
              <a:gd name="connsiteY0" fmla="*/ 49948 h 745472"/>
              <a:gd name="connsiteX1" fmla="*/ 28558 w 720911"/>
              <a:gd name="connsiteY1" fmla="*/ 683446 h 745472"/>
              <a:gd name="connsiteX2" fmla="*/ 359383 w 720911"/>
              <a:gd name="connsiteY2" fmla="*/ 620758 h 745472"/>
              <a:gd name="connsiteX3" fmla="*/ 639542 w 720911"/>
              <a:gd name="connsiteY3" fmla="*/ 404579 h 745472"/>
              <a:gd name="connsiteX4" fmla="*/ 624543 w 720911"/>
              <a:gd name="connsiteY4" fmla="*/ 0 h 745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911" h="745472">
                <a:moveTo>
                  <a:pt x="415517" y="49948"/>
                </a:moveTo>
                <a:cubicBezTo>
                  <a:pt x="40706" y="232486"/>
                  <a:pt x="-56248" y="545384"/>
                  <a:pt x="28558" y="683446"/>
                </a:cubicBezTo>
                <a:cubicBezTo>
                  <a:pt x="113364" y="821508"/>
                  <a:pt x="291415" y="696748"/>
                  <a:pt x="359383" y="620758"/>
                </a:cubicBezTo>
                <a:cubicBezTo>
                  <a:pt x="427351" y="544768"/>
                  <a:pt x="537400" y="443513"/>
                  <a:pt x="639542" y="404579"/>
                </a:cubicBezTo>
                <a:cubicBezTo>
                  <a:pt x="743218" y="365060"/>
                  <a:pt x="757852" y="104753"/>
                  <a:pt x="624543" y="0"/>
                </a:cubicBezTo>
              </a:path>
            </a:pathLst>
          </a:custGeom>
          <a:noFill/>
          <a:ln w="9525" cap="rnd">
            <a:solidFill>
              <a:schemeClr val="tx1">
                <a:lumMod val="85000"/>
                <a:alpha val="40000"/>
              </a:schemeClr>
            </a:solidFill>
            <a:prstDash val="solid"/>
            <a:round/>
          </a:ln>
        </p:spPr>
        <p:txBody>
          <a:bodyPr rtlCol="0" anchor="ctr"/>
          <a:lstStyle/>
          <a:p>
            <a:endParaRPr lang="en-US"/>
          </a:p>
        </p:txBody>
      </p:sp>
    </p:spTree>
    <p:extLst>
      <p:ext uri="{BB962C8B-B14F-4D97-AF65-F5344CB8AC3E}">
        <p14:creationId xmlns:p14="http://schemas.microsoft.com/office/powerpoint/2010/main" val="112939489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Title + Content_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2608" y="941832"/>
            <a:ext cx="3041260" cy="2631102"/>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3959866" y="891861"/>
            <a:ext cx="7001575" cy="5162489"/>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8" name="Freeform: Shape 7">
            <a:extLst>
              <a:ext uri="{FF2B5EF4-FFF2-40B4-BE49-F238E27FC236}">
                <a16:creationId xmlns:a16="http://schemas.microsoft.com/office/drawing/2014/main" id="{7BF490B3-BECC-D7AC-E50E-F2E76571E36A}"/>
              </a:ext>
            </a:extLst>
          </p:cNvPr>
          <p:cNvSpPr/>
          <p:nvPr/>
        </p:nvSpPr>
        <p:spPr>
          <a:xfrm rot="3210583" flipV="1">
            <a:off x="-300615" y="4240963"/>
            <a:ext cx="4601442" cy="209287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414979"/>
              <a:gd name="connsiteY0" fmla="*/ 2593101 h 4700629"/>
              <a:gd name="connsiteX1" fmla="*/ 577088 w 7414979"/>
              <a:gd name="connsiteY1" fmla="*/ 3034184 h 4700629"/>
              <a:gd name="connsiteX2" fmla="*/ 958243 w 7414979"/>
              <a:gd name="connsiteY2" fmla="*/ 3305360 h 4700629"/>
              <a:gd name="connsiteX3" fmla="*/ 1233961 w 7414979"/>
              <a:gd name="connsiteY3" fmla="*/ 3243072 h 4700629"/>
              <a:gd name="connsiteX4" fmla="*/ 1343785 w 7414979"/>
              <a:gd name="connsiteY4" fmla="*/ 3039750 h 4700629"/>
              <a:gd name="connsiteX5" fmla="*/ 1331912 w 7414979"/>
              <a:gd name="connsiteY5" fmla="*/ 2648141 h 4700629"/>
              <a:gd name="connsiteX6" fmla="*/ 1308671 w 7414979"/>
              <a:gd name="connsiteY6" fmla="*/ 2513457 h 4700629"/>
              <a:gd name="connsiteX7" fmla="*/ 1308671 w 7414979"/>
              <a:gd name="connsiteY7" fmla="*/ 2408682 h 4700629"/>
              <a:gd name="connsiteX8" fmla="*/ 1431639 w 7414979"/>
              <a:gd name="connsiteY8" fmla="*/ 2310575 h 4700629"/>
              <a:gd name="connsiteX9" fmla="*/ 1612709 w 7414979"/>
              <a:gd name="connsiteY9" fmla="*/ 2325529 h 4700629"/>
              <a:gd name="connsiteX10" fmla="*/ 1722342 w 7414979"/>
              <a:gd name="connsiteY10" fmla="*/ 2410301 h 4700629"/>
              <a:gd name="connsiteX11" fmla="*/ 1775491 w 7414979"/>
              <a:gd name="connsiteY11" fmla="*/ 2638044 h 4700629"/>
              <a:gd name="connsiteX12" fmla="*/ 1670812 w 7414979"/>
              <a:gd name="connsiteY12" fmla="*/ 2968847 h 4700629"/>
              <a:gd name="connsiteX13" fmla="*/ 1639284 w 7414979"/>
              <a:gd name="connsiteY13" fmla="*/ 3194971 h 4700629"/>
              <a:gd name="connsiteX14" fmla="*/ 1739010 w 7414979"/>
              <a:gd name="connsiteY14" fmla="*/ 3447669 h 4700629"/>
              <a:gd name="connsiteX15" fmla="*/ 1920081 w 7414979"/>
              <a:gd name="connsiteY15" fmla="*/ 3783425 h 4700629"/>
              <a:gd name="connsiteX16" fmla="*/ 2031428 w 7414979"/>
              <a:gd name="connsiteY16" fmla="*/ 4014502 h 4700629"/>
              <a:gd name="connsiteX17" fmla="*/ 2201830 w 7414979"/>
              <a:gd name="connsiteY17" fmla="*/ 4312634 h 4700629"/>
              <a:gd name="connsiteX18" fmla="*/ 2362136 w 7414979"/>
              <a:gd name="connsiteY18" fmla="*/ 4504182 h 4700629"/>
              <a:gd name="connsiteX19" fmla="*/ 2520060 w 7414979"/>
              <a:gd name="connsiteY19" fmla="*/ 4595146 h 4700629"/>
              <a:gd name="connsiteX20" fmla="*/ 2759329 w 7414979"/>
              <a:gd name="connsiteY20" fmla="*/ 4623912 h 4700629"/>
              <a:gd name="connsiteX21" fmla="*/ 2986595 w 7414979"/>
              <a:gd name="connsiteY21" fmla="*/ 4623912 h 4700629"/>
              <a:gd name="connsiteX22" fmla="*/ 3285013 w 7414979"/>
              <a:gd name="connsiteY22" fmla="*/ 4599528 h 4700629"/>
              <a:gd name="connsiteX23" fmla="*/ 3412934 w 7414979"/>
              <a:gd name="connsiteY23" fmla="*/ 4599528 h 4700629"/>
              <a:gd name="connsiteX24" fmla="*/ 3668680 w 7414979"/>
              <a:gd name="connsiteY24" fmla="*/ 4649534 h 4700629"/>
              <a:gd name="connsiteX25" fmla="*/ 4002627 w 7414979"/>
              <a:gd name="connsiteY25" fmla="*/ 4699826 h 4700629"/>
              <a:gd name="connsiteX26" fmla="*/ 4309713 w 7414979"/>
              <a:gd name="connsiteY26" fmla="*/ 4638008 h 4700629"/>
              <a:gd name="connsiteX27" fmla="*/ 4730432 w 7414979"/>
              <a:gd name="connsiteY27" fmla="*/ 4288917 h 4700629"/>
              <a:gd name="connsiteX28" fmla="*/ 5235082 w 7414979"/>
              <a:gd name="connsiteY28" fmla="*/ 3880544 h 4700629"/>
              <a:gd name="connsiteX29" fmla="*/ 5564346 w 7414979"/>
              <a:gd name="connsiteY29" fmla="*/ 3581446 h 4700629"/>
              <a:gd name="connsiteX30" fmla="*/ 5851048 w 7414979"/>
              <a:gd name="connsiteY30" fmla="*/ 3000185 h 4700629"/>
              <a:gd name="connsiteX31" fmla="*/ 6012593 w 7414979"/>
              <a:gd name="connsiteY31" fmla="*/ 2693003 h 4700629"/>
              <a:gd name="connsiteX32" fmla="*/ 6130226 w 7414979"/>
              <a:gd name="connsiteY32" fmla="*/ 2385822 h 4700629"/>
              <a:gd name="connsiteX33" fmla="*/ 6299676 w 7414979"/>
              <a:gd name="connsiteY33" fmla="*/ 2030730 h 4700629"/>
              <a:gd name="connsiteX34" fmla="*/ 6500082 w 7414979"/>
              <a:gd name="connsiteY34" fmla="*/ 1830229 h 4700629"/>
              <a:gd name="connsiteX35" fmla="*/ 6720395 w 7414979"/>
              <a:gd name="connsiteY35" fmla="*/ 1679639 h 4700629"/>
              <a:gd name="connsiteX36" fmla="*/ 6979570 w 7414979"/>
              <a:gd name="connsiteY36" fmla="*/ 1498092 h 4700629"/>
              <a:gd name="connsiteX37" fmla="*/ 7186930 w 7414979"/>
              <a:gd name="connsiteY37" fmla="*/ 1270635 h 4700629"/>
              <a:gd name="connsiteX38" fmla="*/ 7366381 w 7414979"/>
              <a:gd name="connsiteY38" fmla="*/ 947452 h 4700629"/>
              <a:gd name="connsiteX39" fmla="*/ 7414196 w 7414979"/>
              <a:gd name="connsiteY39" fmla="*/ 694087 h 4700629"/>
              <a:gd name="connsiteX40" fmla="*/ 7390288 w 7414979"/>
              <a:gd name="connsiteY40" fmla="*/ 492633 h 4700629"/>
              <a:gd name="connsiteX41" fmla="*/ 7198836 w 7414979"/>
              <a:gd name="connsiteY41" fmla="*/ 233267 h 4700629"/>
              <a:gd name="connsiteX42" fmla="*/ 6946043 w 7414979"/>
              <a:gd name="connsiteY42" fmla="*/ 0 h 4700629"/>
              <a:gd name="connsiteX0" fmla="*/ 0 w 7414979"/>
              <a:gd name="connsiteY0" fmla="*/ 2593101 h 4700629"/>
              <a:gd name="connsiteX1" fmla="*/ 577088 w 7414979"/>
              <a:gd name="connsiteY1" fmla="*/ 3034184 h 4700629"/>
              <a:gd name="connsiteX2" fmla="*/ 958243 w 7414979"/>
              <a:gd name="connsiteY2" fmla="*/ 3305360 h 4700629"/>
              <a:gd name="connsiteX3" fmla="*/ 1233961 w 7414979"/>
              <a:gd name="connsiteY3" fmla="*/ 3243072 h 4700629"/>
              <a:gd name="connsiteX4" fmla="*/ 1343785 w 7414979"/>
              <a:gd name="connsiteY4" fmla="*/ 3039750 h 4700629"/>
              <a:gd name="connsiteX5" fmla="*/ 1331912 w 7414979"/>
              <a:gd name="connsiteY5" fmla="*/ 2648141 h 4700629"/>
              <a:gd name="connsiteX6" fmla="*/ 1308671 w 7414979"/>
              <a:gd name="connsiteY6" fmla="*/ 2513457 h 4700629"/>
              <a:gd name="connsiteX7" fmla="*/ 1308671 w 7414979"/>
              <a:gd name="connsiteY7" fmla="*/ 2408682 h 4700629"/>
              <a:gd name="connsiteX8" fmla="*/ 1431639 w 7414979"/>
              <a:gd name="connsiteY8" fmla="*/ 2310575 h 4700629"/>
              <a:gd name="connsiteX9" fmla="*/ 1612709 w 7414979"/>
              <a:gd name="connsiteY9" fmla="*/ 2325529 h 4700629"/>
              <a:gd name="connsiteX10" fmla="*/ 1722342 w 7414979"/>
              <a:gd name="connsiteY10" fmla="*/ 2410301 h 4700629"/>
              <a:gd name="connsiteX11" fmla="*/ 1775491 w 7414979"/>
              <a:gd name="connsiteY11" fmla="*/ 2638044 h 4700629"/>
              <a:gd name="connsiteX12" fmla="*/ 1670812 w 7414979"/>
              <a:gd name="connsiteY12" fmla="*/ 2968847 h 4700629"/>
              <a:gd name="connsiteX13" fmla="*/ 1639284 w 7414979"/>
              <a:gd name="connsiteY13" fmla="*/ 3194971 h 4700629"/>
              <a:gd name="connsiteX14" fmla="*/ 1739010 w 7414979"/>
              <a:gd name="connsiteY14" fmla="*/ 3447669 h 4700629"/>
              <a:gd name="connsiteX15" fmla="*/ 1920081 w 7414979"/>
              <a:gd name="connsiteY15" fmla="*/ 3783425 h 4700629"/>
              <a:gd name="connsiteX16" fmla="*/ 2031428 w 7414979"/>
              <a:gd name="connsiteY16" fmla="*/ 4014502 h 4700629"/>
              <a:gd name="connsiteX17" fmla="*/ 2201830 w 7414979"/>
              <a:gd name="connsiteY17" fmla="*/ 4312634 h 4700629"/>
              <a:gd name="connsiteX18" fmla="*/ 2362136 w 7414979"/>
              <a:gd name="connsiteY18" fmla="*/ 4504182 h 4700629"/>
              <a:gd name="connsiteX19" fmla="*/ 2520060 w 7414979"/>
              <a:gd name="connsiteY19" fmla="*/ 4595146 h 4700629"/>
              <a:gd name="connsiteX20" fmla="*/ 2759329 w 7414979"/>
              <a:gd name="connsiteY20" fmla="*/ 4623912 h 4700629"/>
              <a:gd name="connsiteX21" fmla="*/ 2909302 w 7414979"/>
              <a:gd name="connsiteY21" fmla="*/ 4697809 h 4700629"/>
              <a:gd name="connsiteX22" fmla="*/ 3285013 w 7414979"/>
              <a:gd name="connsiteY22" fmla="*/ 4599528 h 4700629"/>
              <a:gd name="connsiteX23" fmla="*/ 3412934 w 7414979"/>
              <a:gd name="connsiteY23" fmla="*/ 4599528 h 4700629"/>
              <a:gd name="connsiteX24" fmla="*/ 3668680 w 7414979"/>
              <a:gd name="connsiteY24" fmla="*/ 4649534 h 4700629"/>
              <a:gd name="connsiteX25" fmla="*/ 4002627 w 7414979"/>
              <a:gd name="connsiteY25" fmla="*/ 4699826 h 4700629"/>
              <a:gd name="connsiteX26" fmla="*/ 4309713 w 7414979"/>
              <a:gd name="connsiteY26" fmla="*/ 4638008 h 4700629"/>
              <a:gd name="connsiteX27" fmla="*/ 4730432 w 7414979"/>
              <a:gd name="connsiteY27" fmla="*/ 4288917 h 4700629"/>
              <a:gd name="connsiteX28" fmla="*/ 5235082 w 7414979"/>
              <a:gd name="connsiteY28" fmla="*/ 3880544 h 4700629"/>
              <a:gd name="connsiteX29" fmla="*/ 5564346 w 7414979"/>
              <a:gd name="connsiteY29" fmla="*/ 3581446 h 4700629"/>
              <a:gd name="connsiteX30" fmla="*/ 5851048 w 7414979"/>
              <a:gd name="connsiteY30" fmla="*/ 3000185 h 4700629"/>
              <a:gd name="connsiteX31" fmla="*/ 6012593 w 7414979"/>
              <a:gd name="connsiteY31" fmla="*/ 2693003 h 4700629"/>
              <a:gd name="connsiteX32" fmla="*/ 6130226 w 7414979"/>
              <a:gd name="connsiteY32" fmla="*/ 2385822 h 4700629"/>
              <a:gd name="connsiteX33" fmla="*/ 6299676 w 7414979"/>
              <a:gd name="connsiteY33" fmla="*/ 2030730 h 4700629"/>
              <a:gd name="connsiteX34" fmla="*/ 6500082 w 7414979"/>
              <a:gd name="connsiteY34" fmla="*/ 1830229 h 4700629"/>
              <a:gd name="connsiteX35" fmla="*/ 6720395 w 7414979"/>
              <a:gd name="connsiteY35" fmla="*/ 1679639 h 4700629"/>
              <a:gd name="connsiteX36" fmla="*/ 6979570 w 7414979"/>
              <a:gd name="connsiteY36" fmla="*/ 1498092 h 4700629"/>
              <a:gd name="connsiteX37" fmla="*/ 7186930 w 7414979"/>
              <a:gd name="connsiteY37" fmla="*/ 1270635 h 4700629"/>
              <a:gd name="connsiteX38" fmla="*/ 7366381 w 7414979"/>
              <a:gd name="connsiteY38" fmla="*/ 947452 h 4700629"/>
              <a:gd name="connsiteX39" fmla="*/ 7414196 w 7414979"/>
              <a:gd name="connsiteY39" fmla="*/ 694087 h 4700629"/>
              <a:gd name="connsiteX40" fmla="*/ 7390288 w 7414979"/>
              <a:gd name="connsiteY40" fmla="*/ 492633 h 4700629"/>
              <a:gd name="connsiteX41" fmla="*/ 7198836 w 7414979"/>
              <a:gd name="connsiteY41" fmla="*/ 233267 h 4700629"/>
              <a:gd name="connsiteX42" fmla="*/ 6946043 w 7414979"/>
              <a:gd name="connsiteY42" fmla="*/ 0 h 4700629"/>
              <a:gd name="connsiteX0" fmla="*/ 0 w 7414979"/>
              <a:gd name="connsiteY0" fmla="*/ 2593101 h 4859499"/>
              <a:gd name="connsiteX1" fmla="*/ 577088 w 7414979"/>
              <a:gd name="connsiteY1" fmla="*/ 3034184 h 4859499"/>
              <a:gd name="connsiteX2" fmla="*/ 958243 w 7414979"/>
              <a:gd name="connsiteY2" fmla="*/ 3305360 h 4859499"/>
              <a:gd name="connsiteX3" fmla="*/ 1233961 w 7414979"/>
              <a:gd name="connsiteY3" fmla="*/ 3243072 h 4859499"/>
              <a:gd name="connsiteX4" fmla="*/ 1343785 w 7414979"/>
              <a:gd name="connsiteY4" fmla="*/ 3039750 h 4859499"/>
              <a:gd name="connsiteX5" fmla="*/ 1331912 w 7414979"/>
              <a:gd name="connsiteY5" fmla="*/ 2648141 h 4859499"/>
              <a:gd name="connsiteX6" fmla="*/ 1308671 w 7414979"/>
              <a:gd name="connsiteY6" fmla="*/ 2513457 h 4859499"/>
              <a:gd name="connsiteX7" fmla="*/ 1308671 w 7414979"/>
              <a:gd name="connsiteY7" fmla="*/ 2408682 h 4859499"/>
              <a:gd name="connsiteX8" fmla="*/ 1431639 w 7414979"/>
              <a:gd name="connsiteY8" fmla="*/ 2310575 h 4859499"/>
              <a:gd name="connsiteX9" fmla="*/ 1612709 w 7414979"/>
              <a:gd name="connsiteY9" fmla="*/ 2325529 h 4859499"/>
              <a:gd name="connsiteX10" fmla="*/ 1722342 w 7414979"/>
              <a:gd name="connsiteY10" fmla="*/ 2410301 h 4859499"/>
              <a:gd name="connsiteX11" fmla="*/ 1775491 w 7414979"/>
              <a:gd name="connsiteY11" fmla="*/ 2638044 h 4859499"/>
              <a:gd name="connsiteX12" fmla="*/ 1670812 w 7414979"/>
              <a:gd name="connsiteY12" fmla="*/ 2968847 h 4859499"/>
              <a:gd name="connsiteX13" fmla="*/ 1639284 w 7414979"/>
              <a:gd name="connsiteY13" fmla="*/ 3194971 h 4859499"/>
              <a:gd name="connsiteX14" fmla="*/ 1739010 w 7414979"/>
              <a:gd name="connsiteY14" fmla="*/ 3447669 h 4859499"/>
              <a:gd name="connsiteX15" fmla="*/ 1920081 w 7414979"/>
              <a:gd name="connsiteY15" fmla="*/ 3783425 h 4859499"/>
              <a:gd name="connsiteX16" fmla="*/ 2031428 w 7414979"/>
              <a:gd name="connsiteY16" fmla="*/ 4014502 h 4859499"/>
              <a:gd name="connsiteX17" fmla="*/ 2201830 w 7414979"/>
              <a:gd name="connsiteY17" fmla="*/ 4312634 h 4859499"/>
              <a:gd name="connsiteX18" fmla="*/ 2362136 w 7414979"/>
              <a:gd name="connsiteY18" fmla="*/ 4504182 h 4859499"/>
              <a:gd name="connsiteX19" fmla="*/ 2520060 w 7414979"/>
              <a:gd name="connsiteY19" fmla="*/ 4595146 h 4859499"/>
              <a:gd name="connsiteX20" fmla="*/ 2759329 w 7414979"/>
              <a:gd name="connsiteY20" fmla="*/ 4623912 h 4859499"/>
              <a:gd name="connsiteX21" fmla="*/ 2909302 w 7414979"/>
              <a:gd name="connsiteY21" fmla="*/ 4697809 h 4859499"/>
              <a:gd name="connsiteX22" fmla="*/ 3285013 w 7414979"/>
              <a:gd name="connsiteY22" fmla="*/ 4599528 h 4859499"/>
              <a:gd name="connsiteX23" fmla="*/ 3412934 w 7414979"/>
              <a:gd name="connsiteY23" fmla="*/ 4599528 h 4859499"/>
              <a:gd name="connsiteX24" fmla="*/ 3668680 w 7414979"/>
              <a:gd name="connsiteY24" fmla="*/ 4649534 h 4859499"/>
              <a:gd name="connsiteX25" fmla="*/ 4090376 w 7414979"/>
              <a:gd name="connsiteY25" fmla="*/ 4859482 h 4859499"/>
              <a:gd name="connsiteX26" fmla="*/ 4309713 w 7414979"/>
              <a:gd name="connsiteY26" fmla="*/ 4638008 h 4859499"/>
              <a:gd name="connsiteX27" fmla="*/ 4730432 w 7414979"/>
              <a:gd name="connsiteY27" fmla="*/ 4288917 h 4859499"/>
              <a:gd name="connsiteX28" fmla="*/ 5235082 w 7414979"/>
              <a:gd name="connsiteY28" fmla="*/ 3880544 h 4859499"/>
              <a:gd name="connsiteX29" fmla="*/ 5564346 w 7414979"/>
              <a:gd name="connsiteY29" fmla="*/ 3581446 h 4859499"/>
              <a:gd name="connsiteX30" fmla="*/ 5851048 w 7414979"/>
              <a:gd name="connsiteY30" fmla="*/ 3000185 h 4859499"/>
              <a:gd name="connsiteX31" fmla="*/ 6012593 w 7414979"/>
              <a:gd name="connsiteY31" fmla="*/ 2693003 h 4859499"/>
              <a:gd name="connsiteX32" fmla="*/ 6130226 w 7414979"/>
              <a:gd name="connsiteY32" fmla="*/ 2385822 h 4859499"/>
              <a:gd name="connsiteX33" fmla="*/ 6299676 w 7414979"/>
              <a:gd name="connsiteY33" fmla="*/ 2030730 h 4859499"/>
              <a:gd name="connsiteX34" fmla="*/ 6500082 w 7414979"/>
              <a:gd name="connsiteY34" fmla="*/ 1830229 h 4859499"/>
              <a:gd name="connsiteX35" fmla="*/ 6720395 w 7414979"/>
              <a:gd name="connsiteY35" fmla="*/ 1679639 h 4859499"/>
              <a:gd name="connsiteX36" fmla="*/ 6979570 w 7414979"/>
              <a:gd name="connsiteY36" fmla="*/ 1498092 h 4859499"/>
              <a:gd name="connsiteX37" fmla="*/ 7186930 w 7414979"/>
              <a:gd name="connsiteY37" fmla="*/ 1270635 h 4859499"/>
              <a:gd name="connsiteX38" fmla="*/ 7366381 w 7414979"/>
              <a:gd name="connsiteY38" fmla="*/ 947452 h 4859499"/>
              <a:gd name="connsiteX39" fmla="*/ 7414196 w 7414979"/>
              <a:gd name="connsiteY39" fmla="*/ 694087 h 4859499"/>
              <a:gd name="connsiteX40" fmla="*/ 7390288 w 7414979"/>
              <a:gd name="connsiteY40" fmla="*/ 492633 h 4859499"/>
              <a:gd name="connsiteX41" fmla="*/ 7198836 w 7414979"/>
              <a:gd name="connsiteY41" fmla="*/ 233267 h 4859499"/>
              <a:gd name="connsiteX42" fmla="*/ 6946043 w 7414979"/>
              <a:gd name="connsiteY42" fmla="*/ 0 h 4859499"/>
              <a:gd name="connsiteX0" fmla="*/ 0 w 7414979"/>
              <a:gd name="connsiteY0" fmla="*/ 2593101 h 4910188"/>
              <a:gd name="connsiteX1" fmla="*/ 577088 w 7414979"/>
              <a:gd name="connsiteY1" fmla="*/ 3034184 h 4910188"/>
              <a:gd name="connsiteX2" fmla="*/ 958243 w 7414979"/>
              <a:gd name="connsiteY2" fmla="*/ 3305360 h 4910188"/>
              <a:gd name="connsiteX3" fmla="*/ 1233961 w 7414979"/>
              <a:gd name="connsiteY3" fmla="*/ 3243072 h 4910188"/>
              <a:gd name="connsiteX4" fmla="*/ 1343785 w 7414979"/>
              <a:gd name="connsiteY4" fmla="*/ 3039750 h 4910188"/>
              <a:gd name="connsiteX5" fmla="*/ 1331912 w 7414979"/>
              <a:gd name="connsiteY5" fmla="*/ 2648141 h 4910188"/>
              <a:gd name="connsiteX6" fmla="*/ 1308671 w 7414979"/>
              <a:gd name="connsiteY6" fmla="*/ 2513457 h 4910188"/>
              <a:gd name="connsiteX7" fmla="*/ 1308671 w 7414979"/>
              <a:gd name="connsiteY7" fmla="*/ 2408682 h 4910188"/>
              <a:gd name="connsiteX8" fmla="*/ 1431639 w 7414979"/>
              <a:gd name="connsiteY8" fmla="*/ 2310575 h 4910188"/>
              <a:gd name="connsiteX9" fmla="*/ 1612709 w 7414979"/>
              <a:gd name="connsiteY9" fmla="*/ 2325529 h 4910188"/>
              <a:gd name="connsiteX10" fmla="*/ 1722342 w 7414979"/>
              <a:gd name="connsiteY10" fmla="*/ 2410301 h 4910188"/>
              <a:gd name="connsiteX11" fmla="*/ 1775491 w 7414979"/>
              <a:gd name="connsiteY11" fmla="*/ 2638044 h 4910188"/>
              <a:gd name="connsiteX12" fmla="*/ 1670812 w 7414979"/>
              <a:gd name="connsiteY12" fmla="*/ 2968847 h 4910188"/>
              <a:gd name="connsiteX13" fmla="*/ 1639284 w 7414979"/>
              <a:gd name="connsiteY13" fmla="*/ 3194971 h 4910188"/>
              <a:gd name="connsiteX14" fmla="*/ 1739010 w 7414979"/>
              <a:gd name="connsiteY14" fmla="*/ 3447669 h 4910188"/>
              <a:gd name="connsiteX15" fmla="*/ 1920081 w 7414979"/>
              <a:gd name="connsiteY15" fmla="*/ 3783425 h 4910188"/>
              <a:gd name="connsiteX16" fmla="*/ 2031428 w 7414979"/>
              <a:gd name="connsiteY16" fmla="*/ 4014502 h 4910188"/>
              <a:gd name="connsiteX17" fmla="*/ 2201830 w 7414979"/>
              <a:gd name="connsiteY17" fmla="*/ 4312634 h 4910188"/>
              <a:gd name="connsiteX18" fmla="*/ 2362136 w 7414979"/>
              <a:gd name="connsiteY18" fmla="*/ 4504182 h 4910188"/>
              <a:gd name="connsiteX19" fmla="*/ 2520060 w 7414979"/>
              <a:gd name="connsiteY19" fmla="*/ 4595146 h 4910188"/>
              <a:gd name="connsiteX20" fmla="*/ 2759329 w 7414979"/>
              <a:gd name="connsiteY20" fmla="*/ 4623912 h 4910188"/>
              <a:gd name="connsiteX21" fmla="*/ 2909302 w 7414979"/>
              <a:gd name="connsiteY21" fmla="*/ 4697809 h 4910188"/>
              <a:gd name="connsiteX22" fmla="*/ 3285013 w 7414979"/>
              <a:gd name="connsiteY22" fmla="*/ 4599528 h 4910188"/>
              <a:gd name="connsiteX23" fmla="*/ 3412934 w 7414979"/>
              <a:gd name="connsiteY23" fmla="*/ 4599528 h 4910188"/>
              <a:gd name="connsiteX24" fmla="*/ 3668680 w 7414979"/>
              <a:gd name="connsiteY24" fmla="*/ 4649534 h 4910188"/>
              <a:gd name="connsiteX25" fmla="*/ 4090376 w 7414979"/>
              <a:gd name="connsiteY25" fmla="*/ 4859482 h 4910188"/>
              <a:gd name="connsiteX26" fmla="*/ 4504946 w 7414979"/>
              <a:gd name="connsiteY26" fmla="*/ 4858833 h 4910188"/>
              <a:gd name="connsiteX27" fmla="*/ 4730432 w 7414979"/>
              <a:gd name="connsiteY27" fmla="*/ 4288917 h 4910188"/>
              <a:gd name="connsiteX28" fmla="*/ 5235082 w 7414979"/>
              <a:gd name="connsiteY28" fmla="*/ 3880544 h 4910188"/>
              <a:gd name="connsiteX29" fmla="*/ 5564346 w 7414979"/>
              <a:gd name="connsiteY29" fmla="*/ 3581446 h 4910188"/>
              <a:gd name="connsiteX30" fmla="*/ 5851048 w 7414979"/>
              <a:gd name="connsiteY30" fmla="*/ 3000185 h 4910188"/>
              <a:gd name="connsiteX31" fmla="*/ 6012593 w 7414979"/>
              <a:gd name="connsiteY31" fmla="*/ 2693003 h 4910188"/>
              <a:gd name="connsiteX32" fmla="*/ 6130226 w 7414979"/>
              <a:gd name="connsiteY32" fmla="*/ 2385822 h 4910188"/>
              <a:gd name="connsiteX33" fmla="*/ 6299676 w 7414979"/>
              <a:gd name="connsiteY33" fmla="*/ 2030730 h 4910188"/>
              <a:gd name="connsiteX34" fmla="*/ 6500082 w 7414979"/>
              <a:gd name="connsiteY34" fmla="*/ 1830229 h 4910188"/>
              <a:gd name="connsiteX35" fmla="*/ 6720395 w 7414979"/>
              <a:gd name="connsiteY35" fmla="*/ 1679639 h 4910188"/>
              <a:gd name="connsiteX36" fmla="*/ 6979570 w 7414979"/>
              <a:gd name="connsiteY36" fmla="*/ 1498092 h 4910188"/>
              <a:gd name="connsiteX37" fmla="*/ 7186930 w 7414979"/>
              <a:gd name="connsiteY37" fmla="*/ 1270635 h 4910188"/>
              <a:gd name="connsiteX38" fmla="*/ 7366381 w 7414979"/>
              <a:gd name="connsiteY38" fmla="*/ 947452 h 4910188"/>
              <a:gd name="connsiteX39" fmla="*/ 7414196 w 7414979"/>
              <a:gd name="connsiteY39" fmla="*/ 694087 h 4910188"/>
              <a:gd name="connsiteX40" fmla="*/ 7390288 w 7414979"/>
              <a:gd name="connsiteY40" fmla="*/ 492633 h 4910188"/>
              <a:gd name="connsiteX41" fmla="*/ 7198836 w 7414979"/>
              <a:gd name="connsiteY41" fmla="*/ 233267 h 4910188"/>
              <a:gd name="connsiteX42" fmla="*/ 6946043 w 7414979"/>
              <a:gd name="connsiteY42" fmla="*/ 0 h 4910188"/>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5851048 w 7414979"/>
              <a:gd name="connsiteY29" fmla="*/ 3000185 h 4939940"/>
              <a:gd name="connsiteX30" fmla="*/ 6012593 w 7414979"/>
              <a:gd name="connsiteY30" fmla="*/ 2693003 h 4939940"/>
              <a:gd name="connsiteX31" fmla="*/ 6130226 w 7414979"/>
              <a:gd name="connsiteY31" fmla="*/ 2385822 h 4939940"/>
              <a:gd name="connsiteX32" fmla="*/ 6299676 w 7414979"/>
              <a:gd name="connsiteY32" fmla="*/ 2030730 h 4939940"/>
              <a:gd name="connsiteX33" fmla="*/ 6500082 w 7414979"/>
              <a:gd name="connsiteY33" fmla="*/ 1830229 h 4939940"/>
              <a:gd name="connsiteX34" fmla="*/ 6720395 w 7414979"/>
              <a:gd name="connsiteY34" fmla="*/ 1679639 h 4939940"/>
              <a:gd name="connsiteX35" fmla="*/ 6979570 w 7414979"/>
              <a:gd name="connsiteY35" fmla="*/ 1498092 h 4939940"/>
              <a:gd name="connsiteX36" fmla="*/ 7186930 w 7414979"/>
              <a:gd name="connsiteY36" fmla="*/ 1270635 h 4939940"/>
              <a:gd name="connsiteX37" fmla="*/ 7366381 w 7414979"/>
              <a:gd name="connsiteY37" fmla="*/ 947452 h 4939940"/>
              <a:gd name="connsiteX38" fmla="*/ 7414196 w 7414979"/>
              <a:gd name="connsiteY38" fmla="*/ 694087 h 4939940"/>
              <a:gd name="connsiteX39" fmla="*/ 7390288 w 7414979"/>
              <a:gd name="connsiteY39" fmla="*/ 492633 h 4939940"/>
              <a:gd name="connsiteX40" fmla="*/ 7198836 w 7414979"/>
              <a:gd name="connsiteY40" fmla="*/ 233267 h 4939940"/>
              <a:gd name="connsiteX41" fmla="*/ 6946043 w 7414979"/>
              <a:gd name="connsiteY41"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012593 w 7414979"/>
              <a:gd name="connsiteY29" fmla="*/ 2693003 h 4939940"/>
              <a:gd name="connsiteX30" fmla="*/ 6130226 w 7414979"/>
              <a:gd name="connsiteY30" fmla="*/ 2385822 h 4939940"/>
              <a:gd name="connsiteX31" fmla="*/ 6299676 w 7414979"/>
              <a:gd name="connsiteY31" fmla="*/ 2030730 h 4939940"/>
              <a:gd name="connsiteX32" fmla="*/ 6500082 w 7414979"/>
              <a:gd name="connsiteY32" fmla="*/ 1830229 h 4939940"/>
              <a:gd name="connsiteX33" fmla="*/ 6720395 w 7414979"/>
              <a:gd name="connsiteY33" fmla="*/ 1679639 h 4939940"/>
              <a:gd name="connsiteX34" fmla="*/ 6979570 w 7414979"/>
              <a:gd name="connsiteY34" fmla="*/ 1498092 h 4939940"/>
              <a:gd name="connsiteX35" fmla="*/ 7186930 w 7414979"/>
              <a:gd name="connsiteY35" fmla="*/ 1270635 h 4939940"/>
              <a:gd name="connsiteX36" fmla="*/ 7366381 w 7414979"/>
              <a:gd name="connsiteY36" fmla="*/ 947452 h 4939940"/>
              <a:gd name="connsiteX37" fmla="*/ 7414196 w 7414979"/>
              <a:gd name="connsiteY37" fmla="*/ 694087 h 4939940"/>
              <a:gd name="connsiteX38" fmla="*/ 7390288 w 7414979"/>
              <a:gd name="connsiteY38" fmla="*/ 492633 h 4939940"/>
              <a:gd name="connsiteX39" fmla="*/ 7198836 w 7414979"/>
              <a:gd name="connsiteY39" fmla="*/ 233267 h 4939940"/>
              <a:gd name="connsiteX40" fmla="*/ 6946043 w 7414979"/>
              <a:gd name="connsiteY40"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130226 w 7414979"/>
              <a:gd name="connsiteY29" fmla="*/ 2385822 h 4939940"/>
              <a:gd name="connsiteX30" fmla="*/ 6299676 w 7414979"/>
              <a:gd name="connsiteY30" fmla="*/ 2030730 h 4939940"/>
              <a:gd name="connsiteX31" fmla="*/ 6500082 w 7414979"/>
              <a:gd name="connsiteY31" fmla="*/ 1830229 h 4939940"/>
              <a:gd name="connsiteX32" fmla="*/ 6720395 w 7414979"/>
              <a:gd name="connsiteY32" fmla="*/ 1679639 h 4939940"/>
              <a:gd name="connsiteX33" fmla="*/ 6979570 w 7414979"/>
              <a:gd name="connsiteY33" fmla="*/ 1498092 h 4939940"/>
              <a:gd name="connsiteX34" fmla="*/ 7186930 w 7414979"/>
              <a:gd name="connsiteY34" fmla="*/ 1270635 h 4939940"/>
              <a:gd name="connsiteX35" fmla="*/ 7366381 w 7414979"/>
              <a:gd name="connsiteY35" fmla="*/ 947452 h 4939940"/>
              <a:gd name="connsiteX36" fmla="*/ 7414196 w 7414979"/>
              <a:gd name="connsiteY36" fmla="*/ 694087 h 4939940"/>
              <a:gd name="connsiteX37" fmla="*/ 7390288 w 7414979"/>
              <a:gd name="connsiteY37" fmla="*/ 492633 h 4939940"/>
              <a:gd name="connsiteX38" fmla="*/ 7198836 w 7414979"/>
              <a:gd name="connsiteY38" fmla="*/ 233267 h 4939940"/>
              <a:gd name="connsiteX39" fmla="*/ 6946043 w 7414979"/>
              <a:gd name="connsiteY39"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299676 w 7414979"/>
              <a:gd name="connsiteY29" fmla="*/ 2030730 h 4939940"/>
              <a:gd name="connsiteX30" fmla="*/ 6500082 w 7414979"/>
              <a:gd name="connsiteY30" fmla="*/ 1830229 h 4939940"/>
              <a:gd name="connsiteX31" fmla="*/ 6720395 w 7414979"/>
              <a:gd name="connsiteY31" fmla="*/ 1679639 h 4939940"/>
              <a:gd name="connsiteX32" fmla="*/ 6979570 w 7414979"/>
              <a:gd name="connsiteY32" fmla="*/ 1498092 h 4939940"/>
              <a:gd name="connsiteX33" fmla="*/ 7186930 w 7414979"/>
              <a:gd name="connsiteY33" fmla="*/ 1270635 h 4939940"/>
              <a:gd name="connsiteX34" fmla="*/ 7366381 w 7414979"/>
              <a:gd name="connsiteY34" fmla="*/ 947452 h 4939940"/>
              <a:gd name="connsiteX35" fmla="*/ 7414196 w 7414979"/>
              <a:gd name="connsiteY35" fmla="*/ 694087 h 4939940"/>
              <a:gd name="connsiteX36" fmla="*/ 7390288 w 7414979"/>
              <a:gd name="connsiteY36" fmla="*/ 492633 h 4939940"/>
              <a:gd name="connsiteX37" fmla="*/ 7198836 w 7414979"/>
              <a:gd name="connsiteY37" fmla="*/ 233267 h 4939940"/>
              <a:gd name="connsiteX38" fmla="*/ 6946043 w 7414979"/>
              <a:gd name="connsiteY38"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6299676 w 7414979"/>
              <a:gd name="connsiteY28" fmla="*/ 2030730 h 4939940"/>
              <a:gd name="connsiteX29" fmla="*/ 6500082 w 7414979"/>
              <a:gd name="connsiteY29" fmla="*/ 1830229 h 4939940"/>
              <a:gd name="connsiteX30" fmla="*/ 6720395 w 7414979"/>
              <a:gd name="connsiteY30" fmla="*/ 1679639 h 4939940"/>
              <a:gd name="connsiteX31" fmla="*/ 6979570 w 7414979"/>
              <a:gd name="connsiteY31" fmla="*/ 1498092 h 4939940"/>
              <a:gd name="connsiteX32" fmla="*/ 7186930 w 7414979"/>
              <a:gd name="connsiteY32" fmla="*/ 1270635 h 4939940"/>
              <a:gd name="connsiteX33" fmla="*/ 7366381 w 7414979"/>
              <a:gd name="connsiteY33" fmla="*/ 947452 h 4939940"/>
              <a:gd name="connsiteX34" fmla="*/ 7414196 w 7414979"/>
              <a:gd name="connsiteY34" fmla="*/ 694087 h 4939940"/>
              <a:gd name="connsiteX35" fmla="*/ 7390288 w 7414979"/>
              <a:gd name="connsiteY35" fmla="*/ 492633 h 4939940"/>
              <a:gd name="connsiteX36" fmla="*/ 7198836 w 7414979"/>
              <a:gd name="connsiteY36" fmla="*/ 233267 h 4939940"/>
              <a:gd name="connsiteX37" fmla="*/ 6946043 w 7414979"/>
              <a:gd name="connsiteY37" fmla="*/ 0 h 4939940"/>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500082 w 7414979"/>
              <a:gd name="connsiteY28" fmla="*/ 1830229 h 5076519"/>
              <a:gd name="connsiteX29" fmla="*/ 6720395 w 7414979"/>
              <a:gd name="connsiteY29" fmla="*/ 1679639 h 5076519"/>
              <a:gd name="connsiteX30" fmla="*/ 6979570 w 7414979"/>
              <a:gd name="connsiteY30" fmla="*/ 1498092 h 5076519"/>
              <a:gd name="connsiteX31" fmla="*/ 7186930 w 7414979"/>
              <a:gd name="connsiteY31" fmla="*/ 1270635 h 5076519"/>
              <a:gd name="connsiteX32" fmla="*/ 7366381 w 7414979"/>
              <a:gd name="connsiteY32" fmla="*/ 947452 h 5076519"/>
              <a:gd name="connsiteX33" fmla="*/ 7414196 w 7414979"/>
              <a:gd name="connsiteY33" fmla="*/ 694087 h 5076519"/>
              <a:gd name="connsiteX34" fmla="*/ 7390288 w 7414979"/>
              <a:gd name="connsiteY34" fmla="*/ 492633 h 5076519"/>
              <a:gd name="connsiteX35" fmla="*/ 7198836 w 7414979"/>
              <a:gd name="connsiteY35" fmla="*/ 233267 h 5076519"/>
              <a:gd name="connsiteX36" fmla="*/ 6946043 w 7414979"/>
              <a:gd name="connsiteY36" fmla="*/ 0 h 5076519"/>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720395 w 7414979"/>
              <a:gd name="connsiteY28" fmla="*/ 1679639 h 5076519"/>
              <a:gd name="connsiteX29" fmla="*/ 6979570 w 7414979"/>
              <a:gd name="connsiteY29" fmla="*/ 1498092 h 5076519"/>
              <a:gd name="connsiteX30" fmla="*/ 7186930 w 7414979"/>
              <a:gd name="connsiteY30" fmla="*/ 1270635 h 5076519"/>
              <a:gd name="connsiteX31" fmla="*/ 7366381 w 7414979"/>
              <a:gd name="connsiteY31" fmla="*/ 947452 h 5076519"/>
              <a:gd name="connsiteX32" fmla="*/ 7414196 w 7414979"/>
              <a:gd name="connsiteY32" fmla="*/ 694087 h 5076519"/>
              <a:gd name="connsiteX33" fmla="*/ 7390288 w 7414979"/>
              <a:gd name="connsiteY33" fmla="*/ 492633 h 5076519"/>
              <a:gd name="connsiteX34" fmla="*/ 7198836 w 7414979"/>
              <a:gd name="connsiteY34" fmla="*/ 233267 h 5076519"/>
              <a:gd name="connsiteX35" fmla="*/ 6946043 w 7414979"/>
              <a:gd name="connsiteY35" fmla="*/ 0 h 5076519"/>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979570 w 7414979"/>
              <a:gd name="connsiteY28" fmla="*/ 1498092 h 5076519"/>
              <a:gd name="connsiteX29" fmla="*/ 7186930 w 7414979"/>
              <a:gd name="connsiteY29" fmla="*/ 1270635 h 5076519"/>
              <a:gd name="connsiteX30" fmla="*/ 7366381 w 7414979"/>
              <a:gd name="connsiteY30" fmla="*/ 947452 h 5076519"/>
              <a:gd name="connsiteX31" fmla="*/ 7414196 w 7414979"/>
              <a:gd name="connsiteY31" fmla="*/ 694087 h 5076519"/>
              <a:gd name="connsiteX32" fmla="*/ 7390288 w 7414979"/>
              <a:gd name="connsiteY32" fmla="*/ 492633 h 5076519"/>
              <a:gd name="connsiteX33" fmla="*/ 7198836 w 7414979"/>
              <a:gd name="connsiteY33" fmla="*/ 233267 h 5076519"/>
              <a:gd name="connsiteX34" fmla="*/ 6946043 w 7414979"/>
              <a:gd name="connsiteY34" fmla="*/ 0 h 5076519"/>
              <a:gd name="connsiteX0" fmla="*/ 0 w 7414979"/>
              <a:gd name="connsiteY0" fmla="*/ 2359834 h 4843252"/>
              <a:gd name="connsiteX1" fmla="*/ 577088 w 7414979"/>
              <a:gd name="connsiteY1" fmla="*/ 2800917 h 4843252"/>
              <a:gd name="connsiteX2" fmla="*/ 958243 w 7414979"/>
              <a:gd name="connsiteY2" fmla="*/ 3072093 h 4843252"/>
              <a:gd name="connsiteX3" fmla="*/ 1233961 w 7414979"/>
              <a:gd name="connsiteY3" fmla="*/ 3009805 h 4843252"/>
              <a:gd name="connsiteX4" fmla="*/ 1343785 w 7414979"/>
              <a:gd name="connsiteY4" fmla="*/ 2806483 h 4843252"/>
              <a:gd name="connsiteX5" fmla="*/ 1331912 w 7414979"/>
              <a:gd name="connsiteY5" fmla="*/ 2414874 h 4843252"/>
              <a:gd name="connsiteX6" fmla="*/ 1308671 w 7414979"/>
              <a:gd name="connsiteY6" fmla="*/ 2280190 h 4843252"/>
              <a:gd name="connsiteX7" fmla="*/ 1308671 w 7414979"/>
              <a:gd name="connsiteY7" fmla="*/ 2175415 h 4843252"/>
              <a:gd name="connsiteX8" fmla="*/ 1431639 w 7414979"/>
              <a:gd name="connsiteY8" fmla="*/ 2077308 h 4843252"/>
              <a:gd name="connsiteX9" fmla="*/ 1612709 w 7414979"/>
              <a:gd name="connsiteY9" fmla="*/ 2092262 h 4843252"/>
              <a:gd name="connsiteX10" fmla="*/ 1722342 w 7414979"/>
              <a:gd name="connsiteY10" fmla="*/ 2177034 h 4843252"/>
              <a:gd name="connsiteX11" fmla="*/ 1775491 w 7414979"/>
              <a:gd name="connsiteY11" fmla="*/ 2404777 h 4843252"/>
              <a:gd name="connsiteX12" fmla="*/ 1670812 w 7414979"/>
              <a:gd name="connsiteY12" fmla="*/ 2735580 h 4843252"/>
              <a:gd name="connsiteX13" fmla="*/ 1639284 w 7414979"/>
              <a:gd name="connsiteY13" fmla="*/ 2961704 h 4843252"/>
              <a:gd name="connsiteX14" fmla="*/ 1739010 w 7414979"/>
              <a:gd name="connsiteY14" fmla="*/ 3214402 h 4843252"/>
              <a:gd name="connsiteX15" fmla="*/ 1920081 w 7414979"/>
              <a:gd name="connsiteY15" fmla="*/ 3550158 h 4843252"/>
              <a:gd name="connsiteX16" fmla="*/ 2031428 w 7414979"/>
              <a:gd name="connsiteY16" fmla="*/ 3781235 h 4843252"/>
              <a:gd name="connsiteX17" fmla="*/ 2201830 w 7414979"/>
              <a:gd name="connsiteY17" fmla="*/ 4079367 h 4843252"/>
              <a:gd name="connsiteX18" fmla="*/ 2362136 w 7414979"/>
              <a:gd name="connsiteY18" fmla="*/ 4270915 h 4843252"/>
              <a:gd name="connsiteX19" fmla="*/ 2520060 w 7414979"/>
              <a:gd name="connsiteY19" fmla="*/ 4361879 h 4843252"/>
              <a:gd name="connsiteX20" fmla="*/ 2759329 w 7414979"/>
              <a:gd name="connsiteY20" fmla="*/ 4390645 h 4843252"/>
              <a:gd name="connsiteX21" fmla="*/ 2909302 w 7414979"/>
              <a:gd name="connsiteY21" fmla="*/ 4464542 h 4843252"/>
              <a:gd name="connsiteX22" fmla="*/ 3285013 w 7414979"/>
              <a:gd name="connsiteY22" fmla="*/ 4366261 h 4843252"/>
              <a:gd name="connsiteX23" fmla="*/ 3412934 w 7414979"/>
              <a:gd name="connsiteY23" fmla="*/ 4366261 h 4843252"/>
              <a:gd name="connsiteX24" fmla="*/ 3668680 w 7414979"/>
              <a:gd name="connsiteY24" fmla="*/ 4416267 h 4843252"/>
              <a:gd name="connsiteX25" fmla="*/ 4090376 w 7414979"/>
              <a:gd name="connsiteY25" fmla="*/ 4626215 h 4843252"/>
              <a:gd name="connsiteX26" fmla="*/ 4504946 w 7414979"/>
              <a:gd name="connsiteY26" fmla="*/ 4625566 h 4843252"/>
              <a:gd name="connsiteX27" fmla="*/ 6299676 w 7414979"/>
              <a:gd name="connsiteY27" fmla="*/ 1797463 h 4843252"/>
              <a:gd name="connsiteX28" fmla="*/ 6979570 w 7414979"/>
              <a:gd name="connsiteY28" fmla="*/ 1264825 h 4843252"/>
              <a:gd name="connsiteX29" fmla="*/ 7186930 w 7414979"/>
              <a:gd name="connsiteY29" fmla="*/ 1037368 h 4843252"/>
              <a:gd name="connsiteX30" fmla="*/ 7366381 w 7414979"/>
              <a:gd name="connsiteY30" fmla="*/ 714185 h 4843252"/>
              <a:gd name="connsiteX31" fmla="*/ 7414196 w 7414979"/>
              <a:gd name="connsiteY31" fmla="*/ 460820 h 4843252"/>
              <a:gd name="connsiteX32" fmla="*/ 7390288 w 7414979"/>
              <a:gd name="connsiteY32" fmla="*/ 259366 h 4843252"/>
              <a:gd name="connsiteX33" fmla="*/ 7198836 w 7414979"/>
              <a:gd name="connsiteY33" fmla="*/ 0 h 4843252"/>
              <a:gd name="connsiteX0" fmla="*/ 0 w 7404041"/>
              <a:gd name="connsiteY0" fmla="*/ 2359834 h 4843252"/>
              <a:gd name="connsiteX1" fmla="*/ 577088 w 7404041"/>
              <a:gd name="connsiteY1" fmla="*/ 2800917 h 4843252"/>
              <a:gd name="connsiteX2" fmla="*/ 958243 w 7404041"/>
              <a:gd name="connsiteY2" fmla="*/ 3072093 h 4843252"/>
              <a:gd name="connsiteX3" fmla="*/ 1233961 w 7404041"/>
              <a:gd name="connsiteY3" fmla="*/ 3009805 h 4843252"/>
              <a:gd name="connsiteX4" fmla="*/ 1343785 w 7404041"/>
              <a:gd name="connsiteY4" fmla="*/ 2806483 h 4843252"/>
              <a:gd name="connsiteX5" fmla="*/ 1331912 w 7404041"/>
              <a:gd name="connsiteY5" fmla="*/ 2414874 h 4843252"/>
              <a:gd name="connsiteX6" fmla="*/ 1308671 w 7404041"/>
              <a:gd name="connsiteY6" fmla="*/ 2280190 h 4843252"/>
              <a:gd name="connsiteX7" fmla="*/ 1308671 w 7404041"/>
              <a:gd name="connsiteY7" fmla="*/ 2175415 h 4843252"/>
              <a:gd name="connsiteX8" fmla="*/ 1431639 w 7404041"/>
              <a:gd name="connsiteY8" fmla="*/ 2077308 h 4843252"/>
              <a:gd name="connsiteX9" fmla="*/ 1612709 w 7404041"/>
              <a:gd name="connsiteY9" fmla="*/ 2092262 h 4843252"/>
              <a:gd name="connsiteX10" fmla="*/ 1722342 w 7404041"/>
              <a:gd name="connsiteY10" fmla="*/ 2177034 h 4843252"/>
              <a:gd name="connsiteX11" fmla="*/ 1775491 w 7404041"/>
              <a:gd name="connsiteY11" fmla="*/ 2404777 h 4843252"/>
              <a:gd name="connsiteX12" fmla="*/ 1670812 w 7404041"/>
              <a:gd name="connsiteY12" fmla="*/ 2735580 h 4843252"/>
              <a:gd name="connsiteX13" fmla="*/ 1639284 w 7404041"/>
              <a:gd name="connsiteY13" fmla="*/ 2961704 h 4843252"/>
              <a:gd name="connsiteX14" fmla="*/ 1739010 w 7404041"/>
              <a:gd name="connsiteY14" fmla="*/ 3214402 h 4843252"/>
              <a:gd name="connsiteX15" fmla="*/ 1920081 w 7404041"/>
              <a:gd name="connsiteY15" fmla="*/ 3550158 h 4843252"/>
              <a:gd name="connsiteX16" fmla="*/ 2031428 w 7404041"/>
              <a:gd name="connsiteY16" fmla="*/ 3781235 h 4843252"/>
              <a:gd name="connsiteX17" fmla="*/ 2201830 w 7404041"/>
              <a:gd name="connsiteY17" fmla="*/ 4079367 h 4843252"/>
              <a:gd name="connsiteX18" fmla="*/ 2362136 w 7404041"/>
              <a:gd name="connsiteY18" fmla="*/ 4270915 h 4843252"/>
              <a:gd name="connsiteX19" fmla="*/ 2520060 w 7404041"/>
              <a:gd name="connsiteY19" fmla="*/ 4361879 h 4843252"/>
              <a:gd name="connsiteX20" fmla="*/ 2759329 w 7404041"/>
              <a:gd name="connsiteY20" fmla="*/ 4390645 h 4843252"/>
              <a:gd name="connsiteX21" fmla="*/ 2909302 w 7404041"/>
              <a:gd name="connsiteY21" fmla="*/ 4464542 h 4843252"/>
              <a:gd name="connsiteX22" fmla="*/ 3285013 w 7404041"/>
              <a:gd name="connsiteY22" fmla="*/ 4366261 h 4843252"/>
              <a:gd name="connsiteX23" fmla="*/ 3412934 w 7404041"/>
              <a:gd name="connsiteY23" fmla="*/ 4366261 h 4843252"/>
              <a:gd name="connsiteX24" fmla="*/ 3668680 w 7404041"/>
              <a:gd name="connsiteY24" fmla="*/ 4416267 h 4843252"/>
              <a:gd name="connsiteX25" fmla="*/ 4090376 w 7404041"/>
              <a:gd name="connsiteY25" fmla="*/ 4626215 h 4843252"/>
              <a:gd name="connsiteX26" fmla="*/ 4504946 w 7404041"/>
              <a:gd name="connsiteY26" fmla="*/ 4625566 h 4843252"/>
              <a:gd name="connsiteX27" fmla="*/ 6299676 w 7404041"/>
              <a:gd name="connsiteY27" fmla="*/ 1797463 h 4843252"/>
              <a:gd name="connsiteX28" fmla="*/ 6979570 w 7404041"/>
              <a:gd name="connsiteY28" fmla="*/ 1264825 h 4843252"/>
              <a:gd name="connsiteX29" fmla="*/ 7186930 w 7404041"/>
              <a:gd name="connsiteY29" fmla="*/ 1037368 h 4843252"/>
              <a:gd name="connsiteX30" fmla="*/ 7366381 w 7404041"/>
              <a:gd name="connsiteY30" fmla="*/ 714185 h 4843252"/>
              <a:gd name="connsiteX31" fmla="*/ 7390288 w 7404041"/>
              <a:gd name="connsiteY31" fmla="*/ 259366 h 4843252"/>
              <a:gd name="connsiteX32" fmla="*/ 7198836 w 7404041"/>
              <a:gd name="connsiteY32" fmla="*/ 0 h 4843252"/>
              <a:gd name="connsiteX0" fmla="*/ 0 w 7390313"/>
              <a:gd name="connsiteY0" fmla="*/ 2359834 h 4843252"/>
              <a:gd name="connsiteX1" fmla="*/ 577088 w 7390313"/>
              <a:gd name="connsiteY1" fmla="*/ 2800917 h 4843252"/>
              <a:gd name="connsiteX2" fmla="*/ 958243 w 7390313"/>
              <a:gd name="connsiteY2" fmla="*/ 3072093 h 4843252"/>
              <a:gd name="connsiteX3" fmla="*/ 1233961 w 7390313"/>
              <a:gd name="connsiteY3" fmla="*/ 3009805 h 4843252"/>
              <a:gd name="connsiteX4" fmla="*/ 1343785 w 7390313"/>
              <a:gd name="connsiteY4" fmla="*/ 2806483 h 4843252"/>
              <a:gd name="connsiteX5" fmla="*/ 1331912 w 7390313"/>
              <a:gd name="connsiteY5" fmla="*/ 2414874 h 4843252"/>
              <a:gd name="connsiteX6" fmla="*/ 1308671 w 7390313"/>
              <a:gd name="connsiteY6" fmla="*/ 2280190 h 4843252"/>
              <a:gd name="connsiteX7" fmla="*/ 1308671 w 7390313"/>
              <a:gd name="connsiteY7" fmla="*/ 2175415 h 4843252"/>
              <a:gd name="connsiteX8" fmla="*/ 1431639 w 7390313"/>
              <a:gd name="connsiteY8" fmla="*/ 2077308 h 4843252"/>
              <a:gd name="connsiteX9" fmla="*/ 1612709 w 7390313"/>
              <a:gd name="connsiteY9" fmla="*/ 2092262 h 4843252"/>
              <a:gd name="connsiteX10" fmla="*/ 1722342 w 7390313"/>
              <a:gd name="connsiteY10" fmla="*/ 2177034 h 4843252"/>
              <a:gd name="connsiteX11" fmla="*/ 1775491 w 7390313"/>
              <a:gd name="connsiteY11" fmla="*/ 2404777 h 4843252"/>
              <a:gd name="connsiteX12" fmla="*/ 1670812 w 7390313"/>
              <a:gd name="connsiteY12" fmla="*/ 2735580 h 4843252"/>
              <a:gd name="connsiteX13" fmla="*/ 1639284 w 7390313"/>
              <a:gd name="connsiteY13" fmla="*/ 2961704 h 4843252"/>
              <a:gd name="connsiteX14" fmla="*/ 1739010 w 7390313"/>
              <a:gd name="connsiteY14" fmla="*/ 3214402 h 4843252"/>
              <a:gd name="connsiteX15" fmla="*/ 1920081 w 7390313"/>
              <a:gd name="connsiteY15" fmla="*/ 3550158 h 4843252"/>
              <a:gd name="connsiteX16" fmla="*/ 2031428 w 7390313"/>
              <a:gd name="connsiteY16" fmla="*/ 3781235 h 4843252"/>
              <a:gd name="connsiteX17" fmla="*/ 2201830 w 7390313"/>
              <a:gd name="connsiteY17" fmla="*/ 4079367 h 4843252"/>
              <a:gd name="connsiteX18" fmla="*/ 2362136 w 7390313"/>
              <a:gd name="connsiteY18" fmla="*/ 4270915 h 4843252"/>
              <a:gd name="connsiteX19" fmla="*/ 2520060 w 7390313"/>
              <a:gd name="connsiteY19" fmla="*/ 4361879 h 4843252"/>
              <a:gd name="connsiteX20" fmla="*/ 2759329 w 7390313"/>
              <a:gd name="connsiteY20" fmla="*/ 4390645 h 4843252"/>
              <a:gd name="connsiteX21" fmla="*/ 2909302 w 7390313"/>
              <a:gd name="connsiteY21" fmla="*/ 4464542 h 4843252"/>
              <a:gd name="connsiteX22" fmla="*/ 3285013 w 7390313"/>
              <a:gd name="connsiteY22" fmla="*/ 4366261 h 4843252"/>
              <a:gd name="connsiteX23" fmla="*/ 3412934 w 7390313"/>
              <a:gd name="connsiteY23" fmla="*/ 4366261 h 4843252"/>
              <a:gd name="connsiteX24" fmla="*/ 3668680 w 7390313"/>
              <a:gd name="connsiteY24" fmla="*/ 4416267 h 4843252"/>
              <a:gd name="connsiteX25" fmla="*/ 4090376 w 7390313"/>
              <a:gd name="connsiteY25" fmla="*/ 4626215 h 4843252"/>
              <a:gd name="connsiteX26" fmla="*/ 4504946 w 7390313"/>
              <a:gd name="connsiteY26" fmla="*/ 4625566 h 4843252"/>
              <a:gd name="connsiteX27" fmla="*/ 6299676 w 7390313"/>
              <a:gd name="connsiteY27" fmla="*/ 1797463 h 4843252"/>
              <a:gd name="connsiteX28" fmla="*/ 6979570 w 7390313"/>
              <a:gd name="connsiteY28" fmla="*/ 1264825 h 4843252"/>
              <a:gd name="connsiteX29" fmla="*/ 7186930 w 7390313"/>
              <a:gd name="connsiteY29" fmla="*/ 1037368 h 4843252"/>
              <a:gd name="connsiteX30" fmla="*/ 7390288 w 7390313"/>
              <a:gd name="connsiteY30" fmla="*/ 259366 h 4843252"/>
              <a:gd name="connsiteX31" fmla="*/ 7198836 w 7390313"/>
              <a:gd name="connsiteY31" fmla="*/ 0 h 4843252"/>
              <a:gd name="connsiteX0" fmla="*/ 0 w 7390288"/>
              <a:gd name="connsiteY0" fmla="*/ 2100467 h 4583885"/>
              <a:gd name="connsiteX1" fmla="*/ 577088 w 7390288"/>
              <a:gd name="connsiteY1" fmla="*/ 2541550 h 4583885"/>
              <a:gd name="connsiteX2" fmla="*/ 958243 w 7390288"/>
              <a:gd name="connsiteY2" fmla="*/ 2812726 h 4583885"/>
              <a:gd name="connsiteX3" fmla="*/ 1233961 w 7390288"/>
              <a:gd name="connsiteY3" fmla="*/ 2750438 h 4583885"/>
              <a:gd name="connsiteX4" fmla="*/ 1343785 w 7390288"/>
              <a:gd name="connsiteY4" fmla="*/ 2547116 h 4583885"/>
              <a:gd name="connsiteX5" fmla="*/ 1331912 w 7390288"/>
              <a:gd name="connsiteY5" fmla="*/ 2155507 h 4583885"/>
              <a:gd name="connsiteX6" fmla="*/ 1308671 w 7390288"/>
              <a:gd name="connsiteY6" fmla="*/ 2020823 h 4583885"/>
              <a:gd name="connsiteX7" fmla="*/ 1308671 w 7390288"/>
              <a:gd name="connsiteY7" fmla="*/ 1916048 h 4583885"/>
              <a:gd name="connsiteX8" fmla="*/ 1431639 w 7390288"/>
              <a:gd name="connsiteY8" fmla="*/ 1817941 h 4583885"/>
              <a:gd name="connsiteX9" fmla="*/ 1612709 w 7390288"/>
              <a:gd name="connsiteY9" fmla="*/ 1832895 h 4583885"/>
              <a:gd name="connsiteX10" fmla="*/ 1722342 w 7390288"/>
              <a:gd name="connsiteY10" fmla="*/ 1917667 h 4583885"/>
              <a:gd name="connsiteX11" fmla="*/ 1775491 w 7390288"/>
              <a:gd name="connsiteY11" fmla="*/ 2145410 h 4583885"/>
              <a:gd name="connsiteX12" fmla="*/ 1670812 w 7390288"/>
              <a:gd name="connsiteY12" fmla="*/ 2476213 h 4583885"/>
              <a:gd name="connsiteX13" fmla="*/ 1639284 w 7390288"/>
              <a:gd name="connsiteY13" fmla="*/ 2702337 h 4583885"/>
              <a:gd name="connsiteX14" fmla="*/ 1739010 w 7390288"/>
              <a:gd name="connsiteY14" fmla="*/ 2955035 h 4583885"/>
              <a:gd name="connsiteX15" fmla="*/ 1920081 w 7390288"/>
              <a:gd name="connsiteY15" fmla="*/ 3290791 h 4583885"/>
              <a:gd name="connsiteX16" fmla="*/ 2031428 w 7390288"/>
              <a:gd name="connsiteY16" fmla="*/ 3521868 h 4583885"/>
              <a:gd name="connsiteX17" fmla="*/ 2201830 w 7390288"/>
              <a:gd name="connsiteY17" fmla="*/ 3820000 h 4583885"/>
              <a:gd name="connsiteX18" fmla="*/ 2362136 w 7390288"/>
              <a:gd name="connsiteY18" fmla="*/ 4011548 h 4583885"/>
              <a:gd name="connsiteX19" fmla="*/ 2520060 w 7390288"/>
              <a:gd name="connsiteY19" fmla="*/ 4102512 h 4583885"/>
              <a:gd name="connsiteX20" fmla="*/ 2759329 w 7390288"/>
              <a:gd name="connsiteY20" fmla="*/ 4131278 h 4583885"/>
              <a:gd name="connsiteX21" fmla="*/ 2909302 w 7390288"/>
              <a:gd name="connsiteY21" fmla="*/ 4205175 h 4583885"/>
              <a:gd name="connsiteX22" fmla="*/ 3285013 w 7390288"/>
              <a:gd name="connsiteY22" fmla="*/ 4106894 h 4583885"/>
              <a:gd name="connsiteX23" fmla="*/ 3412934 w 7390288"/>
              <a:gd name="connsiteY23" fmla="*/ 4106894 h 4583885"/>
              <a:gd name="connsiteX24" fmla="*/ 3668680 w 7390288"/>
              <a:gd name="connsiteY24" fmla="*/ 4156900 h 4583885"/>
              <a:gd name="connsiteX25" fmla="*/ 4090376 w 7390288"/>
              <a:gd name="connsiteY25" fmla="*/ 4366848 h 4583885"/>
              <a:gd name="connsiteX26" fmla="*/ 4504946 w 7390288"/>
              <a:gd name="connsiteY26" fmla="*/ 4366199 h 4583885"/>
              <a:gd name="connsiteX27" fmla="*/ 6299676 w 7390288"/>
              <a:gd name="connsiteY27" fmla="*/ 1538096 h 4583885"/>
              <a:gd name="connsiteX28" fmla="*/ 6979570 w 7390288"/>
              <a:gd name="connsiteY28" fmla="*/ 1005458 h 4583885"/>
              <a:gd name="connsiteX29" fmla="*/ 7186930 w 7390288"/>
              <a:gd name="connsiteY29" fmla="*/ 778001 h 4583885"/>
              <a:gd name="connsiteX30" fmla="*/ 7390288 w 7390288"/>
              <a:gd name="connsiteY30" fmla="*/ -1 h 4583885"/>
              <a:gd name="connsiteX0" fmla="*/ 0 w 7186930"/>
              <a:gd name="connsiteY0" fmla="*/ 1322466 h 3805884"/>
              <a:gd name="connsiteX1" fmla="*/ 577088 w 7186930"/>
              <a:gd name="connsiteY1" fmla="*/ 1763549 h 3805884"/>
              <a:gd name="connsiteX2" fmla="*/ 958243 w 7186930"/>
              <a:gd name="connsiteY2" fmla="*/ 2034725 h 3805884"/>
              <a:gd name="connsiteX3" fmla="*/ 1233961 w 7186930"/>
              <a:gd name="connsiteY3" fmla="*/ 1972437 h 3805884"/>
              <a:gd name="connsiteX4" fmla="*/ 1343785 w 7186930"/>
              <a:gd name="connsiteY4" fmla="*/ 1769115 h 3805884"/>
              <a:gd name="connsiteX5" fmla="*/ 1331912 w 7186930"/>
              <a:gd name="connsiteY5" fmla="*/ 1377506 h 3805884"/>
              <a:gd name="connsiteX6" fmla="*/ 1308671 w 7186930"/>
              <a:gd name="connsiteY6" fmla="*/ 1242822 h 3805884"/>
              <a:gd name="connsiteX7" fmla="*/ 1308671 w 7186930"/>
              <a:gd name="connsiteY7" fmla="*/ 1138047 h 3805884"/>
              <a:gd name="connsiteX8" fmla="*/ 1431639 w 7186930"/>
              <a:gd name="connsiteY8" fmla="*/ 1039940 h 3805884"/>
              <a:gd name="connsiteX9" fmla="*/ 1612709 w 7186930"/>
              <a:gd name="connsiteY9" fmla="*/ 1054894 h 3805884"/>
              <a:gd name="connsiteX10" fmla="*/ 1722342 w 7186930"/>
              <a:gd name="connsiteY10" fmla="*/ 1139666 h 3805884"/>
              <a:gd name="connsiteX11" fmla="*/ 1775491 w 7186930"/>
              <a:gd name="connsiteY11" fmla="*/ 1367409 h 3805884"/>
              <a:gd name="connsiteX12" fmla="*/ 1670812 w 7186930"/>
              <a:gd name="connsiteY12" fmla="*/ 1698212 h 3805884"/>
              <a:gd name="connsiteX13" fmla="*/ 1639284 w 7186930"/>
              <a:gd name="connsiteY13" fmla="*/ 1924336 h 3805884"/>
              <a:gd name="connsiteX14" fmla="*/ 1739010 w 7186930"/>
              <a:gd name="connsiteY14" fmla="*/ 2177034 h 3805884"/>
              <a:gd name="connsiteX15" fmla="*/ 1920081 w 7186930"/>
              <a:gd name="connsiteY15" fmla="*/ 2512790 h 3805884"/>
              <a:gd name="connsiteX16" fmla="*/ 2031428 w 7186930"/>
              <a:gd name="connsiteY16" fmla="*/ 2743867 h 3805884"/>
              <a:gd name="connsiteX17" fmla="*/ 2201830 w 7186930"/>
              <a:gd name="connsiteY17" fmla="*/ 3041999 h 3805884"/>
              <a:gd name="connsiteX18" fmla="*/ 2362136 w 7186930"/>
              <a:gd name="connsiteY18" fmla="*/ 3233547 h 3805884"/>
              <a:gd name="connsiteX19" fmla="*/ 2520060 w 7186930"/>
              <a:gd name="connsiteY19" fmla="*/ 3324511 h 3805884"/>
              <a:gd name="connsiteX20" fmla="*/ 2759329 w 7186930"/>
              <a:gd name="connsiteY20" fmla="*/ 3353277 h 3805884"/>
              <a:gd name="connsiteX21" fmla="*/ 2909302 w 7186930"/>
              <a:gd name="connsiteY21" fmla="*/ 3427174 h 3805884"/>
              <a:gd name="connsiteX22" fmla="*/ 3285013 w 7186930"/>
              <a:gd name="connsiteY22" fmla="*/ 3328893 h 3805884"/>
              <a:gd name="connsiteX23" fmla="*/ 3412934 w 7186930"/>
              <a:gd name="connsiteY23" fmla="*/ 3328893 h 3805884"/>
              <a:gd name="connsiteX24" fmla="*/ 3668680 w 7186930"/>
              <a:gd name="connsiteY24" fmla="*/ 3378899 h 3805884"/>
              <a:gd name="connsiteX25" fmla="*/ 4090376 w 7186930"/>
              <a:gd name="connsiteY25" fmla="*/ 3588847 h 3805884"/>
              <a:gd name="connsiteX26" fmla="*/ 4504946 w 7186930"/>
              <a:gd name="connsiteY26" fmla="*/ 3588198 h 3805884"/>
              <a:gd name="connsiteX27" fmla="*/ 6299676 w 7186930"/>
              <a:gd name="connsiteY27" fmla="*/ 760095 h 3805884"/>
              <a:gd name="connsiteX28" fmla="*/ 6979570 w 7186930"/>
              <a:gd name="connsiteY28" fmla="*/ 227457 h 3805884"/>
              <a:gd name="connsiteX29" fmla="*/ 7186930 w 7186930"/>
              <a:gd name="connsiteY29" fmla="*/ 0 h 3805884"/>
              <a:gd name="connsiteX0" fmla="*/ 0 w 6979570"/>
              <a:gd name="connsiteY0" fmla="*/ 1095009 h 3578427"/>
              <a:gd name="connsiteX1" fmla="*/ 577088 w 6979570"/>
              <a:gd name="connsiteY1" fmla="*/ 1536092 h 3578427"/>
              <a:gd name="connsiteX2" fmla="*/ 958243 w 6979570"/>
              <a:gd name="connsiteY2" fmla="*/ 1807268 h 3578427"/>
              <a:gd name="connsiteX3" fmla="*/ 1233961 w 6979570"/>
              <a:gd name="connsiteY3" fmla="*/ 1744980 h 3578427"/>
              <a:gd name="connsiteX4" fmla="*/ 1343785 w 6979570"/>
              <a:gd name="connsiteY4" fmla="*/ 1541658 h 3578427"/>
              <a:gd name="connsiteX5" fmla="*/ 1331912 w 6979570"/>
              <a:gd name="connsiteY5" fmla="*/ 1150049 h 3578427"/>
              <a:gd name="connsiteX6" fmla="*/ 1308671 w 6979570"/>
              <a:gd name="connsiteY6" fmla="*/ 1015365 h 3578427"/>
              <a:gd name="connsiteX7" fmla="*/ 1308671 w 6979570"/>
              <a:gd name="connsiteY7" fmla="*/ 910590 h 3578427"/>
              <a:gd name="connsiteX8" fmla="*/ 1431639 w 6979570"/>
              <a:gd name="connsiteY8" fmla="*/ 812483 h 3578427"/>
              <a:gd name="connsiteX9" fmla="*/ 1612709 w 6979570"/>
              <a:gd name="connsiteY9" fmla="*/ 827437 h 3578427"/>
              <a:gd name="connsiteX10" fmla="*/ 1722342 w 6979570"/>
              <a:gd name="connsiteY10" fmla="*/ 912209 h 3578427"/>
              <a:gd name="connsiteX11" fmla="*/ 1775491 w 6979570"/>
              <a:gd name="connsiteY11" fmla="*/ 1139952 h 3578427"/>
              <a:gd name="connsiteX12" fmla="*/ 1670812 w 6979570"/>
              <a:gd name="connsiteY12" fmla="*/ 1470755 h 3578427"/>
              <a:gd name="connsiteX13" fmla="*/ 1639284 w 6979570"/>
              <a:gd name="connsiteY13" fmla="*/ 1696879 h 3578427"/>
              <a:gd name="connsiteX14" fmla="*/ 1739010 w 6979570"/>
              <a:gd name="connsiteY14" fmla="*/ 1949577 h 3578427"/>
              <a:gd name="connsiteX15" fmla="*/ 1920081 w 6979570"/>
              <a:gd name="connsiteY15" fmla="*/ 2285333 h 3578427"/>
              <a:gd name="connsiteX16" fmla="*/ 2031428 w 6979570"/>
              <a:gd name="connsiteY16" fmla="*/ 2516410 h 3578427"/>
              <a:gd name="connsiteX17" fmla="*/ 2201830 w 6979570"/>
              <a:gd name="connsiteY17" fmla="*/ 2814542 h 3578427"/>
              <a:gd name="connsiteX18" fmla="*/ 2362136 w 6979570"/>
              <a:gd name="connsiteY18" fmla="*/ 3006090 h 3578427"/>
              <a:gd name="connsiteX19" fmla="*/ 2520060 w 6979570"/>
              <a:gd name="connsiteY19" fmla="*/ 3097054 h 3578427"/>
              <a:gd name="connsiteX20" fmla="*/ 2759329 w 6979570"/>
              <a:gd name="connsiteY20" fmla="*/ 3125820 h 3578427"/>
              <a:gd name="connsiteX21" fmla="*/ 2909302 w 6979570"/>
              <a:gd name="connsiteY21" fmla="*/ 3199717 h 3578427"/>
              <a:gd name="connsiteX22" fmla="*/ 3285013 w 6979570"/>
              <a:gd name="connsiteY22" fmla="*/ 3101436 h 3578427"/>
              <a:gd name="connsiteX23" fmla="*/ 3412934 w 6979570"/>
              <a:gd name="connsiteY23" fmla="*/ 3101436 h 3578427"/>
              <a:gd name="connsiteX24" fmla="*/ 3668680 w 6979570"/>
              <a:gd name="connsiteY24" fmla="*/ 3151442 h 3578427"/>
              <a:gd name="connsiteX25" fmla="*/ 4090376 w 6979570"/>
              <a:gd name="connsiteY25" fmla="*/ 3361390 h 3578427"/>
              <a:gd name="connsiteX26" fmla="*/ 4504946 w 6979570"/>
              <a:gd name="connsiteY26" fmla="*/ 3360741 h 3578427"/>
              <a:gd name="connsiteX27" fmla="*/ 6299676 w 6979570"/>
              <a:gd name="connsiteY27" fmla="*/ 532638 h 3578427"/>
              <a:gd name="connsiteX28" fmla="*/ 6979570 w 6979570"/>
              <a:gd name="connsiteY28" fmla="*/ 0 h 3578427"/>
              <a:gd name="connsiteX0" fmla="*/ 0 w 6299676"/>
              <a:gd name="connsiteY0" fmla="*/ 562371 h 3045789"/>
              <a:gd name="connsiteX1" fmla="*/ 577088 w 6299676"/>
              <a:gd name="connsiteY1" fmla="*/ 1003454 h 3045789"/>
              <a:gd name="connsiteX2" fmla="*/ 958243 w 6299676"/>
              <a:gd name="connsiteY2" fmla="*/ 1274630 h 3045789"/>
              <a:gd name="connsiteX3" fmla="*/ 1233961 w 6299676"/>
              <a:gd name="connsiteY3" fmla="*/ 1212342 h 3045789"/>
              <a:gd name="connsiteX4" fmla="*/ 1343785 w 6299676"/>
              <a:gd name="connsiteY4" fmla="*/ 1009020 h 3045789"/>
              <a:gd name="connsiteX5" fmla="*/ 1331912 w 6299676"/>
              <a:gd name="connsiteY5" fmla="*/ 617411 h 3045789"/>
              <a:gd name="connsiteX6" fmla="*/ 1308671 w 6299676"/>
              <a:gd name="connsiteY6" fmla="*/ 482727 h 3045789"/>
              <a:gd name="connsiteX7" fmla="*/ 1308671 w 6299676"/>
              <a:gd name="connsiteY7" fmla="*/ 377952 h 3045789"/>
              <a:gd name="connsiteX8" fmla="*/ 1431639 w 6299676"/>
              <a:gd name="connsiteY8" fmla="*/ 279845 h 3045789"/>
              <a:gd name="connsiteX9" fmla="*/ 1612709 w 6299676"/>
              <a:gd name="connsiteY9" fmla="*/ 294799 h 3045789"/>
              <a:gd name="connsiteX10" fmla="*/ 1722342 w 6299676"/>
              <a:gd name="connsiteY10" fmla="*/ 379571 h 3045789"/>
              <a:gd name="connsiteX11" fmla="*/ 1775491 w 6299676"/>
              <a:gd name="connsiteY11" fmla="*/ 607314 h 3045789"/>
              <a:gd name="connsiteX12" fmla="*/ 1670812 w 6299676"/>
              <a:gd name="connsiteY12" fmla="*/ 938117 h 3045789"/>
              <a:gd name="connsiteX13" fmla="*/ 1639284 w 6299676"/>
              <a:gd name="connsiteY13" fmla="*/ 1164241 h 3045789"/>
              <a:gd name="connsiteX14" fmla="*/ 1739010 w 6299676"/>
              <a:gd name="connsiteY14" fmla="*/ 1416939 h 3045789"/>
              <a:gd name="connsiteX15" fmla="*/ 1920081 w 6299676"/>
              <a:gd name="connsiteY15" fmla="*/ 1752695 h 3045789"/>
              <a:gd name="connsiteX16" fmla="*/ 2031428 w 6299676"/>
              <a:gd name="connsiteY16" fmla="*/ 1983772 h 3045789"/>
              <a:gd name="connsiteX17" fmla="*/ 2201830 w 6299676"/>
              <a:gd name="connsiteY17" fmla="*/ 2281904 h 3045789"/>
              <a:gd name="connsiteX18" fmla="*/ 2362136 w 6299676"/>
              <a:gd name="connsiteY18" fmla="*/ 2473452 h 3045789"/>
              <a:gd name="connsiteX19" fmla="*/ 2520060 w 6299676"/>
              <a:gd name="connsiteY19" fmla="*/ 2564416 h 3045789"/>
              <a:gd name="connsiteX20" fmla="*/ 2759329 w 6299676"/>
              <a:gd name="connsiteY20" fmla="*/ 2593182 h 3045789"/>
              <a:gd name="connsiteX21" fmla="*/ 2909302 w 6299676"/>
              <a:gd name="connsiteY21" fmla="*/ 2667079 h 3045789"/>
              <a:gd name="connsiteX22" fmla="*/ 3285013 w 6299676"/>
              <a:gd name="connsiteY22" fmla="*/ 2568798 h 3045789"/>
              <a:gd name="connsiteX23" fmla="*/ 3412934 w 6299676"/>
              <a:gd name="connsiteY23" fmla="*/ 2568798 h 3045789"/>
              <a:gd name="connsiteX24" fmla="*/ 3668680 w 6299676"/>
              <a:gd name="connsiteY24" fmla="*/ 2618804 h 3045789"/>
              <a:gd name="connsiteX25" fmla="*/ 4090376 w 6299676"/>
              <a:gd name="connsiteY25" fmla="*/ 2828752 h 3045789"/>
              <a:gd name="connsiteX26" fmla="*/ 4504946 w 6299676"/>
              <a:gd name="connsiteY26" fmla="*/ 2828103 h 3045789"/>
              <a:gd name="connsiteX27" fmla="*/ 6299676 w 6299676"/>
              <a:gd name="connsiteY27" fmla="*/ 0 h 3045789"/>
              <a:gd name="connsiteX0" fmla="*/ 0 w 4504946"/>
              <a:gd name="connsiteY0" fmla="*/ 291032 h 2774450"/>
              <a:gd name="connsiteX1" fmla="*/ 577088 w 4504946"/>
              <a:gd name="connsiteY1" fmla="*/ 732115 h 2774450"/>
              <a:gd name="connsiteX2" fmla="*/ 958243 w 4504946"/>
              <a:gd name="connsiteY2" fmla="*/ 1003291 h 2774450"/>
              <a:gd name="connsiteX3" fmla="*/ 1233961 w 4504946"/>
              <a:gd name="connsiteY3" fmla="*/ 941003 h 2774450"/>
              <a:gd name="connsiteX4" fmla="*/ 1343785 w 4504946"/>
              <a:gd name="connsiteY4" fmla="*/ 737681 h 2774450"/>
              <a:gd name="connsiteX5" fmla="*/ 1331912 w 4504946"/>
              <a:gd name="connsiteY5" fmla="*/ 346072 h 2774450"/>
              <a:gd name="connsiteX6" fmla="*/ 1308671 w 4504946"/>
              <a:gd name="connsiteY6" fmla="*/ 211388 h 2774450"/>
              <a:gd name="connsiteX7" fmla="*/ 1308671 w 4504946"/>
              <a:gd name="connsiteY7" fmla="*/ 106613 h 2774450"/>
              <a:gd name="connsiteX8" fmla="*/ 1431639 w 4504946"/>
              <a:gd name="connsiteY8" fmla="*/ 8506 h 2774450"/>
              <a:gd name="connsiteX9" fmla="*/ 1612709 w 4504946"/>
              <a:gd name="connsiteY9" fmla="*/ 23460 h 2774450"/>
              <a:gd name="connsiteX10" fmla="*/ 1722342 w 4504946"/>
              <a:gd name="connsiteY10" fmla="*/ 108232 h 2774450"/>
              <a:gd name="connsiteX11" fmla="*/ 1775491 w 4504946"/>
              <a:gd name="connsiteY11" fmla="*/ 335975 h 2774450"/>
              <a:gd name="connsiteX12" fmla="*/ 1670812 w 4504946"/>
              <a:gd name="connsiteY12" fmla="*/ 666778 h 2774450"/>
              <a:gd name="connsiteX13" fmla="*/ 1639284 w 4504946"/>
              <a:gd name="connsiteY13" fmla="*/ 892902 h 2774450"/>
              <a:gd name="connsiteX14" fmla="*/ 1739010 w 4504946"/>
              <a:gd name="connsiteY14" fmla="*/ 1145600 h 2774450"/>
              <a:gd name="connsiteX15" fmla="*/ 1920081 w 4504946"/>
              <a:gd name="connsiteY15" fmla="*/ 1481356 h 2774450"/>
              <a:gd name="connsiteX16" fmla="*/ 2031428 w 4504946"/>
              <a:gd name="connsiteY16" fmla="*/ 1712433 h 2774450"/>
              <a:gd name="connsiteX17" fmla="*/ 2201830 w 4504946"/>
              <a:gd name="connsiteY17" fmla="*/ 2010565 h 2774450"/>
              <a:gd name="connsiteX18" fmla="*/ 2362136 w 4504946"/>
              <a:gd name="connsiteY18" fmla="*/ 2202113 h 2774450"/>
              <a:gd name="connsiteX19" fmla="*/ 2520060 w 4504946"/>
              <a:gd name="connsiteY19" fmla="*/ 2293077 h 2774450"/>
              <a:gd name="connsiteX20" fmla="*/ 2759329 w 4504946"/>
              <a:gd name="connsiteY20" fmla="*/ 2321843 h 2774450"/>
              <a:gd name="connsiteX21" fmla="*/ 2909302 w 4504946"/>
              <a:gd name="connsiteY21" fmla="*/ 2395740 h 2774450"/>
              <a:gd name="connsiteX22" fmla="*/ 3285013 w 4504946"/>
              <a:gd name="connsiteY22" fmla="*/ 2297459 h 2774450"/>
              <a:gd name="connsiteX23" fmla="*/ 3412934 w 4504946"/>
              <a:gd name="connsiteY23" fmla="*/ 2297459 h 2774450"/>
              <a:gd name="connsiteX24" fmla="*/ 3668680 w 4504946"/>
              <a:gd name="connsiteY24" fmla="*/ 2347465 h 2774450"/>
              <a:gd name="connsiteX25" fmla="*/ 4090376 w 4504946"/>
              <a:gd name="connsiteY25" fmla="*/ 2557413 h 2774450"/>
              <a:gd name="connsiteX26" fmla="*/ 4504946 w 4504946"/>
              <a:gd name="connsiteY26" fmla="*/ 2556764 h 2774450"/>
              <a:gd name="connsiteX0" fmla="*/ 0 w 4510433"/>
              <a:gd name="connsiteY0" fmla="*/ 291032 h 2738922"/>
              <a:gd name="connsiteX1" fmla="*/ 577088 w 4510433"/>
              <a:gd name="connsiteY1" fmla="*/ 732115 h 2738922"/>
              <a:gd name="connsiteX2" fmla="*/ 958243 w 4510433"/>
              <a:gd name="connsiteY2" fmla="*/ 1003291 h 2738922"/>
              <a:gd name="connsiteX3" fmla="*/ 1233961 w 4510433"/>
              <a:gd name="connsiteY3" fmla="*/ 941003 h 2738922"/>
              <a:gd name="connsiteX4" fmla="*/ 1343785 w 4510433"/>
              <a:gd name="connsiteY4" fmla="*/ 737681 h 2738922"/>
              <a:gd name="connsiteX5" fmla="*/ 1331912 w 4510433"/>
              <a:gd name="connsiteY5" fmla="*/ 346072 h 2738922"/>
              <a:gd name="connsiteX6" fmla="*/ 1308671 w 4510433"/>
              <a:gd name="connsiteY6" fmla="*/ 211388 h 2738922"/>
              <a:gd name="connsiteX7" fmla="*/ 1308671 w 4510433"/>
              <a:gd name="connsiteY7" fmla="*/ 106613 h 2738922"/>
              <a:gd name="connsiteX8" fmla="*/ 1431639 w 4510433"/>
              <a:gd name="connsiteY8" fmla="*/ 8506 h 2738922"/>
              <a:gd name="connsiteX9" fmla="*/ 1612709 w 4510433"/>
              <a:gd name="connsiteY9" fmla="*/ 23460 h 2738922"/>
              <a:gd name="connsiteX10" fmla="*/ 1722342 w 4510433"/>
              <a:gd name="connsiteY10" fmla="*/ 108232 h 2738922"/>
              <a:gd name="connsiteX11" fmla="*/ 1775491 w 4510433"/>
              <a:gd name="connsiteY11" fmla="*/ 335975 h 2738922"/>
              <a:gd name="connsiteX12" fmla="*/ 1670812 w 4510433"/>
              <a:gd name="connsiteY12" fmla="*/ 666778 h 2738922"/>
              <a:gd name="connsiteX13" fmla="*/ 1639284 w 4510433"/>
              <a:gd name="connsiteY13" fmla="*/ 892902 h 2738922"/>
              <a:gd name="connsiteX14" fmla="*/ 1739010 w 4510433"/>
              <a:gd name="connsiteY14" fmla="*/ 1145600 h 2738922"/>
              <a:gd name="connsiteX15" fmla="*/ 1920081 w 4510433"/>
              <a:gd name="connsiteY15" fmla="*/ 1481356 h 2738922"/>
              <a:gd name="connsiteX16" fmla="*/ 2031428 w 4510433"/>
              <a:gd name="connsiteY16" fmla="*/ 1712433 h 2738922"/>
              <a:gd name="connsiteX17" fmla="*/ 2201830 w 4510433"/>
              <a:gd name="connsiteY17" fmla="*/ 2010565 h 2738922"/>
              <a:gd name="connsiteX18" fmla="*/ 2362136 w 4510433"/>
              <a:gd name="connsiteY18" fmla="*/ 2202113 h 2738922"/>
              <a:gd name="connsiteX19" fmla="*/ 2520060 w 4510433"/>
              <a:gd name="connsiteY19" fmla="*/ 2293077 h 2738922"/>
              <a:gd name="connsiteX20" fmla="*/ 2759329 w 4510433"/>
              <a:gd name="connsiteY20" fmla="*/ 2321843 h 2738922"/>
              <a:gd name="connsiteX21" fmla="*/ 2909302 w 4510433"/>
              <a:gd name="connsiteY21" fmla="*/ 2395740 h 2738922"/>
              <a:gd name="connsiteX22" fmla="*/ 3285013 w 4510433"/>
              <a:gd name="connsiteY22" fmla="*/ 2297459 h 2738922"/>
              <a:gd name="connsiteX23" fmla="*/ 3412934 w 4510433"/>
              <a:gd name="connsiteY23" fmla="*/ 2297459 h 2738922"/>
              <a:gd name="connsiteX24" fmla="*/ 3668680 w 4510433"/>
              <a:gd name="connsiteY24" fmla="*/ 2347465 h 2738922"/>
              <a:gd name="connsiteX25" fmla="*/ 4090376 w 4510433"/>
              <a:gd name="connsiteY25" fmla="*/ 2557413 h 2738922"/>
              <a:gd name="connsiteX26" fmla="*/ 4510433 w 4510433"/>
              <a:gd name="connsiteY26" fmla="*/ 2509365 h 2738922"/>
              <a:gd name="connsiteX0" fmla="*/ 0 w 4510433"/>
              <a:gd name="connsiteY0" fmla="*/ 291032 h 2613537"/>
              <a:gd name="connsiteX1" fmla="*/ 577088 w 4510433"/>
              <a:gd name="connsiteY1" fmla="*/ 732115 h 2613537"/>
              <a:gd name="connsiteX2" fmla="*/ 958243 w 4510433"/>
              <a:gd name="connsiteY2" fmla="*/ 1003291 h 2613537"/>
              <a:gd name="connsiteX3" fmla="*/ 1233961 w 4510433"/>
              <a:gd name="connsiteY3" fmla="*/ 941003 h 2613537"/>
              <a:gd name="connsiteX4" fmla="*/ 1343785 w 4510433"/>
              <a:gd name="connsiteY4" fmla="*/ 737681 h 2613537"/>
              <a:gd name="connsiteX5" fmla="*/ 1331912 w 4510433"/>
              <a:gd name="connsiteY5" fmla="*/ 346072 h 2613537"/>
              <a:gd name="connsiteX6" fmla="*/ 1308671 w 4510433"/>
              <a:gd name="connsiteY6" fmla="*/ 211388 h 2613537"/>
              <a:gd name="connsiteX7" fmla="*/ 1308671 w 4510433"/>
              <a:gd name="connsiteY7" fmla="*/ 106613 h 2613537"/>
              <a:gd name="connsiteX8" fmla="*/ 1431639 w 4510433"/>
              <a:gd name="connsiteY8" fmla="*/ 8506 h 2613537"/>
              <a:gd name="connsiteX9" fmla="*/ 1612709 w 4510433"/>
              <a:gd name="connsiteY9" fmla="*/ 23460 h 2613537"/>
              <a:gd name="connsiteX10" fmla="*/ 1722342 w 4510433"/>
              <a:gd name="connsiteY10" fmla="*/ 108232 h 2613537"/>
              <a:gd name="connsiteX11" fmla="*/ 1775491 w 4510433"/>
              <a:gd name="connsiteY11" fmla="*/ 335975 h 2613537"/>
              <a:gd name="connsiteX12" fmla="*/ 1670812 w 4510433"/>
              <a:gd name="connsiteY12" fmla="*/ 666778 h 2613537"/>
              <a:gd name="connsiteX13" fmla="*/ 1639284 w 4510433"/>
              <a:gd name="connsiteY13" fmla="*/ 892902 h 2613537"/>
              <a:gd name="connsiteX14" fmla="*/ 1739010 w 4510433"/>
              <a:gd name="connsiteY14" fmla="*/ 1145600 h 2613537"/>
              <a:gd name="connsiteX15" fmla="*/ 1920081 w 4510433"/>
              <a:gd name="connsiteY15" fmla="*/ 1481356 h 2613537"/>
              <a:gd name="connsiteX16" fmla="*/ 2031428 w 4510433"/>
              <a:gd name="connsiteY16" fmla="*/ 1712433 h 2613537"/>
              <a:gd name="connsiteX17" fmla="*/ 2201830 w 4510433"/>
              <a:gd name="connsiteY17" fmla="*/ 2010565 h 2613537"/>
              <a:gd name="connsiteX18" fmla="*/ 2362136 w 4510433"/>
              <a:gd name="connsiteY18" fmla="*/ 2202113 h 2613537"/>
              <a:gd name="connsiteX19" fmla="*/ 2520060 w 4510433"/>
              <a:gd name="connsiteY19" fmla="*/ 2293077 h 2613537"/>
              <a:gd name="connsiteX20" fmla="*/ 2759329 w 4510433"/>
              <a:gd name="connsiteY20" fmla="*/ 2321843 h 2613537"/>
              <a:gd name="connsiteX21" fmla="*/ 2909302 w 4510433"/>
              <a:gd name="connsiteY21" fmla="*/ 2395740 h 2613537"/>
              <a:gd name="connsiteX22" fmla="*/ 3285013 w 4510433"/>
              <a:gd name="connsiteY22" fmla="*/ 2297459 h 2613537"/>
              <a:gd name="connsiteX23" fmla="*/ 3412934 w 4510433"/>
              <a:gd name="connsiteY23" fmla="*/ 2297459 h 2613537"/>
              <a:gd name="connsiteX24" fmla="*/ 3668680 w 4510433"/>
              <a:gd name="connsiteY24" fmla="*/ 2347465 h 2613537"/>
              <a:gd name="connsiteX25" fmla="*/ 4090376 w 4510433"/>
              <a:gd name="connsiteY25" fmla="*/ 2557413 h 2613537"/>
              <a:gd name="connsiteX26" fmla="*/ 4510433 w 4510433"/>
              <a:gd name="connsiteY26" fmla="*/ 2509365 h 2613537"/>
              <a:gd name="connsiteX0" fmla="*/ 0 w 4510433"/>
              <a:gd name="connsiteY0" fmla="*/ 291032 h 2613537"/>
              <a:gd name="connsiteX1" fmla="*/ 577088 w 4510433"/>
              <a:gd name="connsiteY1" fmla="*/ 732115 h 2613537"/>
              <a:gd name="connsiteX2" fmla="*/ 958243 w 4510433"/>
              <a:gd name="connsiteY2" fmla="*/ 1003291 h 2613537"/>
              <a:gd name="connsiteX3" fmla="*/ 1233961 w 4510433"/>
              <a:gd name="connsiteY3" fmla="*/ 941003 h 2613537"/>
              <a:gd name="connsiteX4" fmla="*/ 1343785 w 4510433"/>
              <a:gd name="connsiteY4" fmla="*/ 737681 h 2613537"/>
              <a:gd name="connsiteX5" fmla="*/ 1331912 w 4510433"/>
              <a:gd name="connsiteY5" fmla="*/ 346072 h 2613537"/>
              <a:gd name="connsiteX6" fmla="*/ 1308671 w 4510433"/>
              <a:gd name="connsiteY6" fmla="*/ 211388 h 2613537"/>
              <a:gd name="connsiteX7" fmla="*/ 1308671 w 4510433"/>
              <a:gd name="connsiteY7" fmla="*/ 106613 h 2613537"/>
              <a:gd name="connsiteX8" fmla="*/ 1431639 w 4510433"/>
              <a:gd name="connsiteY8" fmla="*/ 8506 h 2613537"/>
              <a:gd name="connsiteX9" fmla="*/ 1612709 w 4510433"/>
              <a:gd name="connsiteY9" fmla="*/ 23460 h 2613537"/>
              <a:gd name="connsiteX10" fmla="*/ 1722342 w 4510433"/>
              <a:gd name="connsiteY10" fmla="*/ 108232 h 2613537"/>
              <a:gd name="connsiteX11" fmla="*/ 1775491 w 4510433"/>
              <a:gd name="connsiteY11" fmla="*/ 335975 h 2613537"/>
              <a:gd name="connsiteX12" fmla="*/ 1670812 w 4510433"/>
              <a:gd name="connsiteY12" fmla="*/ 666778 h 2613537"/>
              <a:gd name="connsiteX13" fmla="*/ 1639284 w 4510433"/>
              <a:gd name="connsiteY13" fmla="*/ 892902 h 2613537"/>
              <a:gd name="connsiteX14" fmla="*/ 1739010 w 4510433"/>
              <a:gd name="connsiteY14" fmla="*/ 1145600 h 2613537"/>
              <a:gd name="connsiteX15" fmla="*/ 1920081 w 4510433"/>
              <a:gd name="connsiteY15" fmla="*/ 1481356 h 2613537"/>
              <a:gd name="connsiteX16" fmla="*/ 2031428 w 4510433"/>
              <a:gd name="connsiteY16" fmla="*/ 1712433 h 2613537"/>
              <a:gd name="connsiteX17" fmla="*/ 2201830 w 4510433"/>
              <a:gd name="connsiteY17" fmla="*/ 2010565 h 2613537"/>
              <a:gd name="connsiteX18" fmla="*/ 2362136 w 4510433"/>
              <a:gd name="connsiteY18" fmla="*/ 2202113 h 2613537"/>
              <a:gd name="connsiteX19" fmla="*/ 2520060 w 4510433"/>
              <a:gd name="connsiteY19" fmla="*/ 2293077 h 2613537"/>
              <a:gd name="connsiteX20" fmla="*/ 2759329 w 4510433"/>
              <a:gd name="connsiteY20" fmla="*/ 2321843 h 2613537"/>
              <a:gd name="connsiteX21" fmla="*/ 2909302 w 4510433"/>
              <a:gd name="connsiteY21" fmla="*/ 2395740 h 2613537"/>
              <a:gd name="connsiteX22" fmla="*/ 3285013 w 4510433"/>
              <a:gd name="connsiteY22" fmla="*/ 2297459 h 2613537"/>
              <a:gd name="connsiteX23" fmla="*/ 3668680 w 4510433"/>
              <a:gd name="connsiteY23" fmla="*/ 2347465 h 2613537"/>
              <a:gd name="connsiteX24" fmla="*/ 4090376 w 4510433"/>
              <a:gd name="connsiteY24" fmla="*/ 2557413 h 2613537"/>
              <a:gd name="connsiteX25" fmla="*/ 4510433 w 4510433"/>
              <a:gd name="connsiteY25" fmla="*/ 2509365 h 2613537"/>
              <a:gd name="connsiteX0" fmla="*/ 0 w 4273833"/>
              <a:gd name="connsiteY0" fmla="*/ 291032 h 2559128"/>
              <a:gd name="connsiteX1" fmla="*/ 577088 w 4273833"/>
              <a:gd name="connsiteY1" fmla="*/ 732115 h 2559128"/>
              <a:gd name="connsiteX2" fmla="*/ 958243 w 4273833"/>
              <a:gd name="connsiteY2" fmla="*/ 1003291 h 2559128"/>
              <a:gd name="connsiteX3" fmla="*/ 1233961 w 4273833"/>
              <a:gd name="connsiteY3" fmla="*/ 941003 h 2559128"/>
              <a:gd name="connsiteX4" fmla="*/ 1343785 w 4273833"/>
              <a:gd name="connsiteY4" fmla="*/ 737681 h 2559128"/>
              <a:gd name="connsiteX5" fmla="*/ 1331912 w 4273833"/>
              <a:gd name="connsiteY5" fmla="*/ 346072 h 2559128"/>
              <a:gd name="connsiteX6" fmla="*/ 1308671 w 4273833"/>
              <a:gd name="connsiteY6" fmla="*/ 211388 h 2559128"/>
              <a:gd name="connsiteX7" fmla="*/ 1308671 w 4273833"/>
              <a:gd name="connsiteY7" fmla="*/ 106613 h 2559128"/>
              <a:gd name="connsiteX8" fmla="*/ 1431639 w 4273833"/>
              <a:gd name="connsiteY8" fmla="*/ 8506 h 2559128"/>
              <a:gd name="connsiteX9" fmla="*/ 1612709 w 4273833"/>
              <a:gd name="connsiteY9" fmla="*/ 23460 h 2559128"/>
              <a:gd name="connsiteX10" fmla="*/ 1722342 w 4273833"/>
              <a:gd name="connsiteY10" fmla="*/ 108232 h 2559128"/>
              <a:gd name="connsiteX11" fmla="*/ 1775491 w 4273833"/>
              <a:gd name="connsiteY11" fmla="*/ 335975 h 2559128"/>
              <a:gd name="connsiteX12" fmla="*/ 1670812 w 4273833"/>
              <a:gd name="connsiteY12" fmla="*/ 666778 h 2559128"/>
              <a:gd name="connsiteX13" fmla="*/ 1639284 w 4273833"/>
              <a:gd name="connsiteY13" fmla="*/ 892902 h 2559128"/>
              <a:gd name="connsiteX14" fmla="*/ 1739010 w 4273833"/>
              <a:gd name="connsiteY14" fmla="*/ 1145600 h 2559128"/>
              <a:gd name="connsiteX15" fmla="*/ 1920081 w 4273833"/>
              <a:gd name="connsiteY15" fmla="*/ 1481356 h 2559128"/>
              <a:gd name="connsiteX16" fmla="*/ 2031428 w 4273833"/>
              <a:gd name="connsiteY16" fmla="*/ 1712433 h 2559128"/>
              <a:gd name="connsiteX17" fmla="*/ 2201830 w 4273833"/>
              <a:gd name="connsiteY17" fmla="*/ 2010565 h 2559128"/>
              <a:gd name="connsiteX18" fmla="*/ 2362136 w 4273833"/>
              <a:gd name="connsiteY18" fmla="*/ 2202113 h 2559128"/>
              <a:gd name="connsiteX19" fmla="*/ 2520060 w 4273833"/>
              <a:gd name="connsiteY19" fmla="*/ 2293077 h 2559128"/>
              <a:gd name="connsiteX20" fmla="*/ 2759329 w 4273833"/>
              <a:gd name="connsiteY20" fmla="*/ 2321843 h 2559128"/>
              <a:gd name="connsiteX21" fmla="*/ 2909302 w 4273833"/>
              <a:gd name="connsiteY21" fmla="*/ 2395740 h 2559128"/>
              <a:gd name="connsiteX22" fmla="*/ 3285013 w 4273833"/>
              <a:gd name="connsiteY22" fmla="*/ 2297459 h 2559128"/>
              <a:gd name="connsiteX23" fmla="*/ 3668680 w 4273833"/>
              <a:gd name="connsiteY23" fmla="*/ 2347465 h 2559128"/>
              <a:gd name="connsiteX24" fmla="*/ 4090376 w 4273833"/>
              <a:gd name="connsiteY24" fmla="*/ 2557413 h 2559128"/>
              <a:gd name="connsiteX25" fmla="*/ 4273833 w 4273833"/>
              <a:gd name="connsiteY25" fmla="*/ 2104085 h 2559128"/>
              <a:gd name="connsiteX0" fmla="*/ 0 w 4273833"/>
              <a:gd name="connsiteY0" fmla="*/ 291032 h 2559192"/>
              <a:gd name="connsiteX1" fmla="*/ 577088 w 4273833"/>
              <a:gd name="connsiteY1" fmla="*/ 732115 h 2559192"/>
              <a:gd name="connsiteX2" fmla="*/ 958243 w 4273833"/>
              <a:gd name="connsiteY2" fmla="*/ 1003291 h 2559192"/>
              <a:gd name="connsiteX3" fmla="*/ 1233961 w 4273833"/>
              <a:gd name="connsiteY3" fmla="*/ 941003 h 2559192"/>
              <a:gd name="connsiteX4" fmla="*/ 1343785 w 4273833"/>
              <a:gd name="connsiteY4" fmla="*/ 737681 h 2559192"/>
              <a:gd name="connsiteX5" fmla="*/ 1331912 w 4273833"/>
              <a:gd name="connsiteY5" fmla="*/ 346072 h 2559192"/>
              <a:gd name="connsiteX6" fmla="*/ 1308671 w 4273833"/>
              <a:gd name="connsiteY6" fmla="*/ 211388 h 2559192"/>
              <a:gd name="connsiteX7" fmla="*/ 1308671 w 4273833"/>
              <a:gd name="connsiteY7" fmla="*/ 106613 h 2559192"/>
              <a:gd name="connsiteX8" fmla="*/ 1431639 w 4273833"/>
              <a:gd name="connsiteY8" fmla="*/ 8506 h 2559192"/>
              <a:gd name="connsiteX9" fmla="*/ 1612709 w 4273833"/>
              <a:gd name="connsiteY9" fmla="*/ 23460 h 2559192"/>
              <a:gd name="connsiteX10" fmla="*/ 1722342 w 4273833"/>
              <a:gd name="connsiteY10" fmla="*/ 108232 h 2559192"/>
              <a:gd name="connsiteX11" fmla="*/ 1775491 w 4273833"/>
              <a:gd name="connsiteY11" fmla="*/ 335975 h 2559192"/>
              <a:gd name="connsiteX12" fmla="*/ 1670812 w 4273833"/>
              <a:gd name="connsiteY12" fmla="*/ 666778 h 2559192"/>
              <a:gd name="connsiteX13" fmla="*/ 1639284 w 4273833"/>
              <a:gd name="connsiteY13" fmla="*/ 892902 h 2559192"/>
              <a:gd name="connsiteX14" fmla="*/ 1739010 w 4273833"/>
              <a:gd name="connsiteY14" fmla="*/ 1145600 h 2559192"/>
              <a:gd name="connsiteX15" fmla="*/ 1920081 w 4273833"/>
              <a:gd name="connsiteY15" fmla="*/ 1481356 h 2559192"/>
              <a:gd name="connsiteX16" fmla="*/ 2031428 w 4273833"/>
              <a:gd name="connsiteY16" fmla="*/ 1712433 h 2559192"/>
              <a:gd name="connsiteX17" fmla="*/ 2201830 w 4273833"/>
              <a:gd name="connsiteY17" fmla="*/ 2010565 h 2559192"/>
              <a:gd name="connsiteX18" fmla="*/ 2362136 w 4273833"/>
              <a:gd name="connsiteY18" fmla="*/ 2202113 h 2559192"/>
              <a:gd name="connsiteX19" fmla="*/ 2520060 w 4273833"/>
              <a:gd name="connsiteY19" fmla="*/ 2293077 h 2559192"/>
              <a:gd name="connsiteX20" fmla="*/ 2759329 w 4273833"/>
              <a:gd name="connsiteY20" fmla="*/ 2321843 h 2559192"/>
              <a:gd name="connsiteX21" fmla="*/ 2909302 w 4273833"/>
              <a:gd name="connsiteY21" fmla="*/ 2395740 h 2559192"/>
              <a:gd name="connsiteX22" fmla="*/ 3285013 w 4273833"/>
              <a:gd name="connsiteY22" fmla="*/ 2297459 h 2559192"/>
              <a:gd name="connsiteX23" fmla="*/ 3668680 w 4273833"/>
              <a:gd name="connsiteY23" fmla="*/ 2347465 h 2559192"/>
              <a:gd name="connsiteX24" fmla="*/ 4090376 w 4273833"/>
              <a:gd name="connsiteY24" fmla="*/ 2557413 h 2559192"/>
              <a:gd name="connsiteX25" fmla="*/ 4273833 w 4273833"/>
              <a:gd name="connsiteY25" fmla="*/ 2104085 h 2559192"/>
              <a:gd name="connsiteX0" fmla="*/ 0 w 4273833"/>
              <a:gd name="connsiteY0" fmla="*/ 291032 h 2395895"/>
              <a:gd name="connsiteX1" fmla="*/ 577088 w 4273833"/>
              <a:gd name="connsiteY1" fmla="*/ 732115 h 2395895"/>
              <a:gd name="connsiteX2" fmla="*/ 958243 w 4273833"/>
              <a:gd name="connsiteY2" fmla="*/ 1003291 h 2395895"/>
              <a:gd name="connsiteX3" fmla="*/ 1233961 w 4273833"/>
              <a:gd name="connsiteY3" fmla="*/ 941003 h 2395895"/>
              <a:gd name="connsiteX4" fmla="*/ 1343785 w 4273833"/>
              <a:gd name="connsiteY4" fmla="*/ 737681 h 2395895"/>
              <a:gd name="connsiteX5" fmla="*/ 1331912 w 4273833"/>
              <a:gd name="connsiteY5" fmla="*/ 346072 h 2395895"/>
              <a:gd name="connsiteX6" fmla="*/ 1308671 w 4273833"/>
              <a:gd name="connsiteY6" fmla="*/ 211388 h 2395895"/>
              <a:gd name="connsiteX7" fmla="*/ 1308671 w 4273833"/>
              <a:gd name="connsiteY7" fmla="*/ 106613 h 2395895"/>
              <a:gd name="connsiteX8" fmla="*/ 1431639 w 4273833"/>
              <a:gd name="connsiteY8" fmla="*/ 8506 h 2395895"/>
              <a:gd name="connsiteX9" fmla="*/ 1612709 w 4273833"/>
              <a:gd name="connsiteY9" fmla="*/ 23460 h 2395895"/>
              <a:gd name="connsiteX10" fmla="*/ 1722342 w 4273833"/>
              <a:gd name="connsiteY10" fmla="*/ 108232 h 2395895"/>
              <a:gd name="connsiteX11" fmla="*/ 1775491 w 4273833"/>
              <a:gd name="connsiteY11" fmla="*/ 335975 h 2395895"/>
              <a:gd name="connsiteX12" fmla="*/ 1670812 w 4273833"/>
              <a:gd name="connsiteY12" fmla="*/ 666778 h 2395895"/>
              <a:gd name="connsiteX13" fmla="*/ 1639284 w 4273833"/>
              <a:gd name="connsiteY13" fmla="*/ 892902 h 2395895"/>
              <a:gd name="connsiteX14" fmla="*/ 1739010 w 4273833"/>
              <a:gd name="connsiteY14" fmla="*/ 1145600 h 2395895"/>
              <a:gd name="connsiteX15" fmla="*/ 1920081 w 4273833"/>
              <a:gd name="connsiteY15" fmla="*/ 1481356 h 2395895"/>
              <a:gd name="connsiteX16" fmla="*/ 2031428 w 4273833"/>
              <a:gd name="connsiteY16" fmla="*/ 1712433 h 2395895"/>
              <a:gd name="connsiteX17" fmla="*/ 2201830 w 4273833"/>
              <a:gd name="connsiteY17" fmla="*/ 2010565 h 2395895"/>
              <a:gd name="connsiteX18" fmla="*/ 2362136 w 4273833"/>
              <a:gd name="connsiteY18" fmla="*/ 2202113 h 2395895"/>
              <a:gd name="connsiteX19" fmla="*/ 2520060 w 4273833"/>
              <a:gd name="connsiteY19" fmla="*/ 2293077 h 2395895"/>
              <a:gd name="connsiteX20" fmla="*/ 2759329 w 4273833"/>
              <a:gd name="connsiteY20" fmla="*/ 2321843 h 2395895"/>
              <a:gd name="connsiteX21" fmla="*/ 2909302 w 4273833"/>
              <a:gd name="connsiteY21" fmla="*/ 2395740 h 2395895"/>
              <a:gd name="connsiteX22" fmla="*/ 3285013 w 4273833"/>
              <a:gd name="connsiteY22" fmla="*/ 2297459 h 2395895"/>
              <a:gd name="connsiteX23" fmla="*/ 3668680 w 4273833"/>
              <a:gd name="connsiteY23" fmla="*/ 2347465 h 2395895"/>
              <a:gd name="connsiteX24" fmla="*/ 3887454 w 4273833"/>
              <a:gd name="connsiteY24" fmla="*/ 2369521 h 2395895"/>
              <a:gd name="connsiteX25" fmla="*/ 4273833 w 4273833"/>
              <a:gd name="connsiteY25" fmla="*/ 2104085 h 2395895"/>
              <a:gd name="connsiteX0" fmla="*/ 0 w 4075637"/>
              <a:gd name="connsiteY0" fmla="*/ 291032 h 2395895"/>
              <a:gd name="connsiteX1" fmla="*/ 577088 w 4075637"/>
              <a:gd name="connsiteY1" fmla="*/ 732115 h 2395895"/>
              <a:gd name="connsiteX2" fmla="*/ 958243 w 4075637"/>
              <a:gd name="connsiteY2" fmla="*/ 1003291 h 2395895"/>
              <a:gd name="connsiteX3" fmla="*/ 1233961 w 4075637"/>
              <a:gd name="connsiteY3" fmla="*/ 941003 h 2395895"/>
              <a:gd name="connsiteX4" fmla="*/ 1343785 w 4075637"/>
              <a:gd name="connsiteY4" fmla="*/ 737681 h 2395895"/>
              <a:gd name="connsiteX5" fmla="*/ 1331912 w 4075637"/>
              <a:gd name="connsiteY5" fmla="*/ 346072 h 2395895"/>
              <a:gd name="connsiteX6" fmla="*/ 1308671 w 4075637"/>
              <a:gd name="connsiteY6" fmla="*/ 211388 h 2395895"/>
              <a:gd name="connsiteX7" fmla="*/ 1308671 w 4075637"/>
              <a:gd name="connsiteY7" fmla="*/ 106613 h 2395895"/>
              <a:gd name="connsiteX8" fmla="*/ 1431639 w 4075637"/>
              <a:gd name="connsiteY8" fmla="*/ 8506 h 2395895"/>
              <a:gd name="connsiteX9" fmla="*/ 1612709 w 4075637"/>
              <a:gd name="connsiteY9" fmla="*/ 23460 h 2395895"/>
              <a:gd name="connsiteX10" fmla="*/ 1722342 w 4075637"/>
              <a:gd name="connsiteY10" fmla="*/ 108232 h 2395895"/>
              <a:gd name="connsiteX11" fmla="*/ 1775491 w 4075637"/>
              <a:gd name="connsiteY11" fmla="*/ 335975 h 2395895"/>
              <a:gd name="connsiteX12" fmla="*/ 1670812 w 4075637"/>
              <a:gd name="connsiteY12" fmla="*/ 666778 h 2395895"/>
              <a:gd name="connsiteX13" fmla="*/ 1639284 w 4075637"/>
              <a:gd name="connsiteY13" fmla="*/ 892902 h 2395895"/>
              <a:gd name="connsiteX14" fmla="*/ 1739010 w 4075637"/>
              <a:gd name="connsiteY14" fmla="*/ 1145600 h 2395895"/>
              <a:gd name="connsiteX15" fmla="*/ 1920081 w 4075637"/>
              <a:gd name="connsiteY15" fmla="*/ 1481356 h 2395895"/>
              <a:gd name="connsiteX16" fmla="*/ 2031428 w 4075637"/>
              <a:gd name="connsiteY16" fmla="*/ 1712433 h 2395895"/>
              <a:gd name="connsiteX17" fmla="*/ 2201830 w 4075637"/>
              <a:gd name="connsiteY17" fmla="*/ 2010565 h 2395895"/>
              <a:gd name="connsiteX18" fmla="*/ 2362136 w 4075637"/>
              <a:gd name="connsiteY18" fmla="*/ 2202113 h 2395895"/>
              <a:gd name="connsiteX19" fmla="*/ 2520060 w 4075637"/>
              <a:gd name="connsiteY19" fmla="*/ 2293077 h 2395895"/>
              <a:gd name="connsiteX20" fmla="*/ 2759329 w 4075637"/>
              <a:gd name="connsiteY20" fmla="*/ 2321843 h 2395895"/>
              <a:gd name="connsiteX21" fmla="*/ 2909302 w 4075637"/>
              <a:gd name="connsiteY21" fmla="*/ 2395740 h 2395895"/>
              <a:gd name="connsiteX22" fmla="*/ 3285013 w 4075637"/>
              <a:gd name="connsiteY22" fmla="*/ 2297459 h 2395895"/>
              <a:gd name="connsiteX23" fmla="*/ 3668680 w 4075637"/>
              <a:gd name="connsiteY23" fmla="*/ 2347465 h 2395895"/>
              <a:gd name="connsiteX24" fmla="*/ 3887454 w 4075637"/>
              <a:gd name="connsiteY24" fmla="*/ 2369521 h 2395895"/>
              <a:gd name="connsiteX25" fmla="*/ 4075637 w 4075637"/>
              <a:gd name="connsiteY25" fmla="*/ 1807261 h 239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75637" h="2395895">
                <a:moveTo>
                  <a:pt x="0" y="291032"/>
                </a:moveTo>
                <a:cubicBezTo>
                  <a:pt x="400363" y="401463"/>
                  <a:pt x="417381" y="613405"/>
                  <a:pt x="577088" y="732115"/>
                </a:cubicBezTo>
                <a:cubicBezTo>
                  <a:pt x="736795" y="850825"/>
                  <a:pt x="848764" y="968476"/>
                  <a:pt x="958243" y="1003291"/>
                </a:cubicBezTo>
                <a:cubicBezTo>
                  <a:pt x="1067722" y="1038106"/>
                  <a:pt x="1169704" y="985271"/>
                  <a:pt x="1233961" y="941003"/>
                </a:cubicBezTo>
                <a:cubicBezTo>
                  <a:pt x="1298218" y="896735"/>
                  <a:pt x="1327460" y="836836"/>
                  <a:pt x="1343785" y="737681"/>
                </a:cubicBezTo>
                <a:cubicBezTo>
                  <a:pt x="1360110" y="638526"/>
                  <a:pt x="1344088" y="452482"/>
                  <a:pt x="1331912" y="346072"/>
                </a:cubicBezTo>
                <a:cubicBezTo>
                  <a:pt x="1324673" y="301114"/>
                  <a:pt x="1316101" y="256346"/>
                  <a:pt x="1308671" y="211388"/>
                </a:cubicBezTo>
                <a:cubicBezTo>
                  <a:pt x="1302861" y="176336"/>
                  <a:pt x="1297813" y="140332"/>
                  <a:pt x="1308671" y="106613"/>
                </a:cubicBezTo>
                <a:cubicBezTo>
                  <a:pt x="1325721" y="53654"/>
                  <a:pt x="1377061" y="22507"/>
                  <a:pt x="1431639" y="8506"/>
                </a:cubicBezTo>
                <a:cubicBezTo>
                  <a:pt x="1491932" y="-6925"/>
                  <a:pt x="1555559" y="-1019"/>
                  <a:pt x="1612709" y="23460"/>
                </a:cubicBezTo>
                <a:cubicBezTo>
                  <a:pt x="1655953" y="41938"/>
                  <a:pt x="1694148" y="70609"/>
                  <a:pt x="1722342" y="108232"/>
                </a:cubicBezTo>
                <a:cubicBezTo>
                  <a:pt x="1770729" y="172621"/>
                  <a:pt x="1783873" y="255489"/>
                  <a:pt x="1775491" y="335975"/>
                </a:cubicBezTo>
                <a:cubicBezTo>
                  <a:pt x="1763490" y="451418"/>
                  <a:pt x="1707578" y="556288"/>
                  <a:pt x="1670812" y="666778"/>
                </a:cubicBezTo>
                <a:cubicBezTo>
                  <a:pt x="1646428" y="739930"/>
                  <a:pt x="1630330" y="816416"/>
                  <a:pt x="1639284" y="892902"/>
                </a:cubicBezTo>
                <a:cubicBezTo>
                  <a:pt x="1649856" y="983580"/>
                  <a:pt x="1694529" y="1065400"/>
                  <a:pt x="1739010" y="1145600"/>
                </a:cubicBezTo>
                <a:cubicBezTo>
                  <a:pt x="1800637" y="1256852"/>
                  <a:pt x="1863502" y="1367533"/>
                  <a:pt x="1920081" y="1481356"/>
                </a:cubicBezTo>
                <a:cubicBezTo>
                  <a:pt x="1958181" y="1557937"/>
                  <a:pt x="1993423" y="1635852"/>
                  <a:pt x="2031428" y="1712433"/>
                </a:cubicBezTo>
                <a:cubicBezTo>
                  <a:pt x="2082387" y="1815017"/>
                  <a:pt x="2138394" y="1915125"/>
                  <a:pt x="2201830" y="2010565"/>
                </a:cubicBezTo>
                <a:cubicBezTo>
                  <a:pt x="2248122" y="2080288"/>
                  <a:pt x="2298509" y="2147821"/>
                  <a:pt x="2362136" y="2202113"/>
                </a:cubicBezTo>
                <a:cubicBezTo>
                  <a:pt x="2408809" y="2241928"/>
                  <a:pt x="2461768" y="2273932"/>
                  <a:pt x="2520060" y="2293077"/>
                </a:cubicBezTo>
                <a:cubicBezTo>
                  <a:pt x="2596737" y="2318318"/>
                  <a:pt x="2694455" y="2304733"/>
                  <a:pt x="2759329" y="2321843"/>
                </a:cubicBezTo>
                <a:cubicBezTo>
                  <a:pt x="2824203" y="2338953"/>
                  <a:pt x="2833673" y="2399359"/>
                  <a:pt x="2909302" y="2395740"/>
                </a:cubicBezTo>
                <a:cubicBezTo>
                  <a:pt x="3009029" y="2390977"/>
                  <a:pt x="3158450" y="2305505"/>
                  <a:pt x="3285013" y="2297459"/>
                </a:cubicBezTo>
                <a:cubicBezTo>
                  <a:pt x="3411576" y="2289413"/>
                  <a:pt x="3568273" y="2335455"/>
                  <a:pt x="3668680" y="2347465"/>
                </a:cubicBezTo>
                <a:cubicBezTo>
                  <a:pt x="3769087" y="2359475"/>
                  <a:pt x="3747162" y="2342538"/>
                  <a:pt x="3887454" y="2369521"/>
                </a:cubicBezTo>
                <a:cubicBezTo>
                  <a:pt x="4027746" y="2396504"/>
                  <a:pt x="3980504" y="2001751"/>
                  <a:pt x="4075637" y="1807261"/>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81149C50-520B-5EED-CA62-45679BC0452B}"/>
              </a:ext>
            </a:extLst>
          </p:cNvPr>
          <p:cNvSpPr/>
          <p:nvPr/>
        </p:nvSpPr>
        <p:spPr>
          <a:xfrm rot="3210583" flipV="1">
            <a:off x="-272974" y="4371407"/>
            <a:ext cx="4357452" cy="2071364"/>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466191 w 7200997"/>
              <a:gd name="connsiteY12" fmla="*/ 3507535 h 4555608"/>
              <a:gd name="connsiteX13" fmla="*/ 5189666 w 7200997"/>
              <a:gd name="connsiteY13" fmla="*/ 3772955 h 4555608"/>
              <a:gd name="connsiteX14" fmla="*/ 4871302 w 7200997"/>
              <a:gd name="connsiteY14" fmla="*/ 4050049 h 4555608"/>
              <a:gd name="connsiteX15" fmla="*/ 4528436 w 7200997"/>
              <a:gd name="connsiteY15" fmla="*/ 4324160 h 4555608"/>
              <a:gd name="connsiteX16" fmla="*/ 4345365 w 7200997"/>
              <a:gd name="connsiteY16" fmla="*/ 4478560 h 4555608"/>
              <a:gd name="connsiteX17" fmla="*/ 4060663 w 7200997"/>
              <a:gd name="connsiteY17" fmla="*/ 4555141 h 4555608"/>
              <a:gd name="connsiteX18" fmla="*/ 3534312 w 7200997"/>
              <a:gd name="connsiteY18" fmla="*/ 4488085 h 4555608"/>
              <a:gd name="connsiteX19" fmla="*/ 2972051 w 7200997"/>
              <a:gd name="connsiteY19" fmla="*/ 4488085 h 4555608"/>
              <a:gd name="connsiteX20" fmla="*/ 2728592 w 7200997"/>
              <a:gd name="connsiteY20" fmla="*/ 4463034 h 4555608"/>
              <a:gd name="connsiteX21" fmla="*/ 2362260 w 7200997"/>
              <a:gd name="connsiteY21" fmla="*/ 4272629 h 4555608"/>
              <a:gd name="connsiteX22" fmla="*/ 2166998 w 7200997"/>
              <a:gd name="connsiteY22" fmla="*/ 3953733 h 4555608"/>
              <a:gd name="connsiteX23" fmla="*/ 2007454 w 7200997"/>
              <a:gd name="connsiteY23" fmla="*/ 3613309 h 4555608"/>
              <a:gd name="connsiteX24" fmla="*/ 1914395 w 7200997"/>
              <a:gd name="connsiteY24" fmla="*/ 3309080 h 4555608"/>
              <a:gd name="connsiteX25" fmla="*/ 1980879 w 7200997"/>
              <a:gd name="connsiteY25" fmla="*/ 2865215 h 4555608"/>
              <a:gd name="connsiteX26" fmla="*/ 2045649 w 7200997"/>
              <a:gd name="connsiteY26" fmla="*/ 2444591 h 4555608"/>
              <a:gd name="connsiteX27" fmla="*/ 1930968 w 7200997"/>
              <a:gd name="connsiteY27" fmla="*/ 2240090 h 4555608"/>
              <a:gd name="connsiteX28" fmla="*/ 1794761 w 7200997"/>
              <a:gd name="connsiteY28" fmla="*/ 2156936 h 4555608"/>
              <a:gd name="connsiteX29" fmla="*/ 1480722 w 7200997"/>
              <a:gd name="connsiteY29" fmla="*/ 2075498 h 4555608"/>
              <a:gd name="connsiteX30" fmla="*/ 1287935 w 7200997"/>
              <a:gd name="connsiteY30" fmla="*/ 2120360 h 4555608"/>
              <a:gd name="connsiteX31" fmla="*/ 915212 w 7200997"/>
              <a:gd name="connsiteY31" fmla="*/ 2509432 h 4555608"/>
              <a:gd name="connsiteX32" fmla="*/ 0 w 7200997"/>
              <a:gd name="connsiteY32"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189666 w 7200997"/>
              <a:gd name="connsiteY12" fmla="*/ 3772955 h 4555608"/>
              <a:gd name="connsiteX13" fmla="*/ 4871302 w 7200997"/>
              <a:gd name="connsiteY13" fmla="*/ 4050049 h 4555608"/>
              <a:gd name="connsiteX14" fmla="*/ 4528436 w 7200997"/>
              <a:gd name="connsiteY14" fmla="*/ 4324160 h 4555608"/>
              <a:gd name="connsiteX15" fmla="*/ 4345365 w 7200997"/>
              <a:gd name="connsiteY15" fmla="*/ 4478560 h 4555608"/>
              <a:gd name="connsiteX16" fmla="*/ 4060663 w 7200997"/>
              <a:gd name="connsiteY16" fmla="*/ 4555141 h 4555608"/>
              <a:gd name="connsiteX17" fmla="*/ 3534312 w 7200997"/>
              <a:gd name="connsiteY17" fmla="*/ 4488085 h 4555608"/>
              <a:gd name="connsiteX18" fmla="*/ 2972051 w 7200997"/>
              <a:gd name="connsiteY18" fmla="*/ 4488085 h 4555608"/>
              <a:gd name="connsiteX19" fmla="*/ 2728592 w 7200997"/>
              <a:gd name="connsiteY19" fmla="*/ 4463034 h 4555608"/>
              <a:gd name="connsiteX20" fmla="*/ 2362260 w 7200997"/>
              <a:gd name="connsiteY20" fmla="*/ 4272629 h 4555608"/>
              <a:gd name="connsiteX21" fmla="*/ 2166998 w 7200997"/>
              <a:gd name="connsiteY21" fmla="*/ 3953733 h 4555608"/>
              <a:gd name="connsiteX22" fmla="*/ 2007454 w 7200997"/>
              <a:gd name="connsiteY22" fmla="*/ 3613309 h 4555608"/>
              <a:gd name="connsiteX23" fmla="*/ 1914395 w 7200997"/>
              <a:gd name="connsiteY23" fmla="*/ 3309080 h 4555608"/>
              <a:gd name="connsiteX24" fmla="*/ 1980879 w 7200997"/>
              <a:gd name="connsiteY24" fmla="*/ 2865215 h 4555608"/>
              <a:gd name="connsiteX25" fmla="*/ 2045649 w 7200997"/>
              <a:gd name="connsiteY25" fmla="*/ 2444591 h 4555608"/>
              <a:gd name="connsiteX26" fmla="*/ 1930968 w 7200997"/>
              <a:gd name="connsiteY26" fmla="*/ 2240090 h 4555608"/>
              <a:gd name="connsiteX27" fmla="*/ 1794761 w 7200997"/>
              <a:gd name="connsiteY27" fmla="*/ 2156936 h 4555608"/>
              <a:gd name="connsiteX28" fmla="*/ 1480722 w 7200997"/>
              <a:gd name="connsiteY28" fmla="*/ 2075498 h 4555608"/>
              <a:gd name="connsiteX29" fmla="*/ 1287935 w 7200997"/>
              <a:gd name="connsiteY29" fmla="*/ 2120360 h 4555608"/>
              <a:gd name="connsiteX30" fmla="*/ 915212 w 7200997"/>
              <a:gd name="connsiteY30" fmla="*/ 2509432 h 4555608"/>
              <a:gd name="connsiteX31" fmla="*/ 0 w 7200997"/>
              <a:gd name="connsiteY31"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403146 w 7200997"/>
              <a:gd name="connsiteY6" fmla="*/ 1632299 h 4555608"/>
              <a:gd name="connsiteX7" fmla="*/ 6230840 w 7200997"/>
              <a:gd name="connsiteY7" fmla="*/ 1759172 h 4555608"/>
              <a:gd name="connsiteX8" fmla="*/ 6022623 w 7200997"/>
              <a:gd name="connsiteY8" fmla="*/ 2245138 h 4555608"/>
              <a:gd name="connsiteX9" fmla="*/ 5958043 w 7200997"/>
              <a:gd name="connsiteY9" fmla="*/ 2467737 h 4555608"/>
              <a:gd name="connsiteX10" fmla="*/ 5879081 w 7200997"/>
              <a:gd name="connsiteY10" fmla="*/ 2723864 h 4555608"/>
              <a:gd name="connsiteX11" fmla="*/ 5189666 w 7200997"/>
              <a:gd name="connsiteY11" fmla="*/ 3772955 h 4555608"/>
              <a:gd name="connsiteX12" fmla="*/ 4871302 w 7200997"/>
              <a:gd name="connsiteY12" fmla="*/ 4050049 h 4555608"/>
              <a:gd name="connsiteX13" fmla="*/ 4528436 w 7200997"/>
              <a:gd name="connsiteY13" fmla="*/ 4324160 h 4555608"/>
              <a:gd name="connsiteX14" fmla="*/ 4345365 w 7200997"/>
              <a:gd name="connsiteY14" fmla="*/ 4478560 h 4555608"/>
              <a:gd name="connsiteX15" fmla="*/ 4060663 w 7200997"/>
              <a:gd name="connsiteY15" fmla="*/ 4555141 h 4555608"/>
              <a:gd name="connsiteX16" fmla="*/ 3534312 w 7200997"/>
              <a:gd name="connsiteY16" fmla="*/ 4488085 h 4555608"/>
              <a:gd name="connsiteX17" fmla="*/ 2972051 w 7200997"/>
              <a:gd name="connsiteY17" fmla="*/ 4488085 h 4555608"/>
              <a:gd name="connsiteX18" fmla="*/ 2728592 w 7200997"/>
              <a:gd name="connsiteY18" fmla="*/ 4463034 h 4555608"/>
              <a:gd name="connsiteX19" fmla="*/ 2362260 w 7200997"/>
              <a:gd name="connsiteY19" fmla="*/ 4272629 h 4555608"/>
              <a:gd name="connsiteX20" fmla="*/ 2166998 w 7200997"/>
              <a:gd name="connsiteY20" fmla="*/ 3953733 h 4555608"/>
              <a:gd name="connsiteX21" fmla="*/ 2007454 w 7200997"/>
              <a:gd name="connsiteY21" fmla="*/ 3613309 h 4555608"/>
              <a:gd name="connsiteX22" fmla="*/ 1914395 w 7200997"/>
              <a:gd name="connsiteY22" fmla="*/ 3309080 h 4555608"/>
              <a:gd name="connsiteX23" fmla="*/ 1980879 w 7200997"/>
              <a:gd name="connsiteY23" fmla="*/ 2865215 h 4555608"/>
              <a:gd name="connsiteX24" fmla="*/ 2045649 w 7200997"/>
              <a:gd name="connsiteY24" fmla="*/ 2444591 h 4555608"/>
              <a:gd name="connsiteX25" fmla="*/ 1930968 w 7200997"/>
              <a:gd name="connsiteY25" fmla="*/ 2240090 h 4555608"/>
              <a:gd name="connsiteX26" fmla="*/ 1794761 w 7200997"/>
              <a:gd name="connsiteY26" fmla="*/ 2156936 h 4555608"/>
              <a:gd name="connsiteX27" fmla="*/ 1480722 w 7200997"/>
              <a:gd name="connsiteY27" fmla="*/ 2075498 h 4555608"/>
              <a:gd name="connsiteX28" fmla="*/ 1287935 w 7200997"/>
              <a:gd name="connsiteY28" fmla="*/ 2120360 h 4555608"/>
              <a:gd name="connsiteX29" fmla="*/ 915212 w 7200997"/>
              <a:gd name="connsiteY29" fmla="*/ 2509432 h 4555608"/>
              <a:gd name="connsiteX30" fmla="*/ 0 w 7200997"/>
              <a:gd name="connsiteY30"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230840 w 7200997"/>
              <a:gd name="connsiteY6" fmla="*/ 1759172 h 4555608"/>
              <a:gd name="connsiteX7" fmla="*/ 6022623 w 7200997"/>
              <a:gd name="connsiteY7" fmla="*/ 2245138 h 4555608"/>
              <a:gd name="connsiteX8" fmla="*/ 5958043 w 7200997"/>
              <a:gd name="connsiteY8" fmla="*/ 2467737 h 4555608"/>
              <a:gd name="connsiteX9" fmla="*/ 5879081 w 7200997"/>
              <a:gd name="connsiteY9" fmla="*/ 2723864 h 4555608"/>
              <a:gd name="connsiteX10" fmla="*/ 5189666 w 7200997"/>
              <a:gd name="connsiteY10" fmla="*/ 3772955 h 4555608"/>
              <a:gd name="connsiteX11" fmla="*/ 4871302 w 7200997"/>
              <a:gd name="connsiteY11" fmla="*/ 4050049 h 4555608"/>
              <a:gd name="connsiteX12" fmla="*/ 4528436 w 7200997"/>
              <a:gd name="connsiteY12" fmla="*/ 4324160 h 4555608"/>
              <a:gd name="connsiteX13" fmla="*/ 4345365 w 7200997"/>
              <a:gd name="connsiteY13" fmla="*/ 4478560 h 4555608"/>
              <a:gd name="connsiteX14" fmla="*/ 4060663 w 7200997"/>
              <a:gd name="connsiteY14" fmla="*/ 4555141 h 4555608"/>
              <a:gd name="connsiteX15" fmla="*/ 3534312 w 7200997"/>
              <a:gd name="connsiteY15" fmla="*/ 4488085 h 4555608"/>
              <a:gd name="connsiteX16" fmla="*/ 2972051 w 7200997"/>
              <a:gd name="connsiteY16" fmla="*/ 4488085 h 4555608"/>
              <a:gd name="connsiteX17" fmla="*/ 2728592 w 7200997"/>
              <a:gd name="connsiteY17" fmla="*/ 4463034 h 4555608"/>
              <a:gd name="connsiteX18" fmla="*/ 2362260 w 7200997"/>
              <a:gd name="connsiteY18" fmla="*/ 4272629 h 4555608"/>
              <a:gd name="connsiteX19" fmla="*/ 2166998 w 7200997"/>
              <a:gd name="connsiteY19" fmla="*/ 3953733 h 4555608"/>
              <a:gd name="connsiteX20" fmla="*/ 2007454 w 7200997"/>
              <a:gd name="connsiteY20" fmla="*/ 3613309 h 4555608"/>
              <a:gd name="connsiteX21" fmla="*/ 1914395 w 7200997"/>
              <a:gd name="connsiteY21" fmla="*/ 3309080 h 4555608"/>
              <a:gd name="connsiteX22" fmla="*/ 1980879 w 7200997"/>
              <a:gd name="connsiteY22" fmla="*/ 2865215 h 4555608"/>
              <a:gd name="connsiteX23" fmla="*/ 2045649 w 7200997"/>
              <a:gd name="connsiteY23" fmla="*/ 2444591 h 4555608"/>
              <a:gd name="connsiteX24" fmla="*/ 1930968 w 7200997"/>
              <a:gd name="connsiteY24" fmla="*/ 2240090 h 4555608"/>
              <a:gd name="connsiteX25" fmla="*/ 1794761 w 7200997"/>
              <a:gd name="connsiteY25" fmla="*/ 2156936 h 4555608"/>
              <a:gd name="connsiteX26" fmla="*/ 1480722 w 7200997"/>
              <a:gd name="connsiteY26" fmla="*/ 2075498 h 4555608"/>
              <a:gd name="connsiteX27" fmla="*/ 1287935 w 7200997"/>
              <a:gd name="connsiteY27" fmla="*/ 2120360 h 4555608"/>
              <a:gd name="connsiteX28" fmla="*/ 915212 w 7200997"/>
              <a:gd name="connsiteY28" fmla="*/ 2509432 h 4555608"/>
              <a:gd name="connsiteX29" fmla="*/ 0 w 7200997"/>
              <a:gd name="connsiteY29" fmla="*/ 2228755 h 4555608"/>
              <a:gd name="connsiteX0" fmla="*/ 6753000 w 7200997"/>
              <a:gd name="connsiteY0" fmla="*/ 0 h 4337390"/>
              <a:gd name="connsiteX1" fmla="*/ 7070754 w 7200997"/>
              <a:gd name="connsiteY1" fmla="*/ 274701 h 4337390"/>
              <a:gd name="connsiteX2" fmla="*/ 7199913 w 7200997"/>
              <a:gd name="connsiteY2" fmla="*/ 571500 h 4337390"/>
              <a:gd name="connsiteX3" fmla="*/ 7125713 w 7200997"/>
              <a:gd name="connsiteY3" fmla="*/ 877919 h 4337390"/>
              <a:gd name="connsiteX4" fmla="*/ 6936737 w 7200997"/>
              <a:gd name="connsiteY4" fmla="*/ 1131665 h 4337390"/>
              <a:gd name="connsiteX5" fmla="*/ 6230840 w 7200997"/>
              <a:gd name="connsiteY5" fmla="*/ 1540954 h 4337390"/>
              <a:gd name="connsiteX6" fmla="*/ 6022623 w 7200997"/>
              <a:gd name="connsiteY6" fmla="*/ 2026920 h 4337390"/>
              <a:gd name="connsiteX7" fmla="*/ 5958043 w 7200997"/>
              <a:gd name="connsiteY7" fmla="*/ 2249519 h 4337390"/>
              <a:gd name="connsiteX8" fmla="*/ 5879081 w 7200997"/>
              <a:gd name="connsiteY8" fmla="*/ 2505646 h 4337390"/>
              <a:gd name="connsiteX9" fmla="*/ 5189666 w 7200997"/>
              <a:gd name="connsiteY9" fmla="*/ 3554737 h 4337390"/>
              <a:gd name="connsiteX10" fmla="*/ 4871302 w 7200997"/>
              <a:gd name="connsiteY10" fmla="*/ 3831831 h 4337390"/>
              <a:gd name="connsiteX11" fmla="*/ 4528436 w 7200997"/>
              <a:gd name="connsiteY11" fmla="*/ 4105942 h 4337390"/>
              <a:gd name="connsiteX12" fmla="*/ 4345365 w 7200997"/>
              <a:gd name="connsiteY12" fmla="*/ 4260342 h 4337390"/>
              <a:gd name="connsiteX13" fmla="*/ 4060663 w 7200997"/>
              <a:gd name="connsiteY13" fmla="*/ 4336923 h 4337390"/>
              <a:gd name="connsiteX14" fmla="*/ 3534312 w 7200997"/>
              <a:gd name="connsiteY14" fmla="*/ 4269867 h 4337390"/>
              <a:gd name="connsiteX15" fmla="*/ 2972051 w 7200997"/>
              <a:gd name="connsiteY15" fmla="*/ 4269867 h 4337390"/>
              <a:gd name="connsiteX16" fmla="*/ 2728592 w 7200997"/>
              <a:gd name="connsiteY16" fmla="*/ 4244816 h 4337390"/>
              <a:gd name="connsiteX17" fmla="*/ 2362260 w 7200997"/>
              <a:gd name="connsiteY17" fmla="*/ 4054411 h 4337390"/>
              <a:gd name="connsiteX18" fmla="*/ 2166998 w 7200997"/>
              <a:gd name="connsiteY18" fmla="*/ 3735515 h 4337390"/>
              <a:gd name="connsiteX19" fmla="*/ 2007454 w 7200997"/>
              <a:gd name="connsiteY19" fmla="*/ 3395091 h 4337390"/>
              <a:gd name="connsiteX20" fmla="*/ 1914395 w 7200997"/>
              <a:gd name="connsiteY20" fmla="*/ 3090862 h 4337390"/>
              <a:gd name="connsiteX21" fmla="*/ 1980879 w 7200997"/>
              <a:gd name="connsiteY21" fmla="*/ 2646997 h 4337390"/>
              <a:gd name="connsiteX22" fmla="*/ 2045649 w 7200997"/>
              <a:gd name="connsiteY22" fmla="*/ 2226373 h 4337390"/>
              <a:gd name="connsiteX23" fmla="*/ 1930968 w 7200997"/>
              <a:gd name="connsiteY23" fmla="*/ 2021872 h 4337390"/>
              <a:gd name="connsiteX24" fmla="*/ 1794761 w 7200997"/>
              <a:gd name="connsiteY24" fmla="*/ 1938718 h 4337390"/>
              <a:gd name="connsiteX25" fmla="*/ 1480722 w 7200997"/>
              <a:gd name="connsiteY25" fmla="*/ 1857280 h 4337390"/>
              <a:gd name="connsiteX26" fmla="*/ 1287935 w 7200997"/>
              <a:gd name="connsiteY26" fmla="*/ 1902142 h 4337390"/>
              <a:gd name="connsiteX27" fmla="*/ 915212 w 7200997"/>
              <a:gd name="connsiteY27" fmla="*/ 2291214 h 4337390"/>
              <a:gd name="connsiteX28" fmla="*/ 0 w 7200997"/>
              <a:gd name="connsiteY28" fmla="*/ 2010537 h 4337390"/>
              <a:gd name="connsiteX0" fmla="*/ 6753000 w 7199913"/>
              <a:gd name="connsiteY0" fmla="*/ 0 h 4337390"/>
              <a:gd name="connsiteX1" fmla="*/ 7070754 w 7199913"/>
              <a:gd name="connsiteY1" fmla="*/ 274701 h 4337390"/>
              <a:gd name="connsiteX2" fmla="*/ 7199913 w 7199913"/>
              <a:gd name="connsiteY2" fmla="*/ 571500 h 4337390"/>
              <a:gd name="connsiteX3" fmla="*/ 6936737 w 7199913"/>
              <a:gd name="connsiteY3" fmla="*/ 1131665 h 4337390"/>
              <a:gd name="connsiteX4" fmla="*/ 6230840 w 7199913"/>
              <a:gd name="connsiteY4" fmla="*/ 1540954 h 4337390"/>
              <a:gd name="connsiteX5" fmla="*/ 6022623 w 7199913"/>
              <a:gd name="connsiteY5" fmla="*/ 2026920 h 4337390"/>
              <a:gd name="connsiteX6" fmla="*/ 5958043 w 7199913"/>
              <a:gd name="connsiteY6" fmla="*/ 2249519 h 4337390"/>
              <a:gd name="connsiteX7" fmla="*/ 5879081 w 7199913"/>
              <a:gd name="connsiteY7" fmla="*/ 2505646 h 4337390"/>
              <a:gd name="connsiteX8" fmla="*/ 5189666 w 7199913"/>
              <a:gd name="connsiteY8" fmla="*/ 3554737 h 4337390"/>
              <a:gd name="connsiteX9" fmla="*/ 4871302 w 7199913"/>
              <a:gd name="connsiteY9" fmla="*/ 3831831 h 4337390"/>
              <a:gd name="connsiteX10" fmla="*/ 4528436 w 7199913"/>
              <a:gd name="connsiteY10" fmla="*/ 4105942 h 4337390"/>
              <a:gd name="connsiteX11" fmla="*/ 4345365 w 7199913"/>
              <a:gd name="connsiteY11" fmla="*/ 4260342 h 4337390"/>
              <a:gd name="connsiteX12" fmla="*/ 4060663 w 7199913"/>
              <a:gd name="connsiteY12" fmla="*/ 4336923 h 4337390"/>
              <a:gd name="connsiteX13" fmla="*/ 3534312 w 7199913"/>
              <a:gd name="connsiteY13" fmla="*/ 4269867 h 4337390"/>
              <a:gd name="connsiteX14" fmla="*/ 2972051 w 7199913"/>
              <a:gd name="connsiteY14" fmla="*/ 4269867 h 4337390"/>
              <a:gd name="connsiteX15" fmla="*/ 2728592 w 7199913"/>
              <a:gd name="connsiteY15" fmla="*/ 4244816 h 4337390"/>
              <a:gd name="connsiteX16" fmla="*/ 2362260 w 7199913"/>
              <a:gd name="connsiteY16" fmla="*/ 4054411 h 4337390"/>
              <a:gd name="connsiteX17" fmla="*/ 2166998 w 7199913"/>
              <a:gd name="connsiteY17" fmla="*/ 3735515 h 4337390"/>
              <a:gd name="connsiteX18" fmla="*/ 2007454 w 7199913"/>
              <a:gd name="connsiteY18" fmla="*/ 3395091 h 4337390"/>
              <a:gd name="connsiteX19" fmla="*/ 1914395 w 7199913"/>
              <a:gd name="connsiteY19" fmla="*/ 3090862 h 4337390"/>
              <a:gd name="connsiteX20" fmla="*/ 1980879 w 7199913"/>
              <a:gd name="connsiteY20" fmla="*/ 2646997 h 4337390"/>
              <a:gd name="connsiteX21" fmla="*/ 2045649 w 7199913"/>
              <a:gd name="connsiteY21" fmla="*/ 2226373 h 4337390"/>
              <a:gd name="connsiteX22" fmla="*/ 1930968 w 7199913"/>
              <a:gd name="connsiteY22" fmla="*/ 2021872 h 4337390"/>
              <a:gd name="connsiteX23" fmla="*/ 1794761 w 7199913"/>
              <a:gd name="connsiteY23" fmla="*/ 1938718 h 4337390"/>
              <a:gd name="connsiteX24" fmla="*/ 1480722 w 7199913"/>
              <a:gd name="connsiteY24" fmla="*/ 1857280 h 4337390"/>
              <a:gd name="connsiteX25" fmla="*/ 1287935 w 7199913"/>
              <a:gd name="connsiteY25" fmla="*/ 1902142 h 4337390"/>
              <a:gd name="connsiteX26" fmla="*/ 915212 w 7199913"/>
              <a:gd name="connsiteY26" fmla="*/ 2291214 h 4337390"/>
              <a:gd name="connsiteX27" fmla="*/ 0 w 7199913"/>
              <a:gd name="connsiteY27" fmla="*/ 2010537 h 4337390"/>
              <a:gd name="connsiteX0" fmla="*/ 6753000 w 7199913"/>
              <a:gd name="connsiteY0" fmla="*/ 0 h 4337390"/>
              <a:gd name="connsiteX1" fmla="*/ 7070754 w 7199913"/>
              <a:gd name="connsiteY1" fmla="*/ 274701 h 4337390"/>
              <a:gd name="connsiteX2" fmla="*/ 7199913 w 7199913"/>
              <a:gd name="connsiteY2" fmla="*/ 571500 h 4337390"/>
              <a:gd name="connsiteX3" fmla="*/ 6936737 w 7199913"/>
              <a:gd name="connsiteY3" fmla="*/ 1131665 h 4337390"/>
              <a:gd name="connsiteX4" fmla="*/ 6230840 w 7199913"/>
              <a:gd name="connsiteY4" fmla="*/ 1540954 h 4337390"/>
              <a:gd name="connsiteX5" fmla="*/ 6022623 w 7199913"/>
              <a:gd name="connsiteY5" fmla="*/ 2026920 h 4337390"/>
              <a:gd name="connsiteX6" fmla="*/ 5958043 w 7199913"/>
              <a:gd name="connsiteY6" fmla="*/ 2249519 h 4337390"/>
              <a:gd name="connsiteX7" fmla="*/ 5189666 w 7199913"/>
              <a:gd name="connsiteY7" fmla="*/ 3554737 h 4337390"/>
              <a:gd name="connsiteX8" fmla="*/ 4871302 w 7199913"/>
              <a:gd name="connsiteY8" fmla="*/ 3831831 h 4337390"/>
              <a:gd name="connsiteX9" fmla="*/ 4528436 w 7199913"/>
              <a:gd name="connsiteY9" fmla="*/ 4105942 h 4337390"/>
              <a:gd name="connsiteX10" fmla="*/ 4345365 w 7199913"/>
              <a:gd name="connsiteY10" fmla="*/ 4260342 h 4337390"/>
              <a:gd name="connsiteX11" fmla="*/ 4060663 w 7199913"/>
              <a:gd name="connsiteY11" fmla="*/ 4336923 h 4337390"/>
              <a:gd name="connsiteX12" fmla="*/ 3534312 w 7199913"/>
              <a:gd name="connsiteY12" fmla="*/ 4269867 h 4337390"/>
              <a:gd name="connsiteX13" fmla="*/ 2972051 w 7199913"/>
              <a:gd name="connsiteY13" fmla="*/ 4269867 h 4337390"/>
              <a:gd name="connsiteX14" fmla="*/ 2728592 w 7199913"/>
              <a:gd name="connsiteY14" fmla="*/ 4244816 h 4337390"/>
              <a:gd name="connsiteX15" fmla="*/ 2362260 w 7199913"/>
              <a:gd name="connsiteY15" fmla="*/ 4054411 h 4337390"/>
              <a:gd name="connsiteX16" fmla="*/ 2166998 w 7199913"/>
              <a:gd name="connsiteY16" fmla="*/ 3735515 h 4337390"/>
              <a:gd name="connsiteX17" fmla="*/ 2007454 w 7199913"/>
              <a:gd name="connsiteY17" fmla="*/ 3395091 h 4337390"/>
              <a:gd name="connsiteX18" fmla="*/ 1914395 w 7199913"/>
              <a:gd name="connsiteY18" fmla="*/ 3090862 h 4337390"/>
              <a:gd name="connsiteX19" fmla="*/ 1980879 w 7199913"/>
              <a:gd name="connsiteY19" fmla="*/ 2646997 h 4337390"/>
              <a:gd name="connsiteX20" fmla="*/ 2045649 w 7199913"/>
              <a:gd name="connsiteY20" fmla="*/ 2226373 h 4337390"/>
              <a:gd name="connsiteX21" fmla="*/ 1930968 w 7199913"/>
              <a:gd name="connsiteY21" fmla="*/ 2021872 h 4337390"/>
              <a:gd name="connsiteX22" fmla="*/ 1794761 w 7199913"/>
              <a:gd name="connsiteY22" fmla="*/ 1938718 h 4337390"/>
              <a:gd name="connsiteX23" fmla="*/ 1480722 w 7199913"/>
              <a:gd name="connsiteY23" fmla="*/ 1857280 h 4337390"/>
              <a:gd name="connsiteX24" fmla="*/ 1287935 w 7199913"/>
              <a:gd name="connsiteY24" fmla="*/ 1902142 h 4337390"/>
              <a:gd name="connsiteX25" fmla="*/ 915212 w 7199913"/>
              <a:gd name="connsiteY25" fmla="*/ 2291214 h 4337390"/>
              <a:gd name="connsiteX26" fmla="*/ 0 w 7199913"/>
              <a:gd name="connsiteY26" fmla="*/ 2010537 h 4337390"/>
              <a:gd name="connsiteX0" fmla="*/ 7070754 w 7199913"/>
              <a:gd name="connsiteY0" fmla="*/ 0 h 4062689"/>
              <a:gd name="connsiteX1" fmla="*/ 7199913 w 7199913"/>
              <a:gd name="connsiteY1" fmla="*/ 296799 h 4062689"/>
              <a:gd name="connsiteX2" fmla="*/ 6936737 w 7199913"/>
              <a:gd name="connsiteY2" fmla="*/ 856964 h 4062689"/>
              <a:gd name="connsiteX3" fmla="*/ 6230840 w 7199913"/>
              <a:gd name="connsiteY3" fmla="*/ 1266253 h 4062689"/>
              <a:gd name="connsiteX4" fmla="*/ 6022623 w 7199913"/>
              <a:gd name="connsiteY4" fmla="*/ 1752219 h 4062689"/>
              <a:gd name="connsiteX5" fmla="*/ 5958043 w 7199913"/>
              <a:gd name="connsiteY5" fmla="*/ 1974818 h 4062689"/>
              <a:gd name="connsiteX6" fmla="*/ 5189666 w 7199913"/>
              <a:gd name="connsiteY6" fmla="*/ 3280036 h 4062689"/>
              <a:gd name="connsiteX7" fmla="*/ 4871302 w 7199913"/>
              <a:gd name="connsiteY7" fmla="*/ 3557130 h 4062689"/>
              <a:gd name="connsiteX8" fmla="*/ 4528436 w 7199913"/>
              <a:gd name="connsiteY8" fmla="*/ 3831241 h 4062689"/>
              <a:gd name="connsiteX9" fmla="*/ 4345365 w 7199913"/>
              <a:gd name="connsiteY9" fmla="*/ 3985641 h 4062689"/>
              <a:gd name="connsiteX10" fmla="*/ 4060663 w 7199913"/>
              <a:gd name="connsiteY10" fmla="*/ 4062222 h 4062689"/>
              <a:gd name="connsiteX11" fmla="*/ 3534312 w 7199913"/>
              <a:gd name="connsiteY11" fmla="*/ 3995166 h 4062689"/>
              <a:gd name="connsiteX12" fmla="*/ 2972051 w 7199913"/>
              <a:gd name="connsiteY12" fmla="*/ 3995166 h 4062689"/>
              <a:gd name="connsiteX13" fmla="*/ 2728592 w 7199913"/>
              <a:gd name="connsiteY13" fmla="*/ 3970115 h 4062689"/>
              <a:gd name="connsiteX14" fmla="*/ 2362260 w 7199913"/>
              <a:gd name="connsiteY14" fmla="*/ 3779710 h 4062689"/>
              <a:gd name="connsiteX15" fmla="*/ 2166998 w 7199913"/>
              <a:gd name="connsiteY15" fmla="*/ 3460814 h 4062689"/>
              <a:gd name="connsiteX16" fmla="*/ 2007454 w 7199913"/>
              <a:gd name="connsiteY16" fmla="*/ 3120390 h 4062689"/>
              <a:gd name="connsiteX17" fmla="*/ 1914395 w 7199913"/>
              <a:gd name="connsiteY17" fmla="*/ 2816161 h 4062689"/>
              <a:gd name="connsiteX18" fmla="*/ 1980879 w 7199913"/>
              <a:gd name="connsiteY18" fmla="*/ 2372296 h 4062689"/>
              <a:gd name="connsiteX19" fmla="*/ 2045649 w 7199913"/>
              <a:gd name="connsiteY19" fmla="*/ 1951672 h 4062689"/>
              <a:gd name="connsiteX20" fmla="*/ 1930968 w 7199913"/>
              <a:gd name="connsiteY20" fmla="*/ 1747171 h 4062689"/>
              <a:gd name="connsiteX21" fmla="*/ 1794761 w 7199913"/>
              <a:gd name="connsiteY21" fmla="*/ 1664017 h 4062689"/>
              <a:gd name="connsiteX22" fmla="*/ 1480722 w 7199913"/>
              <a:gd name="connsiteY22" fmla="*/ 1582579 h 4062689"/>
              <a:gd name="connsiteX23" fmla="*/ 1287935 w 7199913"/>
              <a:gd name="connsiteY23" fmla="*/ 1627441 h 4062689"/>
              <a:gd name="connsiteX24" fmla="*/ 915212 w 7199913"/>
              <a:gd name="connsiteY24" fmla="*/ 2016513 h 4062689"/>
              <a:gd name="connsiteX25" fmla="*/ 0 w 7199913"/>
              <a:gd name="connsiteY25" fmla="*/ 1735836 h 4062689"/>
              <a:gd name="connsiteX0" fmla="*/ 7199913 w 7199913"/>
              <a:gd name="connsiteY0" fmla="*/ 0 h 3765890"/>
              <a:gd name="connsiteX1" fmla="*/ 6936737 w 7199913"/>
              <a:gd name="connsiteY1" fmla="*/ 560165 h 3765890"/>
              <a:gd name="connsiteX2" fmla="*/ 6230840 w 7199913"/>
              <a:gd name="connsiteY2" fmla="*/ 969454 h 3765890"/>
              <a:gd name="connsiteX3" fmla="*/ 6022623 w 7199913"/>
              <a:gd name="connsiteY3" fmla="*/ 1455420 h 3765890"/>
              <a:gd name="connsiteX4" fmla="*/ 5958043 w 7199913"/>
              <a:gd name="connsiteY4" fmla="*/ 1678019 h 3765890"/>
              <a:gd name="connsiteX5" fmla="*/ 5189666 w 7199913"/>
              <a:gd name="connsiteY5" fmla="*/ 2983237 h 3765890"/>
              <a:gd name="connsiteX6" fmla="*/ 4871302 w 7199913"/>
              <a:gd name="connsiteY6" fmla="*/ 3260331 h 3765890"/>
              <a:gd name="connsiteX7" fmla="*/ 4528436 w 7199913"/>
              <a:gd name="connsiteY7" fmla="*/ 3534442 h 3765890"/>
              <a:gd name="connsiteX8" fmla="*/ 4345365 w 7199913"/>
              <a:gd name="connsiteY8" fmla="*/ 3688842 h 3765890"/>
              <a:gd name="connsiteX9" fmla="*/ 4060663 w 7199913"/>
              <a:gd name="connsiteY9" fmla="*/ 3765423 h 3765890"/>
              <a:gd name="connsiteX10" fmla="*/ 3534312 w 7199913"/>
              <a:gd name="connsiteY10" fmla="*/ 3698367 h 3765890"/>
              <a:gd name="connsiteX11" fmla="*/ 2972051 w 7199913"/>
              <a:gd name="connsiteY11" fmla="*/ 3698367 h 3765890"/>
              <a:gd name="connsiteX12" fmla="*/ 2728592 w 7199913"/>
              <a:gd name="connsiteY12" fmla="*/ 3673316 h 3765890"/>
              <a:gd name="connsiteX13" fmla="*/ 2362260 w 7199913"/>
              <a:gd name="connsiteY13" fmla="*/ 3482911 h 3765890"/>
              <a:gd name="connsiteX14" fmla="*/ 2166998 w 7199913"/>
              <a:gd name="connsiteY14" fmla="*/ 3164015 h 3765890"/>
              <a:gd name="connsiteX15" fmla="*/ 2007454 w 7199913"/>
              <a:gd name="connsiteY15" fmla="*/ 2823591 h 3765890"/>
              <a:gd name="connsiteX16" fmla="*/ 1914395 w 7199913"/>
              <a:gd name="connsiteY16" fmla="*/ 2519362 h 3765890"/>
              <a:gd name="connsiteX17" fmla="*/ 1980879 w 7199913"/>
              <a:gd name="connsiteY17" fmla="*/ 2075497 h 3765890"/>
              <a:gd name="connsiteX18" fmla="*/ 2045649 w 7199913"/>
              <a:gd name="connsiteY18" fmla="*/ 1654873 h 3765890"/>
              <a:gd name="connsiteX19" fmla="*/ 1930968 w 7199913"/>
              <a:gd name="connsiteY19" fmla="*/ 1450372 h 3765890"/>
              <a:gd name="connsiteX20" fmla="*/ 1794761 w 7199913"/>
              <a:gd name="connsiteY20" fmla="*/ 1367218 h 3765890"/>
              <a:gd name="connsiteX21" fmla="*/ 1480722 w 7199913"/>
              <a:gd name="connsiteY21" fmla="*/ 1285780 h 3765890"/>
              <a:gd name="connsiteX22" fmla="*/ 1287935 w 7199913"/>
              <a:gd name="connsiteY22" fmla="*/ 1330642 h 3765890"/>
              <a:gd name="connsiteX23" fmla="*/ 915212 w 7199913"/>
              <a:gd name="connsiteY23" fmla="*/ 1719714 h 3765890"/>
              <a:gd name="connsiteX24" fmla="*/ 0 w 7199913"/>
              <a:gd name="connsiteY24" fmla="*/ 1439037 h 3765890"/>
              <a:gd name="connsiteX0" fmla="*/ 7199913 w 7199913"/>
              <a:gd name="connsiteY0" fmla="*/ 0 h 3765890"/>
              <a:gd name="connsiteX1" fmla="*/ 6936737 w 7199913"/>
              <a:gd name="connsiteY1" fmla="*/ 560165 h 3765890"/>
              <a:gd name="connsiteX2" fmla="*/ 6230840 w 7199913"/>
              <a:gd name="connsiteY2" fmla="*/ 969454 h 3765890"/>
              <a:gd name="connsiteX3" fmla="*/ 6022623 w 7199913"/>
              <a:gd name="connsiteY3" fmla="*/ 1455420 h 3765890"/>
              <a:gd name="connsiteX4" fmla="*/ 5189666 w 7199913"/>
              <a:gd name="connsiteY4" fmla="*/ 2983237 h 3765890"/>
              <a:gd name="connsiteX5" fmla="*/ 4871302 w 7199913"/>
              <a:gd name="connsiteY5" fmla="*/ 3260331 h 3765890"/>
              <a:gd name="connsiteX6" fmla="*/ 4528436 w 7199913"/>
              <a:gd name="connsiteY6" fmla="*/ 3534442 h 3765890"/>
              <a:gd name="connsiteX7" fmla="*/ 4345365 w 7199913"/>
              <a:gd name="connsiteY7" fmla="*/ 3688842 h 3765890"/>
              <a:gd name="connsiteX8" fmla="*/ 4060663 w 7199913"/>
              <a:gd name="connsiteY8" fmla="*/ 3765423 h 3765890"/>
              <a:gd name="connsiteX9" fmla="*/ 3534312 w 7199913"/>
              <a:gd name="connsiteY9" fmla="*/ 3698367 h 3765890"/>
              <a:gd name="connsiteX10" fmla="*/ 2972051 w 7199913"/>
              <a:gd name="connsiteY10" fmla="*/ 3698367 h 3765890"/>
              <a:gd name="connsiteX11" fmla="*/ 2728592 w 7199913"/>
              <a:gd name="connsiteY11" fmla="*/ 3673316 h 3765890"/>
              <a:gd name="connsiteX12" fmla="*/ 2362260 w 7199913"/>
              <a:gd name="connsiteY12" fmla="*/ 3482911 h 3765890"/>
              <a:gd name="connsiteX13" fmla="*/ 2166998 w 7199913"/>
              <a:gd name="connsiteY13" fmla="*/ 3164015 h 3765890"/>
              <a:gd name="connsiteX14" fmla="*/ 2007454 w 7199913"/>
              <a:gd name="connsiteY14" fmla="*/ 2823591 h 3765890"/>
              <a:gd name="connsiteX15" fmla="*/ 1914395 w 7199913"/>
              <a:gd name="connsiteY15" fmla="*/ 2519362 h 3765890"/>
              <a:gd name="connsiteX16" fmla="*/ 1980879 w 7199913"/>
              <a:gd name="connsiteY16" fmla="*/ 2075497 h 3765890"/>
              <a:gd name="connsiteX17" fmla="*/ 2045649 w 7199913"/>
              <a:gd name="connsiteY17" fmla="*/ 1654873 h 3765890"/>
              <a:gd name="connsiteX18" fmla="*/ 1930968 w 7199913"/>
              <a:gd name="connsiteY18" fmla="*/ 1450372 h 3765890"/>
              <a:gd name="connsiteX19" fmla="*/ 1794761 w 7199913"/>
              <a:gd name="connsiteY19" fmla="*/ 1367218 h 3765890"/>
              <a:gd name="connsiteX20" fmla="*/ 1480722 w 7199913"/>
              <a:gd name="connsiteY20" fmla="*/ 1285780 h 3765890"/>
              <a:gd name="connsiteX21" fmla="*/ 1287935 w 7199913"/>
              <a:gd name="connsiteY21" fmla="*/ 1330642 h 3765890"/>
              <a:gd name="connsiteX22" fmla="*/ 915212 w 7199913"/>
              <a:gd name="connsiteY22" fmla="*/ 1719714 h 3765890"/>
              <a:gd name="connsiteX23" fmla="*/ 0 w 7199913"/>
              <a:gd name="connsiteY23" fmla="*/ 1439037 h 3765890"/>
              <a:gd name="connsiteX0" fmla="*/ 7199913 w 7199913"/>
              <a:gd name="connsiteY0" fmla="*/ 0 h 3765890"/>
              <a:gd name="connsiteX1" fmla="*/ 6936737 w 7199913"/>
              <a:gd name="connsiteY1" fmla="*/ 560165 h 3765890"/>
              <a:gd name="connsiteX2" fmla="*/ 6022623 w 7199913"/>
              <a:gd name="connsiteY2" fmla="*/ 1455420 h 3765890"/>
              <a:gd name="connsiteX3" fmla="*/ 5189666 w 7199913"/>
              <a:gd name="connsiteY3" fmla="*/ 2983237 h 3765890"/>
              <a:gd name="connsiteX4" fmla="*/ 4871302 w 7199913"/>
              <a:gd name="connsiteY4" fmla="*/ 3260331 h 3765890"/>
              <a:gd name="connsiteX5" fmla="*/ 4528436 w 7199913"/>
              <a:gd name="connsiteY5" fmla="*/ 3534442 h 3765890"/>
              <a:gd name="connsiteX6" fmla="*/ 4345365 w 7199913"/>
              <a:gd name="connsiteY6" fmla="*/ 3688842 h 3765890"/>
              <a:gd name="connsiteX7" fmla="*/ 4060663 w 7199913"/>
              <a:gd name="connsiteY7" fmla="*/ 3765423 h 3765890"/>
              <a:gd name="connsiteX8" fmla="*/ 3534312 w 7199913"/>
              <a:gd name="connsiteY8" fmla="*/ 3698367 h 3765890"/>
              <a:gd name="connsiteX9" fmla="*/ 2972051 w 7199913"/>
              <a:gd name="connsiteY9" fmla="*/ 3698367 h 3765890"/>
              <a:gd name="connsiteX10" fmla="*/ 2728592 w 7199913"/>
              <a:gd name="connsiteY10" fmla="*/ 3673316 h 3765890"/>
              <a:gd name="connsiteX11" fmla="*/ 2362260 w 7199913"/>
              <a:gd name="connsiteY11" fmla="*/ 3482911 h 3765890"/>
              <a:gd name="connsiteX12" fmla="*/ 2166998 w 7199913"/>
              <a:gd name="connsiteY12" fmla="*/ 3164015 h 3765890"/>
              <a:gd name="connsiteX13" fmla="*/ 2007454 w 7199913"/>
              <a:gd name="connsiteY13" fmla="*/ 2823591 h 3765890"/>
              <a:gd name="connsiteX14" fmla="*/ 1914395 w 7199913"/>
              <a:gd name="connsiteY14" fmla="*/ 2519362 h 3765890"/>
              <a:gd name="connsiteX15" fmla="*/ 1980879 w 7199913"/>
              <a:gd name="connsiteY15" fmla="*/ 2075497 h 3765890"/>
              <a:gd name="connsiteX16" fmla="*/ 2045649 w 7199913"/>
              <a:gd name="connsiteY16" fmla="*/ 1654873 h 3765890"/>
              <a:gd name="connsiteX17" fmla="*/ 1930968 w 7199913"/>
              <a:gd name="connsiteY17" fmla="*/ 1450372 h 3765890"/>
              <a:gd name="connsiteX18" fmla="*/ 1794761 w 7199913"/>
              <a:gd name="connsiteY18" fmla="*/ 1367218 h 3765890"/>
              <a:gd name="connsiteX19" fmla="*/ 1480722 w 7199913"/>
              <a:gd name="connsiteY19" fmla="*/ 1285780 h 3765890"/>
              <a:gd name="connsiteX20" fmla="*/ 1287935 w 7199913"/>
              <a:gd name="connsiteY20" fmla="*/ 1330642 h 3765890"/>
              <a:gd name="connsiteX21" fmla="*/ 915212 w 7199913"/>
              <a:gd name="connsiteY21" fmla="*/ 1719714 h 3765890"/>
              <a:gd name="connsiteX22" fmla="*/ 0 w 7199913"/>
              <a:gd name="connsiteY22" fmla="*/ 1439037 h 3765890"/>
              <a:gd name="connsiteX0" fmla="*/ 6936737 w 6936737"/>
              <a:gd name="connsiteY0" fmla="*/ 0 h 3205725"/>
              <a:gd name="connsiteX1" fmla="*/ 6022623 w 6936737"/>
              <a:gd name="connsiteY1" fmla="*/ 895255 h 3205725"/>
              <a:gd name="connsiteX2" fmla="*/ 5189666 w 6936737"/>
              <a:gd name="connsiteY2" fmla="*/ 2423072 h 3205725"/>
              <a:gd name="connsiteX3" fmla="*/ 4871302 w 6936737"/>
              <a:gd name="connsiteY3" fmla="*/ 2700166 h 3205725"/>
              <a:gd name="connsiteX4" fmla="*/ 4528436 w 6936737"/>
              <a:gd name="connsiteY4" fmla="*/ 2974277 h 3205725"/>
              <a:gd name="connsiteX5" fmla="*/ 4345365 w 6936737"/>
              <a:gd name="connsiteY5" fmla="*/ 3128677 h 3205725"/>
              <a:gd name="connsiteX6" fmla="*/ 4060663 w 6936737"/>
              <a:gd name="connsiteY6" fmla="*/ 3205258 h 3205725"/>
              <a:gd name="connsiteX7" fmla="*/ 3534312 w 6936737"/>
              <a:gd name="connsiteY7" fmla="*/ 3138202 h 3205725"/>
              <a:gd name="connsiteX8" fmla="*/ 2972051 w 6936737"/>
              <a:gd name="connsiteY8" fmla="*/ 3138202 h 3205725"/>
              <a:gd name="connsiteX9" fmla="*/ 2728592 w 6936737"/>
              <a:gd name="connsiteY9" fmla="*/ 3113151 h 3205725"/>
              <a:gd name="connsiteX10" fmla="*/ 2362260 w 6936737"/>
              <a:gd name="connsiteY10" fmla="*/ 2922746 h 3205725"/>
              <a:gd name="connsiteX11" fmla="*/ 2166998 w 6936737"/>
              <a:gd name="connsiteY11" fmla="*/ 2603850 h 3205725"/>
              <a:gd name="connsiteX12" fmla="*/ 2007454 w 6936737"/>
              <a:gd name="connsiteY12" fmla="*/ 2263426 h 3205725"/>
              <a:gd name="connsiteX13" fmla="*/ 1914395 w 6936737"/>
              <a:gd name="connsiteY13" fmla="*/ 1959197 h 3205725"/>
              <a:gd name="connsiteX14" fmla="*/ 1980879 w 6936737"/>
              <a:gd name="connsiteY14" fmla="*/ 1515332 h 3205725"/>
              <a:gd name="connsiteX15" fmla="*/ 2045649 w 6936737"/>
              <a:gd name="connsiteY15" fmla="*/ 1094708 h 3205725"/>
              <a:gd name="connsiteX16" fmla="*/ 1930968 w 6936737"/>
              <a:gd name="connsiteY16" fmla="*/ 890207 h 3205725"/>
              <a:gd name="connsiteX17" fmla="*/ 1794761 w 6936737"/>
              <a:gd name="connsiteY17" fmla="*/ 807053 h 3205725"/>
              <a:gd name="connsiteX18" fmla="*/ 1480722 w 6936737"/>
              <a:gd name="connsiteY18" fmla="*/ 725615 h 3205725"/>
              <a:gd name="connsiteX19" fmla="*/ 1287935 w 6936737"/>
              <a:gd name="connsiteY19" fmla="*/ 770477 h 3205725"/>
              <a:gd name="connsiteX20" fmla="*/ 915212 w 6936737"/>
              <a:gd name="connsiteY20" fmla="*/ 1159549 h 3205725"/>
              <a:gd name="connsiteX21" fmla="*/ 0 w 6936737"/>
              <a:gd name="connsiteY21" fmla="*/ 878872 h 3205725"/>
              <a:gd name="connsiteX0" fmla="*/ 6022623 w 6022623"/>
              <a:gd name="connsiteY0" fmla="*/ 173371 h 2483841"/>
              <a:gd name="connsiteX1" fmla="*/ 5189666 w 6022623"/>
              <a:gd name="connsiteY1" fmla="*/ 1701188 h 2483841"/>
              <a:gd name="connsiteX2" fmla="*/ 4871302 w 6022623"/>
              <a:gd name="connsiteY2" fmla="*/ 1978282 h 2483841"/>
              <a:gd name="connsiteX3" fmla="*/ 4528436 w 6022623"/>
              <a:gd name="connsiteY3" fmla="*/ 2252393 h 2483841"/>
              <a:gd name="connsiteX4" fmla="*/ 4345365 w 6022623"/>
              <a:gd name="connsiteY4" fmla="*/ 2406793 h 2483841"/>
              <a:gd name="connsiteX5" fmla="*/ 4060663 w 6022623"/>
              <a:gd name="connsiteY5" fmla="*/ 2483374 h 2483841"/>
              <a:gd name="connsiteX6" fmla="*/ 3534312 w 6022623"/>
              <a:gd name="connsiteY6" fmla="*/ 2416318 h 2483841"/>
              <a:gd name="connsiteX7" fmla="*/ 2972051 w 6022623"/>
              <a:gd name="connsiteY7" fmla="*/ 2416318 h 2483841"/>
              <a:gd name="connsiteX8" fmla="*/ 2728592 w 6022623"/>
              <a:gd name="connsiteY8" fmla="*/ 2391267 h 2483841"/>
              <a:gd name="connsiteX9" fmla="*/ 2362260 w 6022623"/>
              <a:gd name="connsiteY9" fmla="*/ 2200862 h 2483841"/>
              <a:gd name="connsiteX10" fmla="*/ 2166998 w 6022623"/>
              <a:gd name="connsiteY10" fmla="*/ 1881966 h 2483841"/>
              <a:gd name="connsiteX11" fmla="*/ 2007454 w 6022623"/>
              <a:gd name="connsiteY11" fmla="*/ 1541542 h 2483841"/>
              <a:gd name="connsiteX12" fmla="*/ 1914395 w 6022623"/>
              <a:gd name="connsiteY12" fmla="*/ 1237313 h 2483841"/>
              <a:gd name="connsiteX13" fmla="*/ 1980879 w 6022623"/>
              <a:gd name="connsiteY13" fmla="*/ 793448 h 2483841"/>
              <a:gd name="connsiteX14" fmla="*/ 2045649 w 6022623"/>
              <a:gd name="connsiteY14" fmla="*/ 372824 h 2483841"/>
              <a:gd name="connsiteX15" fmla="*/ 1930968 w 6022623"/>
              <a:gd name="connsiteY15" fmla="*/ 168323 h 2483841"/>
              <a:gd name="connsiteX16" fmla="*/ 1794761 w 6022623"/>
              <a:gd name="connsiteY16" fmla="*/ 85169 h 2483841"/>
              <a:gd name="connsiteX17" fmla="*/ 1480722 w 6022623"/>
              <a:gd name="connsiteY17" fmla="*/ 3731 h 2483841"/>
              <a:gd name="connsiteX18" fmla="*/ 1287935 w 6022623"/>
              <a:gd name="connsiteY18" fmla="*/ 48593 h 2483841"/>
              <a:gd name="connsiteX19" fmla="*/ 915212 w 6022623"/>
              <a:gd name="connsiteY19" fmla="*/ 437665 h 2483841"/>
              <a:gd name="connsiteX20" fmla="*/ 0 w 6022623"/>
              <a:gd name="connsiteY20" fmla="*/ 156988 h 2483841"/>
              <a:gd name="connsiteX0" fmla="*/ 5189666 w 5189666"/>
              <a:gd name="connsiteY0" fmla="*/ 1701188 h 2483841"/>
              <a:gd name="connsiteX1" fmla="*/ 4871302 w 5189666"/>
              <a:gd name="connsiteY1" fmla="*/ 1978282 h 2483841"/>
              <a:gd name="connsiteX2" fmla="*/ 4528436 w 5189666"/>
              <a:gd name="connsiteY2" fmla="*/ 2252393 h 2483841"/>
              <a:gd name="connsiteX3" fmla="*/ 4345365 w 5189666"/>
              <a:gd name="connsiteY3" fmla="*/ 2406793 h 2483841"/>
              <a:gd name="connsiteX4" fmla="*/ 4060663 w 5189666"/>
              <a:gd name="connsiteY4" fmla="*/ 2483374 h 2483841"/>
              <a:gd name="connsiteX5" fmla="*/ 3534312 w 5189666"/>
              <a:gd name="connsiteY5" fmla="*/ 2416318 h 2483841"/>
              <a:gd name="connsiteX6" fmla="*/ 2972051 w 5189666"/>
              <a:gd name="connsiteY6" fmla="*/ 2416318 h 2483841"/>
              <a:gd name="connsiteX7" fmla="*/ 2728592 w 5189666"/>
              <a:gd name="connsiteY7" fmla="*/ 2391267 h 2483841"/>
              <a:gd name="connsiteX8" fmla="*/ 2362260 w 5189666"/>
              <a:gd name="connsiteY8" fmla="*/ 2200862 h 2483841"/>
              <a:gd name="connsiteX9" fmla="*/ 2166998 w 5189666"/>
              <a:gd name="connsiteY9" fmla="*/ 1881966 h 2483841"/>
              <a:gd name="connsiteX10" fmla="*/ 2007454 w 5189666"/>
              <a:gd name="connsiteY10" fmla="*/ 1541542 h 2483841"/>
              <a:gd name="connsiteX11" fmla="*/ 1914395 w 5189666"/>
              <a:gd name="connsiteY11" fmla="*/ 1237313 h 2483841"/>
              <a:gd name="connsiteX12" fmla="*/ 1980879 w 5189666"/>
              <a:gd name="connsiteY12" fmla="*/ 793448 h 2483841"/>
              <a:gd name="connsiteX13" fmla="*/ 2045649 w 5189666"/>
              <a:gd name="connsiteY13" fmla="*/ 372824 h 2483841"/>
              <a:gd name="connsiteX14" fmla="*/ 1930968 w 5189666"/>
              <a:gd name="connsiteY14" fmla="*/ 168323 h 2483841"/>
              <a:gd name="connsiteX15" fmla="*/ 1794761 w 5189666"/>
              <a:gd name="connsiteY15" fmla="*/ 85169 h 2483841"/>
              <a:gd name="connsiteX16" fmla="*/ 1480722 w 5189666"/>
              <a:gd name="connsiteY16" fmla="*/ 3731 h 2483841"/>
              <a:gd name="connsiteX17" fmla="*/ 1287935 w 5189666"/>
              <a:gd name="connsiteY17" fmla="*/ 48593 h 2483841"/>
              <a:gd name="connsiteX18" fmla="*/ 915212 w 5189666"/>
              <a:gd name="connsiteY18" fmla="*/ 437665 h 2483841"/>
              <a:gd name="connsiteX19" fmla="*/ 0 w 5189666"/>
              <a:gd name="connsiteY19" fmla="*/ 156988 h 2483841"/>
              <a:gd name="connsiteX0" fmla="*/ 4871302 w 4871302"/>
              <a:gd name="connsiteY0" fmla="*/ 1978282 h 2483841"/>
              <a:gd name="connsiteX1" fmla="*/ 4528436 w 4871302"/>
              <a:gd name="connsiteY1" fmla="*/ 2252393 h 2483841"/>
              <a:gd name="connsiteX2" fmla="*/ 4345365 w 4871302"/>
              <a:gd name="connsiteY2" fmla="*/ 2406793 h 2483841"/>
              <a:gd name="connsiteX3" fmla="*/ 4060663 w 4871302"/>
              <a:gd name="connsiteY3" fmla="*/ 2483374 h 2483841"/>
              <a:gd name="connsiteX4" fmla="*/ 3534312 w 4871302"/>
              <a:gd name="connsiteY4" fmla="*/ 2416318 h 2483841"/>
              <a:gd name="connsiteX5" fmla="*/ 2972051 w 4871302"/>
              <a:gd name="connsiteY5" fmla="*/ 2416318 h 2483841"/>
              <a:gd name="connsiteX6" fmla="*/ 2728592 w 4871302"/>
              <a:gd name="connsiteY6" fmla="*/ 2391267 h 2483841"/>
              <a:gd name="connsiteX7" fmla="*/ 2362260 w 4871302"/>
              <a:gd name="connsiteY7" fmla="*/ 2200862 h 2483841"/>
              <a:gd name="connsiteX8" fmla="*/ 2166998 w 4871302"/>
              <a:gd name="connsiteY8" fmla="*/ 1881966 h 2483841"/>
              <a:gd name="connsiteX9" fmla="*/ 2007454 w 4871302"/>
              <a:gd name="connsiteY9" fmla="*/ 1541542 h 2483841"/>
              <a:gd name="connsiteX10" fmla="*/ 1914395 w 4871302"/>
              <a:gd name="connsiteY10" fmla="*/ 1237313 h 2483841"/>
              <a:gd name="connsiteX11" fmla="*/ 1980879 w 4871302"/>
              <a:gd name="connsiteY11" fmla="*/ 793448 h 2483841"/>
              <a:gd name="connsiteX12" fmla="*/ 2045649 w 4871302"/>
              <a:gd name="connsiteY12" fmla="*/ 372824 h 2483841"/>
              <a:gd name="connsiteX13" fmla="*/ 1930968 w 4871302"/>
              <a:gd name="connsiteY13" fmla="*/ 168323 h 2483841"/>
              <a:gd name="connsiteX14" fmla="*/ 1794761 w 4871302"/>
              <a:gd name="connsiteY14" fmla="*/ 85169 h 2483841"/>
              <a:gd name="connsiteX15" fmla="*/ 1480722 w 4871302"/>
              <a:gd name="connsiteY15" fmla="*/ 3731 h 2483841"/>
              <a:gd name="connsiteX16" fmla="*/ 1287935 w 4871302"/>
              <a:gd name="connsiteY16" fmla="*/ 48593 h 2483841"/>
              <a:gd name="connsiteX17" fmla="*/ 915212 w 4871302"/>
              <a:gd name="connsiteY17" fmla="*/ 437665 h 2483841"/>
              <a:gd name="connsiteX18" fmla="*/ 0 w 4871302"/>
              <a:gd name="connsiteY18" fmla="*/ 156988 h 2483841"/>
              <a:gd name="connsiteX0" fmla="*/ 4528436 w 4528436"/>
              <a:gd name="connsiteY0" fmla="*/ 2252393 h 2483841"/>
              <a:gd name="connsiteX1" fmla="*/ 4345365 w 4528436"/>
              <a:gd name="connsiteY1" fmla="*/ 2406793 h 2483841"/>
              <a:gd name="connsiteX2" fmla="*/ 4060663 w 4528436"/>
              <a:gd name="connsiteY2" fmla="*/ 2483374 h 2483841"/>
              <a:gd name="connsiteX3" fmla="*/ 3534312 w 4528436"/>
              <a:gd name="connsiteY3" fmla="*/ 2416318 h 2483841"/>
              <a:gd name="connsiteX4" fmla="*/ 2972051 w 4528436"/>
              <a:gd name="connsiteY4" fmla="*/ 2416318 h 2483841"/>
              <a:gd name="connsiteX5" fmla="*/ 2728592 w 4528436"/>
              <a:gd name="connsiteY5" fmla="*/ 2391267 h 2483841"/>
              <a:gd name="connsiteX6" fmla="*/ 2362260 w 4528436"/>
              <a:gd name="connsiteY6" fmla="*/ 2200862 h 2483841"/>
              <a:gd name="connsiteX7" fmla="*/ 2166998 w 4528436"/>
              <a:gd name="connsiteY7" fmla="*/ 1881966 h 2483841"/>
              <a:gd name="connsiteX8" fmla="*/ 2007454 w 4528436"/>
              <a:gd name="connsiteY8" fmla="*/ 1541542 h 2483841"/>
              <a:gd name="connsiteX9" fmla="*/ 1914395 w 4528436"/>
              <a:gd name="connsiteY9" fmla="*/ 1237313 h 2483841"/>
              <a:gd name="connsiteX10" fmla="*/ 1980879 w 4528436"/>
              <a:gd name="connsiteY10" fmla="*/ 793448 h 2483841"/>
              <a:gd name="connsiteX11" fmla="*/ 2045649 w 4528436"/>
              <a:gd name="connsiteY11" fmla="*/ 372824 h 2483841"/>
              <a:gd name="connsiteX12" fmla="*/ 1930968 w 4528436"/>
              <a:gd name="connsiteY12" fmla="*/ 168323 h 2483841"/>
              <a:gd name="connsiteX13" fmla="*/ 1794761 w 4528436"/>
              <a:gd name="connsiteY13" fmla="*/ 85169 h 2483841"/>
              <a:gd name="connsiteX14" fmla="*/ 1480722 w 4528436"/>
              <a:gd name="connsiteY14" fmla="*/ 3731 h 2483841"/>
              <a:gd name="connsiteX15" fmla="*/ 1287935 w 4528436"/>
              <a:gd name="connsiteY15" fmla="*/ 48593 h 2483841"/>
              <a:gd name="connsiteX16" fmla="*/ 915212 w 4528436"/>
              <a:gd name="connsiteY16" fmla="*/ 437665 h 2483841"/>
              <a:gd name="connsiteX17" fmla="*/ 0 w 4528436"/>
              <a:gd name="connsiteY17" fmla="*/ 156988 h 2483841"/>
              <a:gd name="connsiteX0" fmla="*/ 4345365 w 4345365"/>
              <a:gd name="connsiteY0" fmla="*/ 2406793 h 2483841"/>
              <a:gd name="connsiteX1" fmla="*/ 4060663 w 4345365"/>
              <a:gd name="connsiteY1" fmla="*/ 2483374 h 2483841"/>
              <a:gd name="connsiteX2" fmla="*/ 3534312 w 4345365"/>
              <a:gd name="connsiteY2" fmla="*/ 2416318 h 2483841"/>
              <a:gd name="connsiteX3" fmla="*/ 2972051 w 4345365"/>
              <a:gd name="connsiteY3" fmla="*/ 2416318 h 2483841"/>
              <a:gd name="connsiteX4" fmla="*/ 2728592 w 4345365"/>
              <a:gd name="connsiteY4" fmla="*/ 2391267 h 2483841"/>
              <a:gd name="connsiteX5" fmla="*/ 2362260 w 4345365"/>
              <a:gd name="connsiteY5" fmla="*/ 2200862 h 2483841"/>
              <a:gd name="connsiteX6" fmla="*/ 2166998 w 4345365"/>
              <a:gd name="connsiteY6" fmla="*/ 1881966 h 2483841"/>
              <a:gd name="connsiteX7" fmla="*/ 2007454 w 4345365"/>
              <a:gd name="connsiteY7" fmla="*/ 1541542 h 2483841"/>
              <a:gd name="connsiteX8" fmla="*/ 1914395 w 4345365"/>
              <a:gd name="connsiteY8" fmla="*/ 1237313 h 2483841"/>
              <a:gd name="connsiteX9" fmla="*/ 1980879 w 4345365"/>
              <a:gd name="connsiteY9" fmla="*/ 793448 h 2483841"/>
              <a:gd name="connsiteX10" fmla="*/ 2045649 w 4345365"/>
              <a:gd name="connsiteY10" fmla="*/ 372824 h 2483841"/>
              <a:gd name="connsiteX11" fmla="*/ 1930968 w 4345365"/>
              <a:gd name="connsiteY11" fmla="*/ 168323 h 2483841"/>
              <a:gd name="connsiteX12" fmla="*/ 1794761 w 4345365"/>
              <a:gd name="connsiteY12" fmla="*/ 85169 h 2483841"/>
              <a:gd name="connsiteX13" fmla="*/ 1480722 w 4345365"/>
              <a:gd name="connsiteY13" fmla="*/ 3731 h 2483841"/>
              <a:gd name="connsiteX14" fmla="*/ 1287935 w 4345365"/>
              <a:gd name="connsiteY14" fmla="*/ 48593 h 2483841"/>
              <a:gd name="connsiteX15" fmla="*/ 915212 w 4345365"/>
              <a:gd name="connsiteY15" fmla="*/ 437665 h 2483841"/>
              <a:gd name="connsiteX16" fmla="*/ 0 w 4345365"/>
              <a:gd name="connsiteY16" fmla="*/ 156988 h 2483841"/>
              <a:gd name="connsiteX0" fmla="*/ 4347498 w 4347498"/>
              <a:gd name="connsiteY0" fmla="*/ 2442208 h 2485982"/>
              <a:gd name="connsiteX1" fmla="*/ 4060663 w 4347498"/>
              <a:gd name="connsiteY1" fmla="*/ 2483374 h 2485982"/>
              <a:gd name="connsiteX2" fmla="*/ 3534312 w 4347498"/>
              <a:gd name="connsiteY2" fmla="*/ 2416318 h 2485982"/>
              <a:gd name="connsiteX3" fmla="*/ 2972051 w 4347498"/>
              <a:gd name="connsiteY3" fmla="*/ 2416318 h 2485982"/>
              <a:gd name="connsiteX4" fmla="*/ 2728592 w 4347498"/>
              <a:gd name="connsiteY4" fmla="*/ 2391267 h 2485982"/>
              <a:gd name="connsiteX5" fmla="*/ 2362260 w 4347498"/>
              <a:gd name="connsiteY5" fmla="*/ 2200862 h 2485982"/>
              <a:gd name="connsiteX6" fmla="*/ 2166998 w 4347498"/>
              <a:gd name="connsiteY6" fmla="*/ 1881966 h 2485982"/>
              <a:gd name="connsiteX7" fmla="*/ 2007454 w 4347498"/>
              <a:gd name="connsiteY7" fmla="*/ 1541542 h 2485982"/>
              <a:gd name="connsiteX8" fmla="*/ 1914395 w 4347498"/>
              <a:gd name="connsiteY8" fmla="*/ 1237313 h 2485982"/>
              <a:gd name="connsiteX9" fmla="*/ 1980879 w 4347498"/>
              <a:gd name="connsiteY9" fmla="*/ 793448 h 2485982"/>
              <a:gd name="connsiteX10" fmla="*/ 2045649 w 4347498"/>
              <a:gd name="connsiteY10" fmla="*/ 372824 h 2485982"/>
              <a:gd name="connsiteX11" fmla="*/ 1930968 w 4347498"/>
              <a:gd name="connsiteY11" fmla="*/ 168323 h 2485982"/>
              <a:gd name="connsiteX12" fmla="*/ 1794761 w 4347498"/>
              <a:gd name="connsiteY12" fmla="*/ 85169 h 2485982"/>
              <a:gd name="connsiteX13" fmla="*/ 1480722 w 4347498"/>
              <a:gd name="connsiteY13" fmla="*/ 3731 h 2485982"/>
              <a:gd name="connsiteX14" fmla="*/ 1287935 w 4347498"/>
              <a:gd name="connsiteY14" fmla="*/ 48593 h 2485982"/>
              <a:gd name="connsiteX15" fmla="*/ 915212 w 4347498"/>
              <a:gd name="connsiteY15" fmla="*/ 437665 h 2485982"/>
              <a:gd name="connsiteX16" fmla="*/ 0 w 4347498"/>
              <a:gd name="connsiteY16" fmla="*/ 156988 h 2485982"/>
              <a:gd name="connsiteX0" fmla="*/ 4347498 w 4347498"/>
              <a:gd name="connsiteY0" fmla="*/ 2468971 h 2512745"/>
              <a:gd name="connsiteX1" fmla="*/ 4060663 w 4347498"/>
              <a:gd name="connsiteY1" fmla="*/ 2510137 h 2512745"/>
              <a:gd name="connsiteX2" fmla="*/ 3534312 w 4347498"/>
              <a:gd name="connsiteY2" fmla="*/ 2443081 h 2512745"/>
              <a:gd name="connsiteX3" fmla="*/ 2972051 w 4347498"/>
              <a:gd name="connsiteY3" fmla="*/ 2443081 h 2512745"/>
              <a:gd name="connsiteX4" fmla="*/ 2728592 w 4347498"/>
              <a:gd name="connsiteY4" fmla="*/ 2418030 h 2512745"/>
              <a:gd name="connsiteX5" fmla="*/ 2362260 w 4347498"/>
              <a:gd name="connsiteY5" fmla="*/ 2227625 h 2512745"/>
              <a:gd name="connsiteX6" fmla="*/ 2166998 w 4347498"/>
              <a:gd name="connsiteY6" fmla="*/ 1908729 h 2512745"/>
              <a:gd name="connsiteX7" fmla="*/ 2007454 w 4347498"/>
              <a:gd name="connsiteY7" fmla="*/ 1568305 h 2512745"/>
              <a:gd name="connsiteX8" fmla="*/ 1914395 w 4347498"/>
              <a:gd name="connsiteY8" fmla="*/ 1264076 h 2512745"/>
              <a:gd name="connsiteX9" fmla="*/ 1980879 w 4347498"/>
              <a:gd name="connsiteY9" fmla="*/ 820211 h 2512745"/>
              <a:gd name="connsiteX10" fmla="*/ 2045649 w 4347498"/>
              <a:gd name="connsiteY10" fmla="*/ 399587 h 2512745"/>
              <a:gd name="connsiteX11" fmla="*/ 1930968 w 4347498"/>
              <a:gd name="connsiteY11" fmla="*/ 195086 h 2512745"/>
              <a:gd name="connsiteX12" fmla="*/ 1794761 w 4347498"/>
              <a:gd name="connsiteY12" fmla="*/ 111932 h 2512745"/>
              <a:gd name="connsiteX13" fmla="*/ 1480722 w 4347498"/>
              <a:gd name="connsiteY13" fmla="*/ 30494 h 2512745"/>
              <a:gd name="connsiteX14" fmla="*/ 1287935 w 4347498"/>
              <a:gd name="connsiteY14" fmla="*/ 75356 h 2512745"/>
              <a:gd name="connsiteX15" fmla="*/ 839710 w 4347498"/>
              <a:gd name="connsiteY15" fmla="*/ 869700 h 2512745"/>
              <a:gd name="connsiteX16" fmla="*/ 0 w 4347498"/>
              <a:gd name="connsiteY16" fmla="*/ 183751 h 2512745"/>
              <a:gd name="connsiteX0" fmla="*/ 4156449 w 4156449"/>
              <a:gd name="connsiteY0" fmla="*/ 2468971 h 2512745"/>
              <a:gd name="connsiteX1" fmla="*/ 3869614 w 4156449"/>
              <a:gd name="connsiteY1" fmla="*/ 2510137 h 2512745"/>
              <a:gd name="connsiteX2" fmla="*/ 3343263 w 4156449"/>
              <a:gd name="connsiteY2" fmla="*/ 2443081 h 2512745"/>
              <a:gd name="connsiteX3" fmla="*/ 2781002 w 4156449"/>
              <a:gd name="connsiteY3" fmla="*/ 2443081 h 2512745"/>
              <a:gd name="connsiteX4" fmla="*/ 2537543 w 4156449"/>
              <a:gd name="connsiteY4" fmla="*/ 2418030 h 2512745"/>
              <a:gd name="connsiteX5" fmla="*/ 2171211 w 4156449"/>
              <a:gd name="connsiteY5" fmla="*/ 2227625 h 2512745"/>
              <a:gd name="connsiteX6" fmla="*/ 1975949 w 4156449"/>
              <a:gd name="connsiteY6" fmla="*/ 1908729 h 2512745"/>
              <a:gd name="connsiteX7" fmla="*/ 1816405 w 4156449"/>
              <a:gd name="connsiteY7" fmla="*/ 1568305 h 2512745"/>
              <a:gd name="connsiteX8" fmla="*/ 1723346 w 4156449"/>
              <a:gd name="connsiteY8" fmla="*/ 1264076 h 2512745"/>
              <a:gd name="connsiteX9" fmla="*/ 1789830 w 4156449"/>
              <a:gd name="connsiteY9" fmla="*/ 820211 h 2512745"/>
              <a:gd name="connsiteX10" fmla="*/ 1854600 w 4156449"/>
              <a:gd name="connsiteY10" fmla="*/ 399587 h 2512745"/>
              <a:gd name="connsiteX11" fmla="*/ 1739919 w 4156449"/>
              <a:gd name="connsiteY11" fmla="*/ 195086 h 2512745"/>
              <a:gd name="connsiteX12" fmla="*/ 1603712 w 4156449"/>
              <a:gd name="connsiteY12" fmla="*/ 111932 h 2512745"/>
              <a:gd name="connsiteX13" fmla="*/ 1289673 w 4156449"/>
              <a:gd name="connsiteY13" fmla="*/ 30494 h 2512745"/>
              <a:gd name="connsiteX14" fmla="*/ 1096886 w 4156449"/>
              <a:gd name="connsiteY14" fmla="*/ 75356 h 2512745"/>
              <a:gd name="connsiteX15" fmla="*/ 648661 w 4156449"/>
              <a:gd name="connsiteY15" fmla="*/ 869700 h 2512745"/>
              <a:gd name="connsiteX16" fmla="*/ 0 w 4156449"/>
              <a:gd name="connsiteY16" fmla="*/ 482124 h 2512745"/>
              <a:gd name="connsiteX0" fmla="*/ 4156449 w 4156449"/>
              <a:gd name="connsiteY0" fmla="*/ 2468971 h 2512745"/>
              <a:gd name="connsiteX1" fmla="*/ 3869614 w 4156449"/>
              <a:gd name="connsiteY1" fmla="*/ 2510137 h 2512745"/>
              <a:gd name="connsiteX2" fmla="*/ 3343263 w 4156449"/>
              <a:gd name="connsiteY2" fmla="*/ 2443081 h 2512745"/>
              <a:gd name="connsiteX3" fmla="*/ 2781002 w 4156449"/>
              <a:gd name="connsiteY3" fmla="*/ 2443081 h 2512745"/>
              <a:gd name="connsiteX4" fmla="*/ 2537543 w 4156449"/>
              <a:gd name="connsiteY4" fmla="*/ 2418030 h 2512745"/>
              <a:gd name="connsiteX5" fmla="*/ 2171211 w 4156449"/>
              <a:gd name="connsiteY5" fmla="*/ 2227625 h 2512745"/>
              <a:gd name="connsiteX6" fmla="*/ 1975949 w 4156449"/>
              <a:gd name="connsiteY6" fmla="*/ 1908729 h 2512745"/>
              <a:gd name="connsiteX7" fmla="*/ 1816405 w 4156449"/>
              <a:gd name="connsiteY7" fmla="*/ 1568305 h 2512745"/>
              <a:gd name="connsiteX8" fmla="*/ 1723346 w 4156449"/>
              <a:gd name="connsiteY8" fmla="*/ 1264076 h 2512745"/>
              <a:gd name="connsiteX9" fmla="*/ 1789830 w 4156449"/>
              <a:gd name="connsiteY9" fmla="*/ 820211 h 2512745"/>
              <a:gd name="connsiteX10" fmla="*/ 1854600 w 4156449"/>
              <a:gd name="connsiteY10" fmla="*/ 399587 h 2512745"/>
              <a:gd name="connsiteX11" fmla="*/ 1739919 w 4156449"/>
              <a:gd name="connsiteY11" fmla="*/ 195086 h 2512745"/>
              <a:gd name="connsiteX12" fmla="*/ 1603712 w 4156449"/>
              <a:gd name="connsiteY12" fmla="*/ 111932 h 2512745"/>
              <a:gd name="connsiteX13" fmla="*/ 1289673 w 4156449"/>
              <a:gd name="connsiteY13" fmla="*/ 30494 h 2512745"/>
              <a:gd name="connsiteX14" fmla="*/ 1096886 w 4156449"/>
              <a:gd name="connsiteY14" fmla="*/ 75356 h 2512745"/>
              <a:gd name="connsiteX15" fmla="*/ 648661 w 4156449"/>
              <a:gd name="connsiteY15" fmla="*/ 869700 h 2512745"/>
              <a:gd name="connsiteX16" fmla="*/ 0 w 4156449"/>
              <a:gd name="connsiteY16" fmla="*/ 482124 h 2512745"/>
              <a:gd name="connsiteX0" fmla="*/ 4156449 w 4156449"/>
              <a:gd name="connsiteY0" fmla="*/ 2451611 h 2495385"/>
              <a:gd name="connsiteX1" fmla="*/ 3869614 w 4156449"/>
              <a:gd name="connsiteY1" fmla="*/ 2492777 h 2495385"/>
              <a:gd name="connsiteX2" fmla="*/ 3343263 w 4156449"/>
              <a:gd name="connsiteY2" fmla="*/ 2425721 h 2495385"/>
              <a:gd name="connsiteX3" fmla="*/ 2781002 w 4156449"/>
              <a:gd name="connsiteY3" fmla="*/ 2425721 h 2495385"/>
              <a:gd name="connsiteX4" fmla="*/ 2537543 w 4156449"/>
              <a:gd name="connsiteY4" fmla="*/ 2400670 h 2495385"/>
              <a:gd name="connsiteX5" fmla="*/ 2171211 w 4156449"/>
              <a:gd name="connsiteY5" fmla="*/ 2210265 h 2495385"/>
              <a:gd name="connsiteX6" fmla="*/ 1975949 w 4156449"/>
              <a:gd name="connsiteY6" fmla="*/ 1891369 h 2495385"/>
              <a:gd name="connsiteX7" fmla="*/ 1816405 w 4156449"/>
              <a:gd name="connsiteY7" fmla="*/ 1550945 h 2495385"/>
              <a:gd name="connsiteX8" fmla="*/ 1723346 w 4156449"/>
              <a:gd name="connsiteY8" fmla="*/ 1246716 h 2495385"/>
              <a:gd name="connsiteX9" fmla="*/ 1789830 w 4156449"/>
              <a:gd name="connsiteY9" fmla="*/ 802851 h 2495385"/>
              <a:gd name="connsiteX10" fmla="*/ 1854600 w 4156449"/>
              <a:gd name="connsiteY10" fmla="*/ 382227 h 2495385"/>
              <a:gd name="connsiteX11" fmla="*/ 1739919 w 4156449"/>
              <a:gd name="connsiteY11" fmla="*/ 177726 h 2495385"/>
              <a:gd name="connsiteX12" fmla="*/ 1603712 w 4156449"/>
              <a:gd name="connsiteY12" fmla="*/ 94572 h 2495385"/>
              <a:gd name="connsiteX13" fmla="*/ 1289673 w 4156449"/>
              <a:gd name="connsiteY13" fmla="*/ 13134 h 2495385"/>
              <a:gd name="connsiteX14" fmla="*/ 1024791 w 4156449"/>
              <a:gd name="connsiteY14" fmla="*/ 361628 h 2495385"/>
              <a:gd name="connsiteX15" fmla="*/ 648661 w 4156449"/>
              <a:gd name="connsiteY15" fmla="*/ 852340 h 2495385"/>
              <a:gd name="connsiteX16" fmla="*/ 0 w 4156449"/>
              <a:gd name="connsiteY16" fmla="*/ 464764 h 2495385"/>
              <a:gd name="connsiteX0" fmla="*/ 4156449 w 4156449"/>
              <a:gd name="connsiteY0" fmla="*/ 2386947 h 2430721"/>
              <a:gd name="connsiteX1" fmla="*/ 3869614 w 4156449"/>
              <a:gd name="connsiteY1" fmla="*/ 2428113 h 2430721"/>
              <a:gd name="connsiteX2" fmla="*/ 3343263 w 4156449"/>
              <a:gd name="connsiteY2" fmla="*/ 2361057 h 2430721"/>
              <a:gd name="connsiteX3" fmla="*/ 2781002 w 4156449"/>
              <a:gd name="connsiteY3" fmla="*/ 2361057 h 2430721"/>
              <a:gd name="connsiteX4" fmla="*/ 2537543 w 4156449"/>
              <a:gd name="connsiteY4" fmla="*/ 2336006 h 2430721"/>
              <a:gd name="connsiteX5" fmla="*/ 2171211 w 4156449"/>
              <a:gd name="connsiteY5" fmla="*/ 2145601 h 2430721"/>
              <a:gd name="connsiteX6" fmla="*/ 1975949 w 4156449"/>
              <a:gd name="connsiteY6" fmla="*/ 1826705 h 2430721"/>
              <a:gd name="connsiteX7" fmla="*/ 1816405 w 4156449"/>
              <a:gd name="connsiteY7" fmla="*/ 1486281 h 2430721"/>
              <a:gd name="connsiteX8" fmla="*/ 1723346 w 4156449"/>
              <a:gd name="connsiteY8" fmla="*/ 1182052 h 2430721"/>
              <a:gd name="connsiteX9" fmla="*/ 1789830 w 4156449"/>
              <a:gd name="connsiteY9" fmla="*/ 738187 h 2430721"/>
              <a:gd name="connsiteX10" fmla="*/ 1854600 w 4156449"/>
              <a:gd name="connsiteY10" fmla="*/ 317563 h 2430721"/>
              <a:gd name="connsiteX11" fmla="*/ 1739919 w 4156449"/>
              <a:gd name="connsiteY11" fmla="*/ 113062 h 2430721"/>
              <a:gd name="connsiteX12" fmla="*/ 1603712 w 4156449"/>
              <a:gd name="connsiteY12" fmla="*/ 29908 h 2430721"/>
              <a:gd name="connsiteX13" fmla="*/ 1302027 w 4156449"/>
              <a:gd name="connsiteY13" fmla="*/ 20875 h 2430721"/>
              <a:gd name="connsiteX14" fmla="*/ 1024791 w 4156449"/>
              <a:gd name="connsiteY14" fmla="*/ 296964 h 2430721"/>
              <a:gd name="connsiteX15" fmla="*/ 648661 w 4156449"/>
              <a:gd name="connsiteY15" fmla="*/ 787676 h 2430721"/>
              <a:gd name="connsiteX16" fmla="*/ 0 w 4156449"/>
              <a:gd name="connsiteY16" fmla="*/ 400100 h 2430721"/>
              <a:gd name="connsiteX0" fmla="*/ 4156449 w 4156449"/>
              <a:gd name="connsiteY0" fmla="*/ 2396960 h 2440734"/>
              <a:gd name="connsiteX1" fmla="*/ 3869614 w 4156449"/>
              <a:gd name="connsiteY1" fmla="*/ 2438126 h 2440734"/>
              <a:gd name="connsiteX2" fmla="*/ 3343263 w 4156449"/>
              <a:gd name="connsiteY2" fmla="*/ 2371070 h 2440734"/>
              <a:gd name="connsiteX3" fmla="*/ 2781002 w 4156449"/>
              <a:gd name="connsiteY3" fmla="*/ 2371070 h 2440734"/>
              <a:gd name="connsiteX4" fmla="*/ 2537543 w 4156449"/>
              <a:gd name="connsiteY4" fmla="*/ 2346019 h 2440734"/>
              <a:gd name="connsiteX5" fmla="*/ 2171211 w 4156449"/>
              <a:gd name="connsiteY5" fmla="*/ 2155614 h 2440734"/>
              <a:gd name="connsiteX6" fmla="*/ 1975949 w 4156449"/>
              <a:gd name="connsiteY6" fmla="*/ 1836718 h 2440734"/>
              <a:gd name="connsiteX7" fmla="*/ 1816405 w 4156449"/>
              <a:gd name="connsiteY7" fmla="*/ 1496294 h 2440734"/>
              <a:gd name="connsiteX8" fmla="*/ 1723346 w 4156449"/>
              <a:gd name="connsiteY8" fmla="*/ 1192065 h 2440734"/>
              <a:gd name="connsiteX9" fmla="*/ 1789830 w 4156449"/>
              <a:gd name="connsiteY9" fmla="*/ 748200 h 2440734"/>
              <a:gd name="connsiteX10" fmla="*/ 1854600 w 4156449"/>
              <a:gd name="connsiteY10" fmla="*/ 327576 h 2440734"/>
              <a:gd name="connsiteX11" fmla="*/ 1603712 w 4156449"/>
              <a:gd name="connsiteY11" fmla="*/ 39921 h 2440734"/>
              <a:gd name="connsiteX12" fmla="*/ 1302027 w 4156449"/>
              <a:gd name="connsiteY12" fmla="*/ 30888 h 2440734"/>
              <a:gd name="connsiteX13" fmla="*/ 1024791 w 4156449"/>
              <a:gd name="connsiteY13" fmla="*/ 306977 h 2440734"/>
              <a:gd name="connsiteX14" fmla="*/ 648661 w 4156449"/>
              <a:gd name="connsiteY14" fmla="*/ 797689 h 2440734"/>
              <a:gd name="connsiteX15" fmla="*/ 0 w 4156449"/>
              <a:gd name="connsiteY15" fmla="*/ 410113 h 2440734"/>
              <a:gd name="connsiteX0" fmla="*/ 4156449 w 4156449"/>
              <a:gd name="connsiteY0" fmla="*/ 2375274 h 2419048"/>
              <a:gd name="connsiteX1" fmla="*/ 3869614 w 4156449"/>
              <a:gd name="connsiteY1" fmla="*/ 2416440 h 2419048"/>
              <a:gd name="connsiteX2" fmla="*/ 3343263 w 4156449"/>
              <a:gd name="connsiteY2" fmla="*/ 2349384 h 2419048"/>
              <a:gd name="connsiteX3" fmla="*/ 2781002 w 4156449"/>
              <a:gd name="connsiteY3" fmla="*/ 2349384 h 2419048"/>
              <a:gd name="connsiteX4" fmla="*/ 2537543 w 4156449"/>
              <a:gd name="connsiteY4" fmla="*/ 2324333 h 2419048"/>
              <a:gd name="connsiteX5" fmla="*/ 2171211 w 4156449"/>
              <a:gd name="connsiteY5" fmla="*/ 2133928 h 2419048"/>
              <a:gd name="connsiteX6" fmla="*/ 1975949 w 4156449"/>
              <a:gd name="connsiteY6" fmla="*/ 1815032 h 2419048"/>
              <a:gd name="connsiteX7" fmla="*/ 1816405 w 4156449"/>
              <a:gd name="connsiteY7" fmla="*/ 1474608 h 2419048"/>
              <a:gd name="connsiteX8" fmla="*/ 1723346 w 4156449"/>
              <a:gd name="connsiteY8" fmla="*/ 1170379 h 2419048"/>
              <a:gd name="connsiteX9" fmla="*/ 1789830 w 4156449"/>
              <a:gd name="connsiteY9" fmla="*/ 726514 h 2419048"/>
              <a:gd name="connsiteX10" fmla="*/ 1854600 w 4156449"/>
              <a:gd name="connsiteY10" fmla="*/ 305890 h 2419048"/>
              <a:gd name="connsiteX11" fmla="*/ 1560565 w 4156449"/>
              <a:gd name="connsiteY11" fmla="*/ 87902 h 2419048"/>
              <a:gd name="connsiteX12" fmla="*/ 1302027 w 4156449"/>
              <a:gd name="connsiteY12" fmla="*/ 9202 h 2419048"/>
              <a:gd name="connsiteX13" fmla="*/ 1024791 w 4156449"/>
              <a:gd name="connsiteY13" fmla="*/ 285291 h 2419048"/>
              <a:gd name="connsiteX14" fmla="*/ 648661 w 4156449"/>
              <a:gd name="connsiteY14" fmla="*/ 776003 h 2419048"/>
              <a:gd name="connsiteX15" fmla="*/ 0 w 4156449"/>
              <a:gd name="connsiteY15" fmla="*/ 388427 h 2419048"/>
              <a:gd name="connsiteX0" fmla="*/ 4156449 w 4156449"/>
              <a:gd name="connsiteY0" fmla="*/ 2375288 h 2419062"/>
              <a:gd name="connsiteX1" fmla="*/ 3869614 w 4156449"/>
              <a:gd name="connsiteY1" fmla="*/ 2416454 h 2419062"/>
              <a:gd name="connsiteX2" fmla="*/ 3343263 w 4156449"/>
              <a:gd name="connsiteY2" fmla="*/ 2349398 h 2419062"/>
              <a:gd name="connsiteX3" fmla="*/ 2781002 w 4156449"/>
              <a:gd name="connsiteY3" fmla="*/ 2349398 h 2419062"/>
              <a:gd name="connsiteX4" fmla="*/ 2537543 w 4156449"/>
              <a:gd name="connsiteY4" fmla="*/ 2324347 h 2419062"/>
              <a:gd name="connsiteX5" fmla="*/ 2171211 w 4156449"/>
              <a:gd name="connsiteY5" fmla="*/ 2133942 h 2419062"/>
              <a:gd name="connsiteX6" fmla="*/ 1975949 w 4156449"/>
              <a:gd name="connsiteY6" fmla="*/ 1815046 h 2419062"/>
              <a:gd name="connsiteX7" fmla="*/ 1816405 w 4156449"/>
              <a:gd name="connsiteY7" fmla="*/ 1474622 h 2419062"/>
              <a:gd name="connsiteX8" fmla="*/ 1723346 w 4156449"/>
              <a:gd name="connsiteY8" fmla="*/ 1170393 h 2419062"/>
              <a:gd name="connsiteX9" fmla="*/ 1789830 w 4156449"/>
              <a:gd name="connsiteY9" fmla="*/ 726528 h 2419062"/>
              <a:gd name="connsiteX10" fmla="*/ 1790406 w 4156449"/>
              <a:gd name="connsiteY10" fmla="*/ 306855 h 2419062"/>
              <a:gd name="connsiteX11" fmla="*/ 1560565 w 4156449"/>
              <a:gd name="connsiteY11" fmla="*/ 87916 h 2419062"/>
              <a:gd name="connsiteX12" fmla="*/ 1302027 w 4156449"/>
              <a:gd name="connsiteY12" fmla="*/ 9216 h 2419062"/>
              <a:gd name="connsiteX13" fmla="*/ 1024791 w 4156449"/>
              <a:gd name="connsiteY13" fmla="*/ 285305 h 2419062"/>
              <a:gd name="connsiteX14" fmla="*/ 648661 w 4156449"/>
              <a:gd name="connsiteY14" fmla="*/ 776017 h 2419062"/>
              <a:gd name="connsiteX15" fmla="*/ 0 w 4156449"/>
              <a:gd name="connsiteY15" fmla="*/ 388441 h 2419062"/>
              <a:gd name="connsiteX0" fmla="*/ 4279643 w 4279643"/>
              <a:gd name="connsiteY0" fmla="*/ 2598515 h 2607021"/>
              <a:gd name="connsiteX1" fmla="*/ 3869614 w 4279643"/>
              <a:gd name="connsiteY1" fmla="*/ 2416454 h 2607021"/>
              <a:gd name="connsiteX2" fmla="*/ 3343263 w 4279643"/>
              <a:gd name="connsiteY2" fmla="*/ 2349398 h 2607021"/>
              <a:gd name="connsiteX3" fmla="*/ 2781002 w 4279643"/>
              <a:gd name="connsiteY3" fmla="*/ 2349398 h 2607021"/>
              <a:gd name="connsiteX4" fmla="*/ 2537543 w 4279643"/>
              <a:gd name="connsiteY4" fmla="*/ 2324347 h 2607021"/>
              <a:gd name="connsiteX5" fmla="*/ 2171211 w 4279643"/>
              <a:gd name="connsiteY5" fmla="*/ 2133942 h 2607021"/>
              <a:gd name="connsiteX6" fmla="*/ 1975949 w 4279643"/>
              <a:gd name="connsiteY6" fmla="*/ 1815046 h 2607021"/>
              <a:gd name="connsiteX7" fmla="*/ 1816405 w 4279643"/>
              <a:gd name="connsiteY7" fmla="*/ 1474622 h 2607021"/>
              <a:gd name="connsiteX8" fmla="*/ 1723346 w 4279643"/>
              <a:gd name="connsiteY8" fmla="*/ 1170393 h 2607021"/>
              <a:gd name="connsiteX9" fmla="*/ 1789830 w 4279643"/>
              <a:gd name="connsiteY9" fmla="*/ 726528 h 2607021"/>
              <a:gd name="connsiteX10" fmla="*/ 1790406 w 4279643"/>
              <a:gd name="connsiteY10" fmla="*/ 306855 h 2607021"/>
              <a:gd name="connsiteX11" fmla="*/ 1560565 w 4279643"/>
              <a:gd name="connsiteY11" fmla="*/ 87916 h 2607021"/>
              <a:gd name="connsiteX12" fmla="*/ 1302027 w 4279643"/>
              <a:gd name="connsiteY12" fmla="*/ 9216 h 2607021"/>
              <a:gd name="connsiteX13" fmla="*/ 1024791 w 4279643"/>
              <a:gd name="connsiteY13" fmla="*/ 285305 h 2607021"/>
              <a:gd name="connsiteX14" fmla="*/ 648661 w 4279643"/>
              <a:gd name="connsiteY14" fmla="*/ 776017 h 2607021"/>
              <a:gd name="connsiteX15" fmla="*/ 0 w 4279643"/>
              <a:gd name="connsiteY15" fmla="*/ 388441 h 2607021"/>
              <a:gd name="connsiteX0" fmla="*/ 4279643 w 4279643"/>
              <a:gd name="connsiteY0" fmla="*/ 2598515 h 2614540"/>
              <a:gd name="connsiteX1" fmla="*/ 3834363 w 4279643"/>
              <a:gd name="connsiteY1" fmla="*/ 2525351 h 2614540"/>
              <a:gd name="connsiteX2" fmla="*/ 3343263 w 4279643"/>
              <a:gd name="connsiteY2" fmla="*/ 2349398 h 2614540"/>
              <a:gd name="connsiteX3" fmla="*/ 2781002 w 4279643"/>
              <a:gd name="connsiteY3" fmla="*/ 2349398 h 2614540"/>
              <a:gd name="connsiteX4" fmla="*/ 2537543 w 4279643"/>
              <a:gd name="connsiteY4" fmla="*/ 2324347 h 2614540"/>
              <a:gd name="connsiteX5" fmla="*/ 2171211 w 4279643"/>
              <a:gd name="connsiteY5" fmla="*/ 2133942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515 h 2614540"/>
              <a:gd name="connsiteX1" fmla="*/ 3834363 w 4279643"/>
              <a:gd name="connsiteY1" fmla="*/ 2525351 h 2614540"/>
              <a:gd name="connsiteX2" fmla="*/ 3343263 w 4279643"/>
              <a:gd name="connsiteY2" fmla="*/ 2349398 h 2614540"/>
              <a:gd name="connsiteX3" fmla="*/ 2764953 w 4279643"/>
              <a:gd name="connsiteY3" fmla="*/ 2435113 h 2614540"/>
              <a:gd name="connsiteX4" fmla="*/ 2537543 w 4279643"/>
              <a:gd name="connsiteY4" fmla="*/ 2324347 h 2614540"/>
              <a:gd name="connsiteX5" fmla="*/ 2171211 w 4279643"/>
              <a:gd name="connsiteY5" fmla="*/ 2133942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515 h 2614540"/>
              <a:gd name="connsiteX1" fmla="*/ 3834363 w 4279643"/>
              <a:gd name="connsiteY1" fmla="*/ 2525351 h 2614540"/>
              <a:gd name="connsiteX2" fmla="*/ 3343263 w 4279643"/>
              <a:gd name="connsiteY2" fmla="*/ 2349398 h 2614540"/>
              <a:gd name="connsiteX3" fmla="*/ 2764953 w 4279643"/>
              <a:gd name="connsiteY3" fmla="*/ 2435113 h 2614540"/>
              <a:gd name="connsiteX4" fmla="*/ 2537543 w 4279643"/>
              <a:gd name="connsiteY4" fmla="*/ 2324347 h 2614540"/>
              <a:gd name="connsiteX5" fmla="*/ 2200855 w 4279643"/>
              <a:gd name="connsiteY5" fmla="*/ 2217793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613 h 2614638"/>
              <a:gd name="connsiteX1" fmla="*/ 3834363 w 4279643"/>
              <a:gd name="connsiteY1" fmla="*/ 2525449 h 2614638"/>
              <a:gd name="connsiteX2" fmla="*/ 3343263 w 4279643"/>
              <a:gd name="connsiteY2" fmla="*/ 2349496 h 2614638"/>
              <a:gd name="connsiteX3" fmla="*/ 2764953 w 4279643"/>
              <a:gd name="connsiteY3" fmla="*/ 2435211 h 2614638"/>
              <a:gd name="connsiteX4" fmla="*/ 2537543 w 4279643"/>
              <a:gd name="connsiteY4" fmla="*/ 2324445 h 2614638"/>
              <a:gd name="connsiteX5" fmla="*/ 2200855 w 4279643"/>
              <a:gd name="connsiteY5" fmla="*/ 2217891 h 2614638"/>
              <a:gd name="connsiteX6" fmla="*/ 1975949 w 4279643"/>
              <a:gd name="connsiteY6" fmla="*/ 1815144 h 2614638"/>
              <a:gd name="connsiteX7" fmla="*/ 1816405 w 4279643"/>
              <a:gd name="connsiteY7" fmla="*/ 1474720 h 2614638"/>
              <a:gd name="connsiteX8" fmla="*/ 1723346 w 4279643"/>
              <a:gd name="connsiteY8" fmla="*/ 1170491 h 2614638"/>
              <a:gd name="connsiteX9" fmla="*/ 1789830 w 4279643"/>
              <a:gd name="connsiteY9" fmla="*/ 726626 h 2614638"/>
              <a:gd name="connsiteX10" fmla="*/ 1740064 w 4279643"/>
              <a:gd name="connsiteY10" fmla="*/ 313297 h 2614638"/>
              <a:gd name="connsiteX11" fmla="*/ 1560565 w 4279643"/>
              <a:gd name="connsiteY11" fmla="*/ 88014 h 2614638"/>
              <a:gd name="connsiteX12" fmla="*/ 1302027 w 4279643"/>
              <a:gd name="connsiteY12" fmla="*/ 9314 h 2614638"/>
              <a:gd name="connsiteX13" fmla="*/ 1024791 w 4279643"/>
              <a:gd name="connsiteY13" fmla="*/ 285403 h 2614638"/>
              <a:gd name="connsiteX14" fmla="*/ 648661 w 4279643"/>
              <a:gd name="connsiteY14" fmla="*/ 776115 h 2614638"/>
              <a:gd name="connsiteX15" fmla="*/ 0 w 4279643"/>
              <a:gd name="connsiteY15" fmla="*/ 388539 h 2614638"/>
              <a:gd name="connsiteX0" fmla="*/ 4279643 w 4279643"/>
              <a:gd name="connsiteY0" fmla="*/ 2534569 h 2550594"/>
              <a:gd name="connsiteX1" fmla="*/ 3834363 w 4279643"/>
              <a:gd name="connsiteY1" fmla="*/ 2461405 h 2550594"/>
              <a:gd name="connsiteX2" fmla="*/ 3343263 w 4279643"/>
              <a:gd name="connsiteY2" fmla="*/ 2285452 h 2550594"/>
              <a:gd name="connsiteX3" fmla="*/ 2764953 w 4279643"/>
              <a:gd name="connsiteY3" fmla="*/ 2371167 h 2550594"/>
              <a:gd name="connsiteX4" fmla="*/ 2537543 w 4279643"/>
              <a:gd name="connsiteY4" fmla="*/ 2260401 h 2550594"/>
              <a:gd name="connsiteX5" fmla="*/ 2200855 w 4279643"/>
              <a:gd name="connsiteY5" fmla="*/ 2153847 h 2550594"/>
              <a:gd name="connsiteX6" fmla="*/ 1975949 w 4279643"/>
              <a:gd name="connsiteY6" fmla="*/ 1751100 h 2550594"/>
              <a:gd name="connsiteX7" fmla="*/ 1816405 w 4279643"/>
              <a:gd name="connsiteY7" fmla="*/ 1410676 h 2550594"/>
              <a:gd name="connsiteX8" fmla="*/ 1723346 w 4279643"/>
              <a:gd name="connsiteY8" fmla="*/ 1106447 h 2550594"/>
              <a:gd name="connsiteX9" fmla="*/ 1789830 w 4279643"/>
              <a:gd name="connsiteY9" fmla="*/ 662582 h 2550594"/>
              <a:gd name="connsiteX10" fmla="*/ 1740064 w 4279643"/>
              <a:gd name="connsiteY10" fmla="*/ 249253 h 2550594"/>
              <a:gd name="connsiteX11" fmla="*/ 1560565 w 4279643"/>
              <a:gd name="connsiteY11" fmla="*/ 23970 h 2550594"/>
              <a:gd name="connsiteX12" fmla="*/ 1288302 w 4279643"/>
              <a:gd name="connsiteY12" fmla="*/ 28746 h 2550594"/>
              <a:gd name="connsiteX13" fmla="*/ 1024791 w 4279643"/>
              <a:gd name="connsiteY13" fmla="*/ 221359 h 2550594"/>
              <a:gd name="connsiteX14" fmla="*/ 648661 w 4279643"/>
              <a:gd name="connsiteY14" fmla="*/ 712071 h 2550594"/>
              <a:gd name="connsiteX15" fmla="*/ 0 w 4279643"/>
              <a:gd name="connsiteY15" fmla="*/ 324495 h 2550594"/>
              <a:gd name="connsiteX0" fmla="*/ 3907760 w 3907760"/>
              <a:gd name="connsiteY0" fmla="*/ 1924544 h 2471752"/>
              <a:gd name="connsiteX1" fmla="*/ 3834363 w 3907760"/>
              <a:gd name="connsiteY1" fmla="*/ 2461405 h 2471752"/>
              <a:gd name="connsiteX2" fmla="*/ 3343263 w 3907760"/>
              <a:gd name="connsiteY2" fmla="*/ 2285452 h 2471752"/>
              <a:gd name="connsiteX3" fmla="*/ 2764953 w 3907760"/>
              <a:gd name="connsiteY3" fmla="*/ 2371167 h 2471752"/>
              <a:gd name="connsiteX4" fmla="*/ 2537543 w 3907760"/>
              <a:gd name="connsiteY4" fmla="*/ 2260401 h 2471752"/>
              <a:gd name="connsiteX5" fmla="*/ 2200855 w 3907760"/>
              <a:gd name="connsiteY5" fmla="*/ 2153847 h 2471752"/>
              <a:gd name="connsiteX6" fmla="*/ 1975949 w 3907760"/>
              <a:gd name="connsiteY6" fmla="*/ 1751100 h 2471752"/>
              <a:gd name="connsiteX7" fmla="*/ 1816405 w 3907760"/>
              <a:gd name="connsiteY7" fmla="*/ 1410676 h 2471752"/>
              <a:gd name="connsiteX8" fmla="*/ 1723346 w 3907760"/>
              <a:gd name="connsiteY8" fmla="*/ 1106447 h 2471752"/>
              <a:gd name="connsiteX9" fmla="*/ 1789830 w 3907760"/>
              <a:gd name="connsiteY9" fmla="*/ 662582 h 2471752"/>
              <a:gd name="connsiteX10" fmla="*/ 1740064 w 3907760"/>
              <a:gd name="connsiteY10" fmla="*/ 249253 h 2471752"/>
              <a:gd name="connsiteX11" fmla="*/ 1560565 w 3907760"/>
              <a:gd name="connsiteY11" fmla="*/ 23970 h 2471752"/>
              <a:gd name="connsiteX12" fmla="*/ 1288302 w 3907760"/>
              <a:gd name="connsiteY12" fmla="*/ 28746 h 2471752"/>
              <a:gd name="connsiteX13" fmla="*/ 1024791 w 3907760"/>
              <a:gd name="connsiteY13" fmla="*/ 221359 h 2471752"/>
              <a:gd name="connsiteX14" fmla="*/ 648661 w 3907760"/>
              <a:gd name="connsiteY14" fmla="*/ 712071 h 2471752"/>
              <a:gd name="connsiteX15" fmla="*/ 0 w 3907760"/>
              <a:gd name="connsiteY15" fmla="*/ 324495 h 2471752"/>
              <a:gd name="connsiteX0" fmla="*/ 3907760 w 3907760"/>
              <a:gd name="connsiteY0" fmla="*/ 1924544 h 2371268"/>
              <a:gd name="connsiteX1" fmla="*/ 3686721 w 3907760"/>
              <a:gd name="connsiteY1" fmla="*/ 2290900 h 2371268"/>
              <a:gd name="connsiteX2" fmla="*/ 3343263 w 3907760"/>
              <a:gd name="connsiteY2" fmla="*/ 2285452 h 2371268"/>
              <a:gd name="connsiteX3" fmla="*/ 2764953 w 3907760"/>
              <a:gd name="connsiteY3" fmla="*/ 2371167 h 2371268"/>
              <a:gd name="connsiteX4" fmla="*/ 2537543 w 3907760"/>
              <a:gd name="connsiteY4" fmla="*/ 2260401 h 2371268"/>
              <a:gd name="connsiteX5" fmla="*/ 2200855 w 3907760"/>
              <a:gd name="connsiteY5" fmla="*/ 2153847 h 2371268"/>
              <a:gd name="connsiteX6" fmla="*/ 1975949 w 3907760"/>
              <a:gd name="connsiteY6" fmla="*/ 1751100 h 2371268"/>
              <a:gd name="connsiteX7" fmla="*/ 1816405 w 3907760"/>
              <a:gd name="connsiteY7" fmla="*/ 1410676 h 2371268"/>
              <a:gd name="connsiteX8" fmla="*/ 1723346 w 3907760"/>
              <a:gd name="connsiteY8" fmla="*/ 1106447 h 2371268"/>
              <a:gd name="connsiteX9" fmla="*/ 1789830 w 3907760"/>
              <a:gd name="connsiteY9" fmla="*/ 662582 h 2371268"/>
              <a:gd name="connsiteX10" fmla="*/ 1740064 w 3907760"/>
              <a:gd name="connsiteY10" fmla="*/ 249253 h 2371268"/>
              <a:gd name="connsiteX11" fmla="*/ 1560565 w 3907760"/>
              <a:gd name="connsiteY11" fmla="*/ 23970 h 2371268"/>
              <a:gd name="connsiteX12" fmla="*/ 1288302 w 3907760"/>
              <a:gd name="connsiteY12" fmla="*/ 28746 h 2371268"/>
              <a:gd name="connsiteX13" fmla="*/ 1024791 w 3907760"/>
              <a:gd name="connsiteY13" fmla="*/ 221359 h 2371268"/>
              <a:gd name="connsiteX14" fmla="*/ 648661 w 3907760"/>
              <a:gd name="connsiteY14" fmla="*/ 712071 h 2371268"/>
              <a:gd name="connsiteX15" fmla="*/ 0 w 3907760"/>
              <a:gd name="connsiteY15" fmla="*/ 324495 h 2371268"/>
              <a:gd name="connsiteX0" fmla="*/ 3830355 w 3830355"/>
              <a:gd name="connsiteY0" fmla="*/ 1791221 h 2371268"/>
              <a:gd name="connsiteX1" fmla="*/ 3686721 w 3830355"/>
              <a:gd name="connsiteY1" fmla="*/ 2290900 h 2371268"/>
              <a:gd name="connsiteX2" fmla="*/ 3343263 w 3830355"/>
              <a:gd name="connsiteY2" fmla="*/ 2285452 h 2371268"/>
              <a:gd name="connsiteX3" fmla="*/ 2764953 w 3830355"/>
              <a:gd name="connsiteY3" fmla="*/ 2371167 h 2371268"/>
              <a:gd name="connsiteX4" fmla="*/ 2537543 w 3830355"/>
              <a:gd name="connsiteY4" fmla="*/ 2260401 h 2371268"/>
              <a:gd name="connsiteX5" fmla="*/ 2200855 w 3830355"/>
              <a:gd name="connsiteY5" fmla="*/ 2153847 h 2371268"/>
              <a:gd name="connsiteX6" fmla="*/ 1975949 w 3830355"/>
              <a:gd name="connsiteY6" fmla="*/ 1751100 h 2371268"/>
              <a:gd name="connsiteX7" fmla="*/ 1816405 w 3830355"/>
              <a:gd name="connsiteY7" fmla="*/ 1410676 h 2371268"/>
              <a:gd name="connsiteX8" fmla="*/ 1723346 w 3830355"/>
              <a:gd name="connsiteY8" fmla="*/ 1106447 h 2371268"/>
              <a:gd name="connsiteX9" fmla="*/ 1789830 w 3830355"/>
              <a:gd name="connsiteY9" fmla="*/ 662582 h 2371268"/>
              <a:gd name="connsiteX10" fmla="*/ 1740064 w 3830355"/>
              <a:gd name="connsiteY10" fmla="*/ 249253 h 2371268"/>
              <a:gd name="connsiteX11" fmla="*/ 1560565 w 3830355"/>
              <a:gd name="connsiteY11" fmla="*/ 23970 h 2371268"/>
              <a:gd name="connsiteX12" fmla="*/ 1288302 w 3830355"/>
              <a:gd name="connsiteY12" fmla="*/ 28746 h 2371268"/>
              <a:gd name="connsiteX13" fmla="*/ 1024791 w 3830355"/>
              <a:gd name="connsiteY13" fmla="*/ 221359 h 2371268"/>
              <a:gd name="connsiteX14" fmla="*/ 648661 w 3830355"/>
              <a:gd name="connsiteY14" fmla="*/ 712071 h 2371268"/>
              <a:gd name="connsiteX15" fmla="*/ 0 w 3830355"/>
              <a:gd name="connsiteY15" fmla="*/ 324495 h 2371268"/>
              <a:gd name="connsiteX0" fmla="*/ 3830355 w 3830355"/>
              <a:gd name="connsiteY0" fmla="*/ 1791221 h 2371268"/>
              <a:gd name="connsiteX1" fmla="*/ 3686721 w 3830355"/>
              <a:gd name="connsiteY1" fmla="*/ 2290900 h 2371268"/>
              <a:gd name="connsiteX2" fmla="*/ 3343263 w 3830355"/>
              <a:gd name="connsiteY2" fmla="*/ 2285452 h 2371268"/>
              <a:gd name="connsiteX3" fmla="*/ 2764953 w 3830355"/>
              <a:gd name="connsiteY3" fmla="*/ 2371167 h 2371268"/>
              <a:gd name="connsiteX4" fmla="*/ 2537543 w 3830355"/>
              <a:gd name="connsiteY4" fmla="*/ 2260401 h 2371268"/>
              <a:gd name="connsiteX5" fmla="*/ 2200855 w 3830355"/>
              <a:gd name="connsiteY5" fmla="*/ 2153847 h 2371268"/>
              <a:gd name="connsiteX6" fmla="*/ 1975949 w 3830355"/>
              <a:gd name="connsiteY6" fmla="*/ 1751100 h 2371268"/>
              <a:gd name="connsiteX7" fmla="*/ 1816405 w 3830355"/>
              <a:gd name="connsiteY7" fmla="*/ 1410676 h 2371268"/>
              <a:gd name="connsiteX8" fmla="*/ 1723346 w 3830355"/>
              <a:gd name="connsiteY8" fmla="*/ 1106447 h 2371268"/>
              <a:gd name="connsiteX9" fmla="*/ 1789830 w 3830355"/>
              <a:gd name="connsiteY9" fmla="*/ 662582 h 2371268"/>
              <a:gd name="connsiteX10" fmla="*/ 1740064 w 3830355"/>
              <a:gd name="connsiteY10" fmla="*/ 249253 h 2371268"/>
              <a:gd name="connsiteX11" fmla="*/ 1560565 w 3830355"/>
              <a:gd name="connsiteY11" fmla="*/ 23970 h 2371268"/>
              <a:gd name="connsiteX12" fmla="*/ 1288302 w 3830355"/>
              <a:gd name="connsiteY12" fmla="*/ 28746 h 2371268"/>
              <a:gd name="connsiteX13" fmla="*/ 1024791 w 3830355"/>
              <a:gd name="connsiteY13" fmla="*/ 221359 h 2371268"/>
              <a:gd name="connsiteX14" fmla="*/ 648661 w 3830355"/>
              <a:gd name="connsiteY14" fmla="*/ 712071 h 2371268"/>
              <a:gd name="connsiteX15" fmla="*/ 0 w 3830355"/>
              <a:gd name="connsiteY15" fmla="*/ 324495 h 2371268"/>
              <a:gd name="connsiteX0" fmla="*/ 3830355 w 3830355"/>
              <a:gd name="connsiteY0" fmla="*/ 1791221 h 2371271"/>
              <a:gd name="connsiteX1" fmla="*/ 3671695 w 3830355"/>
              <a:gd name="connsiteY1" fmla="*/ 2270363 h 2371271"/>
              <a:gd name="connsiteX2" fmla="*/ 3343263 w 3830355"/>
              <a:gd name="connsiteY2" fmla="*/ 2285452 h 2371271"/>
              <a:gd name="connsiteX3" fmla="*/ 2764953 w 3830355"/>
              <a:gd name="connsiteY3" fmla="*/ 2371167 h 2371271"/>
              <a:gd name="connsiteX4" fmla="*/ 2537543 w 3830355"/>
              <a:gd name="connsiteY4" fmla="*/ 2260401 h 2371271"/>
              <a:gd name="connsiteX5" fmla="*/ 2200855 w 3830355"/>
              <a:gd name="connsiteY5" fmla="*/ 2153847 h 2371271"/>
              <a:gd name="connsiteX6" fmla="*/ 1975949 w 3830355"/>
              <a:gd name="connsiteY6" fmla="*/ 1751100 h 2371271"/>
              <a:gd name="connsiteX7" fmla="*/ 1816405 w 3830355"/>
              <a:gd name="connsiteY7" fmla="*/ 1410676 h 2371271"/>
              <a:gd name="connsiteX8" fmla="*/ 1723346 w 3830355"/>
              <a:gd name="connsiteY8" fmla="*/ 1106447 h 2371271"/>
              <a:gd name="connsiteX9" fmla="*/ 1789830 w 3830355"/>
              <a:gd name="connsiteY9" fmla="*/ 662582 h 2371271"/>
              <a:gd name="connsiteX10" fmla="*/ 1740064 w 3830355"/>
              <a:gd name="connsiteY10" fmla="*/ 249253 h 2371271"/>
              <a:gd name="connsiteX11" fmla="*/ 1560565 w 3830355"/>
              <a:gd name="connsiteY11" fmla="*/ 23970 h 2371271"/>
              <a:gd name="connsiteX12" fmla="*/ 1288302 w 3830355"/>
              <a:gd name="connsiteY12" fmla="*/ 28746 h 2371271"/>
              <a:gd name="connsiteX13" fmla="*/ 1024791 w 3830355"/>
              <a:gd name="connsiteY13" fmla="*/ 221359 h 2371271"/>
              <a:gd name="connsiteX14" fmla="*/ 648661 w 3830355"/>
              <a:gd name="connsiteY14" fmla="*/ 712071 h 2371271"/>
              <a:gd name="connsiteX15" fmla="*/ 0 w 3830355"/>
              <a:gd name="connsiteY15" fmla="*/ 324495 h 237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0355" h="2371271">
                <a:moveTo>
                  <a:pt x="3830355" y="1791221"/>
                </a:moveTo>
                <a:cubicBezTo>
                  <a:pt x="3761414" y="1904416"/>
                  <a:pt x="3752877" y="2187991"/>
                  <a:pt x="3671695" y="2270363"/>
                </a:cubicBezTo>
                <a:cubicBezTo>
                  <a:pt x="3590513" y="2352735"/>
                  <a:pt x="3494387" y="2268651"/>
                  <a:pt x="3343263" y="2285452"/>
                </a:cubicBezTo>
                <a:cubicBezTo>
                  <a:pt x="3192139" y="2302253"/>
                  <a:pt x="2952690" y="2374405"/>
                  <a:pt x="2764953" y="2371167"/>
                </a:cubicBezTo>
                <a:cubicBezTo>
                  <a:pt x="2683228" y="2369738"/>
                  <a:pt x="2631559" y="2296621"/>
                  <a:pt x="2537543" y="2260401"/>
                </a:cubicBezTo>
                <a:cubicBezTo>
                  <a:pt x="2443527" y="2224181"/>
                  <a:pt x="2298677" y="2254717"/>
                  <a:pt x="2200855" y="2153847"/>
                </a:cubicBezTo>
                <a:cubicBezTo>
                  <a:pt x="2113606" y="2063836"/>
                  <a:pt x="2040024" y="1874962"/>
                  <a:pt x="1975949" y="1751100"/>
                </a:cubicBezTo>
                <a:cubicBezTo>
                  <a:pt x="1911874" y="1627238"/>
                  <a:pt x="1866411" y="1525547"/>
                  <a:pt x="1816405" y="1410676"/>
                </a:cubicBezTo>
                <a:cubicBezTo>
                  <a:pt x="1773733" y="1312759"/>
                  <a:pt x="1735157" y="1212365"/>
                  <a:pt x="1723346" y="1106447"/>
                </a:cubicBezTo>
                <a:cubicBezTo>
                  <a:pt x="1706677" y="956333"/>
                  <a:pt x="1787044" y="805448"/>
                  <a:pt x="1789830" y="662582"/>
                </a:cubicBezTo>
                <a:cubicBezTo>
                  <a:pt x="1792616" y="519716"/>
                  <a:pt x="1778275" y="355688"/>
                  <a:pt x="1740064" y="249253"/>
                </a:cubicBezTo>
                <a:cubicBezTo>
                  <a:pt x="1701853" y="142818"/>
                  <a:pt x="1635859" y="60721"/>
                  <a:pt x="1560565" y="23970"/>
                </a:cubicBezTo>
                <a:cubicBezTo>
                  <a:pt x="1485271" y="-12781"/>
                  <a:pt x="1377598" y="-4152"/>
                  <a:pt x="1288302" y="28746"/>
                </a:cubicBezTo>
                <a:cubicBezTo>
                  <a:pt x="1199006" y="61644"/>
                  <a:pt x="1131398" y="107471"/>
                  <a:pt x="1024791" y="221359"/>
                </a:cubicBezTo>
                <a:cubicBezTo>
                  <a:pt x="918184" y="335247"/>
                  <a:pt x="874987" y="811711"/>
                  <a:pt x="648661" y="712071"/>
                </a:cubicBezTo>
                <a:cubicBezTo>
                  <a:pt x="311506" y="504143"/>
                  <a:pt x="194753" y="255683"/>
                  <a:pt x="0" y="324495"/>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BDA999F6-54FB-F515-C7EA-E02738E41B0A}"/>
              </a:ext>
            </a:extLst>
          </p:cNvPr>
          <p:cNvSpPr/>
          <p:nvPr/>
        </p:nvSpPr>
        <p:spPr>
          <a:xfrm rot="3210583" flipV="1">
            <a:off x="-147848" y="4513901"/>
            <a:ext cx="3990955" cy="2055904"/>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5702 h 4425370"/>
              <a:gd name="connsiteX1" fmla="*/ 931445 w 6812800"/>
              <a:gd name="connsiteY1" fmla="*/ 2012342 h 4425370"/>
              <a:gd name="connsiteX2" fmla="*/ 1454528 w 6812800"/>
              <a:gd name="connsiteY2" fmla="*/ 1929668 h 4425370"/>
              <a:gd name="connsiteX3" fmla="*/ 2055174 w 6812800"/>
              <a:gd name="connsiteY3" fmla="*/ 2150743 h 4425370"/>
              <a:gd name="connsiteX4" fmla="*/ 2230053 w 6812800"/>
              <a:gd name="connsiteY4" fmla="*/ 2373723 h 4425370"/>
              <a:gd name="connsiteX5" fmla="*/ 2201002 w 6812800"/>
              <a:gd name="connsiteY5" fmla="*/ 2635089 h 4425370"/>
              <a:gd name="connsiteX6" fmla="*/ 2057460 w 6812800"/>
              <a:gd name="connsiteY6" fmla="*/ 2951034 h 4425370"/>
              <a:gd name="connsiteX7" fmla="*/ 2025837 w 6812800"/>
              <a:gd name="connsiteY7" fmla="*/ 3465193 h 4425370"/>
              <a:gd name="connsiteX8" fmla="*/ 2149281 w 6812800"/>
              <a:gd name="connsiteY8" fmla="*/ 3795520 h 4425370"/>
              <a:gd name="connsiteX9" fmla="*/ 2284250 w 6812800"/>
              <a:gd name="connsiteY9" fmla="*/ 4051171 h 4425370"/>
              <a:gd name="connsiteX10" fmla="*/ 2493896 w 6812800"/>
              <a:gd name="connsiteY10" fmla="*/ 4260912 h 4425370"/>
              <a:gd name="connsiteX11" fmla="*/ 2866133 w 6812800"/>
              <a:gd name="connsiteY11" fmla="*/ 4356733 h 4425370"/>
              <a:gd name="connsiteX12" fmla="*/ 3227511 w 6812800"/>
              <a:gd name="connsiteY12" fmla="*/ 4356733 h 4425370"/>
              <a:gd name="connsiteX13" fmla="*/ 3483638 w 6812800"/>
              <a:gd name="connsiteY13" fmla="*/ 4371973 h 4425370"/>
              <a:gd name="connsiteX14" fmla="*/ 3799297 w 6812800"/>
              <a:gd name="connsiteY14" fmla="*/ 4405216 h 4425370"/>
              <a:gd name="connsiteX15" fmla="*/ 4060949 w 6812800"/>
              <a:gd name="connsiteY15" fmla="*/ 4416264 h 4425370"/>
              <a:gd name="connsiteX16" fmla="*/ 4228493 w 6812800"/>
              <a:gd name="connsiteY16" fmla="*/ 4333111 h 4425370"/>
              <a:gd name="connsiteX17" fmla="*/ 4469095 w 6812800"/>
              <a:gd name="connsiteY17" fmla="*/ 4150326 h 4425370"/>
              <a:gd name="connsiteX18" fmla="*/ 4952393 w 6812800"/>
              <a:gd name="connsiteY18" fmla="*/ 3685887 h 4425370"/>
              <a:gd name="connsiteX19" fmla="*/ 5225190 w 6812800"/>
              <a:gd name="connsiteY19" fmla="*/ 3412996 h 4425370"/>
              <a:gd name="connsiteX20" fmla="*/ 5512273 w 6812800"/>
              <a:gd name="connsiteY20" fmla="*/ 3061143 h 4425370"/>
              <a:gd name="connsiteX21" fmla="*/ 5694105 w 6812800"/>
              <a:gd name="connsiteY21" fmla="*/ 2678142 h 4425370"/>
              <a:gd name="connsiteX22" fmla="*/ 5808977 w 6812800"/>
              <a:gd name="connsiteY22" fmla="*/ 2139504 h 4425370"/>
              <a:gd name="connsiteX23" fmla="*/ 5890320 w 6812800"/>
              <a:gd name="connsiteY23" fmla="*/ 1775649 h 4425370"/>
              <a:gd name="connsiteX24" fmla="*/ 6000334 w 6812800"/>
              <a:gd name="connsiteY24" fmla="*/ 1459704 h 4425370"/>
              <a:gd name="connsiteX25" fmla="*/ 6131969 w 6812800"/>
              <a:gd name="connsiteY25" fmla="*/ 1328069 h 4425370"/>
              <a:gd name="connsiteX26" fmla="*/ 6445437 w 6812800"/>
              <a:gd name="connsiteY26" fmla="*/ 1292160 h 4425370"/>
              <a:gd name="connsiteX27" fmla="*/ 6667941 w 6812800"/>
              <a:gd name="connsiteY27" fmla="*/ 1220341 h 4425370"/>
              <a:gd name="connsiteX28" fmla="*/ 6809102 w 6812800"/>
              <a:gd name="connsiteY28" fmla="*/ 995361 h 4425370"/>
              <a:gd name="connsiteX29" fmla="*/ 6787575 w 6812800"/>
              <a:gd name="connsiteY29" fmla="*/ 827816 h 4425370"/>
              <a:gd name="connsiteX30" fmla="*/ 6639271 w 6812800"/>
              <a:gd name="connsiteY30" fmla="*/ 657890 h 4425370"/>
              <a:gd name="connsiteX31" fmla="*/ 6390478 w 6812800"/>
              <a:gd name="connsiteY31" fmla="*/ 509490 h 4425370"/>
              <a:gd name="connsiteX32" fmla="*/ 6089011 w 6812800"/>
              <a:gd name="connsiteY32" fmla="*/ 356328 h 4425370"/>
              <a:gd name="connsiteX33" fmla="*/ 5988523 w 6812800"/>
              <a:gd name="connsiteY33" fmla="*/ 167257 h 4425370"/>
              <a:gd name="connsiteX34" fmla="*/ 737567 w 6812800"/>
              <a:gd name="connsiteY34" fmla="*/ 0 h 4425370"/>
              <a:gd name="connsiteX0" fmla="*/ 0 w 6812800"/>
              <a:gd name="connsiteY0" fmla="*/ 4087886 h 6467554"/>
              <a:gd name="connsiteX1" fmla="*/ 931445 w 6812800"/>
              <a:gd name="connsiteY1" fmla="*/ 4054526 h 6467554"/>
              <a:gd name="connsiteX2" fmla="*/ 1454528 w 6812800"/>
              <a:gd name="connsiteY2" fmla="*/ 3971852 h 6467554"/>
              <a:gd name="connsiteX3" fmla="*/ 2055174 w 6812800"/>
              <a:gd name="connsiteY3" fmla="*/ 4192927 h 6467554"/>
              <a:gd name="connsiteX4" fmla="*/ 2230053 w 6812800"/>
              <a:gd name="connsiteY4" fmla="*/ 4415907 h 6467554"/>
              <a:gd name="connsiteX5" fmla="*/ 2201002 w 6812800"/>
              <a:gd name="connsiteY5" fmla="*/ 4677273 h 6467554"/>
              <a:gd name="connsiteX6" fmla="*/ 2057460 w 6812800"/>
              <a:gd name="connsiteY6" fmla="*/ 4993218 h 6467554"/>
              <a:gd name="connsiteX7" fmla="*/ 2025837 w 6812800"/>
              <a:gd name="connsiteY7" fmla="*/ 5507377 h 6467554"/>
              <a:gd name="connsiteX8" fmla="*/ 2149281 w 6812800"/>
              <a:gd name="connsiteY8" fmla="*/ 5837704 h 6467554"/>
              <a:gd name="connsiteX9" fmla="*/ 2284250 w 6812800"/>
              <a:gd name="connsiteY9" fmla="*/ 6093355 h 6467554"/>
              <a:gd name="connsiteX10" fmla="*/ 2493896 w 6812800"/>
              <a:gd name="connsiteY10" fmla="*/ 6303096 h 6467554"/>
              <a:gd name="connsiteX11" fmla="*/ 2866133 w 6812800"/>
              <a:gd name="connsiteY11" fmla="*/ 6398917 h 6467554"/>
              <a:gd name="connsiteX12" fmla="*/ 3227511 w 6812800"/>
              <a:gd name="connsiteY12" fmla="*/ 6398917 h 6467554"/>
              <a:gd name="connsiteX13" fmla="*/ 3483638 w 6812800"/>
              <a:gd name="connsiteY13" fmla="*/ 6414157 h 6467554"/>
              <a:gd name="connsiteX14" fmla="*/ 3799297 w 6812800"/>
              <a:gd name="connsiteY14" fmla="*/ 6447400 h 6467554"/>
              <a:gd name="connsiteX15" fmla="*/ 4060949 w 6812800"/>
              <a:gd name="connsiteY15" fmla="*/ 6458448 h 6467554"/>
              <a:gd name="connsiteX16" fmla="*/ 4228493 w 6812800"/>
              <a:gd name="connsiteY16" fmla="*/ 6375295 h 6467554"/>
              <a:gd name="connsiteX17" fmla="*/ 4469095 w 6812800"/>
              <a:gd name="connsiteY17" fmla="*/ 6192510 h 6467554"/>
              <a:gd name="connsiteX18" fmla="*/ 4952393 w 6812800"/>
              <a:gd name="connsiteY18" fmla="*/ 5728071 h 6467554"/>
              <a:gd name="connsiteX19" fmla="*/ 5225190 w 6812800"/>
              <a:gd name="connsiteY19" fmla="*/ 5455180 h 6467554"/>
              <a:gd name="connsiteX20" fmla="*/ 5512273 w 6812800"/>
              <a:gd name="connsiteY20" fmla="*/ 5103327 h 6467554"/>
              <a:gd name="connsiteX21" fmla="*/ 5694105 w 6812800"/>
              <a:gd name="connsiteY21" fmla="*/ 4720326 h 6467554"/>
              <a:gd name="connsiteX22" fmla="*/ 5808977 w 6812800"/>
              <a:gd name="connsiteY22" fmla="*/ 4181688 h 6467554"/>
              <a:gd name="connsiteX23" fmla="*/ 5890320 w 6812800"/>
              <a:gd name="connsiteY23" fmla="*/ 3817833 h 6467554"/>
              <a:gd name="connsiteX24" fmla="*/ 6000334 w 6812800"/>
              <a:gd name="connsiteY24" fmla="*/ 3501888 h 6467554"/>
              <a:gd name="connsiteX25" fmla="*/ 6131969 w 6812800"/>
              <a:gd name="connsiteY25" fmla="*/ 3370253 h 6467554"/>
              <a:gd name="connsiteX26" fmla="*/ 6445437 w 6812800"/>
              <a:gd name="connsiteY26" fmla="*/ 3334344 h 6467554"/>
              <a:gd name="connsiteX27" fmla="*/ 6667941 w 6812800"/>
              <a:gd name="connsiteY27" fmla="*/ 3262525 h 6467554"/>
              <a:gd name="connsiteX28" fmla="*/ 6809102 w 6812800"/>
              <a:gd name="connsiteY28" fmla="*/ 3037545 h 6467554"/>
              <a:gd name="connsiteX29" fmla="*/ 6787575 w 6812800"/>
              <a:gd name="connsiteY29" fmla="*/ 2870000 h 6467554"/>
              <a:gd name="connsiteX30" fmla="*/ 6639271 w 6812800"/>
              <a:gd name="connsiteY30" fmla="*/ 2700074 h 6467554"/>
              <a:gd name="connsiteX31" fmla="*/ 6390478 w 6812800"/>
              <a:gd name="connsiteY31" fmla="*/ 2551674 h 6467554"/>
              <a:gd name="connsiteX32" fmla="*/ 6089011 w 6812800"/>
              <a:gd name="connsiteY32" fmla="*/ 2398512 h 6467554"/>
              <a:gd name="connsiteX33" fmla="*/ 5988523 w 6812800"/>
              <a:gd name="connsiteY33" fmla="*/ 2209441 h 6467554"/>
              <a:gd name="connsiteX34" fmla="*/ 722132 w 6812800"/>
              <a:gd name="connsiteY34" fmla="*/ 0 h 6467554"/>
              <a:gd name="connsiteX0" fmla="*/ 0 w 6812800"/>
              <a:gd name="connsiteY0" fmla="*/ 1878445 h 4258113"/>
              <a:gd name="connsiteX1" fmla="*/ 931445 w 6812800"/>
              <a:gd name="connsiteY1" fmla="*/ 1845085 h 4258113"/>
              <a:gd name="connsiteX2" fmla="*/ 1454528 w 6812800"/>
              <a:gd name="connsiteY2" fmla="*/ 1762411 h 4258113"/>
              <a:gd name="connsiteX3" fmla="*/ 2055174 w 6812800"/>
              <a:gd name="connsiteY3" fmla="*/ 1983486 h 4258113"/>
              <a:gd name="connsiteX4" fmla="*/ 2230053 w 6812800"/>
              <a:gd name="connsiteY4" fmla="*/ 2206466 h 4258113"/>
              <a:gd name="connsiteX5" fmla="*/ 2201002 w 6812800"/>
              <a:gd name="connsiteY5" fmla="*/ 2467832 h 4258113"/>
              <a:gd name="connsiteX6" fmla="*/ 2057460 w 6812800"/>
              <a:gd name="connsiteY6" fmla="*/ 2783777 h 4258113"/>
              <a:gd name="connsiteX7" fmla="*/ 2025837 w 6812800"/>
              <a:gd name="connsiteY7" fmla="*/ 3297936 h 4258113"/>
              <a:gd name="connsiteX8" fmla="*/ 2149281 w 6812800"/>
              <a:gd name="connsiteY8" fmla="*/ 3628263 h 4258113"/>
              <a:gd name="connsiteX9" fmla="*/ 2284250 w 6812800"/>
              <a:gd name="connsiteY9" fmla="*/ 3883914 h 4258113"/>
              <a:gd name="connsiteX10" fmla="*/ 2493896 w 6812800"/>
              <a:gd name="connsiteY10" fmla="*/ 4093655 h 4258113"/>
              <a:gd name="connsiteX11" fmla="*/ 2866133 w 6812800"/>
              <a:gd name="connsiteY11" fmla="*/ 4189476 h 4258113"/>
              <a:gd name="connsiteX12" fmla="*/ 3227511 w 6812800"/>
              <a:gd name="connsiteY12" fmla="*/ 4189476 h 4258113"/>
              <a:gd name="connsiteX13" fmla="*/ 3483638 w 6812800"/>
              <a:gd name="connsiteY13" fmla="*/ 4204716 h 4258113"/>
              <a:gd name="connsiteX14" fmla="*/ 3799297 w 6812800"/>
              <a:gd name="connsiteY14" fmla="*/ 4237959 h 4258113"/>
              <a:gd name="connsiteX15" fmla="*/ 4060949 w 6812800"/>
              <a:gd name="connsiteY15" fmla="*/ 4249007 h 4258113"/>
              <a:gd name="connsiteX16" fmla="*/ 4228493 w 6812800"/>
              <a:gd name="connsiteY16" fmla="*/ 4165854 h 4258113"/>
              <a:gd name="connsiteX17" fmla="*/ 4469095 w 6812800"/>
              <a:gd name="connsiteY17" fmla="*/ 3983069 h 4258113"/>
              <a:gd name="connsiteX18" fmla="*/ 4952393 w 6812800"/>
              <a:gd name="connsiteY18" fmla="*/ 3518630 h 4258113"/>
              <a:gd name="connsiteX19" fmla="*/ 5225190 w 6812800"/>
              <a:gd name="connsiteY19" fmla="*/ 3245739 h 4258113"/>
              <a:gd name="connsiteX20" fmla="*/ 5512273 w 6812800"/>
              <a:gd name="connsiteY20" fmla="*/ 2893886 h 4258113"/>
              <a:gd name="connsiteX21" fmla="*/ 5694105 w 6812800"/>
              <a:gd name="connsiteY21" fmla="*/ 2510885 h 4258113"/>
              <a:gd name="connsiteX22" fmla="*/ 5808977 w 6812800"/>
              <a:gd name="connsiteY22" fmla="*/ 1972247 h 4258113"/>
              <a:gd name="connsiteX23" fmla="*/ 5890320 w 6812800"/>
              <a:gd name="connsiteY23" fmla="*/ 1608392 h 4258113"/>
              <a:gd name="connsiteX24" fmla="*/ 6000334 w 6812800"/>
              <a:gd name="connsiteY24" fmla="*/ 1292447 h 4258113"/>
              <a:gd name="connsiteX25" fmla="*/ 6131969 w 6812800"/>
              <a:gd name="connsiteY25" fmla="*/ 1160812 h 4258113"/>
              <a:gd name="connsiteX26" fmla="*/ 6445437 w 6812800"/>
              <a:gd name="connsiteY26" fmla="*/ 1124903 h 4258113"/>
              <a:gd name="connsiteX27" fmla="*/ 6667941 w 6812800"/>
              <a:gd name="connsiteY27" fmla="*/ 1053084 h 4258113"/>
              <a:gd name="connsiteX28" fmla="*/ 6809102 w 6812800"/>
              <a:gd name="connsiteY28" fmla="*/ 828104 h 4258113"/>
              <a:gd name="connsiteX29" fmla="*/ 6787575 w 6812800"/>
              <a:gd name="connsiteY29" fmla="*/ 660559 h 4258113"/>
              <a:gd name="connsiteX30" fmla="*/ 6639271 w 6812800"/>
              <a:gd name="connsiteY30" fmla="*/ 490633 h 4258113"/>
              <a:gd name="connsiteX31" fmla="*/ 6390478 w 6812800"/>
              <a:gd name="connsiteY31" fmla="*/ 342233 h 4258113"/>
              <a:gd name="connsiteX32" fmla="*/ 6089011 w 6812800"/>
              <a:gd name="connsiteY32" fmla="*/ 189071 h 4258113"/>
              <a:gd name="connsiteX33" fmla="*/ 5988523 w 6812800"/>
              <a:gd name="connsiteY33" fmla="*/ 0 h 425811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390478 w 6812800"/>
              <a:gd name="connsiteY31" fmla="*/ 153162 h 4069042"/>
              <a:gd name="connsiteX32" fmla="*/ 6089011 w 6812800"/>
              <a:gd name="connsiteY32" fmla="*/ 0 h 4069042"/>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694105 w 6812800"/>
              <a:gd name="connsiteY21" fmla="*/ 2168652 h 3915880"/>
              <a:gd name="connsiteX22" fmla="*/ 5808977 w 6812800"/>
              <a:gd name="connsiteY22" fmla="*/ 1630014 h 3915880"/>
              <a:gd name="connsiteX23" fmla="*/ 5890320 w 6812800"/>
              <a:gd name="connsiteY23" fmla="*/ 1266159 h 3915880"/>
              <a:gd name="connsiteX24" fmla="*/ 6000334 w 6812800"/>
              <a:gd name="connsiteY24" fmla="*/ 950214 h 3915880"/>
              <a:gd name="connsiteX25" fmla="*/ 6131969 w 6812800"/>
              <a:gd name="connsiteY25" fmla="*/ 818579 h 3915880"/>
              <a:gd name="connsiteX26" fmla="*/ 6445437 w 6812800"/>
              <a:gd name="connsiteY26" fmla="*/ 782670 h 3915880"/>
              <a:gd name="connsiteX27" fmla="*/ 6667941 w 6812800"/>
              <a:gd name="connsiteY27" fmla="*/ 710851 h 3915880"/>
              <a:gd name="connsiteX28" fmla="*/ 6809102 w 6812800"/>
              <a:gd name="connsiteY28" fmla="*/ 485871 h 3915880"/>
              <a:gd name="connsiteX29" fmla="*/ 6787575 w 6812800"/>
              <a:gd name="connsiteY29" fmla="*/ 318326 h 3915880"/>
              <a:gd name="connsiteX30" fmla="*/ 6639271 w 6812800"/>
              <a:gd name="connsiteY30" fmla="*/ 148400 h 3915880"/>
              <a:gd name="connsiteX31" fmla="*/ 6390478 w 6812800"/>
              <a:gd name="connsiteY31"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694105 w 6812800"/>
              <a:gd name="connsiteY21" fmla="*/ 2168652 h 3915880"/>
              <a:gd name="connsiteX22" fmla="*/ 5808977 w 6812800"/>
              <a:gd name="connsiteY22" fmla="*/ 1630014 h 3915880"/>
              <a:gd name="connsiteX23" fmla="*/ 5890320 w 6812800"/>
              <a:gd name="connsiteY23" fmla="*/ 1266159 h 3915880"/>
              <a:gd name="connsiteX24" fmla="*/ 6000334 w 6812800"/>
              <a:gd name="connsiteY24" fmla="*/ 950214 h 3915880"/>
              <a:gd name="connsiteX25" fmla="*/ 6445437 w 6812800"/>
              <a:gd name="connsiteY25" fmla="*/ 782670 h 3915880"/>
              <a:gd name="connsiteX26" fmla="*/ 6667941 w 6812800"/>
              <a:gd name="connsiteY26" fmla="*/ 710851 h 3915880"/>
              <a:gd name="connsiteX27" fmla="*/ 6809102 w 6812800"/>
              <a:gd name="connsiteY27" fmla="*/ 485871 h 3915880"/>
              <a:gd name="connsiteX28" fmla="*/ 6787575 w 6812800"/>
              <a:gd name="connsiteY28" fmla="*/ 318326 h 3915880"/>
              <a:gd name="connsiteX29" fmla="*/ 6639271 w 6812800"/>
              <a:gd name="connsiteY29" fmla="*/ 148400 h 3915880"/>
              <a:gd name="connsiteX30" fmla="*/ 6390478 w 6812800"/>
              <a:gd name="connsiteY30"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808977 w 6812800"/>
              <a:gd name="connsiteY21" fmla="*/ 1630014 h 3915880"/>
              <a:gd name="connsiteX22" fmla="*/ 5890320 w 6812800"/>
              <a:gd name="connsiteY22" fmla="*/ 1266159 h 3915880"/>
              <a:gd name="connsiteX23" fmla="*/ 6000334 w 6812800"/>
              <a:gd name="connsiteY23" fmla="*/ 950214 h 3915880"/>
              <a:gd name="connsiteX24" fmla="*/ 6445437 w 6812800"/>
              <a:gd name="connsiteY24" fmla="*/ 782670 h 3915880"/>
              <a:gd name="connsiteX25" fmla="*/ 6667941 w 6812800"/>
              <a:gd name="connsiteY25" fmla="*/ 710851 h 3915880"/>
              <a:gd name="connsiteX26" fmla="*/ 6809102 w 6812800"/>
              <a:gd name="connsiteY26" fmla="*/ 485871 h 3915880"/>
              <a:gd name="connsiteX27" fmla="*/ 6787575 w 6812800"/>
              <a:gd name="connsiteY27" fmla="*/ 318326 h 3915880"/>
              <a:gd name="connsiteX28" fmla="*/ 6639271 w 6812800"/>
              <a:gd name="connsiteY28" fmla="*/ 148400 h 3915880"/>
              <a:gd name="connsiteX29" fmla="*/ 6390478 w 6812800"/>
              <a:gd name="connsiteY29"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890320 w 6812800"/>
              <a:gd name="connsiteY21" fmla="*/ 1266159 h 3915880"/>
              <a:gd name="connsiteX22" fmla="*/ 6000334 w 6812800"/>
              <a:gd name="connsiteY22" fmla="*/ 950214 h 3915880"/>
              <a:gd name="connsiteX23" fmla="*/ 6445437 w 6812800"/>
              <a:gd name="connsiteY23" fmla="*/ 782670 h 3915880"/>
              <a:gd name="connsiteX24" fmla="*/ 6667941 w 6812800"/>
              <a:gd name="connsiteY24" fmla="*/ 710851 h 3915880"/>
              <a:gd name="connsiteX25" fmla="*/ 6809102 w 6812800"/>
              <a:gd name="connsiteY25" fmla="*/ 485871 h 3915880"/>
              <a:gd name="connsiteX26" fmla="*/ 6787575 w 6812800"/>
              <a:gd name="connsiteY26" fmla="*/ 318326 h 3915880"/>
              <a:gd name="connsiteX27" fmla="*/ 6639271 w 6812800"/>
              <a:gd name="connsiteY27" fmla="*/ 148400 h 3915880"/>
              <a:gd name="connsiteX28" fmla="*/ 6390478 w 6812800"/>
              <a:gd name="connsiteY28" fmla="*/ 0 h 3915880"/>
              <a:gd name="connsiteX0" fmla="*/ 0 w 6335277"/>
              <a:gd name="connsiteY0" fmla="*/ 1600966 h 3915880"/>
              <a:gd name="connsiteX1" fmla="*/ 453922 w 6335277"/>
              <a:gd name="connsiteY1" fmla="*/ 1502852 h 3915880"/>
              <a:gd name="connsiteX2" fmla="*/ 977005 w 6335277"/>
              <a:gd name="connsiteY2" fmla="*/ 1420178 h 3915880"/>
              <a:gd name="connsiteX3" fmla="*/ 1577651 w 6335277"/>
              <a:gd name="connsiteY3" fmla="*/ 1641253 h 3915880"/>
              <a:gd name="connsiteX4" fmla="*/ 1752530 w 6335277"/>
              <a:gd name="connsiteY4" fmla="*/ 1864233 h 3915880"/>
              <a:gd name="connsiteX5" fmla="*/ 1723479 w 6335277"/>
              <a:gd name="connsiteY5" fmla="*/ 2125599 h 3915880"/>
              <a:gd name="connsiteX6" fmla="*/ 1579937 w 6335277"/>
              <a:gd name="connsiteY6" fmla="*/ 2441544 h 3915880"/>
              <a:gd name="connsiteX7" fmla="*/ 1548314 w 6335277"/>
              <a:gd name="connsiteY7" fmla="*/ 2955703 h 3915880"/>
              <a:gd name="connsiteX8" fmla="*/ 1671758 w 6335277"/>
              <a:gd name="connsiteY8" fmla="*/ 3286030 h 3915880"/>
              <a:gd name="connsiteX9" fmla="*/ 1806727 w 6335277"/>
              <a:gd name="connsiteY9" fmla="*/ 3541681 h 3915880"/>
              <a:gd name="connsiteX10" fmla="*/ 2016373 w 6335277"/>
              <a:gd name="connsiteY10" fmla="*/ 3751422 h 3915880"/>
              <a:gd name="connsiteX11" fmla="*/ 2388610 w 6335277"/>
              <a:gd name="connsiteY11" fmla="*/ 3847243 h 3915880"/>
              <a:gd name="connsiteX12" fmla="*/ 2749988 w 6335277"/>
              <a:gd name="connsiteY12" fmla="*/ 3847243 h 3915880"/>
              <a:gd name="connsiteX13" fmla="*/ 3006115 w 6335277"/>
              <a:gd name="connsiteY13" fmla="*/ 3862483 h 3915880"/>
              <a:gd name="connsiteX14" fmla="*/ 3321774 w 6335277"/>
              <a:gd name="connsiteY14" fmla="*/ 3895726 h 3915880"/>
              <a:gd name="connsiteX15" fmla="*/ 3583426 w 6335277"/>
              <a:gd name="connsiteY15" fmla="*/ 3906774 h 3915880"/>
              <a:gd name="connsiteX16" fmla="*/ 3750970 w 6335277"/>
              <a:gd name="connsiteY16" fmla="*/ 3823621 h 3915880"/>
              <a:gd name="connsiteX17" fmla="*/ 3991572 w 6335277"/>
              <a:gd name="connsiteY17" fmla="*/ 3640836 h 3915880"/>
              <a:gd name="connsiteX18" fmla="*/ 4474870 w 6335277"/>
              <a:gd name="connsiteY18" fmla="*/ 3176397 h 3915880"/>
              <a:gd name="connsiteX19" fmla="*/ 4747667 w 6335277"/>
              <a:gd name="connsiteY19" fmla="*/ 2903506 h 3915880"/>
              <a:gd name="connsiteX20" fmla="*/ 5034750 w 6335277"/>
              <a:gd name="connsiteY20" fmla="*/ 2551653 h 3915880"/>
              <a:gd name="connsiteX21" fmla="*/ 5412797 w 6335277"/>
              <a:gd name="connsiteY21" fmla="*/ 1266159 h 3915880"/>
              <a:gd name="connsiteX22" fmla="*/ 5522811 w 6335277"/>
              <a:gd name="connsiteY22" fmla="*/ 950214 h 3915880"/>
              <a:gd name="connsiteX23" fmla="*/ 5967914 w 6335277"/>
              <a:gd name="connsiteY23" fmla="*/ 782670 h 3915880"/>
              <a:gd name="connsiteX24" fmla="*/ 6190418 w 6335277"/>
              <a:gd name="connsiteY24" fmla="*/ 710851 h 3915880"/>
              <a:gd name="connsiteX25" fmla="*/ 6331579 w 6335277"/>
              <a:gd name="connsiteY25" fmla="*/ 485871 h 3915880"/>
              <a:gd name="connsiteX26" fmla="*/ 6310052 w 6335277"/>
              <a:gd name="connsiteY26" fmla="*/ 318326 h 3915880"/>
              <a:gd name="connsiteX27" fmla="*/ 6161748 w 6335277"/>
              <a:gd name="connsiteY27" fmla="*/ 148400 h 3915880"/>
              <a:gd name="connsiteX28" fmla="*/ 5912955 w 6335277"/>
              <a:gd name="connsiteY28" fmla="*/ 0 h 3915880"/>
              <a:gd name="connsiteX0" fmla="*/ 0 w 6335277"/>
              <a:gd name="connsiteY0" fmla="*/ 1452566 h 3767480"/>
              <a:gd name="connsiteX1" fmla="*/ 453922 w 6335277"/>
              <a:gd name="connsiteY1" fmla="*/ 1354452 h 3767480"/>
              <a:gd name="connsiteX2" fmla="*/ 977005 w 6335277"/>
              <a:gd name="connsiteY2" fmla="*/ 1271778 h 3767480"/>
              <a:gd name="connsiteX3" fmla="*/ 1577651 w 6335277"/>
              <a:gd name="connsiteY3" fmla="*/ 1492853 h 3767480"/>
              <a:gd name="connsiteX4" fmla="*/ 1752530 w 6335277"/>
              <a:gd name="connsiteY4" fmla="*/ 1715833 h 3767480"/>
              <a:gd name="connsiteX5" fmla="*/ 1723479 w 6335277"/>
              <a:gd name="connsiteY5" fmla="*/ 1977199 h 3767480"/>
              <a:gd name="connsiteX6" fmla="*/ 1579937 w 6335277"/>
              <a:gd name="connsiteY6" fmla="*/ 2293144 h 3767480"/>
              <a:gd name="connsiteX7" fmla="*/ 1548314 w 6335277"/>
              <a:gd name="connsiteY7" fmla="*/ 2807303 h 3767480"/>
              <a:gd name="connsiteX8" fmla="*/ 1671758 w 6335277"/>
              <a:gd name="connsiteY8" fmla="*/ 3137630 h 3767480"/>
              <a:gd name="connsiteX9" fmla="*/ 1806727 w 6335277"/>
              <a:gd name="connsiteY9" fmla="*/ 3393281 h 3767480"/>
              <a:gd name="connsiteX10" fmla="*/ 2016373 w 6335277"/>
              <a:gd name="connsiteY10" fmla="*/ 3603022 h 3767480"/>
              <a:gd name="connsiteX11" fmla="*/ 2388610 w 6335277"/>
              <a:gd name="connsiteY11" fmla="*/ 3698843 h 3767480"/>
              <a:gd name="connsiteX12" fmla="*/ 2749988 w 6335277"/>
              <a:gd name="connsiteY12" fmla="*/ 3698843 h 3767480"/>
              <a:gd name="connsiteX13" fmla="*/ 3006115 w 6335277"/>
              <a:gd name="connsiteY13" fmla="*/ 3714083 h 3767480"/>
              <a:gd name="connsiteX14" fmla="*/ 3321774 w 6335277"/>
              <a:gd name="connsiteY14" fmla="*/ 3747326 h 3767480"/>
              <a:gd name="connsiteX15" fmla="*/ 3583426 w 6335277"/>
              <a:gd name="connsiteY15" fmla="*/ 3758374 h 3767480"/>
              <a:gd name="connsiteX16" fmla="*/ 3750970 w 6335277"/>
              <a:gd name="connsiteY16" fmla="*/ 3675221 h 3767480"/>
              <a:gd name="connsiteX17" fmla="*/ 3991572 w 6335277"/>
              <a:gd name="connsiteY17" fmla="*/ 3492436 h 3767480"/>
              <a:gd name="connsiteX18" fmla="*/ 4474870 w 6335277"/>
              <a:gd name="connsiteY18" fmla="*/ 3027997 h 3767480"/>
              <a:gd name="connsiteX19" fmla="*/ 4747667 w 6335277"/>
              <a:gd name="connsiteY19" fmla="*/ 2755106 h 3767480"/>
              <a:gd name="connsiteX20" fmla="*/ 5034750 w 6335277"/>
              <a:gd name="connsiteY20" fmla="*/ 2403253 h 3767480"/>
              <a:gd name="connsiteX21" fmla="*/ 5412797 w 6335277"/>
              <a:gd name="connsiteY21" fmla="*/ 1117759 h 3767480"/>
              <a:gd name="connsiteX22" fmla="*/ 5522811 w 6335277"/>
              <a:gd name="connsiteY22" fmla="*/ 801814 h 3767480"/>
              <a:gd name="connsiteX23" fmla="*/ 5967914 w 6335277"/>
              <a:gd name="connsiteY23" fmla="*/ 634270 h 3767480"/>
              <a:gd name="connsiteX24" fmla="*/ 6190418 w 6335277"/>
              <a:gd name="connsiteY24" fmla="*/ 562451 h 3767480"/>
              <a:gd name="connsiteX25" fmla="*/ 6331579 w 6335277"/>
              <a:gd name="connsiteY25" fmla="*/ 337471 h 3767480"/>
              <a:gd name="connsiteX26" fmla="*/ 6310052 w 6335277"/>
              <a:gd name="connsiteY26" fmla="*/ 169926 h 3767480"/>
              <a:gd name="connsiteX27" fmla="*/ 6161748 w 6335277"/>
              <a:gd name="connsiteY27" fmla="*/ 0 h 3767480"/>
              <a:gd name="connsiteX0" fmla="*/ 0 w 6335277"/>
              <a:gd name="connsiteY0" fmla="*/ 1282639 h 3597553"/>
              <a:gd name="connsiteX1" fmla="*/ 453922 w 6335277"/>
              <a:gd name="connsiteY1" fmla="*/ 1184525 h 3597553"/>
              <a:gd name="connsiteX2" fmla="*/ 977005 w 6335277"/>
              <a:gd name="connsiteY2" fmla="*/ 1101851 h 3597553"/>
              <a:gd name="connsiteX3" fmla="*/ 1577651 w 6335277"/>
              <a:gd name="connsiteY3" fmla="*/ 1322926 h 3597553"/>
              <a:gd name="connsiteX4" fmla="*/ 1752530 w 6335277"/>
              <a:gd name="connsiteY4" fmla="*/ 1545906 h 3597553"/>
              <a:gd name="connsiteX5" fmla="*/ 1723479 w 6335277"/>
              <a:gd name="connsiteY5" fmla="*/ 1807272 h 3597553"/>
              <a:gd name="connsiteX6" fmla="*/ 1579937 w 6335277"/>
              <a:gd name="connsiteY6" fmla="*/ 2123217 h 3597553"/>
              <a:gd name="connsiteX7" fmla="*/ 1548314 w 6335277"/>
              <a:gd name="connsiteY7" fmla="*/ 2637376 h 3597553"/>
              <a:gd name="connsiteX8" fmla="*/ 1671758 w 6335277"/>
              <a:gd name="connsiteY8" fmla="*/ 2967703 h 3597553"/>
              <a:gd name="connsiteX9" fmla="*/ 1806727 w 6335277"/>
              <a:gd name="connsiteY9" fmla="*/ 3223354 h 3597553"/>
              <a:gd name="connsiteX10" fmla="*/ 2016373 w 6335277"/>
              <a:gd name="connsiteY10" fmla="*/ 3433095 h 3597553"/>
              <a:gd name="connsiteX11" fmla="*/ 2388610 w 6335277"/>
              <a:gd name="connsiteY11" fmla="*/ 3528916 h 3597553"/>
              <a:gd name="connsiteX12" fmla="*/ 2749988 w 6335277"/>
              <a:gd name="connsiteY12" fmla="*/ 3528916 h 3597553"/>
              <a:gd name="connsiteX13" fmla="*/ 3006115 w 6335277"/>
              <a:gd name="connsiteY13" fmla="*/ 3544156 h 3597553"/>
              <a:gd name="connsiteX14" fmla="*/ 3321774 w 6335277"/>
              <a:gd name="connsiteY14" fmla="*/ 3577399 h 3597553"/>
              <a:gd name="connsiteX15" fmla="*/ 3583426 w 6335277"/>
              <a:gd name="connsiteY15" fmla="*/ 3588447 h 3597553"/>
              <a:gd name="connsiteX16" fmla="*/ 3750970 w 6335277"/>
              <a:gd name="connsiteY16" fmla="*/ 3505294 h 3597553"/>
              <a:gd name="connsiteX17" fmla="*/ 3991572 w 6335277"/>
              <a:gd name="connsiteY17" fmla="*/ 3322509 h 3597553"/>
              <a:gd name="connsiteX18" fmla="*/ 4474870 w 6335277"/>
              <a:gd name="connsiteY18" fmla="*/ 2858070 h 3597553"/>
              <a:gd name="connsiteX19" fmla="*/ 4747667 w 6335277"/>
              <a:gd name="connsiteY19" fmla="*/ 2585179 h 3597553"/>
              <a:gd name="connsiteX20" fmla="*/ 5034750 w 6335277"/>
              <a:gd name="connsiteY20" fmla="*/ 2233326 h 3597553"/>
              <a:gd name="connsiteX21" fmla="*/ 5412797 w 6335277"/>
              <a:gd name="connsiteY21" fmla="*/ 947832 h 3597553"/>
              <a:gd name="connsiteX22" fmla="*/ 5522811 w 6335277"/>
              <a:gd name="connsiteY22" fmla="*/ 631887 h 3597553"/>
              <a:gd name="connsiteX23" fmla="*/ 5967914 w 6335277"/>
              <a:gd name="connsiteY23" fmla="*/ 464343 h 3597553"/>
              <a:gd name="connsiteX24" fmla="*/ 6190418 w 6335277"/>
              <a:gd name="connsiteY24" fmla="*/ 392524 h 3597553"/>
              <a:gd name="connsiteX25" fmla="*/ 6331579 w 6335277"/>
              <a:gd name="connsiteY25" fmla="*/ 167544 h 3597553"/>
              <a:gd name="connsiteX26" fmla="*/ 6310052 w 6335277"/>
              <a:gd name="connsiteY26" fmla="*/ -1 h 3597553"/>
              <a:gd name="connsiteX0" fmla="*/ 0 w 6356624"/>
              <a:gd name="connsiteY0" fmla="*/ 1282640 h 3597554"/>
              <a:gd name="connsiteX1" fmla="*/ 453922 w 6356624"/>
              <a:gd name="connsiteY1" fmla="*/ 1184526 h 3597554"/>
              <a:gd name="connsiteX2" fmla="*/ 977005 w 6356624"/>
              <a:gd name="connsiteY2" fmla="*/ 1101852 h 3597554"/>
              <a:gd name="connsiteX3" fmla="*/ 1577651 w 6356624"/>
              <a:gd name="connsiteY3" fmla="*/ 1322927 h 3597554"/>
              <a:gd name="connsiteX4" fmla="*/ 1752530 w 6356624"/>
              <a:gd name="connsiteY4" fmla="*/ 1545907 h 3597554"/>
              <a:gd name="connsiteX5" fmla="*/ 1723479 w 6356624"/>
              <a:gd name="connsiteY5" fmla="*/ 1807273 h 3597554"/>
              <a:gd name="connsiteX6" fmla="*/ 1579937 w 6356624"/>
              <a:gd name="connsiteY6" fmla="*/ 2123218 h 3597554"/>
              <a:gd name="connsiteX7" fmla="*/ 1548314 w 6356624"/>
              <a:gd name="connsiteY7" fmla="*/ 2637377 h 3597554"/>
              <a:gd name="connsiteX8" fmla="*/ 1671758 w 6356624"/>
              <a:gd name="connsiteY8" fmla="*/ 2967704 h 3597554"/>
              <a:gd name="connsiteX9" fmla="*/ 1806727 w 6356624"/>
              <a:gd name="connsiteY9" fmla="*/ 3223355 h 3597554"/>
              <a:gd name="connsiteX10" fmla="*/ 2016373 w 6356624"/>
              <a:gd name="connsiteY10" fmla="*/ 3433096 h 3597554"/>
              <a:gd name="connsiteX11" fmla="*/ 2388610 w 6356624"/>
              <a:gd name="connsiteY11" fmla="*/ 3528917 h 3597554"/>
              <a:gd name="connsiteX12" fmla="*/ 2749988 w 6356624"/>
              <a:gd name="connsiteY12" fmla="*/ 3528917 h 3597554"/>
              <a:gd name="connsiteX13" fmla="*/ 3006115 w 6356624"/>
              <a:gd name="connsiteY13" fmla="*/ 3544157 h 3597554"/>
              <a:gd name="connsiteX14" fmla="*/ 3321774 w 6356624"/>
              <a:gd name="connsiteY14" fmla="*/ 3577400 h 3597554"/>
              <a:gd name="connsiteX15" fmla="*/ 3583426 w 6356624"/>
              <a:gd name="connsiteY15" fmla="*/ 3588448 h 3597554"/>
              <a:gd name="connsiteX16" fmla="*/ 3750970 w 6356624"/>
              <a:gd name="connsiteY16" fmla="*/ 3505295 h 3597554"/>
              <a:gd name="connsiteX17" fmla="*/ 3991572 w 6356624"/>
              <a:gd name="connsiteY17" fmla="*/ 3322510 h 3597554"/>
              <a:gd name="connsiteX18" fmla="*/ 4474870 w 6356624"/>
              <a:gd name="connsiteY18" fmla="*/ 2858071 h 3597554"/>
              <a:gd name="connsiteX19" fmla="*/ 4747667 w 6356624"/>
              <a:gd name="connsiteY19" fmla="*/ 2585180 h 3597554"/>
              <a:gd name="connsiteX20" fmla="*/ 5034750 w 6356624"/>
              <a:gd name="connsiteY20" fmla="*/ 2233327 h 3597554"/>
              <a:gd name="connsiteX21" fmla="*/ 5412797 w 6356624"/>
              <a:gd name="connsiteY21" fmla="*/ 947833 h 3597554"/>
              <a:gd name="connsiteX22" fmla="*/ 5522811 w 6356624"/>
              <a:gd name="connsiteY22" fmla="*/ 631888 h 3597554"/>
              <a:gd name="connsiteX23" fmla="*/ 5967914 w 6356624"/>
              <a:gd name="connsiteY23" fmla="*/ 464344 h 3597554"/>
              <a:gd name="connsiteX24" fmla="*/ 6331579 w 6356624"/>
              <a:gd name="connsiteY24" fmla="*/ 167545 h 3597554"/>
              <a:gd name="connsiteX25" fmla="*/ 6310052 w 6356624"/>
              <a:gd name="connsiteY25" fmla="*/ 0 h 3597554"/>
              <a:gd name="connsiteX0" fmla="*/ 0 w 6310052"/>
              <a:gd name="connsiteY0" fmla="*/ 1282640 h 3597554"/>
              <a:gd name="connsiteX1" fmla="*/ 453922 w 6310052"/>
              <a:gd name="connsiteY1" fmla="*/ 1184526 h 3597554"/>
              <a:gd name="connsiteX2" fmla="*/ 977005 w 6310052"/>
              <a:gd name="connsiteY2" fmla="*/ 1101852 h 3597554"/>
              <a:gd name="connsiteX3" fmla="*/ 1577651 w 6310052"/>
              <a:gd name="connsiteY3" fmla="*/ 1322927 h 3597554"/>
              <a:gd name="connsiteX4" fmla="*/ 1752530 w 6310052"/>
              <a:gd name="connsiteY4" fmla="*/ 1545907 h 3597554"/>
              <a:gd name="connsiteX5" fmla="*/ 1723479 w 6310052"/>
              <a:gd name="connsiteY5" fmla="*/ 1807273 h 3597554"/>
              <a:gd name="connsiteX6" fmla="*/ 1579937 w 6310052"/>
              <a:gd name="connsiteY6" fmla="*/ 2123218 h 3597554"/>
              <a:gd name="connsiteX7" fmla="*/ 1548314 w 6310052"/>
              <a:gd name="connsiteY7" fmla="*/ 2637377 h 3597554"/>
              <a:gd name="connsiteX8" fmla="*/ 1671758 w 6310052"/>
              <a:gd name="connsiteY8" fmla="*/ 2967704 h 3597554"/>
              <a:gd name="connsiteX9" fmla="*/ 1806727 w 6310052"/>
              <a:gd name="connsiteY9" fmla="*/ 3223355 h 3597554"/>
              <a:gd name="connsiteX10" fmla="*/ 2016373 w 6310052"/>
              <a:gd name="connsiteY10" fmla="*/ 3433096 h 3597554"/>
              <a:gd name="connsiteX11" fmla="*/ 2388610 w 6310052"/>
              <a:gd name="connsiteY11" fmla="*/ 3528917 h 3597554"/>
              <a:gd name="connsiteX12" fmla="*/ 2749988 w 6310052"/>
              <a:gd name="connsiteY12" fmla="*/ 3528917 h 3597554"/>
              <a:gd name="connsiteX13" fmla="*/ 3006115 w 6310052"/>
              <a:gd name="connsiteY13" fmla="*/ 3544157 h 3597554"/>
              <a:gd name="connsiteX14" fmla="*/ 3321774 w 6310052"/>
              <a:gd name="connsiteY14" fmla="*/ 3577400 h 3597554"/>
              <a:gd name="connsiteX15" fmla="*/ 3583426 w 6310052"/>
              <a:gd name="connsiteY15" fmla="*/ 3588448 h 3597554"/>
              <a:gd name="connsiteX16" fmla="*/ 3750970 w 6310052"/>
              <a:gd name="connsiteY16" fmla="*/ 3505295 h 3597554"/>
              <a:gd name="connsiteX17" fmla="*/ 3991572 w 6310052"/>
              <a:gd name="connsiteY17" fmla="*/ 3322510 h 3597554"/>
              <a:gd name="connsiteX18" fmla="*/ 4474870 w 6310052"/>
              <a:gd name="connsiteY18" fmla="*/ 2858071 h 3597554"/>
              <a:gd name="connsiteX19" fmla="*/ 4747667 w 6310052"/>
              <a:gd name="connsiteY19" fmla="*/ 2585180 h 3597554"/>
              <a:gd name="connsiteX20" fmla="*/ 5034750 w 6310052"/>
              <a:gd name="connsiteY20" fmla="*/ 2233327 h 3597554"/>
              <a:gd name="connsiteX21" fmla="*/ 5412797 w 6310052"/>
              <a:gd name="connsiteY21" fmla="*/ 947833 h 3597554"/>
              <a:gd name="connsiteX22" fmla="*/ 5522811 w 6310052"/>
              <a:gd name="connsiteY22" fmla="*/ 631888 h 3597554"/>
              <a:gd name="connsiteX23" fmla="*/ 5967914 w 6310052"/>
              <a:gd name="connsiteY23" fmla="*/ 464344 h 3597554"/>
              <a:gd name="connsiteX24" fmla="*/ 6310052 w 6310052"/>
              <a:gd name="connsiteY24" fmla="*/ 0 h 3597554"/>
              <a:gd name="connsiteX0" fmla="*/ 0 w 5967914"/>
              <a:gd name="connsiteY0" fmla="*/ 818296 h 3133210"/>
              <a:gd name="connsiteX1" fmla="*/ 453922 w 5967914"/>
              <a:gd name="connsiteY1" fmla="*/ 720182 h 3133210"/>
              <a:gd name="connsiteX2" fmla="*/ 977005 w 5967914"/>
              <a:gd name="connsiteY2" fmla="*/ 637508 h 3133210"/>
              <a:gd name="connsiteX3" fmla="*/ 1577651 w 5967914"/>
              <a:gd name="connsiteY3" fmla="*/ 858583 h 3133210"/>
              <a:gd name="connsiteX4" fmla="*/ 1752530 w 5967914"/>
              <a:gd name="connsiteY4" fmla="*/ 1081563 h 3133210"/>
              <a:gd name="connsiteX5" fmla="*/ 1723479 w 5967914"/>
              <a:gd name="connsiteY5" fmla="*/ 1342929 h 3133210"/>
              <a:gd name="connsiteX6" fmla="*/ 1579937 w 5967914"/>
              <a:gd name="connsiteY6" fmla="*/ 1658874 h 3133210"/>
              <a:gd name="connsiteX7" fmla="*/ 1548314 w 5967914"/>
              <a:gd name="connsiteY7" fmla="*/ 2173033 h 3133210"/>
              <a:gd name="connsiteX8" fmla="*/ 1671758 w 5967914"/>
              <a:gd name="connsiteY8" fmla="*/ 2503360 h 3133210"/>
              <a:gd name="connsiteX9" fmla="*/ 1806727 w 5967914"/>
              <a:gd name="connsiteY9" fmla="*/ 2759011 h 3133210"/>
              <a:gd name="connsiteX10" fmla="*/ 2016373 w 5967914"/>
              <a:gd name="connsiteY10" fmla="*/ 2968752 h 3133210"/>
              <a:gd name="connsiteX11" fmla="*/ 2388610 w 5967914"/>
              <a:gd name="connsiteY11" fmla="*/ 3064573 h 3133210"/>
              <a:gd name="connsiteX12" fmla="*/ 2749988 w 5967914"/>
              <a:gd name="connsiteY12" fmla="*/ 3064573 h 3133210"/>
              <a:gd name="connsiteX13" fmla="*/ 3006115 w 5967914"/>
              <a:gd name="connsiteY13" fmla="*/ 3079813 h 3133210"/>
              <a:gd name="connsiteX14" fmla="*/ 3321774 w 5967914"/>
              <a:gd name="connsiteY14" fmla="*/ 3113056 h 3133210"/>
              <a:gd name="connsiteX15" fmla="*/ 3583426 w 5967914"/>
              <a:gd name="connsiteY15" fmla="*/ 3124104 h 3133210"/>
              <a:gd name="connsiteX16" fmla="*/ 3750970 w 5967914"/>
              <a:gd name="connsiteY16" fmla="*/ 3040951 h 3133210"/>
              <a:gd name="connsiteX17" fmla="*/ 3991572 w 5967914"/>
              <a:gd name="connsiteY17" fmla="*/ 2858166 h 3133210"/>
              <a:gd name="connsiteX18" fmla="*/ 4474870 w 5967914"/>
              <a:gd name="connsiteY18" fmla="*/ 2393727 h 3133210"/>
              <a:gd name="connsiteX19" fmla="*/ 4747667 w 5967914"/>
              <a:gd name="connsiteY19" fmla="*/ 2120836 h 3133210"/>
              <a:gd name="connsiteX20" fmla="*/ 5034750 w 5967914"/>
              <a:gd name="connsiteY20" fmla="*/ 1768983 h 3133210"/>
              <a:gd name="connsiteX21" fmla="*/ 5412797 w 5967914"/>
              <a:gd name="connsiteY21" fmla="*/ 483489 h 3133210"/>
              <a:gd name="connsiteX22" fmla="*/ 5522811 w 5967914"/>
              <a:gd name="connsiteY22" fmla="*/ 167544 h 3133210"/>
              <a:gd name="connsiteX23" fmla="*/ 5967914 w 5967914"/>
              <a:gd name="connsiteY23" fmla="*/ 0 h 3133210"/>
              <a:gd name="connsiteX0" fmla="*/ 0 w 5967914"/>
              <a:gd name="connsiteY0" fmla="*/ 818296 h 3133210"/>
              <a:gd name="connsiteX1" fmla="*/ 453922 w 5967914"/>
              <a:gd name="connsiteY1" fmla="*/ 720182 h 3133210"/>
              <a:gd name="connsiteX2" fmla="*/ 977005 w 5967914"/>
              <a:gd name="connsiteY2" fmla="*/ 637508 h 3133210"/>
              <a:gd name="connsiteX3" fmla="*/ 1577651 w 5967914"/>
              <a:gd name="connsiteY3" fmla="*/ 858583 h 3133210"/>
              <a:gd name="connsiteX4" fmla="*/ 1752530 w 5967914"/>
              <a:gd name="connsiteY4" fmla="*/ 1081563 h 3133210"/>
              <a:gd name="connsiteX5" fmla="*/ 1723479 w 5967914"/>
              <a:gd name="connsiteY5" fmla="*/ 1342929 h 3133210"/>
              <a:gd name="connsiteX6" fmla="*/ 1579937 w 5967914"/>
              <a:gd name="connsiteY6" fmla="*/ 1658874 h 3133210"/>
              <a:gd name="connsiteX7" fmla="*/ 1548314 w 5967914"/>
              <a:gd name="connsiteY7" fmla="*/ 2173033 h 3133210"/>
              <a:gd name="connsiteX8" fmla="*/ 1671758 w 5967914"/>
              <a:gd name="connsiteY8" fmla="*/ 2503360 h 3133210"/>
              <a:gd name="connsiteX9" fmla="*/ 1806727 w 5967914"/>
              <a:gd name="connsiteY9" fmla="*/ 2759011 h 3133210"/>
              <a:gd name="connsiteX10" fmla="*/ 2016373 w 5967914"/>
              <a:gd name="connsiteY10" fmla="*/ 2968752 h 3133210"/>
              <a:gd name="connsiteX11" fmla="*/ 2388610 w 5967914"/>
              <a:gd name="connsiteY11" fmla="*/ 3064573 h 3133210"/>
              <a:gd name="connsiteX12" fmla="*/ 2749988 w 5967914"/>
              <a:gd name="connsiteY12" fmla="*/ 3064573 h 3133210"/>
              <a:gd name="connsiteX13" fmla="*/ 3006115 w 5967914"/>
              <a:gd name="connsiteY13" fmla="*/ 3079813 h 3133210"/>
              <a:gd name="connsiteX14" fmla="*/ 3321774 w 5967914"/>
              <a:gd name="connsiteY14" fmla="*/ 3113056 h 3133210"/>
              <a:gd name="connsiteX15" fmla="*/ 3583426 w 5967914"/>
              <a:gd name="connsiteY15" fmla="*/ 3124104 h 3133210"/>
              <a:gd name="connsiteX16" fmla="*/ 3750970 w 5967914"/>
              <a:gd name="connsiteY16" fmla="*/ 3040951 h 3133210"/>
              <a:gd name="connsiteX17" fmla="*/ 3991572 w 5967914"/>
              <a:gd name="connsiteY17" fmla="*/ 2858166 h 3133210"/>
              <a:gd name="connsiteX18" fmla="*/ 4474870 w 5967914"/>
              <a:gd name="connsiteY18" fmla="*/ 2393727 h 3133210"/>
              <a:gd name="connsiteX19" fmla="*/ 4747667 w 5967914"/>
              <a:gd name="connsiteY19" fmla="*/ 2120836 h 3133210"/>
              <a:gd name="connsiteX20" fmla="*/ 5034750 w 5967914"/>
              <a:gd name="connsiteY20" fmla="*/ 1768983 h 3133210"/>
              <a:gd name="connsiteX21" fmla="*/ 5412797 w 5967914"/>
              <a:gd name="connsiteY21" fmla="*/ 483489 h 3133210"/>
              <a:gd name="connsiteX22" fmla="*/ 5967914 w 5967914"/>
              <a:gd name="connsiteY22" fmla="*/ 0 h 3133210"/>
              <a:gd name="connsiteX0" fmla="*/ 0 w 5412797"/>
              <a:gd name="connsiteY0" fmla="*/ 334806 h 2649720"/>
              <a:gd name="connsiteX1" fmla="*/ 453922 w 5412797"/>
              <a:gd name="connsiteY1" fmla="*/ 236692 h 2649720"/>
              <a:gd name="connsiteX2" fmla="*/ 977005 w 5412797"/>
              <a:gd name="connsiteY2" fmla="*/ 154018 h 2649720"/>
              <a:gd name="connsiteX3" fmla="*/ 1577651 w 5412797"/>
              <a:gd name="connsiteY3" fmla="*/ 375093 h 2649720"/>
              <a:gd name="connsiteX4" fmla="*/ 1752530 w 5412797"/>
              <a:gd name="connsiteY4" fmla="*/ 598073 h 2649720"/>
              <a:gd name="connsiteX5" fmla="*/ 1723479 w 5412797"/>
              <a:gd name="connsiteY5" fmla="*/ 859439 h 2649720"/>
              <a:gd name="connsiteX6" fmla="*/ 1579937 w 5412797"/>
              <a:gd name="connsiteY6" fmla="*/ 1175384 h 2649720"/>
              <a:gd name="connsiteX7" fmla="*/ 1548314 w 5412797"/>
              <a:gd name="connsiteY7" fmla="*/ 1689543 h 2649720"/>
              <a:gd name="connsiteX8" fmla="*/ 1671758 w 5412797"/>
              <a:gd name="connsiteY8" fmla="*/ 2019870 h 2649720"/>
              <a:gd name="connsiteX9" fmla="*/ 1806727 w 5412797"/>
              <a:gd name="connsiteY9" fmla="*/ 2275521 h 2649720"/>
              <a:gd name="connsiteX10" fmla="*/ 2016373 w 5412797"/>
              <a:gd name="connsiteY10" fmla="*/ 2485262 h 2649720"/>
              <a:gd name="connsiteX11" fmla="*/ 2388610 w 5412797"/>
              <a:gd name="connsiteY11" fmla="*/ 2581083 h 2649720"/>
              <a:gd name="connsiteX12" fmla="*/ 2749988 w 5412797"/>
              <a:gd name="connsiteY12" fmla="*/ 2581083 h 2649720"/>
              <a:gd name="connsiteX13" fmla="*/ 3006115 w 5412797"/>
              <a:gd name="connsiteY13" fmla="*/ 2596323 h 2649720"/>
              <a:gd name="connsiteX14" fmla="*/ 3321774 w 5412797"/>
              <a:gd name="connsiteY14" fmla="*/ 2629566 h 2649720"/>
              <a:gd name="connsiteX15" fmla="*/ 3583426 w 5412797"/>
              <a:gd name="connsiteY15" fmla="*/ 2640614 h 2649720"/>
              <a:gd name="connsiteX16" fmla="*/ 3750970 w 5412797"/>
              <a:gd name="connsiteY16" fmla="*/ 2557461 h 2649720"/>
              <a:gd name="connsiteX17" fmla="*/ 3991572 w 5412797"/>
              <a:gd name="connsiteY17" fmla="*/ 2374676 h 2649720"/>
              <a:gd name="connsiteX18" fmla="*/ 4474870 w 5412797"/>
              <a:gd name="connsiteY18" fmla="*/ 1910237 h 2649720"/>
              <a:gd name="connsiteX19" fmla="*/ 4747667 w 5412797"/>
              <a:gd name="connsiteY19" fmla="*/ 1637346 h 2649720"/>
              <a:gd name="connsiteX20" fmla="*/ 5034750 w 5412797"/>
              <a:gd name="connsiteY20" fmla="*/ 1285493 h 2649720"/>
              <a:gd name="connsiteX21" fmla="*/ 5412797 w 5412797"/>
              <a:gd name="connsiteY21" fmla="*/ -1 h 2649720"/>
              <a:gd name="connsiteX0" fmla="*/ 0 w 5034750"/>
              <a:gd name="connsiteY0" fmla="*/ 185099 h 2500013"/>
              <a:gd name="connsiteX1" fmla="*/ 453922 w 5034750"/>
              <a:gd name="connsiteY1" fmla="*/ 86985 h 2500013"/>
              <a:gd name="connsiteX2" fmla="*/ 977005 w 5034750"/>
              <a:gd name="connsiteY2" fmla="*/ 4311 h 2500013"/>
              <a:gd name="connsiteX3" fmla="*/ 1577651 w 5034750"/>
              <a:gd name="connsiteY3" fmla="*/ 225386 h 2500013"/>
              <a:gd name="connsiteX4" fmla="*/ 1752530 w 5034750"/>
              <a:gd name="connsiteY4" fmla="*/ 448366 h 2500013"/>
              <a:gd name="connsiteX5" fmla="*/ 1723479 w 5034750"/>
              <a:gd name="connsiteY5" fmla="*/ 709732 h 2500013"/>
              <a:gd name="connsiteX6" fmla="*/ 1579937 w 5034750"/>
              <a:gd name="connsiteY6" fmla="*/ 1025677 h 2500013"/>
              <a:gd name="connsiteX7" fmla="*/ 1548314 w 5034750"/>
              <a:gd name="connsiteY7" fmla="*/ 1539836 h 2500013"/>
              <a:gd name="connsiteX8" fmla="*/ 1671758 w 5034750"/>
              <a:gd name="connsiteY8" fmla="*/ 1870163 h 2500013"/>
              <a:gd name="connsiteX9" fmla="*/ 1806727 w 5034750"/>
              <a:gd name="connsiteY9" fmla="*/ 2125814 h 2500013"/>
              <a:gd name="connsiteX10" fmla="*/ 2016373 w 5034750"/>
              <a:gd name="connsiteY10" fmla="*/ 2335555 h 2500013"/>
              <a:gd name="connsiteX11" fmla="*/ 2388610 w 5034750"/>
              <a:gd name="connsiteY11" fmla="*/ 2431376 h 2500013"/>
              <a:gd name="connsiteX12" fmla="*/ 2749988 w 5034750"/>
              <a:gd name="connsiteY12" fmla="*/ 2431376 h 2500013"/>
              <a:gd name="connsiteX13" fmla="*/ 3006115 w 5034750"/>
              <a:gd name="connsiteY13" fmla="*/ 2446616 h 2500013"/>
              <a:gd name="connsiteX14" fmla="*/ 3321774 w 5034750"/>
              <a:gd name="connsiteY14" fmla="*/ 2479859 h 2500013"/>
              <a:gd name="connsiteX15" fmla="*/ 3583426 w 5034750"/>
              <a:gd name="connsiteY15" fmla="*/ 2490907 h 2500013"/>
              <a:gd name="connsiteX16" fmla="*/ 3750970 w 5034750"/>
              <a:gd name="connsiteY16" fmla="*/ 2407754 h 2500013"/>
              <a:gd name="connsiteX17" fmla="*/ 3991572 w 5034750"/>
              <a:gd name="connsiteY17" fmla="*/ 2224969 h 2500013"/>
              <a:gd name="connsiteX18" fmla="*/ 4474870 w 5034750"/>
              <a:gd name="connsiteY18" fmla="*/ 1760530 h 2500013"/>
              <a:gd name="connsiteX19" fmla="*/ 4747667 w 5034750"/>
              <a:gd name="connsiteY19" fmla="*/ 1487639 h 2500013"/>
              <a:gd name="connsiteX20" fmla="*/ 5034750 w 5034750"/>
              <a:gd name="connsiteY20" fmla="*/ 1135786 h 2500013"/>
              <a:gd name="connsiteX0" fmla="*/ 0 w 4747667"/>
              <a:gd name="connsiteY0" fmla="*/ 185099 h 2500013"/>
              <a:gd name="connsiteX1" fmla="*/ 453922 w 4747667"/>
              <a:gd name="connsiteY1" fmla="*/ 86985 h 2500013"/>
              <a:gd name="connsiteX2" fmla="*/ 977005 w 4747667"/>
              <a:gd name="connsiteY2" fmla="*/ 4311 h 2500013"/>
              <a:gd name="connsiteX3" fmla="*/ 1577651 w 4747667"/>
              <a:gd name="connsiteY3" fmla="*/ 225386 h 2500013"/>
              <a:gd name="connsiteX4" fmla="*/ 1752530 w 4747667"/>
              <a:gd name="connsiteY4" fmla="*/ 448366 h 2500013"/>
              <a:gd name="connsiteX5" fmla="*/ 1723479 w 4747667"/>
              <a:gd name="connsiteY5" fmla="*/ 709732 h 2500013"/>
              <a:gd name="connsiteX6" fmla="*/ 1579937 w 4747667"/>
              <a:gd name="connsiteY6" fmla="*/ 1025677 h 2500013"/>
              <a:gd name="connsiteX7" fmla="*/ 1548314 w 4747667"/>
              <a:gd name="connsiteY7" fmla="*/ 1539836 h 2500013"/>
              <a:gd name="connsiteX8" fmla="*/ 1671758 w 4747667"/>
              <a:gd name="connsiteY8" fmla="*/ 1870163 h 2500013"/>
              <a:gd name="connsiteX9" fmla="*/ 1806727 w 4747667"/>
              <a:gd name="connsiteY9" fmla="*/ 2125814 h 2500013"/>
              <a:gd name="connsiteX10" fmla="*/ 2016373 w 4747667"/>
              <a:gd name="connsiteY10" fmla="*/ 2335555 h 2500013"/>
              <a:gd name="connsiteX11" fmla="*/ 2388610 w 4747667"/>
              <a:gd name="connsiteY11" fmla="*/ 2431376 h 2500013"/>
              <a:gd name="connsiteX12" fmla="*/ 2749988 w 4747667"/>
              <a:gd name="connsiteY12" fmla="*/ 2431376 h 2500013"/>
              <a:gd name="connsiteX13" fmla="*/ 3006115 w 4747667"/>
              <a:gd name="connsiteY13" fmla="*/ 2446616 h 2500013"/>
              <a:gd name="connsiteX14" fmla="*/ 3321774 w 4747667"/>
              <a:gd name="connsiteY14" fmla="*/ 2479859 h 2500013"/>
              <a:gd name="connsiteX15" fmla="*/ 3583426 w 4747667"/>
              <a:gd name="connsiteY15" fmla="*/ 2490907 h 2500013"/>
              <a:gd name="connsiteX16" fmla="*/ 3750970 w 4747667"/>
              <a:gd name="connsiteY16" fmla="*/ 2407754 h 2500013"/>
              <a:gd name="connsiteX17" fmla="*/ 3991572 w 4747667"/>
              <a:gd name="connsiteY17" fmla="*/ 2224969 h 2500013"/>
              <a:gd name="connsiteX18" fmla="*/ 4474870 w 4747667"/>
              <a:gd name="connsiteY18" fmla="*/ 1760530 h 2500013"/>
              <a:gd name="connsiteX19" fmla="*/ 4747667 w 4747667"/>
              <a:gd name="connsiteY19" fmla="*/ 1487639 h 2500013"/>
              <a:gd name="connsiteX0" fmla="*/ 0 w 4474870"/>
              <a:gd name="connsiteY0" fmla="*/ 185099 h 2500013"/>
              <a:gd name="connsiteX1" fmla="*/ 453922 w 4474870"/>
              <a:gd name="connsiteY1" fmla="*/ 86985 h 2500013"/>
              <a:gd name="connsiteX2" fmla="*/ 977005 w 4474870"/>
              <a:gd name="connsiteY2" fmla="*/ 4311 h 2500013"/>
              <a:gd name="connsiteX3" fmla="*/ 1577651 w 4474870"/>
              <a:gd name="connsiteY3" fmla="*/ 225386 h 2500013"/>
              <a:gd name="connsiteX4" fmla="*/ 1752530 w 4474870"/>
              <a:gd name="connsiteY4" fmla="*/ 448366 h 2500013"/>
              <a:gd name="connsiteX5" fmla="*/ 1723479 w 4474870"/>
              <a:gd name="connsiteY5" fmla="*/ 709732 h 2500013"/>
              <a:gd name="connsiteX6" fmla="*/ 1579937 w 4474870"/>
              <a:gd name="connsiteY6" fmla="*/ 1025677 h 2500013"/>
              <a:gd name="connsiteX7" fmla="*/ 1548314 w 4474870"/>
              <a:gd name="connsiteY7" fmla="*/ 1539836 h 2500013"/>
              <a:gd name="connsiteX8" fmla="*/ 1671758 w 4474870"/>
              <a:gd name="connsiteY8" fmla="*/ 1870163 h 2500013"/>
              <a:gd name="connsiteX9" fmla="*/ 1806727 w 4474870"/>
              <a:gd name="connsiteY9" fmla="*/ 2125814 h 2500013"/>
              <a:gd name="connsiteX10" fmla="*/ 2016373 w 4474870"/>
              <a:gd name="connsiteY10" fmla="*/ 2335555 h 2500013"/>
              <a:gd name="connsiteX11" fmla="*/ 2388610 w 4474870"/>
              <a:gd name="connsiteY11" fmla="*/ 2431376 h 2500013"/>
              <a:gd name="connsiteX12" fmla="*/ 2749988 w 4474870"/>
              <a:gd name="connsiteY12" fmla="*/ 2431376 h 2500013"/>
              <a:gd name="connsiteX13" fmla="*/ 3006115 w 4474870"/>
              <a:gd name="connsiteY13" fmla="*/ 2446616 h 2500013"/>
              <a:gd name="connsiteX14" fmla="*/ 3321774 w 4474870"/>
              <a:gd name="connsiteY14" fmla="*/ 2479859 h 2500013"/>
              <a:gd name="connsiteX15" fmla="*/ 3583426 w 4474870"/>
              <a:gd name="connsiteY15" fmla="*/ 2490907 h 2500013"/>
              <a:gd name="connsiteX16" fmla="*/ 3750970 w 4474870"/>
              <a:gd name="connsiteY16" fmla="*/ 2407754 h 2500013"/>
              <a:gd name="connsiteX17" fmla="*/ 3991572 w 4474870"/>
              <a:gd name="connsiteY17" fmla="*/ 2224969 h 2500013"/>
              <a:gd name="connsiteX18" fmla="*/ 4474870 w 4474870"/>
              <a:gd name="connsiteY18" fmla="*/ 1760530 h 2500013"/>
              <a:gd name="connsiteX0" fmla="*/ 0 w 3991572"/>
              <a:gd name="connsiteY0" fmla="*/ 185099 h 2500013"/>
              <a:gd name="connsiteX1" fmla="*/ 453922 w 3991572"/>
              <a:gd name="connsiteY1" fmla="*/ 86985 h 2500013"/>
              <a:gd name="connsiteX2" fmla="*/ 977005 w 3991572"/>
              <a:gd name="connsiteY2" fmla="*/ 4311 h 2500013"/>
              <a:gd name="connsiteX3" fmla="*/ 1577651 w 3991572"/>
              <a:gd name="connsiteY3" fmla="*/ 225386 h 2500013"/>
              <a:gd name="connsiteX4" fmla="*/ 1752530 w 3991572"/>
              <a:gd name="connsiteY4" fmla="*/ 448366 h 2500013"/>
              <a:gd name="connsiteX5" fmla="*/ 1723479 w 3991572"/>
              <a:gd name="connsiteY5" fmla="*/ 709732 h 2500013"/>
              <a:gd name="connsiteX6" fmla="*/ 1579937 w 3991572"/>
              <a:gd name="connsiteY6" fmla="*/ 1025677 h 2500013"/>
              <a:gd name="connsiteX7" fmla="*/ 1548314 w 3991572"/>
              <a:gd name="connsiteY7" fmla="*/ 1539836 h 2500013"/>
              <a:gd name="connsiteX8" fmla="*/ 1671758 w 3991572"/>
              <a:gd name="connsiteY8" fmla="*/ 1870163 h 2500013"/>
              <a:gd name="connsiteX9" fmla="*/ 1806727 w 3991572"/>
              <a:gd name="connsiteY9" fmla="*/ 2125814 h 2500013"/>
              <a:gd name="connsiteX10" fmla="*/ 2016373 w 3991572"/>
              <a:gd name="connsiteY10" fmla="*/ 2335555 h 2500013"/>
              <a:gd name="connsiteX11" fmla="*/ 2388610 w 3991572"/>
              <a:gd name="connsiteY11" fmla="*/ 2431376 h 2500013"/>
              <a:gd name="connsiteX12" fmla="*/ 2749988 w 3991572"/>
              <a:gd name="connsiteY12" fmla="*/ 2431376 h 2500013"/>
              <a:gd name="connsiteX13" fmla="*/ 3006115 w 3991572"/>
              <a:gd name="connsiteY13" fmla="*/ 2446616 h 2500013"/>
              <a:gd name="connsiteX14" fmla="*/ 3321774 w 3991572"/>
              <a:gd name="connsiteY14" fmla="*/ 2479859 h 2500013"/>
              <a:gd name="connsiteX15" fmla="*/ 3583426 w 3991572"/>
              <a:gd name="connsiteY15" fmla="*/ 2490907 h 2500013"/>
              <a:gd name="connsiteX16" fmla="*/ 3750970 w 3991572"/>
              <a:gd name="connsiteY16" fmla="*/ 2407754 h 2500013"/>
              <a:gd name="connsiteX17" fmla="*/ 3991572 w 3991572"/>
              <a:gd name="connsiteY17" fmla="*/ 2224969 h 2500013"/>
              <a:gd name="connsiteX0" fmla="*/ 0 w 3750970"/>
              <a:gd name="connsiteY0" fmla="*/ 185099 h 2500013"/>
              <a:gd name="connsiteX1" fmla="*/ 453922 w 3750970"/>
              <a:gd name="connsiteY1" fmla="*/ 86985 h 2500013"/>
              <a:gd name="connsiteX2" fmla="*/ 977005 w 3750970"/>
              <a:gd name="connsiteY2" fmla="*/ 4311 h 2500013"/>
              <a:gd name="connsiteX3" fmla="*/ 1577651 w 3750970"/>
              <a:gd name="connsiteY3" fmla="*/ 225386 h 2500013"/>
              <a:gd name="connsiteX4" fmla="*/ 1752530 w 3750970"/>
              <a:gd name="connsiteY4" fmla="*/ 448366 h 2500013"/>
              <a:gd name="connsiteX5" fmla="*/ 1723479 w 3750970"/>
              <a:gd name="connsiteY5" fmla="*/ 709732 h 2500013"/>
              <a:gd name="connsiteX6" fmla="*/ 1579937 w 3750970"/>
              <a:gd name="connsiteY6" fmla="*/ 1025677 h 2500013"/>
              <a:gd name="connsiteX7" fmla="*/ 1548314 w 3750970"/>
              <a:gd name="connsiteY7" fmla="*/ 1539836 h 2500013"/>
              <a:gd name="connsiteX8" fmla="*/ 1671758 w 3750970"/>
              <a:gd name="connsiteY8" fmla="*/ 1870163 h 2500013"/>
              <a:gd name="connsiteX9" fmla="*/ 1806727 w 3750970"/>
              <a:gd name="connsiteY9" fmla="*/ 2125814 h 2500013"/>
              <a:gd name="connsiteX10" fmla="*/ 2016373 w 3750970"/>
              <a:gd name="connsiteY10" fmla="*/ 2335555 h 2500013"/>
              <a:gd name="connsiteX11" fmla="*/ 2388610 w 3750970"/>
              <a:gd name="connsiteY11" fmla="*/ 2431376 h 2500013"/>
              <a:gd name="connsiteX12" fmla="*/ 2749988 w 3750970"/>
              <a:gd name="connsiteY12" fmla="*/ 2431376 h 2500013"/>
              <a:gd name="connsiteX13" fmla="*/ 3006115 w 3750970"/>
              <a:gd name="connsiteY13" fmla="*/ 2446616 h 2500013"/>
              <a:gd name="connsiteX14" fmla="*/ 3321774 w 3750970"/>
              <a:gd name="connsiteY14" fmla="*/ 2479859 h 2500013"/>
              <a:gd name="connsiteX15" fmla="*/ 3583426 w 3750970"/>
              <a:gd name="connsiteY15" fmla="*/ 2490907 h 2500013"/>
              <a:gd name="connsiteX16" fmla="*/ 3750970 w 3750970"/>
              <a:gd name="connsiteY16" fmla="*/ 2407754 h 2500013"/>
              <a:gd name="connsiteX0" fmla="*/ 0 w 3750970"/>
              <a:gd name="connsiteY0" fmla="*/ 187598 h 2502512"/>
              <a:gd name="connsiteX1" fmla="*/ 303627 w 3750970"/>
              <a:gd name="connsiteY1" fmla="*/ 499398 h 2502512"/>
              <a:gd name="connsiteX2" fmla="*/ 977005 w 3750970"/>
              <a:gd name="connsiteY2" fmla="*/ 6810 h 2502512"/>
              <a:gd name="connsiteX3" fmla="*/ 1577651 w 3750970"/>
              <a:gd name="connsiteY3" fmla="*/ 227885 h 2502512"/>
              <a:gd name="connsiteX4" fmla="*/ 1752530 w 3750970"/>
              <a:gd name="connsiteY4" fmla="*/ 450865 h 2502512"/>
              <a:gd name="connsiteX5" fmla="*/ 1723479 w 3750970"/>
              <a:gd name="connsiteY5" fmla="*/ 712231 h 2502512"/>
              <a:gd name="connsiteX6" fmla="*/ 1579937 w 3750970"/>
              <a:gd name="connsiteY6" fmla="*/ 1028176 h 2502512"/>
              <a:gd name="connsiteX7" fmla="*/ 1548314 w 3750970"/>
              <a:gd name="connsiteY7" fmla="*/ 1542335 h 2502512"/>
              <a:gd name="connsiteX8" fmla="*/ 1671758 w 3750970"/>
              <a:gd name="connsiteY8" fmla="*/ 1872662 h 2502512"/>
              <a:gd name="connsiteX9" fmla="*/ 1806727 w 3750970"/>
              <a:gd name="connsiteY9" fmla="*/ 2128313 h 2502512"/>
              <a:gd name="connsiteX10" fmla="*/ 2016373 w 3750970"/>
              <a:gd name="connsiteY10" fmla="*/ 2338054 h 2502512"/>
              <a:gd name="connsiteX11" fmla="*/ 2388610 w 3750970"/>
              <a:gd name="connsiteY11" fmla="*/ 2433875 h 2502512"/>
              <a:gd name="connsiteX12" fmla="*/ 2749988 w 3750970"/>
              <a:gd name="connsiteY12" fmla="*/ 2433875 h 2502512"/>
              <a:gd name="connsiteX13" fmla="*/ 3006115 w 3750970"/>
              <a:gd name="connsiteY13" fmla="*/ 2449115 h 2502512"/>
              <a:gd name="connsiteX14" fmla="*/ 3321774 w 3750970"/>
              <a:gd name="connsiteY14" fmla="*/ 2482358 h 2502512"/>
              <a:gd name="connsiteX15" fmla="*/ 3583426 w 3750970"/>
              <a:gd name="connsiteY15" fmla="*/ 2493406 h 2502512"/>
              <a:gd name="connsiteX16" fmla="*/ 3750970 w 3750970"/>
              <a:gd name="connsiteY16" fmla="*/ 2410253 h 2502512"/>
              <a:gd name="connsiteX0" fmla="*/ 0 w 3919257"/>
              <a:gd name="connsiteY0" fmla="*/ 338292 h 2502512"/>
              <a:gd name="connsiteX1" fmla="*/ 471914 w 3919257"/>
              <a:gd name="connsiteY1" fmla="*/ 499398 h 2502512"/>
              <a:gd name="connsiteX2" fmla="*/ 1145292 w 3919257"/>
              <a:gd name="connsiteY2" fmla="*/ 6810 h 2502512"/>
              <a:gd name="connsiteX3" fmla="*/ 1745938 w 3919257"/>
              <a:gd name="connsiteY3" fmla="*/ 227885 h 2502512"/>
              <a:gd name="connsiteX4" fmla="*/ 1920817 w 3919257"/>
              <a:gd name="connsiteY4" fmla="*/ 450865 h 2502512"/>
              <a:gd name="connsiteX5" fmla="*/ 1891766 w 3919257"/>
              <a:gd name="connsiteY5" fmla="*/ 712231 h 2502512"/>
              <a:gd name="connsiteX6" fmla="*/ 1748224 w 3919257"/>
              <a:gd name="connsiteY6" fmla="*/ 1028176 h 2502512"/>
              <a:gd name="connsiteX7" fmla="*/ 1716601 w 3919257"/>
              <a:gd name="connsiteY7" fmla="*/ 1542335 h 2502512"/>
              <a:gd name="connsiteX8" fmla="*/ 1840045 w 3919257"/>
              <a:gd name="connsiteY8" fmla="*/ 1872662 h 2502512"/>
              <a:gd name="connsiteX9" fmla="*/ 1975014 w 3919257"/>
              <a:gd name="connsiteY9" fmla="*/ 2128313 h 2502512"/>
              <a:gd name="connsiteX10" fmla="*/ 2184660 w 3919257"/>
              <a:gd name="connsiteY10" fmla="*/ 2338054 h 2502512"/>
              <a:gd name="connsiteX11" fmla="*/ 2556897 w 3919257"/>
              <a:gd name="connsiteY11" fmla="*/ 2433875 h 2502512"/>
              <a:gd name="connsiteX12" fmla="*/ 2918275 w 3919257"/>
              <a:gd name="connsiteY12" fmla="*/ 2433875 h 2502512"/>
              <a:gd name="connsiteX13" fmla="*/ 3174402 w 3919257"/>
              <a:gd name="connsiteY13" fmla="*/ 2449115 h 2502512"/>
              <a:gd name="connsiteX14" fmla="*/ 3490061 w 3919257"/>
              <a:gd name="connsiteY14" fmla="*/ 2482358 h 2502512"/>
              <a:gd name="connsiteX15" fmla="*/ 3751713 w 3919257"/>
              <a:gd name="connsiteY15" fmla="*/ 2493406 h 2502512"/>
              <a:gd name="connsiteX16" fmla="*/ 3919257 w 3919257"/>
              <a:gd name="connsiteY16" fmla="*/ 2410253 h 2502512"/>
              <a:gd name="connsiteX0" fmla="*/ 0 w 3919257"/>
              <a:gd name="connsiteY0" fmla="*/ 338292 h 2502512"/>
              <a:gd name="connsiteX1" fmla="*/ 471914 w 3919257"/>
              <a:gd name="connsiteY1" fmla="*/ 499398 h 2502512"/>
              <a:gd name="connsiteX2" fmla="*/ 1145292 w 3919257"/>
              <a:gd name="connsiteY2" fmla="*/ 6810 h 2502512"/>
              <a:gd name="connsiteX3" fmla="*/ 1745938 w 3919257"/>
              <a:gd name="connsiteY3" fmla="*/ 227885 h 2502512"/>
              <a:gd name="connsiteX4" fmla="*/ 1920817 w 3919257"/>
              <a:gd name="connsiteY4" fmla="*/ 450865 h 2502512"/>
              <a:gd name="connsiteX5" fmla="*/ 1891766 w 3919257"/>
              <a:gd name="connsiteY5" fmla="*/ 712231 h 2502512"/>
              <a:gd name="connsiteX6" fmla="*/ 1748224 w 3919257"/>
              <a:gd name="connsiteY6" fmla="*/ 1028176 h 2502512"/>
              <a:gd name="connsiteX7" fmla="*/ 1716601 w 3919257"/>
              <a:gd name="connsiteY7" fmla="*/ 1542335 h 2502512"/>
              <a:gd name="connsiteX8" fmla="*/ 1840045 w 3919257"/>
              <a:gd name="connsiteY8" fmla="*/ 1872662 h 2502512"/>
              <a:gd name="connsiteX9" fmla="*/ 1975014 w 3919257"/>
              <a:gd name="connsiteY9" fmla="*/ 2128313 h 2502512"/>
              <a:gd name="connsiteX10" fmla="*/ 2184660 w 3919257"/>
              <a:gd name="connsiteY10" fmla="*/ 2338054 h 2502512"/>
              <a:gd name="connsiteX11" fmla="*/ 2556897 w 3919257"/>
              <a:gd name="connsiteY11" fmla="*/ 2433875 h 2502512"/>
              <a:gd name="connsiteX12" fmla="*/ 2918275 w 3919257"/>
              <a:gd name="connsiteY12" fmla="*/ 2433875 h 2502512"/>
              <a:gd name="connsiteX13" fmla="*/ 3174402 w 3919257"/>
              <a:gd name="connsiteY13" fmla="*/ 2449115 h 2502512"/>
              <a:gd name="connsiteX14" fmla="*/ 3490061 w 3919257"/>
              <a:gd name="connsiteY14" fmla="*/ 2482358 h 2502512"/>
              <a:gd name="connsiteX15" fmla="*/ 3751713 w 3919257"/>
              <a:gd name="connsiteY15" fmla="*/ 2493406 h 2502512"/>
              <a:gd name="connsiteX16" fmla="*/ 3919257 w 3919257"/>
              <a:gd name="connsiteY16" fmla="*/ 2410253 h 2502512"/>
              <a:gd name="connsiteX0" fmla="*/ 0 w 3919257"/>
              <a:gd name="connsiteY0" fmla="*/ 293445 h 2457665"/>
              <a:gd name="connsiteX1" fmla="*/ 471914 w 3919257"/>
              <a:gd name="connsiteY1" fmla="*/ 454551 h 2457665"/>
              <a:gd name="connsiteX2" fmla="*/ 1091755 w 3919257"/>
              <a:gd name="connsiteY2" fmla="*/ 8200 h 2457665"/>
              <a:gd name="connsiteX3" fmla="*/ 1745938 w 3919257"/>
              <a:gd name="connsiteY3" fmla="*/ 183038 h 2457665"/>
              <a:gd name="connsiteX4" fmla="*/ 1920817 w 3919257"/>
              <a:gd name="connsiteY4" fmla="*/ 406018 h 2457665"/>
              <a:gd name="connsiteX5" fmla="*/ 1891766 w 3919257"/>
              <a:gd name="connsiteY5" fmla="*/ 667384 h 2457665"/>
              <a:gd name="connsiteX6" fmla="*/ 1748224 w 3919257"/>
              <a:gd name="connsiteY6" fmla="*/ 983329 h 2457665"/>
              <a:gd name="connsiteX7" fmla="*/ 1716601 w 3919257"/>
              <a:gd name="connsiteY7" fmla="*/ 1497488 h 2457665"/>
              <a:gd name="connsiteX8" fmla="*/ 1840045 w 3919257"/>
              <a:gd name="connsiteY8" fmla="*/ 1827815 h 2457665"/>
              <a:gd name="connsiteX9" fmla="*/ 1975014 w 3919257"/>
              <a:gd name="connsiteY9" fmla="*/ 2083466 h 2457665"/>
              <a:gd name="connsiteX10" fmla="*/ 2184660 w 3919257"/>
              <a:gd name="connsiteY10" fmla="*/ 2293207 h 2457665"/>
              <a:gd name="connsiteX11" fmla="*/ 2556897 w 3919257"/>
              <a:gd name="connsiteY11" fmla="*/ 2389028 h 2457665"/>
              <a:gd name="connsiteX12" fmla="*/ 2918275 w 3919257"/>
              <a:gd name="connsiteY12" fmla="*/ 2389028 h 2457665"/>
              <a:gd name="connsiteX13" fmla="*/ 3174402 w 3919257"/>
              <a:gd name="connsiteY13" fmla="*/ 2404268 h 2457665"/>
              <a:gd name="connsiteX14" fmla="*/ 3490061 w 3919257"/>
              <a:gd name="connsiteY14" fmla="*/ 2437511 h 2457665"/>
              <a:gd name="connsiteX15" fmla="*/ 3751713 w 3919257"/>
              <a:gd name="connsiteY15" fmla="*/ 2448559 h 2457665"/>
              <a:gd name="connsiteX16" fmla="*/ 3919257 w 3919257"/>
              <a:gd name="connsiteY16" fmla="*/ 2365406 h 2457665"/>
              <a:gd name="connsiteX0" fmla="*/ 0 w 3904003"/>
              <a:gd name="connsiteY0" fmla="*/ 293445 h 2453531"/>
              <a:gd name="connsiteX1" fmla="*/ 471914 w 3904003"/>
              <a:gd name="connsiteY1" fmla="*/ 454551 h 2453531"/>
              <a:gd name="connsiteX2" fmla="*/ 1091755 w 3904003"/>
              <a:gd name="connsiteY2" fmla="*/ 8200 h 2453531"/>
              <a:gd name="connsiteX3" fmla="*/ 1745938 w 3904003"/>
              <a:gd name="connsiteY3" fmla="*/ 183038 h 2453531"/>
              <a:gd name="connsiteX4" fmla="*/ 1920817 w 3904003"/>
              <a:gd name="connsiteY4" fmla="*/ 406018 h 2453531"/>
              <a:gd name="connsiteX5" fmla="*/ 1891766 w 3904003"/>
              <a:gd name="connsiteY5" fmla="*/ 667384 h 2453531"/>
              <a:gd name="connsiteX6" fmla="*/ 1748224 w 3904003"/>
              <a:gd name="connsiteY6" fmla="*/ 983329 h 2453531"/>
              <a:gd name="connsiteX7" fmla="*/ 1716601 w 3904003"/>
              <a:gd name="connsiteY7" fmla="*/ 1497488 h 2453531"/>
              <a:gd name="connsiteX8" fmla="*/ 1840045 w 3904003"/>
              <a:gd name="connsiteY8" fmla="*/ 1827815 h 2453531"/>
              <a:gd name="connsiteX9" fmla="*/ 1975014 w 3904003"/>
              <a:gd name="connsiteY9" fmla="*/ 2083466 h 2453531"/>
              <a:gd name="connsiteX10" fmla="*/ 2184660 w 3904003"/>
              <a:gd name="connsiteY10" fmla="*/ 2293207 h 2453531"/>
              <a:gd name="connsiteX11" fmla="*/ 2556897 w 3904003"/>
              <a:gd name="connsiteY11" fmla="*/ 2389028 h 2453531"/>
              <a:gd name="connsiteX12" fmla="*/ 2918275 w 3904003"/>
              <a:gd name="connsiteY12" fmla="*/ 2389028 h 2453531"/>
              <a:gd name="connsiteX13" fmla="*/ 3174402 w 3904003"/>
              <a:gd name="connsiteY13" fmla="*/ 2404268 h 2453531"/>
              <a:gd name="connsiteX14" fmla="*/ 3490061 w 3904003"/>
              <a:gd name="connsiteY14" fmla="*/ 2437511 h 2453531"/>
              <a:gd name="connsiteX15" fmla="*/ 3751713 w 3904003"/>
              <a:gd name="connsiteY15" fmla="*/ 2448559 h 2453531"/>
              <a:gd name="connsiteX16" fmla="*/ 3904003 w 3904003"/>
              <a:gd name="connsiteY16" fmla="*/ 2370549 h 2453531"/>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56897 w 3980630"/>
              <a:gd name="connsiteY11" fmla="*/ 2389028 h 2512739"/>
              <a:gd name="connsiteX12" fmla="*/ 2918275 w 3980630"/>
              <a:gd name="connsiteY12" fmla="*/ 2389028 h 2512739"/>
              <a:gd name="connsiteX13" fmla="*/ 3174402 w 3980630"/>
              <a:gd name="connsiteY13" fmla="*/ 2404268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56897 w 3980630"/>
              <a:gd name="connsiteY11" fmla="*/ 2389028 h 2512739"/>
              <a:gd name="connsiteX12" fmla="*/ 2918275 w 3980630"/>
              <a:gd name="connsiteY12" fmla="*/ 2389028 h 2512739"/>
              <a:gd name="connsiteX13" fmla="*/ 3193527 w 3980630"/>
              <a:gd name="connsiteY13" fmla="*/ 2329875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78923 w 3980630"/>
              <a:gd name="connsiteY11" fmla="*/ 2433649 h 2512739"/>
              <a:gd name="connsiteX12" fmla="*/ 2918275 w 3980630"/>
              <a:gd name="connsiteY12" fmla="*/ 2389028 h 2512739"/>
              <a:gd name="connsiteX13" fmla="*/ 3193527 w 3980630"/>
              <a:gd name="connsiteY13" fmla="*/ 2329875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91766 w 3980630"/>
              <a:gd name="connsiteY5" fmla="*/ 666185 h 2511540"/>
              <a:gd name="connsiteX6" fmla="*/ 1748224 w 3980630"/>
              <a:gd name="connsiteY6" fmla="*/ 98213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02269 w 3980630"/>
              <a:gd name="connsiteY5" fmla="*/ 643582 h 2511540"/>
              <a:gd name="connsiteX6" fmla="*/ 1748224 w 3980630"/>
              <a:gd name="connsiteY6" fmla="*/ 98213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02269 w 3980630"/>
              <a:gd name="connsiteY5" fmla="*/ 643582 h 2511540"/>
              <a:gd name="connsiteX6" fmla="*/ 1707782 w 3980630"/>
              <a:gd name="connsiteY6" fmla="*/ 98781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26507 h 2445801"/>
              <a:gd name="connsiteX1" fmla="*/ 471914 w 3980630"/>
              <a:gd name="connsiteY1" fmla="*/ 387613 h 2445801"/>
              <a:gd name="connsiteX2" fmla="*/ 916277 w 3980630"/>
              <a:gd name="connsiteY2" fmla="*/ 9807 h 2445801"/>
              <a:gd name="connsiteX3" fmla="*/ 1637509 w 3980630"/>
              <a:gd name="connsiteY3" fmla="*/ 130238 h 2445801"/>
              <a:gd name="connsiteX4" fmla="*/ 1920817 w 3980630"/>
              <a:gd name="connsiteY4" fmla="*/ 339080 h 2445801"/>
              <a:gd name="connsiteX5" fmla="*/ 1802269 w 3980630"/>
              <a:gd name="connsiteY5" fmla="*/ 577843 h 2445801"/>
              <a:gd name="connsiteX6" fmla="*/ 1707782 w 3980630"/>
              <a:gd name="connsiteY6" fmla="*/ 922071 h 2445801"/>
              <a:gd name="connsiteX7" fmla="*/ 1716601 w 3980630"/>
              <a:gd name="connsiteY7" fmla="*/ 1430550 h 2445801"/>
              <a:gd name="connsiteX8" fmla="*/ 1840045 w 3980630"/>
              <a:gd name="connsiteY8" fmla="*/ 1760877 h 2445801"/>
              <a:gd name="connsiteX9" fmla="*/ 1975014 w 3980630"/>
              <a:gd name="connsiteY9" fmla="*/ 2016528 h 2445801"/>
              <a:gd name="connsiteX10" fmla="*/ 2184660 w 3980630"/>
              <a:gd name="connsiteY10" fmla="*/ 2226269 h 2445801"/>
              <a:gd name="connsiteX11" fmla="*/ 2578923 w 3980630"/>
              <a:gd name="connsiteY11" fmla="*/ 2366711 h 2445801"/>
              <a:gd name="connsiteX12" fmla="*/ 2918275 w 3980630"/>
              <a:gd name="connsiteY12" fmla="*/ 2322090 h 2445801"/>
              <a:gd name="connsiteX13" fmla="*/ 3193527 w 3980630"/>
              <a:gd name="connsiteY13" fmla="*/ 2262937 h 2445801"/>
              <a:gd name="connsiteX14" fmla="*/ 3490061 w 3980630"/>
              <a:gd name="connsiteY14" fmla="*/ 2370573 h 2445801"/>
              <a:gd name="connsiteX15" fmla="*/ 3751713 w 3980630"/>
              <a:gd name="connsiteY15" fmla="*/ 2381621 h 2445801"/>
              <a:gd name="connsiteX16" fmla="*/ 3980630 w 3980630"/>
              <a:gd name="connsiteY16" fmla="*/ 2436811 h 2445801"/>
              <a:gd name="connsiteX0" fmla="*/ 0 w 3980630"/>
              <a:gd name="connsiteY0" fmla="*/ 232845 h 2452139"/>
              <a:gd name="connsiteX1" fmla="*/ 471914 w 3980630"/>
              <a:gd name="connsiteY1" fmla="*/ 393951 h 2452139"/>
              <a:gd name="connsiteX2" fmla="*/ 916277 w 3980630"/>
              <a:gd name="connsiteY2" fmla="*/ 16145 h 2452139"/>
              <a:gd name="connsiteX3" fmla="*/ 1556302 w 3980630"/>
              <a:gd name="connsiteY3" fmla="*/ 96724 h 2452139"/>
              <a:gd name="connsiteX4" fmla="*/ 1920817 w 3980630"/>
              <a:gd name="connsiteY4" fmla="*/ 345418 h 2452139"/>
              <a:gd name="connsiteX5" fmla="*/ 1802269 w 3980630"/>
              <a:gd name="connsiteY5" fmla="*/ 584181 h 2452139"/>
              <a:gd name="connsiteX6" fmla="*/ 1707782 w 3980630"/>
              <a:gd name="connsiteY6" fmla="*/ 928409 h 2452139"/>
              <a:gd name="connsiteX7" fmla="*/ 1716601 w 3980630"/>
              <a:gd name="connsiteY7" fmla="*/ 1436888 h 2452139"/>
              <a:gd name="connsiteX8" fmla="*/ 1840045 w 3980630"/>
              <a:gd name="connsiteY8" fmla="*/ 1767215 h 2452139"/>
              <a:gd name="connsiteX9" fmla="*/ 1975014 w 3980630"/>
              <a:gd name="connsiteY9" fmla="*/ 2022866 h 2452139"/>
              <a:gd name="connsiteX10" fmla="*/ 2184660 w 3980630"/>
              <a:gd name="connsiteY10" fmla="*/ 2232607 h 2452139"/>
              <a:gd name="connsiteX11" fmla="*/ 2578923 w 3980630"/>
              <a:gd name="connsiteY11" fmla="*/ 2373049 h 2452139"/>
              <a:gd name="connsiteX12" fmla="*/ 2918275 w 3980630"/>
              <a:gd name="connsiteY12" fmla="*/ 2328428 h 2452139"/>
              <a:gd name="connsiteX13" fmla="*/ 3193527 w 3980630"/>
              <a:gd name="connsiteY13" fmla="*/ 2269275 h 2452139"/>
              <a:gd name="connsiteX14" fmla="*/ 3490061 w 3980630"/>
              <a:gd name="connsiteY14" fmla="*/ 2376911 h 2452139"/>
              <a:gd name="connsiteX15" fmla="*/ 3751713 w 3980630"/>
              <a:gd name="connsiteY15" fmla="*/ 2387959 h 2452139"/>
              <a:gd name="connsiteX16" fmla="*/ 3980630 w 3980630"/>
              <a:gd name="connsiteY16" fmla="*/ 2443149 h 2452139"/>
              <a:gd name="connsiteX0" fmla="*/ 0 w 3751713"/>
              <a:gd name="connsiteY0" fmla="*/ 232845 h 2387959"/>
              <a:gd name="connsiteX1" fmla="*/ 471914 w 3751713"/>
              <a:gd name="connsiteY1" fmla="*/ 393951 h 2387959"/>
              <a:gd name="connsiteX2" fmla="*/ 916277 w 3751713"/>
              <a:gd name="connsiteY2" fmla="*/ 16145 h 2387959"/>
              <a:gd name="connsiteX3" fmla="*/ 1556302 w 3751713"/>
              <a:gd name="connsiteY3" fmla="*/ 96724 h 2387959"/>
              <a:gd name="connsiteX4" fmla="*/ 1920817 w 3751713"/>
              <a:gd name="connsiteY4" fmla="*/ 345418 h 2387959"/>
              <a:gd name="connsiteX5" fmla="*/ 1802269 w 3751713"/>
              <a:gd name="connsiteY5" fmla="*/ 584181 h 2387959"/>
              <a:gd name="connsiteX6" fmla="*/ 1707782 w 3751713"/>
              <a:gd name="connsiteY6" fmla="*/ 928409 h 2387959"/>
              <a:gd name="connsiteX7" fmla="*/ 1716601 w 3751713"/>
              <a:gd name="connsiteY7" fmla="*/ 1436888 h 2387959"/>
              <a:gd name="connsiteX8" fmla="*/ 1840045 w 3751713"/>
              <a:gd name="connsiteY8" fmla="*/ 1767215 h 2387959"/>
              <a:gd name="connsiteX9" fmla="*/ 1975014 w 3751713"/>
              <a:gd name="connsiteY9" fmla="*/ 2022866 h 2387959"/>
              <a:gd name="connsiteX10" fmla="*/ 2184660 w 3751713"/>
              <a:gd name="connsiteY10" fmla="*/ 2232607 h 2387959"/>
              <a:gd name="connsiteX11" fmla="*/ 2578923 w 3751713"/>
              <a:gd name="connsiteY11" fmla="*/ 2373049 h 2387959"/>
              <a:gd name="connsiteX12" fmla="*/ 2918275 w 3751713"/>
              <a:gd name="connsiteY12" fmla="*/ 2328428 h 2387959"/>
              <a:gd name="connsiteX13" fmla="*/ 3193527 w 3751713"/>
              <a:gd name="connsiteY13" fmla="*/ 2269275 h 2387959"/>
              <a:gd name="connsiteX14" fmla="*/ 3490061 w 3751713"/>
              <a:gd name="connsiteY14" fmla="*/ 2376911 h 2387959"/>
              <a:gd name="connsiteX15" fmla="*/ 3751713 w 3751713"/>
              <a:gd name="connsiteY15" fmla="*/ 2387959 h 2387959"/>
              <a:gd name="connsiteX0" fmla="*/ 0 w 3591476"/>
              <a:gd name="connsiteY0" fmla="*/ 232845 h 2396052"/>
              <a:gd name="connsiteX1" fmla="*/ 471914 w 3591476"/>
              <a:gd name="connsiteY1" fmla="*/ 393951 h 2396052"/>
              <a:gd name="connsiteX2" fmla="*/ 916277 w 3591476"/>
              <a:gd name="connsiteY2" fmla="*/ 16145 h 2396052"/>
              <a:gd name="connsiteX3" fmla="*/ 1556302 w 3591476"/>
              <a:gd name="connsiteY3" fmla="*/ 96724 h 2396052"/>
              <a:gd name="connsiteX4" fmla="*/ 1920817 w 3591476"/>
              <a:gd name="connsiteY4" fmla="*/ 345418 h 2396052"/>
              <a:gd name="connsiteX5" fmla="*/ 1802269 w 3591476"/>
              <a:gd name="connsiteY5" fmla="*/ 584181 h 2396052"/>
              <a:gd name="connsiteX6" fmla="*/ 1707782 w 3591476"/>
              <a:gd name="connsiteY6" fmla="*/ 928409 h 2396052"/>
              <a:gd name="connsiteX7" fmla="*/ 1716601 w 3591476"/>
              <a:gd name="connsiteY7" fmla="*/ 1436888 h 2396052"/>
              <a:gd name="connsiteX8" fmla="*/ 1840045 w 3591476"/>
              <a:gd name="connsiteY8" fmla="*/ 1767215 h 2396052"/>
              <a:gd name="connsiteX9" fmla="*/ 1975014 w 3591476"/>
              <a:gd name="connsiteY9" fmla="*/ 2022866 h 2396052"/>
              <a:gd name="connsiteX10" fmla="*/ 2184660 w 3591476"/>
              <a:gd name="connsiteY10" fmla="*/ 2232607 h 2396052"/>
              <a:gd name="connsiteX11" fmla="*/ 2578923 w 3591476"/>
              <a:gd name="connsiteY11" fmla="*/ 2373049 h 2396052"/>
              <a:gd name="connsiteX12" fmla="*/ 2918275 w 3591476"/>
              <a:gd name="connsiteY12" fmla="*/ 2328428 h 2396052"/>
              <a:gd name="connsiteX13" fmla="*/ 3193527 w 3591476"/>
              <a:gd name="connsiteY13" fmla="*/ 2269275 h 2396052"/>
              <a:gd name="connsiteX14" fmla="*/ 3490061 w 3591476"/>
              <a:gd name="connsiteY14" fmla="*/ 2376911 h 2396052"/>
              <a:gd name="connsiteX15" fmla="*/ 3591476 w 3591476"/>
              <a:gd name="connsiteY15" fmla="*/ 1812658 h 2396052"/>
              <a:gd name="connsiteX0" fmla="*/ 0 w 3591476"/>
              <a:gd name="connsiteY0" fmla="*/ 232845 h 2396052"/>
              <a:gd name="connsiteX1" fmla="*/ 471914 w 3591476"/>
              <a:gd name="connsiteY1" fmla="*/ 393951 h 2396052"/>
              <a:gd name="connsiteX2" fmla="*/ 916277 w 3591476"/>
              <a:gd name="connsiteY2" fmla="*/ 16145 h 2396052"/>
              <a:gd name="connsiteX3" fmla="*/ 1556302 w 3591476"/>
              <a:gd name="connsiteY3" fmla="*/ 96724 h 2396052"/>
              <a:gd name="connsiteX4" fmla="*/ 1920817 w 3591476"/>
              <a:gd name="connsiteY4" fmla="*/ 345418 h 2396052"/>
              <a:gd name="connsiteX5" fmla="*/ 1802269 w 3591476"/>
              <a:gd name="connsiteY5" fmla="*/ 584181 h 2396052"/>
              <a:gd name="connsiteX6" fmla="*/ 1707782 w 3591476"/>
              <a:gd name="connsiteY6" fmla="*/ 928409 h 2396052"/>
              <a:gd name="connsiteX7" fmla="*/ 1716601 w 3591476"/>
              <a:gd name="connsiteY7" fmla="*/ 1436888 h 2396052"/>
              <a:gd name="connsiteX8" fmla="*/ 1840045 w 3591476"/>
              <a:gd name="connsiteY8" fmla="*/ 1767215 h 2396052"/>
              <a:gd name="connsiteX9" fmla="*/ 1975014 w 3591476"/>
              <a:gd name="connsiteY9" fmla="*/ 2022866 h 2396052"/>
              <a:gd name="connsiteX10" fmla="*/ 2184660 w 3591476"/>
              <a:gd name="connsiteY10" fmla="*/ 2232607 h 2396052"/>
              <a:gd name="connsiteX11" fmla="*/ 2578923 w 3591476"/>
              <a:gd name="connsiteY11" fmla="*/ 2373049 h 2396052"/>
              <a:gd name="connsiteX12" fmla="*/ 2918275 w 3591476"/>
              <a:gd name="connsiteY12" fmla="*/ 2328428 h 2396052"/>
              <a:gd name="connsiteX13" fmla="*/ 3193527 w 3591476"/>
              <a:gd name="connsiteY13" fmla="*/ 2269275 h 2396052"/>
              <a:gd name="connsiteX14" fmla="*/ 3490061 w 3591476"/>
              <a:gd name="connsiteY14" fmla="*/ 2376911 h 2396052"/>
              <a:gd name="connsiteX15" fmla="*/ 3591476 w 3591476"/>
              <a:gd name="connsiteY15" fmla="*/ 1812658 h 2396052"/>
              <a:gd name="connsiteX0" fmla="*/ 0 w 3591476"/>
              <a:gd name="connsiteY0" fmla="*/ 232845 h 2373802"/>
              <a:gd name="connsiteX1" fmla="*/ 471914 w 3591476"/>
              <a:gd name="connsiteY1" fmla="*/ 393951 h 2373802"/>
              <a:gd name="connsiteX2" fmla="*/ 916277 w 3591476"/>
              <a:gd name="connsiteY2" fmla="*/ 16145 h 2373802"/>
              <a:gd name="connsiteX3" fmla="*/ 1556302 w 3591476"/>
              <a:gd name="connsiteY3" fmla="*/ 96724 h 2373802"/>
              <a:gd name="connsiteX4" fmla="*/ 1920817 w 3591476"/>
              <a:gd name="connsiteY4" fmla="*/ 345418 h 2373802"/>
              <a:gd name="connsiteX5" fmla="*/ 1802269 w 3591476"/>
              <a:gd name="connsiteY5" fmla="*/ 584181 h 2373802"/>
              <a:gd name="connsiteX6" fmla="*/ 1707782 w 3591476"/>
              <a:gd name="connsiteY6" fmla="*/ 928409 h 2373802"/>
              <a:gd name="connsiteX7" fmla="*/ 1716601 w 3591476"/>
              <a:gd name="connsiteY7" fmla="*/ 1436888 h 2373802"/>
              <a:gd name="connsiteX8" fmla="*/ 1840045 w 3591476"/>
              <a:gd name="connsiteY8" fmla="*/ 1767215 h 2373802"/>
              <a:gd name="connsiteX9" fmla="*/ 1975014 w 3591476"/>
              <a:gd name="connsiteY9" fmla="*/ 2022866 h 2373802"/>
              <a:gd name="connsiteX10" fmla="*/ 2184660 w 3591476"/>
              <a:gd name="connsiteY10" fmla="*/ 2232607 h 2373802"/>
              <a:gd name="connsiteX11" fmla="*/ 2578923 w 3591476"/>
              <a:gd name="connsiteY11" fmla="*/ 2373049 h 2373802"/>
              <a:gd name="connsiteX12" fmla="*/ 2918275 w 3591476"/>
              <a:gd name="connsiteY12" fmla="*/ 2328428 h 2373802"/>
              <a:gd name="connsiteX13" fmla="*/ 3193527 w 3591476"/>
              <a:gd name="connsiteY13" fmla="*/ 2269275 h 2373802"/>
              <a:gd name="connsiteX14" fmla="*/ 3465900 w 3591476"/>
              <a:gd name="connsiteY14" fmla="*/ 2249539 h 2373802"/>
              <a:gd name="connsiteX15" fmla="*/ 3591476 w 3591476"/>
              <a:gd name="connsiteY15" fmla="*/ 1812658 h 2373802"/>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840045 w 3591476"/>
              <a:gd name="connsiteY8" fmla="*/ 1767215 h 2353540"/>
              <a:gd name="connsiteX9" fmla="*/ 1975014 w 3591476"/>
              <a:gd name="connsiteY9" fmla="*/ 2022866 h 2353540"/>
              <a:gd name="connsiteX10" fmla="*/ 2184660 w 3591476"/>
              <a:gd name="connsiteY10" fmla="*/ 2232607 h 2353540"/>
              <a:gd name="connsiteX11" fmla="*/ 2569254 w 3591476"/>
              <a:gd name="connsiteY11" fmla="*/ 2352177 h 2353540"/>
              <a:gd name="connsiteX12" fmla="*/ 2918275 w 3591476"/>
              <a:gd name="connsiteY12" fmla="*/ 2328428 h 2353540"/>
              <a:gd name="connsiteX13" fmla="*/ 3193527 w 3591476"/>
              <a:gd name="connsiteY13" fmla="*/ 2269275 h 2353540"/>
              <a:gd name="connsiteX14" fmla="*/ 3465900 w 3591476"/>
              <a:gd name="connsiteY14" fmla="*/ 2249539 h 2353540"/>
              <a:gd name="connsiteX15" fmla="*/ 3591476 w 3591476"/>
              <a:gd name="connsiteY15"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840045 w 3591476"/>
              <a:gd name="connsiteY8" fmla="*/ 1767215 h 2353540"/>
              <a:gd name="connsiteX9" fmla="*/ 1975014 w 3591476"/>
              <a:gd name="connsiteY9" fmla="*/ 2022866 h 2353540"/>
              <a:gd name="connsiteX10" fmla="*/ 2184660 w 3591476"/>
              <a:gd name="connsiteY10" fmla="*/ 2232607 h 2353540"/>
              <a:gd name="connsiteX11" fmla="*/ 2569254 w 3591476"/>
              <a:gd name="connsiteY11" fmla="*/ 2352177 h 2353540"/>
              <a:gd name="connsiteX12" fmla="*/ 2918275 w 3591476"/>
              <a:gd name="connsiteY12" fmla="*/ 2328428 h 2353540"/>
              <a:gd name="connsiteX13" fmla="*/ 3193527 w 3591476"/>
              <a:gd name="connsiteY13" fmla="*/ 2269275 h 2353540"/>
              <a:gd name="connsiteX14" fmla="*/ 3465900 w 3591476"/>
              <a:gd name="connsiteY14" fmla="*/ 2249539 h 2353540"/>
              <a:gd name="connsiteX15" fmla="*/ 3591476 w 3591476"/>
              <a:gd name="connsiteY15"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840045 w 3591476"/>
              <a:gd name="connsiteY8" fmla="*/ 1767215 h 2353540"/>
              <a:gd name="connsiteX9" fmla="*/ 1946481 w 3591476"/>
              <a:gd name="connsiteY9" fmla="*/ 2013921 h 2353540"/>
              <a:gd name="connsiteX10" fmla="*/ 2184660 w 3591476"/>
              <a:gd name="connsiteY10" fmla="*/ 2232607 h 2353540"/>
              <a:gd name="connsiteX11" fmla="*/ 2569254 w 3591476"/>
              <a:gd name="connsiteY11" fmla="*/ 2352177 h 2353540"/>
              <a:gd name="connsiteX12" fmla="*/ 2918275 w 3591476"/>
              <a:gd name="connsiteY12" fmla="*/ 2328428 h 2353540"/>
              <a:gd name="connsiteX13" fmla="*/ 3193527 w 3591476"/>
              <a:gd name="connsiteY13" fmla="*/ 2269275 h 2353540"/>
              <a:gd name="connsiteX14" fmla="*/ 3465900 w 3591476"/>
              <a:gd name="connsiteY14" fmla="*/ 2249539 h 2353540"/>
              <a:gd name="connsiteX15" fmla="*/ 3591476 w 3591476"/>
              <a:gd name="connsiteY15"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840045 w 3591476"/>
              <a:gd name="connsiteY8" fmla="*/ 1767215 h 2353540"/>
              <a:gd name="connsiteX9" fmla="*/ 1946481 w 3591476"/>
              <a:gd name="connsiteY9" fmla="*/ 2013921 h 2353540"/>
              <a:gd name="connsiteX10" fmla="*/ 2184660 w 3591476"/>
              <a:gd name="connsiteY10" fmla="*/ 2232607 h 2353540"/>
              <a:gd name="connsiteX11" fmla="*/ 2569254 w 3591476"/>
              <a:gd name="connsiteY11" fmla="*/ 2352177 h 2353540"/>
              <a:gd name="connsiteX12" fmla="*/ 2918275 w 3591476"/>
              <a:gd name="connsiteY12" fmla="*/ 2328428 h 2353540"/>
              <a:gd name="connsiteX13" fmla="*/ 3193527 w 3591476"/>
              <a:gd name="connsiteY13" fmla="*/ 2269275 h 2353540"/>
              <a:gd name="connsiteX14" fmla="*/ 3465900 w 3591476"/>
              <a:gd name="connsiteY14" fmla="*/ 2249539 h 2353540"/>
              <a:gd name="connsiteX15" fmla="*/ 3591476 w 3591476"/>
              <a:gd name="connsiteY15"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946481 w 3591476"/>
              <a:gd name="connsiteY8" fmla="*/ 2013921 h 2353540"/>
              <a:gd name="connsiteX9" fmla="*/ 2184660 w 3591476"/>
              <a:gd name="connsiteY9" fmla="*/ 2232607 h 2353540"/>
              <a:gd name="connsiteX10" fmla="*/ 2569254 w 3591476"/>
              <a:gd name="connsiteY10" fmla="*/ 2352177 h 2353540"/>
              <a:gd name="connsiteX11" fmla="*/ 2918275 w 3591476"/>
              <a:gd name="connsiteY11" fmla="*/ 2328428 h 2353540"/>
              <a:gd name="connsiteX12" fmla="*/ 3193527 w 3591476"/>
              <a:gd name="connsiteY12" fmla="*/ 2269275 h 2353540"/>
              <a:gd name="connsiteX13" fmla="*/ 3465900 w 3591476"/>
              <a:gd name="connsiteY13" fmla="*/ 2249539 h 2353540"/>
              <a:gd name="connsiteX14" fmla="*/ 3591476 w 3591476"/>
              <a:gd name="connsiteY14"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954307 w 3591476"/>
              <a:gd name="connsiteY8" fmla="*/ 2027526 h 2353540"/>
              <a:gd name="connsiteX9" fmla="*/ 2184660 w 3591476"/>
              <a:gd name="connsiteY9" fmla="*/ 2232607 h 2353540"/>
              <a:gd name="connsiteX10" fmla="*/ 2569254 w 3591476"/>
              <a:gd name="connsiteY10" fmla="*/ 2352177 h 2353540"/>
              <a:gd name="connsiteX11" fmla="*/ 2918275 w 3591476"/>
              <a:gd name="connsiteY11" fmla="*/ 2328428 h 2353540"/>
              <a:gd name="connsiteX12" fmla="*/ 3193527 w 3591476"/>
              <a:gd name="connsiteY12" fmla="*/ 2269275 h 2353540"/>
              <a:gd name="connsiteX13" fmla="*/ 3465900 w 3591476"/>
              <a:gd name="connsiteY13" fmla="*/ 2249539 h 2353540"/>
              <a:gd name="connsiteX14" fmla="*/ 3591476 w 3591476"/>
              <a:gd name="connsiteY14"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02269 w 3591476"/>
              <a:gd name="connsiteY5" fmla="*/ 584181 h 2353540"/>
              <a:gd name="connsiteX6" fmla="*/ 1707782 w 3591476"/>
              <a:gd name="connsiteY6" fmla="*/ 928409 h 2353540"/>
              <a:gd name="connsiteX7" fmla="*/ 1716601 w 3591476"/>
              <a:gd name="connsiteY7" fmla="*/ 1436888 h 2353540"/>
              <a:gd name="connsiteX8" fmla="*/ 1954307 w 3591476"/>
              <a:gd name="connsiteY8" fmla="*/ 2027526 h 2353540"/>
              <a:gd name="connsiteX9" fmla="*/ 2184660 w 3591476"/>
              <a:gd name="connsiteY9" fmla="*/ 2232607 h 2353540"/>
              <a:gd name="connsiteX10" fmla="*/ 2569254 w 3591476"/>
              <a:gd name="connsiteY10" fmla="*/ 2352177 h 2353540"/>
              <a:gd name="connsiteX11" fmla="*/ 2918275 w 3591476"/>
              <a:gd name="connsiteY11" fmla="*/ 2328428 h 2353540"/>
              <a:gd name="connsiteX12" fmla="*/ 3193527 w 3591476"/>
              <a:gd name="connsiteY12" fmla="*/ 2269275 h 2353540"/>
              <a:gd name="connsiteX13" fmla="*/ 3465900 w 3591476"/>
              <a:gd name="connsiteY13" fmla="*/ 2249539 h 2353540"/>
              <a:gd name="connsiteX14" fmla="*/ 3591476 w 3591476"/>
              <a:gd name="connsiteY14"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47906 w 3591476"/>
              <a:gd name="connsiteY5" fmla="*/ 630986 h 2353540"/>
              <a:gd name="connsiteX6" fmla="*/ 1707782 w 3591476"/>
              <a:gd name="connsiteY6" fmla="*/ 928409 h 2353540"/>
              <a:gd name="connsiteX7" fmla="*/ 1716601 w 3591476"/>
              <a:gd name="connsiteY7" fmla="*/ 1436888 h 2353540"/>
              <a:gd name="connsiteX8" fmla="*/ 1954307 w 3591476"/>
              <a:gd name="connsiteY8" fmla="*/ 2027526 h 2353540"/>
              <a:gd name="connsiteX9" fmla="*/ 2184660 w 3591476"/>
              <a:gd name="connsiteY9" fmla="*/ 2232607 h 2353540"/>
              <a:gd name="connsiteX10" fmla="*/ 2569254 w 3591476"/>
              <a:gd name="connsiteY10" fmla="*/ 2352177 h 2353540"/>
              <a:gd name="connsiteX11" fmla="*/ 2918275 w 3591476"/>
              <a:gd name="connsiteY11" fmla="*/ 2328428 h 2353540"/>
              <a:gd name="connsiteX12" fmla="*/ 3193527 w 3591476"/>
              <a:gd name="connsiteY12" fmla="*/ 2269275 h 2353540"/>
              <a:gd name="connsiteX13" fmla="*/ 3465900 w 3591476"/>
              <a:gd name="connsiteY13" fmla="*/ 2249539 h 2353540"/>
              <a:gd name="connsiteX14" fmla="*/ 3591476 w 3591476"/>
              <a:gd name="connsiteY14" fmla="*/ 1812658 h 2353540"/>
              <a:gd name="connsiteX0" fmla="*/ 0 w 3591476"/>
              <a:gd name="connsiteY0" fmla="*/ 232845 h 2353540"/>
              <a:gd name="connsiteX1" fmla="*/ 471914 w 3591476"/>
              <a:gd name="connsiteY1" fmla="*/ 393951 h 2353540"/>
              <a:gd name="connsiteX2" fmla="*/ 916277 w 3591476"/>
              <a:gd name="connsiteY2" fmla="*/ 16145 h 2353540"/>
              <a:gd name="connsiteX3" fmla="*/ 1556302 w 3591476"/>
              <a:gd name="connsiteY3" fmla="*/ 96724 h 2353540"/>
              <a:gd name="connsiteX4" fmla="*/ 1920817 w 3591476"/>
              <a:gd name="connsiteY4" fmla="*/ 345418 h 2353540"/>
              <a:gd name="connsiteX5" fmla="*/ 1847906 w 3591476"/>
              <a:gd name="connsiteY5" fmla="*/ 630986 h 2353540"/>
              <a:gd name="connsiteX6" fmla="*/ 1707782 w 3591476"/>
              <a:gd name="connsiteY6" fmla="*/ 928409 h 2353540"/>
              <a:gd name="connsiteX7" fmla="*/ 1716601 w 3591476"/>
              <a:gd name="connsiteY7" fmla="*/ 1436888 h 2353540"/>
              <a:gd name="connsiteX8" fmla="*/ 1954307 w 3591476"/>
              <a:gd name="connsiteY8" fmla="*/ 2027526 h 2353540"/>
              <a:gd name="connsiteX9" fmla="*/ 2184660 w 3591476"/>
              <a:gd name="connsiteY9" fmla="*/ 2232607 h 2353540"/>
              <a:gd name="connsiteX10" fmla="*/ 2569254 w 3591476"/>
              <a:gd name="connsiteY10" fmla="*/ 2352177 h 2353540"/>
              <a:gd name="connsiteX11" fmla="*/ 2918275 w 3591476"/>
              <a:gd name="connsiteY11" fmla="*/ 2328428 h 2353540"/>
              <a:gd name="connsiteX12" fmla="*/ 3193527 w 3591476"/>
              <a:gd name="connsiteY12" fmla="*/ 2269275 h 2353540"/>
              <a:gd name="connsiteX13" fmla="*/ 3465900 w 3591476"/>
              <a:gd name="connsiteY13" fmla="*/ 2249539 h 2353540"/>
              <a:gd name="connsiteX14" fmla="*/ 3591476 w 3591476"/>
              <a:gd name="connsiteY14" fmla="*/ 1812658 h 2353540"/>
              <a:gd name="connsiteX0" fmla="*/ 0 w 3553232"/>
              <a:gd name="connsiteY0" fmla="*/ 232845 h 2353540"/>
              <a:gd name="connsiteX1" fmla="*/ 471914 w 3553232"/>
              <a:gd name="connsiteY1" fmla="*/ 393951 h 2353540"/>
              <a:gd name="connsiteX2" fmla="*/ 916277 w 3553232"/>
              <a:gd name="connsiteY2" fmla="*/ 16145 h 2353540"/>
              <a:gd name="connsiteX3" fmla="*/ 1556302 w 3553232"/>
              <a:gd name="connsiteY3" fmla="*/ 96724 h 2353540"/>
              <a:gd name="connsiteX4" fmla="*/ 1920817 w 3553232"/>
              <a:gd name="connsiteY4" fmla="*/ 345418 h 2353540"/>
              <a:gd name="connsiteX5" fmla="*/ 1847906 w 3553232"/>
              <a:gd name="connsiteY5" fmla="*/ 630986 h 2353540"/>
              <a:gd name="connsiteX6" fmla="*/ 1707782 w 3553232"/>
              <a:gd name="connsiteY6" fmla="*/ 928409 h 2353540"/>
              <a:gd name="connsiteX7" fmla="*/ 1716601 w 3553232"/>
              <a:gd name="connsiteY7" fmla="*/ 1436888 h 2353540"/>
              <a:gd name="connsiteX8" fmla="*/ 1954307 w 3553232"/>
              <a:gd name="connsiteY8" fmla="*/ 2027526 h 2353540"/>
              <a:gd name="connsiteX9" fmla="*/ 2184660 w 3553232"/>
              <a:gd name="connsiteY9" fmla="*/ 2232607 h 2353540"/>
              <a:gd name="connsiteX10" fmla="*/ 2569254 w 3553232"/>
              <a:gd name="connsiteY10" fmla="*/ 2352177 h 2353540"/>
              <a:gd name="connsiteX11" fmla="*/ 2918275 w 3553232"/>
              <a:gd name="connsiteY11" fmla="*/ 2328428 h 2353540"/>
              <a:gd name="connsiteX12" fmla="*/ 3193527 w 3553232"/>
              <a:gd name="connsiteY12" fmla="*/ 2269275 h 2353540"/>
              <a:gd name="connsiteX13" fmla="*/ 3465900 w 3553232"/>
              <a:gd name="connsiteY13" fmla="*/ 2249539 h 2353540"/>
              <a:gd name="connsiteX14" fmla="*/ 3553232 w 3553232"/>
              <a:gd name="connsiteY14" fmla="*/ 1746179 h 2353540"/>
              <a:gd name="connsiteX0" fmla="*/ 0 w 3553232"/>
              <a:gd name="connsiteY0" fmla="*/ 232845 h 2353540"/>
              <a:gd name="connsiteX1" fmla="*/ 471914 w 3553232"/>
              <a:gd name="connsiteY1" fmla="*/ 393951 h 2353540"/>
              <a:gd name="connsiteX2" fmla="*/ 916277 w 3553232"/>
              <a:gd name="connsiteY2" fmla="*/ 16145 h 2353540"/>
              <a:gd name="connsiteX3" fmla="*/ 1556302 w 3553232"/>
              <a:gd name="connsiteY3" fmla="*/ 96724 h 2353540"/>
              <a:gd name="connsiteX4" fmla="*/ 1920817 w 3553232"/>
              <a:gd name="connsiteY4" fmla="*/ 345418 h 2353540"/>
              <a:gd name="connsiteX5" fmla="*/ 1847906 w 3553232"/>
              <a:gd name="connsiteY5" fmla="*/ 630986 h 2353540"/>
              <a:gd name="connsiteX6" fmla="*/ 1707782 w 3553232"/>
              <a:gd name="connsiteY6" fmla="*/ 928409 h 2353540"/>
              <a:gd name="connsiteX7" fmla="*/ 1716601 w 3553232"/>
              <a:gd name="connsiteY7" fmla="*/ 1436888 h 2353540"/>
              <a:gd name="connsiteX8" fmla="*/ 1954307 w 3553232"/>
              <a:gd name="connsiteY8" fmla="*/ 2027526 h 2353540"/>
              <a:gd name="connsiteX9" fmla="*/ 2184660 w 3553232"/>
              <a:gd name="connsiteY9" fmla="*/ 2232607 h 2353540"/>
              <a:gd name="connsiteX10" fmla="*/ 2569254 w 3553232"/>
              <a:gd name="connsiteY10" fmla="*/ 2352177 h 2353540"/>
              <a:gd name="connsiteX11" fmla="*/ 2918275 w 3553232"/>
              <a:gd name="connsiteY11" fmla="*/ 2328428 h 2353540"/>
              <a:gd name="connsiteX12" fmla="*/ 3193527 w 3553232"/>
              <a:gd name="connsiteY12" fmla="*/ 2269275 h 2353540"/>
              <a:gd name="connsiteX13" fmla="*/ 3433066 w 3553232"/>
              <a:gd name="connsiteY13" fmla="*/ 2195423 h 2353540"/>
              <a:gd name="connsiteX14" fmla="*/ 3553232 w 3553232"/>
              <a:gd name="connsiteY14" fmla="*/ 1746179 h 2353540"/>
              <a:gd name="connsiteX0" fmla="*/ 0 w 3553232"/>
              <a:gd name="connsiteY0" fmla="*/ 232845 h 2353573"/>
              <a:gd name="connsiteX1" fmla="*/ 471914 w 3553232"/>
              <a:gd name="connsiteY1" fmla="*/ 393951 h 2353573"/>
              <a:gd name="connsiteX2" fmla="*/ 916277 w 3553232"/>
              <a:gd name="connsiteY2" fmla="*/ 16145 h 2353573"/>
              <a:gd name="connsiteX3" fmla="*/ 1556302 w 3553232"/>
              <a:gd name="connsiteY3" fmla="*/ 96724 h 2353573"/>
              <a:gd name="connsiteX4" fmla="*/ 1920817 w 3553232"/>
              <a:gd name="connsiteY4" fmla="*/ 345418 h 2353573"/>
              <a:gd name="connsiteX5" fmla="*/ 1847906 w 3553232"/>
              <a:gd name="connsiteY5" fmla="*/ 630986 h 2353573"/>
              <a:gd name="connsiteX6" fmla="*/ 1707782 w 3553232"/>
              <a:gd name="connsiteY6" fmla="*/ 928409 h 2353573"/>
              <a:gd name="connsiteX7" fmla="*/ 1716601 w 3553232"/>
              <a:gd name="connsiteY7" fmla="*/ 1436888 h 2353573"/>
              <a:gd name="connsiteX8" fmla="*/ 1954307 w 3553232"/>
              <a:gd name="connsiteY8" fmla="*/ 2027526 h 2353573"/>
              <a:gd name="connsiteX9" fmla="*/ 2184660 w 3553232"/>
              <a:gd name="connsiteY9" fmla="*/ 2232607 h 2353573"/>
              <a:gd name="connsiteX10" fmla="*/ 2569254 w 3553232"/>
              <a:gd name="connsiteY10" fmla="*/ 2352177 h 2353573"/>
              <a:gd name="connsiteX11" fmla="*/ 2918275 w 3553232"/>
              <a:gd name="connsiteY11" fmla="*/ 2328428 h 2353573"/>
              <a:gd name="connsiteX12" fmla="*/ 3169464 w 3553232"/>
              <a:gd name="connsiteY12" fmla="*/ 2265903 h 2353573"/>
              <a:gd name="connsiteX13" fmla="*/ 3433066 w 3553232"/>
              <a:gd name="connsiteY13" fmla="*/ 2195423 h 2353573"/>
              <a:gd name="connsiteX14" fmla="*/ 3553232 w 3553232"/>
              <a:gd name="connsiteY14" fmla="*/ 1746179 h 2353573"/>
              <a:gd name="connsiteX0" fmla="*/ 0 w 3553232"/>
              <a:gd name="connsiteY0" fmla="*/ 232845 h 2353573"/>
              <a:gd name="connsiteX1" fmla="*/ 471914 w 3553232"/>
              <a:gd name="connsiteY1" fmla="*/ 393951 h 2353573"/>
              <a:gd name="connsiteX2" fmla="*/ 916277 w 3553232"/>
              <a:gd name="connsiteY2" fmla="*/ 16145 h 2353573"/>
              <a:gd name="connsiteX3" fmla="*/ 1556302 w 3553232"/>
              <a:gd name="connsiteY3" fmla="*/ 96724 h 2353573"/>
              <a:gd name="connsiteX4" fmla="*/ 1920817 w 3553232"/>
              <a:gd name="connsiteY4" fmla="*/ 345418 h 2353573"/>
              <a:gd name="connsiteX5" fmla="*/ 1847906 w 3553232"/>
              <a:gd name="connsiteY5" fmla="*/ 630986 h 2353573"/>
              <a:gd name="connsiteX6" fmla="*/ 1707782 w 3553232"/>
              <a:gd name="connsiteY6" fmla="*/ 928409 h 2353573"/>
              <a:gd name="connsiteX7" fmla="*/ 1716601 w 3553232"/>
              <a:gd name="connsiteY7" fmla="*/ 1436888 h 2353573"/>
              <a:gd name="connsiteX8" fmla="*/ 1954307 w 3553232"/>
              <a:gd name="connsiteY8" fmla="*/ 2027526 h 2353573"/>
              <a:gd name="connsiteX9" fmla="*/ 2184660 w 3553232"/>
              <a:gd name="connsiteY9" fmla="*/ 2232607 h 2353573"/>
              <a:gd name="connsiteX10" fmla="*/ 2569254 w 3553232"/>
              <a:gd name="connsiteY10" fmla="*/ 2352177 h 2353573"/>
              <a:gd name="connsiteX11" fmla="*/ 2918275 w 3553232"/>
              <a:gd name="connsiteY11" fmla="*/ 2328428 h 2353573"/>
              <a:gd name="connsiteX12" fmla="*/ 3169464 w 3553232"/>
              <a:gd name="connsiteY12" fmla="*/ 2265903 h 2353573"/>
              <a:gd name="connsiteX13" fmla="*/ 3412724 w 3553232"/>
              <a:gd name="connsiteY13" fmla="*/ 2160062 h 2353573"/>
              <a:gd name="connsiteX14" fmla="*/ 3553232 w 3553232"/>
              <a:gd name="connsiteY14" fmla="*/ 1746179 h 2353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3232" h="2353573">
                <a:moveTo>
                  <a:pt x="0" y="232845"/>
                </a:moveTo>
                <a:cubicBezTo>
                  <a:pt x="315935" y="375811"/>
                  <a:pt x="319201" y="430068"/>
                  <a:pt x="471914" y="393951"/>
                </a:cubicBezTo>
                <a:cubicBezTo>
                  <a:pt x="624627" y="357834"/>
                  <a:pt x="735546" y="65683"/>
                  <a:pt x="916277" y="16145"/>
                </a:cubicBezTo>
                <a:cubicBezTo>
                  <a:pt x="1097008" y="-33393"/>
                  <a:pt x="1388879" y="41845"/>
                  <a:pt x="1556302" y="96724"/>
                </a:cubicBezTo>
                <a:cubicBezTo>
                  <a:pt x="1723725" y="151603"/>
                  <a:pt x="1872216" y="256374"/>
                  <a:pt x="1920817" y="345418"/>
                </a:cubicBezTo>
                <a:cubicBezTo>
                  <a:pt x="1969418" y="434462"/>
                  <a:pt x="1883412" y="533821"/>
                  <a:pt x="1847906" y="630986"/>
                </a:cubicBezTo>
                <a:cubicBezTo>
                  <a:pt x="1812400" y="728151"/>
                  <a:pt x="1760891" y="791457"/>
                  <a:pt x="1707782" y="928409"/>
                </a:cubicBezTo>
                <a:cubicBezTo>
                  <a:pt x="1654673" y="1065361"/>
                  <a:pt x="1675514" y="1253702"/>
                  <a:pt x="1716601" y="1436888"/>
                </a:cubicBezTo>
                <a:cubicBezTo>
                  <a:pt x="1757688" y="1620074"/>
                  <a:pt x="1876297" y="1894906"/>
                  <a:pt x="1954307" y="2027526"/>
                </a:cubicBezTo>
                <a:cubicBezTo>
                  <a:pt x="2032317" y="2160146"/>
                  <a:pt x="2050819" y="2205309"/>
                  <a:pt x="2184660" y="2232607"/>
                </a:cubicBezTo>
                <a:cubicBezTo>
                  <a:pt x="2318501" y="2259905"/>
                  <a:pt x="2439142" y="2345510"/>
                  <a:pt x="2569254" y="2352177"/>
                </a:cubicBezTo>
                <a:cubicBezTo>
                  <a:pt x="2689554" y="2358369"/>
                  <a:pt x="2818240" y="2342807"/>
                  <a:pt x="2918275" y="2328428"/>
                </a:cubicBezTo>
                <a:cubicBezTo>
                  <a:pt x="3018310" y="2314049"/>
                  <a:pt x="3087056" y="2293964"/>
                  <a:pt x="3169464" y="2265903"/>
                </a:cubicBezTo>
                <a:cubicBezTo>
                  <a:pt x="3251872" y="2237842"/>
                  <a:pt x="3348763" y="2246683"/>
                  <a:pt x="3412724" y="2160062"/>
                </a:cubicBezTo>
                <a:cubicBezTo>
                  <a:pt x="3476685" y="2073441"/>
                  <a:pt x="3515677" y="1840438"/>
                  <a:pt x="3553232" y="174617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A2179322-CC45-03CD-66A0-8D5CEA9B55D1}"/>
              </a:ext>
            </a:extLst>
          </p:cNvPr>
          <p:cNvSpPr/>
          <p:nvPr/>
        </p:nvSpPr>
        <p:spPr>
          <a:xfrm rot="3210583" flipV="1">
            <a:off x="-482705" y="5614735"/>
            <a:ext cx="2673068" cy="403992"/>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595183 w 2753592"/>
              <a:gd name="connsiteY1" fmla="*/ 1388527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595183 w 2753592"/>
              <a:gd name="connsiteY1" fmla="*/ 1388527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478514 w 2753592"/>
              <a:gd name="connsiteY1" fmla="*/ 1439016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626953"/>
              <a:gd name="connsiteY0" fmla="*/ 1480885 h 1717809"/>
              <a:gd name="connsiteX1" fmla="*/ 478514 w 2626953"/>
              <a:gd name="connsiteY1" fmla="*/ 1439016 h 1717809"/>
              <a:gd name="connsiteX2" fmla="*/ 1200914 w 2626953"/>
              <a:gd name="connsiteY2" fmla="*/ 1352690 h 1717809"/>
              <a:gd name="connsiteX3" fmla="*/ 1657441 w 2626953"/>
              <a:gd name="connsiteY3" fmla="*/ 1507182 h 1717809"/>
              <a:gd name="connsiteX4" fmla="*/ 1643718 w 2626953"/>
              <a:gd name="connsiteY4" fmla="*/ 1514380 h 1717809"/>
              <a:gd name="connsiteX5" fmla="*/ 2084059 w 2626953"/>
              <a:gd name="connsiteY5" fmla="*/ 1665351 h 1717809"/>
              <a:gd name="connsiteX6" fmla="*/ 2485633 w 2626953"/>
              <a:gd name="connsiteY6" fmla="*/ 1654302 h 1717809"/>
              <a:gd name="connsiteX7" fmla="*/ 2593551 w 2626953"/>
              <a:gd name="connsiteY7" fmla="*/ 939546 h 1717809"/>
              <a:gd name="connsiteX8" fmla="*/ 1941279 w 2626953"/>
              <a:gd name="connsiteY8" fmla="*/ 456343 h 1717809"/>
              <a:gd name="connsiteX9" fmla="*/ 1701535 w 2626953"/>
              <a:gd name="connsiteY9" fmla="*/ 313087 h 1717809"/>
              <a:gd name="connsiteX10" fmla="*/ 1421881 w 2626953"/>
              <a:gd name="connsiteY10" fmla="*/ 142685 h 1717809"/>
              <a:gd name="connsiteX11" fmla="*/ 1193376 w 2626953"/>
              <a:gd name="connsiteY11" fmla="*/ 0 h 1717809"/>
              <a:gd name="connsiteX0" fmla="*/ 0 w 2626953"/>
              <a:gd name="connsiteY0" fmla="*/ 1338201 h 1575123"/>
              <a:gd name="connsiteX1" fmla="*/ 478514 w 2626953"/>
              <a:gd name="connsiteY1" fmla="*/ 1296332 h 1575123"/>
              <a:gd name="connsiteX2" fmla="*/ 1200914 w 2626953"/>
              <a:gd name="connsiteY2" fmla="*/ 1210006 h 1575123"/>
              <a:gd name="connsiteX3" fmla="*/ 1657441 w 2626953"/>
              <a:gd name="connsiteY3" fmla="*/ 1364498 h 1575123"/>
              <a:gd name="connsiteX4" fmla="*/ 1643718 w 2626953"/>
              <a:gd name="connsiteY4" fmla="*/ 1371696 h 1575123"/>
              <a:gd name="connsiteX5" fmla="*/ 2084059 w 2626953"/>
              <a:gd name="connsiteY5" fmla="*/ 1522667 h 1575123"/>
              <a:gd name="connsiteX6" fmla="*/ 2485633 w 2626953"/>
              <a:gd name="connsiteY6" fmla="*/ 1511618 h 1575123"/>
              <a:gd name="connsiteX7" fmla="*/ 2593551 w 2626953"/>
              <a:gd name="connsiteY7" fmla="*/ 796862 h 1575123"/>
              <a:gd name="connsiteX8" fmla="*/ 1941279 w 2626953"/>
              <a:gd name="connsiteY8" fmla="*/ 313659 h 1575123"/>
              <a:gd name="connsiteX9" fmla="*/ 1701535 w 2626953"/>
              <a:gd name="connsiteY9" fmla="*/ 170403 h 1575123"/>
              <a:gd name="connsiteX10" fmla="*/ 1421881 w 2626953"/>
              <a:gd name="connsiteY10" fmla="*/ 1 h 1575123"/>
              <a:gd name="connsiteX0" fmla="*/ 0 w 2626953"/>
              <a:gd name="connsiteY0" fmla="*/ 1167798 h 1404722"/>
              <a:gd name="connsiteX1" fmla="*/ 478514 w 2626953"/>
              <a:gd name="connsiteY1" fmla="*/ 1125929 h 1404722"/>
              <a:gd name="connsiteX2" fmla="*/ 1200914 w 2626953"/>
              <a:gd name="connsiteY2" fmla="*/ 1039603 h 1404722"/>
              <a:gd name="connsiteX3" fmla="*/ 1657441 w 2626953"/>
              <a:gd name="connsiteY3" fmla="*/ 1194095 h 1404722"/>
              <a:gd name="connsiteX4" fmla="*/ 1643718 w 2626953"/>
              <a:gd name="connsiteY4" fmla="*/ 1201293 h 1404722"/>
              <a:gd name="connsiteX5" fmla="*/ 2084059 w 2626953"/>
              <a:gd name="connsiteY5" fmla="*/ 1352264 h 1404722"/>
              <a:gd name="connsiteX6" fmla="*/ 2485633 w 2626953"/>
              <a:gd name="connsiteY6" fmla="*/ 1341215 h 1404722"/>
              <a:gd name="connsiteX7" fmla="*/ 2593551 w 2626953"/>
              <a:gd name="connsiteY7" fmla="*/ 626459 h 1404722"/>
              <a:gd name="connsiteX8" fmla="*/ 1941279 w 2626953"/>
              <a:gd name="connsiteY8" fmla="*/ 143256 h 1404722"/>
              <a:gd name="connsiteX9" fmla="*/ 1701535 w 2626953"/>
              <a:gd name="connsiteY9" fmla="*/ 0 h 1404722"/>
              <a:gd name="connsiteX0" fmla="*/ 0 w 2626953"/>
              <a:gd name="connsiteY0" fmla="*/ 1024542 h 1261465"/>
              <a:gd name="connsiteX1" fmla="*/ 478514 w 2626953"/>
              <a:gd name="connsiteY1" fmla="*/ 982673 h 1261465"/>
              <a:gd name="connsiteX2" fmla="*/ 1200914 w 2626953"/>
              <a:gd name="connsiteY2" fmla="*/ 896347 h 1261465"/>
              <a:gd name="connsiteX3" fmla="*/ 1657441 w 2626953"/>
              <a:gd name="connsiteY3" fmla="*/ 1050839 h 1261465"/>
              <a:gd name="connsiteX4" fmla="*/ 1643718 w 2626953"/>
              <a:gd name="connsiteY4" fmla="*/ 1058037 h 1261465"/>
              <a:gd name="connsiteX5" fmla="*/ 2084059 w 2626953"/>
              <a:gd name="connsiteY5" fmla="*/ 1209008 h 1261465"/>
              <a:gd name="connsiteX6" fmla="*/ 2485633 w 2626953"/>
              <a:gd name="connsiteY6" fmla="*/ 1197959 h 1261465"/>
              <a:gd name="connsiteX7" fmla="*/ 2593551 w 2626953"/>
              <a:gd name="connsiteY7" fmla="*/ 483203 h 1261465"/>
              <a:gd name="connsiteX8" fmla="*/ 1941279 w 2626953"/>
              <a:gd name="connsiteY8" fmla="*/ 0 h 1261465"/>
              <a:gd name="connsiteX0" fmla="*/ 0 w 2626953"/>
              <a:gd name="connsiteY0" fmla="*/ 541339 h 778262"/>
              <a:gd name="connsiteX1" fmla="*/ 478514 w 2626953"/>
              <a:gd name="connsiteY1" fmla="*/ 499470 h 778262"/>
              <a:gd name="connsiteX2" fmla="*/ 1200914 w 2626953"/>
              <a:gd name="connsiteY2" fmla="*/ 413144 h 778262"/>
              <a:gd name="connsiteX3" fmla="*/ 1657441 w 2626953"/>
              <a:gd name="connsiteY3" fmla="*/ 567636 h 778262"/>
              <a:gd name="connsiteX4" fmla="*/ 1643718 w 2626953"/>
              <a:gd name="connsiteY4" fmla="*/ 574834 h 778262"/>
              <a:gd name="connsiteX5" fmla="*/ 2084059 w 2626953"/>
              <a:gd name="connsiteY5" fmla="*/ 725805 h 778262"/>
              <a:gd name="connsiteX6" fmla="*/ 2485633 w 2626953"/>
              <a:gd name="connsiteY6" fmla="*/ 714756 h 778262"/>
              <a:gd name="connsiteX7" fmla="*/ 2593551 w 2626953"/>
              <a:gd name="connsiteY7" fmla="*/ 0 h 778262"/>
              <a:gd name="connsiteX0" fmla="*/ 0 w 2485633"/>
              <a:gd name="connsiteY0" fmla="*/ 175972 h 412895"/>
              <a:gd name="connsiteX1" fmla="*/ 478514 w 2485633"/>
              <a:gd name="connsiteY1" fmla="*/ 134103 h 412895"/>
              <a:gd name="connsiteX2" fmla="*/ 1200914 w 2485633"/>
              <a:gd name="connsiteY2" fmla="*/ 47777 h 412895"/>
              <a:gd name="connsiteX3" fmla="*/ 1657441 w 2485633"/>
              <a:gd name="connsiteY3" fmla="*/ 202269 h 412895"/>
              <a:gd name="connsiteX4" fmla="*/ 1643718 w 2485633"/>
              <a:gd name="connsiteY4" fmla="*/ 209467 h 412895"/>
              <a:gd name="connsiteX5" fmla="*/ 2084059 w 2485633"/>
              <a:gd name="connsiteY5" fmla="*/ 360438 h 412895"/>
              <a:gd name="connsiteX6" fmla="*/ 2485633 w 2485633"/>
              <a:gd name="connsiteY6" fmla="*/ 349389 h 412895"/>
              <a:gd name="connsiteX0" fmla="*/ 0 w 2627978"/>
              <a:gd name="connsiteY0" fmla="*/ 175971 h 404239"/>
              <a:gd name="connsiteX1" fmla="*/ 478514 w 2627978"/>
              <a:gd name="connsiteY1" fmla="*/ 134102 h 404239"/>
              <a:gd name="connsiteX2" fmla="*/ 1200914 w 2627978"/>
              <a:gd name="connsiteY2" fmla="*/ 47776 h 404239"/>
              <a:gd name="connsiteX3" fmla="*/ 1657441 w 2627978"/>
              <a:gd name="connsiteY3" fmla="*/ 202268 h 404239"/>
              <a:gd name="connsiteX4" fmla="*/ 1643718 w 2627978"/>
              <a:gd name="connsiteY4" fmla="*/ 209466 h 404239"/>
              <a:gd name="connsiteX5" fmla="*/ 2084059 w 2627978"/>
              <a:gd name="connsiteY5" fmla="*/ 360437 h 404239"/>
              <a:gd name="connsiteX6" fmla="*/ 2627978 w 2627978"/>
              <a:gd name="connsiteY6" fmla="*/ 337761 h 404239"/>
              <a:gd name="connsiteX0" fmla="*/ 0 w 2627978"/>
              <a:gd name="connsiteY0" fmla="*/ 175971 h 486126"/>
              <a:gd name="connsiteX1" fmla="*/ 478514 w 2627978"/>
              <a:gd name="connsiteY1" fmla="*/ 134102 h 486126"/>
              <a:gd name="connsiteX2" fmla="*/ 1200914 w 2627978"/>
              <a:gd name="connsiteY2" fmla="*/ 47776 h 486126"/>
              <a:gd name="connsiteX3" fmla="*/ 1657441 w 2627978"/>
              <a:gd name="connsiteY3" fmla="*/ 202268 h 486126"/>
              <a:gd name="connsiteX4" fmla="*/ 1643718 w 2627978"/>
              <a:gd name="connsiteY4" fmla="*/ 209466 h 486126"/>
              <a:gd name="connsiteX5" fmla="*/ 2211517 w 2627978"/>
              <a:gd name="connsiteY5" fmla="*/ 480901 h 486126"/>
              <a:gd name="connsiteX6" fmla="*/ 2627978 w 2627978"/>
              <a:gd name="connsiteY6" fmla="*/ 337761 h 486126"/>
              <a:gd name="connsiteX0" fmla="*/ 0 w 2627978"/>
              <a:gd name="connsiteY0" fmla="*/ 176380 h 486535"/>
              <a:gd name="connsiteX1" fmla="*/ 478514 w 2627978"/>
              <a:gd name="connsiteY1" fmla="*/ 134511 h 486535"/>
              <a:gd name="connsiteX2" fmla="*/ 1200914 w 2627978"/>
              <a:gd name="connsiteY2" fmla="*/ 48185 h 486535"/>
              <a:gd name="connsiteX3" fmla="*/ 1643718 w 2627978"/>
              <a:gd name="connsiteY3" fmla="*/ 209875 h 486535"/>
              <a:gd name="connsiteX4" fmla="*/ 2211517 w 2627978"/>
              <a:gd name="connsiteY4" fmla="*/ 481310 h 486535"/>
              <a:gd name="connsiteX5" fmla="*/ 2627978 w 2627978"/>
              <a:gd name="connsiteY5" fmla="*/ 338170 h 486535"/>
              <a:gd name="connsiteX0" fmla="*/ 0 w 2627978"/>
              <a:gd name="connsiteY0" fmla="*/ 180521 h 487007"/>
              <a:gd name="connsiteX1" fmla="*/ 478514 w 2627978"/>
              <a:gd name="connsiteY1" fmla="*/ 138652 h 487007"/>
              <a:gd name="connsiteX2" fmla="*/ 1200914 w 2627978"/>
              <a:gd name="connsiteY2" fmla="*/ 52326 h 487007"/>
              <a:gd name="connsiteX3" fmla="*/ 1896891 w 2627978"/>
              <a:gd name="connsiteY3" fmla="*/ 285788 h 487007"/>
              <a:gd name="connsiteX4" fmla="*/ 2211517 w 2627978"/>
              <a:gd name="connsiteY4" fmla="*/ 485451 h 487007"/>
              <a:gd name="connsiteX5" fmla="*/ 2627978 w 2627978"/>
              <a:gd name="connsiteY5" fmla="*/ 342311 h 487007"/>
              <a:gd name="connsiteX0" fmla="*/ 0 w 2627978"/>
              <a:gd name="connsiteY0" fmla="*/ 180521 h 527257"/>
              <a:gd name="connsiteX1" fmla="*/ 478514 w 2627978"/>
              <a:gd name="connsiteY1" fmla="*/ 138652 h 527257"/>
              <a:gd name="connsiteX2" fmla="*/ 1200914 w 2627978"/>
              <a:gd name="connsiteY2" fmla="*/ 52326 h 527257"/>
              <a:gd name="connsiteX3" fmla="*/ 1896891 w 2627978"/>
              <a:gd name="connsiteY3" fmla="*/ 285788 h 527257"/>
              <a:gd name="connsiteX4" fmla="*/ 2186089 w 2627978"/>
              <a:gd name="connsiteY4" fmla="*/ 526439 h 527257"/>
              <a:gd name="connsiteX5" fmla="*/ 2627978 w 2627978"/>
              <a:gd name="connsiteY5" fmla="*/ 342311 h 52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7978" h="527257">
                <a:moveTo>
                  <a:pt x="0" y="180521"/>
                </a:moveTo>
                <a:cubicBezTo>
                  <a:pt x="215149" y="308849"/>
                  <a:pt x="180958" y="367794"/>
                  <a:pt x="478514" y="138652"/>
                </a:cubicBezTo>
                <a:cubicBezTo>
                  <a:pt x="776070" y="-90490"/>
                  <a:pt x="964518" y="27803"/>
                  <a:pt x="1200914" y="52326"/>
                </a:cubicBezTo>
                <a:cubicBezTo>
                  <a:pt x="1437310" y="76849"/>
                  <a:pt x="1732695" y="206769"/>
                  <a:pt x="1896891" y="285788"/>
                </a:cubicBezTo>
                <a:cubicBezTo>
                  <a:pt x="2061087" y="364807"/>
                  <a:pt x="2064241" y="517019"/>
                  <a:pt x="2186089" y="526439"/>
                </a:cubicBezTo>
                <a:cubicBezTo>
                  <a:pt x="2307937" y="535859"/>
                  <a:pt x="2543063" y="463278"/>
                  <a:pt x="2627978" y="342311"/>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056664DC-E20B-91DF-191B-FAF55B5F99C0}"/>
              </a:ext>
            </a:extLst>
          </p:cNvPr>
          <p:cNvSpPr/>
          <p:nvPr/>
        </p:nvSpPr>
        <p:spPr>
          <a:xfrm rot="3210583" flipV="1">
            <a:off x="-601251" y="5774789"/>
            <a:ext cx="1588418" cy="659562"/>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397771"/>
              <a:gd name="connsiteY0" fmla="*/ 1355699 h 1355699"/>
              <a:gd name="connsiteX1" fmla="*/ 580535 w 1397771"/>
              <a:gd name="connsiteY1" fmla="*/ 1165676 h 1355699"/>
              <a:gd name="connsiteX2" fmla="*/ 964926 w 1397771"/>
              <a:gd name="connsiteY2" fmla="*/ 1181357 h 1355699"/>
              <a:gd name="connsiteX3" fmla="*/ 1393457 w 1397771"/>
              <a:gd name="connsiteY3" fmla="*/ 1336353 h 1355699"/>
              <a:gd name="connsiteX4" fmla="*/ 1146961 w 1397771"/>
              <a:gd name="connsiteY4" fmla="*/ 901070 h 1355699"/>
              <a:gd name="connsiteX5" fmla="*/ 540504 w 1397771"/>
              <a:gd name="connsiteY5" fmla="*/ 443966 h 1355699"/>
              <a:gd name="connsiteX6" fmla="*/ 0 w 1397771"/>
              <a:gd name="connsiteY6" fmla="*/ 0 h 1355699"/>
              <a:gd name="connsiteX0" fmla="*/ 0 w 1387619"/>
              <a:gd name="connsiteY0" fmla="*/ 911733 h 911733"/>
              <a:gd name="connsiteX1" fmla="*/ 570383 w 1387619"/>
              <a:gd name="connsiteY1" fmla="*/ 721710 h 911733"/>
              <a:gd name="connsiteX2" fmla="*/ 954774 w 1387619"/>
              <a:gd name="connsiteY2" fmla="*/ 737391 h 911733"/>
              <a:gd name="connsiteX3" fmla="*/ 1383305 w 1387619"/>
              <a:gd name="connsiteY3" fmla="*/ 892387 h 911733"/>
              <a:gd name="connsiteX4" fmla="*/ 1136809 w 1387619"/>
              <a:gd name="connsiteY4" fmla="*/ 457104 h 911733"/>
              <a:gd name="connsiteX5" fmla="*/ 530352 w 1387619"/>
              <a:gd name="connsiteY5" fmla="*/ 0 h 911733"/>
              <a:gd name="connsiteX0" fmla="*/ 0 w 1386754"/>
              <a:gd name="connsiteY0" fmla="*/ 755058 h 755058"/>
              <a:gd name="connsiteX1" fmla="*/ 570383 w 1386754"/>
              <a:gd name="connsiteY1" fmla="*/ 565035 h 755058"/>
              <a:gd name="connsiteX2" fmla="*/ 954774 w 1386754"/>
              <a:gd name="connsiteY2" fmla="*/ 580716 h 755058"/>
              <a:gd name="connsiteX3" fmla="*/ 1383305 w 1386754"/>
              <a:gd name="connsiteY3" fmla="*/ 735712 h 755058"/>
              <a:gd name="connsiteX4" fmla="*/ 1136809 w 1386754"/>
              <a:gd name="connsiteY4" fmla="*/ 300429 h 755058"/>
              <a:gd name="connsiteX5" fmla="*/ 784458 w 1386754"/>
              <a:gd name="connsiteY5" fmla="*/ 0 h 755058"/>
              <a:gd name="connsiteX0" fmla="*/ 0 w 1399322"/>
              <a:gd name="connsiteY0" fmla="*/ 755058 h 755058"/>
              <a:gd name="connsiteX1" fmla="*/ 570383 w 1399322"/>
              <a:gd name="connsiteY1" fmla="*/ 565035 h 755058"/>
              <a:gd name="connsiteX2" fmla="*/ 954774 w 1399322"/>
              <a:gd name="connsiteY2" fmla="*/ 580716 h 755058"/>
              <a:gd name="connsiteX3" fmla="*/ 1383305 w 1399322"/>
              <a:gd name="connsiteY3" fmla="*/ 735712 h 755058"/>
              <a:gd name="connsiteX4" fmla="*/ 1257714 w 1399322"/>
              <a:gd name="connsiteY4" fmla="*/ 389632 h 755058"/>
              <a:gd name="connsiteX5" fmla="*/ 784458 w 1399322"/>
              <a:gd name="connsiteY5" fmla="*/ 0 h 755058"/>
              <a:gd name="connsiteX0" fmla="*/ 0 w 1337809"/>
              <a:gd name="connsiteY0" fmla="*/ 755058 h 755058"/>
              <a:gd name="connsiteX1" fmla="*/ 570383 w 1337809"/>
              <a:gd name="connsiteY1" fmla="*/ 565035 h 755058"/>
              <a:gd name="connsiteX2" fmla="*/ 954774 w 1337809"/>
              <a:gd name="connsiteY2" fmla="*/ 580716 h 755058"/>
              <a:gd name="connsiteX3" fmla="*/ 1308712 w 1337809"/>
              <a:gd name="connsiteY3" fmla="*/ 693621 h 755058"/>
              <a:gd name="connsiteX4" fmla="*/ 1257714 w 1337809"/>
              <a:gd name="connsiteY4" fmla="*/ 389632 h 755058"/>
              <a:gd name="connsiteX5" fmla="*/ 784458 w 1337809"/>
              <a:gd name="connsiteY5" fmla="*/ 0 h 755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7809" h="755058">
                <a:moveTo>
                  <a:pt x="0" y="755058"/>
                </a:moveTo>
                <a:cubicBezTo>
                  <a:pt x="158877" y="705242"/>
                  <a:pt x="411254" y="594092"/>
                  <a:pt x="570383" y="565035"/>
                </a:cubicBezTo>
                <a:cubicBezTo>
                  <a:pt x="729512" y="535978"/>
                  <a:pt x="831719" y="559285"/>
                  <a:pt x="954774" y="580716"/>
                </a:cubicBezTo>
                <a:cubicBezTo>
                  <a:pt x="1077829" y="602147"/>
                  <a:pt x="1258222" y="725468"/>
                  <a:pt x="1308712" y="693621"/>
                </a:cubicBezTo>
                <a:cubicBezTo>
                  <a:pt x="1359202" y="661774"/>
                  <a:pt x="1345090" y="505235"/>
                  <a:pt x="1257714" y="389632"/>
                </a:cubicBezTo>
                <a:cubicBezTo>
                  <a:pt x="1170338" y="274029"/>
                  <a:pt x="973926" y="139716"/>
                  <a:pt x="784458" y="0"/>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13" name="Freeform: Shape 12">
            <a:extLst>
              <a:ext uri="{FF2B5EF4-FFF2-40B4-BE49-F238E27FC236}">
                <a16:creationId xmlns:a16="http://schemas.microsoft.com/office/drawing/2014/main" id="{B9816B88-67D4-3DE5-3BE7-417B63399F48}"/>
              </a:ext>
            </a:extLst>
          </p:cNvPr>
          <p:cNvSpPr/>
          <p:nvPr/>
        </p:nvSpPr>
        <p:spPr>
          <a:xfrm rot="3210583" flipV="1">
            <a:off x="22161" y="6489910"/>
            <a:ext cx="732197" cy="417846"/>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Lst>
            <a:ahLst/>
            <a:cxnLst>
              <a:cxn ang="0">
                <a:pos x="connsiteX0" y="connsiteY0"/>
              </a:cxn>
              <a:cxn ang="0">
                <a:pos x="connsiteX1" y="connsiteY1"/>
              </a:cxn>
              <a:cxn ang="0">
                <a:pos x="connsiteX2" y="connsiteY2"/>
              </a:cxn>
            </a:cxnLst>
            <a:rect l="l" t="t" r="r" b="b"/>
            <a:pathLst>
              <a:path w="651891" h="478345">
                <a:moveTo>
                  <a:pt x="651891" y="478345"/>
                </a:moveTo>
                <a:cubicBezTo>
                  <a:pt x="579120" y="391763"/>
                  <a:pt x="489490" y="321564"/>
                  <a:pt x="397098" y="256032"/>
                </a:cubicBezTo>
                <a:cubicBezTo>
                  <a:pt x="268605" y="164973"/>
                  <a:pt x="133922" y="82963"/>
                  <a:pt x="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000C96B9-8986-38AE-7034-08E833B86DDE}"/>
              </a:ext>
            </a:extLst>
          </p:cNvPr>
          <p:cNvSpPr/>
          <p:nvPr/>
        </p:nvSpPr>
        <p:spPr>
          <a:xfrm rot="3210583" flipV="1">
            <a:off x="-513779" y="5763172"/>
            <a:ext cx="2290702" cy="229554"/>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93180"/>
              <a:gd name="connsiteY0" fmla="*/ 188636 h 223910"/>
              <a:gd name="connsiteX1" fmla="*/ 335661 w 1893180"/>
              <a:gd name="connsiteY1" fmla="*/ 56714 h 223910"/>
              <a:gd name="connsiteX2" fmla="*/ 629984 w 1893180"/>
              <a:gd name="connsiteY2" fmla="*/ 1660 h 223910"/>
              <a:gd name="connsiteX3" fmla="*/ 878777 w 1893180"/>
              <a:gd name="connsiteY3" fmla="*/ 16043 h 223910"/>
              <a:gd name="connsiteX4" fmla="*/ 1024700 w 1893180"/>
              <a:gd name="connsiteY4" fmla="*/ 39950 h 223910"/>
              <a:gd name="connsiteX5" fmla="*/ 1316641 w 1893180"/>
              <a:gd name="connsiteY5" fmla="*/ 97386 h 223910"/>
              <a:gd name="connsiteX6" fmla="*/ 1527143 w 1893180"/>
              <a:gd name="connsiteY6" fmla="*/ 123675 h 223910"/>
              <a:gd name="connsiteX7" fmla="*/ 1851019 w 1893180"/>
              <a:gd name="connsiteY7" fmla="*/ 18876 h 223910"/>
              <a:gd name="connsiteX0" fmla="*/ 0 w 1851019"/>
              <a:gd name="connsiteY0" fmla="*/ 188636 h 188636"/>
              <a:gd name="connsiteX1" fmla="*/ 335661 w 1851019"/>
              <a:gd name="connsiteY1" fmla="*/ 56714 h 188636"/>
              <a:gd name="connsiteX2" fmla="*/ 629984 w 1851019"/>
              <a:gd name="connsiteY2" fmla="*/ 1660 h 188636"/>
              <a:gd name="connsiteX3" fmla="*/ 878777 w 1851019"/>
              <a:gd name="connsiteY3" fmla="*/ 16043 h 188636"/>
              <a:gd name="connsiteX4" fmla="*/ 1024700 w 1851019"/>
              <a:gd name="connsiteY4" fmla="*/ 39950 h 188636"/>
              <a:gd name="connsiteX5" fmla="*/ 1316641 w 1851019"/>
              <a:gd name="connsiteY5" fmla="*/ 97386 h 188636"/>
              <a:gd name="connsiteX6" fmla="*/ 1527143 w 1851019"/>
              <a:gd name="connsiteY6" fmla="*/ 123675 h 188636"/>
              <a:gd name="connsiteX7" fmla="*/ 1851019 w 1851019"/>
              <a:gd name="connsiteY7" fmla="*/ 18876 h 188636"/>
              <a:gd name="connsiteX0" fmla="*/ 0 w 1851019"/>
              <a:gd name="connsiteY0" fmla="*/ 188636 h 257968"/>
              <a:gd name="connsiteX1" fmla="*/ 335661 w 1851019"/>
              <a:gd name="connsiteY1" fmla="*/ 56714 h 257968"/>
              <a:gd name="connsiteX2" fmla="*/ 629984 w 1851019"/>
              <a:gd name="connsiteY2" fmla="*/ 1660 h 257968"/>
              <a:gd name="connsiteX3" fmla="*/ 878777 w 1851019"/>
              <a:gd name="connsiteY3" fmla="*/ 16043 h 257968"/>
              <a:gd name="connsiteX4" fmla="*/ 1024700 w 1851019"/>
              <a:gd name="connsiteY4" fmla="*/ 39950 h 257968"/>
              <a:gd name="connsiteX5" fmla="*/ 1316641 w 1851019"/>
              <a:gd name="connsiteY5" fmla="*/ 97386 h 257968"/>
              <a:gd name="connsiteX6" fmla="*/ 1649847 w 1851019"/>
              <a:gd name="connsiteY6" fmla="*/ 257374 h 257968"/>
              <a:gd name="connsiteX7" fmla="*/ 1851019 w 1851019"/>
              <a:gd name="connsiteY7" fmla="*/ 18876 h 257968"/>
              <a:gd name="connsiteX0" fmla="*/ 0 w 1851019"/>
              <a:gd name="connsiteY0" fmla="*/ 188636 h 257968"/>
              <a:gd name="connsiteX1" fmla="*/ 335661 w 1851019"/>
              <a:gd name="connsiteY1" fmla="*/ 56714 h 257968"/>
              <a:gd name="connsiteX2" fmla="*/ 629984 w 1851019"/>
              <a:gd name="connsiteY2" fmla="*/ 1660 h 257968"/>
              <a:gd name="connsiteX3" fmla="*/ 878777 w 1851019"/>
              <a:gd name="connsiteY3" fmla="*/ 16043 h 257968"/>
              <a:gd name="connsiteX4" fmla="*/ 1024700 w 1851019"/>
              <a:gd name="connsiteY4" fmla="*/ 39950 h 257968"/>
              <a:gd name="connsiteX5" fmla="*/ 1391165 w 1851019"/>
              <a:gd name="connsiteY5" fmla="*/ 75492 h 257968"/>
              <a:gd name="connsiteX6" fmla="*/ 1649847 w 1851019"/>
              <a:gd name="connsiteY6" fmla="*/ 257374 h 257968"/>
              <a:gd name="connsiteX7" fmla="*/ 1851019 w 1851019"/>
              <a:gd name="connsiteY7" fmla="*/ 18876 h 257968"/>
              <a:gd name="connsiteX0" fmla="*/ 0 w 1851019"/>
              <a:gd name="connsiteY0" fmla="*/ 193459 h 262791"/>
              <a:gd name="connsiteX1" fmla="*/ 283820 w 1851019"/>
              <a:gd name="connsiteY1" fmla="*/ 120545 h 262791"/>
              <a:gd name="connsiteX2" fmla="*/ 629984 w 1851019"/>
              <a:gd name="connsiteY2" fmla="*/ 6483 h 262791"/>
              <a:gd name="connsiteX3" fmla="*/ 878777 w 1851019"/>
              <a:gd name="connsiteY3" fmla="*/ 20866 h 262791"/>
              <a:gd name="connsiteX4" fmla="*/ 1024700 w 1851019"/>
              <a:gd name="connsiteY4" fmla="*/ 44773 h 262791"/>
              <a:gd name="connsiteX5" fmla="*/ 1391165 w 1851019"/>
              <a:gd name="connsiteY5" fmla="*/ 80315 h 262791"/>
              <a:gd name="connsiteX6" fmla="*/ 1649847 w 1851019"/>
              <a:gd name="connsiteY6" fmla="*/ 262197 h 262791"/>
              <a:gd name="connsiteX7" fmla="*/ 1851019 w 1851019"/>
              <a:gd name="connsiteY7" fmla="*/ 23699 h 2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1019" h="262791">
                <a:moveTo>
                  <a:pt x="0" y="193459"/>
                </a:moveTo>
                <a:cubicBezTo>
                  <a:pt x="77438" y="171456"/>
                  <a:pt x="205429" y="139024"/>
                  <a:pt x="283820" y="120545"/>
                </a:cubicBezTo>
                <a:cubicBezTo>
                  <a:pt x="381166" y="97590"/>
                  <a:pt x="530825" y="23096"/>
                  <a:pt x="629984" y="6483"/>
                </a:cubicBezTo>
                <a:cubicBezTo>
                  <a:pt x="729144" y="-10130"/>
                  <a:pt x="796290" y="9055"/>
                  <a:pt x="878777" y="20866"/>
                </a:cubicBezTo>
                <a:cubicBezTo>
                  <a:pt x="927545" y="27819"/>
                  <a:pt x="939302" y="34865"/>
                  <a:pt x="1024700" y="44773"/>
                </a:cubicBezTo>
                <a:cubicBezTo>
                  <a:pt x="1110098" y="54681"/>
                  <a:pt x="1286974" y="44078"/>
                  <a:pt x="1391165" y="80315"/>
                </a:cubicBezTo>
                <a:cubicBezTo>
                  <a:pt x="1495356" y="116552"/>
                  <a:pt x="1578981" y="265626"/>
                  <a:pt x="1649847" y="262197"/>
                </a:cubicBezTo>
                <a:cubicBezTo>
                  <a:pt x="1714712" y="259054"/>
                  <a:pt x="1820187" y="300818"/>
                  <a:pt x="1851019" y="2369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B4E2C165-4F91-D460-9407-BB365E92FFE2}"/>
              </a:ext>
            </a:extLst>
          </p:cNvPr>
          <p:cNvSpPr/>
          <p:nvPr/>
        </p:nvSpPr>
        <p:spPr>
          <a:xfrm rot="2514534" flipV="1">
            <a:off x="-173844" y="5942510"/>
            <a:ext cx="508576" cy="328168"/>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0 w 602860"/>
              <a:gd name="connsiteY0" fmla="*/ 496800 h 496800"/>
              <a:gd name="connsiteX1" fmla="*/ 579177 w 602860"/>
              <a:gd name="connsiteY1" fmla="*/ 260434 h 496800"/>
              <a:gd name="connsiteX2" fmla="*/ 461386 w 602860"/>
              <a:gd name="connsiteY2" fmla="*/ 0 h 496800"/>
              <a:gd name="connsiteX0" fmla="*/ 0 w 586976"/>
              <a:gd name="connsiteY0" fmla="*/ 565632 h 565632"/>
              <a:gd name="connsiteX1" fmla="*/ 579177 w 586976"/>
              <a:gd name="connsiteY1" fmla="*/ 329266 h 565632"/>
              <a:gd name="connsiteX2" fmla="*/ 324838 w 586976"/>
              <a:gd name="connsiteY2" fmla="*/ 0 h 565632"/>
              <a:gd name="connsiteX0" fmla="*/ 0 w 621222"/>
              <a:gd name="connsiteY0" fmla="*/ 526833 h 526833"/>
              <a:gd name="connsiteX1" fmla="*/ 612068 w 621222"/>
              <a:gd name="connsiteY1" fmla="*/ 329266 h 526833"/>
              <a:gd name="connsiteX2" fmla="*/ 357729 w 621222"/>
              <a:gd name="connsiteY2" fmla="*/ 0 h 526833"/>
              <a:gd name="connsiteX0" fmla="*/ 0 w 621222"/>
              <a:gd name="connsiteY0" fmla="*/ 526833 h 526833"/>
              <a:gd name="connsiteX1" fmla="*/ 612068 w 621222"/>
              <a:gd name="connsiteY1" fmla="*/ 329266 h 526833"/>
              <a:gd name="connsiteX2" fmla="*/ 357729 w 621222"/>
              <a:gd name="connsiteY2" fmla="*/ 0 h 526833"/>
            </a:gdLst>
            <a:ahLst/>
            <a:cxnLst>
              <a:cxn ang="0">
                <a:pos x="connsiteX0" y="connsiteY0"/>
              </a:cxn>
              <a:cxn ang="0">
                <a:pos x="connsiteX1" y="connsiteY1"/>
              </a:cxn>
              <a:cxn ang="0">
                <a:pos x="connsiteX2" y="connsiteY2"/>
              </a:cxn>
            </a:cxnLst>
            <a:rect l="l" t="t" r="r" b="b"/>
            <a:pathLst>
              <a:path w="621222" h="526833">
                <a:moveTo>
                  <a:pt x="0" y="526833"/>
                </a:moveTo>
                <a:cubicBezTo>
                  <a:pt x="203597" y="346430"/>
                  <a:pt x="552447" y="417071"/>
                  <a:pt x="612068" y="329266"/>
                </a:cubicBezTo>
                <a:cubicBezTo>
                  <a:pt x="671689" y="241461"/>
                  <a:pt x="423047" y="65708"/>
                  <a:pt x="357729"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8B8725A9-9F19-A444-07BC-CA7F08232DAD}"/>
              </a:ext>
            </a:extLst>
          </p:cNvPr>
          <p:cNvSpPr/>
          <p:nvPr/>
        </p:nvSpPr>
        <p:spPr>
          <a:xfrm rot="3210583" flipV="1">
            <a:off x="1672504" y="5502700"/>
            <a:ext cx="1802904" cy="1634925"/>
          </a:xfrm>
          <a:custGeom>
            <a:avLst/>
            <a:gdLst>
              <a:gd name="connsiteX0" fmla="*/ 207642 w 2135311"/>
              <a:gd name="connsiteY0" fmla="*/ 1294579 h 1615839"/>
              <a:gd name="connsiteX1" fmla="*/ 449960 w 2135311"/>
              <a:gd name="connsiteY1" fmla="*/ 1503336 h 1615839"/>
              <a:gd name="connsiteX2" fmla="*/ 583477 w 2135311"/>
              <a:gd name="connsiteY2" fmla="*/ 1552758 h 1615839"/>
              <a:gd name="connsiteX3" fmla="*/ 958027 w 2135311"/>
              <a:gd name="connsiteY3" fmla="*/ 1598105 h 1615839"/>
              <a:gd name="connsiteX4" fmla="*/ 1200345 w 2135311"/>
              <a:gd name="connsiteY4" fmla="*/ 1598105 h 1615839"/>
              <a:gd name="connsiteX5" fmla="*/ 1775812 w 2135311"/>
              <a:gd name="connsiteY5" fmla="*/ 1614246 h 1615839"/>
              <a:gd name="connsiteX6" fmla="*/ 2058356 w 2135311"/>
              <a:gd name="connsiteY6" fmla="*/ 1601100 h 1615839"/>
              <a:gd name="connsiteX7" fmla="*/ 2135311 w 2135311"/>
              <a:gd name="connsiteY7" fmla="*/ 1580925 h 1615839"/>
              <a:gd name="connsiteX8" fmla="*/ 965902 w 2135311"/>
              <a:gd name="connsiteY8" fmla="*/ 0 h 1615839"/>
              <a:gd name="connsiteX9" fmla="*/ 943691 w 2135311"/>
              <a:gd name="connsiteY9" fmla="*/ 30973 h 1615839"/>
              <a:gd name="connsiteX10" fmla="*/ 711750 w 2135311"/>
              <a:gd name="connsiteY10" fmla="*/ 136890 h 1615839"/>
              <a:gd name="connsiteX11" fmla="*/ 501848 w 2135311"/>
              <a:gd name="connsiteY11" fmla="*/ 192387 h 1615839"/>
              <a:gd name="connsiteX12" fmla="*/ 193413 w 2135311"/>
              <a:gd name="connsiteY12" fmla="*/ 391076 h 1615839"/>
              <a:gd name="connsiteX13" fmla="*/ 308 w 2135311"/>
              <a:gd name="connsiteY13" fmla="*/ 789370 h 1615839"/>
              <a:gd name="connsiteX14" fmla="*/ 66423 w 2135311"/>
              <a:gd name="connsiteY14" fmla="*/ 1071761 h 1615839"/>
              <a:gd name="connsiteX15" fmla="*/ 207642 w 2135311"/>
              <a:gd name="connsiteY15" fmla="*/ 1294579 h 1615839"/>
              <a:gd name="connsiteX0" fmla="*/ 2135311 w 2226751"/>
              <a:gd name="connsiteY0" fmla="*/ 1580925 h 1672365"/>
              <a:gd name="connsiteX1" fmla="*/ 965902 w 2226751"/>
              <a:gd name="connsiteY1" fmla="*/ 0 h 1672365"/>
              <a:gd name="connsiteX2" fmla="*/ 943691 w 2226751"/>
              <a:gd name="connsiteY2" fmla="*/ 30973 h 1672365"/>
              <a:gd name="connsiteX3" fmla="*/ 711750 w 2226751"/>
              <a:gd name="connsiteY3" fmla="*/ 136890 h 1672365"/>
              <a:gd name="connsiteX4" fmla="*/ 501848 w 2226751"/>
              <a:gd name="connsiteY4" fmla="*/ 192387 h 1672365"/>
              <a:gd name="connsiteX5" fmla="*/ 193413 w 2226751"/>
              <a:gd name="connsiteY5" fmla="*/ 391076 h 1672365"/>
              <a:gd name="connsiteX6" fmla="*/ 308 w 2226751"/>
              <a:gd name="connsiteY6" fmla="*/ 789370 h 1672365"/>
              <a:gd name="connsiteX7" fmla="*/ 66423 w 2226751"/>
              <a:gd name="connsiteY7" fmla="*/ 1071761 h 1672365"/>
              <a:gd name="connsiteX8" fmla="*/ 207642 w 2226751"/>
              <a:gd name="connsiteY8" fmla="*/ 1294579 h 1672365"/>
              <a:gd name="connsiteX9" fmla="*/ 449960 w 2226751"/>
              <a:gd name="connsiteY9" fmla="*/ 1503336 h 1672365"/>
              <a:gd name="connsiteX10" fmla="*/ 583477 w 2226751"/>
              <a:gd name="connsiteY10" fmla="*/ 1552758 h 1672365"/>
              <a:gd name="connsiteX11" fmla="*/ 958027 w 2226751"/>
              <a:gd name="connsiteY11" fmla="*/ 1598105 h 1672365"/>
              <a:gd name="connsiteX12" fmla="*/ 1200345 w 2226751"/>
              <a:gd name="connsiteY12" fmla="*/ 1598105 h 1672365"/>
              <a:gd name="connsiteX13" fmla="*/ 1775812 w 2226751"/>
              <a:gd name="connsiteY13" fmla="*/ 1614246 h 1672365"/>
              <a:gd name="connsiteX14" fmla="*/ 2058356 w 2226751"/>
              <a:gd name="connsiteY14" fmla="*/ 1601100 h 1672365"/>
              <a:gd name="connsiteX15" fmla="*/ 2226751 w 2226751"/>
              <a:gd name="connsiteY15" fmla="*/ 1672365 h 1672365"/>
              <a:gd name="connsiteX0" fmla="*/ 965902 w 2226751"/>
              <a:gd name="connsiteY0" fmla="*/ 0 h 1672365"/>
              <a:gd name="connsiteX1" fmla="*/ 943691 w 2226751"/>
              <a:gd name="connsiteY1" fmla="*/ 30973 h 1672365"/>
              <a:gd name="connsiteX2" fmla="*/ 711750 w 2226751"/>
              <a:gd name="connsiteY2" fmla="*/ 136890 h 1672365"/>
              <a:gd name="connsiteX3" fmla="*/ 501848 w 2226751"/>
              <a:gd name="connsiteY3" fmla="*/ 192387 h 1672365"/>
              <a:gd name="connsiteX4" fmla="*/ 193413 w 2226751"/>
              <a:gd name="connsiteY4" fmla="*/ 391076 h 1672365"/>
              <a:gd name="connsiteX5" fmla="*/ 308 w 2226751"/>
              <a:gd name="connsiteY5" fmla="*/ 789370 h 1672365"/>
              <a:gd name="connsiteX6" fmla="*/ 66423 w 2226751"/>
              <a:gd name="connsiteY6" fmla="*/ 1071761 h 1672365"/>
              <a:gd name="connsiteX7" fmla="*/ 207642 w 2226751"/>
              <a:gd name="connsiteY7" fmla="*/ 1294579 h 1672365"/>
              <a:gd name="connsiteX8" fmla="*/ 449960 w 2226751"/>
              <a:gd name="connsiteY8" fmla="*/ 1503336 h 1672365"/>
              <a:gd name="connsiteX9" fmla="*/ 583477 w 2226751"/>
              <a:gd name="connsiteY9" fmla="*/ 1552758 h 1672365"/>
              <a:gd name="connsiteX10" fmla="*/ 958027 w 2226751"/>
              <a:gd name="connsiteY10" fmla="*/ 1598105 h 1672365"/>
              <a:gd name="connsiteX11" fmla="*/ 1200345 w 2226751"/>
              <a:gd name="connsiteY11" fmla="*/ 1598105 h 1672365"/>
              <a:gd name="connsiteX12" fmla="*/ 1775812 w 2226751"/>
              <a:gd name="connsiteY12" fmla="*/ 1614246 h 1672365"/>
              <a:gd name="connsiteX13" fmla="*/ 2058356 w 2226751"/>
              <a:gd name="connsiteY13" fmla="*/ 1601100 h 1672365"/>
              <a:gd name="connsiteX14" fmla="*/ 2226751 w 2226751"/>
              <a:gd name="connsiteY14" fmla="*/ 1672365 h 1672365"/>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775812 w 2261149"/>
              <a:gd name="connsiteY12" fmla="*/ 1614246 h 1732476"/>
              <a:gd name="connsiteX13" fmla="*/ 2058356 w 2261149"/>
              <a:gd name="connsiteY13" fmla="*/ 1601100 h 1732476"/>
              <a:gd name="connsiteX14" fmla="*/ 2261149 w 2261149"/>
              <a:gd name="connsiteY14" fmla="*/ 1732476 h 1732476"/>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775812 w 2261149"/>
              <a:gd name="connsiteY12" fmla="*/ 1614246 h 1732476"/>
              <a:gd name="connsiteX13" fmla="*/ 2066865 w 2261149"/>
              <a:gd name="connsiteY13" fmla="*/ 1660229 h 1732476"/>
              <a:gd name="connsiteX14" fmla="*/ 2261149 w 2261149"/>
              <a:gd name="connsiteY14" fmla="*/ 1732476 h 1732476"/>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634295 w 2261149"/>
              <a:gd name="connsiteY12" fmla="*/ 1490400 h 1732476"/>
              <a:gd name="connsiteX13" fmla="*/ 2066865 w 2261149"/>
              <a:gd name="connsiteY13" fmla="*/ 1660229 h 1732476"/>
              <a:gd name="connsiteX14" fmla="*/ 2261149 w 2261149"/>
              <a:gd name="connsiteY14" fmla="*/ 1732476 h 1732476"/>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634295 w 2261149"/>
              <a:gd name="connsiteY12" fmla="*/ 1490400 h 1732476"/>
              <a:gd name="connsiteX13" fmla="*/ 1744926 w 2261149"/>
              <a:gd name="connsiteY13" fmla="*/ 1228551 h 1732476"/>
              <a:gd name="connsiteX14" fmla="*/ 2261149 w 2261149"/>
              <a:gd name="connsiteY14" fmla="*/ 1732476 h 1732476"/>
              <a:gd name="connsiteX0" fmla="*/ 965902 w 1744926"/>
              <a:gd name="connsiteY0" fmla="*/ 0 h 1606525"/>
              <a:gd name="connsiteX1" fmla="*/ 943691 w 1744926"/>
              <a:gd name="connsiteY1" fmla="*/ 30973 h 1606525"/>
              <a:gd name="connsiteX2" fmla="*/ 711750 w 1744926"/>
              <a:gd name="connsiteY2" fmla="*/ 136890 h 1606525"/>
              <a:gd name="connsiteX3" fmla="*/ 501848 w 1744926"/>
              <a:gd name="connsiteY3" fmla="*/ 192387 h 1606525"/>
              <a:gd name="connsiteX4" fmla="*/ 193413 w 1744926"/>
              <a:gd name="connsiteY4" fmla="*/ 391076 h 1606525"/>
              <a:gd name="connsiteX5" fmla="*/ 308 w 1744926"/>
              <a:gd name="connsiteY5" fmla="*/ 789370 h 1606525"/>
              <a:gd name="connsiteX6" fmla="*/ 66423 w 1744926"/>
              <a:gd name="connsiteY6" fmla="*/ 1071761 h 1606525"/>
              <a:gd name="connsiteX7" fmla="*/ 207642 w 1744926"/>
              <a:gd name="connsiteY7" fmla="*/ 1294579 h 1606525"/>
              <a:gd name="connsiteX8" fmla="*/ 449960 w 1744926"/>
              <a:gd name="connsiteY8" fmla="*/ 1503336 h 1606525"/>
              <a:gd name="connsiteX9" fmla="*/ 583477 w 1744926"/>
              <a:gd name="connsiteY9" fmla="*/ 1552758 h 1606525"/>
              <a:gd name="connsiteX10" fmla="*/ 958027 w 1744926"/>
              <a:gd name="connsiteY10" fmla="*/ 1598105 h 1606525"/>
              <a:gd name="connsiteX11" fmla="*/ 1200345 w 1744926"/>
              <a:gd name="connsiteY11" fmla="*/ 1598105 h 1606525"/>
              <a:gd name="connsiteX12" fmla="*/ 1634295 w 1744926"/>
              <a:gd name="connsiteY12" fmla="*/ 1490400 h 1606525"/>
              <a:gd name="connsiteX13" fmla="*/ 1744926 w 1744926"/>
              <a:gd name="connsiteY13" fmla="*/ 1228551 h 1606525"/>
              <a:gd name="connsiteX0" fmla="*/ 965902 w 1803000"/>
              <a:gd name="connsiteY0" fmla="*/ 0 h 1606525"/>
              <a:gd name="connsiteX1" fmla="*/ 943691 w 1803000"/>
              <a:gd name="connsiteY1" fmla="*/ 30973 h 1606525"/>
              <a:gd name="connsiteX2" fmla="*/ 711750 w 1803000"/>
              <a:gd name="connsiteY2" fmla="*/ 136890 h 1606525"/>
              <a:gd name="connsiteX3" fmla="*/ 501848 w 1803000"/>
              <a:gd name="connsiteY3" fmla="*/ 192387 h 1606525"/>
              <a:gd name="connsiteX4" fmla="*/ 193413 w 1803000"/>
              <a:gd name="connsiteY4" fmla="*/ 391076 h 1606525"/>
              <a:gd name="connsiteX5" fmla="*/ 308 w 1803000"/>
              <a:gd name="connsiteY5" fmla="*/ 789370 h 1606525"/>
              <a:gd name="connsiteX6" fmla="*/ 66423 w 1803000"/>
              <a:gd name="connsiteY6" fmla="*/ 1071761 h 1606525"/>
              <a:gd name="connsiteX7" fmla="*/ 207642 w 1803000"/>
              <a:gd name="connsiteY7" fmla="*/ 1294579 h 1606525"/>
              <a:gd name="connsiteX8" fmla="*/ 449960 w 1803000"/>
              <a:gd name="connsiteY8" fmla="*/ 1503336 h 1606525"/>
              <a:gd name="connsiteX9" fmla="*/ 583477 w 1803000"/>
              <a:gd name="connsiteY9" fmla="*/ 1552758 h 1606525"/>
              <a:gd name="connsiteX10" fmla="*/ 958027 w 1803000"/>
              <a:gd name="connsiteY10" fmla="*/ 1598105 h 1606525"/>
              <a:gd name="connsiteX11" fmla="*/ 1200345 w 1803000"/>
              <a:gd name="connsiteY11" fmla="*/ 1598105 h 1606525"/>
              <a:gd name="connsiteX12" fmla="*/ 1634295 w 1803000"/>
              <a:gd name="connsiteY12" fmla="*/ 1490400 h 1606525"/>
              <a:gd name="connsiteX13" fmla="*/ 1803000 w 1803000"/>
              <a:gd name="connsiteY13" fmla="*/ 1133058 h 1606525"/>
              <a:gd name="connsiteX0" fmla="*/ 965902 w 1803000"/>
              <a:gd name="connsiteY0" fmla="*/ 0 h 1634925"/>
              <a:gd name="connsiteX1" fmla="*/ 943691 w 1803000"/>
              <a:gd name="connsiteY1" fmla="*/ 30973 h 1634925"/>
              <a:gd name="connsiteX2" fmla="*/ 711750 w 1803000"/>
              <a:gd name="connsiteY2" fmla="*/ 136890 h 1634925"/>
              <a:gd name="connsiteX3" fmla="*/ 501848 w 1803000"/>
              <a:gd name="connsiteY3" fmla="*/ 192387 h 1634925"/>
              <a:gd name="connsiteX4" fmla="*/ 193413 w 1803000"/>
              <a:gd name="connsiteY4" fmla="*/ 391076 h 1634925"/>
              <a:gd name="connsiteX5" fmla="*/ 308 w 1803000"/>
              <a:gd name="connsiteY5" fmla="*/ 789370 h 1634925"/>
              <a:gd name="connsiteX6" fmla="*/ 66423 w 1803000"/>
              <a:gd name="connsiteY6" fmla="*/ 1071761 h 1634925"/>
              <a:gd name="connsiteX7" fmla="*/ 207642 w 1803000"/>
              <a:gd name="connsiteY7" fmla="*/ 1294579 h 1634925"/>
              <a:gd name="connsiteX8" fmla="*/ 449960 w 1803000"/>
              <a:gd name="connsiteY8" fmla="*/ 1503336 h 1634925"/>
              <a:gd name="connsiteX9" fmla="*/ 583477 w 1803000"/>
              <a:gd name="connsiteY9" fmla="*/ 1552758 h 1634925"/>
              <a:gd name="connsiteX10" fmla="*/ 880070 w 1803000"/>
              <a:gd name="connsiteY10" fmla="*/ 1634757 h 1634925"/>
              <a:gd name="connsiteX11" fmla="*/ 1200345 w 1803000"/>
              <a:gd name="connsiteY11" fmla="*/ 1598105 h 1634925"/>
              <a:gd name="connsiteX12" fmla="*/ 1634295 w 1803000"/>
              <a:gd name="connsiteY12" fmla="*/ 1490400 h 1634925"/>
              <a:gd name="connsiteX13" fmla="*/ 1803000 w 1803000"/>
              <a:gd name="connsiteY13" fmla="*/ 1133058 h 1634925"/>
              <a:gd name="connsiteX0" fmla="*/ 965902 w 1803000"/>
              <a:gd name="connsiteY0" fmla="*/ 0 h 1634925"/>
              <a:gd name="connsiteX1" fmla="*/ 943691 w 1803000"/>
              <a:gd name="connsiteY1" fmla="*/ 30973 h 1634925"/>
              <a:gd name="connsiteX2" fmla="*/ 711750 w 1803000"/>
              <a:gd name="connsiteY2" fmla="*/ 136890 h 1634925"/>
              <a:gd name="connsiteX3" fmla="*/ 501848 w 1803000"/>
              <a:gd name="connsiteY3" fmla="*/ 192387 h 1634925"/>
              <a:gd name="connsiteX4" fmla="*/ 193413 w 1803000"/>
              <a:gd name="connsiteY4" fmla="*/ 391076 h 1634925"/>
              <a:gd name="connsiteX5" fmla="*/ 308 w 1803000"/>
              <a:gd name="connsiteY5" fmla="*/ 789370 h 1634925"/>
              <a:gd name="connsiteX6" fmla="*/ 66423 w 1803000"/>
              <a:gd name="connsiteY6" fmla="*/ 1071761 h 1634925"/>
              <a:gd name="connsiteX7" fmla="*/ 207642 w 1803000"/>
              <a:gd name="connsiteY7" fmla="*/ 1294579 h 1634925"/>
              <a:gd name="connsiteX8" fmla="*/ 382027 w 1803000"/>
              <a:gd name="connsiteY8" fmla="*/ 1493172 h 1634925"/>
              <a:gd name="connsiteX9" fmla="*/ 583477 w 1803000"/>
              <a:gd name="connsiteY9" fmla="*/ 1552758 h 1634925"/>
              <a:gd name="connsiteX10" fmla="*/ 880070 w 1803000"/>
              <a:gd name="connsiteY10" fmla="*/ 1634757 h 1634925"/>
              <a:gd name="connsiteX11" fmla="*/ 1200345 w 1803000"/>
              <a:gd name="connsiteY11" fmla="*/ 1598105 h 1634925"/>
              <a:gd name="connsiteX12" fmla="*/ 1634295 w 1803000"/>
              <a:gd name="connsiteY12" fmla="*/ 1490400 h 1634925"/>
              <a:gd name="connsiteX13" fmla="*/ 1803000 w 1803000"/>
              <a:gd name="connsiteY13" fmla="*/ 1133058 h 1634925"/>
              <a:gd name="connsiteX0" fmla="*/ 965806 w 1802904"/>
              <a:gd name="connsiteY0" fmla="*/ 0 h 1634925"/>
              <a:gd name="connsiteX1" fmla="*/ 943595 w 1802904"/>
              <a:gd name="connsiteY1" fmla="*/ 30973 h 1634925"/>
              <a:gd name="connsiteX2" fmla="*/ 711654 w 1802904"/>
              <a:gd name="connsiteY2" fmla="*/ 136890 h 1634925"/>
              <a:gd name="connsiteX3" fmla="*/ 501752 w 1802904"/>
              <a:gd name="connsiteY3" fmla="*/ 192387 h 1634925"/>
              <a:gd name="connsiteX4" fmla="*/ 193317 w 1802904"/>
              <a:gd name="connsiteY4" fmla="*/ 391076 h 1634925"/>
              <a:gd name="connsiteX5" fmla="*/ 212 w 1802904"/>
              <a:gd name="connsiteY5" fmla="*/ 789370 h 1634925"/>
              <a:gd name="connsiteX6" fmla="*/ 66327 w 1802904"/>
              <a:gd name="connsiteY6" fmla="*/ 1071761 h 1634925"/>
              <a:gd name="connsiteX7" fmla="*/ 169753 w 1802904"/>
              <a:gd name="connsiteY7" fmla="*/ 1325161 h 1634925"/>
              <a:gd name="connsiteX8" fmla="*/ 381931 w 1802904"/>
              <a:gd name="connsiteY8" fmla="*/ 1493172 h 1634925"/>
              <a:gd name="connsiteX9" fmla="*/ 583381 w 1802904"/>
              <a:gd name="connsiteY9" fmla="*/ 1552758 h 1634925"/>
              <a:gd name="connsiteX10" fmla="*/ 879974 w 1802904"/>
              <a:gd name="connsiteY10" fmla="*/ 1634757 h 1634925"/>
              <a:gd name="connsiteX11" fmla="*/ 1200249 w 1802904"/>
              <a:gd name="connsiteY11" fmla="*/ 1598105 h 1634925"/>
              <a:gd name="connsiteX12" fmla="*/ 1634199 w 1802904"/>
              <a:gd name="connsiteY12" fmla="*/ 1490400 h 1634925"/>
              <a:gd name="connsiteX13" fmla="*/ 1802904 w 1802904"/>
              <a:gd name="connsiteY13" fmla="*/ 1133058 h 163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2904" h="1634925">
                <a:moveTo>
                  <a:pt x="965806" y="0"/>
                </a:moveTo>
                <a:lnTo>
                  <a:pt x="943595" y="30973"/>
                </a:lnTo>
                <a:cubicBezTo>
                  <a:pt x="887214" y="86885"/>
                  <a:pt x="799274" y="114925"/>
                  <a:pt x="711654" y="136890"/>
                </a:cubicBezTo>
                <a:cubicBezTo>
                  <a:pt x="641259" y="154613"/>
                  <a:pt x="569473" y="169340"/>
                  <a:pt x="501752" y="192387"/>
                </a:cubicBezTo>
                <a:cubicBezTo>
                  <a:pt x="377544" y="234737"/>
                  <a:pt x="275802" y="307207"/>
                  <a:pt x="193317" y="391076"/>
                </a:cubicBezTo>
                <a:cubicBezTo>
                  <a:pt x="79701" y="506562"/>
                  <a:pt x="5454" y="644347"/>
                  <a:pt x="212" y="789370"/>
                </a:cubicBezTo>
                <a:cubicBezTo>
                  <a:pt x="-3320" y="885803"/>
                  <a:pt x="38070" y="982463"/>
                  <a:pt x="66327" y="1071761"/>
                </a:cubicBezTo>
                <a:cubicBezTo>
                  <a:pt x="94584" y="1161059"/>
                  <a:pt x="117152" y="1254926"/>
                  <a:pt x="169753" y="1325161"/>
                </a:cubicBezTo>
                <a:cubicBezTo>
                  <a:pt x="222354" y="1395396"/>
                  <a:pt x="312993" y="1455239"/>
                  <a:pt x="381931" y="1493172"/>
                </a:cubicBezTo>
                <a:cubicBezTo>
                  <a:pt x="450869" y="1531105"/>
                  <a:pt x="500374" y="1529161"/>
                  <a:pt x="583381" y="1552758"/>
                </a:cubicBezTo>
                <a:cubicBezTo>
                  <a:pt x="666388" y="1576355"/>
                  <a:pt x="752984" y="1631762"/>
                  <a:pt x="879974" y="1634757"/>
                </a:cubicBezTo>
                <a:cubicBezTo>
                  <a:pt x="960746" y="1636670"/>
                  <a:pt x="1074545" y="1622164"/>
                  <a:pt x="1200249" y="1598105"/>
                </a:cubicBezTo>
                <a:cubicBezTo>
                  <a:pt x="1325953" y="1574046"/>
                  <a:pt x="1533757" y="1567908"/>
                  <a:pt x="1634199" y="1490400"/>
                </a:cubicBezTo>
                <a:cubicBezTo>
                  <a:pt x="1734641" y="1412892"/>
                  <a:pt x="1710576" y="1149699"/>
                  <a:pt x="1802904" y="1133058"/>
                </a:cubicBezTo>
              </a:path>
            </a:pathLst>
          </a:custGeom>
          <a:noFill/>
          <a:ln w="9525" cap="rnd">
            <a:solidFill>
              <a:schemeClr val="tx1">
                <a:lumMod val="95000"/>
                <a:alpha val="35000"/>
              </a:schemeClr>
            </a:solidFill>
            <a:prstDash val="solid"/>
            <a:round/>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708133E8-DBDF-B450-564A-7E8FD5CF2639}"/>
              </a:ext>
            </a:extLst>
          </p:cNvPr>
          <p:cNvSpPr/>
          <p:nvPr/>
        </p:nvSpPr>
        <p:spPr>
          <a:xfrm rot="3210583" flipV="1">
            <a:off x="1867469" y="5695524"/>
            <a:ext cx="1605598" cy="1308680"/>
          </a:xfrm>
          <a:custGeom>
            <a:avLst/>
            <a:gdLst>
              <a:gd name="connsiteX0" fmla="*/ 151164 w 1804134"/>
              <a:gd name="connsiteY0" fmla="*/ 804991 h 1060353"/>
              <a:gd name="connsiteX1" fmla="*/ 231762 w 1804134"/>
              <a:gd name="connsiteY1" fmla="*/ 885480 h 1060353"/>
              <a:gd name="connsiteX2" fmla="*/ 524684 w 1804134"/>
              <a:gd name="connsiteY2" fmla="*/ 1026675 h 1060353"/>
              <a:gd name="connsiteX3" fmla="*/ 627068 w 1804134"/>
              <a:gd name="connsiteY3" fmla="*/ 1042816 h 1060353"/>
              <a:gd name="connsiteX4" fmla="*/ 1017130 w 1804134"/>
              <a:gd name="connsiteY4" fmla="*/ 1059956 h 1060353"/>
              <a:gd name="connsiteX5" fmla="*/ 1359266 w 1804134"/>
              <a:gd name="connsiteY5" fmla="*/ 1045811 h 1060353"/>
              <a:gd name="connsiteX6" fmla="*/ 1535467 w 1804134"/>
              <a:gd name="connsiteY6" fmla="*/ 1035744 h 1060353"/>
              <a:gd name="connsiteX7" fmla="*/ 1674520 w 1804134"/>
              <a:gd name="connsiteY7" fmla="*/ 1014361 h 1060353"/>
              <a:gd name="connsiteX8" fmla="*/ 1804134 w 1804134"/>
              <a:gd name="connsiteY8" fmla="*/ 980499 h 1060353"/>
              <a:gd name="connsiteX9" fmla="*/ 1078860 w 1804134"/>
              <a:gd name="connsiteY9" fmla="*/ 0 h 1060353"/>
              <a:gd name="connsiteX10" fmla="*/ 1058427 w 1804134"/>
              <a:gd name="connsiteY10" fmla="*/ 31315 h 1060353"/>
              <a:gd name="connsiteX11" fmla="*/ 902551 w 1804134"/>
              <a:gd name="connsiteY11" fmla="*/ 129578 h 1060353"/>
              <a:gd name="connsiteX12" fmla="*/ 746675 w 1804134"/>
              <a:gd name="connsiteY12" fmla="*/ 129578 h 1060353"/>
              <a:gd name="connsiteX13" fmla="*/ 534419 w 1804134"/>
              <a:gd name="connsiteY13" fmla="*/ 94051 h 1060353"/>
              <a:gd name="connsiteX14" fmla="*/ 271026 w 1804134"/>
              <a:gd name="connsiteY14" fmla="*/ 104534 h 1060353"/>
              <a:gd name="connsiteX15" fmla="*/ 131304 w 1804134"/>
              <a:gd name="connsiteY15" fmla="*/ 175589 h 1060353"/>
              <a:gd name="connsiteX16" fmla="*/ 23786 w 1804134"/>
              <a:gd name="connsiteY16" fmla="*/ 311544 h 1060353"/>
              <a:gd name="connsiteX17" fmla="*/ 2282 w 1804134"/>
              <a:gd name="connsiteY17" fmla="*/ 474622 h 1060353"/>
              <a:gd name="connsiteX18" fmla="*/ 88297 w 1804134"/>
              <a:gd name="connsiteY18" fmla="*/ 715079 h 1060353"/>
              <a:gd name="connsiteX19" fmla="*/ 151164 w 1804134"/>
              <a:gd name="connsiteY19" fmla="*/ 804991 h 1060353"/>
              <a:gd name="connsiteX0" fmla="*/ 1804134 w 1895574"/>
              <a:gd name="connsiteY0" fmla="*/ 980499 h 1071939"/>
              <a:gd name="connsiteX1" fmla="*/ 1078860 w 1895574"/>
              <a:gd name="connsiteY1" fmla="*/ 0 h 1071939"/>
              <a:gd name="connsiteX2" fmla="*/ 1058427 w 1895574"/>
              <a:gd name="connsiteY2" fmla="*/ 31315 h 1071939"/>
              <a:gd name="connsiteX3" fmla="*/ 902551 w 1895574"/>
              <a:gd name="connsiteY3" fmla="*/ 129578 h 1071939"/>
              <a:gd name="connsiteX4" fmla="*/ 746675 w 1895574"/>
              <a:gd name="connsiteY4" fmla="*/ 129578 h 1071939"/>
              <a:gd name="connsiteX5" fmla="*/ 534419 w 1895574"/>
              <a:gd name="connsiteY5" fmla="*/ 94051 h 1071939"/>
              <a:gd name="connsiteX6" fmla="*/ 271026 w 1895574"/>
              <a:gd name="connsiteY6" fmla="*/ 104534 h 1071939"/>
              <a:gd name="connsiteX7" fmla="*/ 131304 w 1895574"/>
              <a:gd name="connsiteY7" fmla="*/ 175589 h 1071939"/>
              <a:gd name="connsiteX8" fmla="*/ 23786 w 1895574"/>
              <a:gd name="connsiteY8" fmla="*/ 311544 h 1071939"/>
              <a:gd name="connsiteX9" fmla="*/ 2282 w 1895574"/>
              <a:gd name="connsiteY9" fmla="*/ 474622 h 1071939"/>
              <a:gd name="connsiteX10" fmla="*/ 88297 w 1895574"/>
              <a:gd name="connsiteY10" fmla="*/ 715079 h 1071939"/>
              <a:gd name="connsiteX11" fmla="*/ 151164 w 1895574"/>
              <a:gd name="connsiteY11" fmla="*/ 804991 h 1071939"/>
              <a:gd name="connsiteX12" fmla="*/ 231762 w 1895574"/>
              <a:gd name="connsiteY12" fmla="*/ 885480 h 1071939"/>
              <a:gd name="connsiteX13" fmla="*/ 524684 w 1895574"/>
              <a:gd name="connsiteY13" fmla="*/ 1026675 h 1071939"/>
              <a:gd name="connsiteX14" fmla="*/ 627068 w 1895574"/>
              <a:gd name="connsiteY14" fmla="*/ 1042816 h 1071939"/>
              <a:gd name="connsiteX15" fmla="*/ 1017130 w 1895574"/>
              <a:gd name="connsiteY15" fmla="*/ 1059956 h 1071939"/>
              <a:gd name="connsiteX16" fmla="*/ 1359266 w 1895574"/>
              <a:gd name="connsiteY16" fmla="*/ 1045811 h 1071939"/>
              <a:gd name="connsiteX17" fmla="*/ 1535467 w 1895574"/>
              <a:gd name="connsiteY17" fmla="*/ 1035744 h 1071939"/>
              <a:gd name="connsiteX18" fmla="*/ 1674520 w 1895574"/>
              <a:gd name="connsiteY18" fmla="*/ 1014361 h 1071939"/>
              <a:gd name="connsiteX19" fmla="*/ 1895574 w 1895574"/>
              <a:gd name="connsiteY19" fmla="*/ 1071939 h 1071939"/>
              <a:gd name="connsiteX0" fmla="*/ 1078860 w 1895574"/>
              <a:gd name="connsiteY0" fmla="*/ 0 h 1071939"/>
              <a:gd name="connsiteX1" fmla="*/ 1058427 w 1895574"/>
              <a:gd name="connsiteY1" fmla="*/ 31315 h 1071939"/>
              <a:gd name="connsiteX2" fmla="*/ 902551 w 1895574"/>
              <a:gd name="connsiteY2" fmla="*/ 129578 h 1071939"/>
              <a:gd name="connsiteX3" fmla="*/ 746675 w 1895574"/>
              <a:gd name="connsiteY3" fmla="*/ 129578 h 1071939"/>
              <a:gd name="connsiteX4" fmla="*/ 534419 w 1895574"/>
              <a:gd name="connsiteY4" fmla="*/ 94051 h 1071939"/>
              <a:gd name="connsiteX5" fmla="*/ 271026 w 1895574"/>
              <a:gd name="connsiteY5" fmla="*/ 104534 h 1071939"/>
              <a:gd name="connsiteX6" fmla="*/ 131304 w 1895574"/>
              <a:gd name="connsiteY6" fmla="*/ 175589 h 1071939"/>
              <a:gd name="connsiteX7" fmla="*/ 23786 w 1895574"/>
              <a:gd name="connsiteY7" fmla="*/ 311544 h 1071939"/>
              <a:gd name="connsiteX8" fmla="*/ 2282 w 1895574"/>
              <a:gd name="connsiteY8" fmla="*/ 474622 h 1071939"/>
              <a:gd name="connsiteX9" fmla="*/ 88297 w 1895574"/>
              <a:gd name="connsiteY9" fmla="*/ 715079 h 1071939"/>
              <a:gd name="connsiteX10" fmla="*/ 151164 w 1895574"/>
              <a:gd name="connsiteY10" fmla="*/ 804991 h 1071939"/>
              <a:gd name="connsiteX11" fmla="*/ 231762 w 1895574"/>
              <a:gd name="connsiteY11" fmla="*/ 885480 h 1071939"/>
              <a:gd name="connsiteX12" fmla="*/ 524684 w 1895574"/>
              <a:gd name="connsiteY12" fmla="*/ 1026675 h 1071939"/>
              <a:gd name="connsiteX13" fmla="*/ 627068 w 1895574"/>
              <a:gd name="connsiteY13" fmla="*/ 1042816 h 1071939"/>
              <a:gd name="connsiteX14" fmla="*/ 1017130 w 1895574"/>
              <a:gd name="connsiteY14" fmla="*/ 1059956 h 1071939"/>
              <a:gd name="connsiteX15" fmla="*/ 1359266 w 1895574"/>
              <a:gd name="connsiteY15" fmla="*/ 1045811 h 1071939"/>
              <a:gd name="connsiteX16" fmla="*/ 1535467 w 1895574"/>
              <a:gd name="connsiteY16" fmla="*/ 1035744 h 1071939"/>
              <a:gd name="connsiteX17" fmla="*/ 1674520 w 1895574"/>
              <a:gd name="connsiteY17" fmla="*/ 1014361 h 1071939"/>
              <a:gd name="connsiteX18" fmla="*/ 1895574 w 1895574"/>
              <a:gd name="connsiteY18" fmla="*/ 1071939 h 1071939"/>
              <a:gd name="connsiteX0" fmla="*/ 1078860 w 1895574"/>
              <a:gd name="connsiteY0" fmla="*/ 136138 h 1208077"/>
              <a:gd name="connsiteX1" fmla="*/ 944627 w 1895574"/>
              <a:gd name="connsiteY1" fmla="*/ 0 h 1208077"/>
              <a:gd name="connsiteX2" fmla="*/ 902551 w 1895574"/>
              <a:gd name="connsiteY2" fmla="*/ 265716 h 1208077"/>
              <a:gd name="connsiteX3" fmla="*/ 746675 w 1895574"/>
              <a:gd name="connsiteY3" fmla="*/ 265716 h 1208077"/>
              <a:gd name="connsiteX4" fmla="*/ 534419 w 1895574"/>
              <a:gd name="connsiteY4" fmla="*/ 230189 h 1208077"/>
              <a:gd name="connsiteX5" fmla="*/ 271026 w 1895574"/>
              <a:gd name="connsiteY5" fmla="*/ 240672 h 1208077"/>
              <a:gd name="connsiteX6" fmla="*/ 131304 w 1895574"/>
              <a:gd name="connsiteY6" fmla="*/ 311727 h 1208077"/>
              <a:gd name="connsiteX7" fmla="*/ 23786 w 1895574"/>
              <a:gd name="connsiteY7" fmla="*/ 447682 h 1208077"/>
              <a:gd name="connsiteX8" fmla="*/ 2282 w 1895574"/>
              <a:gd name="connsiteY8" fmla="*/ 610760 h 1208077"/>
              <a:gd name="connsiteX9" fmla="*/ 88297 w 1895574"/>
              <a:gd name="connsiteY9" fmla="*/ 851217 h 1208077"/>
              <a:gd name="connsiteX10" fmla="*/ 151164 w 1895574"/>
              <a:gd name="connsiteY10" fmla="*/ 941129 h 1208077"/>
              <a:gd name="connsiteX11" fmla="*/ 231762 w 1895574"/>
              <a:gd name="connsiteY11" fmla="*/ 1021618 h 1208077"/>
              <a:gd name="connsiteX12" fmla="*/ 524684 w 1895574"/>
              <a:gd name="connsiteY12" fmla="*/ 1162813 h 1208077"/>
              <a:gd name="connsiteX13" fmla="*/ 627068 w 1895574"/>
              <a:gd name="connsiteY13" fmla="*/ 1178954 h 1208077"/>
              <a:gd name="connsiteX14" fmla="*/ 1017130 w 1895574"/>
              <a:gd name="connsiteY14" fmla="*/ 1196094 h 1208077"/>
              <a:gd name="connsiteX15" fmla="*/ 1359266 w 1895574"/>
              <a:gd name="connsiteY15" fmla="*/ 1181949 h 1208077"/>
              <a:gd name="connsiteX16" fmla="*/ 1535467 w 1895574"/>
              <a:gd name="connsiteY16" fmla="*/ 1171882 h 1208077"/>
              <a:gd name="connsiteX17" fmla="*/ 1674520 w 1895574"/>
              <a:gd name="connsiteY17" fmla="*/ 1150499 h 1208077"/>
              <a:gd name="connsiteX18" fmla="*/ 1895574 w 1895574"/>
              <a:gd name="connsiteY18" fmla="*/ 1208077 h 1208077"/>
              <a:gd name="connsiteX0" fmla="*/ 1078860 w 1895574"/>
              <a:gd name="connsiteY0" fmla="*/ 0 h 1071939"/>
              <a:gd name="connsiteX1" fmla="*/ 902551 w 1895574"/>
              <a:gd name="connsiteY1" fmla="*/ 129578 h 1071939"/>
              <a:gd name="connsiteX2" fmla="*/ 746675 w 1895574"/>
              <a:gd name="connsiteY2" fmla="*/ 129578 h 1071939"/>
              <a:gd name="connsiteX3" fmla="*/ 534419 w 1895574"/>
              <a:gd name="connsiteY3" fmla="*/ 94051 h 1071939"/>
              <a:gd name="connsiteX4" fmla="*/ 271026 w 1895574"/>
              <a:gd name="connsiteY4" fmla="*/ 104534 h 1071939"/>
              <a:gd name="connsiteX5" fmla="*/ 131304 w 1895574"/>
              <a:gd name="connsiteY5" fmla="*/ 175589 h 1071939"/>
              <a:gd name="connsiteX6" fmla="*/ 23786 w 1895574"/>
              <a:gd name="connsiteY6" fmla="*/ 311544 h 1071939"/>
              <a:gd name="connsiteX7" fmla="*/ 2282 w 1895574"/>
              <a:gd name="connsiteY7" fmla="*/ 474622 h 1071939"/>
              <a:gd name="connsiteX8" fmla="*/ 88297 w 1895574"/>
              <a:gd name="connsiteY8" fmla="*/ 715079 h 1071939"/>
              <a:gd name="connsiteX9" fmla="*/ 151164 w 1895574"/>
              <a:gd name="connsiteY9" fmla="*/ 804991 h 1071939"/>
              <a:gd name="connsiteX10" fmla="*/ 231762 w 1895574"/>
              <a:gd name="connsiteY10" fmla="*/ 885480 h 1071939"/>
              <a:gd name="connsiteX11" fmla="*/ 524684 w 1895574"/>
              <a:gd name="connsiteY11" fmla="*/ 1026675 h 1071939"/>
              <a:gd name="connsiteX12" fmla="*/ 627068 w 1895574"/>
              <a:gd name="connsiteY12" fmla="*/ 1042816 h 1071939"/>
              <a:gd name="connsiteX13" fmla="*/ 1017130 w 1895574"/>
              <a:gd name="connsiteY13" fmla="*/ 1059956 h 1071939"/>
              <a:gd name="connsiteX14" fmla="*/ 1359266 w 1895574"/>
              <a:gd name="connsiteY14" fmla="*/ 1045811 h 1071939"/>
              <a:gd name="connsiteX15" fmla="*/ 1535467 w 1895574"/>
              <a:gd name="connsiteY15" fmla="*/ 1035744 h 1071939"/>
              <a:gd name="connsiteX16" fmla="*/ 1674520 w 1895574"/>
              <a:gd name="connsiteY16" fmla="*/ 1014361 h 1071939"/>
              <a:gd name="connsiteX17" fmla="*/ 1895574 w 1895574"/>
              <a:gd name="connsiteY17" fmla="*/ 1071939 h 1071939"/>
              <a:gd name="connsiteX0" fmla="*/ 964213 w 1895574"/>
              <a:gd name="connsiteY0" fmla="*/ 0 h 1233734"/>
              <a:gd name="connsiteX1" fmla="*/ 902551 w 1895574"/>
              <a:gd name="connsiteY1" fmla="*/ 291373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902551 w 1895574"/>
              <a:gd name="connsiteY1" fmla="*/ 291373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895290 w 1895574"/>
              <a:gd name="connsiteY1" fmla="*/ 165896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895290 w 1895574"/>
              <a:gd name="connsiteY1" fmla="*/ 165896 h 1233734"/>
              <a:gd name="connsiteX2" fmla="*/ 697840 w 1895574"/>
              <a:gd name="connsiteY2" fmla="*/ 211746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690073"/>
              <a:gd name="connsiteY0" fmla="*/ 0 h 1222148"/>
              <a:gd name="connsiteX1" fmla="*/ 895290 w 1690073"/>
              <a:gd name="connsiteY1" fmla="*/ 165896 h 1222148"/>
              <a:gd name="connsiteX2" fmla="*/ 697840 w 1690073"/>
              <a:gd name="connsiteY2" fmla="*/ 211746 h 1222148"/>
              <a:gd name="connsiteX3" fmla="*/ 534419 w 1690073"/>
              <a:gd name="connsiteY3" fmla="*/ 255846 h 1222148"/>
              <a:gd name="connsiteX4" fmla="*/ 271026 w 1690073"/>
              <a:gd name="connsiteY4" fmla="*/ 266329 h 1222148"/>
              <a:gd name="connsiteX5" fmla="*/ 131304 w 1690073"/>
              <a:gd name="connsiteY5" fmla="*/ 337384 h 1222148"/>
              <a:gd name="connsiteX6" fmla="*/ 23786 w 1690073"/>
              <a:gd name="connsiteY6" fmla="*/ 473339 h 1222148"/>
              <a:gd name="connsiteX7" fmla="*/ 2282 w 1690073"/>
              <a:gd name="connsiteY7" fmla="*/ 636417 h 1222148"/>
              <a:gd name="connsiteX8" fmla="*/ 88297 w 1690073"/>
              <a:gd name="connsiteY8" fmla="*/ 876874 h 1222148"/>
              <a:gd name="connsiteX9" fmla="*/ 151164 w 1690073"/>
              <a:gd name="connsiteY9" fmla="*/ 966786 h 1222148"/>
              <a:gd name="connsiteX10" fmla="*/ 231762 w 1690073"/>
              <a:gd name="connsiteY10" fmla="*/ 1047275 h 1222148"/>
              <a:gd name="connsiteX11" fmla="*/ 524684 w 1690073"/>
              <a:gd name="connsiteY11" fmla="*/ 1188470 h 1222148"/>
              <a:gd name="connsiteX12" fmla="*/ 627068 w 1690073"/>
              <a:gd name="connsiteY12" fmla="*/ 1204611 h 1222148"/>
              <a:gd name="connsiteX13" fmla="*/ 1017130 w 1690073"/>
              <a:gd name="connsiteY13" fmla="*/ 1221751 h 1222148"/>
              <a:gd name="connsiteX14" fmla="*/ 1359266 w 1690073"/>
              <a:gd name="connsiteY14" fmla="*/ 1207606 h 1222148"/>
              <a:gd name="connsiteX15" fmla="*/ 1535467 w 1690073"/>
              <a:gd name="connsiteY15" fmla="*/ 1197539 h 1222148"/>
              <a:gd name="connsiteX16" fmla="*/ 1674520 w 1690073"/>
              <a:gd name="connsiteY16" fmla="*/ 1176156 h 1222148"/>
              <a:gd name="connsiteX17" fmla="*/ 1605775 w 1690073"/>
              <a:gd name="connsiteY17" fmla="*/ 859711 h 1222148"/>
              <a:gd name="connsiteX0" fmla="*/ 964213 w 1605775"/>
              <a:gd name="connsiteY0" fmla="*/ 0 h 1222148"/>
              <a:gd name="connsiteX1" fmla="*/ 895290 w 1605775"/>
              <a:gd name="connsiteY1" fmla="*/ 165896 h 1222148"/>
              <a:gd name="connsiteX2" fmla="*/ 697840 w 1605775"/>
              <a:gd name="connsiteY2" fmla="*/ 211746 h 1222148"/>
              <a:gd name="connsiteX3" fmla="*/ 534419 w 1605775"/>
              <a:gd name="connsiteY3" fmla="*/ 255846 h 1222148"/>
              <a:gd name="connsiteX4" fmla="*/ 271026 w 1605775"/>
              <a:gd name="connsiteY4" fmla="*/ 266329 h 1222148"/>
              <a:gd name="connsiteX5" fmla="*/ 131304 w 1605775"/>
              <a:gd name="connsiteY5" fmla="*/ 337384 h 1222148"/>
              <a:gd name="connsiteX6" fmla="*/ 23786 w 1605775"/>
              <a:gd name="connsiteY6" fmla="*/ 473339 h 1222148"/>
              <a:gd name="connsiteX7" fmla="*/ 2282 w 1605775"/>
              <a:gd name="connsiteY7" fmla="*/ 636417 h 1222148"/>
              <a:gd name="connsiteX8" fmla="*/ 88297 w 1605775"/>
              <a:gd name="connsiteY8" fmla="*/ 876874 h 1222148"/>
              <a:gd name="connsiteX9" fmla="*/ 151164 w 1605775"/>
              <a:gd name="connsiteY9" fmla="*/ 966786 h 1222148"/>
              <a:gd name="connsiteX10" fmla="*/ 231762 w 1605775"/>
              <a:gd name="connsiteY10" fmla="*/ 1047275 h 1222148"/>
              <a:gd name="connsiteX11" fmla="*/ 524684 w 1605775"/>
              <a:gd name="connsiteY11" fmla="*/ 1188470 h 1222148"/>
              <a:gd name="connsiteX12" fmla="*/ 627068 w 1605775"/>
              <a:gd name="connsiteY12" fmla="*/ 1204611 h 1222148"/>
              <a:gd name="connsiteX13" fmla="*/ 1017130 w 1605775"/>
              <a:gd name="connsiteY13" fmla="*/ 1221751 h 1222148"/>
              <a:gd name="connsiteX14" fmla="*/ 1359266 w 1605775"/>
              <a:gd name="connsiteY14" fmla="*/ 1207606 h 1222148"/>
              <a:gd name="connsiteX15" fmla="*/ 1535467 w 1605775"/>
              <a:gd name="connsiteY15" fmla="*/ 1197539 h 1222148"/>
              <a:gd name="connsiteX16" fmla="*/ 1413581 w 1605775"/>
              <a:gd name="connsiteY16" fmla="*/ 972537 h 1222148"/>
              <a:gd name="connsiteX17" fmla="*/ 1605775 w 1605775"/>
              <a:gd name="connsiteY17" fmla="*/ 859711 h 1222148"/>
              <a:gd name="connsiteX0" fmla="*/ 964213 w 1605775"/>
              <a:gd name="connsiteY0" fmla="*/ 0 h 1230039"/>
              <a:gd name="connsiteX1" fmla="*/ 895290 w 1605775"/>
              <a:gd name="connsiteY1" fmla="*/ 165896 h 1230039"/>
              <a:gd name="connsiteX2" fmla="*/ 697840 w 1605775"/>
              <a:gd name="connsiteY2" fmla="*/ 211746 h 1230039"/>
              <a:gd name="connsiteX3" fmla="*/ 534419 w 1605775"/>
              <a:gd name="connsiteY3" fmla="*/ 255846 h 1230039"/>
              <a:gd name="connsiteX4" fmla="*/ 271026 w 1605775"/>
              <a:gd name="connsiteY4" fmla="*/ 266329 h 1230039"/>
              <a:gd name="connsiteX5" fmla="*/ 131304 w 1605775"/>
              <a:gd name="connsiteY5" fmla="*/ 337384 h 1230039"/>
              <a:gd name="connsiteX6" fmla="*/ 23786 w 1605775"/>
              <a:gd name="connsiteY6" fmla="*/ 473339 h 1230039"/>
              <a:gd name="connsiteX7" fmla="*/ 2282 w 1605775"/>
              <a:gd name="connsiteY7" fmla="*/ 636417 h 1230039"/>
              <a:gd name="connsiteX8" fmla="*/ 88297 w 1605775"/>
              <a:gd name="connsiteY8" fmla="*/ 876874 h 1230039"/>
              <a:gd name="connsiteX9" fmla="*/ 151164 w 1605775"/>
              <a:gd name="connsiteY9" fmla="*/ 966786 h 1230039"/>
              <a:gd name="connsiteX10" fmla="*/ 231762 w 1605775"/>
              <a:gd name="connsiteY10" fmla="*/ 1047275 h 1230039"/>
              <a:gd name="connsiteX11" fmla="*/ 524684 w 1605775"/>
              <a:gd name="connsiteY11" fmla="*/ 1188470 h 1230039"/>
              <a:gd name="connsiteX12" fmla="*/ 627068 w 1605775"/>
              <a:gd name="connsiteY12" fmla="*/ 1204611 h 1230039"/>
              <a:gd name="connsiteX13" fmla="*/ 1017130 w 1605775"/>
              <a:gd name="connsiteY13" fmla="*/ 1221751 h 1230039"/>
              <a:gd name="connsiteX14" fmla="*/ 1359266 w 1605775"/>
              <a:gd name="connsiteY14" fmla="*/ 1207606 h 1230039"/>
              <a:gd name="connsiteX15" fmla="*/ 1413581 w 1605775"/>
              <a:gd name="connsiteY15" fmla="*/ 972537 h 1230039"/>
              <a:gd name="connsiteX16" fmla="*/ 1605775 w 1605775"/>
              <a:gd name="connsiteY16" fmla="*/ 859711 h 1230039"/>
              <a:gd name="connsiteX0" fmla="*/ 964213 w 1605775"/>
              <a:gd name="connsiteY0" fmla="*/ 0 h 1222638"/>
              <a:gd name="connsiteX1" fmla="*/ 895290 w 1605775"/>
              <a:gd name="connsiteY1" fmla="*/ 165896 h 1222638"/>
              <a:gd name="connsiteX2" fmla="*/ 697840 w 1605775"/>
              <a:gd name="connsiteY2" fmla="*/ 211746 h 1222638"/>
              <a:gd name="connsiteX3" fmla="*/ 534419 w 1605775"/>
              <a:gd name="connsiteY3" fmla="*/ 255846 h 1222638"/>
              <a:gd name="connsiteX4" fmla="*/ 271026 w 1605775"/>
              <a:gd name="connsiteY4" fmla="*/ 266329 h 1222638"/>
              <a:gd name="connsiteX5" fmla="*/ 131304 w 1605775"/>
              <a:gd name="connsiteY5" fmla="*/ 337384 h 1222638"/>
              <a:gd name="connsiteX6" fmla="*/ 23786 w 1605775"/>
              <a:gd name="connsiteY6" fmla="*/ 473339 h 1222638"/>
              <a:gd name="connsiteX7" fmla="*/ 2282 w 1605775"/>
              <a:gd name="connsiteY7" fmla="*/ 636417 h 1222638"/>
              <a:gd name="connsiteX8" fmla="*/ 88297 w 1605775"/>
              <a:gd name="connsiteY8" fmla="*/ 876874 h 1222638"/>
              <a:gd name="connsiteX9" fmla="*/ 151164 w 1605775"/>
              <a:gd name="connsiteY9" fmla="*/ 966786 h 1222638"/>
              <a:gd name="connsiteX10" fmla="*/ 231762 w 1605775"/>
              <a:gd name="connsiteY10" fmla="*/ 1047275 h 1222638"/>
              <a:gd name="connsiteX11" fmla="*/ 524684 w 1605775"/>
              <a:gd name="connsiteY11" fmla="*/ 1188470 h 1222638"/>
              <a:gd name="connsiteX12" fmla="*/ 627068 w 1605775"/>
              <a:gd name="connsiteY12" fmla="*/ 1204611 h 1222638"/>
              <a:gd name="connsiteX13" fmla="*/ 1017130 w 1605775"/>
              <a:gd name="connsiteY13" fmla="*/ 1221751 h 1222638"/>
              <a:gd name="connsiteX14" fmla="*/ 1260168 w 1605775"/>
              <a:gd name="connsiteY14" fmla="*/ 1183719 h 1222638"/>
              <a:gd name="connsiteX15" fmla="*/ 1413581 w 1605775"/>
              <a:gd name="connsiteY15" fmla="*/ 972537 h 1222638"/>
              <a:gd name="connsiteX16" fmla="*/ 1605775 w 1605775"/>
              <a:gd name="connsiteY16" fmla="*/ 859711 h 1222638"/>
              <a:gd name="connsiteX0" fmla="*/ 964213 w 1605775"/>
              <a:gd name="connsiteY0" fmla="*/ 0 h 1296192"/>
              <a:gd name="connsiteX1" fmla="*/ 895290 w 1605775"/>
              <a:gd name="connsiteY1" fmla="*/ 165896 h 1296192"/>
              <a:gd name="connsiteX2" fmla="*/ 697840 w 1605775"/>
              <a:gd name="connsiteY2" fmla="*/ 211746 h 1296192"/>
              <a:gd name="connsiteX3" fmla="*/ 534419 w 1605775"/>
              <a:gd name="connsiteY3" fmla="*/ 255846 h 1296192"/>
              <a:gd name="connsiteX4" fmla="*/ 271026 w 1605775"/>
              <a:gd name="connsiteY4" fmla="*/ 266329 h 1296192"/>
              <a:gd name="connsiteX5" fmla="*/ 131304 w 1605775"/>
              <a:gd name="connsiteY5" fmla="*/ 337384 h 1296192"/>
              <a:gd name="connsiteX6" fmla="*/ 23786 w 1605775"/>
              <a:gd name="connsiteY6" fmla="*/ 473339 h 1296192"/>
              <a:gd name="connsiteX7" fmla="*/ 2282 w 1605775"/>
              <a:gd name="connsiteY7" fmla="*/ 636417 h 1296192"/>
              <a:gd name="connsiteX8" fmla="*/ 88297 w 1605775"/>
              <a:gd name="connsiteY8" fmla="*/ 876874 h 1296192"/>
              <a:gd name="connsiteX9" fmla="*/ 151164 w 1605775"/>
              <a:gd name="connsiteY9" fmla="*/ 966786 h 1296192"/>
              <a:gd name="connsiteX10" fmla="*/ 231762 w 1605775"/>
              <a:gd name="connsiteY10" fmla="*/ 1047275 h 1296192"/>
              <a:gd name="connsiteX11" fmla="*/ 524684 w 1605775"/>
              <a:gd name="connsiteY11" fmla="*/ 1188470 h 1296192"/>
              <a:gd name="connsiteX12" fmla="*/ 627068 w 1605775"/>
              <a:gd name="connsiteY12" fmla="*/ 1204611 h 1296192"/>
              <a:gd name="connsiteX13" fmla="*/ 888240 w 1605775"/>
              <a:gd name="connsiteY13" fmla="*/ 1296078 h 1296192"/>
              <a:gd name="connsiteX14" fmla="*/ 1260168 w 1605775"/>
              <a:gd name="connsiteY14" fmla="*/ 1183719 h 1296192"/>
              <a:gd name="connsiteX15" fmla="*/ 1413581 w 1605775"/>
              <a:gd name="connsiteY15" fmla="*/ 972537 h 1296192"/>
              <a:gd name="connsiteX16" fmla="*/ 1605775 w 1605775"/>
              <a:gd name="connsiteY16" fmla="*/ 859711 h 1296192"/>
              <a:gd name="connsiteX0" fmla="*/ 964213 w 1605775"/>
              <a:gd name="connsiteY0" fmla="*/ 0 h 1296192"/>
              <a:gd name="connsiteX1" fmla="*/ 895290 w 1605775"/>
              <a:gd name="connsiteY1" fmla="*/ 165896 h 1296192"/>
              <a:gd name="connsiteX2" fmla="*/ 697840 w 1605775"/>
              <a:gd name="connsiteY2" fmla="*/ 211746 h 1296192"/>
              <a:gd name="connsiteX3" fmla="*/ 534419 w 1605775"/>
              <a:gd name="connsiteY3" fmla="*/ 255846 h 1296192"/>
              <a:gd name="connsiteX4" fmla="*/ 271026 w 1605775"/>
              <a:gd name="connsiteY4" fmla="*/ 266329 h 1296192"/>
              <a:gd name="connsiteX5" fmla="*/ 131304 w 1605775"/>
              <a:gd name="connsiteY5" fmla="*/ 337384 h 1296192"/>
              <a:gd name="connsiteX6" fmla="*/ 23786 w 1605775"/>
              <a:gd name="connsiteY6" fmla="*/ 473339 h 1296192"/>
              <a:gd name="connsiteX7" fmla="*/ 2282 w 1605775"/>
              <a:gd name="connsiteY7" fmla="*/ 636417 h 1296192"/>
              <a:gd name="connsiteX8" fmla="*/ 88297 w 1605775"/>
              <a:gd name="connsiteY8" fmla="*/ 876874 h 1296192"/>
              <a:gd name="connsiteX9" fmla="*/ 231762 w 1605775"/>
              <a:gd name="connsiteY9" fmla="*/ 1047275 h 1296192"/>
              <a:gd name="connsiteX10" fmla="*/ 524684 w 1605775"/>
              <a:gd name="connsiteY10" fmla="*/ 1188470 h 1296192"/>
              <a:gd name="connsiteX11" fmla="*/ 627068 w 1605775"/>
              <a:gd name="connsiteY11" fmla="*/ 1204611 h 1296192"/>
              <a:gd name="connsiteX12" fmla="*/ 888240 w 1605775"/>
              <a:gd name="connsiteY12" fmla="*/ 1296078 h 1296192"/>
              <a:gd name="connsiteX13" fmla="*/ 1260168 w 1605775"/>
              <a:gd name="connsiteY13" fmla="*/ 1183719 h 1296192"/>
              <a:gd name="connsiteX14" fmla="*/ 1413581 w 1605775"/>
              <a:gd name="connsiteY14" fmla="*/ 972537 h 1296192"/>
              <a:gd name="connsiteX15" fmla="*/ 1605775 w 1605775"/>
              <a:gd name="connsiteY15" fmla="*/ 859711 h 1296192"/>
              <a:gd name="connsiteX0" fmla="*/ 962568 w 1604130"/>
              <a:gd name="connsiteY0" fmla="*/ 0 h 1296192"/>
              <a:gd name="connsiteX1" fmla="*/ 893645 w 1604130"/>
              <a:gd name="connsiteY1" fmla="*/ 165896 h 1296192"/>
              <a:gd name="connsiteX2" fmla="*/ 696195 w 1604130"/>
              <a:gd name="connsiteY2" fmla="*/ 211746 h 1296192"/>
              <a:gd name="connsiteX3" fmla="*/ 532774 w 1604130"/>
              <a:gd name="connsiteY3" fmla="*/ 255846 h 1296192"/>
              <a:gd name="connsiteX4" fmla="*/ 269381 w 1604130"/>
              <a:gd name="connsiteY4" fmla="*/ 266329 h 1296192"/>
              <a:gd name="connsiteX5" fmla="*/ 129659 w 1604130"/>
              <a:gd name="connsiteY5" fmla="*/ 337384 h 1296192"/>
              <a:gd name="connsiteX6" fmla="*/ 637 w 1604130"/>
              <a:gd name="connsiteY6" fmla="*/ 636417 h 1296192"/>
              <a:gd name="connsiteX7" fmla="*/ 86652 w 1604130"/>
              <a:gd name="connsiteY7" fmla="*/ 876874 h 1296192"/>
              <a:gd name="connsiteX8" fmla="*/ 230117 w 1604130"/>
              <a:gd name="connsiteY8" fmla="*/ 1047275 h 1296192"/>
              <a:gd name="connsiteX9" fmla="*/ 523039 w 1604130"/>
              <a:gd name="connsiteY9" fmla="*/ 1188470 h 1296192"/>
              <a:gd name="connsiteX10" fmla="*/ 625423 w 1604130"/>
              <a:gd name="connsiteY10" fmla="*/ 1204611 h 1296192"/>
              <a:gd name="connsiteX11" fmla="*/ 886595 w 1604130"/>
              <a:gd name="connsiteY11" fmla="*/ 1296078 h 1296192"/>
              <a:gd name="connsiteX12" fmla="*/ 1258523 w 1604130"/>
              <a:gd name="connsiteY12" fmla="*/ 1183719 h 1296192"/>
              <a:gd name="connsiteX13" fmla="*/ 1411936 w 1604130"/>
              <a:gd name="connsiteY13" fmla="*/ 972537 h 1296192"/>
              <a:gd name="connsiteX14" fmla="*/ 1604130 w 1604130"/>
              <a:gd name="connsiteY14" fmla="*/ 859711 h 1296192"/>
              <a:gd name="connsiteX0" fmla="*/ 962568 w 1604130"/>
              <a:gd name="connsiteY0" fmla="*/ 0 h 1296192"/>
              <a:gd name="connsiteX1" fmla="*/ 893645 w 1604130"/>
              <a:gd name="connsiteY1" fmla="*/ 165896 h 1296192"/>
              <a:gd name="connsiteX2" fmla="*/ 532774 w 1604130"/>
              <a:gd name="connsiteY2" fmla="*/ 255846 h 1296192"/>
              <a:gd name="connsiteX3" fmla="*/ 269381 w 1604130"/>
              <a:gd name="connsiteY3" fmla="*/ 266329 h 1296192"/>
              <a:gd name="connsiteX4" fmla="*/ 129659 w 1604130"/>
              <a:gd name="connsiteY4" fmla="*/ 337384 h 1296192"/>
              <a:gd name="connsiteX5" fmla="*/ 637 w 1604130"/>
              <a:gd name="connsiteY5" fmla="*/ 636417 h 1296192"/>
              <a:gd name="connsiteX6" fmla="*/ 86652 w 1604130"/>
              <a:gd name="connsiteY6" fmla="*/ 876874 h 1296192"/>
              <a:gd name="connsiteX7" fmla="*/ 230117 w 1604130"/>
              <a:gd name="connsiteY7" fmla="*/ 1047275 h 1296192"/>
              <a:gd name="connsiteX8" fmla="*/ 523039 w 1604130"/>
              <a:gd name="connsiteY8" fmla="*/ 1188470 h 1296192"/>
              <a:gd name="connsiteX9" fmla="*/ 625423 w 1604130"/>
              <a:gd name="connsiteY9" fmla="*/ 1204611 h 1296192"/>
              <a:gd name="connsiteX10" fmla="*/ 886595 w 1604130"/>
              <a:gd name="connsiteY10" fmla="*/ 1296078 h 1296192"/>
              <a:gd name="connsiteX11" fmla="*/ 1258523 w 1604130"/>
              <a:gd name="connsiteY11" fmla="*/ 1183719 h 1296192"/>
              <a:gd name="connsiteX12" fmla="*/ 1411936 w 1604130"/>
              <a:gd name="connsiteY12" fmla="*/ 972537 h 1296192"/>
              <a:gd name="connsiteX13" fmla="*/ 1604130 w 1604130"/>
              <a:gd name="connsiteY13" fmla="*/ 859711 h 1296192"/>
              <a:gd name="connsiteX0" fmla="*/ 962568 w 1604130"/>
              <a:gd name="connsiteY0" fmla="*/ 0 h 1296192"/>
              <a:gd name="connsiteX1" fmla="*/ 803942 w 1604130"/>
              <a:gd name="connsiteY1" fmla="*/ 190221 h 1296192"/>
              <a:gd name="connsiteX2" fmla="*/ 532774 w 1604130"/>
              <a:gd name="connsiteY2" fmla="*/ 255846 h 1296192"/>
              <a:gd name="connsiteX3" fmla="*/ 269381 w 1604130"/>
              <a:gd name="connsiteY3" fmla="*/ 266329 h 1296192"/>
              <a:gd name="connsiteX4" fmla="*/ 129659 w 1604130"/>
              <a:gd name="connsiteY4" fmla="*/ 337384 h 1296192"/>
              <a:gd name="connsiteX5" fmla="*/ 637 w 1604130"/>
              <a:gd name="connsiteY5" fmla="*/ 636417 h 1296192"/>
              <a:gd name="connsiteX6" fmla="*/ 86652 w 1604130"/>
              <a:gd name="connsiteY6" fmla="*/ 876874 h 1296192"/>
              <a:gd name="connsiteX7" fmla="*/ 230117 w 1604130"/>
              <a:gd name="connsiteY7" fmla="*/ 1047275 h 1296192"/>
              <a:gd name="connsiteX8" fmla="*/ 523039 w 1604130"/>
              <a:gd name="connsiteY8" fmla="*/ 1188470 h 1296192"/>
              <a:gd name="connsiteX9" fmla="*/ 625423 w 1604130"/>
              <a:gd name="connsiteY9" fmla="*/ 1204611 h 1296192"/>
              <a:gd name="connsiteX10" fmla="*/ 886595 w 1604130"/>
              <a:gd name="connsiteY10" fmla="*/ 1296078 h 1296192"/>
              <a:gd name="connsiteX11" fmla="*/ 1258523 w 1604130"/>
              <a:gd name="connsiteY11" fmla="*/ 1183719 h 1296192"/>
              <a:gd name="connsiteX12" fmla="*/ 1411936 w 1604130"/>
              <a:gd name="connsiteY12" fmla="*/ 972537 h 1296192"/>
              <a:gd name="connsiteX13" fmla="*/ 1604130 w 1604130"/>
              <a:gd name="connsiteY13" fmla="*/ 859711 h 1296192"/>
              <a:gd name="connsiteX0" fmla="*/ 962568 w 1604130"/>
              <a:gd name="connsiteY0" fmla="*/ 0 h 1296192"/>
              <a:gd name="connsiteX1" fmla="*/ 803942 w 1604130"/>
              <a:gd name="connsiteY1" fmla="*/ 190221 h 1296192"/>
              <a:gd name="connsiteX2" fmla="*/ 532774 w 1604130"/>
              <a:gd name="connsiteY2" fmla="*/ 255846 h 1296192"/>
              <a:gd name="connsiteX3" fmla="*/ 308570 w 1604130"/>
              <a:gd name="connsiteY3" fmla="*/ 216327 h 1296192"/>
              <a:gd name="connsiteX4" fmla="*/ 129659 w 1604130"/>
              <a:gd name="connsiteY4" fmla="*/ 337384 h 1296192"/>
              <a:gd name="connsiteX5" fmla="*/ 637 w 1604130"/>
              <a:gd name="connsiteY5" fmla="*/ 636417 h 1296192"/>
              <a:gd name="connsiteX6" fmla="*/ 86652 w 1604130"/>
              <a:gd name="connsiteY6" fmla="*/ 876874 h 1296192"/>
              <a:gd name="connsiteX7" fmla="*/ 230117 w 1604130"/>
              <a:gd name="connsiteY7" fmla="*/ 1047275 h 1296192"/>
              <a:gd name="connsiteX8" fmla="*/ 523039 w 1604130"/>
              <a:gd name="connsiteY8" fmla="*/ 1188470 h 1296192"/>
              <a:gd name="connsiteX9" fmla="*/ 625423 w 1604130"/>
              <a:gd name="connsiteY9" fmla="*/ 1204611 h 1296192"/>
              <a:gd name="connsiteX10" fmla="*/ 886595 w 1604130"/>
              <a:gd name="connsiteY10" fmla="*/ 1296078 h 1296192"/>
              <a:gd name="connsiteX11" fmla="*/ 1258523 w 1604130"/>
              <a:gd name="connsiteY11" fmla="*/ 1183719 h 1296192"/>
              <a:gd name="connsiteX12" fmla="*/ 1411936 w 1604130"/>
              <a:gd name="connsiteY12" fmla="*/ 972537 h 1296192"/>
              <a:gd name="connsiteX13" fmla="*/ 1604130 w 1604130"/>
              <a:gd name="connsiteY13" fmla="*/ 859711 h 1296192"/>
              <a:gd name="connsiteX0" fmla="*/ 963893 w 1605455"/>
              <a:gd name="connsiteY0" fmla="*/ 0 h 1296192"/>
              <a:gd name="connsiteX1" fmla="*/ 805267 w 1605455"/>
              <a:gd name="connsiteY1" fmla="*/ 190221 h 1296192"/>
              <a:gd name="connsiteX2" fmla="*/ 534099 w 1605455"/>
              <a:gd name="connsiteY2" fmla="*/ 255846 h 1296192"/>
              <a:gd name="connsiteX3" fmla="*/ 309895 w 1605455"/>
              <a:gd name="connsiteY3" fmla="*/ 216327 h 1296192"/>
              <a:gd name="connsiteX4" fmla="*/ 130984 w 1605455"/>
              <a:gd name="connsiteY4" fmla="*/ 337384 h 1296192"/>
              <a:gd name="connsiteX5" fmla="*/ 1962 w 1605455"/>
              <a:gd name="connsiteY5" fmla="*/ 636417 h 1296192"/>
              <a:gd name="connsiteX6" fmla="*/ 231442 w 1605455"/>
              <a:gd name="connsiteY6" fmla="*/ 1047275 h 1296192"/>
              <a:gd name="connsiteX7" fmla="*/ 524364 w 1605455"/>
              <a:gd name="connsiteY7" fmla="*/ 1188470 h 1296192"/>
              <a:gd name="connsiteX8" fmla="*/ 626748 w 1605455"/>
              <a:gd name="connsiteY8" fmla="*/ 1204611 h 1296192"/>
              <a:gd name="connsiteX9" fmla="*/ 887920 w 1605455"/>
              <a:gd name="connsiteY9" fmla="*/ 1296078 h 1296192"/>
              <a:gd name="connsiteX10" fmla="*/ 1259848 w 1605455"/>
              <a:gd name="connsiteY10" fmla="*/ 1183719 h 1296192"/>
              <a:gd name="connsiteX11" fmla="*/ 1413261 w 1605455"/>
              <a:gd name="connsiteY11" fmla="*/ 972537 h 1296192"/>
              <a:gd name="connsiteX12" fmla="*/ 1605455 w 1605455"/>
              <a:gd name="connsiteY12" fmla="*/ 859711 h 1296192"/>
              <a:gd name="connsiteX0" fmla="*/ 963893 w 1605455"/>
              <a:gd name="connsiteY0" fmla="*/ 0 h 1296192"/>
              <a:gd name="connsiteX1" fmla="*/ 805267 w 1605455"/>
              <a:gd name="connsiteY1" fmla="*/ 190221 h 1296192"/>
              <a:gd name="connsiteX2" fmla="*/ 534099 w 1605455"/>
              <a:gd name="connsiteY2" fmla="*/ 255846 h 1296192"/>
              <a:gd name="connsiteX3" fmla="*/ 309895 w 1605455"/>
              <a:gd name="connsiteY3" fmla="*/ 216327 h 1296192"/>
              <a:gd name="connsiteX4" fmla="*/ 130984 w 1605455"/>
              <a:gd name="connsiteY4" fmla="*/ 337384 h 1296192"/>
              <a:gd name="connsiteX5" fmla="*/ 1962 w 1605455"/>
              <a:gd name="connsiteY5" fmla="*/ 636417 h 1296192"/>
              <a:gd name="connsiteX6" fmla="*/ 185277 w 1605455"/>
              <a:gd name="connsiteY6" fmla="*/ 1002621 h 1296192"/>
              <a:gd name="connsiteX7" fmla="*/ 524364 w 1605455"/>
              <a:gd name="connsiteY7" fmla="*/ 1188470 h 1296192"/>
              <a:gd name="connsiteX8" fmla="*/ 626748 w 1605455"/>
              <a:gd name="connsiteY8" fmla="*/ 1204611 h 1296192"/>
              <a:gd name="connsiteX9" fmla="*/ 887920 w 1605455"/>
              <a:gd name="connsiteY9" fmla="*/ 1296078 h 1296192"/>
              <a:gd name="connsiteX10" fmla="*/ 1259848 w 1605455"/>
              <a:gd name="connsiteY10" fmla="*/ 1183719 h 1296192"/>
              <a:gd name="connsiteX11" fmla="*/ 1413261 w 1605455"/>
              <a:gd name="connsiteY11" fmla="*/ 972537 h 1296192"/>
              <a:gd name="connsiteX12" fmla="*/ 1605455 w 1605455"/>
              <a:gd name="connsiteY12" fmla="*/ 859711 h 1296192"/>
              <a:gd name="connsiteX0" fmla="*/ 963893 w 1605455"/>
              <a:gd name="connsiteY0" fmla="*/ 0 h 1296263"/>
              <a:gd name="connsiteX1" fmla="*/ 805267 w 1605455"/>
              <a:gd name="connsiteY1" fmla="*/ 190221 h 1296263"/>
              <a:gd name="connsiteX2" fmla="*/ 534099 w 1605455"/>
              <a:gd name="connsiteY2" fmla="*/ 255846 h 1296263"/>
              <a:gd name="connsiteX3" fmla="*/ 309895 w 1605455"/>
              <a:gd name="connsiteY3" fmla="*/ 216327 h 1296263"/>
              <a:gd name="connsiteX4" fmla="*/ 130984 w 1605455"/>
              <a:gd name="connsiteY4" fmla="*/ 337384 h 1296263"/>
              <a:gd name="connsiteX5" fmla="*/ 1962 w 1605455"/>
              <a:gd name="connsiteY5" fmla="*/ 636417 h 1296263"/>
              <a:gd name="connsiteX6" fmla="*/ 185277 w 1605455"/>
              <a:gd name="connsiteY6" fmla="*/ 1002621 h 1296263"/>
              <a:gd name="connsiteX7" fmla="*/ 626748 w 1605455"/>
              <a:gd name="connsiteY7" fmla="*/ 1204611 h 1296263"/>
              <a:gd name="connsiteX8" fmla="*/ 887920 w 1605455"/>
              <a:gd name="connsiteY8" fmla="*/ 1296078 h 1296263"/>
              <a:gd name="connsiteX9" fmla="*/ 1259848 w 1605455"/>
              <a:gd name="connsiteY9" fmla="*/ 1183719 h 1296263"/>
              <a:gd name="connsiteX10" fmla="*/ 1413261 w 1605455"/>
              <a:gd name="connsiteY10" fmla="*/ 972537 h 1296263"/>
              <a:gd name="connsiteX11" fmla="*/ 1605455 w 1605455"/>
              <a:gd name="connsiteY11" fmla="*/ 859711 h 1296263"/>
              <a:gd name="connsiteX0" fmla="*/ 963893 w 1605455"/>
              <a:gd name="connsiteY0" fmla="*/ 0 h 1296201"/>
              <a:gd name="connsiteX1" fmla="*/ 805267 w 1605455"/>
              <a:gd name="connsiteY1" fmla="*/ 190221 h 1296201"/>
              <a:gd name="connsiteX2" fmla="*/ 534099 w 1605455"/>
              <a:gd name="connsiteY2" fmla="*/ 255846 h 1296201"/>
              <a:gd name="connsiteX3" fmla="*/ 309895 w 1605455"/>
              <a:gd name="connsiteY3" fmla="*/ 216327 h 1296201"/>
              <a:gd name="connsiteX4" fmla="*/ 130984 w 1605455"/>
              <a:gd name="connsiteY4" fmla="*/ 337384 h 1296201"/>
              <a:gd name="connsiteX5" fmla="*/ 1962 w 1605455"/>
              <a:gd name="connsiteY5" fmla="*/ 636417 h 1296201"/>
              <a:gd name="connsiteX6" fmla="*/ 185277 w 1605455"/>
              <a:gd name="connsiteY6" fmla="*/ 1002621 h 1296201"/>
              <a:gd name="connsiteX7" fmla="*/ 626748 w 1605455"/>
              <a:gd name="connsiteY7" fmla="*/ 1204611 h 1296201"/>
              <a:gd name="connsiteX8" fmla="*/ 887920 w 1605455"/>
              <a:gd name="connsiteY8" fmla="*/ 1296078 h 1296201"/>
              <a:gd name="connsiteX9" fmla="*/ 1259848 w 1605455"/>
              <a:gd name="connsiteY9" fmla="*/ 1183719 h 1296201"/>
              <a:gd name="connsiteX10" fmla="*/ 1413261 w 1605455"/>
              <a:gd name="connsiteY10" fmla="*/ 972537 h 1296201"/>
              <a:gd name="connsiteX11" fmla="*/ 1605455 w 1605455"/>
              <a:gd name="connsiteY11" fmla="*/ 859711 h 1296201"/>
              <a:gd name="connsiteX0" fmla="*/ 963893 w 1605455"/>
              <a:gd name="connsiteY0" fmla="*/ 0 h 1296201"/>
              <a:gd name="connsiteX1" fmla="*/ 805267 w 1605455"/>
              <a:gd name="connsiteY1" fmla="*/ 190221 h 1296201"/>
              <a:gd name="connsiteX2" fmla="*/ 534099 w 1605455"/>
              <a:gd name="connsiteY2" fmla="*/ 255846 h 1296201"/>
              <a:gd name="connsiteX3" fmla="*/ 309895 w 1605455"/>
              <a:gd name="connsiteY3" fmla="*/ 216327 h 1296201"/>
              <a:gd name="connsiteX4" fmla="*/ 130984 w 1605455"/>
              <a:gd name="connsiteY4" fmla="*/ 337384 h 1296201"/>
              <a:gd name="connsiteX5" fmla="*/ 1962 w 1605455"/>
              <a:gd name="connsiteY5" fmla="*/ 636417 h 1296201"/>
              <a:gd name="connsiteX6" fmla="*/ 185277 w 1605455"/>
              <a:gd name="connsiteY6" fmla="*/ 1002621 h 1296201"/>
              <a:gd name="connsiteX7" fmla="*/ 626748 w 1605455"/>
              <a:gd name="connsiteY7" fmla="*/ 1204611 h 1296201"/>
              <a:gd name="connsiteX8" fmla="*/ 887920 w 1605455"/>
              <a:gd name="connsiteY8" fmla="*/ 1296078 h 1296201"/>
              <a:gd name="connsiteX9" fmla="*/ 1259848 w 1605455"/>
              <a:gd name="connsiteY9" fmla="*/ 1183719 h 1296201"/>
              <a:gd name="connsiteX10" fmla="*/ 1413261 w 1605455"/>
              <a:gd name="connsiteY10" fmla="*/ 972537 h 1296201"/>
              <a:gd name="connsiteX11" fmla="*/ 1605455 w 1605455"/>
              <a:gd name="connsiteY11" fmla="*/ 859711 h 1296201"/>
              <a:gd name="connsiteX0" fmla="*/ 963893 w 1605455"/>
              <a:gd name="connsiteY0" fmla="*/ 0 h 1308811"/>
              <a:gd name="connsiteX1" fmla="*/ 805267 w 1605455"/>
              <a:gd name="connsiteY1" fmla="*/ 190221 h 1308811"/>
              <a:gd name="connsiteX2" fmla="*/ 534099 w 1605455"/>
              <a:gd name="connsiteY2" fmla="*/ 255846 h 1308811"/>
              <a:gd name="connsiteX3" fmla="*/ 309895 w 1605455"/>
              <a:gd name="connsiteY3" fmla="*/ 216327 h 1308811"/>
              <a:gd name="connsiteX4" fmla="*/ 130984 w 1605455"/>
              <a:gd name="connsiteY4" fmla="*/ 337384 h 1308811"/>
              <a:gd name="connsiteX5" fmla="*/ 1962 w 1605455"/>
              <a:gd name="connsiteY5" fmla="*/ 636417 h 1308811"/>
              <a:gd name="connsiteX6" fmla="*/ 185277 w 1605455"/>
              <a:gd name="connsiteY6" fmla="*/ 1002621 h 1308811"/>
              <a:gd name="connsiteX7" fmla="*/ 626748 w 1605455"/>
              <a:gd name="connsiteY7" fmla="*/ 1204611 h 1308811"/>
              <a:gd name="connsiteX8" fmla="*/ 810543 w 1605455"/>
              <a:gd name="connsiteY8" fmla="*/ 1308658 h 1308811"/>
              <a:gd name="connsiteX9" fmla="*/ 1259848 w 1605455"/>
              <a:gd name="connsiteY9" fmla="*/ 1183719 h 1308811"/>
              <a:gd name="connsiteX10" fmla="*/ 1413261 w 1605455"/>
              <a:gd name="connsiteY10" fmla="*/ 972537 h 1308811"/>
              <a:gd name="connsiteX11" fmla="*/ 1605455 w 1605455"/>
              <a:gd name="connsiteY11" fmla="*/ 859711 h 1308811"/>
              <a:gd name="connsiteX0" fmla="*/ 963893 w 1605455"/>
              <a:gd name="connsiteY0" fmla="*/ 0 h 1308681"/>
              <a:gd name="connsiteX1" fmla="*/ 805267 w 1605455"/>
              <a:gd name="connsiteY1" fmla="*/ 190221 h 1308681"/>
              <a:gd name="connsiteX2" fmla="*/ 534099 w 1605455"/>
              <a:gd name="connsiteY2" fmla="*/ 255846 h 1308681"/>
              <a:gd name="connsiteX3" fmla="*/ 309895 w 1605455"/>
              <a:gd name="connsiteY3" fmla="*/ 216327 h 1308681"/>
              <a:gd name="connsiteX4" fmla="*/ 130984 w 1605455"/>
              <a:gd name="connsiteY4" fmla="*/ 337384 h 1308681"/>
              <a:gd name="connsiteX5" fmla="*/ 1962 w 1605455"/>
              <a:gd name="connsiteY5" fmla="*/ 636417 h 1308681"/>
              <a:gd name="connsiteX6" fmla="*/ 185277 w 1605455"/>
              <a:gd name="connsiteY6" fmla="*/ 1002621 h 1308681"/>
              <a:gd name="connsiteX7" fmla="*/ 525882 w 1605455"/>
              <a:gd name="connsiteY7" fmla="*/ 1192539 h 1308681"/>
              <a:gd name="connsiteX8" fmla="*/ 810543 w 1605455"/>
              <a:gd name="connsiteY8" fmla="*/ 1308658 h 1308681"/>
              <a:gd name="connsiteX9" fmla="*/ 1259848 w 1605455"/>
              <a:gd name="connsiteY9" fmla="*/ 1183719 h 1308681"/>
              <a:gd name="connsiteX10" fmla="*/ 1413261 w 1605455"/>
              <a:gd name="connsiteY10" fmla="*/ 972537 h 1308681"/>
              <a:gd name="connsiteX11" fmla="*/ 1605455 w 1605455"/>
              <a:gd name="connsiteY11" fmla="*/ 859711 h 1308681"/>
              <a:gd name="connsiteX0" fmla="*/ 963893 w 1605455"/>
              <a:gd name="connsiteY0" fmla="*/ 0 h 1308681"/>
              <a:gd name="connsiteX1" fmla="*/ 805267 w 1605455"/>
              <a:gd name="connsiteY1" fmla="*/ 190221 h 1308681"/>
              <a:gd name="connsiteX2" fmla="*/ 309895 w 1605455"/>
              <a:gd name="connsiteY2" fmla="*/ 216327 h 1308681"/>
              <a:gd name="connsiteX3" fmla="*/ 130984 w 1605455"/>
              <a:gd name="connsiteY3" fmla="*/ 337384 h 1308681"/>
              <a:gd name="connsiteX4" fmla="*/ 1962 w 1605455"/>
              <a:gd name="connsiteY4" fmla="*/ 636417 h 1308681"/>
              <a:gd name="connsiteX5" fmla="*/ 185277 w 1605455"/>
              <a:gd name="connsiteY5" fmla="*/ 1002621 h 1308681"/>
              <a:gd name="connsiteX6" fmla="*/ 525882 w 1605455"/>
              <a:gd name="connsiteY6" fmla="*/ 1192539 h 1308681"/>
              <a:gd name="connsiteX7" fmla="*/ 810543 w 1605455"/>
              <a:gd name="connsiteY7" fmla="*/ 1308658 h 1308681"/>
              <a:gd name="connsiteX8" fmla="*/ 1259848 w 1605455"/>
              <a:gd name="connsiteY8" fmla="*/ 1183719 h 1308681"/>
              <a:gd name="connsiteX9" fmla="*/ 1413261 w 1605455"/>
              <a:gd name="connsiteY9" fmla="*/ 972537 h 1308681"/>
              <a:gd name="connsiteX10" fmla="*/ 1605455 w 1605455"/>
              <a:gd name="connsiteY10" fmla="*/ 859711 h 1308681"/>
              <a:gd name="connsiteX0" fmla="*/ 963893 w 1605455"/>
              <a:gd name="connsiteY0" fmla="*/ 0 h 1308681"/>
              <a:gd name="connsiteX1" fmla="*/ 664436 w 1605455"/>
              <a:gd name="connsiteY1" fmla="*/ 198817 h 1308681"/>
              <a:gd name="connsiteX2" fmla="*/ 309895 w 1605455"/>
              <a:gd name="connsiteY2" fmla="*/ 216327 h 1308681"/>
              <a:gd name="connsiteX3" fmla="*/ 130984 w 1605455"/>
              <a:gd name="connsiteY3" fmla="*/ 337384 h 1308681"/>
              <a:gd name="connsiteX4" fmla="*/ 1962 w 1605455"/>
              <a:gd name="connsiteY4" fmla="*/ 636417 h 1308681"/>
              <a:gd name="connsiteX5" fmla="*/ 185277 w 1605455"/>
              <a:gd name="connsiteY5" fmla="*/ 1002621 h 1308681"/>
              <a:gd name="connsiteX6" fmla="*/ 525882 w 1605455"/>
              <a:gd name="connsiteY6" fmla="*/ 1192539 h 1308681"/>
              <a:gd name="connsiteX7" fmla="*/ 810543 w 1605455"/>
              <a:gd name="connsiteY7" fmla="*/ 1308658 h 1308681"/>
              <a:gd name="connsiteX8" fmla="*/ 1259848 w 1605455"/>
              <a:gd name="connsiteY8" fmla="*/ 1183719 h 1308681"/>
              <a:gd name="connsiteX9" fmla="*/ 1413261 w 1605455"/>
              <a:gd name="connsiteY9" fmla="*/ 972537 h 1308681"/>
              <a:gd name="connsiteX10" fmla="*/ 1605455 w 1605455"/>
              <a:gd name="connsiteY10" fmla="*/ 859711 h 1308681"/>
              <a:gd name="connsiteX0" fmla="*/ 964036 w 1605598"/>
              <a:gd name="connsiteY0" fmla="*/ 0 h 1308681"/>
              <a:gd name="connsiteX1" fmla="*/ 664579 w 1605598"/>
              <a:gd name="connsiteY1" fmla="*/ 198817 h 1308681"/>
              <a:gd name="connsiteX2" fmla="*/ 355804 w 1605598"/>
              <a:gd name="connsiteY2" fmla="*/ 174827 h 1308681"/>
              <a:gd name="connsiteX3" fmla="*/ 131127 w 1605598"/>
              <a:gd name="connsiteY3" fmla="*/ 337384 h 1308681"/>
              <a:gd name="connsiteX4" fmla="*/ 2105 w 1605598"/>
              <a:gd name="connsiteY4" fmla="*/ 636417 h 1308681"/>
              <a:gd name="connsiteX5" fmla="*/ 185420 w 1605598"/>
              <a:gd name="connsiteY5" fmla="*/ 1002621 h 1308681"/>
              <a:gd name="connsiteX6" fmla="*/ 526025 w 1605598"/>
              <a:gd name="connsiteY6" fmla="*/ 1192539 h 1308681"/>
              <a:gd name="connsiteX7" fmla="*/ 810686 w 1605598"/>
              <a:gd name="connsiteY7" fmla="*/ 1308658 h 1308681"/>
              <a:gd name="connsiteX8" fmla="*/ 1259991 w 1605598"/>
              <a:gd name="connsiteY8" fmla="*/ 1183719 h 1308681"/>
              <a:gd name="connsiteX9" fmla="*/ 1413404 w 1605598"/>
              <a:gd name="connsiteY9" fmla="*/ 972537 h 1308681"/>
              <a:gd name="connsiteX10" fmla="*/ 1605598 w 1605598"/>
              <a:gd name="connsiteY10" fmla="*/ 859711 h 1308681"/>
              <a:gd name="connsiteX0" fmla="*/ 964036 w 1605598"/>
              <a:gd name="connsiteY0" fmla="*/ 0 h 1308680"/>
              <a:gd name="connsiteX1" fmla="*/ 664579 w 1605598"/>
              <a:gd name="connsiteY1" fmla="*/ 198817 h 1308680"/>
              <a:gd name="connsiteX2" fmla="*/ 355804 w 1605598"/>
              <a:gd name="connsiteY2" fmla="*/ 174827 h 1308680"/>
              <a:gd name="connsiteX3" fmla="*/ 131127 w 1605598"/>
              <a:gd name="connsiteY3" fmla="*/ 337384 h 1308680"/>
              <a:gd name="connsiteX4" fmla="*/ 2105 w 1605598"/>
              <a:gd name="connsiteY4" fmla="*/ 636417 h 1308680"/>
              <a:gd name="connsiteX5" fmla="*/ 146256 w 1605598"/>
              <a:gd name="connsiteY5" fmla="*/ 1022034 h 1308680"/>
              <a:gd name="connsiteX6" fmla="*/ 526025 w 1605598"/>
              <a:gd name="connsiteY6" fmla="*/ 1192539 h 1308680"/>
              <a:gd name="connsiteX7" fmla="*/ 810686 w 1605598"/>
              <a:gd name="connsiteY7" fmla="*/ 1308658 h 1308680"/>
              <a:gd name="connsiteX8" fmla="*/ 1259991 w 1605598"/>
              <a:gd name="connsiteY8" fmla="*/ 1183719 h 1308680"/>
              <a:gd name="connsiteX9" fmla="*/ 1413404 w 1605598"/>
              <a:gd name="connsiteY9" fmla="*/ 972537 h 1308680"/>
              <a:gd name="connsiteX10" fmla="*/ 1605598 w 1605598"/>
              <a:gd name="connsiteY10" fmla="*/ 859711 h 130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5598" h="1308680">
                <a:moveTo>
                  <a:pt x="964036" y="0"/>
                </a:moveTo>
                <a:cubicBezTo>
                  <a:pt x="958765" y="110982"/>
                  <a:pt x="765951" y="169679"/>
                  <a:pt x="664579" y="198817"/>
                </a:cubicBezTo>
                <a:cubicBezTo>
                  <a:pt x="563207" y="227955"/>
                  <a:pt x="444713" y="151733"/>
                  <a:pt x="355804" y="174827"/>
                </a:cubicBezTo>
                <a:cubicBezTo>
                  <a:pt x="266895" y="197921"/>
                  <a:pt x="190077" y="260452"/>
                  <a:pt x="131127" y="337384"/>
                </a:cubicBezTo>
                <a:cubicBezTo>
                  <a:pt x="72177" y="414316"/>
                  <a:pt x="-14638" y="518102"/>
                  <a:pt x="2105" y="636417"/>
                </a:cubicBezTo>
                <a:cubicBezTo>
                  <a:pt x="18848" y="754732"/>
                  <a:pt x="58936" y="929347"/>
                  <a:pt x="146256" y="1022034"/>
                </a:cubicBezTo>
                <a:cubicBezTo>
                  <a:pt x="233576" y="1114721"/>
                  <a:pt x="415287" y="1144768"/>
                  <a:pt x="526025" y="1192539"/>
                </a:cubicBezTo>
                <a:cubicBezTo>
                  <a:pt x="636763" y="1240310"/>
                  <a:pt x="688358" y="1310128"/>
                  <a:pt x="810686" y="1308658"/>
                </a:cubicBezTo>
                <a:cubicBezTo>
                  <a:pt x="933014" y="1307188"/>
                  <a:pt x="1159538" y="1239739"/>
                  <a:pt x="1259991" y="1183719"/>
                </a:cubicBezTo>
                <a:cubicBezTo>
                  <a:pt x="1360444" y="1127699"/>
                  <a:pt x="1372319" y="1030520"/>
                  <a:pt x="1413404" y="972537"/>
                </a:cubicBezTo>
                <a:cubicBezTo>
                  <a:pt x="1443273" y="911190"/>
                  <a:pt x="1531913" y="840518"/>
                  <a:pt x="1605598" y="859711"/>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F24C1C3B-5555-B205-81B9-B3E90D28C47D}"/>
              </a:ext>
            </a:extLst>
          </p:cNvPr>
          <p:cNvSpPr/>
          <p:nvPr/>
        </p:nvSpPr>
        <p:spPr>
          <a:xfrm rot="3210583" flipV="1">
            <a:off x="2074204" y="5920342"/>
            <a:ext cx="1280736" cy="996915"/>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824319 w 1415656"/>
              <a:gd name="connsiteY0" fmla="*/ 0 h 714278"/>
              <a:gd name="connsiteX1" fmla="*/ 814737 w 1415656"/>
              <a:gd name="connsiteY1" fmla="*/ 101485 h 714278"/>
              <a:gd name="connsiteX2" fmla="*/ 723590 w 1415656"/>
              <a:gd name="connsiteY2" fmla="*/ 178305 h 714278"/>
              <a:gd name="connsiteX3" fmla="*/ 523245 w 1415656"/>
              <a:gd name="connsiteY3" fmla="*/ 215076 h 714278"/>
              <a:gd name="connsiteX4" fmla="*/ 233130 w 1415656"/>
              <a:gd name="connsiteY4" fmla="*/ 185413 h 714278"/>
              <a:gd name="connsiteX5" fmla="*/ 93 w 1415656"/>
              <a:gd name="connsiteY5" fmla="*/ 297695 h 714278"/>
              <a:gd name="connsiteX6" fmla="*/ 225642 w 1415656"/>
              <a:gd name="connsiteY6" fmla="*/ 553153 h 714278"/>
              <a:gd name="connsiteX7" fmla="*/ 482806 w 1415656"/>
              <a:gd name="connsiteY7" fmla="*/ 702503 h 714278"/>
              <a:gd name="connsiteX8" fmla="*/ 872440 w 1415656"/>
              <a:gd name="connsiteY8" fmla="*/ 688743 h 714278"/>
              <a:gd name="connsiteX9" fmla="*/ 1136691 w 1415656"/>
              <a:gd name="connsiteY9" fmla="*/ 620155 h 714278"/>
              <a:gd name="connsiteX10" fmla="*/ 1415656 w 1415656"/>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176782 w 1359308"/>
              <a:gd name="connsiteY4" fmla="*/ 185413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205580 w 1359308"/>
              <a:gd name="connsiteY4" fmla="*/ 229328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699040"/>
              <a:gd name="connsiteX1" fmla="*/ 758389 w 1359308"/>
              <a:gd name="connsiteY1" fmla="*/ 101485 h 699040"/>
              <a:gd name="connsiteX2" fmla="*/ 667242 w 1359308"/>
              <a:gd name="connsiteY2" fmla="*/ 178305 h 699040"/>
              <a:gd name="connsiteX3" fmla="*/ 466897 w 1359308"/>
              <a:gd name="connsiteY3" fmla="*/ 215076 h 699040"/>
              <a:gd name="connsiteX4" fmla="*/ 205580 w 1359308"/>
              <a:gd name="connsiteY4" fmla="*/ 229328 h 699040"/>
              <a:gd name="connsiteX5" fmla="*/ 147 w 1359308"/>
              <a:gd name="connsiteY5" fmla="*/ 350843 h 699040"/>
              <a:gd name="connsiteX6" fmla="*/ 169294 w 1359308"/>
              <a:gd name="connsiteY6" fmla="*/ 553153 h 699040"/>
              <a:gd name="connsiteX7" fmla="*/ 427365 w 1359308"/>
              <a:gd name="connsiteY7" fmla="*/ 684317 h 699040"/>
              <a:gd name="connsiteX8" fmla="*/ 816092 w 1359308"/>
              <a:gd name="connsiteY8" fmla="*/ 688743 h 699040"/>
              <a:gd name="connsiteX9" fmla="*/ 1080343 w 1359308"/>
              <a:gd name="connsiteY9" fmla="*/ 620155 h 699040"/>
              <a:gd name="connsiteX10" fmla="*/ 1359308 w 1359308"/>
              <a:gd name="connsiteY10" fmla="*/ 612886 h 699040"/>
              <a:gd name="connsiteX0" fmla="*/ 767971 w 1359308"/>
              <a:gd name="connsiteY0" fmla="*/ 0 h 699229"/>
              <a:gd name="connsiteX1" fmla="*/ 758389 w 1359308"/>
              <a:gd name="connsiteY1" fmla="*/ 101485 h 699229"/>
              <a:gd name="connsiteX2" fmla="*/ 667242 w 1359308"/>
              <a:gd name="connsiteY2" fmla="*/ 178305 h 699229"/>
              <a:gd name="connsiteX3" fmla="*/ 466897 w 1359308"/>
              <a:gd name="connsiteY3" fmla="*/ 215076 h 699229"/>
              <a:gd name="connsiteX4" fmla="*/ 205580 w 1359308"/>
              <a:gd name="connsiteY4" fmla="*/ 229328 h 699229"/>
              <a:gd name="connsiteX5" fmla="*/ 147 w 1359308"/>
              <a:gd name="connsiteY5" fmla="*/ 350843 h 699229"/>
              <a:gd name="connsiteX6" fmla="*/ 169294 w 1359308"/>
              <a:gd name="connsiteY6" fmla="*/ 553153 h 699229"/>
              <a:gd name="connsiteX7" fmla="*/ 427365 w 1359308"/>
              <a:gd name="connsiteY7" fmla="*/ 684317 h 699229"/>
              <a:gd name="connsiteX8" fmla="*/ 816092 w 1359308"/>
              <a:gd name="connsiteY8" fmla="*/ 688743 h 699229"/>
              <a:gd name="connsiteX9" fmla="*/ 1016772 w 1359308"/>
              <a:gd name="connsiteY9" fmla="*/ 616993 h 699229"/>
              <a:gd name="connsiteX10" fmla="*/ 1359308 w 1359308"/>
              <a:gd name="connsiteY10" fmla="*/ 612886 h 699229"/>
              <a:gd name="connsiteX0" fmla="*/ 767971 w 1184185"/>
              <a:gd name="connsiteY0" fmla="*/ 0 h 699229"/>
              <a:gd name="connsiteX1" fmla="*/ 758389 w 1184185"/>
              <a:gd name="connsiteY1" fmla="*/ 101485 h 699229"/>
              <a:gd name="connsiteX2" fmla="*/ 667242 w 1184185"/>
              <a:gd name="connsiteY2" fmla="*/ 178305 h 699229"/>
              <a:gd name="connsiteX3" fmla="*/ 466897 w 1184185"/>
              <a:gd name="connsiteY3" fmla="*/ 215076 h 699229"/>
              <a:gd name="connsiteX4" fmla="*/ 205580 w 1184185"/>
              <a:gd name="connsiteY4" fmla="*/ 229328 h 699229"/>
              <a:gd name="connsiteX5" fmla="*/ 147 w 1184185"/>
              <a:gd name="connsiteY5" fmla="*/ 350843 h 699229"/>
              <a:gd name="connsiteX6" fmla="*/ 169294 w 1184185"/>
              <a:gd name="connsiteY6" fmla="*/ 553153 h 699229"/>
              <a:gd name="connsiteX7" fmla="*/ 427365 w 1184185"/>
              <a:gd name="connsiteY7" fmla="*/ 684317 h 699229"/>
              <a:gd name="connsiteX8" fmla="*/ 816092 w 1184185"/>
              <a:gd name="connsiteY8" fmla="*/ 688743 h 699229"/>
              <a:gd name="connsiteX9" fmla="*/ 1016772 w 1184185"/>
              <a:gd name="connsiteY9" fmla="*/ 616993 h 699229"/>
              <a:gd name="connsiteX10" fmla="*/ 1184185 w 1184185"/>
              <a:gd name="connsiteY10" fmla="*/ 452980 h 699229"/>
              <a:gd name="connsiteX0" fmla="*/ 767971 w 1184185"/>
              <a:gd name="connsiteY0" fmla="*/ 0 h 699229"/>
              <a:gd name="connsiteX1" fmla="*/ 758389 w 1184185"/>
              <a:gd name="connsiteY1" fmla="*/ 101485 h 699229"/>
              <a:gd name="connsiteX2" fmla="*/ 667242 w 1184185"/>
              <a:gd name="connsiteY2" fmla="*/ 178305 h 699229"/>
              <a:gd name="connsiteX3" fmla="*/ 466897 w 1184185"/>
              <a:gd name="connsiteY3" fmla="*/ 215076 h 699229"/>
              <a:gd name="connsiteX4" fmla="*/ 164467 w 1184185"/>
              <a:gd name="connsiteY4" fmla="*/ 197079 h 699229"/>
              <a:gd name="connsiteX5" fmla="*/ 147 w 1184185"/>
              <a:gd name="connsiteY5" fmla="*/ 350843 h 699229"/>
              <a:gd name="connsiteX6" fmla="*/ 169294 w 1184185"/>
              <a:gd name="connsiteY6" fmla="*/ 553153 h 699229"/>
              <a:gd name="connsiteX7" fmla="*/ 427365 w 1184185"/>
              <a:gd name="connsiteY7" fmla="*/ 684317 h 699229"/>
              <a:gd name="connsiteX8" fmla="*/ 816092 w 1184185"/>
              <a:gd name="connsiteY8" fmla="*/ 688743 h 699229"/>
              <a:gd name="connsiteX9" fmla="*/ 1016772 w 1184185"/>
              <a:gd name="connsiteY9" fmla="*/ 616993 h 699229"/>
              <a:gd name="connsiteX10" fmla="*/ 1184185 w 1184185"/>
              <a:gd name="connsiteY10" fmla="*/ 452980 h 699229"/>
              <a:gd name="connsiteX0" fmla="*/ 767971 w 1184185"/>
              <a:gd name="connsiteY0" fmla="*/ 0 h 699229"/>
              <a:gd name="connsiteX1" fmla="*/ 758389 w 1184185"/>
              <a:gd name="connsiteY1" fmla="*/ 101485 h 699229"/>
              <a:gd name="connsiteX2" fmla="*/ 667242 w 1184185"/>
              <a:gd name="connsiteY2" fmla="*/ 178305 h 699229"/>
              <a:gd name="connsiteX3" fmla="*/ 466897 w 1184185"/>
              <a:gd name="connsiteY3" fmla="*/ 215076 h 699229"/>
              <a:gd name="connsiteX4" fmla="*/ 164467 w 1184185"/>
              <a:gd name="connsiteY4" fmla="*/ 197079 h 699229"/>
              <a:gd name="connsiteX5" fmla="*/ 147 w 1184185"/>
              <a:gd name="connsiteY5" fmla="*/ 350843 h 699229"/>
              <a:gd name="connsiteX6" fmla="*/ 169294 w 1184185"/>
              <a:gd name="connsiteY6" fmla="*/ 553153 h 699229"/>
              <a:gd name="connsiteX7" fmla="*/ 427365 w 1184185"/>
              <a:gd name="connsiteY7" fmla="*/ 684317 h 699229"/>
              <a:gd name="connsiteX8" fmla="*/ 816092 w 1184185"/>
              <a:gd name="connsiteY8" fmla="*/ 688743 h 699229"/>
              <a:gd name="connsiteX9" fmla="*/ 1016772 w 1184185"/>
              <a:gd name="connsiteY9" fmla="*/ 616993 h 699229"/>
              <a:gd name="connsiteX10" fmla="*/ 1184185 w 1184185"/>
              <a:gd name="connsiteY10" fmla="*/ 452980 h 699229"/>
              <a:gd name="connsiteX0" fmla="*/ 767971 w 1184185"/>
              <a:gd name="connsiteY0" fmla="*/ 0 h 699229"/>
              <a:gd name="connsiteX1" fmla="*/ 758389 w 1184185"/>
              <a:gd name="connsiteY1" fmla="*/ 101485 h 699229"/>
              <a:gd name="connsiteX2" fmla="*/ 667242 w 1184185"/>
              <a:gd name="connsiteY2" fmla="*/ 178305 h 699229"/>
              <a:gd name="connsiteX3" fmla="*/ 466897 w 1184185"/>
              <a:gd name="connsiteY3" fmla="*/ 215076 h 699229"/>
              <a:gd name="connsiteX4" fmla="*/ 164467 w 1184185"/>
              <a:gd name="connsiteY4" fmla="*/ 197079 h 699229"/>
              <a:gd name="connsiteX5" fmla="*/ 147 w 1184185"/>
              <a:gd name="connsiteY5" fmla="*/ 350843 h 699229"/>
              <a:gd name="connsiteX6" fmla="*/ 169294 w 1184185"/>
              <a:gd name="connsiteY6" fmla="*/ 553153 h 699229"/>
              <a:gd name="connsiteX7" fmla="*/ 427365 w 1184185"/>
              <a:gd name="connsiteY7" fmla="*/ 684317 h 699229"/>
              <a:gd name="connsiteX8" fmla="*/ 816092 w 1184185"/>
              <a:gd name="connsiteY8" fmla="*/ 688743 h 699229"/>
              <a:gd name="connsiteX9" fmla="*/ 1016772 w 1184185"/>
              <a:gd name="connsiteY9" fmla="*/ 616993 h 699229"/>
              <a:gd name="connsiteX10" fmla="*/ 1184185 w 1184185"/>
              <a:gd name="connsiteY10" fmla="*/ 452980 h 699229"/>
              <a:gd name="connsiteX0" fmla="*/ 767971 w 1184185"/>
              <a:gd name="connsiteY0" fmla="*/ 0 h 700281"/>
              <a:gd name="connsiteX1" fmla="*/ 758389 w 1184185"/>
              <a:gd name="connsiteY1" fmla="*/ 101485 h 700281"/>
              <a:gd name="connsiteX2" fmla="*/ 667242 w 1184185"/>
              <a:gd name="connsiteY2" fmla="*/ 178305 h 700281"/>
              <a:gd name="connsiteX3" fmla="*/ 466897 w 1184185"/>
              <a:gd name="connsiteY3" fmla="*/ 215076 h 700281"/>
              <a:gd name="connsiteX4" fmla="*/ 164467 w 1184185"/>
              <a:gd name="connsiteY4" fmla="*/ 197079 h 700281"/>
              <a:gd name="connsiteX5" fmla="*/ 147 w 1184185"/>
              <a:gd name="connsiteY5" fmla="*/ 350843 h 700281"/>
              <a:gd name="connsiteX6" fmla="*/ 169294 w 1184185"/>
              <a:gd name="connsiteY6" fmla="*/ 553153 h 700281"/>
              <a:gd name="connsiteX7" fmla="*/ 427365 w 1184185"/>
              <a:gd name="connsiteY7" fmla="*/ 684317 h 700281"/>
              <a:gd name="connsiteX8" fmla="*/ 816092 w 1184185"/>
              <a:gd name="connsiteY8" fmla="*/ 688743 h 700281"/>
              <a:gd name="connsiteX9" fmla="*/ 978259 w 1184185"/>
              <a:gd name="connsiteY9" fmla="*/ 599887 h 700281"/>
              <a:gd name="connsiteX10" fmla="*/ 1184185 w 1184185"/>
              <a:gd name="connsiteY10" fmla="*/ 452980 h 70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84185" h="700281">
                <a:moveTo>
                  <a:pt x="767971" y="0"/>
                </a:moveTo>
                <a:lnTo>
                  <a:pt x="758389" y="101485"/>
                </a:lnTo>
                <a:cubicBezTo>
                  <a:pt x="713536" y="149521"/>
                  <a:pt x="715824" y="159373"/>
                  <a:pt x="667242" y="178305"/>
                </a:cubicBezTo>
                <a:cubicBezTo>
                  <a:pt x="618660" y="197237"/>
                  <a:pt x="550693" y="211947"/>
                  <a:pt x="466897" y="215076"/>
                </a:cubicBezTo>
                <a:cubicBezTo>
                  <a:pt x="383101" y="218205"/>
                  <a:pt x="242259" y="174451"/>
                  <a:pt x="164467" y="197079"/>
                </a:cubicBezTo>
                <a:cubicBezTo>
                  <a:pt x="86675" y="219707"/>
                  <a:pt x="30102" y="286296"/>
                  <a:pt x="147" y="350843"/>
                </a:cubicBezTo>
                <a:cubicBezTo>
                  <a:pt x="-4191" y="423297"/>
                  <a:pt x="88842" y="485685"/>
                  <a:pt x="169294" y="553153"/>
                </a:cubicBezTo>
                <a:cubicBezTo>
                  <a:pt x="249746" y="620621"/>
                  <a:pt x="319565" y="661719"/>
                  <a:pt x="427365" y="684317"/>
                </a:cubicBezTo>
                <a:cubicBezTo>
                  <a:pt x="535165" y="706915"/>
                  <a:pt x="724276" y="702815"/>
                  <a:pt x="816092" y="688743"/>
                </a:cubicBezTo>
                <a:cubicBezTo>
                  <a:pt x="907908" y="674671"/>
                  <a:pt x="896279" y="661230"/>
                  <a:pt x="978259" y="599887"/>
                </a:cubicBezTo>
                <a:cubicBezTo>
                  <a:pt x="1041744" y="554472"/>
                  <a:pt x="1064915" y="432034"/>
                  <a:pt x="1184185" y="452980"/>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28" name="Freeform: Shape 27">
            <a:extLst>
              <a:ext uri="{FF2B5EF4-FFF2-40B4-BE49-F238E27FC236}">
                <a16:creationId xmlns:a16="http://schemas.microsoft.com/office/drawing/2014/main" id="{8C34FBBB-F9DC-791C-6909-571874BE0FA3}"/>
              </a:ext>
            </a:extLst>
          </p:cNvPr>
          <p:cNvSpPr/>
          <p:nvPr userDrawn="1"/>
        </p:nvSpPr>
        <p:spPr>
          <a:xfrm rot="969255" flipV="1">
            <a:off x="2410485" y="6019313"/>
            <a:ext cx="627085" cy="381707"/>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30684 w 1613210"/>
              <a:gd name="connsiteY4" fmla="*/ 185413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68809 w 1613210"/>
              <a:gd name="connsiteY4" fmla="*/ 264560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96 w 1613233"/>
              <a:gd name="connsiteY0" fmla="*/ 0 h 707176"/>
              <a:gd name="connsiteX1" fmla="*/ 1012314 w 1613233"/>
              <a:gd name="connsiteY1" fmla="*/ 101485 h 707176"/>
              <a:gd name="connsiteX2" fmla="*/ 921167 w 1613233"/>
              <a:gd name="connsiteY2" fmla="*/ 178305 h 707176"/>
              <a:gd name="connsiteX3" fmla="*/ 720822 w 1613233"/>
              <a:gd name="connsiteY3" fmla="*/ 215076 h 707176"/>
              <a:gd name="connsiteX4" fmla="*/ 468832 w 1613233"/>
              <a:gd name="connsiteY4" fmla="*/ 264560 h 707176"/>
              <a:gd name="connsiteX5" fmla="*/ 66 w 1613233"/>
              <a:gd name="connsiteY5" fmla="*/ 414657 h 707176"/>
              <a:gd name="connsiteX6" fmla="*/ 284087 w 1613233"/>
              <a:gd name="connsiteY6" fmla="*/ 664236 h 707176"/>
              <a:gd name="connsiteX7" fmla="*/ 680383 w 1613233"/>
              <a:gd name="connsiteY7" fmla="*/ 702503 h 707176"/>
              <a:gd name="connsiteX8" fmla="*/ 1070017 w 1613233"/>
              <a:gd name="connsiteY8" fmla="*/ 688743 h 707176"/>
              <a:gd name="connsiteX9" fmla="*/ 1334268 w 1613233"/>
              <a:gd name="connsiteY9" fmla="*/ 620155 h 707176"/>
              <a:gd name="connsiteX10" fmla="*/ 1613233 w 1613233"/>
              <a:gd name="connsiteY10" fmla="*/ 612886 h 707176"/>
              <a:gd name="connsiteX0" fmla="*/ 1021896 w 1613233"/>
              <a:gd name="connsiteY0" fmla="*/ 0 h 714992"/>
              <a:gd name="connsiteX1" fmla="*/ 1012314 w 1613233"/>
              <a:gd name="connsiteY1" fmla="*/ 101485 h 714992"/>
              <a:gd name="connsiteX2" fmla="*/ 921167 w 1613233"/>
              <a:gd name="connsiteY2" fmla="*/ 178305 h 714992"/>
              <a:gd name="connsiteX3" fmla="*/ 720822 w 1613233"/>
              <a:gd name="connsiteY3" fmla="*/ 215076 h 714992"/>
              <a:gd name="connsiteX4" fmla="*/ 468832 w 1613233"/>
              <a:gd name="connsiteY4" fmla="*/ 264560 h 714992"/>
              <a:gd name="connsiteX5" fmla="*/ 66 w 1613233"/>
              <a:gd name="connsiteY5" fmla="*/ 414657 h 714992"/>
              <a:gd name="connsiteX6" fmla="*/ 284087 w 1613233"/>
              <a:gd name="connsiteY6" fmla="*/ 664236 h 714992"/>
              <a:gd name="connsiteX7" fmla="*/ 680383 w 1613233"/>
              <a:gd name="connsiteY7" fmla="*/ 702503 h 714992"/>
              <a:gd name="connsiteX8" fmla="*/ 989627 w 1613233"/>
              <a:gd name="connsiteY8" fmla="*/ 574186 h 714992"/>
              <a:gd name="connsiteX9" fmla="*/ 1334268 w 1613233"/>
              <a:gd name="connsiteY9" fmla="*/ 620155 h 714992"/>
              <a:gd name="connsiteX10" fmla="*/ 1613233 w 1613233"/>
              <a:gd name="connsiteY10" fmla="*/ 612886 h 714992"/>
              <a:gd name="connsiteX0" fmla="*/ 1200604 w 1613233"/>
              <a:gd name="connsiteY0" fmla="*/ 82059 h 613507"/>
              <a:gd name="connsiteX1" fmla="*/ 1012314 w 1613233"/>
              <a:gd name="connsiteY1" fmla="*/ 0 h 613507"/>
              <a:gd name="connsiteX2" fmla="*/ 921167 w 1613233"/>
              <a:gd name="connsiteY2" fmla="*/ 76820 h 613507"/>
              <a:gd name="connsiteX3" fmla="*/ 720822 w 1613233"/>
              <a:gd name="connsiteY3" fmla="*/ 113591 h 613507"/>
              <a:gd name="connsiteX4" fmla="*/ 468832 w 1613233"/>
              <a:gd name="connsiteY4" fmla="*/ 163075 h 613507"/>
              <a:gd name="connsiteX5" fmla="*/ 66 w 1613233"/>
              <a:gd name="connsiteY5" fmla="*/ 313172 h 613507"/>
              <a:gd name="connsiteX6" fmla="*/ 284087 w 1613233"/>
              <a:gd name="connsiteY6" fmla="*/ 562751 h 613507"/>
              <a:gd name="connsiteX7" fmla="*/ 680383 w 1613233"/>
              <a:gd name="connsiteY7" fmla="*/ 601018 h 613507"/>
              <a:gd name="connsiteX8" fmla="*/ 989627 w 1613233"/>
              <a:gd name="connsiteY8" fmla="*/ 472701 h 613507"/>
              <a:gd name="connsiteX9" fmla="*/ 1334268 w 1613233"/>
              <a:gd name="connsiteY9" fmla="*/ 518670 h 613507"/>
              <a:gd name="connsiteX10" fmla="*/ 1613233 w 1613233"/>
              <a:gd name="connsiteY10" fmla="*/ 511401 h 613507"/>
              <a:gd name="connsiteX0" fmla="*/ 1200604 w 1613233"/>
              <a:gd name="connsiteY0" fmla="*/ 5239 h 536687"/>
              <a:gd name="connsiteX1" fmla="*/ 921167 w 1613233"/>
              <a:gd name="connsiteY1" fmla="*/ 0 h 536687"/>
              <a:gd name="connsiteX2" fmla="*/ 720822 w 1613233"/>
              <a:gd name="connsiteY2" fmla="*/ 36771 h 536687"/>
              <a:gd name="connsiteX3" fmla="*/ 468832 w 1613233"/>
              <a:gd name="connsiteY3" fmla="*/ 86255 h 536687"/>
              <a:gd name="connsiteX4" fmla="*/ 66 w 1613233"/>
              <a:gd name="connsiteY4" fmla="*/ 236352 h 536687"/>
              <a:gd name="connsiteX5" fmla="*/ 284087 w 1613233"/>
              <a:gd name="connsiteY5" fmla="*/ 485931 h 536687"/>
              <a:gd name="connsiteX6" fmla="*/ 680383 w 1613233"/>
              <a:gd name="connsiteY6" fmla="*/ 524198 h 536687"/>
              <a:gd name="connsiteX7" fmla="*/ 989627 w 1613233"/>
              <a:gd name="connsiteY7" fmla="*/ 395881 h 536687"/>
              <a:gd name="connsiteX8" fmla="*/ 1334268 w 1613233"/>
              <a:gd name="connsiteY8" fmla="*/ 441850 h 536687"/>
              <a:gd name="connsiteX9" fmla="*/ 1613233 w 1613233"/>
              <a:gd name="connsiteY9" fmla="*/ 434581 h 536687"/>
              <a:gd name="connsiteX0" fmla="*/ 1200604 w 1613233"/>
              <a:gd name="connsiteY0" fmla="*/ 5239 h 536687"/>
              <a:gd name="connsiteX1" fmla="*/ 921167 w 1613233"/>
              <a:gd name="connsiteY1" fmla="*/ 0 h 536687"/>
              <a:gd name="connsiteX2" fmla="*/ 720822 w 1613233"/>
              <a:gd name="connsiteY2" fmla="*/ 36771 h 536687"/>
              <a:gd name="connsiteX3" fmla="*/ 468832 w 1613233"/>
              <a:gd name="connsiteY3" fmla="*/ 86255 h 536687"/>
              <a:gd name="connsiteX4" fmla="*/ 66 w 1613233"/>
              <a:gd name="connsiteY4" fmla="*/ 236352 h 536687"/>
              <a:gd name="connsiteX5" fmla="*/ 284087 w 1613233"/>
              <a:gd name="connsiteY5" fmla="*/ 485931 h 536687"/>
              <a:gd name="connsiteX6" fmla="*/ 680383 w 1613233"/>
              <a:gd name="connsiteY6" fmla="*/ 524198 h 536687"/>
              <a:gd name="connsiteX7" fmla="*/ 989627 w 1613233"/>
              <a:gd name="connsiteY7" fmla="*/ 395881 h 536687"/>
              <a:gd name="connsiteX8" fmla="*/ 1334268 w 1613233"/>
              <a:gd name="connsiteY8" fmla="*/ 441850 h 536687"/>
              <a:gd name="connsiteX9" fmla="*/ 1296522 w 1613233"/>
              <a:gd name="connsiteY9" fmla="*/ 177057 h 536687"/>
              <a:gd name="connsiteX10" fmla="*/ 1613233 w 1613233"/>
              <a:gd name="connsiteY10" fmla="*/ 434581 h 536687"/>
              <a:gd name="connsiteX0" fmla="*/ 1200604 w 1363173"/>
              <a:gd name="connsiteY0" fmla="*/ 5239 h 536687"/>
              <a:gd name="connsiteX1" fmla="*/ 921167 w 1363173"/>
              <a:gd name="connsiteY1" fmla="*/ 0 h 536687"/>
              <a:gd name="connsiteX2" fmla="*/ 720822 w 1363173"/>
              <a:gd name="connsiteY2" fmla="*/ 36771 h 536687"/>
              <a:gd name="connsiteX3" fmla="*/ 468832 w 1363173"/>
              <a:gd name="connsiteY3" fmla="*/ 86255 h 536687"/>
              <a:gd name="connsiteX4" fmla="*/ 66 w 1363173"/>
              <a:gd name="connsiteY4" fmla="*/ 236352 h 536687"/>
              <a:gd name="connsiteX5" fmla="*/ 284087 w 1363173"/>
              <a:gd name="connsiteY5" fmla="*/ 485931 h 536687"/>
              <a:gd name="connsiteX6" fmla="*/ 680383 w 1363173"/>
              <a:gd name="connsiteY6" fmla="*/ 524198 h 536687"/>
              <a:gd name="connsiteX7" fmla="*/ 989627 w 1363173"/>
              <a:gd name="connsiteY7" fmla="*/ 395881 h 536687"/>
              <a:gd name="connsiteX8" fmla="*/ 1334268 w 1363173"/>
              <a:gd name="connsiteY8" fmla="*/ 441850 h 536687"/>
              <a:gd name="connsiteX9" fmla="*/ 1296522 w 1363173"/>
              <a:gd name="connsiteY9" fmla="*/ 177057 h 536687"/>
              <a:gd name="connsiteX0" fmla="*/ 1243821 w 1363173"/>
              <a:gd name="connsiteY0" fmla="*/ 70498 h 536687"/>
              <a:gd name="connsiteX1" fmla="*/ 921167 w 1363173"/>
              <a:gd name="connsiteY1" fmla="*/ 0 h 536687"/>
              <a:gd name="connsiteX2" fmla="*/ 720822 w 1363173"/>
              <a:gd name="connsiteY2" fmla="*/ 36771 h 536687"/>
              <a:gd name="connsiteX3" fmla="*/ 468832 w 1363173"/>
              <a:gd name="connsiteY3" fmla="*/ 86255 h 536687"/>
              <a:gd name="connsiteX4" fmla="*/ 66 w 1363173"/>
              <a:gd name="connsiteY4" fmla="*/ 236352 h 536687"/>
              <a:gd name="connsiteX5" fmla="*/ 284087 w 1363173"/>
              <a:gd name="connsiteY5" fmla="*/ 485931 h 536687"/>
              <a:gd name="connsiteX6" fmla="*/ 680383 w 1363173"/>
              <a:gd name="connsiteY6" fmla="*/ 524198 h 536687"/>
              <a:gd name="connsiteX7" fmla="*/ 989627 w 1363173"/>
              <a:gd name="connsiteY7" fmla="*/ 395881 h 536687"/>
              <a:gd name="connsiteX8" fmla="*/ 1334268 w 1363173"/>
              <a:gd name="connsiteY8" fmla="*/ 441850 h 536687"/>
              <a:gd name="connsiteX9" fmla="*/ 1296522 w 1363173"/>
              <a:gd name="connsiteY9" fmla="*/ 177057 h 536687"/>
              <a:gd name="connsiteX0" fmla="*/ 1243821 w 1296522"/>
              <a:gd name="connsiteY0" fmla="*/ 70498 h 536687"/>
              <a:gd name="connsiteX1" fmla="*/ 921167 w 1296522"/>
              <a:gd name="connsiteY1" fmla="*/ 0 h 536687"/>
              <a:gd name="connsiteX2" fmla="*/ 720822 w 1296522"/>
              <a:gd name="connsiteY2" fmla="*/ 36771 h 536687"/>
              <a:gd name="connsiteX3" fmla="*/ 468832 w 1296522"/>
              <a:gd name="connsiteY3" fmla="*/ 86255 h 536687"/>
              <a:gd name="connsiteX4" fmla="*/ 66 w 1296522"/>
              <a:gd name="connsiteY4" fmla="*/ 236352 h 536687"/>
              <a:gd name="connsiteX5" fmla="*/ 284087 w 1296522"/>
              <a:gd name="connsiteY5" fmla="*/ 485931 h 536687"/>
              <a:gd name="connsiteX6" fmla="*/ 680383 w 1296522"/>
              <a:gd name="connsiteY6" fmla="*/ 524198 h 536687"/>
              <a:gd name="connsiteX7" fmla="*/ 989627 w 1296522"/>
              <a:gd name="connsiteY7" fmla="*/ 395881 h 536687"/>
              <a:gd name="connsiteX8" fmla="*/ 1177010 w 1296522"/>
              <a:gd name="connsiteY8" fmla="*/ 338777 h 536687"/>
              <a:gd name="connsiteX9" fmla="*/ 1296522 w 1296522"/>
              <a:gd name="connsiteY9" fmla="*/ 177057 h 536687"/>
              <a:gd name="connsiteX0" fmla="*/ 1139010 w 1191711"/>
              <a:gd name="connsiteY0" fmla="*/ 70498 h 530499"/>
              <a:gd name="connsiteX1" fmla="*/ 816356 w 1191711"/>
              <a:gd name="connsiteY1" fmla="*/ 0 h 530499"/>
              <a:gd name="connsiteX2" fmla="*/ 616011 w 1191711"/>
              <a:gd name="connsiteY2" fmla="*/ 36771 h 530499"/>
              <a:gd name="connsiteX3" fmla="*/ 364021 w 1191711"/>
              <a:gd name="connsiteY3" fmla="*/ 86255 h 530499"/>
              <a:gd name="connsiteX4" fmla="*/ 155 w 1191711"/>
              <a:gd name="connsiteY4" fmla="*/ 273124 h 530499"/>
              <a:gd name="connsiteX5" fmla="*/ 179276 w 1191711"/>
              <a:gd name="connsiteY5" fmla="*/ 485931 h 530499"/>
              <a:gd name="connsiteX6" fmla="*/ 575572 w 1191711"/>
              <a:gd name="connsiteY6" fmla="*/ 524198 h 530499"/>
              <a:gd name="connsiteX7" fmla="*/ 884816 w 1191711"/>
              <a:gd name="connsiteY7" fmla="*/ 395881 h 530499"/>
              <a:gd name="connsiteX8" fmla="*/ 1072199 w 1191711"/>
              <a:gd name="connsiteY8" fmla="*/ 338777 h 530499"/>
              <a:gd name="connsiteX9" fmla="*/ 1191711 w 1191711"/>
              <a:gd name="connsiteY9" fmla="*/ 177057 h 530499"/>
              <a:gd name="connsiteX0" fmla="*/ 1139010 w 1145675"/>
              <a:gd name="connsiteY0" fmla="*/ 70498 h 530499"/>
              <a:gd name="connsiteX1" fmla="*/ 816356 w 1145675"/>
              <a:gd name="connsiteY1" fmla="*/ 0 h 530499"/>
              <a:gd name="connsiteX2" fmla="*/ 616011 w 1145675"/>
              <a:gd name="connsiteY2" fmla="*/ 36771 h 530499"/>
              <a:gd name="connsiteX3" fmla="*/ 364021 w 1145675"/>
              <a:gd name="connsiteY3" fmla="*/ 86255 h 530499"/>
              <a:gd name="connsiteX4" fmla="*/ 155 w 1145675"/>
              <a:gd name="connsiteY4" fmla="*/ 273124 h 530499"/>
              <a:gd name="connsiteX5" fmla="*/ 179276 w 1145675"/>
              <a:gd name="connsiteY5" fmla="*/ 485931 h 530499"/>
              <a:gd name="connsiteX6" fmla="*/ 575572 w 1145675"/>
              <a:gd name="connsiteY6" fmla="*/ 524198 h 530499"/>
              <a:gd name="connsiteX7" fmla="*/ 884816 w 1145675"/>
              <a:gd name="connsiteY7" fmla="*/ 395881 h 530499"/>
              <a:gd name="connsiteX8" fmla="*/ 1072199 w 1145675"/>
              <a:gd name="connsiteY8" fmla="*/ 338777 h 530499"/>
              <a:gd name="connsiteX9" fmla="*/ 1145674 w 1145675"/>
              <a:gd name="connsiteY9" fmla="*/ 78957 h 530499"/>
              <a:gd name="connsiteX0" fmla="*/ 1152078 w 1152078"/>
              <a:gd name="connsiteY0" fmla="*/ 59262 h 530499"/>
              <a:gd name="connsiteX1" fmla="*/ 816356 w 1152078"/>
              <a:gd name="connsiteY1" fmla="*/ 0 h 530499"/>
              <a:gd name="connsiteX2" fmla="*/ 616011 w 1152078"/>
              <a:gd name="connsiteY2" fmla="*/ 36771 h 530499"/>
              <a:gd name="connsiteX3" fmla="*/ 364021 w 1152078"/>
              <a:gd name="connsiteY3" fmla="*/ 86255 h 530499"/>
              <a:gd name="connsiteX4" fmla="*/ 155 w 1152078"/>
              <a:gd name="connsiteY4" fmla="*/ 273124 h 530499"/>
              <a:gd name="connsiteX5" fmla="*/ 179276 w 1152078"/>
              <a:gd name="connsiteY5" fmla="*/ 485931 h 530499"/>
              <a:gd name="connsiteX6" fmla="*/ 575572 w 1152078"/>
              <a:gd name="connsiteY6" fmla="*/ 524198 h 530499"/>
              <a:gd name="connsiteX7" fmla="*/ 884816 w 1152078"/>
              <a:gd name="connsiteY7" fmla="*/ 395881 h 530499"/>
              <a:gd name="connsiteX8" fmla="*/ 1072199 w 1152078"/>
              <a:gd name="connsiteY8" fmla="*/ 338777 h 530499"/>
              <a:gd name="connsiteX9" fmla="*/ 1145674 w 1152078"/>
              <a:gd name="connsiteY9" fmla="*/ 78957 h 53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2078" h="530499">
                <a:moveTo>
                  <a:pt x="1152078" y="59262"/>
                </a:moveTo>
                <a:lnTo>
                  <a:pt x="816356" y="0"/>
                </a:lnTo>
                <a:cubicBezTo>
                  <a:pt x="767774" y="18932"/>
                  <a:pt x="691400" y="22395"/>
                  <a:pt x="616011" y="36771"/>
                </a:cubicBezTo>
                <a:cubicBezTo>
                  <a:pt x="540622" y="51147"/>
                  <a:pt x="466664" y="46863"/>
                  <a:pt x="364021" y="86255"/>
                </a:cubicBezTo>
                <a:cubicBezTo>
                  <a:pt x="261378" y="125647"/>
                  <a:pt x="30110" y="208577"/>
                  <a:pt x="155" y="273124"/>
                </a:cubicBezTo>
                <a:cubicBezTo>
                  <a:pt x="-4183" y="345578"/>
                  <a:pt x="83373" y="444085"/>
                  <a:pt x="179276" y="485931"/>
                </a:cubicBezTo>
                <a:cubicBezTo>
                  <a:pt x="275179" y="527777"/>
                  <a:pt x="457982" y="539206"/>
                  <a:pt x="575572" y="524198"/>
                </a:cubicBezTo>
                <a:cubicBezTo>
                  <a:pt x="693162" y="509190"/>
                  <a:pt x="781735" y="438653"/>
                  <a:pt x="884816" y="395881"/>
                </a:cubicBezTo>
                <a:cubicBezTo>
                  <a:pt x="974361" y="379608"/>
                  <a:pt x="968265" y="332327"/>
                  <a:pt x="1072199" y="338777"/>
                </a:cubicBezTo>
                <a:cubicBezTo>
                  <a:pt x="1168935" y="345649"/>
                  <a:pt x="1099180" y="80168"/>
                  <a:pt x="1145674" y="78957"/>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Tree>
    <p:extLst>
      <p:ext uri="{BB962C8B-B14F-4D97-AF65-F5344CB8AC3E}">
        <p14:creationId xmlns:p14="http://schemas.microsoft.com/office/powerpoint/2010/main" val="366274837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Title + Content_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2608" y="938783"/>
            <a:ext cx="4051735" cy="3005007"/>
          </a:xfrm>
        </p:spPr>
        <p:txBody>
          <a:bodyPr anchor="t">
            <a:normAutofit/>
          </a:bodyPr>
          <a:lstStyle>
            <a:lvl1pPr>
              <a:defRPr sz="4000">
                <a:solidFill>
                  <a:schemeClr val="tx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5088570" y="938782"/>
            <a:ext cx="6126707" cy="5046135"/>
          </a:xfrm>
        </p:spPr>
        <p:txBody>
          <a:bodyPr anchor="t">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40" name="Group 39">
            <a:extLst>
              <a:ext uri="{FF2B5EF4-FFF2-40B4-BE49-F238E27FC236}">
                <a16:creationId xmlns:a16="http://schemas.microsoft.com/office/drawing/2014/main" id="{8BF40024-2013-F80E-EB09-FFA26208261A}"/>
              </a:ext>
            </a:extLst>
          </p:cNvPr>
          <p:cNvGrpSpPr/>
          <p:nvPr userDrawn="1"/>
        </p:nvGrpSpPr>
        <p:grpSpPr>
          <a:xfrm>
            <a:off x="-1295837" y="1482390"/>
            <a:ext cx="5317919" cy="6112801"/>
            <a:chOff x="-879541" y="1011301"/>
            <a:chExt cx="5733443" cy="6590435"/>
          </a:xfrm>
        </p:grpSpPr>
        <p:sp>
          <p:nvSpPr>
            <p:cNvPr id="41" name="Freeform: Shape 40">
              <a:extLst>
                <a:ext uri="{FF2B5EF4-FFF2-40B4-BE49-F238E27FC236}">
                  <a16:creationId xmlns:a16="http://schemas.microsoft.com/office/drawing/2014/main" id="{0452E443-0BCA-6DE4-9CF5-74114428597B}"/>
                </a:ext>
              </a:extLst>
            </p:cNvPr>
            <p:cNvSpPr/>
            <p:nvPr userDrawn="1"/>
          </p:nvSpPr>
          <p:spPr>
            <a:xfrm rot="2783228" flipV="1">
              <a:off x="-253684" y="3197608"/>
              <a:ext cx="6590435" cy="2217821"/>
            </a:xfrm>
            <a:custGeom>
              <a:avLst/>
              <a:gdLst>
                <a:gd name="connsiteX0" fmla="*/ 0 w 6508530"/>
                <a:gd name="connsiteY0" fmla="*/ 2925530 h 5071000"/>
                <a:gd name="connsiteX1" fmla="*/ 484568 w 6508530"/>
                <a:gd name="connsiteY1" fmla="*/ 3219608 h 5071000"/>
                <a:gd name="connsiteX2" fmla="*/ 1336604 w 6508530"/>
                <a:gd name="connsiteY2" fmla="*/ 3620047 h 5071000"/>
                <a:gd name="connsiteX3" fmla="*/ 1712173 w 6508530"/>
                <a:gd name="connsiteY3" fmla="*/ 3856156 h 5071000"/>
                <a:gd name="connsiteX4" fmla="*/ 1983851 w 6508530"/>
                <a:gd name="connsiteY4" fmla="*/ 3801923 h 5071000"/>
                <a:gd name="connsiteX5" fmla="*/ 2092065 w 6508530"/>
                <a:gd name="connsiteY5" fmla="*/ 3624893 h 5071000"/>
                <a:gd name="connsiteX6" fmla="*/ 2080366 w 6508530"/>
                <a:gd name="connsiteY6" fmla="*/ 3283924 h 5071000"/>
                <a:gd name="connsiteX7" fmla="*/ 2057466 w 6508530"/>
                <a:gd name="connsiteY7" fmla="*/ 3166656 h 5071000"/>
                <a:gd name="connsiteX8" fmla="*/ 2057466 w 6508530"/>
                <a:gd name="connsiteY8" fmla="*/ 3075430 h 5071000"/>
                <a:gd name="connsiteX9" fmla="*/ 2178632 w 6508530"/>
                <a:gd name="connsiteY9" fmla="*/ 2990009 h 5071000"/>
                <a:gd name="connsiteX10" fmla="*/ 2357048 w 6508530"/>
                <a:gd name="connsiteY10" fmla="*/ 3003029 h 5071000"/>
                <a:gd name="connsiteX11" fmla="*/ 2465074 w 6508530"/>
                <a:gd name="connsiteY11" fmla="*/ 3076839 h 5071000"/>
                <a:gd name="connsiteX12" fmla="*/ 2517444 w 6508530"/>
                <a:gd name="connsiteY12" fmla="*/ 3275133 h 5071000"/>
                <a:gd name="connsiteX13" fmla="*/ 2414299 w 6508530"/>
                <a:gd name="connsiteY13" fmla="*/ 3563158 h 5071000"/>
                <a:gd name="connsiteX14" fmla="*/ 2383234 w 6508530"/>
                <a:gd name="connsiteY14" fmla="*/ 3760042 h 5071000"/>
                <a:gd name="connsiteX15" fmla="*/ 2481498 w 6508530"/>
                <a:gd name="connsiteY15" fmla="*/ 3980063 h 5071000"/>
                <a:gd name="connsiteX16" fmla="*/ 2659916 w 6508530"/>
                <a:gd name="connsiteY16" fmla="*/ 4272401 h 5071000"/>
                <a:gd name="connsiteX17" fmla="*/ 2769631 w 6508530"/>
                <a:gd name="connsiteY17" fmla="*/ 4473597 h 5071000"/>
                <a:gd name="connsiteX18" fmla="*/ 2937536 w 6508530"/>
                <a:gd name="connsiteY18" fmla="*/ 4733177 h 5071000"/>
                <a:gd name="connsiteX19" fmla="*/ 3095492 w 6508530"/>
                <a:gd name="connsiteY19" fmla="*/ 4899956 h 5071000"/>
                <a:gd name="connsiteX20" fmla="*/ 3251102 w 6508530"/>
                <a:gd name="connsiteY20" fmla="*/ 4979157 h 5071000"/>
                <a:gd name="connsiteX21" fmla="*/ 3486864 w 6508530"/>
                <a:gd name="connsiteY21" fmla="*/ 5004203 h 5071000"/>
                <a:gd name="connsiteX22" fmla="*/ 3710800 w 6508530"/>
                <a:gd name="connsiteY22" fmla="*/ 5004204 h 5071000"/>
                <a:gd name="connsiteX23" fmla="*/ 4004844 w 6508530"/>
                <a:gd name="connsiteY23" fmla="*/ 4982972 h 5071000"/>
                <a:gd name="connsiteX24" fmla="*/ 4130891 w 6508530"/>
                <a:gd name="connsiteY24" fmla="*/ 4982973 h 5071000"/>
                <a:gd name="connsiteX25" fmla="*/ 4382889 w 6508530"/>
                <a:gd name="connsiteY25" fmla="*/ 5026512 h 5071000"/>
                <a:gd name="connsiteX26" fmla="*/ 4711942 w 6508530"/>
                <a:gd name="connsiteY26" fmla="*/ 5070301 h 5071000"/>
                <a:gd name="connsiteX27" fmla="*/ 5014528 w 6508530"/>
                <a:gd name="connsiteY27" fmla="*/ 5016476 h 5071000"/>
                <a:gd name="connsiteX28" fmla="*/ 5429081 w 6508530"/>
                <a:gd name="connsiteY28" fmla="*/ 4712528 h 5071000"/>
                <a:gd name="connsiteX29" fmla="*/ 5926335 w 6508530"/>
                <a:gd name="connsiteY29" fmla="*/ 4356962 h 5071000"/>
                <a:gd name="connsiteX30" fmla="*/ 6250774 w 6508530"/>
                <a:gd name="connsiteY30" fmla="*/ 4096541 h 5071000"/>
                <a:gd name="connsiteX31" fmla="*/ 6504150 w 6508530"/>
                <a:gd name="connsiteY31" fmla="*/ 3643967 h 5071000"/>
                <a:gd name="connsiteX32" fmla="*/ 6508530 w 6508530"/>
                <a:gd name="connsiteY32" fmla="*/ 3635916 h 5071000"/>
                <a:gd name="connsiteX33" fmla="*/ 3044537 w 6508530"/>
                <a:gd name="connsiteY33" fmla="*/ 0 h 5071000"/>
                <a:gd name="connsiteX34" fmla="*/ 49752 w 6508530"/>
                <a:gd name="connsiteY34" fmla="*/ 2853179 h 5071000"/>
                <a:gd name="connsiteX0" fmla="*/ 6508530 w 6599970"/>
                <a:gd name="connsiteY0" fmla="*/ 3635916 h 5071000"/>
                <a:gd name="connsiteX1" fmla="*/ 3044537 w 6599970"/>
                <a:gd name="connsiteY1" fmla="*/ 0 h 5071000"/>
                <a:gd name="connsiteX2" fmla="*/ 49752 w 6599970"/>
                <a:gd name="connsiteY2" fmla="*/ 2853179 h 5071000"/>
                <a:gd name="connsiteX3" fmla="*/ 0 w 6599970"/>
                <a:gd name="connsiteY3" fmla="*/ 2925530 h 5071000"/>
                <a:gd name="connsiteX4" fmla="*/ 484568 w 6599970"/>
                <a:gd name="connsiteY4" fmla="*/ 3219608 h 5071000"/>
                <a:gd name="connsiteX5" fmla="*/ 1336604 w 6599970"/>
                <a:gd name="connsiteY5" fmla="*/ 3620047 h 5071000"/>
                <a:gd name="connsiteX6" fmla="*/ 1712173 w 6599970"/>
                <a:gd name="connsiteY6" fmla="*/ 3856156 h 5071000"/>
                <a:gd name="connsiteX7" fmla="*/ 1983851 w 6599970"/>
                <a:gd name="connsiteY7" fmla="*/ 3801923 h 5071000"/>
                <a:gd name="connsiteX8" fmla="*/ 2092065 w 6599970"/>
                <a:gd name="connsiteY8" fmla="*/ 3624893 h 5071000"/>
                <a:gd name="connsiteX9" fmla="*/ 2080366 w 6599970"/>
                <a:gd name="connsiteY9" fmla="*/ 3283924 h 5071000"/>
                <a:gd name="connsiteX10" fmla="*/ 2057466 w 6599970"/>
                <a:gd name="connsiteY10" fmla="*/ 3166656 h 5071000"/>
                <a:gd name="connsiteX11" fmla="*/ 2057466 w 6599970"/>
                <a:gd name="connsiteY11" fmla="*/ 3075430 h 5071000"/>
                <a:gd name="connsiteX12" fmla="*/ 2178632 w 6599970"/>
                <a:gd name="connsiteY12" fmla="*/ 2990009 h 5071000"/>
                <a:gd name="connsiteX13" fmla="*/ 2357048 w 6599970"/>
                <a:gd name="connsiteY13" fmla="*/ 3003029 h 5071000"/>
                <a:gd name="connsiteX14" fmla="*/ 2465074 w 6599970"/>
                <a:gd name="connsiteY14" fmla="*/ 3076839 h 5071000"/>
                <a:gd name="connsiteX15" fmla="*/ 2517444 w 6599970"/>
                <a:gd name="connsiteY15" fmla="*/ 3275133 h 5071000"/>
                <a:gd name="connsiteX16" fmla="*/ 2414299 w 6599970"/>
                <a:gd name="connsiteY16" fmla="*/ 3563158 h 5071000"/>
                <a:gd name="connsiteX17" fmla="*/ 2383234 w 6599970"/>
                <a:gd name="connsiteY17" fmla="*/ 3760042 h 5071000"/>
                <a:gd name="connsiteX18" fmla="*/ 2481498 w 6599970"/>
                <a:gd name="connsiteY18" fmla="*/ 3980063 h 5071000"/>
                <a:gd name="connsiteX19" fmla="*/ 2659916 w 6599970"/>
                <a:gd name="connsiteY19" fmla="*/ 4272401 h 5071000"/>
                <a:gd name="connsiteX20" fmla="*/ 2769631 w 6599970"/>
                <a:gd name="connsiteY20" fmla="*/ 4473597 h 5071000"/>
                <a:gd name="connsiteX21" fmla="*/ 2937536 w 6599970"/>
                <a:gd name="connsiteY21" fmla="*/ 4733177 h 5071000"/>
                <a:gd name="connsiteX22" fmla="*/ 3095492 w 6599970"/>
                <a:gd name="connsiteY22" fmla="*/ 4899956 h 5071000"/>
                <a:gd name="connsiteX23" fmla="*/ 3251102 w 6599970"/>
                <a:gd name="connsiteY23" fmla="*/ 4979157 h 5071000"/>
                <a:gd name="connsiteX24" fmla="*/ 3486864 w 6599970"/>
                <a:gd name="connsiteY24" fmla="*/ 5004203 h 5071000"/>
                <a:gd name="connsiteX25" fmla="*/ 3710800 w 6599970"/>
                <a:gd name="connsiteY25" fmla="*/ 5004204 h 5071000"/>
                <a:gd name="connsiteX26" fmla="*/ 4004844 w 6599970"/>
                <a:gd name="connsiteY26" fmla="*/ 4982972 h 5071000"/>
                <a:gd name="connsiteX27" fmla="*/ 4130891 w 6599970"/>
                <a:gd name="connsiteY27" fmla="*/ 4982973 h 5071000"/>
                <a:gd name="connsiteX28" fmla="*/ 4382889 w 6599970"/>
                <a:gd name="connsiteY28" fmla="*/ 5026512 h 5071000"/>
                <a:gd name="connsiteX29" fmla="*/ 4711942 w 6599970"/>
                <a:gd name="connsiteY29" fmla="*/ 5070301 h 5071000"/>
                <a:gd name="connsiteX30" fmla="*/ 5014528 w 6599970"/>
                <a:gd name="connsiteY30" fmla="*/ 5016476 h 5071000"/>
                <a:gd name="connsiteX31" fmla="*/ 5429081 w 6599970"/>
                <a:gd name="connsiteY31" fmla="*/ 4712528 h 5071000"/>
                <a:gd name="connsiteX32" fmla="*/ 5926335 w 6599970"/>
                <a:gd name="connsiteY32" fmla="*/ 4356962 h 5071000"/>
                <a:gd name="connsiteX33" fmla="*/ 6250774 w 6599970"/>
                <a:gd name="connsiteY33" fmla="*/ 4096541 h 5071000"/>
                <a:gd name="connsiteX34" fmla="*/ 6504150 w 6599970"/>
                <a:gd name="connsiteY34" fmla="*/ 3643967 h 5071000"/>
                <a:gd name="connsiteX35" fmla="*/ 6599970 w 6599970"/>
                <a:gd name="connsiteY35" fmla="*/ 3727356 h 5071000"/>
                <a:gd name="connsiteX0" fmla="*/ 6508530 w 6508530"/>
                <a:gd name="connsiteY0" fmla="*/ 3635916 h 5071000"/>
                <a:gd name="connsiteX1" fmla="*/ 3044537 w 6508530"/>
                <a:gd name="connsiteY1" fmla="*/ 0 h 5071000"/>
                <a:gd name="connsiteX2" fmla="*/ 49752 w 6508530"/>
                <a:gd name="connsiteY2" fmla="*/ 2853179 h 5071000"/>
                <a:gd name="connsiteX3" fmla="*/ 0 w 6508530"/>
                <a:gd name="connsiteY3" fmla="*/ 2925530 h 5071000"/>
                <a:gd name="connsiteX4" fmla="*/ 484568 w 6508530"/>
                <a:gd name="connsiteY4" fmla="*/ 3219608 h 5071000"/>
                <a:gd name="connsiteX5" fmla="*/ 1336604 w 6508530"/>
                <a:gd name="connsiteY5" fmla="*/ 3620047 h 5071000"/>
                <a:gd name="connsiteX6" fmla="*/ 1712173 w 6508530"/>
                <a:gd name="connsiteY6" fmla="*/ 3856156 h 5071000"/>
                <a:gd name="connsiteX7" fmla="*/ 1983851 w 6508530"/>
                <a:gd name="connsiteY7" fmla="*/ 3801923 h 5071000"/>
                <a:gd name="connsiteX8" fmla="*/ 2092065 w 6508530"/>
                <a:gd name="connsiteY8" fmla="*/ 3624893 h 5071000"/>
                <a:gd name="connsiteX9" fmla="*/ 2080366 w 6508530"/>
                <a:gd name="connsiteY9" fmla="*/ 3283924 h 5071000"/>
                <a:gd name="connsiteX10" fmla="*/ 2057466 w 6508530"/>
                <a:gd name="connsiteY10" fmla="*/ 3166656 h 5071000"/>
                <a:gd name="connsiteX11" fmla="*/ 2057466 w 6508530"/>
                <a:gd name="connsiteY11" fmla="*/ 3075430 h 5071000"/>
                <a:gd name="connsiteX12" fmla="*/ 2178632 w 6508530"/>
                <a:gd name="connsiteY12" fmla="*/ 2990009 h 5071000"/>
                <a:gd name="connsiteX13" fmla="*/ 2357048 w 6508530"/>
                <a:gd name="connsiteY13" fmla="*/ 3003029 h 5071000"/>
                <a:gd name="connsiteX14" fmla="*/ 2465074 w 6508530"/>
                <a:gd name="connsiteY14" fmla="*/ 3076839 h 5071000"/>
                <a:gd name="connsiteX15" fmla="*/ 2517444 w 6508530"/>
                <a:gd name="connsiteY15" fmla="*/ 3275133 h 5071000"/>
                <a:gd name="connsiteX16" fmla="*/ 2414299 w 6508530"/>
                <a:gd name="connsiteY16" fmla="*/ 3563158 h 5071000"/>
                <a:gd name="connsiteX17" fmla="*/ 2383234 w 6508530"/>
                <a:gd name="connsiteY17" fmla="*/ 3760042 h 5071000"/>
                <a:gd name="connsiteX18" fmla="*/ 2481498 w 6508530"/>
                <a:gd name="connsiteY18" fmla="*/ 3980063 h 5071000"/>
                <a:gd name="connsiteX19" fmla="*/ 2659916 w 6508530"/>
                <a:gd name="connsiteY19" fmla="*/ 4272401 h 5071000"/>
                <a:gd name="connsiteX20" fmla="*/ 2769631 w 6508530"/>
                <a:gd name="connsiteY20" fmla="*/ 4473597 h 5071000"/>
                <a:gd name="connsiteX21" fmla="*/ 2937536 w 6508530"/>
                <a:gd name="connsiteY21" fmla="*/ 4733177 h 5071000"/>
                <a:gd name="connsiteX22" fmla="*/ 3095492 w 6508530"/>
                <a:gd name="connsiteY22" fmla="*/ 4899956 h 5071000"/>
                <a:gd name="connsiteX23" fmla="*/ 3251102 w 6508530"/>
                <a:gd name="connsiteY23" fmla="*/ 4979157 h 5071000"/>
                <a:gd name="connsiteX24" fmla="*/ 3486864 w 6508530"/>
                <a:gd name="connsiteY24" fmla="*/ 5004203 h 5071000"/>
                <a:gd name="connsiteX25" fmla="*/ 3710800 w 6508530"/>
                <a:gd name="connsiteY25" fmla="*/ 5004204 h 5071000"/>
                <a:gd name="connsiteX26" fmla="*/ 4004844 w 6508530"/>
                <a:gd name="connsiteY26" fmla="*/ 4982972 h 5071000"/>
                <a:gd name="connsiteX27" fmla="*/ 4130891 w 6508530"/>
                <a:gd name="connsiteY27" fmla="*/ 4982973 h 5071000"/>
                <a:gd name="connsiteX28" fmla="*/ 4382889 w 6508530"/>
                <a:gd name="connsiteY28" fmla="*/ 5026512 h 5071000"/>
                <a:gd name="connsiteX29" fmla="*/ 4711942 w 6508530"/>
                <a:gd name="connsiteY29" fmla="*/ 5070301 h 5071000"/>
                <a:gd name="connsiteX30" fmla="*/ 5014528 w 6508530"/>
                <a:gd name="connsiteY30" fmla="*/ 5016476 h 5071000"/>
                <a:gd name="connsiteX31" fmla="*/ 5429081 w 6508530"/>
                <a:gd name="connsiteY31" fmla="*/ 4712528 h 5071000"/>
                <a:gd name="connsiteX32" fmla="*/ 5926335 w 6508530"/>
                <a:gd name="connsiteY32" fmla="*/ 4356962 h 5071000"/>
                <a:gd name="connsiteX33" fmla="*/ 6250774 w 6508530"/>
                <a:gd name="connsiteY33" fmla="*/ 4096541 h 5071000"/>
                <a:gd name="connsiteX34" fmla="*/ 6504150 w 6508530"/>
                <a:gd name="connsiteY34" fmla="*/ 3643967 h 5071000"/>
                <a:gd name="connsiteX0" fmla="*/ 6508530 w 6508530"/>
                <a:gd name="connsiteY0" fmla="*/ 3635916 h 5071000"/>
                <a:gd name="connsiteX1" fmla="*/ 3044537 w 6508530"/>
                <a:gd name="connsiteY1" fmla="*/ 0 h 5071000"/>
                <a:gd name="connsiteX2" fmla="*/ 49752 w 6508530"/>
                <a:gd name="connsiteY2" fmla="*/ 2853179 h 5071000"/>
                <a:gd name="connsiteX3" fmla="*/ 0 w 6508530"/>
                <a:gd name="connsiteY3" fmla="*/ 2925530 h 5071000"/>
                <a:gd name="connsiteX4" fmla="*/ 484568 w 6508530"/>
                <a:gd name="connsiteY4" fmla="*/ 3219608 h 5071000"/>
                <a:gd name="connsiteX5" fmla="*/ 1336604 w 6508530"/>
                <a:gd name="connsiteY5" fmla="*/ 3620047 h 5071000"/>
                <a:gd name="connsiteX6" fmla="*/ 1712173 w 6508530"/>
                <a:gd name="connsiteY6" fmla="*/ 3856156 h 5071000"/>
                <a:gd name="connsiteX7" fmla="*/ 1983851 w 6508530"/>
                <a:gd name="connsiteY7" fmla="*/ 3801923 h 5071000"/>
                <a:gd name="connsiteX8" fmla="*/ 2092065 w 6508530"/>
                <a:gd name="connsiteY8" fmla="*/ 3624893 h 5071000"/>
                <a:gd name="connsiteX9" fmla="*/ 2080366 w 6508530"/>
                <a:gd name="connsiteY9" fmla="*/ 3283924 h 5071000"/>
                <a:gd name="connsiteX10" fmla="*/ 2057466 w 6508530"/>
                <a:gd name="connsiteY10" fmla="*/ 3166656 h 5071000"/>
                <a:gd name="connsiteX11" fmla="*/ 2057466 w 6508530"/>
                <a:gd name="connsiteY11" fmla="*/ 3075430 h 5071000"/>
                <a:gd name="connsiteX12" fmla="*/ 2178632 w 6508530"/>
                <a:gd name="connsiteY12" fmla="*/ 2990009 h 5071000"/>
                <a:gd name="connsiteX13" fmla="*/ 2357048 w 6508530"/>
                <a:gd name="connsiteY13" fmla="*/ 3003029 h 5071000"/>
                <a:gd name="connsiteX14" fmla="*/ 2465074 w 6508530"/>
                <a:gd name="connsiteY14" fmla="*/ 3076839 h 5071000"/>
                <a:gd name="connsiteX15" fmla="*/ 2517444 w 6508530"/>
                <a:gd name="connsiteY15" fmla="*/ 3275133 h 5071000"/>
                <a:gd name="connsiteX16" fmla="*/ 2414299 w 6508530"/>
                <a:gd name="connsiteY16" fmla="*/ 3563158 h 5071000"/>
                <a:gd name="connsiteX17" fmla="*/ 2383234 w 6508530"/>
                <a:gd name="connsiteY17" fmla="*/ 3760042 h 5071000"/>
                <a:gd name="connsiteX18" fmla="*/ 2481498 w 6508530"/>
                <a:gd name="connsiteY18" fmla="*/ 3980063 h 5071000"/>
                <a:gd name="connsiteX19" fmla="*/ 2659916 w 6508530"/>
                <a:gd name="connsiteY19" fmla="*/ 4272401 h 5071000"/>
                <a:gd name="connsiteX20" fmla="*/ 2769631 w 6508530"/>
                <a:gd name="connsiteY20" fmla="*/ 4473597 h 5071000"/>
                <a:gd name="connsiteX21" fmla="*/ 2937536 w 6508530"/>
                <a:gd name="connsiteY21" fmla="*/ 4733177 h 5071000"/>
                <a:gd name="connsiteX22" fmla="*/ 3095492 w 6508530"/>
                <a:gd name="connsiteY22" fmla="*/ 4899956 h 5071000"/>
                <a:gd name="connsiteX23" fmla="*/ 3251102 w 6508530"/>
                <a:gd name="connsiteY23" fmla="*/ 4979157 h 5071000"/>
                <a:gd name="connsiteX24" fmla="*/ 3486864 w 6508530"/>
                <a:gd name="connsiteY24" fmla="*/ 5004203 h 5071000"/>
                <a:gd name="connsiteX25" fmla="*/ 3710800 w 6508530"/>
                <a:gd name="connsiteY25" fmla="*/ 5004204 h 5071000"/>
                <a:gd name="connsiteX26" fmla="*/ 4004844 w 6508530"/>
                <a:gd name="connsiteY26" fmla="*/ 4982972 h 5071000"/>
                <a:gd name="connsiteX27" fmla="*/ 4130891 w 6508530"/>
                <a:gd name="connsiteY27" fmla="*/ 4982973 h 5071000"/>
                <a:gd name="connsiteX28" fmla="*/ 4382889 w 6508530"/>
                <a:gd name="connsiteY28" fmla="*/ 5026512 h 5071000"/>
                <a:gd name="connsiteX29" fmla="*/ 4711942 w 6508530"/>
                <a:gd name="connsiteY29" fmla="*/ 5070301 h 5071000"/>
                <a:gd name="connsiteX30" fmla="*/ 5014528 w 6508530"/>
                <a:gd name="connsiteY30" fmla="*/ 5016476 h 5071000"/>
                <a:gd name="connsiteX31" fmla="*/ 5429081 w 6508530"/>
                <a:gd name="connsiteY31" fmla="*/ 4712528 h 5071000"/>
                <a:gd name="connsiteX32" fmla="*/ 5926335 w 6508530"/>
                <a:gd name="connsiteY32" fmla="*/ 4356962 h 5071000"/>
                <a:gd name="connsiteX33" fmla="*/ 6250774 w 6508530"/>
                <a:gd name="connsiteY33" fmla="*/ 4096541 h 5071000"/>
                <a:gd name="connsiteX0" fmla="*/ 3044537 w 6250774"/>
                <a:gd name="connsiteY0" fmla="*/ 0 h 5071000"/>
                <a:gd name="connsiteX1" fmla="*/ 49752 w 6250774"/>
                <a:gd name="connsiteY1" fmla="*/ 2853179 h 5071000"/>
                <a:gd name="connsiteX2" fmla="*/ 0 w 6250774"/>
                <a:gd name="connsiteY2" fmla="*/ 2925530 h 5071000"/>
                <a:gd name="connsiteX3" fmla="*/ 484568 w 6250774"/>
                <a:gd name="connsiteY3" fmla="*/ 3219608 h 5071000"/>
                <a:gd name="connsiteX4" fmla="*/ 1336604 w 6250774"/>
                <a:gd name="connsiteY4" fmla="*/ 3620047 h 5071000"/>
                <a:gd name="connsiteX5" fmla="*/ 1712173 w 6250774"/>
                <a:gd name="connsiteY5" fmla="*/ 3856156 h 5071000"/>
                <a:gd name="connsiteX6" fmla="*/ 1983851 w 6250774"/>
                <a:gd name="connsiteY6" fmla="*/ 3801923 h 5071000"/>
                <a:gd name="connsiteX7" fmla="*/ 2092065 w 6250774"/>
                <a:gd name="connsiteY7" fmla="*/ 3624893 h 5071000"/>
                <a:gd name="connsiteX8" fmla="*/ 2080366 w 6250774"/>
                <a:gd name="connsiteY8" fmla="*/ 3283924 h 5071000"/>
                <a:gd name="connsiteX9" fmla="*/ 2057466 w 6250774"/>
                <a:gd name="connsiteY9" fmla="*/ 3166656 h 5071000"/>
                <a:gd name="connsiteX10" fmla="*/ 2057466 w 6250774"/>
                <a:gd name="connsiteY10" fmla="*/ 3075430 h 5071000"/>
                <a:gd name="connsiteX11" fmla="*/ 2178632 w 6250774"/>
                <a:gd name="connsiteY11" fmla="*/ 2990009 h 5071000"/>
                <a:gd name="connsiteX12" fmla="*/ 2357048 w 6250774"/>
                <a:gd name="connsiteY12" fmla="*/ 3003029 h 5071000"/>
                <a:gd name="connsiteX13" fmla="*/ 2465074 w 6250774"/>
                <a:gd name="connsiteY13" fmla="*/ 3076839 h 5071000"/>
                <a:gd name="connsiteX14" fmla="*/ 2517444 w 6250774"/>
                <a:gd name="connsiteY14" fmla="*/ 3275133 h 5071000"/>
                <a:gd name="connsiteX15" fmla="*/ 2414299 w 6250774"/>
                <a:gd name="connsiteY15" fmla="*/ 3563158 h 5071000"/>
                <a:gd name="connsiteX16" fmla="*/ 2383234 w 6250774"/>
                <a:gd name="connsiteY16" fmla="*/ 3760042 h 5071000"/>
                <a:gd name="connsiteX17" fmla="*/ 2481498 w 6250774"/>
                <a:gd name="connsiteY17" fmla="*/ 3980063 h 5071000"/>
                <a:gd name="connsiteX18" fmla="*/ 2659916 w 6250774"/>
                <a:gd name="connsiteY18" fmla="*/ 4272401 h 5071000"/>
                <a:gd name="connsiteX19" fmla="*/ 2769631 w 6250774"/>
                <a:gd name="connsiteY19" fmla="*/ 4473597 h 5071000"/>
                <a:gd name="connsiteX20" fmla="*/ 2937536 w 6250774"/>
                <a:gd name="connsiteY20" fmla="*/ 4733177 h 5071000"/>
                <a:gd name="connsiteX21" fmla="*/ 3095492 w 6250774"/>
                <a:gd name="connsiteY21" fmla="*/ 4899956 h 5071000"/>
                <a:gd name="connsiteX22" fmla="*/ 3251102 w 6250774"/>
                <a:gd name="connsiteY22" fmla="*/ 4979157 h 5071000"/>
                <a:gd name="connsiteX23" fmla="*/ 3486864 w 6250774"/>
                <a:gd name="connsiteY23" fmla="*/ 5004203 h 5071000"/>
                <a:gd name="connsiteX24" fmla="*/ 3710800 w 6250774"/>
                <a:gd name="connsiteY24" fmla="*/ 5004204 h 5071000"/>
                <a:gd name="connsiteX25" fmla="*/ 4004844 w 6250774"/>
                <a:gd name="connsiteY25" fmla="*/ 4982972 h 5071000"/>
                <a:gd name="connsiteX26" fmla="*/ 4130891 w 6250774"/>
                <a:gd name="connsiteY26" fmla="*/ 4982973 h 5071000"/>
                <a:gd name="connsiteX27" fmla="*/ 4382889 w 6250774"/>
                <a:gd name="connsiteY27" fmla="*/ 5026512 h 5071000"/>
                <a:gd name="connsiteX28" fmla="*/ 4711942 w 6250774"/>
                <a:gd name="connsiteY28" fmla="*/ 5070301 h 5071000"/>
                <a:gd name="connsiteX29" fmla="*/ 5014528 w 6250774"/>
                <a:gd name="connsiteY29" fmla="*/ 5016476 h 5071000"/>
                <a:gd name="connsiteX30" fmla="*/ 5429081 w 6250774"/>
                <a:gd name="connsiteY30" fmla="*/ 4712528 h 5071000"/>
                <a:gd name="connsiteX31" fmla="*/ 5926335 w 6250774"/>
                <a:gd name="connsiteY31" fmla="*/ 4356962 h 5071000"/>
                <a:gd name="connsiteX32" fmla="*/ 6250774 w 6250774"/>
                <a:gd name="connsiteY32" fmla="*/ 4096541 h 5071000"/>
                <a:gd name="connsiteX0" fmla="*/ 3044537 w 6520612"/>
                <a:gd name="connsiteY0" fmla="*/ 0 h 5071000"/>
                <a:gd name="connsiteX1" fmla="*/ 49752 w 6520612"/>
                <a:gd name="connsiteY1" fmla="*/ 2853179 h 5071000"/>
                <a:gd name="connsiteX2" fmla="*/ 0 w 6520612"/>
                <a:gd name="connsiteY2" fmla="*/ 2925530 h 5071000"/>
                <a:gd name="connsiteX3" fmla="*/ 484568 w 6520612"/>
                <a:gd name="connsiteY3" fmla="*/ 3219608 h 5071000"/>
                <a:gd name="connsiteX4" fmla="*/ 1336604 w 6520612"/>
                <a:gd name="connsiteY4" fmla="*/ 3620047 h 5071000"/>
                <a:gd name="connsiteX5" fmla="*/ 1712173 w 6520612"/>
                <a:gd name="connsiteY5" fmla="*/ 3856156 h 5071000"/>
                <a:gd name="connsiteX6" fmla="*/ 1983851 w 6520612"/>
                <a:gd name="connsiteY6" fmla="*/ 3801923 h 5071000"/>
                <a:gd name="connsiteX7" fmla="*/ 2092065 w 6520612"/>
                <a:gd name="connsiteY7" fmla="*/ 3624893 h 5071000"/>
                <a:gd name="connsiteX8" fmla="*/ 2080366 w 6520612"/>
                <a:gd name="connsiteY8" fmla="*/ 3283924 h 5071000"/>
                <a:gd name="connsiteX9" fmla="*/ 2057466 w 6520612"/>
                <a:gd name="connsiteY9" fmla="*/ 3166656 h 5071000"/>
                <a:gd name="connsiteX10" fmla="*/ 2057466 w 6520612"/>
                <a:gd name="connsiteY10" fmla="*/ 3075430 h 5071000"/>
                <a:gd name="connsiteX11" fmla="*/ 2178632 w 6520612"/>
                <a:gd name="connsiteY11" fmla="*/ 2990009 h 5071000"/>
                <a:gd name="connsiteX12" fmla="*/ 2357048 w 6520612"/>
                <a:gd name="connsiteY12" fmla="*/ 3003029 h 5071000"/>
                <a:gd name="connsiteX13" fmla="*/ 2465074 w 6520612"/>
                <a:gd name="connsiteY13" fmla="*/ 3076839 h 5071000"/>
                <a:gd name="connsiteX14" fmla="*/ 2517444 w 6520612"/>
                <a:gd name="connsiteY14" fmla="*/ 3275133 h 5071000"/>
                <a:gd name="connsiteX15" fmla="*/ 2414299 w 6520612"/>
                <a:gd name="connsiteY15" fmla="*/ 3563158 h 5071000"/>
                <a:gd name="connsiteX16" fmla="*/ 2383234 w 6520612"/>
                <a:gd name="connsiteY16" fmla="*/ 3760042 h 5071000"/>
                <a:gd name="connsiteX17" fmla="*/ 2481498 w 6520612"/>
                <a:gd name="connsiteY17" fmla="*/ 3980063 h 5071000"/>
                <a:gd name="connsiteX18" fmla="*/ 2659916 w 6520612"/>
                <a:gd name="connsiteY18" fmla="*/ 4272401 h 5071000"/>
                <a:gd name="connsiteX19" fmla="*/ 2769631 w 6520612"/>
                <a:gd name="connsiteY19" fmla="*/ 4473597 h 5071000"/>
                <a:gd name="connsiteX20" fmla="*/ 2937536 w 6520612"/>
                <a:gd name="connsiteY20" fmla="*/ 4733177 h 5071000"/>
                <a:gd name="connsiteX21" fmla="*/ 3095492 w 6520612"/>
                <a:gd name="connsiteY21" fmla="*/ 4899956 h 5071000"/>
                <a:gd name="connsiteX22" fmla="*/ 3251102 w 6520612"/>
                <a:gd name="connsiteY22" fmla="*/ 4979157 h 5071000"/>
                <a:gd name="connsiteX23" fmla="*/ 3486864 w 6520612"/>
                <a:gd name="connsiteY23" fmla="*/ 5004203 h 5071000"/>
                <a:gd name="connsiteX24" fmla="*/ 3710800 w 6520612"/>
                <a:gd name="connsiteY24" fmla="*/ 5004204 h 5071000"/>
                <a:gd name="connsiteX25" fmla="*/ 4004844 w 6520612"/>
                <a:gd name="connsiteY25" fmla="*/ 4982972 h 5071000"/>
                <a:gd name="connsiteX26" fmla="*/ 4130891 w 6520612"/>
                <a:gd name="connsiteY26" fmla="*/ 4982973 h 5071000"/>
                <a:gd name="connsiteX27" fmla="*/ 4382889 w 6520612"/>
                <a:gd name="connsiteY27" fmla="*/ 5026512 h 5071000"/>
                <a:gd name="connsiteX28" fmla="*/ 4711942 w 6520612"/>
                <a:gd name="connsiteY28" fmla="*/ 5070301 h 5071000"/>
                <a:gd name="connsiteX29" fmla="*/ 5014528 w 6520612"/>
                <a:gd name="connsiteY29" fmla="*/ 5016476 h 5071000"/>
                <a:gd name="connsiteX30" fmla="*/ 5429081 w 6520612"/>
                <a:gd name="connsiteY30" fmla="*/ 4712528 h 5071000"/>
                <a:gd name="connsiteX31" fmla="*/ 5926335 w 6520612"/>
                <a:gd name="connsiteY31" fmla="*/ 4356962 h 5071000"/>
                <a:gd name="connsiteX32" fmla="*/ 6520612 w 6520612"/>
                <a:gd name="connsiteY32" fmla="*/ 3657636 h 5071000"/>
                <a:gd name="connsiteX0" fmla="*/ 3044537 w 6520612"/>
                <a:gd name="connsiteY0" fmla="*/ 0 h 5071000"/>
                <a:gd name="connsiteX1" fmla="*/ 49752 w 6520612"/>
                <a:gd name="connsiteY1" fmla="*/ 2853179 h 5071000"/>
                <a:gd name="connsiteX2" fmla="*/ 0 w 6520612"/>
                <a:gd name="connsiteY2" fmla="*/ 2925530 h 5071000"/>
                <a:gd name="connsiteX3" fmla="*/ 484568 w 6520612"/>
                <a:gd name="connsiteY3" fmla="*/ 3219608 h 5071000"/>
                <a:gd name="connsiteX4" fmla="*/ 1336604 w 6520612"/>
                <a:gd name="connsiteY4" fmla="*/ 3620047 h 5071000"/>
                <a:gd name="connsiteX5" fmla="*/ 1712173 w 6520612"/>
                <a:gd name="connsiteY5" fmla="*/ 3856156 h 5071000"/>
                <a:gd name="connsiteX6" fmla="*/ 1983851 w 6520612"/>
                <a:gd name="connsiteY6" fmla="*/ 3801923 h 5071000"/>
                <a:gd name="connsiteX7" fmla="*/ 2092065 w 6520612"/>
                <a:gd name="connsiteY7" fmla="*/ 3624893 h 5071000"/>
                <a:gd name="connsiteX8" fmla="*/ 2080366 w 6520612"/>
                <a:gd name="connsiteY8" fmla="*/ 3283924 h 5071000"/>
                <a:gd name="connsiteX9" fmla="*/ 2057466 w 6520612"/>
                <a:gd name="connsiteY9" fmla="*/ 3166656 h 5071000"/>
                <a:gd name="connsiteX10" fmla="*/ 2057466 w 6520612"/>
                <a:gd name="connsiteY10" fmla="*/ 3075430 h 5071000"/>
                <a:gd name="connsiteX11" fmla="*/ 2178632 w 6520612"/>
                <a:gd name="connsiteY11" fmla="*/ 2990009 h 5071000"/>
                <a:gd name="connsiteX12" fmla="*/ 2357048 w 6520612"/>
                <a:gd name="connsiteY12" fmla="*/ 3003029 h 5071000"/>
                <a:gd name="connsiteX13" fmla="*/ 2465074 w 6520612"/>
                <a:gd name="connsiteY13" fmla="*/ 3076839 h 5071000"/>
                <a:gd name="connsiteX14" fmla="*/ 2517444 w 6520612"/>
                <a:gd name="connsiteY14" fmla="*/ 3275133 h 5071000"/>
                <a:gd name="connsiteX15" fmla="*/ 2414299 w 6520612"/>
                <a:gd name="connsiteY15" fmla="*/ 3563158 h 5071000"/>
                <a:gd name="connsiteX16" fmla="*/ 2383234 w 6520612"/>
                <a:gd name="connsiteY16" fmla="*/ 3760042 h 5071000"/>
                <a:gd name="connsiteX17" fmla="*/ 2481498 w 6520612"/>
                <a:gd name="connsiteY17" fmla="*/ 3980063 h 5071000"/>
                <a:gd name="connsiteX18" fmla="*/ 2659916 w 6520612"/>
                <a:gd name="connsiteY18" fmla="*/ 4272401 h 5071000"/>
                <a:gd name="connsiteX19" fmla="*/ 2769631 w 6520612"/>
                <a:gd name="connsiteY19" fmla="*/ 4473597 h 5071000"/>
                <a:gd name="connsiteX20" fmla="*/ 2937536 w 6520612"/>
                <a:gd name="connsiteY20" fmla="*/ 4733177 h 5071000"/>
                <a:gd name="connsiteX21" fmla="*/ 3095492 w 6520612"/>
                <a:gd name="connsiteY21" fmla="*/ 4899956 h 5071000"/>
                <a:gd name="connsiteX22" fmla="*/ 3251102 w 6520612"/>
                <a:gd name="connsiteY22" fmla="*/ 4979157 h 5071000"/>
                <a:gd name="connsiteX23" fmla="*/ 3486864 w 6520612"/>
                <a:gd name="connsiteY23" fmla="*/ 5004203 h 5071000"/>
                <a:gd name="connsiteX24" fmla="*/ 3710800 w 6520612"/>
                <a:gd name="connsiteY24" fmla="*/ 5004204 h 5071000"/>
                <a:gd name="connsiteX25" fmla="*/ 4004844 w 6520612"/>
                <a:gd name="connsiteY25" fmla="*/ 4982972 h 5071000"/>
                <a:gd name="connsiteX26" fmla="*/ 4130891 w 6520612"/>
                <a:gd name="connsiteY26" fmla="*/ 4982973 h 5071000"/>
                <a:gd name="connsiteX27" fmla="*/ 4382889 w 6520612"/>
                <a:gd name="connsiteY27" fmla="*/ 5026512 h 5071000"/>
                <a:gd name="connsiteX28" fmla="*/ 4711942 w 6520612"/>
                <a:gd name="connsiteY28" fmla="*/ 5070301 h 5071000"/>
                <a:gd name="connsiteX29" fmla="*/ 5014528 w 6520612"/>
                <a:gd name="connsiteY29" fmla="*/ 5016476 h 5071000"/>
                <a:gd name="connsiteX30" fmla="*/ 5429081 w 6520612"/>
                <a:gd name="connsiteY30" fmla="*/ 4712528 h 5071000"/>
                <a:gd name="connsiteX31" fmla="*/ 5926335 w 6520612"/>
                <a:gd name="connsiteY31" fmla="*/ 4356962 h 5071000"/>
                <a:gd name="connsiteX32" fmla="*/ 6520612 w 6520612"/>
                <a:gd name="connsiteY32" fmla="*/ 3657636 h 5071000"/>
                <a:gd name="connsiteX0" fmla="*/ 3044537 w 6590435"/>
                <a:gd name="connsiteY0" fmla="*/ 0 h 5071000"/>
                <a:gd name="connsiteX1" fmla="*/ 49752 w 6590435"/>
                <a:gd name="connsiteY1" fmla="*/ 2853179 h 5071000"/>
                <a:gd name="connsiteX2" fmla="*/ 0 w 6590435"/>
                <a:gd name="connsiteY2" fmla="*/ 2925530 h 5071000"/>
                <a:gd name="connsiteX3" fmla="*/ 484568 w 6590435"/>
                <a:gd name="connsiteY3" fmla="*/ 3219608 h 5071000"/>
                <a:gd name="connsiteX4" fmla="*/ 1336604 w 6590435"/>
                <a:gd name="connsiteY4" fmla="*/ 3620047 h 5071000"/>
                <a:gd name="connsiteX5" fmla="*/ 1712173 w 6590435"/>
                <a:gd name="connsiteY5" fmla="*/ 3856156 h 5071000"/>
                <a:gd name="connsiteX6" fmla="*/ 1983851 w 6590435"/>
                <a:gd name="connsiteY6" fmla="*/ 3801923 h 5071000"/>
                <a:gd name="connsiteX7" fmla="*/ 2092065 w 6590435"/>
                <a:gd name="connsiteY7" fmla="*/ 3624893 h 5071000"/>
                <a:gd name="connsiteX8" fmla="*/ 2080366 w 6590435"/>
                <a:gd name="connsiteY8" fmla="*/ 3283924 h 5071000"/>
                <a:gd name="connsiteX9" fmla="*/ 2057466 w 6590435"/>
                <a:gd name="connsiteY9" fmla="*/ 3166656 h 5071000"/>
                <a:gd name="connsiteX10" fmla="*/ 2057466 w 6590435"/>
                <a:gd name="connsiteY10" fmla="*/ 3075430 h 5071000"/>
                <a:gd name="connsiteX11" fmla="*/ 2178632 w 6590435"/>
                <a:gd name="connsiteY11" fmla="*/ 2990009 h 5071000"/>
                <a:gd name="connsiteX12" fmla="*/ 2357048 w 6590435"/>
                <a:gd name="connsiteY12" fmla="*/ 3003029 h 5071000"/>
                <a:gd name="connsiteX13" fmla="*/ 2465074 w 6590435"/>
                <a:gd name="connsiteY13" fmla="*/ 3076839 h 5071000"/>
                <a:gd name="connsiteX14" fmla="*/ 2517444 w 6590435"/>
                <a:gd name="connsiteY14" fmla="*/ 3275133 h 5071000"/>
                <a:gd name="connsiteX15" fmla="*/ 2414299 w 6590435"/>
                <a:gd name="connsiteY15" fmla="*/ 3563158 h 5071000"/>
                <a:gd name="connsiteX16" fmla="*/ 2383234 w 6590435"/>
                <a:gd name="connsiteY16" fmla="*/ 3760042 h 5071000"/>
                <a:gd name="connsiteX17" fmla="*/ 2481498 w 6590435"/>
                <a:gd name="connsiteY17" fmla="*/ 3980063 h 5071000"/>
                <a:gd name="connsiteX18" fmla="*/ 2659916 w 6590435"/>
                <a:gd name="connsiteY18" fmla="*/ 4272401 h 5071000"/>
                <a:gd name="connsiteX19" fmla="*/ 2769631 w 6590435"/>
                <a:gd name="connsiteY19" fmla="*/ 4473597 h 5071000"/>
                <a:gd name="connsiteX20" fmla="*/ 2937536 w 6590435"/>
                <a:gd name="connsiteY20" fmla="*/ 4733177 h 5071000"/>
                <a:gd name="connsiteX21" fmla="*/ 3095492 w 6590435"/>
                <a:gd name="connsiteY21" fmla="*/ 4899956 h 5071000"/>
                <a:gd name="connsiteX22" fmla="*/ 3251102 w 6590435"/>
                <a:gd name="connsiteY22" fmla="*/ 4979157 h 5071000"/>
                <a:gd name="connsiteX23" fmla="*/ 3486864 w 6590435"/>
                <a:gd name="connsiteY23" fmla="*/ 5004203 h 5071000"/>
                <a:gd name="connsiteX24" fmla="*/ 3710800 w 6590435"/>
                <a:gd name="connsiteY24" fmla="*/ 5004204 h 5071000"/>
                <a:gd name="connsiteX25" fmla="*/ 4004844 w 6590435"/>
                <a:gd name="connsiteY25" fmla="*/ 4982972 h 5071000"/>
                <a:gd name="connsiteX26" fmla="*/ 4130891 w 6590435"/>
                <a:gd name="connsiteY26" fmla="*/ 4982973 h 5071000"/>
                <a:gd name="connsiteX27" fmla="*/ 4382889 w 6590435"/>
                <a:gd name="connsiteY27" fmla="*/ 5026512 h 5071000"/>
                <a:gd name="connsiteX28" fmla="*/ 4711942 w 6590435"/>
                <a:gd name="connsiteY28" fmla="*/ 5070301 h 5071000"/>
                <a:gd name="connsiteX29" fmla="*/ 5014528 w 6590435"/>
                <a:gd name="connsiteY29" fmla="*/ 5016476 h 5071000"/>
                <a:gd name="connsiteX30" fmla="*/ 5429081 w 6590435"/>
                <a:gd name="connsiteY30" fmla="*/ 4712528 h 5071000"/>
                <a:gd name="connsiteX31" fmla="*/ 5926335 w 6590435"/>
                <a:gd name="connsiteY31" fmla="*/ 4356962 h 5071000"/>
                <a:gd name="connsiteX32" fmla="*/ 6590435 w 6590435"/>
                <a:gd name="connsiteY32" fmla="*/ 3736083 h 5071000"/>
                <a:gd name="connsiteX0" fmla="*/ 3044537 w 6590435"/>
                <a:gd name="connsiteY0" fmla="*/ 0 h 5071000"/>
                <a:gd name="connsiteX1" fmla="*/ 49752 w 6590435"/>
                <a:gd name="connsiteY1" fmla="*/ 2853179 h 5071000"/>
                <a:gd name="connsiteX2" fmla="*/ 0 w 6590435"/>
                <a:gd name="connsiteY2" fmla="*/ 2925530 h 5071000"/>
                <a:gd name="connsiteX3" fmla="*/ 484568 w 6590435"/>
                <a:gd name="connsiteY3" fmla="*/ 3219608 h 5071000"/>
                <a:gd name="connsiteX4" fmla="*/ 1336604 w 6590435"/>
                <a:gd name="connsiteY4" fmla="*/ 3620047 h 5071000"/>
                <a:gd name="connsiteX5" fmla="*/ 1712173 w 6590435"/>
                <a:gd name="connsiteY5" fmla="*/ 3856156 h 5071000"/>
                <a:gd name="connsiteX6" fmla="*/ 1983851 w 6590435"/>
                <a:gd name="connsiteY6" fmla="*/ 3801923 h 5071000"/>
                <a:gd name="connsiteX7" fmla="*/ 2092065 w 6590435"/>
                <a:gd name="connsiteY7" fmla="*/ 3624893 h 5071000"/>
                <a:gd name="connsiteX8" fmla="*/ 2080366 w 6590435"/>
                <a:gd name="connsiteY8" fmla="*/ 3283924 h 5071000"/>
                <a:gd name="connsiteX9" fmla="*/ 2057466 w 6590435"/>
                <a:gd name="connsiteY9" fmla="*/ 3166656 h 5071000"/>
                <a:gd name="connsiteX10" fmla="*/ 2057466 w 6590435"/>
                <a:gd name="connsiteY10" fmla="*/ 3075430 h 5071000"/>
                <a:gd name="connsiteX11" fmla="*/ 2178632 w 6590435"/>
                <a:gd name="connsiteY11" fmla="*/ 2990009 h 5071000"/>
                <a:gd name="connsiteX12" fmla="*/ 2357048 w 6590435"/>
                <a:gd name="connsiteY12" fmla="*/ 3003029 h 5071000"/>
                <a:gd name="connsiteX13" fmla="*/ 2465074 w 6590435"/>
                <a:gd name="connsiteY13" fmla="*/ 3076839 h 5071000"/>
                <a:gd name="connsiteX14" fmla="*/ 2517444 w 6590435"/>
                <a:gd name="connsiteY14" fmla="*/ 3275133 h 5071000"/>
                <a:gd name="connsiteX15" fmla="*/ 2414299 w 6590435"/>
                <a:gd name="connsiteY15" fmla="*/ 3563158 h 5071000"/>
                <a:gd name="connsiteX16" fmla="*/ 2383234 w 6590435"/>
                <a:gd name="connsiteY16" fmla="*/ 3760042 h 5071000"/>
                <a:gd name="connsiteX17" fmla="*/ 2481498 w 6590435"/>
                <a:gd name="connsiteY17" fmla="*/ 3980063 h 5071000"/>
                <a:gd name="connsiteX18" fmla="*/ 2659916 w 6590435"/>
                <a:gd name="connsiteY18" fmla="*/ 4272401 h 5071000"/>
                <a:gd name="connsiteX19" fmla="*/ 2769631 w 6590435"/>
                <a:gd name="connsiteY19" fmla="*/ 4473597 h 5071000"/>
                <a:gd name="connsiteX20" fmla="*/ 2937536 w 6590435"/>
                <a:gd name="connsiteY20" fmla="*/ 4733177 h 5071000"/>
                <a:gd name="connsiteX21" fmla="*/ 3095492 w 6590435"/>
                <a:gd name="connsiteY21" fmla="*/ 4899956 h 5071000"/>
                <a:gd name="connsiteX22" fmla="*/ 3251102 w 6590435"/>
                <a:gd name="connsiteY22" fmla="*/ 4979157 h 5071000"/>
                <a:gd name="connsiteX23" fmla="*/ 3486864 w 6590435"/>
                <a:gd name="connsiteY23" fmla="*/ 5004203 h 5071000"/>
                <a:gd name="connsiteX24" fmla="*/ 3710800 w 6590435"/>
                <a:gd name="connsiteY24" fmla="*/ 5004204 h 5071000"/>
                <a:gd name="connsiteX25" fmla="*/ 4004844 w 6590435"/>
                <a:gd name="connsiteY25" fmla="*/ 4982972 h 5071000"/>
                <a:gd name="connsiteX26" fmla="*/ 4130891 w 6590435"/>
                <a:gd name="connsiteY26" fmla="*/ 4982973 h 5071000"/>
                <a:gd name="connsiteX27" fmla="*/ 4382889 w 6590435"/>
                <a:gd name="connsiteY27" fmla="*/ 5026512 h 5071000"/>
                <a:gd name="connsiteX28" fmla="*/ 4711942 w 6590435"/>
                <a:gd name="connsiteY28" fmla="*/ 5070301 h 5071000"/>
                <a:gd name="connsiteX29" fmla="*/ 5014528 w 6590435"/>
                <a:gd name="connsiteY29" fmla="*/ 5016476 h 5071000"/>
                <a:gd name="connsiteX30" fmla="*/ 5429081 w 6590435"/>
                <a:gd name="connsiteY30" fmla="*/ 4712528 h 5071000"/>
                <a:gd name="connsiteX31" fmla="*/ 5926335 w 6590435"/>
                <a:gd name="connsiteY31" fmla="*/ 4356962 h 5071000"/>
                <a:gd name="connsiteX32" fmla="*/ 6253091 w 6590435"/>
                <a:gd name="connsiteY32" fmla="*/ 4162149 h 5071000"/>
                <a:gd name="connsiteX33" fmla="*/ 6590435 w 6590435"/>
                <a:gd name="connsiteY33" fmla="*/ 3736083 h 5071000"/>
                <a:gd name="connsiteX0" fmla="*/ 49752 w 6590435"/>
                <a:gd name="connsiteY0" fmla="*/ 0 h 2217821"/>
                <a:gd name="connsiteX1" fmla="*/ 0 w 6590435"/>
                <a:gd name="connsiteY1" fmla="*/ 72351 h 2217821"/>
                <a:gd name="connsiteX2" fmla="*/ 484568 w 6590435"/>
                <a:gd name="connsiteY2" fmla="*/ 366429 h 2217821"/>
                <a:gd name="connsiteX3" fmla="*/ 1336604 w 6590435"/>
                <a:gd name="connsiteY3" fmla="*/ 766868 h 2217821"/>
                <a:gd name="connsiteX4" fmla="*/ 1712173 w 6590435"/>
                <a:gd name="connsiteY4" fmla="*/ 1002977 h 2217821"/>
                <a:gd name="connsiteX5" fmla="*/ 1983851 w 6590435"/>
                <a:gd name="connsiteY5" fmla="*/ 948744 h 2217821"/>
                <a:gd name="connsiteX6" fmla="*/ 2092065 w 6590435"/>
                <a:gd name="connsiteY6" fmla="*/ 771714 h 2217821"/>
                <a:gd name="connsiteX7" fmla="*/ 2080366 w 6590435"/>
                <a:gd name="connsiteY7" fmla="*/ 430745 h 2217821"/>
                <a:gd name="connsiteX8" fmla="*/ 2057466 w 6590435"/>
                <a:gd name="connsiteY8" fmla="*/ 313477 h 2217821"/>
                <a:gd name="connsiteX9" fmla="*/ 2057466 w 6590435"/>
                <a:gd name="connsiteY9" fmla="*/ 222251 h 2217821"/>
                <a:gd name="connsiteX10" fmla="*/ 2178632 w 6590435"/>
                <a:gd name="connsiteY10" fmla="*/ 136830 h 2217821"/>
                <a:gd name="connsiteX11" fmla="*/ 2357048 w 6590435"/>
                <a:gd name="connsiteY11" fmla="*/ 149850 h 2217821"/>
                <a:gd name="connsiteX12" fmla="*/ 2465074 w 6590435"/>
                <a:gd name="connsiteY12" fmla="*/ 223660 h 2217821"/>
                <a:gd name="connsiteX13" fmla="*/ 2517444 w 6590435"/>
                <a:gd name="connsiteY13" fmla="*/ 421954 h 2217821"/>
                <a:gd name="connsiteX14" fmla="*/ 2414299 w 6590435"/>
                <a:gd name="connsiteY14" fmla="*/ 709979 h 2217821"/>
                <a:gd name="connsiteX15" fmla="*/ 2383234 w 6590435"/>
                <a:gd name="connsiteY15" fmla="*/ 906863 h 2217821"/>
                <a:gd name="connsiteX16" fmla="*/ 2481498 w 6590435"/>
                <a:gd name="connsiteY16" fmla="*/ 1126884 h 2217821"/>
                <a:gd name="connsiteX17" fmla="*/ 2659916 w 6590435"/>
                <a:gd name="connsiteY17" fmla="*/ 1419222 h 2217821"/>
                <a:gd name="connsiteX18" fmla="*/ 2769631 w 6590435"/>
                <a:gd name="connsiteY18" fmla="*/ 1620418 h 2217821"/>
                <a:gd name="connsiteX19" fmla="*/ 2937536 w 6590435"/>
                <a:gd name="connsiteY19" fmla="*/ 1879998 h 2217821"/>
                <a:gd name="connsiteX20" fmla="*/ 3095492 w 6590435"/>
                <a:gd name="connsiteY20" fmla="*/ 2046777 h 2217821"/>
                <a:gd name="connsiteX21" fmla="*/ 3251102 w 6590435"/>
                <a:gd name="connsiteY21" fmla="*/ 2125978 h 2217821"/>
                <a:gd name="connsiteX22" fmla="*/ 3486864 w 6590435"/>
                <a:gd name="connsiteY22" fmla="*/ 2151024 h 2217821"/>
                <a:gd name="connsiteX23" fmla="*/ 3710800 w 6590435"/>
                <a:gd name="connsiteY23" fmla="*/ 2151025 h 2217821"/>
                <a:gd name="connsiteX24" fmla="*/ 4004844 w 6590435"/>
                <a:gd name="connsiteY24" fmla="*/ 2129793 h 2217821"/>
                <a:gd name="connsiteX25" fmla="*/ 4130891 w 6590435"/>
                <a:gd name="connsiteY25" fmla="*/ 2129794 h 2217821"/>
                <a:gd name="connsiteX26" fmla="*/ 4382889 w 6590435"/>
                <a:gd name="connsiteY26" fmla="*/ 2173333 h 2217821"/>
                <a:gd name="connsiteX27" fmla="*/ 4711942 w 6590435"/>
                <a:gd name="connsiteY27" fmla="*/ 2217122 h 2217821"/>
                <a:gd name="connsiteX28" fmla="*/ 5014528 w 6590435"/>
                <a:gd name="connsiteY28" fmla="*/ 2163297 h 2217821"/>
                <a:gd name="connsiteX29" fmla="*/ 5429081 w 6590435"/>
                <a:gd name="connsiteY29" fmla="*/ 1859349 h 2217821"/>
                <a:gd name="connsiteX30" fmla="*/ 5926335 w 6590435"/>
                <a:gd name="connsiteY30" fmla="*/ 1503783 h 2217821"/>
                <a:gd name="connsiteX31" fmla="*/ 6253091 w 6590435"/>
                <a:gd name="connsiteY31" fmla="*/ 1308970 h 2217821"/>
                <a:gd name="connsiteX32" fmla="*/ 6590435 w 6590435"/>
                <a:gd name="connsiteY32" fmla="*/ 882904 h 221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90435" h="2217821">
                  <a:moveTo>
                    <a:pt x="49752" y="0"/>
                  </a:moveTo>
                  <a:lnTo>
                    <a:pt x="0" y="72351"/>
                  </a:lnTo>
                  <a:cubicBezTo>
                    <a:pt x="131198" y="132819"/>
                    <a:pt x="261802" y="250676"/>
                    <a:pt x="484568" y="366429"/>
                  </a:cubicBezTo>
                  <a:cubicBezTo>
                    <a:pt x="707335" y="482181"/>
                    <a:pt x="1132003" y="660776"/>
                    <a:pt x="1336604" y="766868"/>
                  </a:cubicBezTo>
                  <a:cubicBezTo>
                    <a:pt x="1541205" y="872960"/>
                    <a:pt x="1604299" y="972665"/>
                    <a:pt x="1712173" y="1002977"/>
                  </a:cubicBezTo>
                  <a:cubicBezTo>
                    <a:pt x="1820048" y="1033290"/>
                    <a:pt x="1920535" y="987287"/>
                    <a:pt x="1983851" y="948744"/>
                  </a:cubicBezTo>
                  <a:cubicBezTo>
                    <a:pt x="2047166" y="910201"/>
                    <a:pt x="2075979" y="858047"/>
                    <a:pt x="2092065" y="771714"/>
                  </a:cubicBezTo>
                  <a:cubicBezTo>
                    <a:pt x="2108151" y="685381"/>
                    <a:pt x="2092364" y="523394"/>
                    <a:pt x="2080366" y="430745"/>
                  </a:cubicBezTo>
                  <a:cubicBezTo>
                    <a:pt x="2073233" y="391601"/>
                    <a:pt x="2064787" y="352622"/>
                    <a:pt x="2057466" y="313477"/>
                  </a:cubicBezTo>
                  <a:cubicBezTo>
                    <a:pt x="2051741" y="282958"/>
                    <a:pt x="2046767" y="251609"/>
                    <a:pt x="2057466" y="222251"/>
                  </a:cubicBezTo>
                  <a:cubicBezTo>
                    <a:pt x="2074266" y="176140"/>
                    <a:pt x="2124853" y="149021"/>
                    <a:pt x="2178632" y="136830"/>
                  </a:cubicBezTo>
                  <a:cubicBezTo>
                    <a:pt x="2238041" y="123395"/>
                    <a:pt x="2300735" y="128537"/>
                    <a:pt x="2357048" y="149850"/>
                  </a:cubicBezTo>
                  <a:cubicBezTo>
                    <a:pt x="2399658" y="165939"/>
                    <a:pt x="2437294" y="190903"/>
                    <a:pt x="2465074" y="223660"/>
                  </a:cubicBezTo>
                  <a:cubicBezTo>
                    <a:pt x="2512752" y="279723"/>
                    <a:pt x="2525704" y="351876"/>
                    <a:pt x="2517444" y="421954"/>
                  </a:cubicBezTo>
                  <a:cubicBezTo>
                    <a:pt x="2505619" y="522469"/>
                    <a:pt x="2450527" y="613778"/>
                    <a:pt x="2414299" y="709979"/>
                  </a:cubicBezTo>
                  <a:cubicBezTo>
                    <a:pt x="2390273" y="773672"/>
                    <a:pt x="2374411" y="840267"/>
                    <a:pt x="2383234" y="906863"/>
                  </a:cubicBezTo>
                  <a:cubicBezTo>
                    <a:pt x="2393651" y="985815"/>
                    <a:pt x="2437669" y="1057055"/>
                    <a:pt x="2481498" y="1126884"/>
                  </a:cubicBezTo>
                  <a:cubicBezTo>
                    <a:pt x="2542222" y="1223750"/>
                    <a:pt x="2604166" y="1320118"/>
                    <a:pt x="2659916" y="1419222"/>
                  </a:cubicBezTo>
                  <a:cubicBezTo>
                    <a:pt x="2697457" y="1485901"/>
                    <a:pt x="2732183" y="1553741"/>
                    <a:pt x="2769631" y="1620418"/>
                  </a:cubicBezTo>
                  <a:cubicBezTo>
                    <a:pt x="2819843" y="1709737"/>
                    <a:pt x="2875029" y="1796900"/>
                    <a:pt x="2937536" y="1879998"/>
                  </a:cubicBezTo>
                  <a:cubicBezTo>
                    <a:pt x="2983149" y="1940705"/>
                    <a:pt x="3032798" y="1999505"/>
                    <a:pt x="3095492" y="2046777"/>
                  </a:cubicBezTo>
                  <a:cubicBezTo>
                    <a:pt x="3141481" y="2081444"/>
                    <a:pt x="3193664" y="2109309"/>
                    <a:pt x="3251102" y="2125978"/>
                  </a:cubicBezTo>
                  <a:cubicBezTo>
                    <a:pt x="3326655" y="2147956"/>
                    <a:pt x="3407181" y="2149365"/>
                    <a:pt x="3486864" y="2151024"/>
                  </a:cubicBezTo>
                  <a:cubicBezTo>
                    <a:pt x="3561572" y="2152517"/>
                    <a:pt x="3636279" y="2154175"/>
                    <a:pt x="3710800" y="2151025"/>
                  </a:cubicBezTo>
                  <a:cubicBezTo>
                    <a:pt x="3809065" y="2146877"/>
                    <a:pt x="3906580" y="2134686"/>
                    <a:pt x="4004844" y="2129793"/>
                  </a:cubicBezTo>
                  <a:cubicBezTo>
                    <a:pt x="4046797" y="2127719"/>
                    <a:pt x="4088938" y="2126973"/>
                    <a:pt x="4130891" y="2129794"/>
                  </a:cubicBezTo>
                  <a:cubicBezTo>
                    <a:pt x="4216392" y="2135516"/>
                    <a:pt x="4299452" y="2155669"/>
                    <a:pt x="4382889" y="2173333"/>
                  </a:cubicBezTo>
                  <a:cubicBezTo>
                    <a:pt x="4491103" y="2196306"/>
                    <a:pt x="4600725" y="2215546"/>
                    <a:pt x="4711942" y="2217122"/>
                  </a:cubicBezTo>
                  <a:cubicBezTo>
                    <a:pt x="4816401" y="2218614"/>
                    <a:pt x="4895004" y="2222927"/>
                    <a:pt x="5014528" y="2163297"/>
                  </a:cubicBezTo>
                  <a:cubicBezTo>
                    <a:pt x="5134051" y="2103668"/>
                    <a:pt x="5277113" y="1969268"/>
                    <a:pt x="5429081" y="1859349"/>
                  </a:cubicBezTo>
                  <a:cubicBezTo>
                    <a:pt x="5581049" y="1749430"/>
                    <a:pt x="5789000" y="1595513"/>
                    <a:pt x="5926335" y="1503783"/>
                  </a:cubicBezTo>
                  <a:cubicBezTo>
                    <a:pt x="6063670" y="1412053"/>
                    <a:pt x="6142408" y="1412450"/>
                    <a:pt x="6253091" y="1308970"/>
                  </a:cubicBezTo>
                  <a:cubicBezTo>
                    <a:pt x="6363774" y="1205490"/>
                    <a:pt x="6535661" y="945981"/>
                    <a:pt x="6590435" y="882904"/>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2" name="Freeform: Shape 41">
              <a:extLst>
                <a:ext uri="{FF2B5EF4-FFF2-40B4-BE49-F238E27FC236}">
                  <a16:creationId xmlns:a16="http://schemas.microsoft.com/office/drawing/2014/main" id="{E321B5A4-3D0C-0F5E-5AE9-360290FFA4AB}"/>
                </a:ext>
              </a:extLst>
            </p:cNvPr>
            <p:cNvSpPr/>
            <p:nvPr userDrawn="1"/>
          </p:nvSpPr>
          <p:spPr>
            <a:xfrm rot="2783228" flipV="1">
              <a:off x="-880062" y="4664273"/>
              <a:ext cx="9336" cy="8294"/>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43" name="Freeform: Shape 42">
              <a:extLst>
                <a:ext uri="{FF2B5EF4-FFF2-40B4-BE49-F238E27FC236}">
                  <a16:creationId xmlns:a16="http://schemas.microsoft.com/office/drawing/2014/main" id="{4D0D4C69-C676-E616-88A0-F23762A16A5D}"/>
                </a:ext>
              </a:extLst>
            </p:cNvPr>
            <p:cNvSpPr/>
            <p:nvPr userDrawn="1"/>
          </p:nvSpPr>
          <p:spPr>
            <a:xfrm rot="2783228" flipV="1">
              <a:off x="-187183" y="3304556"/>
              <a:ext cx="6330395" cy="2206725"/>
            </a:xfrm>
            <a:custGeom>
              <a:avLst/>
              <a:gdLst>
                <a:gd name="connsiteX0" fmla="*/ 0 w 6232819"/>
                <a:gd name="connsiteY0" fmla="*/ 2745788 h 4952513"/>
                <a:gd name="connsiteX1" fmla="*/ 72619 w 6232819"/>
                <a:gd name="connsiteY1" fmla="*/ 2765709 h 4952513"/>
                <a:gd name="connsiteX2" fmla="*/ 727111 w 6232819"/>
                <a:gd name="connsiteY2" fmla="*/ 3068603 h 4952513"/>
                <a:gd name="connsiteX3" fmla="*/ 1377245 w 6232819"/>
                <a:gd name="connsiteY3" fmla="*/ 3255019 h 4952513"/>
                <a:gd name="connsiteX4" fmla="*/ 1768443 w 6232819"/>
                <a:gd name="connsiteY4" fmla="*/ 2832172 h 4952513"/>
                <a:gd name="connsiteX5" fmla="*/ 1959851 w 6232819"/>
                <a:gd name="connsiteY5" fmla="*/ 2793111 h 4952513"/>
                <a:gd name="connsiteX6" fmla="*/ 2271645 w 6232819"/>
                <a:gd name="connsiteY6" fmla="*/ 2864018 h 4952513"/>
                <a:gd name="connsiteX7" fmla="*/ 2406878 w 6232819"/>
                <a:gd name="connsiteY7" fmla="*/ 2936419 h 4952513"/>
                <a:gd name="connsiteX8" fmla="*/ 2520739 w 6232819"/>
                <a:gd name="connsiteY8" fmla="*/ 3114476 h 4952513"/>
                <a:gd name="connsiteX9" fmla="*/ 2456432 w 6232819"/>
                <a:gd name="connsiteY9" fmla="*/ 3480708 h 4952513"/>
                <a:gd name="connsiteX10" fmla="*/ 2390423 w 6232819"/>
                <a:gd name="connsiteY10" fmla="*/ 3867175 h 4952513"/>
                <a:gd name="connsiteX11" fmla="*/ 2482817 w 6232819"/>
                <a:gd name="connsiteY11" fmla="*/ 4132064 h 4952513"/>
                <a:gd name="connsiteX12" fmla="*/ 2641220 w 6232819"/>
                <a:gd name="connsiteY12" fmla="*/ 4428467 h 4952513"/>
                <a:gd name="connsiteX13" fmla="*/ 2835086 w 6232819"/>
                <a:gd name="connsiteY13" fmla="*/ 4706125 h 4952513"/>
                <a:gd name="connsiteX14" fmla="*/ 3198798 w 6232819"/>
                <a:gd name="connsiteY14" fmla="*/ 4871909 h 4952513"/>
                <a:gd name="connsiteX15" fmla="*/ 3440517 w 6232819"/>
                <a:gd name="connsiteY15" fmla="*/ 4893720 h 4952513"/>
                <a:gd name="connsiteX16" fmla="*/ 3998757 w 6232819"/>
                <a:gd name="connsiteY16" fmla="*/ 4893721 h 4952513"/>
                <a:gd name="connsiteX17" fmla="*/ 4521344 w 6232819"/>
                <a:gd name="connsiteY17" fmla="*/ 4952106 h 4952513"/>
                <a:gd name="connsiteX18" fmla="*/ 4804010 w 6232819"/>
                <a:gd name="connsiteY18" fmla="*/ 4885428 h 4952513"/>
                <a:gd name="connsiteX19" fmla="*/ 4985773 w 6232819"/>
                <a:gd name="connsiteY19" fmla="*/ 4750993 h 4952513"/>
                <a:gd name="connsiteX20" fmla="*/ 5326187 w 6232819"/>
                <a:gd name="connsiteY20" fmla="*/ 4512328 h 4952513"/>
                <a:gd name="connsiteX21" fmla="*/ 5642274 w 6232819"/>
                <a:gd name="connsiteY21" fmla="*/ 4271066 h 4952513"/>
                <a:gd name="connsiteX22" fmla="*/ 5916822 w 6232819"/>
                <a:gd name="connsiteY22" fmla="*/ 4039968 h 4952513"/>
                <a:gd name="connsiteX23" fmla="*/ 6198524 w 6232819"/>
                <a:gd name="connsiteY23" fmla="*/ 3572350 h 4952513"/>
                <a:gd name="connsiteX24" fmla="*/ 6232819 w 6232819"/>
                <a:gd name="connsiteY24" fmla="*/ 3517057 h 4952513"/>
                <a:gd name="connsiteX25" fmla="*/ 2882064 w 6232819"/>
                <a:gd name="connsiteY25" fmla="*/ 0 h 4952513"/>
                <a:gd name="connsiteX0" fmla="*/ 0 w 6273123"/>
                <a:gd name="connsiteY0" fmla="*/ 2745788 h 4952513"/>
                <a:gd name="connsiteX1" fmla="*/ 72619 w 6273123"/>
                <a:gd name="connsiteY1" fmla="*/ 2765709 h 4952513"/>
                <a:gd name="connsiteX2" fmla="*/ 727111 w 6273123"/>
                <a:gd name="connsiteY2" fmla="*/ 3068603 h 4952513"/>
                <a:gd name="connsiteX3" fmla="*/ 1377245 w 6273123"/>
                <a:gd name="connsiteY3" fmla="*/ 3255019 h 4952513"/>
                <a:gd name="connsiteX4" fmla="*/ 1768443 w 6273123"/>
                <a:gd name="connsiteY4" fmla="*/ 2832172 h 4952513"/>
                <a:gd name="connsiteX5" fmla="*/ 1959851 w 6273123"/>
                <a:gd name="connsiteY5" fmla="*/ 2793111 h 4952513"/>
                <a:gd name="connsiteX6" fmla="*/ 2271645 w 6273123"/>
                <a:gd name="connsiteY6" fmla="*/ 2864018 h 4952513"/>
                <a:gd name="connsiteX7" fmla="*/ 2406878 w 6273123"/>
                <a:gd name="connsiteY7" fmla="*/ 2936419 h 4952513"/>
                <a:gd name="connsiteX8" fmla="*/ 2520739 w 6273123"/>
                <a:gd name="connsiteY8" fmla="*/ 3114476 h 4952513"/>
                <a:gd name="connsiteX9" fmla="*/ 2456432 w 6273123"/>
                <a:gd name="connsiteY9" fmla="*/ 3480708 h 4952513"/>
                <a:gd name="connsiteX10" fmla="*/ 2390423 w 6273123"/>
                <a:gd name="connsiteY10" fmla="*/ 3867175 h 4952513"/>
                <a:gd name="connsiteX11" fmla="*/ 2482817 w 6273123"/>
                <a:gd name="connsiteY11" fmla="*/ 4132064 h 4952513"/>
                <a:gd name="connsiteX12" fmla="*/ 2641220 w 6273123"/>
                <a:gd name="connsiteY12" fmla="*/ 4428467 h 4952513"/>
                <a:gd name="connsiteX13" fmla="*/ 2835086 w 6273123"/>
                <a:gd name="connsiteY13" fmla="*/ 4706125 h 4952513"/>
                <a:gd name="connsiteX14" fmla="*/ 3198798 w 6273123"/>
                <a:gd name="connsiteY14" fmla="*/ 4871909 h 4952513"/>
                <a:gd name="connsiteX15" fmla="*/ 3440517 w 6273123"/>
                <a:gd name="connsiteY15" fmla="*/ 4893720 h 4952513"/>
                <a:gd name="connsiteX16" fmla="*/ 3998757 w 6273123"/>
                <a:gd name="connsiteY16" fmla="*/ 4893721 h 4952513"/>
                <a:gd name="connsiteX17" fmla="*/ 4521344 w 6273123"/>
                <a:gd name="connsiteY17" fmla="*/ 4952106 h 4952513"/>
                <a:gd name="connsiteX18" fmla="*/ 4804010 w 6273123"/>
                <a:gd name="connsiteY18" fmla="*/ 4885428 h 4952513"/>
                <a:gd name="connsiteX19" fmla="*/ 4985773 w 6273123"/>
                <a:gd name="connsiteY19" fmla="*/ 4750993 h 4952513"/>
                <a:gd name="connsiteX20" fmla="*/ 5326187 w 6273123"/>
                <a:gd name="connsiteY20" fmla="*/ 4512328 h 4952513"/>
                <a:gd name="connsiteX21" fmla="*/ 5642274 w 6273123"/>
                <a:gd name="connsiteY21" fmla="*/ 4271066 h 4952513"/>
                <a:gd name="connsiteX22" fmla="*/ 5916822 w 6273123"/>
                <a:gd name="connsiteY22" fmla="*/ 4039968 h 4952513"/>
                <a:gd name="connsiteX23" fmla="*/ 6198524 w 6273123"/>
                <a:gd name="connsiteY23" fmla="*/ 3572350 h 4952513"/>
                <a:gd name="connsiteX24" fmla="*/ 6273123 w 6273123"/>
                <a:gd name="connsiteY24" fmla="*/ 3515517 h 4952513"/>
                <a:gd name="connsiteX25" fmla="*/ 2882064 w 6273123"/>
                <a:gd name="connsiteY25" fmla="*/ 0 h 4952513"/>
                <a:gd name="connsiteX26" fmla="*/ 0 w 6273123"/>
                <a:gd name="connsiteY26" fmla="*/ 2745788 h 4952513"/>
                <a:gd name="connsiteX0" fmla="*/ 6273123 w 6364563"/>
                <a:gd name="connsiteY0" fmla="*/ 3515517 h 4952513"/>
                <a:gd name="connsiteX1" fmla="*/ 2882064 w 6364563"/>
                <a:gd name="connsiteY1" fmla="*/ 0 h 4952513"/>
                <a:gd name="connsiteX2" fmla="*/ 0 w 6364563"/>
                <a:gd name="connsiteY2" fmla="*/ 2745788 h 4952513"/>
                <a:gd name="connsiteX3" fmla="*/ 72619 w 6364563"/>
                <a:gd name="connsiteY3" fmla="*/ 2765709 h 4952513"/>
                <a:gd name="connsiteX4" fmla="*/ 727111 w 6364563"/>
                <a:gd name="connsiteY4" fmla="*/ 3068603 h 4952513"/>
                <a:gd name="connsiteX5" fmla="*/ 1377245 w 6364563"/>
                <a:gd name="connsiteY5" fmla="*/ 3255019 h 4952513"/>
                <a:gd name="connsiteX6" fmla="*/ 1768443 w 6364563"/>
                <a:gd name="connsiteY6" fmla="*/ 2832172 h 4952513"/>
                <a:gd name="connsiteX7" fmla="*/ 1959851 w 6364563"/>
                <a:gd name="connsiteY7" fmla="*/ 2793111 h 4952513"/>
                <a:gd name="connsiteX8" fmla="*/ 2271645 w 6364563"/>
                <a:gd name="connsiteY8" fmla="*/ 2864018 h 4952513"/>
                <a:gd name="connsiteX9" fmla="*/ 2406878 w 6364563"/>
                <a:gd name="connsiteY9" fmla="*/ 2936419 h 4952513"/>
                <a:gd name="connsiteX10" fmla="*/ 2520739 w 6364563"/>
                <a:gd name="connsiteY10" fmla="*/ 3114476 h 4952513"/>
                <a:gd name="connsiteX11" fmla="*/ 2456432 w 6364563"/>
                <a:gd name="connsiteY11" fmla="*/ 3480708 h 4952513"/>
                <a:gd name="connsiteX12" fmla="*/ 2390423 w 6364563"/>
                <a:gd name="connsiteY12" fmla="*/ 3867175 h 4952513"/>
                <a:gd name="connsiteX13" fmla="*/ 2482817 w 6364563"/>
                <a:gd name="connsiteY13" fmla="*/ 4132064 h 4952513"/>
                <a:gd name="connsiteX14" fmla="*/ 2641220 w 6364563"/>
                <a:gd name="connsiteY14" fmla="*/ 4428467 h 4952513"/>
                <a:gd name="connsiteX15" fmla="*/ 2835086 w 6364563"/>
                <a:gd name="connsiteY15" fmla="*/ 4706125 h 4952513"/>
                <a:gd name="connsiteX16" fmla="*/ 3198798 w 6364563"/>
                <a:gd name="connsiteY16" fmla="*/ 4871909 h 4952513"/>
                <a:gd name="connsiteX17" fmla="*/ 3440517 w 6364563"/>
                <a:gd name="connsiteY17" fmla="*/ 4893720 h 4952513"/>
                <a:gd name="connsiteX18" fmla="*/ 3998757 w 6364563"/>
                <a:gd name="connsiteY18" fmla="*/ 4893721 h 4952513"/>
                <a:gd name="connsiteX19" fmla="*/ 4521344 w 6364563"/>
                <a:gd name="connsiteY19" fmla="*/ 4952106 h 4952513"/>
                <a:gd name="connsiteX20" fmla="*/ 4804010 w 6364563"/>
                <a:gd name="connsiteY20" fmla="*/ 4885428 h 4952513"/>
                <a:gd name="connsiteX21" fmla="*/ 4985773 w 6364563"/>
                <a:gd name="connsiteY21" fmla="*/ 4750993 h 4952513"/>
                <a:gd name="connsiteX22" fmla="*/ 5326187 w 6364563"/>
                <a:gd name="connsiteY22" fmla="*/ 4512328 h 4952513"/>
                <a:gd name="connsiteX23" fmla="*/ 5642274 w 6364563"/>
                <a:gd name="connsiteY23" fmla="*/ 4271066 h 4952513"/>
                <a:gd name="connsiteX24" fmla="*/ 5916822 w 6364563"/>
                <a:gd name="connsiteY24" fmla="*/ 4039968 h 4952513"/>
                <a:gd name="connsiteX25" fmla="*/ 6198524 w 6364563"/>
                <a:gd name="connsiteY25" fmla="*/ 3572350 h 4952513"/>
                <a:gd name="connsiteX26" fmla="*/ 6364563 w 6364563"/>
                <a:gd name="connsiteY26" fmla="*/ 3606957 h 4952513"/>
                <a:gd name="connsiteX0" fmla="*/ 2882064 w 6364563"/>
                <a:gd name="connsiteY0" fmla="*/ 0 h 4952513"/>
                <a:gd name="connsiteX1" fmla="*/ 0 w 6364563"/>
                <a:gd name="connsiteY1" fmla="*/ 2745788 h 4952513"/>
                <a:gd name="connsiteX2" fmla="*/ 72619 w 6364563"/>
                <a:gd name="connsiteY2" fmla="*/ 2765709 h 4952513"/>
                <a:gd name="connsiteX3" fmla="*/ 727111 w 6364563"/>
                <a:gd name="connsiteY3" fmla="*/ 3068603 h 4952513"/>
                <a:gd name="connsiteX4" fmla="*/ 1377245 w 6364563"/>
                <a:gd name="connsiteY4" fmla="*/ 3255019 h 4952513"/>
                <a:gd name="connsiteX5" fmla="*/ 1768443 w 6364563"/>
                <a:gd name="connsiteY5" fmla="*/ 2832172 h 4952513"/>
                <a:gd name="connsiteX6" fmla="*/ 1959851 w 6364563"/>
                <a:gd name="connsiteY6" fmla="*/ 2793111 h 4952513"/>
                <a:gd name="connsiteX7" fmla="*/ 2271645 w 6364563"/>
                <a:gd name="connsiteY7" fmla="*/ 2864018 h 4952513"/>
                <a:gd name="connsiteX8" fmla="*/ 2406878 w 6364563"/>
                <a:gd name="connsiteY8" fmla="*/ 2936419 h 4952513"/>
                <a:gd name="connsiteX9" fmla="*/ 2520739 w 6364563"/>
                <a:gd name="connsiteY9" fmla="*/ 3114476 h 4952513"/>
                <a:gd name="connsiteX10" fmla="*/ 2456432 w 6364563"/>
                <a:gd name="connsiteY10" fmla="*/ 3480708 h 4952513"/>
                <a:gd name="connsiteX11" fmla="*/ 2390423 w 6364563"/>
                <a:gd name="connsiteY11" fmla="*/ 3867175 h 4952513"/>
                <a:gd name="connsiteX12" fmla="*/ 2482817 w 6364563"/>
                <a:gd name="connsiteY12" fmla="*/ 4132064 h 4952513"/>
                <a:gd name="connsiteX13" fmla="*/ 2641220 w 6364563"/>
                <a:gd name="connsiteY13" fmla="*/ 4428467 h 4952513"/>
                <a:gd name="connsiteX14" fmla="*/ 2835086 w 6364563"/>
                <a:gd name="connsiteY14" fmla="*/ 4706125 h 4952513"/>
                <a:gd name="connsiteX15" fmla="*/ 3198798 w 6364563"/>
                <a:gd name="connsiteY15" fmla="*/ 4871909 h 4952513"/>
                <a:gd name="connsiteX16" fmla="*/ 3440517 w 6364563"/>
                <a:gd name="connsiteY16" fmla="*/ 4893720 h 4952513"/>
                <a:gd name="connsiteX17" fmla="*/ 3998757 w 6364563"/>
                <a:gd name="connsiteY17" fmla="*/ 4893721 h 4952513"/>
                <a:gd name="connsiteX18" fmla="*/ 4521344 w 6364563"/>
                <a:gd name="connsiteY18" fmla="*/ 4952106 h 4952513"/>
                <a:gd name="connsiteX19" fmla="*/ 4804010 w 6364563"/>
                <a:gd name="connsiteY19" fmla="*/ 4885428 h 4952513"/>
                <a:gd name="connsiteX20" fmla="*/ 4985773 w 6364563"/>
                <a:gd name="connsiteY20" fmla="*/ 4750993 h 4952513"/>
                <a:gd name="connsiteX21" fmla="*/ 5326187 w 6364563"/>
                <a:gd name="connsiteY21" fmla="*/ 4512328 h 4952513"/>
                <a:gd name="connsiteX22" fmla="*/ 5642274 w 6364563"/>
                <a:gd name="connsiteY22" fmla="*/ 4271066 h 4952513"/>
                <a:gd name="connsiteX23" fmla="*/ 5916822 w 6364563"/>
                <a:gd name="connsiteY23" fmla="*/ 4039968 h 4952513"/>
                <a:gd name="connsiteX24" fmla="*/ 6198524 w 6364563"/>
                <a:gd name="connsiteY24" fmla="*/ 3572350 h 4952513"/>
                <a:gd name="connsiteX25" fmla="*/ 6364563 w 6364563"/>
                <a:gd name="connsiteY25" fmla="*/ 3606957 h 4952513"/>
                <a:gd name="connsiteX0" fmla="*/ 2882064 w 6364563"/>
                <a:gd name="connsiteY0" fmla="*/ 0 h 4952513"/>
                <a:gd name="connsiteX1" fmla="*/ 0 w 6364563"/>
                <a:gd name="connsiteY1" fmla="*/ 2745788 h 4952513"/>
                <a:gd name="connsiteX2" fmla="*/ 72619 w 6364563"/>
                <a:gd name="connsiteY2" fmla="*/ 2765709 h 4952513"/>
                <a:gd name="connsiteX3" fmla="*/ 727111 w 6364563"/>
                <a:gd name="connsiteY3" fmla="*/ 3068603 h 4952513"/>
                <a:gd name="connsiteX4" fmla="*/ 1377245 w 6364563"/>
                <a:gd name="connsiteY4" fmla="*/ 3255019 h 4952513"/>
                <a:gd name="connsiteX5" fmla="*/ 1768443 w 6364563"/>
                <a:gd name="connsiteY5" fmla="*/ 2832172 h 4952513"/>
                <a:gd name="connsiteX6" fmla="*/ 1959851 w 6364563"/>
                <a:gd name="connsiteY6" fmla="*/ 2793111 h 4952513"/>
                <a:gd name="connsiteX7" fmla="*/ 2271645 w 6364563"/>
                <a:gd name="connsiteY7" fmla="*/ 2864018 h 4952513"/>
                <a:gd name="connsiteX8" fmla="*/ 2406878 w 6364563"/>
                <a:gd name="connsiteY8" fmla="*/ 2936419 h 4952513"/>
                <a:gd name="connsiteX9" fmla="*/ 2520739 w 6364563"/>
                <a:gd name="connsiteY9" fmla="*/ 3114476 h 4952513"/>
                <a:gd name="connsiteX10" fmla="*/ 2456432 w 6364563"/>
                <a:gd name="connsiteY10" fmla="*/ 3480708 h 4952513"/>
                <a:gd name="connsiteX11" fmla="*/ 2390423 w 6364563"/>
                <a:gd name="connsiteY11" fmla="*/ 3867175 h 4952513"/>
                <a:gd name="connsiteX12" fmla="*/ 2482817 w 6364563"/>
                <a:gd name="connsiteY12" fmla="*/ 4132064 h 4952513"/>
                <a:gd name="connsiteX13" fmla="*/ 2641220 w 6364563"/>
                <a:gd name="connsiteY13" fmla="*/ 4428467 h 4952513"/>
                <a:gd name="connsiteX14" fmla="*/ 2835086 w 6364563"/>
                <a:gd name="connsiteY14" fmla="*/ 4706125 h 4952513"/>
                <a:gd name="connsiteX15" fmla="*/ 3198798 w 6364563"/>
                <a:gd name="connsiteY15" fmla="*/ 4871909 h 4952513"/>
                <a:gd name="connsiteX16" fmla="*/ 3440517 w 6364563"/>
                <a:gd name="connsiteY16" fmla="*/ 4893720 h 4952513"/>
                <a:gd name="connsiteX17" fmla="*/ 3998757 w 6364563"/>
                <a:gd name="connsiteY17" fmla="*/ 4893721 h 4952513"/>
                <a:gd name="connsiteX18" fmla="*/ 4521344 w 6364563"/>
                <a:gd name="connsiteY18" fmla="*/ 4952106 h 4952513"/>
                <a:gd name="connsiteX19" fmla="*/ 4804010 w 6364563"/>
                <a:gd name="connsiteY19" fmla="*/ 4885428 h 4952513"/>
                <a:gd name="connsiteX20" fmla="*/ 4985773 w 6364563"/>
                <a:gd name="connsiteY20" fmla="*/ 4750993 h 4952513"/>
                <a:gd name="connsiteX21" fmla="*/ 5326187 w 6364563"/>
                <a:gd name="connsiteY21" fmla="*/ 4512328 h 4952513"/>
                <a:gd name="connsiteX22" fmla="*/ 5642274 w 6364563"/>
                <a:gd name="connsiteY22" fmla="*/ 4271066 h 4952513"/>
                <a:gd name="connsiteX23" fmla="*/ 5916822 w 6364563"/>
                <a:gd name="connsiteY23" fmla="*/ 4039968 h 4952513"/>
                <a:gd name="connsiteX24" fmla="*/ 6180650 w 6364563"/>
                <a:gd name="connsiteY24" fmla="*/ 3790862 h 4952513"/>
                <a:gd name="connsiteX25" fmla="*/ 6364563 w 6364563"/>
                <a:gd name="connsiteY25" fmla="*/ 3606957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406878 w 6330395"/>
                <a:gd name="connsiteY8" fmla="*/ 2936419 h 4952513"/>
                <a:gd name="connsiteX9" fmla="*/ 2520739 w 6330395"/>
                <a:gd name="connsiteY9" fmla="*/ 3114476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406878 w 6330395"/>
                <a:gd name="connsiteY8" fmla="*/ 2936419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547673 w 6330395"/>
                <a:gd name="connsiteY8" fmla="*/ 2993935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41220 w 6330395"/>
                <a:gd name="connsiteY13" fmla="*/ 4428467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2882064 w 6330395"/>
                <a:gd name="connsiteY0" fmla="*/ 0 h 4952513"/>
                <a:gd name="connsiteX1" fmla="*/ 0 w 6330395"/>
                <a:gd name="connsiteY1" fmla="*/ 2745788 h 4952513"/>
                <a:gd name="connsiteX2" fmla="*/ 72619 w 6330395"/>
                <a:gd name="connsiteY2" fmla="*/ 2765709 h 4952513"/>
                <a:gd name="connsiteX3" fmla="*/ 727111 w 6330395"/>
                <a:gd name="connsiteY3" fmla="*/ 3068603 h 4952513"/>
                <a:gd name="connsiteX4" fmla="*/ 1377245 w 6330395"/>
                <a:gd name="connsiteY4" fmla="*/ 3255019 h 4952513"/>
                <a:gd name="connsiteX5" fmla="*/ 1768443 w 6330395"/>
                <a:gd name="connsiteY5" fmla="*/ 2832172 h 4952513"/>
                <a:gd name="connsiteX6" fmla="*/ 1959851 w 6330395"/>
                <a:gd name="connsiteY6" fmla="*/ 2793111 h 4952513"/>
                <a:gd name="connsiteX7" fmla="*/ 2271645 w 6330395"/>
                <a:gd name="connsiteY7" fmla="*/ 2864018 h 4952513"/>
                <a:gd name="connsiteX8" fmla="*/ 2547673 w 6330395"/>
                <a:gd name="connsiteY8" fmla="*/ 2993935 h 4952513"/>
                <a:gd name="connsiteX9" fmla="*/ 2611911 w 6330395"/>
                <a:gd name="connsiteY9" fmla="*/ 3194698 h 4952513"/>
                <a:gd name="connsiteX10" fmla="*/ 2456432 w 6330395"/>
                <a:gd name="connsiteY10" fmla="*/ 3480708 h 4952513"/>
                <a:gd name="connsiteX11" fmla="*/ 2390423 w 6330395"/>
                <a:gd name="connsiteY11" fmla="*/ 3867175 h 4952513"/>
                <a:gd name="connsiteX12" fmla="*/ 2482817 w 6330395"/>
                <a:gd name="connsiteY12" fmla="*/ 4132064 h 4952513"/>
                <a:gd name="connsiteX13" fmla="*/ 2678817 w 6330395"/>
                <a:gd name="connsiteY13" fmla="*/ 4382820 h 4952513"/>
                <a:gd name="connsiteX14" fmla="*/ 2835086 w 6330395"/>
                <a:gd name="connsiteY14" fmla="*/ 4706125 h 4952513"/>
                <a:gd name="connsiteX15" fmla="*/ 3198798 w 6330395"/>
                <a:gd name="connsiteY15" fmla="*/ 4871909 h 4952513"/>
                <a:gd name="connsiteX16" fmla="*/ 3440517 w 6330395"/>
                <a:gd name="connsiteY16" fmla="*/ 4893720 h 4952513"/>
                <a:gd name="connsiteX17" fmla="*/ 3998757 w 6330395"/>
                <a:gd name="connsiteY17" fmla="*/ 4893721 h 4952513"/>
                <a:gd name="connsiteX18" fmla="*/ 4521344 w 6330395"/>
                <a:gd name="connsiteY18" fmla="*/ 4952106 h 4952513"/>
                <a:gd name="connsiteX19" fmla="*/ 4804010 w 6330395"/>
                <a:gd name="connsiteY19" fmla="*/ 4885428 h 4952513"/>
                <a:gd name="connsiteX20" fmla="*/ 4985773 w 6330395"/>
                <a:gd name="connsiteY20" fmla="*/ 4750993 h 4952513"/>
                <a:gd name="connsiteX21" fmla="*/ 5326187 w 6330395"/>
                <a:gd name="connsiteY21" fmla="*/ 4512328 h 4952513"/>
                <a:gd name="connsiteX22" fmla="*/ 5642274 w 6330395"/>
                <a:gd name="connsiteY22" fmla="*/ 4271066 h 4952513"/>
                <a:gd name="connsiteX23" fmla="*/ 5916822 w 6330395"/>
                <a:gd name="connsiteY23" fmla="*/ 4039968 h 4952513"/>
                <a:gd name="connsiteX24" fmla="*/ 6180650 w 6330395"/>
                <a:gd name="connsiteY24" fmla="*/ 3790862 h 4952513"/>
                <a:gd name="connsiteX25" fmla="*/ 6330395 w 6330395"/>
                <a:gd name="connsiteY25" fmla="*/ 3614938 h 4952513"/>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68443 w 6330395"/>
                <a:gd name="connsiteY4" fmla="*/ 86384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11911 w 6330395"/>
                <a:gd name="connsiteY8" fmla="*/ 448910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09175 w 6330395"/>
                <a:gd name="connsiteY4" fmla="*/ 128266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11911 w 6330395"/>
                <a:gd name="connsiteY8" fmla="*/ 448910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 name="connsiteX0" fmla="*/ 0 w 6330395"/>
                <a:gd name="connsiteY0" fmla="*/ 0 h 2206725"/>
                <a:gd name="connsiteX1" fmla="*/ 72619 w 6330395"/>
                <a:gd name="connsiteY1" fmla="*/ 19921 h 2206725"/>
                <a:gd name="connsiteX2" fmla="*/ 727111 w 6330395"/>
                <a:gd name="connsiteY2" fmla="*/ 322815 h 2206725"/>
                <a:gd name="connsiteX3" fmla="*/ 1377245 w 6330395"/>
                <a:gd name="connsiteY3" fmla="*/ 509231 h 2206725"/>
                <a:gd name="connsiteX4" fmla="*/ 1709175 w 6330395"/>
                <a:gd name="connsiteY4" fmla="*/ 128266 h 2206725"/>
                <a:gd name="connsiteX5" fmla="*/ 1959851 w 6330395"/>
                <a:gd name="connsiteY5" fmla="*/ 47323 h 2206725"/>
                <a:gd name="connsiteX6" fmla="*/ 2271645 w 6330395"/>
                <a:gd name="connsiteY6" fmla="*/ 118230 h 2206725"/>
                <a:gd name="connsiteX7" fmla="*/ 2547673 w 6330395"/>
                <a:gd name="connsiteY7" fmla="*/ 248147 h 2206725"/>
                <a:gd name="connsiteX8" fmla="*/ 2662895 w 6330395"/>
                <a:gd name="connsiteY8" fmla="*/ 502425 h 2206725"/>
                <a:gd name="connsiteX9" fmla="*/ 2456432 w 6330395"/>
                <a:gd name="connsiteY9" fmla="*/ 734920 h 2206725"/>
                <a:gd name="connsiteX10" fmla="*/ 2390423 w 6330395"/>
                <a:gd name="connsiteY10" fmla="*/ 1121387 h 2206725"/>
                <a:gd name="connsiteX11" fmla="*/ 2482817 w 6330395"/>
                <a:gd name="connsiteY11" fmla="*/ 1386276 h 2206725"/>
                <a:gd name="connsiteX12" fmla="*/ 2678817 w 6330395"/>
                <a:gd name="connsiteY12" fmla="*/ 1637032 h 2206725"/>
                <a:gd name="connsiteX13" fmla="*/ 2835086 w 6330395"/>
                <a:gd name="connsiteY13" fmla="*/ 1960337 h 2206725"/>
                <a:gd name="connsiteX14" fmla="*/ 3198798 w 6330395"/>
                <a:gd name="connsiteY14" fmla="*/ 2126121 h 2206725"/>
                <a:gd name="connsiteX15" fmla="*/ 3440517 w 6330395"/>
                <a:gd name="connsiteY15" fmla="*/ 2147932 h 2206725"/>
                <a:gd name="connsiteX16" fmla="*/ 3998757 w 6330395"/>
                <a:gd name="connsiteY16" fmla="*/ 2147933 h 2206725"/>
                <a:gd name="connsiteX17" fmla="*/ 4521344 w 6330395"/>
                <a:gd name="connsiteY17" fmla="*/ 2206318 h 2206725"/>
                <a:gd name="connsiteX18" fmla="*/ 4804010 w 6330395"/>
                <a:gd name="connsiteY18" fmla="*/ 2139640 h 2206725"/>
                <a:gd name="connsiteX19" fmla="*/ 4985773 w 6330395"/>
                <a:gd name="connsiteY19" fmla="*/ 2005205 h 2206725"/>
                <a:gd name="connsiteX20" fmla="*/ 5326187 w 6330395"/>
                <a:gd name="connsiteY20" fmla="*/ 1766540 h 2206725"/>
                <a:gd name="connsiteX21" fmla="*/ 5642274 w 6330395"/>
                <a:gd name="connsiteY21" fmla="*/ 1525278 h 2206725"/>
                <a:gd name="connsiteX22" fmla="*/ 5916822 w 6330395"/>
                <a:gd name="connsiteY22" fmla="*/ 1294180 h 2206725"/>
                <a:gd name="connsiteX23" fmla="*/ 6180650 w 6330395"/>
                <a:gd name="connsiteY23" fmla="*/ 1045074 h 2206725"/>
                <a:gd name="connsiteX24" fmla="*/ 6330395 w 6330395"/>
                <a:gd name="connsiteY24" fmla="*/ 869150 h 220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330395" h="2206725">
                  <a:moveTo>
                    <a:pt x="0" y="0"/>
                  </a:moveTo>
                  <a:lnTo>
                    <a:pt x="72619" y="19921"/>
                  </a:lnTo>
                  <a:cubicBezTo>
                    <a:pt x="276030" y="90588"/>
                    <a:pt x="594597" y="287176"/>
                    <a:pt x="727111" y="322815"/>
                  </a:cubicBezTo>
                  <a:cubicBezTo>
                    <a:pt x="878555" y="363544"/>
                    <a:pt x="1213568" y="541656"/>
                    <a:pt x="1377245" y="509231"/>
                  </a:cubicBezTo>
                  <a:cubicBezTo>
                    <a:pt x="1540922" y="476806"/>
                    <a:pt x="1612074" y="205250"/>
                    <a:pt x="1709175" y="128266"/>
                  </a:cubicBezTo>
                  <a:cubicBezTo>
                    <a:pt x="1806275" y="51282"/>
                    <a:pt x="1866106" y="48996"/>
                    <a:pt x="1959851" y="47323"/>
                  </a:cubicBezTo>
                  <a:cubicBezTo>
                    <a:pt x="2053596" y="45650"/>
                    <a:pt x="2173675" y="84759"/>
                    <a:pt x="2271645" y="118230"/>
                  </a:cubicBezTo>
                  <a:cubicBezTo>
                    <a:pt x="2369615" y="151701"/>
                    <a:pt x="2482465" y="184115"/>
                    <a:pt x="2547673" y="248147"/>
                  </a:cubicBezTo>
                  <a:cubicBezTo>
                    <a:pt x="2612881" y="312179"/>
                    <a:pt x="2678102" y="421296"/>
                    <a:pt x="2662895" y="502425"/>
                  </a:cubicBezTo>
                  <a:cubicBezTo>
                    <a:pt x="2647688" y="583554"/>
                    <a:pt x="2501844" y="631760"/>
                    <a:pt x="2456432" y="734920"/>
                  </a:cubicBezTo>
                  <a:cubicBezTo>
                    <a:pt x="2411020" y="838080"/>
                    <a:pt x="2373874" y="990685"/>
                    <a:pt x="2390423" y="1121387"/>
                  </a:cubicBezTo>
                  <a:cubicBezTo>
                    <a:pt x="2402150" y="1213609"/>
                    <a:pt x="2434751" y="1300335"/>
                    <a:pt x="2482817" y="1386276"/>
                  </a:cubicBezTo>
                  <a:cubicBezTo>
                    <a:pt x="2530883" y="1472217"/>
                    <a:pt x="2625102" y="1538591"/>
                    <a:pt x="2678817" y="1637032"/>
                  </a:cubicBezTo>
                  <a:cubicBezTo>
                    <a:pt x="2732721" y="1735804"/>
                    <a:pt x="2748423" y="1878822"/>
                    <a:pt x="2835086" y="1960337"/>
                  </a:cubicBezTo>
                  <a:cubicBezTo>
                    <a:pt x="2921750" y="2041852"/>
                    <a:pt x="3062051" y="2100577"/>
                    <a:pt x="3198798" y="2126121"/>
                  </a:cubicBezTo>
                  <a:cubicBezTo>
                    <a:pt x="3278236" y="2140966"/>
                    <a:pt x="3359376" y="2146689"/>
                    <a:pt x="3440517" y="2147932"/>
                  </a:cubicBezTo>
                  <a:cubicBezTo>
                    <a:pt x="3626911" y="2150752"/>
                    <a:pt x="3813496" y="2131428"/>
                    <a:pt x="3998757" y="2147933"/>
                  </a:cubicBezTo>
                  <a:cubicBezTo>
                    <a:pt x="4174182" y="2163606"/>
                    <a:pt x="4345446" y="2211625"/>
                    <a:pt x="4521344" y="2206318"/>
                  </a:cubicBezTo>
                  <a:cubicBezTo>
                    <a:pt x="4620452" y="2203332"/>
                    <a:pt x="4718710" y="2183842"/>
                    <a:pt x="4804010" y="2139640"/>
                  </a:cubicBezTo>
                  <a:cubicBezTo>
                    <a:pt x="4872479" y="2104144"/>
                    <a:pt x="4898743" y="2067389"/>
                    <a:pt x="4985773" y="2005205"/>
                  </a:cubicBezTo>
                  <a:cubicBezTo>
                    <a:pt x="5072802" y="1943023"/>
                    <a:pt x="5216769" y="1846528"/>
                    <a:pt x="5326187" y="1766540"/>
                  </a:cubicBezTo>
                  <a:cubicBezTo>
                    <a:pt x="5435603" y="1686553"/>
                    <a:pt x="5543835" y="1604005"/>
                    <a:pt x="5642274" y="1525278"/>
                  </a:cubicBezTo>
                  <a:cubicBezTo>
                    <a:pt x="5740713" y="1446551"/>
                    <a:pt x="5827093" y="1374214"/>
                    <a:pt x="5916822" y="1294180"/>
                  </a:cubicBezTo>
                  <a:cubicBezTo>
                    <a:pt x="6006551" y="1214146"/>
                    <a:pt x="6112327" y="1158795"/>
                    <a:pt x="6180650" y="1045074"/>
                  </a:cubicBezTo>
                  <a:cubicBezTo>
                    <a:pt x="6205516" y="1026130"/>
                    <a:pt x="6330395" y="869150"/>
                    <a:pt x="6330395" y="86915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4" name="Freeform: Shape 43">
              <a:extLst>
                <a:ext uri="{FF2B5EF4-FFF2-40B4-BE49-F238E27FC236}">
                  <a16:creationId xmlns:a16="http://schemas.microsoft.com/office/drawing/2014/main" id="{4C803EC7-63BD-A8C5-C232-7CB006F23EDB}"/>
                </a:ext>
              </a:extLst>
            </p:cNvPr>
            <p:cNvSpPr/>
            <p:nvPr userDrawn="1"/>
          </p:nvSpPr>
          <p:spPr>
            <a:xfrm rot="2783228" flipV="1">
              <a:off x="-110608" y="3414274"/>
              <a:ext cx="6026181" cy="2258258"/>
            </a:xfrm>
            <a:custGeom>
              <a:avLst/>
              <a:gdLst>
                <a:gd name="connsiteX0" fmla="*/ 0 w 5967524"/>
                <a:gd name="connsiteY0" fmla="*/ 2570505 h 4828763"/>
                <a:gd name="connsiteX1" fmla="*/ 3593 w 5967524"/>
                <a:gd name="connsiteY1" fmla="*/ 2571430 h 4828763"/>
                <a:gd name="connsiteX2" fmla="*/ 844289 w 5967524"/>
                <a:gd name="connsiteY2" fmla="*/ 2894748 h 4828763"/>
                <a:gd name="connsiteX3" fmla="*/ 1354084 w 5967524"/>
                <a:gd name="connsiteY3" fmla="*/ 2727769 h 4828763"/>
                <a:gd name="connsiteX4" fmla="*/ 1866843 w 5967524"/>
                <a:gd name="connsiteY4" fmla="*/ 2655786 h 4828763"/>
                <a:gd name="connsiteX5" fmla="*/ 2455635 w 5967524"/>
                <a:gd name="connsiteY5" fmla="*/ 2848273 h 4828763"/>
                <a:gd name="connsiteX6" fmla="*/ 2627063 w 5967524"/>
                <a:gd name="connsiteY6" fmla="*/ 3042419 h 4828763"/>
                <a:gd name="connsiteX7" fmla="*/ 2598585 w 5967524"/>
                <a:gd name="connsiteY7" fmla="*/ 3269988 h 4828763"/>
                <a:gd name="connsiteX8" fmla="*/ 2457876 w 5967524"/>
                <a:gd name="connsiteY8" fmla="*/ 3545077 h 4828763"/>
                <a:gd name="connsiteX9" fmla="*/ 2426877 w 5967524"/>
                <a:gd name="connsiteY9" fmla="*/ 3992749 h 4828763"/>
                <a:gd name="connsiteX10" fmla="*/ 2547885 w 5967524"/>
                <a:gd name="connsiteY10" fmla="*/ 4280361 h 4828763"/>
                <a:gd name="connsiteX11" fmla="*/ 2680190 w 5967524"/>
                <a:gd name="connsiteY11" fmla="*/ 4502953 h 4828763"/>
                <a:gd name="connsiteX12" fmla="*/ 2885699 w 5967524"/>
                <a:gd name="connsiteY12" fmla="*/ 4685571 h 4828763"/>
                <a:gd name="connsiteX13" fmla="*/ 3250589 w 5967524"/>
                <a:gd name="connsiteY13" fmla="*/ 4769002 h 4828763"/>
                <a:gd name="connsiteX14" fmla="*/ 3604835 w 5967524"/>
                <a:gd name="connsiteY14" fmla="*/ 4769002 h 4828763"/>
                <a:gd name="connsiteX15" fmla="*/ 3855907 w 5967524"/>
                <a:gd name="connsiteY15" fmla="*/ 4782271 h 4828763"/>
                <a:gd name="connsiteX16" fmla="*/ 4165337 w 5967524"/>
                <a:gd name="connsiteY16" fmla="*/ 4811215 h 4828763"/>
                <a:gd name="connsiteX17" fmla="*/ 4421824 w 5967524"/>
                <a:gd name="connsiteY17" fmla="*/ 4820835 h 4828763"/>
                <a:gd name="connsiteX18" fmla="*/ 4586062 w 5967524"/>
                <a:gd name="connsiteY18" fmla="*/ 4748434 h 4828763"/>
                <a:gd name="connsiteX19" fmla="*/ 4821915 w 5967524"/>
                <a:gd name="connsiteY19" fmla="*/ 4589286 h 4828763"/>
                <a:gd name="connsiteX20" fmla="*/ 5295675 w 5967524"/>
                <a:gd name="connsiteY20" fmla="*/ 4184904 h 4828763"/>
                <a:gd name="connsiteX21" fmla="*/ 5563088 w 5967524"/>
                <a:gd name="connsiteY21" fmla="*/ 3947302 h 4828763"/>
                <a:gd name="connsiteX22" fmla="*/ 5844506 w 5967524"/>
                <a:gd name="connsiteY22" fmla="*/ 3640947 h 4828763"/>
                <a:gd name="connsiteX23" fmla="*/ 5946267 w 5967524"/>
                <a:gd name="connsiteY23" fmla="*/ 3479528 h 4828763"/>
                <a:gd name="connsiteX24" fmla="*/ 5967524 w 5967524"/>
                <a:gd name="connsiteY24" fmla="*/ 3431709 h 4828763"/>
                <a:gd name="connsiteX25" fmla="*/ 2698082 w 5967524"/>
                <a:gd name="connsiteY25" fmla="*/ 0 h 4828763"/>
                <a:gd name="connsiteX0" fmla="*/ 2698082 w 5967524"/>
                <a:gd name="connsiteY0" fmla="*/ 0 h 4828763"/>
                <a:gd name="connsiteX1" fmla="*/ 0 w 5967524"/>
                <a:gd name="connsiteY1" fmla="*/ 2570505 h 4828763"/>
                <a:gd name="connsiteX2" fmla="*/ 3593 w 5967524"/>
                <a:gd name="connsiteY2" fmla="*/ 2571430 h 4828763"/>
                <a:gd name="connsiteX3" fmla="*/ 844289 w 5967524"/>
                <a:gd name="connsiteY3" fmla="*/ 2894748 h 4828763"/>
                <a:gd name="connsiteX4" fmla="*/ 1354084 w 5967524"/>
                <a:gd name="connsiteY4" fmla="*/ 2727769 h 4828763"/>
                <a:gd name="connsiteX5" fmla="*/ 1866843 w 5967524"/>
                <a:gd name="connsiteY5" fmla="*/ 2655786 h 4828763"/>
                <a:gd name="connsiteX6" fmla="*/ 2455635 w 5967524"/>
                <a:gd name="connsiteY6" fmla="*/ 2848273 h 4828763"/>
                <a:gd name="connsiteX7" fmla="*/ 2627063 w 5967524"/>
                <a:gd name="connsiteY7" fmla="*/ 3042419 h 4828763"/>
                <a:gd name="connsiteX8" fmla="*/ 2598585 w 5967524"/>
                <a:gd name="connsiteY8" fmla="*/ 3269988 h 4828763"/>
                <a:gd name="connsiteX9" fmla="*/ 2457876 w 5967524"/>
                <a:gd name="connsiteY9" fmla="*/ 3545077 h 4828763"/>
                <a:gd name="connsiteX10" fmla="*/ 2426877 w 5967524"/>
                <a:gd name="connsiteY10" fmla="*/ 3992749 h 4828763"/>
                <a:gd name="connsiteX11" fmla="*/ 2547885 w 5967524"/>
                <a:gd name="connsiteY11" fmla="*/ 4280361 h 4828763"/>
                <a:gd name="connsiteX12" fmla="*/ 2680190 w 5967524"/>
                <a:gd name="connsiteY12" fmla="*/ 4502953 h 4828763"/>
                <a:gd name="connsiteX13" fmla="*/ 2885699 w 5967524"/>
                <a:gd name="connsiteY13" fmla="*/ 4685571 h 4828763"/>
                <a:gd name="connsiteX14" fmla="*/ 3250589 w 5967524"/>
                <a:gd name="connsiteY14" fmla="*/ 4769002 h 4828763"/>
                <a:gd name="connsiteX15" fmla="*/ 3604835 w 5967524"/>
                <a:gd name="connsiteY15" fmla="*/ 4769002 h 4828763"/>
                <a:gd name="connsiteX16" fmla="*/ 3855907 w 5967524"/>
                <a:gd name="connsiteY16" fmla="*/ 4782271 h 4828763"/>
                <a:gd name="connsiteX17" fmla="*/ 4165337 w 5967524"/>
                <a:gd name="connsiteY17" fmla="*/ 4811215 h 4828763"/>
                <a:gd name="connsiteX18" fmla="*/ 4421824 w 5967524"/>
                <a:gd name="connsiteY18" fmla="*/ 4820835 h 4828763"/>
                <a:gd name="connsiteX19" fmla="*/ 4586062 w 5967524"/>
                <a:gd name="connsiteY19" fmla="*/ 4748434 h 4828763"/>
                <a:gd name="connsiteX20" fmla="*/ 4821915 w 5967524"/>
                <a:gd name="connsiteY20" fmla="*/ 4589286 h 4828763"/>
                <a:gd name="connsiteX21" fmla="*/ 5295675 w 5967524"/>
                <a:gd name="connsiteY21" fmla="*/ 4184904 h 4828763"/>
                <a:gd name="connsiteX22" fmla="*/ 5563088 w 5967524"/>
                <a:gd name="connsiteY22" fmla="*/ 3947302 h 4828763"/>
                <a:gd name="connsiteX23" fmla="*/ 5844506 w 5967524"/>
                <a:gd name="connsiteY23" fmla="*/ 3640947 h 4828763"/>
                <a:gd name="connsiteX24" fmla="*/ 5946267 w 5967524"/>
                <a:gd name="connsiteY24" fmla="*/ 3479528 h 4828763"/>
                <a:gd name="connsiteX25" fmla="*/ 5967524 w 5967524"/>
                <a:gd name="connsiteY25" fmla="*/ 3431709 h 4828763"/>
                <a:gd name="connsiteX26" fmla="*/ 2789522 w 5967524"/>
                <a:gd name="connsiteY26" fmla="*/ 91440 h 4828763"/>
                <a:gd name="connsiteX0" fmla="*/ 2698082 w 5967524"/>
                <a:gd name="connsiteY0" fmla="*/ 0 h 4828763"/>
                <a:gd name="connsiteX1" fmla="*/ 0 w 5967524"/>
                <a:gd name="connsiteY1" fmla="*/ 2570505 h 4828763"/>
                <a:gd name="connsiteX2" fmla="*/ 3593 w 5967524"/>
                <a:gd name="connsiteY2" fmla="*/ 2571430 h 4828763"/>
                <a:gd name="connsiteX3" fmla="*/ 844289 w 5967524"/>
                <a:gd name="connsiteY3" fmla="*/ 2894748 h 4828763"/>
                <a:gd name="connsiteX4" fmla="*/ 1354084 w 5967524"/>
                <a:gd name="connsiteY4" fmla="*/ 2727769 h 4828763"/>
                <a:gd name="connsiteX5" fmla="*/ 1866843 w 5967524"/>
                <a:gd name="connsiteY5" fmla="*/ 2655786 h 4828763"/>
                <a:gd name="connsiteX6" fmla="*/ 2455635 w 5967524"/>
                <a:gd name="connsiteY6" fmla="*/ 2848273 h 4828763"/>
                <a:gd name="connsiteX7" fmla="*/ 2627063 w 5967524"/>
                <a:gd name="connsiteY7" fmla="*/ 3042419 h 4828763"/>
                <a:gd name="connsiteX8" fmla="*/ 2598585 w 5967524"/>
                <a:gd name="connsiteY8" fmla="*/ 3269988 h 4828763"/>
                <a:gd name="connsiteX9" fmla="*/ 2457876 w 5967524"/>
                <a:gd name="connsiteY9" fmla="*/ 3545077 h 4828763"/>
                <a:gd name="connsiteX10" fmla="*/ 2426877 w 5967524"/>
                <a:gd name="connsiteY10" fmla="*/ 3992749 h 4828763"/>
                <a:gd name="connsiteX11" fmla="*/ 2547885 w 5967524"/>
                <a:gd name="connsiteY11" fmla="*/ 4280361 h 4828763"/>
                <a:gd name="connsiteX12" fmla="*/ 2680190 w 5967524"/>
                <a:gd name="connsiteY12" fmla="*/ 4502953 h 4828763"/>
                <a:gd name="connsiteX13" fmla="*/ 2885699 w 5967524"/>
                <a:gd name="connsiteY13" fmla="*/ 4685571 h 4828763"/>
                <a:gd name="connsiteX14" fmla="*/ 3250589 w 5967524"/>
                <a:gd name="connsiteY14" fmla="*/ 4769002 h 4828763"/>
                <a:gd name="connsiteX15" fmla="*/ 3604835 w 5967524"/>
                <a:gd name="connsiteY15" fmla="*/ 4769002 h 4828763"/>
                <a:gd name="connsiteX16" fmla="*/ 3855907 w 5967524"/>
                <a:gd name="connsiteY16" fmla="*/ 4782271 h 4828763"/>
                <a:gd name="connsiteX17" fmla="*/ 4165337 w 5967524"/>
                <a:gd name="connsiteY17" fmla="*/ 4811215 h 4828763"/>
                <a:gd name="connsiteX18" fmla="*/ 4421824 w 5967524"/>
                <a:gd name="connsiteY18" fmla="*/ 4820835 h 4828763"/>
                <a:gd name="connsiteX19" fmla="*/ 4586062 w 5967524"/>
                <a:gd name="connsiteY19" fmla="*/ 4748434 h 4828763"/>
                <a:gd name="connsiteX20" fmla="*/ 4821915 w 5967524"/>
                <a:gd name="connsiteY20" fmla="*/ 4589286 h 4828763"/>
                <a:gd name="connsiteX21" fmla="*/ 5295675 w 5967524"/>
                <a:gd name="connsiteY21" fmla="*/ 4184904 h 4828763"/>
                <a:gd name="connsiteX22" fmla="*/ 5563088 w 5967524"/>
                <a:gd name="connsiteY22" fmla="*/ 3947302 h 4828763"/>
                <a:gd name="connsiteX23" fmla="*/ 5844506 w 5967524"/>
                <a:gd name="connsiteY23" fmla="*/ 3640947 h 4828763"/>
                <a:gd name="connsiteX24" fmla="*/ 5946267 w 5967524"/>
                <a:gd name="connsiteY24" fmla="*/ 3479528 h 4828763"/>
                <a:gd name="connsiteX25" fmla="*/ 5967524 w 5967524"/>
                <a:gd name="connsiteY25" fmla="*/ 3431709 h 4828763"/>
                <a:gd name="connsiteX0" fmla="*/ 0 w 5967524"/>
                <a:gd name="connsiteY0" fmla="*/ 0 h 2258258"/>
                <a:gd name="connsiteX1" fmla="*/ 3593 w 5967524"/>
                <a:gd name="connsiteY1" fmla="*/ 925 h 2258258"/>
                <a:gd name="connsiteX2" fmla="*/ 844289 w 5967524"/>
                <a:gd name="connsiteY2" fmla="*/ 324243 h 2258258"/>
                <a:gd name="connsiteX3" fmla="*/ 1354084 w 5967524"/>
                <a:gd name="connsiteY3" fmla="*/ 157264 h 2258258"/>
                <a:gd name="connsiteX4" fmla="*/ 1866843 w 5967524"/>
                <a:gd name="connsiteY4" fmla="*/ 85281 h 2258258"/>
                <a:gd name="connsiteX5" fmla="*/ 2455635 w 5967524"/>
                <a:gd name="connsiteY5" fmla="*/ 277768 h 2258258"/>
                <a:gd name="connsiteX6" fmla="*/ 2627063 w 5967524"/>
                <a:gd name="connsiteY6" fmla="*/ 471914 h 2258258"/>
                <a:gd name="connsiteX7" fmla="*/ 2598585 w 5967524"/>
                <a:gd name="connsiteY7" fmla="*/ 699483 h 2258258"/>
                <a:gd name="connsiteX8" fmla="*/ 2457876 w 5967524"/>
                <a:gd name="connsiteY8" fmla="*/ 974572 h 2258258"/>
                <a:gd name="connsiteX9" fmla="*/ 2426877 w 5967524"/>
                <a:gd name="connsiteY9" fmla="*/ 1422244 h 2258258"/>
                <a:gd name="connsiteX10" fmla="*/ 2547885 w 5967524"/>
                <a:gd name="connsiteY10" fmla="*/ 1709856 h 2258258"/>
                <a:gd name="connsiteX11" fmla="*/ 2680190 w 5967524"/>
                <a:gd name="connsiteY11" fmla="*/ 1932448 h 2258258"/>
                <a:gd name="connsiteX12" fmla="*/ 2885699 w 5967524"/>
                <a:gd name="connsiteY12" fmla="*/ 2115066 h 2258258"/>
                <a:gd name="connsiteX13" fmla="*/ 3250589 w 5967524"/>
                <a:gd name="connsiteY13" fmla="*/ 2198497 h 2258258"/>
                <a:gd name="connsiteX14" fmla="*/ 3604835 w 5967524"/>
                <a:gd name="connsiteY14" fmla="*/ 2198497 h 2258258"/>
                <a:gd name="connsiteX15" fmla="*/ 3855907 w 5967524"/>
                <a:gd name="connsiteY15" fmla="*/ 2211766 h 2258258"/>
                <a:gd name="connsiteX16" fmla="*/ 4165337 w 5967524"/>
                <a:gd name="connsiteY16" fmla="*/ 2240710 h 2258258"/>
                <a:gd name="connsiteX17" fmla="*/ 4421824 w 5967524"/>
                <a:gd name="connsiteY17" fmla="*/ 2250330 h 2258258"/>
                <a:gd name="connsiteX18" fmla="*/ 4586062 w 5967524"/>
                <a:gd name="connsiteY18" fmla="*/ 2177929 h 2258258"/>
                <a:gd name="connsiteX19" fmla="*/ 4821915 w 5967524"/>
                <a:gd name="connsiteY19" fmla="*/ 2018781 h 2258258"/>
                <a:gd name="connsiteX20" fmla="*/ 5295675 w 5967524"/>
                <a:gd name="connsiteY20" fmla="*/ 1614399 h 2258258"/>
                <a:gd name="connsiteX21" fmla="*/ 5563088 w 5967524"/>
                <a:gd name="connsiteY21" fmla="*/ 1376797 h 2258258"/>
                <a:gd name="connsiteX22" fmla="*/ 5844506 w 5967524"/>
                <a:gd name="connsiteY22" fmla="*/ 1070442 h 2258258"/>
                <a:gd name="connsiteX23" fmla="*/ 5946267 w 5967524"/>
                <a:gd name="connsiteY23" fmla="*/ 909023 h 2258258"/>
                <a:gd name="connsiteX24" fmla="*/ 5967524 w 5967524"/>
                <a:gd name="connsiteY24" fmla="*/ 861204 h 2258258"/>
                <a:gd name="connsiteX0" fmla="*/ 0 w 5976883"/>
                <a:gd name="connsiteY0" fmla="*/ 0 h 2258258"/>
                <a:gd name="connsiteX1" fmla="*/ 3593 w 5976883"/>
                <a:gd name="connsiteY1" fmla="*/ 925 h 2258258"/>
                <a:gd name="connsiteX2" fmla="*/ 844289 w 5976883"/>
                <a:gd name="connsiteY2" fmla="*/ 324243 h 2258258"/>
                <a:gd name="connsiteX3" fmla="*/ 1354084 w 5976883"/>
                <a:gd name="connsiteY3" fmla="*/ 157264 h 2258258"/>
                <a:gd name="connsiteX4" fmla="*/ 1866843 w 5976883"/>
                <a:gd name="connsiteY4" fmla="*/ 85281 h 2258258"/>
                <a:gd name="connsiteX5" fmla="*/ 2455635 w 5976883"/>
                <a:gd name="connsiteY5" fmla="*/ 277768 h 2258258"/>
                <a:gd name="connsiteX6" fmla="*/ 2627063 w 5976883"/>
                <a:gd name="connsiteY6" fmla="*/ 471914 h 2258258"/>
                <a:gd name="connsiteX7" fmla="*/ 2598585 w 5976883"/>
                <a:gd name="connsiteY7" fmla="*/ 699483 h 2258258"/>
                <a:gd name="connsiteX8" fmla="*/ 2457876 w 5976883"/>
                <a:gd name="connsiteY8" fmla="*/ 974572 h 2258258"/>
                <a:gd name="connsiteX9" fmla="*/ 2426877 w 5976883"/>
                <a:gd name="connsiteY9" fmla="*/ 1422244 h 2258258"/>
                <a:gd name="connsiteX10" fmla="*/ 2547885 w 5976883"/>
                <a:gd name="connsiteY10" fmla="*/ 1709856 h 2258258"/>
                <a:gd name="connsiteX11" fmla="*/ 2680190 w 5976883"/>
                <a:gd name="connsiteY11" fmla="*/ 1932448 h 2258258"/>
                <a:gd name="connsiteX12" fmla="*/ 2885699 w 5976883"/>
                <a:gd name="connsiteY12" fmla="*/ 2115066 h 2258258"/>
                <a:gd name="connsiteX13" fmla="*/ 3250589 w 5976883"/>
                <a:gd name="connsiteY13" fmla="*/ 2198497 h 2258258"/>
                <a:gd name="connsiteX14" fmla="*/ 3604835 w 5976883"/>
                <a:gd name="connsiteY14" fmla="*/ 2198497 h 2258258"/>
                <a:gd name="connsiteX15" fmla="*/ 3855907 w 5976883"/>
                <a:gd name="connsiteY15" fmla="*/ 2211766 h 2258258"/>
                <a:gd name="connsiteX16" fmla="*/ 4165337 w 5976883"/>
                <a:gd name="connsiteY16" fmla="*/ 2240710 h 2258258"/>
                <a:gd name="connsiteX17" fmla="*/ 4421824 w 5976883"/>
                <a:gd name="connsiteY17" fmla="*/ 2250330 h 2258258"/>
                <a:gd name="connsiteX18" fmla="*/ 4586062 w 5976883"/>
                <a:gd name="connsiteY18" fmla="*/ 2177929 h 2258258"/>
                <a:gd name="connsiteX19" fmla="*/ 4821915 w 5976883"/>
                <a:gd name="connsiteY19" fmla="*/ 2018781 h 2258258"/>
                <a:gd name="connsiteX20" fmla="*/ 5295675 w 5976883"/>
                <a:gd name="connsiteY20" fmla="*/ 1614399 h 2258258"/>
                <a:gd name="connsiteX21" fmla="*/ 5563088 w 5976883"/>
                <a:gd name="connsiteY21" fmla="*/ 1376797 h 2258258"/>
                <a:gd name="connsiteX22" fmla="*/ 5844506 w 5976883"/>
                <a:gd name="connsiteY22" fmla="*/ 1070442 h 2258258"/>
                <a:gd name="connsiteX23" fmla="*/ 5976883 w 5976883"/>
                <a:gd name="connsiteY23" fmla="*/ 943738 h 2258258"/>
                <a:gd name="connsiteX24" fmla="*/ 5967524 w 5976883"/>
                <a:gd name="connsiteY24" fmla="*/ 861204 h 2258258"/>
                <a:gd name="connsiteX0" fmla="*/ 0 w 5976883"/>
                <a:gd name="connsiteY0" fmla="*/ 0 h 2258258"/>
                <a:gd name="connsiteX1" fmla="*/ 3593 w 5976883"/>
                <a:gd name="connsiteY1" fmla="*/ 925 h 2258258"/>
                <a:gd name="connsiteX2" fmla="*/ 844289 w 5976883"/>
                <a:gd name="connsiteY2" fmla="*/ 324243 h 2258258"/>
                <a:gd name="connsiteX3" fmla="*/ 1354084 w 5976883"/>
                <a:gd name="connsiteY3" fmla="*/ 157264 h 2258258"/>
                <a:gd name="connsiteX4" fmla="*/ 1866843 w 5976883"/>
                <a:gd name="connsiteY4" fmla="*/ 85281 h 2258258"/>
                <a:gd name="connsiteX5" fmla="*/ 2455635 w 5976883"/>
                <a:gd name="connsiteY5" fmla="*/ 277768 h 2258258"/>
                <a:gd name="connsiteX6" fmla="*/ 2627063 w 5976883"/>
                <a:gd name="connsiteY6" fmla="*/ 471914 h 2258258"/>
                <a:gd name="connsiteX7" fmla="*/ 2598585 w 5976883"/>
                <a:gd name="connsiteY7" fmla="*/ 699483 h 2258258"/>
                <a:gd name="connsiteX8" fmla="*/ 2457876 w 5976883"/>
                <a:gd name="connsiteY8" fmla="*/ 974572 h 2258258"/>
                <a:gd name="connsiteX9" fmla="*/ 2426877 w 5976883"/>
                <a:gd name="connsiteY9" fmla="*/ 1422244 h 2258258"/>
                <a:gd name="connsiteX10" fmla="*/ 2547885 w 5976883"/>
                <a:gd name="connsiteY10" fmla="*/ 1709856 h 2258258"/>
                <a:gd name="connsiteX11" fmla="*/ 2680190 w 5976883"/>
                <a:gd name="connsiteY11" fmla="*/ 1932448 h 2258258"/>
                <a:gd name="connsiteX12" fmla="*/ 2885699 w 5976883"/>
                <a:gd name="connsiteY12" fmla="*/ 2115066 h 2258258"/>
                <a:gd name="connsiteX13" fmla="*/ 3250589 w 5976883"/>
                <a:gd name="connsiteY13" fmla="*/ 2198497 h 2258258"/>
                <a:gd name="connsiteX14" fmla="*/ 3604835 w 5976883"/>
                <a:gd name="connsiteY14" fmla="*/ 2198497 h 2258258"/>
                <a:gd name="connsiteX15" fmla="*/ 3855907 w 5976883"/>
                <a:gd name="connsiteY15" fmla="*/ 2211766 h 2258258"/>
                <a:gd name="connsiteX16" fmla="*/ 4165337 w 5976883"/>
                <a:gd name="connsiteY16" fmla="*/ 2240710 h 2258258"/>
                <a:gd name="connsiteX17" fmla="*/ 4421824 w 5976883"/>
                <a:gd name="connsiteY17" fmla="*/ 2250330 h 2258258"/>
                <a:gd name="connsiteX18" fmla="*/ 4586062 w 5976883"/>
                <a:gd name="connsiteY18" fmla="*/ 2177929 h 2258258"/>
                <a:gd name="connsiteX19" fmla="*/ 4821915 w 5976883"/>
                <a:gd name="connsiteY19" fmla="*/ 2018781 h 2258258"/>
                <a:gd name="connsiteX20" fmla="*/ 5295675 w 5976883"/>
                <a:gd name="connsiteY20" fmla="*/ 1614399 h 2258258"/>
                <a:gd name="connsiteX21" fmla="*/ 5563088 w 5976883"/>
                <a:gd name="connsiteY21" fmla="*/ 1376797 h 2258258"/>
                <a:gd name="connsiteX22" fmla="*/ 5870295 w 5976883"/>
                <a:gd name="connsiteY22" fmla="*/ 1200672 h 2258258"/>
                <a:gd name="connsiteX23" fmla="*/ 5976883 w 5976883"/>
                <a:gd name="connsiteY23" fmla="*/ 943738 h 2258258"/>
                <a:gd name="connsiteX24" fmla="*/ 5967524 w 5976883"/>
                <a:gd name="connsiteY24" fmla="*/ 861204 h 2258258"/>
                <a:gd name="connsiteX0" fmla="*/ 0 w 6014863"/>
                <a:gd name="connsiteY0" fmla="*/ 0 h 2258258"/>
                <a:gd name="connsiteX1" fmla="*/ 3593 w 6014863"/>
                <a:gd name="connsiteY1" fmla="*/ 925 h 2258258"/>
                <a:gd name="connsiteX2" fmla="*/ 844289 w 6014863"/>
                <a:gd name="connsiteY2" fmla="*/ 324243 h 2258258"/>
                <a:gd name="connsiteX3" fmla="*/ 1354084 w 6014863"/>
                <a:gd name="connsiteY3" fmla="*/ 157264 h 2258258"/>
                <a:gd name="connsiteX4" fmla="*/ 1866843 w 6014863"/>
                <a:gd name="connsiteY4" fmla="*/ 85281 h 2258258"/>
                <a:gd name="connsiteX5" fmla="*/ 2455635 w 6014863"/>
                <a:gd name="connsiteY5" fmla="*/ 277768 h 2258258"/>
                <a:gd name="connsiteX6" fmla="*/ 2627063 w 6014863"/>
                <a:gd name="connsiteY6" fmla="*/ 471914 h 2258258"/>
                <a:gd name="connsiteX7" fmla="*/ 2598585 w 6014863"/>
                <a:gd name="connsiteY7" fmla="*/ 699483 h 2258258"/>
                <a:gd name="connsiteX8" fmla="*/ 2457876 w 6014863"/>
                <a:gd name="connsiteY8" fmla="*/ 974572 h 2258258"/>
                <a:gd name="connsiteX9" fmla="*/ 2426877 w 6014863"/>
                <a:gd name="connsiteY9" fmla="*/ 1422244 h 2258258"/>
                <a:gd name="connsiteX10" fmla="*/ 2547885 w 6014863"/>
                <a:gd name="connsiteY10" fmla="*/ 1709856 h 2258258"/>
                <a:gd name="connsiteX11" fmla="*/ 2680190 w 6014863"/>
                <a:gd name="connsiteY11" fmla="*/ 1932448 h 2258258"/>
                <a:gd name="connsiteX12" fmla="*/ 2885699 w 6014863"/>
                <a:gd name="connsiteY12" fmla="*/ 2115066 h 2258258"/>
                <a:gd name="connsiteX13" fmla="*/ 3250589 w 6014863"/>
                <a:gd name="connsiteY13" fmla="*/ 2198497 h 2258258"/>
                <a:gd name="connsiteX14" fmla="*/ 3604835 w 6014863"/>
                <a:gd name="connsiteY14" fmla="*/ 2198497 h 2258258"/>
                <a:gd name="connsiteX15" fmla="*/ 3855907 w 6014863"/>
                <a:gd name="connsiteY15" fmla="*/ 2211766 h 2258258"/>
                <a:gd name="connsiteX16" fmla="*/ 4165337 w 6014863"/>
                <a:gd name="connsiteY16" fmla="*/ 2240710 h 2258258"/>
                <a:gd name="connsiteX17" fmla="*/ 4421824 w 6014863"/>
                <a:gd name="connsiteY17" fmla="*/ 2250330 h 2258258"/>
                <a:gd name="connsiteX18" fmla="*/ 4586062 w 6014863"/>
                <a:gd name="connsiteY18" fmla="*/ 2177929 h 2258258"/>
                <a:gd name="connsiteX19" fmla="*/ 4821915 w 6014863"/>
                <a:gd name="connsiteY19" fmla="*/ 2018781 h 2258258"/>
                <a:gd name="connsiteX20" fmla="*/ 5295675 w 6014863"/>
                <a:gd name="connsiteY20" fmla="*/ 1614399 h 2258258"/>
                <a:gd name="connsiteX21" fmla="*/ 5563088 w 6014863"/>
                <a:gd name="connsiteY21" fmla="*/ 1376797 h 2258258"/>
                <a:gd name="connsiteX22" fmla="*/ 5870295 w 6014863"/>
                <a:gd name="connsiteY22" fmla="*/ 1200672 h 2258258"/>
                <a:gd name="connsiteX23" fmla="*/ 6014863 w 6014863"/>
                <a:gd name="connsiteY23" fmla="*/ 986182 h 2258258"/>
                <a:gd name="connsiteX24" fmla="*/ 5967524 w 6014863"/>
                <a:gd name="connsiteY24" fmla="*/ 861204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598585 w 6026181"/>
                <a:gd name="connsiteY7" fmla="*/ 699483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3088 w 6026181"/>
                <a:gd name="connsiteY21" fmla="*/ 1376797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598585 w 6026181"/>
                <a:gd name="connsiteY7" fmla="*/ 699483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721096 w 6026181"/>
                <a:gd name="connsiteY7" fmla="*/ 732648 h 2258258"/>
                <a:gd name="connsiteX8" fmla="*/ 2457876 w 6026181"/>
                <a:gd name="connsiteY8" fmla="*/ 974572 h 2258258"/>
                <a:gd name="connsiteX9" fmla="*/ 2426877 w 6026181"/>
                <a:gd name="connsiteY9" fmla="*/ 142224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 name="connsiteX0" fmla="*/ 0 w 6026181"/>
                <a:gd name="connsiteY0" fmla="*/ 0 h 2258258"/>
                <a:gd name="connsiteX1" fmla="*/ 3593 w 6026181"/>
                <a:gd name="connsiteY1" fmla="*/ 925 h 2258258"/>
                <a:gd name="connsiteX2" fmla="*/ 844289 w 6026181"/>
                <a:gd name="connsiteY2" fmla="*/ 324243 h 2258258"/>
                <a:gd name="connsiteX3" fmla="*/ 1354084 w 6026181"/>
                <a:gd name="connsiteY3" fmla="*/ 157264 h 2258258"/>
                <a:gd name="connsiteX4" fmla="*/ 1866843 w 6026181"/>
                <a:gd name="connsiteY4" fmla="*/ 85281 h 2258258"/>
                <a:gd name="connsiteX5" fmla="*/ 2455635 w 6026181"/>
                <a:gd name="connsiteY5" fmla="*/ 277768 h 2258258"/>
                <a:gd name="connsiteX6" fmla="*/ 2627063 w 6026181"/>
                <a:gd name="connsiteY6" fmla="*/ 471914 h 2258258"/>
                <a:gd name="connsiteX7" fmla="*/ 2721096 w 6026181"/>
                <a:gd name="connsiteY7" fmla="*/ 732648 h 2258258"/>
                <a:gd name="connsiteX8" fmla="*/ 2457876 w 6026181"/>
                <a:gd name="connsiteY8" fmla="*/ 974572 h 2258258"/>
                <a:gd name="connsiteX9" fmla="*/ 2334478 w 6026181"/>
                <a:gd name="connsiteY9" fmla="*/ 1340734 h 2258258"/>
                <a:gd name="connsiteX10" fmla="*/ 2547885 w 6026181"/>
                <a:gd name="connsiteY10" fmla="*/ 1709856 h 2258258"/>
                <a:gd name="connsiteX11" fmla="*/ 2680190 w 6026181"/>
                <a:gd name="connsiteY11" fmla="*/ 1932448 h 2258258"/>
                <a:gd name="connsiteX12" fmla="*/ 2885699 w 6026181"/>
                <a:gd name="connsiteY12" fmla="*/ 2115066 h 2258258"/>
                <a:gd name="connsiteX13" fmla="*/ 3250589 w 6026181"/>
                <a:gd name="connsiteY13" fmla="*/ 2198497 h 2258258"/>
                <a:gd name="connsiteX14" fmla="*/ 3604835 w 6026181"/>
                <a:gd name="connsiteY14" fmla="*/ 2198497 h 2258258"/>
                <a:gd name="connsiteX15" fmla="*/ 3855907 w 6026181"/>
                <a:gd name="connsiteY15" fmla="*/ 2211766 h 2258258"/>
                <a:gd name="connsiteX16" fmla="*/ 4165337 w 6026181"/>
                <a:gd name="connsiteY16" fmla="*/ 2240710 h 2258258"/>
                <a:gd name="connsiteX17" fmla="*/ 4421824 w 6026181"/>
                <a:gd name="connsiteY17" fmla="*/ 2250330 h 2258258"/>
                <a:gd name="connsiteX18" fmla="*/ 4586062 w 6026181"/>
                <a:gd name="connsiteY18" fmla="*/ 2177929 h 2258258"/>
                <a:gd name="connsiteX19" fmla="*/ 4821915 w 6026181"/>
                <a:gd name="connsiteY19" fmla="*/ 2018781 h 2258258"/>
                <a:gd name="connsiteX20" fmla="*/ 5295675 w 6026181"/>
                <a:gd name="connsiteY20" fmla="*/ 1614399 h 2258258"/>
                <a:gd name="connsiteX21" fmla="*/ 5567692 w 6026181"/>
                <a:gd name="connsiteY21" fmla="*/ 1394525 h 2258258"/>
                <a:gd name="connsiteX22" fmla="*/ 5870295 w 6026181"/>
                <a:gd name="connsiteY22" fmla="*/ 1200672 h 2258258"/>
                <a:gd name="connsiteX23" fmla="*/ 6014863 w 6026181"/>
                <a:gd name="connsiteY23" fmla="*/ 986182 h 2258258"/>
                <a:gd name="connsiteX24" fmla="*/ 6026181 w 6026181"/>
                <a:gd name="connsiteY24" fmla="*/ 933089 h 225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26181" h="2258258">
                  <a:moveTo>
                    <a:pt x="0" y="0"/>
                  </a:moveTo>
                  <a:lnTo>
                    <a:pt x="3593" y="925"/>
                  </a:lnTo>
                  <a:cubicBezTo>
                    <a:pt x="167492" y="51535"/>
                    <a:pt x="628798" y="298662"/>
                    <a:pt x="844289" y="324243"/>
                  </a:cubicBezTo>
                  <a:cubicBezTo>
                    <a:pt x="1074147" y="351530"/>
                    <a:pt x="1183658" y="197091"/>
                    <a:pt x="1354084" y="157264"/>
                  </a:cubicBezTo>
                  <a:cubicBezTo>
                    <a:pt x="1524510" y="117437"/>
                    <a:pt x="1683252" y="65197"/>
                    <a:pt x="1866843" y="85281"/>
                  </a:cubicBezTo>
                  <a:cubicBezTo>
                    <a:pt x="2050435" y="105365"/>
                    <a:pt x="2328932" y="213330"/>
                    <a:pt x="2455635" y="277768"/>
                  </a:cubicBezTo>
                  <a:cubicBezTo>
                    <a:pt x="2582338" y="342207"/>
                    <a:pt x="2582820" y="396101"/>
                    <a:pt x="2627063" y="471914"/>
                  </a:cubicBezTo>
                  <a:cubicBezTo>
                    <a:pt x="2671306" y="547727"/>
                    <a:pt x="2752842" y="659335"/>
                    <a:pt x="2721096" y="732648"/>
                  </a:cubicBezTo>
                  <a:cubicBezTo>
                    <a:pt x="2680200" y="826777"/>
                    <a:pt x="2522312" y="873224"/>
                    <a:pt x="2457876" y="974572"/>
                  </a:cubicBezTo>
                  <a:cubicBezTo>
                    <a:pt x="2393440" y="1075920"/>
                    <a:pt x="2296944" y="1191952"/>
                    <a:pt x="2334478" y="1340734"/>
                  </a:cubicBezTo>
                  <a:cubicBezTo>
                    <a:pt x="2359782" y="1440834"/>
                    <a:pt x="2490266" y="1611237"/>
                    <a:pt x="2547885" y="1709856"/>
                  </a:cubicBezTo>
                  <a:cubicBezTo>
                    <a:pt x="2605504" y="1808475"/>
                    <a:pt x="2627997" y="1862452"/>
                    <a:pt x="2680190" y="1932448"/>
                  </a:cubicBezTo>
                  <a:cubicBezTo>
                    <a:pt x="2734439" y="2005179"/>
                    <a:pt x="2801571" y="2070283"/>
                    <a:pt x="2885699" y="2115066"/>
                  </a:cubicBezTo>
                  <a:cubicBezTo>
                    <a:pt x="2994848" y="2173202"/>
                    <a:pt x="3123045" y="2192691"/>
                    <a:pt x="3250589" y="2198497"/>
                  </a:cubicBezTo>
                  <a:cubicBezTo>
                    <a:pt x="3368515" y="2203888"/>
                    <a:pt x="3486722" y="2197004"/>
                    <a:pt x="3604835" y="2198497"/>
                  </a:cubicBezTo>
                  <a:cubicBezTo>
                    <a:pt x="3688682" y="2199575"/>
                    <a:pt x="3772342" y="2205463"/>
                    <a:pt x="3855907" y="2211766"/>
                  </a:cubicBezTo>
                  <a:cubicBezTo>
                    <a:pt x="3959268" y="2219562"/>
                    <a:pt x="4062722" y="2227275"/>
                    <a:pt x="4165337" y="2240710"/>
                  </a:cubicBezTo>
                  <a:cubicBezTo>
                    <a:pt x="4251144" y="2251905"/>
                    <a:pt x="4337978" y="2268160"/>
                    <a:pt x="4421824" y="2250330"/>
                  </a:cubicBezTo>
                  <a:cubicBezTo>
                    <a:pt x="4481675" y="2237641"/>
                    <a:pt x="4534895" y="2208698"/>
                    <a:pt x="4586062" y="2177929"/>
                  </a:cubicBezTo>
                  <a:cubicBezTo>
                    <a:pt x="4667949" y="2128833"/>
                    <a:pt x="4746472" y="2075507"/>
                    <a:pt x="4821915" y="2018781"/>
                  </a:cubicBezTo>
                  <a:cubicBezTo>
                    <a:pt x="4989142" y="1893054"/>
                    <a:pt x="5171379" y="1718442"/>
                    <a:pt x="5295675" y="1614399"/>
                  </a:cubicBezTo>
                  <a:cubicBezTo>
                    <a:pt x="5419971" y="1510356"/>
                    <a:pt x="5471922" y="1463479"/>
                    <a:pt x="5567692" y="1394525"/>
                  </a:cubicBezTo>
                  <a:cubicBezTo>
                    <a:pt x="5663462" y="1325571"/>
                    <a:pt x="5795767" y="1268729"/>
                    <a:pt x="5870295" y="1200672"/>
                  </a:cubicBezTo>
                  <a:cubicBezTo>
                    <a:pt x="5944824" y="1132615"/>
                    <a:pt x="5985067" y="1041882"/>
                    <a:pt x="6014863" y="986182"/>
                  </a:cubicBezTo>
                  <a:lnTo>
                    <a:pt x="6026181" y="933089"/>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45" name="Freeform: Shape 44">
              <a:extLst>
                <a:ext uri="{FF2B5EF4-FFF2-40B4-BE49-F238E27FC236}">
                  <a16:creationId xmlns:a16="http://schemas.microsoft.com/office/drawing/2014/main" id="{60031AD6-F7CA-D9CA-8AEC-BF530B8DF55D}"/>
                </a:ext>
              </a:extLst>
            </p:cNvPr>
            <p:cNvSpPr/>
            <p:nvPr userDrawn="1"/>
          </p:nvSpPr>
          <p:spPr>
            <a:xfrm rot="2783228" flipV="1">
              <a:off x="-787529" y="4010586"/>
              <a:ext cx="2948126" cy="1398186"/>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701535 w 2753592"/>
                <a:gd name="connsiteY10" fmla="*/ 375364 h 1754534"/>
                <a:gd name="connsiteX11" fmla="*/ 1421881 w 2753592"/>
                <a:gd name="connsiteY11" fmla="*/ 204962 h 1754534"/>
                <a:gd name="connsiteX12" fmla="*/ 943229 w 2753592"/>
                <a:gd name="connsiteY12" fmla="*/ 0 h 1754534"/>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701535 w 2753592"/>
                <a:gd name="connsiteY10" fmla="*/ 375364 h 1754534"/>
                <a:gd name="connsiteX11" fmla="*/ 943229 w 2753592"/>
                <a:gd name="connsiteY11" fmla="*/ 0 h 1754534"/>
                <a:gd name="connsiteX0" fmla="*/ 0 w 2753592"/>
                <a:gd name="connsiteY0" fmla="*/ 1543162 h 1754534"/>
                <a:gd name="connsiteX1" fmla="*/ 830015 w 2753592"/>
                <a:gd name="connsiteY1" fmla="*/ 1439130 h 1754534"/>
                <a:gd name="connsiteX2" fmla="*/ 1200914 w 2753592"/>
                <a:gd name="connsiteY2" fmla="*/ 1414967 h 1754534"/>
                <a:gd name="connsiteX3" fmla="*/ 1657441 w 2753592"/>
                <a:gd name="connsiteY3" fmla="*/ 1569459 h 1754534"/>
                <a:gd name="connsiteX4" fmla="*/ 1643718 w 2753592"/>
                <a:gd name="connsiteY4" fmla="*/ 1576657 h 1754534"/>
                <a:gd name="connsiteX5" fmla="*/ 2084059 w 2753592"/>
                <a:gd name="connsiteY5" fmla="*/ 1727628 h 1754534"/>
                <a:gd name="connsiteX6" fmla="*/ 2485633 w 2753592"/>
                <a:gd name="connsiteY6" fmla="*/ 1716579 h 1754534"/>
                <a:gd name="connsiteX7" fmla="*/ 2749489 w 2753592"/>
                <a:gd name="connsiteY7" fmla="*/ 1364719 h 1754534"/>
                <a:gd name="connsiteX8" fmla="*/ 2593551 w 2753592"/>
                <a:gd name="connsiteY8" fmla="*/ 1001823 h 1754534"/>
                <a:gd name="connsiteX9" fmla="*/ 1941279 w 2753592"/>
                <a:gd name="connsiteY9" fmla="*/ 518620 h 1754534"/>
                <a:gd name="connsiteX10" fmla="*/ 1608650 w 2753592"/>
                <a:gd name="connsiteY10" fmla="*/ 415429 h 1754534"/>
                <a:gd name="connsiteX11" fmla="*/ 943229 w 2753592"/>
                <a:gd name="connsiteY11" fmla="*/ 0 h 1754534"/>
                <a:gd name="connsiteX0" fmla="*/ 0 w 2751996"/>
                <a:gd name="connsiteY0" fmla="*/ 1543162 h 1754534"/>
                <a:gd name="connsiteX1" fmla="*/ 830015 w 2751996"/>
                <a:gd name="connsiteY1" fmla="*/ 1439130 h 1754534"/>
                <a:gd name="connsiteX2" fmla="*/ 1200914 w 2751996"/>
                <a:gd name="connsiteY2" fmla="*/ 1414967 h 1754534"/>
                <a:gd name="connsiteX3" fmla="*/ 1657441 w 2751996"/>
                <a:gd name="connsiteY3" fmla="*/ 1569459 h 1754534"/>
                <a:gd name="connsiteX4" fmla="*/ 1643718 w 2751996"/>
                <a:gd name="connsiteY4" fmla="*/ 1576657 h 1754534"/>
                <a:gd name="connsiteX5" fmla="*/ 2084059 w 2751996"/>
                <a:gd name="connsiteY5" fmla="*/ 1727628 h 1754534"/>
                <a:gd name="connsiteX6" fmla="*/ 2485633 w 2751996"/>
                <a:gd name="connsiteY6" fmla="*/ 1716579 h 1754534"/>
                <a:gd name="connsiteX7" fmla="*/ 2749489 w 2751996"/>
                <a:gd name="connsiteY7" fmla="*/ 1364719 h 1754534"/>
                <a:gd name="connsiteX8" fmla="*/ 2593551 w 2751996"/>
                <a:gd name="connsiteY8" fmla="*/ 1001823 h 1754534"/>
                <a:gd name="connsiteX9" fmla="*/ 2195289 w 2751996"/>
                <a:gd name="connsiteY9" fmla="*/ 776240 h 1754534"/>
                <a:gd name="connsiteX10" fmla="*/ 1608650 w 2751996"/>
                <a:gd name="connsiteY10" fmla="*/ 415429 h 1754534"/>
                <a:gd name="connsiteX11" fmla="*/ 943229 w 2751996"/>
                <a:gd name="connsiteY11" fmla="*/ 0 h 1754534"/>
                <a:gd name="connsiteX0" fmla="*/ 0 w 2756837"/>
                <a:gd name="connsiteY0" fmla="*/ 1543162 h 1754534"/>
                <a:gd name="connsiteX1" fmla="*/ 830015 w 2756837"/>
                <a:gd name="connsiteY1" fmla="*/ 1439130 h 1754534"/>
                <a:gd name="connsiteX2" fmla="*/ 1200914 w 2756837"/>
                <a:gd name="connsiteY2" fmla="*/ 1414967 h 1754534"/>
                <a:gd name="connsiteX3" fmla="*/ 1657441 w 2756837"/>
                <a:gd name="connsiteY3" fmla="*/ 1569459 h 1754534"/>
                <a:gd name="connsiteX4" fmla="*/ 1643718 w 2756837"/>
                <a:gd name="connsiteY4" fmla="*/ 1576657 h 1754534"/>
                <a:gd name="connsiteX5" fmla="*/ 2084059 w 2756837"/>
                <a:gd name="connsiteY5" fmla="*/ 1727628 h 1754534"/>
                <a:gd name="connsiteX6" fmla="*/ 2485633 w 2756837"/>
                <a:gd name="connsiteY6" fmla="*/ 1716579 h 1754534"/>
                <a:gd name="connsiteX7" fmla="*/ 2749489 w 2756837"/>
                <a:gd name="connsiteY7" fmla="*/ 1364719 h 1754534"/>
                <a:gd name="connsiteX8" fmla="*/ 2639867 w 2756837"/>
                <a:gd name="connsiteY8" fmla="*/ 1086543 h 1754534"/>
                <a:gd name="connsiteX9" fmla="*/ 2195289 w 2756837"/>
                <a:gd name="connsiteY9" fmla="*/ 776240 h 1754534"/>
                <a:gd name="connsiteX10" fmla="*/ 1608650 w 2756837"/>
                <a:gd name="connsiteY10" fmla="*/ 415429 h 1754534"/>
                <a:gd name="connsiteX11" fmla="*/ 943229 w 2756837"/>
                <a:gd name="connsiteY11" fmla="*/ 0 h 1754534"/>
                <a:gd name="connsiteX0" fmla="*/ 0 w 3070871"/>
                <a:gd name="connsiteY0" fmla="*/ 1509919 h 1754534"/>
                <a:gd name="connsiteX1" fmla="*/ 1144049 w 3070871"/>
                <a:gd name="connsiteY1" fmla="*/ 1439130 h 1754534"/>
                <a:gd name="connsiteX2" fmla="*/ 1514948 w 3070871"/>
                <a:gd name="connsiteY2" fmla="*/ 1414967 h 1754534"/>
                <a:gd name="connsiteX3" fmla="*/ 1971475 w 3070871"/>
                <a:gd name="connsiteY3" fmla="*/ 1569459 h 1754534"/>
                <a:gd name="connsiteX4" fmla="*/ 1957752 w 3070871"/>
                <a:gd name="connsiteY4" fmla="*/ 1576657 h 1754534"/>
                <a:gd name="connsiteX5" fmla="*/ 2398093 w 3070871"/>
                <a:gd name="connsiteY5" fmla="*/ 1727628 h 1754534"/>
                <a:gd name="connsiteX6" fmla="*/ 2799667 w 3070871"/>
                <a:gd name="connsiteY6" fmla="*/ 1716579 h 1754534"/>
                <a:gd name="connsiteX7" fmla="*/ 3063523 w 3070871"/>
                <a:gd name="connsiteY7" fmla="*/ 1364719 h 1754534"/>
                <a:gd name="connsiteX8" fmla="*/ 2953901 w 3070871"/>
                <a:gd name="connsiteY8" fmla="*/ 1086543 h 1754534"/>
                <a:gd name="connsiteX9" fmla="*/ 2509323 w 3070871"/>
                <a:gd name="connsiteY9" fmla="*/ 776240 h 1754534"/>
                <a:gd name="connsiteX10" fmla="*/ 1922684 w 3070871"/>
                <a:gd name="connsiteY10" fmla="*/ 415429 h 1754534"/>
                <a:gd name="connsiteX11" fmla="*/ 1257263 w 3070871"/>
                <a:gd name="connsiteY11" fmla="*/ 0 h 1754534"/>
                <a:gd name="connsiteX0" fmla="*/ 0 w 3070871"/>
                <a:gd name="connsiteY0" fmla="*/ 1509919 h 1754534"/>
                <a:gd name="connsiteX1" fmla="*/ 1144049 w 3070871"/>
                <a:gd name="connsiteY1" fmla="*/ 1439130 h 1754534"/>
                <a:gd name="connsiteX2" fmla="*/ 1514948 w 3070871"/>
                <a:gd name="connsiteY2" fmla="*/ 1414967 h 1754534"/>
                <a:gd name="connsiteX3" fmla="*/ 1971475 w 3070871"/>
                <a:gd name="connsiteY3" fmla="*/ 1569459 h 1754534"/>
                <a:gd name="connsiteX4" fmla="*/ 1957752 w 3070871"/>
                <a:gd name="connsiteY4" fmla="*/ 1576657 h 1754534"/>
                <a:gd name="connsiteX5" fmla="*/ 2398093 w 3070871"/>
                <a:gd name="connsiteY5" fmla="*/ 1727628 h 1754534"/>
                <a:gd name="connsiteX6" fmla="*/ 2799667 w 3070871"/>
                <a:gd name="connsiteY6" fmla="*/ 1716579 h 1754534"/>
                <a:gd name="connsiteX7" fmla="*/ 3063523 w 3070871"/>
                <a:gd name="connsiteY7" fmla="*/ 1364719 h 1754534"/>
                <a:gd name="connsiteX8" fmla="*/ 2953901 w 3070871"/>
                <a:gd name="connsiteY8" fmla="*/ 1086543 h 1754534"/>
                <a:gd name="connsiteX9" fmla="*/ 2509323 w 3070871"/>
                <a:gd name="connsiteY9" fmla="*/ 776240 h 1754534"/>
                <a:gd name="connsiteX10" fmla="*/ 1922684 w 3070871"/>
                <a:gd name="connsiteY10" fmla="*/ 415429 h 1754534"/>
                <a:gd name="connsiteX11" fmla="*/ 1257263 w 3070871"/>
                <a:gd name="connsiteY11" fmla="*/ 0 h 1754534"/>
                <a:gd name="connsiteX0" fmla="*/ 0 w 3070871"/>
                <a:gd name="connsiteY0" fmla="*/ 1509919 h 1754534"/>
                <a:gd name="connsiteX1" fmla="*/ 1144049 w 3070871"/>
                <a:gd name="connsiteY1" fmla="*/ 1439130 h 1754534"/>
                <a:gd name="connsiteX2" fmla="*/ 1971475 w 3070871"/>
                <a:gd name="connsiteY2" fmla="*/ 1569459 h 1754534"/>
                <a:gd name="connsiteX3" fmla="*/ 1957752 w 3070871"/>
                <a:gd name="connsiteY3" fmla="*/ 1576657 h 1754534"/>
                <a:gd name="connsiteX4" fmla="*/ 2398093 w 3070871"/>
                <a:gd name="connsiteY4" fmla="*/ 1727628 h 1754534"/>
                <a:gd name="connsiteX5" fmla="*/ 2799667 w 3070871"/>
                <a:gd name="connsiteY5" fmla="*/ 1716579 h 1754534"/>
                <a:gd name="connsiteX6" fmla="*/ 3063523 w 3070871"/>
                <a:gd name="connsiteY6" fmla="*/ 1364719 h 1754534"/>
                <a:gd name="connsiteX7" fmla="*/ 2953901 w 3070871"/>
                <a:gd name="connsiteY7" fmla="*/ 1086543 h 1754534"/>
                <a:gd name="connsiteX8" fmla="*/ 2509323 w 3070871"/>
                <a:gd name="connsiteY8" fmla="*/ 776240 h 1754534"/>
                <a:gd name="connsiteX9" fmla="*/ 1922684 w 3070871"/>
                <a:gd name="connsiteY9" fmla="*/ 415429 h 1754534"/>
                <a:gd name="connsiteX10" fmla="*/ 1257263 w 3070871"/>
                <a:gd name="connsiteY10" fmla="*/ 0 h 1754534"/>
                <a:gd name="connsiteX0" fmla="*/ 0 w 3070871"/>
                <a:gd name="connsiteY0" fmla="*/ 1509919 h 1758461"/>
                <a:gd name="connsiteX1" fmla="*/ 1144049 w 3070871"/>
                <a:gd name="connsiteY1" fmla="*/ 1439130 h 1758461"/>
                <a:gd name="connsiteX2" fmla="*/ 1971475 w 3070871"/>
                <a:gd name="connsiteY2" fmla="*/ 1569459 h 1758461"/>
                <a:gd name="connsiteX3" fmla="*/ 2107038 w 3070871"/>
                <a:gd name="connsiteY3" fmla="*/ 1497814 h 1758461"/>
                <a:gd name="connsiteX4" fmla="*/ 2398093 w 3070871"/>
                <a:gd name="connsiteY4" fmla="*/ 1727628 h 1758461"/>
                <a:gd name="connsiteX5" fmla="*/ 2799667 w 3070871"/>
                <a:gd name="connsiteY5" fmla="*/ 1716579 h 1758461"/>
                <a:gd name="connsiteX6" fmla="*/ 3063523 w 3070871"/>
                <a:gd name="connsiteY6" fmla="*/ 1364719 h 1758461"/>
                <a:gd name="connsiteX7" fmla="*/ 2953901 w 3070871"/>
                <a:gd name="connsiteY7" fmla="*/ 1086543 h 1758461"/>
                <a:gd name="connsiteX8" fmla="*/ 2509323 w 3070871"/>
                <a:gd name="connsiteY8" fmla="*/ 776240 h 1758461"/>
                <a:gd name="connsiteX9" fmla="*/ 1922684 w 3070871"/>
                <a:gd name="connsiteY9" fmla="*/ 415429 h 1758461"/>
                <a:gd name="connsiteX10" fmla="*/ 1257263 w 3070871"/>
                <a:gd name="connsiteY10" fmla="*/ 0 h 1758461"/>
                <a:gd name="connsiteX0" fmla="*/ 0 w 3070871"/>
                <a:gd name="connsiteY0" fmla="*/ 1509919 h 1758461"/>
                <a:gd name="connsiteX1" fmla="*/ 1144049 w 3070871"/>
                <a:gd name="connsiteY1" fmla="*/ 1439130 h 1758461"/>
                <a:gd name="connsiteX2" fmla="*/ 2107038 w 3070871"/>
                <a:gd name="connsiteY2" fmla="*/ 1497814 h 1758461"/>
                <a:gd name="connsiteX3" fmla="*/ 2398093 w 3070871"/>
                <a:gd name="connsiteY3" fmla="*/ 1727628 h 1758461"/>
                <a:gd name="connsiteX4" fmla="*/ 2799667 w 3070871"/>
                <a:gd name="connsiteY4" fmla="*/ 1716579 h 1758461"/>
                <a:gd name="connsiteX5" fmla="*/ 3063523 w 3070871"/>
                <a:gd name="connsiteY5" fmla="*/ 1364719 h 1758461"/>
                <a:gd name="connsiteX6" fmla="*/ 2953901 w 3070871"/>
                <a:gd name="connsiteY6" fmla="*/ 1086543 h 1758461"/>
                <a:gd name="connsiteX7" fmla="*/ 2509323 w 3070871"/>
                <a:gd name="connsiteY7" fmla="*/ 776240 h 1758461"/>
                <a:gd name="connsiteX8" fmla="*/ 1922684 w 3070871"/>
                <a:gd name="connsiteY8" fmla="*/ 415429 h 1758461"/>
                <a:gd name="connsiteX9" fmla="*/ 1257263 w 3070871"/>
                <a:gd name="connsiteY9" fmla="*/ 0 h 1758461"/>
                <a:gd name="connsiteX0" fmla="*/ 0 w 3070871"/>
                <a:gd name="connsiteY0" fmla="*/ 1509919 h 1759027"/>
                <a:gd name="connsiteX1" fmla="*/ 1144049 w 3070871"/>
                <a:gd name="connsiteY1" fmla="*/ 1439130 h 1759027"/>
                <a:gd name="connsiteX2" fmla="*/ 1804045 w 3070871"/>
                <a:gd name="connsiteY2" fmla="*/ 1488711 h 1759027"/>
                <a:gd name="connsiteX3" fmla="*/ 2398093 w 3070871"/>
                <a:gd name="connsiteY3" fmla="*/ 1727628 h 1759027"/>
                <a:gd name="connsiteX4" fmla="*/ 2799667 w 3070871"/>
                <a:gd name="connsiteY4" fmla="*/ 1716579 h 1759027"/>
                <a:gd name="connsiteX5" fmla="*/ 3063523 w 3070871"/>
                <a:gd name="connsiteY5" fmla="*/ 1364719 h 1759027"/>
                <a:gd name="connsiteX6" fmla="*/ 2953901 w 3070871"/>
                <a:gd name="connsiteY6" fmla="*/ 1086543 h 1759027"/>
                <a:gd name="connsiteX7" fmla="*/ 2509323 w 3070871"/>
                <a:gd name="connsiteY7" fmla="*/ 776240 h 1759027"/>
                <a:gd name="connsiteX8" fmla="*/ 1922684 w 3070871"/>
                <a:gd name="connsiteY8" fmla="*/ 415429 h 1759027"/>
                <a:gd name="connsiteX9" fmla="*/ 1257263 w 3070871"/>
                <a:gd name="connsiteY9" fmla="*/ 0 h 1759027"/>
                <a:gd name="connsiteX0" fmla="*/ 0 w 3070871"/>
                <a:gd name="connsiteY0" fmla="*/ 1509919 h 1759027"/>
                <a:gd name="connsiteX1" fmla="*/ 526963 w 3070871"/>
                <a:gd name="connsiteY1" fmla="*/ 1670634 h 1759027"/>
                <a:gd name="connsiteX2" fmla="*/ 1144049 w 3070871"/>
                <a:gd name="connsiteY2" fmla="*/ 1439130 h 1759027"/>
                <a:gd name="connsiteX3" fmla="*/ 1804045 w 3070871"/>
                <a:gd name="connsiteY3" fmla="*/ 1488711 h 1759027"/>
                <a:gd name="connsiteX4" fmla="*/ 2398093 w 3070871"/>
                <a:gd name="connsiteY4" fmla="*/ 1727628 h 1759027"/>
                <a:gd name="connsiteX5" fmla="*/ 2799667 w 3070871"/>
                <a:gd name="connsiteY5" fmla="*/ 1716579 h 1759027"/>
                <a:gd name="connsiteX6" fmla="*/ 3063523 w 3070871"/>
                <a:gd name="connsiteY6" fmla="*/ 1364719 h 1759027"/>
                <a:gd name="connsiteX7" fmla="*/ 2953901 w 3070871"/>
                <a:gd name="connsiteY7" fmla="*/ 1086543 h 1759027"/>
                <a:gd name="connsiteX8" fmla="*/ 2509323 w 3070871"/>
                <a:gd name="connsiteY8" fmla="*/ 776240 h 1759027"/>
                <a:gd name="connsiteX9" fmla="*/ 1922684 w 3070871"/>
                <a:gd name="connsiteY9" fmla="*/ 415429 h 1759027"/>
                <a:gd name="connsiteX10" fmla="*/ 1257263 w 3070871"/>
                <a:gd name="connsiteY10" fmla="*/ 0 h 1759027"/>
                <a:gd name="connsiteX0" fmla="*/ 0 w 3116583"/>
                <a:gd name="connsiteY0" fmla="*/ 1489911 h 1759027"/>
                <a:gd name="connsiteX1" fmla="*/ 572675 w 3116583"/>
                <a:gd name="connsiteY1" fmla="*/ 1670634 h 1759027"/>
                <a:gd name="connsiteX2" fmla="*/ 1189761 w 3116583"/>
                <a:gd name="connsiteY2" fmla="*/ 1439130 h 1759027"/>
                <a:gd name="connsiteX3" fmla="*/ 1849757 w 3116583"/>
                <a:gd name="connsiteY3" fmla="*/ 1488711 h 1759027"/>
                <a:gd name="connsiteX4" fmla="*/ 2443805 w 3116583"/>
                <a:gd name="connsiteY4" fmla="*/ 1727628 h 1759027"/>
                <a:gd name="connsiteX5" fmla="*/ 2845379 w 3116583"/>
                <a:gd name="connsiteY5" fmla="*/ 1716579 h 1759027"/>
                <a:gd name="connsiteX6" fmla="*/ 3109235 w 3116583"/>
                <a:gd name="connsiteY6" fmla="*/ 1364719 h 1759027"/>
                <a:gd name="connsiteX7" fmla="*/ 2999613 w 3116583"/>
                <a:gd name="connsiteY7" fmla="*/ 1086543 h 1759027"/>
                <a:gd name="connsiteX8" fmla="*/ 2555035 w 3116583"/>
                <a:gd name="connsiteY8" fmla="*/ 776240 h 1759027"/>
                <a:gd name="connsiteX9" fmla="*/ 1968396 w 3116583"/>
                <a:gd name="connsiteY9" fmla="*/ 415429 h 1759027"/>
                <a:gd name="connsiteX10" fmla="*/ 1302975 w 3116583"/>
                <a:gd name="connsiteY10" fmla="*/ 0 h 1759027"/>
                <a:gd name="connsiteX0" fmla="*/ 0 w 3116583"/>
                <a:gd name="connsiteY0" fmla="*/ 1336724 h 1605840"/>
                <a:gd name="connsiteX1" fmla="*/ 572675 w 3116583"/>
                <a:gd name="connsiteY1" fmla="*/ 1517447 h 1605840"/>
                <a:gd name="connsiteX2" fmla="*/ 1189761 w 3116583"/>
                <a:gd name="connsiteY2" fmla="*/ 1285943 h 1605840"/>
                <a:gd name="connsiteX3" fmla="*/ 1849757 w 3116583"/>
                <a:gd name="connsiteY3" fmla="*/ 1335524 h 1605840"/>
                <a:gd name="connsiteX4" fmla="*/ 2443805 w 3116583"/>
                <a:gd name="connsiteY4" fmla="*/ 1574441 h 1605840"/>
                <a:gd name="connsiteX5" fmla="*/ 2845379 w 3116583"/>
                <a:gd name="connsiteY5" fmla="*/ 1563392 h 1605840"/>
                <a:gd name="connsiteX6" fmla="*/ 3109235 w 3116583"/>
                <a:gd name="connsiteY6" fmla="*/ 1211532 h 1605840"/>
                <a:gd name="connsiteX7" fmla="*/ 2999613 w 3116583"/>
                <a:gd name="connsiteY7" fmla="*/ 933356 h 1605840"/>
                <a:gd name="connsiteX8" fmla="*/ 2555035 w 3116583"/>
                <a:gd name="connsiteY8" fmla="*/ 623053 h 1605840"/>
                <a:gd name="connsiteX9" fmla="*/ 1968396 w 3116583"/>
                <a:gd name="connsiteY9" fmla="*/ 262242 h 1605840"/>
                <a:gd name="connsiteX10" fmla="*/ 1288021 w 3116583"/>
                <a:gd name="connsiteY10" fmla="*/ 0 h 1605840"/>
                <a:gd name="connsiteX0" fmla="*/ 0 w 3116583"/>
                <a:gd name="connsiteY0" fmla="*/ 1336724 h 1605840"/>
                <a:gd name="connsiteX1" fmla="*/ 572675 w 3116583"/>
                <a:gd name="connsiteY1" fmla="*/ 1517447 h 1605840"/>
                <a:gd name="connsiteX2" fmla="*/ 1189761 w 3116583"/>
                <a:gd name="connsiteY2" fmla="*/ 1285943 h 1605840"/>
                <a:gd name="connsiteX3" fmla="*/ 1849757 w 3116583"/>
                <a:gd name="connsiteY3" fmla="*/ 1335524 h 1605840"/>
                <a:gd name="connsiteX4" fmla="*/ 2443805 w 3116583"/>
                <a:gd name="connsiteY4" fmla="*/ 1574441 h 1605840"/>
                <a:gd name="connsiteX5" fmla="*/ 2845379 w 3116583"/>
                <a:gd name="connsiteY5" fmla="*/ 1563392 h 1605840"/>
                <a:gd name="connsiteX6" fmla="*/ 3109235 w 3116583"/>
                <a:gd name="connsiteY6" fmla="*/ 1211532 h 1605840"/>
                <a:gd name="connsiteX7" fmla="*/ 2999613 w 3116583"/>
                <a:gd name="connsiteY7" fmla="*/ 933356 h 1605840"/>
                <a:gd name="connsiteX8" fmla="*/ 2555035 w 3116583"/>
                <a:gd name="connsiteY8" fmla="*/ 623053 h 1605840"/>
                <a:gd name="connsiteX9" fmla="*/ 1986206 w 3116583"/>
                <a:gd name="connsiteY9" fmla="*/ 369275 h 1605840"/>
                <a:gd name="connsiteX10" fmla="*/ 1288021 w 3116583"/>
                <a:gd name="connsiteY10" fmla="*/ 0 h 16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16583" h="1605840">
                  <a:moveTo>
                    <a:pt x="0" y="1336724"/>
                  </a:moveTo>
                  <a:cubicBezTo>
                    <a:pt x="85634" y="1354049"/>
                    <a:pt x="382000" y="1529245"/>
                    <a:pt x="572675" y="1517447"/>
                  </a:cubicBezTo>
                  <a:cubicBezTo>
                    <a:pt x="763350" y="1505649"/>
                    <a:pt x="976914" y="1316263"/>
                    <a:pt x="1189761" y="1285943"/>
                  </a:cubicBezTo>
                  <a:cubicBezTo>
                    <a:pt x="1402608" y="1255623"/>
                    <a:pt x="1640750" y="1287441"/>
                    <a:pt x="1849757" y="1335524"/>
                  </a:cubicBezTo>
                  <a:cubicBezTo>
                    <a:pt x="2058764" y="1383607"/>
                    <a:pt x="2277868" y="1536463"/>
                    <a:pt x="2443805" y="1574441"/>
                  </a:cubicBezTo>
                  <a:cubicBezTo>
                    <a:pt x="2609742" y="1612419"/>
                    <a:pt x="2734474" y="1623877"/>
                    <a:pt x="2845379" y="1563392"/>
                  </a:cubicBezTo>
                  <a:cubicBezTo>
                    <a:pt x="2956284" y="1502907"/>
                    <a:pt x="3083529" y="1316538"/>
                    <a:pt x="3109235" y="1211532"/>
                  </a:cubicBezTo>
                  <a:cubicBezTo>
                    <a:pt x="3134941" y="1106526"/>
                    <a:pt x="3091980" y="1031436"/>
                    <a:pt x="2999613" y="933356"/>
                  </a:cubicBezTo>
                  <a:cubicBezTo>
                    <a:pt x="2907246" y="835276"/>
                    <a:pt x="2723936" y="717066"/>
                    <a:pt x="2555035" y="623053"/>
                  </a:cubicBezTo>
                  <a:cubicBezTo>
                    <a:pt x="2386134" y="529040"/>
                    <a:pt x="2194883" y="498648"/>
                    <a:pt x="1986206" y="369275"/>
                  </a:cubicBezTo>
                  <a:cubicBezTo>
                    <a:pt x="1777529" y="239902"/>
                    <a:pt x="1446001" y="78201"/>
                    <a:pt x="1288021" y="0"/>
                  </a:cubicBezTo>
                </a:path>
              </a:pathLst>
            </a:custGeom>
            <a:noFill/>
            <a:ln w="6350" cap="rnd">
              <a:solidFill>
                <a:schemeClr val="tx1">
                  <a:alpha val="35000"/>
                </a:schemeClr>
              </a:solidFill>
              <a:prstDash val="dash"/>
              <a:round/>
            </a:ln>
          </p:spPr>
          <p:txBody>
            <a:bodyPr rtlCol="0" anchor="ctr"/>
            <a:lstStyle/>
            <a:p>
              <a:endParaRPr lang="en-US"/>
            </a:p>
          </p:txBody>
        </p:sp>
        <p:sp>
          <p:nvSpPr>
            <p:cNvPr id="46" name="Freeform: Shape 45">
              <a:extLst>
                <a:ext uri="{FF2B5EF4-FFF2-40B4-BE49-F238E27FC236}">
                  <a16:creationId xmlns:a16="http://schemas.microsoft.com/office/drawing/2014/main" id="{736ADBBF-DAE8-2A84-F6FF-4B2357D09078}"/>
                </a:ext>
              </a:extLst>
            </p:cNvPr>
            <p:cNvSpPr/>
            <p:nvPr userDrawn="1"/>
          </p:nvSpPr>
          <p:spPr>
            <a:xfrm rot="2783228" flipV="1">
              <a:off x="-880062" y="4664272"/>
              <a:ext cx="9336" cy="8294"/>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47" name="Freeform: Shape 46">
              <a:extLst>
                <a:ext uri="{FF2B5EF4-FFF2-40B4-BE49-F238E27FC236}">
                  <a16:creationId xmlns:a16="http://schemas.microsoft.com/office/drawing/2014/main" id="{528E73AC-76C4-F8DC-31A7-00DECA11C85B}"/>
                </a:ext>
              </a:extLst>
            </p:cNvPr>
            <p:cNvSpPr/>
            <p:nvPr userDrawn="1"/>
          </p:nvSpPr>
          <p:spPr>
            <a:xfrm rot="2783228" flipV="1">
              <a:off x="-880062" y="4664272"/>
              <a:ext cx="9336" cy="8294"/>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48" name="Freeform: Shape 47">
              <a:extLst>
                <a:ext uri="{FF2B5EF4-FFF2-40B4-BE49-F238E27FC236}">
                  <a16:creationId xmlns:a16="http://schemas.microsoft.com/office/drawing/2014/main" id="{B4A0A6CF-C95D-2386-07A9-87BCFFAC318C}"/>
                </a:ext>
              </a:extLst>
            </p:cNvPr>
            <p:cNvSpPr/>
            <p:nvPr userDrawn="1"/>
          </p:nvSpPr>
          <p:spPr>
            <a:xfrm rot="2783228" flipV="1">
              <a:off x="-500371" y="4160108"/>
              <a:ext cx="1560061" cy="758893"/>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0 w 1395884"/>
                <a:gd name="connsiteY0" fmla="*/ 1286095 h 1286095"/>
                <a:gd name="connsiteX1" fmla="*/ 732041 w 1395884"/>
                <a:gd name="connsiteY1" fmla="*/ 1165676 h 1286095"/>
                <a:gd name="connsiteX2" fmla="*/ 1116432 w 1395884"/>
                <a:gd name="connsiteY2" fmla="*/ 1181357 h 1286095"/>
                <a:gd name="connsiteX3" fmla="*/ 1377350 w 1395884"/>
                <a:gd name="connsiteY3" fmla="*/ 1167654 h 1286095"/>
                <a:gd name="connsiteX4" fmla="*/ 1298467 w 1395884"/>
                <a:gd name="connsiteY4" fmla="*/ 901070 h 1286095"/>
                <a:gd name="connsiteX5" fmla="*/ 692010 w 1395884"/>
                <a:gd name="connsiteY5" fmla="*/ 443966 h 1286095"/>
                <a:gd name="connsiteX6" fmla="*/ 151506 w 1395884"/>
                <a:gd name="connsiteY6" fmla="*/ 0 h 1286095"/>
                <a:gd name="connsiteX0" fmla="*/ 0 w 1395884"/>
                <a:gd name="connsiteY0" fmla="*/ 1286095 h 1314100"/>
                <a:gd name="connsiteX1" fmla="*/ 732041 w 1395884"/>
                <a:gd name="connsiteY1" fmla="*/ 1165676 h 1314100"/>
                <a:gd name="connsiteX2" fmla="*/ 1116432 w 1395884"/>
                <a:gd name="connsiteY2" fmla="*/ 1181357 h 1314100"/>
                <a:gd name="connsiteX3" fmla="*/ 1377350 w 1395884"/>
                <a:gd name="connsiteY3" fmla="*/ 1167654 h 1314100"/>
                <a:gd name="connsiteX4" fmla="*/ 1298467 w 1395884"/>
                <a:gd name="connsiteY4" fmla="*/ 901070 h 1314100"/>
                <a:gd name="connsiteX5" fmla="*/ 692010 w 1395884"/>
                <a:gd name="connsiteY5" fmla="*/ 443966 h 1314100"/>
                <a:gd name="connsiteX6" fmla="*/ 151506 w 1395884"/>
                <a:gd name="connsiteY6" fmla="*/ 0 h 1314100"/>
                <a:gd name="connsiteX0" fmla="*/ 0 w 1395884"/>
                <a:gd name="connsiteY0" fmla="*/ 842129 h 870135"/>
                <a:gd name="connsiteX1" fmla="*/ 732041 w 1395884"/>
                <a:gd name="connsiteY1" fmla="*/ 721710 h 870135"/>
                <a:gd name="connsiteX2" fmla="*/ 1116432 w 1395884"/>
                <a:gd name="connsiteY2" fmla="*/ 737391 h 870135"/>
                <a:gd name="connsiteX3" fmla="*/ 1377350 w 1395884"/>
                <a:gd name="connsiteY3" fmla="*/ 723688 h 870135"/>
                <a:gd name="connsiteX4" fmla="*/ 1298467 w 1395884"/>
                <a:gd name="connsiteY4" fmla="*/ 457104 h 870135"/>
                <a:gd name="connsiteX5" fmla="*/ 692010 w 1395884"/>
                <a:gd name="connsiteY5" fmla="*/ 0 h 870135"/>
                <a:gd name="connsiteX0" fmla="*/ 0 w 1392579"/>
                <a:gd name="connsiteY0" fmla="*/ 842129 h 869530"/>
                <a:gd name="connsiteX1" fmla="*/ 732041 w 1392579"/>
                <a:gd name="connsiteY1" fmla="*/ 721710 h 869530"/>
                <a:gd name="connsiteX2" fmla="*/ 1161270 w 1392579"/>
                <a:gd name="connsiteY2" fmla="*/ 776959 h 869530"/>
                <a:gd name="connsiteX3" fmla="*/ 1377350 w 1392579"/>
                <a:gd name="connsiteY3" fmla="*/ 723688 h 869530"/>
                <a:gd name="connsiteX4" fmla="*/ 1298467 w 1392579"/>
                <a:gd name="connsiteY4" fmla="*/ 457104 h 869530"/>
                <a:gd name="connsiteX5" fmla="*/ 692010 w 1392579"/>
                <a:gd name="connsiteY5" fmla="*/ 0 h 869530"/>
                <a:gd name="connsiteX0" fmla="*/ 0 w 1394510"/>
                <a:gd name="connsiteY0" fmla="*/ 826913 h 854314"/>
                <a:gd name="connsiteX1" fmla="*/ 732041 w 1394510"/>
                <a:gd name="connsiteY1" fmla="*/ 706494 h 854314"/>
                <a:gd name="connsiteX2" fmla="*/ 1161270 w 1394510"/>
                <a:gd name="connsiteY2" fmla="*/ 761743 h 854314"/>
                <a:gd name="connsiteX3" fmla="*/ 1377350 w 1394510"/>
                <a:gd name="connsiteY3" fmla="*/ 708472 h 854314"/>
                <a:gd name="connsiteX4" fmla="*/ 1298467 w 1394510"/>
                <a:gd name="connsiteY4" fmla="*/ 441888 h 854314"/>
                <a:gd name="connsiteX5" fmla="*/ 647949 w 1394510"/>
                <a:gd name="connsiteY5" fmla="*/ 0 h 854314"/>
                <a:gd name="connsiteX0" fmla="*/ 0 w 1505501"/>
                <a:gd name="connsiteY0" fmla="*/ 845655 h 871601"/>
                <a:gd name="connsiteX1" fmla="*/ 843032 w 1505501"/>
                <a:gd name="connsiteY1" fmla="*/ 706494 h 871601"/>
                <a:gd name="connsiteX2" fmla="*/ 1272261 w 1505501"/>
                <a:gd name="connsiteY2" fmla="*/ 761743 h 871601"/>
                <a:gd name="connsiteX3" fmla="*/ 1488341 w 1505501"/>
                <a:gd name="connsiteY3" fmla="*/ 708472 h 871601"/>
                <a:gd name="connsiteX4" fmla="*/ 1409458 w 1505501"/>
                <a:gd name="connsiteY4" fmla="*/ 441888 h 871601"/>
                <a:gd name="connsiteX5" fmla="*/ 758940 w 1505501"/>
                <a:gd name="connsiteY5" fmla="*/ 0 h 871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5501" h="871601">
                  <a:moveTo>
                    <a:pt x="0" y="845655"/>
                  </a:moveTo>
                  <a:cubicBezTo>
                    <a:pt x="261284" y="946822"/>
                    <a:pt x="630989" y="720479"/>
                    <a:pt x="843032" y="706494"/>
                  </a:cubicBezTo>
                  <a:cubicBezTo>
                    <a:pt x="1055075" y="692509"/>
                    <a:pt x="1164710" y="761413"/>
                    <a:pt x="1272261" y="761743"/>
                  </a:cubicBezTo>
                  <a:cubicBezTo>
                    <a:pt x="1379812" y="762073"/>
                    <a:pt x="1465475" y="761781"/>
                    <a:pt x="1488341" y="708472"/>
                  </a:cubicBezTo>
                  <a:cubicBezTo>
                    <a:pt x="1511207" y="655163"/>
                    <a:pt x="1531025" y="559967"/>
                    <a:pt x="1409458" y="441888"/>
                  </a:cubicBezTo>
                  <a:cubicBezTo>
                    <a:pt x="1287891" y="323809"/>
                    <a:pt x="948408" y="139716"/>
                    <a:pt x="758940" y="0"/>
                  </a:cubicBezTo>
                </a:path>
              </a:pathLst>
            </a:custGeom>
            <a:noFill/>
            <a:ln w="9525" cap="rnd">
              <a:solidFill>
                <a:schemeClr val="tx1">
                  <a:alpha val="35000"/>
                </a:schemeClr>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E5DDA0C3-E1DD-8F73-60F1-826C4C6A742A}"/>
                </a:ext>
              </a:extLst>
            </p:cNvPr>
            <p:cNvSpPr/>
            <p:nvPr userDrawn="1"/>
          </p:nvSpPr>
          <p:spPr>
            <a:xfrm rot="2783228" flipV="1">
              <a:off x="-669881" y="4230325"/>
              <a:ext cx="2310987" cy="969385"/>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2177965"/>
                <a:gd name="connsiteY0" fmla="*/ 381167 h 386829"/>
                <a:gd name="connsiteX1" fmla="*/ 752808 w 2177965"/>
                <a:gd name="connsiteY1" fmla="*/ 319373 h 386829"/>
                <a:gd name="connsiteX2" fmla="*/ 1047131 w 2177965"/>
                <a:gd name="connsiteY2" fmla="*/ 264319 h 386829"/>
                <a:gd name="connsiteX3" fmla="*/ 1295924 w 2177965"/>
                <a:gd name="connsiteY3" fmla="*/ 278702 h 386829"/>
                <a:gd name="connsiteX4" fmla="*/ 1441847 w 2177965"/>
                <a:gd name="connsiteY4" fmla="*/ 302609 h 386829"/>
                <a:gd name="connsiteX5" fmla="*/ 1733788 w 2177965"/>
                <a:gd name="connsiteY5" fmla="*/ 360045 h 386829"/>
                <a:gd name="connsiteX6" fmla="*/ 1944290 w 2177965"/>
                <a:gd name="connsiteY6" fmla="*/ 386334 h 386829"/>
                <a:gd name="connsiteX7" fmla="*/ 2121170 w 2177965"/>
                <a:gd name="connsiteY7" fmla="*/ 0 h 386829"/>
                <a:gd name="connsiteX0" fmla="*/ 0 w 2177965"/>
                <a:gd name="connsiteY0" fmla="*/ 381167 h 436899"/>
                <a:gd name="connsiteX1" fmla="*/ 752808 w 2177965"/>
                <a:gd name="connsiteY1" fmla="*/ 319373 h 436899"/>
                <a:gd name="connsiteX2" fmla="*/ 1047131 w 2177965"/>
                <a:gd name="connsiteY2" fmla="*/ 264319 h 436899"/>
                <a:gd name="connsiteX3" fmla="*/ 1295924 w 2177965"/>
                <a:gd name="connsiteY3" fmla="*/ 278702 h 436899"/>
                <a:gd name="connsiteX4" fmla="*/ 1441847 w 2177965"/>
                <a:gd name="connsiteY4" fmla="*/ 302609 h 436899"/>
                <a:gd name="connsiteX5" fmla="*/ 1733788 w 2177965"/>
                <a:gd name="connsiteY5" fmla="*/ 360045 h 436899"/>
                <a:gd name="connsiteX6" fmla="*/ 1944290 w 2177965"/>
                <a:gd name="connsiteY6" fmla="*/ 386334 h 436899"/>
                <a:gd name="connsiteX7" fmla="*/ 2121170 w 2177965"/>
                <a:gd name="connsiteY7" fmla="*/ 0 h 436899"/>
                <a:gd name="connsiteX0" fmla="*/ 0 w 2177965"/>
                <a:gd name="connsiteY0" fmla="*/ 381167 h 436899"/>
                <a:gd name="connsiteX1" fmla="*/ 752808 w 2177965"/>
                <a:gd name="connsiteY1" fmla="*/ 319373 h 436899"/>
                <a:gd name="connsiteX2" fmla="*/ 1047131 w 2177965"/>
                <a:gd name="connsiteY2" fmla="*/ 264319 h 436899"/>
                <a:gd name="connsiteX3" fmla="*/ 1441847 w 2177965"/>
                <a:gd name="connsiteY3" fmla="*/ 302609 h 436899"/>
                <a:gd name="connsiteX4" fmla="*/ 1733788 w 2177965"/>
                <a:gd name="connsiteY4" fmla="*/ 360045 h 436899"/>
                <a:gd name="connsiteX5" fmla="*/ 1944290 w 2177965"/>
                <a:gd name="connsiteY5" fmla="*/ 386334 h 436899"/>
                <a:gd name="connsiteX6" fmla="*/ 2121170 w 2177965"/>
                <a:gd name="connsiteY6" fmla="*/ 0 h 436899"/>
                <a:gd name="connsiteX0" fmla="*/ 0 w 2182607"/>
                <a:gd name="connsiteY0" fmla="*/ 381167 h 436899"/>
                <a:gd name="connsiteX1" fmla="*/ 752808 w 2182607"/>
                <a:gd name="connsiteY1" fmla="*/ 319373 h 436899"/>
                <a:gd name="connsiteX2" fmla="*/ 1047131 w 2182607"/>
                <a:gd name="connsiteY2" fmla="*/ 264319 h 436899"/>
                <a:gd name="connsiteX3" fmla="*/ 1441847 w 2182607"/>
                <a:gd name="connsiteY3" fmla="*/ 302609 h 436899"/>
                <a:gd name="connsiteX4" fmla="*/ 1733788 w 2182607"/>
                <a:gd name="connsiteY4" fmla="*/ 360045 h 436899"/>
                <a:gd name="connsiteX5" fmla="*/ 1944290 w 2182607"/>
                <a:gd name="connsiteY5" fmla="*/ 386334 h 436899"/>
                <a:gd name="connsiteX6" fmla="*/ 2175937 w 2182607"/>
                <a:gd name="connsiteY6" fmla="*/ 317070 h 436899"/>
                <a:gd name="connsiteX7" fmla="*/ 2121170 w 2182607"/>
                <a:gd name="connsiteY7" fmla="*/ 0 h 436899"/>
                <a:gd name="connsiteX0" fmla="*/ 0 w 2176490"/>
                <a:gd name="connsiteY0" fmla="*/ 1012407 h 1068139"/>
                <a:gd name="connsiteX1" fmla="*/ 752808 w 2176490"/>
                <a:gd name="connsiteY1" fmla="*/ 950613 h 1068139"/>
                <a:gd name="connsiteX2" fmla="*/ 1047131 w 2176490"/>
                <a:gd name="connsiteY2" fmla="*/ 895559 h 1068139"/>
                <a:gd name="connsiteX3" fmla="*/ 1441847 w 2176490"/>
                <a:gd name="connsiteY3" fmla="*/ 933849 h 1068139"/>
                <a:gd name="connsiteX4" fmla="*/ 1733788 w 2176490"/>
                <a:gd name="connsiteY4" fmla="*/ 991285 h 1068139"/>
                <a:gd name="connsiteX5" fmla="*/ 1944290 w 2176490"/>
                <a:gd name="connsiteY5" fmla="*/ 1017574 h 1068139"/>
                <a:gd name="connsiteX6" fmla="*/ 2175937 w 2176490"/>
                <a:gd name="connsiteY6" fmla="*/ 948310 h 1068139"/>
                <a:gd name="connsiteX7" fmla="*/ 1040665 w 2176490"/>
                <a:gd name="connsiteY7" fmla="*/ 0 h 1068139"/>
                <a:gd name="connsiteX0" fmla="*/ 0 w 2176917"/>
                <a:gd name="connsiteY0" fmla="*/ 1012407 h 1068139"/>
                <a:gd name="connsiteX1" fmla="*/ 752808 w 2176917"/>
                <a:gd name="connsiteY1" fmla="*/ 950613 h 1068139"/>
                <a:gd name="connsiteX2" fmla="*/ 1047131 w 2176917"/>
                <a:gd name="connsiteY2" fmla="*/ 895559 h 1068139"/>
                <a:gd name="connsiteX3" fmla="*/ 1441847 w 2176917"/>
                <a:gd name="connsiteY3" fmla="*/ 933849 h 1068139"/>
                <a:gd name="connsiteX4" fmla="*/ 1733788 w 2176917"/>
                <a:gd name="connsiteY4" fmla="*/ 991285 h 1068139"/>
                <a:gd name="connsiteX5" fmla="*/ 1944290 w 2176917"/>
                <a:gd name="connsiteY5" fmla="*/ 1017574 h 1068139"/>
                <a:gd name="connsiteX6" fmla="*/ 2175937 w 2176917"/>
                <a:gd name="connsiteY6" fmla="*/ 948310 h 1068139"/>
                <a:gd name="connsiteX7" fmla="*/ 1040665 w 2176917"/>
                <a:gd name="connsiteY7" fmla="*/ 0 h 1068139"/>
                <a:gd name="connsiteX0" fmla="*/ 0 w 2307270"/>
                <a:gd name="connsiteY0" fmla="*/ 1012407 h 1068139"/>
                <a:gd name="connsiteX1" fmla="*/ 752808 w 2307270"/>
                <a:gd name="connsiteY1" fmla="*/ 950613 h 1068139"/>
                <a:gd name="connsiteX2" fmla="*/ 1047131 w 2307270"/>
                <a:gd name="connsiteY2" fmla="*/ 895559 h 1068139"/>
                <a:gd name="connsiteX3" fmla="*/ 1441847 w 2307270"/>
                <a:gd name="connsiteY3" fmla="*/ 933849 h 1068139"/>
                <a:gd name="connsiteX4" fmla="*/ 1733788 w 2307270"/>
                <a:gd name="connsiteY4" fmla="*/ 991285 h 1068139"/>
                <a:gd name="connsiteX5" fmla="*/ 1944290 w 2307270"/>
                <a:gd name="connsiteY5" fmla="*/ 1017574 h 1068139"/>
                <a:gd name="connsiteX6" fmla="*/ 2175937 w 2307270"/>
                <a:gd name="connsiteY6" fmla="*/ 948310 h 1068139"/>
                <a:gd name="connsiteX7" fmla="*/ 2240101 w 2307270"/>
                <a:gd name="connsiteY7" fmla="*/ 747898 h 1068139"/>
                <a:gd name="connsiteX8" fmla="*/ 1040665 w 2307270"/>
                <a:gd name="connsiteY8" fmla="*/ 0 h 1068139"/>
                <a:gd name="connsiteX0" fmla="*/ 0 w 2318043"/>
                <a:gd name="connsiteY0" fmla="*/ 1012407 h 1068139"/>
                <a:gd name="connsiteX1" fmla="*/ 752808 w 2318043"/>
                <a:gd name="connsiteY1" fmla="*/ 950613 h 1068139"/>
                <a:gd name="connsiteX2" fmla="*/ 1047131 w 2318043"/>
                <a:gd name="connsiteY2" fmla="*/ 895559 h 1068139"/>
                <a:gd name="connsiteX3" fmla="*/ 1441847 w 2318043"/>
                <a:gd name="connsiteY3" fmla="*/ 933849 h 1068139"/>
                <a:gd name="connsiteX4" fmla="*/ 1733788 w 2318043"/>
                <a:gd name="connsiteY4" fmla="*/ 991285 h 1068139"/>
                <a:gd name="connsiteX5" fmla="*/ 1944290 w 2318043"/>
                <a:gd name="connsiteY5" fmla="*/ 1017574 h 1068139"/>
                <a:gd name="connsiteX6" fmla="*/ 2231324 w 2318043"/>
                <a:gd name="connsiteY6" fmla="*/ 1026610 h 1068139"/>
                <a:gd name="connsiteX7" fmla="*/ 2240101 w 2318043"/>
                <a:gd name="connsiteY7" fmla="*/ 747898 h 1068139"/>
                <a:gd name="connsiteX8" fmla="*/ 1040665 w 231804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12407 h 1068139"/>
                <a:gd name="connsiteX1" fmla="*/ 752808 w 2342153"/>
                <a:gd name="connsiteY1" fmla="*/ 950613 h 1068139"/>
                <a:gd name="connsiteX2" fmla="*/ 1047131 w 2342153"/>
                <a:gd name="connsiteY2" fmla="*/ 895559 h 1068139"/>
                <a:gd name="connsiteX3" fmla="*/ 1441847 w 2342153"/>
                <a:gd name="connsiteY3" fmla="*/ 933849 h 1068139"/>
                <a:gd name="connsiteX4" fmla="*/ 1733788 w 2342153"/>
                <a:gd name="connsiteY4" fmla="*/ 991285 h 1068139"/>
                <a:gd name="connsiteX5" fmla="*/ 1944290 w 2342153"/>
                <a:gd name="connsiteY5" fmla="*/ 1017574 h 1068139"/>
                <a:gd name="connsiteX6" fmla="*/ 2231324 w 2342153"/>
                <a:gd name="connsiteY6" fmla="*/ 1026610 h 1068139"/>
                <a:gd name="connsiteX7" fmla="*/ 2240101 w 2342153"/>
                <a:gd name="connsiteY7" fmla="*/ 747898 h 1068139"/>
                <a:gd name="connsiteX8" fmla="*/ 1040665 w 2342153"/>
                <a:gd name="connsiteY8" fmla="*/ 0 h 1068139"/>
                <a:gd name="connsiteX0" fmla="*/ 0 w 2342153"/>
                <a:gd name="connsiteY0" fmla="*/ 1057627 h 1113359"/>
                <a:gd name="connsiteX1" fmla="*/ 752808 w 2342153"/>
                <a:gd name="connsiteY1" fmla="*/ 995833 h 1113359"/>
                <a:gd name="connsiteX2" fmla="*/ 1047131 w 2342153"/>
                <a:gd name="connsiteY2" fmla="*/ 940779 h 1113359"/>
                <a:gd name="connsiteX3" fmla="*/ 1441847 w 2342153"/>
                <a:gd name="connsiteY3" fmla="*/ 979069 h 1113359"/>
                <a:gd name="connsiteX4" fmla="*/ 1733788 w 2342153"/>
                <a:gd name="connsiteY4" fmla="*/ 1036505 h 1113359"/>
                <a:gd name="connsiteX5" fmla="*/ 1944290 w 2342153"/>
                <a:gd name="connsiteY5" fmla="*/ 1062794 h 1113359"/>
                <a:gd name="connsiteX6" fmla="*/ 2231324 w 2342153"/>
                <a:gd name="connsiteY6" fmla="*/ 1071830 h 1113359"/>
                <a:gd name="connsiteX7" fmla="*/ 2240101 w 2342153"/>
                <a:gd name="connsiteY7" fmla="*/ 793118 h 1113359"/>
                <a:gd name="connsiteX8" fmla="*/ 991526 w 2342153"/>
                <a:gd name="connsiteY8" fmla="*/ 1 h 1113359"/>
                <a:gd name="connsiteX0" fmla="*/ 0 w 2342153"/>
                <a:gd name="connsiteY0" fmla="*/ 1057626 h 1113358"/>
                <a:gd name="connsiteX1" fmla="*/ 752808 w 2342153"/>
                <a:gd name="connsiteY1" fmla="*/ 995832 h 1113358"/>
                <a:gd name="connsiteX2" fmla="*/ 1047131 w 2342153"/>
                <a:gd name="connsiteY2" fmla="*/ 940778 h 1113358"/>
                <a:gd name="connsiteX3" fmla="*/ 1441847 w 2342153"/>
                <a:gd name="connsiteY3" fmla="*/ 979068 h 1113358"/>
                <a:gd name="connsiteX4" fmla="*/ 1733788 w 2342153"/>
                <a:gd name="connsiteY4" fmla="*/ 1036504 h 1113358"/>
                <a:gd name="connsiteX5" fmla="*/ 1944290 w 2342153"/>
                <a:gd name="connsiteY5" fmla="*/ 1062793 h 1113358"/>
                <a:gd name="connsiteX6" fmla="*/ 2231324 w 2342153"/>
                <a:gd name="connsiteY6" fmla="*/ 1071829 h 1113358"/>
                <a:gd name="connsiteX7" fmla="*/ 2240101 w 2342153"/>
                <a:gd name="connsiteY7" fmla="*/ 793117 h 1113358"/>
                <a:gd name="connsiteX8" fmla="*/ 991526 w 2342153"/>
                <a:gd name="connsiteY8" fmla="*/ 0 h 1113358"/>
                <a:gd name="connsiteX0" fmla="*/ 0 w 2357515"/>
                <a:gd name="connsiteY0" fmla="*/ 1057626 h 1113358"/>
                <a:gd name="connsiteX1" fmla="*/ 752808 w 2357515"/>
                <a:gd name="connsiteY1" fmla="*/ 995832 h 1113358"/>
                <a:gd name="connsiteX2" fmla="*/ 1047131 w 2357515"/>
                <a:gd name="connsiteY2" fmla="*/ 940778 h 1113358"/>
                <a:gd name="connsiteX3" fmla="*/ 1441847 w 2357515"/>
                <a:gd name="connsiteY3" fmla="*/ 979068 h 1113358"/>
                <a:gd name="connsiteX4" fmla="*/ 1733788 w 2357515"/>
                <a:gd name="connsiteY4" fmla="*/ 1036504 h 1113358"/>
                <a:gd name="connsiteX5" fmla="*/ 1944290 w 2357515"/>
                <a:gd name="connsiteY5" fmla="*/ 1062793 h 1113358"/>
                <a:gd name="connsiteX6" fmla="*/ 2231324 w 2357515"/>
                <a:gd name="connsiteY6" fmla="*/ 1071829 h 1113358"/>
                <a:gd name="connsiteX7" fmla="*/ 2262899 w 2357515"/>
                <a:gd name="connsiteY7" fmla="*/ 768665 h 1113358"/>
                <a:gd name="connsiteX8" fmla="*/ 991526 w 2357515"/>
                <a:gd name="connsiteY8" fmla="*/ 0 h 111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7515" h="1113358">
                  <a:moveTo>
                    <a:pt x="0" y="1057626"/>
                  </a:moveTo>
                  <a:cubicBezTo>
                    <a:pt x="246446" y="1205163"/>
                    <a:pt x="578286" y="1015307"/>
                    <a:pt x="752808" y="995832"/>
                  </a:cubicBezTo>
                  <a:cubicBezTo>
                    <a:pt x="927330" y="976357"/>
                    <a:pt x="932291" y="943572"/>
                    <a:pt x="1047131" y="940778"/>
                  </a:cubicBezTo>
                  <a:cubicBezTo>
                    <a:pt x="1161971" y="937984"/>
                    <a:pt x="1327404" y="963114"/>
                    <a:pt x="1441847" y="979068"/>
                  </a:cubicBezTo>
                  <a:cubicBezTo>
                    <a:pt x="1556290" y="995022"/>
                    <a:pt x="1636728" y="1015930"/>
                    <a:pt x="1733788" y="1036504"/>
                  </a:cubicBezTo>
                  <a:cubicBezTo>
                    <a:pt x="1803416" y="1051268"/>
                    <a:pt x="1873424" y="1066222"/>
                    <a:pt x="1944290" y="1062793"/>
                  </a:cubicBezTo>
                  <a:cubicBezTo>
                    <a:pt x="2015719" y="1052957"/>
                    <a:pt x="2159224" y="1111550"/>
                    <a:pt x="2231324" y="1071829"/>
                  </a:cubicBezTo>
                  <a:cubicBezTo>
                    <a:pt x="2312570" y="1051782"/>
                    <a:pt x="2452111" y="926717"/>
                    <a:pt x="2262899" y="768665"/>
                  </a:cubicBezTo>
                  <a:cubicBezTo>
                    <a:pt x="2073687" y="610613"/>
                    <a:pt x="1168617" y="171564"/>
                    <a:pt x="991526" y="0"/>
                  </a:cubicBezTo>
                </a:path>
              </a:pathLst>
            </a:custGeom>
            <a:noFill/>
            <a:ln w="6350" cap="rnd">
              <a:solidFill>
                <a:schemeClr val="tx1">
                  <a:alpha val="35000"/>
                </a:schemeClr>
              </a:solidFill>
              <a:prstDash val="dash"/>
              <a:round/>
            </a:ln>
          </p:spPr>
          <p:txBody>
            <a:bodyPr rtlCol="0" anchor="ctr"/>
            <a:lstStyle/>
            <a:p>
              <a:endParaRPr lang="en-US"/>
            </a:p>
          </p:txBody>
        </p:sp>
        <p:sp>
          <p:nvSpPr>
            <p:cNvPr id="50" name="Freeform: Shape 49">
              <a:extLst>
                <a:ext uri="{FF2B5EF4-FFF2-40B4-BE49-F238E27FC236}">
                  <a16:creationId xmlns:a16="http://schemas.microsoft.com/office/drawing/2014/main" id="{F8ABB1CF-026C-7F4D-099C-D3F006C869EB}"/>
                </a:ext>
              </a:extLst>
            </p:cNvPr>
            <p:cNvSpPr/>
            <p:nvPr userDrawn="1"/>
          </p:nvSpPr>
          <p:spPr>
            <a:xfrm rot="1858339" flipV="1">
              <a:off x="-146163" y="4364882"/>
              <a:ext cx="701993" cy="364795"/>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0 w 959698"/>
                <a:gd name="connsiteY0" fmla="*/ 654559 h 654558"/>
                <a:gd name="connsiteX1" fmla="*/ 913001 w 959698"/>
                <a:gd name="connsiteY1" fmla="*/ 551013 h 654558"/>
                <a:gd name="connsiteX2" fmla="*/ 795210 w 959698"/>
                <a:gd name="connsiteY2" fmla="*/ 290579 h 654558"/>
                <a:gd name="connsiteX3" fmla="*/ 332158 w 959698"/>
                <a:gd name="connsiteY3" fmla="*/ 0 h 654558"/>
                <a:gd name="connsiteX0" fmla="*/ 0 w 825313"/>
                <a:gd name="connsiteY0" fmla="*/ 654559 h 654559"/>
                <a:gd name="connsiteX1" fmla="*/ 685110 w 825313"/>
                <a:gd name="connsiteY1" fmla="*/ 481710 h 654559"/>
                <a:gd name="connsiteX2" fmla="*/ 795210 w 825313"/>
                <a:gd name="connsiteY2" fmla="*/ 290579 h 654559"/>
                <a:gd name="connsiteX3" fmla="*/ 332158 w 825313"/>
                <a:gd name="connsiteY3" fmla="*/ 0 h 654559"/>
                <a:gd name="connsiteX0" fmla="*/ 0 w 869185"/>
                <a:gd name="connsiteY0" fmla="*/ 654559 h 654559"/>
                <a:gd name="connsiteX1" fmla="*/ 685110 w 869185"/>
                <a:gd name="connsiteY1" fmla="*/ 481710 h 654559"/>
                <a:gd name="connsiteX2" fmla="*/ 846957 w 869185"/>
                <a:gd name="connsiteY2" fmla="*/ 249023 h 654559"/>
                <a:gd name="connsiteX3" fmla="*/ 332158 w 869185"/>
                <a:gd name="connsiteY3" fmla="*/ 0 h 654559"/>
                <a:gd name="connsiteX0" fmla="*/ 0 w 869185"/>
                <a:gd name="connsiteY0" fmla="*/ 474459 h 474459"/>
                <a:gd name="connsiteX1" fmla="*/ 685110 w 869185"/>
                <a:gd name="connsiteY1" fmla="*/ 301610 h 474459"/>
                <a:gd name="connsiteX2" fmla="*/ 846957 w 869185"/>
                <a:gd name="connsiteY2" fmla="*/ 68923 h 474459"/>
                <a:gd name="connsiteX3" fmla="*/ 275462 w 869185"/>
                <a:gd name="connsiteY3" fmla="*/ 0 h 474459"/>
                <a:gd name="connsiteX0" fmla="*/ 0 w 869185"/>
                <a:gd name="connsiteY0" fmla="*/ 478503 h 478503"/>
                <a:gd name="connsiteX1" fmla="*/ 685110 w 869185"/>
                <a:gd name="connsiteY1" fmla="*/ 305654 h 478503"/>
                <a:gd name="connsiteX2" fmla="*/ 846957 w 869185"/>
                <a:gd name="connsiteY2" fmla="*/ 72967 h 478503"/>
                <a:gd name="connsiteX3" fmla="*/ 275462 w 869185"/>
                <a:gd name="connsiteY3" fmla="*/ 4044 h 478503"/>
                <a:gd name="connsiteX0" fmla="*/ 0 w 860272"/>
                <a:gd name="connsiteY0" fmla="*/ 478503 h 478503"/>
                <a:gd name="connsiteX1" fmla="*/ 582249 w 860272"/>
                <a:gd name="connsiteY1" fmla="*/ 283126 h 478503"/>
                <a:gd name="connsiteX2" fmla="*/ 846957 w 860272"/>
                <a:gd name="connsiteY2" fmla="*/ 72967 h 478503"/>
                <a:gd name="connsiteX3" fmla="*/ 275462 w 860272"/>
                <a:gd name="connsiteY3" fmla="*/ 4044 h 478503"/>
              </a:gdLst>
              <a:ahLst/>
              <a:cxnLst>
                <a:cxn ang="0">
                  <a:pos x="connsiteX0" y="connsiteY0"/>
                </a:cxn>
                <a:cxn ang="0">
                  <a:pos x="connsiteX1" y="connsiteY1"/>
                </a:cxn>
                <a:cxn ang="0">
                  <a:pos x="connsiteX2" y="connsiteY2"/>
                </a:cxn>
                <a:cxn ang="0">
                  <a:pos x="connsiteX3" y="connsiteY3"/>
                </a:cxn>
              </a:cxnLst>
              <a:rect l="l" t="t" r="r" b="b"/>
              <a:pathLst>
                <a:path w="860272" h="478503">
                  <a:moveTo>
                    <a:pt x="0" y="478503"/>
                  </a:moveTo>
                  <a:cubicBezTo>
                    <a:pt x="69342" y="423544"/>
                    <a:pt x="441090" y="350715"/>
                    <a:pt x="582249" y="283126"/>
                  </a:cubicBezTo>
                  <a:cubicBezTo>
                    <a:pt x="723408" y="215537"/>
                    <a:pt x="912275" y="138675"/>
                    <a:pt x="846957" y="72967"/>
                  </a:cubicBezTo>
                  <a:cubicBezTo>
                    <a:pt x="703884" y="-43728"/>
                    <a:pt x="433758" y="18181"/>
                    <a:pt x="275462" y="4044"/>
                  </a:cubicBezTo>
                </a:path>
              </a:pathLst>
            </a:custGeom>
            <a:noFill/>
            <a:ln w="6350" cap="rnd">
              <a:solidFill>
                <a:schemeClr val="tx1">
                  <a:alpha val="35000"/>
                </a:schemeClr>
              </a:solidFill>
              <a:prstDash val="dash"/>
              <a:round/>
            </a:ln>
          </p:spPr>
          <p:txBody>
            <a:bodyPr rtlCol="0" anchor="ctr"/>
            <a:lstStyle/>
            <a:p>
              <a:endParaRPr lang="en-US"/>
            </a:p>
          </p:txBody>
        </p:sp>
        <p:sp>
          <p:nvSpPr>
            <p:cNvPr id="51" name="Freeform: Shape 50">
              <a:extLst>
                <a:ext uri="{FF2B5EF4-FFF2-40B4-BE49-F238E27FC236}">
                  <a16:creationId xmlns:a16="http://schemas.microsoft.com/office/drawing/2014/main" id="{8359B352-88BE-6742-73D2-845B6FBF2679}"/>
                </a:ext>
              </a:extLst>
            </p:cNvPr>
            <p:cNvSpPr/>
            <p:nvPr userDrawn="1"/>
          </p:nvSpPr>
          <p:spPr>
            <a:xfrm rot="2783228" flipV="1">
              <a:off x="6011" y="5152715"/>
              <a:ext cx="2626109" cy="1153234"/>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328351 w 4686638"/>
                <a:gd name="connsiteY16" fmla="*/ 420434 h 1271168"/>
                <a:gd name="connsiteX17" fmla="*/ 4643248 w 4686638"/>
                <a:gd name="connsiteY17" fmla="*/ 349091 h 1271168"/>
                <a:gd name="connsiteX18" fmla="*/ 4686491 w 4686638"/>
                <a:gd name="connsiteY18" fmla="*/ 242316 h 1271168"/>
                <a:gd name="connsiteX19" fmla="*/ 4583812 w 4686638"/>
                <a:gd name="connsiteY19" fmla="*/ 0 h 1271168"/>
                <a:gd name="connsiteX0" fmla="*/ 0 w 4732798"/>
                <a:gd name="connsiteY0" fmla="*/ 115157 h 1271168"/>
                <a:gd name="connsiteX1" fmla="*/ 223933 w 4732798"/>
                <a:gd name="connsiteY1" fmla="*/ 277178 h 1271168"/>
                <a:gd name="connsiteX2" fmla="*/ 475488 w 4732798"/>
                <a:gd name="connsiteY2" fmla="*/ 421958 h 1271168"/>
                <a:gd name="connsiteX3" fmla="*/ 933736 w 4732798"/>
                <a:gd name="connsiteY3" fmla="*/ 690848 h 1271168"/>
                <a:gd name="connsiteX4" fmla="*/ 1233964 w 4732798"/>
                <a:gd name="connsiteY4" fmla="*/ 830580 h 1271168"/>
                <a:gd name="connsiteX5" fmla="*/ 1408462 w 4732798"/>
                <a:gd name="connsiteY5" fmla="*/ 917067 h 1271168"/>
                <a:gd name="connsiteX6" fmla="*/ 1719167 w 4732798"/>
                <a:gd name="connsiteY6" fmla="*/ 1114901 h 1271168"/>
                <a:gd name="connsiteX7" fmla="*/ 1865376 w 4732798"/>
                <a:gd name="connsiteY7" fmla="*/ 1204627 h 1271168"/>
                <a:gd name="connsiteX8" fmla="*/ 2099691 w 4732798"/>
                <a:gd name="connsiteY8" fmla="*/ 1271111 h 1271168"/>
                <a:gd name="connsiteX9" fmla="*/ 2392109 w 4732798"/>
                <a:gd name="connsiteY9" fmla="*/ 1128141 h 1271168"/>
                <a:gd name="connsiteX10" fmla="*/ 2549938 w 4732798"/>
                <a:gd name="connsiteY10" fmla="*/ 882110 h 1271168"/>
                <a:gd name="connsiteX11" fmla="*/ 2685002 w 4732798"/>
                <a:gd name="connsiteY11" fmla="*/ 574929 h 1271168"/>
                <a:gd name="connsiteX12" fmla="*/ 2813781 w 4732798"/>
                <a:gd name="connsiteY12" fmla="*/ 411480 h 1271168"/>
                <a:gd name="connsiteX13" fmla="*/ 3082385 w 4732798"/>
                <a:gd name="connsiteY13" fmla="*/ 292322 h 1271168"/>
                <a:gd name="connsiteX14" fmla="*/ 3305271 w 4732798"/>
                <a:gd name="connsiteY14" fmla="*/ 325565 h 1271168"/>
                <a:gd name="connsiteX15" fmla="*/ 3647313 w 4732798"/>
                <a:gd name="connsiteY15" fmla="*/ 383762 h 1271168"/>
                <a:gd name="connsiteX16" fmla="*/ 4643248 w 4732798"/>
                <a:gd name="connsiteY16" fmla="*/ 349091 h 1271168"/>
                <a:gd name="connsiteX17" fmla="*/ 4686491 w 4732798"/>
                <a:gd name="connsiteY17" fmla="*/ 242316 h 1271168"/>
                <a:gd name="connsiteX18" fmla="*/ 4583812 w 4732798"/>
                <a:gd name="connsiteY18"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418595 w 4686638"/>
                <a:gd name="connsiteY11" fmla="*/ 664828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54771 w 4686638"/>
                <a:gd name="connsiteY10" fmla="*/ 980972 h 1271168"/>
                <a:gd name="connsiteX11" fmla="*/ 2418595 w 4686638"/>
                <a:gd name="connsiteY11" fmla="*/ 664828 h 1271168"/>
                <a:gd name="connsiteX12" fmla="*/ 2664280 w 4686638"/>
                <a:gd name="connsiteY12" fmla="*/ 372927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686491 w 4686638"/>
                <a:gd name="connsiteY16" fmla="*/ 242316 h 1271168"/>
                <a:gd name="connsiteX17" fmla="*/ 4583812 w 4686638"/>
                <a:gd name="connsiteY17" fmla="*/ 0 h 1271168"/>
                <a:gd name="connsiteX0" fmla="*/ 0 w 4686638"/>
                <a:gd name="connsiteY0" fmla="*/ 115157 h 1338009"/>
                <a:gd name="connsiteX1" fmla="*/ 223933 w 4686638"/>
                <a:gd name="connsiteY1" fmla="*/ 277178 h 1338009"/>
                <a:gd name="connsiteX2" fmla="*/ 475488 w 4686638"/>
                <a:gd name="connsiteY2" fmla="*/ 421958 h 1338009"/>
                <a:gd name="connsiteX3" fmla="*/ 933736 w 4686638"/>
                <a:gd name="connsiteY3" fmla="*/ 690848 h 1338009"/>
                <a:gd name="connsiteX4" fmla="*/ 1233964 w 4686638"/>
                <a:gd name="connsiteY4" fmla="*/ 830580 h 1338009"/>
                <a:gd name="connsiteX5" fmla="*/ 1408462 w 4686638"/>
                <a:gd name="connsiteY5" fmla="*/ 917067 h 1338009"/>
                <a:gd name="connsiteX6" fmla="*/ 1719167 w 4686638"/>
                <a:gd name="connsiteY6" fmla="*/ 1114901 h 1338009"/>
                <a:gd name="connsiteX7" fmla="*/ 1865376 w 4686638"/>
                <a:gd name="connsiteY7" fmla="*/ 1204627 h 1338009"/>
                <a:gd name="connsiteX8" fmla="*/ 2099691 w 4686638"/>
                <a:gd name="connsiteY8" fmla="*/ 1271111 h 1338009"/>
                <a:gd name="connsiteX9" fmla="*/ 2287703 w 4686638"/>
                <a:gd name="connsiteY9" fmla="*/ 1322754 h 1338009"/>
                <a:gd name="connsiteX10" fmla="*/ 2554771 w 4686638"/>
                <a:gd name="connsiteY10" fmla="*/ 980972 h 1338009"/>
                <a:gd name="connsiteX11" fmla="*/ 2418595 w 4686638"/>
                <a:gd name="connsiteY11" fmla="*/ 664828 h 1338009"/>
                <a:gd name="connsiteX12" fmla="*/ 2664280 w 4686638"/>
                <a:gd name="connsiteY12" fmla="*/ 372927 h 1338009"/>
                <a:gd name="connsiteX13" fmla="*/ 3082385 w 4686638"/>
                <a:gd name="connsiteY13" fmla="*/ 292322 h 1338009"/>
                <a:gd name="connsiteX14" fmla="*/ 3305271 w 4686638"/>
                <a:gd name="connsiteY14" fmla="*/ 325565 h 1338009"/>
                <a:gd name="connsiteX15" fmla="*/ 3647313 w 4686638"/>
                <a:gd name="connsiteY15" fmla="*/ 383762 h 1338009"/>
                <a:gd name="connsiteX16" fmla="*/ 4686491 w 4686638"/>
                <a:gd name="connsiteY16" fmla="*/ 242316 h 1338009"/>
                <a:gd name="connsiteX17" fmla="*/ 4583812 w 4686638"/>
                <a:gd name="connsiteY17" fmla="*/ 0 h 1338009"/>
                <a:gd name="connsiteX0" fmla="*/ 0 w 4686638"/>
                <a:gd name="connsiteY0" fmla="*/ 115157 h 1440212"/>
                <a:gd name="connsiteX1" fmla="*/ 223933 w 4686638"/>
                <a:gd name="connsiteY1" fmla="*/ 277178 h 1440212"/>
                <a:gd name="connsiteX2" fmla="*/ 475488 w 4686638"/>
                <a:gd name="connsiteY2" fmla="*/ 421958 h 1440212"/>
                <a:gd name="connsiteX3" fmla="*/ 933736 w 4686638"/>
                <a:gd name="connsiteY3" fmla="*/ 690848 h 1440212"/>
                <a:gd name="connsiteX4" fmla="*/ 1233964 w 4686638"/>
                <a:gd name="connsiteY4" fmla="*/ 830580 h 1440212"/>
                <a:gd name="connsiteX5" fmla="*/ 1408462 w 4686638"/>
                <a:gd name="connsiteY5" fmla="*/ 917067 h 1440212"/>
                <a:gd name="connsiteX6" fmla="*/ 1719167 w 4686638"/>
                <a:gd name="connsiteY6" fmla="*/ 1114901 h 1440212"/>
                <a:gd name="connsiteX7" fmla="*/ 1865376 w 4686638"/>
                <a:gd name="connsiteY7" fmla="*/ 1204627 h 1440212"/>
                <a:gd name="connsiteX8" fmla="*/ 2008446 w 4686638"/>
                <a:gd name="connsiteY8" fmla="*/ 1436307 h 1440212"/>
                <a:gd name="connsiteX9" fmla="*/ 2287703 w 4686638"/>
                <a:gd name="connsiteY9" fmla="*/ 1322754 h 1440212"/>
                <a:gd name="connsiteX10" fmla="*/ 2554771 w 4686638"/>
                <a:gd name="connsiteY10" fmla="*/ 980972 h 1440212"/>
                <a:gd name="connsiteX11" fmla="*/ 2418595 w 4686638"/>
                <a:gd name="connsiteY11" fmla="*/ 664828 h 1440212"/>
                <a:gd name="connsiteX12" fmla="*/ 2664280 w 4686638"/>
                <a:gd name="connsiteY12" fmla="*/ 372927 h 1440212"/>
                <a:gd name="connsiteX13" fmla="*/ 3082385 w 4686638"/>
                <a:gd name="connsiteY13" fmla="*/ 292322 h 1440212"/>
                <a:gd name="connsiteX14" fmla="*/ 3305271 w 4686638"/>
                <a:gd name="connsiteY14" fmla="*/ 325565 h 1440212"/>
                <a:gd name="connsiteX15" fmla="*/ 3647313 w 4686638"/>
                <a:gd name="connsiteY15" fmla="*/ 383762 h 1440212"/>
                <a:gd name="connsiteX16" fmla="*/ 4686491 w 4686638"/>
                <a:gd name="connsiteY16" fmla="*/ 242316 h 1440212"/>
                <a:gd name="connsiteX17" fmla="*/ 4583812 w 4686638"/>
                <a:gd name="connsiteY17" fmla="*/ 0 h 1440212"/>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664280 w 4686638"/>
                <a:gd name="connsiteY12" fmla="*/ 372927 h 1439666"/>
                <a:gd name="connsiteX13" fmla="*/ 3082385 w 4686638"/>
                <a:gd name="connsiteY13" fmla="*/ 292322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76490 w 4686638"/>
                <a:gd name="connsiteY12" fmla="*/ 506874 h 1439666"/>
                <a:gd name="connsiteX13" fmla="*/ 3082385 w 4686638"/>
                <a:gd name="connsiteY13" fmla="*/ 292322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76490 w 4686638"/>
                <a:gd name="connsiteY12" fmla="*/ 506874 h 1439666"/>
                <a:gd name="connsiteX13" fmla="*/ 2737217 w 4686638"/>
                <a:gd name="connsiteY13" fmla="*/ 549325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67470 w 4686638"/>
                <a:gd name="connsiteY12" fmla="*/ 537970 h 1439666"/>
                <a:gd name="connsiteX13" fmla="*/ 2737217 w 4686638"/>
                <a:gd name="connsiteY13" fmla="*/ 549325 h 1439666"/>
                <a:gd name="connsiteX14" fmla="*/ 3305271 w 4686638"/>
                <a:gd name="connsiteY14" fmla="*/ 325565 h 1439666"/>
                <a:gd name="connsiteX15" fmla="*/ 3647313 w 4686638"/>
                <a:gd name="connsiteY15" fmla="*/ 383762 h 1439666"/>
                <a:gd name="connsiteX16" fmla="*/ 4686491 w 4686638"/>
                <a:gd name="connsiteY16" fmla="*/ 242316 h 1439666"/>
                <a:gd name="connsiteX17" fmla="*/ 4583812 w 4686638"/>
                <a:gd name="connsiteY17" fmla="*/ 0 h 1439666"/>
                <a:gd name="connsiteX0" fmla="*/ 0 w 4686638"/>
                <a:gd name="connsiteY0" fmla="*/ 115157 h 1439666"/>
                <a:gd name="connsiteX1" fmla="*/ 223933 w 4686638"/>
                <a:gd name="connsiteY1" fmla="*/ 277178 h 1439666"/>
                <a:gd name="connsiteX2" fmla="*/ 475488 w 4686638"/>
                <a:gd name="connsiteY2" fmla="*/ 421958 h 1439666"/>
                <a:gd name="connsiteX3" fmla="*/ 933736 w 4686638"/>
                <a:gd name="connsiteY3" fmla="*/ 690848 h 1439666"/>
                <a:gd name="connsiteX4" fmla="*/ 1233964 w 4686638"/>
                <a:gd name="connsiteY4" fmla="*/ 830580 h 1439666"/>
                <a:gd name="connsiteX5" fmla="*/ 1408462 w 4686638"/>
                <a:gd name="connsiteY5" fmla="*/ 917067 h 1439666"/>
                <a:gd name="connsiteX6" fmla="*/ 1719167 w 4686638"/>
                <a:gd name="connsiteY6" fmla="*/ 1114901 h 1439666"/>
                <a:gd name="connsiteX7" fmla="*/ 1865376 w 4686638"/>
                <a:gd name="connsiteY7" fmla="*/ 1204627 h 1439666"/>
                <a:gd name="connsiteX8" fmla="*/ 2008446 w 4686638"/>
                <a:gd name="connsiteY8" fmla="*/ 1436307 h 1439666"/>
                <a:gd name="connsiteX9" fmla="*/ 2287703 w 4686638"/>
                <a:gd name="connsiteY9" fmla="*/ 1322754 h 1439666"/>
                <a:gd name="connsiteX10" fmla="*/ 2483461 w 4686638"/>
                <a:gd name="connsiteY10" fmla="*/ 1060519 h 1439666"/>
                <a:gd name="connsiteX11" fmla="*/ 2418595 w 4686638"/>
                <a:gd name="connsiteY11" fmla="*/ 664828 h 1439666"/>
                <a:gd name="connsiteX12" fmla="*/ 2567470 w 4686638"/>
                <a:gd name="connsiteY12" fmla="*/ 537970 h 1439666"/>
                <a:gd name="connsiteX13" fmla="*/ 2737217 w 4686638"/>
                <a:gd name="connsiteY13" fmla="*/ 549325 h 1439666"/>
                <a:gd name="connsiteX14" fmla="*/ 3647313 w 4686638"/>
                <a:gd name="connsiteY14" fmla="*/ 383762 h 1439666"/>
                <a:gd name="connsiteX15" fmla="*/ 4686491 w 4686638"/>
                <a:gd name="connsiteY15" fmla="*/ 242316 h 1439666"/>
                <a:gd name="connsiteX16" fmla="*/ 4583812 w 4686638"/>
                <a:gd name="connsiteY16" fmla="*/ 0 h 1439666"/>
                <a:gd name="connsiteX0" fmla="*/ 0 w 4686491"/>
                <a:gd name="connsiteY0" fmla="*/ 0 h 1324509"/>
                <a:gd name="connsiteX1" fmla="*/ 223933 w 4686491"/>
                <a:gd name="connsiteY1" fmla="*/ 162021 h 1324509"/>
                <a:gd name="connsiteX2" fmla="*/ 475488 w 4686491"/>
                <a:gd name="connsiteY2" fmla="*/ 306801 h 1324509"/>
                <a:gd name="connsiteX3" fmla="*/ 933736 w 4686491"/>
                <a:gd name="connsiteY3" fmla="*/ 575691 h 1324509"/>
                <a:gd name="connsiteX4" fmla="*/ 1233964 w 4686491"/>
                <a:gd name="connsiteY4" fmla="*/ 715423 h 1324509"/>
                <a:gd name="connsiteX5" fmla="*/ 1408462 w 4686491"/>
                <a:gd name="connsiteY5" fmla="*/ 801910 h 1324509"/>
                <a:gd name="connsiteX6" fmla="*/ 1719167 w 4686491"/>
                <a:gd name="connsiteY6" fmla="*/ 999744 h 1324509"/>
                <a:gd name="connsiteX7" fmla="*/ 1865376 w 4686491"/>
                <a:gd name="connsiteY7" fmla="*/ 1089470 h 1324509"/>
                <a:gd name="connsiteX8" fmla="*/ 2008446 w 4686491"/>
                <a:gd name="connsiteY8" fmla="*/ 1321150 h 1324509"/>
                <a:gd name="connsiteX9" fmla="*/ 2287703 w 4686491"/>
                <a:gd name="connsiteY9" fmla="*/ 1207597 h 1324509"/>
                <a:gd name="connsiteX10" fmla="*/ 2483461 w 4686491"/>
                <a:gd name="connsiteY10" fmla="*/ 945362 h 1324509"/>
                <a:gd name="connsiteX11" fmla="*/ 2418595 w 4686491"/>
                <a:gd name="connsiteY11" fmla="*/ 549671 h 1324509"/>
                <a:gd name="connsiteX12" fmla="*/ 2567470 w 4686491"/>
                <a:gd name="connsiteY12" fmla="*/ 422813 h 1324509"/>
                <a:gd name="connsiteX13" fmla="*/ 2737217 w 4686491"/>
                <a:gd name="connsiteY13" fmla="*/ 434168 h 1324509"/>
                <a:gd name="connsiteX14" fmla="*/ 3647313 w 4686491"/>
                <a:gd name="connsiteY14" fmla="*/ 268605 h 1324509"/>
                <a:gd name="connsiteX15" fmla="*/ 4686491 w 4686491"/>
                <a:gd name="connsiteY15" fmla="*/ 127159 h 1324509"/>
                <a:gd name="connsiteX0" fmla="*/ 0 w 3647313"/>
                <a:gd name="connsiteY0" fmla="*/ 0 h 1324509"/>
                <a:gd name="connsiteX1" fmla="*/ 223933 w 3647313"/>
                <a:gd name="connsiteY1" fmla="*/ 162021 h 1324509"/>
                <a:gd name="connsiteX2" fmla="*/ 475488 w 3647313"/>
                <a:gd name="connsiteY2" fmla="*/ 306801 h 1324509"/>
                <a:gd name="connsiteX3" fmla="*/ 933736 w 3647313"/>
                <a:gd name="connsiteY3" fmla="*/ 575691 h 1324509"/>
                <a:gd name="connsiteX4" fmla="*/ 1233964 w 3647313"/>
                <a:gd name="connsiteY4" fmla="*/ 715423 h 1324509"/>
                <a:gd name="connsiteX5" fmla="*/ 1408462 w 3647313"/>
                <a:gd name="connsiteY5" fmla="*/ 801910 h 1324509"/>
                <a:gd name="connsiteX6" fmla="*/ 1719167 w 3647313"/>
                <a:gd name="connsiteY6" fmla="*/ 999744 h 1324509"/>
                <a:gd name="connsiteX7" fmla="*/ 1865376 w 3647313"/>
                <a:gd name="connsiteY7" fmla="*/ 1089470 h 1324509"/>
                <a:gd name="connsiteX8" fmla="*/ 2008446 w 3647313"/>
                <a:gd name="connsiteY8" fmla="*/ 1321150 h 1324509"/>
                <a:gd name="connsiteX9" fmla="*/ 2287703 w 3647313"/>
                <a:gd name="connsiteY9" fmla="*/ 1207597 h 1324509"/>
                <a:gd name="connsiteX10" fmla="*/ 2483461 w 3647313"/>
                <a:gd name="connsiteY10" fmla="*/ 945362 h 1324509"/>
                <a:gd name="connsiteX11" fmla="*/ 2418595 w 3647313"/>
                <a:gd name="connsiteY11" fmla="*/ 549671 h 1324509"/>
                <a:gd name="connsiteX12" fmla="*/ 2567470 w 3647313"/>
                <a:gd name="connsiteY12" fmla="*/ 422813 h 1324509"/>
                <a:gd name="connsiteX13" fmla="*/ 2737217 w 3647313"/>
                <a:gd name="connsiteY13" fmla="*/ 434168 h 1324509"/>
                <a:gd name="connsiteX14" fmla="*/ 3647313 w 3647313"/>
                <a:gd name="connsiteY14" fmla="*/ 268605 h 1324509"/>
                <a:gd name="connsiteX0" fmla="*/ 0 w 2737217"/>
                <a:gd name="connsiteY0" fmla="*/ 0 h 1324509"/>
                <a:gd name="connsiteX1" fmla="*/ 223933 w 2737217"/>
                <a:gd name="connsiteY1" fmla="*/ 162021 h 1324509"/>
                <a:gd name="connsiteX2" fmla="*/ 475488 w 2737217"/>
                <a:gd name="connsiteY2" fmla="*/ 306801 h 1324509"/>
                <a:gd name="connsiteX3" fmla="*/ 933736 w 2737217"/>
                <a:gd name="connsiteY3" fmla="*/ 575691 h 1324509"/>
                <a:gd name="connsiteX4" fmla="*/ 1233964 w 2737217"/>
                <a:gd name="connsiteY4" fmla="*/ 715423 h 1324509"/>
                <a:gd name="connsiteX5" fmla="*/ 1408462 w 2737217"/>
                <a:gd name="connsiteY5" fmla="*/ 801910 h 1324509"/>
                <a:gd name="connsiteX6" fmla="*/ 1719167 w 2737217"/>
                <a:gd name="connsiteY6" fmla="*/ 999744 h 1324509"/>
                <a:gd name="connsiteX7" fmla="*/ 1865376 w 2737217"/>
                <a:gd name="connsiteY7" fmla="*/ 1089470 h 1324509"/>
                <a:gd name="connsiteX8" fmla="*/ 2008446 w 2737217"/>
                <a:gd name="connsiteY8" fmla="*/ 1321150 h 1324509"/>
                <a:gd name="connsiteX9" fmla="*/ 2287703 w 2737217"/>
                <a:gd name="connsiteY9" fmla="*/ 1207597 h 1324509"/>
                <a:gd name="connsiteX10" fmla="*/ 2483461 w 2737217"/>
                <a:gd name="connsiteY10" fmla="*/ 945362 h 1324509"/>
                <a:gd name="connsiteX11" fmla="*/ 2418595 w 2737217"/>
                <a:gd name="connsiteY11" fmla="*/ 549671 h 1324509"/>
                <a:gd name="connsiteX12" fmla="*/ 2567470 w 2737217"/>
                <a:gd name="connsiteY12" fmla="*/ 422813 h 1324509"/>
                <a:gd name="connsiteX13" fmla="*/ 2737217 w 2737217"/>
                <a:gd name="connsiteY13" fmla="*/ 434168 h 1324509"/>
                <a:gd name="connsiteX0" fmla="*/ 0 w 2678981"/>
                <a:gd name="connsiteY0" fmla="*/ 0 h 1324509"/>
                <a:gd name="connsiteX1" fmla="*/ 223933 w 2678981"/>
                <a:gd name="connsiteY1" fmla="*/ 162021 h 1324509"/>
                <a:gd name="connsiteX2" fmla="*/ 475488 w 2678981"/>
                <a:gd name="connsiteY2" fmla="*/ 306801 h 1324509"/>
                <a:gd name="connsiteX3" fmla="*/ 933736 w 2678981"/>
                <a:gd name="connsiteY3" fmla="*/ 575691 h 1324509"/>
                <a:gd name="connsiteX4" fmla="*/ 1233964 w 2678981"/>
                <a:gd name="connsiteY4" fmla="*/ 715423 h 1324509"/>
                <a:gd name="connsiteX5" fmla="*/ 1408462 w 2678981"/>
                <a:gd name="connsiteY5" fmla="*/ 801910 h 1324509"/>
                <a:gd name="connsiteX6" fmla="*/ 1719167 w 2678981"/>
                <a:gd name="connsiteY6" fmla="*/ 999744 h 1324509"/>
                <a:gd name="connsiteX7" fmla="*/ 1865376 w 2678981"/>
                <a:gd name="connsiteY7" fmla="*/ 1089470 h 1324509"/>
                <a:gd name="connsiteX8" fmla="*/ 2008446 w 2678981"/>
                <a:gd name="connsiteY8" fmla="*/ 1321150 h 1324509"/>
                <a:gd name="connsiteX9" fmla="*/ 2287703 w 2678981"/>
                <a:gd name="connsiteY9" fmla="*/ 1207597 h 1324509"/>
                <a:gd name="connsiteX10" fmla="*/ 2483461 w 2678981"/>
                <a:gd name="connsiteY10" fmla="*/ 945362 h 1324509"/>
                <a:gd name="connsiteX11" fmla="*/ 2418595 w 2678981"/>
                <a:gd name="connsiteY11" fmla="*/ 549671 h 1324509"/>
                <a:gd name="connsiteX12" fmla="*/ 2567470 w 2678981"/>
                <a:gd name="connsiteY12" fmla="*/ 422813 h 1324509"/>
                <a:gd name="connsiteX13" fmla="*/ 2678981 w 2678981"/>
                <a:gd name="connsiteY13" fmla="*/ 358926 h 1324509"/>
                <a:gd name="connsiteX0" fmla="*/ 0 w 2678981"/>
                <a:gd name="connsiteY0" fmla="*/ 0 h 1324509"/>
                <a:gd name="connsiteX1" fmla="*/ 223933 w 2678981"/>
                <a:gd name="connsiteY1" fmla="*/ 162021 h 1324509"/>
                <a:gd name="connsiteX2" fmla="*/ 475488 w 2678981"/>
                <a:gd name="connsiteY2" fmla="*/ 306801 h 1324509"/>
                <a:gd name="connsiteX3" fmla="*/ 933736 w 2678981"/>
                <a:gd name="connsiteY3" fmla="*/ 575691 h 1324509"/>
                <a:gd name="connsiteX4" fmla="*/ 1233964 w 2678981"/>
                <a:gd name="connsiteY4" fmla="*/ 715423 h 1324509"/>
                <a:gd name="connsiteX5" fmla="*/ 1408462 w 2678981"/>
                <a:gd name="connsiteY5" fmla="*/ 801910 h 1324509"/>
                <a:gd name="connsiteX6" fmla="*/ 1719167 w 2678981"/>
                <a:gd name="connsiteY6" fmla="*/ 999744 h 1324509"/>
                <a:gd name="connsiteX7" fmla="*/ 1865376 w 2678981"/>
                <a:gd name="connsiteY7" fmla="*/ 1089470 h 1324509"/>
                <a:gd name="connsiteX8" fmla="*/ 2008446 w 2678981"/>
                <a:gd name="connsiteY8" fmla="*/ 1321150 h 1324509"/>
                <a:gd name="connsiteX9" fmla="*/ 2287703 w 2678981"/>
                <a:gd name="connsiteY9" fmla="*/ 1207597 h 1324509"/>
                <a:gd name="connsiteX10" fmla="*/ 2483461 w 2678981"/>
                <a:gd name="connsiteY10" fmla="*/ 945362 h 1324509"/>
                <a:gd name="connsiteX11" fmla="*/ 2418595 w 2678981"/>
                <a:gd name="connsiteY11" fmla="*/ 549671 h 1324509"/>
                <a:gd name="connsiteX12" fmla="*/ 2567470 w 2678981"/>
                <a:gd name="connsiteY12" fmla="*/ 422813 h 1324509"/>
                <a:gd name="connsiteX13" fmla="*/ 2678981 w 2678981"/>
                <a:gd name="connsiteY13" fmla="*/ 358926 h 132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78981" h="1324509">
                  <a:moveTo>
                    <a:pt x="0" y="0"/>
                  </a:moveTo>
                  <a:cubicBezTo>
                    <a:pt x="74676" y="54102"/>
                    <a:pt x="146685" y="111824"/>
                    <a:pt x="223933" y="162021"/>
                  </a:cubicBezTo>
                  <a:cubicBezTo>
                    <a:pt x="305086" y="214789"/>
                    <a:pt x="391287" y="258985"/>
                    <a:pt x="475488" y="306801"/>
                  </a:cubicBezTo>
                  <a:cubicBezTo>
                    <a:pt x="629507" y="394335"/>
                    <a:pt x="776288" y="494538"/>
                    <a:pt x="933736" y="575691"/>
                  </a:cubicBezTo>
                  <a:cubicBezTo>
                    <a:pt x="1031844" y="626269"/>
                    <a:pt x="1133571" y="669513"/>
                    <a:pt x="1233964" y="715423"/>
                  </a:cubicBezTo>
                  <a:cubicBezTo>
                    <a:pt x="1293019" y="742474"/>
                    <a:pt x="1351598" y="770478"/>
                    <a:pt x="1408462" y="801910"/>
                  </a:cubicBezTo>
                  <a:cubicBezTo>
                    <a:pt x="1515999" y="861251"/>
                    <a:pt x="1617155" y="931260"/>
                    <a:pt x="1719167" y="999744"/>
                  </a:cubicBezTo>
                  <a:cubicBezTo>
                    <a:pt x="1766697" y="1031653"/>
                    <a:pt x="1817163" y="1035902"/>
                    <a:pt x="1865376" y="1089470"/>
                  </a:cubicBezTo>
                  <a:cubicBezTo>
                    <a:pt x="1913589" y="1143038"/>
                    <a:pt x="1938058" y="1301462"/>
                    <a:pt x="2008446" y="1321150"/>
                  </a:cubicBezTo>
                  <a:cubicBezTo>
                    <a:pt x="2078834" y="1340838"/>
                    <a:pt x="2208534" y="1270228"/>
                    <a:pt x="2287703" y="1207597"/>
                  </a:cubicBezTo>
                  <a:cubicBezTo>
                    <a:pt x="2366872" y="1144966"/>
                    <a:pt x="2461646" y="1055016"/>
                    <a:pt x="2483461" y="945362"/>
                  </a:cubicBezTo>
                  <a:cubicBezTo>
                    <a:pt x="2505276" y="835708"/>
                    <a:pt x="2404594" y="636762"/>
                    <a:pt x="2418595" y="549671"/>
                  </a:cubicBezTo>
                  <a:cubicBezTo>
                    <a:pt x="2432596" y="462580"/>
                    <a:pt x="2524072" y="454604"/>
                    <a:pt x="2567470" y="422813"/>
                  </a:cubicBezTo>
                  <a:cubicBezTo>
                    <a:pt x="2610868" y="391022"/>
                    <a:pt x="2635877" y="363284"/>
                    <a:pt x="2678981" y="358926"/>
                  </a:cubicBezTo>
                </a:path>
              </a:pathLst>
            </a:custGeom>
            <a:noFill/>
            <a:ln w="6350" cap="rnd">
              <a:solidFill>
                <a:schemeClr val="tx1">
                  <a:alpha val="35000"/>
                </a:schemeClr>
              </a:solidFill>
              <a:prstDash val="dash"/>
              <a:round/>
            </a:ln>
          </p:spPr>
          <p:txBody>
            <a:bodyPr rtlCol="0" anchor="ctr"/>
            <a:lstStyle/>
            <a:p>
              <a:endParaRPr lang="en-US"/>
            </a:p>
          </p:txBody>
        </p:sp>
        <p:sp>
          <p:nvSpPr>
            <p:cNvPr id="52" name="Freeform: Shape 51">
              <a:extLst>
                <a:ext uri="{FF2B5EF4-FFF2-40B4-BE49-F238E27FC236}">
                  <a16:creationId xmlns:a16="http://schemas.microsoft.com/office/drawing/2014/main" id="{CB116547-1AF3-9716-9772-724E36902D0C}"/>
                </a:ext>
              </a:extLst>
            </p:cNvPr>
            <p:cNvSpPr/>
            <p:nvPr userDrawn="1"/>
          </p:nvSpPr>
          <p:spPr>
            <a:xfrm rot="2783228" flipV="1">
              <a:off x="-12675" y="5381749"/>
              <a:ext cx="2357637" cy="956931"/>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3876199"/>
                <a:gd name="connsiteY0" fmla="*/ 274606 h 919287"/>
                <a:gd name="connsiteX1" fmla="*/ 562356 w 3876199"/>
                <a:gd name="connsiteY1" fmla="*/ 608171 h 919287"/>
                <a:gd name="connsiteX2" fmla="*/ 1055275 w 3876199"/>
                <a:gd name="connsiteY2" fmla="*/ 792480 h 919287"/>
                <a:gd name="connsiteX3" fmla="*/ 1409414 w 3876199"/>
                <a:gd name="connsiteY3" fmla="*/ 914591 h 919287"/>
                <a:gd name="connsiteX4" fmla="*/ 1701355 w 3876199"/>
                <a:gd name="connsiteY4" fmla="*/ 847535 h 919287"/>
                <a:gd name="connsiteX5" fmla="*/ 1852136 w 3876199"/>
                <a:gd name="connsiteY5" fmla="*/ 610553 h 919287"/>
                <a:gd name="connsiteX6" fmla="*/ 1995678 w 3876199"/>
                <a:gd name="connsiteY6" fmla="*/ 361569 h 919287"/>
                <a:gd name="connsiteX7" fmla="*/ 2265997 w 3876199"/>
                <a:gd name="connsiteY7" fmla="*/ 67151 h 919287"/>
                <a:gd name="connsiteX8" fmla="*/ 2612898 w 3876199"/>
                <a:gd name="connsiteY8" fmla="*/ 36005 h 919287"/>
                <a:gd name="connsiteX9" fmla="*/ 2938272 w 3876199"/>
                <a:gd name="connsiteY9" fmla="*/ 129350 h 919287"/>
                <a:gd name="connsiteX10" fmla="*/ 3256502 w 3876199"/>
                <a:gd name="connsiteY10" fmla="*/ 244221 h 919287"/>
                <a:gd name="connsiteX11" fmla="*/ 3550825 w 3876199"/>
                <a:gd name="connsiteY11" fmla="*/ 244221 h 919287"/>
                <a:gd name="connsiteX12" fmla="*/ 3739800 w 3876199"/>
                <a:gd name="connsiteY12" fmla="*/ 177165 h 919287"/>
                <a:gd name="connsiteX13" fmla="*/ 3853434 w 3876199"/>
                <a:gd name="connsiteY13" fmla="*/ 63437 h 919287"/>
                <a:gd name="connsiteX14" fmla="*/ 3876199 w 3876199"/>
                <a:gd name="connsiteY14" fmla="*/ 0 h 919287"/>
                <a:gd name="connsiteX0" fmla="*/ 0 w 4145405"/>
                <a:gd name="connsiteY0" fmla="*/ 116231 h 919287"/>
                <a:gd name="connsiteX1" fmla="*/ 831562 w 4145405"/>
                <a:gd name="connsiteY1" fmla="*/ 608171 h 919287"/>
                <a:gd name="connsiteX2" fmla="*/ 1324481 w 4145405"/>
                <a:gd name="connsiteY2" fmla="*/ 792480 h 919287"/>
                <a:gd name="connsiteX3" fmla="*/ 1678620 w 4145405"/>
                <a:gd name="connsiteY3" fmla="*/ 914591 h 919287"/>
                <a:gd name="connsiteX4" fmla="*/ 1970561 w 4145405"/>
                <a:gd name="connsiteY4" fmla="*/ 847535 h 919287"/>
                <a:gd name="connsiteX5" fmla="*/ 2121342 w 4145405"/>
                <a:gd name="connsiteY5" fmla="*/ 610553 h 919287"/>
                <a:gd name="connsiteX6" fmla="*/ 2264884 w 4145405"/>
                <a:gd name="connsiteY6" fmla="*/ 361569 h 919287"/>
                <a:gd name="connsiteX7" fmla="*/ 2535203 w 4145405"/>
                <a:gd name="connsiteY7" fmla="*/ 67151 h 919287"/>
                <a:gd name="connsiteX8" fmla="*/ 2882104 w 4145405"/>
                <a:gd name="connsiteY8" fmla="*/ 36005 h 919287"/>
                <a:gd name="connsiteX9" fmla="*/ 3207478 w 4145405"/>
                <a:gd name="connsiteY9" fmla="*/ 129350 h 919287"/>
                <a:gd name="connsiteX10" fmla="*/ 3525708 w 4145405"/>
                <a:gd name="connsiteY10" fmla="*/ 244221 h 919287"/>
                <a:gd name="connsiteX11" fmla="*/ 3820031 w 4145405"/>
                <a:gd name="connsiteY11" fmla="*/ 244221 h 919287"/>
                <a:gd name="connsiteX12" fmla="*/ 4009006 w 4145405"/>
                <a:gd name="connsiteY12" fmla="*/ 177165 h 919287"/>
                <a:gd name="connsiteX13" fmla="*/ 4122640 w 4145405"/>
                <a:gd name="connsiteY13" fmla="*/ 63437 h 919287"/>
                <a:gd name="connsiteX14" fmla="*/ 4145405 w 4145405"/>
                <a:gd name="connsiteY14" fmla="*/ 0 h 919287"/>
                <a:gd name="connsiteX0" fmla="*/ 0 w 4145405"/>
                <a:gd name="connsiteY0" fmla="*/ 116231 h 969061"/>
                <a:gd name="connsiteX1" fmla="*/ 831562 w 4145405"/>
                <a:gd name="connsiteY1" fmla="*/ 608171 h 969061"/>
                <a:gd name="connsiteX2" fmla="*/ 1324481 w 4145405"/>
                <a:gd name="connsiteY2" fmla="*/ 792480 h 969061"/>
                <a:gd name="connsiteX3" fmla="*/ 1678620 w 4145405"/>
                <a:gd name="connsiteY3" fmla="*/ 914591 h 969061"/>
                <a:gd name="connsiteX4" fmla="*/ 2061386 w 4145405"/>
                <a:gd name="connsiteY4" fmla="*/ 940835 h 969061"/>
                <a:gd name="connsiteX5" fmla="*/ 2121342 w 4145405"/>
                <a:gd name="connsiteY5" fmla="*/ 610553 h 969061"/>
                <a:gd name="connsiteX6" fmla="*/ 2264884 w 4145405"/>
                <a:gd name="connsiteY6" fmla="*/ 361569 h 969061"/>
                <a:gd name="connsiteX7" fmla="*/ 2535203 w 4145405"/>
                <a:gd name="connsiteY7" fmla="*/ 67151 h 969061"/>
                <a:gd name="connsiteX8" fmla="*/ 2882104 w 4145405"/>
                <a:gd name="connsiteY8" fmla="*/ 36005 h 969061"/>
                <a:gd name="connsiteX9" fmla="*/ 3207478 w 4145405"/>
                <a:gd name="connsiteY9" fmla="*/ 129350 h 969061"/>
                <a:gd name="connsiteX10" fmla="*/ 3525708 w 4145405"/>
                <a:gd name="connsiteY10" fmla="*/ 244221 h 969061"/>
                <a:gd name="connsiteX11" fmla="*/ 3820031 w 4145405"/>
                <a:gd name="connsiteY11" fmla="*/ 244221 h 969061"/>
                <a:gd name="connsiteX12" fmla="*/ 4009006 w 4145405"/>
                <a:gd name="connsiteY12" fmla="*/ 177165 h 969061"/>
                <a:gd name="connsiteX13" fmla="*/ 4122640 w 4145405"/>
                <a:gd name="connsiteY13" fmla="*/ 63437 h 969061"/>
                <a:gd name="connsiteX14" fmla="*/ 4145405 w 4145405"/>
                <a:gd name="connsiteY14" fmla="*/ 0 h 969061"/>
                <a:gd name="connsiteX0" fmla="*/ 0 w 4145405"/>
                <a:gd name="connsiteY0" fmla="*/ 116231 h 1014271"/>
                <a:gd name="connsiteX1" fmla="*/ 831562 w 4145405"/>
                <a:gd name="connsiteY1" fmla="*/ 608171 h 1014271"/>
                <a:gd name="connsiteX2" fmla="*/ 1324481 w 4145405"/>
                <a:gd name="connsiteY2" fmla="*/ 792480 h 1014271"/>
                <a:gd name="connsiteX3" fmla="*/ 1738029 w 4145405"/>
                <a:gd name="connsiteY3" fmla="*/ 1004533 h 1014271"/>
                <a:gd name="connsiteX4" fmla="*/ 2061386 w 4145405"/>
                <a:gd name="connsiteY4" fmla="*/ 940835 h 1014271"/>
                <a:gd name="connsiteX5" fmla="*/ 2121342 w 4145405"/>
                <a:gd name="connsiteY5" fmla="*/ 610553 h 1014271"/>
                <a:gd name="connsiteX6" fmla="*/ 2264884 w 4145405"/>
                <a:gd name="connsiteY6" fmla="*/ 361569 h 1014271"/>
                <a:gd name="connsiteX7" fmla="*/ 2535203 w 4145405"/>
                <a:gd name="connsiteY7" fmla="*/ 67151 h 1014271"/>
                <a:gd name="connsiteX8" fmla="*/ 2882104 w 4145405"/>
                <a:gd name="connsiteY8" fmla="*/ 36005 h 1014271"/>
                <a:gd name="connsiteX9" fmla="*/ 3207478 w 4145405"/>
                <a:gd name="connsiteY9" fmla="*/ 129350 h 1014271"/>
                <a:gd name="connsiteX10" fmla="*/ 3525708 w 4145405"/>
                <a:gd name="connsiteY10" fmla="*/ 244221 h 1014271"/>
                <a:gd name="connsiteX11" fmla="*/ 3820031 w 4145405"/>
                <a:gd name="connsiteY11" fmla="*/ 244221 h 1014271"/>
                <a:gd name="connsiteX12" fmla="*/ 4009006 w 4145405"/>
                <a:gd name="connsiteY12" fmla="*/ 177165 h 1014271"/>
                <a:gd name="connsiteX13" fmla="*/ 4122640 w 4145405"/>
                <a:gd name="connsiteY13" fmla="*/ 63437 h 1014271"/>
                <a:gd name="connsiteX14" fmla="*/ 4145405 w 4145405"/>
                <a:gd name="connsiteY14" fmla="*/ 0 h 1014271"/>
                <a:gd name="connsiteX0" fmla="*/ 0 w 4145405"/>
                <a:gd name="connsiteY0" fmla="*/ 116231 h 1011642"/>
                <a:gd name="connsiteX1" fmla="*/ 831562 w 4145405"/>
                <a:gd name="connsiteY1" fmla="*/ 608171 h 1011642"/>
                <a:gd name="connsiteX2" fmla="*/ 1366372 w 4145405"/>
                <a:gd name="connsiteY2" fmla="*/ 829496 h 1011642"/>
                <a:gd name="connsiteX3" fmla="*/ 1738029 w 4145405"/>
                <a:gd name="connsiteY3" fmla="*/ 1004533 h 1011642"/>
                <a:gd name="connsiteX4" fmla="*/ 2061386 w 4145405"/>
                <a:gd name="connsiteY4" fmla="*/ 940835 h 1011642"/>
                <a:gd name="connsiteX5" fmla="*/ 2121342 w 4145405"/>
                <a:gd name="connsiteY5" fmla="*/ 610553 h 1011642"/>
                <a:gd name="connsiteX6" fmla="*/ 2264884 w 4145405"/>
                <a:gd name="connsiteY6" fmla="*/ 361569 h 1011642"/>
                <a:gd name="connsiteX7" fmla="*/ 2535203 w 4145405"/>
                <a:gd name="connsiteY7" fmla="*/ 67151 h 1011642"/>
                <a:gd name="connsiteX8" fmla="*/ 2882104 w 4145405"/>
                <a:gd name="connsiteY8" fmla="*/ 36005 h 1011642"/>
                <a:gd name="connsiteX9" fmla="*/ 3207478 w 4145405"/>
                <a:gd name="connsiteY9" fmla="*/ 129350 h 1011642"/>
                <a:gd name="connsiteX10" fmla="*/ 3525708 w 4145405"/>
                <a:gd name="connsiteY10" fmla="*/ 244221 h 1011642"/>
                <a:gd name="connsiteX11" fmla="*/ 3820031 w 4145405"/>
                <a:gd name="connsiteY11" fmla="*/ 244221 h 1011642"/>
                <a:gd name="connsiteX12" fmla="*/ 4009006 w 4145405"/>
                <a:gd name="connsiteY12" fmla="*/ 177165 h 1011642"/>
                <a:gd name="connsiteX13" fmla="*/ 4122640 w 4145405"/>
                <a:gd name="connsiteY13" fmla="*/ 63437 h 1011642"/>
                <a:gd name="connsiteX14" fmla="*/ 4145405 w 4145405"/>
                <a:gd name="connsiteY14" fmla="*/ 0 h 1011642"/>
                <a:gd name="connsiteX0" fmla="*/ 0 w 4145405"/>
                <a:gd name="connsiteY0" fmla="*/ 116231 h 1108037"/>
                <a:gd name="connsiteX1" fmla="*/ 831562 w 4145405"/>
                <a:gd name="connsiteY1" fmla="*/ 608171 h 1108037"/>
                <a:gd name="connsiteX2" fmla="*/ 1366372 w 4145405"/>
                <a:gd name="connsiteY2" fmla="*/ 829496 h 1108037"/>
                <a:gd name="connsiteX3" fmla="*/ 1738029 w 4145405"/>
                <a:gd name="connsiteY3" fmla="*/ 1004533 h 1108037"/>
                <a:gd name="connsiteX4" fmla="*/ 1962197 w 4145405"/>
                <a:gd name="connsiteY4" fmla="*/ 1087010 h 1108037"/>
                <a:gd name="connsiteX5" fmla="*/ 2121342 w 4145405"/>
                <a:gd name="connsiteY5" fmla="*/ 610553 h 1108037"/>
                <a:gd name="connsiteX6" fmla="*/ 2264884 w 4145405"/>
                <a:gd name="connsiteY6" fmla="*/ 361569 h 1108037"/>
                <a:gd name="connsiteX7" fmla="*/ 2535203 w 4145405"/>
                <a:gd name="connsiteY7" fmla="*/ 67151 h 1108037"/>
                <a:gd name="connsiteX8" fmla="*/ 2882104 w 4145405"/>
                <a:gd name="connsiteY8" fmla="*/ 36005 h 1108037"/>
                <a:gd name="connsiteX9" fmla="*/ 3207478 w 4145405"/>
                <a:gd name="connsiteY9" fmla="*/ 129350 h 1108037"/>
                <a:gd name="connsiteX10" fmla="*/ 3525708 w 4145405"/>
                <a:gd name="connsiteY10" fmla="*/ 244221 h 1108037"/>
                <a:gd name="connsiteX11" fmla="*/ 3820031 w 4145405"/>
                <a:gd name="connsiteY11" fmla="*/ 244221 h 1108037"/>
                <a:gd name="connsiteX12" fmla="*/ 4009006 w 4145405"/>
                <a:gd name="connsiteY12" fmla="*/ 177165 h 1108037"/>
                <a:gd name="connsiteX13" fmla="*/ 4122640 w 4145405"/>
                <a:gd name="connsiteY13" fmla="*/ 63437 h 1108037"/>
                <a:gd name="connsiteX14" fmla="*/ 4145405 w 4145405"/>
                <a:gd name="connsiteY14" fmla="*/ 0 h 1108037"/>
                <a:gd name="connsiteX0" fmla="*/ 0 w 4145405"/>
                <a:gd name="connsiteY0" fmla="*/ 116231 h 1094654"/>
                <a:gd name="connsiteX1" fmla="*/ 831562 w 4145405"/>
                <a:gd name="connsiteY1" fmla="*/ 608171 h 1094654"/>
                <a:gd name="connsiteX2" fmla="*/ 1366372 w 4145405"/>
                <a:gd name="connsiteY2" fmla="*/ 829496 h 1094654"/>
                <a:gd name="connsiteX3" fmla="*/ 1738029 w 4145405"/>
                <a:gd name="connsiteY3" fmla="*/ 1004533 h 1094654"/>
                <a:gd name="connsiteX4" fmla="*/ 1962197 w 4145405"/>
                <a:gd name="connsiteY4" fmla="*/ 1087010 h 1094654"/>
                <a:gd name="connsiteX5" fmla="*/ 2101560 w 4145405"/>
                <a:gd name="connsiteY5" fmla="*/ 818443 h 1094654"/>
                <a:gd name="connsiteX6" fmla="*/ 2264884 w 4145405"/>
                <a:gd name="connsiteY6" fmla="*/ 361569 h 1094654"/>
                <a:gd name="connsiteX7" fmla="*/ 2535203 w 4145405"/>
                <a:gd name="connsiteY7" fmla="*/ 67151 h 1094654"/>
                <a:gd name="connsiteX8" fmla="*/ 2882104 w 4145405"/>
                <a:gd name="connsiteY8" fmla="*/ 36005 h 1094654"/>
                <a:gd name="connsiteX9" fmla="*/ 3207478 w 4145405"/>
                <a:gd name="connsiteY9" fmla="*/ 129350 h 1094654"/>
                <a:gd name="connsiteX10" fmla="*/ 3525708 w 4145405"/>
                <a:gd name="connsiteY10" fmla="*/ 244221 h 1094654"/>
                <a:gd name="connsiteX11" fmla="*/ 3820031 w 4145405"/>
                <a:gd name="connsiteY11" fmla="*/ 244221 h 1094654"/>
                <a:gd name="connsiteX12" fmla="*/ 4009006 w 4145405"/>
                <a:gd name="connsiteY12" fmla="*/ 177165 h 1094654"/>
                <a:gd name="connsiteX13" fmla="*/ 4122640 w 4145405"/>
                <a:gd name="connsiteY13" fmla="*/ 63437 h 1094654"/>
                <a:gd name="connsiteX14" fmla="*/ 4145405 w 4145405"/>
                <a:gd name="connsiteY14" fmla="*/ 0 h 1094654"/>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264884 w 4145405"/>
                <a:gd name="connsiteY6" fmla="*/ 361569 h 1094655"/>
                <a:gd name="connsiteX7" fmla="*/ 2535203 w 4145405"/>
                <a:gd name="connsiteY7" fmla="*/ 67151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118395 w 4145405"/>
                <a:gd name="connsiteY6" fmla="*/ 506453 h 1094655"/>
                <a:gd name="connsiteX7" fmla="*/ 2535203 w 4145405"/>
                <a:gd name="connsiteY7" fmla="*/ 67151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45405"/>
                <a:gd name="connsiteY0" fmla="*/ 116231 h 1094655"/>
                <a:gd name="connsiteX1" fmla="*/ 831562 w 4145405"/>
                <a:gd name="connsiteY1" fmla="*/ 608171 h 1094655"/>
                <a:gd name="connsiteX2" fmla="*/ 1366372 w 4145405"/>
                <a:gd name="connsiteY2" fmla="*/ 829496 h 1094655"/>
                <a:gd name="connsiteX3" fmla="*/ 1738029 w 4145405"/>
                <a:gd name="connsiteY3" fmla="*/ 1004533 h 1094655"/>
                <a:gd name="connsiteX4" fmla="*/ 1962197 w 4145405"/>
                <a:gd name="connsiteY4" fmla="*/ 1087010 h 1094655"/>
                <a:gd name="connsiteX5" fmla="*/ 2101560 w 4145405"/>
                <a:gd name="connsiteY5" fmla="*/ 818443 h 1094655"/>
                <a:gd name="connsiteX6" fmla="*/ 2118395 w 4145405"/>
                <a:gd name="connsiteY6" fmla="*/ 506453 h 1094655"/>
                <a:gd name="connsiteX7" fmla="*/ 2349235 w 4145405"/>
                <a:gd name="connsiteY7" fmla="*/ 300286 h 1094655"/>
                <a:gd name="connsiteX8" fmla="*/ 2882104 w 4145405"/>
                <a:gd name="connsiteY8" fmla="*/ 36005 h 1094655"/>
                <a:gd name="connsiteX9" fmla="*/ 3207478 w 4145405"/>
                <a:gd name="connsiteY9" fmla="*/ 129350 h 1094655"/>
                <a:gd name="connsiteX10" fmla="*/ 3525708 w 4145405"/>
                <a:gd name="connsiteY10" fmla="*/ 244221 h 1094655"/>
                <a:gd name="connsiteX11" fmla="*/ 3820031 w 4145405"/>
                <a:gd name="connsiteY11" fmla="*/ 244221 h 1094655"/>
                <a:gd name="connsiteX12" fmla="*/ 4009006 w 4145405"/>
                <a:gd name="connsiteY12" fmla="*/ 177165 h 1094655"/>
                <a:gd name="connsiteX13" fmla="*/ 4122640 w 4145405"/>
                <a:gd name="connsiteY13" fmla="*/ 63437 h 1094655"/>
                <a:gd name="connsiteX14" fmla="*/ 4145405 w 4145405"/>
                <a:gd name="connsiteY14" fmla="*/ 0 h 1094655"/>
                <a:gd name="connsiteX0" fmla="*/ 0 w 4122640"/>
                <a:gd name="connsiteY0" fmla="*/ 86233 h 1064657"/>
                <a:gd name="connsiteX1" fmla="*/ 831562 w 4122640"/>
                <a:gd name="connsiteY1" fmla="*/ 578173 h 1064657"/>
                <a:gd name="connsiteX2" fmla="*/ 1366372 w 4122640"/>
                <a:gd name="connsiteY2" fmla="*/ 799498 h 1064657"/>
                <a:gd name="connsiteX3" fmla="*/ 1738029 w 4122640"/>
                <a:gd name="connsiteY3" fmla="*/ 974535 h 1064657"/>
                <a:gd name="connsiteX4" fmla="*/ 1962197 w 4122640"/>
                <a:gd name="connsiteY4" fmla="*/ 1057012 h 1064657"/>
                <a:gd name="connsiteX5" fmla="*/ 2101560 w 4122640"/>
                <a:gd name="connsiteY5" fmla="*/ 788445 h 1064657"/>
                <a:gd name="connsiteX6" fmla="*/ 2118395 w 4122640"/>
                <a:gd name="connsiteY6" fmla="*/ 476455 h 1064657"/>
                <a:gd name="connsiteX7" fmla="*/ 2349235 w 4122640"/>
                <a:gd name="connsiteY7" fmla="*/ 270288 h 1064657"/>
                <a:gd name="connsiteX8" fmla="*/ 2882104 w 4122640"/>
                <a:gd name="connsiteY8" fmla="*/ 6007 h 1064657"/>
                <a:gd name="connsiteX9" fmla="*/ 3207478 w 4122640"/>
                <a:gd name="connsiteY9" fmla="*/ 99352 h 1064657"/>
                <a:gd name="connsiteX10" fmla="*/ 3525708 w 4122640"/>
                <a:gd name="connsiteY10" fmla="*/ 214223 h 1064657"/>
                <a:gd name="connsiteX11" fmla="*/ 3820031 w 4122640"/>
                <a:gd name="connsiteY11" fmla="*/ 214223 h 1064657"/>
                <a:gd name="connsiteX12" fmla="*/ 4009006 w 4122640"/>
                <a:gd name="connsiteY12" fmla="*/ 147167 h 1064657"/>
                <a:gd name="connsiteX13" fmla="*/ 4122640 w 4122640"/>
                <a:gd name="connsiteY13" fmla="*/ 33439 h 1064657"/>
                <a:gd name="connsiteX0" fmla="*/ 0 w 4122640"/>
                <a:gd name="connsiteY0" fmla="*/ 86233 h 1064657"/>
                <a:gd name="connsiteX1" fmla="*/ 831562 w 4122640"/>
                <a:gd name="connsiteY1" fmla="*/ 578173 h 1064657"/>
                <a:gd name="connsiteX2" fmla="*/ 1366372 w 4122640"/>
                <a:gd name="connsiteY2" fmla="*/ 799498 h 1064657"/>
                <a:gd name="connsiteX3" fmla="*/ 1738029 w 4122640"/>
                <a:gd name="connsiteY3" fmla="*/ 974535 h 1064657"/>
                <a:gd name="connsiteX4" fmla="*/ 1962197 w 4122640"/>
                <a:gd name="connsiteY4" fmla="*/ 1057012 h 1064657"/>
                <a:gd name="connsiteX5" fmla="*/ 2101560 w 4122640"/>
                <a:gd name="connsiteY5" fmla="*/ 788445 h 1064657"/>
                <a:gd name="connsiteX6" fmla="*/ 2118395 w 4122640"/>
                <a:gd name="connsiteY6" fmla="*/ 476455 h 1064657"/>
                <a:gd name="connsiteX7" fmla="*/ 2349235 w 4122640"/>
                <a:gd name="connsiteY7" fmla="*/ 270288 h 1064657"/>
                <a:gd name="connsiteX8" fmla="*/ 2882104 w 4122640"/>
                <a:gd name="connsiteY8" fmla="*/ 6007 h 1064657"/>
                <a:gd name="connsiteX9" fmla="*/ 3207478 w 4122640"/>
                <a:gd name="connsiteY9" fmla="*/ 99352 h 1064657"/>
                <a:gd name="connsiteX10" fmla="*/ 3525708 w 4122640"/>
                <a:gd name="connsiteY10" fmla="*/ 214223 h 1064657"/>
                <a:gd name="connsiteX11" fmla="*/ 3820031 w 4122640"/>
                <a:gd name="connsiteY11" fmla="*/ 214223 h 1064657"/>
                <a:gd name="connsiteX12" fmla="*/ 4122640 w 4122640"/>
                <a:gd name="connsiteY12" fmla="*/ 33439 h 1064657"/>
                <a:gd name="connsiteX0" fmla="*/ 0 w 3820031"/>
                <a:gd name="connsiteY0" fmla="*/ 86233 h 1064657"/>
                <a:gd name="connsiteX1" fmla="*/ 831562 w 3820031"/>
                <a:gd name="connsiteY1" fmla="*/ 578173 h 1064657"/>
                <a:gd name="connsiteX2" fmla="*/ 1366372 w 3820031"/>
                <a:gd name="connsiteY2" fmla="*/ 799498 h 1064657"/>
                <a:gd name="connsiteX3" fmla="*/ 1738029 w 3820031"/>
                <a:gd name="connsiteY3" fmla="*/ 974535 h 1064657"/>
                <a:gd name="connsiteX4" fmla="*/ 1962197 w 3820031"/>
                <a:gd name="connsiteY4" fmla="*/ 1057012 h 1064657"/>
                <a:gd name="connsiteX5" fmla="*/ 2101560 w 3820031"/>
                <a:gd name="connsiteY5" fmla="*/ 788445 h 1064657"/>
                <a:gd name="connsiteX6" fmla="*/ 2118395 w 3820031"/>
                <a:gd name="connsiteY6" fmla="*/ 476455 h 1064657"/>
                <a:gd name="connsiteX7" fmla="*/ 2349235 w 3820031"/>
                <a:gd name="connsiteY7" fmla="*/ 270288 h 1064657"/>
                <a:gd name="connsiteX8" fmla="*/ 2882104 w 3820031"/>
                <a:gd name="connsiteY8" fmla="*/ 6007 h 1064657"/>
                <a:gd name="connsiteX9" fmla="*/ 3207478 w 3820031"/>
                <a:gd name="connsiteY9" fmla="*/ 99352 h 1064657"/>
                <a:gd name="connsiteX10" fmla="*/ 3525708 w 3820031"/>
                <a:gd name="connsiteY10" fmla="*/ 214223 h 1064657"/>
                <a:gd name="connsiteX11" fmla="*/ 3820031 w 3820031"/>
                <a:gd name="connsiteY11" fmla="*/ 214223 h 1064657"/>
                <a:gd name="connsiteX0" fmla="*/ 0 w 3525708"/>
                <a:gd name="connsiteY0" fmla="*/ 86233 h 1064657"/>
                <a:gd name="connsiteX1" fmla="*/ 831562 w 3525708"/>
                <a:gd name="connsiteY1" fmla="*/ 578173 h 1064657"/>
                <a:gd name="connsiteX2" fmla="*/ 1366372 w 3525708"/>
                <a:gd name="connsiteY2" fmla="*/ 799498 h 1064657"/>
                <a:gd name="connsiteX3" fmla="*/ 1738029 w 3525708"/>
                <a:gd name="connsiteY3" fmla="*/ 974535 h 1064657"/>
                <a:gd name="connsiteX4" fmla="*/ 1962197 w 3525708"/>
                <a:gd name="connsiteY4" fmla="*/ 1057012 h 1064657"/>
                <a:gd name="connsiteX5" fmla="*/ 2101560 w 3525708"/>
                <a:gd name="connsiteY5" fmla="*/ 788445 h 1064657"/>
                <a:gd name="connsiteX6" fmla="*/ 2118395 w 3525708"/>
                <a:gd name="connsiteY6" fmla="*/ 476455 h 1064657"/>
                <a:gd name="connsiteX7" fmla="*/ 2349235 w 3525708"/>
                <a:gd name="connsiteY7" fmla="*/ 270288 h 1064657"/>
                <a:gd name="connsiteX8" fmla="*/ 2882104 w 3525708"/>
                <a:gd name="connsiteY8" fmla="*/ 6007 h 1064657"/>
                <a:gd name="connsiteX9" fmla="*/ 3207478 w 3525708"/>
                <a:gd name="connsiteY9" fmla="*/ 99352 h 1064657"/>
                <a:gd name="connsiteX10" fmla="*/ 3525708 w 3525708"/>
                <a:gd name="connsiteY10" fmla="*/ 214223 h 1064657"/>
                <a:gd name="connsiteX0" fmla="*/ 0 w 3207478"/>
                <a:gd name="connsiteY0" fmla="*/ 86233 h 1064657"/>
                <a:gd name="connsiteX1" fmla="*/ 831562 w 3207478"/>
                <a:gd name="connsiteY1" fmla="*/ 578173 h 1064657"/>
                <a:gd name="connsiteX2" fmla="*/ 1366372 w 3207478"/>
                <a:gd name="connsiteY2" fmla="*/ 799498 h 1064657"/>
                <a:gd name="connsiteX3" fmla="*/ 1738029 w 3207478"/>
                <a:gd name="connsiteY3" fmla="*/ 974535 h 1064657"/>
                <a:gd name="connsiteX4" fmla="*/ 1962197 w 3207478"/>
                <a:gd name="connsiteY4" fmla="*/ 1057012 h 1064657"/>
                <a:gd name="connsiteX5" fmla="*/ 2101560 w 3207478"/>
                <a:gd name="connsiteY5" fmla="*/ 788445 h 1064657"/>
                <a:gd name="connsiteX6" fmla="*/ 2118395 w 3207478"/>
                <a:gd name="connsiteY6" fmla="*/ 476455 h 1064657"/>
                <a:gd name="connsiteX7" fmla="*/ 2349235 w 3207478"/>
                <a:gd name="connsiteY7" fmla="*/ 270288 h 1064657"/>
                <a:gd name="connsiteX8" fmla="*/ 2882104 w 3207478"/>
                <a:gd name="connsiteY8" fmla="*/ 6007 h 1064657"/>
                <a:gd name="connsiteX9" fmla="*/ 3207478 w 3207478"/>
                <a:gd name="connsiteY9" fmla="*/ 99352 h 1064657"/>
                <a:gd name="connsiteX0" fmla="*/ 0 w 2882105"/>
                <a:gd name="connsiteY0" fmla="*/ 80226 h 1058650"/>
                <a:gd name="connsiteX1" fmla="*/ 831562 w 2882105"/>
                <a:gd name="connsiteY1" fmla="*/ 572166 h 1058650"/>
                <a:gd name="connsiteX2" fmla="*/ 1366372 w 2882105"/>
                <a:gd name="connsiteY2" fmla="*/ 793491 h 1058650"/>
                <a:gd name="connsiteX3" fmla="*/ 1738029 w 2882105"/>
                <a:gd name="connsiteY3" fmla="*/ 968528 h 1058650"/>
                <a:gd name="connsiteX4" fmla="*/ 1962197 w 2882105"/>
                <a:gd name="connsiteY4" fmla="*/ 1051005 h 1058650"/>
                <a:gd name="connsiteX5" fmla="*/ 2101560 w 2882105"/>
                <a:gd name="connsiteY5" fmla="*/ 782438 h 1058650"/>
                <a:gd name="connsiteX6" fmla="*/ 2118395 w 2882105"/>
                <a:gd name="connsiteY6" fmla="*/ 470448 h 1058650"/>
                <a:gd name="connsiteX7" fmla="*/ 2349235 w 2882105"/>
                <a:gd name="connsiteY7" fmla="*/ 264281 h 1058650"/>
                <a:gd name="connsiteX8" fmla="*/ 2882104 w 2882105"/>
                <a:gd name="connsiteY8" fmla="*/ 0 h 1058650"/>
                <a:gd name="connsiteX0" fmla="*/ 0 w 2349235"/>
                <a:gd name="connsiteY0" fmla="*/ 0 h 978424"/>
                <a:gd name="connsiteX1" fmla="*/ 831562 w 2349235"/>
                <a:gd name="connsiteY1" fmla="*/ 491940 h 978424"/>
                <a:gd name="connsiteX2" fmla="*/ 1366372 w 2349235"/>
                <a:gd name="connsiteY2" fmla="*/ 713265 h 978424"/>
                <a:gd name="connsiteX3" fmla="*/ 1738029 w 2349235"/>
                <a:gd name="connsiteY3" fmla="*/ 888302 h 978424"/>
                <a:gd name="connsiteX4" fmla="*/ 1962197 w 2349235"/>
                <a:gd name="connsiteY4" fmla="*/ 970779 h 978424"/>
                <a:gd name="connsiteX5" fmla="*/ 2101560 w 2349235"/>
                <a:gd name="connsiteY5" fmla="*/ 702212 h 978424"/>
                <a:gd name="connsiteX6" fmla="*/ 2118395 w 2349235"/>
                <a:gd name="connsiteY6" fmla="*/ 390222 h 978424"/>
                <a:gd name="connsiteX7" fmla="*/ 2349235 w 2349235"/>
                <a:gd name="connsiteY7" fmla="*/ 184055 h 978424"/>
                <a:gd name="connsiteX0" fmla="*/ 0 w 2405104"/>
                <a:gd name="connsiteY0" fmla="*/ 0 h 1099050"/>
                <a:gd name="connsiteX1" fmla="*/ 887431 w 2405104"/>
                <a:gd name="connsiteY1" fmla="*/ 612566 h 1099050"/>
                <a:gd name="connsiteX2" fmla="*/ 1422241 w 2405104"/>
                <a:gd name="connsiteY2" fmla="*/ 833891 h 1099050"/>
                <a:gd name="connsiteX3" fmla="*/ 1793898 w 2405104"/>
                <a:gd name="connsiteY3" fmla="*/ 1008928 h 1099050"/>
                <a:gd name="connsiteX4" fmla="*/ 2018066 w 2405104"/>
                <a:gd name="connsiteY4" fmla="*/ 1091405 h 1099050"/>
                <a:gd name="connsiteX5" fmla="*/ 2157429 w 2405104"/>
                <a:gd name="connsiteY5" fmla="*/ 822838 h 1099050"/>
                <a:gd name="connsiteX6" fmla="*/ 2174264 w 2405104"/>
                <a:gd name="connsiteY6" fmla="*/ 510848 h 1099050"/>
                <a:gd name="connsiteX7" fmla="*/ 2405104 w 2405104"/>
                <a:gd name="connsiteY7" fmla="*/ 304681 h 1099050"/>
                <a:gd name="connsiteX0" fmla="*/ 0 w 2405104"/>
                <a:gd name="connsiteY0" fmla="*/ 0 h 1099050"/>
                <a:gd name="connsiteX1" fmla="*/ 887431 w 2405104"/>
                <a:gd name="connsiteY1" fmla="*/ 612566 h 1099050"/>
                <a:gd name="connsiteX2" fmla="*/ 1422241 w 2405104"/>
                <a:gd name="connsiteY2" fmla="*/ 833891 h 1099050"/>
                <a:gd name="connsiteX3" fmla="*/ 1793898 w 2405104"/>
                <a:gd name="connsiteY3" fmla="*/ 1008928 h 1099050"/>
                <a:gd name="connsiteX4" fmla="*/ 2018066 w 2405104"/>
                <a:gd name="connsiteY4" fmla="*/ 1091405 h 1099050"/>
                <a:gd name="connsiteX5" fmla="*/ 2157429 w 2405104"/>
                <a:gd name="connsiteY5" fmla="*/ 822838 h 1099050"/>
                <a:gd name="connsiteX6" fmla="*/ 2174264 w 2405104"/>
                <a:gd name="connsiteY6" fmla="*/ 510848 h 1099050"/>
                <a:gd name="connsiteX7" fmla="*/ 2405104 w 2405104"/>
                <a:gd name="connsiteY7" fmla="*/ 304681 h 10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5104" h="1099050">
                  <a:moveTo>
                    <a:pt x="0" y="0"/>
                  </a:moveTo>
                  <a:cubicBezTo>
                    <a:pt x="204679" y="300855"/>
                    <a:pt x="650391" y="473584"/>
                    <a:pt x="887431" y="612566"/>
                  </a:cubicBezTo>
                  <a:cubicBezTo>
                    <a:pt x="1124471" y="751548"/>
                    <a:pt x="1271163" y="767831"/>
                    <a:pt x="1422241" y="833891"/>
                  </a:cubicBezTo>
                  <a:cubicBezTo>
                    <a:pt x="1573319" y="899951"/>
                    <a:pt x="1694594" y="966009"/>
                    <a:pt x="1793898" y="1008928"/>
                  </a:cubicBezTo>
                  <a:cubicBezTo>
                    <a:pt x="1893202" y="1051847"/>
                    <a:pt x="1957478" y="1122420"/>
                    <a:pt x="2018066" y="1091405"/>
                  </a:cubicBezTo>
                  <a:cubicBezTo>
                    <a:pt x="2078654" y="1060390"/>
                    <a:pt x="2131396" y="919598"/>
                    <a:pt x="2157429" y="822838"/>
                  </a:cubicBezTo>
                  <a:cubicBezTo>
                    <a:pt x="2183462" y="726079"/>
                    <a:pt x="2132985" y="597207"/>
                    <a:pt x="2174264" y="510848"/>
                  </a:cubicBezTo>
                  <a:cubicBezTo>
                    <a:pt x="2215543" y="424489"/>
                    <a:pt x="2277819" y="383089"/>
                    <a:pt x="2405104" y="304681"/>
                  </a:cubicBezTo>
                </a:path>
              </a:pathLst>
            </a:custGeom>
            <a:noFill/>
            <a:ln w="6350" cap="rnd">
              <a:solidFill>
                <a:schemeClr val="tx1">
                  <a:alpha val="35000"/>
                </a:schemeClr>
              </a:solidFill>
              <a:prstDash val="dash"/>
              <a:round/>
            </a:ln>
          </p:spPr>
          <p:txBody>
            <a:bodyPr rtlCol="0" anchor="ctr"/>
            <a:lstStyle/>
            <a:p>
              <a:endParaRPr lang="en-US"/>
            </a:p>
          </p:txBody>
        </p:sp>
        <p:sp>
          <p:nvSpPr>
            <p:cNvPr id="53" name="Freeform: Shape 52">
              <a:extLst>
                <a:ext uri="{FF2B5EF4-FFF2-40B4-BE49-F238E27FC236}">
                  <a16:creationId xmlns:a16="http://schemas.microsoft.com/office/drawing/2014/main" id="{C21109C6-3697-365E-37B9-B6BCA3D506D7}"/>
                </a:ext>
              </a:extLst>
            </p:cNvPr>
            <p:cNvSpPr/>
            <p:nvPr userDrawn="1"/>
          </p:nvSpPr>
          <p:spPr>
            <a:xfrm rot="2783228" flipV="1">
              <a:off x="-43354" y="5583723"/>
              <a:ext cx="1910640" cy="705578"/>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102739"/>
                <a:gd name="connsiteY0" fmla="*/ 0 h 625711"/>
                <a:gd name="connsiteX1" fmla="*/ 272415 w 2102739"/>
                <a:gd name="connsiteY1" fmla="*/ 181070 h 625711"/>
                <a:gd name="connsiteX2" fmla="*/ 651415 w 2102739"/>
                <a:gd name="connsiteY2" fmla="*/ 385000 h 625711"/>
                <a:gd name="connsiteX3" fmla="*/ 915543 w 2102739"/>
                <a:gd name="connsiteY3" fmla="*/ 514255 h 625711"/>
                <a:gd name="connsiteX4" fmla="*/ 1277303 w 2102739"/>
                <a:gd name="connsiteY4" fmla="*/ 606171 h 625711"/>
                <a:gd name="connsiteX5" fmla="*/ 1618964 w 2102739"/>
                <a:gd name="connsiteY5" fmla="*/ 606171 h 625711"/>
                <a:gd name="connsiteX6" fmla="*/ 1817084 w 2102739"/>
                <a:gd name="connsiteY6" fmla="*/ 485489 h 625711"/>
                <a:gd name="connsiteX7" fmla="*/ 1963483 w 2102739"/>
                <a:gd name="connsiteY7" fmla="*/ 313182 h 625711"/>
                <a:gd name="connsiteX8" fmla="*/ 2102739 w 2102739"/>
                <a:gd name="connsiteY8" fmla="*/ 173831 h 625711"/>
                <a:gd name="connsiteX0" fmla="*/ 0 w 1963483"/>
                <a:gd name="connsiteY0" fmla="*/ 0 h 625711"/>
                <a:gd name="connsiteX1" fmla="*/ 272415 w 1963483"/>
                <a:gd name="connsiteY1" fmla="*/ 181070 h 625711"/>
                <a:gd name="connsiteX2" fmla="*/ 651415 w 1963483"/>
                <a:gd name="connsiteY2" fmla="*/ 385000 h 625711"/>
                <a:gd name="connsiteX3" fmla="*/ 915543 w 1963483"/>
                <a:gd name="connsiteY3" fmla="*/ 514255 h 625711"/>
                <a:gd name="connsiteX4" fmla="*/ 1277303 w 1963483"/>
                <a:gd name="connsiteY4" fmla="*/ 606171 h 625711"/>
                <a:gd name="connsiteX5" fmla="*/ 1618964 w 1963483"/>
                <a:gd name="connsiteY5" fmla="*/ 606171 h 625711"/>
                <a:gd name="connsiteX6" fmla="*/ 1817084 w 1963483"/>
                <a:gd name="connsiteY6" fmla="*/ 485489 h 625711"/>
                <a:gd name="connsiteX7" fmla="*/ 1963483 w 1963483"/>
                <a:gd name="connsiteY7" fmla="*/ 313182 h 625711"/>
                <a:gd name="connsiteX0" fmla="*/ 0 w 1817084"/>
                <a:gd name="connsiteY0" fmla="*/ 0 h 625711"/>
                <a:gd name="connsiteX1" fmla="*/ 272415 w 1817084"/>
                <a:gd name="connsiteY1" fmla="*/ 181070 h 625711"/>
                <a:gd name="connsiteX2" fmla="*/ 651415 w 1817084"/>
                <a:gd name="connsiteY2" fmla="*/ 385000 h 625711"/>
                <a:gd name="connsiteX3" fmla="*/ 915543 w 1817084"/>
                <a:gd name="connsiteY3" fmla="*/ 514255 h 625711"/>
                <a:gd name="connsiteX4" fmla="*/ 1277303 w 1817084"/>
                <a:gd name="connsiteY4" fmla="*/ 606171 h 625711"/>
                <a:gd name="connsiteX5" fmla="*/ 1618964 w 1817084"/>
                <a:gd name="connsiteY5" fmla="*/ 606171 h 625711"/>
                <a:gd name="connsiteX6" fmla="*/ 1817084 w 1817084"/>
                <a:gd name="connsiteY6" fmla="*/ 485489 h 625711"/>
                <a:gd name="connsiteX0" fmla="*/ 0 w 1865557"/>
                <a:gd name="connsiteY0" fmla="*/ 0 h 621921"/>
                <a:gd name="connsiteX1" fmla="*/ 272415 w 1865557"/>
                <a:gd name="connsiteY1" fmla="*/ 181070 h 621921"/>
                <a:gd name="connsiteX2" fmla="*/ 651415 w 1865557"/>
                <a:gd name="connsiteY2" fmla="*/ 385000 h 621921"/>
                <a:gd name="connsiteX3" fmla="*/ 915543 w 1865557"/>
                <a:gd name="connsiteY3" fmla="*/ 514255 h 621921"/>
                <a:gd name="connsiteX4" fmla="*/ 1277303 w 1865557"/>
                <a:gd name="connsiteY4" fmla="*/ 606171 h 621921"/>
                <a:gd name="connsiteX5" fmla="*/ 1618964 w 1865557"/>
                <a:gd name="connsiteY5" fmla="*/ 606171 h 621921"/>
                <a:gd name="connsiteX6" fmla="*/ 1865557 w 1865557"/>
                <a:gd name="connsiteY6" fmla="*/ 467951 h 621921"/>
                <a:gd name="connsiteX0" fmla="*/ 0 w 1865557"/>
                <a:gd name="connsiteY0" fmla="*/ 0 h 621921"/>
                <a:gd name="connsiteX1" fmla="*/ 272415 w 1865557"/>
                <a:gd name="connsiteY1" fmla="*/ 181070 h 621921"/>
                <a:gd name="connsiteX2" fmla="*/ 915543 w 1865557"/>
                <a:gd name="connsiteY2" fmla="*/ 514255 h 621921"/>
                <a:gd name="connsiteX3" fmla="*/ 1277303 w 1865557"/>
                <a:gd name="connsiteY3" fmla="*/ 606171 h 621921"/>
                <a:gd name="connsiteX4" fmla="*/ 1618964 w 1865557"/>
                <a:gd name="connsiteY4" fmla="*/ 606171 h 621921"/>
                <a:gd name="connsiteX5" fmla="*/ 1865557 w 1865557"/>
                <a:gd name="connsiteY5" fmla="*/ 467951 h 621921"/>
                <a:gd name="connsiteX0" fmla="*/ 0 w 1832606"/>
                <a:gd name="connsiteY0" fmla="*/ 0 h 601848"/>
                <a:gd name="connsiteX1" fmla="*/ 239464 w 1832606"/>
                <a:gd name="connsiteY1" fmla="*/ 160997 h 601848"/>
                <a:gd name="connsiteX2" fmla="*/ 882592 w 1832606"/>
                <a:gd name="connsiteY2" fmla="*/ 494182 h 601848"/>
                <a:gd name="connsiteX3" fmla="*/ 1244352 w 1832606"/>
                <a:gd name="connsiteY3" fmla="*/ 586098 h 601848"/>
                <a:gd name="connsiteX4" fmla="*/ 1586013 w 1832606"/>
                <a:gd name="connsiteY4" fmla="*/ 586098 h 601848"/>
                <a:gd name="connsiteX5" fmla="*/ 1832606 w 1832606"/>
                <a:gd name="connsiteY5" fmla="*/ 447878 h 601848"/>
                <a:gd name="connsiteX0" fmla="*/ 0 w 1932199"/>
                <a:gd name="connsiteY0" fmla="*/ 0 h 792486"/>
                <a:gd name="connsiteX1" fmla="*/ 239464 w 1932199"/>
                <a:gd name="connsiteY1" fmla="*/ 160997 h 792486"/>
                <a:gd name="connsiteX2" fmla="*/ 882592 w 1932199"/>
                <a:gd name="connsiteY2" fmla="*/ 494182 h 792486"/>
                <a:gd name="connsiteX3" fmla="*/ 1244352 w 1932199"/>
                <a:gd name="connsiteY3" fmla="*/ 586098 h 792486"/>
                <a:gd name="connsiteX4" fmla="*/ 1586013 w 1932199"/>
                <a:gd name="connsiteY4" fmla="*/ 586098 h 792486"/>
                <a:gd name="connsiteX5" fmla="*/ 1925229 w 1932199"/>
                <a:gd name="connsiteY5" fmla="*/ 790896 h 792486"/>
                <a:gd name="connsiteX6" fmla="*/ 1832606 w 1932199"/>
                <a:gd name="connsiteY6" fmla="*/ 447878 h 792486"/>
                <a:gd name="connsiteX0" fmla="*/ 0 w 1943293"/>
                <a:gd name="connsiteY0" fmla="*/ 0 h 792486"/>
                <a:gd name="connsiteX1" fmla="*/ 239464 w 1943293"/>
                <a:gd name="connsiteY1" fmla="*/ 160997 h 792486"/>
                <a:gd name="connsiteX2" fmla="*/ 882592 w 1943293"/>
                <a:gd name="connsiteY2" fmla="*/ 494182 h 792486"/>
                <a:gd name="connsiteX3" fmla="*/ 1244352 w 1943293"/>
                <a:gd name="connsiteY3" fmla="*/ 586098 h 792486"/>
                <a:gd name="connsiteX4" fmla="*/ 1586013 w 1943293"/>
                <a:gd name="connsiteY4" fmla="*/ 586098 h 792486"/>
                <a:gd name="connsiteX5" fmla="*/ 1925229 w 1943293"/>
                <a:gd name="connsiteY5" fmla="*/ 790896 h 792486"/>
                <a:gd name="connsiteX6" fmla="*/ 1901304 w 1943293"/>
                <a:gd name="connsiteY6" fmla="*/ 544203 h 792486"/>
                <a:gd name="connsiteX7" fmla="*/ 1832606 w 1943293"/>
                <a:gd name="connsiteY7" fmla="*/ 447878 h 792486"/>
                <a:gd name="connsiteX0" fmla="*/ 0 w 2044087"/>
                <a:gd name="connsiteY0" fmla="*/ 60380 h 852866"/>
                <a:gd name="connsiteX1" fmla="*/ 239464 w 2044087"/>
                <a:gd name="connsiteY1" fmla="*/ 221377 h 852866"/>
                <a:gd name="connsiteX2" fmla="*/ 882592 w 2044087"/>
                <a:gd name="connsiteY2" fmla="*/ 554562 h 852866"/>
                <a:gd name="connsiteX3" fmla="*/ 1244352 w 2044087"/>
                <a:gd name="connsiteY3" fmla="*/ 646478 h 852866"/>
                <a:gd name="connsiteX4" fmla="*/ 1586013 w 2044087"/>
                <a:gd name="connsiteY4" fmla="*/ 646478 h 852866"/>
                <a:gd name="connsiteX5" fmla="*/ 1925229 w 2044087"/>
                <a:gd name="connsiteY5" fmla="*/ 851276 h 852866"/>
                <a:gd name="connsiteX6" fmla="*/ 1901304 w 2044087"/>
                <a:gd name="connsiteY6" fmla="*/ 604583 h 852866"/>
                <a:gd name="connsiteX7" fmla="*/ 2043980 w 2044087"/>
                <a:gd name="connsiteY7" fmla="*/ 0 h 852866"/>
                <a:gd name="connsiteX0" fmla="*/ 0 w 2044079"/>
                <a:gd name="connsiteY0" fmla="*/ 60380 h 852866"/>
                <a:gd name="connsiteX1" fmla="*/ 239464 w 2044079"/>
                <a:gd name="connsiteY1" fmla="*/ 221377 h 852866"/>
                <a:gd name="connsiteX2" fmla="*/ 882592 w 2044079"/>
                <a:gd name="connsiteY2" fmla="*/ 554562 h 852866"/>
                <a:gd name="connsiteX3" fmla="*/ 1244352 w 2044079"/>
                <a:gd name="connsiteY3" fmla="*/ 646478 h 852866"/>
                <a:gd name="connsiteX4" fmla="*/ 1586013 w 2044079"/>
                <a:gd name="connsiteY4" fmla="*/ 646478 h 852866"/>
                <a:gd name="connsiteX5" fmla="*/ 1925229 w 2044079"/>
                <a:gd name="connsiteY5" fmla="*/ 851276 h 852866"/>
                <a:gd name="connsiteX6" fmla="*/ 1887709 w 2044079"/>
                <a:gd name="connsiteY6" fmla="*/ 460035 h 852866"/>
                <a:gd name="connsiteX7" fmla="*/ 2043980 w 2044079"/>
                <a:gd name="connsiteY7" fmla="*/ 0 h 852866"/>
                <a:gd name="connsiteX0" fmla="*/ 0 w 2044079"/>
                <a:gd name="connsiteY0" fmla="*/ 60380 h 852866"/>
                <a:gd name="connsiteX1" fmla="*/ 239464 w 2044079"/>
                <a:gd name="connsiteY1" fmla="*/ 221377 h 852866"/>
                <a:gd name="connsiteX2" fmla="*/ 882592 w 2044079"/>
                <a:gd name="connsiteY2" fmla="*/ 554562 h 852866"/>
                <a:gd name="connsiteX3" fmla="*/ 1244352 w 2044079"/>
                <a:gd name="connsiteY3" fmla="*/ 646478 h 852866"/>
                <a:gd name="connsiteX4" fmla="*/ 1586013 w 2044079"/>
                <a:gd name="connsiteY4" fmla="*/ 646478 h 852866"/>
                <a:gd name="connsiteX5" fmla="*/ 1925229 w 2044079"/>
                <a:gd name="connsiteY5" fmla="*/ 851276 h 852866"/>
                <a:gd name="connsiteX6" fmla="*/ 1887709 w 2044079"/>
                <a:gd name="connsiteY6" fmla="*/ 460035 h 852866"/>
                <a:gd name="connsiteX7" fmla="*/ 2043980 w 2044079"/>
                <a:gd name="connsiteY7" fmla="*/ 0 h 852866"/>
                <a:gd name="connsiteX0" fmla="*/ 0 w 2044079"/>
                <a:gd name="connsiteY0" fmla="*/ 60380 h 853126"/>
                <a:gd name="connsiteX1" fmla="*/ 239464 w 2044079"/>
                <a:gd name="connsiteY1" fmla="*/ 221377 h 853126"/>
                <a:gd name="connsiteX2" fmla="*/ 882592 w 2044079"/>
                <a:gd name="connsiteY2" fmla="*/ 554562 h 853126"/>
                <a:gd name="connsiteX3" fmla="*/ 1244352 w 2044079"/>
                <a:gd name="connsiteY3" fmla="*/ 646478 h 853126"/>
                <a:gd name="connsiteX4" fmla="*/ 1550460 w 2044079"/>
                <a:gd name="connsiteY4" fmla="*/ 681554 h 853126"/>
                <a:gd name="connsiteX5" fmla="*/ 1925229 w 2044079"/>
                <a:gd name="connsiteY5" fmla="*/ 851276 h 853126"/>
                <a:gd name="connsiteX6" fmla="*/ 1887709 w 2044079"/>
                <a:gd name="connsiteY6" fmla="*/ 460035 h 853126"/>
                <a:gd name="connsiteX7" fmla="*/ 2043980 w 2044079"/>
                <a:gd name="connsiteY7" fmla="*/ 0 h 853126"/>
                <a:gd name="connsiteX0" fmla="*/ 0 w 2044079"/>
                <a:gd name="connsiteY0" fmla="*/ 60380 h 792067"/>
                <a:gd name="connsiteX1" fmla="*/ 239464 w 2044079"/>
                <a:gd name="connsiteY1" fmla="*/ 221377 h 792067"/>
                <a:gd name="connsiteX2" fmla="*/ 882592 w 2044079"/>
                <a:gd name="connsiteY2" fmla="*/ 554562 h 792067"/>
                <a:gd name="connsiteX3" fmla="*/ 1244352 w 2044079"/>
                <a:gd name="connsiteY3" fmla="*/ 646478 h 792067"/>
                <a:gd name="connsiteX4" fmla="*/ 1550460 w 2044079"/>
                <a:gd name="connsiteY4" fmla="*/ 681554 h 792067"/>
                <a:gd name="connsiteX5" fmla="*/ 1900113 w 2044079"/>
                <a:gd name="connsiteY5" fmla="*/ 789471 h 792067"/>
                <a:gd name="connsiteX6" fmla="*/ 1887709 w 2044079"/>
                <a:gd name="connsiteY6" fmla="*/ 460035 h 792067"/>
                <a:gd name="connsiteX7" fmla="*/ 2043980 w 2044079"/>
                <a:gd name="connsiteY7" fmla="*/ 0 h 792067"/>
                <a:gd name="connsiteX0" fmla="*/ 0 w 2044079"/>
                <a:gd name="connsiteY0" fmla="*/ 60380 h 805257"/>
                <a:gd name="connsiteX1" fmla="*/ 239464 w 2044079"/>
                <a:gd name="connsiteY1" fmla="*/ 221377 h 805257"/>
                <a:gd name="connsiteX2" fmla="*/ 882592 w 2044079"/>
                <a:gd name="connsiteY2" fmla="*/ 554562 h 805257"/>
                <a:gd name="connsiteX3" fmla="*/ 1244352 w 2044079"/>
                <a:gd name="connsiteY3" fmla="*/ 646478 h 805257"/>
                <a:gd name="connsiteX4" fmla="*/ 1550460 w 2044079"/>
                <a:gd name="connsiteY4" fmla="*/ 681554 h 805257"/>
                <a:gd name="connsiteX5" fmla="*/ 1900113 w 2044079"/>
                <a:gd name="connsiteY5" fmla="*/ 789471 h 805257"/>
                <a:gd name="connsiteX6" fmla="*/ 1887709 w 2044079"/>
                <a:gd name="connsiteY6" fmla="*/ 460035 h 805257"/>
                <a:gd name="connsiteX7" fmla="*/ 2043980 w 2044079"/>
                <a:gd name="connsiteY7" fmla="*/ 0 h 805257"/>
                <a:gd name="connsiteX0" fmla="*/ 0 w 2044079"/>
                <a:gd name="connsiteY0" fmla="*/ 60380 h 805256"/>
                <a:gd name="connsiteX1" fmla="*/ 239464 w 2044079"/>
                <a:gd name="connsiteY1" fmla="*/ 221377 h 805256"/>
                <a:gd name="connsiteX2" fmla="*/ 882592 w 2044079"/>
                <a:gd name="connsiteY2" fmla="*/ 554562 h 805256"/>
                <a:gd name="connsiteX3" fmla="*/ 1244352 w 2044079"/>
                <a:gd name="connsiteY3" fmla="*/ 646478 h 805256"/>
                <a:gd name="connsiteX4" fmla="*/ 1550460 w 2044079"/>
                <a:gd name="connsiteY4" fmla="*/ 681554 h 805256"/>
                <a:gd name="connsiteX5" fmla="*/ 1900113 w 2044079"/>
                <a:gd name="connsiteY5" fmla="*/ 789471 h 805256"/>
                <a:gd name="connsiteX6" fmla="*/ 1887709 w 2044079"/>
                <a:gd name="connsiteY6" fmla="*/ 460035 h 805256"/>
                <a:gd name="connsiteX7" fmla="*/ 2043980 w 2044079"/>
                <a:gd name="connsiteY7" fmla="*/ 0 h 805256"/>
                <a:gd name="connsiteX0" fmla="*/ 0 w 2044099"/>
                <a:gd name="connsiteY0" fmla="*/ 60380 h 805256"/>
                <a:gd name="connsiteX1" fmla="*/ 239464 w 2044099"/>
                <a:gd name="connsiteY1" fmla="*/ 221377 h 805256"/>
                <a:gd name="connsiteX2" fmla="*/ 882592 w 2044099"/>
                <a:gd name="connsiteY2" fmla="*/ 554562 h 805256"/>
                <a:gd name="connsiteX3" fmla="*/ 1244352 w 2044099"/>
                <a:gd name="connsiteY3" fmla="*/ 646478 h 805256"/>
                <a:gd name="connsiteX4" fmla="*/ 1550460 w 2044099"/>
                <a:gd name="connsiteY4" fmla="*/ 681554 h 805256"/>
                <a:gd name="connsiteX5" fmla="*/ 1900113 w 2044099"/>
                <a:gd name="connsiteY5" fmla="*/ 789471 h 805256"/>
                <a:gd name="connsiteX6" fmla="*/ 1918025 w 2044099"/>
                <a:gd name="connsiteY6" fmla="*/ 344893 h 805256"/>
                <a:gd name="connsiteX7" fmla="*/ 2043980 w 2044099"/>
                <a:gd name="connsiteY7" fmla="*/ 0 h 805256"/>
                <a:gd name="connsiteX0" fmla="*/ 0 w 2044099"/>
                <a:gd name="connsiteY0" fmla="*/ 60380 h 753341"/>
                <a:gd name="connsiteX1" fmla="*/ 239464 w 2044099"/>
                <a:gd name="connsiteY1" fmla="*/ 221377 h 753341"/>
                <a:gd name="connsiteX2" fmla="*/ 882592 w 2044099"/>
                <a:gd name="connsiteY2" fmla="*/ 554562 h 753341"/>
                <a:gd name="connsiteX3" fmla="*/ 1244352 w 2044099"/>
                <a:gd name="connsiteY3" fmla="*/ 646478 h 753341"/>
                <a:gd name="connsiteX4" fmla="*/ 1550460 w 2044099"/>
                <a:gd name="connsiteY4" fmla="*/ 681554 h 753341"/>
                <a:gd name="connsiteX5" fmla="*/ 1876285 w 2044099"/>
                <a:gd name="connsiteY5" fmla="*/ 732404 h 753341"/>
                <a:gd name="connsiteX6" fmla="*/ 1918025 w 2044099"/>
                <a:gd name="connsiteY6" fmla="*/ 344893 h 753341"/>
                <a:gd name="connsiteX7" fmla="*/ 2043980 w 2044099"/>
                <a:gd name="connsiteY7" fmla="*/ 0 h 753341"/>
                <a:gd name="connsiteX0" fmla="*/ 0 w 2044099"/>
                <a:gd name="connsiteY0" fmla="*/ 60380 h 769933"/>
                <a:gd name="connsiteX1" fmla="*/ 239464 w 2044099"/>
                <a:gd name="connsiteY1" fmla="*/ 221377 h 769933"/>
                <a:gd name="connsiteX2" fmla="*/ 882592 w 2044099"/>
                <a:gd name="connsiteY2" fmla="*/ 554562 h 769933"/>
                <a:gd name="connsiteX3" fmla="*/ 1244352 w 2044099"/>
                <a:gd name="connsiteY3" fmla="*/ 646478 h 769933"/>
                <a:gd name="connsiteX4" fmla="*/ 1572458 w 2044099"/>
                <a:gd name="connsiteY4" fmla="*/ 758943 h 769933"/>
                <a:gd name="connsiteX5" fmla="*/ 1876285 w 2044099"/>
                <a:gd name="connsiteY5" fmla="*/ 732404 h 769933"/>
                <a:gd name="connsiteX6" fmla="*/ 1918025 w 2044099"/>
                <a:gd name="connsiteY6" fmla="*/ 344893 h 769933"/>
                <a:gd name="connsiteX7" fmla="*/ 2043980 w 2044099"/>
                <a:gd name="connsiteY7" fmla="*/ 0 h 769933"/>
                <a:gd name="connsiteX0" fmla="*/ 0 w 2044099"/>
                <a:gd name="connsiteY0" fmla="*/ 60380 h 790280"/>
                <a:gd name="connsiteX1" fmla="*/ 239464 w 2044099"/>
                <a:gd name="connsiteY1" fmla="*/ 221377 h 790280"/>
                <a:gd name="connsiteX2" fmla="*/ 882592 w 2044099"/>
                <a:gd name="connsiteY2" fmla="*/ 554562 h 790280"/>
                <a:gd name="connsiteX3" fmla="*/ 1244352 w 2044099"/>
                <a:gd name="connsiteY3" fmla="*/ 646478 h 790280"/>
                <a:gd name="connsiteX4" fmla="*/ 1572458 w 2044099"/>
                <a:gd name="connsiteY4" fmla="*/ 758943 h 790280"/>
                <a:gd name="connsiteX5" fmla="*/ 1876285 w 2044099"/>
                <a:gd name="connsiteY5" fmla="*/ 732404 h 790280"/>
                <a:gd name="connsiteX6" fmla="*/ 1918025 w 2044099"/>
                <a:gd name="connsiteY6" fmla="*/ 344893 h 790280"/>
                <a:gd name="connsiteX7" fmla="*/ 2043980 w 2044099"/>
                <a:gd name="connsiteY7" fmla="*/ 0 h 790280"/>
                <a:gd name="connsiteX0" fmla="*/ 0 w 2044099"/>
                <a:gd name="connsiteY0" fmla="*/ 60380 h 790280"/>
                <a:gd name="connsiteX1" fmla="*/ 239464 w 2044099"/>
                <a:gd name="connsiteY1" fmla="*/ 221377 h 790280"/>
                <a:gd name="connsiteX2" fmla="*/ 882592 w 2044099"/>
                <a:gd name="connsiteY2" fmla="*/ 554562 h 790280"/>
                <a:gd name="connsiteX3" fmla="*/ 1244352 w 2044099"/>
                <a:gd name="connsiteY3" fmla="*/ 646478 h 790280"/>
                <a:gd name="connsiteX4" fmla="*/ 1572458 w 2044099"/>
                <a:gd name="connsiteY4" fmla="*/ 758943 h 790280"/>
                <a:gd name="connsiteX5" fmla="*/ 1876285 w 2044099"/>
                <a:gd name="connsiteY5" fmla="*/ 732404 h 790280"/>
                <a:gd name="connsiteX6" fmla="*/ 1918025 w 2044099"/>
                <a:gd name="connsiteY6" fmla="*/ 344893 h 790280"/>
                <a:gd name="connsiteX7" fmla="*/ 2043980 w 2044099"/>
                <a:gd name="connsiteY7" fmla="*/ 0 h 790280"/>
                <a:gd name="connsiteX0" fmla="*/ 0 w 1949107"/>
                <a:gd name="connsiteY0" fmla="*/ 0 h 810370"/>
                <a:gd name="connsiteX1" fmla="*/ 144472 w 1949107"/>
                <a:gd name="connsiteY1" fmla="*/ 241467 h 810370"/>
                <a:gd name="connsiteX2" fmla="*/ 787600 w 1949107"/>
                <a:gd name="connsiteY2" fmla="*/ 574652 h 810370"/>
                <a:gd name="connsiteX3" fmla="*/ 1149360 w 1949107"/>
                <a:gd name="connsiteY3" fmla="*/ 666568 h 810370"/>
                <a:gd name="connsiteX4" fmla="*/ 1477466 w 1949107"/>
                <a:gd name="connsiteY4" fmla="*/ 779033 h 810370"/>
                <a:gd name="connsiteX5" fmla="*/ 1781293 w 1949107"/>
                <a:gd name="connsiteY5" fmla="*/ 752494 h 810370"/>
                <a:gd name="connsiteX6" fmla="*/ 1823033 w 1949107"/>
                <a:gd name="connsiteY6" fmla="*/ 364983 h 810370"/>
                <a:gd name="connsiteX7" fmla="*/ 1948988 w 1949107"/>
                <a:gd name="connsiteY7" fmla="*/ 20090 h 81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9107" h="810370">
                  <a:moveTo>
                    <a:pt x="0" y="0"/>
                  </a:moveTo>
                  <a:cubicBezTo>
                    <a:pt x="0" y="0"/>
                    <a:pt x="13205" y="145692"/>
                    <a:pt x="144472" y="241467"/>
                  </a:cubicBezTo>
                  <a:cubicBezTo>
                    <a:pt x="275739" y="337242"/>
                    <a:pt x="620119" y="503802"/>
                    <a:pt x="787600" y="574652"/>
                  </a:cubicBezTo>
                  <a:cubicBezTo>
                    <a:pt x="955081" y="645502"/>
                    <a:pt x="1034382" y="632505"/>
                    <a:pt x="1149360" y="666568"/>
                  </a:cubicBezTo>
                  <a:cubicBezTo>
                    <a:pt x="1264338" y="700631"/>
                    <a:pt x="1332181" y="733395"/>
                    <a:pt x="1477466" y="779033"/>
                  </a:cubicBezTo>
                  <a:cubicBezTo>
                    <a:pt x="1589274" y="826179"/>
                    <a:pt x="1616695" y="822312"/>
                    <a:pt x="1781293" y="752494"/>
                  </a:cubicBezTo>
                  <a:cubicBezTo>
                    <a:pt x="1916622" y="607248"/>
                    <a:pt x="1809569" y="471513"/>
                    <a:pt x="1823033" y="364983"/>
                  </a:cubicBezTo>
                  <a:cubicBezTo>
                    <a:pt x="1807596" y="307813"/>
                    <a:pt x="1953867" y="39622"/>
                    <a:pt x="1948988" y="20090"/>
                  </a:cubicBezTo>
                </a:path>
              </a:pathLst>
            </a:custGeom>
            <a:noFill/>
            <a:ln w="9525" cap="rnd">
              <a:solidFill>
                <a:schemeClr val="tx1">
                  <a:alpha val="35000"/>
                </a:schemeClr>
              </a:solidFill>
              <a:prstDash val="solid"/>
              <a:round/>
            </a:ln>
          </p:spPr>
          <p:txBody>
            <a:bodyPr rtlCol="0" anchor="ctr"/>
            <a:lstStyle/>
            <a:p>
              <a:endParaRPr lang="en-US"/>
            </a:p>
          </p:txBody>
        </p:sp>
        <p:sp>
          <p:nvSpPr>
            <p:cNvPr id="54" name="Freeform: Shape 53">
              <a:extLst>
                <a:ext uri="{FF2B5EF4-FFF2-40B4-BE49-F238E27FC236}">
                  <a16:creationId xmlns:a16="http://schemas.microsoft.com/office/drawing/2014/main" id="{A6F4D05D-E5B2-CF8C-D26B-E581D440F07A}"/>
                </a:ext>
              </a:extLst>
            </p:cNvPr>
            <p:cNvSpPr/>
            <p:nvPr userDrawn="1"/>
          </p:nvSpPr>
          <p:spPr>
            <a:xfrm rot="2783228" flipV="1">
              <a:off x="-143061" y="5795004"/>
              <a:ext cx="1518992" cy="610604"/>
            </a:xfrm>
            <a:custGeom>
              <a:avLst/>
              <a:gdLst>
                <a:gd name="connsiteX0" fmla="*/ 1865852 w 1865852"/>
                <a:gd name="connsiteY0" fmla="*/ 0 h 421548"/>
                <a:gd name="connsiteX1" fmla="*/ 1535049 w 1865852"/>
                <a:gd name="connsiteY1" fmla="*/ 258699 h 421548"/>
                <a:gd name="connsiteX2" fmla="*/ 1247966 w 1865852"/>
                <a:gd name="connsiteY2" fmla="*/ 408051 h 421548"/>
                <a:gd name="connsiteX3" fmla="*/ 955072 w 1865852"/>
                <a:gd name="connsiteY3" fmla="*/ 408051 h 421548"/>
                <a:gd name="connsiteX4" fmla="*/ 596170 w 1865852"/>
                <a:gd name="connsiteY4" fmla="*/ 336233 h 421548"/>
                <a:gd name="connsiteX5" fmla="*/ 283178 w 1865852"/>
                <a:gd name="connsiteY5" fmla="*/ 186881 h 421548"/>
                <a:gd name="connsiteX6" fmla="*/ 0 w 1865852"/>
                <a:gd name="connsiteY6" fmla="*/ 0 h 421548"/>
                <a:gd name="connsiteX0" fmla="*/ 2160850 w 2160850"/>
                <a:gd name="connsiteY0" fmla="*/ 172372 h 593920"/>
                <a:gd name="connsiteX1" fmla="*/ 1830047 w 2160850"/>
                <a:gd name="connsiteY1" fmla="*/ 431071 h 593920"/>
                <a:gd name="connsiteX2" fmla="*/ 1542964 w 2160850"/>
                <a:gd name="connsiteY2" fmla="*/ 580423 h 593920"/>
                <a:gd name="connsiteX3" fmla="*/ 1250070 w 2160850"/>
                <a:gd name="connsiteY3" fmla="*/ 580423 h 593920"/>
                <a:gd name="connsiteX4" fmla="*/ 891168 w 2160850"/>
                <a:gd name="connsiteY4" fmla="*/ 508605 h 593920"/>
                <a:gd name="connsiteX5" fmla="*/ 578176 w 2160850"/>
                <a:gd name="connsiteY5" fmla="*/ 359253 h 593920"/>
                <a:gd name="connsiteX6" fmla="*/ 0 w 2160850"/>
                <a:gd name="connsiteY6" fmla="*/ 0 h 593920"/>
                <a:gd name="connsiteX0" fmla="*/ 2465484 w 2465484"/>
                <a:gd name="connsiteY0" fmla="*/ 0 h 1116426"/>
                <a:gd name="connsiteX1" fmla="*/ 1830047 w 2465484"/>
                <a:gd name="connsiteY1" fmla="*/ 953577 h 1116426"/>
                <a:gd name="connsiteX2" fmla="*/ 1542964 w 2465484"/>
                <a:gd name="connsiteY2" fmla="*/ 1102929 h 1116426"/>
                <a:gd name="connsiteX3" fmla="*/ 1250070 w 2465484"/>
                <a:gd name="connsiteY3" fmla="*/ 1102929 h 1116426"/>
                <a:gd name="connsiteX4" fmla="*/ 891168 w 2465484"/>
                <a:gd name="connsiteY4" fmla="*/ 1031111 h 1116426"/>
                <a:gd name="connsiteX5" fmla="*/ 578176 w 2465484"/>
                <a:gd name="connsiteY5" fmla="*/ 881759 h 1116426"/>
                <a:gd name="connsiteX6" fmla="*/ 0 w 2465484"/>
                <a:gd name="connsiteY6" fmla="*/ 522506 h 1116426"/>
                <a:gd name="connsiteX0" fmla="*/ 2486227 w 2486227"/>
                <a:gd name="connsiteY0" fmla="*/ 0 h 1136135"/>
                <a:gd name="connsiteX1" fmla="*/ 1830047 w 2486227"/>
                <a:gd name="connsiteY1" fmla="*/ 973286 h 1136135"/>
                <a:gd name="connsiteX2" fmla="*/ 1542964 w 2486227"/>
                <a:gd name="connsiteY2" fmla="*/ 1122638 h 1136135"/>
                <a:gd name="connsiteX3" fmla="*/ 1250070 w 2486227"/>
                <a:gd name="connsiteY3" fmla="*/ 1122638 h 1136135"/>
                <a:gd name="connsiteX4" fmla="*/ 891168 w 2486227"/>
                <a:gd name="connsiteY4" fmla="*/ 1050820 h 1136135"/>
                <a:gd name="connsiteX5" fmla="*/ 578176 w 2486227"/>
                <a:gd name="connsiteY5" fmla="*/ 901468 h 1136135"/>
                <a:gd name="connsiteX6" fmla="*/ 0 w 2486227"/>
                <a:gd name="connsiteY6" fmla="*/ 542215 h 1136135"/>
                <a:gd name="connsiteX0" fmla="*/ 2486227 w 2486227"/>
                <a:gd name="connsiteY0" fmla="*/ 0 h 1155795"/>
                <a:gd name="connsiteX1" fmla="*/ 2150623 w 2486227"/>
                <a:gd name="connsiteY1" fmla="*/ 716083 h 1155795"/>
                <a:gd name="connsiteX2" fmla="*/ 1542964 w 2486227"/>
                <a:gd name="connsiteY2" fmla="*/ 1122638 h 1155795"/>
                <a:gd name="connsiteX3" fmla="*/ 1250070 w 2486227"/>
                <a:gd name="connsiteY3" fmla="*/ 1122638 h 1155795"/>
                <a:gd name="connsiteX4" fmla="*/ 891168 w 2486227"/>
                <a:gd name="connsiteY4" fmla="*/ 1050820 h 1155795"/>
                <a:gd name="connsiteX5" fmla="*/ 578176 w 2486227"/>
                <a:gd name="connsiteY5" fmla="*/ 901468 h 1155795"/>
                <a:gd name="connsiteX6" fmla="*/ 0 w 2486227"/>
                <a:gd name="connsiteY6" fmla="*/ 542215 h 1155795"/>
                <a:gd name="connsiteX0" fmla="*/ 2266592 w 2266592"/>
                <a:gd name="connsiteY0" fmla="*/ 0 h 1155795"/>
                <a:gd name="connsiteX1" fmla="*/ 1930988 w 2266592"/>
                <a:gd name="connsiteY1" fmla="*/ 716083 h 1155795"/>
                <a:gd name="connsiteX2" fmla="*/ 1323329 w 2266592"/>
                <a:gd name="connsiteY2" fmla="*/ 1122638 h 1155795"/>
                <a:gd name="connsiteX3" fmla="*/ 1030435 w 2266592"/>
                <a:gd name="connsiteY3" fmla="*/ 1122638 h 1155795"/>
                <a:gd name="connsiteX4" fmla="*/ 671533 w 2266592"/>
                <a:gd name="connsiteY4" fmla="*/ 1050820 h 1155795"/>
                <a:gd name="connsiteX5" fmla="*/ 358541 w 2266592"/>
                <a:gd name="connsiteY5" fmla="*/ 901468 h 1155795"/>
                <a:gd name="connsiteX6" fmla="*/ 0 w 2266592"/>
                <a:gd name="connsiteY6" fmla="*/ 345511 h 1155795"/>
                <a:gd name="connsiteX0" fmla="*/ 2266592 w 2266592"/>
                <a:gd name="connsiteY0" fmla="*/ 0 h 1155795"/>
                <a:gd name="connsiteX1" fmla="*/ 1930988 w 2266592"/>
                <a:gd name="connsiteY1" fmla="*/ 716083 h 1155795"/>
                <a:gd name="connsiteX2" fmla="*/ 1323329 w 2266592"/>
                <a:gd name="connsiteY2" fmla="*/ 1122638 h 1155795"/>
                <a:gd name="connsiteX3" fmla="*/ 1030435 w 2266592"/>
                <a:gd name="connsiteY3" fmla="*/ 1122638 h 1155795"/>
                <a:gd name="connsiteX4" fmla="*/ 671533 w 2266592"/>
                <a:gd name="connsiteY4" fmla="*/ 1050820 h 1155795"/>
                <a:gd name="connsiteX5" fmla="*/ 273864 w 2266592"/>
                <a:gd name="connsiteY5" fmla="*/ 858238 h 1155795"/>
                <a:gd name="connsiteX6" fmla="*/ 0 w 2266592"/>
                <a:gd name="connsiteY6" fmla="*/ 345511 h 1155795"/>
                <a:gd name="connsiteX0" fmla="*/ 2266592 w 2266592"/>
                <a:gd name="connsiteY0" fmla="*/ 0 h 1137457"/>
                <a:gd name="connsiteX1" fmla="*/ 1930988 w 2266592"/>
                <a:gd name="connsiteY1" fmla="*/ 716083 h 1137457"/>
                <a:gd name="connsiteX2" fmla="*/ 1358464 w 2266592"/>
                <a:gd name="connsiteY2" fmla="*/ 1095742 h 1137457"/>
                <a:gd name="connsiteX3" fmla="*/ 1030435 w 2266592"/>
                <a:gd name="connsiteY3" fmla="*/ 1122638 h 1137457"/>
                <a:gd name="connsiteX4" fmla="*/ 671533 w 2266592"/>
                <a:gd name="connsiteY4" fmla="*/ 1050820 h 1137457"/>
                <a:gd name="connsiteX5" fmla="*/ 273864 w 2266592"/>
                <a:gd name="connsiteY5" fmla="*/ 858238 h 1137457"/>
                <a:gd name="connsiteX6" fmla="*/ 0 w 2266592"/>
                <a:gd name="connsiteY6" fmla="*/ 345511 h 11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6592" h="1137457">
                  <a:moveTo>
                    <a:pt x="2266592" y="0"/>
                  </a:moveTo>
                  <a:cubicBezTo>
                    <a:pt x="2266592" y="0"/>
                    <a:pt x="2082343" y="533459"/>
                    <a:pt x="1930988" y="716083"/>
                  </a:cubicBezTo>
                  <a:cubicBezTo>
                    <a:pt x="1779633" y="898707"/>
                    <a:pt x="1508556" y="1027983"/>
                    <a:pt x="1358464" y="1095742"/>
                  </a:cubicBezTo>
                  <a:cubicBezTo>
                    <a:pt x="1208372" y="1163501"/>
                    <a:pt x="1144923" y="1130125"/>
                    <a:pt x="1030435" y="1122638"/>
                  </a:cubicBezTo>
                  <a:cubicBezTo>
                    <a:pt x="915947" y="1115151"/>
                    <a:pt x="797628" y="1094887"/>
                    <a:pt x="671533" y="1050820"/>
                  </a:cubicBezTo>
                  <a:cubicBezTo>
                    <a:pt x="545438" y="1006753"/>
                    <a:pt x="373401" y="917769"/>
                    <a:pt x="273864" y="858238"/>
                  </a:cubicBezTo>
                  <a:cubicBezTo>
                    <a:pt x="166899" y="794134"/>
                    <a:pt x="0" y="345511"/>
                    <a:pt x="0" y="345511"/>
                  </a:cubicBezTo>
                </a:path>
              </a:pathLst>
            </a:custGeom>
            <a:noFill/>
            <a:ln w="6350" cap="rnd">
              <a:solidFill>
                <a:schemeClr val="tx1">
                  <a:alpha val="35000"/>
                </a:schemeClr>
              </a:solidFill>
              <a:prstDash val="dash"/>
              <a:round/>
            </a:ln>
          </p:spPr>
          <p:txBody>
            <a:bodyPr rtlCol="0" anchor="ctr"/>
            <a:lstStyle/>
            <a:p>
              <a:endParaRPr lang="en-US"/>
            </a:p>
          </p:txBody>
        </p:sp>
        <p:sp>
          <p:nvSpPr>
            <p:cNvPr id="55" name="Freeform: Shape 54">
              <a:extLst>
                <a:ext uri="{FF2B5EF4-FFF2-40B4-BE49-F238E27FC236}">
                  <a16:creationId xmlns:a16="http://schemas.microsoft.com/office/drawing/2014/main" id="{90343840-7BDE-59FC-D51C-B9264C6E3AC6}"/>
                </a:ext>
              </a:extLst>
            </p:cNvPr>
            <p:cNvSpPr/>
            <p:nvPr userDrawn="1"/>
          </p:nvSpPr>
          <p:spPr>
            <a:xfrm rot="2783228" flipV="1">
              <a:off x="-98282" y="5892528"/>
              <a:ext cx="1227602" cy="627703"/>
            </a:xfrm>
            <a:custGeom>
              <a:avLst/>
              <a:gdLst>
                <a:gd name="connsiteX0" fmla="*/ 0 w 1358264"/>
                <a:gd name="connsiteY0" fmla="*/ 11621 h 286935"/>
                <a:gd name="connsiteX1" fmla="*/ 200977 w 1358264"/>
                <a:gd name="connsiteY1" fmla="*/ 163830 h 286935"/>
                <a:gd name="connsiteX2" fmla="*/ 499586 w 1358264"/>
                <a:gd name="connsiteY2" fmla="*/ 258604 h 286935"/>
                <a:gd name="connsiteX3" fmla="*/ 780955 w 1358264"/>
                <a:gd name="connsiteY3" fmla="*/ 284417 h 286935"/>
                <a:gd name="connsiteX4" fmla="*/ 1027843 w 1358264"/>
                <a:gd name="connsiteY4" fmla="*/ 215456 h 286935"/>
                <a:gd name="connsiteX5" fmla="*/ 1358265 w 1358264"/>
                <a:gd name="connsiteY5" fmla="*/ 0 h 286935"/>
                <a:gd name="connsiteX0" fmla="*/ 0 w 1513463"/>
                <a:gd name="connsiteY0" fmla="*/ 432085 h 707399"/>
                <a:gd name="connsiteX1" fmla="*/ 200977 w 1513463"/>
                <a:gd name="connsiteY1" fmla="*/ 584294 h 707399"/>
                <a:gd name="connsiteX2" fmla="*/ 499586 w 1513463"/>
                <a:gd name="connsiteY2" fmla="*/ 679068 h 707399"/>
                <a:gd name="connsiteX3" fmla="*/ 780955 w 1513463"/>
                <a:gd name="connsiteY3" fmla="*/ 704881 h 707399"/>
                <a:gd name="connsiteX4" fmla="*/ 1027843 w 1513463"/>
                <a:gd name="connsiteY4" fmla="*/ 635920 h 707399"/>
                <a:gd name="connsiteX5" fmla="*/ 1513463 w 1513463"/>
                <a:gd name="connsiteY5" fmla="*/ 0 h 707399"/>
                <a:gd name="connsiteX0" fmla="*/ 0 w 1492696"/>
                <a:gd name="connsiteY0" fmla="*/ 437353 h 712667"/>
                <a:gd name="connsiteX1" fmla="*/ 200977 w 1492696"/>
                <a:gd name="connsiteY1" fmla="*/ 589562 h 712667"/>
                <a:gd name="connsiteX2" fmla="*/ 499586 w 1492696"/>
                <a:gd name="connsiteY2" fmla="*/ 684336 h 712667"/>
                <a:gd name="connsiteX3" fmla="*/ 780955 w 1492696"/>
                <a:gd name="connsiteY3" fmla="*/ 710149 h 712667"/>
                <a:gd name="connsiteX4" fmla="*/ 1027843 w 1492696"/>
                <a:gd name="connsiteY4" fmla="*/ 641188 h 712667"/>
                <a:gd name="connsiteX5" fmla="*/ 1492696 w 1492696"/>
                <a:gd name="connsiteY5" fmla="*/ 0 h 712667"/>
                <a:gd name="connsiteX0" fmla="*/ 0 w 1492696"/>
                <a:gd name="connsiteY0" fmla="*/ 437353 h 718828"/>
                <a:gd name="connsiteX1" fmla="*/ 200977 w 1492696"/>
                <a:gd name="connsiteY1" fmla="*/ 589562 h 718828"/>
                <a:gd name="connsiteX2" fmla="*/ 499586 w 1492696"/>
                <a:gd name="connsiteY2" fmla="*/ 684336 h 718828"/>
                <a:gd name="connsiteX3" fmla="*/ 780955 w 1492696"/>
                <a:gd name="connsiteY3" fmla="*/ 710149 h 718828"/>
                <a:gd name="connsiteX4" fmla="*/ 1240163 w 1492696"/>
                <a:gd name="connsiteY4" fmla="*/ 541978 h 718828"/>
                <a:gd name="connsiteX5" fmla="*/ 1492696 w 1492696"/>
                <a:gd name="connsiteY5" fmla="*/ 0 h 718828"/>
                <a:gd name="connsiteX0" fmla="*/ 0 w 1363777"/>
                <a:gd name="connsiteY0" fmla="*/ 332736 h 718828"/>
                <a:gd name="connsiteX1" fmla="*/ 72058 w 1363777"/>
                <a:gd name="connsiteY1" fmla="*/ 589562 h 718828"/>
                <a:gd name="connsiteX2" fmla="*/ 370667 w 1363777"/>
                <a:gd name="connsiteY2" fmla="*/ 684336 h 718828"/>
                <a:gd name="connsiteX3" fmla="*/ 652036 w 1363777"/>
                <a:gd name="connsiteY3" fmla="*/ 710149 h 718828"/>
                <a:gd name="connsiteX4" fmla="*/ 1111244 w 1363777"/>
                <a:gd name="connsiteY4" fmla="*/ 541978 h 718828"/>
                <a:gd name="connsiteX5" fmla="*/ 1363777 w 1363777"/>
                <a:gd name="connsiteY5" fmla="*/ 0 h 718828"/>
                <a:gd name="connsiteX0" fmla="*/ 57794 w 1303041"/>
                <a:gd name="connsiteY0" fmla="*/ 193358 h 718828"/>
                <a:gd name="connsiteX1" fmla="*/ 11322 w 1303041"/>
                <a:gd name="connsiteY1" fmla="*/ 589562 h 718828"/>
                <a:gd name="connsiteX2" fmla="*/ 309931 w 1303041"/>
                <a:gd name="connsiteY2" fmla="*/ 684336 h 718828"/>
                <a:gd name="connsiteX3" fmla="*/ 591300 w 1303041"/>
                <a:gd name="connsiteY3" fmla="*/ 710149 h 718828"/>
                <a:gd name="connsiteX4" fmla="*/ 1050508 w 1303041"/>
                <a:gd name="connsiteY4" fmla="*/ 541978 h 718828"/>
                <a:gd name="connsiteX5" fmla="*/ 1303041 w 1303041"/>
                <a:gd name="connsiteY5" fmla="*/ 0 h 718828"/>
                <a:gd name="connsiteX0" fmla="*/ 7070 w 1252317"/>
                <a:gd name="connsiteY0" fmla="*/ 193358 h 720927"/>
                <a:gd name="connsiteX1" fmla="*/ 24648 w 1252317"/>
                <a:gd name="connsiteY1" fmla="*/ 523921 h 720927"/>
                <a:gd name="connsiteX2" fmla="*/ 259207 w 1252317"/>
                <a:gd name="connsiteY2" fmla="*/ 684336 h 720927"/>
                <a:gd name="connsiteX3" fmla="*/ 540576 w 1252317"/>
                <a:gd name="connsiteY3" fmla="*/ 710149 h 720927"/>
                <a:gd name="connsiteX4" fmla="*/ 999784 w 1252317"/>
                <a:gd name="connsiteY4" fmla="*/ 541978 h 720927"/>
                <a:gd name="connsiteX5" fmla="*/ 1252317 w 1252317"/>
                <a:gd name="connsiteY5" fmla="*/ 0 h 72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317" h="720927">
                  <a:moveTo>
                    <a:pt x="7070" y="193358"/>
                  </a:moveTo>
                  <a:cubicBezTo>
                    <a:pt x="7070" y="193358"/>
                    <a:pt x="-17375" y="442091"/>
                    <a:pt x="24648" y="523921"/>
                  </a:cubicBezTo>
                  <a:cubicBezTo>
                    <a:pt x="66671" y="605751"/>
                    <a:pt x="173219" y="653298"/>
                    <a:pt x="259207" y="684336"/>
                  </a:cubicBezTo>
                  <a:cubicBezTo>
                    <a:pt x="345195" y="715374"/>
                    <a:pt x="417146" y="733875"/>
                    <a:pt x="540576" y="710149"/>
                  </a:cubicBezTo>
                  <a:cubicBezTo>
                    <a:pt x="664006" y="686423"/>
                    <a:pt x="921107" y="576934"/>
                    <a:pt x="999784" y="541978"/>
                  </a:cubicBezTo>
                  <a:cubicBezTo>
                    <a:pt x="1139801" y="479875"/>
                    <a:pt x="1252317" y="0"/>
                    <a:pt x="1252317" y="0"/>
                  </a:cubicBezTo>
                </a:path>
              </a:pathLst>
            </a:custGeom>
            <a:noFill/>
            <a:ln w="6350" cap="rnd">
              <a:solidFill>
                <a:schemeClr val="tx1">
                  <a:alpha val="35000"/>
                </a:schemeClr>
              </a:solidFill>
              <a:prstDash val="dash"/>
              <a:round/>
            </a:ln>
          </p:spPr>
          <p:txBody>
            <a:bodyPr rtlCol="0" anchor="ctr"/>
            <a:lstStyle/>
            <a:p>
              <a:endParaRPr lang="en-US"/>
            </a:p>
          </p:txBody>
        </p:sp>
        <p:sp>
          <p:nvSpPr>
            <p:cNvPr id="56" name="Freeform: Shape 55">
              <a:extLst>
                <a:ext uri="{FF2B5EF4-FFF2-40B4-BE49-F238E27FC236}">
                  <a16:creationId xmlns:a16="http://schemas.microsoft.com/office/drawing/2014/main" id="{1E9ACF97-CFFF-0428-872E-70DD85497A15}"/>
                </a:ext>
              </a:extLst>
            </p:cNvPr>
            <p:cNvSpPr/>
            <p:nvPr userDrawn="1"/>
          </p:nvSpPr>
          <p:spPr>
            <a:xfrm rot="2783228" flipV="1">
              <a:off x="-1299" y="6113779"/>
              <a:ext cx="937281" cy="479253"/>
            </a:xfrm>
            <a:custGeom>
              <a:avLst/>
              <a:gdLst>
                <a:gd name="connsiteX0" fmla="*/ 890969 w 890968"/>
                <a:gd name="connsiteY0" fmla="*/ 0 h 167300"/>
                <a:gd name="connsiteX1" fmla="*/ 657892 w 890968"/>
                <a:gd name="connsiteY1" fmla="*/ 143732 h 167300"/>
                <a:gd name="connsiteX2" fmla="*/ 408146 w 890968"/>
                <a:gd name="connsiteY2" fmla="*/ 160973 h 167300"/>
                <a:gd name="connsiteX3" fmla="*/ 0 w 890968"/>
                <a:gd name="connsiteY3" fmla="*/ 0 h 167300"/>
                <a:gd name="connsiteX0" fmla="*/ 890969 w 890969"/>
                <a:gd name="connsiteY0" fmla="*/ 0 h 206544"/>
                <a:gd name="connsiteX1" fmla="*/ 657892 w 890969"/>
                <a:gd name="connsiteY1" fmla="*/ 143732 h 206544"/>
                <a:gd name="connsiteX2" fmla="*/ 358958 w 890969"/>
                <a:gd name="connsiteY2" fmla="*/ 204419 h 206544"/>
                <a:gd name="connsiteX3" fmla="*/ 0 w 890969"/>
                <a:gd name="connsiteY3" fmla="*/ 0 h 206544"/>
                <a:gd name="connsiteX0" fmla="*/ 738276 w 738276"/>
                <a:gd name="connsiteY0" fmla="*/ 0 h 206544"/>
                <a:gd name="connsiteX1" fmla="*/ 505199 w 738276"/>
                <a:gd name="connsiteY1" fmla="*/ 143732 h 206544"/>
                <a:gd name="connsiteX2" fmla="*/ 206265 w 738276"/>
                <a:gd name="connsiteY2" fmla="*/ 204419 h 206544"/>
                <a:gd name="connsiteX3" fmla="*/ 0 w 738276"/>
                <a:gd name="connsiteY3" fmla="*/ 22911 h 206544"/>
                <a:gd name="connsiteX0" fmla="*/ 738276 w 738276"/>
                <a:gd name="connsiteY0" fmla="*/ 0 h 209347"/>
                <a:gd name="connsiteX1" fmla="*/ 552261 w 738276"/>
                <a:gd name="connsiteY1" fmla="*/ 173570 h 209347"/>
                <a:gd name="connsiteX2" fmla="*/ 206265 w 738276"/>
                <a:gd name="connsiteY2" fmla="*/ 204419 h 209347"/>
                <a:gd name="connsiteX3" fmla="*/ 0 w 738276"/>
                <a:gd name="connsiteY3" fmla="*/ 22911 h 209347"/>
              </a:gdLst>
              <a:ahLst/>
              <a:cxnLst>
                <a:cxn ang="0">
                  <a:pos x="connsiteX0" y="connsiteY0"/>
                </a:cxn>
                <a:cxn ang="0">
                  <a:pos x="connsiteX1" y="connsiteY1"/>
                </a:cxn>
                <a:cxn ang="0">
                  <a:pos x="connsiteX2" y="connsiteY2"/>
                </a:cxn>
                <a:cxn ang="0">
                  <a:pos x="connsiteX3" y="connsiteY3"/>
                </a:cxn>
              </a:cxnLst>
              <a:rect l="l" t="t" r="r" b="b"/>
              <a:pathLst>
                <a:path w="738276" h="209347">
                  <a:moveTo>
                    <a:pt x="738276" y="0"/>
                  </a:moveTo>
                  <a:cubicBezTo>
                    <a:pt x="738276" y="0"/>
                    <a:pt x="640929" y="139500"/>
                    <a:pt x="552261" y="173570"/>
                  </a:cubicBezTo>
                  <a:cubicBezTo>
                    <a:pt x="463593" y="207640"/>
                    <a:pt x="289990" y="216039"/>
                    <a:pt x="206265" y="204419"/>
                  </a:cubicBezTo>
                  <a:cubicBezTo>
                    <a:pt x="33196" y="180416"/>
                    <a:pt x="0" y="22911"/>
                    <a:pt x="0" y="22911"/>
                  </a:cubicBezTo>
                </a:path>
              </a:pathLst>
            </a:custGeom>
            <a:noFill/>
            <a:ln w="6350" cap="rnd">
              <a:solidFill>
                <a:schemeClr val="tx1">
                  <a:alpha val="35000"/>
                </a:schemeClr>
              </a:solidFill>
              <a:prstDash val="dash"/>
              <a:round/>
            </a:ln>
          </p:spPr>
          <p:txBody>
            <a:bodyPr rtlCol="0" anchor="ctr"/>
            <a:lstStyle/>
            <a:p>
              <a:endParaRPr lang="en-US"/>
            </a:p>
          </p:txBody>
        </p:sp>
        <p:sp>
          <p:nvSpPr>
            <p:cNvPr id="57" name="Freeform: Shape 56">
              <a:extLst>
                <a:ext uri="{FF2B5EF4-FFF2-40B4-BE49-F238E27FC236}">
                  <a16:creationId xmlns:a16="http://schemas.microsoft.com/office/drawing/2014/main" id="{D61BD96B-2EF5-0EA4-DBBD-DA59DD3FB3B2}"/>
                </a:ext>
              </a:extLst>
            </p:cNvPr>
            <p:cNvSpPr/>
            <p:nvPr userDrawn="1"/>
          </p:nvSpPr>
          <p:spPr>
            <a:xfrm rot="2783228" flipV="1">
              <a:off x="1695689" y="4260011"/>
              <a:ext cx="3419988" cy="2896438"/>
            </a:xfrm>
            <a:custGeom>
              <a:avLst/>
              <a:gdLst>
                <a:gd name="connsiteX0" fmla="*/ 274917 w 3328830"/>
                <a:gd name="connsiteY0" fmla="*/ 2712674 h 2918152"/>
                <a:gd name="connsiteX1" fmla="*/ 392702 w 3328830"/>
                <a:gd name="connsiteY1" fmla="*/ 2806015 h 2918152"/>
                <a:gd name="connsiteX2" fmla="*/ 509229 w 3328830"/>
                <a:gd name="connsiteY2" fmla="*/ 2855276 h 2918152"/>
                <a:gd name="connsiteX3" fmla="*/ 836118 w 3328830"/>
                <a:gd name="connsiteY3" fmla="*/ 2900475 h 2918152"/>
                <a:gd name="connsiteX4" fmla="*/ 1047601 w 3328830"/>
                <a:gd name="connsiteY4" fmla="*/ 2900475 h 2918152"/>
                <a:gd name="connsiteX5" fmla="*/ 1549839 w 3328830"/>
                <a:gd name="connsiteY5" fmla="*/ 2916564 h 2918152"/>
                <a:gd name="connsiteX6" fmla="*/ 1796429 w 3328830"/>
                <a:gd name="connsiteY6" fmla="*/ 2903461 h 2918152"/>
                <a:gd name="connsiteX7" fmla="*/ 2174206 w 3328830"/>
                <a:gd name="connsiteY7" fmla="*/ 2716529 h 2918152"/>
                <a:gd name="connsiteX8" fmla="*/ 2554222 w 3328830"/>
                <a:gd name="connsiteY8" fmla="*/ 2455209 h 2918152"/>
                <a:gd name="connsiteX9" fmla="*/ 2782698 w 3328830"/>
                <a:gd name="connsiteY9" fmla="*/ 2278312 h 2918152"/>
                <a:gd name="connsiteX10" fmla="*/ 2989700 w 3328830"/>
                <a:gd name="connsiteY10" fmla="*/ 2085328 h 2918152"/>
                <a:gd name="connsiteX11" fmla="*/ 3270184 w 3328830"/>
                <a:gd name="connsiteY11" fmla="*/ 1717436 h 2918152"/>
                <a:gd name="connsiteX12" fmla="*/ 3328830 w 3328830"/>
                <a:gd name="connsiteY12" fmla="*/ 1592196 h 2918152"/>
                <a:gd name="connsiteX13" fmla="*/ 1811921 w 3328830"/>
                <a:gd name="connsiteY13" fmla="*/ 0 h 2918152"/>
                <a:gd name="connsiteX14" fmla="*/ 1750679 w 3328830"/>
                <a:gd name="connsiteY14" fmla="*/ 86145 h 2918152"/>
                <a:gd name="connsiteX15" fmla="*/ 1577289 w 3328830"/>
                <a:gd name="connsiteY15" fmla="*/ 308985 h 2918152"/>
                <a:gd name="connsiteX16" fmla="*/ 1298300 w 3328830"/>
                <a:gd name="connsiteY16" fmla="*/ 522538 h 2918152"/>
                <a:gd name="connsiteX17" fmla="*/ 1068330 w 3328830"/>
                <a:gd name="connsiteY17" fmla="*/ 685833 h 2918152"/>
                <a:gd name="connsiteX18" fmla="*/ 930702 w 3328830"/>
                <a:gd name="connsiteY18" fmla="*/ 808159 h 2918152"/>
                <a:gd name="connsiteX19" fmla="*/ 894848 w 3328830"/>
                <a:gd name="connsiteY19" fmla="*/ 906186 h 2918152"/>
                <a:gd name="connsiteX20" fmla="*/ 907919 w 3328830"/>
                <a:gd name="connsiteY20" fmla="*/ 1072964 h 2918152"/>
                <a:gd name="connsiteX21" fmla="*/ 886817 w 3328830"/>
                <a:gd name="connsiteY21" fmla="*/ 1206320 h 2918152"/>
                <a:gd name="connsiteX22" fmla="*/ 823606 w 3328830"/>
                <a:gd name="connsiteY22" fmla="*/ 1338432 h 2918152"/>
                <a:gd name="connsiteX23" fmla="*/ 621179 w 3328830"/>
                <a:gd name="connsiteY23" fmla="*/ 1444006 h 2918152"/>
                <a:gd name="connsiteX24" fmla="*/ 437988 w 3328830"/>
                <a:gd name="connsiteY24" fmla="*/ 1499322 h 2918152"/>
                <a:gd name="connsiteX25" fmla="*/ 168802 w 3328830"/>
                <a:gd name="connsiteY25" fmla="*/ 1697366 h 2918152"/>
                <a:gd name="connsiteX26" fmla="*/ 269 w 3328830"/>
                <a:gd name="connsiteY26" fmla="*/ 2094367 h 2918152"/>
                <a:gd name="connsiteX27" fmla="*/ 57971 w 3328830"/>
                <a:gd name="connsiteY27" fmla="*/ 2375841 h 2918152"/>
                <a:gd name="connsiteX28" fmla="*/ 181219 w 3328830"/>
                <a:gd name="connsiteY28" fmla="*/ 2597936 h 2918152"/>
                <a:gd name="connsiteX29" fmla="*/ 274917 w 3328830"/>
                <a:gd name="connsiteY29" fmla="*/ 2712674 h 2918152"/>
                <a:gd name="connsiteX0" fmla="*/ 3328830 w 3420270"/>
                <a:gd name="connsiteY0" fmla="*/ 1592196 h 2918152"/>
                <a:gd name="connsiteX1" fmla="*/ 1811921 w 3420270"/>
                <a:gd name="connsiteY1" fmla="*/ 0 h 2918152"/>
                <a:gd name="connsiteX2" fmla="*/ 1750679 w 3420270"/>
                <a:gd name="connsiteY2" fmla="*/ 86145 h 2918152"/>
                <a:gd name="connsiteX3" fmla="*/ 1577289 w 3420270"/>
                <a:gd name="connsiteY3" fmla="*/ 308985 h 2918152"/>
                <a:gd name="connsiteX4" fmla="*/ 1298300 w 3420270"/>
                <a:gd name="connsiteY4" fmla="*/ 522538 h 2918152"/>
                <a:gd name="connsiteX5" fmla="*/ 1068330 w 3420270"/>
                <a:gd name="connsiteY5" fmla="*/ 685833 h 2918152"/>
                <a:gd name="connsiteX6" fmla="*/ 930702 w 3420270"/>
                <a:gd name="connsiteY6" fmla="*/ 808159 h 2918152"/>
                <a:gd name="connsiteX7" fmla="*/ 894848 w 3420270"/>
                <a:gd name="connsiteY7" fmla="*/ 906186 h 2918152"/>
                <a:gd name="connsiteX8" fmla="*/ 907919 w 3420270"/>
                <a:gd name="connsiteY8" fmla="*/ 1072964 h 2918152"/>
                <a:gd name="connsiteX9" fmla="*/ 886817 w 3420270"/>
                <a:gd name="connsiteY9" fmla="*/ 1206320 h 2918152"/>
                <a:gd name="connsiteX10" fmla="*/ 823606 w 3420270"/>
                <a:gd name="connsiteY10" fmla="*/ 1338432 h 2918152"/>
                <a:gd name="connsiteX11" fmla="*/ 621179 w 3420270"/>
                <a:gd name="connsiteY11" fmla="*/ 1444006 h 2918152"/>
                <a:gd name="connsiteX12" fmla="*/ 437988 w 3420270"/>
                <a:gd name="connsiteY12" fmla="*/ 1499322 h 2918152"/>
                <a:gd name="connsiteX13" fmla="*/ 168802 w 3420270"/>
                <a:gd name="connsiteY13" fmla="*/ 1697366 h 2918152"/>
                <a:gd name="connsiteX14" fmla="*/ 269 w 3420270"/>
                <a:gd name="connsiteY14" fmla="*/ 2094367 h 2918152"/>
                <a:gd name="connsiteX15" fmla="*/ 57971 w 3420270"/>
                <a:gd name="connsiteY15" fmla="*/ 2375841 h 2918152"/>
                <a:gd name="connsiteX16" fmla="*/ 181219 w 3420270"/>
                <a:gd name="connsiteY16" fmla="*/ 2597936 h 2918152"/>
                <a:gd name="connsiteX17" fmla="*/ 274917 w 3420270"/>
                <a:gd name="connsiteY17" fmla="*/ 2712674 h 2918152"/>
                <a:gd name="connsiteX18" fmla="*/ 392702 w 3420270"/>
                <a:gd name="connsiteY18" fmla="*/ 2806015 h 2918152"/>
                <a:gd name="connsiteX19" fmla="*/ 509229 w 3420270"/>
                <a:gd name="connsiteY19" fmla="*/ 2855276 h 2918152"/>
                <a:gd name="connsiteX20" fmla="*/ 836118 w 3420270"/>
                <a:gd name="connsiteY20" fmla="*/ 2900475 h 2918152"/>
                <a:gd name="connsiteX21" fmla="*/ 1047601 w 3420270"/>
                <a:gd name="connsiteY21" fmla="*/ 2900475 h 2918152"/>
                <a:gd name="connsiteX22" fmla="*/ 1549839 w 3420270"/>
                <a:gd name="connsiteY22" fmla="*/ 2916564 h 2918152"/>
                <a:gd name="connsiteX23" fmla="*/ 1796429 w 3420270"/>
                <a:gd name="connsiteY23" fmla="*/ 2903461 h 2918152"/>
                <a:gd name="connsiteX24" fmla="*/ 2174206 w 3420270"/>
                <a:gd name="connsiteY24" fmla="*/ 2716529 h 2918152"/>
                <a:gd name="connsiteX25" fmla="*/ 2554222 w 3420270"/>
                <a:gd name="connsiteY25" fmla="*/ 2455209 h 2918152"/>
                <a:gd name="connsiteX26" fmla="*/ 2782698 w 3420270"/>
                <a:gd name="connsiteY26" fmla="*/ 2278312 h 2918152"/>
                <a:gd name="connsiteX27" fmla="*/ 2989700 w 3420270"/>
                <a:gd name="connsiteY27" fmla="*/ 2085328 h 2918152"/>
                <a:gd name="connsiteX28" fmla="*/ 3270184 w 3420270"/>
                <a:gd name="connsiteY28" fmla="*/ 1717436 h 2918152"/>
                <a:gd name="connsiteX29" fmla="*/ 3420270 w 3420270"/>
                <a:gd name="connsiteY29" fmla="*/ 1683636 h 2918152"/>
                <a:gd name="connsiteX0" fmla="*/ 1811921 w 3420270"/>
                <a:gd name="connsiteY0" fmla="*/ 0 h 2918152"/>
                <a:gd name="connsiteX1" fmla="*/ 1750679 w 3420270"/>
                <a:gd name="connsiteY1" fmla="*/ 86145 h 2918152"/>
                <a:gd name="connsiteX2" fmla="*/ 1577289 w 3420270"/>
                <a:gd name="connsiteY2" fmla="*/ 308985 h 2918152"/>
                <a:gd name="connsiteX3" fmla="*/ 1298300 w 3420270"/>
                <a:gd name="connsiteY3" fmla="*/ 522538 h 2918152"/>
                <a:gd name="connsiteX4" fmla="*/ 1068330 w 3420270"/>
                <a:gd name="connsiteY4" fmla="*/ 685833 h 2918152"/>
                <a:gd name="connsiteX5" fmla="*/ 930702 w 3420270"/>
                <a:gd name="connsiteY5" fmla="*/ 808159 h 2918152"/>
                <a:gd name="connsiteX6" fmla="*/ 894848 w 3420270"/>
                <a:gd name="connsiteY6" fmla="*/ 906186 h 2918152"/>
                <a:gd name="connsiteX7" fmla="*/ 907919 w 3420270"/>
                <a:gd name="connsiteY7" fmla="*/ 1072964 h 2918152"/>
                <a:gd name="connsiteX8" fmla="*/ 886817 w 3420270"/>
                <a:gd name="connsiteY8" fmla="*/ 1206320 h 2918152"/>
                <a:gd name="connsiteX9" fmla="*/ 823606 w 3420270"/>
                <a:gd name="connsiteY9" fmla="*/ 1338432 h 2918152"/>
                <a:gd name="connsiteX10" fmla="*/ 621179 w 3420270"/>
                <a:gd name="connsiteY10" fmla="*/ 1444006 h 2918152"/>
                <a:gd name="connsiteX11" fmla="*/ 437988 w 3420270"/>
                <a:gd name="connsiteY11" fmla="*/ 1499322 h 2918152"/>
                <a:gd name="connsiteX12" fmla="*/ 168802 w 3420270"/>
                <a:gd name="connsiteY12" fmla="*/ 1697366 h 2918152"/>
                <a:gd name="connsiteX13" fmla="*/ 269 w 3420270"/>
                <a:gd name="connsiteY13" fmla="*/ 2094367 h 2918152"/>
                <a:gd name="connsiteX14" fmla="*/ 57971 w 3420270"/>
                <a:gd name="connsiteY14" fmla="*/ 2375841 h 2918152"/>
                <a:gd name="connsiteX15" fmla="*/ 181219 w 3420270"/>
                <a:gd name="connsiteY15" fmla="*/ 2597936 h 2918152"/>
                <a:gd name="connsiteX16" fmla="*/ 274917 w 3420270"/>
                <a:gd name="connsiteY16" fmla="*/ 2712674 h 2918152"/>
                <a:gd name="connsiteX17" fmla="*/ 392702 w 3420270"/>
                <a:gd name="connsiteY17" fmla="*/ 2806015 h 2918152"/>
                <a:gd name="connsiteX18" fmla="*/ 509229 w 3420270"/>
                <a:gd name="connsiteY18" fmla="*/ 2855276 h 2918152"/>
                <a:gd name="connsiteX19" fmla="*/ 836118 w 3420270"/>
                <a:gd name="connsiteY19" fmla="*/ 2900475 h 2918152"/>
                <a:gd name="connsiteX20" fmla="*/ 1047601 w 3420270"/>
                <a:gd name="connsiteY20" fmla="*/ 2900475 h 2918152"/>
                <a:gd name="connsiteX21" fmla="*/ 1549839 w 3420270"/>
                <a:gd name="connsiteY21" fmla="*/ 2916564 h 2918152"/>
                <a:gd name="connsiteX22" fmla="*/ 1796429 w 3420270"/>
                <a:gd name="connsiteY22" fmla="*/ 2903461 h 2918152"/>
                <a:gd name="connsiteX23" fmla="*/ 2174206 w 3420270"/>
                <a:gd name="connsiteY23" fmla="*/ 2716529 h 2918152"/>
                <a:gd name="connsiteX24" fmla="*/ 2554222 w 3420270"/>
                <a:gd name="connsiteY24" fmla="*/ 2455209 h 2918152"/>
                <a:gd name="connsiteX25" fmla="*/ 2782698 w 3420270"/>
                <a:gd name="connsiteY25" fmla="*/ 2278312 h 2918152"/>
                <a:gd name="connsiteX26" fmla="*/ 2989700 w 3420270"/>
                <a:gd name="connsiteY26" fmla="*/ 2085328 h 2918152"/>
                <a:gd name="connsiteX27" fmla="*/ 3270184 w 3420270"/>
                <a:gd name="connsiteY27" fmla="*/ 1717436 h 2918152"/>
                <a:gd name="connsiteX28" fmla="*/ 3420270 w 3420270"/>
                <a:gd name="connsiteY28" fmla="*/ 168363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82698 w 3321492"/>
                <a:gd name="connsiteY25" fmla="*/ 2278312 h 2918152"/>
                <a:gd name="connsiteX26" fmla="*/ 2989700 w 3321492"/>
                <a:gd name="connsiteY26" fmla="*/ 2085328 h 2918152"/>
                <a:gd name="connsiteX27" fmla="*/ 3270184 w 3321492"/>
                <a:gd name="connsiteY27" fmla="*/ 1717436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82698 w 3321492"/>
                <a:gd name="connsiteY25" fmla="*/ 2278312 h 2918152"/>
                <a:gd name="connsiteX26" fmla="*/ 2989700 w 3321492"/>
                <a:gd name="connsiteY26" fmla="*/ 2085328 h 2918152"/>
                <a:gd name="connsiteX27" fmla="*/ 3286694 w 3321492"/>
                <a:gd name="connsiteY27" fmla="*/ 1763135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60610 w 3321492"/>
                <a:gd name="connsiteY25" fmla="*/ 2255128 h 2918152"/>
                <a:gd name="connsiteX26" fmla="*/ 2989700 w 3321492"/>
                <a:gd name="connsiteY26" fmla="*/ 2085328 h 2918152"/>
                <a:gd name="connsiteX27" fmla="*/ 3286694 w 3321492"/>
                <a:gd name="connsiteY27" fmla="*/ 1763135 h 2918152"/>
                <a:gd name="connsiteX28" fmla="*/ 3321492 w 3321492"/>
                <a:gd name="connsiteY28" fmla="*/ 1605746 h 2918152"/>
                <a:gd name="connsiteX0" fmla="*/ 1811921 w 3321492"/>
                <a:gd name="connsiteY0" fmla="*/ 0 h 2918152"/>
                <a:gd name="connsiteX1" fmla="*/ 1750679 w 3321492"/>
                <a:gd name="connsiteY1" fmla="*/ 86145 h 2918152"/>
                <a:gd name="connsiteX2" fmla="*/ 1577289 w 3321492"/>
                <a:gd name="connsiteY2" fmla="*/ 308985 h 2918152"/>
                <a:gd name="connsiteX3" fmla="*/ 1298300 w 3321492"/>
                <a:gd name="connsiteY3" fmla="*/ 522538 h 2918152"/>
                <a:gd name="connsiteX4" fmla="*/ 1068330 w 3321492"/>
                <a:gd name="connsiteY4" fmla="*/ 685833 h 2918152"/>
                <a:gd name="connsiteX5" fmla="*/ 930702 w 3321492"/>
                <a:gd name="connsiteY5" fmla="*/ 808159 h 2918152"/>
                <a:gd name="connsiteX6" fmla="*/ 894848 w 3321492"/>
                <a:gd name="connsiteY6" fmla="*/ 906186 h 2918152"/>
                <a:gd name="connsiteX7" fmla="*/ 907919 w 3321492"/>
                <a:gd name="connsiteY7" fmla="*/ 1072964 h 2918152"/>
                <a:gd name="connsiteX8" fmla="*/ 886817 w 3321492"/>
                <a:gd name="connsiteY8" fmla="*/ 1206320 h 2918152"/>
                <a:gd name="connsiteX9" fmla="*/ 823606 w 3321492"/>
                <a:gd name="connsiteY9" fmla="*/ 1338432 h 2918152"/>
                <a:gd name="connsiteX10" fmla="*/ 621179 w 3321492"/>
                <a:gd name="connsiteY10" fmla="*/ 1444006 h 2918152"/>
                <a:gd name="connsiteX11" fmla="*/ 437988 w 3321492"/>
                <a:gd name="connsiteY11" fmla="*/ 1499322 h 2918152"/>
                <a:gd name="connsiteX12" fmla="*/ 168802 w 3321492"/>
                <a:gd name="connsiteY12" fmla="*/ 1697366 h 2918152"/>
                <a:gd name="connsiteX13" fmla="*/ 269 w 3321492"/>
                <a:gd name="connsiteY13" fmla="*/ 2094367 h 2918152"/>
                <a:gd name="connsiteX14" fmla="*/ 57971 w 3321492"/>
                <a:gd name="connsiteY14" fmla="*/ 2375841 h 2918152"/>
                <a:gd name="connsiteX15" fmla="*/ 181219 w 3321492"/>
                <a:gd name="connsiteY15" fmla="*/ 2597936 h 2918152"/>
                <a:gd name="connsiteX16" fmla="*/ 274917 w 3321492"/>
                <a:gd name="connsiteY16" fmla="*/ 2712674 h 2918152"/>
                <a:gd name="connsiteX17" fmla="*/ 392702 w 3321492"/>
                <a:gd name="connsiteY17" fmla="*/ 2806015 h 2918152"/>
                <a:gd name="connsiteX18" fmla="*/ 509229 w 3321492"/>
                <a:gd name="connsiteY18" fmla="*/ 2855276 h 2918152"/>
                <a:gd name="connsiteX19" fmla="*/ 836118 w 3321492"/>
                <a:gd name="connsiteY19" fmla="*/ 2900475 h 2918152"/>
                <a:gd name="connsiteX20" fmla="*/ 1047601 w 3321492"/>
                <a:gd name="connsiteY20" fmla="*/ 2900475 h 2918152"/>
                <a:gd name="connsiteX21" fmla="*/ 1549839 w 3321492"/>
                <a:gd name="connsiteY21" fmla="*/ 2916564 h 2918152"/>
                <a:gd name="connsiteX22" fmla="*/ 1796429 w 3321492"/>
                <a:gd name="connsiteY22" fmla="*/ 2903461 h 2918152"/>
                <a:gd name="connsiteX23" fmla="*/ 2174206 w 3321492"/>
                <a:gd name="connsiteY23" fmla="*/ 2716529 h 2918152"/>
                <a:gd name="connsiteX24" fmla="*/ 2554222 w 3321492"/>
                <a:gd name="connsiteY24" fmla="*/ 2455209 h 2918152"/>
                <a:gd name="connsiteX25" fmla="*/ 2760610 w 3321492"/>
                <a:gd name="connsiteY25" fmla="*/ 2255128 h 2918152"/>
                <a:gd name="connsiteX26" fmla="*/ 3088999 w 3321492"/>
                <a:gd name="connsiteY26" fmla="*/ 1985810 h 2918152"/>
                <a:gd name="connsiteX27" fmla="*/ 3286694 w 3321492"/>
                <a:gd name="connsiteY27" fmla="*/ 1763135 h 2918152"/>
                <a:gd name="connsiteX28" fmla="*/ 3321492 w 3321492"/>
                <a:gd name="connsiteY28" fmla="*/ 1605746 h 2918152"/>
                <a:gd name="connsiteX0" fmla="*/ 1825236 w 3321492"/>
                <a:gd name="connsiteY0" fmla="*/ 0 h 2896438"/>
                <a:gd name="connsiteX1" fmla="*/ 1750679 w 3321492"/>
                <a:gd name="connsiteY1" fmla="*/ 64431 h 2896438"/>
                <a:gd name="connsiteX2" fmla="*/ 1577289 w 3321492"/>
                <a:gd name="connsiteY2" fmla="*/ 287271 h 2896438"/>
                <a:gd name="connsiteX3" fmla="*/ 1298300 w 3321492"/>
                <a:gd name="connsiteY3" fmla="*/ 500824 h 2896438"/>
                <a:gd name="connsiteX4" fmla="*/ 1068330 w 3321492"/>
                <a:gd name="connsiteY4" fmla="*/ 664119 h 2896438"/>
                <a:gd name="connsiteX5" fmla="*/ 930702 w 3321492"/>
                <a:gd name="connsiteY5" fmla="*/ 786445 h 2896438"/>
                <a:gd name="connsiteX6" fmla="*/ 894848 w 3321492"/>
                <a:gd name="connsiteY6" fmla="*/ 884472 h 2896438"/>
                <a:gd name="connsiteX7" fmla="*/ 907919 w 3321492"/>
                <a:gd name="connsiteY7" fmla="*/ 1051250 h 2896438"/>
                <a:gd name="connsiteX8" fmla="*/ 886817 w 3321492"/>
                <a:gd name="connsiteY8" fmla="*/ 1184606 h 2896438"/>
                <a:gd name="connsiteX9" fmla="*/ 823606 w 3321492"/>
                <a:gd name="connsiteY9" fmla="*/ 1316718 h 2896438"/>
                <a:gd name="connsiteX10" fmla="*/ 621179 w 3321492"/>
                <a:gd name="connsiteY10" fmla="*/ 1422292 h 2896438"/>
                <a:gd name="connsiteX11" fmla="*/ 437988 w 3321492"/>
                <a:gd name="connsiteY11" fmla="*/ 1477608 h 2896438"/>
                <a:gd name="connsiteX12" fmla="*/ 168802 w 3321492"/>
                <a:gd name="connsiteY12" fmla="*/ 1675652 h 2896438"/>
                <a:gd name="connsiteX13" fmla="*/ 269 w 3321492"/>
                <a:gd name="connsiteY13" fmla="*/ 2072653 h 2896438"/>
                <a:gd name="connsiteX14" fmla="*/ 57971 w 3321492"/>
                <a:gd name="connsiteY14" fmla="*/ 2354127 h 2896438"/>
                <a:gd name="connsiteX15" fmla="*/ 181219 w 3321492"/>
                <a:gd name="connsiteY15" fmla="*/ 2576222 h 2896438"/>
                <a:gd name="connsiteX16" fmla="*/ 274917 w 3321492"/>
                <a:gd name="connsiteY16" fmla="*/ 2690960 h 2896438"/>
                <a:gd name="connsiteX17" fmla="*/ 392702 w 3321492"/>
                <a:gd name="connsiteY17" fmla="*/ 2784301 h 2896438"/>
                <a:gd name="connsiteX18" fmla="*/ 509229 w 3321492"/>
                <a:gd name="connsiteY18" fmla="*/ 2833562 h 2896438"/>
                <a:gd name="connsiteX19" fmla="*/ 836118 w 3321492"/>
                <a:gd name="connsiteY19" fmla="*/ 2878761 h 2896438"/>
                <a:gd name="connsiteX20" fmla="*/ 1047601 w 3321492"/>
                <a:gd name="connsiteY20" fmla="*/ 2878761 h 2896438"/>
                <a:gd name="connsiteX21" fmla="*/ 1549839 w 3321492"/>
                <a:gd name="connsiteY21" fmla="*/ 2894850 h 2896438"/>
                <a:gd name="connsiteX22" fmla="*/ 1796429 w 3321492"/>
                <a:gd name="connsiteY22" fmla="*/ 2881747 h 2896438"/>
                <a:gd name="connsiteX23" fmla="*/ 2174206 w 3321492"/>
                <a:gd name="connsiteY23" fmla="*/ 2694815 h 2896438"/>
                <a:gd name="connsiteX24" fmla="*/ 2554222 w 3321492"/>
                <a:gd name="connsiteY24" fmla="*/ 2433495 h 2896438"/>
                <a:gd name="connsiteX25" fmla="*/ 2760610 w 3321492"/>
                <a:gd name="connsiteY25" fmla="*/ 2233414 h 2896438"/>
                <a:gd name="connsiteX26" fmla="*/ 3088999 w 3321492"/>
                <a:gd name="connsiteY26" fmla="*/ 1964096 h 2896438"/>
                <a:gd name="connsiteX27" fmla="*/ 3286694 w 3321492"/>
                <a:gd name="connsiteY27" fmla="*/ 1741421 h 2896438"/>
                <a:gd name="connsiteX28" fmla="*/ 3321492 w 3321492"/>
                <a:gd name="connsiteY28" fmla="*/ 1584032 h 2896438"/>
                <a:gd name="connsiteX0" fmla="*/ 1825236 w 3321492"/>
                <a:gd name="connsiteY0" fmla="*/ 0 h 2896438"/>
                <a:gd name="connsiteX1" fmla="*/ 1750679 w 3321492"/>
                <a:gd name="connsiteY1" fmla="*/ 64431 h 2896438"/>
                <a:gd name="connsiteX2" fmla="*/ 1577289 w 3321492"/>
                <a:gd name="connsiteY2" fmla="*/ 287271 h 2896438"/>
                <a:gd name="connsiteX3" fmla="*/ 1298300 w 3321492"/>
                <a:gd name="connsiteY3" fmla="*/ 500824 h 2896438"/>
                <a:gd name="connsiteX4" fmla="*/ 1068330 w 3321492"/>
                <a:gd name="connsiteY4" fmla="*/ 664119 h 2896438"/>
                <a:gd name="connsiteX5" fmla="*/ 930702 w 3321492"/>
                <a:gd name="connsiteY5" fmla="*/ 786445 h 2896438"/>
                <a:gd name="connsiteX6" fmla="*/ 894848 w 3321492"/>
                <a:gd name="connsiteY6" fmla="*/ 884472 h 2896438"/>
                <a:gd name="connsiteX7" fmla="*/ 907919 w 3321492"/>
                <a:gd name="connsiteY7" fmla="*/ 1051250 h 2896438"/>
                <a:gd name="connsiteX8" fmla="*/ 886817 w 3321492"/>
                <a:gd name="connsiteY8" fmla="*/ 1184606 h 2896438"/>
                <a:gd name="connsiteX9" fmla="*/ 823606 w 3321492"/>
                <a:gd name="connsiteY9" fmla="*/ 1316718 h 2896438"/>
                <a:gd name="connsiteX10" fmla="*/ 621179 w 3321492"/>
                <a:gd name="connsiteY10" fmla="*/ 1422292 h 2896438"/>
                <a:gd name="connsiteX11" fmla="*/ 527872 w 3321492"/>
                <a:gd name="connsiteY11" fmla="*/ 1559058 h 2896438"/>
                <a:gd name="connsiteX12" fmla="*/ 168802 w 3321492"/>
                <a:gd name="connsiteY12" fmla="*/ 1675652 h 2896438"/>
                <a:gd name="connsiteX13" fmla="*/ 269 w 3321492"/>
                <a:gd name="connsiteY13" fmla="*/ 2072653 h 2896438"/>
                <a:gd name="connsiteX14" fmla="*/ 57971 w 3321492"/>
                <a:gd name="connsiteY14" fmla="*/ 2354127 h 2896438"/>
                <a:gd name="connsiteX15" fmla="*/ 181219 w 3321492"/>
                <a:gd name="connsiteY15" fmla="*/ 2576222 h 2896438"/>
                <a:gd name="connsiteX16" fmla="*/ 274917 w 3321492"/>
                <a:gd name="connsiteY16" fmla="*/ 2690960 h 2896438"/>
                <a:gd name="connsiteX17" fmla="*/ 392702 w 3321492"/>
                <a:gd name="connsiteY17" fmla="*/ 2784301 h 2896438"/>
                <a:gd name="connsiteX18" fmla="*/ 509229 w 3321492"/>
                <a:gd name="connsiteY18" fmla="*/ 2833562 h 2896438"/>
                <a:gd name="connsiteX19" fmla="*/ 836118 w 3321492"/>
                <a:gd name="connsiteY19" fmla="*/ 2878761 h 2896438"/>
                <a:gd name="connsiteX20" fmla="*/ 1047601 w 3321492"/>
                <a:gd name="connsiteY20" fmla="*/ 2878761 h 2896438"/>
                <a:gd name="connsiteX21" fmla="*/ 1549839 w 3321492"/>
                <a:gd name="connsiteY21" fmla="*/ 2894850 h 2896438"/>
                <a:gd name="connsiteX22" fmla="*/ 1796429 w 3321492"/>
                <a:gd name="connsiteY22" fmla="*/ 2881747 h 2896438"/>
                <a:gd name="connsiteX23" fmla="*/ 2174206 w 3321492"/>
                <a:gd name="connsiteY23" fmla="*/ 2694815 h 2896438"/>
                <a:gd name="connsiteX24" fmla="*/ 2554222 w 3321492"/>
                <a:gd name="connsiteY24" fmla="*/ 2433495 h 2896438"/>
                <a:gd name="connsiteX25" fmla="*/ 2760610 w 3321492"/>
                <a:gd name="connsiteY25" fmla="*/ 2233414 h 2896438"/>
                <a:gd name="connsiteX26" fmla="*/ 3088999 w 3321492"/>
                <a:gd name="connsiteY26" fmla="*/ 1964096 h 2896438"/>
                <a:gd name="connsiteX27" fmla="*/ 3286694 w 3321492"/>
                <a:gd name="connsiteY27" fmla="*/ 1741421 h 2896438"/>
                <a:gd name="connsiteX28" fmla="*/ 3321492 w 3321492"/>
                <a:gd name="connsiteY28" fmla="*/ 1584032 h 2896438"/>
                <a:gd name="connsiteX0" fmla="*/ 1923731 w 3419987"/>
                <a:gd name="connsiteY0" fmla="*/ 0 h 2896438"/>
                <a:gd name="connsiteX1" fmla="*/ 1849174 w 3419987"/>
                <a:gd name="connsiteY1" fmla="*/ 64431 h 2896438"/>
                <a:gd name="connsiteX2" fmla="*/ 1675784 w 3419987"/>
                <a:gd name="connsiteY2" fmla="*/ 287271 h 2896438"/>
                <a:gd name="connsiteX3" fmla="*/ 1396795 w 3419987"/>
                <a:gd name="connsiteY3" fmla="*/ 500824 h 2896438"/>
                <a:gd name="connsiteX4" fmla="*/ 1166825 w 3419987"/>
                <a:gd name="connsiteY4" fmla="*/ 664119 h 2896438"/>
                <a:gd name="connsiteX5" fmla="*/ 1029197 w 3419987"/>
                <a:gd name="connsiteY5" fmla="*/ 786445 h 2896438"/>
                <a:gd name="connsiteX6" fmla="*/ 993343 w 3419987"/>
                <a:gd name="connsiteY6" fmla="*/ 884472 h 2896438"/>
                <a:gd name="connsiteX7" fmla="*/ 1006414 w 3419987"/>
                <a:gd name="connsiteY7" fmla="*/ 1051250 h 2896438"/>
                <a:gd name="connsiteX8" fmla="*/ 985312 w 3419987"/>
                <a:gd name="connsiteY8" fmla="*/ 1184606 h 2896438"/>
                <a:gd name="connsiteX9" fmla="*/ 922101 w 3419987"/>
                <a:gd name="connsiteY9" fmla="*/ 1316718 h 2896438"/>
                <a:gd name="connsiteX10" fmla="*/ 719674 w 3419987"/>
                <a:gd name="connsiteY10" fmla="*/ 1422292 h 2896438"/>
                <a:gd name="connsiteX11" fmla="*/ 626367 w 3419987"/>
                <a:gd name="connsiteY11" fmla="*/ 1559058 h 2896438"/>
                <a:gd name="connsiteX12" fmla="*/ 267297 w 3419987"/>
                <a:gd name="connsiteY12" fmla="*/ 1675652 h 2896438"/>
                <a:gd name="connsiteX13" fmla="*/ 61 w 3419987"/>
                <a:gd name="connsiteY13" fmla="*/ 2058378 h 2896438"/>
                <a:gd name="connsiteX14" fmla="*/ 156466 w 3419987"/>
                <a:gd name="connsiteY14" fmla="*/ 2354127 h 2896438"/>
                <a:gd name="connsiteX15" fmla="*/ 279714 w 3419987"/>
                <a:gd name="connsiteY15" fmla="*/ 2576222 h 2896438"/>
                <a:gd name="connsiteX16" fmla="*/ 373412 w 3419987"/>
                <a:gd name="connsiteY16" fmla="*/ 2690960 h 2896438"/>
                <a:gd name="connsiteX17" fmla="*/ 491197 w 3419987"/>
                <a:gd name="connsiteY17" fmla="*/ 2784301 h 2896438"/>
                <a:gd name="connsiteX18" fmla="*/ 607724 w 3419987"/>
                <a:gd name="connsiteY18" fmla="*/ 2833562 h 2896438"/>
                <a:gd name="connsiteX19" fmla="*/ 934613 w 3419987"/>
                <a:gd name="connsiteY19" fmla="*/ 2878761 h 2896438"/>
                <a:gd name="connsiteX20" fmla="*/ 1146096 w 3419987"/>
                <a:gd name="connsiteY20" fmla="*/ 2878761 h 2896438"/>
                <a:gd name="connsiteX21" fmla="*/ 1648334 w 3419987"/>
                <a:gd name="connsiteY21" fmla="*/ 2894850 h 2896438"/>
                <a:gd name="connsiteX22" fmla="*/ 1894924 w 3419987"/>
                <a:gd name="connsiteY22" fmla="*/ 2881747 h 2896438"/>
                <a:gd name="connsiteX23" fmla="*/ 2272701 w 3419987"/>
                <a:gd name="connsiteY23" fmla="*/ 2694815 h 2896438"/>
                <a:gd name="connsiteX24" fmla="*/ 2652717 w 3419987"/>
                <a:gd name="connsiteY24" fmla="*/ 2433495 h 2896438"/>
                <a:gd name="connsiteX25" fmla="*/ 2859105 w 3419987"/>
                <a:gd name="connsiteY25" fmla="*/ 2233414 h 2896438"/>
                <a:gd name="connsiteX26" fmla="*/ 3187494 w 3419987"/>
                <a:gd name="connsiteY26" fmla="*/ 1964096 h 2896438"/>
                <a:gd name="connsiteX27" fmla="*/ 3385189 w 3419987"/>
                <a:gd name="connsiteY27" fmla="*/ 1741421 h 2896438"/>
                <a:gd name="connsiteX28" fmla="*/ 3419987 w 3419987"/>
                <a:gd name="connsiteY28" fmla="*/ 1584032 h 2896438"/>
                <a:gd name="connsiteX0" fmla="*/ 1923731 w 3419987"/>
                <a:gd name="connsiteY0" fmla="*/ 0 h 2896438"/>
                <a:gd name="connsiteX1" fmla="*/ 1849174 w 3419987"/>
                <a:gd name="connsiteY1" fmla="*/ 64431 h 2896438"/>
                <a:gd name="connsiteX2" fmla="*/ 1675784 w 3419987"/>
                <a:gd name="connsiteY2" fmla="*/ 287271 h 2896438"/>
                <a:gd name="connsiteX3" fmla="*/ 1396795 w 3419987"/>
                <a:gd name="connsiteY3" fmla="*/ 500824 h 2896438"/>
                <a:gd name="connsiteX4" fmla="*/ 1166825 w 3419987"/>
                <a:gd name="connsiteY4" fmla="*/ 664119 h 2896438"/>
                <a:gd name="connsiteX5" fmla="*/ 1029197 w 3419987"/>
                <a:gd name="connsiteY5" fmla="*/ 786445 h 2896438"/>
                <a:gd name="connsiteX6" fmla="*/ 993343 w 3419987"/>
                <a:gd name="connsiteY6" fmla="*/ 884472 h 2896438"/>
                <a:gd name="connsiteX7" fmla="*/ 1006414 w 3419987"/>
                <a:gd name="connsiteY7" fmla="*/ 1051250 h 2896438"/>
                <a:gd name="connsiteX8" fmla="*/ 985312 w 3419987"/>
                <a:gd name="connsiteY8" fmla="*/ 1184606 h 2896438"/>
                <a:gd name="connsiteX9" fmla="*/ 719674 w 3419987"/>
                <a:gd name="connsiteY9" fmla="*/ 1422292 h 2896438"/>
                <a:gd name="connsiteX10" fmla="*/ 626367 w 3419987"/>
                <a:gd name="connsiteY10" fmla="*/ 1559058 h 2896438"/>
                <a:gd name="connsiteX11" fmla="*/ 267297 w 3419987"/>
                <a:gd name="connsiteY11" fmla="*/ 1675652 h 2896438"/>
                <a:gd name="connsiteX12" fmla="*/ 61 w 3419987"/>
                <a:gd name="connsiteY12" fmla="*/ 2058378 h 2896438"/>
                <a:gd name="connsiteX13" fmla="*/ 156466 w 3419987"/>
                <a:gd name="connsiteY13" fmla="*/ 2354127 h 2896438"/>
                <a:gd name="connsiteX14" fmla="*/ 279714 w 3419987"/>
                <a:gd name="connsiteY14" fmla="*/ 2576222 h 2896438"/>
                <a:gd name="connsiteX15" fmla="*/ 373412 w 3419987"/>
                <a:gd name="connsiteY15" fmla="*/ 2690960 h 2896438"/>
                <a:gd name="connsiteX16" fmla="*/ 491197 w 3419987"/>
                <a:gd name="connsiteY16" fmla="*/ 2784301 h 2896438"/>
                <a:gd name="connsiteX17" fmla="*/ 607724 w 3419987"/>
                <a:gd name="connsiteY17" fmla="*/ 2833562 h 2896438"/>
                <a:gd name="connsiteX18" fmla="*/ 934613 w 3419987"/>
                <a:gd name="connsiteY18" fmla="*/ 2878761 h 2896438"/>
                <a:gd name="connsiteX19" fmla="*/ 1146096 w 3419987"/>
                <a:gd name="connsiteY19" fmla="*/ 2878761 h 2896438"/>
                <a:gd name="connsiteX20" fmla="*/ 1648334 w 3419987"/>
                <a:gd name="connsiteY20" fmla="*/ 2894850 h 2896438"/>
                <a:gd name="connsiteX21" fmla="*/ 1894924 w 3419987"/>
                <a:gd name="connsiteY21" fmla="*/ 2881747 h 2896438"/>
                <a:gd name="connsiteX22" fmla="*/ 2272701 w 3419987"/>
                <a:gd name="connsiteY22" fmla="*/ 2694815 h 2896438"/>
                <a:gd name="connsiteX23" fmla="*/ 2652717 w 3419987"/>
                <a:gd name="connsiteY23" fmla="*/ 2433495 h 2896438"/>
                <a:gd name="connsiteX24" fmla="*/ 2859105 w 3419987"/>
                <a:gd name="connsiteY24" fmla="*/ 2233414 h 2896438"/>
                <a:gd name="connsiteX25" fmla="*/ 3187494 w 3419987"/>
                <a:gd name="connsiteY25" fmla="*/ 1964096 h 2896438"/>
                <a:gd name="connsiteX26" fmla="*/ 3385189 w 3419987"/>
                <a:gd name="connsiteY26" fmla="*/ 1741421 h 2896438"/>
                <a:gd name="connsiteX27" fmla="*/ 3419987 w 3419987"/>
                <a:gd name="connsiteY27" fmla="*/ 1584032 h 2896438"/>
                <a:gd name="connsiteX0" fmla="*/ 1923731 w 3419987"/>
                <a:gd name="connsiteY0" fmla="*/ 0 h 2896438"/>
                <a:gd name="connsiteX1" fmla="*/ 1849174 w 3419987"/>
                <a:gd name="connsiteY1" fmla="*/ 64431 h 2896438"/>
                <a:gd name="connsiteX2" fmla="*/ 1675784 w 3419987"/>
                <a:gd name="connsiteY2" fmla="*/ 287271 h 2896438"/>
                <a:gd name="connsiteX3" fmla="*/ 1396795 w 3419987"/>
                <a:gd name="connsiteY3" fmla="*/ 500824 h 2896438"/>
                <a:gd name="connsiteX4" fmla="*/ 1166825 w 3419987"/>
                <a:gd name="connsiteY4" fmla="*/ 664119 h 2896438"/>
                <a:gd name="connsiteX5" fmla="*/ 1029197 w 3419987"/>
                <a:gd name="connsiteY5" fmla="*/ 786445 h 2896438"/>
                <a:gd name="connsiteX6" fmla="*/ 993343 w 3419987"/>
                <a:gd name="connsiteY6" fmla="*/ 884472 h 2896438"/>
                <a:gd name="connsiteX7" fmla="*/ 1006414 w 3419987"/>
                <a:gd name="connsiteY7" fmla="*/ 1051250 h 2896438"/>
                <a:gd name="connsiteX8" fmla="*/ 985312 w 3419987"/>
                <a:gd name="connsiteY8" fmla="*/ 1184606 h 2896438"/>
                <a:gd name="connsiteX9" fmla="*/ 866276 w 3419987"/>
                <a:gd name="connsiteY9" fmla="*/ 1421879 h 2896438"/>
                <a:gd name="connsiteX10" fmla="*/ 626367 w 3419987"/>
                <a:gd name="connsiteY10" fmla="*/ 1559058 h 2896438"/>
                <a:gd name="connsiteX11" fmla="*/ 267297 w 3419987"/>
                <a:gd name="connsiteY11" fmla="*/ 1675652 h 2896438"/>
                <a:gd name="connsiteX12" fmla="*/ 61 w 3419987"/>
                <a:gd name="connsiteY12" fmla="*/ 2058378 h 2896438"/>
                <a:gd name="connsiteX13" fmla="*/ 156466 w 3419987"/>
                <a:gd name="connsiteY13" fmla="*/ 2354127 h 2896438"/>
                <a:gd name="connsiteX14" fmla="*/ 279714 w 3419987"/>
                <a:gd name="connsiteY14" fmla="*/ 2576222 h 2896438"/>
                <a:gd name="connsiteX15" fmla="*/ 373412 w 3419987"/>
                <a:gd name="connsiteY15" fmla="*/ 2690960 h 2896438"/>
                <a:gd name="connsiteX16" fmla="*/ 491197 w 3419987"/>
                <a:gd name="connsiteY16" fmla="*/ 2784301 h 2896438"/>
                <a:gd name="connsiteX17" fmla="*/ 607724 w 3419987"/>
                <a:gd name="connsiteY17" fmla="*/ 2833562 h 2896438"/>
                <a:gd name="connsiteX18" fmla="*/ 934613 w 3419987"/>
                <a:gd name="connsiteY18" fmla="*/ 2878761 h 2896438"/>
                <a:gd name="connsiteX19" fmla="*/ 1146096 w 3419987"/>
                <a:gd name="connsiteY19" fmla="*/ 2878761 h 2896438"/>
                <a:gd name="connsiteX20" fmla="*/ 1648334 w 3419987"/>
                <a:gd name="connsiteY20" fmla="*/ 2894850 h 2896438"/>
                <a:gd name="connsiteX21" fmla="*/ 1894924 w 3419987"/>
                <a:gd name="connsiteY21" fmla="*/ 2881747 h 2896438"/>
                <a:gd name="connsiteX22" fmla="*/ 2272701 w 3419987"/>
                <a:gd name="connsiteY22" fmla="*/ 2694815 h 2896438"/>
                <a:gd name="connsiteX23" fmla="*/ 2652717 w 3419987"/>
                <a:gd name="connsiteY23" fmla="*/ 2433495 h 2896438"/>
                <a:gd name="connsiteX24" fmla="*/ 2859105 w 3419987"/>
                <a:gd name="connsiteY24" fmla="*/ 2233414 h 2896438"/>
                <a:gd name="connsiteX25" fmla="*/ 3187494 w 3419987"/>
                <a:gd name="connsiteY25" fmla="*/ 1964096 h 2896438"/>
                <a:gd name="connsiteX26" fmla="*/ 3385189 w 3419987"/>
                <a:gd name="connsiteY26" fmla="*/ 1741421 h 2896438"/>
                <a:gd name="connsiteX27" fmla="*/ 3419987 w 3419987"/>
                <a:gd name="connsiteY27" fmla="*/ 1584032 h 2896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19987" h="2896438">
                  <a:moveTo>
                    <a:pt x="1923731" y="0"/>
                  </a:moveTo>
                  <a:lnTo>
                    <a:pt x="1849174" y="64431"/>
                  </a:lnTo>
                  <a:cubicBezTo>
                    <a:pt x="1796326" y="141807"/>
                    <a:pt x="1743011" y="219349"/>
                    <a:pt x="1675784" y="287271"/>
                  </a:cubicBezTo>
                  <a:cubicBezTo>
                    <a:pt x="1594553" y="369292"/>
                    <a:pt x="1494087" y="433731"/>
                    <a:pt x="1396795" y="500824"/>
                  </a:cubicBezTo>
                  <a:cubicBezTo>
                    <a:pt x="1319298" y="554233"/>
                    <a:pt x="1243388" y="609632"/>
                    <a:pt x="1166825" y="664119"/>
                  </a:cubicBezTo>
                  <a:cubicBezTo>
                    <a:pt x="1115657" y="700527"/>
                    <a:pt x="1062810" y="736685"/>
                    <a:pt x="1029197" y="786445"/>
                  </a:cubicBezTo>
                  <a:cubicBezTo>
                    <a:pt x="1009029" y="816301"/>
                    <a:pt x="996518" y="849806"/>
                    <a:pt x="993343" y="884472"/>
                  </a:cubicBezTo>
                  <a:cubicBezTo>
                    <a:pt x="988207" y="940203"/>
                    <a:pt x="1005387" y="995270"/>
                    <a:pt x="1006414" y="1051250"/>
                  </a:cubicBezTo>
                  <a:cubicBezTo>
                    <a:pt x="1007255" y="1096283"/>
                    <a:pt x="1008668" y="1122835"/>
                    <a:pt x="985312" y="1184606"/>
                  </a:cubicBezTo>
                  <a:cubicBezTo>
                    <a:pt x="961956" y="1246377"/>
                    <a:pt x="926100" y="1359470"/>
                    <a:pt x="866276" y="1421879"/>
                  </a:cubicBezTo>
                  <a:cubicBezTo>
                    <a:pt x="816987" y="1462269"/>
                    <a:pt x="726197" y="1516763"/>
                    <a:pt x="626367" y="1559058"/>
                  </a:cubicBezTo>
                  <a:cubicBezTo>
                    <a:pt x="526537" y="1601353"/>
                    <a:pt x="371681" y="1592432"/>
                    <a:pt x="267297" y="1675652"/>
                  </a:cubicBezTo>
                  <a:cubicBezTo>
                    <a:pt x="162913" y="1758872"/>
                    <a:pt x="4635" y="1913825"/>
                    <a:pt x="61" y="2058378"/>
                  </a:cubicBezTo>
                  <a:cubicBezTo>
                    <a:pt x="-3021" y="2154497"/>
                    <a:pt x="109857" y="2267820"/>
                    <a:pt x="156466" y="2354127"/>
                  </a:cubicBezTo>
                  <a:cubicBezTo>
                    <a:pt x="203075" y="2440434"/>
                    <a:pt x="229855" y="2506226"/>
                    <a:pt x="279714" y="2576222"/>
                  </a:cubicBezTo>
                  <a:cubicBezTo>
                    <a:pt x="308146" y="2616196"/>
                    <a:pt x="338771" y="2655361"/>
                    <a:pt x="373412" y="2690960"/>
                  </a:cubicBezTo>
                  <a:cubicBezTo>
                    <a:pt x="408052" y="2726558"/>
                    <a:pt x="446707" y="2758591"/>
                    <a:pt x="491197" y="2784301"/>
                  </a:cubicBezTo>
                  <a:cubicBezTo>
                    <a:pt x="527427" y="2805282"/>
                    <a:pt x="566735" y="2821372"/>
                    <a:pt x="607724" y="2833562"/>
                  </a:cubicBezTo>
                  <a:cubicBezTo>
                    <a:pt x="712765" y="2864829"/>
                    <a:pt x="823782" y="2875776"/>
                    <a:pt x="934613" y="2878761"/>
                  </a:cubicBezTo>
                  <a:cubicBezTo>
                    <a:pt x="1005107" y="2880669"/>
                    <a:pt x="1075601" y="2879010"/>
                    <a:pt x="1146096" y="2878761"/>
                  </a:cubicBezTo>
                  <a:cubicBezTo>
                    <a:pt x="1313696" y="2878098"/>
                    <a:pt x="1480922" y="2888962"/>
                    <a:pt x="1648334" y="2894850"/>
                  </a:cubicBezTo>
                  <a:cubicBezTo>
                    <a:pt x="1731154" y="2897753"/>
                    <a:pt x="1814346" y="2898333"/>
                    <a:pt x="1894924" y="2881747"/>
                  </a:cubicBezTo>
                  <a:cubicBezTo>
                    <a:pt x="2036567" y="2852555"/>
                    <a:pt x="2155521" y="2772275"/>
                    <a:pt x="2272701" y="2694815"/>
                  </a:cubicBezTo>
                  <a:cubicBezTo>
                    <a:pt x="2401178" y="2609809"/>
                    <a:pt x="2554983" y="2510395"/>
                    <a:pt x="2652717" y="2433495"/>
                  </a:cubicBezTo>
                  <a:cubicBezTo>
                    <a:pt x="2750451" y="2356595"/>
                    <a:pt x="2769975" y="2311647"/>
                    <a:pt x="2859105" y="2233414"/>
                  </a:cubicBezTo>
                  <a:cubicBezTo>
                    <a:pt x="2948235" y="2155181"/>
                    <a:pt x="3099813" y="2046095"/>
                    <a:pt x="3187494" y="1964096"/>
                  </a:cubicBezTo>
                  <a:cubicBezTo>
                    <a:pt x="3275175" y="1882097"/>
                    <a:pt x="3311147" y="1874694"/>
                    <a:pt x="3385189" y="1741421"/>
                  </a:cubicBezTo>
                  <a:cubicBezTo>
                    <a:pt x="3404738" y="1699674"/>
                    <a:pt x="3419987" y="1584032"/>
                    <a:pt x="3419987" y="1584032"/>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58" name="Freeform: Shape 57">
              <a:extLst>
                <a:ext uri="{FF2B5EF4-FFF2-40B4-BE49-F238E27FC236}">
                  <a16:creationId xmlns:a16="http://schemas.microsoft.com/office/drawing/2014/main" id="{2B13B5B0-AFC1-B7FE-8AE7-6260951CED44}"/>
                </a:ext>
              </a:extLst>
            </p:cNvPr>
            <p:cNvSpPr/>
            <p:nvPr userDrawn="1"/>
          </p:nvSpPr>
          <p:spPr>
            <a:xfrm rot="2783228" flipV="1">
              <a:off x="1932567" y="4460560"/>
              <a:ext cx="3063116" cy="2616805"/>
            </a:xfrm>
            <a:custGeom>
              <a:avLst/>
              <a:gdLst>
                <a:gd name="connsiteX0" fmla="*/ 202271 w 3057879"/>
                <a:gd name="connsiteY0" fmla="*/ 2442498 h 2616805"/>
                <a:gd name="connsiteX1" fmla="*/ 457918 w 3057879"/>
                <a:gd name="connsiteY1" fmla="*/ 2583236 h 2616805"/>
                <a:gd name="connsiteX2" fmla="*/ 547274 w 3057879"/>
                <a:gd name="connsiteY2" fmla="*/ 2599324 h 2616805"/>
                <a:gd name="connsiteX3" fmla="*/ 887701 w 3057879"/>
                <a:gd name="connsiteY3" fmla="*/ 2616409 h 2616805"/>
                <a:gd name="connsiteX4" fmla="*/ 1186299 w 3057879"/>
                <a:gd name="connsiteY4" fmla="*/ 2602310 h 2616805"/>
                <a:gd name="connsiteX5" fmla="*/ 1340079 w 3057879"/>
                <a:gd name="connsiteY5" fmla="*/ 2592275 h 2616805"/>
                <a:gd name="connsiteX6" fmla="*/ 1578733 w 3057879"/>
                <a:gd name="connsiteY6" fmla="*/ 2535964 h 2616805"/>
                <a:gd name="connsiteX7" fmla="*/ 1725791 w 3057879"/>
                <a:gd name="connsiteY7" fmla="*/ 2476666 h 2616805"/>
                <a:gd name="connsiteX8" fmla="*/ 2058283 w 3057879"/>
                <a:gd name="connsiteY8" fmla="*/ 2351023 h 2616805"/>
                <a:gd name="connsiteX9" fmla="*/ 2312809 w 3057879"/>
                <a:gd name="connsiteY9" fmla="*/ 2205309 h 2616805"/>
                <a:gd name="connsiteX10" fmla="*/ 2791238 w 3057879"/>
                <a:gd name="connsiteY10" fmla="*/ 1805241 h 2616805"/>
                <a:gd name="connsiteX11" fmla="*/ 3015419 w 3057879"/>
                <a:gd name="connsiteY11" fmla="*/ 1458001 h 2616805"/>
                <a:gd name="connsiteX12" fmla="*/ 3057833 w 3057879"/>
                <a:gd name="connsiteY12" fmla="*/ 1337343 h 2616805"/>
                <a:gd name="connsiteX13" fmla="*/ 3057879 w 3057879"/>
                <a:gd name="connsiteY13" fmla="*/ 1337157 h 2616805"/>
                <a:gd name="connsiteX14" fmla="*/ 1783948 w 3057879"/>
                <a:gd name="connsiteY14" fmla="*/ 0 h 2616805"/>
                <a:gd name="connsiteX15" fmla="*/ 1735221 w 3057879"/>
                <a:gd name="connsiteY15" fmla="*/ 48720 h 2616805"/>
                <a:gd name="connsiteX16" fmla="*/ 1439705 w 3057879"/>
                <a:gd name="connsiteY16" fmla="*/ 346781 h 2616805"/>
                <a:gd name="connsiteX17" fmla="*/ 1219258 w 3057879"/>
                <a:gd name="connsiteY17" fmla="*/ 594834 h 2616805"/>
                <a:gd name="connsiteX18" fmla="*/ 1092648 w 3057879"/>
                <a:gd name="connsiteY18" fmla="*/ 847034 h 2616805"/>
                <a:gd name="connsiteX19" fmla="*/ 1041015 w 3057879"/>
                <a:gd name="connsiteY19" fmla="*/ 1053371 h 2616805"/>
                <a:gd name="connsiteX20" fmla="*/ 998812 w 3057879"/>
                <a:gd name="connsiteY20" fmla="*/ 1359725 h 2616805"/>
                <a:gd name="connsiteX21" fmla="*/ 923742 w 3057879"/>
                <a:gd name="connsiteY21" fmla="*/ 1591108 h 2616805"/>
                <a:gd name="connsiteX22" fmla="*/ 787701 w 3057879"/>
                <a:gd name="connsiteY22" fmla="*/ 1689051 h 2616805"/>
                <a:gd name="connsiteX23" fmla="*/ 651661 w 3057879"/>
                <a:gd name="connsiteY23" fmla="*/ 1689052 h 2616805"/>
                <a:gd name="connsiteX24" fmla="*/ 466414 w 3057879"/>
                <a:gd name="connsiteY24" fmla="*/ 1653640 h 2616805"/>
                <a:gd name="connsiteX25" fmla="*/ 236538 w 3057879"/>
                <a:gd name="connsiteY25" fmla="*/ 1664089 h 2616805"/>
                <a:gd name="connsiteX26" fmla="*/ 114596 w 3057879"/>
                <a:gd name="connsiteY26" fmla="*/ 1734914 h 2616805"/>
                <a:gd name="connsiteX27" fmla="*/ 20759 w 3057879"/>
                <a:gd name="connsiteY27" fmla="*/ 1870426 h 2616805"/>
                <a:gd name="connsiteX28" fmla="*/ 1992 w 3057879"/>
                <a:gd name="connsiteY28" fmla="*/ 2032975 h 2616805"/>
                <a:gd name="connsiteX29" fmla="*/ 77062 w 3057879"/>
                <a:gd name="connsiteY29" fmla="*/ 2272651 h 2616805"/>
                <a:gd name="connsiteX30" fmla="*/ 202271 w 3057879"/>
                <a:gd name="connsiteY30" fmla="*/ 2442498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15419 w 3057879"/>
                <a:gd name="connsiteY27" fmla="*/ 1458001 h 2616805"/>
                <a:gd name="connsiteX28" fmla="*/ 3057833 w 3057879"/>
                <a:gd name="connsiteY28" fmla="*/ 1337343 h 2616805"/>
                <a:gd name="connsiteX29" fmla="*/ 3057879 w 3057879"/>
                <a:gd name="connsiteY29" fmla="*/ 1337157 h 2616805"/>
                <a:gd name="connsiteX30" fmla="*/ 1875388 w 3057879"/>
                <a:gd name="connsiteY30" fmla="*/ 91440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15419 w 3057879"/>
                <a:gd name="connsiteY27" fmla="*/ 1458001 h 2616805"/>
                <a:gd name="connsiteX28" fmla="*/ 3057833 w 3057879"/>
                <a:gd name="connsiteY28" fmla="*/ 1337343 h 2616805"/>
                <a:gd name="connsiteX29" fmla="*/ 3057879 w 3057879"/>
                <a:gd name="connsiteY29" fmla="*/ 1337157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651661 w 3057879"/>
                <a:gd name="connsiteY9" fmla="*/ 1689052 h 2616805"/>
                <a:gd name="connsiteX10" fmla="*/ 466414 w 3057879"/>
                <a:gd name="connsiteY10" fmla="*/ 1653640 h 2616805"/>
                <a:gd name="connsiteX11" fmla="*/ 236538 w 3057879"/>
                <a:gd name="connsiteY11" fmla="*/ 1664089 h 2616805"/>
                <a:gd name="connsiteX12" fmla="*/ 114596 w 3057879"/>
                <a:gd name="connsiteY12" fmla="*/ 1734914 h 2616805"/>
                <a:gd name="connsiteX13" fmla="*/ 20759 w 3057879"/>
                <a:gd name="connsiteY13" fmla="*/ 1870426 h 2616805"/>
                <a:gd name="connsiteX14" fmla="*/ 1992 w 3057879"/>
                <a:gd name="connsiteY14" fmla="*/ 2032975 h 2616805"/>
                <a:gd name="connsiteX15" fmla="*/ 77062 w 3057879"/>
                <a:gd name="connsiteY15" fmla="*/ 2272651 h 2616805"/>
                <a:gd name="connsiteX16" fmla="*/ 202271 w 3057879"/>
                <a:gd name="connsiteY16" fmla="*/ 2442498 h 2616805"/>
                <a:gd name="connsiteX17" fmla="*/ 457918 w 3057879"/>
                <a:gd name="connsiteY17" fmla="*/ 2583236 h 2616805"/>
                <a:gd name="connsiteX18" fmla="*/ 547274 w 3057879"/>
                <a:gd name="connsiteY18" fmla="*/ 2599324 h 2616805"/>
                <a:gd name="connsiteX19" fmla="*/ 887701 w 3057879"/>
                <a:gd name="connsiteY19" fmla="*/ 2616409 h 2616805"/>
                <a:gd name="connsiteX20" fmla="*/ 1186299 w 3057879"/>
                <a:gd name="connsiteY20" fmla="*/ 2602310 h 2616805"/>
                <a:gd name="connsiteX21" fmla="*/ 1340079 w 3057879"/>
                <a:gd name="connsiteY21" fmla="*/ 2592275 h 2616805"/>
                <a:gd name="connsiteX22" fmla="*/ 1578733 w 3057879"/>
                <a:gd name="connsiteY22" fmla="*/ 2535964 h 2616805"/>
                <a:gd name="connsiteX23" fmla="*/ 1725791 w 3057879"/>
                <a:gd name="connsiteY23" fmla="*/ 2476666 h 2616805"/>
                <a:gd name="connsiteX24" fmla="*/ 2058283 w 3057879"/>
                <a:gd name="connsiteY24" fmla="*/ 2351023 h 2616805"/>
                <a:gd name="connsiteX25" fmla="*/ 2312809 w 3057879"/>
                <a:gd name="connsiteY25" fmla="*/ 2205309 h 2616805"/>
                <a:gd name="connsiteX26" fmla="*/ 2791238 w 3057879"/>
                <a:gd name="connsiteY26" fmla="*/ 1805241 h 2616805"/>
                <a:gd name="connsiteX27" fmla="*/ 3021433 w 3057879"/>
                <a:gd name="connsiteY27" fmla="*/ 1469471 h 2616805"/>
                <a:gd name="connsiteX28" fmla="*/ 3057833 w 3057879"/>
                <a:gd name="connsiteY28" fmla="*/ 1337343 h 2616805"/>
                <a:gd name="connsiteX29" fmla="*/ 3057879 w 3057879"/>
                <a:gd name="connsiteY29" fmla="*/ 1337157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787701 w 3057879"/>
                <a:gd name="connsiteY8" fmla="*/ 1689051 h 2616805"/>
                <a:gd name="connsiteX9" fmla="*/ 466414 w 3057879"/>
                <a:gd name="connsiteY9" fmla="*/ 1653640 h 2616805"/>
                <a:gd name="connsiteX10" fmla="*/ 236538 w 3057879"/>
                <a:gd name="connsiteY10" fmla="*/ 1664089 h 2616805"/>
                <a:gd name="connsiteX11" fmla="*/ 114596 w 3057879"/>
                <a:gd name="connsiteY11" fmla="*/ 1734914 h 2616805"/>
                <a:gd name="connsiteX12" fmla="*/ 20759 w 3057879"/>
                <a:gd name="connsiteY12" fmla="*/ 1870426 h 2616805"/>
                <a:gd name="connsiteX13" fmla="*/ 1992 w 3057879"/>
                <a:gd name="connsiteY13" fmla="*/ 2032975 h 2616805"/>
                <a:gd name="connsiteX14" fmla="*/ 77062 w 3057879"/>
                <a:gd name="connsiteY14" fmla="*/ 2272651 h 2616805"/>
                <a:gd name="connsiteX15" fmla="*/ 202271 w 3057879"/>
                <a:gd name="connsiteY15" fmla="*/ 2442498 h 2616805"/>
                <a:gd name="connsiteX16" fmla="*/ 457918 w 3057879"/>
                <a:gd name="connsiteY16" fmla="*/ 2583236 h 2616805"/>
                <a:gd name="connsiteX17" fmla="*/ 547274 w 3057879"/>
                <a:gd name="connsiteY17" fmla="*/ 2599324 h 2616805"/>
                <a:gd name="connsiteX18" fmla="*/ 887701 w 3057879"/>
                <a:gd name="connsiteY18" fmla="*/ 2616409 h 2616805"/>
                <a:gd name="connsiteX19" fmla="*/ 1186299 w 3057879"/>
                <a:gd name="connsiteY19" fmla="*/ 2602310 h 2616805"/>
                <a:gd name="connsiteX20" fmla="*/ 1340079 w 3057879"/>
                <a:gd name="connsiteY20" fmla="*/ 2592275 h 2616805"/>
                <a:gd name="connsiteX21" fmla="*/ 1578733 w 3057879"/>
                <a:gd name="connsiteY21" fmla="*/ 2535964 h 2616805"/>
                <a:gd name="connsiteX22" fmla="*/ 1725791 w 3057879"/>
                <a:gd name="connsiteY22" fmla="*/ 2476666 h 2616805"/>
                <a:gd name="connsiteX23" fmla="*/ 2058283 w 3057879"/>
                <a:gd name="connsiteY23" fmla="*/ 2351023 h 2616805"/>
                <a:gd name="connsiteX24" fmla="*/ 2312809 w 3057879"/>
                <a:gd name="connsiteY24" fmla="*/ 2205309 h 2616805"/>
                <a:gd name="connsiteX25" fmla="*/ 2791238 w 3057879"/>
                <a:gd name="connsiteY25" fmla="*/ 1805241 h 2616805"/>
                <a:gd name="connsiteX26" fmla="*/ 3021433 w 3057879"/>
                <a:gd name="connsiteY26" fmla="*/ 1469471 h 2616805"/>
                <a:gd name="connsiteX27" fmla="*/ 3057833 w 3057879"/>
                <a:gd name="connsiteY27" fmla="*/ 1337343 h 2616805"/>
                <a:gd name="connsiteX28" fmla="*/ 3057879 w 3057879"/>
                <a:gd name="connsiteY28" fmla="*/ 1337157 h 2616805"/>
                <a:gd name="connsiteX0" fmla="*/ 1783948 w 3057879"/>
                <a:gd name="connsiteY0" fmla="*/ 0 h 2616805"/>
                <a:gd name="connsiteX1" fmla="*/ 1735221 w 3057879"/>
                <a:gd name="connsiteY1" fmla="*/ 48720 h 2616805"/>
                <a:gd name="connsiteX2" fmla="*/ 1439705 w 3057879"/>
                <a:gd name="connsiteY2" fmla="*/ 346781 h 2616805"/>
                <a:gd name="connsiteX3" fmla="*/ 1219258 w 3057879"/>
                <a:gd name="connsiteY3" fmla="*/ 594834 h 2616805"/>
                <a:gd name="connsiteX4" fmla="*/ 1092648 w 3057879"/>
                <a:gd name="connsiteY4" fmla="*/ 847034 h 2616805"/>
                <a:gd name="connsiteX5" fmla="*/ 1041015 w 3057879"/>
                <a:gd name="connsiteY5" fmla="*/ 1053371 h 2616805"/>
                <a:gd name="connsiteX6" fmla="*/ 998812 w 3057879"/>
                <a:gd name="connsiteY6" fmla="*/ 1359725 h 2616805"/>
                <a:gd name="connsiteX7" fmla="*/ 923742 w 3057879"/>
                <a:gd name="connsiteY7" fmla="*/ 1591108 h 2616805"/>
                <a:gd name="connsiteX8" fmla="*/ 667925 w 3057879"/>
                <a:gd name="connsiteY8" fmla="*/ 1563331 h 2616805"/>
                <a:gd name="connsiteX9" fmla="*/ 466414 w 3057879"/>
                <a:gd name="connsiteY9" fmla="*/ 1653640 h 2616805"/>
                <a:gd name="connsiteX10" fmla="*/ 236538 w 3057879"/>
                <a:gd name="connsiteY10" fmla="*/ 1664089 h 2616805"/>
                <a:gd name="connsiteX11" fmla="*/ 114596 w 3057879"/>
                <a:gd name="connsiteY11" fmla="*/ 1734914 h 2616805"/>
                <a:gd name="connsiteX12" fmla="*/ 20759 w 3057879"/>
                <a:gd name="connsiteY12" fmla="*/ 1870426 h 2616805"/>
                <a:gd name="connsiteX13" fmla="*/ 1992 w 3057879"/>
                <a:gd name="connsiteY13" fmla="*/ 2032975 h 2616805"/>
                <a:gd name="connsiteX14" fmla="*/ 77062 w 3057879"/>
                <a:gd name="connsiteY14" fmla="*/ 2272651 h 2616805"/>
                <a:gd name="connsiteX15" fmla="*/ 202271 w 3057879"/>
                <a:gd name="connsiteY15" fmla="*/ 2442498 h 2616805"/>
                <a:gd name="connsiteX16" fmla="*/ 457918 w 3057879"/>
                <a:gd name="connsiteY16" fmla="*/ 2583236 h 2616805"/>
                <a:gd name="connsiteX17" fmla="*/ 547274 w 3057879"/>
                <a:gd name="connsiteY17" fmla="*/ 2599324 h 2616805"/>
                <a:gd name="connsiteX18" fmla="*/ 887701 w 3057879"/>
                <a:gd name="connsiteY18" fmla="*/ 2616409 h 2616805"/>
                <a:gd name="connsiteX19" fmla="*/ 1186299 w 3057879"/>
                <a:gd name="connsiteY19" fmla="*/ 2602310 h 2616805"/>
                <a:gd name="connsiteX20" fmla="*/ 1340079 w 3057879"/>
                <a:gd name="connsiteY20" fmla="*/ 2592275 h 2616805"/>
                <a:gd name="connsiteX21" fmla="*/ 1578733 w 3057879"/>
                <a:gd name="connsiteY21" fmla="*/ 2535964 h 2616805"/>
                <a:gd name="connsiteX22" fmla="*/ 1725791 w 3057879"/>
                <a:gd name="connsiteY22" fmla="*/ 2476666 h 2616805"/>
                <a:gd name="connsiteX23" fmla="*/ 2058283 w 3057879"/>
                <a:gd name="connsiteY23" fmla="*/ 2351023 h 2616805"/>
                <a:gd name="connsiteX24" fmla="*/ 2312809 w 3057879"/>
                <a:gd name="connsiteY24" fmla="*/ 2205309 h 2616805"/>
                <a:gd name="connsiteX25" fmla="*/ 2791238 w 3057879"/>
                <a:gd name="connsiteY25" fmla="*/ 1805241 h 2616805"/>
                <a:gd name="connsiteX26" fmla="*/ 3021433 w 3057879"/>
                <a:gd name="connsiteY26" fmla="*/ 1469471 h 2616805"/>
                <a:gd name="connsiteX27" fmla="*/ 3057833 w 3057879"/>
                <a:gd name="connsiteY27" fmla="*/ 1337343 h 2616805"/>
                <a:gd name="connsiteX28" fmla="*/ 3057879 w 3057879"/>
                <a:gd name="connsiteY28" fmla="*/ 1337157 h 2616805"/>
                <a:gd name="connsiteX0" fmla="*/ 1789185 w 3063116"/>
                <a:gd name="connsiteY0" fmla="*/ 0 h 2616805"/>
                <a:gd name="connsiteX1" fmla="*/ 1740458 w 3063116"/>
                <a:gd name="connsiteY1" fmla="*/ 48720 h 2616805"/>
                <a:gd name="connsiteX2" fmla="*/ 1444942 w 3063116"/>
                <a:gd name="connsiteY2" fmla="*/ 346781 h 2616805"/>
                <a:gd name="connsiteX3" fmla="*/ 1224495 w 3063116"/>
                <a:gd name="connsiteY3" fmla="*/ 594834 h 2616805"/>
                <a:gd name="connsiteX4" fmla="*/ 1097885 w 3063116"/>
                <a:gd name="connsiteY4" fmla="*/ 847034 h 2616805"/>
                <a:gd name="connsiteX5" fmla="*/ 1046252 w 3063116"/>
                <a:gd name="connsiteY5" fmla="*/ 1053371 h 2616805"/>
                <a:gd name="connsiteX6" fmla="*/ 1004049 w 3063116"/>
                <a:gd name="connsiteY6" fmla="*/ 1359725 h 2616805"/>
                <a:gd name="connsiteX7" fmla="*/ 928979 w 3063116"/>
                <a:gd name="connsiteY7" fmla="*/ 1591108 h 2616805"/>
                <a:gd name="connsiteX8" fmla="*/ 673162 w 3063116"/>
                <a:gd name="connsiteY8" fmla="*/ 1563331 h 2616805"/>
                <a:gd name="connsiteX9" fmla="*/ 471651 w 3063116"/>
                <a:gd name="connsiteY9" fmla="*/ 1653640 h 2616805"/>
                <a:gd name="connsiteX10" fmla="*/ 241775 w 3063116"/>
                <a:gd name="connsiteY10" fmla="*/ 1664089 h 2616805"/>
                <a:gd name="connsiteX11" fmla="*/ 25996 w 3063116"/>
                <a:gd name="connsiteY11" fmla="*/ 1870426 h 2616805"/>
                <a:gd name="connsiteX12" fmla="*/ 7229 w 3063116"/>
                <a:gd name="connsiteY12" fmla="*/ 2032975 h 2616805"/>
                <a:gd name="connsiteX13" fmla="*/ 82299 w 3063116"/>
                <a:gd name="connsiteY13" fmla="*/ 2272651 h 2616805"/>
                <a:gd name="connsiteX14" fmla="*/ 207508 w 3063116"/>
                <a:gd name="connsiteY14" fmla="*/ 2442498 h 2616805"/>
                <a:gd name="connsiteX15" fmla="*/ 463155 w 3063116"/>
                <a:gd name="connsiteY15" fmla="*/ 2583236 h 2616805"/>
                <a:gd name="connsiteX16" fmla="*/ 552511 w 3063116"/>
                <a:gd name="connsiteY16" fmla="*/ 2599324 h 2616805"/>
                <a:gd name="connsiteX17" fmla="*/ 892938 w 3063116"/>
                <a:gd name="connsiteY17" fmla="*/ 2616409 h 2616805"/>
                <a:gd name="connsiteX18" fmla="*/ 1191536 w 3063116"/>
                <a:gd name="connsiteY18" fmla="*/ 2602310 h 2616805"/>
                <a:gd name="connsiteX19" fmla="*/ 1345316 w 3063116"/>
                <a:gd name="connsiteY19" fmla="*/ 2592275 h 2616805"/>
                <a:gd name="connsiteX20" fmla="*/ 1583970 w 3063116"/>
                <a:gd name="connsiteY20" fmla="*/ 2535964 h 2616805"/>
                <a:gd name="connsiteX21" fmla="*/ 1731028 w 3063116"/>
                <a:gd name="connsiteY21" fmla="*/ 2476666 h 2616805"/>
                <a:gd name="connsiteX22" fmla="*/ 2063520 w 3063116"/>
                <a:gd name="connsiteY22" fmla="*/ 2351023 h 2616805"/>
                <a:gd name="connsiteX23" fmla="*/ 2318046 w 3063116"/>
                <a:gd name="connsiteY23" fmla="*/ 2205309 h 2616805"/>
                <a:gd name="connsiteX24" fmla="*/ 2796475 w 3063116"/>
                <a:gd name="connsiteY24" fmla="*/ 1805241 h 2616805"/>
                <a:gd name="connsiteX25" fmla="*/ 3026670 w 3063116"/>
                <a:gd name="connsiteY25" fmla="*/ 1469471 h 2616805"/>
                <a:gd name="connsiteX26" fmla="*/ 3063070 w 3063116"/>
                <a:gd name="connsiteY26" fmla="*/ 1337343 h 2616805"/>
                <a:gd name="connsiteX27" fmla="*/ 3063116 w 3063116"/>
                <a:gd name="connsiteY27" fmla="*/ 1337157 h 2616805"/>
                <a:gd name="connsiteX0" fmla="*/ 1789185 w 3063116"/>
                <a:gd name="connsiteY0" fmla="*/ 0 h 2616805"/>
                <a:gd name="connsiteX1" fmla="*/ 1740458 w 3063116"/>
                <a:gd name="connsiteY1" fmla="*/ 48720 h 2616805"/>
                <a:gd name="connsiteX2" fmla="*/ 1444942 w 3063116"/>
                <a:gd name="connsiteY2" fmla="*/ 346781 h 2616805"/>
                <a:gd name="connsiteX3" fmla="*/ 1224495 w 3063116"/>
                <a:gd name="connsiteY3" fmla="*/ 594834 h 2616805"/>
                <a:gd name="connsiteX4" fmla="*/ 1016361 w 3063116"/>
                <a:gd name="connsiteY4" fmla="*/ 777705 h 2616805"/>
                <a:gd name="connsiteX5" fmla="*/ 1046252 w 3063116"/>
                <a:gd name="connsiteY5" fmla="*/ 1053371 h 2616805"/>
                <a:gd name="connsiteX6" fmla="*/ 1004049 w 3063116"/>
                <a:gd name="connsiteY6" fmla="*/ 1359725 h 2616805"/>
                <a:gd name="connsiteX7" fmla="*/ 928979 w 3063116"/>
                <a:gd name="connsiteY7" fmla="*/ 1591108 h 2616805"/>
                <a:gd name="connsiteX8" fmla="*/ 673162 w 3063116"/>
                <a:gd name="connsiteY8" fmla="*/ 1563331 h 2616805"/>
                <a:gd name="connsiteX9" fmla="*/ 471651 w 3063116"/>
                <a:gd name="connsiteY9" fmla="*/ 1653640 h 2616805"/>
                <a:gd name="connsiteX10" fmla="*/ 241775 w 3063116"/>
                <a:gd name="connsiteY10" fmla="*/ 1664089 h 2616805"/>
                <a:gd name="connsiteX11" fmla="*/ 25996 w 3063116"/>
                <a:gd name="connsiteY11" fmla="*/ 1870426 h 2616805"/>
                <a:gd name="connsiteX12" fmla="*/ 7229 w 3063116"/>
                <a:gd name="connsiteY12" fmla="*/ 2032975 h 2616805"/>
                <a:gd name="connsiteX13" fmla="*/ 82299 w 3063116"/>
                <a:gd name="connsiteY13" fmla="*/ 2272651 h 2616805"/>
                <a:gd name="connsiteX14" fmla="*/ 207508 w 3063116"/>
                <a:gd name="connsiteY14" fmla="*/ 2442498 h 2616805"/>
                <a:gd name="connsiteX15" fmla="*/ 463155 w 3063116"/>
                <a:gd name="connsiteY15" fmla="*/ 2583236 h 2616805"/>
                <a:gd name="connsiteX16" fmla="*/ 552511 w 3063116"/>
                <a:gd name="connsiteY16" fmla="*/ 2599324 h 2616805"/>
                <a:gd name="connsiteX17" fmla="*/ 892938 w 3063116"/>
                <a:gd name="connsiteY17" fmla="*/ 2616409 h 2616805"/>
                <a:gd name="connsiteX18" fmla="*/ 1191536 w 3063116"/>
                <a:gd name="connsiteY18" fmla="*/ 2602310 h 2616805"/>
                <a:gd name="connsiteX19" fmla="*/ 1345316 w 3063116"/>
                <a:gd name="connsiteY19" fmla="*/ 2592275 h 2616805"/>
                <a:gd name="connsiteX20" fmla="*/ 1583970 w 3063116"/>
                <a:gd name="connsiteY20" fmla="*/ 2535964 h 2616805"/>
                <a:gd name="connsiteX21" fmla="*/ 1731028 w 3063116"/>
                <a:gd name="connsiteY21" fmla="*/ 2476666 h 2616805"/>
                <a:gd name="connsiteX22" fmla="*/ 2063520 w 3063116"/>
                <a:gd name="connsiteY22" fmla="*/ 2351023 h 2616805"/>
                <a:gd name="connsiteX23" fmla="*/ 2318046 w 3063116"/>
                <a:gd name="connsiteY23" fmla="*/ 2205309 h 2616805"/>
                <a:gd name="connsiteX24" fmla="*/ 2796475 w 3063116"/>
                <a:gd name="connsiteY24" fmla="*/ 1805241 h 2616805"/>
                <a:gd name="connsiteX25" fmla="*/ 3026670 w 3063116"/>
                <a:gd name="connsiteY25" fmla="*/ 1469471 h 2616805"/>
                <a:gd name="connsiteX26" fmla="*/ 3063070 w 3063116"/>
                <a:gd name="connsiteY26" fmla="*/ 1337343 h 2616805"/>
                <a:gd name="connsiteX27" fmla="*/ 3063116 w 3063116"/>
                <a:gd name="connsiteY27" fmla="*/ 1337157 h 2616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063116" h="2616805">
                  <a:moveTo>
                    <a:pt x="1789185" y="0"/>
                  </a:moveTo>
                  <a:lnTo>
                    <a:pt x="1740458" y="48720"/>
                  </a:lnTo>
                  <a:cubicBezTo>
                    <a:pt x="1642887" y="148820"/>
                    <a:pt x="1543728" y="247594"/>
                    <a:pt x="1444942" y="346781"/>
                  </a:cubicBezTo>
                  <a:cubicBezTo>
                    <a:pt x="1366232" y="425899"/>
                    <a:pt x="1295925" y="523013"/>
                    <a:pt x="1224495" y="594834"/>
                  </a:cubicBezTo>
                  <a:cubicBezTo>
                    <a:pt x="1153065" y="666655"/>
                    <a:pt x="1046520" y="689215"/>
                    <a:pt x="1016361" y="777705"/>
                  </a:cubicBezTo>
                  <a:cubicBezTo>
                    <a:pt x="993299" y="845212"/>
                    <a:pt x="1048304" y="956368"/>
                    <a:pt x="1046252" y="1053371"/>
                  </a:cubicBezTo>
                  <a:cubicBezTo>
                    <a:pt x="1044200" y="1150374"/>
                    <a:pt x="1018894" y="1257635"/>
                    <a:pt x="1004049" y="1359725"/>
                  </a:cubicBezTo>
                  <a:cubicBezTo>
                    <a:pt x="992283" y="1440502"/>
                    <a:pt x="984127" y="1557174"/>
                    <a:pt x="928979" y="1591108"/>
                  </a:cubicBezTo>
                  <a:cubicBezTo>
                    <a:pt x="873831" y="1625042"/>
                    <a:pt x="749383" y="1552909"/>
                    <a:pt x="673162" y="1563331"/>
                  </a:cubicBezTo>
                  <a:cubicBezTo>
                    <a:pt x="596941" y="1573753"/>
                    <a:pt x="543549" y="1636847"/>
                    <a:pt x="471651" y="1653640"/>
                  </a:cubicBezTo>
                  <a:cubicBezTo>
                    <a:pt x="399753" y="1670433"/>
                    <a:pt x="316051" y="1627958"/>
                    <a:pt x="241775" y="1664089"/>
                  </a:cubicBezTo>
                  <a:cubicBezTo>
                    <a:pt x="167499" y="1700220"/>
                    <a:pt x="65087" y="1808945"/>
                    <a:pt x="25996" y="1870426"/>
                  </a:cubicBezTo>
                  <a:cubicBezTo>
                    <a:pt x="-13095" y="1931907"/>
                    <a:pt x="2093" y="1978074"/>
                    <a:pt x="7229" y="2032975"/>
                  </a:cubicBezTo>
                  <a:cubicBezTo>
                    <a:pt x="14978" y="2116157"/>
                    <a:pt x="42989" y="2196768"/>
                    <a:pt x="82299" y="2272651"/>
                  </a:cubicBezTo>
                  <a:cubicBezTo>
                    <a:pt x="114418" y="2334602"/>
                    <a:pt x="154754" y="2393071"/>
                    <a:pt x="207508" y="2442498"/>
                  </a:cubicBezTo>
                  <a:cubicBezTo>
                    <a:pt x="277629" y="2508181"/>
                    <a:pt x="365209" y="2558438"/>
                    <a:pt x="463155" y="2583236"/>
                  </a:cubicBezTo>
                  <a:cubicBezTo>
                    <a:pt x="492473" y="2590699"/>
                    <a:pt x="522352" y="2595675"/>
                    <a:pt x="552511" y="2599324"/>
                  </a:cubicBezTo>
                  <a:cubicBezTo>
                    <a:pt x="665302" y="2612925"/>
                    <a:pt x="779119" y="2618399"/>
                    <a:pt x="892938" y="2616409"/>
                  </a:cubicBezTo>
                  <a:cubicBezTo>
                    <a:pt x="992564" y="2614584"/>
                    <a:pt x="1092003" y="2607120"/>
                    <a:pt x="1191536" y="2602310"/>
                  </a:cubicBezTo>
                  <a:cubicBezTo>
                    <a:pt x="1242889" y="2599822"/>
                    <a:pt x="1294336" y="2598081"/>
                    <a:pt x="1345316" y="2592275"/>
                  </a:cubicBezTo>
                  <a:cubicBezTo>
                    <a:pt x="1427295" y="2582904"/>
                    <a:pt x="1507407" y="2563581"/>
                    <a:pt x="1583970" y="2535964"/>
                  </a:cubicBezTo>
                  <a:cubicBezTo>
                    <a:pt x="1633830" y="2517967"/>
                    <a:pt x="1682009" y="2496405"/>
                    <a:pt x="1731028" y="2476666"/>
                  </a:cubicBezTo>
                  <a:cubicBezTo>
                    <a:pt x="1840831" y="2432546"/>
                    <a:pt x="1956050" y="2399456"/>
                    <a:pt x="2063520" y="2351023"/>
                  </a:cubicBezTo>
                  <a:cubicBezTo>
                    <a:pt x="2153714" y="2310386"/>
                    <a:pt x="2237094" y="2259216"/>
                    <a:pt x="2318046" y="2205309"/>
                  </a:cubicBezTo>
                  <a:cubicBezTo>
                    <a:pt x="2494048" y="2088043"/>
                    <a:pt x="2678371" y="1927881"/>
                    <a:pt x="2796475" y="1805241"/>
                  </a:cubicBezTo>
                  <a:cubicBezTo>
                    <a:pt x="2914579" y="1682601"/>
                    <a:pt x="2974197" y="1595363"/>
                    <a:pt x="3026670" y="1469471"/>
                  </a:cubicBezTo>
                  <a:cubicBezTo>
                    <a:pt x="3043150" y="1429911"/>
                    <a:pt x="3051071" y="1378136"/>
                    <a:pt x="3063070" y="1337343"/>
                  </a:cubicBezTo>
                  <a:cubicBezTo>
                    <a:pt x="3063085" y="1337281"/>
                    <a:pt x="3063101" y="1337219"/>
                    <a:pt x="3063116" y="1337157"/>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018C6E18-6961-449C-AD48-56D5DF6DA53D}"/>
                </a:ext>
              </a:extLst>
            </p:cNvPr>
            <p:cNvSpPr/>
            <p:nvPr userDrawn="1"/>
          </p:nvSpPr>
          <p:spPr>
            <a:xfrm rot="2783228" flipV="1">
              <a:off x="2159299" y="4700394"/>
              <a:ext cx="2684806" cy="2302099"/>
            </a:xfrm>
            <a:custGeom>
              <a:avLst/>
              <a:gdLst>
                <a:gd name="connsiteX0" fmla="*/ 62907 w 2684806"/>
                <a:gd name="connsiteY0" fmla="*/ 2123779 h 2302099"/>
                <a:gd name="connsiteX1" fmla="*/ 130478 w 2684806"/>
                <a:gd name="connsiteY1" fmla="*/ 2189679 h 2302099"/>
                <a:gd name="connsiteX2" fmla="*/ 387133 w 2684806"/>
                <a:gd name="connsiteY2" fmla="*/ 2296546 h 2302099"/>
                <a:gd name="connsiteX3" fmla="*/ 727186 w 2684806"/>
                <a:gd name="connsiteY3" fmla="*/ 2286098 h 2302099"/>
                <a:gd name="connsiteX4" fmla="*/ 957811 w 2684806"/>
                <a:gd name="connsiteY4" fmla="*/ 2234015 h 2302099"/>
                <a:gd name="connsiteX5" fmla="*/ 1346790 w 2684806"/>
                <a:gd name="connsiteY5" fmla="*/ 2145443 h 2302099"/>
                <a:gd name="connsiteX6" fmla="*/ 1735771 w 2684806"/>
                <a:gd name="connsiteY6" fmla="*/ 2098586 h 2302099"/>
                <a:gd name="connsiteX7" fmla="*/ 2236796 w 2684806"/>
                <a:gd name="connsiteY7" fmla="*/ 1760599 h 2302099"/>
                <a:gd name="connsiteX8" fmla="*/ 2609529 w 2684806"/>
                <a:gd name="connsiteY8" fmla="*/ 1316942 h 2302099"/>
                <a:gd name="connsiteX9" fmla="*/ 2678307 w 2684806"/>
                <a:gd name="connsiteY9" fmla="*/ 1144522 h 2302099"/>
                <a:gd name="connsiteX10" fmla="*/ 2684806 w 2684806"/>
                <a:gd name="connsiteY10" fmla="*/ 1100838 h 2302099"/>
                <a:gd name="connsiteX11" fmla="*/ 1636020 w 2684806"/>
                <a:gd name="connsiteY11" fmla="*/ 0 h 2302099"/>
                <a:gd name="connsiteX12" fmla="*/ 1581523 w 2684806"/>
                <a:gd name="connsiteY12" fmla="*/ 45496 h 2302099"/>
                <a:gd name="connsiteX13" fmla="*/ 1259023 w 2684806"/>
                <a:gd name="connsiteY13" fmla="*/ 373745 h 2302099"/>
                <a:gd name="connsiteX14" fmla="*/ 1083113 w 2684806"/>
                <a:gd name="connsiteY14" fmla="*/ 668987 h 2302099"/>
                <a:gd name="connsiteX15" fmla="*/ 1014673 w 2684806"/>
                <a:gd name="connsiteY15" fmla="*/ 992011 h 2302099"/>
                <a:gd name="connsiteX16" fmla="*/ 1000947 w 2684806"/>
                <a:gd name="connsiteY16" fmla="*/ 1240396 h 2302099"/>
                <a:gd name="connsiteX17" fmla="*/ 766247 w 2684806"/>
                <a:gd name="connsiteY17" fmla="*/ 1723220 h 2302099"/>
                <a:gd name="connsiteX18" fmla="*/ 384252 w 2684806"/>
                <a:gd name="connsiteY18" fmla="*/ 1818798 h 2302099"/>
                <a:gd name="connsiteX19" fmla="*/ 68142 w 2684806"/>
                <a:gd name="connsiteY19" fmla="*/ 1788839 h 2302099"/>
                <a:gd name="connsiteX20" fmla="*/ 62907 w 2684806"/>
                <a:gd name="connsiteY20" fmla="*/ 2123779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09529 w 2684806"/>
                <a:gd name="connsiteY17" fmla="*/ 1316942 h 2302099"/>
                <a:gd name="connsiteX18" fmla="*/ 2678307 w 2684806"/>
                <a:gd name="connsiteY18" fmla="*/ 1144522 h 2302099"/>
                <a:gd name="connsiteX19" fmla="*/ 2684806 w 2684806"/>
                <a:gd name="connsiteY19" fmla="*/ 1100838 h 2302099"/>
                <a:gd name="connsiteX20" fmla="*/ 1727460 w 2684806"/>
                <a:gd name="connsiteY20" fmla="*/ 91440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09529 w 2684806"/>
                <a:gd name="connsiteY17" fmla="*/ 1316942 h 2302099"/>
                <a:gd name="connsiteX18" fmla="*/ 2678307 w 2684806"/>
                <a:gd name="connsiteY18" fmla="*/ 1144522 h 2302099"/>
                <a:gd name="connsiteX19" fmla="*/ 2684806 w 2684806"/>
                <a:gd name="connsiteY19" fmla="*/ 1100838 h 2302099"/>
                <a:gd name="connsiteX0" fmla="*/ 1636020 w 2684806"/>
                <a:gd name="connsiteY0" fmla="*/ 0 h 2302099"/>
                <a:gd name="connsiteX1" fmla="*/ 1581523 w 2684806"/>
                <a:gd name="connsiteY1" fmla="*/ 45496 h 2302099"/>
                <a:gd name="connsiteX2" fmla="*/ 1259023 w 2684806"/>
                <a:gd name="connsiteY2" fmla="*/ 373745 h 2302099"/>
                <a:gd name="connsiteX3" fmla="*/ 1083113 w 2684806"/>
                <a:gd name="connsiteY3" fmla="*/ 668987 h 2302099"/>
                <a:gd name="connsiteX4" fmla="*/ 1014673 w 2684806"/>
                <a:gd name="connsiteY4" fmla="*/ 992011 h 2302099"/>
                <a:gd name="connsiteX5" fmla="*/ 1000947 w 2684806"/>
                <a:gd name="connsiteY5" fmla="*/ 1240396 h 2302099"/>
                <a:gd name="connsiteX6" fmla="*/ 766247 w 2684806"/>
                <a:gd name="connsiteY6" fmla="*/ 1723220 h 2302099"/>
                <a:gd name="connsiteX7" fmla="*/ 384252 w 2684806"/>
                <a:gd name="connsiteY7" fmla="*/ 1818798 h 2302099"/>
                <a:gd name="connsiteX8" fmla="*/ 68142 w 2684806"/>
                <a:gd name="connsiteY8" fmla="*/ 1788839 h 2302099"/>
                <a:gd name="connsiteX9" fmla="*/ 62907 w 2684806"/>
                <a:gd name="connsiteY9" fmla="*/ 2123779 h 2302099"/>
                <a:gd name="connsiteX10" fmla="*/ 130478 w 2684806"/>
                <a:gd name="connsiteY10" fmla="*/ 2189679 h 2302099"/>
                <a:gd name="connsiteX11" fmla="*/ 387133 w 2684806"/>
                <a:gd name="connsiteY11" fmla="*/ 2296546 h 2302099"/>
                <a:gd name="connsiteX12" fmla="*/ 727186 w 2684806"/>
                <a:gd name="connsiteY12" fmla="*/ 2286098 h 2302099"/>
                <a:gd name="connsiteX13" fmla="*/ 957811 w 2684806"/>
                <a:gd name="connsiteY13" fmla="*/ 2234015 h 2302099"/>
                <a:gd name="connsiteX14" fmla="*/ 1346790 w 2684806"/>
                <a:gd name="connsiteY14" fmla="*/ 2145443 h 2302099"/>
                <a:gd name="connsiteX15" fmla="*/ 1735771 w 2684806"/>
                <a:gd name="connsiteY15" fmla="*/ 2098586 h 2302099"/>
                <a:gd name="connsiteX16" fmla="*/ 2236796 w 2684806"/>
                <a:gd name="connsiteY16" fmla="*/ 1760599 h 2302099"/>
                <a:gd name="connsiteX17" fmla="*/ 2613036 w 2684806"/>
                <a:gd name="connsiteY17" fmla="*/ 1379941 h 2302099"/>
                <a:gd name="connsiteX18" fmla="*/ 2678307 w 2684806"/>
                <a:gd name="connsiteY18" fmla="*/ 1144522 h 2302099"/>
                <a:gd name="connsiteX19" fmla="*/ 2684806 w 2684806"/>
                <a:gd name="connsiteY19" fmla="*/ 1100838 h 230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84806" h="2302099">
                  <a:moveTo>
                    <a:pt x="1636020" y="0"/>
                  </a:moveTo>
                  <a:lnTo>
                    <a:pt x="1581523" y="45496"/>
                  </a:lnTo>
                  <a:cubicBezTo>
                    <a:pt x="1465278" y="148085"/>
                    <a:pt x="1353886" y="255068"/>
                    <a:pt x="1259023" y="373745"/>
                  </a:cubicBezTo>
                  <a:cubicBezTo>
                    <a:pt x="1186007" y="465054"/>
                    <a:pt x="1124664" y="563329"/>
                    <a:pt x="1083113" y="668987"/>
                  </a:cubicBezTo>
                  <a:cubicBezTo>
                    <a:pt x="1042217" y="772819"/>
                    <a:pt x="1024384" y="882290"/>
                    <a:pt x="1014673" y="992011"/>
                  </a:cubicBezTo>
                  <a:cubicBezTo>
                    <a:pt x="1007297" y="1074695"/>
                    <a:pt x="1008417" y="1157794"/>
                    <a:pt x="1000947" y="1240396"/>
                  </a:cubicBezTo>
                  <a:cubicBezTo>
                    <a:pt x="975209" y="1379626"/>
                    <a:pt x="869029" y="1626819"/>
                    <a:pt x="766247" y="1723220"/>
                  </a:cubicBezTo>
                  <a:cubicBezTo>
                    <a:pt x="663464" y="1819621"/>
                    <a:pt x="500602" y="1807862"/>
                    <a:pt x="384252" y="1818798"/>
                  </a:cubicBezTo>
                  <a:cubicBezTo>
                    <a:pt x="267901" y="1829735"/>
                    <a:pt x="110437" y="1727026"/>
                    <a:pt x="68142" y="1788839"/>
                  </a:cubicBezTo>
                  <a:cubicBezTo>
                    <a:pt x="31133" y="1842926"/>
                    <a:pt x="-61806" y="1972689"/>
                    <a:pt x="62907" y="2123779"/>
                  </a:cubicBezTo>
                  <a:cubicBezTo>
                    <a:pt x="80723" y="2145363"/>
                    <a:pt x="102981" y="2167382"/>
                    <a:pt x="130478" y="2189679"/>
                  </a:cubicBezTo>
                  <a:cubicBezTo>
                    <a:pt x="197425" y="2253952"/>
                    <a:pt x="287599" y="2288253"/>
                    <a:pt x="387133" y="2296546"/>
                  </a:cubicBezTo>
                  <a:cubicBezTo>
                    <a:pt x="500764" y="2306001"/>
                    <a:pt x="614862" y="2303928"/>
                    <a:pt x="727186" y="2286098"/>
                  </a:cubicBezTo>
                  <a:cubicBezTo>
                    <a:pt x="805337" y="2273741"/>
                    <a:pt x="881714" y="2254085"/>
                    <a:pt x="957811" y="2234015"/>
                  </a:cubicBezTo>
                  <a:cubicBezTo>
                    <a:pt x="1086474" y="2200096"/>
                    <a:pt x="1214112" y="2162444"/>
                    <a:pt x="1346790" y="2145443"/>
                  </a:cubicBezTo>
                  <a:cubicBezTo>
                    <a:pt x="1476761" y="2128857"/>
                    <a:pt x="1587436" y="2162727"/>
                    <a:pt x="1735771" y="2098586"/>
                  </a:cubicBezTo>
                  <a:cubicBezTo>
                    <a:pt x="1884105" y="2034445"/>
                    <a:pt x="2090585" y="1880373"/>
                    <a:pt x="2236796" y="1760599"/>
                  </a:cubicBezTo>
                  <a:cubicBezTo>
                    <a:pt x="2383007" y="1640825"/>
                    <a:pt x="2536255" y="1509463"/>
                    <a:pt x="2613036" y="1379941"/>
                  </a:cubicBezTo>
                  <a:cubicBezTo>
                    <a:pt x="2651426" y="1315181"/>
                    <a:pt x="2667247" y="1197404"/>
                    <a:pt x="2678307" y="1144522"/>
                  </a:cubicBezTo>
                  <a:lnTo>
                    <a:pt x="2684806" y="1100838"/>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60" name="Freeform: Shape 59">
              <a:extLst>
                <a:ext uri="{FF2B5EF4-FFF2-40B4-BE49-F238E27FC236}">
                  <a16:creationId xmlns:a16="http://schemas.microsoft.com/office/drawing/2014/main" id="{F22C4B10-CCAE-69AC-B745-B5BFD7958510}"/>
                </a:ext>
              </a:extLst>
            </p:cNvPr>
            <p:cNvSpPr/>
            <p:nvPr userDrawn="1"/>
          </p:nvSpPr>
          <p:spPr>
            <a:xfrm rot="2783228" flipV="1">
              <a:off x="2966686" y="5293538"/>
              <a:ext cx="1489722" cy="1858484"/>
            </a:xfrm>
            <a:custGeom>
              <a:avLst/>
              <a:gdLst>
                <a:gd name="connsiteX0" fmla="*/ 124479 w 1297996"/>
                <a:gd name="connsiteY0" fmla="*/ 1705827 h 1811140"/>
                <a:gd name="connsiteX1" fmla="*/ 436894 w 1297996"/>
                <a:gd name="connsiteY1" fmla="*/ 1810903 h 1811140"/>
                <a:gd name="connsiteX2" fmla="*/ 832316 w 1297996"/>
                <a:gd name="connsiteY2" fmla="*/ 1659550 h 1811140"/>
                <a:gd name="connsiteX3" fmla="*/ 1064528 w 1297996"/>
                <a:gd name="connsiteY3" fmla="*/ 1453213 h 1811140"/>
                <a:gd name="connsiteX4" fmla="*/ 1191138 w 1297996"/>
                <a:gd name="connsiteY4" fmla="*/ 1293151 h 1811140"/>
                <a:gd name="connsiteX5" fmla="*/ 1295245 w 1297996"/>
                <a:gd name="connsiteY5" fmla="*/ 955532 h 1811140"/>
                <a:gd name="connsiteX6" fmla="*/ 1295934 w 1297996"/>
                <a:gd name="connsiteY6" fmla="*/ 811539 h 1811140"/>
                <a:gd name="connsiteX7" fmla="*/ 1291666 w 1297996"/>
                <a:gd name="connsiteY7" fmla="*/ 770086 h 1811140"/>
                <a:gd name="connsiteX8" fmla="*/ 557993 w 1297996"/>
                <a:gd name="connsiteY8" fmla="*/ 0 h 1811140"/>
                <a:gd name="connsiteX9" fmla="*/ 520729 w 1297996"/>
                <a:gd name="connsiteY9" fmla="*/ 21353 h 1811140"/>
                <a:gd name="connsiteX10" fmla="*/ 366401 w 1297996"/>
                <a:gd name="connsiteY10" fmla="*/ 140300 h 1811140"/>
                <a:gd name="connsiteX11" fmla="*/ 191892 w 1297996"/>
                <a:gd name="connsiteY11" fmla="*/ 360405 h 1811140"/>
                <a:gd name="connsiteX12" fmla="*/ 95908 w 1297996"/>
                <a:gd name="connsiteY12" fmla="*/ 710547 h 1811140"/>
                <a:gd name="connsiteX13" fmla="*/ 95908 w 1297996"/>
                <a:gd name="connsiteY13" fmla="*/ 954288 h 1811140"/>
                <a:gd name="connsiteX14" fmla="*/ 14209 w 1297996"/>
                <a:gd name="connsiteY14" fmla="*/ 1296552 h 1811140"/>
                <a:gd name="connsiteX15" fmla="*/ 670 w 1297996"/>
                <a:gd name="connsiteY15" fmla="*/ 1440689 h 1811140"/>
                <a:gd name="connsiteX16" fmla="*/ 124479 w 1297996"/>
                <a:gd name="connsiteY16" fmla="*/ 1705827 h 1811140"/>
                <a:gd name="connsiteX0" fmla="*/ 1291666 w 1383106"/>
                <a:gd name="connsiteY0" fmla="*/ 770086 h 1811140"/>
                <a:gd name="connsiteX1" fmla="*/ 557993 w 1383106"/>
                <a:gd name="connsiteY1" fmla="*/ 0 h 1811140"/>
                <a:gd name="connsiteX2" fmla="*/ 520729 w 1383106"/>
                <a:gd name="connsiteY2" fmla="*/ 21353 h 1811140"/>
                <a:gd name="connsiteX3" fmla="*/ 366401 w 1383106"/>
                <a:gd name="connsiteY3" fmla="*/ 140300 h 1811140"/>
                <a:gd name="connsiteX4" fmla="*/ 191892 w 1383106"/>
                <a:gd name="connsiteY4" fmla="*/ 360405 h 1811140"/>
                <a:gd name="connsiteX5" fmla="*/ 95908 w 1383106"/>
                <a:gd name="connsiteY5" fmla="*/ 710547 h 1811140"/>
                <a:gd name="connsiteX6" fmla="*/ 95908 w 1383106"/>
                <a:gd name="connsiteY6" fmla="*/ 954288 h 1811140"/>
                <a:gd name="connsiteX7" fmla="*/ 14209 w 1383106"/>
                <a:gd name="connsiteY7" fmla="*/ 1296552 h 1811140"/>
                <a:gd name="connsiteX8" fmla="*/ 670 w 1383106"/>
                <a:gd name="connsiteY8" fmla="*/ 1440689 h 1811140"/>
                <a:gd name="connsiteX9" fmla="*/ 124479 w 1383106"/>
                <a:gd name="connsiteY9" fmla="*/ 1705827 h 1811140"/>
                <a:gd name="connsiteX10" fmla="*/ 436894 w 1383106"/>
                <a:gd name="connsiteY10" fmla="*/ 1810903 h 1811140"/>
                <a:gd name="connsiteX11" fmla="*/ 832316 w 1383106"/>
                <a:gd name="connsiteY11" fmla="*/ 1659550 h 1811140"/>
                <a:gd name="connsiteX12" fmla="*/ 1064528 w 1383106"/>
                <a:gd name="connsiteY12" fmla="*/ 1453213 h 1811140"/>
                <a:gd name="connsiteX13" fmla="*/ 1191138 w 1383106"/>
                <a:gd name="connsiteY13" fmla="*/ 1293151 h 1811140"/>
                <a:gd name="connsiteX14" fmla="*/ 1295245 w 1383106"/>
                <a:gd name="connsiteY14" fmla="*/ 955532 h 1811140"/>
                <a:gd name="connsiteX15" fmla="*/ 1295934 w 1383106"/>
                <a:gd name="connsiteY15" fmla="*/ 811539 h 1811140"/>
                <a:gd name="connsiteX16" fmla="*/ 1383106 w 1383106"/>
                <a:gd name="connsiteY16" fmla="*/ 861526 h 1811140"/>
                <a:gd name="connsiteX0" fmla="*/ 1291666 w 1297996"/>
                <a:gd name="connsiteY0" fmla="*/ 770086 h 1811140"/>
                <a:gd name="connsiteX1" fmla="*/ 557993 w 1297996"/>
                <a:gd name="connsiteY1" fmla="*/ 0 h 1811140"/>
                <a:gd name="connsiteX2" fmla="*/ 520729 w 1297996"/>
                <a:gd name="connsiteY2" fmla="*/ 21353 h 1811140"/>
                <a:gd name="connsiteX3" fmla="*/ 366401 w 1297996"/>
                <a:gd name="connsiteY3" fmla="*/ 140300 h 1811140"/>
                <a:gd name="connsiteX4" fmla="*/ 191892 w 1297996"/>
                <a:gd name="connsiteY4" fmla="*/ 360405 h 1811140"/>
                <a:gd name="connsiteX5" fmla="*/ 95908 w 1297996"/>
                <a:gd name="connsiteY5" fmla="*/ 710547 h 1811140"/>
                <a:gd name="connsiteX6" fmla="*/ 95908 w 1297996"/>
                <a:gd name="connsiteY6" fmla="*/ 954288 h 1811140"/>
                <a:gd name="connsiteX7" fmla="*/ 14209 w 1297996"/>
                <a:gd name="connsiteY7" fmla="*/ 1296552 h 1811140"/>
                <a:gd name="connsiteX8" fmla="*/ 670 w 1297996"/>
                <a:gd name="connsiteY8" fmla="*/ 1440689 h 1811140"/>
                <a:gd name="connsiteX9" fmla="*/ 124479 w 1297996"/>
                <a:gd name="connsiteY9" fmla="*/ 1705827 h 1811140"/>
                <a:gd name="connsiteX10" fmla="*/ 436894 w 1297996"/>
                <a:gd name="connsiteY10" fmla="*/ 1810903 h 1811140"/>
                <a:gd name="connsiteX11" fmla="*/ 832316 w 1297996"/>
                <a:gd name="connsiteY11" fmla="*/ 1659550 h 1811140"/>
                <a:gd name="connsiteX12" fmla="*/ 1064528 w 1297996"/>
                <a:gd name="connsiteY12" fmla="*/ 1453213 h 1811140"/>
                <a:gd name="connsiteX13" fmla="*/ 1191138 w 1297996"/>
                <a:gd name="connsiteY13" fmla="*/ 1293151 h 1811140"/>
                <a:gd name="connsiteX14" fmla="*/ 1295245 w 1297996"/>
                <a:gd name="connsiteY14" fmla="*/ 955532 h 1811140"/>
                <a:gd name="connsiteX15" fmla="*/ 1295934 w 1297996"/>
                <a:gd name="connsiteY15" fmla="*/ 811539 h 1811140"/>
                <a:gd name="connsiteX0" fmla="*/ 557993 w 1297996"/>
                <a:gd name="connsiteY0" fmla="*/ 0 h 1811140"/>
                <a:gd name="connsiteX1" fmla="*/ 520729 w 1297996"/>
                <a:gd name="connsiteY1" fmla="*/ 21353 h 1811140"/>
                <a:gd name="connsiteX2" fmla="*/ 366401 w 1297996"/>
                <a:gd name="connsiteY2" fmla="*/ 140300 h 1811140"/>
                <a:gd name="connsiteX3" fmla="*/ 191892 w 1297996"/>
                <a:gd name="connsiteY3" fmla="*/ 360405 h 1811140"/>
                <a:gd name="connsiteX4" fmla="*/ 95908 w 1297996"/>
                <a:gd name="connsiteY4" fmla="*/ 710547 h 1811140"/>
                <a:gd name="connsiteX5" fmla="*/ 95908 w 1297996"/>
                <a:gd name="connsiteY5" fmla="*/ 954288 h 1811140"/>
                <a:gd name="connsiteX6" fmla="*/ 14209 w 1297996"/>
                <a:gd name="connsiteY6" fmla="*/ 1296552 h 1811140"/>
                <a:gd name="connsiteX7" fmla="*/ 670 w 1297996"/>
                <a:gd name="connsiteY7" fmla="*/ 1440689 h 1811140"/>
                <a:gd name="connsiteX8" fmla="*/ 124479 w 1297996"/>
                <a:gd name="connsiteY8" fmla="*/ 1705827 h 1811140"/>
                <a:gd name="connsiteX9" fmla="*/ 436894 w 1297996"/>
                <a:gd name="connsiteY9" fmla="*/ 1810903 h 1811140"/>
                <a:gd name="connsiteX10" fmla="*/ 832316 w 1297996"/>
                <a:gd name="connsiteY10" fmla="*/ 1659550 h 1811140"/>
                <a:gd name="connsiteX11" fmla="*/ 1064528 w 1297996"/>
                <a:gd name="connsiteY11" fmla="*/ 1453213 h 1811140"/>
                <a:gd name="connsiteX12" fmla="*/ 1191138 w 1297996"/>
                <a:gd name="connsiteY12" fmla="*/ 1293151 h 1811140"/>
                <a:gd name="connsiteX13" fmla="*/ 1295245 w 1297996"/>
                <a:gd name="connsiteY13" fmla="*/ 955532 h 1811140"/>
                <a:gd name="connsiteX14" fmla="*/ 1295934 w 1297996"/>
                <a:gd name="connsiteY14" fmla="*/ 811539 h 1811140"/>
                <a:gd name="connsiteX0" fmla="*/ 594502 w 1334505"/>
                <a:gd name="connsiteY0" fmla="*/ 0 h 1826638"/>
                <a:gd name="connsiteX1" fmla="*/ 557238 w 1334505"/>
                <a:gd name="connsiteY1" fmla="*/ 21353 h 1826638"/>
                <a:gd name="connsiteX2" fmla="*/ 402910 w 1334505"/>
                <a:gd name="connsiteY2" fmla="*/ 140300 h 1826638"/>
                <a:gd name="connsiteX3" fmla="*/ 228401 w 1334505"/>
                <a:gd name="connsiteY3" fmla="*/ 360405 h 1826638"/>
                <a:gd name="connsiteX4" fmla="*/ 132417 w 1334505"/>
                <a:gd name="connsiteY4" fmla="*/ 710547 h 1826638"/>
                <a:gd name="connsiteX5" fmla="*/ 132417 w 1334505"/>
                <a:gd name="connsiteY5" fmla="*/ 954288 h 1826638"/>
                <a:gd name="connsiteX6" fmla="*/ 50718 w 1334505"/>
                <a:gd name="connsiteY6" fmla="*/ 1296552 h 1826638"/>
                <a:gd name="connsiteX7" fmla="*/ 37179 w 1334505"/>
                <a:gd name="connsiteY7" fmla="*/ 1440689 h 1826638"/>
                <a:gd name="connsiteX8" fmla="*/ 32299 w 1334505"/>
                <a:gd name="connsiteY8" fmla="*/ 1771917 h 1826638"/>
                <a:gd name="connsiteX9" fmla="*/ 473403 w 1334505"/>
                <a:gd name="connsiteY9" fmla="*/ 1810903 h 1826638"/>
                <a:gd name="connsiteX10" fmla="*/ 868825 w 1334505"/>
                <a:gd name="connsiteY10" fmla="*/ 1659550 h 1826638"/>
                <a:gd name="connsiteX11" fmla="*/ 1101037 w 1334505"/>
                <a:gd name="connsiteY11" fmla="*/ 1453213 h 1826638"/>
                <a:gd name="connsiteX12" fmla="*/ 1227647 w 1334505"/>
                <a:gd name="connsiteY12" fmla="*/ 1293151 h 1826638"/>
                <a:gd name="connsiteX13" fmla="*/ 1331754 w 1334505"/>
                <a:gd name="connsiteY13" fmla="*/ 955532 h 1826638"/>
                <a:gd name="connsiteX14" fmla="*/ 1332443 w 1334505"/>
                <a:gd name="connsiteY14" fmla="*/ 811539 h 1826638"/>
                <a:gd name="connsiteX0" fmla="*/ 721624 w 1461627"/>
                <a:gd name="connsiteY0" fmla="*/ 0 h 1858484"/>
                <a:gd name="connsiteX1" fmla="*/ 684360 w 1461627"/>
                <a:gd name="connsiteY1" fmla="*/ 21353 h 1858484"/>
                <a:gd name="connsiteX2" fmla="*/ 530032 w 1461627"/>
                <a:gd name="connsiteY2" fmla="*/ 140300 h 1858484"/>
                <a:gd name="connsiteX3" fmla="*/ 355523 w 1461627"/>
                <a:gd name="connsiteY3" fmla="*/ 360405 h 1858484"/>
                <a:gd name="connsiteX4" fmla="*/ 259539 w 1461627"/>
                <a:gd name="connsiteY4" fmla="*/ 710547 h 1858484"/>
                <a:gd name="connsiteX5" fmla="*/ 259539 w 1461627"/>
                <a:gd name="connsiteY5" fmla="*/ 954288 h 1858484"/>
                <a:gd name="connsiteX6" fmla="*/ 177840 w 1461627"/>
                <a:gd name="connsiteY6" fmla="*/ 1296552 h 1858484"/>
                <a:gd name="connsiteX7" fmla="*/ 164301 w 1461627"/>
                <a:gd name="connsiteY7" fmla="*/ 1440689 h 1858484"/>
                <a:gd name="connsiteX8" fmla="*/ 16006 w 1461627"/>
                <a:gd name="connsiteY8" fmla="*/ 1822552 h 1858484"/>
                <a:gd name="connsiteX9" fmla="*/ 600525 w 1461627"/>
                <a:gd name="connsiteY9" fmla="*/ 1810903 h 1858484"/>
                <a:gd name="connsiteX10" fmla="*/ 995947 w 1461627"/>
                <a:gd name="connsiteY10" fmla="*/ 1659550 h 1858484"/>
                <a:gd name="connsiteX11" fmla="*/ 1228159 w 1461627"/>
                <a:gd name="connsiteY11" fmla="*/ 1453213 h 1858484"/>
                <a:gd name="connsiteX12" fmla="*/ 1354769 w 1461627"/>
                <a:gd name="connsiteY12" fmla="*/ 1293151 h 1858484"/>
                <a:gd name="connsiteX13" fmla="*/ 1458876 w 1461627"/>
                <a:gd name="connsiteY13" fmla="*/ 955532 h 1858484"/>
                <a:gd name="connsiteX14" fmla="*/ 1459565 w 1461627"/>
                <a:gd name="connsiteY14" fmla="*/ 811539 h 1858484"/>
                <a:gd name="connsiteX0" fmla="*/ 723580 w 1463583"/>
                <a:gd name="connsiteY0" fmla="*/ 0 h 1858484"/>
                <a:gd name="connsiteX1" fmla="*/ 686316 w 1463583"/>
                <a:gd name="connsiteY1" fmla="*/ 21353 h 1858484"/>
                <a:gd name="connsiteX2" fmla="*/ 531988 w 1463583"/>
                <a:gd name="connsiteY2" fmla="*/ 140300 h 1858484"/>
                <a:gd name="connsiteX3" fmla="*/ 357479 w 1463583"/>
                <a:gd name="connsiteY3" fmla="*/ 360405 h 1858484"/>
                <a:gd name="connsiteX4" fmla="*/ 261495 w 1463583"/>
                <a:gd name="connsiteY4" fmla="*/ 710547 h 1858484"/>
                <a:gd name="connsiteX5" fmla="*/ 261495 w 1463583"/>
                <a:gd name="connsiteY5" fmla="*/ 954288 h 1858484"/>
                <a:gd name="connsiteX6" fmla="*/ 179796 w 1463583"/>
                <a:gd name="connsiteY6" fmla="*/ 1296552 h 1858484"/>
                <a:gd name="connsiteX7" fmla="*/ 135344 w 1463583"/>
                <a:gd name="connsiteY7" fmla="*/ 1470140 h 1858484"/>
                <a:gd name="connsiteX8" fmla="*/ 17962 w 1463583"/>
                <a:gd name="connsiteY8" fmla="*/ 1822552 h 1858484"/>
                <a:gd name="connsiteX9" fmla="*/ 602481 w 1463583"/>
                <a:gd name="connsiteY9" fmla="*/ 1810903 h 1858484"/>
                <a:gd name="connsiteX10" fmla="*/ 997903 w 1463583"/>
                <a:gd name="connsiteY10" fmla="*/ 1659550 h 1858484"/>
                <a:gd name="connsiteX11" fmla="*/ 1230115 w 1463583"/>
                <a:gd name="connsiteY11" fmla="*/ 1453213 h 1858484"/>
                <a:gd name="connsiteX12" fmla="*/ 1356725 w 1463583"/>
                <a:gd name="connsiteY12" fmla="*/ 1293151 h 1858484"/>
                <a:gd name="connsiteX13" fmla="*/ 1460832 w 1463583"/>
                <a:gd name="connsiteY13" fmla="*/ 955532 h 1858484"/>
                <a:gd name="connsiteX14" fmla="*/ 1461521 w 1463583"/>
                <a:gd name="connsiteY14" fmla="*/ 811539 h 1858484"/>
                <a:gd name="connsiteX0" fmla="*/ 728640 w 1468643"/>
                <a:gd name="connsiteY0" fmla="*/ 0 h 1858484"/>
                <a:gd name="connsiteX1" fmla="*/ 691376 w 1468643"/>
                <a:gd name="connsiteY1" fmla="*/ 21353 h 1858484"/>
                <a:gd name="connsiteX2" fmla="*/ 537048 w 1468643"/>
                <a:gd name="connsiteY2" fmla="*/ 140300 h 1858484"/>
                <a:gd name="connsiteX3" fmla="*/ 362539 w 1468643"/>
                <a:gd name="connsiteY3" fmla="*/ 360405 h 1858484"/>
                <a:gd name="connsiteX4" fmla="*/ 266555 w 1468643"/>
                <a:gd name="connsiteY4" fmla="*/ 710547 h 1858484"/>
                <a:gd name="connsiteX5" fmla="*/ 266555 w 1468643"/>
                <a:gd name="connsiteY5" fmla="*/ 954288 h 1858484"/>
                <a:gd name="connsiteX6" fmla="*/ 184856 w 1468643"/>
                <a:gd name="connsiteY6" fmla="*/ 1296552 h 1858484"/>
                <a:gd name="connsiteX7" fmla="*/ 140404 w 1468643"/>
                <a:gd name="connsiteY7" fmla="*/ 1470140 h 1858484"/>
                <a:gd name="connsiteX8" fmla="*/ 23022 w 1468643"/>
                <a:gd name="connsiteY8" fmla="*/ 1822552 h 1858484"/>
                <a:gd name="connsiteX9" fmla="*/ 607541 w 1468643"/>
                <a:gd name="connsiteY9" fmla="*/ 1810903 h 1858484"/>
                <a:gd name="connsiteX10" fmla="*/ 1002963 w 1468643"/>
                <a:gd name="connsiteY10" fmla="*/ 1659550 h 1858484"/>
                <a:gd name="connsiteX11" fmla="*/ 1235175 w 1468643"/>
                <a:gd name="connsiteY11" fmla="*/ 1453213 h 1858484"/>
                <a:gd name="connsiteX12" fmla="*/ 1361785 w 1468643"/>
                <a:gd name="connsiteY12" fmla="*/ 1293151 h 1858484"/>
                <a:gd name="connsiteX13" fmla="*/ 1465892 w 1468643"/>
                <a:gd name="connsiteY13" fmla="*/ 955532 h 1858484"/>
                <a:gd name="connsiteX14" fmla="*/ 1466581 w 1468643"/>
                <a:gd name="connsiteY14" fmla="*/ 811539 h 1858484"/>
                <a:gd name="connsiteX0" fmla="*/ 728640 w 1468643"/>
                <a:gd name="connsiteY0" fmla="*/ 0 h 1858484"/>
                <a:gd name="connsiteX1" fmla="*/ 691376 w 1468643"/>
                <a:gd name="connsiteY1" fmla="*/ 21353 h 1858484"/>
                <a:gd name="connsiteX2" fmla="*/ 537048 w 1468643"/>
                <a:gd name="connsiteY2" fmla="*/ 140300 h 1858484"/>
                <a:gd name="connsiteX3" fmla="*/ 362539 w 1468643"/>
                <a:gd name="connsiteY3" fmla="*/ 360405 h 1858484"/>
                <a:gd name="connsiteX4" fmla="*/ 266555 w 1468643"/>
                <a:gd name="connsiteY4" fmla="*/ 710547 h 1858484"/>
                <a:gd name="connsiteX5" fmla="*/ 266555 w 1468643"/>
                <a:gd name="connsiteY5" fmla="*/ 954288 h 1858484"/>
                <a:gd name="connsiteX6" fmla="*/ 184856 w 1468643"/>
                <a:gd name="connsiteY6" fmla="*/ 1296552 h 1858484"/>
                <a:gd name="connsiteX7" fmla="*/ 140404 w 1468643"/>
                <a:gd name="connsiteY7" fmla="*/ 1470140 h 1858484"/>
                <a:gd name="connsiteX8" fmla="*/ 23022 w 1468643"/>
                <a:gd name="connsiteY8" fmla="*/ 1822552 h 1858484"/>
                <a:gd name="connsiteX9" fmla="*/ 607541 w 1468643"/>
                <a:gd name="connsiteY9" fmla="*/ 1810903 h 1858484"/>
                <a:gd name="connsiteX10" fmla="*/ 1002963 w 1468643"/>
                <a:gd name="connsiteY10" fmla="*/ 1659550 h 1858484"/>
                <a:gd name="connsiteX11" fmla="*/ 1235175 w 1468643"/>
                <a:gd name="connsiteY11" fmla="*/ 1453213 h 1858484"/>
                <a:gd name="connsiteX12" fmla="*/ 1361785 w 1468643"/>
                <a:gd name="connsiteY12" fmla="*/ 1293151 h 1858484"/>
                <a:gd name="connsiteX13" fmla="*/ 1465892 w 1468643"/>
                <a:gd name="connsiteY13" fmla="*/ 955532 h 1858484"/>
                <a:gd name="connsiteX14" fmla="*/ 1466581 w 1468643"/>
                <a:gd name="connsiteY14" fmla="*/ 811539 h 1858484"/>
                <a:gd name="connsiteX0" fmla="*/ 749719 w 1489722"/>
                <a:gd name="connsiteY0" fmla="*/ 0 h 1858484"/>
                <a:gd name="connsiteX1" fmla="*/ 712455 w 1489722"/>
                <a:gd name="connsiteY1" fmla="*/ 21353 h 1858484"/>
                <a:gd name="connsiteX2" fmla="*/ 558127 w 1489722"/>
                <a:gd name="connsiteY2" fmla="*/ 140300 h 1858484"/>
                <a:gd name="connsiteX3" fmla="*/ 383618 w 1489722"/>
                <a:gd name="connsiteY3" fmla="*/ 360405 h 1858484"/>
                <a:gd name="connsiteX4" fmla="*/ 287634 w 1489722"/>
                <a:gd name="connsiteY4" fmla="*/ 710547 h 1858484"/>
                <a:gd name="connsiteX5" fmla="*/ 287634 w 1489722"/>
                <a:gd name="connsiteY5" fmla="*/ 954288 h 1858484"/>
                <a:gd name="connsiteX6" fmla="*/ 205935 w 1489722"/>
                <a:gd name="connsiteY6" fmla="*/ 1296552 h 1858484"/>
                <a:gd name="connsiteX7" fmla="*/ 161483 w 1489722"/>
                <a:gd name="connsiteY7" fmla="*/ 1470140 h 1858484"/>
                <a:gd name="connsiteX8" fmla="*/ 44101 w 1489722"/>
                <a:gd name="connsiteY8" fmla="*/ 1822552 h 1858484"/>
                <a:gd name="connsiteX9" fmla="*/ 628620 w 1489722"/>
                <a:gd name="connsiteY9" fmla="*/ 1810903 h 1858484"/>
                <a:gd name="connsiteX10" fmla="*/ 1024042 w 1489722"/>
                <a:gd name="connsiteY10" fmla="*/ 1659550 h 1858484"/>
                <a:gd name="connsiteX11" fmla="*/ 1256254 w 1489722"/>
                <a:gd name="connsiteY11" fmla="*/ 1453213 h 1858484"/>
                <a:gd name="connsiteX12" fmla="*/ 1382864 w 1489722"/>
                <a:gd name="connsiteY12" fmla="*/ 1293151 h 1858484"/>
                <a:gd name="connsiteX13" fmla="*/ 1486971 w 1489722"/>
                <a:gd name="connsiteY13" fmla="*/ 955532 h 1858484"/>
                <a:gd name="connsiteX14" fmla="*/ 1487660 w 1489722"/>
                <a:gd name="connsiteY14" fmla="*/ 811539 h 1858484"/>
                <a:gd name="connsiteX0" fmla="*/ 749719 w 1489722"/>
                <a:gd name="connsiteY0" fmla="*/ 0 h 1858484"/>
                <a:gd name="connsiteX1" fmla="*/ 712455 w 1489722"/>
                <a:gd name="connsiteY1" fmla="*/ 21353 h 1858484"/>
                <a:gd name="connsiteX2" fmla="*/ 558127 w 1489722"/>
                <a:gd name="connsiteY2" fmla="*/ 140300 h 1858484"/>
                <a:gd name="connsiteX3" fmla="*/ 383618 w 1489722"/>
                <a:gd name="connsiteY3" fmla="*/ 360405 h 1858484"/>
                <a:gd name="connsiteX4" fmla="*/ 287634 w 1489722"/>
                <a:gd name="connsiteY4" fmla="*/ 710547 h 1858484"/>
                <a:gd name="connsiteX5" fmla="*/ 287634 w 1489722"/>
                <a:gd name="connsiteY5" fmla="*/ 954288 h 1858484"/>
                <a:gd name="connsiteX6" fmla="*/ 249180 w 1489722"/>
                <a:gd name="connsiteY6" fmla="*/ 1277466 h 1858484"/>
                <a:gd name="connsiteX7" fmla="*/ 161483 w 1489722"/>
                <a:gd name="connsiteY7" fmla="*/ 1470140 h 1858484"/>
                <a:gd name="connsiteX8" fmla="*/ 44101 w 1489722"/>
                <a:gd name="connsiteY8" fmla="*/ 1822552 h 1858484"/>
                <a:gd name="connsiteX9" fmla="*/ 628620 w 1489722"/>
                <a:gd name="connsiteY9" fmla="*/ 1810903 h 1858484"/>
                <a:gd name="connsiteX10" fmla="*/ 1024042 w 1489722"/>
                <a:gd name="connsiteY10" fmla="*/ 1659550 h 1858484"/>
                <a:gd name="connsiteX11" fmla="*/ 1256254 w 1489722"/>
                <a:gd name="connsiteY11" fmla="*/ 1453213 h 1858484"/>
                <a:gd name="connsiteX12" fmla="*/ 1382864 w 1489722"/>
                <a:gd name="connsiteY12" fmla="*/ 1293151 h 1858484"/>
                <a:gd name="connsiteX13" fmla="*/ 1486971 w 1489722"/>
                <a:gd name="connsiteY13" fmla="*/ 955532 h 1858484"/>
                <a:gd name="connsiteX14" fmla="*/ 1487660 w 1489722"/>
                <a:gd name="connsiteY14" fmla="*/ 811539 h 1858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9722" h="1858484">
                  <a:moveTo>
                    <a:pt x="749719" y="0"/>
                  </a:moveTo>
                  <a:lnTo>
                    <a:pt x="712455" y="21353"/>
                  </a:lnTo>
                  <a:cubicBezTo>
                    <a:pt x="657565" y="57326"/>
                    <a:pt x="605652" y="96677"/>
                    <a:pt x="558127" y="140300"/>
                  </a:cubicBezTo>
                  <a:cubicBezTo>
                    <a:pt x="487446" y="205237"/>
                    <a:pt x="427782" y="279047"/>
                    <a:pt x="383618" y="360405"/>
                  </a:cubicBezTo>
                  <a:cubicBezTo>
                    <a:pt x="324235" y="469627"/>
                    <a:pt x="292116" y="589217"/>
                    <a:pt x="287634" y="710547"/>
                  </a:cubicBezTo>
                  <a:cubicBezTo>
                    <a:pt x="284645" y="791822"/>
                    <a:pt x="294636" y="873179"/>
                    <a:pt x="287634" y="954288"/>
                  </a:cubicBezTo>
                  <a:cubicBezTo>
                    <a:pt x="277550" y="1070726"/>
                    <a:pt x="274763" y="1162687"/>
                    <a:pt x="249180" y="1277466"/>
                  </a:cubicBezTo>
                  <a:cubicBezTo>
                    <a:pt x="238629" y="1325070"/>
                    <a:pt x="194848" y="1439107"/>
                    <a:pt x="161483" y="1470140"/>
                  </a:cubicBezTo>
                  <a:cubicBezTo>
                    <a:pt x="-16847" y="1662702"/>
                    <a:pt x="-33676" y="1752224"/>
                    <a:pt x="44101" y="1822552"/>
                  </a:cubicBezTo>
                  <a:cubicBezTo>
                    <a:pt x="125613" y="1896279"/>
                    <a:pt x="465296" y="1838070"/>
                    <a:pt x="628620" y="1810903"/>
                  </a:cubicBezTo>
                  <a:cubicBezTo>
                    <a:pt x="791944" y="1783736"/>
                    <a:pt x="908730" y="1741322"/>
                    <a:pt x="1024042" y="1659550"/>
                  </a:cubicBezTo>
                  <a:cubicBezTo>
                    <a:pt x="1109850" y="1598760"/>
                    <a:pt x="1185946" y="1528101"/>
                    <a:pt x="1256254" y="1453213"/>
                  </a:cubicBezTo>
                  <a:cubicBezTo>
                    <a:pt x="1303405" y="1402955"/>
                    <a:pt x="1347757" y="1350625"/>
                    <a:pt x="1382864" y="1293151"/>
                  </a:cubicBezTo>
                  <a:cubicBezTo>
                    <a:pt x="1446168" y="1189486"/>
                    <a:pt x="1478008" y="1073379"/>
                    <a:pt x="1486971" y="955532"/>
                  </a:cubicBezTo>
                  <a:cubicBezTo>
                    <a:pt x="1490613" y="907555"/>
                    <a:pt x="1490426" y="859516"/>
                    <a:pt x="1487660" y="811539"/>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61" name="Freeform: Shape 60">
              <a:extLst>
                <a:ext uri="{FF2B5EF4-FFF2-40B4-BE49-F238E27FC236}">
                  <a16:creationId xmlns:a16="http://schemas.microsoft.com/office/drawing/2014/main" id="{FCFE4DEF-F2F6-9837-53C7-4A38A28FCF81}"/>
                </a:ext>
              </a:extLst>
            </p:cNvPr>
            <p:cNvSpPr/>
            <p:nvPr userDrawn="1"/>
          </p:nvSpPr>
          <p:spPr>
            <a:xfrm rot="4301653" flipV="1">
              <a:off x="3470988" y="5926990"/>
              <a:ext cx="626202" cy="669427"/>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62" name="Freeform: Shape 61">
              <a:extLst>
                <a:ext uri="{FF2B5EF4-FFF2-40B4-BE49-F238E27FC236}">
                  <a16:creationId xmlns:a16="http://schemas.microsoft.com/office/drawing/2014/main" id="{1241755B-7200-F3F7-8EC8-20D19227299F}"/>
                </a:ext>
              </a:extLst>
            </p:cNvPr>
            <p:cNvSpPr/>
            <p:nvPr userDrawn="1"/>
          </p:nvSpPr>
          <p:spPr>
            <a:xfrm rot="9477692" flipV="1">
              <a:off x="3246807" y="5824318"/>
              <a:ext cx="1113677" cy="869660"/>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9281B0AC-6D84-3D46-19A8-0CACC0BE74C0}"/>
                </a:ext>
              </a:extLst>
            </p:cNvPr>
            <p:cNvSpPr/>
            <p:nvPr userDrawn="1"/>
          </p:nvSpPr>
          <p:spPr>
            <a:xfrm rot="2783228" flipV="1">
              <a:off x="41268" y="6320459"/>
              <a:ext cx="552585" cy="392619"/>
            </a:xfrm>
            <a:custGeom>
              <a:avLst/>
              <a:gdLst>
                <a:gd name="connsiteX0" fmla="*/ 890969 w 890968"/>
                <a:gd name="connsiteY0" fmla="*/ 0 h 167300"/>
                <a:gd name="connsiteX1" fmla="*/ 657892 w 890968"/>
                <a:gd name="connsiteY1" fmla="*/ 143732 h 167300"/>
                <a:gd name="connsiteX2" fmla="*/ 408146 w 890968"/>
                <a:gd name="connsiteY2" fmla="*/ 160973 h 167300"/>
                <a:gd name="connsiteX3" fmla="*/ 0 w 890968"/>
                <a:gd name="connsiteY3" fmla="*/ 0 h 167300"/>
                <a:gd name="connsiteX0" fmla="*/ 890969 w 890969"/>
                <a:gd name="connsiteY0" fmla="*/ 0 h 206544"/>
                <a:gd name="connsiteX1" fmla="*/ 657892 w 890969"/>
                <a:gd name="connsiteY1" fmla="*/ 143732 h 206544"/>
                <a:gd name="connsiteX2" fmla="*/ 358958 w 890969"/>
                <a:gd name="connsiteY2" fmla="*/ 204419 h 206544"/>
                <a:gd name="connsiteX3" fmla="*/ 0 w 890969"/>
                <a:gd name="connsiteY3" fmla="*/ 0 h 206544"/>
                <a:gd name="connsiteX0" fmla="*/ 738276 w 738276"/>
                <a:gd name="connsiteY0" fmla="*/ 0 h 206544"/>
                <a:gd name="connsiteX1" fmla="*/ 505199 w 738276"/>
                <a:gd name="connsiteY1" fmla="*/ 143732 h 206544"/>
                <a:gd name="connsiteX2" fmla="*/ 206265 w 738276"/>
                <a:gd name="connsiteY2" fmla="*/ 204419 h 206544"/>
                <a:gd name="connsiteX3" fmla="*/ 0 w 738276"/>
                <a:gd name="connsiteY3" fmla="*/ 22911 h 206544"/>
                <a:gd name="connsiteX0" fmla="*/ 738276 w 738276"/>
                <a:gd name="connsiteY0" fmla="*/ 0 h 209347"/>
                <a:gd name="connsiteX1" fmla="*/ 552261 w 738276"/>
                <a:gd name="connsiteY1" fmla="*/ 173570 h 209347"/>
                <a:gd name="connsiteX2" fmla="*/ 206265 w 738276"/>
                <a:gd name="connsiteY2" fmla="*/ 204419 h 209347"/>
                <a:gd name="connsiteX3" fmla="*/ 0 w 738276"/>
                <a:gd name="connsiteY3" fmla="*/ 22911 h 209347"/>
              </a:gdLst>
              <a:ahLst/>
              <a:cxnLst>
                <a:cxn ang="0">
                  <a:pos x="connsiteX0" y="connsiteY0"/>
                </a:cxn>
                <a:cxn ang="0">
                  <a:pos x="connsiteX1" y="connsiteY1"/>
                </a:cxn>
                <a:cxn ang="0">
                  <a:pos x="connsiteX2" y="connsiteY2"/>
                </a:cxn>
                <a:cxn ang="0">
                  <a:pos x="connsiteX3" y="connsiteY3"/>
                </a:cxn>
              </a:cxnLst>
              <a:rect l="l" t="t" r="r" b="b"/>
              <a:pathLst>
                <a:path w="738276" h="209347">
                  <a:moveTo>
                    <a:pt x="738276" y="0"/>
                  </a:moveTo>
                  <a:cubicBezTo>
                    <a:pt x="738276" y="0"/>
                    <a:pt x="640929" y="139500"/>
                    <a:pt x="552261" y="173570"/>
                  </a:cubicBezTo>
                  <a:cubicBezTo>
                    <a:pt x="463593" y="207640"/>
                    <a:pt x="289990" y="216039"/>
                    <a:pt x="206265" y="204419"/>
                  </a:cubicBezTo>
                  <a:cubicBezTo>
                    <a:pt x="33196" y="180416"/>
                    <a:pt x="0" y="22911"/>
                    <a:pt x="0" y="22911"/>
                  </a:cubicBezTo>
                </a:path>
              </a:pathLst>
            </a:custGeom>
            <a:noFill/>
            <a:ln w="6350" cap="rnd">
              <a:solidFill>
                <a:schemeClr val="tx1">
                  <a:alpha val="35000"/>
                </a:schemeClr>
              </a:solidFill>
              <a:prstDash val="dash"/>
              <a:round/>
            </a:ln>
          </p:spPr>
          <p:txBody>
            <a:bodyPr rtlCol="0" anchor="ctr"/>
            <a:lstStyle/>
            <a:p>
              <a:endParaRPr lang="en-US"/>
            </a:p>
          </p:txBody>
        </p:sp>
      </p:grpSp>
      <p:sp>
        <p:nvSpPr>
          <p:cNvPr id="64" name="Freeform: Shape 63">
            <a:extLst>
              <a:ext uri="{FF2B5EF4-FFF2-40B4-BE49-F238E27FC236}">
                <a16:creationId xmlns:a16="http://schemas.microsoft.com/office/drawing/2014/main" id="{DF1A8350-7045-361F-A991-07A9E7CCD6C7}"/>
              </a:ext>
            </a:extLst>
          </p:cNvPr>
          <p:cNvSpPr/>
          <p:nvPr userDrawn="1"/>
        </p:nvSpPr>
        <p:spPr>
          <a:xfrm>
            <a:off x="0" y="3292763"/>
            <a:ext cx="3620772" cy="3570623"/>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2599790 w 3080446"/>
              <a:gd name="connsiteY4" fmla="*/ 4836049 h 5482550"/>
              <a:gd name="connsiteX5" fmla="*/ 3080446 w 3080446"/>
              <a:gd name="connsiteY5" fmla="*/ 5482550 h 5482550"/>
              <a:gd name="connsiteX0" fmla="*/ 0 w 3080446"/>
              <a:gd name="connsiteY0" fmla="*/ 0 h 5482550"/>
              <a:gd name="connsiteX1" fmla="*/ 968812 w 3080446"/>
              <a:gd name="connsiteY1" fmla="*/ 1175788 h 5482550"/>
              <a:gd name="connsiteX2" fmla="*/ 1611758 w 3080446"/>
              <a:gd name="connsiteY2" fmla="*/ 1862699 h 5482550"/>
              <a:gd name="connsiteX3" fmla="*/ 1902367 w 3080446"/>
              <a:gd name="connsiteY3" fmla="*/ 3670605 h 5482550"/>
              <a:gd name="connsiteX4" fmla="*/ 2599790 w 3080446"/>
              <a:gd name="connsiteY4" fmla="*/ 4836049 h 5482550"/>
              <a:gd name="connsiteX5" fmla="*/ 3080446 w 3080446"/>
              <a:gd name="connsiteY5" fmla="*/ 5482550 h 5482550"/>
              <a:gd name="connsiteX0" fmla="*/ 0 w 3080446"/>
              <a:gd name="connsiteY0" fmla="*/ 0 h 5482550"/>
              <a:gd name="connsiteX1" fmla="*/ 968812 w 3080446"/>
              <a:gd name="connsiteY1" fmla="*/ 1175788 h 5482550"/>
              <a:gd name="connsiteX2" fmla="*/ 1611758 w 3080446"/>
              <a:gd name="connsiteY2" fmla="*/ 1862699 h 5482550"/>
              <a:gd name="connsiteX3" fmla="*/ 1902367 w 3080446"/>
              <a:gd name="connsiteY3" fmla="*/ 3670605 h 5482550"/>
              <a:gd name="connsiteX4" fmla="*/ 2849172 w 3080446"/>
              <a:gd name="connsiteY4" fmla="*/ 2591612 h 5482550"/>
              <a:gd name="connsiteX5" fmla="*/ 3080446 w 3080446"/>
              <a:gd name="connsiteY5" fmla="*/ 5482550 h 5482550"/>
              <a:gd name="connsiteX0" fmla="*/ 0 w 3366196"/>
              <a:gd name="connsiteY0" fmla="*/ 0 h 3677612"/>
              <a:gd name="connsiteX1" fmla="*/ 968812 w 3366196"/>
              <a:gd name="connsiteY1" fmla="*/ 1175788 h 3677612"/>
              <a:gd name="connsiteX2" fmla="*/ 1611758 w 3366196"/>
              <a:gd name="connsiteY2" fmla="*/ 1862699 h 3677612"/>
              <a:gd name="connsiteX3" fmla="*/ 1902367 w 3366196"/>
              <a:gd name="connsiteY3" fmla="*/ 3670605 h 3677612"/>
              <a:gd name="connsiteX4" fmla="*/ 2849172 w 3366196"/>
              <a:gd name="connsiteY4" fmla="*/ 2591612 h 3677612"/>
              <a:gd name="connsiteX5" fmla="*/ 3366196 w 3366196"/>
              <a:gd name="connsiteY5" fmla="*/ 3606991 h 3677612"/>
              <a:gd name="connsiteX0" fmla="*/ 0 w 3366196"/>
              <a:gd name="connsiteY0" fmla="*/ 0 h 3606991"/>
              <a:gd name="connsiteX1" fmla="*/ 968812 w 3366196"/>
              <a:gd name="connsiteY1" fmla="*/ 1175788 h 3606991"/>
              <a:gd name="connsiteX2" fmla="*/ 1611758 w 3366196"/>
              <a:gd name="connsiteY2" fmla="*/ 1862699 h 3606991"/>
              <a:gd name="connsiteX3" fmla="*/ 1824435 w 3366196"/>
              <a:gd name="connsiteY3" fmla="*/ 2423696 h 3606991"/>
              <a:gd name="connsiteX4" fmla="*/ 2849172 w 3366196"/>
              <a:gd name="connsiteY4" fmla="*/ 2591612 h 3606991"/>
              <a:gd name="connsiteX5" fmla="*/ 3366196 w 3366196"/>
              <a:gd name="connsiteY5" fmla="*/ 3606991 h 3606991"/>
              <a:gd name="connsiteX0" fmla="*/ 0 w 2981732"/>
              <a:gd name="connsiteY0" fmla="*/ 0 h 3612187"/>
              <a:gd name="connsiteX1" fmla="*/ 968812 w 2981732"/>
              <a:gd name="connsiteY1" fmla="*/ 1175788 h 3612187"/>
              <a:gd name="connsiteX2" fmla="*/ 1611758 w 2981732"/>
              <a:gd name="connsiteY2" fmla="*/ 1862699 h 3612187"/>
              <a:gd name="connsiteX3" fmla="*/ 1824435 w 2981732"/>
              <a:gd name="connsiteY3" fmla="*/ 2423696 h 3612187"/>
              <a:gd name="connsiteX4" fmla="*/ 2849172 w 2981732"/>
              <a:gd name="connsiteY4" fmla="*/ 2591612 h 3612187"/>
              <a:gd name="connsiteX5" fmla="*/ 2981732 w 2981732"/>
              <a:gd name="connsiteY5" fmla="*/ 3612187 h 3612187"/>
              <a:gd name="connsiteX0" fmla="*/ 0 w 2981732"/>
              <a:gd name="connsiteY0" fmla="*/ 0 h 3612187"/>
              <a:gd name="connsiteX1" fmla="*/ 968812 w 2981732"/>
              <a:gd name="connsiteY1" fmla="*/ 1175788 h 3612187"/>
              <a:gd name="connsiteX2" fmla="*/ 2001417 w 2981732"/>
              <a:gd name="connsiteY2" fmla="*/ 1867895 h 3612187"/>
              <a:gd name="connsiteX3" fmla="*/ 1824435 w 2981732"/>
              <a:gd name="connsiteY3" fmla="*/ 2423696 h 3612187"/>
              <a:gd name="connsiteX4" fmla="*/ 2849172 w 2981732"/>
              <a:gd name="connsiteY4" fmla="*/ 2591612 h 3612187"/>
              <a:gd name="connsiteX5" fmla="*/ 2981732 w 2981732"/>
              <a:gd name="connsiteY5" fmla="*/ 3612187 h 3612187"/>
              <a:gd name="connsiteX0" fmla="*/ 0 w 2981732"/>
              <a:gd name="connsiteY0" fmla="*/ 0 h 3612187"/>
              <a:gd name="connsiteX1" fmla="*/ 968812 w 2981732"/>
              <a:gd name="connsiteY1" fmla="*/ 1175788 h 3612187"/>
              <a:gd name="connsiteX2" fmla="*/ 2001417 w 2981732"/>
              <a:gd name="connsiteY2" fmla="*/ 1867895 h 3612187"/>
              <a:gd name="connsiteX3" fmla="*/ 1824435 w 2981732"/>
              <a:gd name="connsiteY3" fmla="*/ 2423696 h 3612187"/>
              <a:gd name="connsiteX4" fmla="*/ 2849172 w 2981732"/>
              <a:gd name="connsiteY4" fmla="*/ 2591612 h 3612187"/>
              <a:gd name="connsiteX5" fmla="*/ 2981732 w 2981732"/>
              <a:gd name="connsiteY5" fmla="*/ 3612187 h 3612187"/>
              <a:gd name="connsiteX0" fmla="*/ 0 w 2981732"/>
              <a:gd name="connsiteY0" fmla="*/ 0 h 3612187"/>
              <a:gd name="connsiteX1" fmla="*/ 968812 w 2981732"/>
              <a:gd name="connsiteY1" fmla="*/ 1175788 h 3612187"/>
              <a:gd name="connsiteX2" fmla="*/ 2001417 w 2981732"/>
              <a:gd name="connsiteY2" fmla="*/ 1867895 h 3612187"/>
              <a:gd name="connsiteX3" fmla="*/ 1824435 w 2981732"/>
              <a:gd name="connsiteY3" fmla="*/ 2423696 h 3612187"/>
              <a:gd name="connsiteX4" fmla="*/ 2849172 w 2981732"/>
              <a:gd name="connsiteY4" fmla="*/ 2591612 h 3612187"/>
              <a:gd name="connsiteX5" fmla="*/ 2981732 w 2981732"/>
              <a:gd name="connsiteY5" fmla="*/ 3612187 h 3612187"/>
              <a:gd name="connsiteX0" fmla="*/ 0 w 2914191"/>
              <a:gd name="connsiteY0" fmla="*/ 0 h 3570623"/>
              <a:gd name="connsiteX1" fmla="*/ 901271 w 2914191"/>
              <a:gd name="connsiteY1" fmla="*/ 1134224 h 3570623"/>
              <a:gd name="connsiteX2" fmla="*/ 1933876 w 2914191"/>
              <a:gd name="connsiteY2" fmla="*/ 1826331 h 3570623"/>
              <a:gd name="connsiteX3" fmla="*/ 1756894 w 2914191"/>
              <a:gd name="connsiteY3" fmla="*/ 2382132 h 3570623"/>
              <a:gd name="connsiteX4" fmla="*/ 2781631 w 2914191"/>
              <a:gd name="connsiteY4" fmla="*/ 2550048 h 3570623"/>
              <a:gd name="connsiteX5" fmla="*/ 2914191 w 2914191"/>
              <a:gd name="connsiteY5" fmla="*/ 3570623 h 3570623"/>
              <a:gd name="connsiteX0" fmla="*/ 0 w 2914191"/>
              <a:gd name="connsiteY0" fmla="*/ 0 h 3570623"/>
              <a:gd name="connsiteX1" fmla="*/ 901271 w 2914191"/>
              <a:gd name="connsiteY1" fmla="*/ 1134224 h 3570623"/>
              <a:gd name="connsiteX2" fmla="*/ 1933876 w 2914191"/>
              <a:gd name="connsiteY2" fmla="*/ 1826331 h 3570623"/>
              <a:gd name="connsiteX3" fmla="*/ 1756894 w 2914191"/>
              <a:gd name="connsiteY3" fmla="*/ 2382132 h 3570623"/>
              <a:gd name="connsiteX4" fmla="*/ 2781631 w 2914191"/>
              <a:gd name="connsiteY4" fmla="*/ 2550048 h 3570623"/>
              <a:gd name="connsiteX5" fmla="*/ 2914191 w 2914191"/>
              <a:gd name="connsiteY5" fmla="*/ 3570623 h 3570623"/>
              <a:gd name="connsiteX0" fmla="*/ 0 w 2914191"/>
              <a:gd name="connsiteY0" fmla="*/ 0 h 3570623"/>
              <a:gd name="connsiteX1" fmla="*/ 901271 w 2914191"/>
              <a:gd name="connsiteY1" fmla="*/ 1134224 h 3570623"/>
              <a:gd name="connsiteX2" fmla="*/ 1933876 w 2914191"/>
              <a:gd name="connsiteY2" fmla="*/ 1826331 h 3570623"/>
              <a:gd name="connsiteX3" fmla="*/ 1995885 w 2914191"/>
              <a:gd name="connsiteY3" fmla="*/ 2376937 h 3570623"/>
              <a:gd name="connsiteX4" fmla="*/ 2781631 w 2914191"/>
              <a:gd name="connsiteY4" fmla="*/ 2550048 h 3570623"/>
              <a:gd name="connsiteX5" fmla="*/ 2914191 w 2914191"/>
              <a:gd name="connsiteY5" fmla="*/ 3570623 h 3570623"/>
              <a:gd name="connsiteX0" fmla="*/ 0 w 2914191"/>
              <a:gd name="connsiteY0" fmla="*/ 0 h 3570623"/>
              <a:gd name="connsiteX1" fmla="*/ 901271 w 2914191"/>
              <a:gd name="connsiteY1" fmla="*/ 1134224 h 3570623"/>
              <a:gd name="connsiteX2" fmla="*/ 2022199 w 2914191"/>
              <a:gd name="connsiteY2" fmla="*/ 1878286 h 3570623"/>
              <a:gd name="connsiteX3" fmla="*/ 1995885 w 2914191"/>
              <a:gd name="connsiteY3" fmla="*/ 2376937 h 3570623"/>
              <a:gd name="connsiteX4" fmla="*/ 2781631 w 2914191"/>
              <a:gd name="connsiteY4" fmla="*/ 2550048 h 3570623"/>
              <a:gd name="connsiteX5" fmla="*/ 2914191 w 2914191"/>
              <a:gd name="connsiteY5" fmla="*/ 3570623 h 3570623"/>
              <a:gd name="connsiteX0" fmla="*/ 0 w 3620772"/>
              <a:gd name="connsiteY0" fmla="*/ 0 h 3570623"/>
              <a:gd name="connsiteX1" fmla="*/ 901271 w 3620772"/>
              <a:gd name="connsiteY1" fmla="*/ 1134224 h 3570623"/>
              <a:gd name="connsiteX2" fmla="*/ 2022199 w 3620772"/>
              <a:gd name="connsiteY2" fmla="*/ 1878286 h 3570623"/>
              <a:gd name="connsiteX3" fmla="*/ 1995885 w 3620772"/>
              <a:gd name="connsiteY3" fmla="*/ 2376937 h 3570623"/>
              <a:gd name="connsiteX4" fmla="*/ 2781631 w 3620772"/>
              <a:gd name="connsiteY4" fmla="*/ 2550048 h 3570623"/>
              <a:gd name="connsiteX5" fmla="*/ 3620772 w 3620772"/>
              <a:gd name="connsiteY5" fmla="*/ 3570623 h 3570623"/>
              <a:gd name="connsiteX0" fmla="*/ 0 w 3620772"/>
              <a:gd name="connsiteY0" fmla="*/ 0 h 3570623"/>
              <a:gd name="connsiteX1" fmla="*/ 901271 w 3620772"/>
              <a:gd name="connsiteY1" fmla="*/ 1134224 h 3570623"/>
              <a:gd name="connsiteX2" fmla="*/ 2022199 w 3620772"/>
              <a:gd name="connsiteY2" fmla="*/ 1878286 h 3570623"/>
              <a:gd name="connsiteX3" fmla="*/ 1995885 w 3620772"/>
              <a:gd name="connsiteY3" fmla="*/ 2376937 h 3570623"/>
              <a:gd name="connsiteX4" fmla="*/ 2781631 w 3620772"/>
              <a:gd name="connsiteY4" fmla="*/ 2550048 h 3570623"/>
              <a:gd name="connsiteX5" fmla="*/ 3620772 w 3620772"/>
              <a:gd name="connsiteY5" fmla="*/ 3570623 h 3570623"/>
              <a:gd name="connsiteX0" fmla="*/ 0 w 3620772"/>
              <a:gd name="connsiteY0" fmla="*/ 0 h 3570623"/>
              <a:gd name="connsiteX1" fmla="*/ 901271 w 3620772"/>
              <a:gd name="connsiteY1" fmla="*/ 1134224 h 3570623"/>
              <a:gd name="connsiteX2" fmla="*/ 2022199 w 3620772"/>
              <a:gd name="connsiteY2" fmla="*/ 1878286 h 3570623"/>
              <a:gd name="connsiteX3" fmla="*/ 1995885 w 3620772"/>
              <a:gd name="connsiteY3" fmla="*/ 2376937 h 3570623"/>
              <a:gd name="connsiteX4" fmla="*/ 2781631 w 3620772"/>
              <a:gd name="connsiteY4" fmla="*/ 2550048 h 3570623"/>
              <a:gd name="connsiteX5" fmla="*/ 3620772 w 3620772"/>
              <a:gd name="connsiteY5" fmla="*/ 3570623 h 3570623"/>
              <a:gd name="connsiteX0" fmla="*/ 0 w 3620772"/>
              <a:gd name="connsiteY0" fmla="*/ 0 h 3570623"/>
              <a:gd name="connsiteX1" fmla="*/ 901271 w 3620772"/>
              <a:gd name="connsiteY1" fmla="*/ 1134224 h 3570623"/>
              <a:gd name="connsiteX2" fmla="*/ 2022199 w 3620772"/>
              <a:gd name="connsiteY2" fmla="*/ 1878286 h 3570623"/>
              <a:gd name="connsiteX3" fmla="*/ 1995885 w 3620772"/>
              <a:gd name="connsiteY3" fmla="*/ 2376937 h 3570623"/>
              <a:gd name="connsiteX4" fmla="*/ 2895931 w 3620772"/>
              <a:gd name="connsiteY4" fmla="*/ 2576026 h 3570623"/>
              <a:gd name="connsiteX5" fmla="*/ 3620772 w 3620772"/>
              <a:gd name="connsiteY5" fmla="*/ 3570623 h 3570623"/>
              <a:gd name="connsiteX0" fmla="*/ 0 w 3620772"/>
              <a:gd name="connsiteY0" fmla="*/ 0 h 3570623"/>
              <a:gd name="connsiteX1" fmla="*/ 901271 w 3620772"/>
              <a:gd name="connsiteY1" fmla="*/ 1134224 h 3570623"/>
              <a:gd name="connsiteX2" fmla="*/ 2022199 w 3620772"/>
              <a:gd name="connsiteY2" fmla="*/ 1878286 h 3570623"/>
              <a:gd name="connsiteX3" fmla="*/ 1995885 w 3620772"/>
              <a:gd name="connsiteY3" fmla="*/ 2376937 h 3570623"/>
              <a:gd name="connsiteX4" fmla="*/ 2895931 w 3620772"/>
              <a:gd name="connsiteY4" fmla="*/ 2576026 h 3570623"/>
              <a:gd name="connsiteX5" fmla="*/ 3620772 w 3620772"/>
              <a:gd name="connsiteY5" fmla="*/ 3570623 h 357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20772" h="3570623">
                <a:moveTo>
                  <a:pt x="0" y="0"/>
                </a:moveTo>
                <a:cubicBezTo>
                  <a:pt x="816765" y="312857"/>
                  <a:pt x="564238" y="821176"/>
                  <a:pt x="901271" y="1134224"/>
                </a:cubicBezTo>
                <a:cubicBezTo>
                  <a:pt x="1238304" y="1447272"/>
                  <a:pt x="1619710" y="1521688"/>
                  <a:pt x="2022199" y="1878286"/>
                </a:cubicBezTo>
                <a:cubicBezTo>
                  <a:pt x="2117064" y="2091867"/>
                  <a:pt x="1850263" y="2260647"/>
                  <a:pt x="1995885" y="2376937"/>
                </a:cubicBezTo>
                <a:cubicBezTo>
                  <a:pt x="2141507" y="2493227"/>
                  <a:pt x="2626849" y="2351967"/>
                  <a:pt x="2895931" y="2576026"/>
                </a:cubicBezTo>
                <a:cubicBezTo>
                  <a:pt x="3185536" y="2793736"/>
                  <a:pt x="3573740" y="3018647"/>
                  <a:pt x="3620772" y="3570623"/>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9983691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 Content_4">
    <p:spTree>
      <p:nvGrpSpPr>
        <p:cNvPr id="1" name=""/>
        <p:cNvGrpSpPr/>
        <p:nvPr/>
      </p:nvGrpSpPr>
      <p:grpSpPr>
        <a:xfrm>
          <a:off x="0" y="0"/>
          <a:ext cx="0" cy="0"/>
          <a:chOff x="0" y="0"/>
          <a:chExt cx="0" cy="0"/>
        </a:xfrm>
      </p:grpSpPr>
      <p:grpSp>
        <p:nvGrpSpPr>
          <p:cNvPr id="48" name="Group 47">
            <a:extLst>
              <a:ext uri="{FF2B5EF4-FFF2-40B4-BE49-F238E27FC236}">
                <a16:creationId xmlns:a16="http://schemas.microsoft.com/office/drawing/2014/main" id="{3A970C37-88CF-AE3C-5497-9294A70C1B7A}"/>
              </a:ext>
            </a:extLst>
          </p:cNvPr>
          <p:cNvGrpSpPr/>
          <p:nvPr userDrawn="1"/>
        </p:nvGrpSpPr>
        <p:grpSpPr>
          <a:xfrm rot="10800000" flipH="1" flipV="1">
            <a:off x="-856781" y="-1335666"/>
            <a:ext cx="5702068" cy="8439423"/>
            <a:chOff x="-873122" y="-1333785"/>
            <a:chExt cx="5702068" cy="8439423"/>
          </a:xfrm>
        </p:grpSpPr>
        <p:sp>
          <p:nvSpPr>
            <p:cNvPr id="49" name="Freeform: Shape 48">
              <a:extLst>
                <a:ext uri="{FF2B5EF4-FFF2-40B4-BE49-F238E27FC236}">
                  <a16:creationId xmlns:a16="http://schemas.microsoft.com/office/drawing/2014/main" id="{EEF66B10-64F8-F007-DE16-B5A14F64F667}"/>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50" name="Freeform: Shape 49">
              <a:extLst>
                <a:ext uri="{FF2B5EF4-FFF2-40B4-BE49-F238E27FC236}">
                  <a16:creationId xmlns:a16="http://schemas.microsoft.com/office/drawing/2014/main" id="{3250AD00-F3C3-E405-3B2A-FF2F721F407D}"/>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51" name="Freeform: Shape 50">
              <a:extLst>
                <a:ext uri="{FF2B5EF4-FFF2-40B4-BE49-F238E27FC236}">
                  <a16:creationId xmlns:a16="http://schemas.microsoft.com/office/drawing/2014/main" id="{FA6AC1A9-1EBB-FAC0-68E6-275DC7F4EF85}"/>
                </a:ext>
              </a:extLst>
            </p:cNvPr>
            <p:cNvSpPr/>
            <p:nvPr userDrawn="1"/>
          </p:nvSpPr>
          <p:spPr>
            <a:xfrm rot="9306195" flipV="1">
              <a:off x="952165" y="-1333785"/>
              <a:ext cx="9745"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52" name="Freeform: Shape 51">
              <a:extLst>
                <a:ext uri="{FF2B5EF4-FFF2-40B4-BE49-F238E27FC236}">
                  <a16:creationId xmlns:a16="http://schemas.microsoft.com/office/drawing/2014/main" id="{0ADAD2FA-E9C2-2041-1FDA-D7DF70D8536E}"/>
                </a:ext>
              </a:extLst>
            </p:cNvPr>
            <p:cNvSpPr/>
            <p:nvPr userDrawn="1"/>
          </p:nvSpPr>
          <p:spPr>
            <a:xfrm rot="15058907" flipV="1">
              <a:off x="1123737" y="4878487"/>
              <a:ext cx="1084222" cy="1709070"/>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4495 w 1324130"/>
                <a:gd name="connsiteY0" fmla="*/ 1664146 h 2349805"/>
                <a:gd name="connsiteX1" fmla="*/ 97839 w 1324130"/>
                <a:gd name="connsiteY1" fmla="*/ 1271049 h 2349805"/>
                <a:gd name="connsiteX2" fmla="*/ 97839 w 1324130"/>
                <a:gd name="connsiteY2" fmla="*/ 991109 h 2349805"/>
                <a:gd name="connsiteX3" fmla="*/ 195756 w 1324130"/>
                <a:gd name="connsiteY3" fmla="*/ 588964 h 2349805"/>
                <a:gd name="connsiteX4" fmla="*/ 373778 w 1324130"/>
                <a:gd name="connsiteY4" fmla="*/ 336170 h 2349805"/>
                <a:gd name="connsiteX5" fmla="*/ 706867 w 1324130"/>
                <a:gd name="connsiteY5" fmla="*/ 86234 h 2349805"/>
                <a:gd name="connsiteX6" fmla="*/ 953755 w 1324130"/>
                <a:gd name="connsiteY6" fmla="*/ 33 h 2349805"/>
                <a:gd name="connsiteX7" fmla="*/ 1105965 w 1324130"/>
                <a:gd name="connsiteY7" fmla="*/ 60326 h 2349805"/>
                <a:gd name="connsiteX8" fmla="*/ 1146160 w 1324130"/>
                <a:gd name="connsiteY8" fmla="*/ 221204 h 2349805"/>
                <a:gd name="connsiteX9" fmla="*/ 1177783 w 1324130"/>
                <a:gd name="connsiteY9" fmla="*/ 448089 h 2349805"/>
                <a:gd name="connsiteX10" fmla="*/ 1281129 w 1324130"/>
                <a:gd name="connsiteY10" fmla="*/ 789941 h 2349805"/>
                <a:gd name="connsiteX11" fmla="*/ 1306942 w 1324130"/>
                <a:gd name="connsiteY11" fmla="*/ 942151 h 2349805"/>
                <a:gd name="connsiteX12" fmla="*/ 1321325 w 1324130"/>
                <a:gd name="connsiteY12" fmla="*/ 1272478 h 2349805"/>
                <a:gd name="connsiteX13" fmla="*/ 1215121 w 1324130"/>
                <a:gd name="connsiteY13" fmla="*/ 1660240 h 2349805"/>
                <a:gd name="connsiteX14" fmla="*/ 1085962 w 1324130"/>
                <a:gd name="connsiteY14" fmla="*/ 1844073 h 2349805"/>
                <a:gd name="connsiteX15" fmla="*/ 849075 w 1324130"/>
                <a:gd name="connsiteY15" fmla="*/ 2081055 h 2349805"/>
                <a:gd name="connsiteX16" fmla="*/ 476725 w 1324130"/>
                <a:gd name="connsiteY16" fmla="*/ 2349719 h 2349805"/>
                <a:gd name="connsiteX17" fmla="*/ 126985 w 1324130"/>
                <a:gd name="connsiteY17" fmla="*/ 2134205 h 2349805"/>
                <a:gd name="connsiteX18" fmla="*/ 683 w 1324130"/>
                <a:gd name="connsiteY18" fmla="*/ 1829690 h 2349805"/>
                <a:gd name="connsiteX19" fmla="*/ 14495 w 1324130"/>
                <a:gd name="connsiteY19" fmla="*/ 1664146 h 2349805"/>
                <a:gd name="connsiteX0" fmla="*/ 14495 w 1324130"/>
                <a:gd name="connsiteY0" fmla="*/ 1664146 h 2349806"/>
                <a:gd name="connsiteX1" fmla="*/ 97839 w 1324130"/>
                <a:gd name="connsiteY1" fmla="*/ 1271049 h 2349806"/>
                <a:gd name="connsiteX2" fmla="*/ 97839 w 1324130"/>
                <a:gd name="connsiteY2" fmla="*/ 991109 h 2349806"/>
                <a:gd name="connsiteX3" fmla="*/ 195756 w 1324130"/>
                <a:gd name="connsiteY3" fmla="*/ 588964 h 2349806"/>
                <a:gd name="connsiteX4" fmla="*/ 373778 w 1324130"/>
                <a:gd name="connsiteY4" fmla="*/ 336170 h 2349806"/>
                <a:gd name="connsiteX5" fmla="*/ 706867 w 1324130"/>
                <a:gd name="connsiteY5" fmla="*/ 86234 h 2349806"/>
                <a:gd name="connsiteX6" fmla="*/ 953755 w 1324130"/>
                <a:gd name="connsiteY6" fmla="*/ 33 h 2349806"/>
                <a:gd name="connsiteX7" fmla="*/ 1105965 w 1324130"/>
                <a:gd name="connsiteY7" fmla="*/ 60326 h 2349806"/>
                <a:gd name="connsiteX8" fmla="*/ 1146160 w 1324130"/>
                <a:gd name="connsiteY8" fmla="*/ 221204 h 2349806"/>
                <a:gd name="connsiteX9" fmla="*/ 1177783 w 1324130"/>
                <a:gd name="connsiteY9" fmla="*/ 448089 h 2349806"/>
                <a:gd name="connsiteX10" fmla="*/ 1281129 w 1324130"/>
                <a:gd name="connsiteY10" fmla="*/ 789941 h 2349806"/>
                <a:gd name="connsiteX11" fmla="*/ 1306942 w 1324130"/>
                <a:gd name="connsiteY11" fmla="*/ 942151 h 2349806"/>
                <a:gd name="connsiteX12" fmla="*/ 1321325 w 1324130"/>
                <a:gd name="connsiteY12" fmla="*/ 1272478 h 2349806"/>
                <a:gd name="connsiteX13" fmla="*/ 1215121 w 1324130"/>
                <a:gd name="connsiteY13" fmla="*/ 1660240 h 2349806"/>
                <a:gd name="connsiteX14" fmla="*/ 1137530 w 1324130"/>
                <a:gd name="connsiteY14" fmla="*/ 1871706 h 2349806"/>
                <a:gd name="connsiteX15" fmla="*/ 849075 w 1324130"/>
                <a:gd name="connsiteY15" fmla="*/ 2081055 h 2349806"/>
                <a:gd name="connsiteX16" fmla="*/ 476725 w 1324130"/>
                <a:gd name="connsiteY16" fmla="*/ 2349719 h 2349806"/>
                <a:gd name="connsiteX17" fmla="*/ 126985 w 1324130"/>
                <a:gd name="connsiteY17" fmla="*/ 2134205 h 2349806"/>
                <a:gd name="connsiteX18" fmla="*/ 683 w 1324130"/>
                <a:gd name="connsiteY18" fmla="*/ 1829690 h 2349806"/>
                <a:gd name="connsiteX19" fmla="*/ 14495 w 1324130"/>
                <a:gd name="connsiteY19" fmla="*/ 1664146 h 2349806"/>
                <a:gd name="connsiteX0" fmla="*/ 14495 w 1365622"/>
                <a:gd name="connsiteY0" fmla="*/ 1664146 h 2349806"/>
                <a:gd name="connsiteX1" fmla="*/ 97839 w 1365622"/>
                <a:gd name="connsiteY1" fmla="*/ 1271049 h 2349806"/>
                <a:gd name="connsiteX2" fmla="*/ 97839 w 1365622"/>
                <a:gd name="connsiteY2" fmla="*/ 991109 h 2349806"/>
                <a:gd name="connsiteX3" fmla="*/ 195756 w 1365622"/>
                <a:gd name="connsiteY3" fmla="*/ 588964 h 2349806"/>
                <a:gd name="connsiteX4" fmla="*/ 373778 w 1365622"/>
                <a:gd name="connsiteY4" fmla="*/ 336170 h 2349806"/>
                <a:gd name="connsiteX5" fmla="*/ 706867 w 1365622"/>
                <a:gd name="connsiteY5" fmla="*/ 86234 h 2349806"/>
                <a:gd name="connsiteX6" fmla="*/ 953755 w 1365622"/>
                <a:gd name="connsiteY6" fmla="*/ 33 h 2349806"/>
                <a:gd name="connsiteX7" fmla="*/ 1105965 w 1365622"/>
                <a:gd name="connsiteY7" fmla="*/ 60326 h 2349806"/>
                <a:gd name="connsiteX8" fmla="*/ 1146160 w 1365622"/>
                <a:gd name="connsiteY8" fmla="*/ 221204 h 2349806"/>
                <a:gd name="connsiteX9" fmla="*/ 1177783 w 1365622"/>
                <a:gd name="connsiteY9" fmla="*/ 448089 h 2349806"/>
                <a:gd name="connsiteX10" fmla="*/ 1281129 w 1365622"/>
                <a:gd name="connsiteY10" fmla="*/ 789941 h 2349806"/>
                <a:gd name="connsiteX11" fmla="*/ 1363206 w 1365622"/>
                <a:gd name="connsiteY11" fmla="*/ 901731 h 2349806"/>
                <a:gd name="connsiteX12" fmla="*/ 1321325 w 1365622"/>
                <a:gd name="connsiteY12" fmla="*/ 1272478 h 2349806"/>
                <a:gd name="connsiteX13" fmla="*/ 1215121 w 1365622"/>
                <a:gd name="connsiteY13" fmla="*/ 1660240 h 2349806"/>
                <a:gd name="connsiteX14" fmla="*/ 1137530 w 1365622"/>
                <a:gd name="connsiteY14" fmla="*/ 1871706 h 2349806"/>
                <a:gd name="connsiteX15" fmla="*/ 849075 w 1365622"/>
                <a:gd name="connsiteY15" fmla="*/ 2081055 h 2349806"/>
                <a:gd name="connsiteX16" fmla="*/ 476725 w 1365622"/>
                <a:gd name="connsiteY16" fmla="*/ 2349719 h 2349806"/>
                <a:gd name="connsiteX17" fmla="*/ 126985 w 1365622"/>
                <a:gd name="connsiteY17" fmla="*/ 2134205 h 2349806"/>
                <a:gd name="connsiteX18" fmla="*/ 683 w 1365622"/>
                <a:gd name="connsiteY18" fmla="*/ 1829690 h 2349806"/>
                <a:gd name="connsiteX19" fmla="*/ 14495 w 1365622"/>
                <a:gd name="connsiteY19" fmla="*/ 1664146 h 2349806"/>
                <a:gd name="connsiteX0" fmla="*/ 86738 w 1365011"/>
                <a:gd name="connsiteY0" fmla="*/ 1642612 h 2349806"/>
                <a:gd name="connsiteX1" fmla="*/ 97228 w 1365011"/>
                <a:gd name="connsiteY1" fmla="*/ 1271049 h 2349806"/>
                <a:gd name="connsiteX2" fmla="*/ 97228 w 1365011"/>
                <a:gd name="connsiteY2" fmla="*/ 991109 h 2349806"/>
                <a:gd name="connsiteX3" fmla="*/ 195145 w 1365011"/>
                <a:gd name="connsiteY3" fmla="*/ 588964 h 2349806"/>
                <a:gd name="connsiteX4" fmla="*/ 373167 w 1365011"/>
                <a:gd name="connsiteY4" fmla="*/ 336170 h 2349806"/>
                <a:gd name="connsiteX5" fmla="*/ 706256 w 1365011"/>
                <a:gd name="connsiteY5" fmla="*/ 86234 h 2349806"/>
                <a:gd name="connsiteX6" fmla="*/ 953144 w 1365011"/>
                <a:gd name="connsiteY6" fmla="*/ 33 h 2349806"/>
                <a:gd name="connsiteX7" fmla="*/ 1105354 w 1365011"/>
                <a:gd name="connsiteY7" fmla="*/ 60326 h 2349806"/>
                <a:gd name="connsiteX8" fmla="*/ 1145549 w 1365011"/>
                <a:gd name="connsiteY8" fmla="*/ 221204 h 2349806"/>
                <a:gd name="connsiteX9" fmla="*/ 1177172 w 1365011"/>
                <a:gd name="connsiteY9" fmla="*/ 448089 h 2349806"/>
                <a:gd name="connsiteX10" fmla="*/ 1280518 w 1365011"/>
                <a:gd name="connsiteY10" fmla="*/ 789941 h 2349806"/>
                <a:gd name="connsiteX11" fmla="*/ 1362595 w 1365011"/>
                <a:gd name="connsiteY11" fmla="*/ 901731 h 2349806"/>
                <a:gd name="connsiteX12" fmla="*/ 1320714 w 1365011"/>
                <a:gd name="connsiteY12" fmla="*/ 1272478 h 2349806"/>
                <a:gd name="connsiteX13" fmla="*/ 1214510 w 1365011"/>
                <a:gd name="connsiteY13" fmla="*/ 1660240 h 2349806"/>
                <a:gd name="connsiteX14" fmla="*/ 1136919 w 1365011"/>
                <a:gd name="connsiteY14" fmla="*/ 1871706 h 2349806"/>
                <a:gd name="connsiteX15" fmla="*/ 848464 w 1365011"/>
                <a:gd name="connsiteY15" fmla="*/ 2081055 h 2349806"/>
                <a:gd name="connsiteX16" fmla="*/ 476114 w 1365011"/>
                <a:gd name="connsiteY16" fmla="*/ 2349719 h 2349806"/>
                <a:gd name="connsiteX17" fmla="*/ 126374 w 1365011"/>
                <a:gd name="connsiteY17" fmla="*/ 2134205 h 2349806"/>
                <a:gd name="connsiteX18" fmla="*/ 72 w 1365011"/>
                <a:gd name="connsiteY18" fmla="*/ 1829690 h 2349806"/>
                <a:gd name="connsiteX19" fmla="*/ 86738 w 1365011"/>
                <a:gd name="connsiteY19" fmla="*/ 1642612 h 2349806"/>
                <a:gd name="connsiteX0" fmla="*/ 86738 w 1365011"/>
                <a:gd name="connsiteY0" fmla="*/ 1642612 h 2359700"/>
                <a:gd name="connsiteX1" fmla="*/ 97228 w 1365011"/>
                <a:gd name="connsiteY1" fmla="*/ 1271049 h 2359700"/>
                <a:gd name="connsiteX2" fmla="*/ 97228 w 1365011"/>
                <a:gd name="connsiteY2" fmla="*/ 991109 h 2359700"/>
                <a:gd name="connsiteX3" fmla="*/ 195145 w 1365011"/>
                <a:gd name="connsiteY3" fmla="*/ 588964 h 2359700"/>
                <a:gd name="connsiteX4" fmla="*/ 373167 w 1365011"/>
                <a:gd name="connsiteY4" fmla="*/ 336170 h 2359700"/>
                <a:gd name="connsiteX5" fmla="*/ 706256 w 1365011"/>
                <a:gd name="connsiteY5" fmla="*/ 86234 h 2359700"/>
                <a:gd name="connsiteX6" fmla="*/ 953144 w 1365011"/>
                <a:gd name="connsiteY6" fmla="*/ 33 h 2359700"/>
                <a:gd name="connsiteX7" fmla="*/ 1105354 w 1365011"/>
                <a:gd name="connsiteY7" fmla="*/ 60326 h 2359700"/>
                <a:gd name="connsiteX8" fmla="*/ 1145549 w 1365011"/>
                <a:gd name="connsiteY8" fmla="*/ 221204 h 2359700"/>
                <a:gd name="connsiteX9" fmla="*/ 1177172 w 1365011"/>
                <a:gd name="connsiteY9" fmla="*/ 448089 h 2359700"/>
                <a:gd name="connsiteX10" fmla="*/ 1280518 w 1365011"/>
                <a:gd name="connsiteY10" fmla="*/ 789941 h 2359700"/>
                <a:gd name="connsiteX11" fmla="*/ 1362595 w 1365011"/>
                <a:gd name="connsiteY11" fmla="*/ 901731 h 2359700"/>
                <a:gd name="connsiteX12" fmla="*/ 1320714 w 1365011"/>
                <a:gd name="connsiteY12" fmla="*/ 1272478 h 2359700"/>
                <a:gd name="connsiteX13" fmla="*/ 1214510 w 1365011"/>
                <a:gd name="connsiteY13" fmla="*/ 1660240 h 2359700"/>
                <a:gd name="connsiteX14" fmla="*/ 1136919 w 1365011"/>
                <a:gd name="connsiteY14" fmla="*/ 1871706 h 2359700"/>
                <a:gd name="connsiteX15" fmla="*/ 848464 w 1365011"/>
                <a:gd name="connsiteY15" fmla="*/ 2081055 h 2359700"/>
                <a:gd name="connsiteX16" fmla="*/ 476114 w 1365011"/>
                <a:gd name="connsiteY16" fmla="*/ 2349719 h 2359700"/>
                <a:gd name="connsiteX17" fmla="*/ 105160 w 1365011"/>
                <a:gd name="connsiteY17" fmla="*/ 2257468 h 2359700"/>
                <a:gd name="connsiteX18" fmla="*/ 72 w 1365011"/>
                <a:gd name="connsiteY18" fmla="*/ 1829690 h 2359700"/>
                <a:gd name="connsiteX19" fmla="*/ 86738 w 1365011"/>
                <a:gd name="connsiteY19" fmla="*/ 1642612 h 2359700"/>
                <a:gd name="connsiteX0" fmla="*/ 86738 w 1365011"/>
                <a:gd name="connsiteY0" fmla="*/ 1658943 h 2376029"/>
                <a:gd name="connsiteX1" fmla="*/ 97228 w 1365011"/>
                <a:gd name="connsiteY1" fmla="*/ 1287380 h 2376029"/>
                <a:gd name="connsiteX2" fmla="*/ 97228 w 1365011"/>
                <a:gd name="connsiteY2" fmla="*/ 1007440 h 2376029"/>
                <a:gd name="connsiteX3" fmla="*/ 195145 w 1365011"/>
                <a:gd name="connsiteY3" fmla="*/ 605295 h 2376029"/>
                <a:gd name="connsiteX4" fmla="*/ 373167 w 1365011"/>
                <a:gd name="connsiteY4" fmla="*/ 352501 h 2376029"/>
                <a:gd name="connsiteX5" fmla="*/ 953144 w 1365011"/>
                <a:gd name="connsiteY5" fmla="*/ 16364 h 2376029"/>
                <a:gd name="connsiteX6" fmla="*/ 1105354 w 1365011"/>
                <a:gd name="connsiteY6" fmla="*/ 76657 h 2376029"/>
                <a:gd name="connsiteX7" fmla="*/ 1145549 w 1365011"/>
                <a:gd name="connsiteY7" fmla="*/ 237535 h 2376029"/>
                <a:gd name="connsiteX8" fmla="*/ 1177172 w 1365011"/>
                <a:gd name="connsiteY8" fmla="*/ 464420 h 2376029"/>
                <a:gd name="connsiteX9" fmla="*/ 1280518 w 1365011"/>
                <a:gd name="connsiteY9" fmla="*/ 806272 h 2376029"/>
                <a:gd name="connsiteX10" fmla="*/ 1362595 w 1365011"/>
                <a:gd name="connsiteY10" fmla="*/ 918062 h 2376029"/>
                <a:gd name="connsiteX11" fmla="*/ 1320714 w 1365011"/>
                <a:gd name="connsiteY11" fmla="*/ 1288809 h 2376029"/>
                <a:gd name="connsiteX12" fmla="*/ 1214510 w 1365011"/>
                <a:gd name="connsiteY12" fmla="*/ 1676571 h 2376029"/>
                <a:gd name="connsiteX13" fmla="*/ 1136919 w 1365011"/>
                <a:gd name="connsiteY13" fmla="*/ 1888037 h 2376029"/>
                <a:gd name="connsiteX14" fmla="*/ 848464 w 1365011"/>
                <a:gd name="connsiteY14" fmla="*/ 2097386 h 2376029"/>
                <a:gd name="connsiteX15" fmla="*/ 476114 w 1365011"/>
                <a:gd name="connsiteY15" fmla="*/ 2366050 h 2376029"/>
                <a:gd name="connsiteX16" fmla="*/ 105160 w 1365011"/>
                <a:gd name="connsiteY16" fmla="*/ 2273799 h 2376029"/>
                <a:gd name="connsiteX17" fmla="*/ 72 w 1365011"/>
                <a:gd name="connsiteY17" fmla="*/ 1846021 h 2376029"/>
                <a:gd name="connsiteX18" fmla="*/ 86738 w 1365011"/>
                <a:gd name="connsiteY18" fmla="*/ 1658943 h 2376029"/>
                <a:gd name="connsiteX0" fmla="*/ 86738 w 1365011"/>
                <a:gd name="connsiteY0" fmla="*/ 1633074 h 2350161"/>
                <a:gd name="connsiteX1" fmla="*/ 97228 w 1365011"/>
                <a:gd name="connsiteY1" fmla="*/ 1261511 h 2350161"/>
                <a:gd name="connsiteX2" fmla="*/ 97228 w 1365011"/>
                <a:gd name="connsiteY2" fmla="*/ 981571 h 2350161"/>
                <a:gd name="connsiteX3" fmla="*/ 195145 w 1365011"/>
                <a:gd name="connsiteY3" fmla="*/ 579426 h 2350161"/>
                <a:gd name="connsiteX4" fmla="*/ 373167 w 1365011"/>
                <a:gd name="connsiteY4" fmla="*/ 326632 h 2350161"/>
                <a:gd name="connsiteX5" fmla="*/ 814384 w 1365011"/>
                <a:gd name="connsiteY5" fmla="*/ 19593 h 2350161"/>
                <a:gd name="connsiteX6" fmla="*/ 1105354 w 1365011"/>
                <a:gd name="connsiteY6" fmla="*/ 50788 h 2350161"/>
                <a:gd name="connsiteX7" fmla="*/ 1145549 w 1365011"/>
                <a:gd name="connsiteY7" fmla="*/ 211666 h 2350161"/>
                <a:gd name="connsiteX8" fmla="*/ 1177172 w 1365011"/>
                <a:gd name="connsiteY8" fmla="*/ 438551 h 2350161"/>
                <a:gd name="connsiteX9" fmla="*/ 1280518 w 1365011"/>
                <a:gd name="connsiteY9" fmla="*/ 780403 h 2350161"/>
                <a:gd name="connsiteX10" fmla="*/ 1362595 w 1365011"/>
                <a:gd name="connsiteY10" fmla="*/ 892193 h 2350161"/>
                <a:gd name="connsiteX11" fmla="*/ 1320714 w 1365011"/>
                <a:gd name="connsiteY11" fmla="*/ 1262940 h 2350161"/>
                <a:gd name="connsiteX12" fmla="*/ 1214510 w 1365011"/>
                <a:gd name="connsiteY12" fmla="*/ 1650702 h 2350161"/>
                <a:gd name="connsiteX13" fmla="*/ 1136919 w 1365011"/>
                <a:gd name="connsiteY13" fmla="*/ 1862168 h 2350161"/>
                <a:gd name="connsiteX14" fmla="*/ 848464 w 1365011"/>
                <a:gd name="connsiteY14" fmla="*/ 2071517 h 2350161"/>
                <a:gd name="connsiteX15" fmla="*/ 476114 w 1365011"/>
                <a:gd name="connsiteY15" fmla="*/ 2340181 h 2350161"/>
                <a:gd name="connsiteX16" fmla="*/ 105160 w 1365011"/>
                <a:gd name="connsiteY16" fmla="*/ 2247930 h 2350161"/>
                <a:gd name="connsiteX17" fmla="*/ 72 w 1365011"/>
                <a:gd name="connsiteY17" fmla="*/ 1820152 h 2350161"/>
                <a:gd name="connsiteX18" fmla="*/ 86738 w 1365011"/>
                <a:gd name="connsiteY18" fmla="*/ 1633074 h 2350161"/>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177172 w 1365011"/>
                <a:gd name="connsiteY8" fmla="*/ 439252 h 2350862"/>
                <a:gd name="connsiteX9" fmla="*/ 1280518 w 1365011"/>
                <a:gd name="connsiteY9" fmla="*/ 781104 h 2350862"/>
                <a:gd name="connsiteX10" fmla="*/ 1362595 w 1365011"/>
                <a:gd name="connsiteY10" fmla="*/ 892894 h 2350862"/>
                <a:gd name="connsiteX11" fmla="*/ 1320714 w 1365011"/>
                <a:gd name="connsiteY11" fmla="*/ 1263641 h 2350862"/>
                <a:gd name="connsiteX12" fmla="*/ 1214510 w 1365011"/>
                <a:gd name="connsiteY12" fmla="*/ 1651403 h 2350862"/>
                <a:gd name="connsiteX13" fmla="*/ 1136919 w 1365011"/>
                <a:gd name="connsiteY13" fmla="*/ 1862869 h 2350862"/>
                <a:gd name="connsiteX14" fmla="*/ 848464 w 1365011"/>
                <a:gd name="connsiteY14" fmla="*/ 2072218 h 2350862"/>
                <a:gd name="connsiteX15" fmla="*/ 476114 w 1365011"/>
                <a:gd name="connsiteY15" fmla="*/ 2340882 h 2350862"/>
                <a:gd name="connsiteX16" fmla="*/ 105160 w 1365011"/>
                <a:gd name="connsiteY16" fmla="*/ 2248631 h 2350862"/>
                <a:gd name="connsiteX17" fmla="*/ 72 w 1365011"/>
                <a:gd name="connsiteY17" fmla="*/ 1820853 h 2350862"/>
                <a:gd name="connsiteX18" fmla="*/ 86738 w 1365011"/>
                <a:gd name="connsiteY18"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80518 w 1365011"/>
                <a:gd name="connsiteY8" fmla="*/ 781104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3775 h 2350862"/>
                <a:gd name="connsiteX1" fmla="*/ 97228 w 1365011"/>
                <a:gd name="connsiteY1" fmla="*/ 1262212 h 2350862"/>
                <a:gd name="connsiteX2" fmla="*/ 97228 w 1365011"/>
                <a:gd name="connsiteY2" fmla="*/ 982272 h 2350862"/>
                <a:gd name="connsiteX3" fmla="*/ 195145 w 1365011"/>
                <a:gd name="connsiteY3" fmla="*/ 580127 h 2350862"/>
                <a:gd name="connsiteX4" fmla="*/ 373167 w 1365011"/>
                <a:gd name="connsiteY4" fmla="*/ 327333 h 2350862"/>
                <a:gd name="connsiteX5" fmla="*/ 814384 w 1365011"/>
                <a:gd name="connsiteY5" fmla="*/ 20294 h 2350862"/>
                <a:gd name="connsiteX6" fmla="*/ 1105354 w 1365011"/>
                <a:gd name="connsiteY6" fmla="*/ 51489 h 2350862"/>
                <a:gd name="connsiteX7" fmla="*/ 1155456 w 1365011"/>
                <a:gd name="connsiteY7" fmla="*/ 233462 h 2350862"/>
                <a:gd name="connsiteX8" fmla="*/ 1248398 w 1365011"/>
                <a:gd name="connsiteY8" fmla="*/ 696278 h 2350862"/>
                <a:gd name="connsiteX9" fmla="*/ 1362595 w 1365011"/>
                <a:gd name="connsiteY9" fmla="*/ 892894 h 2350862"/>
                <a:gd name="connsiteX10" fmla="*/ 1320714 w 1365011"/>
                <a:gd name="connsiteY10" fmla="*/ 1263641 h 2350862"/>
                <a:gd name="connsiteX11" fmla="*/ 1214510 w 1365011"/>
                <a:gd name="connsiteY11" fmla="*/ 1651403 h 2350862"/>
                <a:gd name="connsiteX12" fmla="*/ 1136919 w 1365011"/>
                <a:gd name="connsiteY12" fmla="*/ 1862869 h 2350862"/>
                <a:gd name="connsiteX13" fmla="*/ 848464 w 1365011"/>
                <a:gd name="connsiteY13" fmla="*/ 2072218 h 2350862"/>
                <a:gd name="connsiteX14" fmla="*/ 476114 w 1365011"/>
                <a:gd name="connsiteY14" fmla="*/ 2340882 h 2350862"/>
                <a:gd name="connsiteX15" fmla="*/ 105160 w 1365011"/>
                <a:gd name="connsiteY15" fmla="*/ 2248631 h 2350862"/>
                <a:gd name="connsiteX16" fmla="*/ 72 w 1365011"/>
                <a:gd name="connsiteY16" fmla="*/ 1820853 h 2350862"/>
                <a:gd name="connsiteX17" fmla="*/ 86738 w 1365011"/>
                <a:gd name="connsiteY17" fmla="*/ 1633775 h 2350862"/>
                <a:gd name="connsiteX0" fmla="*/ 86738 w 1365011"/>
                <a:gd name="connsiteY0" fmla="*/ 1636604 h 2353691"/>
                <a:gd name="connsiteX1" fmla="*/ 97228 w 1365011"/>
                <a:gd name="connsiteY1" fmla="*/ 1265041 h 2353691"/>
                <a:gd name="connsiteX2" fmla="*/ 97228 w 1365011"/>
                <a:gd name="connsiteY2" fmla="*/ 985101 h 2353691"/>
                <a:gd name="connsiteX3" fmla="*/ 195145 w 1365011"/>
                <a:gd name="connsiteY3" fmla="*/ 582956 h 2353691"/>
                <a:gd name="connsiteX4" fmla="*/ 373167 w 1365011"/>
                <a:gd name="connsiteY4" fmla="*/ 330162 h 2353691"/>
                <a:gd name="connsiteX5" fmla="*/ 814384 w 1365011"/>
                <a:gd name="connsiteY5" fmla="*/ 23123 h 2353691"/>
                <a:gd name="connsiteX6" fmla="*/ 1105354 w 1365011"/>
                <a:gd name="connsiteY6" fmla="*/ 54318 h 2353691"/>
                <a:gd name="connsiteX7" fmla="*/ 1152598 w 1365011"/>
                <a:gd name="connsiteY7" fmla="*/ 312369 h 2353691"/>
                <a:gd name="connsiteX8" fmla="*/ 1248398 w 1365011"/>
                <a:gd name="connsiteY8" fmla="*/ 699107 h 2353691"/>
                <a:gd name="connsiteX9" fmla="*/ 1362595 w 1365011"/>
                <a:gd name="connsiteY9" fmla="*/ 895723 h 2353691"/>
                <a:gd name="connsiteX10" fmla="*/ 1320714 w 1365011"/>
                <a:gd name="connsiteY10" fmla="*/ 1266470 h 2353691"/>
                <a:gd name="connsiteX11" fmla="*/ 1214510 w 1365011"/>
                <a:gd name="connsiteY11" fmla="*/ 1654232 h 2353691"/>
                <a:gd name="connsiteX12" fmla="*/ 1136919 w 1365011"/>
                <a:gd name="connsiteY12" fmla="*/ 1865698 h 2353691"/>
                <a:gd name="connsiteX13" fmla="*/ 848464 w 1365011"/>
                <a:gd name="connsiteY13" fmla="*/ 2075047 h 2353691"/>
                <a:gd name="connsiteX14" fmla="*/ 476114 w 1365011"/>
                <a:gd name="connsiteY14" fmla="*/ 2343711 h 2353691"/>
                <a:gd name="connsiteX15" fmla="*/ 105160 w 1365011"/>
                <a:gd name="connsiteY15" fmla="*/ 2251460 h 2353691"/>
                <a:gd name="connsiteX16" fmla="*/ 72 w 1365011"/>
                <a:gd name="connsiteY16" fmla="*/ 1823682 h 2353691"/>
                <a:gd name="connsiteX17" fmla="*/ 86738 w 1365011"/>
                <a:gd name="connsiteY17" fmla="*/ 1636604 h 235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5011" h="2353691">
                  <a:moveTo>
                    <a:pt x="86738" y="1636604"/>
                  </a:moveTo>
                  <a:cubicBezTo>
                    <a:pt x="112836" y="1504778"/>
                    <a:pt x="86941" y="1398772"/>
                    <a:pt x="97228" y="1265041"/>
                  </a:cubicBezTo>
                  <a:cubicBezTo>
                    <a:pt x="104371" y="1171887"/>
                    <a:pt x="94179" y="1078446"/>
                    <a:pt x="97228" y="985101"/>
                  </a:cubicBezTo>
                  <a:cubicBezTo>
                    <a:pt x="101800" y="845751"/>
                    <a:pt x="134566" y="708400"/>
                    <a:pt x="195145" y="582956"/>
                  </a:cubicBezTo>
                  <a:cubicBezTo>
                    <a:pt x="240198" y="489516"/>
                    <a:pt x="269961" y="423467"/>
                    <a:pt x="373167" y="330162"/>
                  </a:cubicBezTo>
                  <a:cubicBezTo>
                    <a:pt x="476373" y="236857"/>
                    <a:pt x="692353" y="69097"/>
                    <a:pt x="814384" y="23123"/>
                  </a:cubicBezTo>
                  <a:cubicBezTo>
                    <a:pt x="936415" y="-22851"/>
                    <a:pt x="1048985" y="6110"/>
                    <a:pt x="1105354" y="54318"/>
                  </a:cubicBezTo>
                  <a:cubicBezTo>
                    <a:pt x="1161723" y="102526"/>
                    <a:pt x="1148883" y="255409"/>
                    <a:pt x="1152598" y="312369"/>
                  </a:cubicBezTo>
                  <a:cubicBezTo>
                    <a:pt x="1181792" y="433971"/>
                    <a:pt x="1213875" y="589202"/>
                    <a:pt x="1248398" y="699107"/>
                  </a:cubicBezTo>
                  <a:cubicBezTo>
                    <a:pt x="1260209" y="749209"/>
                    <a:pt x="1356309" y="844669"/>
                    <a:pt x="1362595" y="895723"/>
                  </a:cubicBezTo>
                  <a:cubicBezTo>
                    <a:pt x="1376216" y="1005356"/>
                    <a:pt x="1328143" y="1156266"/>
                    <a:pt x="1320714" y="1266470"/>
                  </a:cubicBezTo>
                  <a:cubicBezTo>
                    <a:pt x="1311570" y="1401820"/>
                    <a:pt x="1245142" y="1554361"/>
                    <a:pt x="1214510" y="1654232"/>
                  </a:cubicBezTo>
                  <a:cubicBezTo>
                    <a:pt x="1183878" y="1754103"/>
                    <a:pt x="1185020" y="1807977"/>
                    <a:pt x="1136919" y="1865698"/>
                  </a:cubicBezTo>
                  <a:cubicBezTo>
                    <a:pt x="1065196" y="1951709"/>
                    <a:pt x="958598" y="1995378"/>
                    <a:pt x="848464" y="2075047"/>
                  </a:cubicBezTo>
                  <a:cubicBezTo>
                    <a:pt x="738330" y="2154716"/>
                    <a:pt x="599998" y="2314309"/>
                    <a:pt x="476114" y="2343711"/>
                  </a:cubicBezTo>
                  <a:cubicBezTo>
                    <a:pt x="352230" y="2373113"/>
                    <a:pt x="188313" y="2336137"/>
                    <a:pt x="105160" y="2251460"/>
                  </a:cubicBezTo>
                  <a:cubicBezTo>
                    <a:pt x="25817" y="2170687"/>
                    <a:pt x="5311" y="1937220"/>
                    <a:pt x="72" y="1823682"/>
                  </a:cubicBezTo>
                  <a:cubicBezTo>
                    <a:pt x="-2690" y="1768247"/>
                    <a:pt x="75975" y="1691277"/>
                    <a:pt x="86738" y="1636604"/>
                  </a:cubicBezTo>
                  <a:close/>
                </a:path>
              </a:pathLst>
            </a:custGeom>
            <a:noFill/>
            <a:ln w="6350" cap="rnd">
              <a:solidFill>
                <a:schemeClr val="tx1">
                  <a:alpha val="35000"/>
                </a:schemeClr>
              </a:solidFill>
              <a:prstDash val="dash"/>
              <a:round/>
            </a:ln>
          </p:spPr>
          <p:txBody>
            <a:bodyPr rtlCol="0" anchor="ctr"/>
            <a:lstStyle/>
            <a:p>
              <a:endParaRPr lang="en-US"/>
            </a:p>
          </p:txBody>
        </p:sp>
        <p:sp>
          <p:nvSpPr>
            <p:cNvPr id="53" name="Freeform: Shape 52">
              <a:extLst>
                <a:ext uri="{FF2B5EF4-FFF2-40B4-BE49-F238E27FC236}">
                  <a16:creationId xmlns:a16="http://schemas.microsoft.com/office/drawing/2014/main" id="{8CD21984-31E6-0704-61EA-188EF4B0A0C1}"/>
                </a:ext>
              </a:extLst>
            </p:cNvPr>
            <p:cNvSpPr/>
            <p:nvPr userDrawn="1"/>
          </p:nvSpPr>
          <p:spPr>
            <a:xfrm rot="15058907" flipV="1">
              <a:off x="492563" y="4312855"/>
              <a:ext cx="2100446" cy="3036660"/>
            </a:xfrm>
            <a:custGeom>
              <a:avLst/>
              <a:gdLst>
                <a:gd name="connsiteX0" fmla="*/ 2095140 w 2101044"/>
                <a:gd name="connsiteY0" fmla="*/ 257650 h 3035159"/>
                <a:gd name="connsiteX1" fmla="*/ 1926182 w 2101044"/>
                <a:gd name="connsiteY1" fmla="*/ 42531 h 3035159"/>
                <a:gd name="connsiteX2" fmla="*/ 1684894 w 2101044"/>
                <a:gd name="connsiteY2" fmla="*/ 6503 h 3035159"/>
                <a:gd name="connsiteX3" fmla="*/ 1210537 w 2101044"/>
                <a:gd name="connsiteY3" fmla="*/ 129215 h 3035159"/>
                <a:gd name="connsiteX4" fmla="*/ 999090 w 2101044"/>
                <a:gd name="connsiteY4" fmla="*/ 212204 h 3035159"/>
                <a:gd name="connsiteX5" fmla="*/ 694151 w 2101044"/>
                <a:gd name="connsiteY5" fmla="*/ 450356 h 3035159"/>
                <a:gd name="connsiteX6" fmla="*/ 399726 w 2101044"/>
                <a:gd name="connsiteY6" fmla="*/ 711308 h 3035159"/>
                <a:gd name="connsiteX7" fmla="*/ 275431 w 2101044"/>
                <a:gd name="connsiteY7" fmla="*/ 935065 h 3035159"/>
                <a:gd name="connsiteX8" fmla="*/ 171284 w 2101044"/>
                <a:gd name="connsiteY8" fmla="*/ 1225522 h 3035159"/>
                <a:gd name="connsiteX9" fmla="*/ 2582 w 2101044"/>
                <a:gd name="connsiteY9" fmla="*/ 1509049 h 3035159"/>
                <a:gd name="connsiteX10" fmla="*/ 41828 w 2101044"/>
                <a:gd name="connsiteY10" fmla="*/ 1787345 h 3035159"/>
                <a:gd name="connsiteX11" fmla="*/ 34552 w 2101044"/>
                <a:gd name="connsiteY11" fmla="*/ 1811682 h 3035159"/>
                <a:gd name="connsiteX12" fmla="*/ 342792 w 2101044"/>
                <a:gd name="connsiteY12" fmla="*/ 2705952 h 3035159"/>
                <a:gd name="connsiteX13" fmla="*/ 347240 w 2101044"/>
                <a:gd name="connsiteY13" fmla="*/ 2706828 h 3035159"/>
                <a:gd name="connsiteX14" fmla="*/ 411885 w 2101044"/>
                <a:gd name="connsiteY14" fmla="*/ 2733850 h 3035159"/>
                <a:gd name="connsiteX15" fmla="*/ 665964 w 2101044"/>
                <a:gd name="connsiteY15" fmla="*/ 2975840 h 3035159"/>
                <a:gd name="connsiteX16" fmla="*/ 971709 w 2101044"/>
                <a:gd name="connsiteY16" fmla="*/ 3015398 h 3035159"/>
                <a:gd name="connsiteX17" fmla="*/ 1097765 w 2101044"/>
                <a:gd name="connsiteY17" fmla="*/ 2712040 h 3035159"/>
                <a:gd name="connsiteX18" fmla="*/ 1287543 w 2101044"/>
                <a:gd name="connsiteY18" fmla="*/ 2378433 h 3035159"/>
                <a:gd name="connsiteX19" fmla="*/ 1800522 w 2101044"/>
                <a:gd name="connsiteY19" fmla="*/ 2028136 h 3035159"/>
                <a:gd name="connsiteX20" fmla="*/ 1969626 w 2101044"/>
                <a:gd name="connsiteY20" fmla="*/ 1684173 h 3035159"/>
                <a:gd name="connsiteX21" fmla="*/ 2042558 w 2101044"/>
                <a:gd name="connsiteY21" fmla="*/ 1470344 h 3035159"/>
                <a:gd name="connsiteX22" fmla="*/ 2076699 w 2101044"/>
                <a:gd name="connsiteY22" fmla="*/ 1246423 h 3035159"/>
                <a:gd name="connsiteX23" fmla="*/ 2059489 w 2101044"/>
                <a:gd name="connsiteY23" fmla="*/ 862476 h 3035159"/>
                <a:gd name="connsiteX24" fmla="*/ 2067534 w 2101044"/>
                <a:gd name="connsiteY24" fmla="*/ 477981 h 3035159"/>
                <a:gd name="connsiteX25" fmla="*/ 2095140 w 2101044"/>
                <a:gd name="connsiteY25" fmla="*/ 257650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342792 w 2101044"/>
                <a:gd name="connsiteY24" fmla="*/ 2705952 h 3035159"/>
                <a:gd name="connsiteX25" fmla="*/ 438680 w 2101044"/>
                <a:gd name="connsiteY25"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24" fmla="*/ 438680 w 2101044"/>
                <a:gd name="connsiteY24" fmla="*/ 2798268 h 3035159"/>
                <a:gd name="connsiteX0" fmla="*/ 347240 w 2101044"/>
                <a:gd name="connsiteY0" fmla="*/ 2706828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5159"/>
                <a:gd name="connsiteX1" fmla="*/ 411885 w 2101044"/>
                <a:gd name="connsiteY1" fmla="*/ 2733850 h 3035159"/>
                <a:gd name="connsiteX2" fmla="*/ 665964 w 2101044"/>
                <a:gd name="connsiteY2" fmla="*/ 2975840 h 3035159"/>
                <a:gd name="connsiteX3" fmla="*/ 971709 w 2101044"/>
                <a:gd name="connsiteY3" fmla="*/ 3015398 h 3035159"/>
                <a:gd name="connsiteX4" fmla="*/ 1097765 w 2101044"/>
                <a:gd name="connsiteY4" fmla="*/ 2712040 h 3035159"/>
                <a:gd name="connsiteX5" fmla="*/ 1287543 w 2101044"/>
                <a:gd name="connsiteY5" fmla="*/ 2378433 h 3035159"/>
                <a:gd name="connsiteX6" fmla="*/ 1800522 w 2101044"/>
                <a:gd name="connsiteY6" fmla="*/ 2028136 h 3035159"/>
                <a:gd name="connsiteX7" fmla="*/ 1969626 w 2101044"/>
                <a:gd name="connsiteY7" fmla="*/ 1684173 h 3035159"/>
                <a:gd name="connsiteX8" fmla="*/ 2042558 w 2101044"/>
                <a:gd name="connsiteY8" fmla="*/ 1470344 h 3035159"/>
                <a:gd name="connsiteX9" fmla="*/ 2076699 w 2101044"/>
                <a:gd name="connsiteY9" fmla="*/ 1246423 h 3035159"/>
                <a:gd name="connsiteX10" fmla="*/ 2059489 w 2101044"/>
                <a:gd name="connsiteY10" fmla="*/ 862476 h 3035159"/>
                <a:gd name="connsiteX11" fmla="*/ 2067534 w 2101044"/>
                <a:gd name="connsiteY11" fmla="*/ 477981 h 3035159"/>
                <a:gd name="connsiteX12" fmla="*/ 2095140 w 2101044"/>
                <a:gd name="connsiteY12" fmla="*/ 257650 h 3035159"/>
                <a:gd name="connsiteX13" fmla="*/ 1926182 w 2101044"/>
                <a:gd name="connsiteY13" fmla="*/ 42531 h 3035159"/>
                <a:gd name="connsiteX14" fmla="*/ 1684894 w 2101044"/>
                <a:gd name="connsiteY14" fmla="*/ 6503 h 3035159"/>
                <a:gd name="connsiteX15" fmla="*/ 1210537 w 2101044"/>
                <a:gd name="connsiteY15" fmla="*/ 129215 h 3035159"/>
                <a:gd name="connsiteX16" fmla="*/ 999090 w 2101044"/>
                <a:gd name="connsiteY16" fmla="*/ 212204 h 3035159"/>
                <a:gd name="connsiteX17" fmla="*/ 694151 w 2101044"/>
                <a:gd name="connsiteY17" fmla="*/ 450356 h 3035159"/>
                <a:gd name="connsiteX18" fmla="*/ 399726 w 2101044"/>
                <a:gd name="connsiteY18" fmla="*/ 711308 h 3035159"/>
                <a:gd name="connsiteX19" fmla="*/ 275431 w 2101044"/>
                <a:gd name="connsiteY19" fmla="*/ 935065 h 3035159"/>
                <a:gd name="connsiteX20" fmla="*/ 171284 w 2101044"/>
                <a:gd name="connsiteY20" fmla="*/ 1225522 h 3035159"/>
                <a:gd name="connsiteX21" fmla="*/ 2582 w 2101044"/>
                <a:gd name="connsiteY21" fmla="*/ 1509049 h 3035159"/>
                <a:gd name="connsiteX22" fmla="*/ 41828 w 2101044"/>
                <a:gd name="connsiteY22" fmla="*/ 1787345 h 3035159"/>
                <a:gd name="connsiteX23" fmla="*/ 34552 w 2101044"/>
                <a:gd name="connsiteY23" fmla="*/ 1811682 h 3035159"/>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23" fmla="*/ 34552 w 2101044"/>
                <a:gd name="connsiteY23" fmla="*/ 1811682 h 3036660"/>
                <a:gd name="connsiteX0" fmla="*/ 351872 w 2101044"/>
                <a:gd name="connsiteY0" fmla="*/ 2648423 h 3036660"/>
                <a:gd name="connsiteX1" fmla="*/ 495075 w 2101044"/>
                <a:gd name="connsiteY1" fmla="*/ 2692066 h 3036660"/>
                <a:gd name="connsiteX2" fmla="*/ 665964 w 2101044"/>
                <a:gd name="connsiteY2" fmla="*/ 2975840 h 3036660"/>
                <a:gd name="connsiteX3" fmla="*/ 971709 w 2101044"/>
                <a:gd name="connsiteY3" fmla="*/ 3015398 h 3036660"/>
                <a:gd name="connsiteX4" fmla="*/ 1097765 w 2101044"/>
                <a:gd name="connsiteY4" fmla="*/ 2712040 h 3036660"/>
                <a:gd name="connsiteX5" fmla="*/ 1287543 w 2101044"/>
                <a:gd name="connsiteY5" fmla="*/ 2378433 h 3036660"/>
                <a:gd name="connsiteX6" fmla="*/ 1800522 w 2101044"/>
                <a:gd name="connsiteY6" fmla="*/ 2028136 h 3036660"/>
                <a:gd name="connsiteX7" fmla="*/ 1969626 w 2101044"/>
                <a:gd name="connsiteY7" fmla="*/ 1684173 h 3036660"/>
                <a:gd name="connsiteX8" fmla="*/ 2042558 w 2101044"/>
                <a:gd name="connsiteY8" fmla="*/ 1470344 h 3036660"/>
                <a:gd name="connsiteX9" fmla="*/ 2076699 w 2101044"/>
                <a:gd name="connsiteY9" fmla="*/ 1246423 h 3036660"/>
                <a:gd name="connsiteX10" fmla="*/ 2059489 w 2101044"/>
                <a:gd name="connsiteY10" fmla="*/ 862476 h 3036660"/>
                <a:gd name="connsiteX11" fmla="*/ 2067534 w 2101044"/>
                <a:gd name="connsiteY11" fmla="*/ 477981 h 3036660"/>
                <a:gd name="connsiteX12" fmla="*/ 2095140 w 2101044"/>
                <a:gd name="connsiteY12" fmla="*/ 257650 h 3036660"/>
                <a:gd name="connsiteX13" fmla="*/ 1926182 w 2101044"/>
                <a:gd name="connsiteY13" fmla="*/ 42531 h 3036660"/>
                <a:gd name="connsiteX14" fmla="*/ 1684894 w 2101044"/>
                <a:gd name="connsiteY14" fmla="*/ 6503 h 3036660"/>
                <a:gd name="connsiteX15" fmla="*/ 1210537 w 2101044"/>
                <a:gd name="connsiteY15" fmla="*/ 129215 h 3036660"/>
                <a:gd name="connsiteX16" fmla="*/ 999090 w 2101044"/>
                <a:gd name="connsiteY16" fmla="*/ 212204 h 3036660"/>
                <a:gd name="connsiteX17" fmla="*/ 694151 w 2101044"/>
                <a:gd name="connsiteY17" fmla="*/ 450356 h 3036660"/>
                <a:gd name="connsiteX18" fmla="*/ 399726 w 2101044"/>
                <a:gd name="connsiteY18" fmla="*/ 711308 h 3036660"/>
                <a:gd name="connsiteX19" fmla="*/ 275431 w 2101044"/>
                <a:gd name="connsiteY19" fmla="*/ 935065 h 3036660"/>
                <a:gd name="connsiteX20" fmla="*/ 171284 w 2101044"/>
                <a:gd name="connsiteY20" fmla="*/ 1225522 h 3036660"/>
                <a:gd name="connsiteX21" fmla="*/ 2582 w 2101044"/>
                <a:gd name="connsiteY21" fmla="*/ 1509049 h 3036660"/>
                <a:gd name="connsiteX22" fmla="*/ 41828 w 2101044"/>
                <a:gd name="connsiteY22" fmla="*/ 1787345 h 3036660"/>
                <a:gd name="connsiteX0" fmla="*/ 351274 w 2100446"/>
                <a:gd name="connsiteY0" fmla="*/ 2648423 h 3036660"/>
                <a:gd name="connsiteX1" fmla="*/ 494477 w 2100446"/>
                <a:gd name="connsiteY1" fmla="*/ 2692066 h 3036660"/>
                <a:gd name="connsiteX2" fmla="*/ 665366 w 2100446"/>
                <a:gd name="connsiteY2" fmla="*/ 2975840 h 3036660"/>
                <a:gd name="connsiteX3" fmla="*/ 971111 w 2100446"/>
                <a:gd name="connsiteY3" fmla="*/ 3015398 h 3036660"/>
                <a:gd name="connsiteX4" fmla="*/ 1097167 w 2100446"/>
                <a:gd name="connsiteY4" fmla="*/ 2712040 h 3036660"/>
                <a:gd name="connsiteX5" fmla="*/ 1286945 w 2100446"/>
                <a:gd name="connsiteY5" fmla="*/ 2378433 h 3036660"/>
                <a:gd name="connsiteX6" fmla="*/ 1799924 w 2100446"/>
                <a:gd name="connsiteY6" fmla="*/ 2028136 h 3036660"/>
                <a:gd name="connsiteX7" fmla="*/ 1969028 w 2100446"/>
                <a:gd name="connsiteY7" fmla="*/ 1684173 h 3036660"/>
                <a:gd name="connsiteX8" fmla="*/ 2041960 w 2100446"/>
                <a:gd name="connsiteY8" fmla="*/ 1470344 h 3036660"/>
                <a:gd name="connsiteX9" fmla="*/ 2076101 w 2100446"/>
                <a:gd name="connsiteY9" fmla="*/ 1246423 h 3036660"/>
                <a:gd name="connsiteX10" fmla="*/ 2058891 w 2100446"/>
                <a:gd name="connsiteY10" fmla="*/ 862476 h 3036660"/>
                <a:gd name="connsiteX11" fmla="*/ 2066936 w 2100446"/>
                <a:gd name="connsiteY11" fmla="*/ 477981 h 3036660"/>
                <a:gd name="connsiteX12" fmla="*/ 2094542 w 2100446"/>
                <a:gd name="connsiteY12" fmla="*/ 257650 h 3036660"/>
                <a:gd name="connsiteX13" fmla="*/ 1925584 w 2100446"/>
                <a:gd name="connsiteY13" fmla="*/ 42531 h 3036660"/>
                <a:gd name="connsiteX14" fmla="*/ 1684296 w 2100446"/>
                <a:gd name="connsiteY14" fmla="*/ 6503 h 3036660"/>
                <a:gd name="connsiteX15" fmla="*/ 1209939 w 2100446"/>
                <a:gd name="connsiteY15" fmla="*/ 129215 h 3036660"/>
                <a:gd name="connsiteX16" fmla="*/ 998492 w 2100446"/>
                <a:gd name="connsiteY16" fmla="*/ 212204 h 3036660"/>
                <a:gd name="connsiteX17" fmla="*/ 693553 w 2100446"/>
                <a:gd name="connsiteY17" fmla="*/ 450356 h 3036660"/>
                <a:gd name="connsiteX18" fmla="*/ 399128 w 2100446"/>
                <a:gd name="connsiteY18" fmla="*/ 711308 h 3036660"/>
                <a:gd name="connsiteX19" fmla="*/ 274833 w 2100446"/>
                <a:gd name="connsiteY19" fmla="*/ 935065 h 3036660"/>
                <a:gd name="connsiteX20" fmla="*/ 170686 w 2100446"/>
                <a:gd name="connsiteY20" fmla="*/ 1225522 h 3036660"/>
                <a:gd name="connsiteX21" fmla="*/ 1984 w 2100446"/>
                <a:gd name="connsiteY21" fmla="*/ 1509049 h 3036660"/>
                <a:gd name="connsiteX22" fmla="*/ 66189 w 2100446"/>
                <a:gd name="connsiteY22" fmla="*/ 1800592 h 30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00446" h="3036660">
                  <a:moveTo>
                    <a:pt x="351274" y="2648423"/>
                  </a:moveTo>
                  <a:cubicBezTo>
                    <a:pt x="372816" y="2654711"/>
                    <a:pt x="442128" y="2637497"/>
                    <a:pt x="494477" y="2692066"/>
                  </a:cubicBezTo>
                  <a:cubicBezTo>
                    <a:pt x="546826" y="2746635"/>
                    <a:pt x="585927" y="2921951"/>
                    <a:pt x="665366" y="2975840"/>
                  </a:cubicBezTo>
                  <a:cubicBezTo>
                    <a:pt x="744805" y="3029729"/>
                    <a:pt x="899144" y="3059365"/>
                    <a:pt x="971111" y="3015398"/>
                  </a:cubicBezTo>
                  <a:cubicBezTo>
                    <a:pt x="1043078" y="2971431"/>
                    <a:pt x="1044527" y="2818200"/>
                    <a:pt x="1097167" y="2712040"/>
                  </a:cubicBezTo>
                  <a:cubicBezTo>
                    <a:pt x="1149806" y="2605879"/>
                    <a:pt x="1169819" y="2492417"/>
                    <a:pt x="1286945" y="2378433"/>
                  </a:cubicBezTo>
                  <a:cubicBezTo>
                    <a:pt x="1404071" y="2264449"/>
                    <a:pt x="1686243" y="2143845"/>
                    <a:pt x="1799924" y="2028136"/>
                  </a:cubicBezTo>
                  <a:cubicBezTo>
                    <a:pt x="1913605" y="1912426"/>
                    <a:pt x="1928689" y="1777139"/>
                    <a:pt x="1969028" y="1684173"/>
                  </a:cubicBezTo>
                  <a:cubicBezTo>
                    <a:pt x="2009368" y="1591209"/>
                    <a:pt x="2024565" y="1543025"/>
                    <a:pt x="2041960" y="1470344"/>
                  </a:cubicBezTo>
                  <a:cubicBezTo>
                    <a:pt x="2059636" y="1396358"/>
                    <a:pt x="2072752" y="1321645"/>
                    <a:pt x="2076101" y="1246423"/>
                  </a:cubicBezTo>
                  <a:cubicBezTo>
                    <a:pt x="2081775" y="1118344"/>
                    <a:pt x="2059357" y="990628"/>
                    <a:pt x="2058891" y="862476"/>
                  </a:cubicBezTo>
                  <a:cubicBezTo>
                    <a:pt x="2058612" y="765109"/>
                    <a:pt x="2072518" y="575203"/>
                    <a:pt x="2066936" y="477981"/>
                  </a:cubicBezTo>
                  <a:cubicBezTo>
                    <a:pt x="2063308" y="414667"/>
                    <a:pt x="2118101" y="330225"/>
                    <a:pt x="2094542" y="257650"/>
                  </a:cubicBezTo>
                  <a:cubicBezTo>
                    <a:pt x="2070983" y="185075"/>
                    <a:pt x="1993958" y="84388"/>
                    <a:pt x="1925584" y="42531"/>
                  </a:cubicBezTo>
                  <a:cubicBezTo>
                    <a:pt x="1857210" y="673"/>
                    <a:pt x="1803570" y="-7944"/>
                    <a:pt x="1684296" y="6503"/>
                  </a:cubicBezTo>
                  <a:cubicBezTo>
                    <a:pt x="1565022" y="20951"/>
                    <a:pt x="1324240" y="94931"/>
                    <a:pt x="1209939" y="129215"/>
                  </a:cubicBezTo>
                  <a:cubicBezTo>
                    <a:pt x="1095638" y="163498"/>
                    <a:pt x="1063145" y="176118"/>
                    <a:pt x="998492" y="212204"/>
                  </a:cubicBezTo>
                  <a:cubicBezTo>
                    <a:pt x="881187" y="277696"/>
                    <a:pt x="788161" y="365115"/>
                    <a:pt x="693553" y="450356"/>
                  </a:cubicBezTo>
                  <a:cubicBezTo>
                    <a:pt x="595411" y="537340"/>
                    <a:pt x="468914" y="630523"/>
                    <a:pt x="399128" y="711308"/>
                  </a:cubicBezTo>
                  <a:cubicBezTo>
                    <a:pt x="329341" y="792092"/>
                    <a:pt x="312907" y="849362"/>
                    <a:pt x="274833" y="935065"/>
                  </a:cubicBezTo>
                  <a:cubicBezTo>
                    <a:pt x="236760" y="1020767"/>
                    <a:pt x="216160" y="1129858"/>
                    <a:pt x="170686" y="1225522"/>
                  </a:cubicBezTo>
                  <a:cubicBezTo>
                    <a:pt x="125211" y="1321186"/>
                    <a:pt x="19400" y="1413204"/>
                    <a:pt x="1984" y="1509049"/>
                  </a:cubicBezTo>
                  <a:cubicBezTo>
                    <a:pt x="-15432" y="1604894"/>
                    <a:pt x="88151" y="1711550"/>
                    <a:pt x="66189" y="1800592"/>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54" name="Freeform: Shape 53">
              <a:extLst>
                <a:ext uri="{FF2B5EF4-FFF2-40B4-BE49-F238E27FC236}">
                  <a16:creationId xmlns:a16="http://schemas.microsoft.com/office/drawing/2014/main" id="{F8D89AE5-01C7-208A-B7CF-DF7B99735871}"/>
                </a:ext>
              </a:extLst>
            </p:cNvPr>
            <p:cNvSpPr/>
            <p:nvPr userDrawn="1"/>
          </p:nvSpPr>
          <p:spPr>
            <a:xfrm rot="8899819" flipV="1">
              <a:off x="-858818" y="1103876"/>
              <a:ext cx="4723866" cy="205128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384862"/>
                <a:gd name="connsiteY0" fmla="*/ 2365176 h 4700629"/>
                <a:gd name="connsiteX1" fmla="*/ 546971 w 7384862"/>
                <a:gd name="connsiteY1" fmla="*/ 3034184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204965 w 7384862"/>
                <a:gd name="connsiteY28" fmla="*/ 3880544 h 4700629"/>
                <a:gd name="connsiteX29" fmla="*/ 5534229 w 7384862"/>
                <a:gd name="connsiteY29" fmla="*/ 3581446 h 4700629"/>
                <a:gd name="connsiteX30" fmla="*/ 5820931 w 7384862"/>
                <a:gd name="connsiteY30" fmla="*/ 3000185 h 4700629"/>
                <a:gd name="connsiteX31" fmla="*/ 5982476 w 7384862"/>
                <a:gd name="connsiteY31" fmla="*/ 2693003 h 4700629"/>
                <a:gd name="connsiteX32" fmla="*/ 6100109 w 7384862"/>
                <a:gd name="connsiteY32" fmla="*/ 2385822 h 4700629"/>
                <a:gd name="connsiteX33" fmla="*/ 6269559 w 7384862"/>
                <a:gd name="connsiteY33" fmla="*/ 2030730 h 4700629"/>
                <a:gd name="connsiteX34" fmla="*/ 6469965 w 7384862"/>
                <a:gd name="connsiteY34" fmla="*/ 1830229 h 4700629"/>
                <a:gd name="connsiteX35" fmla="*/ 6690278 w 7384862"/>
                <a:gd name="connsiteY35" fmla="*/ 1679639 h 4700629"/>
                <a:gd name="connsiteX36" fmla="*/ 6949453 w 7384862"/>
                <a:gd name="connsiteY36" fmla="*/ 1498092 h 4700629"/>
                <a:gd name="connsiteX37" fmla="*/ 7156813 w 7384862"/>
                <a:gd name="connsiteY37" fmla="*/ 1270635 h 4700629"/>
                <a:gd name="connsiteX38" fmla="*/ 7336264 w 7384862"/>
                <a:gd name="connsiteY38" fmla="*/ 947452 h 4700629"/>
                <a:gd name="connsiteX39" fmla="*/ 7384079 w 7384862"/>
                <a:gd name="connsiteY39" fmla="*/ 694087 h 4700629"/>
                <a:gd name="connsiteX40" fmla="*/ 7360171 w 7384862"/>
                <a:gd name="connsiteY40" fmla="*/ 492633 h 4700629"/>
                <a:gd name="connsiteX41" fmla="*/ 7168719 w 7384862"/>
                <a:gd name="connsiteY41" fmla="*/ 233267 h 4700629"/>
                <a:gd name="connsiteX42" fmla="*/ 6915926 w 7384862"/>
                <a:gd name="connsiteY42" fmla="*/ 0 h 4700629"/>
                <a:gd name="connsiteX0" fmla="*/ 0 w 7384862"/>
                <a:gd name="connsiteY0" fmla="*/ 2365176 h 4700629"/>
                <a:gd name="connsiteX1" fmla="*/ 619598 w 7384862"/>
                <a:gd name="connsiteY1" fmla="*/ 2949446 h 4700629"/>
                <a:gd name="connsiteX2" fmla="*/ 928126 w 7384862"/>
                <a:gd name="connsiteY2" fmla="*/ 3305360 h 4700629"/>
                <a:gd name="connsiteX3" fmla="*/ 1203844 w 7384862"/>
                <a:gd name="connsiteY3" fmla="*/ 3243072 h 4700629"/>
                <a:gd name="connsiteX4" fmla="*/ 1313668 w 7384862"/>
                <a:gd name="connsiteY4" fmla="*/ 3039750 h 4700629"/>
                <a:gd name="connsiteX5" fmla="*/ 1301795 w 7384862"/>
                <a:gd name="connsiteY5" fmla="*/ 2648141 h 4700629"/>
                <a:gd name="connsiteX6" fmla="*/ 1278554 w 7384862"/>
                <a:gd name="connsiteY6" fmla="*/ 2513457 h 4700629"/>
                <a:gd name="connsiteX7" fmla="*/ 1278554 w 7384862"/>
                <a:gd name="connsiteY7" fmla="*/ 2408682 h 4700629"/>
                <a:gd name="connsiteX8" fmla="*/ 1401522 w 7384862"/>
                <a:gd name="connsiteY8" fmla="*/ 2310575 h 4700629"/>
                <a:gd name="connsiteX9" fmla="*/ 1582592 w 7384862"/>
                <a:gd name="connsiteY9" fmla="*/ 2325529 h 4700629"/>
                <a:gd name="connsiteX10" fmla="*/ 1692225 w 7384862"/>
                <a:gd name="connsiteY10" fmla="*/ 2410301 h 4700629"/>
                <a:gd name="connsiteX11" fmla="*/ 1745374 w 7384862"/>
                <a:gd name="connsiteY11" fmla="*/ 2638044 h 4700629"/>
                <a:gd name="connsiteX12" fmla="*/ 1640695 w 7384862"/>
                <a:gd name="connsiteY12" fmla="*/ 2968847 h 4700629"/>
                <a:gd name="connsiteX13" fmla="*/ 1609167 w 7384862"/>
                <a:gd name="connsiteY13" fmla="*/ 3194971 h 4700629"/>
                <a:gd name="connsiteX14" fmla="*/ 1708893 w 7384862"/>
                <a:gd name="connsiteY14" fmla="*/ 3447669 h 4700629"/>
                <a:gd name="connsiteX15" fmla="*/ 1889964 w 7384862"/>
                <a:gd name="connsiteY15" fmla="*/ 3783425 h 4700629"/>
                <a:gd name="connsiteX16" fmla="*/ 2001311 w 7384862"/>
                <a:gd name="connsiteY16" fmla="*/ 4014502 h 4700629"/>
                <a:gd name="connsiteX17" fmla="*/ 2171713 w 7384862"/>
                <a:gd name="connsiteY17" fmla="*/ 4312634 h 4700629"/>
                <a:gd name="connsiteX18" fmla="*/ 2332019 w 7384862"/>
                <a:gd name="connsiteY18" fmla="*/ 4504182 h 4700629"/>
                <a:gd name="connsiteX19" fmla="*/ 2489943 w 7384862"/>
                <a:gd name="connsiteY19" fmla="*/ 4595146 h 4700629"/>
                <a:gd name="connsiteX20" fmla="*/ 2729212 w 7384862"/>
                <a:gd name="connsiteY20" fmla="*/ 4623912 h 4700629"/>
                <a:gd name="connsiteX21" fmla="*/ 2956478 w 7384862"/>
                <a:gd name="connsiteY21" fmla="*/ 4623912 h 4700629"/>
                <a:gd name="connsiteX22" fmla="*/ 3254896 w 7384862"/>
                <a:gd name="connsiteY22" fmla="*/ 4599528 h 4700629"/>
                <a:gd name="connsiteX23" fmla="*/ 3382817 w 7384862"/>
                <a:gd name="connsiteY23" fmla="*/ 4599528 h 4700629"/>
                <a:gd name="connsiteX24" fmla="*/ 3638563 w 7384862"/>
                <a:gd name="connsiteY24" fmla="*/ 4649534 h 4700629"/>
                <a:gd name="connsiteX25" fmla="*/ 3972510 w 7384862"/>
                <a:gd name="connsiteY25" fmla="*/ 4699826 h 4700629"/>
                <a:gd name="connsiteX26" fmla="*/ 4279596 w 7384862"/>
                <a:gd name="connsiteY26" fmla="*/ 4638008 h 4700629"/>
                <a:gd name="connsiteX27" fmla="*/ 4700315 w 7384862"/>
                <a:gd name="connsiteY27" fmla="*/ 4288917 h 4700629"/>
                <a:gd name="connsiteX28" fmla="*/ 5534229 w 7384862"/>
                <a:gd name="connsiteY28" fmla="*/ 3581446 h 4700629"/>
                <a:gd name="connsiteX29" fmla="*/ 5820931 w 7384862"/>
                <a:gd name="connsiteY29" fmla="*/ 3000185 h 4700629"/>
                <a:gd name="connsiteX30" fmla="*/ 5982476 w 7384862"/>
                <a:gd name="connsiteY30" fmla="*/ 2693003 h 4700629"/>
                <a:gd name="connsiteX31" fmla="*/ 6100109 w 7384862"/>
                <a:gd name="connsiteY31" fmla="*/ 2385822 h 4700629"/>
                <a:gd name="connsiteX32" fmla="*/ 6269559 w 7384862"/>
                <a:gd name="connsiteY32" fmla="*/ 2030730 h 4700629"/>
                <a:gd name="connsiteX33" fmla="*/ 6469965 w 7384862"/>
                <a:gd name="connsiteY33" fmla="*/ 1830229 h 4700629"/>
                <a:gd name="connsiteX34" fmla="*/ 6690278 w 7384862"/>
                <a:gd name="connsiteY34" fmla="*/ 1679639 h 4700629"/>
                <a:gd name="connsiteX35" fmla="*/ 6949453 w 7384862"/>
                <a:gd name="connsiteY35" fmla="*/ 1498092 h 4700629"/>
                <a:gd name="connsiteX36" fmla="*/ 7156813 w 7384862"/>
                <a:gd name="connsiteY36" fmla="*/ 1270635 h 4700629"/>
                <a:gd name="connsiteX37" fmla="*/ 7336264 w 7384862"/>
                <a:gd name="connsiteY37" fmla="*/ 947452 h 4700629"/>
                <a:gd name="connsiteX38" fmla="*/ 7384079 w 7384862"/>
                <a:gd name="connsiteY38" fmla="*/ 694087 h 4700629"/>
                <a:gd name="connsiteX39" fmla="*/ 7360171 w 7384862"/>
                <a:gd name="connsiteY39" fmla="*/ 492633 h 4700629"/>
                <a:gd name="connsiteX40" fmla="*/ 7168719 w 7384862"/>
                <a:gd name="connsiteY40" fmla="*/ 233267 h 4700629"/>
                <a:gd name="connsiteX41" fmla="*/ 6915926 w 7384862"/>
                <a:gd name="connsiteY41" fmla="*/ 0 h 4700629"/>
                <a:gd name="connsiteX0" fmla="*/ 0 w 7384862"/>
                <a:gd name="connsiteY0" fmla="*/ 2365176 h 4699881"/>
                <a:gd name="connsiteX1" fmla="*/ 619598 w 7384862"/>
                <a:gd name="connsiteY1" fmla="*/ 2949446 h 4699881"/>
                <a:gd name="connsiteX2" fmla="*/ 928126 w 7384862"/>
                <a:gd name="connsiteY2" fmla="*/ 3305360 h 4699881"/>
                <a:gd name="connsiteX3" fmla="*/ 1203844 w 7384862"/>
                <a:gd name="connsiteY3" fmla="*/ 3243072 h 4699881"/>
                <a:gd name="connsiteX4" fmla="*/ 1313668 w 7384862"/>
                <a:gd name="connsiteY4" fmla="*/ 3039750 h 4699881"/>
                <a:gd name="connsiteX5" fmla="*/ 1301795 w 7384862"/>
                <a:gd name="connsiteY5" fmla="*/ 2648141 h 4699881"/>
                <a:gd name="connsiteX6" fmla="*/ 1278554 w 7384862"/>
                <a:gd name="connsiteY6" fmla="*/ 2513457 h 4699881"/>
                <a:gd name="connsiteX7" fmla="*/ 1278554 w 7384862"/>
                <a:gd name="connsiteY7" fmla="*/ 2408682 h 4699881"/>
                <a:gd name="connsiteX8" fmla="*/ 1401522 w 7384862"/>
                <a:gd name="connsiteY8" fmla="*/ 2310575 h 4699881"/>
                <a:gd name="connsiteX9" fmla="*/ 1582592 w 7384862"/>
                <a:gd name="connsiteY9" fmla="*/ 2325529 h 4699881"/>
                <a:gd name="connsiteX10" fmla="*/ 1692225 w 7384862"/>
                <a:gd name="connsiteY10" fmla="*/ 2410301 h 4699881"/>
                <a:gd name="connsiteX11" fmla="*/ 1745374 w 7384862"/>
                <a:gd name="connsiteY11" fmla="*/ 2638044 h 4699881"/>
                <a:gd name="connsiteX12" fmla="*/ 1640695 w 7384862"/>
                <a:gd name="connsiteY12" fmla="*/ 2968847 h 4699881"/>
                <a:gd name="connsiteX13" fmla="*/ 1609167 w 7384862"/>
                <a:gd name="connsiteY13" fmla="*/ 3194971 h 4699881"/>
                <a:gd name="connsiteX14" fmla="*/ 1708893 w 7384862"/>
                <a:gd name="connsiteY14" fmla="*/ 3447669 h 4699881"/>
                <a:gd name="connsiteX15" fmla="*/ 1889964 w 7384862"/>
                <a:gd name="connsiteY15" fmla="*/ 3783425 h 4699881"/>
                <a:gd name="connsiteX16" fmla="*/ 2001311 w 7384862"/>
                <a:gd name="connsiteY16" fmla="*/ 4014502 h 4699881"/>
                <a:gd name="connsiteX17" fmla="*/ 2171713 w 7384862"/>
                <a:gd name="connsiteY17" fmla="*/ 4312634 h 4699881"/>
                <a:gd name="connsiteX18" fmla="*/ 2332019 w 7384862"/>
                <a:gd name="connsiteY18" fmla="*/ 4504182 h 4699881"/>
                <a:gd name="connsiteX19" fmla="*/ 2489943 w 7384862"/>
                <a:gd name="connsiteY19" fmla="*/ 4595146 h 4699881"/>
                <a:gd name="connsiteX20" fmla="*/ 2729212 w 7384862"/>
                <a:gd name="connsiteY20" fmla="*/ 4623912 h 4699881"/>
                <a:gd name="connsiteX21" fmla="*/ 2956478 w 7384862"/>
                <a:gd name="connsiteY21" fmla="*/ 4623912 h 4699881"/>
                <a:gd name="connsiteX22" fmla="*/ 3254896 w 7384862"/>
                <a:gd name="connsiteY22" fmla="*/ 4599528 h 4699881"/>
                <a:gd name="connsiteX23" fmla="*/ 3382817 w 7384862"/>
                <a:gd name="connsiteY23" fmla="*/ 4599528 h 4699881"/>
                <a:gd name="connsiteX24" fmla="*/ 3638563 w 7384862"/>
                <a:gd name="connsiteY24" fmla="*/ 4649534 h 4699881"/>
                <a:gd name="connsiteX25" fmla="*/ 3972510 w 7384862"/>
                <a:gd name="connsiteY25" fmla="*/ 4699826 h 4699881"/>
                <a:gd name="connsiteX26" fmla="*/ 4279596 w 7384862"/>
                <a:gd name="connsiteY26" fmla="*/ 4638008 h 4699881"/>
                <a:gd name="connsiteX27" fmla="*/ 4853814 w 7384862"/>
                <a:gd name="connsiteY27" fmla="*/ 4543737 h 4699881"/>
                <a:gd name="connsiteX28" fmla="*/ 5534229 w 7384862"/>
                <a:gd name="connsiteY28" fmla="*/ 3581446 h 4699881"/>
                <a:gd name="connsiteX29" fmla="*/ 5820931 w 7384862"/>
                <a:gd name="connsiteY29" fmla="*/ 3000185 h 4699881"/>
                <a:gd name="connsiteX30" fmla="*/ 5982476 w 7384862"/>
                <a:gd name="connsiteY30" fmla="*/ 2693003 h 4699881"/>
                <a:gd name="connsiteX31" fmla="*/ 6100109 w 7384862"/>
                <a:gd name="connsiteY31" fmla="*/ 2385822 h 4699881"/>
                <a:gd name="connsiteX32" fmla="*/ 6269559 w 7384862"/>
                <a:gd name="connsiteY32" fmla="*/ 2030730 h 4699881"/>
                <a:gd name="connsiteX33" fmla="*/ 6469965 w 7384862"/>
                <a:gd name="connsiteY33" fmla="*/ 1830229 h 4699881"/>
                <a:gd name="connsiteX34" fmla="*/ 6690278 w 7384862"/>
                <a:gd name="connsiteY34" fmla="*/ 1679639 h 4699881"/>
                <a:gd name="connsiteX35" fmla="*/ 6949453 w 7384862"/>
                <a:gd name="connsiteY35" fmla="*/ 1498092 h 4699881"/>
                <a:gd name="connsiteX36" fmla="*/ 7156813 w 7384862"/>
                <a:gd name="connsiteY36" fmla="*/ 1270635 h 4699881"/>
                <a:gd name="connsiteX37" fmla="*/ 7336264 w 7384862"/>
                <a:gd name="connsiteY37" fmla="*/ 947452 h 4699881"/>
                <a:gd name="connsiteX38" fmla="*/ 7384079 w 7384862"/>
                <a:gd name="connsiteY38" fmla="*/ 694087 h 4699881"/>
                <a:gd name="connsiteX39" fmla="*/ 7360171 w 7384862"/>
                <a:gd name="connsiteY39" fmla="*/ 492633 h 4699881"/>
                <a:gd name="connsiteX40" fmla="*/ 7168719 w 7384862"/>
                <a:gd name="connsiteY40" fmla="*/ 233267 h 4699881"/>
                <a:gd name="connsiteX41" fmla="*/ 6915926 w 7384862"/>
                <a:gd name="connsiteY41" fmla="*/ 0 h 4699881"/>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5982476 w 7384862"/>
                <a:gd name="connsiteY30" fmla="*/ 2693003 h 4699882"/>
                <a:gd name="connsiteX31" fmla="*/ 6100109 w 7384862"/>
                <a:gd name="connsiteY31" fmla="*/ 2385822 h 4699882"/>
                <a:gd name="connsiteX32" fmla="*/ 6269559 w 7384862"/>
                <a:gd name="connsiteY32" fmla="*/ 2030730 h 4699882"/>
                <a:gd name="connsiteX33" fmla="*/ 6469965 w 7384862"/>
                <a:gd name="connsiteY33" fmla="*/ 1830229 h 4699882"/>
                <a:gd name="connsiteX34" fmla="*/ 6690278 w 7384862"/>
                <a:gd name="connsiteY34" fmla="*/ 1679639 h 4699882"/>
                <a:gd name="connsiteX35" fmla="*/ 6949453 w 7384862"/>
                <a:gd name="connsiteY35" fmla="*/ 1498092 h 4699882"/>
                <a:gd name="connsiteX36" fmla="*/ 7156813 w 7384862"/>
                <a:gd name="connsiteY36" fmla="*/ 1270635 h 4699882"/>
                <a:gd name="connsiteX37" fmla="*/ 7336264 w 7384862"/>
                <a:gd name="connsiteY37" fmla="*/ 947452 h 4699882"/>
                <a:gd name="connsiteX38" fmla="*/ 7384079 w 7384862"/>
                <a:gd name="connsiteY38" fmla="*/ 694087 h 4699882"/>
                <a:gd name="connsiteX39" fmla="*/ 7360171 w 7384862"/>
                <a:gd name="connsiteY39" fmla="*/ 492633 h 4699882"/>
                <a:gd name="connsiteX40" fmla="*/ 7168719 w 7384862"/>
                <a:gd name="connsiteY40" fmla="*/ 233267 h 4699882"/>
                <a:gd name="connsiteX41" fmla="*/ 6915926 w 7384862"/>
                <a:gd name="connsiteY41" fmla="*/ 0 h 4699882"/>
                <a:gd name="connsiteX0" fmla="*/ 0 w 7384862"/>
                <a:gd name="connsiteY0" fmla="*/ 2365176 h 4699882"/>
                <a:gd name="connsiteX1" fmla="*/ 619598 w 7384862"/>
                <a:gd name="connsiteY1" fmla="*/ 2949446 h 4699882"/>
                <a:gd name="connsiteX2" fmla="*/ 928126 w 7384862"/>
                <a:gd name="connsiteY2" fmla="*/ 3305360 h 4699882"/>
                <a:gd name="connsiteX3" fmla="*/ 1203844 w 7384862"/>
                <a:gd name="connsiteY3" fmla="*/ 3243072 h 4699882"/>
                <a:gd name="connsiteX4" fmla="*/ 1313668 w 7384862"/>
                <a:gd name="connsiteY4" fmla="*/ 3039750 h 4699882"/>
                <a:gd name="connsiteX5" fmla="*/ 1301795 w 7384862"/>
                <a:gd name="connsiteY5" fmla="*/ 2648141 h 4699882"/>
                <a:gd name="connsiteX6" fmla="*/ 1278554 w 7384862"/>
                <a:gd name="connsiteY6" fmla="*/ 2513457 h 4699882"/>
                <a:gd name="connsiteX7" fmla="*/ 1278554 w 7384862"/>
                <a:gd name="connsiteY7" fmla="*/ 2408682 h 4699882"/>
                <a:gd name="connsiteX8" fmla="*/ 1401522 w 7384862"/>
                <a:gd name="connsiteY8" fmla="*/ 2310575 h 4699882"/>
                <a:gd name="connsiteX9" fmla="*/ 1582592 w 7384862"/>
                <a:gd name="connsiteY9" fmla="*/ 2325529 h 4699882"/>
                <a:gd name="connsiteX10" fmla="*/ 1692225 w 7384862"/>
                <a:gd name="connsiteY10" fmla="*/ 2410301 h 4699882"/>
                <a:gd name="connsiteX11" fmla="*/ 1745374 w 7384862"/>
                <a:gd name="connsiteY11" fmla="*/ 2638044 h 4699882"/>
                <a:gd name="connsiteX12" fmla="*/ 1640695 w 7384862"/>
                <a:gd name="connsiteY12" fmla="*/ 2968847 h 4699882"/>
                <a:gd name="connsiteX13" fmla="*/ 1609167 w 7384862"/>
                <a:gd name="connsiteY13" fmla="*/ 3194971 h 4699882"/>
                <a:gd name="connsiteX14" fmla="*/ 1708893 w 7384862"/>
                <a:gd name="connsiteY14" fmla="*/ 3447669 h 4699882"/>
                <a:gd name="connsiteX15" fmla="*/ 1889964 w 7384862"/>
                <a:gd name="connsiteY15" fmla="*/ 3783425 h 4699882"/>
                <a:gd name="connsiteX16" fmla="*/ 2001311 w 7384862"/>
                <a:gd name="connsiteY16" fmla="*/ 4014502 h 4699882"/>
                <a:gd name="connsiteX17" fmla="*/ 2171713 w 7384862"/>
                <a:gd name="connsiteY17" fmla="*/ 4312634 h 4699882"/>
                <a:gd name="connsiteX18" fmla="*/ 2332019 w 7384862"/>
                <a:gd name="connsiteY18" fmla="*/ 4504182 h 4699882"/>
                <a:gd name="connsiteX19" fmla="*/ 2489943 w 7384862"/>
                <a:gd name="connsiteY19" fmla="*/ 4595146 h 4699882"/>
                <a:gd name="connsiteX20" fmla="*/ 2729212 w 7384862"/>
                <a:gd name="connsiteY20" fmla="*/ 4623912 h 4699882"/>
                <a:gd name="connsiteX21" fmla="*/ 2956478 w 7384862"/>
                <a:gd name="connsiteY21" fmla="*/ 4623912 h 4699882"/>
                <a:gd name="connsiteX22" fmla="*/ 3254896 w 7384862"/>
                <a:gd name="connsiteY22" fmla="*/ 4599528 h 4699882"/>
                <a:gd name="connsiteX23" fmla="*/ 3382817 w 7384862"/>
                <a:gd name="connsiteY23" fmla="*/ 4599528 h 4699882"/>
                <a:gd name="connsiteX24" fmla="*/ 3638563 w 7384862"/>
                <a:gd name="connsiteY24" fmla="*/ 4649534 h 4699882"/>
                <a:gd name="connsiteX25" fmla="*/ 3972510 w 7384862"/>
                <a:gd name="connsiteY25" fmla="*/ 4699826 h 4699882"/>
                <a:gd name="connsiteX26" fmla="*/ 4279596 w 7384862"/>
                <a:gd name="connsiteY26" fmla="*/ 4638008 h 4699882"/>
                <a:gd name="connsiteX27" fmla="*/ 4853814 w 7384862"/>
                <a:gd name="connsiteY27" fmla="*/ 4543737 h 4699882"/>
                <a:gd name="connsiteX28" fmla="*/ 5534229 w 7384862"/>
                <a:gd name="connsiteY28" fmla="*/ 3581446 h 4699882"/>
                <a:gd name="connsiteX29" fmla="*/ 5820931 w 7384862"/>
                <a:gd name="connsiteY29" fmla="*/ 3000185 h 4699882"/>
                <a:gd name="connsiteX30" fmla="*/ 6100109 w 7384862"/>
                <a:gd name="connsiteY30" fmla="*/ 2385822 h 4699882"/>
                <a:gd name="connsiteX31" fmla="*/ 6269559 w 7384862"/>
                <a:gd name="connsiteY31" fmla="*/ 2030730 h 4699882"/>
                <a:gd name="connsiteX32" fmla="*/ 6469965 w 7384862"/>
                <a:gd name="connsiteY32" fmla="*/ 1830229 h 4699882"/>
                <a:gd name="connsiteX33" fmla="*/ 6690278 w 7384862"/>
                <a:gd name="connsiteY33" fmla="*/ 1679639 h 4699882"/>
                <a:gd name="connsiteX34" fmla="*/ 6949453 w 7384862"/>
                <a:gd name="connsiteY34" fmla="*/ 1498092 h 4699882"/>
                <a:gd name="connsiteX35" fmla="*/ 7156813 w 7384862"/>
                <a:gd name="connsiteY35" fmla="*/ 1270635 h 4699882"/>
                <a:gd name="connsiteX36" fmla="*/ 7336264 w 7384862"/>
                <a:gd name="connsiteY36" fmla="*/ 947452 h 4699882"/>
                <a:gd name="connsiteX37" fmla="*/ 7384079 w 7384862"/>
                <a:gd name="connsiteY37" fmla="*/ 694087 h 4699882"/>
                <a:gd name="connsiteX38" fmla="*/ 7360171 w 7384862"/>
                <a:gd name="connsiteY38" fmla="*/ 492633 h 4699882"/>
                <a:gd name="connsiteX39" fmla="*/ 7168719 w 7384862"/>
                <a:gd name="connsiteY39" fmla="*/ 233267 h 4699882"/>
                <a:gd name="connsiteX40" fmla="*/ 6915926 w 7384862"/>
                <a:gd name="connsiteY40" fmla="*/ 0 h 4699882"/>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690278 w 7384862"/>
                <a:gd name="connsiteY33" fmla="*/ 1446372 h 4466615"/>
                <a:gd name="connsiteX34" fmla="*/ 6949453 w 7384862"/>
                <a:gd name="connsiteY34" fmla="*/ 1264825 h 4466615"/>
                <a:gd name="connsiteX35" fmla="*/ 7156813 w 7384862"/>
                <a:gd name="connsiteY35" fmla="*/ 1037368 h 4466615"/>
                <a:gd name="connsiteX36" fmla="*/ 7336264 w 7384862"/>
                <a:gd name="connsiteY36" fmla="*/ 714185 h 4466615"/>
                <a:gd name="connsiteX37" fmla="*/ 7384079 w 7384862"/>
                <a:gd name="connsiteY37" fmla="*/ 460820 h 4466615"/>
                <a:gd name="connsiteX38" fmla="*/ 7360171 w 7384862"/>
                <a:gd name="connsiteY38" fmla="*/ 259366 h 4466615"/>
                <a:gd name="connsiteX39" fmla="*/ 7168719 w 7384862"/>
                <a:gd name="connsiteY39"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469965 w 7384862"/>
                <a:gd name="connsiteY32" fmla="*/ 1596962 h 4466615"/>
                <a:gd name="connsiteX33" fmla="*/ 6949453 w 7384862"/>
                <a:gd name="connsiteY33" fmla="*/ 1264825 h 4466615"/>
                <a:gd name="connsiteX34" fmla="*/ 7156813 w 7384862"/>
                <a:gd name="connsiteY34" fmla="*/ 1037368 h 4466615"/>
                <a:gd name="connsiteX35" fmla="*/ 7336264 w 7384862"/>
                <a:gd name="connsiteY35" fmla="*/ 714185 h 4466615"/>
                <a:gd name="connsiteX36" fmla="*/ 7384079 w 7384862"/>
                <a:gd name="connsiteY36" fmla="*/ 460820 h 4466615"/>
                <a:gd name="connsiteX37" fmla="*/ 7360171 w 7384862"/>
                <a:gd name="connsiteY37" fmla="*/ 259366 h 4466615"/>
                <a:gd name="connsiteX38" fmla="*/ 7168719 w 7384862"/>
                <a:gd name="connsiteY38"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269559 w 7384862"/>
                <a:gd name="connsiteY31" fmla="*/ 1797463 h 4466615"/>
                <a:gd name="connsiteX32" fmla="*/ 6949453 w 7384862"/>
                <a:gd name="connsiteY32" fmla="*/ 1264825 h 4466615"/>
                <a:gd name="connsiteX33" fmla="*/ 7156813 w 7384862"/>
                <a:gd name="connsiteY33" fmla="*/ 1037368 h 4466615"/>
                <a:gd name="connsiteX34" fmla="*/ 7336264 w 7384862"/>
                <a:gd name="connsiteY34" fmla="*/ 714185 h 4466615"/>
                <a:gd name="connsiteX35" fmla="*/ 7384079 w 7384862"/>
                <a:gd name="connsiteY35" fmla="*/ 460820 h 4466615"/>
                <a:gd name="connsiteX36" fmla="*/ 7360171 w 7384862"/>
                <a:gd name="connsiteY36" fmla="*/ 259366 h 4466615"/>
                <a:gd name="connsiteX37" fmla="*/ 7168719 w 7384862"/>
                <a:gd name="connsiteY37"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36264 w 7384862"/>
                <a:gd name="connsiteY33" fmla="*/ 714185 h 4466615"/>
                <a:gd name="connsiteX34" fmla="*/ 7384079 w 7384862"/>
                <a:gd name="connsiteY34" fmla="*/ 460820 h 4466615"/>
                <a:gd name="connsiteX35" fmla="*/ 7360171 w 7384862"/>
                <a:gd name="connsiteY35" fmla="*/ 259366 h 4466615"/>
                <a:gd name="connsiteX36" fmla="*/ 7168719 w 7384862"/>
                <a:gd name="connsiteY36" fmla="*/ 0 h 4466615"/>
                <a:gd name="connsiteX0" fmla="*/ 0 w 7384862"/>
                <a:gd name="connsiteY0" fmla="*/ 2131909 h 4466615"/>
                <a:gd name="connsiteX1" fmla="*/ 619598 w 7384862"/>
                <a:gd name="connsiteY1" fmla="*/ 2716179 h 4466615"/>
                <a:gd name="connsiteX2" fmla="*/ 928126 w 7384862"/>
                <a:gd name="connsiteY2" fmla="*/ 3072093 h 4466615"/>
                <a:gd name="connsiteX3" fmla="*/ 1203844 w 7384862"/>
                <a:gd name="connsiteY3" fmla="*/ 3009805 h 4466615"/>
                <a:gd name="connsiteX4" fmla="*/ 1313668 w 7384862"/>
                <a:gd name="connsiteY4" fmla="*/ 2806483 h 4466615"/>
                <a:gd name="connsiteX5" fmla="*/ 1301795 w 7384862"/>
                <a:gd name="connsiteY5" fmla="*/ 2414874 h 4466615"/>
                <a:gd name="connsiteX6" fmla="*/ 1278554 w 7384862"/>
                <a:gd name="connsiteY6" fmla="*/ 2280190 h 4466615"/>
                <a:gd name="connsiteX7" fmla="*/ 1278554 w 7384862"/>
                <a:gd name="connsiteY7" fmla="*/ 2175415 h 4466615"/>
                <a:gd name="connsiteX8" fmla="*/ 1401522 w 7384862"/>
                <a:gd name="connsiteY8" fmla="*/ 2077308 h 4466615"/>
                <a:gd name="connsiteX9" fmla="*/ 1582592 w 7384862"/>
                <a:gd name="connsiteY9" fmla="*/ 2092262 h 4466615"/>
                <a:gd name="connsiteX10" fmla="*/ 1692225 w 7384862"/>
                <a:gd name="connsiteY10" fmla="*/ 2177034 h 4466615"/>
                <a:gd name="connsiteX11" fmla="*/ 1745374 w 7384862"/>
                <a:gd name="connsiteY11" fmla="*/ 2404777 h 4466615"/>
                <a:gd name="connsiteX12" fmla="*/ 1640695 w 7384862"/>
                <a:gd name="connsiteY12" fmla="*/ 2735580 h 4466615"/>
                <a:gd name="connsiteX13" fmla="*/ 1609167 w 7384862"/>
                <a:gd name="connsiteY13" fmla="*/ 2961704 h 4466615"/>
                <a:gd name="connsiteX14" fmla="*/ 1708893 w 7384862"/>
                <a:gd name="connsiteY14" fmla="*/ 3214402 h 4466615"/>
                <a:gd name="connsiteX15" fmla="*/ 1889964 w 7384862"/>
                <a:gd name="connsiteY15" fmla="*/ 3550158 h 4466615"/>
                <a:gd name="connsiteX16" fmla="*/ 2001311 w 7384862"/>
                <a:gd name="connsiteY16" fmla="*/ 3781235 h 4466615"/>
                <a:gd name="connsiteX17" fmla="*/ 2171713 w 7384862"/>
                <a:gd name="connsiteY17" fmla="*/ 4079367 h 4466615"/>
                <a:gd name="connsiteX18" fmla="*/ 2332019 w 7384862"/>
                <a:gd name="connsiteY18" fmla="*/ 4270915 h 4466615"/>
                <a:gd name="connsiteX19" fmla="*/ 2489943 w 7384862"/>
                <a:gd name="connsiteY19" fmla="*/ 4361879 h 4466615"/>
                <a:gd name="connsiteX20" fmla="*/ 2729212 w 7384862"/>
                <a:gd name="connsiteY20" fmla="*/ 4390645 h 4466615"/>
                <a:gd name="connsiteX21" fmla="*/ 2956478 w 7384862"/>
                <a:gd name="connsiteY21" fmla="*/ 4390645 h 4466615"/>
                <a:gd name="connsiteX22" fmla="*/ 3254896 w 7384862"/>
                <a:gd name="connsiteY22" fmla="*/ 4366261 h 4466615"/>
                <a:gd name="connsiteX23" fmla="*/ 3382817 w 7384862"/>
                <a:gd name="connsiteY23" fmla="*/ 4366261 h 4466615"/>
                <a:gd name="connsiteX24" fmla="*/ 3638563 w 7384862"/>
                <a:gd name="connsiteY24" fmla="*/ 4416267 h 4466615"/>
                <a:gd name="connsiteX25" fmla="*/ 3972510 w 7384862"/>
                <a:gd name="connsiteY25" fmla="*/ 4466559 h 4466615"/>
                <a:gd name="connsiteX26" fmla="*/ 4279596 w 7384862"/>
                <a:gd name="connsiteY26" fmla="*/ 4404741 h 4466615"/>
                <a:gd name="connsiteX27" fmla="*/ 4853814 w 7384862"/>
                <a:gd name="connsiteY27" fmla="*/ 4310470 h 4466615"/>
                <a:gd name="connsiteX28" fmla="*/ 5534229 w 7384862"/>
                <a:gd name="connsiteY28" fmla="*/ 3348179 h 4466615"/>
                <a:gd name="connsiteX29" fmla="*/ 5820931 w 7384862"/>
                <a:gd name="connsiteY29" fmla="*/ 2766918 h 4466615"/>
                <a:gd name="connsiteX30" fmla="*/ 6100109 w 7384862"/>
                <a:gd name="connsiteY30" fmla="*/ 2152555 h 4466615"/>
                <a:gd name="connsiteX31" fmla="*/ 6949453 w 7384862"/>
                <a:gd name="connsiteY31" fmla="*/ 1264825 h 4466615"/>
                <a:gd name="connsiteX32" fmla="*/ 7156813 w 7384862"/>
                <a:gd name="connsiteY32" fmla="*/ 1037368 h 4466615"/>
                <a:gd name="connsiteX33" fmla="*/ 7384079 w 7384862"/>
                <a:gd name="connsiteY33" fmla="*/ 460820 h 4466615"/>
                <a:gd name="connsiteX34" fmla="*/ 7360171 w 7384862"/>
                <a:gd name="connsiteY34" fmla="*/ 259366 h 4466615"/>
                <a:gd name="connsiteX35" fmla="*/ 7168719 w 7384862"/>
                <a:gd name="connsiteY35" fmla="*/ 0 h 4466615"/>
                <a:gd name="connsiteX0" fmla="*/ 0 w 7360196"/>
                <a:gd name="connsiteY0" fmla="*/ 2131909 h 4466615"/>
                <a:gd name="connsiteX1" fmla="*/ 619598 w 7360196"/>
                <a:gd name="connsiteY1" fmla="*/ 2716179 h 4466615"/>
                <a:gd name="connsiteX2" fmla="*/ 928126 w 7360196"/>
                <a:gd name="connsiteY2" fmla="*/ 3072093 h 4466615"/>
                <a:gd name="connsiteX3" fmla="*/ 1203844 w 7360196"/>
                <a:gd name="connsiteY3" fmla="*/ 3009805 h 4466615"/>
                <a:gd name="connsiteX4" fmla="*/ 1313668 w 7360196"/>
                <a:gd name="connsiteY4" fmla="*/ 2806483 h 4466615"/>
                <a:gd name="connsiteX5" fmla="*/ 1301795 w 7360196"/>
                <a:gd name="connsiteY5" fmla="*/ 2414874 h 4466615"/>
                <a:gd name="connsiteX6" fmla="*/ 1278554 w 7360196"/>
                <a:gd name="connsiteY6" fmla="*/ 2280190 h 4466615"/>
                <a:gd name="connsiteX7" fmla="*/ 1278554 w 7360196"/>
                <a:gd name="connsiteY7" fmla="*/ 2175415 h 4466615"/>
                <a:gd name="connsiteX8" fmla="*/ 1401522 w 7360196"/>
                <a:gd name="connsiteY8" fmla="*/ 2077308 h 4466615"/>
                <a:gd name="connsiteX9" fmla="*/ 1582592 w 7360196"/>
                <a:gd name="connsiteY9" fmla="*/ 2092262 h 4466615"/>
                <a:gd name="connsiteX10" fmla="*/ 1692225 w 7360196"/>
                <a:gd name="connsiteY10" fmla="*/ 2177034 h 4466615"/>
                <a:gd name="connsiteX11" fmla="*/ 1745374 w 7360196"/>
                <a:gd name="connsiteY11" fmla="*/ 2404777 h 4466615"/>
                <a:gd name="connsiteX12" fmla="*/ 1640695 w 7360196"/>
                <a:gd name="connsiteY12" fmla="*/ 2735580 h 4466615"/>
                <a:gd name="connsiteX13" fmla="*/ 1609167 w 7360196"/>
                <a:gd name="connsiteY13" fmla="*/ 2961704 h 4466615"/>
                <a:gd name="connsiteX14" fmla="*/ 1708893 w 7360196"/>
                <a:gd name="connsiteY14" fmla="*/ 3214402 h 4466615"/>
                <a:gd name="connsiteX15" fmla="*/ 1889964 w 7360196"/>
                <a:gd name="connsiteY15" fmla="*/ 3550158 h 4466615"/>
                <a:gd name="connsiteX16" fmla="*/ 2001311 w 7360196"/>
                <a:gd name="connsiteY16" fmla="*/ 3781235 h 4466615"/>
                <a:gd name="connsiteX17" fmla="*/ 2171713 w 7360196"/>
                <a:gd name="connsiteY17" fmla="*/ 4079367 h 4466615"/>
                <a:gd name="connsiteX18" fmla="*/ 2332019 w 7360196"/>
                <a:gd name="connsiteY18" fmla="*/ 4270915 h 4466615"/>
                <a:gd name="connsiteX19" fmla="*/ 2489943 w 7360196"/>
                <a:gd name="connsiteY19" fmla="*/ 4361879 h 4466615"/>
                <a:gd name="connsiteX20" fmla="*/ 2729212 w 7360196"/>
                <a:gd name="connsiteY20" fmla="*/ 4390645 h 4466615"/>
                <a:gd name="connsiteX21" fmla="*/ 2956478 w 7360196"/>
                <a:gd name="connsiteY21" fmla="*/ 4390645 h 4466615"/>
                <a:gd name="connsiteX22" fmla="*/ 3254896 w 7360196"/>
                <a:gd name="connsiteY22" fmla="*/ 4366261 h 4466615"/>
                <a:gd name="connsiteX23" fmla="*/ 3382817 w 7360196"/>
                <a:gd name="connsiteY23" fmla="*/ 4366261 h 4466615"/>
                <a:gd name="connsiteX24" fmla="*/ 3638563 w 7360196"/>
                <a:gd name="connsiteY24" fmla="*/ 4416267 h 4466615"/>
                <a:gd name="connsiteX25" fmla="*/ 3972510 w 7360196"/>
                <a:gd name="connsiteY25" fmla="*/ 4466559 h 4466615"/>
                <a:gd name="connsiteX26" fmla="*/ 4279596 w 7360196"/>
                <a:gd name="connsiteY26" fmla="*/ 4404741 h 4466615"/>
                <a:gd name="connsiteX27" fmla="*/ 4853814 w 7360196"/>
                <a:gd name="connsiteY27" fmla="*/ 4310470 h 4466615"/>
                <a:gd name="connsiteX28" fmla="*/ 5534229 w 7360196"/>
                <a:gd name="connsiteY28" fmla="*/ 3348179 h 4466615"/>
                <a:gd name="connsiteX29" fmla="*/ 5820931 w 7360196"/>
                <a:gd name="connsiteY29" fmla="*/ 2766918 h 4466615"/>
                <a:gd name="connsiteX30" fmla="*/ 6100109 w 7360196"/>
                <a:gd name="connsiteY30" fmla="*/ 2152555 h 4466615"/>
                <a:gd name="connsiteX31" fmla="*/ 6949453 w 7360196"/>
                <a:gd name="connsiteY31" fmla="*/ 1264825 h 4466615"/>
                <a:gd name="connsiteX32" fmla="*/ 7156813 w 7360196"/>
                <a:gd name="connsiteY32" fmla="*/ 1037368 h 4466615"/>
                <a:gd name="connsiteX33" fmla="*/ 7360171 w 7360196"/>
                <a:gd name="connsiteY33" fmla="*/ 259366 h 4466615"/>
                <a:gd name="connsiteX34" fmla="*/ 7168719 w 7360196"/>
                <a:gd name="connsiteY34" fmla="*/ 0 h 4466615"/>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100109 w 7360171"/>
                <a:gd name="connsiteY30" fmla="*/ 1893189 h 4207249"/>
                <a:gd name="connsiteX31" fmla="*/ 6949453 w 7360171"/>
                <a:gd name="connsiteY31" fmla="*/ 1005459 h 4207249"/>
                <a:gd name="connsiteX32" fmla="*/ 7156813 w 7360171"/>
                <a:gd name="connsiteY32" fmla="*/ 778002 h 4207249"/>
                <a:gd name="connsiteX33" fmla="*/ 7360171 w 7360171"/>
                <a:gd name="connsiteY33"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156813 w 7360171"/>
                <a:gd name="connsiteY31" fmla="*/ 778002 h 4207249"/>
                <a:gd name="connsiteX32" fmla="*/ 7360171 w 7360171"/>
                <a:gd name="connsiteY32" fmla="*/ 0 h 4207249"/>
                <a:gd name="connsiteX0" fmla="*/ 0 w 7360171"/>
                <a:gd name="connsiteY0" fmla="*/ 1872543 h 4207249"/>
                <a:gd name="connsiteX1" fmla="*/ 619598 w 7360171"/>
                <a:gd name="connsiteY1" fmla="*/ 2456813 h 4207249"/>
                <a:gd name="connsiteX2" fmla="*/ 928126 w 7360171"/>
                <a:gd name="connsiteY2" fmla="*/ 2812727 h 4207249"/>
                <a:gd name="connsiteX3" fmla="*/ 1203844 w 7360171"/>
                <a:gd name="connsiteY3" fmla="*/ 2750439 h 4207249"/>
                <a:gd name="connsiteX4" fmla="*/ 1313668 w 7360171"/>
                <a:gd name="connsiteY4" fmla="*/ 2547117 h 4207249"/>
                <a:gd name="connsiteX5" fmla="*/ 1301795 w 7360171"/>
                <a:gd name="connsiteY5" fmla="*/ 2155508 h 4207249"/>
                <a:gd name="connsiteX6" fmla="*/ 1278554 w 7360171"/>
                <a:gd name="connsiteY6" fmla="*/ 2020824 h 4207249"/>
                <a:gd name="connsiteX7" fmla="*/ 1278554 w 7360171"/>
                <a:gd name="connsiteY7" fmla="*/ 1916049 h 4207249"/>
                <a:gd name="connsiteX8" fmla="*/ 1401522 w 7360171"/>
                <a:gd name="connsiteY8" fmla="*/ 1817942 h 4207249"/>
                <a:gd name="connsiteX9" fmla="*/ 1582592 w 7360171"/>
                <a:gd name="connsiteY9" fmla="*/ 1832896 h 4207249"/>
                <a:gd name="connsiteX10" fmla="*/ 1692225 w 7360171"/>
                <a:gd name="connsiteY10" fmla="*/ 1917668 h 4207249"/>
                <a:gd name="connsiteX11" fmla="*/ 1745374 w 7360171"/>
                <a:gd name="connsiteY11" fmla="*/ 2145411 h 4207249"/>
                <a:gd name="connsiteX12" fmla="*/ 1640695 w 7360171"/>
                <a:gd name="connsiteY12" fmla="*/ 2476214 h 4207249"/>
                <a:gd name="connsiteX13" fmla="*/ 1609167 w 7360171"/>
                <a:gd name="connsiteY13" fmla="*/ 2702338 h 4207249"/>
                <a:gd name="connsiteX14" fmla="*/ 1708893 w 7360171"/>
                <a:gd name="connsiteY14" fmla="*/ 2955036 h 4207249"/>
                <a:gd name="connsiteX15" fmla="*/ 1889964 w 7360171"/>
                <a:gd name="connsiteY15" fmla="*/ 3290792 h 4207249"/>
                <a:gd name="connsiteX16" fmla="*/ 2001311 w 7360171"/>
                <a:gd name="connsiteY16" fmla="*/ 3521869 h 4207249"/>
                <a:gd name="connsiteX17" fmla="*/ 2171713 w 7360171"/>
                <a:gd name="connsiteY17" fmla="*/ 3820001 h 4207249"/>
                <a:gd name="connsiteX18" fmla="*/ 2332019 w 7360171"/>
                <a:gd name="connsiteY18" fmla="*/ 4011549 h 4207249"/>
                <a:gd name="connsiteX19" fmla="*/ 2489943 w 7360171"/>
                <a:gd name="connsiteY19" fmla="*/ 4102513 h 4207249"/>
                <a:gd name="connsiteX20" fmla="*/ 2729212 w 7360171"/>
                <a:gd name="connsiteY20" fmla="*/ 4131279 h 4207249"/>
                <a:gd name="connsiteX21" fmla="*/ 2956478 w 7360171"/>
                <a:gd name="connsiteY21" fmla="*/ 4131279 h 4207249"/>
                <a:gd name="connsiteX22" fmla="*/ 3254896 w 7360171"/>
                <a:gd name="connsiteY22" fmla="*/ 4106895 h 4207249"/>
                <a:gd name="connsiteX23" fmla="*/ 3382817 w 7360171"/>
                <a:gd name="connsiteY23" fmla="*/ 4106895 h 4207249"/>
                <a:gd name="connsiteX24" fmla="*/ 3638563 w 7360171"/>
                <a:gd name="connsiteY24" fmla="*/ 4156901 h 4207249"/>
                <a:gd name="connsiteX25" fmla="*/ 3972510 w 7360171"/>
                <a:gd name="connsiteY25" fmla="*/ 4207193 h 4207249"/>
                <a:gd name="connsiteX26" fmla="*/ 4279596 w 7360171"/>
                <a:gd name="connsiteY26" fmla="*/ 4145375 h 4207249"/>
                <a:gd name="connsiteX27" fmla="*/ 4853814 w 7360171"/>
                <a:gd name="connsiteY27" fmla="*/ 4051104 h 4207249"/>
                <a:gd name="connsiteX28" fmla="*/ 5534229 w 7360171"/>
                <a:gd name="connsiteY28" fmla="*/ 3088813 h 4207249"/>
                <a:gd name="connsiteX29" fmla="*/ 5820931 w 7360171"/>
                <a:gd name="connsiteY29" fmla="*/ 2507552 h 4207249"/>
                <a:gd name="connsiteX30" fmla="*/ 6949453 w 7360171"/>
                <a:gd name="connsiteY30" fmla="*/ 1005459 h 4207249"/>
                <a:gd name="connsiteX31" fmla="*/ 7360171 w 7360171"/>
                <a:gd name="connsiteY31" fmla="*/ 0 h 4207249"/>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5820931 w 6949453"/>
                <a:gd name="connsiteY29" fmla="*/ 1502093 h 3201790"/>
                <a:gd name="connsiteX30" fmla="*/ 6949453 w 6949453"/>
                <a:gd name="connsiteY30" fmla="*/ 0 h 3201790"/>
                <a:gd name="connsiteX0" fmla="*/ 0 w 6949453"/>
                <a:gd name="connsiteY0" fmla="*/ 867084 h 3201790"/>
                <a:gd name="connsiteX1" fmla="*/ 619598 w 6949453"/>
                <a:gd name="connsiteY1" fmla="*/ 1451354 h 3201790"/>
                <a:gd name="connsiteX2" fmla="*/ 928126 w 6949453"/>
                <a:gd name="connsiteY2" fmla="*/ 1807268 h 3201790"/>
                <a:gd name="connsiteX3" fmla="*/ 1203844 w 6949453"/>
                <a:gd name="connsiteY3" fmla="*/ 1744980 h 3201790"/>
                <a:gd name="connsiteX4" fmla="*/ 1313668 w 6949453"/>
                <a:gd name="connsiteY4" fmla="*/ 1541658 h 3201790"/>
                <a:gd name="connsiteX5" fmla="*/ 1301795 w 6949453"/>
                <a:gd name="connsiteY5" fmla="*/ 1150049 h 3201790"/>
                <a:gd name="connsiteX6" fmla="*/ 1278554 w 6949453"/>
                <a:gd name="connsiteY6" fmla="*/ 1015365 h 3201790"/>
                <a:gd name="connsiteX7" fmla="*/ 1278554 w 6949453"/>
                <a:gd name="connsiteY7" fmla="*/ 910590 h 3201790"/>
                <a:gd name="connsiteX8" fmla="*/ 1401522 w 6949453"/>
                <a:gd name="connsiteY8" fmla="*/ 812483 h 3201790"/>
                <a:gd name="connsiteX9" fmla="*/ 1582592 w 6949453"/>
                <a:gd name="connsiteY9" fmla="*/ 827437 h 3201790"/>
                <a:gd name="connsiteX10" fmla="*/ 1692225 w 6949453"/>
                <a:gd name="connsiteY10" fmla="*/ 912209 h 3201790"/>
                <a:gd name="connsiteX11" fmla="*/ 1745374 w 6949453"/>
                <a:gd name="connsiteY11" fmla="*/ 1139952 h 3201790"/>
                <a:gd name="connsiteX12" fmla="*/ 1640695 w 6949453"/>
                <a:gd name="connsiteY12" fmla="*/ 1470755 h 3201790"/>
                <a:gd name="connsiteX13" fmla="*/ 1609167 w 6949453"/>
                <a:gd name="connsiteY13" fmla="*/ 1696879 h 3201790"/>
                <a:gd name="connsiteX14" fmla="*/ 1708893 w 6949453"/>
                <a:gd name="connsiteY14" fmla="*/ 1949577 h 3201790"/>
                <a:gd name="connsiteX15" fmla="*/ 1889964 w 6949453"/>
                <a:gd name="connsiteY15" fmla="*/ 2285333 h 3201790"/>
                <a:gd name="connsiteX16" fmla="*/ 2001311 w 6949453"/>
                <a:gd name="connsiteY16" fmla="*/ 2516410 h 3201790"/>
                <a:gd name="connsiteX17" fmla="*/ 2171713 w 6949453"/>
                <a:gd name="connsiteY17" fmla="*/ 2814542 h 3201790"/>
                <a:gd name="connsiteX18" fmla="*/ 2332019 w 6949453"/>
                <a:gd name="connsiteY18" fmla="*/ 3006090 h 3201790"/>
                <a:gd name="connsiteX19" fmla="*/ 2489943 w 6949453"/>
                <a:gd name="connsiteY19" fmla="*/ 3097054 h 3201790"/>
                <a:gd name="connsiteX20" fmla="*/ 2729212 w 6949453"/>
                <a:gd name="connsiteY20" fmla="*/ 3125820 h 3201790"/>
                <a:gd name="connsiteX21" fmla="*/ 2956478 w 6949453"/>
                <a:gd name="connsiteY21" fmla="*/ 3125820 h 3201790"/>
                <a:gd name="connsiteX22" fmla="*/ 3254896 w 6949453"/>
                <a:gd name="connsiteY22" fmla="*/ 3101436 h 3201790"/>
                <a:gd name="connsiteX23" fmla="*/ 3382817 w 6949453"/>
                <a:gd name="connsiteY23" fmla="*/ 3101436 h 3201790"/>
                <a:gd name="connsiteX24" fmla="*/ 3638563 w 6949453"/>
                <a:gd name="connsiteY24" fmla="*/ 3151442 h 3201790"/>
                <a:gd name="connsiteX25" fmla="*/ 3972510 w 6949453"/>
                <a:gd name="connsiteY25" fmla="*/ 3201734 h 3201790"/>
                <a:gd name="connsiteX26" fmla="*/ 4279596 w 6949453"/>
                <a:gd name="connsiteY26" fmla="*/ 3139916 h 3201790"/>
                <a:gd name="connsiteX27" fmla="*/ 4853814 w 6949453"/>
                <a:gd name="connsiteY27" fmla="*/ 3045645 h 3201790"/>
                <a:gd name="connsiteX28" fmla="*/ 5534229 w 6949453"/>
                <a:gd name="connsiteY28" fmla="*/ 2083354 h 3201790"/>
                <a:gd name="connsiteX29" fmla="*/ 6949453 w 6949453"/>
                <a:gd name="connsiteY29" fmla="*/ 0 h 3201790"/>
                <a:gd name="connsiteX0" fmla="*/ 0 w 5534229"/>
                <a:gd name="connsiteY0" fmla="*/ 63107 h 2397813"/>
                <a:gd name="connsiteX1" fmla="*/ 619598 w 5534229"/>
                <a:gd name="connsiteY1" fmla="*/ 647377 h 2397813"/>
                <a:gd name="connsiteX2" fmla="*/ 928126 w 5534229"/>
                <a:gd name="connsiteY2" fmla="*/ 1003291 h 2397813"/>
                <a:gd name="connsiteX3" fmla="*/ 1203844 w 5534229"/>
                <a:gd name="connsiteY3" fmla="*/ 941003 h 2397813"/>
                <a:gd name="connsiteX4" fmla="*/ 1313668 w 5534229"/>
                <a:gd name="connsiteY4" fmla="*/ 737681 h 2397813"/>
                <a:gd name="connsiteX5" fmla="*/ 1301795 w 5534229"/>
                <a:gd name="connsiteY5" fmla="*/ 346072 h 2397813"/>
                <a:gd name="connsiteX6" fmla="*/ 1278554 w 5534229"/>
                <a:gd name="connsiteY6" fmla="*/ 211388 h 2397813"/>
                <a:gd name="connsiteX7" fmla="*/ 1278554 w 5534229"/>
                <a:gd name="connsiteY7" fmla="*/ 106613 h 2397813"/>
                <a:gd name="connsiteX8" fmla="*/ 1401522 w 5534229"/>
                <a:gd name="connsiteY8" fmla="*/ 8506 h 2397813"/>
                <a:gd name="connsiteX9" fmla="*/ 1582592 w 5534229"/>
                <a:gd name="connsiteY9" fmla="*/ 23460 h 2397813"/>
                <a:gd name="connsiteX10" fmla="*/ 1692225 w 5534229"/>
                <a:gd name="connsiteY10" fmla="*/ 108232 h 2397813"/>
                <a:gd name="connsiteX11" fmla="*/ 1745374 w 5534229"/>
                <a:gd name="connsiteY11" fmla="*/ 335975 h 2397813"/>
                <a:gd name="connsiteX12" fmla="*/ 1640695 w 5534229"/>
                <a:gd name="connsiteY12" fmla="*/ 666778 h 2397813"/>
                <a:gd name="connsiteX13" fmla="*/ 1609167 w 5534229"/>
                <a:gd name="connsiteY13" fmla="*/ 892902 h 2397813"/>
                <a:gd name="connsiteX14" fmla="*/ 1708893 w 5534229"/>
                <a:gd name="connsiteY14" fmla="*/ 1145600 h 2397813"/>
                <a:gd name="connsiteX15" fmla="*/ 1889964 w 5534229"/>
                <a:gd name="connsiteY15" fmla="*/ 1481356 h 2397813"/>
                <a:gd name="connsiteX16" fmla="*/ 2001311 w 5534229"/>
                <a:gd name="connsiteY16" fmla="*/ 1712433 h 2397813"/>
                <a:gd name="connsiteX17" fmla="*/ 2171713 w 5534229"/>
                <a:gd name="connsiteY17" fmla="*/ 2010565 h 2397813"/>
                <a:gd name="connsiteX18" fmla="*/ 2332019 w 5534229"/>
                <a:gd name="connsiteY18" fmla="*/ 2202113 h 2397813"/>
                <a:gd name="connsiteX19" fmla="*/ 2489943 w 5534229"/>
                <a:gd name="connsiteY19" fmla="*/ 2293077 h 2397813"/>
                <a:gd name="connsiteX20" fmla="*/ 2729212 w 5534229"/>
                <a:gd name="connsiteY20" fmla="*/ 2321843 h 2397813"/>
                <a:gd name="connsiteX21" fmla="*/ 2956478 w 5534229"/>
                <a:gd name="connsiteY21" fmla="*/ 2321843 h 2397813"/>
                <a:gd name="connsiteX22" fmla="*/ 3254896 w 5534229"/>
                <a:gd name="connsiteY22" fmla="*/ 2297459 h 2397813"/>
                <a:gd name="connsiteX23" fmla="*/ 3382817 w 5534229"/>
                <a:gd name="connsiteY23" fmla="*/ 2297459 h 2397813"/>
                <a:gd name="connsiteX24" fmla="*/ 3638563 w 5534229"/>
                <a:gd name="connsiteY24" fmla="*/ 2347465 h 2397813"/>
                <a:gd name="connsiteX25" fmla="*/ 3972510 w 5534229"/>
                <a:gd name="connsiteY25" fmla="*/ 2397757 h 2397813"/>
                <a:gd name="connsiteX26" fmla="*/ 4279596 w 5534229"/>
                <a:gd name="connsiteY26" fmla="*/ 2335939 h 2397813"/>
                <a:gd name="connsiteX27" fmla="*/ 4853814 w 5534229"/>
                <a:gd name="connsiteY27" fmla="*/ 2241668 h 2397813"/>
                <a:gd name="connsiteX28" fmla="*/ 5534229 w 5534229"/>
                <a:gd name="connsiteY28" fmla="*/ 1279377 h 2397813"/>
                <a:gd name="connsiteX0" fmla="*/ 0 w 4853814"/>
                <a:gd name="connsiteY0" fmla="*/ 63107 h 2397813"/>
                <a:gd name="connsiteX1" fmla="*/ 619598 w 4853814"/>
                <a:gd name="connsiteY1" fmla="*/ 647377 h 2397813"/>
                <a:gd name="connsiteX2" fmla="*/ 928126 w 4853814"/>
                <a:gd name="connsiteY2" fmla="*/ 1003291 h 2397813"/>
                <a:gd name="connsiteX3" fmla="*/ 1203844 w 4853814"/>
                <a:gd name="connsiteY3" fmla="*/ 941003 h 2397813"/>
                <a:gd name="connsiteX4" fmla="*/ 1313668 w 4853814"/>
                <a:gd name="connsiteY4" fmla="*/ 737681 h 2397813"/>
                <a:gd name="connsiteX5" fmla="*/ 1301795 w 4853814"/>
                <a:gd name="connsiteY5" fmla="*/ 346072 h 2397813"/>
                <a:gd name="connsiteX6" fmla="*/ 1278554 w 4853814"/>
                <a:gd name="connsiteY6" fmla="*/ 211388 h 2397813"/>
                <a:gd name="connsiteX7" fmla="*/ 1278554 w 4853814"/>
                <a:gd name="connsiteY7" fmla="*/ 106613 h 2397813"/>
                <a:gd name="connsiteX8" fmla="*/ 1401522 w 4853814"/>
                <a:gd name="connsiteY8" fmla="*/ 8506 h 2397813"/>
                <a:gd name="connsiteX9" fmla="*/ 1582592 w 4853814"/>
                <a:gd name="connsiteY9" fmla="*/ 23460 h 2397813"/>
                <a:gd name="connsiteX10" fmla="*/ 1692225 w 4853814"/>
                <a:gd name="connsiteY10" fmla="*/ 108232 h 2397813"/>
                <a:gd name="connsiteX11" fmla="*/ 1745374 w 4853814"/>
                <a:gd name="connsiteY11" fmla="*/ 335975 h 2397813"/>
                <a:gd name="connsiteX12" fmla="*/ 1640695 w 4853814"/>
                <a:gd name="connsiteY12" fmla="*/ 666778 h 2397813"/>
                <a:gd name="connsiteX13" fmla="*/ 1609167 w 4853814"/>
                <a:gd name="connsiteY13" fmla="*/ 892902 h 2397813"/>
                <a:gd name="connsiteX14" fmla="*/ 1708893 w 4853814"/>
                <a:gd name="connsiteY14" fmla="*/ 1145600 h 2397813"/>
                <a:gd name="connsiteX15" fmla="*/ 1889964 w 4853814"/>
                <a:gd name="connsiteY15" fmla="*/ 1481356 h 2397813"/>
                <a:gd name="connsiteX16" fmla="*/ 2001311 w 4853814"/>
                <a:gd name="connsiteY16" fmla="*/ 1712433 h 2397813"/>
                <a:gd name="connsiteX17" fmla="*/ 2171713 w 4853814"/>
                <a:gd name="connsiteY17" fmla="*/ 2010565 h 2397813"/>
                <a:gd name="connsiteX18" fmla="*/ 2332019 w 4853814"/>
                <a:gd name="connsiteY18" fmla="*/ 2202113 h 2397813"/>
                <a:gd name="connsiteX19" fmla="*/ 2489943 w 4853814"/>
                <a:gd name="connsiteY19" fmla="*/ 2293077 h 2397813"/>
                <a:gd name="connsiteX20" fmla="*/ 2729212 w 4853814"/>
                <a:gd name="connsiteY20" fmla="*/ 2321843 h 2397813"/>
                <a:gd name="connsiteX21" fmla="*/ 2956478 w 4853814"/>
                <a:gd name="connsiteY21" fmla="*/ 2321843 h 2397813"/>
                <a:gd name="connsiteX22" fmla="*/ 3254896 w 4853814"/>
                <a:gd name="connsiteY22" fmla="*/ 2297459 h 2397813"/>
                <a:gd name="connsiteX23" fmla="*/ 3382817 w 4853814"/>
                <a:gd name="connsiteY23" fmla="*/ 2297459 h 2397813"/>
                <a:gd name="connsiteX24" fmla="*/ 3638563 w 4853814"/>
                <a:gd name="connsiteY24" fmla="*/ 2347465 h 2397813"/>
                <a:gd name="connsiteX25" fmla="*/ 3972510 w 4853814"/>
                <a:gd name="connsiteY25" fmla="*/ 2397757 h 2397813"/>
                <a:gd name="connsiteX26" fmla="*/ 4279596 w 4853814"/>
                <a:gd name="connsiteY26" fmla="*/ 2335939 h 2397813"/>
                <a:gd name="connsiteX27" fmla="*/ 4853814 w 4853814"/>
                <a:gd name="connsiteY27" fmla="*/ 2241668 h 2397813"/>
                <a:gd name="connsiteX0" fmla="*/ 0 w 4759168"/>
                <a:gd name="connsiteY0" fmla="*/ 0 h 2405742"/>
                <a:gd name="connsiteX1" fmla="*/ 524952 w 4759168"/>
                <a:gd name="connsiteY1" fmla="*/ 655306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59168"/>
                <a:gd name="connsiteY0" fmla="*/ 0 h 2405742"/>
                <a:gd name="connsiteX1" fmla="*/ 592699 w 4759168"/>
                <a:gd name="connsiteY1" fmla="*/ 589393 h 2405742"/>
                <a:gd name="connsiteX2" fmla="*/ 833480 w 4759168"/>
                <a:gd name="connsiteY2" fmla="*/ 1011220 h 2405742"/>
                <a:gd name="connsiteX3" fmla="*/ 1109198 w 4759168"/>
                <a:gd name="connsiteY3" fmla="*/ 948932 h 2405742"/>
                <a:gd name="connsiteX4" fmla="*/ 1219022 w 4759168"/>
                <a:gd name="connsiteY4" fmla="*/ 745610 h 2405742"/>
                <a:gd name="connsiteX5" fmla="*/ 1207149 w 4759168"/>
                <a:gd name="connsiteY5" fmla="*/ 354001 h 2405742"/>
                <a:gd name="connsiteX6" fmla="*/ 1183908 w 4759168"/>
                <a:gd name="connsiteY6" fmla="*/ 219317 h 2405742"/>
                <a:gd name="connsiteX7" fmla="*/ 1183908 w 4759168"/>
                <a:gd name="connsiteY7" fmla="*/ 114542 h 2405742"/>
                <a:gd name="connsiteX8" fmla="*/ 1306876 w 4759168"/>
                <a:gd name="connsiteY8" fmla="*/ 16435 h 2405742"/>
                <a:gd name="connsiteX9" fmla="*/ 1487946 w 4759168"/>
                <a:gd name="connsiteY9" fmla="*/ 31389 h 2405742"/>
                <a:gd name="connsiteX10" fmla="*/ 1597579 w 4759168"/>
                <a:gd name="connsiteY10" fmla="*/ 116161 h 2405742"/>
                <a:gd name="connsiteX11" fmla="*/ 1650728 w 4759168"/>
                <a:gd name="connsiteY11" fmla="*/ 343904 h 2405742"/>
                <a:gd name="connsiteX12" fmla="*/ 1546049 w 4759168"/>
                <a:gd name="connsiteY12" fmla="*/ 674707 h 2405742"/>
                <a:gd name="connsiteX13" fmla="*/ 1514521 w 4759168"/>
                <a:gd name="connsiteY13" fmla="*/ 900831 h 2405742"/>
                <a:gd name="connsiteX14" fmla="*/ 1614247 w 4759168"/>
                <a:gd name="connsiteY14" fmla="*/ 1153529 h 2405742"/>
                <a:gd name="connsiteX15" fmla="*/ 1795318 w 4759168"/>
                <a:gd name="connsiteY15" fmla="*/ 1489285 h 2405742"/>
                <a:gd name="connsiteX16" fmla="*/ 1906665 w 4759168"/>
                <a:gd name="connsiteY16" fmla="*/ 1720362 h 2405742"/>
                <a:gd name="connsiteX17" fmla="*/ 2077067 w 4759168"/>
                <a:gd name="connsiteY17" fmla="*/ 2018494 h 2405742"/>
                <a:gd name="connsiteX18" fmla="*/ 2237373 w 4759168"/>
                <a:gd name="connsiteY18" fmla="*/ 2210042 h 2405742"/>
                <a:gd name="connsiteX19" fmla="*/ 2395297 w 4759168"/>
                <a:gd name="connsiteY19" fmla="*/ 2301006 h 2405742"/>
                <a:gd name="connsiteX20" fmla="*/ 2634566 w 4759168"/>
                <a:gd name="connsiteY20" fmla="*/ 2329772 h 2405742"/>
                <a:gd name="connsiteX21" fmla="*/ 2861832 w 4759168"/>
                <a:gd name="connsiteY21" fmla="*/ 2329772 h 2405742"/>
                <a:gd name="connsiteX22" fmla="*/ 3160250 w 4759168"/>
                <a:gd name="connsiteY22" fmla="*/ 2305388 h 2405742"/>
                <a:gd name="connsiteX23" fmla="*/ 3288171 w 4759168"/>
                <a:gd name="connsiteY23" fmla="*/ 2305388 h 2405742"/>
                <a:gd name="connsiteX24" fmla="*/ 3543917 w 4759168"/>
                <a:gd name="connsiteY24" fmla="*/ 2355394 h 2405742"/>
                <a:gd name="connsiteX25" fmla="*/ 3877864 w 4759168"/>
                <a:gd name="connsiteY25" fmla="*/ 2405686 h 2405742"/>
                <a:gd name="connsiteX26" fmla="*/ 4184950 w 4759168"/>
                <a:gd name="connsiteY26" fmla="*/ 2343868 h 2405742"/>
                <a:gd name="connsiteX27" fmla="*/ 4759168 w 4759168"/>
                <a:gd name="connsiteY27" fmla="*/ 2249597 h 2405742"/>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0 h 2427066"/>
                <a:gd name="connsiteX1" fmla="*/ 581177 w 4747646"/>
                <a:gd name="connsiteY1" fmla="*/ 610717 h 2427066"/>
                <a:gd name="connsiteX2" fmla="*/ 821958 w 4747646"/>
                <a:gd name="connsiteY2" fmla="*/ 1032544 h 2427066"/>
                <a:gd name="connsiteX3" fmla="*/ 1097676 w 4747646"/>
                <a:gd name="connsiteY3" fmla="*/ 970256 h 2427066"/>
                <a:gd name="connsiteX4" fmla="*/ 1207500 w 4747646"/>
                <a:gd name="connsiteY4" fmla="*/ 766934 h 2427066"/>
                <a:gd name="connsiteX5" fmla="*/ 1195627 w 4747646"/>
                <a:gd name="connsiteY5" fmla="*/ 375325 h 2427066"/>
                <a:gd name="connsiteX6" fmla="*/ 1172386 w 4747646"/>
                <a:gd name="connsiteY6" fmla="*/ 240641 h 2427066"/>
                <a:gd name="connsiteX7" fmla="*/ 1172386 w 4747646"/>
                <a:gd name="connsiteY7" fmla="*/ 135866 h 2427066"/>
                <a:gd name="connsiteX8" fmla="*/ 1295354 w 4747646"/>
                <a:gd name="connsiteY8" fmla="*/ 37759 h 2427066"/>
                <a:gd name="connsiteX9" fmla="*/ 1476424 w 4747646"/>
                <a:gd name="connsiteY9" fmla="*/ 52713 h 2427066"/>
                <a:gd name="connsiteX10" fmla="*/ 1586057 w 4747646"/>
                <a:gd name="connsiteY10" fmla="*/ 137485 h 2427066"/>
                <a:gd name="connsiteX11" fmla="*/ 1639206 w 4747646"/>
                <a:gd name="connsiteY11" fmla="*/ 365228 h 2427066"/>
                <a:gd name="connsiteX12" fmla="*/ 1534527 w 4747646"/>
                <a:gd name="connsiteY12" fmla="*/ 696031 h 2427066"/>
                <a:gd name="connsiteX13" fmla="*/ 1502999 w 4747646"/>
                <a:gd name="connsiteY13" fmla="*/ 922155 h 2427066"/>
                <a:gd name="connsiteX14" fmla="*/ 1602725 w 4747646"/>
                <a:gd name="connsiteY14" fmla="*/ 1174853 h 2427066"/>
                <a:gd name="connsiteX15" fmla="*/ 1783796 w 4747646"/>
                <a:gd name="connsiteY15" fmla="*/ 1510609 h 2427066"/>
                <a:gd name="connsiteX16" fmla="*/ 1895143 w 4747646"/>
                <a:gd name="connsiteY16" fmla="*/ 1741686 h 2427066"/>
                <a:gd name="connsiteX17" fmla="*/ 2065545 w 4747646"/>
                <a:gd name="connsiteY17" fmla="*/ 2039818 h 2427066"/>
                <a:gd name="connsiteX18" fmla="*/ 2225851 w 4747646"/>
                <a:gd name="connsiteY18" fmla="*/ 2231366 h 2427066"/>
                <a:gd name="connsiteX19" fmla="*/ 2383775 w 4747646"/>
                <a:gd name="connsiteY19" fmla="*/ 2322330 h 2427066"/>
                <a:gd name="connsiteX20" fmla="*/ 2623044 w 4747646"/>
                <a:gd name="connsiteY20" fmla="*/ 2351096 h 2427066"/>
                <a:gd name="connsiteX21" fmla="*/ 2850310 w 4747646"/>
                <a:gd name="connsiteY21" fmla="*/ 2351096 h 2427066"/>
                <a:gd name="connsiteX22" fmla="*/ 3148728 w 4747646"/>
                <a:gd name="connsiteY22" fmla="*/ 2326712 h 2427066"/>
                <a:gd name="connsiteX23" fmla="*/ 3276649 w 4747646"/>
                <a:gd name="connsiteY23" fmla="*/ 2326712 h 2427066"/>
                <a:gd name="connsiteX24" fmla="*/ 3532395 w 4747646"/>
                <a:gd name="connsiteY24" fmla="*/ 2376718 h 2427066"/>
                <a:gd name="connsiteX25" fmla="*/ 3866342 w 4747646"/>
                <a:gd name="connsiteY25" fmla="*/ 2427010 h 2427066"/>
                <a:gd name="connsiteX26" fmla="*/ 4173428 w 4747646"/>
                <a:gd name="connsiteY26" fmla="*/ 2365192 h 2427066"/>
                <a:gd name="connsiteX27" fmla="*/ 4747646 w 4747646"/>
                <a:gd name="connsiteY27" fmla="*/ 2270921 h 2427066"/>
                <a:gd name="connsiteX0" fmla="*/ 0 w 4747646"/>
                <a:gd name="connsiteY0" fmla="*/ 122177 h 2549243"/>
                <a:gd name="connsiteX1" fmla="*/ 581177 w 4747646"/>
                <a:gd name="connsiteY1" fmla="*/ 732894 h 2549243"/>
                <a:gd name="connsiteX2" fmla="*/ 821958 w 4747646"/>
                <a:gd name="connsiteY2" fmla="*/ 1154721 h 2549243"/>
                <a:gd name="connsiteX3" fmla="*/ 1097676 w 4747646"/>
                <a:gd name="connsiteY3" fmla="*/ 1092433 h 2549243"/>
                <a:gd name="connsiteX4" fmla="*/ 1207500 w 4747646"/>
                <a:gd name="connsiteY4" fmla="*/ 889111 h 2549243"/>
                <a:gd name="connsiteX5" fmla="*/ 1195627 w 4747646"/>
                <a:gd name="connsiteY5" fmla="*/ 497502 h 2549243"/>
                <a:gd name="connsiteX6" fmla="*/ 1172386 w 4747646"/>
                <a:gd name="connsiteY6" fmla="*/ 362818 h 2549243"/>
                <a:gd name="connsiteX7" fmla="*/ 1172386 w 4747646"/>
                <a:gd name="connsiteY7" fmla="*/ 258043 h 2549243"/>
                <a:gd name="connsiteX8" fmla="*/ 1294160 w 4747646"/>
                <a:gd name="connsiteY8" fmla="*/ 1135 h 2549243"/>
                <a:gd name="connsiteX9" fmla="*/ 1476424 w 4747646"/>
                <a:gd name="connsiteY9" fmla="*/ 174890 h 2549243"/>
                <a:gd name="connsiteX10" fmla="*/ 1586057 w 4747646"/>
                <a:gd name="connsiteY10" fmla="*/ 259662 h 2549243"/>
                <a:gd name="connsiteX11" fmla="*/ 1639206 w 4747646"/>
                <a:gd name="connsiteY11" fmla="*/ 487405 h 2549243"/>
                <a:gd name="connsiteX12" fmla="*/ 1534527 w 4747646"/>
                <a:gd name="connsiteY12" fmla="*/ 818208 h 2549243"/>
                <a:gd name="connsiteX13" fmla="*/ 1502999 w 4747646"/>
                <a:gd name="connsiteY13" fmla="*/ 1044332 h 2549243"/>
                <a:gd name="connsiteX14" fmla="*/ 1602725 w 4747646"/>
                <a:gd name="connsiteY14" fmla="*/ 1297030 h 2549243"/>
                <a:gd name="connsiteX15" fmla="*/ 1783796 w 4747646"/>
                <a:gd name="connsiteY15" fmla="*/ 1632786 h 2549243"/>
                <a:gd name="connsiteX16" fmla="*/ 1895143 w 4747646"/>
                <a:gd name="connsiteY16" fmla="*/ 1863863 h 2549243"/>
                <a:gd name="connsiteX17" fmla="*/ 2065545 w 4747646"/>
                <a:gd name="connsiteY17" fmla="*/ 2161995 h 2549243"/>
                <a:gd name="connsiteX18" fmla="*/ 2225851 w 4747646"/>
                <a:gd name="connsiteY18" fmla="*/ 2353543 h 2549243"/>
                <a:gd name="connsiteX19" fmla="*/ 2383775 w 4747646"/>
                <a:gd name="connsiteY19" fmla="*/ 2444507 h 2549243"/>
                <a:gd name="connsiteX20" fmla="*/ 2623044 w 4747646"/>
                <a:gd name="connsiteY20" fmla="*/ 2473273 h 2549243"/>
                <a:gd name="connsiteX21" fmla="*/ 2850310 w 4747646"/>
                <a:gd name="connsiteY21" fmla="*/ 2473273 h 2549243"/>
                <a:gd name="connsiteX22" fmla="*/ 3148728 w 4747646"/>
                <a:gd name="connsiteY22" fmla="*/ 2448889 h 2549243"/>
                <a:gd name="connsiteX23" fmla="*/ 3276649 w 4747646"/>
                <a:gd name="connsiteY23" fmla="*/ 2448889 h 2549243"/>
                <a:gd name="connsiteX24" fmla="*/ 3532395 w 4747646"/>
                <a:gd name="connsiteY24" fmla="*/ 2498895 h 2549243"/>
                <a:gd name="connsiteX25" fmla="*/ 3866342 w 4747646"/>
                <a:gd name="connsiteY25" fmla="*/ 2549187 h 2549243"/>
                <a:gd name="connsiteX26" fmla="*/ 4173428 w 4747646"/>
                <a:gd name="connsiteY26" fmla="*/ 2487369 h 2549243"/>
                <a:gd name="connsiteX27" fmla="*/ 4747646 w 4747646"/>
                <a:gd name="connsiteY27" fmla="*/ 2393098 h 2549243"/>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936776"/>
                <a:gd name="connsiteY0" fmla="*/ 90496 h 2549244"/>
                <a:gd name="connsiteX1" fmla="*/ 770307 w 4936776"/>
                <a:gd name="connsiteY1" fmla="*/ 732895 h 2549244"/>
                <a:gd name="connsiteX2" fmla="*/ 1011088 w 4936776"/>
                <a:gd name="connsiteY2" fmla="*/ 1154722 h 2549244"/>
                <a:gd name="connsiteX3" fmla="*/ 1286806 w 4936776"/>
                <a:gd name="connsiteY3" fmla="*/ 1092434 h 2549244"/>
                <a:gd name="connsiteX4" fmla="*/ 1396630 w 4936776"/>
                <a:gd name="connsiteY4" fmla="*/ 889112 h 2549244"/>
                <a:gd name="connsiteX5" fmla="*/ 1384757 w 4936776"/>
                <a:gd name="connsiteY5" fmla="*/ 497503 h 2549244"/>
                <a:gd name="connsiteX6" fmla="*/ 1361516 w 4936776"/>
                <a:gd name="connsiteY6" fmla="*/ 362819 h 2549244"/>
                <a:gd name="connsiteX7" fmla="*/ 1361516 w 4936776"/>
                <a:gd name="connsiteY7" fmla="*/ 258044 h 2549244"/>
                <a:gd name="connsiteX8" fmla="*/ 1483290 w 4936776"/>
                <a:gd name="connsiteY8" fmla="*/ 1136 h 2549244"/>
                <a:gd name="connsiteX9" fmla="*/ 1665554 w 4936776"/>
                <a:gd name="connsiteY9" fmla="*/ 174891 h 2549244"/>
                <a:gd name="connsiteX10" fmla="*/ 1775187 w 4936776"/>
                <a:gd name="connsiteY10" fmla="*/ 259663 h 2549244"/>
                <a:gd name="connsiteX11" fmla="*/ 1828336 w 4936776"/>
                <a:gd name="connsiteY11" fmla="*/ 487406 h 2549244"/>
                <a:gd name="connsiteX12" fmla="*/ 1723657 w 4936776"/>
                <a:gd name="connsiteY12" fmla="*/ 818209 h 2549244"/>
                <a:gd name="connsiteX13" fmla="*/ 1692129 w 4936776"/>
                <a:gd name="connsiteY13" fmla="*/ 1044333 h 2549244"/>
                <a:gd name="connsiteX14" fmla="*/ 1791855 w 4936776"/>
                <a:gd name="connsiteY14" fmla="*/ 1297031 h 2549244"/>
                <a:gd name="connsiteX15" fmla="*/ 1972926 w 4936776"/>
                <a:gd name="connsiteY15" fmla="*/ 1632787 h 2549244"/>
                <a:gd name="connsiteX16" fmla="*/ 2084273 w 4936776"/>
                <a:gd name="connsiteY16" fmla="*/ 1863864 h 2549244"/>
                <a:gd name="connsiteX17" fmla="*/ 2254675 w 4936776"/>
                <a:gd name="connsiteY17" fmla="*/ 2161996 h 2549244"/>
                <a:gd name="connsiteX18" fmla="*/ 2414981 w 4936776"/>
                <a:gd name="connsiteY18" fmla="*/ 2353544 h 2549244"/>
                <a:gd name="connsiteX19" fmla="*/ 2572905 w 4936776"/>
                <a:gd name="connsiteY19" fmla="*/ 2444508 h 2549244"/>
                <a:gd name="connsiteX20" fmla="*/ 2812174 w 4936776"/>
                <a:gd name="connsiteY20" fmla="*/ 2473274 h 2549244"/>
                <a:gd name="connsiteX21" fmla="*/ 3039440 w 4936776"/>
                <a:gd name="connsiteY21" fmla="*/ 2473274 h 2549244"/>
                <a:gd name="connsiteX22" fmla="*/ 3337858 w 4936776"/>
                <a:gd name="connsiteY22" fmla="*/ 2448890 h 2549244"/>
                <a:gd name="connsiteX23" fmla="*/ 3465779 w 4936776"/>
                <a:gd name="connsiteY23" fmla="*/ 2448890 h 2549244"/>
                <a:gd name="connsiteX24" fmla="*/ 3721525 w 4936776"/>
                <a:gd name="connsiteY24" fmla="*/ 2498896 h 2549244"/>
                <a:gd name="connsiteX25" fmla="*/ 4055472 w 4936776"/>
                <a:gd name="connsiteY25" fmla="*/ 2549188 h 2549244"/>
                <a:gd name="connsiteX26" fmla="*/ 4362558 w 4936776"/>
                <a:gd name="connsiteY26" fmla="*/ 2487370 h 2549244"/>
                <a:gd name="connsiteX27" fmla="*/ 4936776 w 4936776"/>
                <a:gd name="connsiteY27" fmla="*/ 2393099 h 2549244"/>
                <a:gd name="connsiteX0" fmla="*/ 0 w 4362558"/>
                <a:gd name="connsiteY0" fmla="*/ 90496 h 2549244"/>
                <a:gd name="connsiteX1" fmla="*/ 770307 w 4362558"/>
                <a:gd name="connsiteY1" fmla="*/ 732895 h 2549244"/>
                <a:gd name="connsiteX2" fmla="*/ 1011088 w 4362558"/>
                <a:gd name="connsiteY2" fmla="*/ 1154722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770307 w 4362558"/>
                <a:gd name="connsiteY1" fmla="*/ 732895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362558"/>
                <a:gd name="connsiteY0" fmla="*/ 90496 h 2549244"/>
                <a:gd name="connsiteX1" fmla="*/ 836198 w 4362558"/>
                <a:gd name="connsiteY1" fmla="*/ 535182 h 2549244"/>
                <a:gd name="connsiteX2" fmla="*/ 1021587 w 4362558"/>
                <a:gd name="connsiteY2" fmla="*/ 1044988 h 2549244"/>
                <a:gd name="connsiteX3" fmla="*/ 1286806 w 4362558"/>
                <a:gd name="connsiteY3" fmla="*/ 1092434 h 2549244"/>
                <a:gd name="connsiteX4" fmla="*/ 1396630 w 4362558"/>
                <a:gd name="connsiteY4" fmla="*/ 889112 h 2549244"/>
                <a:gd name="connsiteX5" fmla="*/ 1384757 w 4362558"/>
                <a:gd name="connsiteY5" fmla="*/ 497503 h 2549244"/>
                <a:gd name="connsiteX6" fmla="*/ 1361516 w 4362558"/>
                <a:gd name="connsiteY6" fmla="*/ 362819 h 2549244"/>
                <a:gd name="connsiteX7" fmla="*/ 1361516 w 4362558"/>
                <a:gd name="connsiteY7" fmla="*/ 258044 h 2549244"/>
                <a:gd name="connsiteX8" fmla="*/ 1483290 w 4362558"/>
                <a:gd name="connsiteY8" fmla="*/ 1136 h 2549244"/>
                <a:gd name="connsiteX9" fmla="*/ 1665554 w 4362558"/>
                <a:gd name="connsiteY9" fmla="*/ 174891 h 2549244"/>
                <a:gd name="connsiteX10" fmla="*/ 1775187 w 4362558"/>
                <a:gd name="connsiteY10" fmla="*/ 259663 h 2549244"/>
                <a:gd name="connsiteX11" fmla="*/ 1828336 w 4362558"/>
                <a:gd name="connsiteY11" fmla="*/ 487406 h 2549244"/>
                <a:gd name="connsiteX12" fmla="*/ 1723657 w 4362558"/>
                <a:gd name="connsiteY12" fmla="*/ 818209 h 2549244"/>
                <a:gd name="connsiteX13" fmla="*/ 1692129 w 4362558"/>
                <a:gd name="connsiteY13" fmla="*/ 1044333 h 2549244"/>
                <a:gd name="connsiteX14" fmla="*/ 1791855 w 4362558"/>
                <a:gd name="connsiteY14" fmla="*/ 1297031 h 2549244"/>
                <a:gd name="connsiteX15" fmla="*/ 1972926 w 4362558"/>
                <a:gd name="connsiteY15" fmla="*/ 1632787 h 2549244"/>
                <a:gd name="connsiteX16" fmla="*/ 2084273 w 4362558"/>
                <a:gd name="connsiteY16" fmla="*/ 1863864 h 2549244"/>
                <a:gd name="connsiteX17" fmla="*/ 2254675 w 4362558"/>
                <a:gd name="connsiteY17" fmla="*/ 2161996 h 2549244"/>
                <a:gd name="connsiteX18" fmla="*/ 2414981 w 4362558"/>
                <a:gd name="connsiteY18" fmla="*/ 2353544 h 2549244"/>
                <a:gd name="connsiteX19" fmla="*/ 2572905 w 4362558"/>
                <a:gd name="connsiteY19" fmla="*/ 2444508 h 2549244"/>
                <a:gd name="connsiteX20" fmla="*/ 2812174 w 4362558"/>
                <a:gd name="connsiteY20" fmla="*/ 2473274 h 2549244"/>
                <a:gd name="connsiteX21" fmla="*/ 3039440 w 4362558"/>
                <a:gd name="connsiteY21" fmla="*/ 2473274 h 2549244"/>
                <a:gd name="connsiteX22" fmla="*/ 3337858 w 4362558"/>
                <a:gd name="connsiteY22" fmla="*/ 2448890 h 2549244"/>
                <a:gd name="connsiteX23" fmla="*/ 3465779 w 4362558"/>
                <a:gd name="connsiteY23" fmla="*/ 2448890 h 2549244"/>
                <a:gd name="connsiteX24" fmla="*/ 3721525 w 4362558"/>
                <a:gd name="connsiteY24" fmla="*/ 2498896 h 2549244"/>
                <a:gd name="connsiteX25" fmla="*/ 4055472 w 4362558"/>
                <a:gd name="connsiteY25" fmla="*/ 2549188 h 2549244"/>
                <a:gd name="connsiteX26" fmla="*/ 4362558 w 4362558"/>
                <a:gd name="connsiteY26" fmla="*/ 2487370 h 2549244"/>
                <a:gd name="connsiteX0" fmla="*/ 0 w 4211255"/>
                <a:gd name="connsiteY0" fmla="*/ -1 h 2605538"/>
                <a:gd name="connsiteX1" fmla="*/ 684895 w 4211255"/>
                <a:gd name="connsiteY1" fmla="*/ 591476 h 2605538"/>
                <a:gd name="connsiteX2" fmla="*/ 870284 w 4211255"/>
                <a:gd name="connsiteY2" fmla="*/ 1101282 h 2605538"/>
                <a:gd name="connsiteX3" fmla="*/ 1135503 w 4211255"/>
                <a:gd name="connsiteY3" fmla="*/ 1148728 h 2605538"/>
                <a:gd name="connsiteX4" fmla="*/ 1245327 w 4211255"/>
                <a:gd name="connsiteY4" fmla="*/ 945406 h 2605538"/>
                <a:gd name="connsiteX5" fmla="*/ 1233454 w 4211255"/>
                <a:gd name="connsiteY5" fmla="*/ 553797 h 2605538"/>
                <a:gd name="connsiteX6" fmla="*/ 1210213 w 4211255"/>
                <a:gd name="connsiteY6" fmla="*/ 419113 h 2605538"/>
                <a:gd name="connsiteX7" fmla="*/ 1210213 w 4211255"/>
                <a:gd name="connsiteY7" fmla="*/ 314338 h 2605538"/>
                <a:gd name="connsiteX8" fmla="*/ 1331987 w 4211255"/>
                <a:gd name="connsiteY8" fmla="*/ 57430 h 2605538"/>
                <a:gd name="connsiteX9" fmla="*/ 1514251 w 4211255"/>
                <a:gd name="connsiteY9" fmla="*/ 231185 h 2605538"/>
                <a:gd name="connsiteX10" fmla="*/ 1623884 w 4211255"/>
                <a:gd name="connsiteY10" fmla="*/ 315957 h 2605538"/>
                <a:gd name="connsiteX11" fmla="*/ 1677033 w 4211255"/>
                <a:gd name="connsiteY11" fmla="*/ 543700 h 2605538"/>
                <a:gd name="connsiteX12" fmla="*/ 1572354 w 4211255"/>
                <a:gd name="connsiteY12" fmla="*/ 874503 h 2605538"/>
                <a:gd name="connsiteX13" fmla="*/ 1540826 w 4211255"/>
                <a:gd name="connsiteY13" fmla="*/ 1100627 h 2605538"/>
                <a:gd name="connsiteX14" fmla="*/ 1640552 w 4211255"/>
                <a:gd name="connsiteY14" fmla="*/ 1353325 h 2605538"/>
                <a:gd name="connsiteX15" fmla="*/ 1821623 w 4211255"/>
                <a:gd name="connsiteY15" fmla="*/ 1689081 h 2605538"/>
                <a:gd name="connsiteX16" fmla="*/ 1932970 w 4211255"/>
                <a:gd name="connsiteY16" fmla="*/ 1920158 h 2605538"/>
                <a:gd name="connsiteX17" fmla="*/ 2103372 w 4211255"/>
                <a:gd name="connsiteY17" fmla="*/ 2218290 h 2605538"/>
                <a:gd name="connsiteX18" fmla="*/ 2263678 w 4211255"/>
                <a:gd name="connsiteY18" fmla="*/ 2409838 h 2605538"/>
                <a:gd name="connsiteX19" fmla="*/ 2421602 w 4211255"/>
                <a:gd name="connsiteY19" fmla="*/ 2500802 h 2605538"/>
                <a:gd name="connsiteX20" fmla="*/ 2660871 w 4211255"/>
                <a:gd name="connsiteY20" fmla="*/ 2529568 h 2605538"/>
                <a:gd name="connsiteX21" fmla="*/ 2888137 w 4211255"/>
                <a:gd name="connsiteY21" fmla="*/ 2529568 h 2605538"/>
                <a:gd name="connsiteX22" fmla="*/ 3186555 w 4211255"/>
                <a:gd name="connsiteY22" fmla="*/ 2505184 h 2605538"/>
                <a:gd name="connsiteX23" fmla="*/ 3314476 w 4211255"/>
                <a:gd name="connsiteY23" fmla="*/ 2505184 h 2605538"/>
                <a:gd name="connsiteX24" fmla="*/ 3570222 w 4211255"/>
                <a:gd name="connsiteY24" fmla="*/ 2555190 h 2605538"/>
                <a:gd name="connsiteX25" fmla="*/ 3904169 w 4211255"/>
                <a:gd name="connsiteY25" fmla="*/ 2605482 h 2605538"/>
                <a:gd name="connsiteX26" fmla="*/ 4211255 w 4211255"/>
                <a:gd name="connsiteY26" fmla="*/ 2543664 h 2605538"/>
                <a:gd name="connsiteX0" fmla="*/ 0 w 4211255"/>
                <a:gd name="connsiteY0" fmla="*/ 0 h 2605539"/>
                <a:gd name="connsiteX1" fmla="*/ 684895 w 4211255"/>
                <a:gd name="connsiteY1" fmla="*/ 591477 h 2605539"/>
                <a:gd name="connsiteX2" fmla="*/ 870284 w 4211255"/>
                <a:gd name="connsiteY2" fmla="*/ 1101283 h 2605539"/>
                <a:gd name="connsiteX3" fmla="*/ 1135503 w 4211255"/>
                <a:gd name="connsiteY3" fmla="*/ 1148729 h 2605539"/>
                <a:gd name="connsiteX4" fmla="*/ 1245327 w 4211255"/>
                <a:gd name="connsiteY4" fmla="*/ 945407 h 2605539"/>
                <a:gd name="connsiteX5" fmla="*/ 1233454 w 4211255"/>
                <a:gd name="connsiteY5" fmla="*/ 553798 h 2605539"/>
                <a:gd name="connsiteX6" fmla="*/ 1210213 w 4211255"/>
                <a:gd name="connsiteY6" fmla="*/ 419114 h 2605539"/>
                <a:gd name="connsiteX7" fmla="*/ 1210213 w 4211255"/>
                <a:gd name="connsiteY7" fmla="*/ 314339 h 2605539"/>
                <a:gd name="connsiteX8" fmla="*/ 1331987 w 4211255"/>
                <a:gd name="connsiteY8" fmla="*/ 57431 h 2605539"/>
                <a:gd name="connsiteX9" fmla="*/ 1514251 w 4211255"/>
                <a:gd name="connsiteY9" fmla="*/ 231186 h 2605539"/>
                <a:gd name="connsiteX10" fmla="*/ 1623884 w 4211255"/>
                <a:gd name="connsiteY10" fmla="*/ 315958 h 2605539"/>
                <a:gd name="connsiteX11" fmla="*/ 1677033 w 4211255"/>
                <a:gd name="connsiteY11" fmla="*/ 543701 h 2605539"/>
                <a:gd name="connsiteX12" fmla="*/ 1572354 w 4211255"/>
                <a:gd name="connsiteY12" fmla="*/ 874504 h 2605539"/>
                <a:gd name="connsiteX13" fmla="*/ 1540826 w 4211255"/>
                <a:gd name="connsiteY13" fmla="*/ 1100628 h 2605539"/>
                <a:gd name="connsiteX14" fmla="*/ 1640552 w 4211255"/>
                <a:gd name="connsiteY14" fmla="*/ 1353326 h 2605539"/>
                <a:gd name="connsiteX15" fmla="*/ 1821623 w 4211255"/>
                <a:gd name="connsiteY15" fmla="*/ 1689082 h 2605539"/>
                <a:gd name="connsiteX16" fmla="*/ 1932970 w 4211255"/>
                <a:gd name="connsiteY16" fmla="*/ 1920159 h 2605539"/>
                <a:gd name="connsiteX17" fmla="*/ 2103372 w 4211255"/>
                <a:gd name="connsiteY17" fmla="*/ 2218291 h 2605539"/>
                <a:gd name="connsiteX18" fmla="*/ 2263678 w 4211255"/>
                <a:gd name="connsiteY18" fmla="*/ 2409839 h 2605539"/>
                <a:gd name="connsiteX19" fmla="*/ 2421602 w 4211255"/>
                <a:gd name="connsiteY19" fmla="*/ 2500803 h 2605539"/>
                <a:gd name="connsiteX20" fmla="*/ 2660871 w 4211255"/>
                <a:gd name="connsiteY20" fmla="*/ 2529569 h 2605539"/>
                <a:gd name="connsiteX21" fmla="*/ 2888137 w 4211255"/>
                <a:gd name="connsiteY21" fmla="*/ 2529569 h 2605539"/>
                <a:gd name="connsiteX22" fmla="*/ 3186555 w 4211255"/>
                <a:gd name="connsiteY22" fmla="*/ 2505185 h 2605539"/>
                <a:gd name="connsiteX23" fmla="*/ 3314476 w 4211255"/>
                <a:gd name="connsiteY23" fmla="*/ 2505185 h 2605539"/>
                <a:gd name="connsiteX24" fmla="*/ 3570222 w 4211255"/>
                <a:gd name="connsiteY24" fmla="*/ 2555191 h 2605539"/>
                <a:gd name="connsiteX25" fmla="*/ 3904169 w 4211255"/>
                <a:gd name="connsiteY25" fmla="*/ 2605483 h 2605539"/>
                <a:gd name="connsiteX26" fmla="*/ 4211255 w 4211255"/>
                <a:gd name="connsiteY26" fmla="*/ 2543665 h 2605539"/>
                <a:gd name="connsiteX0" fmla="*/ 0 w 4184071"/>
                <a:gd name="connsiteY0" fmla="*/ 0 h 2577814"/>
                <a:gd name="connsiteX1" fmla="*/ 657711 w 4184071"/>
                <a:gd name="connsiteY1" fmla="*/ 563752 h 2577814"/>
                <a:gd name="connsiteX2" fmla="*/ 843100 w 4184071"/>
                <a:gd name="connsiteY2" fmla="*/ 1073558 h 2577814"/>
                <a:gd name="connsiteX3" fmla="*/ 1108319 w 4184071"/>
                <a:gd name="connsiteY3" fmla="*/ 1121004 h 2577814"/>
                <a:gd name="connsiteX4" fmla="*/ 1218143 w 4184071"/>
                <a:gd name="connsiteY4" fmla="*/ 917682 h 2577814"/>
                <a:gd name="connsiteX5" fmla="*/ 1206270 w 4184071"/>
                <a:gd name="connsiteY5" fmla="*/ 526073 h 2577814"/>
                <a:gd name="connsiteX6" fmla="*/ 1183029 w 4184071"/>
                <a:gd name="connsiteY6" fmla="*/ 391389 h 2577814"/>
                <a:gd name="connsiteX7" fmla="*/ 1183029 w 4184071"/>
                <a:gd name="connsiteY7" fmla="*/ 286614 h 2577814"/>
                <a:gd name="connsiteX8" fmla="*/ 1304803 w 4184071"/>
                <a:gd name="connsiteY8" fmla="*/ 29706 h 2577814"/>
                <a:gd name="connsiteX9" fmla="*/ 1487067 w 4184071"/>
                <a:gd name="connsiteY9" fmla="*/ 203461 h 2577814"/>
                <a:gd name="connsiteX10" fmla="*/ 1596700 w 4184071"/>
                <a:gd name="connsiteY10" fmla="*/ 288233 h 2577814"/>
                <a:gd name="connsiteX11" fmla="*/ 1649849 w 4184071"/>
                <a:gd name="connsiteY11" fmla="*/ 515976 h 2577814"/>
                <a:gd name="connsiteX12" fmla="*/ 1545170 w 4184071"/>
                <a:gd name="connsiteY12" fmla="*/ 846779 h 2577814"/>
                <a:gd name="connsiteX13" fmla="*/ 1513642 w 4184071"/>
                <a:gd name="connsiteY13" fmla="*/ 1072903 h 2577814"/>
                <a:gd name="connsiteX14" fmla="*/ 1613368 w 4184071"/>
                <a:gd name="connsiteY14" fmla="*/ 1325601 h 2577814"/>
                <a:gd name="connsiteX15" fmla="*/ 1794439 w 4184071"/>
                <a:gd name="connsiteY15" fmla="*/ 1661357 h 2577814"/>
                <a:gd name="connsiteX16" fmla="*/ 1905786 w 4184071"/>
                <a:gd name="connsiteY16" fmla="*/ 1892434 h 2577814"/>
                <a:gd name="connsiteX17" fmla="*/ 2076188 w 4184071"/>
                <a:gd name="connsiteY17" fmla="*/ 2190566 h 2577814"/>
                <a:gd name="connsiteX18" fmla="*/ 2236494 w 4184071"/>
                <a:gd name="connsiteY18" fmla="*/ 2382114 h 2577814"/>
                <a:gd name="connsiteX19" fmla="*/ 2394418 w 4184071"/>
                <a:gd name="connsiteY19" fmla="*/ 2473078 h 2577814"/>
                <a:gd name="connsiteX20" fmla="*/ 2633687 w 4184071"/>
                <a:gd name="connsiteY20" fmla="*/ 2501844 h 2577814"/>
                <a:gd name="connsiteX21" fmla="*/ 2860953 w 4184071"/>
                <a:gd name="connsiteY21" fmla="*/ 2501844 h 2577814"/>
                <a:gd name="connsiteX22" fmla="*/ 3159371 w 4184071"/>
                <a:gd name="connsiteY22" fmla="*/ 2477460 h 2577814"/>
                <a:gd name="connsiteX23" fmla="*/ 3287292 w 4184071"/>
                <a:gd name="connsiteY23" fmla="*/ 2477460 h 2577814"/>
                <a:gd name="connsiteX24" fmla="*/ 3543038 w 4184071"/>
                <a:gd name="connsiteY24" fmla="*/ 2527466 h 2577814"/>
                <a:gd name="connsiteX25" fmla="*/ 3876985 w 4184071"/>
                <a:gd name="connsiteY25" fmla="*/ 2577758 h 2577814"/>
                <a:gd name="connsiteX26" fmla="*/ 4184071 w 4184071"/>
                <a:gd name="connsiteY26" fmla="*/ 2515940 h 257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84071" h="2577814">
                  <a:moveTo>
                    <a:pt x="0" y="0"/>
                  </a:moveTo>
                  <a:cubicBezTo>
                    <a:pt x="344900" y="287435"/>
                    <a:pt x="517194" y="384826"/>
                    <a:pt x="657711" y="563752"/>
                  </a:cubicBezTo>
                  <a:cubicBezTo>
                    <a:pt x="798228" y="742678"/>
                    <a:pt x="767999" y="980683"/>
                    <a:pt x="843100" y="1073558"/>
                  </a:cubicBezTo>
                  <a:cubicBezTo>
                    <a:pt x="918201" y="1166433"/>
                    <a:pt x="1045812" y="1146983"/>
                    <a:pt x="1108319" y="1121004"/>
                  </a:cubicBezTo>
                  <a:cubicBezTo>
                    <a:pt x="1170826" y="1095025"/>
                    <a:pt x="1201818" y="1016837"/>
                    <a:pt x="1218143" y="917682"/>
                  </a:cubicBezTo>
                  <a:cubicBezTo>
                    <a:pt x="1234468" y="818527"/>
                    <a:pt x="1218446" y="632483"/>
                    <a:pt x="1206270" y="526073"/>
                  </a:cubicBezTo>
                  <a:cubicBezTo>
                    <a:pt x="1199031" y="481115"/>
                    <a:pt x="1190459" y="436347"/>
                    <a:pt x="1183029" y="391389"/>
                  </a:cubicBezTo>
                  <a:cubicBezTo>
                    <a:pt x="1177219" y="356337"/>
                    <a:pt x="1162733" y="346894"/>
                    <a:pt x="1183029" y="286614"/>
                  </a:cubicBezTo>
                  <a:cubicBezTo>
                    <a:pt x="1203325" y="226334"/>
                    <a:pt x="1250225" y="43707"/>
                    <a:pt x="1304803" y="29706"/>
                  </a:cubicBezTo>
                  <a:cubicBezTo>
                    <a:pt x="1365096" y="14275"/>
                    <a:pt x="1438418" y="160373"/>
                    <a:pt x="1487067" y="203461"/>
                  </a:cubicBezTo>
                  <a:cubicBezTo>
                    <a:pt x="1535716" y="246549"/>
                    <a:pt x="1568506" y="250610"/>
                    <a:pt x="1596700" y="288233"/>
                  </a:cubicBezTo>
                  <a:cubicBezTo>
                    <a:pt x="1645087" y="352622"/>
                    <a:pt x="1658231" y="435490"/>
                    <a:pt x="1649849" y="515976"/>
                  </a:cubicBezTo>
                  <a:cubicBezTo>
                    <a:pt x="1637848" y="631419"/>
                    <a:pt x="1581936" y="736289"/>
                    <a:pt x="1545170" y="846779"/>
                  </a:cubicBezTo>
                  <a:cubicBezTo>
                    <a:pt x="1520786" y="919931"/>
                    <a:pt x="1504688" y="996417"/>
                    <a:pt x="1513642" y="1072903"/>
                  </a:cubicBezTo>
                  <a:cubicBezTo>
                    <a:pt x="1524214" y="1163581"/>
                    <a:pt x="1568887" y="1245401"/>
                    <a:pt x="1613368" y="1325601"/>
                  </a:cubicBezTo>
                  <a:cubicBezTo>
                    <a:pt x="1674995" y="1436853"/>
                    <a:pt x="1737860" y="1547534"/>
                    <a:pt x="1794439" y="1661357"/>
                  </a:cubicBezTo>
                  <a:cubicBezTo>
                    <a:pt x="1832539" y="1737938"/>
                    <a:pt x="1867781" y="1815853"/>
                    <a:pt x="1905786" y="1892434"/>
                  </a:cubicBezTo>
                  <a:cubicBezTo>
                    <a:pt x="1956745" y="1995018"/>
                    <a:pt x="2012752" y="2095126"/>
                    <a:pt x="2076188" y="2190566"/>
                  </a:cubicBezTo>
                  <a:cubicBezTo>
                    <a:pt x="2122480" y="2260289"/>
                    <a:pt x="2172867" y="2327822"/>
                    <a:pt x="2236494" y="2382114"/>
                  </a:cubicBezTo>
                  <a:cubicBezTo>
                    <a:pt x="2283167" y="2421929"/>
                    <a:pt x="2336126" y="2453933"/>
                    <a:pt x="2394418" y="2473078"/>
                  </a:cubicBezTo>
                  <a:cubicBezTo>
                    <a:pt x="2471095" y="2498319"/>
                    <a:pt x="2552819" y="2499938"/>
                    <a:pt x="2633687" y="2501844"/>
                  </a:cubicBezTo>
                  <a:cubicBezTo>
                    <a:pt x="2709506" y="2503558"/>
                    <a:pt x="2785324" y="2505463"/>
                    <a:pt x="2860953" y="2501844"/>
                  </a:cubicBezTo>
                  <a:cubicBezTo>
                    <a:pt x="2960680" y="2497081"/>
                    <a:pt x="3059645" y="2483079"/>
                    <a:pt x="3159371" y="2477460"/>
                  </a:cubicBezTo>
                  <a:cubicBezTo>
                    <a:pt x="3201948" y="2475078"/>
                    <a:pt x="3244715" y="2474221"/>
                    <a:pt x="3287292" y="2477460"/>
                  </a:cubicBezTo>
                  <a:cubicBezTo>
                    <a:pt x="3374065" y="2484032"/>
                    <a:pt x="3458361" y="2507178"/>
                    <a:pt x="3543038" y="2527466"/>
                  </a:cubicBezTo>
                  <a:cubicBezTo>
                    <a:pt x="3652862" y="2553850"/>
                    <a:pt x="3764114" y="2575948"/>
                    <a:pt x="3876985" y="2577758"/>
                  </a:cubicBezTo>
                  <a:cubicBezTo>
                    <a:pt x="3982998" y="2579472"/>
                    <a:pt x="4037187" y="2541955"/>
                    <a:pt x="4184071" y="2515940"/>
                  </a:cubicBezTo>
                </a:path>
              </a:pathLst>
            </a:custGeom>
            <a:noFill/>
            <a:ln w="6350" cap="rnd">
              <a:solidFill>
                <a:schemeClr val="tx1">
                  <a:alpha val="35000"/>
                </a:schemeClr>
              </a:solidFill>
              <a:prstDash val="dash"/>
              <a:round/>
            </a:ln>
          </p:spPr>
          <p:txBody>
            <a:bodyPr rtlCol="0" anchor="ctr"/>
            <a:lstStyle/>
            <a:p>
              <a:endParaRPr lang="en-US"/>
            </a:p>
          </p:txBody>
        </p:sp>
        <p:sp>
          <p:nvSpPr>
            <p:cNvPr id="55" name="Freeform: Shape 54">
              <a:extLst>
                <a:ext uri="{FF2B5EF4-FFF2-40B4-BE49-F238E27FC236}">
                  <a16:creationId xmlns:a16="http://schemas.microsoft.com/office/drawing/2014/main" id="{B55A7512-AAC1-7461-A182-F9D2718A4E2C}"/>
                </a:ext>
              </a:extLst>
            </p:cNvPr>
            <p:cNvSpPr/>
            <p:nvPr userDrawn="1"/>
          </p:nvSpPr>
          <p:spPr>
            <a:xfrm rot="8899819" flipV="1">
              <a:off x="-864058" y="948113"/>
              <a:ext cx="4490870" cy="2071205"/>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5044274 w 7200997"/>
                <a:gd name="connsiteY16" fmla="*/ 4429771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6386"/>
                <a:gd name="connsiteX1" fmla="*/ 6753000 w 7200997"/>
                <a:gd name="connsiteY1" fmla="*/ 218218 h 4556386"/>
                <a:gd name="connsiteX2" fmla="*/ 7070754 w 7200997"/>
                <a:gd name="connsiteY2" fmla="*/ 492919 h 4556386"/>
                <a:gd name="connsiteX3" fmla="*/ 7199913 w 7200997"/>
                <a:gd name="connsiteY3" fmla="*/ 789718 h 4556386"/>
                <a:gd name="connsiteX4" fmla="*/ 7125713 w 7200997"/>
                <a:gd name="connsiteY4" fmla="*/ 1096137 h 4556386"/>
                <a:gd name="connsiteX5" fmla="*/ 6936737 w 7200997"/>
                <a:gd name="connsiteY5" fmla="*/ 1349883 h 4556386"/>
                <a:gd name="connsiteX6" fmla="*/ 6678324 w 7200997"/>
                <a:gd name="connsiteY6" fmla="*/ 1515047 h 4556386"/>
                <a:gd name="connsiteX7" fmla="*/ 6403146 w 7200997"/>
                <a:gd name="connsiteY7" fmla="*/ 1632299 h 4556386"/>
                <a:gd name="connsiteX8" fmla="*/ 6230840 w 7200997"/>
                <a:gd name="connsiteY8" fmla="*/ 1759172 h 4556386"/>
                <a:gd name="connsiteX9" fmla="*/ 6115967 w 7200997"/>
                <a:gd name="connsiteY9" fmla="*/ 1962626 h 4556386"/>
                <a:gd name="connsiteX10" fmla="*/ 6022623 w 7200997"/>
                <a:gd name="connsiteY10" fmla="*/ 2245138 h 4556386"/>
                <a:gd name="connsiteX11" fmla="*/ 5958043 w 7200997"/>
                <a:gd name="connsiteY11" fmla="*/ 2467737 h 4556386"/>
                <a:gd name="connsiteX12" fmla="*/ 5879081 w 7200997"/>
                <a:gd name="connsiteY12" fmla="*/ 2723864 h 4556386"/>
                <a:gd name="connsiteX13" fmla="*/ 5749922 w 7200997"/>
                <a:gd name="connsiteY13" fmla="*/ 2970467 h 4556386"/>
                <a:gd name="connsiteX14" fmla="*/ 5466191 w 7200997"/>
                <a:gd name="connsiteY14" fmla="*/ 3507535 h 4556386"/>
                <a:gd name="connsiteX15" fmla="*/ 5189666 w 7200997"/>
                <a:gd name="connsiteY15" fmla="*/ 3772955 h 4556386"/>
                <a:gd name="connsiteX16" fmla="*/ 5044274 w 7200997"/>
                <a:gd name="connsiteY16" fmla="*/ 4429771 h 4556386"/>
                <a:gd name="connsiteX17" fmla="*/ 4654322 w 7200997"/>
                <a:gd name="connsiteY17" fmla="*/ 4555841 h 4556386"/>
                <a:gd name="connsiteX18" fmla="*/ 4345365 w 7200997"/>
                <a:gd name="connsiteY18" fmla="*/ 4478560 h 4556386"/>
                <a:gd name="connsiteX19" fmla="*/ 4060663 w 7200997"/>
                <a:gd name="connsiteY19" fmla="*/ 4555141 h 4556386"/>
                <a:gd name="connsiteX20" fmla="*/ 3534312 w 7200997"/>
                <a:gd name="connsiteY20" fmla="*/ 4488085 h 4556386"/>
                <a:gd name="connsiteX21" fmla="*/ 2972051 w 7200997"/>
                <a:gd name="connsiteY21" fmla="*/ 4488085 h 4556386"/>
                <a:gd name="connsiteX22" fmla="*/ 2728592 w 7200997"/>
                <a:gd name="connsiteY22" fmla="*/ 4463034 h 4556386"/>
                <a:gd name="connsiteX23" fmla="*/ 2362260 w 7200997"/>
                <a:gd name="connsiteY23" fmla="*/ 4272629 h 4556386"/>
                <a:gd name="connsiteX24" fmla="*/ 2166998 w 7200997"/>
                <a:gd name="connsiteY24" fmla="*/ 3953733 h 4556386"/>
                <a:gd name="connsiteX25" fmla="*/ 2007454 w 7200997"/>
                <a:gd name="connsiteY25" fmla="*/ 3613309 h 4556386"/>
                <a:gd name="connsiteX26" fmla="*/ 1914395 w 7200997"/>
                <a:gd name="connsiteY26" fmla="*/ 3309080 h 4556386"/>
                <a:gd name="connsiteX27" fmla="*/ 1980879 w 7200997"/>
                <a:gd name="connsiteY27" fmla="*/ 2865215 h 4556386"/>
                <a:gd name="connsiteX28" fmla="*/ 2045649 w 7200997"/>
                <a:gd name="connsiteY28" fmla="*/ 2444591 h 4556386"/>
                <a:gd name="connsiteX29" fmla="*/ 1930968 w 7200997"/>
                <a:gd name="connsiteY29" fmla="*/ 2240090 h 4556386"/>
                <a:gd name="connsiteX30" fmla="*/ 1794761 w 7200997"/>
                <a:gd name="connsiteY30" fmla="*/ 2156936 h 4556386"/>
                <a:gd name="connsiteX31" fmla="*/ 1480722 w 7200997"/>
                <a:gd name="connsiteY31" fmla="*/ 2075498 h 4556386"/>
                <a:gd name="connsiteX32" fmla="*/ 1287935 w 7200997"/>
                <a:gd name="connsiteY32" fmla="*/ 2120360 h 4556386"/>
                <a:gd name="connsiteX33" fmla="*/ 915212 w 7200997"/>
                <a:gd name="connsiteY33" fmla="*/ 2509432 h 4556386"/>
                <a:gd name="connsiteX34" fmla="*/ 0 w 7200997"/>
                <a:gd name="connsiteY34" fmla="*/ 2228755 h 4556386"/>
                <a:gd name="connsiteX0" fmla="*/ 6624222 w 7200997"/>
                <a:gd name="connsiteY0" fmla="*/ 0 h 4561261"/>
                <a:gd name="connsiteX1" fmla="*/ 6753000 w 7200997"/>
                <a:gd name="connsiteY1" fmla="*/ 218218 h 4561261"/>
                <a:gd name="connsiteX2" fmla="*/ 7070754 w 7200997"/>
                <a:gd name="connsiteY2" fmla="*/ 492919 h 4561261"/>
                <a:gd name="connsiteX3" fmla="*/ 7199913 w 7200997"/>
                <a:gd name="connsiteY3" fmla="*/ 789718 h 4561261"/>
                <a:gd name="connsiteX4" fmla="*/ 7125713 w 7200997"/>
                <a:gd name="connsiteY4" fmla="*/ 1096137 h 4561261"/>
                <a:gd name="connsiteX5" fmla="*/ 6936737 w 7200997"/>
                <a:gd name="connsiteY5" fmla="*/ 1349883 h 4561261"/>
                <a:gd name="connsiteX6" fmla="*/ 6678324 w 7200997"/>
                <a:gd name="connsiteY6" fmla="*/ 1515047 h 4561261"/>
                <a:gd name="connsiteX7" fmla="*/ 6403146 w 7200997"/>
                <a:gd name="connsiteY7" fmla="*/ 1632299 h 4561261"/>
                <a:gd name="connsiteX8" fmla="*/ 6230840 w 7200997"/>
                <a:gd name="connsiteY8" fmla="*/ 1759172 h 4561261"/>
                <a:gd name="connsiteX9" fmla="*/ 6115967 w 7200997"/>
                <a:gd name="connsiteY9" fmla="*/ 1962626 h 4561261"/>
                <a:gd name="connsiteX10" fmla="*/ 6022623 w 7200997"/>
                <a:gd name="connsiteY10" fmla="*/ 2245138 h 4561261"/>
                <a:gd name="connsiteX11" fmla="*/ 5958043 w 7200997"/>
                <a:gd name="connsiteY11" fmla="*/ 2467737 h 4561261"/>
                <a:gd name="connsiteX12" fmla="*/ 5879081 w 7200997"/>
                <a:gd name="connsiteY12" fmla="*/ 2723864 h 4561261"/>
                <a:gd name="connsiteX13" fmla="*/ 5749922 w 7200997"/>
                <a:gd name="connsiteY13" fmla="*/ 2970467 h 4561261"/>
                <a:gd name="connsiteX14" fmla="*/ 5466191 w 7200997"/>
                <a:gd name="connsiteY14" fmla="*/ 3507535 h 4561261"/>
                <a:gd name="connsiteX15" fmla="*/ 5189666 w 7200997"/>
                <a:gd name="connsiteY15" fmla="*/ 3772955 h 4561261"/>
                <a:gd name="connsiteX16" fmla="*/ 5044274 w 7200997"/>
                <a:gd name="connsiteY16" fmla="*/ 4429771 h 4561261"/>
                <a:gd name="connsiteX17" fmla="*/ 4654322 w 7200997"/>
                <a:gd name="connsiteY17" fmla="*/ 4555841 h 4561261"/>
                <a:gd name="connsiteX18" fmla="*/ 4339308 w 7200997"/>
                <a:gd name="connsiteY18" fmla="*/ 4539922 h 4561261"/>
                <a:gd name="connsiteX19" fmla="*/ 4060663 w 7200997"/>
                <a:gd name="connsiteY19" fmla="*/ 4555141 h 4561261"/>
                <a:gd name="connsiteX20" fmla="*/ 3534312 w 7200997"/>
                <a:gd name="connsiteY20" fmla="*/ 4488085 h 4561261"/>
                <a:gd name="connsiteX21" fmla="*/ 2972051 w 7200997"/>
                <a:gd name="connsiteY21" fmla="*/ 4488085 h 4561261"/>
                <a:gd name="connsiteX22" fmla="*/ 2728592 w 7200997"/>
                <a:gd name="connsiteY22" fmla="*/ 4463034 h 4561261"/>
                <a:gd name="connsiteX23" fmla="*/ 2362260 w 7200997"/>
                <a:gd name="connsiteY23" fmla="*/ 4272629 h 4561261"/>
                <a:gd name="connsiteX24" fmla="*/ 2166998 w 7200997"/>
                <a:gd name="connsiteY24" fmla="*/ 3953733 h 4561261"/>
                <a:gd name="connsiteX25" fmla="*/ 2007454 w 7200997"/>
                <a:gd name="connsiteY25" fmla="*/ 3613309 h 4561261"/>
                <a:gd name="connsiteX26" fmla="*/ 1914395 w 7200997"/>
                <a:gd name="connsiteY26" fmla="*/ 3309080 h 4561261"/>
                <a:gd name="connsiteX27" fmla="*/ 1980879 w 7200997"/>
                <a:gd name="connsiteY27" fmla="*/ 2865215 h 4561261"/>
                <a:gd name="connsiteX28" fmla="*/ 2045649 w 7200997"/>
                <a:gd name="connsiteY28" fmla="*/ 2444591 h 4561261"/>
                <a:gd name="connsiteX29" fmla="*/ 1930968 w 7200997"/>
                <a:gd name="connsiteY29" fmla="*/ 2240090 h 4561261"/>
                <a:gd name="connsiteX30" fmla="*/ 1794761 w 7200997"/>
                <a:gd name="connsiteY30" fmla="*/ 2156936 h 4561261"/>
                <a:gd name="connsiteX31" fmla="*/ 1480722 w 7200997"/>
                <a:gd name="connsiteY31" fmla="*/ 2075498 h 4561261"/>
                <a:gd name="connsiteX32" fmla="*/ 1287935 w 7200997"/>
                <a:gd name="connsiteY32" fmla="*/ 2120360 h 4561261"/>
                <a:gd name="connsiteX33" fmla="*/ 915212 w 7200997"/>
                <a:gd name="connsiteY33" fmla="*/ 2509432 h 4561261"/>
                <a:gd name="connsiteX34" fmla="*/ 0 w 7200997"/>
                <a:gd name="connsiteY34" fmla="*/ 2228755 h 4561261"/>
                <a:gd name="connsiteX0" fmla="*/ 6624222 w 7200997"/>
                <a:gd name="connsiteY0" fmla="*/ 0 h 4561260"/>
                <a:gd name="connsiteX1" fmla="*/ 6753000 w 7200997"/>
                <a:gd name="connsiteY1" fmla="*/ 218218 h 4561260"/>
                <a:gd name="connsiteX2" fmla="*/ 7070754 w 7200997"/>
                <a:gd name="connsiteY2" fmla="*/ 492919 h 4561260"/>
                <a:gd name="connsiteX3" fmla="*/ 7199913 w 7200997"/>
                <a:gd name="connsiteY3" fmla="*/ 789718 h 4561260"/>
                <a:gd name="connsiteX4" fmla="*/ 7125713 w 7200997"/>
                <a:gd name="connsiteY4" fmla="*/ 1096137 h 4561260"/>
                <a:gd name="connsiteX5" fmla="*/ 6936737 w 7200997"/>
                <a:gd name="connsiteY5" fmla="*/ 1349883 h 4561260"/>
                <a:gd name="connsiteX6" fmla="*/ 6403146 w 7200997"/>
                <a:gd name="connsiteY6" fmla="*/ 1632299 h 4561260"/>
                <a:gd name="connsiteX7" fmla="*/ 6230840 w 7200997"/>
                <a:gd name="connsiteY7" fmla="*/ 1759172 h 4561260"/>
                <a:gd name="connsiteX8" fmla="*/ 6115967 w 7200997"/>
                <a:gd name="connsiteY8" fmla="*/ 1962626 h 4561260"/>
                <a:gd name="connsiteX9" fmla="*/ 6022623 w 7200997"/>
                <a:gd name="connsiteY9" fmla="*/ 2245138 h 4561260"/>
                <a:gd name="connsiteX10" fmla="*/ 5958043 w 7200997"/>
                <a:gd name="connsiteY10" fmla="*/ 2467737 h 4561260"/>
                <a:gd name="connsiteX11" fmla="*/ 5879081 w 7200997"/>
                <a:gd name="connsiteY11" fmla="*/ 2723864 h 4561260"/>
                <a:gd name="connsiteX12" fmla="*/ 5749922 w 7200997"/>
                <a:gd name="connsiteY12" fmla="*/ 2970467 h 4561260"/>
                <a:gd name="connsiteX13" fmla="*/ 5466191 w 7200997"/>
                <a:gd name="connsiteY13" fmla="*/ 3507535 h 4561260"/>
                <a:gd name="connsiteX14" fmla="*/ 5189666 w 7200997"/>
                <a:gd name="connsiteY14" fmla="*/ 3772955 h 4561260"/>
                <a:gd name="connsiteX15" fmla="*/ 5044274 w 7200997"/>
                <a:gd name="connsiteY15" fmla="*/ 4429771 h 4561260"/>
                <a:gd name="connsiteX16" fmla="*/ 4654322 w 7200997"/>
                <a:gd name="connsiteY16" fmla="*/ 4555841 h 4561260"/>
                <a:gd name="connsiteX17" fmla="*/ 4339308 w 7200997"/>
                <a:gd name="connsiteY17" fmla="*/ 4539922 h 4561260"/>
                <a:gd name="connsiteX18" fmla="*/ 4060663 w 7200997"/>
                <a:gd name="connsiteY18" fmla="*/ 4555141 h 4561260"/>
                <a:gd name="connsiteX19" fmla="*/ 3534312 w 7200997"/>
                <a:gd name="connsiteY19" fmla="*/ 4488085 h 4561260"/>
                <a:gd name="connsiteX20" fmla="*/ 2972051 w 7200997"/>
                <a:gd name="connsiteY20" fmla="*/ 4488085 h 4561260"/>
                <a:gd name="connsiteX21" fmla="*/ 2728592 w 7200997"/>
                <a:gd name="connsiteY21" fmla="*/ 4463034 h 4561260"/>
                <a:gd name="connsiteX22" fmla="*/ 2362260 w 7200997"/>
                <a:gd name="connsiteY22" fmla="*/ 4272629 h 4561260"/>
                <a:gd name="connsiteX23" fmla="*/ 2166998 w 7200997"/>
                <a:gd name="connsiteY23" fmla="*/ 3953733 h 4561260"/>
                <a:gd name="connsiteX24" fmla="*/ 2007454 w 7200997"/>
                <a:gd name="connsiteY24" fmla="*/ 3613309 h 4561260"/>
                <a:gd name="connsiteX25" fmla="*/ 1914395 w 7200997"/>
                <a:gd name="connsiteY25" fmla="*/ 3309080 h 4561260"/>
                <a:gd name="connsiteX26" fmla="*/ 1980879 w 7200997"/>
                <a:gd name="connsiteY26" fmla="*/ 2865215 h 4561260"/>
                <a:gd name="connsiteX27" fmla="*/ 2045649 w 7200997"/>
                <a:gd name="connsiteY27" fmla="*/ 2444591 h 4561260"/>
                <a:gd name="connsiteX28" fmla="*/ 1930968 w 7200997"/>
                <a:gd name="connsiteY28" fmla="*/ 2240090 h 4561260"/>
                <a:gd name="connsiteX29" fmla="*/ 1794761 w 7200997"/>
                <a:gd name="connsiteY29" fmla="*/ 2156936 h 4561260"/>
                <a:gd name="connsiteX30" fmla="*/ 1480722 w 7200997"/>
                <a:gd name="connsiteY30" fmla="*/ 2075498 h 4561260"/>
                <a:gd name="connsiteX31" fmla="*/ 1287935 w 7200997"/>
                <a:gd name="connsiteY31" fmla="*/ 2120360 h 4561260"/>
                <a:gd name="connsiteX32" fmla="*/ 915212 w 7200997"/>
                <a:gd name="connsiteY32" fmla="*/ 2509432 h 4561260"/>
                <a:gd name="connsiteX33" fmla="*/ 0 w 7200997"/>
                <a:gd name="connsiteY33"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115967 w 7200997"/>
                <a:gd name="connsiteY7" fmla="*/ 1962626 h 4561260"/>
                <a:gd name="connsiteX8" fmla="*/ 6022623 w 7200997"/>
                <a:gd name="connsiteY8" fmla="*/ 2245138 h 4561260"/>
                <a:gd name="connsiteX9" fmla="*/ 5958043 w 7200997"/>
                <a:gd name="connsiteY9" fmla="*/ 2467737 h 4561260"/>
                <a:gd name="connsiteX10" fmla="*/ 5879081 w 7200997"/>
                <a:gd name="connsiteY10" fmla="*/ 2723864 h 4561260"/>
                <a:gd name="connsiteX11" fmla="*/ 5749922 w 7200997"/>
                <a:gd name="connsiteY11" fmla="*/ 2970467 h 4561260"/>
                <a:gd name="connsiteX12" fmla="*/ 5466191 w 7200997"/>
                <a:gd name="connsiteY12" fmla="*/ 3507535 h 4561260"/>
                <a:gd name="connsiteX13" fmla="*/ 5189666 w 7200997"/>
                <a:gd name="connsiteY13" fmla="*/ 3772955 h 4561260"/>
                <a:gd name="connsiteX14" fmla="*/ 5044274 w 7200997"/>
                <a:gd name="connsiteY14" fmla="*/ 4429771 h 4561260"/>
                <a:gd name="connsiteX15" fmla="*/ 4654322 w 7200997"/>
                <a:gd name="connsiteY15" fmla="*/ 4555841 h 4561260"/>
                <a:gd name="connsiteX16" fmla="*/ 4339308 w 7200997"/>
                <a:gd name="connsiteY16" fmla="*/ 4539922 h 4561260"/>
                <a:gd name="connsiteX17" fmla="*/ 4060663 w 7200997"/>
                <a:gd name="connsiteY17" fmla="*/ 4555141 h 4561260"/>
                <a:gd name="connsiteX18" fmla="*/ 3534312 w 7200997"/>
                <a:gd name="connsiteY18" fmla="*/ 4488085 h 4561260"/>
                <a:gd name="connsiteX19" fmla="*/ 2972051 w 7200997"/>
                <a:gd name="connsiteY19" fmla="*/ 4488085 h 4561260"/>
                <a:gd name="connsiteX20" fmla="*/ 2728592 w 7200997"/>
                <a:gd name="connsiteY20" fmla="*/ 4463034 h 4561260"/>
                <a:gd name="connsiteX21" fmla="*/ 2362260 w 7200997"/>
                <a:gd name="connsiteY21" fmla="*/ 4272629 h 4561260"/>
                <a:gd name="connsiteX22" fmla="*/ 2166998 w 7200997"/>
                <a:gd name="connsiteY22" fmla="*/ 3953733 h 4561260"/>
                <a:gd name="connsiteX23" fmla="*/ 2007454 w 7200997"/>
                <a:gd name="connsiteY23" fmla="*/ 3613309 h 4561260"/>
                <a:gd name="connsiteX24" fmla="*/ 1914395 w 7200997"/>
                <a:gd name="connsiteY24" fmla="*/ 3309080 h 4561260"/>
                <a:gd name="connsiteX25" fmla="*/ 1980879 w 7200997"/>
                <a:gd name="connsiteY25" fmla="*/ 2865215 h 4561260"/>
                <a:gd name="connsiteX26" fmla="*/ 2045649 w 7200997"/>
                <a:gd name="connsiteY26" fmla="*/ 2444591 h 4561260"/>
                <a:gd name="connsiteX27" fmla="*/ 1930968 w 7200997"/>
                <a:gd name="connsiteY27" fmla="*/ 2240090 h 4561260"/>
                <a:gd name="connsiteX28" fmla="*/ 1794761 w 7200997"/>
                <a:gd name="connsiteY28" fmla="*/ 2156936 h 4561260"/>
                <a:gd name="connsiteX29" fmla="*/ 1480722 w 7200997"/>
                <a:gd name="connsiteY29" fmla="*/ 2075498 h 4561260"/>
                <a:gd name="connsiteX30" fmla="*/ 1287935 w 7200997"/>
                <a:gd name="connsiteY30" fmla="*/ 2120360 h 4561260"/>
                <a:gd name="connsiteX31" fmla="*/ 915212 w 7200997"/>
                <a:gd name="connsiteY31" fmla="*/ 2509432 h 4561260"/>
                <a:gd name="connsiteX32" fmla="*/ 0 w 7200997"/>
                <a:gd name="connsiteY32" fmla="*/ 2228755 h 4561260"/>
                <a:gd name="connsiteX0" fmla="*/ 6624222 w 7200997"/>
                <a:gd name="connsiteY0" fmla="*/ 0 h 4561260"/>
                <a:gd name="connsiteX1" fmla="*/ 7070754 w 7200997"/>
                <a:gd name="connsiteY1" fmla="*/ 492919 h 4561260"/>
                <a:gd name="connsiteX2" fmla="*/ 7199913 w 7200997"/>
                <a:gd name="connsiteY2" fmla="*/ 789718 h 4561260"/>
                <a:gd name="connsiteX3" fmla="*/ 7125713 w 7200997"/>
                <a:gd name="connsiteY3" fmla="*/ 1096137 h 4561260"/>
                <a:gd name="connsiteX4" fmla="*/ 6936737 w 7200997"/>
                <a:gd name="connsiteY4" fmla="*/ 1349883 h 4561260"/>
                <a:gd name="connsiteX5" fmla="*/ 6403146 w 7200997"/>
                <a:gd name="connsiteY5" fmla="*/ 1632299 h 4561260"/>
                <a:gd name="connsiteX6" fmla="*/ 6230840 w 7200997"/>
                <a:gd name="connsiteY6" fmla="*/ 1759172 h 4561260"/>
                <a:gd name="connsiteX7" fmla="*/ 6022623 w 7200997"/>
                <a:gd name="connsiteY7" fmla="*/ 2245138 h 4561260"/>
                <a:gd name="connsiteX8" fmla="*/ 5958043 w 7200997"/>
                <a:gd name="connsiteY8" fmla="*/ 2467737 h 4561260"/>
                <a:gd name="connsiteX9" fmla="*/ 5879081 w 7200997"/>
                <a:gd name="connsiteY9" fmla="*/ 2723864 h 4561260"/>
                <a:gd name="connsiteX10" fmla="*/ 5749922 w 7200997"/>
                <a:gd name="connsiteY10" fmla="*/ 2970467 h 4561260"/>
                <a:gd name="connsiteX11" fmla="*/ 5466191 w 7200997"/>
                <a:gd name="connsiteY11" fmla="*/ 3507535 h 4561260"/>
                <a:gd name="connsiteX12" fmla="*/ 5189666 w 7200997"/>
                <a:gd name="connsiteY12" fmla="*/ 3772955 h 4561260"/>
                <a:gd name="connsiteX13" fmla="*/ 5044274 w 7200997"/>
                <a:gd name="connsiteY13" fmla="*/ 4429771 h 4561260"/>
                <a:gd name="connsiteX14" fmla="*/ 4654322 w 7200997"/>
                <a:gd name="connsiteY14" fmla="*/ 4555841 h 4561260"/>
                <a:gd name="connsiteX15" fmla="*/ 4339308 w 7200997"/>
                <a:gd name="connsiteY15" fmla="*/ 4539922 h 4561260"/>
                <a:gd name="connsiteX16" fmla="*/ 4060663 w 7200997"/>
                <a:gd name="connsiteY16" fmla="*/ 4555141 h 4561260"/>
                <a:gd name="connsiteX17" fmla="*/ 3534312 w 7200997"/>
                <a:gd name="connsiteY17" fmla="*/ 4488085 h 4561260"/>
                <a:gd name="connsiteX18" fmla="*/ 2972051 w 7200997"/>
                <a:gd name="connsiteY18" fmla="*/ 4488085 h 4561260"/>
                <a:gd name="connsiteX19" fmla="*/ 2728592 w 7200997"/>
                <a:gd name="connsiteY19" fmla="*/ 4463034 h 4561260"/>
                <a:gd name="connsiteX20" fmla="*/ 2362260 w 7200997"/>
                <a:gd name="connsiteY20" fmla="*/ 4272629 h 4561260"/>
                <a:gd name="connsiteX21" fmla="*/ 2166998 w 7200997"/>
                <a:gd name="connsiteY21" fmla="*/ 3953733 h 4561260"/>
                <a:gd name="connsiteX22" fmla="*/ 2007454 w 7200997"/>
                <a:gd name="connsiteY22" fmla="*/ 3613309 h 4561260"/>
                <a:gd name="connsiteX23" fmla="*/ 1914395 w 7200997"/>
                <a:gd name="connsiteY23" fmla="*/ 3309080 h 4561260"/>
                <a:gd name="connsiteX24" fmla="*/ 1980879 w 7200997"/>
                <a:gd name="connsiteY24" fmla="*/ 2865215 h 4561260"/>
                <a:gd name="connsiteX25" fmla="*/ 2045649 w 7200997"/>
                <a:gd name="connsiteY25" fmla="*/ 2444591 h 4561260"/>
                <a:gd name="connsiteX26" fmla="*/ 1930968 w 7200997"/>
                <a:gd name="connsiteY26" fmla="*/ 2240090 h 4561260"/>
                <a:gd name="connsiteX27" fmla="*/ 1794761 w 7200997"/>
                <a:gd name="connsiteY27" fmla="*/ 2156936 h 4561260"/>
                <a:gd name="connsiteX28" fmla="*/ 1480722 w 7200997"/>
                <a:gd name="connsiteY28" fmla="*/ 2075498 h 4561260"/>
                <a:gd name="connsiteX29" fmla="*/ 1287935 w 7200997"/>
                <a:gd name="connsiteY29" fmla="*/ 2120360 h 4561260"/>
                <a:gd name="connsiteX30" fmla="*/ 915212 w 7200997"/>
                <a:gd name="connsiteY30" fmla="*/ 2509432 h 4561260"/>
                <a:gd name="connsiteX31" fmla="*/ 0 w 7200997"/>
                <a:gd name="connsiteY31" fmla="*/ 2228755 h 4561260"/>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403146 w 7200997"/>
                <a:gd name="connsiteY4" fmla="*/ 1139380 h 4068341"/>
                <a:gd name="connsiteX5" fmla="*/ 6230840 w 7200997"/>
                <a:gd name="connsiteY5" fmla="*/ 1266253 h 4068341"/>
                <a:gd name="connsiteX6" fmla="*/ 6022623 w 7200997"/>
                <a:gd name="connsiteY6" fmla="*/ 1752219 h 4068341"/>
                <a:gd name="connsiteX7" fmla="*/ 5958043 w 7200997"/>
                <a:gd name="connsiteY7" fmla="*/ 1974818 h 4068341"/>
                <a:gd name="connsiteX8" fmla="*/ 5879081 w 7200997"/>
                <a:gd name="connsiteY8" fmla="*/ 2230945 h 4068341"/>
                <a:gd name="connsiteX9" fmla="*/ 5749922 w 7200997"/>
                <a:gd name="connsiteY9" fmla="*/ 2477548 h 4068341"/>
                <a:gd name="connsiteX10" fmla="*/ 5466191 w 7200997"/>
                <a:gd name="connsiteY10" fmla="*/ 3014616 h 4068341"/>
                <a:gd name="connsiteX11" fmla="*/ 5189666 w 7200997"/>
                <a:gd name="connsiteY11" fmla="*/ 3280036 h 4068341"/>
                <a:gd name="connsiteX12" fmla="*/ 5044274 w 7200997"/>
                <a:gd name="connsiteY12" fmla="*/ 3936852 h 4068341"/>
                <a:gd name="connsiteX13" fmla="*/ 4654322 w 7200997"/>
                <a:gd name="connsiteY13" fmla="*/ 4062922 h 4068341"/>
                <a:gd name="connsiteX14" fmla="*/ 4339308 w 7200997"/>
                <a:gd name="connsiteY14" fmla="*/ 4047003 h 4068341"/>
                <a:gd name="connsiteX15" fmla="*/ 4060663 w 7200997"/>
                <a:gd name="connsiteY15" fmla="*/ 4062222 h 4068341"/>
                <a:gd name="connsiteX16" fmla="*/ 3534312 w 7200997"/>
                <a:gd name="connsiteY16" fmla="*/ 3995166 h 4068341"/>
                <a:gd name="connsiteX17" fmla="*/ 2972051 w 7200997"/>
                <a:gd name="connsiteY17" fmla="*/ 3995166 h 4068341"/>
                <a:gd name="connsiteX18" fmla="*/ 2728592 w 7200997"/>
                <a:gd name="connsiteY18" fmla="*/ 3970115 h 4068341"/>
                <a:gd name="connsiteX19" fmla="*/ 2362260 w 7200997"/>
                <a:gd name="connsiteY19" fmla="*/ 3779710 h 4068341"/>
                <a:gd name="connsiteX20" fmla="*/ 2166998 w 7200997"/>
                <a:gd name="connsiteY20" fmla="*/ 3460814 h 4068341"/>
                <a:gd name="connsiteX21" fmla="*/ 2007454 w 7200997"/>
                <a:gd name="connsiteY21" fmla="*/ 3120390 h 4068341"/>
                <a:gd name="connsiteX22" fmla="*/ 1914395 w 7200997"/>
                <a:gd name="connsiteY22" fmla="*/ 2816161 h 4068341"/>
                <a:gd name="connsiteX23" fmla="*/ 1980879 w 7200997"/>
                <a:gd name="connsiteY23" fmla="*/ 2372296 h 4068341"/>
                <a:gd name="connsiteX24" fmla="*/ 2045649 w 7200997"/>
                <a:gd name="connsiteY24" fmla="*/ 1951672 h 4068341"/>
                <a:gd name="connsiteX25" fmla="*/ 1930968 w 7200997"/>
                <a:gd name="connsiteY25" fmla="*/ 1747171 h 4068341"/>
                <a:gd name="connsiteX26" fmla="*/ 1794761 w 7200997"/>
                <a:gd name="connsiteY26" fmla="*/ 1664017 h 4068341"/>
                <a:gd name="connsiteX27" fmla="*/ 1480722 w 7200997"/>
                <a:gd name="connsiteY27" fmla="*/ 1582579 h 4068341"/>
                <a:gd name="connsiteX28" fmla="*/ 1287935 w 7200997"/>
                <a:gd name="connsiteY28" fmla="*/ 1627441 h 4068341"/>
                <a:gd name="connsiteX29" fmla="*/ 915212 w 7200997"/>
                <a:gd name="connsiteY29" fmla="*/ 2016513 h 4068341"/>
                <a:gd name="connsiteX30" fmla="*/ 0 w 7200997"/>
                <a:gd name="connsiteY30" fmla="*/ 1735836 h 4068341"/>
                <a:gd name="connsiteX0" fmla="*/ 7070754 w 7200997"/>
                <a:gd name="connsiteY0" fmla="*/ 0 h 4068341"/>
                <a:gd name="connsiteX1" fmla="*/ 7199913 w 7200997"/>
                <a:gd name="connsiteY1" fmla="*/ 296799 h 4068341"/>
                <a:gd name="connsiteX2" fmla="*/ 7125713 w 7200997"/>
                <a:gd name="connsiteY2" fmla="*/ 603218 h 4068341"/>
                <a:gd name="connsiteX3" fmla="*/ 6936737 w 7200997"/>
                <a:gd name="connsiteY3" fmla="*/ 856964 h 4068341"/>
                <a:gd name="connsiteX4" fmla="*/ 6230840 w 7200997"/>
                <a:gd name="connsiteY4" fmla="*/ 1266253 h 4068341"/>
                <a:gd name="connsiteX5" fmla="*/ 6022623 w 7200997"/>
                <a:gd name="connsiteY5" fmla="*/ 1752219 h 4068341"/>
                <a:gd name="connsiteX6" fmla="*/ 5958043 w 7200997"/>
                <a:gd name="connsiteY6" fmla="*/ 1974818 h 4068341"/>
                <a:gd name="connsiteX7" fmla="*/ 5879081 w 7200997"/>
                <a:gd name="connsiteY7" fmla="*/ 2230945 h 4068341"/>
                <a:gd name="connsiteX8" fmla="*/ 5749922 w 7200997"/>
                <a:gd name="connsiteY8" fmla="*/ 2477548 h 4068341"/>
                <a:gd name="connsiteX9" fmla="*/ 5466191 w 7200997"/>
                <a:gd name="connsiteY9" fmla="*/ 3014616 h 4068341"/>
                <a:gd name="connsiteX10" fmla="*/ 5189666 w 7200997"/>
                <a:gd name="connsiteY10" fmla="*/ 3280036 h 4068341"/>
                <a:gd name="connsiteX11" fmla="*/ 5044274 w 7200997"/>
                <a:gd name="connsiteY11" fmla="*/ 3936852 h 4068341"/>
                <a:gd name="connsiteX12" fmla="*/ 4654322 w 7200997"/>
                <a:gd name="connsiteY12" fmla="*/ 4062922 h 4068341"/>
                <a:gd name="connsiteX13" fmla="*/ 4339308 w 7200997"/>
                <a:gd name="connsiteY13" fmla="*/ 4047003 h 4068341"/>
                <a:gd name="connsiteX14" fmla="*/ 4060663 w 7200997"/>
                <a:gd name="connsiteY14" fmla="*/ 4062222 h 4068341"/>
                <a:gd name="connsiteX15" fmla="*/ 3534312 w 7200997"/>
                <a:gd name="connsiteY15" fmla="*/ 3995166 h 4068341"/>
                <a:gd name="connsiteX16" fmla="*/ 2972051 w 7200997"/>
                <a:gd name="connsiteY16" fmla="*/ 3995166 h 4068341"/>
                <a:gd name="connsiteX17" fmla="*/ 2728592 w 7200997"/>
                <a:gd name="connsiteY17" fmla="*/ 3970115 h 4068341"/>
                <a:gd name="connsiteX18" fmla="*/ 2362260 w 7200997"/>
                <a:gd name="connsiteY18" fmla="*/ 3779710 h 4068341"/>
                <a:gd name="connsiteX19" fmla="*/ 2166998 w 7200997"/>
                <a:gd name="connsiteY19" fmla="*/ 3460814 h 4068341"/>
                <a:gd name="connsiteX20" fmla="*/ 2007454 w 7200997"/>
                <a:gd name="connsiteY20" fmla="*/ 3120390 h 4068341"/>
                <a:gd name="connsiteX21" fmla="*/ 1914395 w 7200997"/>
                <a:gd name="connsiteY21" fmla="*/ 2816161 h 4068341"/>
                <a:gd name="connsiteX22" fmla="*/ 1980879 w 7200997"/>
                <a:gd name="connsiteY22" fmla="*/ 2372296 h 4068341"/>
                <a:gd name="connsiteX23" fmla="*/ 2045649 w 7200997"/>
                <a:gd name="connsiteY23" fmla="*/ 1951672 h 4068341"/>
                <a:gd name="connsiteX24" fmla="*/ 1930968 w 7200997"/>
                <a:gd name="connsiteY24" fmla="*/ 1747171 h 4068341"/>
                <a:gd name="connsiteX25" fmla="*/ 1794761 w 7200997"/>
                <a:gd name="connsiteY25" fmla="*/ 1664017 h 4068341"/>
                <a:gd name="connsiteX26" fmla="*/ 1480722 w 7200997"/>
                <a:gd name="connsiteY26" fmla="*/ 1582579 h 4068341"/>
                <a:gd name="connsiteX27" fmla="*/ 1287935 w 7200997"/>
                <a:gd name="connsiteY27" fmla="*/ 1627441 h 4068341"/>
                <a:gd name="connsiteX28" fmla="*/ 915212 w 7200997"/>
                <a:gd name="connsiteY28" fmla="*/ 2016513 h 4068341"/>
                <a:gd name="connsiteX29" fmla="*/ 0 w 7200997"/>
                <a:gd name="connsiteY29" fmla="*/ 1735836 h 4068341"/>
                <a:gd name="connsiteX0" fmla="*/ 7070754 w 7226254"/>
                <a:gd name="connsiteY0" fmla="*/ 0 h 4068341"/>
                <a:gd name="connsiteX1" fmla="*/ 7199913 w 7226254"/>
                <a:gd name="connsiteY1" fmla="*/ 296799 h 4068341"/>
                <a:gd name="connsiteX2" fmla="*/ 7125713 w 7226254"/>
                <a:gd name="connsiteY2" fmla="*/ 603218 h 4068341"/>
                <a:gd name="connsiteX3" fmla="*/ 6230840 w 7226254"/>
                <a:gd name="connsiteY3" fmla="*/ 1266253 h 4068341"/>
                <a:gd name="connsiteX4" fmla="*/ 6022623 w 7226254"/>
                <a:gd name="connsiteY4" fmla="*/ 1752219 h 4068341"/>
                <a:gd name="connsiteX5" fmla="*/ 5958043 w 7226254"/>
                <a:gd name="connsiteY5" fmla="*/ 1974818 h 4068341"/>
                <a:gd name="connsiteX6" fmla="*/ 5879081 w 7226254"/>
                <a:gd name="connsiteY6" fmla="*/ 2230945 h 4068341"/>
                <a:gd name="connsiteX7" fmla="*/ 5749922 w 7226254"/>
                <a:gd name="connsiteY7" fmla="*/ 2477548 h 4068341"/>
                <a:gd name="connsiteX8" fmla="*/ 5466191 w 7226254"/>
                <a:gd name="connsiteY8" fmla="*/ 3014616 h 4068341"/>
                <a:gd name="connsiteX9" fmla="*/ 5189666 w 7226254"/>
                <a:gd name="connsiteY9" fmla="*/ 3280036 h 4068341"/>
                <a:gd name="connsiteX10" fmla="*/ 5044274 w 7226254"/>
                <a:gd name="connsiteY10" fmla="*/ 3936852 h 4068341"/>
                <a:gd name="connsiteX11" fmla="*/ 4654322 w 7226254"/>
                <a:gd name="connsiteY11" fmla="*/ 4062922 h 4068341"/>
                <a:gd name="connsiteX12" fmla="*/ 4339308 w 7226254"/>
                <a:gd name="connsiteY12" fmla="*/ 4047003 h 4068341"/>
                <a:gd name="connsiteX13" fmla="*/ 4060663 w 7226254"/>
                <a:gd name="connsiteY13" fmla="*/ 4062222 h 4068341"/>
                <a:gd name="connsiteX14" fmla="*/ 3534312 w 7226254"/>
                <a:gd name="connsiteY14" fmla="*/ 3995166 h 4068341"/>
                <a:gd name="connsiteX15" fmla="*/ 2972051 w 7226254"/>
                <a:gd name="connsiteY15" fmla="*/ 3995166 h 4068341"/>
                <a:gd name="connsiteX16" fmla="*/ 2728592 w 7226254"/>
                <a:gd name="connsiteY16" fmla="*/ 3970115 h 4068341"/>
                <a:gd name="connsiteX17" fmla="*/ 2362260 w 7226254"/>
                <a:gd name="connsiteY17" fmla="*/ 3779710 h 4068341"/>
                <a:gd name="connsiteX18" fmla="*/ 2166998 w 7226254"/>
                <a:gd name="connsiteY18" fmla="*/ 3460814 h 4068341"/>
                <a:gd name="connsiteX19" fmla="*/ 2007454 w 7226254"/>
                <a:gd name="connsiteY19" fmla="*/ 3120390 h 4068341"/>
                <a:gd name="connsiteX20" fmla="*/ 1914395 w 7226254"/>
                <a:gd name="connsiteY20" fmla="*/ 2816161 h 4068341"/>
                <a:gd name="connsiteX21" fmla="*/ 1980879 w 7226254"/>
                <a:gd name="connsiteY21" fmla="*/ 2372296 h 4068341"/>
                <a:gd name="connsiteX22" fmla="*/ 2045649 w 7226254"/>
                <a:gd name="connsiteY22" fmla="*/ 1951672 h 4068341"/>
                <a:gd name="connsiteX23" fmla="*/ 1930968 w 7226254"/>
                <a:gd name="connsiteY23" fmla="*/ 1747171 h 4068341"/>
                <a:gd name="connsiteX24" fmla="*/ 1794761 w 7226254"/>
                <a:gd name="connsiteY24" fmla="*/ 1664017 h 4068341"/>
                <a:gd name="connsiteX25" fmla="*/ 1480722 w 7226254"/>
                <a:gd name="connsiteY25" fmla="*/ 1582579 h 4068341"/>
                <a:gd name="connsiteX26" fmla="*/ 1287935 w 7226254"/>
                <a:gd name="connsiteY26" fmla="*/ 1627441 h 4068341"/>
                <a:gd name="connsiteX27" fmla="*/ 915212 w 7226254"/>
                <a:gd name="connsiteY27" fmla="*/ 2016513 h 4068341"/>
                <a:gd name="connsiteX28" fmla="*/ 0 w 7226254"/>
                <a:gd name="connsiteY28" fmla="*/ 1735836 h 4068341"/>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6022623 w 7226254"/>
                <a:gd name="connsiteY4" fmla="*/ 1752219 h 4115904"/>
                <a:gd name="connsiteX5" fmla="*/ 5958043 w 7226254"/>
                <a:gd name="connsiteY5" fmla="*/ 1974818 h 4115904"/>
                <a:gd name="connsiteX6" fmla="*/ 5879081 w 7226254"/>
                <a:gd name="connsiteY6" fmla="*/ 2230945 h 4115904"/>
                <a:gd name="connsiteX7" fmla="*/ 5749922 w 7226254"/>
                <a:gd name="connsiteY7" fmla="*/ 2477548 h 4115904"/>
                <a:gd name="connsiteX8" fmla="*/ 5466191 w 7226254"/>
                <a:gd name="connsiteY8" fmla="*/ 3014616 h 4115904"/>
                <a:gd name="connsiteX9" fmla="*/ 5189666 w 7226254"/>
                <a:gd name="connsiteY9" fmla="*/ 3280036 h 4115904"/>
                <a:gd name="connsiteX10" fmla="*/ 4654322 w 7226254"/>
                <a:gd name="connsiteY10" fmla="*/ 4062922 h 4115904"/>
                <a:gd name="connsiteX11" fmla="*/ 4339308 w 7226254"/>
                <a:gd name="connsiteY11" fmla="*/ 4047003 h 4115904"/>
                <a:gd name="connsiteX12" fmla="*/ 4060663 w 7226254"/>
                <a:gd name="connsiteY12" fmla="*/ 4062222 h 4115904"/>
                <a:gd name="connsiteX13" fmla="*/ 3534312 w 7226254"/>
                <a:gd name="connsiteY13" fmla="*/ 3995166 h 4115904"/>
                <a:gd name="connsiteX14" fmla="*/ 2972051 w 7226254"/>
                <a:gd name="connsiteY14" fmla="*/ 3995166 h 4115904"/>
                <a:gd name="connsiteX15" fmla="*/ 2728592 w 7226254"/>
                <a:gd name="connsiteY15" fmla="*/ 3970115 h 4115904"/>
                <a:gd name="connsiteX16" fmla="*/ 2362260 w 7226254"/>
                <a:gd name="connsiteY16" fmla="*/ 3779710 h 4115904"/>
                <a:gd name="connsiteX17" fmla="*/ 2166998 w 7226254"/>
                <a:gd name="connsiteY17" fmla="*/ 3460814 h 4115904"/>
                <a:gd name="connsiteX18" fmla="*/ 2007454 w 7226254"/>
                <a:gd name="connsiteY18" fmla="*/ 3120390 h 4115904"/>
                <a:gd name="connsiteX19" fmla="*/ 1914395 w 7226254"/>
                <a:gd name="connsiteY19" fmla="*/ 2816161 h 4115904"/>
                <a:gd name="connsiteX20" fmla="*/ 1980879 w 7226254"/>
                <a:gd name="connsiteY20" fmla="*/ 2372296 h 4115904"/>
                <a:gd name="connsiteX21" fmla="*/ 2045649 w 7226254"/>
                <a:gd name="connsiteY21" fmla="*/ 1951672 h 4115904"/>
                <a:gd name="connsiteX22" fmla="*/ 1930968 w 7226254"/>
                <a:gd name="connsiteY22" fmla="*/ 1747171 h 4115904"/>
                <a:gd name="connsiteX23" fmla="*/ 1794761 w 7226254"/>
                <a:gd name="connsiteY23" fmla="*/ 1664017 h 4115904"/>
                <a:gd name="connsiteX24" fmla="*/ 1480722 w 7226254"/>
                <a:gd name="connsiteY24" fmla="*/ 1582579 h 4115904"/>
                <a:gd name="connsiteX25" fmla="*/ 1287935 w 7226254"/>
                <a:gd name="connsiteY25" fmla="*/ 1627441 h 4115904"/>
                <a:gd name="connsiteX26" fmla="*/ 915212 w 7226254"/>
                <a:gd name="connsiteY26" fmla="*/ 2016513 h 4115904"/>
                <a:gd name="connsiteX27" fmla="*/ 0 w 7226254"/>
                <a:gd name="connsiteY27" fmla="*/ 1735836 h 4115904"/>
                <a:gd name="connsiteX0" fmla="*/ 7070754 w 7226254"/>
                <a:gd name="connsiteY0" fmla="*/ 0 h 4115904"/>
                <a:gd name="connsiteX1" fmla="*/ 7199913 w 7226254"/>
                <a:gd name="connsiteY1" fmla="*/ 296799 h 4115904"/>
                <a:gd name="connsiteX2" fmla="*/ 7125713 w 7226254"/>
                <a:gd name="connsiteY2" fmla="*/ 603218 h 4115904"/>
                <a:gd name="connsiteX3" fmla="*/ 6230840 w 7226254"/>
                <a:gd name="connsiteY3" fmla="*/ 1266253 h 4115904"/>
                <a:gd name="connsiteX4" fmla="*/ 5958043 w 7226254"/>
                <a:gd name="connsiteY4" fmla="*/ 1974818 h 4115904"/>
                <a:gd name="connsiteX5" fmla="*/ 5879081 w 7226254"/>
                <a:gd name="connsiteY5" fmla="*/ 2230945 h 4115904"/>
                <a:gd name="connsiteX6" fmla="*/ 5749922 w 7226254"/>
                <a:gd name="connsiteY6" fmla="*/ 2477548 h 4115904"/>
                <a:gd name="connsiteX7" fmla="*/ 5466191 w 7226254"/>
                <a:gd name="connsiteY7" fmla="*/ 3014616 h 4115904"/>
                <a:gd name="connsiteX8" fmla="*/ 5189666 w 7226254"/>
                <a:gd name="connsiteY8" fmla="*/ 3280036 h 4115904"/>
                <a:gd name="connsiteX9" fmla="*/ 4654322 w 7226254"/>
                <a:gd name="connsiteY9" fmla="*/ 4062922 h 4115904"/>
                <a:gd name="connsiteX10" fmla="*/ 4339308 w 7226254"/>
                <a:gd name="connsiteY10" fmla="*/ 4047003 h 4115904"/>
                <a:gd name="connsiteX11" fmla="*/ 4060663 w 7226254"/>
                <a:gd name="connsiteY11" fmla="*/ 4062222 h 4115904"/>
                <a:gd name="connsiteX12" fmla="*/ 3534312 w 7226254"/>
                <a:gd name="connsiteY12" fmla="*/ 3995166 h 4115904"/>
                <a:gd name="connsiteX13" fmla="*/ 2972051 w 7226254"/>
                <a:gd name="connsiteY13" fmla="*/ 3995166 h 4115904"/>
                <a:gd name="connsiteX14" fmla="*/ 2728592 w 7226254"/>
                <a:gd name="connsiteY14" fmla="*/ 3970115 h 4115904"/>
                <a:gd name="connsiteX15" fmla="*/ 2362260 w 7226254"/>
                <a:gd name="connsiteY15" fmla="*/ 3779710 h 4115904"/>
                <a:gd name="connsiteX16" fmla="*/ 2166998 w 7226254"/>
                <a:gd name="connsiteY16" fmla="*/ 3460814 h 4115904"/>
                <a:gd name="connsiteX17" fmla="*/ 2007454 w 7226254"/>
                <a:gd name="connsiteY17" fmla="*/ 3120390 h 4115904"/>
                <a:gd name="connsiteX18" fmla="*/ 1914395 w 7226254"/>
                <a:gd name="connsiteY18" fmla="*/ 2816161 h 4115904"/>
                <a:gd name="connsiteX19" fmla="*/ 1980879 w 7226254"/>
                <a:gd name="connsiteY19" fmla="*/ 2372296 h 4115904"/>
                <a:gd name="connsiteX20" fmla="*/ 2045649 w 7226254"/>
                <a:gd name="connsiteY20" fmla="*/ 1951672 h 4115904"/>
                <a:gd name="connsiteX21" fmla="*/ 1930968 w 7226254"/>
                <a:gd name="connsiteY21" fmla="*/ 1747171 h 4115904"/>
                <a:gd name="connsiteX22" fmla="*/ 1794761 w 7226254"/>
                <a:gd name="connsiteY22" fmla="*/ 1664017 h 4115904"/>
                <a:gd name="connsiteX23" fmla="*/ 1480722 w 7226254"/>
                <a:gd name="connsiteY23" fmla="*/ 1582579 h 4115904"/>
                <a:gd name="connsiteX24" fmla="*/ 1287935 w 7226254"/>
                <a:gd name="connsiteY24" fmla="*/ 1627441 h 4115904"/>
                <a:gd name="connsiteX25" fmla="*/ 915212 w 7226254"/>
                <a:gd name="connsiteY25" fmla="*/ 2016513 h 4115904"/>
                <a:gd name="connsiteX26" fmla="*/ 0 w 7226254"/>
                <a:gd name="connsiteY26" fmla="*/ 1735836 h 4115904"/>
                <a:gd name="connsiteX0" fmla="*/ 7070754 w 7199913"/>
                <a:gd name="connsiteY0" fmla="*/ 0 h 4115904"/>
                <a:gd name="connsiteX1" fmla="*/ 7199913 w 7199913"/>
                <a:gd name="connsiteY1" fmla="*/ 296799 h 4115904"/>
                <a:gd name="connsiteX2" fmla="*/ 6230840 w 7199913"/>
                <a:gd name="connsiteY2" fmla="*/ 1266253 h 4115904"/>
                <a:gd name="connsiteX3" fmla="*/ 5958043 w 7199913"/>
                <a:gd name="connsiteY3" fmla="*/ 1974818 h 4115904"/>
                <a:gd name="connsiteX4" fmla="*/ 5879081 w 7199913"/>
                <a:gd name="connsiteY4" fmla="*/ 2230945 h 4115904"/>
                <a:gd name="connsiteX5" fmla="*/ 5749922 w 7199913"/>
                <a:gd name="connsiteY5" fmla="*/ 2477548 h 4115904"/>
                <a:gd name="connsiteX6" fmla="*/ 5466191 w 7199913"/>
                <a:gd name="connsiteY6" fmla="*/ 3014616 h 4115904"/>
                <a:gd name="connsiteX7" fmla="*/ 5189666 w 7199913"/>
                <a:gd name="connsiteY7" fmla="*/ 3280036 h 4115904"/>
                <a:gd name="connsiteX8" fmla="*/ 4654322 w 7199913"/>
                <a:gd name="connsiteY8" fmla="*/ 4062922 h 4115904"/>
                <a:gd name="connsiteX9" fmla="*/ 4339308 w 7199913"/>
                <a:gd name="connsiteY9" fmla="*/ 4047003 h 4115904"/>
                <a:gd name="connsiteX10" fmla="*/ 4060663 w 7199913"/>
                <a:gd name="connsiteY10" fmla="*/ 4062222 h 4115904"/>
                <a:gd name="connsiteX11" fmla="*/ 3534312 w 7199913"/>
                <a:gd name="connsiteY11" fmla="*/ 3995166 h 4115904"/>
                <a:gd name="connsiteX12" fmla="*/ 2972051 w 7199913"/>
                <a:gd name="connsiteY12" fmla="*/ 3995166 h 4115904"/>
                <a:gd name="connsiteX13" fmla="*/ 2728592 w 7199913"/>
                <a:gd name="connsiteY13" fmla="*/ 3970115 h 4115904"/>
                <a:gd name="connsiteX14" fmla="*/ 2362260 w 7199913"/>
                <a:gd name="connsiteY14" fmla="*/ 3779710 h 4115904"/>
                <a:gd name="connsiteX15" fmla="*/ 2166998 w 7199913"/>
                <a:gd name="connsiteY15" fmla="*/ 3460814 h 4115904"/>
                <a:gd name="connsiteX16" fmla="*/ 2007454 w 7199913"/>
                <a:gd name="connsiteY16" fmla="*/ 3120390 h 4115904"/>
                <a:gd name="connsiteX17" fmla="*/ 1914395 w 7199913"/>
                <a:gd name="connsiteY17" fmla="*/ 2816161 h 4115904"/>
                <a:gd name="connsiteX18" fmla="*/ 1980879 w 7199913"/>
                <a:gd name="connsiteY18" fmla="*/ 2372296 h 4115904"/>
                <a:gd name="connsiteX19" fmla="*/ 2045649 w 7199913"/>
                <a:gd name="connsiteY19" fmla="*/ 1951672 h 4115904"/>
                <a:gd name="connsiteX20" fmla="*/ 1930968 w 7199913"/>
                <a:gd name="connsiteY20" fmla="*/ 1747171 h 4115904"/>
                <a:gd name="connsiteX21" fmla="*/ 1794761 w 7199913"/>
                <a:gd name="connsiteY21" fmla="*/ 1664017 h 4115904"/>
                <a:gd name="connsiteX22" fmla="*/ 1480722 w 7199913"/>
                <a:gd name="connsiteY22" fmla="*/ 1582579 h 4115904"/>
                <a:gd name="connsiteX23" fmla="*/ 1287935 w 7199913"/>
                <a:gd name="connsiteY23" fmla="*/ 1627441 h 4115904"/>
                <a:gd name="connsiteX24" fmla="*/ 915212 w 7199913"/>
                <a:gd name="connsiteY24" fmla="*/ 2016513 h 4115904"/>
                <a:gd name="connsiteX25" fmla="*/ 0 w 7199913"/>
                <a:gd name="connsiteY25" fmla="*/ 1735836 h 4115904"/>
                <a:gd name="connsiteX0" fmla="*/ 7070754 w 7070754"/>
                <a:gd name="connsiteY0" fmla="*/ 0 h 4115904"/>
                <a:gd name="connsiteX1" fmla="*/ 6230840 w 7070754"/>
                <a:gd name="connsiteY1" fmla="*/ 1266253 h 4115904"/>
                <a:gd name="connsiteX2" fmla="*/ 5958043 w 7070754"/>
                <a:gd name="connsiteY2" fmla="*/ 1974818 h 4115904"/>
                <a:gd name="connsiteX3" fmla="*/ 5879081 w 7070754"/>
                <a:gd name="connsiteY3" fmla="*/ 2230945 h 4115904"/>
                <a:gd name="connsiteX4" fmla="*/ 5749922 w 7070754"/>
                <a:gd name="connsiteY4" fmla="*/ 2477548 h 4115904"/>
                <a:gd name="connsiteX5" fmla="*/ 5466191 w 7070754"/>
                <a:gd name="connsiteY5" fmla="*/ 3014616 h 4115904"/>
                <a:gd name="connsiteX6" fmla="*/ 5189666 w 7070754"/>
                <a:gd name="connsiteY6" fmla="*/ 3280036 h 4115904"/>
                <a:gd name="connsiteX7" fmla="*/ 4654322 w 7070754"/>
                <a:gd name="connsiteY7" fmla="*/ 4062922 h 4115904"/>
                <a:gd name="connsiteX8" fmla="*/ 4339308 w 7070754"/>
                <a:gd name="connsiteY8" fmla="*/ 4047003 h 4115904"/>
                <a:gd name="connsiteX9" fmla="*/ 4060663 w 7070754"/>
                <a:gd name="connsiteY9" fmla="*/ 4062222 h 4115904"/>
                <a:gd name="connsiteX10" fmla="*/ 3534312 w 7070754"/>
                <a:gd name="connsiteY10" fmla="*/ 3995166 h 4115904"/>
                <a:gd name="connsiteX11" fmla="*/ 2972051 w 7070754"/>
                <a:gd name="connsiteY11" fmla="*/ 3995166 h 4115904"/>
                <a:gd name="connsiteX12" fmla="*/ 2728592 w 7070754"/>
                <a:gd name="connsiteY12" fmla="*/ 3970115 h 4115904"/>
                <a:gd name="connsiteX13" fmla="*/ 2362260 w 7070754"/>
                <a:gd name="connsiteY13" fmla="*/ 3779710 h 4115904"/>
                <a:gd name="connsiteX14" fmla="*/ 2166998 w 7070754"/>
                <a:gd name="connsiteY14" fmla="*/ 3460814 h 4115904"/>
                <a:gd name="connsiteX15" fmla="*/ 2007454 w 7070754"/>
                <a:gd name="connsiteY15" fmla="*/ 3120390 h 4115904"/>
                <a:gd name="connsiteX16" fmla="*/ 1914395 w 7070754"/>
                <a:gd name="connsiteY16" fmla="*/ 2816161 h 4115904"/>
                <a:gd name="connsiteX17" fmla="*/ 1980879 w 7070754"/>
                <a:gd name="connsiteY17" fmla="*/ 2372296 h 4115904"/>
                <a:gd name="connsiteX18" fmla="*/ 2045649 w 7070754"/>
                <a:gd name="connsiteY18" fmla="*/ 1951672 h 4115904"/>
                <a:gd name="connsiteX19" fmla="*/ 1930968 w 7070754"/>
                <a:gd name="connsiteY19" fmla="*/ 1747171 h 4115904"/>
                <a:gd name="connsiteX20" fmla="*/ 1794761 w 7070754"/>
                <a:gd name="connsiteY20" fmla="*/ 1664017 h 4115904"/>
                <a:gd name="connsiteX21" fmla="*/ 1480722 w 7070754"/>
                <a:gd name="connsiteY21" fmla="*/ 1582579 h 4115904"/>
                <a:gd name="connsiteX22" fmla="*/ 1287935 w 7070754"/>
                <a:gd name="connsiteY22" fmla="*/ 1627441 h 4115904"/>
                <a:gd name="connsiteX23" fmla="*/ 915212 w 7070754"/>
                <a:gd name="connsiteY23" fmla="*/ 2016513 h 4115904"/>
                <a:gd name="connsiteX24" fmla="*/ 0 w 7070754"/>
                <a:gd name="connsiteY24" fmla="*/ 1735836 h 4115904"/>
                <a:gd name="connsiteX0" fmla="*/ 6230840 w 6230840"/>
                <a:gd name="connsiteY0" fmla="*/ 0 h 2849651"/>
                <a:gd name="connsiteX1" fmla="*/ 5958043 w 6230840"/>
                <a:gd name="connsiteY1" fmla="*/ 708565 h 2849651"/>
                <a:gd name="connsiteX2" fmla="*/ 5879081 w 6230840"/>
                <a:gd name="connsiteY2" fmla="*/ 964692 h 2849651"/>
                <a:gd name="connsiteX3" fmla="*/ 5749922 w 6230840"/>
                <a:gd name="connsiteY3" fmla="*/ 1211295 h 2849651"/>
                <a:gd name="connsiteX4" fmla="*/ 5466191 w 6230840"/>
                <a:gd name="connsiteY4" fmla="*/ 1748363 h 2849651"/>
                <a:gd name="connsiteX5" fmla="*/ 5189666 w 6230840"/>
                <a:gd name="connsiteY5" fmla="*/ 2013783 h 2849651"/>
                <a:gd name="connsiteX6" fmla="*/ 4654322 w 6230840"/>
                <a:gd name="connsiteY6" fmla="*/ 2796669 h 2849651"/>
                <a:gd name="connsiteX7" fmla="*/ 4339308 w 6230840"/>
                <a:gd name="connsiteY7" fmla="*/ 2780750 h 2849651"/>
                <a:gd name="connsiteX8" fmla="*/ 4060663 w 6230840"/>
                <a:gd name="connsiteY8" fmla="*/ 2795969 h 2849651"/>
                <a:gd name="connsiteX9" fmla="*/ 3534312 w 6230840"/>
                <a:gd name="connsiteY9" fmla="*/ 2728913 h 2849651"/>
                <a:gd name="connsiteX10" fmla="*/ 2972051 w 6230840"/>
                <a:gd name="connsiteY10" fmla="*/ 2728913 h 2849651"/>
                <a:gd name="connsiteX11" fmla="*/ 2728592 w 6230840"/>
                <a:gd name="connsiteY11" fmla="*/ 2703862 h 2849651"/>
                <a:gd name="connsiteX12" fmla="*/ 2362260 w 6230840"/>
                <a:gd name="connsiteY12" fmla="*/ 2513457 h 2849651"/>
                <a:gd name="connsiteX13" fmla="*/ 2166998 w 6230840"/>
                <a:gd name="connsiteY13" fmla="*/ 2194561 h 2849651"/>
                <a:gd name="connsiteX14" fmla="*/ 2007454 w 6230840"/>
                <a:gd name="connsiteY14" fmla="*/ 1854137 h 2849651"/>
                <a:gd name="connsiteX15" fmla="*/ 1914395 w 6230840"/>
                <a:gd name="connsiteY15" fmla="*/ 1549908 h 2849651"/>
                <a:gd name="connsiteX16" fmla="*/ 1980879 w 6230840"/>
                <a:gd name="connsiteY16" fmla="*/ 1106043 h 2849651"/>
                <a:gd name="connsiteX17" fmla="*/ 2045649 w 6230840"/>
                <a:gd name="connsiteY17" fmla="*/ 685419 h 2849651"/>
                <a:gd name="connsiteX18" fmla="*/ 1930968 w 6230840"/>
                <a:gd name="connsiteY18" fmla="*/ 480918 h 2849651"/>
                <a:gd name="connsiteX19" fmla="*/ 1794761 w 6230840"/>
                <a:gd name="connsiteY19" fmla="*/ 397764 h 2849651"/>
                <a:gd name="connsiteX20" fmla="*/ 1480722 w 6230840"/>
                <a:gd name="connsiteY20" fmla="*/ 316326 h 2849651"/>
                <a:gd name="connsiteX21" fmla="*/ 1287935 w 6230840"/>
                <a:gd name="connsiteY21" fmla="*/ 361188 h 2849651"/>
                <a:gd name="connsiteX22" fmla="*/ 915212 w 6230840"/>
                <a:gd name="connsiteY22" fmla="*/ 750260 h 2849651"/>
                <a:gd name="connsiteX23" fmla="*/ 0 w 6230840"/>
                <a:gd name="connsiteY23" fmla="*/ 469583 h 2849651"/>
                <a:gd name="connsiteX0" fmla="*/ 5958043 w 5958043"/>
                <a:gd name="connsiteY0" fmla="*/ 395970 h 2537056"/>
                <a:gd name="connsiteX1" fmla="*/ 5879081 w 5958043"/>
                <a:gd name="connsiteY1" fmla="*/ 652097 h 2537056"/>
                <a:gd name="connsiteX2" fmla="*/ 5749922 w 5958043"/>
                <a:gd name="connsiteY2" fmla="*/ 898700 h 2537056"/>
                <a:gd name="connsiteX3" fmla="*/ 5466191 w 5958043"/>
                <a:gd name="connsiteY3" fmla="*/ 1435768 h 2537056"/>
                <a:gd name="connsiteX4" fmla="*/ 5189666 w 5958043"/>
                <a:gd name="connsiteY4" fmla="*/ 1701188 h 2537056"/>
                <a:gd name="connsiteX5" fmla="*/ 4654322 w 5958043"/>
                <a:gd name="connsiteY5" fmla="*/ 2484074 h 2537056"/>
                <a:gd name="connsiteX6" fmla="*/ 4339308 w 5958043"/>
                <a:gd name="connsiteY6" fmla="*/ 2468155 h 2537056"/>
                <a:gd name="connsiteX7" fmla="*/ 4060663 w 5958043"/>
                <a:gd name="connsiteY7" fmla="*/ 2483374 h 2537056"/>
                <a:gd name="connsiteX8" fmla="*/ 3534312 w 5958043"/>
                <a:gd name="connsiteY8" fmla="*/ 2416318 h 2537056"/>
                <a:gd name="connsiteX9" fmla="*/ 2972051 w 5958043"/>
                <a:gd name="connsiteY9" fmla="*/ 2416318 h 2537056"/>
                <a:gd name="connsiteX10" fmla="*/ 2728592 w 5958043"/>
                <a:gd name="connsiteY10" fmla="*/ 2391267 h 2537056"/>
                <a:gd name="connsiteX11" fmla="*/ 2362260 w 5958043"/>
                <a:gd name="connsiteY11" fmla="*/ 2200862 h 2537056"/>
                <a:gd name="connsiteX12" fmla="*/ 2166998 w 5958043"/>
                <a:gd name="connsiteY12" fmla="*/ 1881966 h 2537056"/>
                <a:gd name="connsiteX13" fmla="*/ 2007454 w 5958043"/>
                <a:gd name="connsiteY13" fmla="*/ 1541542 h 2537056"/>
                <a:gd name="connsiteX14" fmla="*/ 1914395 w 5958043"/>
                <a:gd name="connsiteY14" fmla="*/ 1237313 h 2537056"/>
                <a:gd name="connsiteX15" fmla="*/ 1980879 w 5958043"/>
                <a:gd name="connsiteY15" fmla="*/ 793448 h 2537056"/>
                <a:gd name="connsiteX16" fmla="*/ 2045649 w 5958043"/>
                <a:gd name="connsiteY16" fmla="*/ 372824 h 2537056"/>
                <a:gd name="connsiteX17" fmla="*/ 1930968 w 5958043"/>
                <a:gd name="connsiteY17" fmla="*/ 168323 h 2537056"/>
                <a:gd name="connsiteX18" fmla="*/ 1794761 w 5958043"/>
                <a:gd name="connsiteY18" fmla="*/ 85169 h 2537056"/>
                <a:gd name="connsiteX19" fmla="*/ 1480722 w 5958043"/>
                <a:gd name="connsiteY19" fmla="*/ 3731 h 2537056"/>
                <a:gd name="connsiteX20" fmla="*/ 1287935 w 5958043"/>
                <a:gd name="connsiteY20" fmla="*/ 48593 h 2537056"/>
                <a:gd name="connsiteX21" fmla="*/ 915212 w 5958043"/>
                <a:gd name="connsiteY21" fmla="*/ 437665 h 2537056"/>
                <a:gd name="connsiteX22" fmla="*/ 0 w 5958043"/>
                <a:gd name="connsiteY22" fmla="*/ 156988 h 2537056"/>
                <a:gd name="connsiteX0" fmla="*/ 5958043 w 5958043"/>
                <a:gd name="connsiteY0" fmla="*/ 395970 h 2537056"/>
                <a:gd name="connsiteX1" fmla="*/ 5879081 w 5958043"/>
                <a:gd name="connsiteY1" fmla="*/ 652097 h 2537056"/>
                <a:gd name="connsiteX2" fmla="*/ 5749922 w 5958043"/>
                <a:gd name="connsiteY2" fmla="*/ 898700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879081 w 5958043"/>
                <a:gd name="connsiteY1" fmla="*/ 652097 h 2537056"/>
                <a:gd name="connsiteX2" fmla="*/ 5877833 w 5958043"/>
                <a:gd name="connsiteY2" fmla="*/ 632748 h 2537056"/>
                <a:gd name="connsiteX3" fmla="*/ 5189666 w 5958043"/>
                <a:gd name="connsiteY3" fmla="*/ 1701188 h 2537056"/>
                <a:gd name="connsiteX4" fmla="*/ 4654322 w 5958043"/>
                <a:gd name="connsiteY4" fmla="*/ 2484074 h 2537056"/>
                <a:gd name="connsiteX5" fmla="*/ 4339308 w 5958043"/>
                <a:gd name="connsiteY5" fmla="*/ 2468155 h 2537056"/>
                <a:gd name="connsiteX6" fmla="*/ 4060663 w 5958043"/>
                <a:gd name="connsiteY6" fmla="*/ 2483374 h 2537056"/>
                <a:gd name="connsiteX7" fmla="*/ 3534312 w 5958043"/>
                <a:gd name="connsiteY7" fmla="*/ 2416318 h 2537056"/>
                <a:gd name="connsiteX8" fmla="*/ 2972051 w 5958043"/>
                <a:gd name="connsiteY8" fmla="*/ 2416318 h 2537056"/>
                <a:gd name="connsiteX9" fmla="*/ 2728592 w 5958043"/>
                <a:gd name="connsiteY9" fmla="*/ 2391267 h 2537056"/>
                <a:gd name="connsiteX10" fmla="*/ 2362260 w 5958043"/>
                <a:gd name="connsiteY10" fmla="*/ 2200862 h 2537056"/>
                <a:gd name="connsiteX11" fmla="*/ 2166998 w 5958043"/>
                <a:gd name="connsiteY11" fmla="*/ 1881966 h 2537056"/>
                <a:gd name="connsiteX12" fmla="*/ 2007454 w 5958043"/>
                <a:gd name="connsiteY12" fmla="*/ 1541542 h 2537056"/>
                <a:gd name="connsiteX13" fmla="*/ 1914395 w 5958043"/>
                <a:gd name="connsiteY13" fmla="*/ 1237313 h 2537056"/>
                <a:gd name="connsiteX14" fmla="*/ 1980879 w 5958043"/>
                <a:gd name="connsiteY14" fmla="*/ 793448 h 2537056"/>
                <a:gd name="connsiteX15" fmla="*/ 2045649 w 5958043"/>
                <a:gd name="connsiteY15" fmla="*/ 372824 h 2537056"/>
                <a:gd name="connsiteX16" fmla="*/ 1930968 w 5958043"/>
                <a:gd name="connsiteY16" fmla="*/ 168323 h 2537056"/>
                <a:gd name="connsiteX17" fmla="*/ 1794761 w 5958043"/>
                <a:gd name="connsiteY17" fmla="*/ 85169 h 2537056"/>
                <a:gd name="connsiteX18" fmla="*/ 1480722 w 5958043"/>
                <a:gd name="connsiteY18" fmla="*/ 3731 h 2537056"/>
                <a:gd name="connsiteX19" fmla="*/ 1287935 w 5958043"/>
                <a:gd name="connsiteY19" fmla="*/ 48593 h 2537056"/>
                <a:gd name="connsiteX20" fmla="*/ 915212 w 5958043"/>
                <a:gd name="connsiteY20" fmla="*/ 437665 h 2537056"/>
                <a:gd name="connsiteX21" fmla="*/ 0 w 5958043"/>
                <a:gd name="connsiteY21" fmla="*/ 156988 h 2537056"/>
                <a:gd name="connsiteX0" fmla="*/ 5958043 w 5958043"/>
                <a:gd name="connsiteY0" fmla="*/ 395970 h 2537056"/>
                <a:gd name="connsiteX1" fmla="*/ 5879081 w 5958043"/>
                <a:gd name="connsiteY1" fmla="*/ 652097 h 2537056"/>
                <a:gd name="connsiteX2" fmla="*/ 5189666 w 5958043"/>
                <a:gd name="connsiteY2" fmla="*/ 1701188 h 2537056"/>
                <a:gd name="connsiteX3" fmla="*/ 4654322 w 5958043"/>
                <a:gd name="connsiteY3" fmla="*/ 2484074 h 2537056"/>
                <a:gd name="connsiteX4" fmla="*/ 4339308 w 5958043"/>
                <a:gd name="connsiteY4" fmla="*/ 2468155 h 2537056"/>
                <a:gd name="connsiteX5" fmla="*/ 4060663 w 5958043"/>
                <a:gd name="connsiteY5" fmla="*/ 2483374 h 2537056"/>
                <a:gd name="connsiteX6" fmla="*/ 3534312 w 5958043"/>
                <a:gd name="connsiteY6" fmla="*/ 2416318 h 2537056"/>
                <a:gd name="connsiteX7" fmla="*/ 2972051 w 5958043"/>
                <a:gd name="connsiteY7" fmla="*/ 2416318 h 2537056"/>
                <a:gd name="connsiteX8" fmla="*/ 2728592 w 5958043"/>
                <a:gd name="connsiteY8" fmla="*/ 2391267 h 2537056"/>
                <a:gd name="connsiteX9" fmla="*/ 2362260 w 5958043"/>
                <a:gd name="connsiteY9" fmla="*/ 2200862 h 2537056"/>
                <a:gd name="connsiteX10" fmla="*/ 2166998 w 5958043"/>
                <a:gd name="connsiteY10" fmla="*/ 1881966 h 2537056"/>
                <a:gd name="connsiteX11" fmla="*/ 2007454 w 5958043"/>
                <a:gd name="connsiteY11" fmla="*/ 1541542 h 2537056"/>
                <a:gd name="connsiteX12" fmla="*/ 1914395 w 5958043"/>
                <a:gd name="connsiteY12" fmla="*/ 1237313 h 2537056"/>
                <a:gd name="connsiteX13" fmla="*/ 1980879 w 5958043"/>
                <a:gd name="connsiteY13" fmla="*/ 793448 h 2537056"/>
                <a:gd name="connsiteX14" fmla="*/ 2045649 w 5958043"/>
                <a:gd name="connsiteY14" fmla="*/ 372824 h 2537056"/>
                <a:gd name="connsiteX15" fmla="*/ 1930968 w 5958043"/>
                <a:gd name="connsiteY15" fmla="*/ 168323 h 2537056"/>
                <a:gd name="connsiteX16" fmla="*/ 1794761 w 5958043"/>
                <a:gd name="connsiteY16" fmla="*/ 85169 h 2537056"/>
                <a:gd name="connsiteX17" fmla="*/ 1480722 w 5958043"/>
                <a:gd name="connsiteY17" fmla="*/ 3731 h 2537056"/>
                <a:gd name="connsiteX18" fmla="*/ 1287935 w 5958043"/>
                <a:gd name="connsiteY18" fmla="*/ 48593 h 2537056"/>
                <a:gd name="connsiteX19" fmla="*/ 915212 w 5958043"/>
                <a:gd name="connsiteY19" fmla="*/ 437665 h 2537056"/>
                <a:gd name="connsiteX20" fmla="*/ 0 w 5958043"/>
                <a:gd name="connsiteY20" fmla="*/ 156988 h 2537056"/>
                <a:gd name="connsiteX0" fmla="*/ 5958043 w 5958043"/>
                <a:gd name="connsiteY0" fmla="*/ 395970 h 2537056"/>
                <a:gd name="connsiteX1" fmla="*/ 5189666 w 5958043"/>
                <a:gd name="connsiteY1" fmla="*/ 1701188 h 2537056"/>
                <a:gd name="connsiteX2" fmla="*/ 4654322 w 5958043"/>
                <a:gd name="connsiteY2" fmla="*/ 2484074 h 2537056"/>
                <a:gd name="connsiteX3" fmla="*/ 4339308 w 5958043"/>
                <a:gd name="connsiteY3" fmla="*/ 2468155 h 2537056"/>
                <a:gd name="connsiteX4" fmla="*/ 4060663 w 5958043"/>
                <a:gd name="connsiteY4" fmla="*/ 2483374 h 2537056"/>
                <a:gd name="connsiteX5" fmla="*/ 3534312 w 5958043"/>
                <a:gd name="connsiteY5" fmla="*/ 2416318 h 2537056"/>
                <a:gd name="connsiteX6" fmla="*/ 2972051 w 5958043"/>
                <a:gd name="connsiteY6" fmla="*/ 2416318 h 2537056"/>
                <a:gd name="connsiteX7" fmla="*/ 2728592 w 5958043"/>
                <a:gd name="connsiteY7" fmla="*/ 2391267 h 2537056"/>
                <a:gd name="connsiteX8" fmla="*/ 2362260 w 5958043"/>
                <a:gd name="connsiteY8" fmla="*/ 2200862 h 2537056"/>
                <a:gd name="connsiteX9" fmla="*/ 2166998 w 5958043"/>
                <a:gd name="connsiteY9" fmla="*/ 1881966 h 2537056"/>
                <a:gd name="connsiteX10" fmla="*/ 2007454 w 5958043"/>
                <a:gd name="connsiteY10" fmla="*/ 1541542 h 2537056"/>
                <a:gd name="connsiteX11" fmla="*/ 1914395 w 5958043"/>
                <a:gd name="connsiteY11" fmla="*/ 1237313 h 2537056"/>
                <a:gd name="connsiteX12" fmla="*/ 1980879 w 5958043"/>
                <a:gd name="connsiteY12" fmla="*/ 793448 h 2537056"/>
                <a:gd name="connsiteX13" fmla="*/ 2045649 w 5958043"/>
                <a:gd name="connsiteY13" fmla="*/ 372824 h 2537056"/>
                <a:gd name="connsiteX14" fmla="*/ 1930968 w 5958043"/>
                <a:gd name="connsiteY14" fmla="*/ 168323 h 2537056"/>
                <a:gd name="connsiteX15" fmla="*/ 1794761 w 5958043"/>
                <a:gd name="connsiteY15" fmla="*/ 85169 h 2537056"/>
                <a:gd name="connsiteX16" fmla="*/ 1480722 w 5958043"/>
                <a:gd name="connsiteY16" fmla="*/ 3731 h 2537056"/>
                <a:gd name="connsiteX17" fmla="*/ 1287935 w 5958043"/>
                <a:gd name="connsiteY17" fmla="*/ 48593 h 2537056"/>
                <a:gd name="connsiteX18" fmla="*/ 915212 w 5958043"/>
                <a:gd name="connsiteY18" fmla="*/ 437665 h 2537056"/>
                <a:gd name="connsiteX19" fmla="*/ 0 w 5958043"/>
                <a:gd name="connsiteY19" fmla="*/ 156988 h 2537056"/>
                <a:gd name="connsiteX0" fmla="*/ 5189666 w 5189666"/>
                <a:gd name="connsiteY0" fmla="*/ 1701188 h 2537056"/>
                <a:gd name="connsiteX1" fmla="*/ 4654322 w 5189666"/>
                <a:gd name="connsiteY1" fmla="*/ 2484074 h 2537056"/>
                <a:gd name="connsiteX2" fmla="*/ 4339308 w 5189666"/>
                <a:gd name="connsiteY2" fmla="*/ 2468155 h 2537056"/>
                <a:gd name="connsiteX3" fmla="*/ 4060663 w 5189666"/>
                <a:gd name="connsiteY3" fmla="*/ 2483374 h 2537056"/>
                <a:gd name="connsiteX4" fmla="*/ 3534312 w 5189666"/>
                <a:gd name="connsiteY4" fmla="*/ 2416318 h 2537056"/>
                <a:gd name="connsiteX5" fmla="*/ 2972051 w 5189666"/>
                <a:gd name="connsiteY5" fmla="*/ 2416318 h 2537056"/>
                <a:gd name="connsiteX6" fmla="*/ 2728592 w 5189666"/>
                <a:gd name="connsiteY6" fmla="*/ 2391267 h 2537056"/>
                <a:gd name="connsiteX7" fmla="*/ 2362260 w 5189666"/>
                <a:gd name="connsiteY7" fmla="*/ 2200862 h 2537056"/>
                <a:gd name="connsiteX8" fmla="*/ 2166998 w 5189666"/>
                <a:gd name="connsiteY8" fmla="*/ 1881966 h 2537056"/>
                <a:gd name="connsiteX9" fmla="*/ 2007454 w 5189666"/>
                <a:gd name="connsiteY9" fmla="*/ 1541542 h 2537056"/>
                <a:gd name="connsiteX10" fmla="*/ 1914395 w 5189666"/>
                <a:gd name="connsiteY10" fmla="*/ 1237313 h 2537056"/>
                <a:gd name="connsiteX11" fmla="*/ 1980879 w 5189666"/>
                <a:gd name="connsiteY11" fmla="*/ 793448 h 2537056"/>
                <a:gd name="connsiteX12" fmla="*/ 2045649 w 5189666"/>
                <a:gd name="connsiteY12" fmla="*/ 372824 h 2537056"/>
                <a:gd name="connsiteX13" fmla="*/ 1930968 w 5189666"/>
                <a:gd name="connsiteY13" fmla="*/ 168323 h 2537056"/>
                <a:gd name="connsiteX14" fmla="*/ 1794761 w 5189666"/>
                <a:gd name="connsiteY14" fmla="*/ 85169 h 2537056"/>
                <a:gd name="connsiteX15" fmla="*/ 1480722 w 5189666"/>
                <a:gd name="connsiteY15" fmla="*/ 3731 h 2537056"/>
                <a:gd name="connsiteX16" fmla="*/ 1287935 w 5189666"/>
                <a:gd name="connsiteY16" fmla="*/ 48593 h 2537056"/>
                <a:gd name="connsiteX17" fmla="*/ 915212 w 5189666"/>
                <a:gd name="connsiteY17" fmla="*/ 437665 h 2537056"/>
                <a:gd name="connsiteX18" fmla="*/ 0 w 5189666"/>
                <a:gd name="connsiteY18" fmla="*/ 156988 h 2537056"/>
                <a:gd name="connsiteX0" fmla="*/ 4798565 w 4798565"/>
                <a:gd name="connsiteY0" fmla="*/ 2463823 h 2623757"/>
                <a:gd name="connsiteX1" fmla="*/ 4654322 w 4798565"/>
                <a:gd name="connsiteY1" fmla="*/ 2484074 h 2623757"/>
                <a:gd name="connsiteX2" fmla="*/ 4339308 w 4798565"/>
                <a:gd name="connsiteY2" fmla="*/ 2468155 h 2623757"/>
                <a:gd name="connsiteX3" fmla="*/ 4060663 w 4798565"/>
                <a:gd name="connsiteY3" fmla="*/ 2483374 h 2623757"/>
                <a:gd name="connsiteX4" fmla="*/ 3534312 w 4798565"/>
                <a:gd name="connsiteY4" fmla="*/ 2416318 h 2623757"/>
                <a:gd name="connsiteX5" fmla="*/ 2972051 w 4798565"/>
                <a:gd name="connsiteY5" fmla="*/ 2416318 h 2623757"/>
                <a:gd name="connsiteX6" fmla="*/ 2728592 w 4798565"/>
                <a:gd name="connsiteY6" fmla="*/ 2391267 h 2623757"/>
                <a:gd name="connsiteX7" fmla="*/ 2362260 w 4798565"/>
                <a:gd name="connsiteY7" fmla="*/ 2200862 h 2623757"/>
                <a:gd name="connsiteX8" fmla="*/ 2166998 w 4798565"/>
                <a:gd name="connsiteY8" fmla="*/ 1881966 h 2623757"/>
                <a:gd name="connsiteX9" fmla="*/ 2007454 w 4798565"/>
                <a:gd name="connsiteY9" fmla="*/ 1541542 h 2623757"/>
                <a:gd name="connsiteX10" fmla="*/ 1914395 w 4798565"/>
                <a:gd name="connsiteY10" fmla="*/ 1237313 h 2623757"/>
                <a:gd name="connsiteX11" fmla="*/ 1980879 w 4798565"/>
                <a:gd name="connsiteY11" fmla="*/ 793448 h 2623757"/>
                <a:gd name="connsiteX12" fmla="*/ 2045649 w 4798565"/>
                <a:gd name="connsiteY12" fmla="*/ 372824 h 2623757"/>
                <a:gd name="connsiteX13" fmla="*/ 1930968 w 4798565"/>
                <a:gd name="connsiteY13" fmla="*/ 168323 h 2623757"/>
                <a:gd name="connsiteX14" fmla="*/ 1794761 w 4798565"/>
                <a:gd name="connsiteY14" fmla="*/ 85169 h 2623757"/>
                <a:gd name="connsiteX15" fmla="*/ 1480722 w 4798565"/>
                <a:gd name="connsiteY15" fmla="*/ 3731 h 2623757"/>
                <a:gd name="connsiteX16" fmla="*/ 1287935 w 4798565"/>
                <a:gd name="connsiteY16" fmla="*/ 48593 h 2623757"/>
                <a:gd name="connsiteX17" fmla="*/ 915212 w 4798565"/>
                <a:gd name="connsiteY17" fmla="*/ 437665 h 2623757"/>
                <a:gd name="connsiteX18" fmla="*/ 0 w 4798565"/>
                <a:gd name="connsiteY18" fmla="*/ 156988 h 2623757"/>
                <a:gd name="connsiteX0" fmla="*/ 4798565 w 4798565"/>
                <a:gd name="connsiteY0" fmla="*/ 2463823 h 2485473"/>
                <a:gd name="connsiteX1" fmla="*/ 4339308 w 4798565"/>
                <a:gd name="connsiteY1" fmla="*/ 2468155 h 2485473"/>
                <a:gd name="connsiteX2" fmla="*/ 4060663 w 4798565"/>
                <a:gd name="connsiteY2" fmla="*/ 2483374 h 2485473"/>
                <a:gd name="connsiteX3" fmla="*/ 3534312 w 4798565"/>
                <a:gd name="connsiteY3" fmla="*/ 2416318 h 2485473"/>
                <a:gd name="connsiteX4" fmla="*/ 2972051 w 4798565"/>
                <a:gd name="connsiteY4" fmla="*/ 2416318 h 2485473"/>
                <a:gd name="connsiteX5" fmla="*/ 2728592 w 4798565"/>
                <a:gd name="connsiteY5" fmla="*/ 2391267 h 2485473"/>
                <a:gd name="connsiteX6" fmla="*/ 2362260 w 4798565"/>
                <a:gd name="connsiteY6" fmla="*/ 2200862 h 2485473"/>
                <a:gd name="connsiteX7" fmla="*/ 2166998 w 4798565"/>
                <a:gd name="connsiteY7" fmla="*/ 1881966 h 2485473"/>
                <a:gd name="connsiteX8" fmla="*/ 2007454 w 4798565"/>
                <a:gd name="connsiteY8" fmla="*/ 1541542 h 2485473"/>
                <a:gd name="connsiteX9" fmla="*/ 1914395 w 4798565"/>
                <a:gd name="connsiteY9" fmla="*/ 1237313 h 2485473"/>
                <a:gd name="connsiteX10" fmla="*/ 1980879 w 4798565"/>
                <a:gd name="connsiteY10" fmla="*/ 793448 h 2485473"/>
                <a:gd name="connsiteX11" fmla="*/ 2045649 w 4798565"/>
                <a:gd name="connsiteY11" fmla="*/ 372824 h 2485473"/>
                <a:gd name="connsiteX12" fmla="*/ 1930968 w 4798565"/>
                <a:gd name="connsiteY12" fmla="*/ 168323 h 2485473"/>
                <a:gd name="connsiteX13" fmla="*/ 1794761 w 4798565"/>
                <a:gd name="connsiteY13" fmla="*/ 85169 h 2485473"/>
                <a:gd name="connsiteX14" fmla="*/ 1480722 w 4798565"/>
                <a:gd name="connsiteY14" fmla="*/ 3731 h 2485473"/>
                <a:gd name="connsiteX15" fmla="*/ 1287935 w 4798565"/>
                <a:gd name="connsiteY15" fmla="*/ 48593 h 2485473"/>
                <a:gd name="connsiteX16" fmla="*/ 915212 w 4798565"/>
                <a:gd name="connsiteY16" fmla="*/ 437665 h 2485473"/>
                <a:gd name="connsiteX17" fmla="*/ 0 w 4798565"/>
                <a:gd name="connsiteY17" fmla="*/ 156988 h 2485473"/>
                <a:gd name="connsiteX0" fmla="*/ 4798565 w 4798565"/>
                <a:gd name="connsiteY0" fmla="*/ 2463823 h 2514595"/>
                <a:gd name="connsiteX1" fmla="*/ 4339308 w 4798565"/>
                <a:gd name="connsiteY1" fmla="*/ 2468155 h 2514595"/>
                <a:gd name="connsiteX2" fmla="*/ 4060663 w 4798565"/>
                <a:gd name="connsiteY2" fmla="*/ 2483374 h 2514595"/>
                <a:gd name="connsiteX3" fmla="*/ 3534312 w 4798565"/>
                <a:gd name="connsiteY3" fmla="*/ 2416318 h 2514595"/>
                <a:gd name="connsiteX4" fmla="*/ 2972051 w 4798565"/>
                <a:gd name="connsiteY4" fmla="*/ 2416318 h 2514595"/>
                <a:gd name="connsiteX5" fmla="*/ 2728592 w 4798565"/>
                <a:gd name="connsiteY5" fmla="*/ 2391267 h 2514595"/>
                <a:gd name="connsiteX6" fmla="*/ 2362260 w 4798565"/>
                <a:gd name="connsiteY6" fmla="*/ 2200862 h 2514595"/>
                <a:gd name="connsiteX7" fmla="*/ 2166998 w 4798565"/>
                <a:gd name="connsiteY7" fmla="*/ 1881966 h 2514595"/>
                <a:gd name="connsiteX8" fmla="*/ 2007454 w 4798565"/>
                <a:gd name="connsiteY8" fmla="*/ 1541542 h 2514595"/>
                <a:gd name="connsiteX9" fmla="*/ 1914395 w 4798565"/>
                <a:gd name="connsiteY9" fmla="*/ 1237313 h 2514595"/>
                <a:gd name="connsiteX10" fmla="*/ 1980879 w 4798565"/>
                <a:gd name="connsiteY10" fmla="*/ 793448 h 2514595"/>
                <a:gd name="connsiteX11" fmla="*/ 2045649 w 4798565"/>
                <a:gd name="connsiteY11" fmla="*/ 372824 h 2514595"/>
                <a:gd name="connsiteX12" fmla="*/ 1930968 w 4798565"/>
                <a:gd name="connsiteY12" fmla="*/ 168323 h 2514595"/>
                <a:gd name="connsiteX13" fmla="*/ 1794761 w 4798565"/>
                <a:gd name="connsiteY13" fmla="*/ 85169 h 2514595"/>
                <a:gd name="connsiteX14" fmla="*/ 1480722 w 4798565"/>
                <a:gd name="connsiteY14" fmla="*/ 3731 h 2514595"/>
                <a:gd name="connsiteX15" fmla="*/ 1287935 w 4798565"/>
                <a:gd name="connsiteY15" fmla="*/ 48593 h 2514595"/>
                <a:gd name="connsiteX16" fmla="*/ 915212 w 4798565"/>
                <a:gd name="connsiteY16" fmla="*/ 437665 h 2514595"/>
                <a:gd name="connsiteX17" fmla="*/ 0 w 4798565"/>
                <a:gd name="connsiteY17" fmla="*/ 156988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463823 h 2514595"/>
                <a:gd name="connsiteX1" fmla="*/ 3976537 w 4435794"/>
                <a:gd name="connsiteY1" fmla="*/ 2468155 h 2514595"/>
                <a:gd name="connsiteX2" fmla="*/ 3697892 w 4435794"/>
                <a:gd name="connsiteY2" fmla="*/ 2483374 h 2514595"/>
                <a:gd name="connsiteX3" fmla="*/ 3171541 w 4435794"/>
                <a:gd name="connsiteY3" fmla="*/ 2416318 h 2514595"/>
                <a:gd name="connsiteX4" fmla="*/ 2609280 w 4435794"/>
                <a:gd name="connsiteY4" fmla="*/ 2416318 h 2514595"/>
                <a:gd name="connsiteX5" fmla="*/ 2365821 w 4435794"/>
                <a:gd name="connsiteY5" fmla="*/ 2391267 h 2514595"/>
                <a:gd name="connsiteX6" fmla="*/ 1999489 w 4435794"/>
                <a:gd name="connsiteY6" fmla="*/ 2200862 h 2514595"/>
                <a:gd name="connsiteX7" fmla="*/ 1804227 w 4435794"/>
                <a:gd name="connsiteY7" fmla="*/ 1881966 h 2514595"/>
                <a:gd name="connsiteX8" fmla="*/ 1644683 w 4435794"/>
                <a:gd name="connsiteY8" fmla="*/ 1541542 h 2514595"/>
                <a:gd name="connsiteX9" fmla="*/ 1551624 w 4435794"/>
                <a:gd name="connsiteY9" fmla="*/ 1237313 h 2514595"/>
                <a:gd name="connsiteX10" fmla="*/ 1618108 w 4435794"/>
                <a:gd name="connsiteY10" fmla="*/ 793448 h 2514595"/>
                <a:gd name="connsiteX11" fmla="*/ 1682878 w 4435794"/>
                <a:gd name="connsiteY11" fmla="*/ 372824 h 2514595"/>
                <a:gd name="connsiteX12" fmla="*/ 1568197 w 4435794"/>
                <a:gd name="connsiteY12" fmla="*/ 168323 h 2514595"/>
                <a:gd name="connsiteX13" fmla="*/ 1431990 w 4435794"/>
                <a:gd name="connsiteY13" fmla="*/ 85169 h 2514595"/>
                <a:gd name="connsiteX14" fmla="*/ 1117951 w 4435794"/>
                <a:gd name="connsiteY14" fmla="*/ 3731 h 2514595"/>
                <a:gd name="connsiteX15" fmla="*/ 925164 w 4435794"/>
                <a:gd name="connsiteY15" fmla="*/ 48593 h 2514595"/>
                <a:gd name="connsiteX16" fmla="*/ 552441 w 4435794"/>
                <a:gd name="connsiteY16" fmla="*/ 437665 h 2514595"/>
                <a:gd name="connsiteX17" fmla="*/ 0 w 4435794"/>
                <a:gd name="connsiteY17" fmla="*/ 121793 h 2514595"/>
                <a:gd name="connsiteX0" fmla="*/ 4435794 w 4435794"/>
                <a:gd name="connsiteY0" fmla="*/ 2518395 h 2569167"/>
                <a:gd name="connsiteX1" fmla="*/ 3976537 w 4435794"/>
                <a:gd name="connsiteY1" fmla="*/ 2522727 h 2569167"/>
                <a:gd name="connsiteX2" fmla="*/ 3697892 w 4435794"/>
                <a:gd name="connsiteY2" fmla="*/ 2537946 h 2569167"/>
                <a:gd name="connsiteX3" fmla="*/ 3171541 w 4435794"/>
                <a:gd name="connsiteY3" fmla="*/ 2470890 h 2569167"/>
                <a:gd name="connsiteX4" fmla="*/ 2609280 w 4435794"/>
                <a:gd name="connsiteY4" fmla="*/ 2470890 h 2569167"/>
                <a:gd name="connsiteX5" fmla="*/ 2365821 w 4435794"/>
                <a:gd name="connsiteY5" fmla="*/ 2445839 h 2569167"/>
                <a:gd name="connsiteX6" fmla="*/ 1999489 w 4435794"/>
                <a:gd name="connsiteY6" fmla="*/ 2255434 h 2569167"/>
                <a:gd name="connsiteX7" fmla="*/ 1804227 w 4435794"/>
                <a:gd name="connsiteY7" fmla="*/ 1936538 h 2569167"/>
                <a:gd name="connsiteX8" fmla="*/ 1644683 w 4435794"/>
                <a:gd name="connsiteY8" fmla="*/ 1596114 h 2569167"/>
                <a:gd name="connsiteX9" fmla="*/ 1551624 w 4435794"/>
                <a:gd name="connsiteY9" fmla="*/ 1291885 h 2569167"/>
                <a:gd name="connsiteX10" fmla="*/ 1618108 w 4435794"/>
                <a:gd name="connsiteY10" fmla="*/ 848020 h 2569167"/>
                <a:gd name="connsiteX11" fmla="*/ 1682878 w 4435794"/>
                <a:gd name="connsiteY11" fmla="*/ 427396 h 2569167"/>
                <a:gd name="connsiteX12" fmla="*/ 1568197 w 4435794"/>
                <a:gd name="connsiteY12" fmla="*/ 222895 h 2569167"/>
                <a:gd name="connsiteX13" fmla="*/ 1431990 w 4435794"/>
                <a:gd name="connsiteY13" fmla="*/ 139741 h 2569167"/>
                <a:gd name="connsiteX14" fmla="*/ 1115993 w 4435794"/>
                <a:gd name="connsiteY14" fmla="*/ 204 h 2569167"/>
                <a:gd name="connsiteX15" fmla="*/ 925164 w 4435794"/>
                <a:gd name="connsiteY15" fmla="*/ 103165 h 2569167"/>
                <a:gd name="connsiteX16" fmla="*/ 552441 w 4435794"/>
                <a:gd name="connsiteY16" fmla="*/ 492237 h 2569167"/>
                <a:gd name="connsiteX17" fmla="*/ 0 w 4435794"/>
                <a:gd name="connsiteY17" fmla="*/ 176365 h 2569167"/>
                <a:gd name="connsiteX0" fmla="*/ 4509905 w 4509905"/>
                <a:gd name="connsiteY0" fmla="*/ 2518395 h 2569167"/>
                <a:gd name="connsiteX1" fmla="*/ 4050648 w 4509905"/>
                <a:gd name="connsiteY1" fmla="*/ 2522727 h 2569167"/>
                <a:gd name="connsiteX2" fmla="*/ 3772003 w 4509905"/>
                <a:gd name="connsiteY2" fmla="*/ 2537946 h 2569167"/>
                <a:gd name="connsiteX3" fmla="*/ 3245652 w 4509905"/>
                <a:gd name="connsiteY3" fmla="*/ 2470890 h 2569167"/>
                <a:gd name="connsiteX4" fmla="*/ 2683391 w 4509905"/>
                <a:gd name="connsiteY4" fmla="*/ 2470890 h 2569167"/>
                <a:gd name="connsiteX5" fmla="*/ 2439932 w 4509905"/>
                <a:gd name="connsiteY5" fmla="*/ 2445839 h 2569167"/>
                <a:gd name="connsiteX6" fmla="*/ 2073600 w 4509905"/>
                <a:gd name="connsiteY6" fmla="*/ 2255434 h 2569167"/>
                <a:gd name="connsiteX7" fmla="*/ 1878338 w 4509905"/>
                <a:gd name="connsiteY7" fmla="*/ 1936538 h 2569167"/>
                <a:gd name="connsiteX8" fmla="*/ 1718794 w 4509905"/>
                <a:gd name="connsiteY8" fmla="*/ 1596114 h 2569167"/>
                <a:gd name="connsiteX9" fmla="*/ 1625735 w 4509905"/>
                <a:gd name="connsiteY9" fmla="*/ 1291885 h 2569167"/>
                <a:gd name="connsiteX10" fmla="*/ 1692219 w 4509905"/>
                <a:gd name="connsiteY10" fmla="*/ 848020 h 2569167"/>
                <a:gd name="connsiteX11" fmla="*/ 1756989 w 4509905"/>
                <a:gd name="connsiteY11" fmla="*/ 427396 h 2569167"/>
                <a:gd name="connsiteX12" fmla="*/ 1642308 w 4509905"/>
                <a:gd name="connsiteY12" fmla="*/ 222895 h 2569167"/>
                <a:gd name="connsiteX13" fmla="*/ 1506101 w 4509905"/>
                <a:gd name="connsiteY13" fmla="*/ 139741 h 2569167"/>
                <a:gd name="connsiteX14" fmla="*/ 1190104 w 4509905"/>
                <a:gd name="connsiteY14" fmla="*/ 204 h 2569167"/>
                <a:gd name="connsiteX15" fmla="*/ 999275 w 4509905"/>
                <a:gd name="connsiteY15" fmla="*/ 103165 h 2569167"/>
                <a:gd name="connsiteX16" fmla="*/ 626552 w 4509905"/>
                <a:gd name="connsiteY16" fmla="*/ 492237 h 2569167"/>
                <a:gd name="connsiteX17" fmla="*/ 0 w 4509905"/>
                <a:gd name="connsiteY17" fmla="*/ 132496 h 2569167"/>
                <a:gd name="connsiteX0" fmla="*/ 4050648 w 4050648"/>
                <a:gd name="connsiteY0" fmla="*/ 2522727 h 2540045"/>
                <a:gd name="connsiteX1" fmla="*/ 3772003 w 4050648"/>
                <a:gd name="connsiteY1" fmla="*/ 2537946 h 2540045"/>
                <a:gd name="connsiteX2" fmla="*/ 3245652 w 4050648"/>
                <a:gd name="connsiteY2" fmla="*/ 2470890 h 2540045"/>
                <a:gd name="connsiteX3" fmla="*/ 2683391 w 4050648"/>
                <a:gd name="connsiteY3" fmla="*/ 2470890 h 2540045"/>
                <a:gd name="connsiteX4" fmla="*/ 2439932 w 4050648"/>
                <a:gd name="connsiteY4" fmla="*/ 2445839 h 2540045"/>
                <a:gd name="connsiteX5" fmla="*/ 2073600 w 4050648"/>
                <a:gd name="connsiteY5" fmla="*/ 2255434 h 2540045"/>
                <a:gd name="connsiteX6" fmla="*/ 1878338 w 4050648"/>
                <a:gd name="connsiteY6" fmla="*/ 1936538 h 2540045"/>
                <a:gd name="connsiteX7" fmla="*/ 1718794 w 4050648"/>
                <a:gd name="connsiteY7" fmla="*/ 1596114 h 2540045"/>
                <a:gd name="connsiteX8" fmla="*/ 1625735 w 4050648"/>
                <a:gd name="connsiteY8" fmla="*/ 1291885 h 2540045"/>
                <a:gd name="connsiteX9" fmla="*/ 1692219 w 4050648"/>
                <a:gd name="connsiteY9" fmla="*/ 848020 h 2540045"/>
                <a:gd name="connsiteX10" fmla="*/ 1756989 w 4050648"/>
                <a:gd name="connsiteY10" fmla="*/ 427396 h 2540045"/>
                <a:gd name="connsiteX11" fmla="*/ 1642308 w 4050648"/>
                <a:gd name="connsiteY11" fmla="*/ 222895 h 2540045"/>
                <a:gd name="connsiteX12" fmla="*/ 1506101 w 4050648"/>
                <a:gd name="connsiteY12" fmla="*/ 139741 h 2540045"/>
                <a:gd name="connsiteX13" fmla="*/ 1190104 w 4050648"/>
                <a:gd name="connsiteY13" fmla="*/ 204 h 2540045"/>
                <a:gd name="connsiteX14" fmla="*/ 999275 w 4050648"/>
                <a:gd name="connsiteY14" fmla="*/ 103165 h 2540045"/>
                <a:gd name="connsiteX15" fmla="*/ 626552 w 4050648"/>
                <a:gd name="connsiteY15" fmla="*/ 492237 h 2540045"/>
                <a:gd name="connsiteX16" fmla="*/ 0 w 4050648"/>
                <a:gd name="connsiteY16" fmla="*/ 132496 h 2540045"/>
                <a:gd name="connsiteX0" fmla="*/ 3772003 w 3772003"/>
                <a:gd name="connsiteY0" fmla="*/ 2537946 h 2537946"/>
                <a:gd name="connsiteX1" fmla="*/ 3245652 w 3772003"/>
                <a:gd name="connsiteY1" fmla="*/ 2470890 h 2537946"/>
                <a:gd name="connsiteX2" fmla="*/ 2683391 w 3772003"/>
                <a:gd name="connsiteY2" fmla="*/ 2470890 h 2537946"/>
                <a:gd name="connsiteX3" fmla="*/ 2439932 w 3772003"/>
                <a:gd name="connsiteY3" fmla="*/ 2445839 h 2537946"/>
                <a:gd name="connsiteX4" fmla="*/ 2073600 w 3772003"/>
                <a:gd name="connsiteY4" fmla="*/ 2255434 h 2537946"/>
                <a:gd name="connsiteX5" fmla="*/ 1878338 w 3772003"/>
                <a:gd name="connsiteY5" fmla="*/ 1936538 h 2537946"/>
                <a:gd name="connsiteX6" fmla="*/ 1718794 w 3772003"/>
                <a:gd name="connsiteY6" fmla="*/ 1596114 h 2537946"/>
                <a:gd name="connsiteX7" fmla="*/ 1625735 w 3772003"/>
                <a:gd name="connsiteY7" fmla="*/ 1291885 h 2537946"/>
                <a:gd name="connsiteX8" fmla="*/ 1692219 w 3772003"/>
                <a:gd name="connsiteY8" fmla="*/ 848020 h 2537946"/>
                <a:gd name="connsiteX9" fmla="*/ 1756989 w 3772003"/>
                <a:gd name="connsiteY9" fmla="*/ 427396 h 2537946"/>
                <a:gd name="connsiteX10" fmla="*/ 1642308 w 3772003"/>
                <a:gd name="connsiteY10" fmla="*/ 222895 h 2537946"/>
                <a:gd name="connsiteX11" fmla="*/ 1506101 w 3772003"/>
                <a:gd name="connsiteY11" fmla="*/ 139741 h 2537946"/>
                <a:gd name="connsiteX12" fmla="*/ 1190104 w 3772003"/>
                <a:gd name="connsiteY12" fmla="*/ 204 h 2537946"/>
                <a:gd name="connsiteX13" fmla="*/ 999275 w 3772003"/>
                <a:gd name="connsiteY13" fmla="*/ 103165 h 2537946"/>
                <a:gd name="connsiteX14" fmla="*/ 626552 w 3772003"/>
                <a:gd name="connsiteY14" fmla="*/ 492237 h 2537946"/>
                <a:gd name="connsiteX15" fmla="*/ 0 w 3772003"/>
                <a:gd name="connsiteY15" fmla="*/ 132496 h 2537946"/>
                <a:gd name="connsiteX0" fmla="*/ 3947635 w 3947635"/>
                <a:gd name="connsiteY0" fmla="*/ 2571169 h 2571169"/>
                <a:gd name="connsiteX1" fmla="*/ 3245652 w 3947635"/>
                <a:gd name="connsiteY1" fmla="*/ 2470890 h 2571169"/>
                <a:gd name="connsiteX2" fmla="*/ 2683391 w 3947635"/>
                <a:gd name="connsiteY2" fmla="*/ 2470890 h 2571169"/>
                <a:gd name="connsiteX3" fmla="*/ 2439932 w 3947635"/>
                <a:gd name="connsiteY3" fmla="*/ 2445839 h 2571169"/>
                <a:gd name="connsiteX4" fmla="*/ 2073600 w 3947635"/>
                <a:gd name="connsiteY4" fmla="*/ 2255434 h 2571169"/>
                <a:gd name="connsiteX5" fmla="*/ 1878338 w 3947635"/>
                <a:gd name="connsiteY5" fmla="*/ 1936538 h 2571169"/>
                <a:gd name="connsiteX6" fmla="*/ 1718794 w 3947635"/>
                <a:gd name="connsiteY6" fmla="*/ 1596114 h 2571169"/>
                <a:gd name="connsiteX7" fmla="*/ 1625735 w 3947635"/>
                <a:gd name="connsiteY7" fmla="*/ 1291885 h 2571169"/>
                <a:gd name="connsiteX8" fmla="*/ 1692219 w 3947635"/>
                <a:gd name="connsiteY8" fmla="*/ 848020 h 2571169"/>
                <a:gd name="connsiteX9" fmla="*/ 1756989 w 3947635"/>
                <a:gd name="connsiteY9" fmla="*/ 427396 h 2571169"/>
                <a:gd name="connsiteX10" fmla="*/ 1642308 w 3947635"/>
                <a:gd name="connsiteY10" fmla="*/ 222895 h 2571169"/>
                <a:gd name="connsiteX11" fmla="*/ 1506101 w 3947635"/>
                <a:gd name="connsiteY11" fmla="*/ 139741 h 2571169"/>
                <a:gd name="connsiteX12" fmla="*/ 1190104 w 3947635"/>
                <a:gd name="connsiteY12" fmla="*/ 204 h 2571169"/>
                <a:gd name="connsiteX13" fmla="*/ 999275 w 3947635"/>
                <a:gd name="connsiteY13" fmla="*/ 103165 h 2571169"/>
                <a:gd name="connsiteX14" fmla="*/ 626552 w 3947635"/>
                <a:gd name="connsiteY14" fmla="*/ 492237 h 2571169"/>
                <a:gd name="connsiteX15" fmla="*/ 0 w 3947635"/>
                <a:gd name="connsiteY15" fmla="*/ 132496 h 2571169"/>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73600 w 3947635"/>
                <a:gd name="connsiteY4" fmla="*/ 2255434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 name="connsiteX0" fmla="*/ 3947635 w 3947635"/>
                <a:gd name="connsiteY0" fmla="*/ 2571169 h 2602850"/>
                <a:gd name="connsiteX1" fmla="*/ 3245652 w 3947635"/>
                <a:gd name="connsiteY1" fmla="*/ 2470890 h 2602850"/>
                <a:gd name="connsiteX2" fmla="*/ 2683391 w 3947635"/>
                <a:gd name="connsiteY2" fmla="*/ 2470890 h 2602850"/>
                <a:gd name="connsiteX3" fmla="*/ 2439932 w 3947635"/>
                <a:gd name="connsiteY3" fmla="*/ 2445839 h 2602850"/>
                <a:gd name="connsiteX4" fmla="*/ 2088214 w 3947635"/>
                <a:gd name="connsiteY4" fmla="*/ 2333568 h 2602850"/>
                <a:gd name="connsiteX5" fmla="*/ 1878338 w 3947635"/>
                <a:gd name="connsiteY5" fmla="*/ 1936538 h 2602850"/>
                <a:gd name="connsiteX6" fmla="*/ 1718794 w 3947635"/>
                <a:gd name="connsiteY6" fmla="*/ 1596114 h 2602850"/>
                <a:gd name="connsiteX7" fmla="*/ 1625735 w 3947635"/>
                <a:gd name="connsiteY7" fmla="*/ 1291885 h 2602850"/>
                <a:gd name="connsiteX8" fmla="*/ 1692219 w 3947635"/>
                <a:gd name="connsiteY8" fmla="*/ 848020 h 2602850"/>
                <a:gd name="connsiteX9" fmla="*/ 1756989 w 3947635"/>
                <a:gd name="connsiteY9" fmla="*/ 427396 h 2602850"/>
                <a:gd name="connsiteX10" fmla="*/ 1642308 w 3947635"/>
                <a:gd name="connsiteY10" fmla="*/ 222895 h 2602850"/>
                <a:gd name="connsiteX11" fmla="*/ 1506101 w 3947635"/>
                <a:gd name="connsiteY11" fmla="*/ 139741 h 2602850"/>
                <a:gd name="connsiteX12" fmla="*/ 1190104 w 3947635"/>
                <a:gd name="connsiteY12" fmla="*/ 204 h 2602850"/>
                <a:gd name="connsiteX13" fmla="*/ 999275 w 3947635"/>
                <a:gd name="connsiteY13" fmla="*/ 103165 h 2602850"/>
                <a:gd name="connsiteX14" fmla="*/ 626552 w 3947635"/>
                <a:gd name="connsiteY14" fmla="*/ 492237 h 2602850"/>
                <a:gd name="connsiteX15" fmla="*/ 0 w 3947635"/>
                <a:gd name="connsiteY15" fmla="*/ 132496 h 260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7635" h="2602850">
                  <a:moveTo>
                    <a:pt x="3947635" y="2571169"/>
                  </a:moveTo>
                  <a:cubicBezTo>
                    <a:pt x="3667298" y="2676271"/>
                    <a:pt x="3456359" y="2487603"/>
                    <a:pt x="3245652" y="2470890"/>
                  </a:cubicBezTo>
                  <a:cubicBezTo>
                    <a:pt x="3034945" y="2454177"/>
                    <a:pt x="2871128" y="2474128"/>
                    <a:pt x="2683391" y="2470890"/>
                  </a:cubicBezTo>
                  <a:cubicBezTo>
                    <a:pt x="2601666" y="2469461"/>
                    <a:pt x="2539128" y="2468726"/>
                    <a:pt x="2439932" y="2445839"/>
                  </a:cubicBezTo>
                  <a:cubicBezTo>
                    <a:pt x="2340736" y="2422952"/>
                    <a:pt x="2186036" y="2434438"/>
                    <a:pt x="2088214" y="2333568"/>
                  </a:cubicBezTo>
                  <a:cubicBezTo>
                    <a:pt x="2000965" y="2243557"/>
                    <a:pt x="1939908" y="2059447"/>
                    <a:pt x="1878338" y="1936538"/>
                  </a:cubicBezTo>
                  <a:cubicBezTo>
                    <a:pt x="1816768" y="1813629"/>
                    <a:pt x="1768800" y="1710985"/>
                    <a:pt x="1718794" y="1596114"/>
                  </a:cubicBezTo>
                  <a:cubicBezTo>
                    <a:pt x="1676122" y="1498197"/>
                    <a:pt x="1637546" y="1397803"/>
                    <a:pt x="1625735" y="1291885"/>
                  </a:cubicBezTo>
                  <a:cubicBezTo>
                    <a:pt x="1609066" y="1141771"/>
                    <a:pt x="1647642" y="992896"/>
                    <a:pt x="1692219" y="848020"/>
                  </a:cubicBezTo>
                  <a:cubicBezTo>
                    <a:pt x="1734891" y="709432"/>
                    <a:pt x="1785183" y="568462"/>
                    <a:pt x="1756989" y="427396"/>
                  </a:cubicBezTo>
                  <a:cubicBezTo>
                    <a:pt x="1741273" y="348720"/>
                    <a:pt x="1702506" y="275949"/>
                    <a:pt x="1642308" y="222895"/>
                  </a:cubicBezTo>
                  <a:cubicBezTo>
                    <a:pt x="1602208" y="187557"/>
                    <a:pt x="1581468" y="176856"/>
                    <a:pt x="1506101" y="139741"/>
                  </a:cubicBezTo>
                  <a:cubicBezTo>
                    <a:pt x="1430734" y="102626"/>
                    <a:pt x="1299546" y="-5321"/>
                    <a:pt x="1190104" y="204"/>
                  </a:cubicBezTo>
                  <a:cubicBezTo>
                    <a:pt x="1123905" y="3537"/>
                    <a:pt x="1093200" y="21160"/>
                    <a:pt x="999275" y="103165"/>
                  </a:cubicBezTo>
                  <a:cubicBezTo>
                    <a:pt x="905350" y="185170"/>
                    <a:pt x="852878" y="591877"/>
                    <a:pt x="626552" y="492237"/>
                  </a:cubicBezTo>
                  <a:cubicBezTo>
                    <a:pt x="289397" y="284309"/>
                    <a:pt x="108863" y="295482"/>
                    <a:pt x="0" y="132496"/>
                  </a:cubicBezTo>
                </a:path>
              </a:pathLst>
            </a:custGeom>
            <a:noFill/>
            <a:ln w="6350" cap="rnd">
              <a:solidFill>
                <a:schemeClr val="tx1">
                  <a:alpha val="35000"/>
                </a:schemeClr>
              </a:solidFill>
              <a:prstDash val="dash"/>
              <a:round/>
            </a:ln>
          </p:spPr>
          <p:txBody>
            <a:bodyPr rtlCol="0" anchor="ctr"/>
            <a:lstStyle/>
            <a:p>
              <a:endParaRPr lang="en-US"/>
            </a:p>
          </p:txBody>
        </p:sp>
        <p:sp>
          <p:nvSpPr>
            <p:cNvPr id="56" name="Freeform: Shape 55">
              <a:extLst>
                <a:ext uri="{FF2B5EF4-FFF2-40B4-BE49-F238E27FC236}">
                  <a16:creationId xmlns:a16="http://schemas.microsoft.com/office/drawing/2014/main" id="{19507BB6-9566-2D90-FFFA-A9EF311F7EC7}"/>
                </a:ext>
              </a:extLst>
            </p:cNvPr>
            <p:cNvSpPr/>
            <p:nvPr userDrawn="1"/>
          </p:nvSpPr>
          <p:spPr>
            <a:xfrm rot="8899819" flipV="1">
              <a:off x="-873122" y="868831"/>
              <a:ext cx="4240634" cy="2054254"/>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31351"/>
                <a:gd name="connsiteX1" fmla="*/ 931445 w 6812800"/>
                <a:gd name="connsiteY1" fmla="*/ 2009296 h 4431351"/>
                <a:gd name="connsiteX2" fmla="*/ 1454528 w 6812800"/>
                <a:gd name="connsiteY2" fmla="*/ 1926622 h 4431351"/>
                <a:gd name="connsiteX3" fmla="*/ 2055174 w 6812800"/>
                <a:gd name="connsiteY3" fmla="*/ 2147697 h 4431351"/>
                <a:gd name="connsiteX4" fmla="*/ 2230053 w 6812800"/>
                <a:gd name="connsiteY4" fmla="*/ 2370677 h 4431351"/>
                <a:gd name="connsiteX5" fmla="*/ 2201002 w 6812800"/>
                <a:gd name="connsiteY5" fmla="*/ 2632043 h 4431351"/>
                <a:gd name="connsiteX6" fmla="*/ 2057460 w 6812800"/>
                <a:gd name="connsiteY6" fmla="*/ 2947988 h 4431351"/>
                <a:gd name="connsiteX7" fmla="*/ 2025837 w 6812800"/>
                <a:gd name="connsiteY7" fmla="*/ 3462147 h 4431351"/>
                <a:gd name="connsiteX8" fmla="*/ 2149281 w 6812800"/>
                <a:gd name="connsiteY8" fmla="*/ 3792474 h 4431351"/>
                <a:gd name="connsiteX9" fmla="*/ 2284250 w 6812800"/>
                <a:gd name="connsiteY9" fmla="*/ 4048125 h 4431351"/>
                <a:gd name="connsiteX10" fmla="*/ 2493896 w 6812800"/>
                <a:gd name="connsiteY10" fmla="*/ 4257866 h 4431351"/>
                <a:gd name="connsiteX11" fmla="*/ 2866133 w 6812800"/>
                <a:gd name="connsiteY11" fmla="*/ 4353687 h 4431351"/>
                <a:gd name="connsiteX12" fmla="*/ 3227511 w 6812800"/>
                <a:gd name="connsiteY12" fmla="*/ 4353687 h 4431351"/>
                <a:gd name="connsiteX13" fmla="*/ 3483638 w 6812800"/>
                <a:gd name="connsiteY13" fmla="*/ 4368927 h 4431351"/>
                <a:gd name="connsiteX14" fmla="*/ 3799297 w 6812800"/>
                <a:gd name="connsiteY14" fmla="*/ 4402170 h 4431351"/>
                <a:gd name="connsiteX15" fmla="*/ 4060949 w 6812800"/>
                <a:gd name="connsiteY15" fmla="*/ 4413218 h 4431351"/>
                <a:gd name="connsiteX16" fmla="*/ 4228493 w 6812800"/>
                <a:gd name="connsiteY16" fmla="*/ 4330065 h 4431351"/>
                <a:gd name="connsiteX17" fmla="*/ 4565607 w 6812800"/>
                <a:gd name="connsiteY17" fmla="*/ 4414931 h 4431351"/>
                <a:gd name="connsiteX18" fmla="*/ 4952393 w 6812800"/>
                <a:gd name="connsiteY18" fmla="*/ 3682841 h 4431351"/>
                <a:gd name="connsiteX19" fmla="*/ 5225190 w 6812800"/>
                <a:gd name="connsiteY19" fmla="*/ 3409950 h 4431351"/>
                <a:gd name="connsiteX20" fmla="*/ 5512273 w 6812800"/>
                <a:gd name="connsiteY20" fmla="*/ 3058097 h 4431351"/>
                <a:gd name="connsiteX21" fmla="*/ 5694105 w 6812800"/>
                <a:gd name="connsiteY21" fmla="*/ 2675096 h 4431351"/>
                <a:gd name="connsiteX22" fmla="*/ 5808977 w 6812800"/>
                <a:gd name="connsiteY22" fmla="*/ 2136458 h 4431351"/>
                <a:gd name="connsiteX23" fmla="*/ 5890320 w 6812800"/>
                <a:gd name="connsiteY23" fmla="*/ 1772603 h 4431351"/>
                <a:gd name="connsiteX24" fmla="*/ 6000334 w 6812800"/>
                <a:gd name="connsiteY24" fmla="*/ 1456658 h 4431351"/>
                <a:gd name="connsiteX25" fmla="*/ 6131969 w 6812800"/>
                <a:gd name="connsiteY25" fmla="*/ 1325023 h 4431351"/>
                <a:gd name="connsiteX26" fmla="*/ 6445437 w 6812800"/>
                <a:gd name="connsiteY26" fmla="*/ 1289114 h 4431351"/>
                <a:gd name="connsiteX27" fmla="*/ 6667941 w 6812800"/>
                <a:gd name="connsiteY27" fmla="*/ 1217295 h 4431351"/>
                <a:gd name="connsiteX28" fmla="*/ 6809102 w 6812800"/>
                <a:gd name="connsiteY28" fmla="*/ 992315 h 4431351"/>
                <a:gd name="connsiteX29" fmla="*/ 6787575 w 6812800"/>
                <a:gd name="connsiteY29" fmla="*/ 824770 h 4431351"/>
                <a:gd name="connsiteX30" fmla="*/ 6639271 w 6812800"/>
                <a:gd name="connsiteY30" fmla="*/ 654844 h 4431351"/>
                <a:gd name="connsiteX31" fmla="*/ 6390478 w 6812800"/>
                <a:gd name="connsiteY31" fmla="*/ 506444 h 4431351"/>
                <a:gd name="connsiteX32" fmla="*/ 6089011 w 6812800"/>
                <a:gd name="connsiteY32" fmla="*/ 353282 h 4431351"/>
                <a:gd name="connsiteX33" fmla="*/ 5988523 w 6812800"/>
                <a:gd name="connsiteY33" fmla="*/ 164211 h 4431351"/>
                <a:gd name="connsiteX34" fmla="*/ 6081296 w 6812800"/>
                <a:gd name="connsiteY34" fmla="*/ 0 h 4431351"/>
                <a:gd name="connsiteX0" fmla="*/ 0 w 6812800"/>
                <a:gd name="connsiteY0" fmla="*/ 2042656 h 4472086"/>
                <a:gd name="connsiteX1" fmla="*/ 931445 w 6812800"/>
                <a:gd name="connsiteY1" fmla="*/ 2009296 h 4472086"/>
                <a:gd name="connsiteX2" fmla="*/ 1454528 w 6812800"/>
                <a:gd name="connsiteY2" fmla="*/ 1926622 h 4472086"/>
                <a:gd name="connsiteX3" fmla="*/ 2055174 w 6812800"/>
                <a:gd name="connsiteY3" fmla="*/ 2147697 h 4472086"/>
                <a:gd name="connsiteX4" fmla="*/ 2230053 w 6812800"/>
                <a:gd name="connsiteY4" fmla="*/ 2370677 h 4472086"/>
                <a:gd name="connsiteX5" fmla="*/ 2201002 w 6812800"/>
                <a:gd name="connsiteY5" fmla="*/ 2632043 h 4472086"/>
                <a:gd name="connsiteX6" fmla="*/ 2057460 w 6812800"/>
                <a:gd name="connsiteY6" fmla="*/ 2947988 h 4472086"/>
                <a:gd name="connsiteX7" fmla="*/ 2025837 w 6812800"/>
                <a:gd name="connsiteY7" fmla="*/ 3462147 h 4472086"/>
                <a:gd name="connsiteX8" fmla="*/ 2149281 w 6812800"/>
                <a:gd name="connsiteY8" fmla="*/ 3792474 h 4472086"/>
                <a:gd name="connsiteX9" fmla="*/ 2284250 w 6812800"/>
                <a:gd name="connsiteY9" fmla="*/ 4048125 h 4472086"/>
                <a:gd name="connsiteX10" fmla="*/ 2493896 w 6812800"/>
                <a:gd name="connsiteY10" fmla="*/ 4257866 h 4472086"/>
                <a:gd name="connsiteX11" fmla="*/ 2866133 w 6812800"/>
                <a:gd name="connsiteY11" fmla="*/ 4353687 h 4472086"/>
                <a:gd name="connsiteX12" fmla="*/ 3227511 w 6812800"/>
                <a:gd name="connsiteY12" fmla="*/ 4353687 h 4472086"/>
                <a:gd name="connsiteX13" fmla="*/ 3483638 w 6812800"/>
                <a:gd name="connsiteY13" fmla="*/ 4368927 h 4472086"/>
                <a:gd name="connsiteX14" fmla="*/ 3799297 w 6812800"/>
                <a:gd name="connsiteY14" fmla="*/ 4402170 h 4472086"/>
                <a:gd name="connsiteX15" fmla="*/ 4060949 w 6812800"/>
                <a:gd name="connsiteY15" fmla="*/ 4413218 h 4472086"/>
                <a:gd name="connsiteX16" fmla="*/ 4272823 w 6812800"/>
                <a:gd name="connsiteY16" fmla="*/ 4423248 h 4472086"/>
                <a:gd name="connsiteX17" fmla="*/ 4565607 w 6812800"/>
                <a:gd name="connsiteY17" fmla="*/ 4414931 h 4472086"/>
                <a:gd name="connsiteX18" fmla="*/ 4952393 w 6812800"/>
                <a:gd name="connsiteY18" fmla="*/ 3682841 h 4472086"/>
                <a:gd name="connsiteX19" fmla="*/ 5225190 w 6812800"/>
                <a:gd name="connsiteY19" fmla="*/ 3409950 h 4472086"/>
                <a:gd name="connsiteX20" fmla="*/ 5512273 w 6812800"/>
                <a:gd name="connsiteY20" fmla="*/ 3058097 h 4472086"/>
                <a:gd name="connsiteX21" fmla="*/ 5694105 w 6812800"/>
                <a:gd name="connsiteY21" fmla="*/ 2675096 h 4472086"/>
                <a:gd name="connsiteX22" fmla="*/ 5808977 w 6812800"/>
                <a:gd name="connsiteY22" fmla="*/ 2136458 h 4472086"/>
                <a:gd name="connsiteX23" fmla="*/ 5890320 w 6812800"/>
                <a:gd name="connsiteY23" fmla="*/ 1772603 h 4472086"/>
                <a:gd name="connsiteX24" fmla="*/ 6000334 w 6812800"/>
                <a:gd name="connsiteY24" fmla="*/ 1456658 h 4472086"/>
                <a:gd name="connsiteX25" fmla="*/ 6131969 w 6812800"/>
                <a:gd name="connsiteY25" fmla="*/ 1325023 h 4472086"/>
                <a:gd name="connsiteX26" fmla="*/ 6445437 w 6812800"/>
                <a:gd name="connsiteY26" fmla="*/ 1289114 h 4472086"/>
                <a:gd name="connsiteX27" fmla="*/ 6667941 w 6812800"/>
                <a:gd name="connsiteY27" fmla="*/ 1217295 h 4472086"/>
                <a:gd name="connsiteX28" fmla="*/ 6809102 w 6812800"/>
                <a:gd name="connsiteY28" fmla="*/ 992315 h 4472086"/>
                <a:gd name="connsiteX29" fmla="*/ 6787575 w 6812800"/>
                <a:gd name="connsiteY29" fmla="*/ 824770 h 4472086"/>
                <a:gd name="connsiteX30" fmla="*/ 6639271 w 6812800"/>
                <a:gd name="connsiteY30" fmla="*/ 654844 h 4472086"/>
                <a:gd name="connsiteX31" fmla="*/ 6390478 w 6812800"/>
                <a:gd name="connsiteY31" fmla="*/ 506444 h 4472086"/>
                <a:gd name="connsiteX32" fmla="*/ 6089011 w 6812800"/>
                <a:gd name="connsiteY32" fmla="*/ 353282 h 4472086"/>
                <a:gd name="connsiteX33" fmla="*/ 5988523 w 6812800"/>
                <a:gd name="connsiteY33" fmla="*/ 164211 h 4472086"/>
                <a:gd name="connsiteX34" fmla="*/ 6081296 w 6812800"/>
                <a:gd name="connsiteY34" fmla="*/ 0 h 4472086"/>
                <a:gd name="connsiteX0" fmla="*/ 0 w 6812800"/>
                <a:gd name="connsiteY0" fmla="*/ 2042656 h 4448798"/>
                <a:gd name="connsiteX1" fmla="*/ 931445 w 6812800"/>
                <a:gd name="connsiteY1" fmla="*/ 2009296 h 4448798"/>
                <a:gd name="connsiteX2" fmla="*/ 1454528 w 6812800"/>
                <a:gd name="connsiteY2" fmla="*/ 1926622 h 4448798"/>
                <a:gd name="connsiteX3" fmla="*/ 2055174 w 6812800"/>
                <a:gd name="connsiteY3" fmla="*/ 2147697 h 4448798"/>
                <a:gd name="connsiteX4" fmla="*/ 2230053 w 6812800"/>
                <a:gd name="connsiteY4" fmla="*/ 2370677 h 4448798"/>
                <a:gd name="connsiteX5" fmla="*/ 2201002 w 6812800"/>
                <a:gd name="connsiteY5" fmla="*/ 2632043 h 4448798"/>
                <a:gd name="connsiteX6" fmla="*/ 2057460 w 6812800"/>
                <a:gd name="connsiteY6" fmla="*/ 2947988 h 4448798"/>
                <a:gd name="connsiteX7" fmla="*/ 2025837 w 6812800"/>
                <a:gd name="connsiteY7" fmla="*/ 3462147 h 4448798"/>
                <a:gd name="connsiteX8" fmla="*/ 2149281 w 6812800"/>
                <a:gd name="connsiteY8" fmla="*/ 3792474 h 4448798"/>
                <a:gd name="connsiteX9" fmla="*/ 2284250 w 6812800"/>
                <a:gd name="connsiteY9" fmla="*/ 4048125 h 4448798"/>
                <a:gd name="connsiteX10" fmla="*/ 2493896 w 6812800"/>
                <a:gd name="connsiteY10" fmla="*/ 4257866 h 4448798"/>
                <a:gd name="connsiteX11" fmla="*/ 2866133 w 6812800"/>
                <a:gd name="connsiteY11" fmla="*/ 4353687 h 4448798"/>
                <a:gd name="connsiteX12" fmla="*/ 3227511 w 6812800"/>
                <a:gd name="connsiteY12" fmla="*/ 4353687 h 4448798"/>
                <a:gd name="connsiteX13" fmla="*/ 3483638 w 6812800"/>
                <a:gd name="connsiteY13" fmla="*/ 4368927 h 4448798"/>
                <a:gd name="connsiteX14" fmla="*/ 3799297 w 6812800"/>
                <a:gd name="connsiteY14" fmla="*/ 4402170 h 4448798"/>
                <a:gd name="connsiteX15" fmla="*/ 4060949 w 6812800"/>
                <a:gd name="connsiteY15" fmla="*/ 4413218 h 4448798"/>
                <a:gd name="connsiteX16" fmla="*/ 4272823 w 6812800"/>
                <a:gd name="connsiteY16" fmla="*/ 4423248 h 4448798"/>
                <a:gd name="connsiteX17" fmla="*/ 4542877 w 6812800"/>
                <a:gd name="connsiteY17" fmla="*/ 4382555 h 4448798"/>
                <a:gd name="connsiteX18" fmla="*/ 4952393 w 6812800"/>
                <a:gd name="connsiteY18" fmla="*/ 3682841 h 4448798"/>
                <a:gd name="connsiteX19" fmla="*/ 5225190 w 6812800"/>
                <a:gd name="connsiteY19" fmla="*/ 3409950 h 4448798"/>
                <a:gd name="connsiteX20" fmla="*/ 5512273 w 6812800"/>
                <a:gd name="connsiteY20" fmla="*/ 3058097 h 4448798"/>
                <a:gd name="connsiteX21" fmla="*/ 5694105 w 6812800"/>
                <a:gd name="connsiteY21" fmla="*/ 2675096 h 4448798"/>
                <a:gd name="connsiteX22" fmla="*/ 5808977 w 6812800"/>
                <a:gd name="connsiteY22" fmla="*/ 2136458 h 4448798"/>
                <a:gd name="connsiteX23" fmla="*/ 5890320 w 6812800"/>
                <a:gd name="connsiteY23" fmla="*/ 1772603 h 4448798"/>
                <a:gd name="connsiteX24" fmla="*/ 6000334 w 6812800"/>
                <a:gd name="connsiteY24" fmla="*/ 1456658 h 4448798"/>
                <a:gd name="connsiteX25" fmla="*/ 6131969 w 6812800"/>
                <a:gd name="connsiteY25" fmla="*/ 1325023 h 4448798"/>
                <a:gd name="connsiteX26" fmla="*/ 6445437 w 6812800"/>
                <a:gd name="connsiteY26" fmla="*/ 1289114 h 4448798"/>
                <a:gd name="connsiteX27" fmla="*/ 6667941 w 6812800"/>
                <a:gd name="connsiteY27" fmla="*/ 1217295 h 4448798"/>
                <a:gd name="connsiteX28" fmla="*/ 6809102 w 6812800"/>
                <a:gd name="connsiteY28" fmla="*/ 992315 h 4448798"/>
                <a:gd name="connsiteX29" fmla="*/ 6787575 w 6812800"/>
                <a:gd name="connsiteY29" fmla="*/ 824770 h 4448798"/>
                <a:gd name="connsiteX30" fmla="*/ 6639271 w 6812800"/>
                <a:gd name="connsiteY30" fmla="*/ 654844 h 4448798"/>
                <a:gd name="connsiteX31" fmla="*/ 6390478 w 6812800"/>
                <a:gd name="connsiteY31" fmla="*/ 506444 h 4448798"/>
                <a:gd name="connsiteX32" fmla="*/ 6089011 w 6812800"/>
                <a:gd name="connsiteY32" fmla="*/ 353282 h 4448798"/>
                <a:gd name="connsiteX33" fmla="*/ 5988523 w 6812800"/>
                <a:gd name="connsiteY33" fmla="*/ 164211 h 4448798"/>
                <a:gd name="connsiteX34" fmla="*/ 6081296 w 6812800"/>
                <a:gd name="connsiteY34" fmla="*/ 0 h 4448798"/>
                <a:gd name="connsiteX0" fmla="*/ 0 w 6812800"/>
                <a:gd name="connsiteY0" fmla="*/ 2042656 h 4449362"/>
                <a:gd name="connsiteX1" fmla="*/ 931445 w 6812800"/>
                <a:gd name="connsiteY1" fmla="*/ 2009296 h 4449362"/>
                <a:gd name="connsiteX2" fmla="*/ 1454528 w 6812800"/>
                <a:gd name="connsiteY2" fmla="*/ 1926622 h 4449362"/>
                <a:gd name="connsiteX3" fmla="*/ 2055174 w 6812800"/>
                <a:gd name="connsiteY3" fmla="*/ 2147697 h 4449362"/>
                <a:gd name="connsiteX4" fmla="*/ 2230053 w 6812800"/>
                <a:gd name="connsiteY4" fmla="*/ 2370677 h 4449362"/>
                <a:gd name="connsiteX5" fmla="*/ 2201002 w 6812800"/>
                <a:gd name="connsiteY5" fmla="*/ 2632043 h 4449362"/>
                <a:gd name="connsiteX6" fmla="*/ 2057460 w 6812800"/>
                <a:gd name="connsiteY6" fmla="*/ 2947988 h 4449362"/>
                <a:gd name="connsiteX7" fmla="*/ 2025837 w 6812800"/>
                <a:gd name="connsiteY7" fmla="*/ 3462147 h 4449362"/>
                <a:gd name="connsiteX8" fmla="*/ 2149281 w 6812800"/>
                <a:gd name="connsiteY8" fmla="*/ 3792474 h 4449362"/>
                <a:gd name="connsiteX9" fmla="*/ 2284250 w 6812800"/>
                <a:gd name="connsiteY9" fmla="*/ 4048125 h 4449362"/>
                <a:gd name="connsiteX10" fmla="*/ 2493896 w 6812800"/>
                <a:gd name="connsiteY10" fmla="*/ 4257866 h 4449362"/>
                <a:gd name="connsiteX11" fmla="*/ 2866133 w 6812800"/>
                <a:gd name="connsiteY11" fmla="*/ 4353687 h 4449362"/>
                <a:gd name="connsiteX12" fmla="*/ 3227511 w 6812800"/>
                <a:gd name="connsiteY12" fmla="*/ 4353687 h 4449362"/>
                <a:gd name="connsiteX13" fmla="*/ 3483638 w 6812800"/>
                <a:gd name="connsiteY13" fmla="*/ 4368927 h 4449362"/>
                <a:gd name="connsiteX14" fmla="*/ 3799297 w 6812800"/>
                <a:gd name="connsiteY14" fmla="*/ 4402170 h 4449362"/>
                <a:gd name="connsiteX15" fmla="*/ 4272823 w 6812800"/>
                <a:gd name="connsiteY15" fmla="*/ 4423248 h 4449362"/>
                <a:gd name="connsiteX16" fmla="*/ 4542877 w 6812800"/>
                <a:gd name="connsiteY16" fmla="*/ 4382555 h 4449362"/>
                <a:gd name="connsiteX17" fmla="*/ 4952393 w 6812800"/>
                <a:gd name="connsiteY17" fmla="*/ 3682841 h 4449362"/>
                <a:gd name="connsiteX18" fmla="*/ 5225190 w 6812800"/>
                <a:gd name="connsiteY18" fmla="*/ 3409950 h 4449362"/>
                <a:gd name="connsiteX19" fmla="*/ 5512273 w 6812800"/>
                <a:gd name="connsiteY19" fmla="*/ 3058097 h 4449362"/>
                <a:gd name="connsiteX20" fmla="*/ 5694105 w 6812800"/>
                <a:gd name="connsiteY20" fmla="*/ 2675096 h 4449362"/>
                <a:gd name="connsiteX21" fmla="*/ 5808977 w 6812800"/>
                <a:gd name="connsiteY21" fmla="*/ 2136458 h 4449362"/>
                <a:gd name="connsiteX22" fmla="*/ 5890320 w 6812800"/>
                <a:gd name="connsiteY22" fmla="*/ 1772603 h 4449362"/>
                <a:gd name="connsiteX23" fmla="*/ 6000334 w 6812800"/>
                <a:gd name="connsiteY23" fmla="*/ 1456658 h 4449362"/>
                <a:gd name="connsiteX24" fmla="*/ 6131969 w 6812800"/>
                <a:gd name="connsiteY24" fmla="*/ 1325023 h 4449362"/>
                <a:gd name="connsiteX25" fmla="*/ 6445437 w 6812800"/>
                <a:gd name="connsiteY25" fmla="*/ 1289114 h 4449362"/>
                <a:gd name="connsiteX26" fmla="*/ 6667941 w 6812800"/>
                <a:gd name="connsiteY26" fmla="*/ 1217295 h 4449362"/>
                <a:gd name="connsiteX27" fmla="*/ 6809102 w 6812800"/>
                <a:gd name="connsiteY27" fmla="*/ 992315 h 4449362"/>
                <a:gd name="connsiteX28" fmla="*/ 6787575 w 6812800"/>
                <a:gd name="connsiteY28" fmla="*/ 824770 h 4449362"/>
                <a:gd name="connsiteX29" fmla="*/ 6639271 w 6812800"/>
                <a:gd name="connsiteY29" fmla="*/ 654844 h 4449362"/>
                <a:gd name="connsiteX30" fmla="*/ 6390478 w 6812800"/>
                <a:gd name="connsiteY30" fmla="*/ 506444 h 4449362"/>
                <a:gd name="connsiteX31" fmla="*/ 6089011 w 6812800"/>
                <a:gd name="connsiteY31" fmla="*/ 353282 h 4449362"/>
                <a:gd name="connsiteX32" fmla="*/ 5988523 w 6812800"/>
                <a:gd name="connsiteY32" fmla="*/ 164211 h 4449362"/>
                <a:gd name="connsiteX33" fmla="*/ 6081296 w 6812800"/>
                <a:gd name="connsiteY33" fmla="*/ 0 h 4449362"/>
                <a:gd name="connsiteX0" fmla="*/ 0 w 6812800"/>
                <a:gd name="connsiteY0" fmla="*/ 2042656 h 4451650"/>
                <a:gd name="connsiteX1" fmla="*/ 931445 w 6812800"/>
                <a:gd name="connsiteY1" fmla="*/ 2009296 h 4451650"/>
                <a:gd name="connsiteX2" fmla="*/ 1454528 w 6812800"/>
                <a:gd name="connsiteY2" fmla="*/ 1926622 h 4451650"/>
                <a:gd name="connsiteX3" fmla="*/ 2055174 w 6812800"/>
                <a:gd name="connsiteY3" fmla="*/ 2147697 h 4451650"/>
                <a:gd name="connsiteX4" fmla="*/ 2230053 w 6812800"/>
                <a:gd name="connsiteY4" fmla="*/ 2370677 h 4451650"/>
                <a:gd name="connsiteX5" fmla="*/ 2201002 w 6812800"/>
                <a:gd name="connsiteY5" fmla="*/ 2632043 h 4451650"/>
                <a:gd name="connsiteX6" fmla="*/ 2057460 w 6812800"/>
                <a:gd name="connsiteY6" fmla="*/ 2947988 h 4451650"/>
                <a:gd name="connsiteX7" fmla="*/ 2025837 w 6812800"/>
                <a:gd name="connsiteY7" fmla="*/ 3462147 h 4451650"/>
                <a:gd name="connsiteX8" fmla="*/ 2149281 w 6812800"/>
                <a:gd name="connsiteY8" fmla="*/ 3792474 h 4451650"/>
                <a:gd name="connsiteX9" fmla="*/ 2284250 w 6812800"/>
                <a:gd name="connsiteY9" fmla="*/ 4048125 h 4451650"/>
                <a:gd name="connsiteX10" fmla="*/ 2493896 w 6812800"/>
                <a:gd name="connsiteY10" fmla="*/ 4257866 h 4451650"/>
                <a:gd name="connsiteX11" fmla="*/ 2866133 w 6812800"/>
                <a:gd name="connsiteY11" fmla="*/ 4353687 h 4451650"/>
                <a:gd name="connsiteX12" fmla="*/ 3227511 w 6812800"/>
                <a:gd name="connsiteY12" fmla="*/ 4353687 h 4451650"/>
                <a:gd name="connsiteX13" fmla="*/ 3483638 w 6812800"/>
                <a:gd name="connsiteY13" fmla="*/ 4368927 h 4451650"/>
                <a:gd name="connsiteX14" fmla="*/ 3799297 w 6812800"/>
                <a:gd name="connsiteY14" fmla="*/ 4402170 h 4451650"/>
                <a:gd name="connsiteX15" fmla="*/ 4167320 w 6812800"/>
                <a:gd name="connsiteY15" fmla="*/ 4428192 h 4451650"/>
                <a:gd name="connsiteX16" fmla="*/ 4542877 w 6812800"/>
                <a:gd name="connsiteY16" fmla="*/ 4382555 h 4451650"/>
                <a:gd name="connsiteX17" fmla="*/ 4952393 w 6812800"/>
                <a:gd name="connsiteY17" fmla="*/ 3682841 h 4451650"/>
                <a:gd name="connsiteX18" fmla="*/ 5225190 w 6812800"/>
                <a:gd name="connsiteY18" fmla="*/ 3409950 h 4451650"/>
                <a:gd name="connsiteX19" fmla="*/ 5512273 w 6812800"/>
                <a:gd name="connsiteY19" fmla="*/ 3058097 h 4451650"/>
                <a:gd name="connsiteX20" fmla="*/ 5694105 w 6812800"/>
                <a:gd name="connsiteY20" fmla="*/ 2675096 h 4451650"/>
                <a:gd name="connsiteX21" fmla="*/ 5808977 w 6812800"/>
                <a:gd name="connsiteY21" fmla="*/ 2136458 h 4451650"/>
                <a:gd name="connsiteX22" fmla="*/ 5890320 w 6812800"/>
                <a:gd name="connsiteY22" fmla="*/ 1772603 h 4451650"/>
                <a:gd name="connsiteX23" fmla="*/ 6000334 w 6812800"/>
                <a:gd name="connsiteY23" fmla="*/ 1456658 h 4451650"/>
                <a:gd name="connsiteX24" fmla="*/ 6131969 w 6812800"/>
                <a:gd name="connsiteY24" fmla="*/ 1325023 h 4451650"/>
                <a:gd name="connsiteX25" fmla="*/ 6445437 w 6812800"/>
                <a:gd name="connsiteY25" fmla="*/ 1289114 h 4451650"/>
                <a:gd name="connsiteX26" fmla="*/ 6667941 w 6812800"/>
                <a:gd name="connsiteY26" fmla="*/ 1217295 h 4451650"/>
                <a:gd name="connsiteX27" fmla="*/ 6809102 w 6812800"/>
                <a:gd name="connsiteY27" fmla="*/ 992315 h 4451650"/>
                <a:gd name="connsiteX28" fmla="*/ 6787575 w 6812800"/>
                <a:gd name="connsiteY28" fmla="*/ 824770 h 4451650"/>
                <a:gd name="connsiteX29" fmla="*/ 6639271 w 6812800"/>
                <a:gd name="connsiteY29" fmla="*/ 654844 h 4451650"/>
                <a:gd name="connsiteX30" fmla="*/ 6390478 w 6812800"/>
                <a:gd name="connsiteY30" fmla="*/ 506444 h 4451650"/>
                <a:gd name="connsiteX31" fmla="*/ 6089011 w 6812800"/>
                <a:gd name="connsiteY31" fmla="*/ 353282 h 4451650"/>
                <a:gd name="connsiteX32" fmla="*/ 5988523 w 6812800"/>
                <a:gd name="connsiteY32" fmla="*/ 164211 h 4451650"/>
                <a:gd name="connsiteX33" fmla="*/ 6081296 w 6812800"/>
                <a:gd name="connsiteY33" fmla="*/ 0 h 4451650"/>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512273 w 6812800"/>
                <a:gd name="connsiteY18" fmla="*/ 3058097 h 4470992"/>
                <a:gd name="connsiteX19" fmla="*/ 5694105 w 6812800"/>
                <a:gd name="connsiteY19" fmla="*/ 2675096 h 4470992"/>
                <a:gd name="connsiteX20" fmla="*/ 5808977 w 6812800"/>
                <a:gd name="connsiteY20" fmla="*/ 2136458 h 4470992"/>
                <a:gd name="connsiteX21" fmla="*/ 5890320 w 6812800"/>
                <a:gd name="connsiteY21" fmla="*/ 1772603 h 4470992"/>
                <a:gd name="connsiteX22" fmla="*/ 6000334 w 6812800"/>
                <a:gd name="connsiteY22" fmla="*/ 1456658 h 4470992"/>
                <a:gd name="connsiteX23" fmla="*/ 6131969 w 6812800"/>
                <a:gd name="connsiteY23" fmla="*/ 1325023 h 4470992"/>
                <a:gd name="connsiteX24" fmla="*/ 6445437 w 6812800"/>
                <a:gd name="connsiteY24" fmla="*/ 1289114 h 4470992"/>
                <a:gd name="connsiteX25" fmla="*/ 6667941 w 6812800"/>
                <a:gd name="connsiteY25" fmla="*/ 1217295 h 4470992"/>
                <a:gd name="connsiteX26" fmla="*/ 6809102 w 6812800"/>
                <a:gd name="connsiteY26" fmla="*/ 992315 h 4470992"/>
                <a:gd name="connsiteX27" fmla="*/ 6787575 w 6812800"/>
                <a:gd name="connsiteY27" fmla="*/ 824770 h 4470992"/>
                <a:gd name="connsiteX28" fmla="*/ 6639271 w 6812800"/>
                <a:gd name="connsiteY28" fmla="*/ 654844 h 4470992"/>
                <a:gd name="connsiteX29" fmla="*/ 6390478 w 6812800"/>
                <a:gd name="connsiteY29" fmla="*/ 506444 h 4470992"/>
                <a:gd name="connsiteX30" fmla="*/ 6089011 w 6812800"/>
                <a:gd name="connsiteY30" fmla="*/ 353282 h 4470992"/>
                <a:gd name="connsiteX31" fmla="*/ 5988523 w 6812800"/>
                <a:gd name="connsiteY31" fmla="*/ 164211 h 4470992"/>
                <a:gd name="connsiteX32" fmla="*/ 6081296 w 6812800"/>
                <a:gd name="connsiteY32"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694105 w 6812800"/>
                <a:gd name="connsiteY18" fmla="*/ 2675096 h 4470992"/>
                <a:gd name="connsiteX19" fmla="*/ 5808977 w 6812800"/>
                <a:gd name="connsiteY19" fmla="*/ 2136458 h 4470992"/>
                <a:gd name="connsiteX20" fmla="*/ 5890320 w 6812800"/>
                <a:gd name="connsiteY20" fmla="*/ 1772603 h 4470992"/>
                <a:gd name="connsiteX21" fmla="*/ 6000334 w 6812800"/>
                <a:gd name="connsiteY21" fmla="*/ 1456658 h 4470992"/>
                <a:gd name="connsiteX22" fmla="*/ 6131969 w 6812800"/>
                <a:gd name="connsiteY22" fmla="*/ 1325023 h 4470992"/>
                <a:gd name="connsiteX23" fmla="*/ 6445437 w 6812800"/>
                <a:gd name="connsiteY23" fmla="*/ 1289114 h 4470992"/>
                <a:gd name="connsiteX24" fmla="*/ 6667941 w 6812800"/>
                <a:gd name="connsiteY24" fmla="*/ 1217295 h 4470992"/>
                <a:gd name="connsiteX25" fmla="*/ 6809102 w 6812800"/>
                <a:gd name="connsiteY25" fmla="*/ 992315 h 4470992"/>
                <a:gd name="connsiteX26" fmla="*/ 6787575 w 6812800"/>
                <a:gd name="connsiteY26" fmla="*/ 824770 h 4470992"/>
                <a:gd name="connsiteX27" fmla="*/ 6639271 w 6812800"/>
                <a:gd name="connsiteY27" fmla="*/ 654844 h 4470992"/>
                <a:gd name="connsiteX28" fmla="*/ 6390478 w 6812800"/>
                <a:gd name="connsiteY28" fmla="*/ 506444 h 4470992"/>
                <a:gd name="connsiteX29" fmla="*/ 6089011 w 6812800"/>
                <a:gd name="connsiteY29" fmla="*/ 353282 h 4470992"/>
                <a:gd name="connsiteX30" fmla="*/ 5988523 w 6812800"/>
                <a:gd name="connsiteY30" fmla="*/ 164211 h 4470992"/>
                <a:gd name="connsiteX31" fmla="*/ 6081296 w 6812800"/>
                <a:gd name="connsiteY31" fmla="*/ 0 h 4470992"/>
                <a:gd name="connsiteX0" fmla="*/ 0 w 6812800"/>
                <a:gd name="connsiteY0" fmla="*/ 2042656 h 4470992"/>
                <a:gd name="connsiteX1" fmla="*/ 931445 w 6812800"/>
                <a:gd name="connsiteY1" fmla="*/ 2009296 h 4470992"/>
                <a:gd name="connsiteX2" fmla="*/ 1454528 w 6812800"/>
                <a:gd name="connsiteY2" fmla="*/ 1926622 h 4470992"/>
                <a:gd name="connsiteX3" fmla="*/ 2055174 w 6812800"/>
                <a:gd name="connsiteY3" fmla="*/ 2147697 h 4470992"/>
                <a:gd name="connsiteX4" fmla="*/ 2230053 w 6812800"/>
                <a:gd name="connsiteY4" fmla="*/ 2370677 h 4470992"/>
                <a:gd name="connsiteX5" fmla="*/ 2201002 w 6812800"/>
                <a:gd name="connsiteY5" fmla="*/ 2632043 h 4470992"/>
                <a:gd name="connsiteX6" fmla="*/ 2057460 w 6812800"/>
                <a:gd name="connsiteY6" fmla="*/ 2947988 h 4470992"/>
                <a:gd name="connsiteX7" fmla="*/ 2025837 w 6812800"/>
                <a:gd name="connsiteY7" fmla="*/ 3462147 h 4470992"/>
                <a:gd name="connsiteX8" fmla="*/ 2149281 w 6812800"/>
                <a:gd name="connsiteY8" fmla="*/ 3792474 h 4470992"/>
                <a:gd name="connsiteX9" fmla="*/ 2284250 w 6812800"/>
                <a:gd name="connsiteY9" fmla="*/ 4048125 h 4470992"/>
                <a:gd name="connsiteX10" fmla="*/ 2493896 w 6812800"/>
                <a:gd name="connsiteY10" fmla="*/ 4257866 h 4470992"/>
                <a:gd name="connsiteX11" fmla="*/ 2866133 w 6812800"/>
                <a:gd name="connsiteY11" fmla="*/ 4353687 h 4470992"/>
                <a:gd name="connsiteX12" fmla="*/ 3227511 w 6812800"/>
                <a:gd name="connsiteY12" fmla="*/ 4353687 h 4470992"/>
                <a:gd name="connsiteX13" fmla="*/ 3483638 w 6812800"/>
                <a:gd name="connsiteY13" fmla="*/ 4368927 h 4470992"/>
                <a:gd name="connsiteX14" fmla="*/ 3799297 w 6812800"/>
                <a:gd name="connsiteY14" fmla="*/ 4402170 h 4470992"/>
                <a:gd name="connsiteX15" fmla="*/ 4167320 w 6812800"/>
                <a:gd name="connsiteY15" fmla="*/ 4428192 h 4470992"/>
                <a:gd name="connsiteX16" fmla="*/ 4542877 w 6812800"/>
                <a:gd name="connsiteY16" fmla="*/ 4382555 h 4470992"/>
                <a:gd name="connsiteX17" fmla="*/ 5225190 w 6812800"/>
                <a:gd name="connsiteY17" fmla="*/ 3409950 h 4470992"/>
                <a:gd name="connsiteX18" fmla="*/ 5808977 w 6812800"/>
                <a:gd name="connsiteY18" fmla="*/ 2136458 h 4470992"/>
                <a:gd name="connsiteX19" fmla="*/ 5890320 w 6812800"/>
                <a:gd name="connsiteY19" fmla="*/ 1772603 h 4470992"/>
                <a:gd name="connsiteX20" fmla="*/ 6000334 w 6812800"/>
                <a:gd name="connsiteY20" fmla="*/ 1456658 h 4470992"/>
                <a:gd name="connsiteX21" fmla="*/ 6131969 w 6812800"/>
                <a:gd name="connsiteY21" fmla="*/ 1325023 h 4470992"/>
                <a:gd name="connsiteX22" fmla="*/ 6445437 w 6812800"/>
                <a:gd name="connsiteY22" fmla="*/ 1289114 h 4470992"/>
                <a:gd name="connsiteX23" fmla="*/ 6667941 w 6812800"/>
                <a:gd name="connsiteY23" fmla="*/ 1217295 h 4470992"/>
                <a:gd name="connsiteX24" fmla="*/ 6809102 w 6812800"/>
                <a:gd name="connsiteY24" fmla="*/ 992315 h 4470992"/>
                <a:gd name="connsiteX25" fmla="*/ 6787575 w 6812800"/>
                <a:gd name="connsiteY25" fmla="*/ 824770 h 4470992"/>
                <a:gd name="connsiteX26" fmla="*/ 6639271 w 6812800"/>
                <a:gd name="connsiteY26" fmla="*/ 654844 h 4470992"/>
                <a:gd name="connsiteX27" fmla="*/ 6390478 w 6812800"/>
                <a:gd name="connsiteY27" fmla="*/ 506444 h 4470992"/>
                <a:gd name="connsiteX28" fmla="*/ 6089011 w 6812800"/>
                <a:gd name="connsiteY28" fmla="*/ 353282 h 4470992"/>
                <a:gd name="connsiteX29" fmla="*/ 5988523 w 6812800"/>
                <a:gd name="connsiteY29" fmla="*/ 164211 h 4470992"/>
                <a:gd name="connsiteX30" fmla="*/ 6081296 w 6812800"/>
                <a:gd name="connsiteY30" fmla="*/ 0 h 4470992"/>
                <a:gd name="connsiteX0" fmla="*/ 0 w 6812800"/>
                <a:gd name="connsiteY0" fmla="*/ 2042656 h 4564191"/>
                <a:gd name="connsiteX1" fmla="*/ 931445 w 6812800"/>
                <a:gd name="connsiteY1" fmla="*/ 2009296 h 4564191"/>
                <a:gd name="connsiteX2" fmla="*/ 1454528 w 6812800"/>
                <a:gd name="connsiteY2" fmla="*/ 1926622 h 4564191"/>
                <a:gd name="connsiteX3" fmla="*/ 2055174 w 6812800"/>
                <a:gd name="connsiteY3" fmla="*/ 2147697 h 4564191"/>
                <a:gd name="connsiteX4" fmla="*/ 2230053 w 6812800"/>
                <a:gd name="connsiteY4" fmla="*/ 2370677 h 4564191"/>
                <a:gd name="connsiteX5" fmla="*/ 2201002 w 6812800"/>
                <a:gd name="connsiteY5" fmla="*/ 2632043 h 4564191"/>
                <a:gd name="connsiteX6" fmla="*/ 2057460 w 6812800"/>
                <a:gd name="connsiteY6" fmla="*/ 2947988 h 4564191"/>
                <a:gd name="connsiteX7" fmla="*/ 2025837 w 6812800"/>
                <a:gd name="connsiteY7" fmla="*/ 3462147 h 4564191"/>
                <a:gd name="connsiteX8" fmla="*/ 2149281 w 6812800"/>
                <a:gd name="connsiteY8" fmla="*/ 3792474 h 4564191"/>
                <a:gd name="connsiteX9" fmla="*/ 2284250 w 6812800"/>
                <a:gd name="connsiteY9" fmla="*/ 4048125 h 4564191"/>
                <a:gd name="connsiteX10" fmla="*/ 2493896 w 6812800"/>
                <a:gd name="connsiteY10" fmla="*/ 4257866 h 4564191"/>
                <a:gd name="connsiteX11" fmla="*/ 2866133 w 6812800"/>
                <a:gd name="connsiteY11" fmla="*/ 4353687 h 4564191"/>
                <a:gd name="connsiteX12" fmla="*/ 3227511 w 6812800"/>
                <a:gd name="connsiteY12" fmla="*/ 4353687 h 4564191"/>
                <a:gd name="connsiteX13" fmla="*/ 3483638 w 6812800"/>
                <a:gd name="connsiteY13" fmla="*/ 4368927 h 4564191"/>
                <a:gd name="connsiteX14" fmla="*/ 3799297 w 6812800"/>
                <a:gd name="connsiteY14" fmla="*/ 4402170 h 4564191"/>
                <a:gd name="connsiteX15" fmla="*/ 4167320 w 6812800"/>
                <a:gd name="connsiteY15" fmla="*/ 4428192 h 4564191"/>
                <a:gd name="connsiteX16" fmla="*/ 4542877 w 6812800"/>
                <a:gd name="connsiteY16" fmla="*/ 4382555 h 4564191"/>
                <a:gd name="connsiteX17" fmla="*/ 5808977 w 6812800"/>
                <a:gd name="connsiteY17" fmla="*/ 2136458 h 4564191"/>
                <a:gd name="connsiteX18" fmla="*/ 5890320 w 6812800"/>
                <a:gd name="connsiteY18" fmla="*/ 1772603 h 4564191"/>
                <a:gd name="connsiteX19" fmla="*/ 6000334 w 6812800"/>
                <a:gd name="connsiteY19" fmla="*/ 1456658 h 4564191"/>
                <a:gd name="connsiteX20" fmla="*/ 6131969 w 6812800"/>
                <a:gd name="connsiteY20" fmla="*/ 1325023 h 4564191"/>
                <a:gd name="connsiteX21" fmla="*/ 6445437 w 6812800"/>
                <a:gd name="connsiteY21" fmla="*/ 1289114 h 4564191"/>
                <a:gd name="connsiteX22" fmla="*/ 6667941 w 6812800"/>
                <a:gd name="connsiteY22" fmla="*/ 1217295 h 4564191"/>
                <a:gd name="connsiteX23" fmla="*/ 6809102 w 6812800"/>
                <a:gd name="connsiteY23" fmla="*/ 992315 h 4564191"/>
                <a:gd name="connsiteX24" fmla="*/ 6787575 w 6812800"/>
                <a:gd name="connsiteY24" fmla="*/ 824770 h 4564191"/>
                <a:gd name="connsiteX25" fmla="*/ 6639271 w 6812800"/>
                <a:gd name="connsiteY25" fmla="*/ 654844 h 4564191"/>
                <a:gd name="connsiteX26" fmla="*/ 6390478 w 6812800"/>
                <a:gd name="connsiteY26" fmla="*/ 506444 h 4564191"/>
                <a:gd name="connsiteX27" fmla="*/ 6089011 w 6812800"/>
                <a:gd name="connsiteY27" fmla="*/ 353282 h 4564191"/>
                <a:gd name="connsiteX28" fmla="*/ 5988523 w 6812800"/>
                <a:gd name="connsiteY28" fmla="*/ 164211 h 4564191"/>
                <a:gd name="connsiteX29" fmla="*/ 6081296 w 6812800"/>
                <a:gd name="connsiteY29" fmla="*/ 0 h 4564191"/>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131969 w 6812800"/>
                <a:gd name="connsiteY19" fmla="*/ 1325023 h 4564192"/>
                <a:gd name="connsiteX20" fmla="*/ 6445437 w 6812800"/>
                <a:gd name="connsiteY20" fmla="*/ 1289114 h 4564192"/>
                <a:gd name="connsiteX21" fmla="*/ 6667941 w 6812800"/>
                <a:gd name="connsiteY21" fmla="*/ 1217295 h 4564192"/>
                <a:gd name="connsiteX22" fmla="*/ 6809102 w 6812800"/>
                <a:gd name="connsiteY22" fmla="*/ 992315 h 4564192"/>
                <a:gd name="connsiteX23" fmla="*/ 6787575 w 6812800"/>
                <a:gd name="connsiteY23" fmla="*/ 824770 h 4564192"/>
                <a:gd name="connsiteX24" fmla="*/ 6639271 w 6812800"/>
                <a:gd name="connsiteY24" fmla="*/ 654844 h 4564192"/>
                <a:gd name="connsiteX25" fmla="*/ 6390478 w 6812800"/>
                <a:gd name="connsiteY25" fmla="*/ 506444 h 4564192"/>
                <a:gd name="connsiteX26" fmla="*/ 6089011 w 6812800"/>
                <a:gd name="connsiteY26" fmla="*/ 353282 h 4564192"/>
                <a:gd name="connsiteX27" fmla="*/ 5988523 w 6812800"/>
                <a:gd name="connsiteY27" fmla="*/ 164211 h 4564192"/>
                <a:gd name="connsiteX28" fmla="*/ 6081296 w 6812800"/>
                <a:gd name="connsiteY28" fmla="*/ 0 h 4564192"/>
                <a:gd name="connsiteX0" fmla="*/ 0 w 6812800"/>
                <a:gd name="connsiteY0" fmla="*/ 2042656 h 4564192"/>
                <a:gd name="connsiteX1" fmla="*/ 931445 w 6812800"/>
                <a:gd name="connsiteY1" fmla="*/ 2009296 h 4564192"/>
                <a:gd name="connsiteX2" fmla="*/ 1454528 w 6812800"/>
                <a:gd name="connsiteY2" fmla="*/ 1926622 h 4564192"/>
                <a:gd name="connsiteX3" fmla="*/ 2055174 w 6812800"/>
                <a:gd name="connsiteY3" fmla="*/ 2147697 h 4564192"/>
                <a:gd name="connsiteX4" fmla="*/ 2230053 w 6812800"/>
                <a:gd name="connsiteY4" fmla="*/ 2370677 h 4564192"/>
                <a:gd name="connsiteX5" fmla="*/ 2201002 w 6812800"/>
                <a:gd name="connsiteY5" fmla="*/ 2632043 h 4564192"/>
                <a:gd name="connsiteX6" fmla="*/ 2057460 w 6812800"/>
                <a:gd name="connsiteY6" fmla="*/ 2947988 h 4564192"/>
                <a:gd name="connsiteX7" fmla="*/ 2025837 w 6812800"/>
                <a:gd name="connsiteY7" fmla="*/ 3462147 h 4564192"/>
                <a:gd name="connsiteX8" fmla="*/ 2149281 w 6812800"/>
                <a:gd name="connsiteY8" fmla="*/ 3792474 h 4564192"/>
                <a:gd name="connsiteX9" fmla="*/ 2284250 w 6812800"/>
                <a:gd name="connsiteY9" fmla="*/ 4048125 h 4564192"/>
                <a:gd name="connsiteX10" fmla="*/ 2493896 w 6812800"/>
                <a:gd name="connsiteY10" fmla="*/ 4257866 h 4564192"/>
                <a:gd name="connsiteX11" fmla="*/ 2866133 w 6812800"/>
                <a:gd name="connsiteY11" fmla="*/ 4353687 h 4564192"/>
                <a:gd name="connsiteX12" fmla="*/ 3227511 w 6812800"/>
                <a:gd name="connsiteY12" fmla="*/ 4353687 h 4564192"/>
                <a:gd name="connsiteX13" fmla="*/ 3483638 w 6812800"/>
                <a:gd name="connsiteY13" fmla="*/ 4368927 h 4564192"/>
                <a:gd name="connsiteX14" fmla="*/ 3799297 w 6812800"/>
                <a:gd name="connsiteY14" fmla="*/ 4402170 h 4564192"/>
                <a:gd name="connsiteX15" fmla="*/ 4167320 w 6812800"/>
                <a:gd name="connsiteY15" fmla="*/ 4428192 h 4564192"/>
                <a:gd name="connsiteX16" fmla="*/ 4542877 w 6812800"/>
                <a:gd name="connsiteY16" fmla="*/ 4382555 h 4564192"/>
                <a:gd name="connsiteX17" fmla="*/ 5808977 w 6812800"/>
                <a:gd name="connsiteY17" fmla="*/ 2136458 h 4564192"/>
                <a:gd name="connsiteX18" fmla="*/ 6000334 w 6812800"/>
                <a:gd name="connsiteY18" fmla="*/ 1456658 h 4564192"/>
                <a:gd name="connsiteX19" fmla="*/ 6445437 w 6812800"/>
                <a:gd name="connsiteY19" fmla="*/ 1289114 h 4564192"/>
                <a:gd name="connsiteX20" fmla="*/ 6667941 w 6812800"/>
                <a:gd name="connsiteY20" fmla="*/ 1217295 h 4564192"/>
                <a:gd name="connsiteX21" fmla="*/ 6809102 w 6812800"/>
                <a:gd name="connsiteY21" fmla="*/ 992315 h 4564192"/>
                <a:gd name="connsiteX22" fmla="*/ 6787575 w 6812800"/>
                <a:gd name="connsiteY22" fmla="*/ 824770 h 4564192"/>
                <a:gd name="connsiteX23" fmla="*/ 6639271 w 6812800"/>
                <a:gd name="connsiteY23" fmla="*/ 654844 h 4564192"/>
                <a:gd name="connsiteX24" fmla="*/ 6390478 w 6812800"/>
                <a:gd name="connsiteY24" fmla="*/ 506444 h 4564192"/>
                <a:gd name="connsiteX25" fmla="*/ 6089011 w 6812800"/>
                <a:gd name="connsiteY25" fmla="*/ 353282 h 4564192"/>
                <a:gd name="connsiteX26" fmla="*/ 5988523 w 6812800"/>
                <a:gd name="connsiteY26" fmla="*/ 164211 h 4564192"/>
                <a:gd name="connsiteX27" fmla="*/ 6081296 w 6812800"/>
                <a:gd name="connsiteY27" fmla="*/ 0 h 4564192"/>
                <a:gd name="connsiteX0" fmla="*/ 0 w 6834147"/>
                <a:gd name="connsiteY0" fmla="*/ 2042656 h 4564192"/>
                <a:gd name="connsiteX1" fmla="*/ 931445 w 6834147"/>
                <a:gd name="connsiteY1" fmla="*/ 2009296 h 4564192"/>
                <a:gd name="connsiteX2" fmla="*/ 1454528 w 6834147"/>
                <a:gd name="connsiteY2" fmla="*/ 1926622 h 4564192"/>
                <a:gd name="connsiteX3" fmla="*/ 2055174 w 6834147"/>
                <a:gd name="connsiteY3" fmla="*/ 2147697 h 4564192"/>
                <a:gd name="connsiteX4" fmla="*/ 2230053 w 6834147"/>
                <a:gd name="connsiteY4" fmla="*/ 2370677 h 4564192"/>
                <a:gd name="connsiteX5" fmla="*/ 2201002 w 6834147"/>
                <a:gd name="connsiteY5" fmla="*/ 2632043 h 4564192"/>
                <a:gd name="connsiteX6" fmla="*/ 2057460 w 6834147"/>
                <a:gd name="connsiteY6" fmla="*/ 2947988 h 4564192"/>
                <a:gd name="connsiteX7" fmla="*/ 2025837 w 6834147"/>
                <a:gd name="connsiteY7" fmla="*/ 3462147 h 4564192"/>
                <a:gd name="connsiteX8" fmla="*/ 2149281 w 6834147"/>
                <a:gd name="connsiteY8" fmla="*/ 3792474 h 4564192"/>
                <a:gd name="connsiteX9" fmla="*/ 2284250 w 6834147"/>
                <a:gd name="connsiteY9" fmla="*/ 4048125 h 4564192"/>
                <a:gd name="connsiteX10" fmla="*/ 2493896 w 6834147"/>
                <a:gd name="connsiteY10" fmla="*/ 4257866 h 4564192"/>
                <a:gd name="connsiteX11" fmla="*/ 2866133 w 6834147"/>
                <a:gd name="connsiteY11" fmla="*/ 4353687 h 4564192"/>
                <a:gd name="connsiteX12" fmla="*/ 3227511 w 6834147"/>
                <a:gd name="connsiteY12" fmla="*/ 4353687 h 4564192"/>
                <a:gd name="connsiteX13" fmla="*/ 3483638 w 6834147"/>
                <a:gd name="connsiteY13" fmla="*/ 4368927 h 4564192"/>
                <a:gd name="connsiteX14" fmla="*/ 3799297 w 6834147"/>
                <a:gd name="connsiteY14" fmla="*/ 4402170 h 4564192"/>
                <a:gd name="connsiteX15" fmla="*/ 4167320 w 6834147"/>
                <a:gd name="connsiteY15" fmla="*/ 4428192 h 4564192"/>
                <a:gd name="connsiteX16" fmla="*/ 4542877 w 6834147"/>
                <a:gd name="connsiteY16" fmla="*/ 4382555 h 4564192"/>
                <a:gd name="connsiteX17" fmla="*/ 5808977 w 6834147"/>
                <a:gd name="connsiteY17" fmla="*/ 2136458 h 4564192"/>
                <a:gd name="connsiteX18" fmla="*/ 6000334 w 6834147"/>
                <a:gd name="connsiteY18" fmla="*/ 1456658 h 4564192"/>
                <a:gd name="connsiteX19" fmla="*/ 6445437 w 6834147"/>
                <a:gd name="connsiteY19" fmla="*/ 1289114 h 4564192"/>
                <a:gd name="connsiteX20" fmla="*/ 6809102 w 6834147"/>
                <a:gd name="connsiteY20" fmla="*/ 992315 h 4564192"/>
                <a:gd name="connsiteX21" fmla="*/ 6787575 w 6834147"/>
                <a:gd name="connsiteY21" fmla="*/ 824770 h 4564192"/>
                <a:gd name="connsiteX22" fmla="*/ 6639271 w 6834147"/>
                <a:gd name="connsiteY22" fmla="*/ 654844 h 4564192"/>
                <a:gd name="connsiteX23" fmla="*/ 6390478 w 6834147"/>
                <a:gd name="connsiteY23" fmla="*/ 506444 h 4564192"/>
                <a:gd name="connsiteX24" fmla="*/ 6089011 w 6834147"/>
                <a:gd name="connsiteY24" fmla="*/ 353282 h 4564192"/>
                <a:gd name="connsiteX25" fmla="*/ 5988523 w 6834147"/>
                <a:gd name="connsiteY25" fmla="*/ 164211 h 4564192"/>
                <a:gd name="connsiteX26" fmla="*/ 6081296 w 6834147"/>
                <a:gd name="connsiteY26" fmla="*/ 0 h 4564192"/>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6089011 w 6834147"/>
                <a:gd name="connsiteY23" fmla="*/ 353282 h 4614361"/>
                <a:gd name="connsiteX24" fmla="*/ 5988523 w 6834147"/>
                <a:gd name="connsiteY24" fmla="*/ 164211 h 4614361"/>
                <a:gd name="connsiteX25" fmla="*/ 6081296 w 6834147"/>
                <a:gd name="connsiteY25" fmla="*/ 0 h 4614361"/>
                <a:gd name="connsiteX0" fmla="*/ 0 w 6834147"/>
                <a:gd name="connsiteY0" fmla="*/ 2042656 h 4614361"/>
                <a:gd name="connsiteX1" fmla="*/ 931445 w 6834147"/>
                <a:gd name="connsiteY1" fmla="*/ 2009296 h 4614361"/>
                <a:gd name="connsiteX2" fmla="*/ 1454528 w 6834147"/>
                <a:gd name="connsiteY2" fmla="*/ 1926622 h 4614361"/>
                <a:gd name="connsiteX3" fmla="*/ 2055174 w 6834147"/>
                <a:gd name="connsiteY3" fmla="*/ 2147697 h 4614361"/>
                <a:gd name="connsiteX4" fmla="*/ 2230053 w 6834147"/>
                <a:gd name="connsiteY4" fmla="*/ 2370677 h 4614361"/>
                <a:gd name="connsiteX5" fmla="*/ 2201002 w 6834147"/>
                <a:gd name="connsiteY5" fmla="*/ 2632043 h 4614361"/>
                <a:gd name="connsiteX6" fmla="*/ 2057460 w 6834147"/>
                <a:gd name="connsiteY6" fmla="*/ 2947988 h 4614361"/>
                <a:gd name="connsiteX7" fmla="*/ 2025837 w 6834147"/>
                <a:gd name="connsiteY7" fmla="*/ 3462147 h 4614361"/>
                <a:gd name="connsiteX8" fmla="*/ 2149281 w 6834147"/>
                <a:gd name="connsiteY8" fmla="*/ 3792474 h 4614361"/>
                <a:gd name="connsiteX9" fmla="*/ 2284250 w 6834147"/>
                <a:gd name="connsiteY9" fmla="*/ 4048125 h 4614361"/>
                <a:gd name="connsiteX10" fmla="*/ 2493896 w 6834147"/>
                <a:gd name="connsiteY10" fmla="*/ 4257866 h 4614361"/>
                <a:gd name="connsiteX11" fmla="*/ 2866133 w 6834147"/>
                <a:gd name="connsiteY11" fmla="*/ 4353687 h 4614361"/>
                <a:gd name="connsiteX12" fmla="*/ 3227511 w 6834147"/>
                <a:gd name="connsiteY12" fmla="*/ 4353687 h 4614361"/>
                <a:gd name="connsiteX13" fmla="*/ 3483638 w 6834147"/>
                <a:gd name="connsiteY13" fmla="*/ 4368927 h 4614361"/>
                <a:gd name="connsiteX14" fmla="*/ 3799297 w 6834147"/>
                <a:gd name="connsiteY14" fmla="*/ 4402170 h 4614361"/>
                <a:gd name="connsiteX15" fmla="*/ 4167320 w 6834147"/>
                <a:gd name="connsiteY15" fmla="*/ 4428192 h 4614361"/>
                <a:gd name="connsiteX16" fmla="*/ 4542877 w 6834147"/>
                <a:gd name="connsiteY16" fmla="*/ 4382555 h 4614361"/>
                <a:gd name="connsiteX17" fmla="*/ 6000334 w 6834147"/>
                <a:gd name="connsiteY17" fmla="*/ 1456658 h 4614361"/>
                <a:gd name="connsiteX18" fmla="*/ 6445437 w 6834147"/>
                <a:gd name="connsiteY18" fmla="*/ 1289114 h 4614361"/>
                <a:gd name="connsiteX19" fmla="*/ 6809102 w 6834147"/>
                <a:gd name="connsiteY19" fmla="*/ 992315 h 4614361"/>
                <a:gd name="connsiteX20" fmla="*/ 6787575 w 6834147"/>
                <a:gd name="connsiteY20" fmla="*/ 824770 h 4614361"/>
                <a:gd name="connsiteX21" fmla="*/ 6639271 w 6834147"/>
                <a:gd name="connsiteY21" fmla="*/ 654844 h 4614361"/>
                <a:gd name="connsiteX22" fmla="*/ 6390478 w 6834147"/>
                <a:gd name="connsiteY22" fmla="*/ 506444 h 4614361"/>
                <a:gd name="connsiteX23" fmla="*/ 5988523 w 6834147"/>
                <a:gd name="connsiteY23" fmla="*/ 164211 h 4614361"/>
                <a:gd name="connsiteX24" fmla="*/ 6081296 w 6834147"/>
                <a:gd name="connsiteY24"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5988523 w 6867099"/>
                <a:gd name="connsiteY22" fmla="*/ 164211 h 4614361"/>
                <a:gd name="connsiteX23" fmla="*/ 6081296 w 6867099"/>
                <a:gd name="connsiteY23" fmla="*/ 0 h 4614361"/>
                <a:gd name="connsiteX0" fmla="*/ 0 w 6867099"/>
                <a:gd name="connsiteY0" fmla="*/ 2042656 h 4614361"/>
                <a:gd name="connsiteX1" fmla="*/ 931445 w 6867099"/>
                <a:gd name="connsiteY1" fmla="*/ 2009296 h 4614361"/>
                <a:gd name="connsiteX2" fmla="*/ 1454528 w 6867099"/>
                <a:gd name="connsiteY2" fmla="*/ 1926622 h 4614361"/>
                <a:gd name="connsiteX3" fmla="*/ 2055174 w 6867099"/>
                <a:gd name="connsiteY3" fmla="*/ 2147697 h 4614361"/>
                <a:gd name="connsiteX4" fmla="*/ 2230053 w 6867099"/>
                <a:gd name="connsiteY4" fmla="*/ 2370677 h 4614361"/>
                <a:gd name="connsiteX5" fmla="*/ 2201002 w 6867099"/>
                <a:gd name="connsiteY5" fmla="*/ 2632043 h 4614361"/>
                <a:gd name="connsiteX6" fmla="*/ 2057460 w 6867099"/>
                <a:gd name="connsiteY6" fmla="*/ 2947988 h 4614361"/>
                <a:gd name="connsiteX7" fmla="*/ 2025837 w 6867099"/>
                <a:gd name="connsiteY7" fmla="*/ 3462147 h 4614361"/>
                <a:gd name="connsiteX8" fmla="*/ 2149281 w 6867099"/>
                <a:gd name="connsiteY8" fmla="*/ 3792474 h 4614361"/>
                <a:gd name="connsiteX9" fmla="*/ 2284250 w 6867099"/>
                <a:gd name="connsiteY9" fmla="*/ 4048125 h 4614361"/>
                <a:gd name="connsiteX10" fmla="*/ 2493896 w 6867099"/>
                <a:gd name="connsiteY10" fmla="*/ 4257866 h 4614361"/>
                <a:gd name="connsiteX11" fmla="*/ 2866133 w 6867099"/>
                <a:gd name="connsiteY11" fmla="*/ 4353687 h 4614361"/>
                <a:gd name="connsiteX12" fmla="*/ 3227511 w 6867099"/>
                <a:gd name="connsiteY12" fmla="*/ 4353687 h 4614361"/>
                <a:gd name="connsiteX13" fmla="*/ 3483638 w 6867099"/>
                <a:gd name="connsiteY13" fmla="*/ 4368927 h 4614361"/>
                <a:gd name="connsiteX14" fmla="*/ 3799297 w 6867099"/>
                <a:gd name="connsiteY14" fmla="*/ 4402170 h 4614361"/>
                <a:gd name="connsiteX15" fmla="*/ 4167320 w 6867099"/>
                <a:gd name="connsiteY15" fmla="*/ 4428192 h 4614361"/>
                <a:gd name="connsiteX16" fmla="*/ 4542877 w 6867099"/>
                <a:gd name="connsiteY16" fmla="*/ 4382555 h 4614361"/>
                <a:gd name="connsiteX17" fmla="*/ 6000334 w 6867099"/>
                <a:gd name="connsiteY17" fmla="*/ 1456658 h 4614361"/>
                <a:gd name="connsiteX18" fmla="*/ 6809102 w 6867099"/>
                <a:gd name="connsiteY18" fmla="*/ 992315 h 4614361"/>
                <a:gd name="connsiteX19" fmla="*/ 6787575 w 6867099"/>
                <a:gd name="connsiteY19" fmla="*/ 824770 h 4614361"/>
                <a:gd name="connsiteX20" fmla="*/ 6639271 w 6867099"/>
                <a:gd name="connsiteY20" fmla="*/ 654844 h 4614361"/>
                <a:gd name="connsiteX21" fmla="*/ 6390478 w 6867099"/>
                <a:gd name="connsiteY21" fmla="*/ 506444 h 4614361"/>
                <a:gd name="connsiteX22" fmla="*/ 6081296 w 6867099"/>
                <a:gd name="connsiteY22" fmla="*/ 0 h 4614361"/>
                <a:gd name="connsiteX0" fmla="*/ 0 w 6975049"/>
                <a:gd name="connsiteY0" fmla="*/ 2042656 h 4648674"/>
                <a:gd name="connsiteX1" fmla="*/ 931445 w 6975049"/>
                <a:gd name="connsiteY1" fmla="*/ 2009296 h 4648674"/>
                <a:gd name="connsiteX2" fmla="*/ 1454528 w 6975049"/>
                <a:gd name="connsiteY2" fmla="*/ 1926622 h 4648674"/>
                <a:gd name="connsiteX3" fmla="*/ 2055174 w 6975049"/>
                <a:gd name="connsiteY3" fmla="*/ 2147697 h 4648674"/>
                <a:gd name="connsiteX4" fmla="*/ 2230053 w 6975049"/>
                <a:gd name="connsiteY4" fmla="*/ 2370677 h 4648674"/>
                <a:gd name="connsiteX5" fmla="*/ 2201002 w 6975049"/>
                <a:gd name="connsiteY5" fmla="*/ 2632043 h 4648674"/>
                <a:gd name="connsiteX6" fmla="*/ 2057460 w 6975049"/>
                <a:gd name="connsiteY6" fmla="*/ 2947988 h 4648674"/>
                <a:gd name="connsiteX7" fmla="*/ 2025837 w 6975049"/>
                <a:gd name="connsiteY7" fmla="*/ 3462147 h 4648674"/>
                <a:gd name="connsiteX8" fmla="*/ 2149281 w 6975049"/>
                <a:gd name="connsiteY8" fmla="*/ 3792474 h 4648674"/>
                <a:gd name="connsiteX9" fmla="*/ 2284250 w 6975049"/>
                <a:gd name="connsiteY9" fmla="*/ 4048125 h 4648674"/>
                <a:gd name="connsiteX10" fmla="*/ 2493896 w 6975049"/>
                <a:gd name="connsiteY10" fmla="*/ 4257866 h 4648674"/>
                <a:gd name="connsiteX11" fmla="*/ 2866133 w 6975049"/>
                <a:gd name="connsiteY11" fmla="*/ 4353687 h 4648674"/>
                <a:gd name="connsiteX12" fmla="*/ 3227511 w 6975049"/>
                <a:gd name="connsiteY12" fmla="*/ 4353687 h 4648674"/>
                <a:gd name="connsiteX13" fmla="*/ 3483638 w 6975049"/>
                <a:gd name="connsiteY13" fmla="*/ 4368927 h 4648674"/>
                <a:gd name="connsiteX14" fmla="*/ 3799297 w 6975049"/>
                <a:gd name="connsiteY14" fmla="*/ 4402170 h 4648674"/>
                <a:gd name="connsiteX15" fmla="*/ 4167320 w 6975049"/>
                <a:gd name="connsiteY15" fmla="*/ 4428192 h 4648674"/>
                <a:gd name="connsiteX16" fmla="*/ 4542877 w 6975049"/>
                <a:gd name="connsiteY16" fmla="*/ 4382555 h 4648674"/>
                <a:gd name="connsiteX17" fmla="*/ 6809102 w 6975049"/>
                <a:gd name="connsiteY17" fmla="*/ 992315 h 4648674"/>
                <a:gd name="connsiteX18" fmla="*/ 6787575 w 6975049"/>
                <a:gd name="connsiteY18" fmla="*/ 824770 h 4648674"/>
                <a:gd name="connsiteX19" fmla="*/ 6639271 w 6975049"/>
                <a:gd name="connsiteY19" fmla="*/ 654844 h 4648674"/>
                <a:gd name="connsiteX20" fmla="*/ 6390478 w 6975049"/>
                <a:gd name="connsiteY20" fmla="*/ 506444 h 4648674"/>
                <a:gd name="connsiteX21" fmla="*/ 6081296 w 6975049"/>
                <a:gd name="connsiteY21" fmla="*/ 0 h 4648674"/>
                <a:gd name="connsiteX0" fmla="*/ 0 w 6921563"/>
                <a:gd name="connsiteY0" fmla="*/ 2042656 h 4661059"/>
                <a:gd name="connsiteX1" fmla="*/ 931445 w 6921563"/>
                <a:gd name="connsiteY1" fmla="*/ 2009296 h 4661059"/>
                <a:gd name="connsiteX2" fmla="*/ 1454528 w 6921563"/>
                <a:gd name="connsiteY2" fmla="*/ 1926622 h 4661059"/>
                <a:gd name="connsiteX3" fmla="*/ 2055174 w 6921563"/>
                <a:gd name="connsiteY3" fmla="*/ 2147697 h 4661059"/>
                <a:gd name="connsiteX4" fmla="*/ 2230053 w 6921563"/>
                <a:gd name="connsiteY4" fmla="*/ 2370677 h 4661059"/>
                <a:gd name="connsiteX5" fmla="*/ 2201002 w 6921563"/>
                <a:gd name="connsiteY5" fmla="*/ 2632043 h 4661059"/>
                <a:gd name="connsiteX6" fmla="*/ 2057460 w 6921563"/>
                <a:gd name="connsiteY6" fmla="*/ 2947988 h 4661059"/>
                <a:gd name="connsiteX7" fmla="*/ 2025837 w 6921563"/>
                <a:gd name="connsiteY7" fmla="*/ 3462147 h 4661059"/>
                <a:gd name="connsiteX8" fmla="*/ 2149281 w 6921563"/>
                <a:gd name="connsiteY8" fmla="*/ 3792474 h 4661059"/>
                <a:gd name="connsiteX9" fmla="*/ 2284250 w 6921563"/>
                <a:gd name="connsiteY9" fmla="*/ 4048125 h 4661059"/>
                <a:gd name="connsiteX10" fmla="*/ 2493896 w 6921563"/>
                <a:gd name="connsiteY10" fmla="*/ 4257866 h 4661059"/>
                <a:gd name="connsiteX11" fmla="*/ 2866133 w 6921563"/>
                <a:gd name="connsiteY11" fmla="*/ 4353687 h 4661059"/>
                <a:gd name="connsiteX12" fmla="*/ 3227511 w 6921563"/>
                <a:gd name="connsiteY12" fmla="*/ 4353687 h 4661059"/>
                <a:gd name="connsiteX13" fmla="*/ 3483638 w 6921563"/>
                <a:gd name="connsiteY13" fmla="*/ 4368927 h 4661059"/>
                <a:gd name="connsiteX14" fmla="*/ 3799297 w 6921563"/>
                <a:gd name="connsiteY14" fmla="*/ 4402170 h 4661059"/>
                <a:gd name="connsiteX15" fmla="*/ 4167320 w 6921563"/>
                <a:gd name="connsiteY15" fmla="*/ 4428192 h 4661059"/>
                <a:gd name="connsiteX16" fmla="*/ 4542877 w 6921563"/>
                <a:gd name="connsiteY16" fmla="*/ 4382555 h 4661059"/>
                <a:gd name="connsiteX17" fmla="*/ 6787575 w 6921563"/>
                <a:gd name="connsiteY17" fmla="*/ 824770 h 4661059"/>
                <a:gd name="connsiteX18" fmla="*/ 6639271 w 6921563"/>
                <a:gd name="connsiteY18" fmla="*/ 654844 h 4661059"/>
                <a:gd name="connsiteX19" fmla="*/ 6390478 w 6921563"/>
                <a:gd name="connsiteY19" fmla="*/ 506444 h 4661059"/>
                <a:gd name="connsiteX20" fmla="*/ 6081296 w 6921563"/>
                <a:gd name="connsiteY20" fmla="*/ 0 h 4661059"/>
                <a:gd name="connsiteX0" fmla="*/ 0 w 6931875"/>
                <a:gd name="connsiteY0" fmla="*/ 2042656 h 4661060"/>
                <a:gd name="connsiteX1" fmla="*/ 931445 w 6931875"/>
                <a:gd name="connsiteY1" fmla="*/ 2009296 h 4661060"/>
                <a:gd name="connsiteX2" fmla="*/ 1454528 w 6931875"/>
                <a:gd name="connsiteY2" fmla="*/ 1926622 h 4661060"/>
                <a:gd name="connsiteX3" fmla="*/ 2055174 w 6931875"/>
                <a:gd name="connsiteY3" fmla="*/ 2147697 h 4661060"/>
                <a:gd name="connsiteX4" fmla="*/ 2230053 w 6931875"/>
                <a:gd name="connsiteY4" fmla="*/ 2370677 h 4661060"/>
                <a:gd name="connsiteX5" fmla="*/ 2201002 w 6931875"/>
                <a:gd name="connsiteY5" fmla="*/ 2632043 h 4661060"/>
                <a:gd name="connsiteX6" fmla="*/ 2057460 w 6931875"/>
                <a:gd name="connsiteY6" fmla="*/ 2947988 h 4661060"/>
                <a:gd name="connsiteX7" fmla="*/ 2025837 w 6931875"/>
                <a:gd name="connsiteY7" fmla="*/ 3462147 h 4661060"/>
                <a:gd name="connsiteX8" fmla="*/ 2149281 w 6931875"/>
                <a:gd name="connsiteY8" fmla="*/ 3792474 h 4661060"/>
                <a:gd name="connsiteX9" fmla="*/ 2284250 w 6931875"/>
                <a:gd name="connsiteY9" fmla="*/ 4048125 h 4661060"/>
                <a:gd name="connsiteX10" fmla="*/ 2493896 w 6931875"/>
                <a:gd name="connsiteY10" fmla="*/ 4257866 h 4661060"/>
                <a:gd name="connsiteX11" fmla="*/ 2866133 w 6931875"/>
                <a:gd name="connsiteY11" fmla="*/ 4353687 h 4661060"/>
                <a:gd name="connsiteX12" fmla="*/ 3227511 w 6931875"/>
                <a:gd name="connsiteY12" fmla="*/ 4353687 h 4661060"/>
                <a:gd name="connsiteX13" fmla="*/ 3483638 w 6931875"/>
                <a:gd name="connsiteY13" fmla="*/ 4368927 h 4661060"/>
                <a:gd name="connsiteX14" fmla="*/ 3799297 w 6931875"/>
                <a:gd name="connsiteY14" fmla="*/ 4402170 h 4661060"/>
                <a:gd name="connsiteX15" fmla="*/ 4167320 w 6931875"/>
                <a:gd name="connsiteY15" fmla="*/ 4428192 h 4661060"/>
                <a:gd name="connsiteX16" fmla="*/ 4542877 w 6931875"/>
                <a:gd name="connsiteY16" fmla="*/ 4382555 h 4661060"/>
                <a:gd name="connsiteX17" fmla="*/ 6787575 w 6931875"/>
                <a:gd name="connsiteY17" fmla="*/ 824770 h 4661060"/>
                <a:gd name="connsiteX18" fmla="*/ 6639271 w 6931875"/>
                <a:gd name="connsiteY18" fmla="*/ 654844 h 4661060"/>
                <a:gd name="connsiteX19" fmla="*/ 6081296 w 6931875"/>
                <a:gd name="connsiteY19" fmla="*/ 0 h 4661060"/>
                <a:gd name="connsiteX0" fmla="*/ 0 w 6931875"/>
                <a:gd name="connsiteY0" fmla="*/ 1508731 h 4127135"/>
                <a:gd name="connsiteX1" fmla="*/ 931445 w 6931875"/>
                <a:gd name="connsiteY1" fmla="*/ 1475371 h 4127135"/>
                <a:gd name="connsiteX2" fmla="*/ 1454528 w 6931875"/>
                <a:gd name="connsiteY2" fmla="*/ 1392697 h 4127135"/>
                <a:gd name="connsiteX3" fmla="*/ 2055174 w 6931875"/>
                <a:gd name="connsiteY3" fmla="*/ 1613772 h 4127135"/>
                <a:gd name="connsiteX4" fmla="*/ 2230053 w 6931875"/>
                <a:gd name="connsiteY4" fmla="*/ 1836752 h 4127135"/>
                <a:gd name="connsiteX5" fmla="*/ 2201002 w 6931875"/>
                <a:gd name="connsiteY5" fmla="*/ 2098118 h 4127135"/>
                <a:gd name="connsiteX6" fmla="*/ 2057460 w 6931875"/>
                <a:gd name="connsiteY6" fmla="*/ 2414063 h 4127135"/>
                <a:gd name="connsiteX7" fmla="*/ 2025837 w 6931875"/>
                <a:gd name="connsiteY7" fmla="*/ 2928222 h 4127135"/>
                <a:gd name="connsiteX8" fmla="*/ 2149281 w 6931875"/>
                <a:gd name="connsiteY8" fmla="*/ 3258549 h 4127135"/>
                <a:gd name="connsiteX9" fmla="*/ 2284250 w 6931875"/>
                <a:gd name="connsiteY9" fmla="*/ 3514200 h 4127135"/>
                <a:gd name="connsiteX10" fmla="*/ 2493896 w 6931875"/>
                <a:gd name="connsiteY10" fmla="*/ 3723941 h 4127135"/>
                <a:gd name="connsiteX11" fmla="*/ 2866133 w 6931875"/>
                <a:gd name="connsiteY11" fmla="*/ 3819762 h 4127135"/>
                <a:gd name="connsiteX12" fmla="*/ 3227511 w 6931875"/>
                <a:gd name="connsiteY12" fmla="*/ 3819762 h 4127135"/>
                <a:gd name="connsiteX13" fmla="*/ 3483638 w 6931875"/>
                <a:gd name="connsiteY13" fmla="*/ 3835002 h 4127135"/>
                <a:gd name="connsiteX14" fmla="*/ 3799297 w 6931875"/>
                <a:gd name="connsiteY14" fmla="*/ 3868245 h 4127135"/>
                <a:gd name="connsiteX15" fmla="*/ 4167320 w 6931875"/>
                <a:gd name="connsiteY15" fmla="*/ 3894267 h 4127135"/>
                <a:gd name="connsiteX16" fmla="*/ 4542877 w 6931875"/>
                <a:gd name="connsiteY16" fmla="*/ 3848630 h 4127135"/>
                <a:gd name="connsiteX17" fmla="*/ 6787575 w 6931875"/>
                <a:gd name="connsiteY17" fmla="*/ 290845 h 4127135"/>
                <a:gd name="connsiteX18" fmla="*/ 6639271 w 6931875"/>
                <a:gd name="connsiteY18" fmla="*/ 120919 h 4127135"/>
                <a:gd name="connsiteX0" fmla="*/ 0 w 6787575"/>
                <a:gd name="connsiteY0" fmla="*/ 1217886 h 3836290"/>
                <a:gd name="connsiteX1" fmla="*/ 931445 w 6787575"/>
                <a:gd name="connsiteY1" fmla="*/ 1184526 h 3836290"/>
                <a:gd name="connsiteX2" fmla="*/ 1454528 w 6787575"/>
                <a:gd name="connsiteY2" fmla="*/ 1101852 h 3836290"/>
                <a:gd name="connsiteX3" fmla="*/ 2055174 w 6787575"/>
                <a:gd name="connsiteY3" fmla="*/ 1322927 h 3836290"/>
                <a:gd name="connsiteX4" fmla="*/ 2230053 w 6787575"/>
                <a:gd name="connsiteY4" fmla="*/ 1545907 h 3836290"/>
                <a:gd name="connsiteX5" fmla="*/ 2201002 w 6787575"/>
                <a:gd name="connsiteY5" fmla="*/ 1807273 h 3836290"/>
                <a:gd name="connsiteX6" fmla="*/ 2057460 w 6787575"/>
                <a:gd name="connsiteY6" fmla="*/ 2123218 h 3836290"/>
                <a:gd name="connsiteX7" fmla="*/ 2025837 w 6787575"/>
                <a:gd name="connsiteY7" fmla="*/ 2637377 h 3836290"/>
                <a:gd name="connsiteX8" fmla="*/ 2149281 w 6787575"/>
                <a:gd name="connsiteY8" fmla="*/ 2967704 h 3836290"/>
                <a:gd name="connsiteX9" fmla="*/ 2284250 w 6787575"/>
                <a:gd name="connsiteY9" fmla="*/ 3223355 h 3836290"/>
                <a:gd name="connsiteX10" fmla="*/ 2493896 w 6787575"/>
                <a:gd name="connsiteY10" fmla="*/ 3433096 h 3836290"/>
                <a:gd name="connsiteX11" fmla="*/ 2866133 w 6787575"/>
                <a:gd name="connsiteY11" fmla="*/ 3528917 h 3836290"/>
                <a:gd name="connsiteX12" fmla="*/ 3227511 w 6787575"/>
                <a:gd name="connsiteY12" fmla="*/ 3528917 h 3836290"/>
                <a:gd name="connsiteX13" fmla="*/ 3483638 w 6787575"/>
                <a:gd name="connsiteY13" fmla="*/ 3544157 h 3836290"/>
                <a:gd name="connsiteX14" fmla="*/ 3799297 w 6787575"/>
                <a:gd name="connsiteY14" fmla="*/ 3577400 h 3836290"/>
                <a:gd name="connsiteX15" fmla="*/ 4167320 w 6787575"/>
                <a:gd name="connsiteY15" fmla="*/ 3603422 h 3836290"/>
                <a:gd name="connsiteX16" fmla="*/ 4542877 w 6787575"/>
                <a:gd name="connsiteY16" fmla="*/ 3557785 h 3836290"/>
                <a:gd name="connsiteX17" fmla="*/ 6787575 w 6787575"/>
                <a:gd name="connsiteY17" fmla="*/ 0 h 3836290"/>
                <a:gd name="connsiteX0" fmla="*/ 0 w 4542877"/>
                <a:gd name="connsiteY0" fmla="*/ 139655 h 2758059"/>
                <a:gd name="connsiteX1" fmla="*/ 931445 w 4542877"/>
                <a:gd name="connsiteY1" fmla="*/ 106295 h 2758059"/>
                <a:gd name="connsiteX2" fmla="*/ 1454528 w 4542877"/>
                <a:gd name="connsiteY2" fmla="*/ 23621 h 2758059"/>
                <a:gd name="connsiteX3" fmla="*/ 2055174 w 4542877"/>
                <a:gd name="connsiteY3" fmla="*/ 244696 h 2758059"/>
                <a:gd name="connsiteX4" fmla="*/ 2230053 w 4542877"/>
                <a:gd name="connsiteY4" fmla="*/ 467676 h 2758059"/>
                <a:gd name="connsiteX5" fmla="*/ 2201002 w 4542877"/>
                <a:gd name="connsiteY5" fmla="*/ 729042 h 2758059"/>
                <a:gd name="connsiteX6" fmla="*/ 2057460 w 4542877"/>
                <a:gd name="connsiteY6" fmla="*/ 1044987 h 2758059"/>
                <a:gd name="connsiteX7" fmla="*/ 2025837 w 4542877"/>
                <a:gd name="connsiteY7" fmla="*/ 1559146 h 2758059"/>
                <a:gd name="connsiteX8" fmla="*/ 2149281 w 4542877"/>
                <a:gd name="connsiteY8" fmla="*/ 1889473 h 2758059"/>
                <a:gd name="connsiteX9" fmla="*/ 2284250 w 4542877"/>
                <a:gd name="connsiteY9" fmla="*/ 2145124 h 2758059"/>
                <a:gd name="connsiteX10" fmla="*/ 2493896 w 4542877"/>
                <a:gd name="connsiteY10" fmla="*/ 2354865 h 2758059"/>
                <a:gd name="connsiteX11" fmla="*/ 2866133 w 4542877"/>
                <a:gd name="connsiteY11" fmla="*/ 2450686 h 2758059"/>
                <a:gd name="connsiteX12" fmla="*/ 3227511 w 4542877"/>
                <a:gd name="connsiteY12" fmla="*/ 2450686 h 2758059"/>
                <a:gd name="connsiteX13" fmla="*/ 3483638 w 4542877"/>
                <a:gd name="connsiteY13" fmla="*/ 2465926 h 2758059"/>
                <a:gd name="connsiteX14" fmla="*/ 3799297 w 4542877"/>
                <a:gd name="connsiteY14" fmla="*/ 2499169 h 2758059"/>
                <a:gd name="connsiteX15" fmla="*/ 4167320 w 4542877"/>
                <a:gd name="connsiteY15" fmla="*/ 2525191 h 2758059"/>
                <a:gd name="connsiteX16" fmla="*/ 4542877 w 4542877"/>
                <a:gd name="connsiteY16" fmla="*/ 2479554 h 2758059"/>
                <a:gd name="connsiteX0" fmla="*/ 0 w 4542877"/>
                <a:gd name="connsiteY0" fmla="*/ 139655 h 2544305"/>
                <a:gd name="connsiteX1" fmla="*/ 931445 w 4542877"/>
                <a:gd name="connsiteY1" fmla="*/ 106295 h 2544305"/>
                <a:gd name="connsiteX2" fmla="*/ 1454528 w 4542877"/>
                <a:gd name="connsiteY2" fmla="*/ 23621 h 2544305"/>
                <a:gd name="connsiteX3" fmla="*/ 2055174 w 4542877"/>
                <a:gd name="connsiteY3" fmla="*/ 244696 h 2544305"/>
                <a:gd name="connsiteX4" fmla="*/ 2230053 w 4542877"/>
                <a:gd name="connsiteY4" fmla="*/ 467676 h 2544305"/>
                <a:gd name="connsiteX5" fmla="*/ 2201002 w 4542877"/>
                <a:gd name="connsiteY5" fmla="*/ 729042 h 2544305"/>
                <a:gd name="connsiteX6" fmla="*/ 2057460 w 4542877"/>
                <a:gd name="connsiteY6" fmla="*/ 1044987 h 2544305"/>
                <a:gd name="connsiteX7" fmla="*/ 2025837 w 4542877"/>
                <a:gd name="connsiteY7" fmla="*/ 1559146 h 2544305"/>
                <a:gd name="connsiteX8" fmla="*/ 2149281 w 4542877"/>
                <a:gd name="connsiteY8" fmla="*/ 1889473 h 2544305"/>
                <a:gd name="connsiteX9" fmla="*/ 2284250 w 4542877"/>
                <a:gd name="connsiteY9" fmla="*/ 2145124 h 2544305"/>
                <a:gd name="connsiteX10" fmla="*/ 2493896 w 4542877"/>
                <a:gd name="connsiteY10" fmla="*/ 2354865 h 2544305"/>
                <a:gd name="connsiteX11" fmla="*/ 2866133 w 4542877"/>
                <a:gd name="connsiteY11" fmla="*/ 2450686 h 2544305"/>
                <a:gd name="connsiteX12" fmla="*/ 3227511 w 4542877"/>
                <a:gd name="connsiteY12" fmla="*/ 2450686 h 2544305"/>
                <a:gd name="connsiteX13" fmla="*/ 3483638 w 4542877"/>
                <a:gd name="connsiteY13" fmla="*/ 2465926 h 2544305"/>
                <a:gd name="connsiteX14" fmla="*/ 3799297 w 4542877"/>
                <a:gd name="connsiteY14" fmla="*/ 2499169 h 2544305"/>
                <a:gd name="connsiteX15" fmla="*/ 4167320 w 4542877"/>
                <a:gd name="connsiteY15" fmla="*/ 2525191 h 2544305"/>
                <a:gd name="connsiteX16" fmla="*/ 4542877 w 4542877"/>
                <a:gd name="connsiteY16" fmla="*/ 2479554 h 2544305"/>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1949355 w 4262179"/>
                <a:gd name="connsiteY4" fmla="*/ 448591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14932 h 2525220"/>
                <a:gd name="connsiteX1" fmla="*/ 650747 w 4262179"/>
                <a:gd name="connsiteY1" fmla="*/ 87210 h 2525220"/>
                <a:gd name="connsiteX2" fmla="*/ 1173830 w 4262179"/>
                <a:gd name="connsiteY2" fmla="*/ 4536 h 2525220"/>
                <a:gd name="connsiteX3" fmla="*/ 1774476 w 4262179"/>
                <a:gd name="connsiteY3" fmla="*/ 225611 h 2525220"/>
                <a:gd name="connsiteX4" fmla="*/ 2039267 w 4262179"/>
                <a:gd name="connsiteY4" fmla="*/ 535934 h 2525220"/>
                <a:gd name="connsiteX5" fmla="*/ 1920304 w 4262179"/>
                <a:gd name="connsiteY5" fmla="*/ 709957 h 2525220"/>
                <a:gd name="connsiteX6" fmla="*/ 1776762 w 4262179"/>
                <a:gd name="connsiteY6" fmla="*/ 1025902 h 2525220"/>
                <a:gd name="connsiteX7" fmla="*/ 1745139 w 4262179"/>
                <a:gd name="connsiteY7" fmla="*/ 1540061 h 2525220"/>
                <a:gd name="connsiteX8" fmla="*/ 1868583 w 4262179"/>
                <a:gd name="connsiteY8" fmla="*/ 1870388 h 2525220"/>
                <a:gd name="connsiteX9" fmla="*/ 2003552 w 4262179"/>
                <a:gd name="connsiteY9" fmla="*/ 2126039 h 2525220"/>
                <a:gd name="connsiteX10" fmla="*/ 2213198 w 4262179"/>
                <a:gd name="connsiteY10" fmla="*/ 2335780 h 2525220"/>
                <a:gd name="connsiteX11" fmla="*/ 2585435 w 4262179"/>
                <a:gd name="connsiteY11" fmla="*/ 2431601 h 2525220"/>
                <a:gd name="connsiteX12" fmla="*/ 2946813 w 4262179"/>
                <a:gd name="connsiteY12" fmla="*/ 2431601 h 2525220"/>
                <a:gd name="connsiteX13" fmla="*/ 3202940 w 4262179"/>
                <a:gd name="connsiteY13" fmla="*/ 2446841 h 2525220"/>
                <a:gd name="connsiteX14" fmla="*/ 3518599 w 4262179"/>
                <a:gd name="connsiteY14" fmla="*/ 2480084 h 2525220"/>
                <a:gd name="connsiteX15" fmla="*/ 3886622 w 4262179"/>
                <a:gd name="connsiteY15" fmla="*/ 2506106 h 2525220"/>
                <a:gd name="connsiteX16" fmla="*/ 4262179 w 4262179"/>
                <a:gd name="connsiteY16" fmla="*/ 2460469 h 2525220"/>
                <a:gd name="connsiteX0" fmla="*/ 0 w 4262179"/>
                <a:gd name="connsiteY0" fmla="*/ 251066 h 2561354"/>
                <a:gd name="connsiteX1" fmla="*/ 650747 w 4262179"/>
                <a:gd name="connsiteY1" fmla="*/ 123344 h 2561354"/>
                <a:gd name="connsiteX2" fmla="*/ 1173830 w 4262179"/>
                <a:gd name="connsiteY2" fmla="*/ 40670 h 2561354"/>
                <a:gd name="connsiteX3" fmla="*/ 1774476 w 4262179"/>
                <a:gd name="connsiteY3" fmla="*/ 261745 h 2561354"/>
                <a:gd name="connsiteX4" fmla="*/ 2039267 w 4262179"/>
                <a:gd name="connsiteY4" fmla="*/ 572068 h 2561354"/>
                <a:gd name="connsiteX5" fmla="*/ 1920304 w 4262179"/>
                <a:gd name="connsiteY5" fmla="*/ 746091 h 2561354"/>
                <a:gd name="connsiteX6" fmla="*/ 1776762 w 4262179"/>
                <a:gd name="connsiteY6" fmla="*/ 1062036 h 2561354"/>
                <a:gd name="connsiteX7" fmla="*/ 1745139 w 4262179"/>
                <a:gd name="connsiteY7" fmla="*/ 1576195 h 2561354"/>
                <a:gd name="connsiteX8" fmla="*/ 1868583 w 4262179"/>
                <a:gd name="connsiteY8" fmla="*/ 1906522 h 2561354"/>
                <a:gd name="connsiteX9" fmla="*/ 2003552 w 4262179"/>
                <a:gd name="connsiteY9" fmla="*/ 2162173 h 2561354"/>
                <a:gd name="connsiteX10" fmla="*/ 2213198 w 4262179"/>
                <a:gd name="connsiteY10" fmla="*/ 2371914 h 2561354"/>
                <a:gd name="connsiteX11" fmla="*/ 2585435 w 4262179"/>
                <a:gd name="connsiteY11" fmla="*/ 2467735 h 2561354"/>
                <a:gd name="connsiteX12" fmla="*/ 2946813 w 4262179"/>
                <a:gd name="connsiteY12" fmla="*/ 2467735 h 2561354"/>
                <a:gd name="connsiteX13" fmla="*/ 3202940 w 4262179"/>
                <a:gd name="connsiteY13" fmla="*/ 2482975 h 2561354"/>
                <a:gd name="connsiteX14" fmla="*/ 3518599 w 4262179"/>
                <a:gd name="connsiteY14" fmla="*/ 2516218 h 2561354"/>
                <a:gd name="connsiteX15" fmla="*/ 3886622 w 4262179"/>
                <a:gd name="connsiteY15" fmla="*/ 2542240 h 2561354"/>
                <a:gd name="connsiteX16" fmla="*/ 4262179 w 4262179"/>
                <a:gd name="connsiteY16" fmla="*/ 2496603 h 2561354"/>
                <a:gd name="connsiteX0" fmla="*/ 0 w 3886622"/>
                <a:gd name="connsiteY0" fmla="*/ 251066 h 2542606"/>
                <a:gd name="connsiteX1" fmla="*/ 650747 w 3886622"/>
                <a:gd name="connsiteY1" fmla="*/ 123344 h 2542606"/>
                <a:gd name="connsiteX2" fmla="*/ 1173830 w 3886622"/>
                <a:gd name="connsiteY2" fmla="*/ 40670 h 2542606"/>
                <a:gd name="connsiteX3" fmla="*/ 1774476 w 3886622"/>
                <a:gd name="connsiteY3" fmla="*/ 261745 h 2542606"/>
                <a:gd name="connsiteX4" fmla="*/ 2039267 w 3886622"/>
                <a:gd name="connsiteY4" fmla="*/ 572068 h 2542606"/>
                <a:gd name="connsiteX5" fmla="*/ 1920304 w 3886622"/>
                <a:gd name="connsiteY5" fmla="*/ 746091 h 2542606"/>
                <a:gd name="connsiteX6" fmla="*/ 1776762 w 3886622"/>
                <a:gd name="connsiteY6" fmla="*/ 1062036 h 2542606"/>
                <a:gd name="connsiteX7" fmla="*/ 1745139 w 3886622"/>
                <a:gd name="connsiteY7" fmla="*/ 1576195 h 2542606"/>
                <a:gd name="connsiteX8" fmla="*/ 1868583 w 3886622"/>
                <a:gd name="connsiteY8" fmla="*/ 1906522 h 2542606"/>
                <a:gd name="connsiteX9" fmla="*/ 2003552 w 3886622"/>
                <a:gd name="connsiteY9" fmla="*/ 2162173 h 2542606"/>
                <a:gd name="connsiteX10" fmla="*/ 2213198 w 3886622"/>
                <a:gd name="connsiteY10" fmla="*/ 2371914 h 2542606"/>
                <a:gd name="connsiteX11" fmla="*/ 2585435 w 3886622"/>
                <a:gd name="connsiteY11" fmla="*/ 2467735 h 2542606"/>
                <a:gd name="connsiteX12" fmla="*/ 2946813 w 3886622"/>
                <a:gd name="connsiteY12" fmla="*/ 2467735 h 2542606"/>
                <a:gd name="connsiteX13" fmla="*/ 3202940 w 3886622"/>
                <a:gd name="connsiteY13" fmla="*/ 2482975 h 2542606"/>
                <a:gd name="connsiteX14" fmla="*/ 3518599 w 3886622"/>
                <a:gd name="connsiteY14" fmla="*/ 2516218 h 2542606"/>
                <a:gd name="connsiteX15" fmla="*/ 3886622 w 3886622"/>
                <a:gd name="connsiteY15" fmla="*/ 2542240 h 2542606"/>
                <a:gd name="connsiteX0" fmla="*/ 0 w 3753495"/>
                <a:gd name="connsiteY0" fmla="*/ 251066 h 2600288"/>
                <a:gd name="connsiteX1" fmla="*/ 650747 w 3753495"/>
                <a:gd name="connsiteY1" fmla="*/ 123344 h 2600288"/>
                <a:gd name="connsiteX2" fmla="*/ 1173830 w 3753495"/>
                <a:gd name="connsiteY2" fmla="*/ 40670 h 2600288"/>
                <a:gd name="connsiteX3" fmla="*/ 1774476 w 3753495"/>
                <a:gd name="connsiteY3" fmla="*/ 261745 h 2600288"/>
                <a:gd name="connsiteX4" fmla="*/ 2039267 w 3753495"/>
                <a:gd name="connsiteY4" fmla="*/ 572068 h 2600288"/>
                <a:gd name="connsiteX5" fmla="*/ 1920304 w 3753495"/>
                <a:gd name="connsiteY5" fmla="*/ 746091 h 2600288"/>
                <a:gd name="connsiteX6" fmla="*/ 1776762 w 3753495"/>
                <a:gd name="connsiteY6" fmla="*/ 1062036 h 2600288"/>
                <a:gd name="connsiteX7" fmla="*/ 1745139 w 3753495"/>
                <a:gd name="connsiteY7" fmla="*/ 1576195 h 2600288"/>
                <a:gd name="connsiteX8" fmla="*/ 1868583 w 3753495"/>
                <a:gd name="connsiteY8" fmla="*/ 1906522 h 2600288"/>
                <a:gd name="connsiteX9" fmla="*/ 2003552 w 3753495"/>
                <a:gd name="connsiteY9" fmla="*/ 2162173 h 2600288"/>
                <a:gd name="connsiteX10" fmla="*/ 2213198 w 3753495"/>
                <a:gd name="connsiteY10" fmla="*/ 2371914 h 2600288"/>
                <a:gd name="connsiteX11" fmla="*/ 2585435 w 3753495"/>
                <a:gd name="connsiteY11" fmla="*/ 2467735 h 2600288"/>
                <a:gd name="connsiteX12" fmla="*/ 2946813 w 3753495"/>
                <a:gd name="connsiteY12" fmla="*/ 2467735 h 2600288"/>
                <a:gd name="connsiteX13" fmla="*/ 3202940 w 3753495"/>
                <a:gd name="connsiteY13" fmla="*/ 2482975 h 2600288"/>
                <a:gd name="connsiteX14" fmla="*/ 3518599 w 3753495"/>
                <a:gd name="connsiteY14" fmla="*/ 2516218 h 2600288"/>
                <a:gd name="connsiteX15" fmla="*/ 3753495 w 3753495"/>
                <a:gd name="connsiteY15" fmla="*/ 2600174 h 2600288"/>
                <a:gd name="connsiteX0" fmla="*/ 0 w 3775527"/>
                <a:gd name="connsiteY0" fmla="*/ 251066 h 2581147"/>
                <a:gd name="connsiteX1" fmla="*/ 650747 w 3775527"/>
                <a:gd name="connsiteY1" fmla="*/ 123344 h 2581147"/>
                <a:gd name="connsiteX2" fmla="*/ 1173830 w 3775527"/>
                <a:gd name="connsiteY2" fmla="*/ 40670 h 2581147"/>
                <a:gd name="connsiteX3" fmla="*/ 1774476 w 3775527"/>
                <a:gd name="connsiteY3" fmla="*/ 261745 h 2581147"/>
                <a:gd name="connsiteX4" fmla="*/ 2039267 w 3775527"/>
                <a:gd name="connsiteY4" fmla="*/ 572068 h 2581147"/>
                <a:gd name="connsiteX5" fmla="*/ 1920304 w 3775527"/>
                <a:gd name="connsiteY5" fmla="*/ 746091 h 2581147"/>
                <a:gd name="connsiteX6" fmla="*/ 1776762 w 3775527"/>
                <a:gd name="connsiteY6" fmla="*/ 1062036 h 2581147"/>
                <a:gd name="connsiteX7" fmla="*/ 1745139 w 3775527"/>
                <a:gd name="connsiteY7" fmla="*/ 1576195 h 2581147"/>
                <a:gd name="connsiteX8" fmla="*/ 1868583 w 3775527"/>
                <a:gd name="connsiteY8" fmla="*/ 1906522 h 2581147"/>
                <a:gd name="connsiteX9" fmla="*/ 2003552 w 3775527"/>
                <a:gd name="connsiteY9" fmla="*/ 2162173 h 2581147"/>
                <a:gd name="connsiteX10" fmla="*/ 2213198 w 3775527"/>
                <a:gd name="connsiteY10" fmla="*/ 2371914 h 2581147"/>
                <a:gd name="connsiteX11" fmla="*/ 2585435 w 3775527"/>
                <a:gd name="connsiteY11" fmla="*/ 2467735 h 2581147"/>
                <a:gd name="connsiteX12" fmla="*/ 2946813 w 3775527"/>
                <a:gd name="connsiteY12" fmla="*/ 2467735 h 2581147"/>
                <a:gd name="connsiteX13" fmla="*/ 3202940 w 3775527"/>
                <a:gd name="connsiteY13" fmla="*/ 2482975 h 2581147"/>
                <a:gd name="connsiteX14" fmla="*/ 3518599 w 3775527"/>
                <a:gd name="connsiteY14" fmla="*/ 2516218 h 2581147"/>
                <a:gd name="connsiteX15" fmla="*/ 3775527 w 3775527"/>
                <a:gd name="connsiteY15" fmla="*/ 2580991 h 2581147"/>
                <a:gd name="connsiteX0" fmla="*/ 0 w 3775527"/>
                <a:gd name="connsiteY0" fmla="*/ 251066 h 2581547"/>
                <a:gd name="connsiteX1" fmla="*/ 650747 w 3775527"/>
                <a:gd name="connsiteY1" fmla="*/ 123344 h 2581547"/>
                <a:gd name="connsiteX2" fmla="*/ 1173830 w 3775527"/>
                <a:gd name="connsiteY2" fmla="*/ 40670 h 2581547"/>
                <a:gd name="connsiteX3" fmla="*/ 1774476 w 3775527"/>
                <a:gd name="connsiteY3" fmla="*/ 261745 h 2581547"/>
                <a:gd name="connsiteX4" fmla="*/ 2039267 w 3775527"/>
                <a:gd name="connsiteY4" fmla="*/ 572068 h 2581547"/>
                <a:gd name="connsiteX5" fmla="*/ 1920304 w 3775527"/>
                <a:gd name="connsiteY5" fmla="*/ 746091 h 2581547"/>
                <a:gd name="connsiteX6" fmla="*/ 1776762 w 3775527"/>
                <a:gd name="connsiteY6" fmla="*/ 1062036 h 2581547"/>
                <a:gd name="connsiteX7" fmla="*/ 1745139 w 3775527"/>
                <a:gd name="connsiteY7" fmla="*/ 1576195 h 2581547"/>
                <a:gd name="connsiteX8" fmla="*/ 1868583 w 3775527"/>
                <a:gd name="connsiteY8" fmla="*/ 1906522 h 2581547"/>
                <a:gd name="connsiteX9" fmla="*/ 2003552 w 3775527"/>
                <a:gd name="connsiteY9" fmla="*/ 2162173 h 2581547"/>
                <a:gd name="connsiteX10" fmla="*/ 2213198 w 3775527"/>
                <a:gd name="connsiteY10" fmla="*/ 2371914 h 2581547"/>
                <a:gd name="connsiteX11" fmla="*/ 2585435 w 3775527"/>
                <a:gd name="connsiteY11" fmla="*/ 2467735 h 2581547"/>
                <a:gd name="connsiteX12" fmla="*/ 2946813 w 3775527"/>
                <a:gd name="connsiteY12" fmla="*/ 2467735 h 2581547"/>
                <a:gd name="connsiteX13" fmla="*/ 3202940 w 3775527"/>
                <a:gd name="connsiteY13" fmla="*/ 2482975 h 2581547"/>
                <a:gd name="connsiteX14" fmla="*/ 3510487 w 3775527"/>
                <a:gd name="connsiteY14" fmla="*/ 2553331 h 2581547"/>
                <a:gd name="connsiteX15" fmla="*/ 3775527 w 3775527"/>
                <a:gd name="connsiteY15" fmla="*/ 2580991 h 258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75527" h="2581547">
                  <a:moveTo>
                    <a:pt x="0" y="251066"/>
                  </a:moveTo>
                  <a:cubicBezTo>
                    <a:pt x="395303" y="449685"/>
                    <a:pt x="455109" y="158410"/>
                    <a:pt x="650747" y="123344"/>
                  </a:cubicBezTo>
                  <a:cubicBezTo>
                    <a:pt x="846385" y="88278"/>
                    <a:pt x="885017" y="-74641"/>
                    <a:pt x="1173830" y="40670"/>
                  </a:cubicBezTo>
                  <a:cubicBezTo>
                    <a:pt x="1462643" y="155981"/>
                    <a:pt x="1630237" y="173179"/>
                    <a:pt x="1774476" y="261745"/>
                  </a:cubicBezTo>
                  <a:cubicBezTo>
                    <a:pt x="1918715" y="350311"/>
                    <a:pt x="2015074" y="477676"/>
                    <a:pt x="2039267" y="572068"/>
                  </a:cubicBezTo>
                  <a:cubicBezTo>
                    <a:pt x="2061460" y="658936"/>
                    <a:pt x="1964055" y="664430"/>
                    <a:pt x="1920304" y="746091"/>
                  </a:cubicBezTo>
                  <a:cubicBezTo>
                    <a:pt x="1876553" y="827752"/>
                    <a:pt x="1817053" y="953451"/>
                    <a:pt x="1776762" y="1062036"/>
                  </a:cubicBezTo>
                  <a:cubicBezTo>
                    <a:pt x="1715802" y="1226247"/>
                    <a:pt x="1706849" y="1405317"/>
                    <a:pt x="1745139" y="1576195"/>
                  </a:cubicBezTo>
                  <a:cubicBezTo>
                    <a:pt x="1770952" y="1691162"/>
                    <a:pt x="1819244" y="1799366"/>
                    <a:pt x="1868583" y="1906522"/>
                  </a:cubicBezTo>
                  <a:cubicBezTo>
                    <a:pt x="1908969" y="1994247"/>
                    <a:pt x="1950308" y="2081782"/>
                    <a:pt x="2003552" y="2162173"/>
                  </a:cubicBezTo>
                  <a:cubicBezTo>
                    <a:pt x="2058893" y="2245707"/>
                    <a:pt x="2127377" y="2320479"/>
                    <a:pt x="2213198" y="2371914"/>
                  </a:cubicBezTo>
                  <a:cubicBezTo>
                    <a:pt x="2324545" y="2438684"/>
                    <a:pt x="2455323" y="2461068"/>
                    <a:pt x="2585435" y="2467735"/>
                  </a:cubicBezTo>
                  <a:cubicBezTo>
                    <a:pt x="2705735" y="2473927"/>
                    <a:pt x="2826322" y="2466021"/>
                    <a:pt x="2946813" y="2467735"/>
                  </a:cubicBezTo>
                  <a:cubicBezTo>
                    <a:pt x="3032348" y="2468973"/>
                    <a:pt x="3108994" y="2468709"/>
                    <a:pt x="3202940" y="2482975"/>
                  </a:cubicBezTo>
                  <a:cubicBezTo>
                    <a:pt x="3296886" y="2497241"/>
                    <a:pt x="3418728" y="2533798"/>
                    <a:pt x="3510487" y="2553331"/>
                  </a:cubicBezTo>
                  <a:cubicBezTo>
                    <a:pt x="3602246" y="2572864"/>
                    <a:pt x="3651597" y="2584260"/>
                    <a:pt x="3775527" y="2580991"/>
                  </a:cubicBezTo>
                </a:path>
              </a:pathLst>
            </a:custGeom>
            <a:noFill/>
            <a:ln w="6350" cap="rnd">
              <a:solidFill>
                <a:schemeClr val="tx1">
                  <a:alpha val="35000"/>
                </a:schemeClr>
              </a:solidFill>
              <a:prstDash val="dash"/>
              <a:round/>
            </a:ln>
          </p:spPr>
          <p:txBody>
            <a:bodyPr rtlCol="0" anchor="ctr"/>
            <a:lstStyle/>
            <a:p>
              <a:endParaRPr lang="en-US"/>
            </a:p>
          </p:txBody>
        </p:sp>
        <p:sp>
          <p:nvSpPr>
            <p:cNvPr id="57" name="Freeform: Shape 56">
              <a:extLst>
                <a:ext uri="{FF2B5EF4-FFF2-40B4-BE49-F238E27FC236}">
                  <a16:creationId xmlns:a16="http://schemas.microsoft.com/office/drawing/2014/main" id="{A08DAA9E-EB7E-D84D-479B-69AB6396E21E}"/>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58" name="Freeform: Shape 57">
              <a:extLst>
                <a:ext uri="{FF2B5EF4-FFF2-40B4-BE49-F238E27FC236}">
                  <a16:creationId xmlns:a16="http://schemas.microsoft.com/office/drawing/2014/main" id="{1EB16CC2-3DAA-D2E6-627F-61B0B6EA6CE1}"/>
                </a:ext>
              </a:extLst>
            </p:cNvPr>
            <p:cNvSpPr/>
            <p:nvPr userDrawn="1"/>
          </p:nvSpPr>
          <p:spPr>
            <a:xfrm rot="8899819" flipV="1">
              <a:off x="-169955" y="-255381"/>
              <a:ext cx="2620228" cy="1345971"/>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753592"/>
                <a:gd name="connsiteY0" fmla="*/ 1485387 h 1696759"/>
                <a:gd name="connsiteX1" fmla="*/ 830015 w 2753592"/>
                <a:gd name="connsiteY1" fmla="*/ 1381355 h 1696759"/>
                <a:gd name="connsiteX2" fmla="*/ 1200914 w 2753592"/>
                <a:gd name="connsiteY2" fmla="*/ 1357192 h 1696759"/>
                <a:gd name="connsiteX3" fmla="*/ 1657441 w 2753592"/>
                <a:gd name="connsiteY3" fmla="*/ 1511684 h 1696759"/>
                <a:gd name="connsiteX4" fmla="*/ 1643718 w 2753592"/>
                <a:gd name="connsiteY4" fmla="*/ 1518882 h 1696759"/>
                <a:gd name="connsiteX5" fmla="*/ 2084059 w 2753592"/>
                <a:gd name="connsiteY5" fmla="*/ 1669853 h 1696759"/>
                <a:gd name="connsiteX6" fmla="*/ 2485633 w 2753592"/>
                <a:gd name="connsiteY6" fmla="*/ 1658804 h 1696759"/>
                <a:gd name="connsiteX7" fmla="*/ 2749489 w 2753592"/>
                <a:gd name="connsiteY7" fmla="*/ 1306944 h 1696759"/>
                <a:gd name="connsiteX8" fmla="*/ 2593551 w 2753592"/>
                <a:gd name="connsiteY8" fmla="*/ 944048 h 1696759"/>
                <a:gd name="connsiteX9" fmla="*/ 1941279 w 2753592"/>
                <a:gd name="connsiteY9" fmla="*/ 460845 h 1696759"/>
                <a:gd name="connsiteX10" fmla="*/ 1701535 w 2753592"/>
                <a:gd name="connsiteY10" fmla="*/ 317589 h 1696759"/>
                <a:gd name="connsiteX11" fmla="*/ 1331331 w 2753592"/>
                <a:gd name="connsiteY11" fmla="*/ 0 h 1696759"/>
                <a:gd name="connsiteX0" fmla="*/ 0 w 2637354"/>
                <a:gd name="connsiteY0" fmla="*/ 1554468 h 1696759"/>
                <a:gd name="connsiteX1" fmla="*/ 713777 w 2637354"/>
                <a:gd name="connsiteY1" fmla="*/ 1381355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37354"/>
                <a:gd name="connsiteY0" fmla="*/ 1554468 h 1696759"/>
                <a:gd name="connsiteX1" fmla="*/ 679659 w 2637354"/>
                <a:gd name="connsiteY1" fmla="*/ 1314957 h 1696759"/>
                <a:gd name="connsiteX2" fmla="*/ 1084676 w 2637354"/>
                <a:gd name="connsiteY2" fmla="*/ 1357192 h 1696759"/>
                <a:gd name="connsiteX3" fmla="*/ 1541203 w 2637354"/>
                <a:gd name="connsiteY3" fmla="*/ 1511684 h 1696759"/>
                <a:gd name="connsiteX4" fmla="*/ 1527480 w 2637354"/>
                <a:gd name="connsiteY4" fmla="*/ 1518882 h 1696759"/>
                <a:gd name="connsiteX5" fmla="*/ 1967821 w 2637354"/>
                <a:gd name="connsiteY5" fmla="*/ 1669853 h 1696759"/>
                <a:gd name="connsiteX6" fmla="*/ 2369395 w 2637354"/>
                <a:gd name="connsiteY6" fmla="*/ 1658804 h 1696759"/>
                <a:gd name="connsiteX7" fmla="*/ 2633251 w 2637354"/>
                <a:gd name="connsiteY7" fmla="*/ 1306944 h 1696759"/>
                <a:gd name="connsiteX8" fmla="*/ 2477313 w 2637354"/>
                <a:gd name="connsiteY8" fmla="*/ 944048 h 1696759"/>
                <a:gd name="connsiteX9" fmla="*/ 1825041 w 2637354"/>
                <a:gd name="connsiteY9" fmla="*/ 460845 h 1696759"/>
                <a:gd name="connsiteX10" fmla="*/ 1585297 w 2637354"/>
                <a:gd name="connsiteY10" fmla="*/ 317589 h 1696759"/>
                <a:gd name="connsiteX11" fmla="*/ 1215093 w 2637354"/>
                <a:gd name="connsiteY11" fmla="*/ 0 h 1696759"/>
                <a:gd name="connsiteX0" fmla="*/ 0 w 2640746"/>
                <a:gd name="connsiteY0" fmla="*/ 1554468 h 1999690"/>
                <a:gd name="connsiteX1" fmla="*/ 679659 w 2640746"/>
                <a:gd name="connsiteY1" fmla="*/ 1314957 h 1999690"/>
                <a:gd name="connsiteX2" fmla="*/ 1084676 w 2640746"/>
                <a:gd name="connsiteY2" fmla="*/ 1357192 h 1999690"/>
                <a:gd name="connsiteX3" fmla="*/ 1541203 w 2640746"/>
                <a:gd name="connsiteY3" fmla="*/ 1511684 h 1999690"/>
                <a:gd name="connsiteX4" fmla="*/ 1527480 w 2640746"/>
                <a:gd name="connsiteY4" fmla="*/ 1518882 h 1999690"/>
                <a:gd name="connsiteX5" fmla="*/ 1967821 w 2640746"/>
                <a:gd name="connsiteY5" fmla="*/ 1669853 h 1999690"/>
                <a:gd name="connsiteX6" fmla="*/ 2369395 w 2640746"/>
                <a:gd name="connsiteY6" fmla="*/ 1658804 h 1999690"/>
                <a:gd name="connsiteX7" fmla="*/ 2310462 w 2640746"/>
                <a:gd name="connsiteY7" fmla="*/ 1992899 h 1999690"/>
                <a:gd name="connsiteX8" fmla="*/ 2633251 w 2640746"/>
                <a:gd name="connsiteY8" fmla="*/ 1306944 h 1999690"/>
                <a:gd name="connsiteX9" fmla="*/ 2477313 w 2640746"/>
                <a:gd name="connsiteY9" fmla="*/ 944048 h 1999690"/>
                <a:gd name="connsiteX10" fmla="*/ 1825041 w 2640746"/>
                <a:gd name="connsiteY10" fmla="*/ 460845 h 1999690"/>
                <a:gd name="connsiteX11" fmla="*/ 1585297 w 2640746"/>
                <a:gd name="connsiteY11" fmla="*/ 317589 h 1999690"/>
                <a:gd name="connsiteX12" fmla="*/ 1215093 w 2640746"/>
                <a:gd name="connsiteY12" fmla="*/ 0 h 1999690"/>
                <a:gd name="connsiteX0" fmla="*/ 0 w 2640746"/>
                <a:gd name="connsiteY0" fmla="*/ 1554468 h 2059106"/>
                <a:gd name="connsiteX1" fmla="*/ 679659 w 2640746"/>
                <a:gd name="connsiteY1" fmla="*/ 1314957 h 2059106"/>
                <a:gd name="connsiteX2" fmla="*/ 1084676 w 2640746"/>
                <a:gd name="connsiteY2" fmla="*/ 1357192 h 2059106"/>
                <a:gd name="connsiteX3" fmla="*/ 1541203 w 2640746"/>
                <a:gd name="connsiteY3" fmla="*/ 1511684 h 2059106"/>
                <a:gd name="connsiteX4" fmla="*/ 1527480 w 2640746"/>
                <a:gd name="connsiteY4" fmla="*/ 1518882 h 2059106"/>
                <a:gd name="connsiteX5" fmla="*/ 1967821 w 2640746"/>
                <a:gd name="connsiteY5" fmla="*/ 1669853 h 2059106"/>
                <a:gd name="connsiteX6" fmla="*/ 2114809 w 2640746"/>
                <a:gd name="connsiteY6" fmla="*/ 2032319 h 2059106"/>
                <a:gd name="connsiteX7" fmla="*/ 2310462 w 2640746"/>
                <a:gd name="connsiteY7" fmla="*/ 1992899 h 2059106"/>
                <a:gd name="connsiteX8" fmla="*/ 2633251 w 2640746"/>
                <a:gd name="connsiteY8" fmla="*/ 1306944 h 2059106"/>
                <a:gd name="connsiteX9" fmla="*/ 2477313 w 2640746"/>
                <a:gd name="connsiteY9" fmla="*/ 944048 h 2059106"/>
                <a:gd name="connsiteX10" fmla="*/ 1825041 w 2640746"/>
                <a:gd name="connsiteY10" fmla="*/ 460845 h 2059106"/>
                <a:gd name="connsiteX11" fmla="*/ 1585297 w 2640746"/>
                <a:gd name="connsiteY11" fmla="*/ 317589 h 2059106"/>
                <a:gd name="connsiteX12" fmla="*/ 1215093 w 2640746"/>
                <a:gd name="connsiteY12" fmla="*/ 0 h 2059106"/>
                <a:gd name="connsiteX0" fmla="*/ 0 w 2539482"/>
                <a:gd name="connsiteY0" fmla="*/ 1554468 h 2059106"/>
                <a:gd name="connsiteX1" fmla="*/ 679659 w 2539482"/>
                <a:gd name="connsiteY1" fmla="*/ 1314957 h 2059106"/>
                <a:gd name="connsiteX2" fmla="*/ 1084676 w 2539482"/>
                <a:gd name="connsiteY2" fmla="*/ 1357192 h 2059106"/>
                <a:gd name="connsiteX3" fmla="*/ 1541203 w 2539482"/>
                <a:gd name="connsiteY3" fmla="*/ 1511684 h 2059106"/>
                <a:gd name="connsiteX4" fmla="*/ 1527480 w 2539482"/>
                <a:gd name="connsiteY4" fmla="*/ 1518882 h 2059106"/>
                <a:gd name="connsiteX5" fmla="*/ 1967821 w 2539482"/>
                <a:gd name="connsiteY5" fmla="*/ 1669853 h 2059106"/>
                <a:gd name="connsiteX6" fmla="*/ 2114809 w 2539482"/>
                <a:gd name="connsiteY6" fmla="*/ 2032319 h 2059106"/>
                <a:gd name="connsiteX7" fmla="*/ 2310462 w 2539482"/>
                <a:gd name="connsiteY7" fmla="*/ 1992899 h 2059106"/>
                <a:gd name="connsiteX8" fmla="*/ 2494041 w 2539482"/>
                <a:gd name="connsiteY8" fmla="*/ 1616767 h 2059106"/>
                <a:gd name="connsiteX9" fmla="*/ 2477313 w 2539482"/>
                <a:gd name="connsiteY9" fmla="*/ 944048 h 2059106"/>
                <a:gd name="connsiteX10" fmla="*/ 1825041 w 2539482"/>
                <a:gd name="connsiteY10" fmla="*/ 460845 h 2059106"/>
                <a:gd name="connsiteX11" fmla="*/ 1585297 w 2539482"/>
                <a:gd name="connsiteY11" fmla="*/ 317589 h 2059106"/>
                <a:gd name="connsiteX12" fmla="*/ 1215093 w 2539482"/>
                <a:gd name="connsiteY12" fmla="*/ 0 h 2059106"/>
                <a:gd name="connsiteX0" fmla="*/ 0 w 2494131"/>
                <a:gd name="connsiteY0" fmla="*/ 1554468 h 2059106"/>
                <a:gd name="connsiteX1" fmla="*/ 679659 w 2494131"/>
                <a:gd name="connsiteY1" fmla="*/ 1314957 h 2059106"/>
                <a:gd name="connsiteX2" fmla="*/ 1084676 w 2494131"/>
                <a:gd name="connsiteY2" fmla="*/ 1357192 h 2059106"/>
                <a:gd name="connsiteX3" fmla="*/ 1541203 w 2494131"/>
                <a:gd name="connsiteY3" fmla="*/ 1511684 h 2059106"/>
                <a:gd name="connsiteX4" fmla="*/ 1527480 w 2494131"/>
                <a:gd name="connsiteY4" fmla="*/ 1518882 h 2059106"/>
                <a:gd name="connsiteX5" fmla="*/ 1967821 w 2494131"/>
                <a:gd name="connsiteY5" fmla="*/ 1669853 h 2059106"/>
                <a:gd name="connsiteX6" fmla="*/ 2114809 w 2494131"/>
                <a:gd name="connsiteY6" fmla="*/ 2032319 h 2059106"/>
                <a:gd name="connsiteX7" fmla="*/ 2310462 w 2494131"/>
                <a:gd name="connsiteY7" fmla="*/ 1992899 h 2059106"/>
                <a:gd name="connsiteX8" fmla="*/ 2494041 w 2494131"/>
                <a:gd name="connsiteY8" fmla="*/ 1616767 h 2059106"/>
                <a:gd name="connsiteX9" fmla="*/ 2285183 w 2494131"/>
                <a:gd name="connsiteY9" fmla="*/ 1202112 h 2059106"/>
                <a:gd name="connsiteX10" fmla="*/ 1825041 w 2494131"/>
                <a:gd name="connsiteY10" fmla="*/ 460845 h 2059106"/>
                <a:gd name="connsiteX11" fmla="*/ 1585297 w 2494131"/>
                <a:gd name="connsiteY11" fmla="*/ 317589 h 2059106"/>
                <a:gd name="connsiteX12" fmla="*/ 1215093 w 2494131"/>
                <a:gd name="connsiteY12" fmla="*/ 0 h 2059106"/>
                <a:gd name="connsiteX0" fmla="*/ 0 w 2355956"/>
                <a:gd name="connsiteY0" fmla="*/ 1554468 h 2059106"/>
                <a:gd name="connsiteX1" fmla="*/ 679659 w 2355956"/>
                <a:gd name="connsiteY1" fmla="*/ 1314957 h 2059106"/>
                <a:gd name="connsiteX2" fmla="*/ 1084676 w 2355956"/>
                <a:gd name="connsiteY2" fmla="*/ 1357192 h 2059106"/>
                <a:gd name="connsiteX3" fmla="*/ 1541203 w 2355956"/>
                <a:gd name="connsiteY3" fmla="*/ 1511684 h 2059106"/>
                <a:gd name="connsiteX4" fmla="*/ 1527480 w 2355956"/>
                <a:gd name="connsiteY4" fmla="*/ 1518882 h 2059106"/>
                <a:gd name="connsiteX5" fmla="*/ 1967821 w 2355956"/>
                <a:gd name="connsiteY5" fmla="*/ 1669853 h 2059106"/>
                <a:gd name="connsiteX6" fmla="*/ 2114809 w 2355956"/>
                <a:gd name="connsiteY6" fmla="*/ 2032319 h 2059106"/>
                <a:gd name="connsiteX7" fmla="*/ 2310462 w 2355956"/>
                <a:gd name="connsiteY7" fmla="*/ 1992899 h 2059106"/>
                <a:gd name="connsiteX8" fmla="*/ 2354706 w 2355956"/>
                <a:gd name="connsiteY8" fmla="*/ 1586008 h 2059106"/>
                <a:gd name="connsiteX9" fmla="*/ 2285183 w 2355956"/>
                <a:gd name="connsiteY9" fmla="*/ 1202112 h 2059106"/>
                <a:gd name="connsiteX10" fmla="*/ 1825041 w 2355956"/>
                <a:gd name="connsiteY10" fmla="*/ 460845 h 2059106"/>
                <a:gd name="connsiteX11" fmla="*/ 1585297 w 2355956"/>
                <a:gd name="connsiteY11" fmla="*/ 317589 h 2059106"/>
                <a:gd name="connsiteX12" fmla="*/ 1215093 w 2355956"/>
                <a:gd name="connsiteY12" fmla="*/ 0 h 2059106"/>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25041 w 2355956"/>
                <a:gd name="connsiteY10" fmla="*/ 406368 h 2004629"/>
                <a:gd name="connsiteX11" fmla="*/ 1585297 w 2355956"/>
                <a:gd name="connsiteY11" fmla="*/ 263112 h 2004629"/>
                <a:gd name="connsiteX12" fmla="*/ 1171994 w 2355956"/>
                <a:gd name="connsiteY12" fmla="*/ 0 h 2004629"/>
                <a:gd name="connsiteX0" fmla="*/ 0 w 2355956"/>
                <a:gd name="connsiteY0" fmla="*/ 1499991 h 2004629"/>
                <a:gd name="connsiteX1" fmla="*/ 679659 w 2355956"/>
                <a:gd name="connsiteY1" fmla="*/ 1260480 h 2004629"/>
                <a:gd name="connsiteX2" fmla="*/ 1084676 w 2355956"/>
                <a:gd name="connsiteY2" fmla="*/ 1302715 h 2004629"/>
                <a:gd name="connsiteX3" fmla="*/ 1541203 w 2355956"/>
                <a:gd name="connsiteY3" fmla="*/ 1457207 h 2004629"/>
                <a:gd name="connsiteX4" fmla="*/ 1527480 w 2355956"/>
                <a:gd name="connsiteY4" fmla="*/ 1464405 h 2004629"/>
                <a:gd name="connsiteX5" fmla="*/ 1967821 w 2355956"/>
                <a:gd name="connsiteY5" fmla="*/ 1615376 h 2004629"/>
                <a:gd name="connsiteX6" fmla="*/ 2114809 w 2355956"/>
                <a:gd name="connsiteY6" fmla="*/ 1977842 h 2004629"/>
                <a:gd name="connsiteX7" fmla="*/ 2310462 w 2355956"/>
                <a:gd name="connsiteY7" fmla="*/ 1938422 h 2004629"/>
                <a:gd name="connsiteX8" fmla="*/ 2354706 w 2355956"/>
                <a:gd name="connsiteY8" fmla="*/ 1531531 h 2004629"/>
                <a:gd name="connsiteX9" fmla="*/ 2285183 w 2355956"/>
                <a:gd name="connsiteY9" fmla="*/ 1147635 h 2004629"/>
                <a:gd name="connsiteX10" fmla="*/ 1883582 w 2355956"/>
                <a:gd name="connsiteY10" fmla="*/ 554463 h 2004629"/>
                <a:gd name="connsiteX11" fmla="*/ 1585297 w 2355956"/>
                <a:gd name="connsiteY11" fmla="*/ 263112 h 2004629"/>
                <a:gd name="connsiteX12" fmla="*/ 1171994 w 2355956"/>
                <a:gd name="connsiteY12" fmla="*/ 0 h 2004629"/>
                <a:gd name="connsiteX0" fmla="*/ 0 w 2359266"/>
                <a:gd name="connsiteY0" fmla="*/ 1499991 h 2004629"/>
                <a:gd name="connsiteX1" fmla="*/ 679659 w 2359266"/>
                <a:gd name="connsiteY1" fmla="*/ 1260480 h 2004629"/>
                <a:gd name="connsiteX2" fmla="*/ 1084676 w 2359266"/>
                <a:gd name="connsiteY2" fmla="*/ 1302715 h 2004629"/>
                <a:gd name="connsiteX3" fmla="*/ 1541203 w 2359266"/>
                <a:gd name="connsiteY3" fmla="*/ 1457207 h 2004629"/>
                <a:gd name="connsiteX4" fmla="*/ 1527480 w 2359266"/>
                <a:gd name="connsiteY4" fmla="*/ 1464405 h 2004629"/>
                <a:gd name="connsiteX5" fmla="*/ 1967821 w 2359266"/>
                <a:gd name="connsiteY5" fmla="*/ 1615376 h 2004629"/>
                <a:gd name="connsiteX6" fmla="*/ 2114809 w 2359266"/>
                <a:gd name="connsiteY6" fmla="*/ 1977842 h 2004629"/>
                <a:gd name="connsiteX7" fmla="*/ 2310462 w 2359266"/>
                <a:gd name="connsiteY7" fmla="*/ 1938422 h 2004629"/>
                <a:gd name="connsiteX8" fmla="*/ 2354706 w 2359266"/>
                <a:gd name="connsiteY8" fmla="*/ 1531531 h 2004629"/>
                <a:gd name="connsiteX9" fmla="*/ 2235334 w 2359266"/>
                <a:gd name="connsiteY9" fmla="*/ 1168049 h 2004629"/>
                <a:gd name="connsiteX10" fmla="*/ 1883582 w 2359266"/>
                <a:gd name="connsiteY10" fmla="*/ 554463 h 2004629"/>
                <a:gd name="connsiteX11" fmla="*/ 1585297 w 2359266"/>
                <a:gd name="connsiteY11" fmla="*/ 263112 h 2004629"/>
                <a:gd name="connsiteX12" fmla="*/ 1171994 w 2359266"/>
                <a:gd name="connsiteY12" fmla="*/ 0 h 2004629"/>
                <a:gd name="connsiteX0" fmla="*/ 0 w 2359266"/>
                <a:gd name="connsiteY0" fmla="*/ 1499991 h 2001290"/>
                <a:gd name="connsiteX1" fmla="*/ 679659 w 2359266"/>
                <a:gd name="connsiteY1" fmla="*/ 1260480 h 2001290"/>
                <a:gd name="connsiteX2" fmla="*/ 1084676 w 2359266"/>
                <a:gd name="connsiteY2" fmla="*/ 1302715 h 2001290"/>
                <a:gd name="connsiteX3" fmla="*/ 1541203 w 2359266"/>
                <a:gd name="connsiteY3" fmla="*/ 1457207 h 2001290"/>
                <a:gd name="connsiteX4" fmla="*/ 1527480 w 2359266"/>
                <a:gd name="connsiteY4" fmla="*/ 1464405 h 2001290"/>
                <a:gd name="connsiteX5" fmla="*/ 1883952 w 2359266"/>
                <a:gd name="connsiteY5" fmla="*/ 1660540 h 2001290"/>
                <a:gd name="connsiteX6" fmla="*/ 2114809 w 2359266"/>
                <a:gd name="connsiteY6" fmla="*/ 1977842 h 2001290"/>
                <a:gd name="connsiteX7" fmla="*/ 2310462 w 2359266"/>
                <a:gd name="connsiteY7" fmla="*/ 1938422 h 2001290"/>
                <a:gd name="connsiteX8" fmla="*/ 2354706 w 2359266"/>
                <a:gd name="connsiteY8" fmla="*/ 1531531 h 2001290"/>
                <a:gd name="connsiteX9" fmla="*/ 2235334 w 2359266"/>
                <a:gd name="connsiteY9" fmla="*/ 1168049 h 2001290"/>
                <a:gd name="connsiteX10" fmla="*/ 1883582 w 2359266"/>
                <a:gd name="connsiteY10" fmla="*/ 554463 h 2001290"/>
                <a:gd name="connsiteX11" fmla="*/ 1585297 w 2359266"/>
                <a:gd name="connsiteY11" fmla="*/ 263112 h 2001290"/>
                <a:gd name="connsiteX12" fmla="*/ 1171994 w 2359266"/>
                <a:gd name="connsiteY12" fmla="*/ 0 h 2001290"/>
                <a:gd name="connsiteX0" fmla="*/ 0 w 2359266"/>
                <a:gd name="connsiteY0" fmla="*/ 1458246 h 1959543"/>
                <a:gd name="connsiteX1" fmla="*/ 679659 w 2359266"/>
                <a:gd name="connsiteY1" fmla="*/ 1218735 h 1959543"/>
                <a:gd name="connsiteX2" fmla="*/ 1084676 w 2359266"/>
                <a:gd name="connsiteY2" fmla="*/ 1260970 h 1959543"/>
                <a:gd name="connsiteX3" fmla="*/ 1541203 w 2359266"/>
                <a:gd name="connsiteY3" fmla="*/ 1415462 h 1959543"/>
                <a:gd name="connsiteX4" fmla="*/ 1527480 w 2359266"/>
                <a:gd name="connsiteY4" fmla="*/ 1422660 h 1959543"/>
                <a:gd name="connsiteX5" fmla="*/ 1883952 w 2359266"/>
                <a:gd name="connsiteY5" fmla="*/ 1618795 h 1959543"/>
                <a:gd name="connsiteX6" fmla="*/ 2114809 w 2359266"/>
                <a:gd name="connsiteY6" fmla="*/ 1936097 h 1959543"/>
                <a:gd name="connsiteX7" fmla="*/ 2310462 w 2359266"/>
                <a:gd name="connsiteY7" fmla="*/ 1896677 h 1959543"/>
                <a:gd name="connsiteX8" fmla="*/ 2354706 w 2359266"/>
                <a:gd name="connsiteY8" fmla="*/ 1489786 h 1959543"/>
                <a:gd name="connsiteX9" fmla="*/ 2235334 w 2359266"/>
                <a:gd name="connsiteY9" fmla="*/ 1126304 h 1959543"/>
                <a:gd name="connsiteX10" fmla="*/ 1883582 w 2359266"/>
                <a:gd name="connsiteY10" fmla="*/ 512718 h 1959543"/>
                <a:gd name="connsiteX11" fmla="*/ 1585297 w 2359266"/>
                <a:gd name="connsiteY11" fmla="*/ 221367 h 1959543"/>
                <a:gd name="connsiteX12" fmla="*/ 1405994 w 2359266"/>
                <a:gd name="connsiteY12" fmla="*/ 1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1883582 w 2359266"/>
                <a:gd name="connsiteY10" fmla="*/ 512717 h 1959543"/>
                <a:gd name="connsiteX11" fmla="*/ 1712026 w 2359266"/>
                <a:gd name="connsiteY11" fmla="*/ 206654 h 1959543"/>
                <a:gd name="connsiteX12" fmla="*/ 1405994 w 2359266"/>
                <a:gd name="connsiteY12" fmla="*/ 0 h 1959543"/>
                <a:gd name="connsiteX0" fmla="*/ 0 w 2359266"/>
                <a:gd name="connsiteY0" fmla="*/ 1458245 h 1959543"/>
                <a:gd name="connsiteX1" fmla="*/ 679659 w 2359266"/>
                <a:gd name="connsiteY1" fmla="*/ 1218734 h 1959543"/>
                <a:gd name="connsiteX2" fmla="*/ 1084676 w 2359266"/>
                <a:gd name="connsiteY2" fmla="*/ 1260969 h 1959543"/>
                <a:gd name="connsiteX3" fmla="*/ 1541203 w 2359266"/>
                <a:gd name="connsiteY3" fmla="*/ 1415461 h 1959543"/>
                <a:gd name="connsiteX4" fmla="*/ 1527480 w 2359266"/>
                <a:gd name="connsiteY4" fmla="*/ 1422659 h 1959543"/>
                <a:gd name="connsiteX5" fmla="*/ 1883952 w 2359266"/>
                <a:gd name="connsiteY5" fmla="*/ 1618794 h 1959543"/>
                <a:gd name="connsiteX6" fmla="*/ 2114809 w 2359266"/>
                <a:gd name="connsiteY6" fmla="*/ 1936096 h 1959543"/>
                <a:gd name="connsiteX7" fmla="*/ 2310462 w 2359266"/>
                <a:gd name="connsiteY7" fmla="*/ 1896676 h 1959543"/>
                <a:gd name="connsiteX8" fmla="*/ 2354706 w 2359266"/>
                <a:gd name="connsiteY8" fmla="*/ 1489785 h 1959543"/>
                <a:gd name="connsiteX9" fmla="*/ 2235334 w 2359266"/>
                <a:gd name="connsiteY9" fmla="*/ 1126303 h 1959543"/>
                <a:gd name="connsiteX10" fmla="*/ 2025284 w 2359266"/>
                <a:gd name="connsiteY10" fmla="*/ 575195 h 1959543"/>
                <a:gd name="connsiteX11" fmla="*/ 1712026 w 2359266"/>
                <a:gd name="connsiteY11" fmla="*/ 206654 h 1959543"/>
                <a:gd name="connsiteX12" fmla="*/ 1405994 w 2359266"/>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 name="connsiteX0" fmla="*/ 0 w 2481800"/>
                <a:gd name="connsiteY0" fmla="*/ 1454922 h 1959543"/>
                <a:gd name="connsiteX1" fmla="*/ 802193 w 2481800"/>
                <a:gd name="connsiteY1" fmla="*/ 1218734 h 1959543"/>
                <a:gd name="connsiteX2" fmla="*/ 1207210 w 2481800"/>
                <a:gd name="connsiteY2" fmla="*/ 1260969 h 1959543"/>
                <a:gd name="connsiteX3" fmla="*/ 1663737 w 2481800"/>
                <a:gd name="connsiteY3" fmla="*/ 1415461 h 1959543"/>
                <a:gd name="connsiteX4" fmla="*/ 1650014 w 2481800"/>
                <a:gd name="connsiteY4" fmla="*/ 1422659 h 1959543"/>
                <a:gd name="connsiteX5" fmla="*/ 2006486 w 2481800"/>
                <a:gd name="connsiteY5" fmla="*/ 1618794 h 1959543"/>
                <a:gd name="connsiteX6" fmla="*/ 2237343 w 2481800"/>
                <a:gd name="connsiteY6" fmla="*/ 1936096 h 1959543"/>
                <a:gd name="connsiteX7" fmla="*/ 2432996 w 2481800"/>
                <a:gd name="connsiteY7" fmla="*/ 1896676 h 1959543"/>
                <a:gd name="connsiteX8" fmla="*/ 2477240 w 2481800"/>
                <a:gd name="connsiteY8" fmla="*/ 1489785 h 1959543"/>
                <a:gd name="connsiteX9" fmla="*/ 2357868 w 2481800"/>
                <a:gd name="connsiteY9" fmla="*/ 1126303 h 1959543"/>
                <a:gd name="connsiteX10" fmla="*/ 2147818 w 2481800"/>
                <a:gd name="connsiteY10" fmla="*/ 575195 h 1959543"/>
                <a:gd name="connsiteX11" fmla="*/ 1834560 w 2481800"/>
                <a:gd name="connsiteY11" fmla="*/ 206654 h 1959543"/>
                <a:gd name="connsiteX12" fmla="*/ 1528528 w 2481800"/>
                <a:gd name="connsiteY12" fmla="*/ 0 h 195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1800" h="1959543">
                  <a:moveTo>
                    <a:pt x="0" y="1454922"/>
                  </a:moveTo>
                  <a:cubicBezTo>
                    <a:pt x="210352" y="1651069"/>
                    <a:pt x="600991" y="1251060"/>
                    <a:pt x="802193" y="1218734"/>
                  </a:cubicBezTo>
                  <a:cubicBezTo>
                    <a:pt x="1003395" y="1186409"/>
                    <a:pt x="1063619" y="1228181"/>
                    <a:pt x="1207210" y="1260969"/>
                  </a:cubicBezTo>
                  <a:cubicBezTo>
                    <a:pt x="1350801" y="1293757"/>
                    <a:pt x="1589936" y="1388513"/>
                    <a:pt x="1663737" y="1415461"/>
                  </a:cubicBezTo>
                  <a:cubicBezTo>
                    <a:pt x="1737538" y="1442409"/>
                    <a:pt x="1592889" y="1388770"/>
                    <a:pt x="1650014" y="1422659"/>
                  </a:cubicBezTo>
                  <a:cubicBezTo>
                    <a:pt x="1707139" y="1456548"/>
                    <a:pt x="1908598" y="1533221"/>
                    <a:pt x="2006486" y="1618794"/>
                  </a:cubicBezTo>
                  <a:cubicBezTo>
                    <a:pt x="2104374" y="1704367"/>
                    <a:pt x="2166258" y="1889782"/>
                    <a:pt x="2237343" y="1936096"/>
                  </a:cubicBezTo>
                  <a:cubicBezTo>
                    <a:pt x="2308428" y="1982410"/>
                    <a:pt x="2389020" y="1955319"/>
                    <a:pt x="2432996" y="1896676"/>
                  </a:cubicBezTo>
                  <a:cubicBezTo>
                    <a:pt x="2476972" y="1838033"/>
                    <a:pt x="2489761" y="1618180"/>
                    <a:pt x="2477240" y="1489785"/>
                  </a:cubicBezTo>
                  <a:cubicBezTo>
                    <a:pt x="2464719" y="1361390"/>
                    <a:pt x="2412772" y="1278735"/>
                    <a:pt x="2357868" y="1126303"/>
                  </a:cubicBezTo>
                  <a:cubicBezTo>
                    <a:pt x="2302964" y="973871"/>
                    <a:pt x="2235036" y="728470"/>
                    <a:pt x="2147818" y="575195"/>
                  </a:cubicBezTo>
                  <a:cubicBezTo>
                    <a:pt x="2060600" y="421920"/>
                    <a:pt x="1953158" y="299064"/>
                    <a:pt x="1834560" y="206654"/>
                  </a:cubicBezTo>
                  <a:cubicBezTo>
                    <a:pt x="1715962" y="114244"/>
                    <a:pt x="1650099" y="60499"/>
                    <a:pt x="1528528" y="0"/>
                  </a:cubicBezTo>
                </a:path>
              </a:pathLst>
            </a:custGeom>
            <a:noFill/>
            <a:ln w="6350" cap="rnd">
              <a:solidFill>
                <a:schemeClr val="tx1">
                  <a:alpha val="35000"/>
                </a:schemeClr>
              </a:solidFill>
              <a:prstDash val="dash"/>
              <a:round/>
            </a:ln>
          </p:spPr>
          <p:txBody>
            <a:bodyPr rtlCol="0" anchor="ctr"/>
            <a:lstStyle/>
            <a:p>
              <a:endParaRPr lang="en-US"/>
            </a:p>
          </p:txBody>
        </p:sp>
        <p:sp>
          <p:nvSpPr>
            <p:cNvPr id="59" name="Freeform: Shape 58">
              <a:extLst>
                <a:ext uri="{FF2B5EF4-FFF2-40B4-BE49-F238E27FC236}">
                  <a16:creationId xmlns:a16="http://schemas.microsoft.com/office/drawing/2014/main" id="{628A42FB-1D23-2203-4C0D-9325EE356A30}"/>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60" name="Freeform: Shape 59">
              <a:extLst>
                <a:ext uri="{FF2B5EF4-FFF2-40B4-BE49-F238E27FC236}">
                  <a16:creationId xmlns:a16="http://schemas.microsoft.com/office/drawing/2014/main" id="{3263B247-417D-B8D9-3F82-CB39AB7C45C5}"/>
                </a:ext>
              </a:extLst>
            </p:cNvPr>
            <p:cNvSpPr/>
            <p:nvPr userDrawn="1"/>
          </p:nvSpPr>
          <p:spPr>
            <a:xfrm rot="8899819" flipV="1">
              <a:off x="1366947" y="-1147583"/>
              <a:ext cx="10698" cy="7580"/>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61" name="Freeform: Shape 60">
              <a:extLst>
                <a:ext uri="{FF2B5EF4-FFF2-40B4-BE49-F238E27FC236}">
                  <a16:creationId xmlns:a16="http://schemas.microsoft.com/office/drawing/2014/main" id="{53C2FC89-9879-C0DA-1C7F-CE346E323C1F}"/>
                </a:ext>
              </a:extLst>
            </p:cNvPr>
            <p:cNvSpPr/>
            <p:nvPr userDrawn="1"/>
          </p:nvSpPr>
          <p:spPr>
            <a:xfrm rot="8899819" flipV="1">
              <a:off x="429944" y="-48685"/>
              <a:ext cx="1197270" cy="458709"/>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 w 1319839"/>
                <a:gd name="connsiteY0" fmla="*/ 1216482 h 1216482"/>
                <a:gd name="connsiteX1" fmla="*/ 655996 w 1319839"/>
                <a:gd name="connsiteY1" fmla="*/ 1165676 h 1216482"/>
                <a:gd name="connsiteX2" fmla="*/ 1040387 w 1319839"/>
                <a:gd name="connsiteY2" fmla="*/ 1181357 h 1216482"/>
                <a:gd name="connsiteX3" fmla="*/ 1301305 w 1319839"/>
                <a:gd name="connsiteY3" fmla="*/ 1167654 h 1216482"/>
                <a:gd name="connsiteX4" fmla="*/ 1222422 w 1319839"/>
                <a:gd name="connsiteY4" fmla="*/ 901070 h 1216482"/>
                <a:gd name="connsiteX5" fmla="*/ 615965 w 1319839"/>
                <a:gd name="connsiteY5" fmla="*/ 443966 h 1216482"/>
                <a:gd name="connsiteX6" fmla="*/ 75461 w 1319839"/>
                <a:gd name="connsiteY6" fmla="*/ 0 h 1216482"/>
                <a:gd name="connsiteX0" fmla="*/ 0 w 1319840"/>
                <a:gd name="connsiteY0" fmla="*/ 772517 h 772517"/>
                <a:gd name="connsiteX1" fmla="*/ 655997 w 1319840"/>
                <a:gd name="connsiteY1" fmla="*/ 721711 h 772517"/>
                <a:gd name="connsiteX2" fmla="*/ 1040388 w 1319840"/>
                <a:gd name="connsiteY2" fmla="*/ 737392 h 772517"/>
                <a:gd name="connsiteX3" fmla="*/ 1301306 w 1319840"/>
                <a:gd name="connsiteY3" fmla="*/ 723689 h 772517"/>
                <a:gd name="connsiteX4" fmla="*/ 1222423 w 1319840"/>
                <a:gd name="connsiteY4" fmla="*/ 457105 h 772517"/>
                <a:gd name="connsiteX5" fmla="*/ 615966 w 1319840"/>
                <a:gd name="connsiteY5" fmla="*/ 1 h 772517"/>
                <a:gd name="connsiteX0" fmla="*/ 1 w 1404302"/>
                <a:gd name="connsiteY0" fmla="*/ 748372 h 748812"/>
                <a:gd name="connsiteX1" fmla="*/ 740459 w 1404302"/>
                <a:gd name="connsiteY1" fmla="*/ 721709 h 748812"/>
                <a:gd name="connsiteX2" fmla="*/ 1124850 w 1404302"/>
                <a:gd name="connsiteY2" fmla="*/ 737390 h 748812"/>
                <a:gd name="connsiteX3" fmla="*/ 1385768 w 1404302"/>
                <a:gd name="connsiteY3" fmla="*/ 723687 h 748812"/>
                <a:gd name="connsiteX4" fmla="*/ 1306885 w 1404302"/>
                <a:gd name="connsiteY4" fmla="*/ 457103 h 748812"/>
                <a:gd name="connsiteX5" fmla="*/ 700428 w 1404302"/>
                <a:gd name="connsiteY5" fmla="*/ -1 h 748812"/>
                <a:gd name="connsiteX0" fmla="*/ 0 w 1404301"/>
                <a:gd name="connsiteY0" fmla="*/ 748374 h 781531"/>
                <a:gd name="connsiteX1" fmla="*/ 740458 w 1404301"/>
                <a:gd name="connsiteY1" fmla="*/ 721711 h 781531"/>
                <a:gd name="connsiteX2" fmla="*/ 1124849 w 1404301"/>
                <a:gd name="connsiteY2" fmla="*/ 737392 h 781531"/>
                <a:gd name="connsiteX3" fmla="*/ 1385767 w 1404301"/>
                <a:gd name="connsiteY3" fmla="*/ 723689 h 781531"/>
                <a:gd name="connsiteX4" fmla="*/ 1306884 w 1404301"/>
                <a:gd name="connsiteY4" fmla="*/ 457105 h 781531"/>
                <a:gd name="connsiteX5" fmla="*/ 700427 w 1404301"/>
                <a:gd name="connsiteY5" fmla="*/ 1 h 781531"/>
                <a:gd name="connsiteX0" fmla="*/ 0 w 1485108"/>
                <a:gd name="connsiteY0" fmla="*/ 748372 h 804579"/>
                <a:gd name="connsiteX1" fmla="*/ 740458 w 1485108"/>
                <a:gd name="connsiteY1" fmla="*/ 721709 h 804579"/>
                <a:gd name="connsiteX2" fmla="*/ 1124849 w 1485108"/>
                <a:gd name="connsiteY2" fmla="*/ 737390 h 804579"/>
                <a:gd name="connsiteX3" fmla="*/ 1479080 w 1485108"/>
                <a:gd name="connsiteY3" fmla="*/ 791109 h 804579"/>
                <a:gd name="connsiteX4" fmla="*/ 1306884 w 1485108"/>
                <a:gd name="connsiteY4" fmla="*/ 457103 h 804579"/>
                <a:gd name="connsiteX5" fmla="*/ 700427 w 1485108"/>
                <a:gd name="connsiteY5" fmla="*/ -1 h 804579"/>
                <a:gd name="connsiteX0" fmla="*/ 0 w 1485108"/>
                <a:gd name="connsiteY0" fmla="*/ 719773 h 775980"/>
                <a:gd name="connsiteX1" fmla="*/ 740458 w 1485108"/>
                <a:gd name="connsiteY1" fmla="*/ 693110 h 775980"/>
                <a:gd name="connsiteX2" fmla="*/ 1124849 w 1485108"/>
                <a:gd name="connsiteY2" fmla="*/ 708791 h 775980"/>
                <a:gd name="connsiteX3" fmla="*/ 1479080 w 1485108"/>
                <a:gd name="connsiteY3" fmla="*/ 762510 h 775980"/>
                <a:gd name="connsiteX4" fmla="*/ 1306884 w 1485108"/>
                <a:gd name="connsiteY4" fmla="*/ 428504 h 775980"/>
                <a:gd name="connsiteX5" fmla="*/ 585522 w 1485108"/>
                <a:gd name="connsiteY5" fmla="*/ 0 h 775980"/>
                <a:gd name="connsiteX0" fmla="*/ 0 w 1487348"/>
                <a:gd name="connsiteY0" fmla="*/ 719773 h 822093"/>
                <a:gd name="connsiteX1" fmla="*/ 740458 w 1487348"/>
                <a:gd name="connsiteY1" fmla="*/ 693110 h 822093"/>
                <a:gd name="connsiteX2" fmla="*/ 1124849 w 1487348"/>
                <a:gd name="connsiteY2" fmla="*/ 708791 h 822093"/>
                <a:gd name="connsiteX3" fmla="*/ 1479080 w 1487348"/>
                <a:gd name="connsiteY3" fmla="*/ 762510 h 822093"/>
                <a:gd name="connsiteX4" fmla="*/ 1306884 w 1487348"/>
                <a:gd name="connsiteY4" fmla="*/ 428504 h 822093"/>
                <a:gd name="connsiteX5" fmla="*/ 585522 w 1487348"/>
                <a:gd name="connsiteY5" fmla="*/ 0 h 822093"/>
                <a:gd name="connsiteX0" fmla="*/ 0 w 1487348"/>
                <a:gd name="connsiteY0" fmla="*/ 746241 h 848563"/>
                <a:gd name="connsiteX1" fmla="*/ 740458 w 1487348"/>
                <a:gd name="connsiteY1" fmla="*/ 719578 h 848563"/>
                <a:gd name="connsiteX2" fmla="*/ 1124849 w 1487348"/>
                <a:gd name="connsiteY2" fmla="*/ 735259 h 848563"/>
                <a:gd name="connsiteX3" fmla="*/ 1479080 w 1487348"/>
                <a:gd name="connsiteY3" fmla="*/ 788978 h 848563"/>
                <a:gd name="connsiteX4" fmla="*/ 1306884 w 1487348"/>
                <a:gd name="connsiteY4" fmla="*/ 454972 h 848563"/>
                <a:gd name="connsiteX5" fmla="*/ 784508 w 1487348"/>
                <a:gd name="connsiteY5" fmla="*/ 0 h 84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48" h="848563">
                  <a:moveTo>
                    <a:pt x="0" y="746241"/>
                  </a:moveTo>
                  <a:cubicBezTo>
                    <a:pt x="158877" y="696425"/>
                    <a:pt x="482874" y="594644"/>
                    <a:pt x="740458" y="719578"/>
                  </a:cubicBezTo>
                  <a:cubicBezTo>
                    <a:pt x="998042" y="844512"/>
                    <a:pt x="1001745" y="723692"/>
                    <a:pt x="1124849" y="735259"/>
                  </a:cubicBezTo>
                  <a:cubicBezTo>
                    <a:pt x="1247953" y="746826"/>
                    <a:pt x="1441630" y="944910"/>
                    <a:pt x="1479080" y="788978"/>
                  </a:cubicBezTo>
                  <a:cubicBezTo>
                    <a:pt x="1516530" y="633046"/>
                    <a:pt x="1421107" y="575587"/>
                    <a:pt x="1306884" y="454972"/>
                  </a:cubicBezTo>
                  <a:cubicBezTo>
                    <a:pt x="1192661" y="334357"/>
                    <a:pt x="973976" y="139716"/>
                    <a:pt x="784508" y="0"/>
                  </a:cubicBezTo>
                </a:path>
              </a:pathLst>
            </a:custGeom>
            <a:noFill/>
            <a:ln w="9525" cap="rnd">
              <a:solidFill>
                <a:schemeClr val="tx1">
                  <a:alpha val="35000"/>
                </a:schemeClr>
              </a:solidFill>
              <a:prstDash val="solid"/>
              <a:round/>
            </a:ln>
          </p:spPr>
          <p:txBody>
            <a:bodyPr rtlCol="0" anchor="ctr"/>
            <a:lstStyle/>
            <a:p>
              <a:endParaRPr lang="en-US"/>
            </a:p>
          </p:txBody>
        </p:sp>
        <p:sp>
          <p:nvSpPr>
            <p:cNvPr id="62" name="Freeform: Shape 61">
              <a:extLst>
                <a:ext uri="{FF2B5EF4-FFF2-40B4-BE49-F238E27FC236}">
                  <a16:creationId xmlns:a16="http://schemas.microsoft.com/office/drawing/2014/main" id="{BD7D2519-09F7-2861-09B7-9A04E967CA2D}"/>
                </a:ext>
              </a:extLst>
            </p:cNvPr>
            <p:cNvSpPr/>
            <p:nvPr userDrawn="1"/>
          </p:nvSpPr>
          <p:spPr>
            <a:xfrm rot="8899819" flipV="1">
              <a:off x="162586" y="165171"/>
              <a:ext cx="754635" cy="434085"/>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878068 w 878068"/>
                <a:gd name="connsiteY0" fmla="*/ 505090 h 505090"/>
                <a:gd name="connsiteX1" fmla="*/ 623275 w 878068"/>
                <a:gd name="connsiteY1" fmla="*/ 282777 h 505090"/>
                <a:gd name="connsiteX2" fmla="*/ 0 w 878068"/>
                <a:gd name="connsiteY2" fmla="*/ 0 h 505090"/>
                <a:gd name="connsiteX0" fmla="*/ 827490 w 827490"/>
                <a:gd name="connsiteY0" fmla="*/ 616321 h 616321"/>
                <a:gd name="connsiteX1" fmla="*/ 623275 w 827490"/>
                <a:gd name="connsiteY1" fmla="*/ 282777 h 616321"/>
                <a:gd name="connsiteX2" fmla="*/ 0 w 827490"/>
                <a:gd name="connsiteY2" fmla="*/ 0 h 616321"/>
                <a:gd name="connsiteX0" fmla="*/ 827490 w 827490"/>
                <a:gd name="connsiteY0" fmla="*/ 616321 h 616321"/>
                <a:gd name="connsiteX1" fmla="*/ 578231 w 827490"/>
                <a:gd name="connsiteY1" fmla="*/ 308799 h 616321"/>
                <a:gd name="connsiteX2" fmla="*/ 0 w 827490"/>
                <a:gd name="connsiteY2" fmla="*/ 0 h 616321"/>
                <a:gd name="connsiteX0" fmla="*/ 671868 w 671868"/>
                <a:gd name="connsiteY0" fmla="*/ 545508 h 545508"/>
                <a:gd name="connsiteX1" fmla="*/ 422609 w 671868"/>
                <a:gd name="connsiteY1" fmla="*/ 237986 h 545508"/>
                <a:gd name="connsiteX2" fmla="*/ 0 w 671868"/>
                <a:gd name="connsiteY2" fmla="*/ 0 h 545508"/>
              </a:gdLst>
              <a:ahLst/>
              <a:cxnLst>
                <a:cxn ang="0">
                  <a:pos x="connsiteX0" y="connsiteY0"/>
                </a:cxn>
                <a:cxn ang="0">
                  <a:pos x="connsiteX1" y="connsiteY1"/>
                </a:cxn>
                <a:cxn ang="0">
                  <a:pos x="connsiteX2" y="connsiteY2"/>
                </a:cxn>
              </a:cxnLst>
              <a:rect l="l" t="t" r="r" b="b"/>
              <a:pathLst>
                <a:path w="671868" h="545508">
                  <a:moveTo>
                    <a:pt x="671868" y="545508"/>
                  </a:moveTo>
                  <a:cubicBezTo>
                    <a:pt x="599097" y="458926"/>
                    <a:pt x="568954" y="322168"/>
                    <a:pt x="422609" y="237986"/>
                  </a:cubicBezTo>
                  <a:cubicBezTo>
                    <a:pt x="276264" y="153804"/>
                    <a:pt x="133922" y="82963"/>
                    <a:pt x="0" y="0"/>
                  </a:cubicBezTo>
                </a:path>
              </a:pathLst>
            </a:custGeom>
            <a:noFill/>
            <a:ln w="6350" cap="rnd">
              <a:solidFill>
                <a:schemeClr val="tx1">
                  <a:alpha val="35000"/>
                </a:schemeClr>
              </a:solidFill>
              <a:prstDash val="dash"/>
              <a:round/>
            </a:ln>
          </p:spPr>
          <p:txBody>
            <a:bodyPr rtlCol="0" anchor="ctr"/>
            <a:lstStyle/>
            <a:p>
              <a:endParaRPr lang="en-US"/>
            </a:p>
          </p:txBody>
        </p:sp>
        <p:sp>
          <p:nvSpPr>
            <p:cNvPr id="63" name="Freeform: Shape 62">
              <a:extLst>
                <a:ext uri="{FF2B5EF4-FFF2-40B4-BE49-F238E27FC236}">
                  <a16:creationId xmlns:a16="http://schemas.microsoft.com/office/drawing/2014/main" id="{86A2B338-1F67-1885-C4F0-3312276779E6}"/>
                </a:ext>
              </a:extLst>
            </p:cNvPr>
            <p:cNvSpPr/>
            <p:nvPr userDrawn="1"/>
          </p:nvSpPr>
          <p:spPr>
            <a:xfrm rot="8899819" flipV="1">
              <a:off x="217025" y="297447"/>
              <a:ext cx="1980692" cy="370076"/>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60818"/>
                <a:gd name="connsiteY0" fmla="*/ 451295 h 479312"/>
                <a:gd name="connsiteX1" fmla="*/ 335661 w 1760818"/>
                <a:gd name="connsiteY1" fmla="*/ 319373 h 479312"/>
                <a:gd name="connsiteX2" fmla="*/ 629984 w 1760818"/>
                <a:gd name="connsiteY2" fmla="*/ 264319 h 479312"/>
                <a:gd name="connsiteX3" fmla="*/ 878777 w 1760818"/>
                <a:gd name="connsiteY3" fmla="*/ 278702 h 479312"/>
                <a:gd name="connsiteX4" fmla="*/ 1024700 w 1760818"/>
                <a:gd name="connsiteY4" fmla="*/ 302609 h 479312"/>
                <a:gd name="connsiteX5" fmla="*/ 1316641 w 1760818"/>
                <a:gd name="connsiteY5" fmla="*/ 360045 h 479312"/>
                <a:gd name="connsiteX6" fmla="*/ 1527143 w 1760818"/>
                <a:gd name="connsiteY6" fmla="*/ 386334 h 479312"/>
                <a:gd name="connsiteX7" fmla="*/ 1704023 w 1760818"/>
                <a:gd name="connsiteY7" fmla="*/ 0 h 479312"/>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024700 w 1760818"/>
                <a:gd name="connsiteY4" fmla="*/ 302609 h 479311"/>
                <a:gd name="connsiteX5" fmla="*/ 1316641 w 1760818"/>
                <a:gd name="connsiteY5" fmla="*/ 360045 h 479311"/>
                <a:gd name="connsiteX6" fmla="*/ 1527143 w 1760818"/>
                <a:gd name="connsiteY6" fmla="*/ 386334 h 479311"/>
                <a:gd name="connsiteX7" fmla="*/ 1704023 w 1760818"/>
                <a:gd name="connsiteY7" fmla="*/ 0 h 479311"/>
                <a:gd name="connsiteX0" fmla="*/ 0 w 1760818"/>
                <a:gd name="connsiteY0" fmla="*/ 451295 h 479311"/>
                <a:gd name="connsiteX1" fmla="*/ 335661 w 1760818"/>
                <a:gd name="connsiteY1" fmla="*/ 319373 h 479311"/>
                <a:gd name="connsiteX2" fmla="*/ 629984 w 1760818"/>
                <a:gd name="connsiteY2" fmla="*/ 264319 h 479311"/>
                <a:gd name="connsiteX3" fmla="*/ 878777 w 1760818"/>
                <a:gd name="connsiteY3" fmla="*/ 278702 h 479311"/>
                <a:gd name="connsiteX4" fmla="*/ 1316641 w 1760818"/>
                <a:gd name="connsiteY4" fmla="*/ 360045 h 479311"/>
                <a:gd name="connsiteX5" fmla="*/ 1527143 w 1760818"/>
                <a:gd name="connsiteY5" fmla="*/ 386334 h 479311"/>
                <a:gd name="connsiteX6" fmla="*/ 1704023 w 1760818"/>
                <a:gd name="connsiteY6" fmla="*/ 0 h 479311"/>
                <a:gd name="connsiteX0" fmla="*/ 0 w 1778975"/>
                <a:gd name="connsiteY0" fmla="*/ 451295 h 567158"/>
                <a:gd name="connsiteX1" fmla="*/ 335661 w 1778975"/>
                <a:gd name="connsiteY1" fmla="*/ 319373 h 567158"/>
                <a:gd name="connsiteX2" fmla="*/ 629984 w 1778975"/>
                <a:gd name="connsiteY2" fmla="*/ 264319 h 567158"/>
                <a:gd name="connsiteX3" fmla="*/ 878777 w 1778975"/>
                <a:gd name="connsiteY3" fmla="*/ 278702 h 567158"/>
                <a:gd name="connsiteX4" fmla="*/ 1316641 w 1778975"/>
                <a:gd name="connsiteY4" fmla="*/ 360045 h 567158"/>
                <a:gd name="connsiteX5" fmla="*/ 1631590 w 1778975"/>
                <a:gd name="connsiteY5" fmla="*/ 567105 h 567158"/>
                <a:gd name="connsiteX6" fmla="*/ 1704023 w 1778975"/>
                <a:gd name="connsiteY6" fmla="*/ 0 h 567158"/>
                <a:gd name="connsiteX0" fmla="*/ 0 w 1747224"/>
                <a:gd name="connsiteY0" fmla="*/ 349207 h 465070"/>
                <a:gd name="connsiteX1" fmla="*/ 335661 w 1747224"/>
                <a:gd name="connsiteY1" fmla="*/ 217285 h 465070"/>
                <a:gd name="connsiteX2" fmla="*/ 629984 w 1747224"/>
                <a:gd name="connsiteY2" fmla="*/ 162231 h 465070"/>
                <a:gd name="connsiteX3" fmla="*/ 878777 w 1747224"/>
                <a:gd name="connsiteY3" fmla="*/ 176614 h 465070"/>
                <a:gd name="connsiteX4" fmla="*/ 1316641 w 1747224"/>
                <a:gd name="connsiteY4" fmla="*/ 257957 h 465070"/>
                <a:gd name="connsiteX5" fmla="*/ 1631590 w 1747224"/>
                <a:gd name="connsiteY5" fmla="*/ 465017 h 465070"/>
                <a:gd name="connsiteX6" fmla="*/ 1661322 w 1747224"/>
                <a:gd name="connsiteY6" fmla="*/ 0 h 465070"/>
                <a:gd name="connsiteX0" fmla="*/ 0 w 1763452"/>
                <a:gd name="connsiteY0" fmla="*/ 287483 h 465070"/>
                <a:gd name="connsiteX1" fmla="*/ 351889 w 1763452"/>
                <a:gd name="connsiteY1" fmla="*/ 217285 h 465070"/>
                <a:gd name="connsiteX2" fmla="*/ 646212 w 1763452"/>
                <a:gd name="connsiteY2" fmla="*/ 162231 h 465070"/>
                <a:gd name="connsiteX3" fmla="*/ 895005 w 1763452"/>
                <a:gd name="connsiteY3" fmla="*/ 176614 h 465070"/>
                <a:gd name="connsiteX4" fmla="*/ 1332869 w 1763452"/>
                <a:gd name="connsiteY4" fmla="*/ 257957 h 465070"/>
                <a:gd name="connsiteX5" fmla="*/ 1647818 w 1763452"/>
                <a:gd name="connsiteY5" fmla="*/ 465017 h 465070"/>
                <a:gd name="connsiteX6" fmla="*/ 1677550 w 1763452"/>
                <a:gd name="connsiteY6" fmla="*/ 0 h 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3452" h="465070">
                  <a:moveTo>
                    <a:pt x="0" y="287483"/>
                  </a:moveTo>
                  <a:cubicBezTo>
                    <a:pt x="61697" y="391423"/>
                    <a:pt x="244187" y="238160"/>
                    <a:pt x="351889" y="217285"/>
                  </a:cubicBezTo>
                  <a:cubicBezTo>
                    <a:pt x="459591" y="196410"/>
                    <a:pt x="532248" y="119186"/>
                    <a:pt x="646212" y="162231"/>
                  </a:cubicBezTo>
                  <a:cubicBezTo>
                    <a:pt x="724155" y="191671"/>
                    <a:pt x="780562" y="160660"/>
                    <a:pt x="895005" y="176614"/>
                  </a:cubicBezTo>
                  <a:cubicBezTo>
                    <a:pt x="1009448" y="192568"/>
                    <a:pt x="1207400" y="209890"/>
                    <a:pt x="1332869" y="257957"/>
                  </a:cubicBezTo>
                  <a:cubicBezTo>
                    <a:pt x="1458338" y="306024"/>
                    <a:pt x="1576952" y="468446"/>
                    <a:pt x="1647818" y="465017"/>
                  </a:cubicBezTo>
                  <a:cubicBezTo>
                    <a:pt x="1712683" y="461874"/>
                    <a:pt x="1855096" y="391287"/>
                    <a:pt x="1677550" y="0"/>
                  </a:cubicBezTo>
                </a:path>
              </a:pathLst>
            </a:custGeom>
            <a:noFill/>
            <a:ln w="6350" cap="rnd">
              <a:solidFill>
                <a:schemeClr val="tx1">
                  <a:alpha val="35000"/>
                </a:schemeClr>
              </a:solidFill>
              <a:prstDash val="dash"/>
              <a:round/>
            </a:ln>
          </p:spPr>
          <p:txBody>
            <a:bodyPr rtlCol="0" anchor="ctr"/>
            <a:lstStyle/>
            <a:p>
              <a:endParaRPr lang="en-US"/>
            </a:p>
          </p:txBody>
        </p:sp>
        <p:sp>
          <p:nvSpPr>
            <p:cNvPr id="64" name="Freeform: Shape 63">
              <a:extLst>
                <a:ext uri="{FF2B5EF4-FFF2-40B4-BE49-F238E27FC236}">
                  <a16:creationId xmlns:a16="http://schemas.microsoft.com/office/drawing/2014/main" id="{B67AE944-240E-DDA9-D27F-F313F61623BD}"/>
                </a:ext>
              </a:extLst>
            </p:cNvPr>
            <p:cNvSpPr/>
            <p:nvPr userDrawn="1"/>
          </p:nvSpPr>
          <p:spPr>
            <a:xfrm rot="8899819" flipV="1">
              <a:off x="-557806" y="1751239"/>
              <a:ext cx="1992046" cy="1540720"/>
            </a:xfrm>
            <a:custGeom>
              <a:avLst/>
              <a:gdLst>
                <a:gd name="connsiteX0" fmla="*/ 258654 w 2477491"/>
                <a:gd name="connsiteY0" fmla="*/ 1433064 h 1694372"/>
                <a:gd name="connsiteX1" fmla="*/ 449960 w 2477491"/>
                <a:gd name="connsiteY1" fmla="*/ 1582620 h 1694372"/>
                <a:gd name="connsiteX2" fmla="*/ 583477 w 2477491"/>
                <a:gd name="connsiteY2" fmla="*/ 1632042 h 1694372"/>
                <a:gd name="connsiteX3" fmla="*/ 958027 w 2477491"/>
                <a:gd name="connsiteY3" fmla="*/ 1677388 h 1694372"/>
                <a:gd name="connsiteX4" fmla="*/ 1200345 w 2477491"/>
                <a:gd name="connsiteY4" fmla="*/ 1677388 h 1694372"/>
                <a:gd name="connsiteX5" fmla="*/ 1775812 w 2477491"/>
                <a:gd name="connsiteY5" fmla="*/ 1693529 h 1694372"/>
                <a:gd name="connsiteX6" fmla="*/ 2058355 w 2477491"/>
                <a:gd name="connsiteY6" fmla="*/ 1680383 h 1694372"/>
                <a:gd name="connsiteX7" fmla="*/ 2432430 w 2477491"/>
                <a:gd name="connsiteY7" fmla="*/ 1649514 h 1694372"/>
                <a:gd name="connsiteX8" fmla="*/ 2477491 w 2477491"/>
                <a:gd name="connsiteY8" fmla="*/ 1628538 h 1694372"/>
                <a:gd name="connsiteX9" fmla="*/ 1007365 w 2477491"/>
                <a:gd name="connsiteY9" fmla="*/ 0 h 1694372"/>
                <a:gd name="connsiteX10" fmla="*/ 988731 w 2477491"/>
                <a:gd name="connsiteY10" fmla="*/ 47448 h 1694372"/>
                <a:gd name="connsiteX11" fmla="*/ 943691 w 2477491"/>
                <a:gd name="connsiteY11" fmla="*/ 110256 h 1694372"/>
                <a:gd name="connsiteX12" fmla="*/ 711750 w 2477491"/>
                <a:gd name="connsiteY12" fmla="*/ 216173 h 1694372"/>
                <a:gd name="connsiteX13" fmla="*/ 501848 w 2477491"/>
                <a:gd name="connsiteY13" fmla="*/ 271670 h 1694372"/>
                <a:gd name="connsiteX14" fmla="*/ 193413 w 2477491"/>
                <a:gd name="connsiteY14" fmla="*/ 470359 h 1694372"/>
                <a:gd name="connsiteX15" fmla="*/ 308 w 2477491"/>
                <a:gd name="connsiteY15" fmla="*/ 868653 h 1694372"/>
                <a:gd name="connsiteX16" fmla="*/ 66423 w 2477491"/>
                <a:gd name="connsiteY16" fmla="*/ 1151044 h 1694372"/>
                <a:gd name="connsiteX17" fmla="*/ 207642 w 2477491"/>
                <a:gd name="connsiteY17" fmla="*/ 1373863 h 1694372"/>
                <a:gd name="connsiteX18" fmla="*/ 258654 w 2477491"/>
                <a:gd name="connsiteY18" fmla="*/ 1433064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18" fmla="*/ 1098805 w 2477491"/>
                <a:gd name="connsiteY18" fmla="*/ 91440 h 1694372"/>
                <a:gd name="connsiteX0" fmla="*/ 1007365 w 2477491"/>
                <a:gd name="connsiteY0" fmla="*/ 0 h 1694372"/>
                <a:gd name="connsiteX1" fmla="*/ 988731 w 2477491"/>
                <a:gd name="connsiteY1" fmla="*/ 47448 h 1694372"/>
                <a:gd name="connsiteX2" fmla="*/ 943691 w 2477491"/>
                <a:gd name="connsiteY2" fmla="*/ 110256 h 1694372"/>
                <a:gd name="connsiteX3" fmla="*/ 711750 w 2477491"/>
                <a:gd name="connsiteY3" fmla="*/ 216173 h 1694372"/>
                <a:gd name="connsiteX4" fmla="*/ 501848 w 2477491"/>
                <a:gd name="connsiteY4" fmla="*/ 271670 h 1694372"/>
                <a:gd name="connsiteX5" fmla="*/ 193413 w 2477491"/>
                <a:gd name="connsiteY5" fmla="*/ 470359 h 1694372"/>
                <a:gd name="connsiteX6" fmla="*/ 308 w 2477491"/>
                <a:gd name="connsiteY6" fmla="*/ 868653 h 1694372"/>
                <a:gd name="connsiteX7" fmla="*/ 66423 w 2477491"/>
                <a:gd name="connsiteY7" fmla="*/ 1151044 h 1694372"/>
                <a:gd name="connsiteX8" fmla="*/ 207642 w 2477491"/>
                <a:gd name="connsiteY8" fmla="*/ 1373863 h 1694372"/>
                <a:gd name="connsiteX9" fmla="*/ 258654 w 2477491"/>
                <a:gd name="connsiteY9" fmla="*/ 1433064 h 1694372"/>
                <a:gd name="connsiteX10" fmla="*/ 449960 w 2477491"/>
                <a:gd name="connsiteY10" fmla="*/ 1582620 h 1694372"/>
                <a:gd name="connsiteX11" fmla="*/ 583477 w 2477491"/>
                <a:gd name="connsiteY11" fmla="*/ 1632042 h 1694372"/>
                <a:gd name="connsiteX12" fmla="*/ 958027 w 2477491"/>
                <a:gd name="connsiteY12" fmla="*/ 1677388 h 1694372"/>
                <a:gd name="connsiteX13" fmla="*/ 1200345 w 2477491"/>
                <a:gd name="connsiteY13" fmla="*/ 1677388 h 1694372"/>
                <a:gd name="connsiteX14" fmla="*/ 1775812 w 2477491"/>
                <a:gd name="connsiteY14" fmla="*/ 1693529 h 1694372"/>
                <a:gd name="connsiteX15" fmla="*/ 2058355 w 2477491"/>
                <a:gd name="connsiteY15" fmla="*/ 1680383 h 1694372"/>
                <a:gd name="connsiteX16" fmla="*/ 2432430 w 2477491"/>
                <a:gd name="connsiteY16" fmla="*/ 1649514 h 1694372"/>
                <a:gd name="connsiteX17" fmla="*/ 2477491 w 2477491"/>
                <a:gd name="connsiteY17" fmla="*/ 1628538 h 1694372"/>
                <a:gd name="connsiteX0" fmla="*/ 1007365 w 2506700"/>
                <a:gd name="connsiteY0" fmla="*/ 0 h 1694372"/>
                <a:gd name="connsiteX1" fmla="*/ 988731 w 2506700"/>
                <a:gd name="connsiteY1" fmla="*/ 47448 h 1694372"/>
                <a:gd name="connsiteX2" fmla="*/ 943691 w 2506700"/>
                <a:gd name="connsiteY2" fmla="*/ 110256 h 1694372"/>
                <a:gd name="connsiteX3" fmla="*/ 711750 w 2506700"/>
                <a:gd name="connsiteY3" fmla="*/ 216173 h 1694372"/>
                <a:gd name="connsiteX4" fmla="*/ 501848 w 2506700"/>
                <a:gd name="connsiteY4" fmla="*/ 271670 h 1694372"/>
                <a:gd name="connsiteX5" fmla="*/ 193413 w 2506700"/>
                <a:gd name="connsiteY5" fmla="*/ 470359 h 1694372"/>
                <a:gd name="connsiteX6" fmla="*/ 308 w 2506700"/>
                <a:gd name="connsiteY6" fmla="*/ 868653 h 1694372"/>
                <a:gd name="connsiteX7" fmla="*/ 66423 w 2506700"/>
                <a:gd name="connsiteY7" fmla="*/ 1151044 h 1694372"/>
                <a:gd name="connsiteX8" fmla="*/ 207642 w 2506700"/>
                <a:gd name="connsiteY8" fmla="*/ 1373863 h 1694372"/>
                <a:gd name="connsiteX9" fmla="*/ 258654 w 2506700"/>
                <a:gd name="connsiteY9" fmla="*/ 1433064 h 1694372"/>
                <a:gd name="connsiteX10" fmla="*/ 449960 w 2506700"/>
                <a:gd name="connsiteY10" fmla="*/ 1582620 h 1694372"/>
                <a:gd name="connsiteX11" fmla="*/ 583477 w 2506700"/>
                <a:gd name="connsiteY11" fmla="*/ 1632042 h 1694372"/>
                <a:gd name="connsiteX12" fmla="*/ 958027 w 2506700"/>
                <a:gd name="connsiteY12" fmla="*/ 1677388 h 1694372"/>
                <a:gd name="connsiteX13" fmla="*/ 1200345 w 2506700"/>
                <a:gd name="connsiteY13" fmla="*/ 1677388 h 1694372"/>
                <a:gd name="connsiteX14" fmla="*/ 1775812 w 2506700"/>
                <a:gd name="connsiteY14" fmla="*/ 1693529 h 1694372"/>
                <a:gd name="connsiteX15" fmla="*/ 2058355 w 2506700"/>
                <a:gd name="connsiteY15" fmla="*/ 1680383 h 1694372"/>
                <a:gd name="connsiteX16" fmla="*/ 2432430 w 2506700"/>
                <a:gd name="connsiteY16" fmla="*/ 1649514 h 1694372"/>
                <a:gd name="connsiteX17" fmla="*/ 2506700 w 2506700"/>
                <a:gd name="connsiteY17" fmla="*/ 1693930 h 1694372"/>
                <a:gd name="connsiteX0" fmla="*/ 1007365 w 2506700"/>
                <a:gd name="connsiteY0" fmla="*/ 0 h 1739029"/>
                <a:gd name="connsiteX1" fmla="*/ 988731 w 2506700"/>
                <a:gd name="connsiteY1" fmla="*/ 47448 h 1739029"/>
                <a:gd name="connsiteX2" fmla="*/ 943691 w 2506700"/>
                <a:gd name="connsiteY2" fmla="*/ 110256 h 1739029"/>
                <a:gd name="connsiteX3" fmla="*/ 711750 w 2506700"/>
                <a:gd name="connsiteY3" fmla="*/ 216173 h 1739029"/>
                <a:gd name="connsiteX4" fmla="*/ 501848 w 2506700"/>
                <a:gd name="connsiteY4" fmla="*/ 271670 h 1739029"/>
                <a:gd name="connsiteX5" fmla="*/ 193413 w 2506700"/>
                <a:gd name="connsiteY5" fmla="*/ 470359 h 1739029"/>
                <a:gd name="connsiteX6" fmla="*/ 308 w 2506700"/>
                <a:gd name="connsiteY6" fmla="*/ 868653 h 1739029"/>
                <a:gd name="connsiteX7" fmla="*/ 66423 w 2506700"/>
                <a:gd name="connsiteY7" fmla="*/ 1151044 h 1739029"/>
                <a:gd name="connsiteX8" fmla="*/ 207642 w 2506700"/>
                <a:gd name="connsiteY8" fmla="*/ 1373863 h 1739029"/>
                <a:gd name="connsiteX9" fmla="*/ 258654 w 2506700"/>
                <a:gd name="connsiteY9" fmla="*/ 1433064 h 1739029"/>
                <a:gd name="connsiteX10" fmla="*/ 449960 w 2506700"/>
                <a:gd name="connsiteY10" fmla="*/ 1582620 h 1739029"/>
                <a:gd name="connsiteX11" fmla="*/ 583477 w 2506700"/>
                <a:gd name="connsiteY11" fmla="*/ 1632042 h 1739029"/>
                <a:gd name="connsiteX12" fmla="*/ 958027 w 2506700"/>
                <a:gd name="connsiteY12" fmla="*/ 1677388 h 1739029"/>
                <a:gd name="connsiteX13" fmla="*/ 1200345 w 2506700"/>
                <a:gd name="connsiteY13" fmla="*/ 1677388 h 1739029"/>
                <a:gd name="connsiteX14" fmla="*/ 1775812 w 2506700"/>
                <a:gd name="connsiteY14" fmla="*/ 1693529 h 1739029"/>
                <a:gd name="connsiteX15" fmla="*/ 2058355 w 2506700"/>
                <a:gd name="connsiteY15" fmla="*/ 1680383 h 1739029"/>
                <a:gd name="connsiteX16" fmla="*/ 2388752 w 2506700"/>
                <a:gd name="connsiteY16" fmla="*/ 1725648 h 1739029"/>
                <a:gd name="connsiteX17" fmla="*/ 2506700 w 2506700"/>
                <a:gd name="connsiteY17" fmla="*/ 1693930 h 1739029"/>
                <a:gd name="connsiteX0" fmla="*/ 988731 w 2506700"/>
                <a:gd name="connsiteY0" fmla="*/ 0 h 1691581"/>
                <a:gd name="connsiteX1" fmla="*/ 943691 w 2506700"/>
                <a:gd name="connsiteY1" fmla="*/ 62808 h 1691581"/>
                <a:gd name="connsiteX2" fmla="*/ 711750 w 2506700"/>
                <a:gd name="connsiteY2" fmla="*/ 168725 h 1691581"/>
                <a:gd name="connsiteX3" fmla="*/ 501848 w 2506700"/>
                <a:gd name="connsiteY3" fmla="*/ 224222 h 1691581"/>
                <a:gd name="connsiteX4" fmla="*/ 193413 w 2506700"/>
                <a:gd name="connsiteY4" fmla="*/ 422911 h 1691581"/>
                <a:gd name="connsiteX5" fmla="*/ 308 w 2506700"/>
                <a:gd name="connsiteY5" fmla="*/ 821205 h 1691581"/>
                <a:gd name="connsiteX6" fmla="*/ 66423 w 2506700"/>
                <a:gd name="connsiteY6" fmla="*/ 1103596 h 1691581"/>
                <a:gd name="connsiteX7" fmla="*/ 207642 w 2506700"/>
                <a:gd name="connsiteY7" fmla="*/ 1326415 h 1691581"/>
                <a:gd name="connsiteX8" fmla="*/ 258654 w 2506700"/>
                <a:gd name="connsiteY8" fmla="*/ 1385616 h 1691581"/>
                <a:gd name="connsiteX9" fmla="*/ 449960 w 2506700"/>
                <a:gd name="connsiteY9" fmla="*/ 1535172 h 1691581"/>
                <a:gd name="connsiteX10" fmla="*/ 583477 w 2506700"/>
                <a:gd name="connsiteY10" fmla="*/ 1584594 h 1691581"/>
                <a:gd name="connsiteX11" fmla="*/ 958027 w 2506700"/>
                <a:gd name="connsiteY11" fmla="*/ 1629940 h 1691581"/>
                <a:gd name="connsiteX12" fmla="*/ 1200345 w 2506700"/>
                <a:gd name="connsiteY12" fmla="*/ 1629940 h 1691581"/>
                <a:gd name="connsiteX13" fmla="*/ 1775812 w 2506700"/>
                <a:gd name="connsiteY13" fmla="*/ 1646081 h 1691581"/>
                <a:gd name="connsiteX14" fmla="*/ 2058355 w 2506700"/>
                <a:gd name="connsiteY14" fmla="*/ 1632935 h 1691581"/>
                <a:gd name="connsiteX15" fmla="*/ 2388752 w 2506700"/>
                <a:gd name="connsiteY15" fmla="*/ 1678200 h 1691581"/>
                <a:gd name="connsiteX16" fmla="*/ 2506700 w 2506700"/>
                <a:gd name="connsiteY16" fmla="*/ 1646482 h 1691581"/>
                <a:gd name="connsiteX0" fmla="*/ 973740 w 2506700"/>
                <a:gd name="connsiteY0" fmla="*/ 0 h 1728516"/>
                <a:gd name="connsiteX1" fmla="*/ 943691 w 2506700"/>
                <a:gd name="connsiteY1" fmla="*/ 99743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711750 w 2506700"/>
                <a:gd name="connsiteY2" fmla="*/ 205660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1057158 w 2506700"/>
                <a:gd name="connsiteY1" fmla="*/ 309296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501848 w 2506700"/>
                <a:gd name="connsiteY3" fmla="*/ 261157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506700"/>
                <a:gd name="connsiteY0" fmla="*/ 0 h 1728516"/>
                <a:gd name="connsiteX1" fmla="*/ 939053 w 2506700"/>
                <a:gd name="connsiteY1" fmla="*/ 214042 h 1728516"/>
                <a:gd name="connsiteX2" fmla="*/ 660243 w 2506700"/>
                <a:gd name="connsiteY2" fmla="*/ 293448 h 1728516"/>
                <a:gd name="connsiteX3" fmla="*/ 436318 w 2506700"/>
                <a:gd name="connsiteY3" fmla="*/ 198732 h 1728516"/>
                <a:gd name="connsiteX4" fmla="*/ 193413 w 2506700"/>
                <a:gd name="connsiteY4" fmla="*/ 459846 h 1728516"/>
                <a:gd name="connsiteX5" fmla="*/ 308 w 2506700"/>
                <a:gd name="connsiteY5" fmla="*/ 858140 h 1728516"/>
                <a:gd name="connsiteX6" fmla="*/ 66423 w 2506700"/>
                <a:gd name="connsiteY6" fmla="*/ 1140531 h 1728516"/>
                <a:gd name="connsiteX7" fmla="*/ 207642 w 2506700"/>
                <a:gd name="connsiteY7" fmla="*/ 1363350 h 1728516"/>
                <a:gd name="connsiteX8" fmla="*/ 258654 w 2506700"/>
                <a:gd name="connsiteY8" fmla="*/ 1422551 h 1728516"/>
                <a:gd name="connsiteX9" fmla="*/ 449960 w 2506700"/>
                <a:gd name="connsiteY9" fmla="*/ 1572107 h 1728516"/>
                <a:gd name="connsiteX10" fmla="*/ 583477 w 2506700"/>
                <a:gd name="connsiteY10" fmla="*/ 1621529 h 1728516"/>
                <a:gd name="connsiteX11" fmla="*/ 958027 w 2506700"/>
                <a:gd name="connsiteY11" fmla="*/ 1666875 h 1728516"/>
                <a:gd name="connsiteX12" fmla="*/ 1200345 w 2506700"/>
                <a:gd name="connsiteY12" fmla="*/ 1666875 h 1728516"/>
                <a:gd name="connsiteX13" fmla="*/ 1775812 w 2506700"/>
                <a:gd name="connsiteY13" fmla="*/ 1683016 h 1728516"/>
                <a:gd name="connsiteX14" fmla="*/ 2058355 w 2506700"/>
                <a:gd name="connsiteY14" fmla="*/ 1669870 h 1728516"/>
                <a:gd name="connsiteX15" fmla="*/ 2388752 w 2506700"/>
                <a:gd name="connsiteY15" fmla="*/ 1715135 h 1728516"/>
                <a:gd name="connsiteX16" fmla="*/ 2506700 w 2506700"/>
                <a:gd name="connsiteY16" fmla="*/ 1683417 h 1728516"/>
                <a:gd name="connsiteX0" fmla="*/ 973740 w 2388752"/>
                <a:gd name="connsiteY0" fmla="*/ 0 h 1728516"/>
                <a:gd name="connsiteX1" fmla="*/ 939053 w 2388752"/>
                <a:gd name="connsiteY1" fmla="*/ 214042 h 1728516"/>
                <a:gd name="connsiteX2" fmla="*/ 660243 w 2388752"/>
                <a:gd name="connsiteY2" fmla="*/ 293448 h 1728516"/>
                <a:gd name="connsiteX3" fmla="*/ 436318 w 2388752"/>
                <a:gd name="connsiteY3" fmla="*/ 198732 h 1728516"/>
                <a:gd name="connsiteX4" fmla="*/ 193413 w 2388752"/>
                <a:gd name="connsiteY4" fmla="*/ 459846 h 1728516"/>
                <a:gd name="connsiteX5" fmla="*/ 308 w 2388752"/>
                <a:gd name="connsiteY5" fmla="*/ 858140 h 1728516"/>
                <a:gd name="connsiteX6" fmla="*/ 66423 w 2388752"/>
                <a:gd name="connsiteY6" fmla="*/ 1140531 h 1728516"/>
                <a:gd name="connsiteX7" fmla="*/ 207642 w 2388752"/>
                <a:gd name="connsiteY7" fmla="*/ 1363350 h 1728516"/>
                <a:gd name="connsiteX8" fmla="*/ 258654 w 2388752"/>
                <a:gd name="connsiteY8" fmla="*/ 1422551 h 1728516"/>
                <a:gd name="connsiteX9" fmla="*/ 449960 w 2388752"/>
                <a:gd name="connsiteY9" fmla="*/ 1572107 h 1728516"/>
                <a:gd name="connsiteX10" fmla="*/ 583477 w 2388752"/>
                <a:gd name="connsiteY10" fmla="*/ 1621529 h 1728516"/>
                <a:gd name="connsiteX11" fmla="*/ 958027 w 2388752"/>
                <a:gd name="connsiteY11" fmla="*/ 1666875 h 1728516"/>
                <a:gd name="connsiteX12" fmla="*/ 1200345 w 2388752"/>
                <a:gd name="connsiteY12" fmla="*/ 1666875 h 1728516"/>
                <a:gd name="connsiteX13" fmla="*/ 1775812 w 2388752"/>
                <a:gd name="connsiteY13" fmla="*/ 1683016 h 1728516"/>
                <a:gd name="connsiteX14" fmla="*/ 2058355 w 2388752"/>
                <a:gd name="connsiteY14" fmla="*/ 1669870 h 1728516"/>
                <a:gd name="connsiteX15" fmla="*/ 2388752 w 2388752"/>
                <a:gd name="connsiteY15" fmla="*/ 1715135 h 1728516"/>
                <a:gd name="connsiteX0" fmla="*/ 973740 w 2058355"/>
                <a:gd name="connsiteY0" fmla="*/ 0 h 1683289"/>
                <a:gd name="connsiteX1" fmla="*/ 939053 w 2058355"/>
                <a:gd name="connsiteY1" fmla="*/ 214042 h 1683289"/>
                <a:gd name="connsiteX2" fmla="*/ 660243 w 2058355"/>
                <a:gd name="connsiteY2" fmla="*/ 293448 h 1683289"/>
                <a:gd name="connsiteX3" fmla="*/ 436318 w 2058355"/>
                <a:gd name="connsiteY3" fmla="*/ 198732 h 1683289"/>
                <a:gd name="connsiteX4" fmla="*/ 193413 w 2058355"/>
                <a:gd name="connsiteY4" fmla="*/ 459846 h 1683289"/>
                <a:gd name="connsiteX5" fmla="*/ 308 w 2058355"/>
                <a:gd name="connsiteY5" fmla="*/ 858140 h 1683289"/>
                <a:gd name="connsiteX6" fmla="*/ 66423 w 2058355"/>
                <a:gd name="connsiteY6" fmla="*/ 1140531 h 1683289"/>
                <a:gd name="connsiteX7" fmla="*/ 207642 w 2058355"/>
                <a:gd name="connsiteY7" fmla="*/ 1363350 h 1683289"/>
                <a:gd name="connsiteX8" fmla="*/ 258654 w 2058355"/>
                <a:gd name="connsiteY8" fmla="*/ 1422551 h 1683289"/>
                <a:gd name="connsiteX9" fmla="*/ 449960 w 2058355"/>
                <a:gd name="connsiteY9" fmla="*/ 1572107 h 1683289"/>
                <a:gd name="connsiteX10" fmla="*/ 583477 w 2058355"/>
                <a:gd name="connsiteY10" fmla="*/ 1621529 h 1683289"/>
                <a:gd name="connsiteX11" fmla="*/ 958027 w 2058355"/>
                <a:gd name="connsiteY11" fmla="*/ 1666875 h 1683289"/>
                <a:gd name="connsiteX12" fmla="*/ 1200345 w 2058355"/>
                <a:gd name="connsiteY12" fmla="*/ 1666875 h 1683289"/>
                <a:gd name="connsiteX13" fmla="*/ 1775812 w 2058355"/>
                <a:gd name="connsiteY13" fmla="*/ 1683016 h 1683289"/>
                <a:gd name="connsiteX14" fmla="*/ 2058355 w 2058355"/>
                <a:gd name="connsiteY14" fmla="*/ 1669870 h 1683289"/>
                <a:gd name="connsiteX0" fmla="*/ 973740 w 1992046"/>
                <a:gd name="connsiteY0" fmla="*/ 0 h 1728025"/>
                <a:gd name="connsiteX1" fmla="*/ 939053 w 1992046"/>
                <a:gd name="connsiteY1" fmla="*/ 214042 h 1728025"/>
                <a:gd name="connsiteX2" fmla="*/ 660243 w 1992046"/>
                <a:gd name="connsiteY2" fmla="*/ 293448 h 1728025"/>
                <a:gd name="connsiteX3" fmla="*/ 436318 w 1992046"/>
                <a:gd name="connsiteY3" fmla="*/ 198732 h 1728025"/>
                <a:gd name="connsiteX4" fmla="*/ 193413 w 1992046"/>
                <a:gd name="connsiteY4" fmla="*/ 459846 h 1728025"/>
                <a:gd name="connsiteX5" fmla="*/ 308 w 1992046"/>
                <a:gd name="connsiteY5" fmla="*/ 858140 h 1728025"/>
                <a:gd name="connsiteX6" fmla="*/ 66423 w 1992046"/>
                <a:gd name="connsiteY6" fmla="*/ 1140531 h 1728025"/>
                <a:gd name="connsiteX7" fmla="*/ 207642 w 1992046"/>
                <a:gd name="connsiteY7" fmla="*/ 1363350 h 1728025"/>
                <a:gd name="connsiteX8" fmla="*/ 258654 w 1992046"/>
                <a:gd name="connsiteY8" fmla="*/ 1422551 h 1728025"/>
                <a:gd name="connsiteX9" fmla="*/ 449960 w 1992046"/>
                <a:gd name="connsiteY9" fmla="*/ 1572107 h 1728025"/>
                <a:gd name="connsiteX10" fmla="*/ 583477 w 1992046"/>
                <a:gd name="connsiteY10" fmla="*/ 1621529 h 1728025"/>
                <a:gd name="connsiteX11" fmla="*/ 958027 w 1992046"/>
                <a:gd name="connsiteY11" fmla="*/ 1666875 h 1728025"/>
                <a:gd name="connsiteX12" fmla="*/ 1200345 w 1992046"/>
                <a:gd name="connsiteY12" fmla="*/ 1666875 h 1728025"/>
                <a:gd name="connsiteX13" fmla="*/ 1775812 w 1992046"/>
                <a:gd name="connsiteY13" fmla="*/ 1683016 h 1728025"/>
                <a:gd name="connsiteX14" fmla="*/ 1992046 w 1992046"/>
                <a:gd name="connsiteY14" fmla="*/ 1728025 h 1728025"/>
                <a:gd name="connsiteX0" fmla="*/ 1041326 w 1992046"/>
                <a:gd name="connsiteY0" fmla="*/ 1 h 1691318"/>
                <a:gd name="connsiteX1" fmla="*/ 939053 w 1992046"/>
                <a:gd name="connsiteY1" fmla="*/ 177335 h 1691318"/>
                <a:gd name="connsiteX2" fmla="*/ 660243 w 1992046"/>
                <a:gd name="connsiteY2" fmla="*/ 256741 h 1691318"/>
                <a:gd name="connsiteX3" fmla="*/ 436318 w 1992046"/>
                <a:gd name="connsiteY3" fmla="*/ 162025 h 1691318"/>
                <a:gd name="connsiteX4" fmla="*/ 193413 w 1992046"/>
                <a:gd name="connsiteY4" fmla="*/ 423139 h 1691318"/>
                <a:gd name="connsiteX5" fmla="*/ 308 w 1992046"/>
                <a:gd name="connsiteY5" fmla="*/ 821433 h 1691318"/>
                <a:gd name="connsiteX6" fmla="*/ 66423 w 1992046"/>
                <a:gd name="connsiteY6" fmla="*/ 1103824 h 1691318"/>
                <a:gd name="connsiteX7" fmla="*/ 207642 w 1992046"/>
                <a:gd name="connsiteY7" fmla="*/ 1326643 h 1691318"/>
                <a:gd name="connsiteX8" fmla="*/ 258654 w 1992046"/>
                <a:gd name="connsiteY8" fmla="*/ 1385844 h 1691318"/>
                <a:gd name="connsiteX9" fmla="*/ 449960 w 1992046"/>
                <a:gd name="connsiteY9" fmla="*/ 1535400 h 1691318"/>
                <a:gd name="connsiteX10" fmla="*/ 583477 w 1992046"/>
                <a:gd name="connsiteY10" fmla="*/ 1584822 h 1691318"/>
                <a:gd name="connsiteX11" fmla="*/ 958027 w 1992046"/>
                <a:gd name="connsiteY11" fmla="*/ 1630168 h 1691318"/>
                <a:gd name="connsiteX12" fmla="*/ 1200345 w 1992046"/>
                <a:gd name="connsiteY12" fmla="*/ 1630168 h 1691318"/>
                <a:gd name="connsiteX13" fmla="*/ 1775812 w 1992046"/>
                <a:gd name="connsiteY13" fmla="*/ 1646309 h 1691318"/>
                <a:gd name="connsiteX14" fmla="*/ 1992046 w 1992046"/>
                <a:gd name="connsiteY14" fmla="*/ 1691318 h 1691318"/>
                <a:gd name="connsiteX0" fmla="*/ 1041326 w 1992046"/>
                <a:gd name="connsiteY0" fmla="*/ 0 h 1691317"/>
                <a:gd name="connsiteX1" fmla="*/ 1005420 w 1992046"/>
                <a:gd name="connsiteY1" fmla="*/ 251982 h 1691317"/>
                <a:gd name="connsiteX2" fmla="*/ 660243 w 1992046"/>
                <a:gd name="connsiteY2" fmla="*/ 256740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436318 w 1992046"/>
                <a:gd name="connsiteY3" fmla="*/ 162024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 name="connsiteX0" fmla="*/ 1041326 w 1992046"/>
                <a:gd name="connsiteY0" fmla="*/ 0 h 1691317"/>
                <a:gd name="connsiteX1" fmla="*/ 1005420 w 1992046"/>
                <a:gd name="connsiteY1" fmla="*/ 251982 h 1691317"/>
                <a:gd name="connsiteX2" fmla="*/ 674971 w 1992046"/>
                <a:gd name="connsiteY2" fmla="*/ 323058 h 1691317"/>
                <a:gd name="connsiteX3" fmla="*/ 378591 w 1992046"/>
                <a:gd name="connsiteY3" fmla="*/ 246478 h 1691317"/>
                <a:gd name="connsiteX4" fmla="*/ 193413 w 1992046"/>
                <a:gd name="connsiteY4" fmla="*/ 423138 h 1691317"/>
                <a:gd name="connsiteX5" fmla="*/ 308 w 1992046"/>
                <a:gd name="connsiteY5" fmla="*/ 821432 h 1691317"/>
                <a:gd name="connsiteX6" fmla="*/ 66423 w 1992046"/>
                <a:gd name="connsiteY6" fmla="*/ 1103823 h 1691317"/>
                <a:gd name="connsiteX7" fmla="*/ 207642 w 1992046"/>
                <a:gd name="connsiteY7" fmla="*/ 1326642 h 1691317"/>
                <a:gd name="connsiteX8" fmla="*/ 258654 w 1992046"/>
                <a:gd name="connsiteY8" fmla="*/ 1385843 h 1691317"/>
                <a:gd name="connsiteX9" fmla="*/ 449960 w 1992046"/>
                <a:gd name="connsiteY9" fmla="*/ 1535399 h 1691317"/>
                <a:gd name="connsiteX10" fmla="*/ 583477 w 1992046"/>
                <a:gd name="connsiteY10" fmla="*/ 1584821 h 1691317"/>
                <a:gd name="connsiteX11" fmla="*/ 958027 w 1992046"/>
                <a:gd name="connsiteY11" fmla="*/ 1630167 h 1691317"/>
                <a:gd name="connsiteX12" fmla="*/ 1200345 w 1992046"/>
                <a:gd name="connsiteY12" fmla="*/ 1630167 h 1691317"/>
                <a:gd name="connsiteX13" fmla="*/ 1775812 w 1992046"/>
                <a:gd name="connsiteY13" fmla="*/ 1646308 h 1691317"/>
                <a:gd name="connsiteX14" fmla="*/ 1992046 w 1992046"/>
                <a:gd name="connsiteY14" fmla="*/ 1691317 h 169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2046" h="1691317">
                  <a:moveTo>
                    <a:pt x="1041326" y="0"/>
                  </a:moveTo>
                  <a:cubicBezTo>
                    <a:pt x="1029879" y="22454"/>
                    <a:pt x="1066479" y="198139"/>
                    <a:pt x="1005420" y="251982"/>
                  </a:cubicBezTo>
                  <a:cubicBezTo>
                    <a:pt x="944361" y="305825"/>
                    <a:pt x="779442" y="323975"/>
                    <a:pt x="674971" y="323058"/>
                  </a:cubicBezTo>
                  <a:cubicBezTo>
                    <a:pt x="570500" y="322141"/>
                    <a:pt x="458851" y="229798"/>
                    <a:pt x="378591" y="246478"/>
                  </a:cubicBezTo>
                  <a:cubicBezTo>
                    <a:pt x="298331" y="263158"/>
                    <a:pt x="256460" y="327312"/>
                    <a:pt x="193413" y="423138"/>
                  </a:cubicBezTo>
                  <a:cubicBezTo>
                    <a:pt x="130366" y="518964"/>
                    <a:pt x="5549" y="676409"/>
                    <a:pt x="308" y="821432"/>
                  </a:cubicBezTo>
                  <a:cubicBezTo>
                    <a:pt x="-3224" y="917865"/>
                    <a:pt x="23951" y="1013048"/>
                    <a:pt x="66423" y="1103823"/>
                  </a:cubicBezTo>
                  <a:cubicBezTo>
                    <a:pt x="102905" y="1181868"/>
                    <a:pt x="150513" y="1256418"/>
                    <a:pt x="207642" y="1326642"/>
                  </a:cubicBezTo>
                  <a:cubicBezTo>
                    <a:pt x="223931" y="1346693"/>
                    <a:pt x="240848" y="1366543"/>
                    <a:pt x="258654" y="1385843"/>
                  </a:cubicBezTo>
                  <a:cubicBezTo>
                    <a:pt x="312072" y="1443745"/>
                    <a:pt x="373494" y="1496709"/>
                    <a:pt x="449960" y="1535399"/>
                  </a:cubicBezTo>
                  <a:cubicBezTo>
                    <a:pt x="491471" y="1556448"/>
                    <a:pt x="536511" y="1572590"/>
                    <a:pt x="583477" y="1584821"/>
                  </a:cubicBezTo>
                  <a:cubicBezTo>
                    <a:pt x="703833" y="1616189"/>
                    <a:pt x="831037" y="1627172"/>
                    <a:pt x="958027" y="1630167"/>
                  </a:cubicBezTo>
                  <a:cubicBezTo>
                    <a:pt x="1038799" y="1632081"/>
                    <a:pt x="1119572" y="1630417"/>
                    <a:pt x="1200345" y="1630167"/>
                  </a:cubicBezTo>
                  <a:cubicBezTo>
                    <a:pt x="1392381" y="1629502"/>
                    <a:pt x="1643862" y="1636116"/>
                    <a:pt x="1775812" y="1646308"/>
                  </a:cubicBezTo>
                  <a:cubicBezTo>
                    <a:pt x="1907762" y="1656500"/>
                    <a:pt x="1889889" y="1685964"/>
                    <a:pt x="1992046" y="1691317"/>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65" name="Freeform: Shape 64">
              <a:extLst>
                <a:ext uri="{FF2B5EF4-FFF2-40B4-BE49-F238E27FC236}">
                  <a16:creationId xmlns:a16="http://schemas.microsoft.com/office/drawing/2014/main" id="{DA4B9203-D52A-859F-AF91-7B313237FB91}"/>
                </a:ext>
              </a:extLst>
            </p:cNvPr>
            <p:cNvSpPr/>
            <p:nvPr userDrawn="1"/>
          </p:nvSpPr>
          <p:spPr>
            <a:xfrm rot="8899819" flipV="1">
              <a:off x="-386186" y="2114893"/>
              <a:ext cx="1686048" cy="1022139"/>
            </a:xfrm>
            <a:custGeom>
              <a:avLst/>
              <a:gdLst>
                <a:gd name="connsiteX0" fmla="*/ 151164 w 2129697"/>
                <a:gd name="connsiteY0" fmla="*/ 966806 h 1222169"/>
                <a:gd name="connsiteX1" fmla="*/ 231762 w 2129697"/>
                <a:gd name="connsiteY1" fmla="*/ 1047295 h 1222169"/>
                <a:gd name="connsiteX2" fmla="*/ 524683 w 2129697"/>
                <a:gd name="connsiteY2" fmla="*/ 1188490 h 1222169"/>
                <a:gd name="connsiteX3" fmla="*/ 627068 w 2129697"/>
                <a:gd name="connsiteY3" fmla="*/ 1204631 h 1222169"/>
                <a:gd name="connsiteX4" fmla="*/ 1017130 w 2129697"/>
                <a:gd name="connsiteY4" fmla="*/ 1221772 h 1222169"/>
                <a:gd name="connsiteX5" fmla="*/ 1359265 w 2129697"/>
                <a:gd name="connsiteY5" fmla="*/ 1207627 h 1222169"/>
                <a:gd name="connsiteX6" fmla="*/ 1535467 w 2129697"/>
                <a:gd name="connsiteY6" fmla="*/ 1197559 h 1222169"/>
                <a:gd name="connsiteX7" fmla="*/ 1808918 w 2129697"/>
                <a:gd name="connsiteY7" fmla="*/ 1141064 h 1222169"/>
                <a:gd name="connsiteX8" fmla="*/ 2070506 w 2129697"/>
                <a:gd name="connsiteY8" fmla="*/ 1127834 h 1222169"/>
                <a:gd name="connsiteX9" fmla="*/ 2129697 w 2129697"/>
                <a:gd name="connsiteY9" fmla="*/ 1101116 h 1222169"/>
                <a:gd name="connsiteX10" fmla="*/ 1135689 w 2129697"/>
                <a:gd name="connsiteY10" fmla="*/ 0 h 1222169"/>
                <a:gd name="connsiteX11" fmla="*/ 1117361 w 2129697"/>
                <a:gd name="connsiteY11" fmla="*/ 81680 h 1222169"/>
                <a:gd name="connsiteX12" fmla="*/ 1058427 w 2129697"/>
                <a:gd name="connsiteY12" fmla="*/ 193130 h 1222169"/>
                <a:gd name="connsiteX13" fmla="*/ 902551 w 2129697"/>
                <a:gd name="connsiteY13" fmla="*/ 291393 h 1222169"/>
                <a:gd name="connsiteX14" fmla="*/ 746675 w 2129697"/>
                <a:gd name="connsiteY14" fmla="*/ 291393 h 1222169"/>
                <a:gd name="connsiteX15" fmla="*/ 534419 w 2129697"/>
                <a:gd name="connsiteY15" fmla="*/ 255866 h 1222169"/>
                <a:gd name="connsiteX16" fmla="*/ 271026 w 2129697"/>
                <a:gd name="connsiteY16" fmla="*/ 266349 h 1222169"/>
                <a:gd name="connsiteX17" fmla="*/ 131304 w 2129697"/>
                <a:gd name="connsiteY17" fmla="*/ 337404 h 1222169"/>
                <a:gd name="connsiteX18" fmla="*/ 23786 w 2129697"/>
                <a:gd name="connsiteY18" fmla="*/ 473359 h 1222169"/>
                <a:gd name="connsiteX19" fmla="*/ 2282 w 2129697"/>
                <a:gd name="connsiteY19" fmla="*/ 636437 h 1222169"/>
                <a:gd name="connsiteX20" fmla="*/ 88298 w 2129697"/>
                <a:gd name="connsiteY20" fmla="*/ 876894 h 1222169"/>
                <a:gd name="connsiteX21" fmla="*/ 151164 w 2129697"/>
                <a:gd name="connsiteY21" fmla="*/ 966806 h 1222169"/>
                <a:gd name="connsiteX0" fmla="*/ 151164 w 2129697"/>
                <a:gd name="connsiteY0" fmla="*/ 966806 h 1225158"/>
                <a:gd name="connsiteX1" fmla="*/ 231762 w 2129697"/>
                <a:gd name="connsiteY1" fmla="*/ 1047295 h 1225158"/>
                <a:gd name="connsiteX2" fmla="*/ 524683 w 2129697"/>
                <a:gd name="connsiteY2" fmla="*/ 1188490 h 1225158"/>
                <a:gd name="connsiteX3" fmla="*/ 627068 w 2129697"/>
                <a:gd name="connsiteY3" fmla="*/ 1204631 h 1225158"/>
                <a:gd name="connsiteX4" fmla="*/ 1017130 w 2129697"/>
                <a:gd name="connsiteY4" fmla="*/ 1221772 h 1225158"/>
                <a:gd name="connsiteX5" fmla="*/ 1282851 w 2129697"/>
                <a:gd name="connsiteY5" fmla="*/ 1145721 h 1225158"/>
                <a:gd name="connsiteX6" fmla="*/ 1535467 w 2129697"/>
                <a:gd name="connsiteY6" fmla="*/ 1197559 h 1225158"/>
                <a:gd name="connsiteX7" fmla="*/ 1808918 w 2129697"/>
                <a:gd name="connsiteY7" fmla="*/ 1141064 h 1225158"/>
                <a:gd name="connsiteX8" fmla="*/ 2070506 w 2129697"/>
                <a:gd name="connsiteY8" fmla="*/ 1127834 h 1225158"/>
                <a:gd name="connsiteX9" fmla="*/ 2129697 w 2129697"/>
                <a:gd name="connsiteY9" fmla="*/ 1101116 h 1225158"/>
                <a:gd name="connsiteX10" fmla="*/ 1135689 w 2129697"/>
                <a:gd name="connsiteY10" fmla="*/ 0 h 1225158"/>
                <a:gd name="connsiteX11" fmla="*/ 1117361 w 2129697"/>
                <a:gd name="connsiteY11" fmla="*/ 81680 h 1225158"/>
                <a:gd name="connsiteX12" fmla="*/ 1058427 w 2129697"/>
                <a:gd name="connsiteY12" fmla="*/ 193130 h 1225158"/>
                <a:gd name="connsiteX13" fmla="*/ 902551 w 2129697"/>
                <a:gd name="connsiteY13" fmla="*/ 291393 h 1225158"/>
                <a:gd name="connsiteX14" fmla="*/ 746675 w 2129697"/>
                <a:gd name="connsiteY14" fmla="*/ 291393 h 1225158"/>
                <a:gd name="connsiteX15" fmla="*/ 534419 w 2129697"/>
                <a:gd name="connsiteY15" fmla="*/ 255866 h 1225158"/>
                <a:gd name="connsiteX16" fmla="*/ 271026 w 2129697"/>
                <a:gd name="connsiteY16" fmla="*/ 266349 h 1225158"/>
                <a:gd name="connsiteX17" fmla="*/ 131304 w 2129697"/>
                <a:gd name="connsiteY17" fmla="*/ 337404 h 1225158"/>
                <a:gd name="connsiteX18" fmla="*/ 23786 w 2129697"/>
                <a:gd name="connsiteY18" fmla="*/ 473359 h 1225158"/>
                <a:gd name="connsiteX19" fmla="*/ 2282 w 2129697"/>
                <a:gd name="connsiteY19" fmla="*/ 636437 h 1225158"/>
                <a:gd name="connsiteX20" fmla="*/ 88298 w 2129697"/>
                <a:gd name="connsiteY20" fmla="*/ 876894 h 1225158"/>
                <a:gd name="connsiteX21" fmla="*/ 151164 w 2129697"/>
                <a:gd name="connsiteY21" fmla="*/ 966806 h 1225158"/>
                <a:gd name="connsiteX0" fmla="*/ 151164 w 2175223"/>
                <a:gd name="connsiteY0" fmla="*/ 966806 h 1225158"/>
                <a:gd name="connsiteX1" fmla="*/ 231762 w 2175223"/>
                <a:gd name="connsiteY1" fmla="*/ 1047295 h 1225158"/>
                <a:gd name="connsiteX2" fmla="*/ 524683 w 2175223"/>
                <a:gd name="connsiteY2" fmla="*/ 1188490 h 1225158"/>
                <a:gd name="connsiteX3" fmla="*/ 627068 w 2175223"/>
                <a:gd name="connsiteY3" fmla="*/ 1204631 h 1225158"/>
                <a:gd name="connsiteX4" fmla="*/ 1017130 w 2175223"/>
                <a:gd name="connsiteY4" fmla="*/ 1221772 h 1225158"/>
                <a:gd name="connsiteX5" fmla="*/ 1282851 w 2175223"/>
                <a:gd name="connsiteY5" fmla="*/ 1145721 h 1225158"/>
                <a:gd name="connsiteX6" fmla="*/ 1535467 w 2175223"/>
                <a:gd name="connsiteY6" fmla="*/ 1197559 h 1225158"/>
                <a:gd name="connsiteX7" fmla="*/ 1808918 w 2175223"/>
                <a:gd name="connsiteY7" fmla="*/ 1141064 h 1225158"/>
                <a:gd name="connsiteX8" fmla="*/ 2070506 w 2175223"/>
                <a:gd name="connsiteY8" fmla="*/ 1127834 h 1225158"/>
                <a:gd name="connsiteX9" fmla="*/ 2175223 w 2175223"/>
                <a:gd name="connsiteY9" fmla="*/ 1054887 h 1225158"/>
                <a:gd name="connsiteX10" fmla="*/ 1135689 w 2175223"/>
                <a:gd name="connsiteY10" fmla="*/ 0 h 1225158"/>
                <a:gd name="connsiteX11" fmla="*/ 1117361 w 2175223"/>
                <a:gd name="connsiteY11" fmla="*/ 81680 h 1225158"/>
                <a:gd name="connsiteX12" fmla="*/ 1058427 w 2175223"/>
                <a:gd name="connsiteY12" fmla="*/ 193130 h 1225158"/>
                <a:gd name="connsiteX13" fmla="*/ 902551 w 2175223"/>
                <a:gd name="connsiteY13" fmla="*/ 291393 h 1225158"/>
                <a:gd name="connsiteX14" fmla="*/ 746675 w 2175223"/>
                <a:gd name="connsiteY14" fmla="*/ 291393 h 1225158"/>
                <a:gd name="connsiteX15" fmla="*/ 534419 w 2175223"/>
                <a:gd name="connsiteY15" fmla="*/ 255866 h 1225158"/>
                <a:gd name="connsiteX16" fmla="*/ 271026 w 2175223"/>
                <a:gd name="connsiteY16" fmla="*/ 266349 h 1225158"/>
                <a:gd name="connsiteX17" fmla="*/ 131304 w 2175223"/>
                <a:gd name="connsiteY17" fmla="*/ 337404 h 1225158"/>
                <a:gd name="connsiteX18" fmla="*/ 23786 w 2175223"/>
                <a:gd name="connsiteY18" fmla="*/ 473359 h 1225158"/>
                <a:gd name="connsiteX19" fmla="*/ 2282 w 2175223"/>
                <a:gd name="connsiteY19" fmla="*/ 636437 h 1225158"/>
                <a:gd name="connsiteX20" fmla="*/ 88298 w 2175223"/>
                <a:gd name="connsiteY20" fmla="*/ 876894 h 1225158"/>
                <a:gd name="connsiteX21" fmla="*/ 151164 w 2175223"/>
                <a:gd name="connsiteY21" fmla="*/ 966806 h 1225158"/>
                <a:gd name="connsiteX0" fmla="*/ 2175223 w 2266663"/>
                <a:gd name="connsiteY0" fmla="*/ 1054887 h 1225158"/>
                <a:gd name="connsiteX1" fmla="*/ 1135689 w 2266663"/>
                <a:gd name="connsiteY1" fmla="*/ 0 h 1225158"/>
                <a:gd name="connsiteX2" fmla="*/ 1117361 w 2266663"/>
                <a:gd name="connsiteY2" fmla="*/ 81680 h 1225158"/>
                <a:gd name="connsiteX3" fmla="*/ 1058427 w 2266663"/>
                <a:gd name="connsiteY3" fmla="*/ 193130 h 1225158"/>
                <a:gd name="connsiteX4" fmla="*/ 902551 w 2266663"/>
                <a:gd name="connsiteY4" fmla="*/ 291393 h 1225158"/>
                <a:gd name="connsiteX5" fmla="*/ 746675 w 2266663"/>
                <a:gd name="connsiteY5" fmla="*/ 291393 h 1225158"/>
                <a:gd name="connsiteX6" fmla="*/ 534419 w 2266663"/>
                <a:gd name="connsiteY6" fmla="*/ 255866 h 1225158"/>
                <a:gd name="connsiteX7" fmla="*/ 271026 w 2266663"/>
                <a:gd name="connsiteY7" fmla="*/ 266349 h 1225158"/>
                <a:gd name="connsiteX8" fmla="*/ 131304 w 2266663"/>
                <a:gd name="connsiteY8" fmla="*/ 337404 h 1225158"/>
                <a:gd name="connsiteX9" fmla="*/ 23786 w 2266663"/>
                <a:gd name="connsiteY9" fmla="*/ 473359 h 1225158"/>
                <a:gd name="connsiteX10" fmla="*/ 2282 w 2266663"/>
                <a:gd name="connsiteY10" fmla="*/ 636437 h 1225158"/>
                <a:gd name="connsiteX11" fmla="*/ 88298 w 2266663"/>
                <a:gd name="connsiteY11" fmla="*/ 876894 h 1225158"/>
                <a:gd name="connsiteX12" fmla="*/ 151164 w 2266663"/>
                <a:gd name="connsiteY12" fmla="*/ 966806 h 1225158"/>
                <a:gd name="connsiteX13" fmla="*/ 231762 w 2266663"/>
                <a:gd name="connsiteY13" fmla="*/ 1047295 h 1225158"/>
                <a:gd name="connsiteX14" fmla="*/ 524683 w 2266663"/>
                <a:gd name="connsiteY14" fmla="*/ 1188490 h 1225158"/>
                <a:gd name="connsiteX15" fmla="*/ 627068 w 2266663"/>
                <a:gd name="connsiteY15" fmla="*/ 1204631 h 1225158"/>
                <a:gd name="connsiteX16" fmla="*/ 1017130 w 2266663"/>
                <a:gd name="connsiteY16" fmla="*/ 1221772 h 1225158"/>
                <a:gd name="connsiteX17" fmla="*/ 1282851 w 2266663"/>
                <a:gd name="connsiteY17" fmla="*/ 1145721 h 1225158"/>
                <a:gd name="connsiteX18" fmla="*/ 1535467 w 2266663"/>
                <a:gd name="connsiteY18" fmla="*/ 1197559 h 1225158"/>
                <a:gd name="connsiteX19" fmla="*/ 1808918 w 2266663"/>
                <a:gd name="connsiteY19" fmla="*/ 1141064 h 1225158"/>
                <a:gd name="connsiteX20" fmla="*/ 2070506 w 2266663"/>
                <a:gd name="connsiteY20" fmla="*/ 1127834 h 1225158"/>
                <a:gd name="connsiteX21" fmla="*/ 2266663 w 2266663"/>
                <a:gd name="connsiteY21" fmla="*/ 1146327 h 1225158"/>
                <a:gd name="connsiteX0" fmla="*/ 1135689 w 2266663"/>
                <a:gd name="connsiteY0" fmla="*/ 0 h 1225158"/>
                <a:gd name="connsiteX1" fmla="*/ 1117361 w 2266663"/>
                <a:gd name="connsiteY1" fmla="*/ 81680 h 1225158"/>
                <a:gd name="connsiteX2" fmla="*/ 1058427 w 2266663"/>
                <a:gd name="connsiteY2" fmla="*/ 193130 h 1225158"/>
                <a:gd name="connsiteX3" fmla="*/ 902551 w 2266663"/>
                <a:gd name="connsiteY3" fmla="*/ 291393 h 1225158"/>
                <a:gd name="connsiteX4" fmla="*/ 746675 w 2266663"/>
                <a:gd name="connsiteY4" fmla="*/ 291393 h 1225158"/>
                <a:gd name="connsiteX5" fmla="*/ 534419 w 2266663"/>
                <a:gd name="connsiteY5" fmla="*/ 255866 h 1225158"/>
                <a:gd name="connsiteX6" fmla="*/ 271026 w 2266663"/>
                <a:gd name="connsiteY6" fmla="*/ 266349 h 1225158"/>
                <a:gd name="connsiteX7" fmla="*/ 131304 w 2266663"/>
                <a:gd name="connsiteY7" fmla="*/ 337404 h 1225158"/>
                <a:gd name="connsiteX8" fmla="*/ 23786 w 2266663"/>
                <a:gd name="connsiteY8" fmla="*/ 473359 h 1225158"/>
                <a:gd name="connsiteX9" fmla="*/ 2282 w 2266663"/>
                <a:gd name="connsiteY9" fmla="*/ 636437 h 1225158"/>
                <a:gd name="connsiteX10" fmla="*/ 88298 w 2266663"/>
                <a:gd name="connsiteY10" fmla="*/ 876894 h 1225158"/>
                <a:gd name="connsiteX11" fmla="*/ 151164 w 2266663"/>
                <a:gd name="connsiteY11" fmla="*/ 966806 h 1225158"/>
                <a:gd name="connsiteX12" fmla="*/ 231762 w 2266663"/>
                <a:gd name="connsiteY12" fmla="*/ 1047295 h 1225158"/>
                <a:gd name="connsiteX13" fmla="*/ 524683 w 2266663"/>
                <a:gd name="connsiteY13" fmla="*/ 1188490 h 1225158"/>
                <a:gd name="connsiteX14" fmla="*/ 627068 w 2266663"/>
                <a:gd name="connsiteY14" fmla="*/ 1204631 h 1225158"/>
                <a:gd name="connsiteX15" fmla="*/ 1017130 w 2266663"/>
                <a:gd name="connsiteY15" fmla="*/ 1221772 h 1225158"/>
                <a:gd name="connsiteX16" fmla="*/ 1282851 w 2266663"/>
                <a:gd name="connsiteY16" fmla="*/ 1145721 h 1225158"/>
                <a:gd name="connsiteX17" fmla="*/ 1535467 w 2266663"/>
                <a:gd name="connsiteY17" fmla="*/ 1197559 h 1225158"/>
                <a:gd name="connsiteX18" fmla="*/ 1808918 w 2266663"/>
                <a:gd name="connsiteY18" fmla="*/ 1141064 h 1225158"/>
                <a:gd name="connsiteX19" fmla="*/ 2070506 w 2266663"/>
                <a:gd name="connsiteY19" fmla="*/ 1127834 h 1225158"/>
                <a:gd name="connsiteX20" fmla="*/ 2266663 w 2266663"/>
                <a:gd name="connsiteY20" fmla="*/ 1146327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2070506"/>
                <a:gd name="connsiteY0" fmla="*/ 0 h 1225158"/>
                <a:gd name="connsiteX1" fmla="*/ 1117361 w 2070506"/>
                <a:gd name="connsiteY1" fmla="*/ 81680 h 1225158"/>
                <a:gd name="connsiteX2" fmla="*/ 1058427 w 2070506"/>
                <a:gd name="connsiteY2" fmla="*/ 193130 h 1225158"/>
                <a:gd name="connsiteX3" fmla="*/ 902551 w 2070506"/>
                <a:gd name="connsiteY3" fmla="*/ 291393 h 1225158"/>
                <a:gd name="connsiteX4" fmla="*/ 746675 w 2070506"/>
                <a:gd name="connsiteY4" fmla="*/ 291393 h 1225158"/>
                <a:gd name="connsiteX5" fmla="*/ 534419 w 2070506"/>
                <a:gd name="connsiteY5" fmla="*/ 255866 h 1225158"/>
                <a:gd name="connsiteX6" fmla="*/ 271026 w 2070506"/>
                <a:gd name="connsiteY6" fmla="*/ 266349 h 1225158"/>
                <a:gd name="connsiteX7" fmla="*/ 131304 w 2070506"/>
                <a:gd name="connsiteY7" fmla="*/ 337404 h 1225158"/>
                <a:gd name="connsiteX8" fmla="*/ 23786 w 2070506"/>
                <a:gd name="connsiteY8" fmla="*/ 473359 h 1225158"/>
                <a:gd name="connsiteX9" fmla="*/ 2282 w 2070506"/>
                <a:gd name="connsiteY9" fmla="*/ 636437 h 1225158"/>
                <a:gd name="connsiteX10" fmla="*/ 88298 w 2070506"/>
                <a:gd name="connsiteY10" fmla="*/ 876894 h 1225158"/>
                <a:gd name="connsiteX11" fmla="*/ 151164 w 2070506"/>
                <a:gd name="connsiteY11" fmla="*/ 966806 h 1225158"/>
                <a:gd name="connsiteX12" fmla="*/ 231762 w 2070506"/>
                <a:gd name="connsiteY12" fmla="*/ 1047295 h 1225158"/>
                <a:gd name="connsiteX13" fmla="*/ 524683 w 2070506"/>
                <a:gd name="connsiteY13" fmla="*/ 1188490 h 1225158"/>
                <a:gd name="connsiteX14" fmla="*/ 627068 w 2070506"/>
                <a:gd name="connsiteY14" fmla="*/ 1204631 h 1225158"/>
                <a:gd name="connsiteX15" fmla="*/ 1017130 w 2070506"/>
                <a:gd name="connsiteY15" fmla="*/ 1221772 h 1225158"/>
                <a:gd name="connsiteX16" fmla="*/ 1282851 w 2070506"/>
                <a:gd name="connsiteY16" fmla="*/ 1145721 h 1225158"/>
                <a:gd name="connsiteX17" fmla="*/ 1535467 w 2070506"/>
                <a:gd name="connsiteY17" fmla="*/ 1197559 h 1225158"/>
                <a:gd name="connsiteX18" fmla="*/ 1808918 w 2070506"/>
                <a:gd name="connsiteY18" fmla="*/ 1141064 h 1225158"/>
                <a:gd name="connsiteX19" fmla="*/ 2070506 w 2070506"/>
                <a:gd name="connsiteY19" fmla="*/ 1127834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08918 w 1996430"/>
                <a:gd name="connsiteY18" fmla="*/ 1141064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35689 w 1996430"/>
                <a:gd name="connsiteY0" fmla="*/ 0 h 1225158"/>
                <a:gd name="connsiteX1" fmla="*/ 1117361 w 1996430"/>
                <a:gd name="connsiteY1" fmla="*/ 81680 h 1225158"/>
                <a:gd name="connsiteX2" fmla="*/ 1058427 w 1996430"/>
                <a:gd name="connsiteY2" fmla="*/ 193130 h 1225158"/>
                <a:gd name="connsiteX3" fmla="*/ 902551 w 1996430"/>
                <a:gd name="connsiteY3" fmla="*/ 291393 h 1225158"/>
                <a:gd name="connsiteX4" fmla="*/ 746675 w 1996430"/>
                <a:gd name="connsiteY4" fmla="*/ 291393 h 1225158"/>
                <a:gd name="connsiteX5" fmla="*/ 534419 w 1996430"/>
                <a:gd name="connsiteY5" fmla="*/ 255866 h 1225158"/>
                <a:gd name="connsiteX6" fmla="*/ 271026 w 1996430"/>
                <a:gd name="connsiteY6" fmla="*/ 266349 h 1225158"/>
                <a:gd name="connsiteX7" fmla="*/ 131304 w 1996430"/>
                <a:gd name="connsiteY7" fmla="*/ 337404 h 1225158"/>
                <a:gd name="connsiteX8" fmla="*/ 23786 w 1996430"/>
                <a:gd name="connsiteY8" fmla="*/ 473359 h 1225158"/>
                <a:gd name="connsiteX9" fmla="*/ 2282 w 1996430"/>
                <a:gd name="connsiteY9" fmla="*/ 636437 h 1225158"/>
                <a:gd name="connsiteX10" fmla="*/ 88298 w 1996430"/>
                <a:gd name="connsiteY10" fmla="*/ 876894 h 1225158"/>
                <a:gd name="connsiteX11" fmla="*/ 151164 w 1996430"/>
                <a:gd name="connsiteY11" fmla="*/ 966806 h 1225158"/>
                <a:gd name="connsiteX12" fmla="*/ 231762 w 1996430"/>
                <a:gd name="connsiteY12" fmla="*/ 1047295 h 1225158"/>
                <a:gd name="connsiteX13" fmla="*/ 524683 w 1996430"/>
                <a:gd name="connsiteY13" fmla="*/ 1188490 h 1225158"/>
                <a:gd name="connsiteX14" fmla="*/ 627068 w 1996430"/>
                <a:gd name="connsiteY14" fmla="*/ 1204631 h 1225158"/>
                <a:gd name="connsiteX15" fmla="*/ 1017130 w 1996430"/>
                <a:gd name="connsiteY15" fmla="*/ 1221772 h 1225158"/>
                <a:gd name="connsiteX16" fmla="*/ 1282851 w 1996430"/>
                <a:gd name="connsiteY16" fmla="*/ 1145721 h 1225158"/>
                <a:gd name="connsiteX17" fmla="*/ 1535467 w 1996430"/>
                <a:gd name="connsiteY17" fmla="*/ 1197559 h 1225158"/>
                <a:gd name="connsiteX18" fmla="*/ 1846173 w 1996430"/>
                <a:gd name="connsiteY18" fmla="*/ 1151062 h 1225158"/>
                <a:gd name="connsiteX19" fmla="*/ 1996430 w 1996430"/>
                <a:gd name="connsiteY19" fmla="*/ 1020190 h 1225158"/>
                <a:gd name="connsiteX0" fmla="*/ 1117361 w 1996430"/>
                <a:gd name="connsiteY0" fmla="*/ 0 h 1143478"/>
                <a:gd name="connsiteX1" fmla="*/ 1058427 w 1996430"/>
                <a:gd name="connsiteY1" fmla="*/ 111450 h 1143478"/>
                <a:gd name="connsiteX2" fmla="*/ 902551 w 1996430"/>
                <a:gd name="connsiteY2" fmla="*/ 209713 h 1143478"/>
                <a:gd name="connsiteX3" fmla="*/ 746675 w 1996430"/>
                <a:gd name="connsiteY3" fmla="*/ 209713 h 1143478"/>
                <a:gd name="connsiteX4" fmla="*/ 534419 w 1996430"/>
                <a:gd name="connsiteY4" fmla="*/ 174186 h 1143478"/>
                <a:gd name="connsiteX5" fmla="*/ 271026 w 1996430"/>
                <a:gd name="connsiteY5" fmla="*/ 184669 h 1143478"/>
                <a:gd name="connsiteX6" fmla="*/ 131304 w 1996430"/>
                <a:gd name="connsiteY6" fmla="*/ 255724 h 1143478"/>
                <a:gd name="connsiteX7" fmla="*/ 23786 w 1996430"/>
                <a:gd name="connsiteY7" fmla="*/ 391679 h 1143478"/>
                <a:gd name="connsiteX8" fmla="*/ 2282 w 1996430"/>
                <a:gd name="connsiteY8" fmla="*/ 554757 h 1143478"/>
                <a:gd name="connsiteX9" fmla="*/ 88298 w 1996430"/>
                <a:gd name="connsiteY9" fmla="*/ 795214 h 1143478"/>
                <a:gd name="connsiteX10" fmla="*/ 151164 w 1996430"/>
                <a:gd name="connsiteY10" fmla="*/ 885126 h 1143478"/>
                <a:gd name="connsiteX11" fmla="*/ 231762 w 1996430"/>
                <a:gd name="connsiteY11" fmla="*/ 965615 h 1143478"/>
                <a:gd name="connsiteX12" fmla="*/ 524683 w 1996430"/>
                <a:gd name="connsiteY12" fmla="*/ 1106810 h 1143478"/>
                <a:gd name="connsiteX13" fmla="*/ 627068 w 1996430"/>
                <a:gd name="connsiteY13" fmla="*/ 1122951 h 1143478"/>
                <a:gd name="connsiteX14" fmla="*/ 1017130 w 1996430"/>
                <a:gd name="connsiteY14" fmla="*/ 1140092 h 1143478"/>
                <a:gd name="connsiteX15" fmla="*/ 1282851 w 1996430"/>
                <a:gd name="connsiteY15" fmla="*/ 1064041 h 1143478"/>
                <a:gd name="connsiteX16" fmla="*/ 1535467 w 1996430"/>
                <a:gd name="connsiteY16" fmla="*/ 1115879 h 1143478"/>
                <a:gd name="connsiteX17" fmla="*/ 1846173 w 1996430"/>
                <a:gd name="connsiteY17" fmla="*/ 1069382 h 1143478"/>
                <a:gd name="connsiteX18" fmla="*/ 1996430 w 1996430"/>
                <a:gd name="connsiteY18" fmla="*/ 938510 h 1143478"/>
                <a:gd name="connsiteX0" fmla="*/ 1082818 w 1996430"/>
                <a:gd name="connsiteY0" fmla="*/ 0 h 1232916"/>
                <a:gd name="connsiteX1" fmla="*/ 1058427 w 1996430"/>
                <a:gd name="connsiteY1" fmla="*/ 200888 h 1232916"/>
                <a:gd name="connsiteX2" fmla="*/ 902551 w 1996430"/>
                <a:gd name="connsiteY2" fmla="*/ 299151 h 1232916"/>
                <a:gd name="connsiteX3" fmla="*/ 746675 w 1996430"/>
                <a:gd name="connsiteY3" fmla="*/ 299151 h 1232916"/>
                <a:gd name="connsiteX4" fmla="*/ 534419 w 1996430"/>
                <a:gd name="connsiteY4" fmla="*/ 263624 h 1232916"/>
                <a:gd name="connsiteX5" fmla="*/ 271026 w 1996430"/>
                <a:gd name="connsiteY5" fmla="*/ 274107 h 1232916"/>
                <a:gd name="connsiteX6" fmla="*/ 131304 w 1996430"/>
                <a:gd name="connsiteY6" fmla="*/ 345162 h 1232916"/>
                <a:gd name="connsiteX7" fmla="*/ 23786 w 1996430"/>
                <a:gd name="connsiteY7" fmla="*/ 481117 h 1232916"/>
                <a:gd name="connsiteX8" fmla="*/ 2282 w 1996430"/>
                <a:gd name="connsiteY8" fmla="*/ 644195 h 1232916"/>
                <a:gd name="connsiteX9" fmla="*/ 88298 w 1996430"/>
                <a:gd name="connsiteY9" fmla="*/ 884652 h 1232916"/>
                <a:gd name="connsiteX10" fmla="*/ 151164 w 1996430"/>
                <a:gd name="connsiteY10" fmla="*/ 974564 h 1232916"/>
                <a:gd name="connsiteX11" fmla="*/ 231762 w 1996430"/>
                <a:gd name="connsiteY11" fmla="*/ 1055053 h 1232916"/>
                <a:gd name="connsiteX12" fmla="*/ 524683 w 1996430"/>
                <a:gd name="connsiteY12" fmla="*/ 1196248 h 1232916"/>
                <a:gd name="connsiteX13" fmla="*/ 627068 w 1996430"/>
                <a:gd name="connsiteY13" fmla="*/ 1212389 h 1232916"/>
                <a:gd name="connsiteX14" fmla="*/ 1017130 w 1996430"/>
                <a:gd name="connsiteY14" fmla="*/ 1229530 h 1232916"/>
                <a:gd name="connsiteX15" fmla="*/ 1282851 w 1996430"/>
                <a:gd name="connsiteY15" fmla="*/ 1153479 h 1232916"/>
                <a:gd name="connsiteX16" fmla="*/ 1535467 w 1996430"/>
                <a:gd name="connsiteY16" fmla="*/ 1205317 h 1232916"/>
                <a:gd name="connsiteX17" fmla="*/ 1846173 w 1996430"/>
                <a:gd name="connsiteY17" fmla="*/ 1158820 h 1232916"/>
                <a:gd name="connsiteX18" fmla="*/ 1996430 w 1996430"/>
                <a:gd name="connsiteY18" fmla="*/ 1027948 h 1232916"/>
                <a:gd name="connsiteX0" fmla="*/ 1082818 w 2166893"/>
                <a:gd name="connsiteY0" fmla="*/ 0 h 1232916"/>
                <a:gd name="connsiteX1" fmla="*/ 1058427 w 2166893"/>
                <a:gd name="connsiteY1" fmla="*/ 200888 h 1232916"/>
                <a:gd name="connsiteX2" fmla="*/ 902551 w 2166893"/>
                <a:gd name="connsiteY2" fmla="*/ 299151 h 1232916"/>
                <a:gd name="connsiteX3" fmla="*/ 746675 w 2166893"/>
                <a:gd name="connsiteY3" fmla="*/ 299151 h 1232916"/>
                <a:gd name="connsiteX4" fmla="*/ 534419 w 2166893"/>
                <a:gd name="connsiteY4" fmla="*/ 263624 h 1232916"/>
                <a:gd name="connsiteX5" fmla="*/ 271026 w 2166893"/>
                <a:gd name="connsiteY5" fmla="*/ 274107 h 1232916"/>
                <a:gd name="connsiteX6" fmla="*/ 131304 w 2166893"/>
                <a:gd name="connsiteY6" fmla="*/ 345162 h 1232916"/>
                <a:gd name="connsiteX7" fmla="*/ 23786 w 2166893"/>
                <a:gd name="connsiteY7" fmla="*/ 481117 h 1232916"/>
                <a:gd name="connsiteX8" fmla="*/ 2282 w 2166893"/>
                <a:gd name="connsiteY8" fmla="*/ 644195 h 1232916"/>
                <a:gd name="connsiteX9" fmla="*/ 88298 w 2166893"/>
                <a:gd name="connsiteY9" fmla="*/ 884652 h 1232916"/>
                <a:gd name="connsiteX10" fmla="*/ 151164 w 2166893"/>
                <a:gd name="connsiteY10" fmla="*/ 974564 h 1232916"/>
                <a:gd name="connsiteX11" fmla="*/ 231762 w 2166893"/>
                <a:gd name="connsiteY11" fmla="*/ 1055053 h 1232916"/>
                <a:gd name="connsiteX12" fmla="*/ 524683 w 2166893"/>
                <a:gd name="connsiteY12" fmla="*/ 1196248 h 1232916"/>
                <a:gd name="connsiteX13" fmla="*/ 627068 w 2166893"/>
                <a:gd name="connsiteY13" fmla="*/ 1212389 h 1232916"/>
                <a:gd name="connsiteX14" fmla="*/ 1017130 w 2166893"/>
                <a:gd name="connsiteY14" fmla="*/ 1229530 h 1232916"/>
                <a:gd name="connsiteX15" fmla="*/ 1282851 w 2166893"/>
                <a:gd name="connsiteY15" fmla="*/ 1153479 h 1232916"/>
                <a:gd name="connsiteX16" fmla="*/ 1535467 w 2166893"/>
                <a:gd name="connsiteY16" fmla="*/ 1205317 h 1232916"/>
                <a:gd name="connsiteX17" fmla="*/ 1846173 w 2166893"/>
                <a:gd name="connsiteY17" fmla="*/ 1158820 h 1232916"/>
                <a:gd name="connsiteX18" fmla="*/ 2166893 w 2166893"/>
                <a:gd name="connsiteY18" fmla="*/ 1202565 h 1232916"/>
                <a:gd name="connsiteX0" fmla="*/ 1058427 w 2166893"/>
                <a:gd name="connsiteY0" fmla="*/ 0 h 1032028"/>
                <a:gd name="connsiteX1" fmla="*/ 902551 w 2166893"/>
                <a:gd name="connsiteY1" fmla="*/ 98263 h 1032028"/>
                <a:gd name="connsiteX2" fmla="*/ 746675 w 2166893"/>
                <a:gd name="connsiteY2" fmla="*/ 98263 h 1032028"/>
                <a:gd name="connsiteX3" fmla="*/ 534419 w 2166893"/>
                <a:gd name="connsiteY3" fmla="*/ 62736 h 1032028"/>
                <a:gd name="connsiteX4" fmla="*/ 271026 w 2166893"/>
                <a:gd name="connsiteY4" fmla="*/ 73219 h 1032028"/>
                <a:gd name="connsiteX5" fmla="*/ 131304 w 2166893"/>
                <a:gd name="connsiteY5" fmla="*/ 144274 h 1032028"/>
                <a:gd name="connsiteX6" fmla="*/ 23786 w 2166893"/>
                <a:gd name="connsiteY6" fmla="*/ 280229 h 1032028"/>
                <a:gd name="connsiteX7" fmla="*/ 2282 w 2166893"/>
                <a:gd name="connsiteY7" fmla="*/ 443307 h 1032028"/>
                <a:gd name="connsiteX8" fmla="*/ 88298 w 2166893"/>
                <a:gd name="connsiteY8" fmla="*/ 683764 h 1032028"/>
                <a:gd name="connsiteX9" fmla="*/ 151164 w 2166893"/>
                <a:gd name="connsiteY9" fmla="*/ 773676 h 1032028"/>
                <a:gd name="connsiteX10" fmla="*/ 231762 w 2166893"/>
                <a:gd name="connsiteY10" fmla="*/ 854165 h 1032028"/>
                <a:gd name="connsiteX11" fmla="*/ 524683 w 2166893"/>
                <a:gd name="connsiteY11" fmla="*/ 995360 h 1032028"/>
                <a:gd name="connsiteX12" fmla="*/ 627068 w 2166893"/>
                <a:gd name="connsiteY12" fmla="*/ 1011501 h 1032028"/>
                <a:gd name="connsiteX13" fmla="*/ 1017130 w 2166893"/>
                <a:gd name="connsiteY13" fmla="*/ 1028642 h 1032028"/>
                <a:gd name="connsiteX14" fmla="*/ 1282851 w 2166893"/>
                <a:gd name="connsiteY14" fmla="*/ 952591 h 1032028"/>
                <a:gd name="connsiteX15" fmla="*/ 1535467 w 2166893"/>
                <a:gd name="connsiteY15" fmla="*/ 1004429 h 1032028"/>
                <a:gd name="connsiteX16" fmla="*/ 1846173 w 2166893"/>
                <a:gd name="connsiteY16" fmla="*/ 957932 h 1032028"/>
                <a:gd name="connsiteX17" fmla="*/ 2166893 w 2166893"/>
                <a:gd name="connsiteY17" fmla="*/ 1001677 h 1032028"/>
                <a:gd name="connsiteX0" fmla="*/ 1058427 w 1846173"/>
                <a:gd name="connsiteY0" fmla="*/ 0 h 1032028"/>
                <a:gd name="connsiteX1" fmla="*/ 902551 w 1846173"/>
                <a:gd name="connsiteY1" fmla="*/ 98263 h 1032028"/>
                <a:gd name="connsiteX2" fmla="*/ 746675 w 1846173"/>
                <a:gd name="connsiteY2" fmla="*/ 98263 h 1032028"/>
                <a:gd name="connsiteX3" fmla="*/ 534419 w 1846173"/>
                <a:gd name="connsiteY3" fmla="*/ 62736 h 1032028"/>
                <a:gd name="connsiteX4" fmla="*/ 271026 w 1846173"/>
                <a:gd name="connsiteY4" fmla="*/ 73219 h 1032028"/>
                <a:gd name="connsiteX5" fmla="*/ 131304 w 1846173"/>
                <a:gd name="connsiteY5" fmla="*/ 144274 h 1032028"/>
                <a:gd name="connsiteX6" fmla="*/ 23786 w 1846173"/>
                <a:gd name="connsiteY6" fmla="*/ 280229 h 1032028"/>
                <a:gd name="connsiteX7" fmla="*/ 2282 w 1846173"/>
                <a:gd name="connsiteY7" fmla="*/ 443307 h 1032028"/>
                <a:gd name="connsiteX8" fmla="*/ 88298 w 1846173"/>
                <a:gd name="connsiteY8" fmla="*/ 683764 h 1032028"/>
                <a:gd name="connsiteX9" fmla="*/ 151164 w 1846173"/>
                <a:gd name="connsiteY9" fmla="*/ 773676 h 1032028"/>
                <a:gd name="connsiteX10" fmla="*/ 231762 w 1846173"/>
                <a:gd name="connsiteY10" fmla="*/ 854165 h 1032028"/>
                <a:gd name="connsiteX11" fmla="*/ 524683 w 1846173"/>
                <a:gd name="connsiteY11" fmla="*/ 995360 h 1032028"/>
                <a:gd name="connsiteX12" fmla="*/ 627068 w 1846173"/>
                <a:gd name="connsiteY12" fmla="*/ 1011501 h 1032028"/>
                <a:gd name="connsiteX13" fmla="*/ 1017130 w 1846173"/>
                <a:gd name="connsiteY13" fmla="*/ 1028642 h 1032028"/>
                <a:gd name="connsiteX14" fmla="*/ 1282851 w 1846173"/>
                <a:gd name="connsiteY14" fmla="*/ 952591 h 1032028"/>
                <a:gd name="connsiteX15" fmla="*/ 1535467 w 1846173"/>
                <a:gd name="connsiteY15" fmla="*/ 1004429 h 1032028"/>
                <a:gd name="connsiteX16" fmla="*/ 1846173 w 1846173"/>
                <a:gd name="connsiteY16" fmla="*/ 957932 h 1032028"/>
                <a:gd name="connsiteX0" fmla="*/ 1058427 w 1535467"/>
                <a:gd name="connsiteY0" fmla="*/ 0 h 1032028"/>
                <a:gd name="connsiteX1" fmla="*/ 902551 w 1535467"/>
                <a:gd name="connsiteY1" fmla="*/ 98263 h 1032028"/>
                <a:gd name="connsiteX2" fmla="*/ 746675 w 1535467"/>
                <a:gd name="connsiteY2" fmla="*/ 98263 h 1032028"/>
                <a:gd name="connsiteX3" fmla="*/ 534419 w 1535467"/>
                <a:gd name="connsiteY3" fmla="*/ 62736 h 1032028"/>
                <a:gd name="connsiteX4" fmla="*/ 271026 w 1535467"/>
                <a:gd name="connsiteY4" fmla="*/ 73219 h 1032028"/>
                <a:gd name="connsiteX5" fmla="*/ 131304 w 1535467"/>
                <a:gd name="connsiteY5" fmla="*/ 144274 h 1032028"/>
                <a:gd name="connsiteX6" fmla="*/ 23786 w 1535467"/>
                <a:gd name="connsiteY6" fmla="*/ 280229 h 1032028"/>
                <a:gd name="connsiteX7" fmla="*/ 2282 w 1535467"/>
                <a:gd name="connsiteY7" fmla="*/ 443307 h 1032028"/>
                <a:gd name="connsiteX8" fmla="*/ 88298 w 1535467"/>
                <a:gd name="connsiteY8" fmla="*/ 683764 h 1032028"/>
                <a:gd name="connsiteX9" fmla="*/ 151164 w 1535467"/>
                <a:gd name="connsiteY9" fmla="*/ 773676 h 1032028"/>
                <a:gd name="connsiteX10" fmla="*/ 231762 w 1535467"/>
                <a:gd name="connsiteY10" fmla="*/ 854165 h 1032028"/>
                <a:gd name="connsiteX11" fmla="*/ 524683 w 1535467"/>
                <a:gd name="connsiteY11" fmla="*/ 995360 h 1032028"/>
                <a:gd name="connsiteX12" fmla="*/ 627068 w 1535467"/>
                <a:gd name="connsiteY12" fmla="*/ 1011501 h 1032028"/>
                <a:gd name="connsiteX13" fmla="*/ 1017130 w 1535467"/>
                <a:gd name="connsiteY13" fmla="*/ 1028642 h 1032028"/>
                <a:gd name="connsiteX14" fmla="*/ 1282851 w 1535467"/>
                <a:gd name="connsiteY14" fmla="*/ 952591 h 1032028"/>
                <a:gd name="connsiteX15" fmla="*/ 1535467 w 1535467"/>
                <a:gd name="connsiteY15" fmla="*/ 1004429 h 1032028"/>
                <a:gd name="connsiteX0" fmla="*/ 1058427 w 1669674"/>
                <a:gd name="connsiteY0" fmla="*/ 0 h 1032028"/>
                <a:gd name="connsiteX1" fmla="*/ 902551 w 1669674"/>
                <a:gd name="connsiteY1" fmla="*/ 98263 h 1032028"/>
                <a:gd name="connsiteX2" fmla="*/ 746675 w 1669674"/>
                <a:gd name="connsiteY2" fmla="*/ 98263 h 1032028"/>
                <a:gd name="connsiteX3" fmla="*/ 534419 w 1669674"/>
                <a:gd name="connsiteY3" fmla="*/ 62736 h 1032028"/>
                <a:gd name="connsiteX4" fmla="*/ 271026 w 1669674"/>
                <a:gd name="connsiteY4" fmla="*/ 73219 h 1032028"/>
                <a:gd name="connsiteX5" fmla="*/ 131304 w 1669674"/>
                <a:gd name="connsiteY5" fmla="*/ 144274 h 1032028"/>
                <a:gd name="connsiteX6" fmla="*/ 23786 w 1669674"/>
                <a:gd name="connsiteY6" fmla="*/ 280229 h 1032028"/>
                <a:gd name="connsiteX7" fmla="*/ 2282 w 1669674"/>
                <a:gd name="connsiteY7" fmla="*/ 443307 h 1032028"/>
                <a:gd name="connsiteX8" fmla="*/ 88298 w 1669674"/>
                <a:gd name="connsiteY8" fmla="*/ 683764 h 1032028"/>
                <a:gd name="connsiteX9" fmla="*/ 151164 w 1669674"/>
                <a:gd name="connsiteY9" fmla="*/ 773676 h 1032028"/>
                <a:gd name="connsiteX10" fmla="*/ 231762 w 1669674"/>
                <a:gd name="connsiteY10" fmla="*/ 854165 h 1032028"/>
                <a:gd name="connsiteX11" fmla="*/ 524683 w 1669674"/>
                <a:gd name="connsiteY11" fmla="*/ 995360 h 1032028"/>
                <a:gd name="connsiteX12" fmla="*/ 627068 w 1669674"/>
                <a:gd name="connsiteY12" fmla="*/ 1011501 h 1032028"/>
                <a:gd name="connsiteX13" fmla="*/ 1017130 w 1669674"/>
                <a:gd name="connsiteY13" fmla="*/ 1028642 h 1032028"/>
                <a:gd name="connsiteX14" fmla="*/ 1282851 w 1669674"/>
                <a:gd name="connsiteY14" fmla="*/ 952591 h 1032028"/>
                <a:gd name="connsiteX15" fmla="*/ 1669674 w 1669674"/>
                <a:gd name="connsiteY15" fmla="*/ 998358 h 1032028"/>
                <a:gd name="connsiteX0" fmla="*/ 1058427 w 1669674"/>
                <a:gd name="connsiteY0" fmla="*/ 33984 h 1066012"/>
                <a:gd name="connsiteX1" fmla="*/ 902551 w 1669674"/>
                <a:gd name="connsiteY1" fmla="*/ 132247 h 1066012"/>
                <a:gd name="connsiteX2" fmla="*/ 746675 w 1669674"/>
                <a:gd name="connsiteY2" fmla="*/ 132247 h 1066012"/>
                <a:gd name="connsiteX3" fmla="*/ 534419 w 1669674"/>
                <a:gd name="connsiteY3" fmla="*/ 96720 h 1066012"/>
                <a:gd name="connsiteX4" fmla="*/ 265476 w 1669674"/>
                <a:gd name="connsiteY4" fmla="*/ 3740 h 1066012"/>
                <a:gd name="connsiteX5" fmla="*/ 131304 w 1669674"/>
                <a:gd name="connsiteY5" fmla="*/ 178258 h 1066012"/>
                <a:gd name="connsiteX6" fmla="*/ 23786 w 1669674"/>
                <a:gd name="connsiteY6" fmla="*/ 314213 h 1066012"/>
                <a:gd name="connsiteX7" fmla="*/ 2282 w 1669674"/>
                <a:gd name="connsiteY7" fmla="*/ 477291 h 1066012"/>
                <a:gd name="connsiteX8" fmla="*/ 88298 w 1669674"/>
                <a:gd name="connsiteY8" fmla="*/ 717748 h 1066012"/>
                <a:gd name="connsiteX9" fmla="*/ 151164 w 1669674"/>
                <a:gd name="connsiteY9" fmla="*/ 807660 h 1066012"/>
                <a:gd name="connsiteX10" fmla="*/ 231762 w 1669674"/>
                <a:gd name="connsiteY10" fmla="*/ 888149 h 1066012"/>
                <a:gd name="connsiteX11" fmla="*/ 524683 w 1669674"/>
                <a:gd name="connsiteY11" fmla="*/ 1029344 h 1066012"/>
                <a:gd name="connsiteX12" fmla="*/ 627068 w 1669674"/>
                <a:gd name="connsiteY12" fmla="*/ 1045485 h 1066012"/>
                <a:gd name="connsiteX13" fmla="*/ 1017130 w 1669674"/>
                <a:gd name="connsiteY13" fmla="*/ 1062626 h 1066012"/>
                <a:gd name="connsiteX14" fmla="*/ 1282851 w 1669674"/>
                <a:gd name="connsiteY14" fmla="*/ 986575 h 1066012"/>
                <a:gd name="connsiteX15" fmla="*/ 1669674 w 1669674"/>
                <a:gd name="connsiteY15" fmla="*/ 1032342 h 1066012"/>
                <a:gd name="connsiteX0" fmla="*/ 1058427 w 1669674"/>
                <a:gd name="connsiteY0" fmla="*/ 32796 h 1064824"/>
                <a:gd name="connsiteX1" fmla="*/ 902551 w 1669674"/>
                <a:gd name="connsiteY1" fmla="*/ 131059 h 1064824"/>
                <a:gd name="connsiteX2" fmla="*/ 746675 w 1669674"/>
                <a:gd name="connsiteY2" fmla="*/ 131059 h 1064824"/>
                <a:gd name="connsiteX3" fmla="*/ 546549 w 1669674"/>
                <a:gd name="connsiteY3" fmla="*/ 77007 h 1064824"/>
                <a:gd name="connsiteX4" fmla="*/ 265476 w 1669674"/>
                <a:gd name="connsiteY4" fmla="*/ 2552 h 1064824"/>
                <a:gd name="connsiteX5" fmla="*/ 131304 w 1669674"/>
                <a:gd name="connsiteY5" fmla="*/ 177070 h 1064824"/>
                <a:gd name="connsiteX6" fmla="*/ 23786 w 1669674"/>
                <a:gd name="connsiteY6" fmla="*/ 313025 h 1064824"/>
                <a:gd name="connsiteX7" fmla="*/ 2282 w 1669674"/>
                <a:gd name="connsiteY7" fmla="*/ 476103 h 1064824"/>
                <a:gd name="connsiteX8" fmla="*/ 88298 w 1669674"/>
                <a:gd name="connsiteY8" fmla="*/ 716560 h 1064824"/>
                <a:gd name="connsiteX9" fmla="*/ 151164 w 1669674"/>
                <a:gd name="connsiteY9" fmla="*/ 806472 h 1064824"/>
                <a:gd name="connsiteX10" fmla="*/ 231762 w 1669674"/>
                <a:gd name="connsiteY10" fmla="*/ 886961 h 1064824"/>
                <a:gd name="connsiteX11" fmla="*/ 524683 w 1669674"/>
                <a:gd name="connsiteY11" fmla="*/ 1028156 h 1064824"/>
                <a:gd name="connsiteX12" fmla="*/ 627068 w 1669674"/>
                <a:gd name="connsiteY12" fmla="*/ 1044297 h 1064824"/>
                <a:gd name="connsiteX13" fmla="*/ 1017130 w 1669674"/>
                <a:gd name="connsiteY13" fmla="*/ 1061438 h 1064824"/>
                <a:gd name="connsiteX14" fmla="*/ 1282851 w 1669674"/>
                <a:gd name="connsiteY14" fmla="*/ 985387 h 1064824"/>
                <a:gd name="connsiteX15" fmla="*/ 1669674 w 1669674"/>
                <a:gd name="connsiteY15" fmla="*/ 1031154 h 1064824"/>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69674"/>
                <a:gd name="connsiteY0" fmla="*/ 0 h 1122047"/>
                <a:gd name="connsiteX1" fmla="*/ 902551 w 1669674"/>
                <a:gd name="connsiteY1" fmla="*/ 188282 h 1122047"/>
                <a:gd name="connsiteX2" fmla="*/ 746675 w 1669674"/>
                <a:gd name="connsiteY2" fmla="*/ 188282 h 1122047"/>
                <a:gd name="connsiteX3" fmla="*/ 546549 w 1669674"/>
                <a:gd name="connsiteY3" fmla="*/ 134230 h 1122047"/>
                <a:gd name="connsiteX4" fmla="*/ 265476 w 1669674"/>
                <a:gd name="connsiteY4" fmla="*/ 59775 h 1122047"/>
                <a:gd name="connsiteX5" fmla="*/ 131304 w 1669674"/>
                <a:gd name="connsiteY5" fmla="*/ 234293 h 1122047"/>
                <a:gd name="connsiteX6" fmla="*/ 23786 w 1669674"/>
                <a:gd name="connsiteY6" fmla="*/ 370248 h 1122047"/>
                <a:gd name="connsiteX7" fmla="*/ 2282 w 1669674"/>
                <a:gd name="connsiteY7" fmla="*/ 533326 h 1122047"/>
                <a:gd name="connsiteX8" fmla="*/ 88298 w 1669674"/>
                <a:gd name="connsiteY8" fmla="*/ 773783 h 1122047"/>
                <a:gd name="connsiteX9" fmla="*/ 151164 w 1669674"/>
                <a:gd name="connsiteY9" fmla="*/ 863695 h 1122047"/>
                <a:gd name="connsiteX10" fmla="*/ 231762 w 1669674"/>
                <a:gd name="connsiteY10" fmla="*/ 944184 h 1122047"/>
                <a:gd name="connsiteX11" fmla="*/ 524683 w 1669674"/>
                <a:gd name="connsiteY11" fmla="*/ 1085379 h 1122047"/>
                <a:gd name="connsiteX12" fmla="*/ 627068 w 1669674"/>
                <a:gd name="connsiteY12" fmla="*/ 1101520 h 1122047"/>
                <a:gd name="connsiteX13" fmla="*/ 1017130 w 1669674"/>
                <a:gd name="connsiteY13" fmla="*/ 1118661 h 1122047"/>
                <a:gd name="connsiteX14" fmla="*/ 1282851 w 1669674"/>
                <a:gd name="connsiteY14" fmla="*/ 1042610 h 1122047"/>
                <a:gd name="connsiteX15" fmla="*/ 1669674 w 1669674"/>
                <a:gd name="connsiteY15" fmla="*/ 1088377 h 1122047"/>
                <a:gd name="connsiteX0" fmla="*/ 1060433 w 1686048"/>
                <a:gd name="connsiteY0" fmla="*/ 0 h 1122047"/>
                <a:gd name="connsiteX1" fmla="*/ 902551 w 1686048"/>
                <a:gd name="connsiteY1" fmla="*/ 188282 h 1122047"/>
                <a:gd name="connsiteX2" fmla="*/ 746675 w 1686048"/>
                <a:gd name="connsiteY2" fmla="*/ 188282 h 1122047"/>
                <a:gd name="connsiteX3" fmla="*/ 546549 w 1686048"/>
                <a:gd name="connsiteY3" fmla="*/ 134230 h 1122047"/>
                <a:gd name="connsiteX4" fmla="*/ 265476 w 1686048"/>
                <a:gd name="connsiteY4" fmla="*/ 59775 h 1122047"/>
                <a:gd name="connsiteX5" fmla="*/ 131304 w 1686048"/>
                <a:gd name="connsiteY5" fmla="*/ 234293 h 1122047"/>
                <a:gd name="connsiteX6" fmla="*/ 23786 w 1686048"/>
                <a:gd name="connsiteY6" fmla="*/ 370248 h 1122047"/>
                <a:gd name="connsiteX7" fmla="*/ 2282 w 1686048"/>
                <a:gd name="connsiteY7" fmla="*/ 533326 h 1122047"/>
                <a:gd name="connsiteX8" fmla="*/ 88298 w 1686048"/>
                <a:gd name="connsiteY8" fmla="*/ 773783 h 1122047"/>
                <a:gd name="connsiteX9" fmla="*/ 151164 w 1686048"/>
                <a:gd name="connsiteY9" fmla="*/ 863695 h 1122047"/>
                <a:gd name="connsiteX10" fmla="*/ 231762 w 1686048"/>
                <a:gd name="connsiteY10" fmla="*/ 944184 h 1122047"/>
                <a:gd name="connsiteX11" fmla="*/ 524683 w 1686048"/>
                <a:gd name="connsiteY11" fmla="*/ 1085379 h 1122047"/>
                <a:gd name="connsiteX12" fmla="*/ 627068 w 1686048"/>
                <a:gd name="connsiteY12" fmla="*/ 1101520 h 1122047"/>
                <a:gd name="connsiteX13" fmla="*/ 1017130 w 1686048"/>
                <a:gd name="connsiteY13" fmla="*/ 1118661 h 1122047"/>
                <a:gd name="connsiteX14" fmla="*/ 1282851 w 1686048"/>
                <a:gd name="connsiteY14" fmla="*/ 1042610 h 1122047"/>
                <a:gd name="connsiteX15" fmla="*/ 1686048 w 1686048"/>
                <a:gd name="connsiteY15" fmla="*/ 1081040 h 112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8" h="1122047">
                  <a:moveTo>
                    <a:pt x="1060433" y="0"/>
                  </a:moveTo>
                  <a:cubicBezTo>
                    <a:pt x="1040805" y="98478"/>
                    <a:pt x="954844" y="156902"/>
                    <a:pt x="902551" y="188282"/>
                  </a:cubicBezTo>
                  <a:cubicBezTo>
                    <a:pt x="850258" y="219662"/>
                    <a:pt x="806009" y="197291"/>
                    <a:pt x="746675" y="188282"/>
                  </a:cubicBezTo>
                  <a:cubicBezTo>
                    <a:pt x="687341" y="179273"/>
                    <a:pt x="626749" y="155648"/>
                    <a:pt x="546549" y="134230"/>
                  </a:cubicBezTo>
                  <a:cubicBezTo>
                    <a:pt x="466349" y="112812"/>
                    <a:pt x="334684" y="43098"/>
                    <a:pt x="265476" y="59775"/>
                  </a:cubicBezTo>
                  <a:cubicBezTo>
                    <a:pt x="196269" y="76452"/>
                    <a:pt x="171586" y="182548"/>
                    <a:pt x="131304" y="234293"/>
                  </a:cubicBezTo>
                  <a:cubicBezTo>
                    <a:pt x="91022" y="286038"/>
                    <a:pt x="45610" y="319162"/>
                    <a:pt x="23786" y="370248"/>
                  </a:cubicBezTo>
                  <a:cubicBezTo>
                    <a:pt x="1319" y="422582"/>
                    <a:pt x="-3602" y="478246"/>
                    <a:pt x="2282" y="533326"/>
                  </a:cubicBezTo>
                  <a:cubicBezTo>
                    <a:pt x="11161" y="616779"/>
                    <a:pt x="43256" y="697653"/>
                    <a:pt x="88298" y="773783"/>
                  </a:cubicBezTo>
                  <a:cubicBezTo>
                    <a:pt x="106699" y="804859"/>
                    <a:pt x="127453" y="835062"/>
                    <a:pt x="151164" y="863695"/>
                  </a:cubicBezTo>
                  <a:cubicBezTo>
                    <a:pt x="174874" y="892327"/>
                    <a:pt x="201539" y="919389"/>
                    <a:pt x="231762" y="944184"/>
                  </a:cubicBezTo>
                  <a:cubicBezTo>
                    <a:pt x="312107" y="1010081"/>
                    <a:pt x="412458" y="1060501"/>
                    <a:pt x="524683" y="1085379"/>
                  </a:cubicBezTo>
                  <a:cubicBezTo>
                    <a:pt x="558277" y="1092867"/>
                    <a:pt x="592512" y="1097859"/>
                    <a:pt x="627068" y="1101520"/>
                  </a:cubicBezTo>
                  <a:cubicBezTo>
                    <a:pt x="756304" y="1115165"/>
                    <a:pt x="907833" y="1128479"/>
                    <a:pt x="1017130" y="1118661"/>
                  </a:cubicBezTo>
                  <a:cubicBezTo>
                    <a:pt x="1126427" y="1108843"/>
                    <a:pt x="1174094" y="1047657"/>
                    <a:pt x="1282851" y="1042610"/>
                  </a:cubicBezTo>
                  <a:cubicBezTo>
                    <a:pt x="1391608" y="1037563"/>
                    <a:pt x="1592161" y="1080150"/>
                    <a:pt x="1686048" y="108104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66" name="Freeform: Shape 65">
              <a:extLst>
                <a:ext uri="{FF2B5EF4-FFF2-40B4-BE49-F238E27FC236}">
                  <a16:creationId xmlns:a16="http://schemas.microsoft.com/office/drawing/2014/main" id="{64EC94AC-717C-182D-7A0D-44B844C5CF15}"/>
                </a:ext>
              </a:extLst>
            </p:cNvPr>
            <p:cNvSpPr/>
            <p:nvPr userDrawn="1"/>
          </p:nvSpPr>
          <p:spPr>
            <a:xfrm rot="8532079" flipV="1">
              <a:off x="-276618" y="2328357"/>
              <a:ext cx="1254573" cy="688704"/>
            </a:xfrm>
            <a:custGeom>
              <a:avLst/>
              <a:gdLst>
                <a:gd name="connsiteX0" fmla="*/ 52852 w 1677152"/>
                <a:gd name="connsiteY0" fmla="*/ 709318 h 845468"/>
                <a:gd name="connsiteX1" fmla="*/ 85202 w 1677152"/>
                <a:gd name="connsiteY1" fmla="*/ 744220 h 845468"/>
                <a:gd name="connsiteX2" fmla="*/ 403278 w 1677152"/>
                <a:gd name="connsiteY2" fmla="*/ 839496 h 845468"/>
                <a:gd name="connsiteX3" fmla="*/ 804257 w 1677152"/>
                <a:gd name="connsiteY3" fmla="*/ 828256 h 845468"/>
                <a:gd name="connsiteX4" fmla="*/ 1076201 w 1677152"/>
                <a:gd name="connsiteY4" fmla="*/ 772232 h 845468"/>
                <a:gd name="connsiteX5" fmla="*/ 1534871 w 1677152"/>
                <a:gd name="connsiteY5" fmla="*/ 676956 h 845468"/>
                <a:gd name="connsiteX6" fmla="*/ 1677152 w 1677152"/>
                <a:gd name="connsiteY6" fmla="*/ 665566 h 845468"/>
                <a:gd name="connsiteX7" fmla="*/ 1076327 w 1677152"/>
                <a:gd name="connsiteY7" fmla="*/ 0 h 845468"/>
                <a:gd name="connsiteX8" fmla="*/ 1050987 w 1677152"/>
                <a:gd name="connsiteY8" fmla="*/ 114401 h 845468"/>
                <a:gd name="connsiteX9" fmla="*/ 961147 w 1677152"/>
                <a:gd name="connsiteY9" fmla="*/ 334837 h 845468"/>
                <a:gd name="connsiteX10" fmla="*/ 749097 w 1677152"/>
                <a:gd name="connsiteY10" fmla="*/ 459999 h 845468"/>
                <a:gd name="connsiteX11" fmla="*/ 444895 w 1677152"/>
                <a:gd name="connsiteY11" fmla="*/ 441354 h 845468"/>
                <a:gd name="connsiteX12" fmla="*/ 186823 w 1677152"/>
                <a:gd name="connsiteY12" fmla="*/ 375963 h 845468"/>
                <a:gd name="connsiteX13" fmla="*/ 20904 w 1677152"/>
                <a:gd name="connsiteY13" fmla="*/ 469366 h 845468"/>
                <a:gd name="connsiteX14" fmla="*/ 2519 w 1677152"/>
                <a:gd name="connsiteY14" fmla="*/ 585160 h 845468"/>
                <a:gd name="connsiteX15" fmla="*/ 52852 w 1677152"/>
                <a:gd name="connsiteY15" fmla="*/ 709318 h 845468"/>
                <a:gd name="connsiteX0" fmla="*/ 52852 w 1751327"/>
                <a:gd name="connsiteY0" fmla="*/ 709318 h 845468"/>
                <a:gd name="connsiteX1" fmla="*/ 85202 w 1751327"/>
                <a:gd name="connsiteY1" fmla="*/ 744220 h 845468"/>
                <a:gd name="connsiteX2" fmla="*/ 403278 w 1751327"/>
                <a:gd name="connsiteY2" fmla="*/ 839496 h 845468"/>
                <a:gd name="connsiteX3" fmla="*/ 804257 w 1751327"/>
                <a:gd name="connsiteY3" fmla="*/ 828256 h 845468"/>
                <a:gd name="connsiteX4" fmla="*/ 1076201 w 1751327"/>
                <a:gd name="connsiteY4" fmla="*/ 772232 h 845468"/>
                <a:gd name="connsiteX5" fmla="*/ 1534871 w 1751327"/>
                <a:gd name="connsiteY5" fmla="*/ 676956 h 845468"/>
                <a:gd name="connsiteX6" fmla="*/ 1751327 w 1751327"/>
                <a:gd name="connsiteY6" fmla="*/ 744891 h 845468"/>
                <a:gd name="connsiteX7" fmla="*/ 1076327 w 1751327"/>
                <a:gd name="connsiteY7" fmla="*/ 0 h 845468"/>
                <a:gd name="connsiteX8" fmla="*/ 1050987 w 1751327"/>
                <a:gd name="connsiteY8" fmla="*/ 114401 h 845468"/>
                <a:gd name="connsiteX9" fmla="*/ 961147 w 1751327"/>
                <a:gd name="connsiteY9" fmla="*/ 334837 h 845468"/>
                <a:gd name="connsiteX10" fmla="*/ 749097 w 1751327"/>
                <a:gd name="connsiteY10" fmla="*/ 459999 h 845468"/>
                <a:gd name="connsiteX11" fmla="*/ 444895 w 1751327"/>
                <a:gd name="connsiteY11" fmla="*/ 441354 h 845468"/>
                <a:gd name="connsiteX12" fmla="*/ 186823 w 1751327"/>
                <a:gd name="connsiteY12" fmla="*/ 375963 h 845468"/>
                <a:gd name="connsiteX13" fmla="*/ 20904 w 1751327"/>
                <a:gd name="connsiteY13" fmla="*/ 469366 h 845468"/>
                <a:gd name="connsiteX14" fmla="*/ 2519 w 1751327"/>
                <a:gd name="connsiteY14" fmla="*/ 585160 h 845468"/>
                <a:gd name="connsiteX15" fmla="*/ 52852 w 1751327"/>
                <a:gd name="connsiteY15" fmla="*/ 709318 h 845468"/>
                <a:gd name="connsiteX0" fmla="*/ 52852 w 1837898"/>
                <a:gd name="connsiteY0" fmla="*/ 709318 h 845468"/>
                <a:gd name="connsiteX1" fmla="*/ 85202 w 1837898"/>
                <a:gd name="connsiteY1" fmla="*/ 744220 h 845468"/>
                <a:gd name="connsiteX2" fmla="*/ 403278 w 1837898"/>
                <a:gd name="connsiteY2" fmla="*/ 839496 h 845468"/>
                <a:gd name="connsiteX3" fmla="*/ 804257 w 1837898"/>
                <a:gd name="connsiteY3" fmla="*/ 828256 h 845468"/>
                <a:gd name="connsiteX4" fmla="*/ 1076201 w 1837898"/>
                <a:gd name="connsiteY4" fmla="*/ 772232 h 845468"/>
                <a:gd name="connsiteX5" fmla="*/ 1534871 w 1837898"/>
                <a:gd name="connsiteY5" fmla="*/ 676956 h 845468"/>
                <a:gd name="connsiteX6" fmla="*/ 1837898 w 1837898"/>
                <a:gd name="connsiteY6" fmla="*/ 687272 h 845468"/>
                <a:gd name="connsiteX7" fmla="*/ 1076327 w 1837898"/>
                <a:gd name="connsiteY7" fmla="*/ 0 h 845468"/>
                <a:gd name="connsiteX8" fmla="*/ 1050987 w 1837898"/>
                <a:gd name="connsiteY8" fmla="*/ 114401 h 845468"/>
                <a:gd name="connsiteX9" fmla="*/ 961147 w 1837898"/>
                <a:gd name="connsiteY9" fmla="*/ 334837 h 845468"/>
                <a:gd name="connsiteX10" fmla="*/ 749097 w 1837898"/>
                <a:gd name="connsiteY10" fmla="*/ 459999 h 845468"/>
                <a:gd name="connsiteX11" fmla="*/ 444895 w 1837898"/>
                <a:gd name="connsiteY11" fmla="*/ 441354 h 845468"/>
                <a:gd name="connsiteX12" fmla="*/ 186823 w 1837898"/>
                <a:gd name="connsiteY12" fmla="*/ 375963 h 845468"/>
                <a:gd name="connsiteX13" fmla="*/ 20904 w 1837898"/>
                <a:gd name="connsiteY13" fmla="*/ 469366 h 845468"/>
                <a:gd name="connsiteX14" fmla="*/ 2519 w 1837898"/>
                <a:gd name="connsiteY14" fmla="*/ 585160 h 845468"/>
                <a:gd name="connsiteX15" fmla="*/ 52852 w 1837898"/>
                <a:gd name="connsiteY15" fmla="*/ 709318 h 845468"/>
                <a:gd name="connsiteX0" fmla="*/ 1837898 w 1929338"/>
                <a:gd name="connsiteY0" fmla="*/ 687272 h 845468"/>
                <a:gd name="connsiteX1" fmla="*/ 1076327 w 1929338"/>
                <a:gd name="connsiteY1" fmla="*/ 0 h 845468"/>
                <a:gd name="connsiteX2" fmla="*/ 1050987 w 1929338"/>
                <a:gd name="connsiteY2" fmla="*/ 114401 h 845468"/>
                <a:gd name="connsiteX3" fmla="*/ 961147 w 1929338"/>
                <a:gd name="connsiteY3" fmla="*/ 334837 h 845468"/>
                <a:gd name="connsiteX4" fmla="*/ 749097 w 1929338"/>
                <a:gd name="connsiteY4" fmla="*/ 459999 h 845468"/>
                <a:gd name="connsiteX5" fmla="*/ 444895 w 1929338"/>
                <a:gd name="connsiteY5" fmla="*/ 441354 h 845468"/>
                <a:gd name="connsiteX6" fmla="*/ 186823 w 1929338"/>
                <a:gd name="connsiteY6" fmla="*/ 375963 h 845468"/>
                <a:gd name="connsiteX7" fmla="*/ 20904 w 1929338"/>
                <a:gd name="connsiteY7" fmla="*/ 469366 h 845468"/>
                <a:gd name="connsiteX8" fmla="*/ 2519 w 1929338"/>
                <a:gd name="connsiteY8" fmla="*/ 585160 h 845468"/>
                <a:gd name="connsiteX9" fmla="*/ 52852 w 1929338"/>
                <a:gd name="connsiteY9" fmla="*/ 709318 h 845468"/>
                <a:gd name="connsiteX10" fmla="*/ 85202 w 1929338"/>
                <a:gd name="connsiteY10" fmla="*/ 744220 h 845468"/>
                <a:gd name="connsiteX11" fmla="*/ 403278 w 1929338"/>
                <a:gd name="connsiteY11" fmla="*/ 839496 h 845468"/>
                <a:gd name="connsiteX12" fmla="*/ 804257 w 1929338"/>
                <a:gd name="connsiteY12" fmla="*/ 828256 h 845468"/>
                <a:gd name="connsiteX13" fmla="*/ 1076201 w 1929338"/>
                <a:gd name="connsiteY13" fmla="*/ 772232 h 845468"/>
                <a:gd name="connsiteX14" fmla="*/ 1534871 w 1929338"/>
                <a:gd name="connsiteY14" fmla="*/ 676956 h 845468"/>
                <a:gd name="connsiteX15" fmla="*/ 1929338 w 1929338"/>
                <a:gd name="connsiteY15" fmla="*/ 778712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534871 w 1837898"/>
                <a:gd name="connsiteY14" fmla="*/ 676956 h 845468"/>
                <a:gd name="connsiteX15" fmla="*/ 1799266 w 1837898"/>
                <a:gd name="connsiteY15" fmla="*/ 816573 h 845468"/>
                <a:gd name="connsiteX0" fmla="*/ 1837898 w 1837898"/>
                <a:gd name="connsiteY0" fmla="*/ 687272 h 845468"/>
                <a:gd name="connsiteX1" fmla="*/ 1076327 w 1837898"/>
                <a:gd name="connsiteY1" fmla="*/ 0 h 845468"/>
                <a:gd name="connsiteX2" fmla="*/ 1050987 w 1837898"/>
                <a:gd name="connsiteY2" fmla="*/ 114401 h 845468"/>
                <a:gd name="connsiteX3" fmla="*/ 961147 w 1837898"/>
                <a:gd name="connsiteY3" fmla="*/ 334837 h 845468"/>
                <a:gd name="connsiteX4" fmla="*/ 749097 w 1837898"/>
                <a:gd name="connsiteY4" fmla="*/ 459999 h 845468"/>
                <a:gd name="connsiteX5" fmla="*/ 444895 w 1837898"/>
                <a:gd name="connsiteY5" fmla="*/ 441354 h 845468"/>
                <a:gd name="connsiteX6" fmla="*/ 186823 w 1837898"/>
                <a:gd name="connsiteY6" fmla="*/ 375963 h 845468"/>
                <a:gd name="connsiteX7" fmla="*/ 20904 w 1837898"/>
                <a:gd name="connsiteY7" fmla="*/ 469366 h 845468"/>
                <a:gd name="connsiteX8" fmla="*/ 2519 w 1837898"/>
                <a:gd name="connsiteY8" fmla="*/ 585160 h 845468"/>
                <a:gd name="connsiteX9" fmla="*/ 52852 w 1837898"/>
                <a:gd name="connsiteY9" fmla="*/ 709318 h 845468"/>
                <a:gd name="connsiteX10" fmla="*/ 85202 w 1837898"/>
                <a:gd name="connsiteY10" fmla="*/ 744220 h 845468"/>
                <a:gd name="connsiteX11" fmla="*/ 403278 w 1837898"/>
                <a:gd name="connsiteY11" fmla="*/ 839496 h 845468"/>
                <a:gd name="connsiteX12" fmla="*/ 804257 w 1837898"/>
                <a:gd name="connsiteY12" fmla="*/ 828256 h 845468"/>
                <a:gd name="connsiteX13" fmla="*/ 1076201 w 1837898"/>
                <a:gd name="connsiteY13" fmla="*/ 772232 h 845468"/>
                <a:gd name="connsiteX14" fmla="*/ 1470903 w 1837898"/>
                <a:gd name="connsiteY14" fmla="*/ 793729 h 845468"/>
                <a:gd name="connsiteX15" fmla="*/ 1799266 w 1837898"/>
                <a:gd name="connsiteY15" fmla="*/ 816573 h 845468"/>
                <a:gd name="connsiteX0" fmla="*/ 1076327 w 1799266"/>
                <a:gd name="connsiteY0" fmla="*/ 0 h 845468"/>
                <a:gd name="connsiteX1" fmla="*/ 1050987 w 1799266"/>
                <a:gd name="connsiteY1" fmla="*/ 114401 h 845468"/>
                <a:gd name="connsiteX2" fmla="*/ 961147 w 1799266"/>
                <a:gd name="connsiteY2" fmla="*/ 334837 h 845468"/>
                <a:gd name="connsiteX3" fmla="*/ 749097 w 1799266"/>
                <a:gd name="connsiteY3" fmla="*/ 459999 h 845468"/>
                <a:gd name="connsiteX4" fmla="*/ 444895 w 1799266"/>
                <a:gd name="connsiteY4" fmla="*/ 441354 h 845468"/>
                <a:gd name="connsiteX5" fmla="*/ 186823 w 1799266"/>
                <a:gd name="connsiteY5" fmla="*/ 375963 h 845468"/>
                <a:gd name="connsiteX6" fmla="*/ 20904 w 1799266"/>
                <a:gd name="connsiteY6" fmla="*/ 469366 h 845468"/>
                <a:gd name="connsiteX7" fmla="*/ 2519 w 1799266"/>
                <a:gd name="connsiteY7" fmla="*/ 585160 h 845468"/>
                <a:gd name="connsiteX8" fmla="*/ 52852 w 1799266"/>
                <a:gd name="connsiteY8" fmla="*/ 709318 h 845468"/>
                <a:gd name="connsiteX9" fmla="*/ 85202 w 1799266"/>
                <a:gd name="connsiteY9" fmla="*/ 744220 h 845468"/>
                <a:gd name="connsiteX10" fmla="*/ 403278 w 1799266"/>
                <a:gd name="connsiteY10" fmla="*/ 839496 h 845468"/>
                <a:gd name="connsiteX11" fmla="*/ 804257 w 1799266"/>
                <a:gd name="connsiteY11" fmla="*/ 828256 h 845468"/>
                <a:gd name="connsiteX12" fmla="*/ 1076201 w 1799266"/>
                <a:gd name="connsiteY12" fmla="*/ 772232 h 845468"/>
                <a:gd name="connsiteX13" fmla="*/ 1470903 w 1799266"/>
                <a:gd name="connsiteY13" fmla="*/ 793729 h 845468"/>
                <a:gd name="connsiteX14" fmla="*/ 1799266 w 1799266"/>
                <a:gd name="connsiteY14" fmla="*/ 816573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470903 w 1736717"/>
                <a:gd name="connsiteY13" fmla="*/ 79372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4895 w 1736717"/>
                <a:gd name="connsiteY4" fmla="*/ 441354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86823 w 1736717"/>
                <a:gd name="connsiteY5" fmla="*/ 375963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111233 w 1771623"/>
                <a:gd name="connsiteY0" fmla="*/ 0 h 845468"/>
                <a:gd name="connsiteX1" fmla="*/ 1085893 w 1771623"/>
                <a:gd name="connsiteY1" fmla="*/ 114401 h 845468"/>
                <a:gd name="connsiteX2" fmla="*/ 996053 w 1771623"/>
                <a:gd name="connsiteY2" fmla="*/ 334837 h 845468"/>
                <a:gd name="connsiteX3" fmla="*/ 784003 w 1771623"/>
                <a:gd name="connsiteY3" fmla="*/ 459999 h 845468"/>
                <a:gd name="connsiteX4" fmla="*/ 478507 w 1771623"/>
                <a:gd name="connsiteY4" fmla="*/ 334732 h 845468"/>
                <a:gd name="connsiteX5" fmla="*/ 20454 w 1771623"/>
                <a:gd name="connsiteY5" fmla="*/ 144470 h 845468"/>
                <a:gd name="connsiteX6" fmla="*/ 55810 w 1771623"/>
                <a:gd name="connsiteY6" fmla="*/ 469366 h 845468"/>
                <a:gd name="connsiteX7" fmla="*/ 37425 w 1771623"/>
                <a:gd name="connsiteY7" fmla="*/ 585160 h 845468"/>
                <a:gd name="connsiteX8" fmla="*/ 87758 w 1771623"/>
                <a:gd name="connsiteY8" fmla="*/ 709318 h 845468"/>
                <a:gd name="connsiteX9" fmla="*/ 120108 w 1771623"/>
                <a:gd name="connsiteY9" fmla="*/ 744220 h 845468"/>
                <a:gd name="connsiteX10" fmla="*/ 438184 w 1771623"/>
                <a:gd name="connsiteY10" fmla="*/ 839496 h 845468"/>
                <a:gd name="connsiteX11" fmla="*/ 839163 w 1771623"/>
                <a:gd name="connsiteY11" fmla="*/ 828256 h 845468"/>
                <a:gd name="connsiteX12" fmla="*/ 1111107 w 1771623"/>
                <a:gd name="connsiteY12" fmla="*/ 772232 h 845468"/>
                <a:gd name="connsiteX13" fmla="*/ 1583324 w 1771623"/>
                <a:gd name="connsiteY13" fmla="*/ 834109 h 845468"/>
                <a:gd name="connsiteX14" fmla="*/ 1771623 w 1771623"/>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749097 w 1736717"/>
                <a:gd name="connsiteY3" fmla="*/ 459999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76327 w 1736717"/>
                <a:gd name="connsiteY0" fmla="*/ 0 h 845468"/>
                <a:gd name="connsiteX1" fmla="*/ 1050987 w 1736717"/>
                <a:gd name="connsiteY1" fmla="*/ 114401 h 845468"/>
                <a:gd name="connsiteX2" fmla="*/ 961147 w 1736717"/>
                <a:gd name="connsiteY2" fmla="*/ 334837 h 845468"/>
                <a:gd name="connsiteX3" fmla="*/ 699038 w 1736717"/>
                <a:gd name="connsiteY3" fmla="*/ 410232 h 845468"/>
                <a:gd name="connsiteX4" fmla="*/ 443601 w 1736717"/>
                <a:gd name="connsiteY4" fmla="*/ 334732 h 845468"/>
                <a:gd name="connsiteX5" fmla="*/ 134723 w 1736717"/>
                <a:gd name="connsiteY5" fmla="*/ 286976 h 845468"/>
                <a:gd name="connsiteX6" fmla="*/ 20904 w 1736717"/>
                <a:gd name="connsiteY6" fmla="*/ 469366 h 845468"/>
                <a:gd name="connsiteX7" fmla="*/ 2519 w 1736717"/>
                <a:gd name="connsiteY7" fmla="*/ 585160 h 845468"/>
                <a:gd name="connsiteX8" fmla="*/ 52852 w 1736717"/>
                <a:gd name="connsiteY8" fmla="*/ 709318 h 845468"/>
                <a:gd name="connsiteX9" fmla="*/ 85202 w 1736717"/>
                <a:gd name="connsiteY9" fmla="*/ 744220 h 845468"/>
                <a:gd name="connsiteX10" fmla="*/ 403278 w 1736717"/>
                <a:gd name="connsiteY10" fmla="*/ 839496 h 845468"/>
                <a:gd name="connsiteX11" fmla="*/ 804257 w 1736717"/>
                <a:gd name="connsiteY11" fmla="*/ 828256 h 845468"/>
                <a:gd name="connsiteX12" fmla="*/ 1076201 w 1736717"/>
                <a:gd name="connsiteY12" fmla="*/ 772232 h 845468"/>
                <a:gd name="connsiteX13" fmla="*/ 1548418 w 1736717"/>
                <a:gd name="connsiteY13" fmla="*/ 834109 h 845468"/>
                <a:gd name="connsiteX14" fmla="*/ 1736717 w 1736717"/>
                <a:gd name="connsiteY14" fmla="*/ 747285 h 845468"/>
                <a:gd name="connsiteX0" fmla="*/ 1087285 w 1736717"/>
                <a:gd name="connsiteY0" fmla="*/ 1 h 900382"/>
                <a:gd name="connsiteX1" fmla="*/ 1050987 w 1736717"/>
                <a:gd name="connsiteY1" fmla="*/ 169315 h 900382"/>
                <a:gd name="connsiteX2" fmla="*/ 961147 w 1736717"/>
                <a:gd name="connsiteY2" fmla="*/ 389751 h 900382"/>
                <a:gd name="connsiteX3" fmla="*/ 699038 w 1736717"/>
                <a:gd name="connsiteY3" fmla="*/ 465146 h 900382"/>
                <a:gd name="connsiteX4" fmla="*/ 443601 w 1736717"/>
                <a:gd name="connsiteY4" fmla="*/ 389646 h 900382"/>
                <a:gd name="connsiteX5" fmla="*/ 134723 w 1736717"/>
                <a:gd name="connsiteY5" fmla="*/ 341890 h 900382"/>
                <a:gd name="connsiteX6" fmla="*/ 20904 w 1736717"/>
                <a:gd name="connsiteY6" fmla="*/ 524280 h 900382"/>
                <a:gd name="connsiteX7" fmla="*/ 2519 w 1736717"/>
                <a:gd name="connsiteY7" fmla="*/ 640074 h 900382"/>
                <a:gd name="connsiteX8" fmla="*/ 52852 w 1736717"/>
                <a:gd name="connsiteY8" fmla="*/ 764232 h 900382"/>
                <a:gd name="connsiteX9" fmla="*/ 85202 w 1736717"/>
                <a:gd name="connsiteY9" fmla="*/ 799134 h 900382"/>
                <a:gd name="connsiteX10" fmla="*/ 403278 w 1736717"/>
                <a:gd name="connsiteY10" fmla="*/ 894410 h 900382"/>
                <a:gd name="connsiteX11" fmla="*/ 804257 w 1736717"/>
                <a:gd name="connsiteY11" fmla="*/ 883170 h 900382"/>
                <a:gd name="connsiteX12" fmla="*/ 1076201 w 1736717"/>
                <a:gd name="connsiteY12" fmla="*/ 827146 h 900382"/>
                <a:gd name="connsiteX13" fmla="*/ 1548418 w 1736717"/>
                <a:gd name="connsiteY13" fmla="*/ 889023 h 900382"/>
                <a:gd name="connsiteX14" fmla="*/ 1736717 w 1736717"/>
                <a:gd name="connsiteY14" fmla="*/ 802199 h 900382"/>
                <a:gd name="connsiteX0" fmla="*/ 1224796 w 1874228"/>
                <a:gd name="connsiteY0" fmla="*/ 0 h 900381"/>
                <a:gd name="connsiteX1" fmla="*/ 1188498 w 1874228"/>
                <a:gd name="connsiteY1" fmla="*/ 169314 h 900381"/>
                <a:gd name="connsiteX2" fmla="*/ 1098658 w 1874228"/>
                <a:gd name="connsiteY2" fmla="*/ 389750 h 900381"/>
                <a:gd name="connsiteX3" fmla="*/ 836549 w 1874228"/>
                <a:gd name="connsiteY3" fmla="*/ 465145 h 900381"/>
                <a:gd name="connsiteX4" fmla="*/ 581112 w 1874228"/>
                <a:gd name="connsiteY4" fmla="*/ 389645 h 900381"/>
                <a:gd name="connsiteX5" fmla="*/ 272234 w 1874228"/>
                <a:gd name="connsiteY5" fmla="*/ 341889 h 900381"/>
                <a:gd name="connsiteX6" fmla="*/ 2308 w 1874228"/>
                <a:gd name="connsiteY6" fmla="*/ 410971 h 900381"/>
                <a:gd name="connsiteX7" fmla="*/ 140030 w 1874228"/>
                <a:gd name="connsiteY7" fmla="*/ 640073 h 900381"/>
                <a:gd name="connsiteX8" fmla="*/ 190363 w 1874228"/>
                <a:gd name="connsiteY8" fmla="*/ 764231 h 900381"/>
                <a:gd name="connsiteX9" fmla="*/ 222713 w 1874228"/>
                <a:gd name="connsiteY9" fmla="*/ 799133 h 900381"/>
                <a:gd name="connsiteX10" fmla="*/ 540789 w 1874228"/>
                <a:gd name="connsiteY10" fmla="*/ 894409 h 900381"/>
                <a:gd name="connsiteX11" fmla="*/ 941768 w 1874228"/>
                <a:gd name="connsiteY11" fmla="*/ 883169 h 900381"/>
                <a:gd name="connsiteX12" fmla="*/ 1213712 w 1874228"/>
                <a:gd name="connsiteY12" fmla="*/ 827145 h 900381"/>
                <a:gd name="connsiteX13" fmla="*/ 1685929 w 1874228"/>
                <a:gd name="connsiteY13" fmla="*/ 889022 h 900381"/>
                <a:gd name="connsiteX14" fmla="*/ 1874228 w 1874228"/>
                <a:gd name="connsiteY14" fmla="*/ 802198 h 900381"/>
                <a:gd name="connsiteX0" fmla="*/ 1222489 w 1871921"/>
                <a:gd name="connsiteY0" fmla="*/ 0 h 900381"/>
                <a:gd name="connsiteX1" fmla="*/ 1186191 w 1871921"/>
                <a:gd name="connsiteY1" fmla="*/ 169314 h 900381"/>
                <a:gd name="connsiteX2" fmla="*/ 1096351 w 1871921"/>
                <a:gd name="connsiteY2" fmla="*/ 389750 h 900381"/>
                <a:gd name="connsiteX3" fmla="*/ 834242 w 1871921"/>
                <a:gd name="connsiteY3" fmla="*/ 465145 h 900381"/>
                <a:gd name="connsiteX4" fmla="*/ 578805 w 1871921"/>
                <a:gd name="connsiteY4" fmla="*/ 389645 h 900381"/>
                <a:gd name="connsiteX5" fmla="*/ 136401 w 1871921"/>
                <a:gd name="connsiteY5" fmla="*/ 237443 h 900381"/>
                <a:gd name="connsiteX6" fmla="*/ 1 w 1871921"/>
                <a:gd name="connsiteY6" fmla="*/ 410971 h 900381"/>
                <a:gd name="connsiteX7" fmla="*/ 137723 w 1871921"/>
                <a:gd name="connsiteY7" fmla="*/ 640073 h 900381"/>
                <a:gd name="connsiteX8" fmla="*/ 188056 w 1871921"/>
                <a:gd name="connsiteY8" fmla="*/ 764231 h 900381"/>
                <a:gd name="connsiteX9" fmla="*/ 220406 w 1871921"/>
                <a:gd name="connsiteY9" fmla="*/ 799133 h 900381"/>
                <a:gd name="connsiteX10" fmla="*/ 538482 w 1871921"/>
                <a:gd name="connsiteY10" fmla="*/ 894409 h 900381"/>
                <a:gd name="connsiteX11" fmla="*/ 939461 w 1871921"/>
                <a:gd name="connsiteY11" fmla="*/ 883169 h 900381"/>
                <a:gd name="connsiteX12" fmla="*/ 1211405 w 1871921"/>
                <a:gd name="connsiteY12" fmla="*/ 827145 h 900381"/>
                <a:gd name="connsiteX13" fmla="*/ 1683622 w 1871921"/>
                <a:gd name="connsiteY13" fmla="*/ 889022 h 900381"/>
                <a:gd name="connsiteX14" fmla="*/ 1871921 w 1871921"/>
                <a:gd name="connsiteY14" fmla="*/ 802198 h 900381"/>
                <a:gd name="connsiteX0" fmla="*/ 1222489 w 1871921"/>
                <a:gd name="connsiteY0" fmla="*/ 0 h 904629"/>
                <a:gd name="connsiteX1" fmla="*/ 1186191 w 1871921"/>
                <a:gd name="connsiteY1" fmla="*/ 169314 h 904629"/>
                <a:gd name="connsiteX2" fmla="*/ 1096351 w 1871921"/>
                <a:gd name="connsiteY2" fmla="*/ 389750 h 904629"/>
                <a:gd name="connsiteX3" fmla="*/ 834242 w 1871921"/>
                <a:gd name="connsiteY3" fmla="*/ 465145 h 904629"/>
                <a:gd name="connsiteX4" fmla="*/ 578805 w 1871921"/>
                <a:gd name="connsiteY4" fmla="*/ 389645 h 904629"/>
                <a:gd name="connsiteX5" fmla="*/ 136401 w 1871921"/>
                <a:gd name="connsiteY5" fmla="*/ 237443 h 904629"/>
                <a:gd name="connsiteX6" fmla="*/ 1 w 1871921"/>
                <a:gd name="connsiteY6" fmla="*/ 410971 h 904629"/>
                <a:gd name="connsiteX7" fmla="*/ 137723 w 1871921"/>
                <a:gd name="connsiteY7" fmla="*/ 640073 h 904629"/>
                <a:gd name="connsiteX8" fmla="*/ 188056 w 1871921"/>
                <a:gd name="connsiteY8" fmla="*/ 764231 h 904629"/>
                <a:gd name="connsiteX9" fmla="*/ 538482 w 1871921"/>
                <a:gd name="connsiteY9" fmla="*/ 894409 h 904629"/>
                <a:gd name="connsiteX10" fmla="*/ 939461 w 1871921"/>
                <a:gd name="connsiteY10" fmla="*/ 883169 h 904629"/>
                <a:gd name="connsiteX11" fmla="*/ 1211405 w 1871921"/>
                <a:gd name="connsiteY11" fmla="*/ 827145 h 904629"/>
                <a:gd name="connsiteX12" fmla="*/ 1683622 w 1871921"/>
                <a:gd name="connsiteY12" fmla="*/ 889022 h 904629"/>
                <a:gd name="connsiteX13" fmla="*/ 1871921 w 1871921"/>
                <a:gd name="connsiteY13" fmla="*/ 802198 h 904629"/>
                <a:gd name="connsiteX0" fmla="*/ 1222489 w 1871921"/>
                <a:gd name="connsiteY0" fmla="*/ 0 h 913280"/>
                <a:gd name="connsiteX1" fmla="*/ 1186191 w 1871921"/>
                <a:gd name="connsiteY1" fmla="*/ 169314 h 913280"/>
                <a:gd name="connsiteX2" fmla="*/ 1096351 w 1871921"/>
                <a:gd name="connsiteY2" fmla="*/ 389750 h 913280"/>
                <a:gd name="connsiteX3" fmla="*/ 834242 w 1871921"/>
                <a:gd name="connsiteY3" fmla="*/ 465145 h 913280"/>
                <a:gd name="connsiteX4" fmla="*/ 578805 w 1871921"/>
                <a:gd name="connsiteY4" fmla="*/ 389645 h 913280"/>
                <a:gd name="connsiteX5" fmla="*/ 136401 w 1871921"/>
                <a:gd name="connsiteY5" fmla="*/ 237443 h 913280"/>
                <a:gd name="connsiteX6" fmla="*/ 1 w 1871921"/>
                <a:gd name="connsiteY6" fmla="*/ 410971 h 913280"/>
                <a:gd name="connsiteX7" fmla="*/ 137723 w 1871921"/>
                <a:gd name="connsiteY7" fmla="*/ 640073 h 913280"/>
                <a:gd name="connsiteX8" fmla="*/ 216110 w 1871921"/>
                <a:gd name="connsiteY8" fmla="*/ 893899 h 913280"/>
                <a:gd name="connsiteX9" fmla="*/ 538482 w 1871921"/>
                <a:gd name="connsiteY9" fmla="*/ 894409 h 913280"/>
                <a:gd name="connsiteX10" fmla="*/ 939461 w 1871921"/>
                <a:gd name="connsiteY10" fmla="*/ 883169 h 913280"/>
                <a:gd name="connsiteX11" fmla="*/ 1211405 w 1871921"/>
                <a:gd name="connsiteY11" fmla="*/ 827145 h 913280"/>
                <a:gd name="connsiteX12" fmla="*/ 1683622 w 1871921"/>
                <a:gd name="connsiteY12" fmla="*/ 889022 h 913280"/>
                <a:gd name="connsiteX13" fmla="*/ 1871921 w 1871921"/>
                <a:gd name="connsiteY13" fmla="*/ 802198 h 913280"/>
                <a:gd name="connsiteX0" fmla="*/ 1222489 w 1871921"/>
                <a:gd name="connsiteY0" fmla="*/ 0 h 943360"/>
                <a:gd name="connsiteX1" fmla="*/ 1186191 w 1871921"/>
                <a:gd name="connsiteY1" fmla="*/ 169314 h 943360"/>
                <a:gd name="connsiteX2" fmla="*/ 1096351 w 1871921"/>
                <a:gd name="connsiteY2" fmla="*/ 389750 h 943360"/>
                <a:gd name="connsiteX3" fmla="*/ 834242 w 1871921"/>
                <a:gd name="connsiteY3" fmla="*/ 465145 h 943360"/>
                <a:gd name="connsiteX4" fmla="*/ 578805 w 1871921"/>
                <a:gd name="connsiteY4" fmla="*/ 389645 h 943360"/>
                <a:gd name="connsiteX5" fmla="*/ 136401 w 1871921"/>
                <a:gd name="connsiteY5" fmla="*/ 237443 h 943360"/>
                <a:gd name="connsiteX6" fmla="*/ 1 w 1871921"/>
                <a:gd name="connsiteY6" fmla="*/ 410971 h 943360"/>
                <a:gd name="connsiteX7" fmla="*/ 137723 w 1871921"/>
                <a:gd name="connsiteY7" fmla="*/ 640073 h 943360"/>
                <a:gd name="connsiteX8" fmla="*/ 216110 w 1871921"/>
                <a:gd name="connsiteY8" fmla="*/ 893899 h 943360"/>
                <a:gd name="connsiteX9" fmla="*/ 579416 w 1871921"/>
                <a:gd name="connsiteY9" fmla="*/ 942857 h 943360"/>
                <a:gd name="connsiteX10" fmla="*/ 939461 w 1871921"/>
                <a:gd name="connsiteY10" fmla="*/ 883169 h 943360"/>
                <a:gd name="connsiteX11" fmla="*/ 1211405 w 1871921"/>
                <a:gd name="connsiteY11" fmla="*/ 827145 h 943360"/>
                <a:gd name="connsiteX12" fmla="*/ 1683622 w 1871921"/>
                <a:gd name="connsiteY12" fmla="*/ 889022 h 943360"/>
                <a:gd name="connsiteX13" fmla="*/ 1871921 w 1871921"/>
                <a:gd name="connsiteY13" fmla="*/ 802198 h 94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1921" h="943360">
                  <a:moveTo>
                    <a:pt x="1222489" y="0"/>
                  </a:moveTo>
                  <a:cubicBezTo>
                    <a:pt x="1214042" y="38134"/>
                    <a:pt x="1194638" y="131180"/>
                    <a:pt x="1186191" y="169314"/>
                  </a:cubicBezTo>
                  <a:cubicBezTo>
                    <a:pt x="1167475" y="246212"/>
                    <a:pt x="1155009" y="340445"/>
                    <a:pt x="1096351" y="389750"/>
                  </a:cubicBezTo>
                  <a:cubicBezTo>
                    <a:pt x="1037693" y="439055"/>
                    <a:pt x="920500" y="465163"/>
                    <a:pt x="834242" y="465145"/>
                  </a:cubicBezTo>
                  <a:cubicBezTo>
                    <a:pt x="747984" y="465128"/>
                    <a:pt x="695112" y="427595"/>
                    <a:pt x="578805" y="389645"/>
                  </a:cubicBezTo>
                  <a:cubicBezTo>
                    <a:pt x="462498" y="351695"/>
                    <a:pt x="232868" y="233889"/>
                    <a:pt x="136401" y="237443"/>
                  </a:cubicBezTo>
                  <a:cubicBezTo>
                    <a:pt x="39934" y="240997"/>
                    <a:pt x="-219" y="343866"/>
                    <a:pt x="1" y="410971"/>
                  </a:cubicBezTo>
                  <a:cubicBezTo>
                    <a:pt x="221" y="478076"/>
                    <a:pt x="101705" y="559585"/>
                    <a:pt x="137723" y="640073"/>
                  </a:cubicBezTo>
                  <a:cubicBezTo>
                    <a:pt x="173741" y="720561"/>
                    <a:pt x="142495" y="843435"/>
                    <a:pt x="216110" y="893899"/>
                  </a:cubicBezTo>
                  <a:cubicBezTo>
                    <a:pt x="289725" y="944363"/>
                    <a:pt x="458858" y="944645"/>
                    <a:pt x="579416" y="942857"/>
                  </a:cubicBezTo>
                  <a:cubicBezTo>
                    <a:pt x="699974" y="941069"/>
                    <a:pt x="834130" y="902454"/>
                    <a:pt x="939461" y="883169"/>
                  </a:cubicBezTo>
                  <a:cubicBezTo>
                    <a:pt x="1044793" y="863884"/>
                    <a:pt x="1087378" y="826170"/>
                    <a:pt x="1211405" y="827145"/>
                  </a:cubicBezTo>
                  <a:cubicBezTo>
                    <a:pt x="1335432" y="828120"/>
                    <a:pt x="1527172" y="907310"/>
                    <a:pt x="1683622" y="889022"/>
                  </a:cubicBezTo>
                  <a:cubicBezTo>
                    <a:pt x="1784631" y="892461"/>
                    <a:pt x="1871921" y="802198"/>
                    <a:pt x="1871921" y="802198"/>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67" name="Freeform: Shape 66">
              <a:extLst>
                <a:ext uri="{FF2B5EF4-FFF2-40B4-BE49-F238E27FC236}">
                  <a16:creationId xmlns:a16="http://schemas.microsoft.com/office/drawing/2014/main" id="{3E5733A0-EE4F-2ACC-84CD-03093F55D7A3}"/>
                </a:ext>
              </a:extLst>
            </p:cNvPr>
            <p:cNvSpPr/>
            <p:nvPr userDrawn="1"/>
          </p:nvSpPr>
          <p:spPr>
            <a:xfrm rot="16200000" flipV="1">
              <a:off x="10932" y="2308893"/>
              <a:ext cx="6802204" cy="2238304"/>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112950 h 4641560"/>
                <a:gd name="connsiteX1" fmla="*/ 1068499 w 7898624"/>
                <a:gd name="connsiteY1" fmla="*/ 2726906 h 4641560"/>
                <a:gd name="connsiteX2" fmla="*/ 1424491 w 7898624"/>
                <a:gd name="connsiteY2" fmla="*/ 2993759 h 4641560"/>
                <a:gd name="connsiteX3" fmla="*/ 1688241 w 7898624"/>
                <a:gd name="connsiteY3" fmla="*/ 2837270 h 4641560"/>
                <a:gd name="connsiteX4" fmla="*/ 1740440 w 7898624"/>
                <a:gd name="connsiteY4" fmla="*/ 2462709 h 4641560"/>
                <a:gd name="connsiteX5" fmla="*/ 1792316 w 7898624"/>
                <a:gd name="connsiteY5" fmla="*/ 2175416 h 4641560"/>
                <a:gd name="connsiteX6" fmla="*/ 1915284 w 7898624"/>
                <a:gd name="connsiteY6" fmla="*/ 2077309 h 4641560"/>
                <a:gd name="connsiteX7" fmla="*/ 2096354 w 7898624"/>
                <a:gd name="connsiteY7" fmla="*/ 2092263 h 4641560"/>
                <a:gd name="connsiteX8" fmla="*/ 2205987 w 7898624"/>
                <a:gd name="connsiteY8" fmla="*/ 2177035 h 4641560"/>
                <a:gd name="connsiteX9" fmla="*/ 2259136 w 7898624"/>
                <a:gd name="connsiteY9" fmla="*/ 2404778 h 4641560"/>
                <a:gd name="connsiteX10" fmla="*/ 2154457 w 7898624"/>
                <a:gd name="connsiteY10" fmla="*/ 2735581 h 4641560"/>
                <a:gd name="connsiteX11" fmla="*/ 2108040 w 7898624"/>
                <a:gd name="connsiteY11" fmla="*/ 3003926 h 4641560"/>
                <a:gd name="connsiteX12" fmla="*/ 2181903 w 7898624"/>
                <a:gd name="connsiteY12" fmla="*/ 3322073 h 4641560"/>
                <a:gd name="connsiteX13" fmla="*/ 2639746 w 7898624"/>
                <a:gd name="connsiteY13" fmla="*/ 4137314 h 4641560"/>
                <a:gd name="connsiteX14" fmla="*/ 2879072 w 7898624"/>
                <a:gd name="connsiteY14" fmla="*/ 4339717 h 4641560"/>
                <a:gd name="connsiteX15" fmla="*/ 3470240 w 7898624"/>
                <a:gd name="connsiteY15" fmla="*/ 4390646 h 4641560"/>
                <a:gd name="connsiteX16" fmla="*/ 3818664 w 7898624"/>
                <a:gd name="connsiteY16" fmla="*/ 4427813 h 4641560"/>
                <a:gd name="connsiteX17" fmla="*/ 4396512 w 7898624"/>
                <a:gd name="connsiteY17" fmla="*/ 4623046 h 4641560"/>
                <a:gd name="connsiteX18" fmla="*/ 4796620 w 7898624"/>
                <a:gd name="connsiteY18" fmla="*/ 4569233 h 4641560"/>
                <a:gd name="connsiteX19" fmla="*/ 5214077 w 7898624"/>
                <a:gd name="connsiteY19" fmla="*/ 4055651 h 4641560"/>
                <a:gd name="connsiteX20" fmla="*/ 5734301 w 7898624"/>
                <a:gd name="connsiteY20" fmla="*/ 3690645 h 4641560"/>
                <a:gd name="connsiteX21" fmla="*/ 6101544 w 7898624"/>
                <a:gd name="connsiteY21" fmla="*/ 3252251 h 4641560"/>
                <a:gd name="connsiteX22" fmla="*/ 6334693 w 7898624"/>
                <a:gd name="connsiteY22" fmla="*/ 2766919 h 4641560"/>
                <a:gd name="connsiteX23" fmla="*/ 6496238 w 7898624"/>
                <a:gd name="connsiteY23" fmla="*/ 2459737 h 4641560"/>
                <a:gd name="connsiteX24" fmla="*/ 6613871 w 7898624"/>
                <a:gd name="connsiteY24" fmla="*/ 2152556 h 4641560"/>
                <a:gd name="connsiteX25" fmla="*/ 6783321 w 7898624"/>
                <a:gd name="connsiteY25" fmla="*/ 1797464 h 4641560"/>
                <a:gd name="connsiteX26" fmla="*/ 6983727 w 7898624"/>
                <a:gd name="connsiteY26" fmla="*/ 1596963 h 4641560"/>
                <a:gd name="connsiteX27" fmla="*/ 7204040 w 7898624"/>
                <a:gd name="connsiteY27" fmla="*/ 1446373 h 4641560"/>
                <a:gd name="connsiteX28" fmla="*/ 7463215 w 7898624"/>
                <a:gd name="connsiteY28" fmla="*/ 1264826 h 4641560"/>
                <a:gd name="connsiteX29" fmla="*/ 7670575 w 7898624"/>
                <a:gd name="connsiteY29" fmla="*/ 1037369 h 4641560"/>
                <a:gd name="connsiteX30" fmla="*/ 7850026 w 7898624"/>
                <a:gd name="connsiteY30" fmla="*/ 714186 h 4641560"/>
                <a:gd name="connsiteX31" fmla="*/ 7897841 w 7898624"/>
                <a:gd name="connsiteY31" fmla="*/ 460821 h 4641560"/>
                <a:gd name="connsiteX32" fmla="*/ 7873933 w 7898624"/>
                <a:gd name="connsiteY32" fmla="*/ 259367 h 4641560"/>
                <a:gd name="connsiteX33" fmla="*/ 7682481 w 7898624"/>
                <a:gd name="connsiteY33" fmla="*/ 1 h 4641560"/>
                <a:gd name="connsiteX0" fmla="*/ 0 w 7898624"/>
                <a:gd name="connsiteY0" fmla="*/ 1853583 h 4382193"/>
                <a:gd name="connsiteX1" fmla="*/ 1068499 w 7898624"/>
                <a:gd name="connsiteY1" fmla="*/ 2467539 h 4382193"/>
                <a:gd name="connsiteX2" fmla="*/ 1424491 w 7898624"/>
                <a:gd name="connsiteY2" fmla="*/ 2734392 h 4382193"/>
                <a:gd name="connsiteX3" fmla="*/ 1688241 w 7898624"/>
                <a:gd name="connsiteY3" fmla="*/ 2577903 h 4382193"/>
                <a:gd name="connsiteX4" fmla="*/ 1740440 w 7898624"/>
                <a:gd name="connsiteY4" fmla="*/ 2203342 h 4382193"/>
                <a:gd name="connsiteX5" fmla="*/ 1792316 w 7898624"/>
                <a:gd name="connsiteY5" fmla="*/ 1916049 h 4382193"/>
                <a:gd name="connsiteX6" fmla="*/ 1915284 w 7898624"/>
                <a:gd name="connsiteY6" fmla="*/ 1817942 h 4382193"/>
                <a:gd name="connsiteX7" fmla="*/ 2096354 w 7898624"/>
                <a:gd name="connsiteY7" fmla="*/ 1832896 h 4382193"/>
                <a:gd name="connsiteX8" fmla="*/ 2205987 w 7898624"/>
                <a:gd name="connsiteY8" fmla="*/ 1917668 h 4382193"/>
                <a:gd name="connsiteX9" fmla="*/ 2259136 w 7898624"/>
                <a:gd name="connsiteY9" fmla="*/ 2145411 h 4382193"/>
                <a:gd name="connsiteX10" fmla="*/ 2154457 w 7898624"/>
                <a:gd name="connsiteY10" fmla="*/ 2476214 h 4382193"/>
                <a:gd name="connsiteX11" fmla="*/ 2108040 w 7898624"/>
                <a:gd name="connsiteY11" fmla="*/ 2744559 h 4382193"/>
                <a:gd name="connsiteX12" fmla="*/ 2181903 w 7898624"/>
                <a:gd name="connsiteY12" fmla="*/ 3062706 h 4382193"/>
                <a:gd name="connsiteX13" fmla="*/ 2639746 w 7898624"/>
                <a:gd name="connsiteY13" fmla="*/ 3877947 h 4382193"/>
                <a:gd name="connsiteX14" fmla="*/ 2879072 w 7898624"/>
                <a:gd name="connsiteY14" fmla="*/ 4080350 h 4382193"/>
                <a:gd name="connsiteX15" fmla="*/ 3470240 w 7898624"/>
                <a:gd name="connsiteY15" fmla="*/ 4131279 h 4382193"/>
                <a:gd name="connsiteX16" fmla="*/ 3818664 w 7898624"/>
                <a:gd name="connsiteY16" fmla="*/ 4168446 h 4382193"/>
                <a:gd name="connsiteX17" fmla="*/ 4396512 w 7898624"/>
                <a:gd name="connsiteY17" fmla="*/ 4363679 h 4382193"/>
                <a:gd name="connsiteX18" fmla="*/ 4796620 w 7898624"/>
                <a:gd name="connsiteY18" fmla="*/ 4309866 h 4382193"/>
                <a:gd name="connsiteX19" fmla="*/ 5214077 w 7898624"/>
                <a:gd name="connsiteY19" fmla="*/ 3796284 h 4382193"/>
                <a:gd name="connsiteX20" fmla="*/ 5734301 w 7898624"/>
                <a:gd name="connsiteY20" fmla="*/ 3431278 h 4382193"/>
                <a:gd name="connsiteX21" fmla="*/ 6101544 w 7898624"/>
                <a:gd name="connsiteY21" fmla="*/ 2992884 h 4382193"/>
                <a:gd name="connsiteX22" fmla="*/ 6334693 w 7898624"/>
                <a:gd name="connsiteY22" fmla="*/ 2507552 h 4382193"/>
                <a:gd name="connsiteX23" fmla="*/ 6496238 w 7898624"/>
                <a:gd name="connsiteY23" fmla="*/ 2200370 h 4382193"/>
                <a:gd name="connsiteX24" fmla="*/ 6613871 w 7898624"/>
                <a:gd name="connsiteY24" fmla="*/ 1893189 h 4382193"/>
                <a:gd name="connsiteX25" fmla="*/ 6783321 w 7898624"/>
                <a:gd name="connsiteY25" fmla="*/ 1538097 h 4382193"/>
                <a:gd name="connsiteX26" fmla="*/ 6983727 w 7898624"/>
                <a:gd name="connsiteY26" fmla="*/ 1337596 h 4382193"/>
                <a:gd name="connsiteX27" fmla="*/ 7204040 w 7898624"/>
                <a:gd name="connsiteY27" fmla="*/ 1187006 h 4382193"/>
                <a:gd name="connsiteX28" fmla="*/ 7463215 w 7898624"/>
                <a:gd name="connsiteY28" fmla="*/ 1005459 h 4382193"/>
                <a:gd name="connsiteX29" fmla="*/ 7670575 w 7898624"/>
                <a:gd name="connsiteY29" fmla="*/ 778002 h 4382193"/>
                <a:gd name="connsiteX30" fmla="*/ 7850026 w 7898624"/>
                <a:gd name="connsiteY30" fmla="*/ 454819 h 4382193"/>
                <a:gd name="connsiteX31" fmla="*/ 7897841 w 7898624"/>
                <a:gd name="connsiteY31" fmla="*/ 201454 h 4382193"/>
                <a:gd name="connsiteX32" fmla="*/ 7873933 w 7898624"/>
                <a:gd name="connsiteY32" fmla="*/ 0 h 4382193"/>
                <a:gd name="connsiteX0" fmla="*/ 0 w 7897841"/>
                <a:gd name="connsiteY0" fmla="*/ 1652129 h 4180739"/>
                <a:gd name="connsiteX1" fmla="*/ 1068499 w 7897841"/>
                <a:gd name="connsiteY1" fmla="*/ 2266085 h 4180739"/>
                <a:gd name="connsiteX2" fmla="*/ 1424491 w 7897841"/>
                <a:gd name="connsiteY2" fmla="*/ 2532938 h 4180739"/>
                <a:gd name="connsiteX3" fmla="*/ 1688241 w 7897841"/>
                <a:gd name="connsiteY3" fmla="*/ 2376449 h 4180739"/>
                <a:gd name="connsiteX4" fmla="*/ 1740440 w 7897841"/>
                <a:gd name="connsiteY4" fmla="*/ 2001888 h 4180739"/>
                <a:gd name="connsiteX5" fmla="*/ 1792316 w 7897841"/>
                <a:gd name="connsiteY5" fmla="*/ 1714595 h 4180739"/>
                <a:gd name="connsiteX6" fmla="*/ 1915284 w 7897841"/>
                <a:gd name="connsiteY6" fmla="*/ 1616488 h 4180739"/>
                <a:gd name="connsiteX7" fmla="*/ 2096354 w 7897841"/>
                <a:gd name="connsiteY7" fmla="*/ 1631442 h 4180739"/>
                <a:gd name="connsiteX8" fmla="*/ 2205987 w 7897841"/>
                <a:gd name="connsiteY8" fmla="*/ 1716214 h 4180739"/>
                <a:gd name="connsiteX9" fmla="*/ 2259136 w 7897841"/>
                <a:gd name="connsiteY9" fmla="*/ 1943957 h 4180739"/>
                <a:gd name="connsiteX10" fmla="*/ 2154457 w 7897841"/>
                <a:gd name="connsiteY10" fmla="*/ 2274760 h 4180739"/>
                <a:gd name="connsiteX11" fmla="*/ 2108040 w 7897841"/>
                <a:gd name="connsiteY11" fmla="*/ 2543105 h 4180739"/>
                <a:gd name="connsiteX12" fmla="*/ 2181903 w 7897841"/>
                <a:gd name="connsiteY12" fmla="*/ 2861252 h 4180739"/>
                <a:gd name="connsiteX13" fmla="*/ 2639746 w 7897841"/>
                <a:gd name="connsiteY13" fmla="*/ 3676493 h 4180739"/>
                <a:gd name="connsiteX14" fmla="*/ 2879072 w 7897841"/>
                <a:gd name="connsiteY14" fmla="*/ 3878896 h 4180739"/>
                <a:gd name="connsiteX15" fmla="*/ 3470240 w 7897841"/>
                <a:gd name="connsiteY15" fmla="*/ 3929825 h 4180739"/>
                <a:gd name="connsiteX16" fmla="*/ 3818664 w 7897841"/>
                <a:gd name="connsiteY16" fmla="*/ 3966992 h 4180739"/>
                <a:gd name="connsiteX17" fmla="*/ 4396512 w 7897841"/>
                <a:gd name="connsiteY17" fmla="*/ 4162225 h 4180739"/>
                <a:gd name="connsiteX18" fmla="*/ 4796620 w 7897841"/>
                <a:gd name="connsiteY18" fmla="*/ 4108412 h 4180739"/>
                <a:gd name="connsiteX19" fmla="*/ 5214077 w 7897841"/>
                <a:gd name="connsiteY19" fmla="*/ 3594830 h 4180739"/>
                <a:gd name="connsiteX20" fmla="*/ 5734301 w 7897841"/>
                <a:gd name="connsiteY20" fmla="*/ 3229824 h 4180739"/>
                <a:gd name="connsiteX21" fmla="*/ 6101544 w 7897841"/>
                <a:gd name="connsiteY21" fmla="*/ 2791430 h 4180739"/>
                <a:gd name="connsiteX22" fmla="*/ 6334693 w 7897841"/>
                <a:gd name="connsiteY22" fmla="*/ 2306098 h 4180739"/>
                <a:gd name="connsiteX23" fmla="*/ 6496238 w 7897841"/>
                <a:gd name="connsiteY23" fmla="*/ 1998916 h 4180739"/>
                <a:gd name="connsiteX24" fmla="*/ 6613871 w 7897841"/>
                <a:gd name="connsiteY24" fmla="*/ 1691735 h 4180739"/>
                <a:gd name="connsiteX25" fmla="*/ 6783321 w 7897841"/>
                <a:gd name="connsiteY25" fmla="*/ 1336643 h 4180739"/>
                <a:gd name="connsiteX26" fmla="*/ 6983727 w 7897841"/>
                <a:gd name="connsiteY26" fmla="*/ 1136142 h 4180739"/>
                <a:gd name="connsiteX27" fmla="*/ 7204040 w 7897841"/>
                <a:gd name="connsiteY27" fmla="*/ 985552 h 4180739"/>
                <a:gd name="connsiteX28" fmla="*/ 7463215 w 7897841"/>
                <a:gd name="connsiteY28" fmla="*/ 804005 h 4180739"/>
                <a:gd name="connsiteX29" fmla="*/ 7670575 w 7897841"/>
                <a:gd name="connsiteY29" fmla="*/ 576548 h 4180739"/>
                <a:gd name="connsiteX30" fmla="*/ 7850026 w 7897841"/>
                <a:gd name="connsiteY30" fmla="*/ 253365 h 4180739"/>
                <a:gd name="connsiteX31" fmla="*/ 7897841 w 7897841"/>
                <a:gd name="connsiteY31" fmla="*/ 0 h 4180739"/>
                <a:gd name="connsiteX0" fmla="*/ 0 w 7850026"/>
                <a:gd name="connsiteY0" fmla="*/ 1398763 h 3927373"/>
                <a:gd name="connsiteX1" fmla="*/ 1068499 w 7850026"/>
                <a:gd name="connsiteY1" fmla="*/ 2012719 h 3927373"/>
                <a:gd name="connsiteX2" fmla="*/ 1424491 w 7850026"/>
                <a:gd name="connsiteY2" fmla="*/ 2279572 h 3927373"/>
                <a:gd name="connsiteX3" fmla="*/ 1688241 w 7850026"/>
                <a:gd name="connsiteY3" fmla="*/ 2123083 h 3927373"/>
                <a:gd name="connsiteX4" fmla="*/ 1740440 w 7850026"/>
                <a:gd name="connsiteY4" fmla="*/ 1748522 h 3927373"/>
                <a:gd name="connsiteX5" fmla="*/ 1792316 w 7850026"/>
                <a:gd name="connsiteY5" fmla="*/ 1461229 h 3927373"/>
                <a:gd name="connsiteX6" fmla="*/ 1915284 w 7850026"/>
                <a:gd name="connsiteY6" fmla="*/ 1363122 h 3927373"/>
                <a:gd name="connsiteX7" fmla="*/ 2096354 w 7850026"/>
                <a:gd name="connsiteY7" fmla="*/ 1378076 h 3927373"/>
                <a:gd name="connsiteX8" fmla="*/ 2205987 w 7850026"/>
                <a:gd name="connsiteY8" fmla="*/ 1462848 h 3927373"/>
                <a:gd name="connsiteX9" fmla="*/ 2259136 w 7850026"/>
                <a:gd name="connsiteY9" fmla="*/ 1690591 h 3927373"/>
                <a:gd name="connsiteX10" fmla="*/ 2154457 w 7850026"/>
                <a:gd name="connsiteY10" fmla="*/ 2021394 h 3927373"/>
                <a:gd name="connsiteX11" fmla="*/ 2108040 w 7850026"/>
                <a:gd name="connsiteY11" fmla="*/ 2289739 h 3927373"/>
                <a:gd name="connsiteX12" fmla="*/ 2181903 w 7850026"/>
                <a:gd name="connsiteY12" fmla="*/ 2607886 h 3927373"/>
                <a:gd name="connsiteX13" fmla="*/ 2639746 w 7850026"/>
                <a:gd name="connsiteY13" fmla="*/ 3423127 h 3927373"/>
                <a:gd name="connsiteX14" fmla="*/ 2879072 w 7850026"/>
                <a:gd name="connsiteY14" fmla="*/ 3625530 h 3927373"/>
                <a:gd name="connsiteX15" fmla="*/ 3470240 w 7850026"/>
                <a:gd name="connsiteY15" fmla="*/ 3676459 h 3927373"/>
                <a:gd name="connsiteX16" fmla="*/ 3818664 w 7850026"/>
                <a:gd name="connsiteY16" fmla="*/ 3713626 h 3927373"/>
                <a:gd name="connsiteX17" fmla="*/ 4396512 w 7850026"/>
                <a:gd name="connsiteY17" fmla="*/ 3908859 h 3927373"/>
                <a:gd name="connsiteX18" fmla="*/ 4796620 w 7850026"/>
                <a:gd name="connsiteY18" fmla="*/ 3855046 h 3927373"/>
                <a:gd name="connsiteX19" fmla="*/ 5214077 w 7850026"/>
                <a:gd name="connsiteY19" fmla="*/ 3341464 h 3927373"/>
                <a:gd name="connsiteX20" fmla="*/ 5734301 w 7850026"/>
                <a:gd name="connsiteY20" fmla="*/ 2976458 h 3927373"/>
                <a:gd name="connsiteX21" fmla="*/ 6101544 w 7850026"/>
                <a:gd name="connsiteY21" fmla="*/ 2538064 h 3927373"/>
                <a:gd name="connsiteX22" fmla="*/ 6334693 w 7850026"/>
                <a:gd name="connsiteY22" fmla="*/ 2052732 h 3927373"/>
                <a:gd name="connsiteX23" fmla="*/ 6496238 w 7850026"/>
                <a:gd name="connsiteY23" fmla="*/ 1745550 h 3927373"/>
                <a:gd name="connsiteX24" fmla="*/ 6613871 w 7850026"/>
                <a:gd name="connsiteY24" fmla="*/ 1438369 h 3927373"/>
                <a:gd name="connsiteX25" fmla="*/ 6783321 w 7850026"/>
                <a:gd name="connsiteY25" fmla="*/ 1083277 h 3927373"/>
                <a:gd name="connsiteX26" fmla="*/ 6983727 w 7850026"/>
                <a:gd name="connsiteY26" fmla="*/ 882776 h 3927373"/>
                <a:gd name="connsiteX27" fmla="*/ 7204040 w 7850026"/>
                <a:gd name="connsiteY27" fmla="*/ 732186 h 3927373"/>
                <a:gd name="connsiteX28" fmla="*/ 7463215 w 7850026"/>
                <a:gd name="connsiteY28" fmla="*/ 550639 h 3927373"/>
                <a:gd name="connsiteX29" fmla="*/ 7670575 w 7850026"/>
                <a:gd name="connsiteY29" fmla="*/ 323182 h 3927373"/>
                <a:gd name="connsiteX30" fmla="*/ 7850026 w 7850026"/>
                <a:gd name="connsiteY30" fmla="*/ -1 h 3927373"/>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204040 w 7670575"/>
                <a:gd name="connsiteY27" fmla="*/ 409004 h 3604191"/>
                <a:gd name="connsiteX28" fmla="*/ 7463215 w 7670575"/>
                <a:gd name="connsiteY28" fmla="*/ 227457 h 3604191"/>
                <a:gd name="connsiteX29" fmla="*/ 7670575 w 7670575"/>
                <a:gd name="connsiteY29" fmla="*/ 0 h 3604191"/>
                <a:gd name="connsiteX0" fmla="*/ 0 w 7670575"/>
                <a:gd name="connsiteY0" fmla="*/ 1075581 h 3604191"/>
                <a:gd name="connsiteX1" fmla="*/ 1068499 w 7670575"/>
                <a:gd name="connsiteY1" fmla="*/ 1689537 h 3604191"/>
                <a:gd name="connsiteX2" fmla="*/ 1424491 w 7670575"/>
                <a:gd name="connsiteY2" fmla="*/ 1956390 h 3604191"/>
                <a:gd name="connsiteX3" fmla="*/ 1688241 w 7670575"/>
                <a:gd name="connsiteY3" fmla="*/ 1799901 h 3604191"/>
                <a:gd name="connsiteX4" fmla="*/ 1740440 w 7670575"/>
                <a:gd name="connsiteY4" fmla="*/ 1425340 h 3604191"/>
                <a:gd name="connsiteX5" fmla="*/ 1792316 w 7670575"/>
                <a:gd name="connsiteY5" fmla="*/ 1138047 h 3604191"/>
                <a:gd name="connsiteX6" fmla="*/ 1915284 w 7670575"/>
                <a:gd name="connsiteY6" fmla="*/ 1039940 h 3604191"/>
                <a:gd name="connsiteX7" fmla="*/ 2096354 w 7670575"/>
                <a:gd name="connsiteY7" fmla="*/ 1054894 h 3604191"/>
                <a:gd name="connsiteX8" fmla="*/ 2205987 w 7670575"/>
                <a:gd name="connsiteY8" fmla="*/ 1139666 h 3604191"/>
                <a:gd name="connsiteX9" fmla="*/ 2259136 w 7670575"/>
                <a:gd name="connsiteY9" fmla="*/ 1367409 h 3604191"/>
                <a:gd name="connsiteX10" fmla="*/ 2154457 w 7670575"/>
                <a:gd name="connsiteY10" fmla="*/ 1698212 h 3604191"/>
                <a:gd name="connsiteX11" fmla="*/ 2108040 w 7670575"/>
                <a:gd name="connsiteY11" fmla="*/ 1966557 h 3604191"/>
                <a:gd name="connsiteX12" fmla="*/ 2181903 w 7670575"/>
                <a:gd name="connsiteY12" fmla="*/ 2284704 h 3604191"/>
                <a:gd name="connsiteX13" fmla="*/ 2639746 w 7670575"/>
                <a:gd name="connsiteY13" fmla="*/ 3099945 h 3604191"/>
                <a:gd name="connsiteX14" fmla="*/ 2879072 w 7670575"/>
                <a:gd name="connsiteY14" fmla="*/ 3302348 h 3604191"/>
                <a:gd name="connsiteX15" fmla="*/ 3470240 w 7670575"/>
                <a:gd name="connsiteY15" fmla="*/ 3353277 h 3604191"/>
                <a:gd name="connsiteX16" fmla="*/ 3818664 w 7670575"/>
                <a:gd name="connsiteY16" fmla="*/ 3390444 h 3604191"/>
                <a:gd name="connsiteX17" fmla="*/ 4396512 w 7670575"/>
                <a:gd name="connsiteY17" fmla="*/ 3585677 h 3604191"/>
                <a:gd name="connsiteX18" fmla="*/ 4796620 w 7670575"/>
                <a:gd name="connsiteY18" fmla="*/ 3531864 h 3604191"/>
                <a:gd name="connsiteX19" fmla="*/ 5214077 w 7670575"/>
                <a:gd name="connsiteY19" fmla="*/ 3018282 h 3604191"/>
                <a:gd name="connsiteX20" fmla="*/ 5734301 w 7670575"/>
                <a:gd name="connsiteY20" fmla="*/ 2653276 h 3604191"/>
                <a:gd name="connsiteX21" fmla="*/ 6101544 w 7670575"/>
                <a:gd name="connsiteY21" fmla="*/ 2214882 h 3604191"/>
                <a:gd name="connsiteX22" fmla="*/ 6334693 w 7670575"/>
                <a:gd name="connsiteY22" fmla="*/ 1729550 h 3604191"/>
                <a:gd name="connsiteX23" fmla="*/ 6496238 w 7670575"/>
                <a:gd name="connsiteY23" fmla="*/ 1422368 h 3604191"/>
                <a:gd name="connsiteX24" fmla="*/ 6613871 w 7670575"/>
                <a:gd name="connsiteY24" fmla="*/ 1115187 h 3604191"/>
                <a:gd name="connsiteX25" fmla="*/ 6783321 w 7670575"/>
                <a:gd name="connsiteY25" fmla="*/ 760095 h 3604191"/>
                <a:gd name="connsiteX26" fmla="*/ 6983727 w 7670575"/>
                <a:gd name="connsiteY26" fmla="*/ 559594 h 3604191"/>
                <a:gd name="connsiteX27" fmla="*/ 7463215 w 7670575"/>
                <a:gd name="connsiteY27" fmla="*/ 227457 h 3604191"/>
                <a:gd name="connsiteX28" fmla="*/ 7670575 w 7670575"/>
                <a:gd name="connsiteY28" fmla="*/ 0 h 3604191"/>
                <a:gd name="connsiteX0" fmla="*/ 0 w 7463215"/>
                <a:gd name="connsiteY0" fmla="*/ 848124 h 3376734"/>
                <a:gd name="connsiteX1" fmla="*/ 1068499 w 7463215"/>
                <a:gd name="connsiteY1" fmla="*/ 1462080 h 3376734"/>
                <a:gd name="connsiteX2" fmla="*/ 1424491 w 7463215"/>
                <a:gd name="connsiteY2" fmla="*/ 1728933 h 3376734"/>
                <a:gd name="connsiteX3" fmla="*/ 1688241 w 7463215"/>
                <a:gd name="connsiteY3" fmla="*/ 1572444 h 3376734"/>
                <a:gd name="connsiteX4" fmla="*/ 1740440 w 7463215"/>
                <a:gd name="connsiteY4" fmla="*/ 1197883 h 3376734"/>
                <a:gd name="connsiteX5" fmla="*/ 1792316 w 7463215"/>
                <a:gd name="connsiteY5" fmla="*/ 910590 h 3376734"/>
                <a:gd name="connsiteX6" fmla="*/ 1915284 w 7463215"/>
                <a:gd name="connsiteY6" fmla="*/ 812483 h 3376734"/>
                <a:gd name="connsiteX7" fmla="*/ 2096354 w 7463215"/>
                <a:gd name="connsiteY7" fmla="*/ 827437 h 3376734"/>
                <a:gd name="connsiteX8" fmla="*/ 2205987 w 7463215"/>
                <a:gd name="connsiteY8" fmla="*/ 912209 h 3376734"/>
                <a:gd name="connsiteX9" fmla="*/ 2259136 w 7463215"/>
                <a:gd name="connsiteY9" fmla="*/ 1139952 h 3376734"/>
                <a:gd name="connsiteX10" fmla="*/ 2154457 w 7463215"/>
                <a:gd name="connsiteY10" fmla="*/ 1470755 h 3376734"/>
                <a:gd name="connsiteX11" fmla="*/ 2108040 w 7463215"/>
                <a:gd name="connsiteY11" fmla="*/ 1739100 h 3376734"/>
                <a:gd name="connsiteX12" fmla="*/ 2181903 w 7463215"/>
                <a:gd name="connsiteY12" fmla="*/ 2057247 h 3376734"/>
                <a:gd name="connsiteX13" fmla="*/ 2639746 w 7463215"/>
                <a:gd name="connsiteY13" fmla="*/ 2872488 h 3376734"/>
                <a:gd name="connsiteX14" fmla="*/ 2879072 w 7463215"/>
                <a:gd name="connsiteY14" fmla="*/ 3074891 h 3376734"/>
                <a:gd name="connsiteX15" fmla="*/ 3470240 w 7463215"/>
                <a:gd name="connsiteY15" fmla="*/ 3125820 h 3376734"/>
                <a:gd name="connsiteX16" fmla="*/ 3818664 w 7463215"/>
                <a:gd name="connsiteY16" fmla="*/ 3162987 h 3376734"/>
                <a:gd name="connsiteX17" fmla="*/ 4396512 w 7463215"/>
                <a:gd name="connsiteY17" fmla="*/ 3358220 h 3376734"/>
                <a:gd name="connsiteX18" fmla="*/ 4796620 w 7463215"/>
                <a:gd name="connsiteY18" fmla="*/ 3304407 h 3376734"/>
                <a:gd name="connsiteX19" fmla="*/ 5214077 w 7463215"/>
                <a:gd name="connsiteY19" fmla="*/ 2790825 h 3376734"/>
                <a:gd name="connsiteX20" fmla="*/ 5734301 w 7463215"/>
                <a:gd name="connsiteY20" fmla="*/ 2425819 h 3376734"/>
                <a:gd name="connsiteX21" fmla="*/ 6101544 w 7463215"/>
                <a:gd name="connsiteY21" fmla="*/ 1987425 h 3376734"/>
                <a:gd name="connsiteX22" fmla="*/ 6334693 w 7463215"/>
                <a:gd name="connsiteY22" fmla="*/ 1502093 h 3376734"/>
                <a:gd name="connsiteX23" fmla="*/ 6496238 w 7463215"/>
                <a:gd name="connsiteY23" fmla="*/ 1194911 h 3376734"/>
                <a:gd name="connsiteX24" fmla="*/ 6613871 w 7463215"/>
                <a:gd name="connsiteY24" fmla="*/ 887730 h 3376734"/>
                <a:gd name="connsiteX25" fmla="*/ 6783321 w 7463215"/>
                <a:gd name="connsiteY25" fmla="*/ 532638 h 3376734"/>
                <a:gd name="connsiteX26" fmla="*/ 6983727 w 7463215"/>
                <a:gd name="connsiteY26" fmla="*/ 332137 h 3376734"/>
                <a:gd name="connsiteX27" fmla="*/ 7463215 w 7463215"/>
                <a:gd name="connsiteY27" fmla="*/ 0 h 3376734"/>
                <a:gd name="connsiteX0" fmla="*/ 0 w 6983727"/>
                <a:gd name="connsiteY0" fmla="*/ 515987 h 3044597"/>
                <a:gd name="connsiteX1" fmla="*/ 1068499 w 6983727"/>
                <a:gd name="connsiteY1" fmla="*/ 1129943 h 3044597"/>
                <a:gd name="connsiteX2" fmla="*/ 1424491 w 6983727"/>
                <a:gd name="connsiteY2" fmla="*/ 1396796 h 3044597"/>
                <a:gd name="connsiteX3" fmla="*/ 1688241 w 6983727"/>
                <a:gd name="connsiteY3" fmla="*/ 1240307 h 3044597"/>
                <a:gd name="connsiteX4" fmla="*/ 1740440 w 6983727"/>
                <a:gd name="connsiteY4" fmla="*/ 865746 h 3044597"/>
                <a:gd name="connsiteX5" fmla="*/ 1792316 w 6983727"/>
                <a:gd name="connsiteY5" fmla="*/ 578453 h 3044597"/>
                <a:gd name="connsiteX6" fmla="*/ 1915284 w 6983727"/>
                <a:gd name="connsiteY6" fmla="*/ 480346 h 3044597"/>
                <a:gd name="connsiteX7" fmla="*/ 2096354 w 6983727"/>
                <a:gd name="connsiteY7" fmla="*/ 495300 h 3044597"/>
                <a:gd name="connsiteX8" fmla="*/ 2205987 w 6983727"/>
                <a:gd name="connsiteY8" fmla="*/ 580072 h 3044597"/>
                <a:gd name="connsiteX9" fmla="*/ 2259136 w 6983727"/>
                <a:gd name="connsiteY9" fmla="*/ 807815 h 3044597"/>
                <a:gd name="connsiteX10" fmla="*/ 2154457 w 6983727"/>
                <a:gd name="connsiteY10" fmla="*/ 1138618 h 3044597"/>
                <a:gd name="connsiteX11" fmla="*/ 2108040 w 6983727"/>
                <a:gd name="connsiteY11" fmla="*/ 1406963 h 3044597"/>
                <a:gd name="connsiteX12" fmla="*/ 2181903 w 6983727"/>
                <a:gd name="connsiteY12" fmla="*/ 1725110 h 3044597"/>
                <a:gd name="connsiteX13" fmla="*/ 2639746 w 6983727"/>
                <a:gd name="connsiteY13" fmla="*/ 2540351 h 3044597"/>
                <a:gd name="connsiteX14" fmla="*/ 2879072 w 6983727"/>
                <a:gd name="connsiteY14" fmla="*/ 2742754 h 3044597"/>
                <a:gd name="connsiteX15" fmla="*/ 3470240 w 6983727"/>
                <a:gd name="connsiteY15" fmla="*/ 2793683 h 3044597"/>
                <a:gd name="connsiteX16" fmla="*/ 3818664 w 6983727"/>
                <a:gd name="connsiteY16" fmla="*/ 2830850 h 3044597"/>
                <a:gd name="connsiteX17" fmla="*/ 4396512 w 6983727"/>
                <a:gd name="connsiteY17" fmla="*/ 3026083 h 3044597"/>
                <a:gd name="connsiteX18" fmla="*/ 4796620 w 6983727"/>
                <a:gd name="connsiteY18" fmla="*/ 2972270 h 3044597"/>
                <a:gd name="connsiteX19" fmla="*/ 5214077 w 6983727"/>
                <a:gd name="connsiteY19" fmla="*/ 2458688 h 3044597"/>
                <a:gd name="connsiteX20" fmla="*/ 5734301 w 6983727"/>
                <a:gd name="connsiteY20" fmla="*/ 2093682 h 3044597"/>
                <a:gd name="connsiteX21" fmla="*/ 6101544 w 6983727"/>
                <a:gd name="connsiteY21" fmla="*/ 1655288 h 3044597"/>
                <a:gd name="connsiteX22" fmla="*/ 6334693 w 6983727"/>
                <a:gd name="connsiteY22" fmla="*/ 1169956 h 3044597"/>
                <a:gd name="connsiteX23" fmla="*/ 6496238 w 6983727"/>
                <a:gd name="connsiteY23" fmla="*/ 862774 h 3044597"/>
                <a:gd name="connsiteX24" fmla="*/ 6613871 w 6983727"/>
                <a:gd name="connsiteY24" fmla="*/ 555593 h 3044597"/>
                <a:gd name="connsiteX25" fmla="*/ 6783321 w 6983727"/>
                <a:gd name="connsiteY25" fmla="*/ 200501 h 3044597"/>
                <a:gd name="connsiteX26" fmla="*/ 6983727 w 6983727"/>
                <a:gd name="connsiteY26" fmla="*/ 0 h 3044597"/>
                <a:gd name="connsiteX0" fmla="*/ 0 w 7097849"/>
                <a:gd name="connsiteY0" fmla="*/ 488273 h 3044597"/>
                <a:gd name="connsiteX1" fmla="*/ 1182621 w 7097849"/>
                <a:gd name="connsiteY1" fmla="*/ 1129943 h 3044597"/>
                <a:gd name="connsiteX2" fmla="*/ 1538613 w 7097849"/>
                <a:gd name="connsiteY2" fmla="*/ 1396796 h 3044597"/>
                <a:gd name="connsiteX3" fmla="*/ 1802363 w 7097849"/>
                <a:gd name="connsiteY3" fmla="*/ 1240307 h 3044597"/>
                <a:gd name="connsiteX4" fmla="*/ 1854562 w 7097849"/>
                <a:gd name="connsiteY4" fmla="*/ 865746 h 3044597"/>
                <a:gd name="connsiteX5" fmla="*/ 1906438 w 7097849"/>
                <a:gd name="connsiteY5" fmla="*/ 578453 h 3044597"/>
                <a:gd name="connsiteX6" fmla="*/ 2029406 w 7097849"/>
                <a:gd name="connsiteY6" fmla="*/ 480346 h 3044597"/>
                <a:gd name="connsiteX7" fmla="*/ 2210476 w 7097849"/>
                <a:gd name="connsiteY7" fmla="*/ 495300 h 3044597"/>
                <a:gd name="connsiteX8" fmla="*/ 2320109 w 7097849"/>
                <a:gd name="connsiteY8" fmla="*/ 580072 h 3044597"/>
                <a:gd name="connsiteX9" fmla="*/ 2373258 w 7097849"/>
                <a:gd name="connsiteY9" fmla="*/ 807815 h 3044597"/>
                <a:gd name="connsiteX10" fmla="*/ 2268579 w 7097849"/>
                <a:gd name="connsiteY10" fmla="*/ 1138618 h 3044597"/>
                <a:gd name="connsiteX11" fmla="*/ 2222162 w 7097849"/>
                <a:gd name="connsiteY11" fmla="*/ 1406963 h 3044597"/>
                <a:gd name="connsiteX12" fmla="*/ 2296025 w 7097849"/>
                <a:gd name="connsiteY12" fmla="*/ 1725110 h 3044597"/>
                <a:gd name="connsiteX13" fmla="*/ 2753868 w 7097849"/>
                <a:gd name="connsiteY13" fmla="*/ 2540351 h 3044597"/>
                <a:gd name="connsiteX14" fmla="*/ 2993194 w 7097849"/>
                <a:gd name="connsiteY14" fmla="*/ 2742754 h 3044597"/>
                <a:gd name="connsiteX15" fmla="*/ 3584362 w 7097849"/>
                <a:gd name="connsiteY15" fmla="*/ 2793683 h 3044597"/>
                <a:gd name="connsiteX16" fmla="*/ 3932786 w 7097849"/>
                <a:gd name="connsiteY16" fmla="*/ 2830850 h 3044597"/>
                <a:gd name="connsiteX17" fmla="*/ 4510634 w 7097849"/>
                <a:gd name="connsiteY17" fmla="*/ 3026083 h 3044597"/>
                <a:gd name="connsiteX18" fmla="*/ 4910742 w 7097849"/>
                <a:gd name="connsiteY18" fmla="*/ 2972270 h 3044597"/>
                <a:gd name="connsiteX19" fmla="*/ 5328199 w 7097849"/>
                <a:gd name="connsiteY19" fmla="*/ 2458688 h 3044597"/>
                <a:gd name="connsiteX20" fmla="*/ 5848423 w 7097849"/>
                <a:gd name="connsiteY20" fmla="*/ 2093682 h 3044597"/>
                <a:gd name="connsiteX21" fmla="*/ 6215666 w 7097849"/>
                <a:gd name="connsiteY21" fmla="*/ 1655288 h 3044597"/>
                <a:gd name="connsiteX22" fmla="*/ 6448815 w 7097849"/>
                <a:gd name="connsiteY22" fmla="*/ 1169956 h 3044597"/>
                <a:gd name="connsiteX23" fmla="*/ 6610360 w 7097849"/>
                <a:gd name="connsiteY23" fmla="*/ 862774 h 3044597"/>
                <a:gd name="connsiteX24" fmla="*/ 6727993 w 7097849"/>
                <a:gd name="connsiteY24" fmla="*/ 555593 h 3044597"/>
                <a:gd name="connsiteX25" fmla="*/ 6897443 w 7097849"/>
                <a:gd name="connsiteY25" fmla="*/ 200501 h 3044597"/>
                <a:gd name="connsiteX26" fmla="*/ 7097849 w 7097849"/>
                <a:gd name="connsiteY26"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48423 w 7097849"/>
                <a:gd name="connsiteY21" fmla="*/ 2093682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809201 w 7097849"/>
                <a:gd name="connsiteY21" fmla="*/ 2007607 h 3044597"/>
                <a:gd name="connsiteX22" fmla="*/ 6215666 w 7097849"/>
                <a:gd name="connsiteY22" fmla="*/ 1655288 h 3044597"/>
                <a:gd name="connsiteX23" fmla="*/ 6448815 w 7097849"/>
                <a:gd name="connsiteY23" fmla="*/ 1169956 h 3044597"/>
                <a:gd name="connsiteX24" fmla="*/ 6610360 w 7097849"/>
                <a:gd name="connsiteY24" fmla="*/ 862774 h 3044597"/>
                <a:gd name="connsiteX25" fmla="*/ 6727993 w 7097849"/>
                <a:gd name="connsiteY25" fmla="*/ 555593 h 3044597"/>
                <a:gd name="connsiteX26" fmla="*/ 6897443 w 7097849"/>
                <a:gd name="connsiteY26" fmla="*/ 200501 h 3044597"/>
                <a:gd name="connsiteX27" fmla="*/ 7097849 w 7097849"/>
                <a:gd name="connsiteY27"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215666 w 7097849"/>
                <a:gd name="connsiteY23" fmla="*/ 1655288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448815 w 7097849"/>
                <a:gd name="connsiteY24" fmla="*/ 1169956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7097849"/>
                <a:gd name="connsiteY0" fmla="*/ 488273 h 3044597"/>
                <a:gd name="connsiteX1" fmla="*/ 545140 w 7097849"/>
                <a:gd name="connsiteY1" fmla="*/ 574482 h 3044597"/>
                <a:gd name="connsiteX2" fmla="*/ 1182621 w 7097849"/>
                <a:gd name="connsiteY2" fmla="*/ 1129943 h 3044597"/>
                <a:gd name="connsiteX3" fmla="*/ 1538613 w 7097849"/>
                <a:gd name="connsiteY3" fmla="*/ 1396796 h 3044597"/>
                <a:gd name="connsiteX4" fmla="*/ 1802363 w 7097849"/>
                <a:gd name="connsiteY4" fmla="*/ 1240307 h 3044597"/>
                <a:gd name="connsiteX5" fmla="*/ 1854562 w 7097849"/>
                <a:gd name="connsiteY5" fmla="*/ 865746 h 3044597"/>
                <a:gd name="connsiteX6" fmla="*/ 1906438 w 7097849"/>
                <a:gd name="connsiteY6" fmla="*/ 578453 h 3044597"/>
                <a:gd name="connsiteX7" fmla="*/ 2029406 w 7097849"/>
                <a:gd name="connsiteY7" fmla="*/ 480346 h 3044597"/>
                <a:gd name="connsiteX8" fmla="*/ 2210476 w 7097849"/>
                <a:gd name="connsiteY8" fmla="*/ 495300 h 3044597"/>
                <a:gd name="connsiteX9" fmla="*/ 2320109 w 7097849"/>
                <a:gd name="connsiteY9" fmla="*/ 580072 h 3044597"/>
                <a:gd name="connsiteX10" fmla="*/ 2373258 w 7097849"/>
                <a:gd name="connsiteY10" fmla="*/ 807815 h 3044597"/>
                <a:gd name="connsiteX11" fmla="*/ 2268579 w 7097849"/>
                <a:gd name="connsiteY11" fmla="*/ 1138618 h 3044597"/>
                <a:gd name="connsiteX12" fmla="*/ 2222162 w 7097849"/>
                <a:gd name="connsiteY12" fmla="*/ 1406963 h 3044597"/>
                <a:gd name="connsiteX13" fmla="*/ 2296025 w 7097849"/>
                <a:gd name="connsiteY13" fmla="*/ 1725110 h 3044597"/>
                <a:gd name="connsiteX14" fmla="*/ 2753868 w 7097849"/>
                <a:gd name="connsiteY14" fmla="*/ 2540351 h 3044597"/>
                <a:gd name="connsiteX15" fmla="*/ 2993194 w 7097849"/>
                <a:gd name="connsiteY15" fmla="*/ 2742754 h 3044597"/>
                <a:gd name="connsiteX16" fmla="*/ 3584362 w 7097849"/>
                <a:gd name="connsiteY16" fmla="*/ 2793683 h 3044597"/>
                <a:gd name="connsiteX17" fmla="*/ 3932786 w 7097849"/>
                <a:gd name="connsiteY17" fmla="*/ 2830850 h 3044597"/>
                <a:gd name="connsiteX18" fmla="*/ 4510634 w 7097849"/>
                <a:gd name="connsiteY18" fmla="*/ 3026083 h 3044597"/>
                <a:gd name="connsiteX19" fmla="*/ 4910742 w 7097849"/>
                <a:gd name="connsiteY19" fmla="*/ 2972270 h 3044597"/>
                <a:gd name="connsiteX20" fmla="*/ 5328199 w 7097849"/>
                <a:gd name="connsiteY20" fmla="*/ 2458688 h 3044597"/>
                <a:gd name="connsiteX21" fmla="*/ 5613821 w 7097849"/>
                <a:gd name="connsiteY21" fmla="*/ 2313967 h 3044597"/>
                <a:gd name="connsiteX22" fmla="*/ 5809201 w 7097849"/>
                <a:gd name="connsiteY22" fmla="*/ 2007607 h 3044597"/>
                <a:gd name="connsiteX23" fmla="*/ 6155360 w 7097849"/>
                <a:gd name="connsiteY23" fmla="*/ 1816107 h 3044597"/>
                <a:gd name="connsiteX24" fmla="*/ 6278653 w 7097849"/>
                <a:gd name="connsiteY24" fmla="*/ 1594388 h 3044597"/>
                <a:gd name="connsiteX25" fmla="*/ 6610360 w 7097849"/>
                <a:gd name="connsiteY25" fmla="*/ 862774 h 3044597"/>
                <a:gd name="connsiteX26" fmla="*/ 6727993 w 7097849"/>
                <a:gd name="connsiteY26" fmla="*/ 555593 h 3044597"/>
                <a:gd name="connsiteX27" fmla="*/ 6897443 w 7097849"/>
                <a:gd name="connsiteY27" fmla="*/ 200501 h 3044597"/>
                <a:gd name="connsiteX28" fmla="*/ 7097849 w 7097849"/>
                <a:gd name="connsiteY28" fmla="*/ 0 h 3044597"/>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727993 w 6897443"/>
                <a:gd name="connsiteY26" fmla="*/ 355092 h 2844096"/>
                <a:gd name="connsiteX27" fmla="*/ 6897443 w 6897443"/>
                <a:gd name="connsiteY27" fmla="*/ 0 h 2844096"/>
                <a:gd name="connsiteX0" fmla="*/ 0 w 6897443"/>
                <a:gd name="connsiteY0" fmla="*/ 287772 h 2844096"/>
                <a:gd name="connsiteX1" fmla="*/ 545140 w 6897443"/>
                <a:gd name="connsiteY1" fmla="*/ 373981 h 2844096"/>
                <a:gd name="connsiteX2" fmla="*/ 1182621 w 6897443"/>
                <a:gd name="connsiteY2" fmla="*/ 929442 h 2844096"/>
                <a:gd name="connsiteX3" fmla="*/ 1538613 w 6897443"/>
                <a:gd name="connsiteY3" fmla="*/ 1196295 h 2844096"/>
                <a:gd name="connsiteX4" fmla="*/ 1802363 w 6897443"/>
                <a:gd name="connsiteY4" fmla="*/ 1039806 h 2844096"/>
                <a:gd name="connsiteX5" fmla="*/ 1854562 w 6897443"/>
                <a:gd name="connsiteY5" fmla="*/ 665245 h 2844096"/>
                <a:gd name="connsiteX6" fmla="*/ 1906438 w 6897443"/>
                <a:gd name="connsiteY6" fmla="*/ 377952 h 2844096"/>
                <a:gd name="connsiteX7" fmla="*/ 2029406 w 6897443"/>
                <a:gd name="connsiteY7" fmla="*/ 279845 h 2844096"/>
                <a:gd name="connsiteX8" fmla="*/ 2210476 w 6897443"/>
                <a:gd name="connsiteY8" fmla="*/ 294799 h 2844096"/>
                <a:gd name="connsiteX9" fmla="*/ 2320109 w 6897443"/>
                <a:gd name="connsiteY9" fmla="*/ 379571 h 2844096"/>
                <a:gd name="connsiteX10" fmla="*/ 2373258 w 6897443"/>
                <a:gd name="connsiteY10" fmla="*/ 607314 h 2844096"/>
                <a:gd name="connsiteX11" fmla="*/ 2268579 w 6897443"/>
                <a:gd name="connsiteY11" fmla="*/ 938117 h 2844096"/>
                <a:gd name="connsiteX12" fmla="*/ 2222162 w 6897443"/>
                <a:gd name="connsiteY12" fmla="*/ 1206462 h 2844096"/>
                <a:gd name="connsiteX13" fmla="*/ 2296025 w 6897443"/>
                <a:gd name="connsiteY13" fmla="*/ 1524609 h 2844096"/>
                <a:gd name="connsiteX14" fmla="*/ 2753868 w 6897443"/>
                <a:gd name="connsiteY14" fmla="*/ 2339850 h 2844096"/>
                <a:gd name="connsiteX15" fmla="*/ 2993194 w 6897443"/>
                <a:gd name="connsiteY15" fmla="*/ 2542253 h 2844096"/>
                <a:gd name="connsiteX16" fmla="*/ 3584362 w 6897443"/>
                <a:gd name="connsiteY16" fmla="*/ 2593182 h 2844096"/>
                <a:gd name="connsiteX17" fmla="*/ 3932786 w 6897443"/>
                <a:gd name="connsiteY17" fmla="*/ 2630349 h 2844096"/>
                <a:gd name="connsiteX18" fmla="*/ 4510634 w 6897443"/>
                <a:gd name="connsiteY18" fmla="*/ 2825582 h 2844096"/>
                <a:gd name="connsiteX19" fmla="*/ 4910742 w 6897443"/>
                <a:gd name="connsiteY19" fmla="*/ 2771769 h 2844096"/>
                <a:gd name="connsiteX20" fmla="*/ 5328199 w 6897443"/>
                <a:gd name="connsiteY20" fmla="*/ 2258187 h 2844096"/>
                <a:gd name="connsiteX21" fmla="*/ 5613821 w 6897443"/>
                <a:gd name="connsiteY21" fmla="*/ 2113466 h 2844096"/>
                <a:gd name="connsiteX22" fmla="*/ 5809201 w 6897443"/>
                <a:gd name="connsiteY22" fmla="*/ 1807106 h 2844096"/>
                <a:gd name="connsiteX23" fmla="*/ 6155360 w 6897443"/>
                <a:gd name="connsiteY23" fmla="*/ 1615606 h 2844096"/>
                <a:gd name="connsiteX24" fmla="*/ 6278653 w 6897443"/>
                <a:gd name="connsiteY24" fmla="*/ 1393887 h 2844096"/>
                <a:gd name="connsiteX25" fmla="*/ 6610360 w 6897443"/>
                <a:gd name="connsiteY25" fmla="*/ 662273 h 2844096"/>
                <a:gd name="connsiteX26" fmla="*/ 6897443 w 6897443"/>
                <a:gd name="connsiteY26" fmla="*/ 0 h 2844096"/>
                <a:gd name="connsiteX0" fmla="*/ 0 w 6610360"/>
                <a:gd name="connsiteY0" fmla="*/ 16433 h 2572757"/>
                <a:gd name="connsiteX1" fmla="*/ 545140 w 6610360"/>
                <a:gd name="connsiteY1" fmla="*/ 102642 h 2572757"/>
                <a:gd name="connsiteX2" fmla="*/ 1182621 w 6610360"/>
                <a:gd name="connsiteY2" fmla="*/ 658103 h 2572757"/>
                <a:gd name="connsiteX3" fmla="*/ 1538613 w 6610360"/>
                <a:gd name="connsiteY3" fmla="*/ 924956 h 2572757"/>
                <a:gd name="connsiteX4" fmla="*/ 1802363 w 6610360"/>
                <a:gd name="connsiteY4" fmla="*/ 768467 h 2572757"/>
                <a:gd name="connsiteX5" fmla="*/ 1854562 w 6610360"/>
                <a:gd name="connsiteY5" fmla="*/ 393906 h 2572757"/>
                <a:gd name="connsiteX6" fmla="*/ 1906438 w 6610360"/>
                <a:gd name="connsiteY6" fmla="*/ 106613 h 2572757"/>
                <a:gd name="connsiteX7" fmla="*/ 2029406 w 6610360"/>
                <a:gd name="connsiteY7" fmla="*/ 8506 h 2572757"/>
                <a:gd name="connsiteX8" fmla="*/ 2210476 w 6610360"/>
                <a:gd name="connsiteY8" fmla="*/ 23460 h 2572757"/>
                <a:gd name="connsiteX9" fmla="*/ 2320109 w 6610360"/>
                <a:gd name="connsiteY9" fmla="*/ 108232 h 2572757"/>
                <a:gd name="connsiteX10" fmla="*/ 2373258 w 6610360"/>
                <a:gd name="connsiteY10" fmla="*/ 335975 h 2572757"/>
                <a:gd name="connsiteX11" fmla="*/ 2268579 w 6610360"/>
                <a:gd name="connsiteY11" fmla="*/ 666778 h 2572757"/>
                <a:gd name="connsiteX12" fmla="*/ 2222162 w 6610360"/>
                <a:gd name="connsiteY12" fmla="*/ 935123 h 2572757"/>
                <a:gd name="connsiteX13" fmla="*/ 2296025 w 6610360"/>
                <a:gd name="connsiteY13" fmla="*/ 1253270 h 2572757"/>
                <a:gd name="connsiteX14" fmla="*/ 2753868 w 6610360"/>
                <a:gd name="connsiteY14" fmla="*/ 2068511 h 2572757"/>
                <a:gd name="connsiteX15" fmla="*/ 2993194 w 6610360"/>
                <a:gd name="connsiteY15" fmla="*/ 2270914 h 2572757"/>
                <a:gd name="connsiteX16" fmla="*/ 3584362 w 6610360"/>
                <a:gd name="connsiteY16" fmla="*/ 2321843 h 2572757"/>
                <a:gd name="connsiteX17" fmla="*/ 3932786 w 6610360"/>
                <a:gd name="connsiteY17" fmla="*/ 2359010 h 2572757"/>
                <a:gd name="connsiteX18" fmla="*/ 4510634 w 6610360"/>
                <a:gd name="connsiteY18" fmla="*/ 2554243 h 2572757"/>
                <a:gd name="connsiteX19" fmla="*/ 4910742 w 6610360"/>
                <a:gd name="connsiteY19" fmla="*/ 2500430 h 2572757"/>
                <a:gd name="connsiteX20" fmla="*/ 5328199 w 6610360"/>
                <a:gd name="connsiteY20" fmla="*/ 1986848 h 2572757"/>
                <a:gd name="connsiteX21" fmla="*/ 5613821 w 6610360"/>
                <a:gd name="connsiteY21" fmla="*/ 1842127 h 2572757"/>
                <a:gd name="connsiteX22" fmla="*/ 5809201 w 6610360"/>
                <a:gd name="connsiteY22" fmla="*/ 1535767 h 2572757"/>
                <a:gd name="connsiteX23" fmla="*/ 6155360 w 6610360"/>
                <a:gd name="connsiteY23" fmla="*/ 1344267 h 2572757"/>
                <a:gd name="connsiteX24" fmla="*/ 6278653 w 6610360"/>
                <a:gd name="connsiteY24" fmla="*/ 1122548 h 2572757"/>
                <a:gd name="connsiteX25" fmla="*/ 6610360 w 6610360"/>
                <a:gd name="connsiteY25" fmla="*/ 390934 h 2572757"/>
                <a:gd name="connsiteX0" fmla="*/ 0 w 6278653"/>
                <a:gd name="connsiteY0" fmla="*/ 16433 h 2572757"/>
                <a:gd name="connsiteX1" fmla="*/ 545140 w 6278653"/>
                <a:gd name="connsiteY1" fmla="*/ 102642 h 2572757"/>
                <a:gd name="connsiteX2" fmla="*/ 1182621 w 6278653"/>
                <a:gd name="connsiteY2" fmla="*/ 658103 h 2572757"/>
                <a:gd name="connsiteX3" fmla="*/ 1538613 w 6278653"/>
                <a:gd name="connsiteY3" fmla="*/ 924956 h 2572757"/>
                <a:gd name="connsiteX4" fmla="*/ 1802363 w 6278653"/>
                <a:gd name="connsiteY4" fmla="*/ 768467 h 2572757"/>
                <a:gd name="connsiteX5" fmla="*/ 1854562 w 6278653"/>
                <a:gd name="connsiteY5" fmla="*/ 393906 h 2572757"/>
                <a:gd name="connsiteX6" fmla="*/ 1906438 w 6278653"/>
                <a:gd name="connsiteY6" fmla="*/ 106613 h 2572757"/>
                <a:gd name="connsiteX7" fmla="*/ 2029406 w 6278653"/>
                <a:gd name="connsiteY7" fmla="*/ 8506 h 2572757"/>
                <a:gd name="connsiteX8" fmla="*/ 2210476 w 6278653"/>
                <a:gd name="connsiteY8" fmla="*/ 23460 h 2572757"/>
                <a:gd name="connsiteX9" fmla="*/ 2320109 w 6278653"/>
                <a:gd name="connsiteY9" fmla="*/ 108232 h 2572757"/>
                <a:gd name="connsiteX10" fmla="*/ 2373258 w 6278653"/>
                <a:gd name="connsiteY10" fmla="*/ 335975 h 2572757"/>
                <a:gd name="connsiteX11" fmla="*/ 2268579 w 6278653"/>
                <a:gd name="connsiteY11" fmla="*/ 666778 h 2572757"/>
                <a:gd name="connsiteX12" fmla="*/ 2222162 w 6278653"/>
                <a:gd name="connsiteY12" fmla="*/ 935123 h 2572757"/>
                <a:gd name="connsiteX13" fmla="*/ 2296025 w 6278653"/>
                <a:gd name="connsiteY13" fmla="*/ 1253270 h 2572757"/>
                <a:gd name="connsiteX14" fmla="*/ 2753868 w 6278653"/>
                <a:gd name="connsiteY14" fmla="*/ 2068511 h 2572757"/>
                <a:gd name="connsiteX15" fmla="*/ 2993194 w 6278653"/>
                <a:gd name="connsiteY15" fmla="*/ 2270914 h 2572757"/>
                <a:gd name="connsiteX16" fmla="*/ 3584362 w 6278653"/>
                <a:gd name="connsiteY16" fmla="*/ 2321843 h 2572757"/>
                <a:gd name="connsiteX17" fmla="*/ 3932786 w 6278653"/>
                <a:gd name="connsiteY17" fmla="*/ 2359010 h 2572757"/>
                <a:gd name="connsiteX18" fmla="*/ 4510634 w 6278653"/>
                <a:gd name="connsiteY18" fmla="*/ 2554243 h 2572757"/>
                <a:gd name="connsiteX19" fmla="*/ 4910742 w 6278653"/>
                <a:gd name="connsiteY19" fmla="*/ 2500430 h 2572757"/>
                <a:gd name="connsiteX20" fmla="*/ 5328199 w 6278653"/>
                <a:gd name="connsiteY20" fmla="*/ 1986848 h 2572757"/>
                <a:gd name="connsiteX21" fmla="*/ 5613821 w 6278653"/>
                <a:gd name="connsiteY21" fmla="*/ 1842127 h 2572757"/>
                <a:gd name="connsiteX22" fmla="*/ 5809201 w 6278653"/>
                <a:gd name="connsiteY22" fmla="*/ 1535767 h 2572757"/>
                <a:gd name="connsiteX23" fmla="*/ 6155360 w 6278653"/>
                <a:gd name="connsiteY23" fmla="*/ 1344267 h 2572757"/>
                <a:gd name="connsiteX24" fmla="*/ 6278653 w 6278653"/>
                <a:gd name="connsiteY24" fmla="*/ 1122548 h 2572757"/>
                <a:gd name="connsiteX0" fmla="*/ 0 w 6275523"/>
                <a:gd name="connsiteY0" fmla="*/ 16433 h 2572757"/>
                <a:gd name="connsiteX1" fmla="*/ 545140 w 6275523"/>
                <a:gd name="connsiteY1" fmla="*/ 102642 h 2572757"/>
                <a:gd name="connsiteX2" fmla="*/ 1182621 w 6275523"/>
                <a:gd name="connsiteY2" fmla="*/ 658103 h 2572757"/>
                <a:gd name="connsiteX3" fmla="*/ 1538613 w 6275523"/>
                <a:gd name="connsiteY3" fmla="*/ 924956 h 2572757"/>
                <a:gd name="connsiteX4" fmla="*/ 1802363 w 6275523"/>
                <a:gd name="connsiteY4" fmla="*/ 768467 h 2572757"/>
                <a:gd name="connsiteX5" fmla="*/ 1854562 w 6275523"/>
                <a:gd name="connsiteY5" fmla="*/ 393906 h 2572757"/>
                <a:gd name="connsiteX6" fmla="*/ 1906438 w 6275523"/>
                <a:gd name="connsiteY6" fmla="*/ 106613 h 2572757"/>
                <a:gd name="connsiteX7" fmla="*/ 2029406 w 6275523"/>
                <a:gd name="connsiteY7" fmla="*/ 8506 h 2572757"/>
                <a:gd name="connsiteX8" fmla="*/ 2210476 w 6275523"/>
                <a:gd name="connsiteY8" fmla="*/ 23460 h 2572757"/>
                <a:gd name="connsiteX9" fmla="*/ 2320109 w 6275523"/>
                <a:gd name="connsiteY9" fmla="*/ 108232 h 2572757"/>
                <a:gd name="connsiteX10" fmla="*/ 2373258 w 6275523"/>
                <a:gd name="connsiteY10" fmla="*/ 335975 h 2572757"/>
                <a:gd name="connsiteX11" fmla="*/ 2268579 w 6275523"/>
                <a:gd name="connsiteY11" fmla="*/ 666778 h 2572757"/>
                <a:gd name="connsiteX12" fmla="*/ 2222162 w 6275523"/>
                <a:gd name="connsiteY12" fmla="*/ 935123 h 2572757"/>
                <a:gd name="connsiteX13" fmla="*/ 2296025 w 6275523"/>
                <a:gd name="connsiteY13" fmla="*/ 1253270 h 2572757"/>
                <a:gd name="connsiteX14" fmla="*/ 2753868 w 6275523"/>
                <a:gd name="connsiteY14" fmla="*/ 2068511 h 2572757"/>
                <a:gd name="connsiteX15" fmla="*/ 2993194 w 6275523"/>
                <a:gd name="connsiteY15" fmla="*/ 2270914 h 2572757"/>
                <a:gd name="connsiteX16" fmla="*/ 3584362 w 6275523"/>
                <a:gd name="connsiteY16" fmla="*/ 2321843 h 2572757"/>
                <a:gd name="connsiteX17" fmla="*/ 3932786 w 6275523"/>
                <a:gd name="connsiteY17" fmla="*/ 2359010 h 2572757"/>
                <a:gd name="connsiteX18" fmla="*/ 4510634 w 6275523"/>
                <a:gd name="connsiteY18" fmla="*/ 2554243 h 2572757"/>
                <a:gd name="connsiteX19" fmla="*/ 4910742 w 6275523"/>
                <a:gd name="connsiteY19" fmla="*/ 2500430 h 2572757"/>
                <a:gd name="connsiteX20" fmla="*/ 5328199 w 6275523"/>
                <a:gd name="connsiteY20" fmla="*/ 1986848 h 2572757"/>
                <a:gd name="connsiteX21" fmla="*/ 5613821 w 6275523"/>
                <a:gd name="connsiteY21" fmla="*/ 1842127 h 2572757"/>
                <a:gd name="connsiteX22" fmla="*/ 5809201 w 6275523"/>
                <a:gd name="connsiteY22" fmla="*/ 1535767 h 2572757"/>
                <a:gd name="connsiteX23" fmla="*/ 6155360 w 6275523"/>
                <a:gd name="connsiteY23" fmla="*/ 1344267 h 2572757"/>
                <a:gd name="connsiteX24" fmla="*/ 6275523 w 6275523"/>
                <a:gd name="connsiteY24" fmla="*/ 1141617 h 2572757"/>
                <a:gd name="connsiteX0" fmla="*/ 0 w 6317860"/>
                <a:gd name="connsiteY0" fmla="*/ 1131766 h 2572757"/>
                <a:gd name="connsiteX1" fmla="*/ 587477 w 6317860"/>
                <a:gd name="connsiteY1" fmla="*/ 102642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1224958 w 6317860"/>
                <a:gd name="connsiteY2" fmla="*/ 65810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580950 w 6317860"/>
                <a:gd name="connsiteY3" fmla="*/ 924956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844700 w 6317860"/>
                <a:gd name="connsiteY4" fmla="*/ 768467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338362 w 6317860"/>
                <a:gd name="connsiteY13" fmla="*/ 1253270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035531 w 6317860"/>
                <a:gd name="connsiteY15" fmla="*/ 2270914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796205 w 6317860"/>
                <a:gd name="connsiteY14" fmla="*/ 2068511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317860"/>
                <a:gd name="connsiteY0" fmla="*/ 1131766 h 2572757"/>
                <a:gd name="connsiteX1" fmla="*/ 539847 w 6317860"/>
                <a:gd name="connsiteY1" fmla="*/ 788041 h 2572757"/>
                <a:gd name="connsiteX2" fmla="*/ 955059 w 6317860"/>
                <a:gd name="connsiteY2" fmla="*/ 801413 h 2572757"/>
                <a:gd name="connsiteX3" fmla="*/ 1316344 w 6317860"/>
                <a:gd name="connsiteY3" fmla="*/ 775414 h 2572757"/>
                <a:gd name="connsiteX4" fmla="*/ 1654183 w 6317860"/>
                <a:gd name="connsiteY4" fmla="*/ 675003 h 2572757"/>
                <a:gd name="connsiteX5" fmla="*/ 1896899 w 6317860"/>
                <a:gd name="connsiteY5" fmla="*/ 393906 h 2572757"/>
                <a:gd name="connsiteX6" fmla="*/ 1948775 w 6317860"/>
                <a:gd name="connsiteY6" fmla="*/ 106613 h 2572757"/>
                <a:gd name="connsiteX7" fmla="*/ 2071743 w 6317860"/>
                <a:gd name="connsiteY7" fmla="*/ 8506 h 2572757"/>
                <a:gd name="connsiteX8" fmla="*/ 2252813 w 6317860"/>
                <a:gd name="connsiteY8" fmla="*/ 23460 h 2572757"/>
                <a:gd name="connsiteX9" fmla="*/ 2362446 w 6317860"/>
                <a:gd name="connsiteY9" fmla="*/ 108232 h 2572757"/>
                <a:gd name="connsiteX10" fmla="*/ 2415595 w 6317860"/>
                <a:gd name="connsiteY10" fmla="*/ 335975 h 2572757"/>
                <a:gd name="connsiteX11" fmla="*/ 2310916 w 6317860"/>
                <a:gd name="connsiteY11" fmla="*/ 666778 h 2572757"/>
                <a:gd name="connsiteX12" fmla="*/ 2264499 w 6317860"/>
                <a:gd name="connsiteY12" fmla="*/ 935123 h 2572757"/>
                <a:gd name="connsiteX13" fmla="*/ 2602968 w 6317860"/>
                <a:gd name="connsiteY13" fmla="*/ 1452658 h 2572757"/>
                <a:gd name="connsiteX14" fmla="*/ 2827957 w 6317860"/>
                <a:gd name="connsiteY14" fmla="*/ 1968816 h 2572757"/>
                <a:gd name="connsiteX15" fmla="*/ 3257799 w 6317860"/>
                <a:gd name="connsiteY15" fmla="*/ 2252222 h 2572757"/>
                <a:gd name="connsiteX16" fmla="*/ 3626699 w 6317860"/>
                <a:gd name="connsiteY16" fmla="*/ 2321843 h 2572757"/>
                <a:gd name="connsiteX17" fmla="*/ 3975123 w 6317860"/>
                <a:gd name="connsiteY17" fmla="*/ 2359010 h 2572757"/>
                <a:gd name="connsiteX18" fmla="*/ 4552971 w 6317860"/>
                <a:gd name="connsiteY18" fmla="*/ 2554243 h 2572757"/>
                <a:gd name="connsiteX19" fmla="*/ 4953079 w 6317860"/>
                <a:gd name="connsiteY19" fmla="*/ 2500430 h 2572757"/>
                <a:gd name="connsiteX20" fmla="*/ 5370536 w 6317860"/>
                <a:gd name="connsiteY20" fmla="*/ 1986848 h 2572757"/>
                <a:gd name="connsiteX21" fmla="*/ 5656158 w 6317860"/>
                <a:gd name="connsiteY21" fmla="*/ 1842127 h 2572757"/>
                <a:gd name="connsiteX22" fmla="*/ 5851538 w 6317860"/>
                <a:gd name="connsiteY22" fmla="*/ 1535767 h 2572757"/>
                <a:gd name="connsiteX23" fmla="*/ 6197697 w 6317860"/>
                <a:gd name="connsiteY23" fmla="*/ 1344267 h 2572757"/>
                <a:gd name="connsiteX24" fmla="*/ 6317860 w 6317860"/>
                <a:gd name="connsiteY24" fmla="*/ 1141617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197697 w 6608926"/>
                <a:gd name="connsiteY23" fmla="*/ 1344267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5851538 w 6608926"/>
                <a:gd name="connsiteY22" fmla="*/ 1535767 h 2572757"/>
                <a:gd name="connsiteX23" fmla="*/ 6319416 w 6608926"/>
                <a:gd name="connsiteY23" fmla="*/ 1686968 h 2572757"/>
                <a:gd name="connsiteX24" fmla="*/ 6608926 w 6608926"/>
                <a:gd name="connsiteY24"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656158 w 6608926"/>
                <a:gd name="connsiteY21" fmla="*/ 1842127 h 2572757"/>
                <a:gd name="connsiteX22" fmla="*/ 6319416 w 6608926"/>
                <a:gd name="connsiteY22" fmla="*/ 1686968 h 2572757"/>
                <a:gd name="connsiteX23" fmla="*/ 6608926 w 6608926"/>
                <a:gd name="connsiteY23" fmla="*/ 1359699 h 2572757"/>
                <a:gd name="connsiteX0" fmla="*/ 0 w 6608926"/>
                <a:gd name="connsiteY0" fmla="*/ 1131766 h 2572757"/>
                <a:gd name="connsiteX1" fmla="*/ 539847 w 6608926"/>
                <a:gd name="connsiteY1" fmla="*/ 788041 h 2572757"/>
                <a:gd name="connsiteX2" fmla="*/ 955059 w 6608926"/>
                <a:gd name="connsiteY2" fmla="*/ 801413 h 2572757"/>
                <a:gd name="connsiteX3" fmla="*/ 1316344 w 6608926"/>
                <a:gd name="connsiteY3" fmla="*/ 775414 h 2572757"/>
                <a:gd name="connsiteX4" fmla="*/ 1654183 w 6608926"/>
                <a:gd name="connsiteY4" fmla="*/ 675003 h 2572757"/>
                <a:gd name="connsiteX5" fmla="*/ 1896899 w 6608926"/>
                <a:gd name="connsiteY5" fmla="*/ 393906 h 2572757"/>
                <a:gd name="connsiteX6" fmla="*/ 1948775 w 6608926"/>
                <a:gd name="connsiteY6" fmla="*/ 106613 h 2572757"/>
                <a:gd name="connsiteX7" fmla="*/ 2071743 w 6608926"/>
                <a:gd name="connsiteY7" fmla="*/ 8506 h 2572757"/>
                <a:gd name="connsiteX8" fmla="*/ 2252813 w 6608926"/>
                <a:gd name="connsiteY8" fmla="*/ 23460 h 2572757"/>
                <a:gd name="connsiteX9" fmla="*/ 2362446 w 6608926"/>
                <a:gd name="connsiteY9" fmla="*/ 108232 h 2572757"/>
                <a:gd name="connsiteX10" fmla="*/ 2415595 w 6608926"/>
                <a:gd name="connsiteY10" fmla="*/ 335975 h 2572757"/>
                <a:gd name="connsiteX11" fmla="*/ 2310916 w 6608926"/>
                <a:gd name="connsiteY11" fmla="*/ 666778 h 2572757"/>
                <a:gd name="connsiteX12" fmla="*/ 2264499 w 6608926"/>
                <a:gd name="connsiteY12" fmla="*/ 935123 h 2572757"/>
                <a:gd name="connsiteX13" fmla="*/ 2602968 w 6608926"/>
                <a:gd name="connsiteY13" fmla="*/ 1452658 h 2572757"/>
                <a:gd name="connsiteX14" fmla="*/ 2827957 w 6608926"/>
                <a:gd name="connsiteY14" fmla="*/ 1968816 h 2572757"/>
                <a:gd name="connsiteX15" fmla="*/ 3257799 w 6608926"/>
                <a:gd name="connsiteY15" fmla="*/ 2252222 h 2572757"/>
                <a:gd name="connsiteX16" fmla="*/ 3626699 w 6608926"/>
                <a:gd name="connsiteY16" fmla="*/ 2321843 h 2572757"/>
                <a:gd name="connsiteX17" fmla="*/ 3975123 w 6608926"/>
                <a:gd name="connsiteY17" fmla="*/ 2359010 h 2572757"/>
                <a:gd name="connsiteX18" fmla="*/ 4552971 w 6608926"/>
                <a:gd name="connsiteY18" fmla="*/ 2554243 h 2572757"/>
                <a:gd name="connsiteX19" fmla="*/ 4953079 w 6608926"/>
                <a:gd name="connsiteY19" fmla="*/ 2500430 h 2572757"/>
                <a:gd name="connsiteX20" fmla="*/ 5370536 w 6608926"/>
                <a:gd name="connsiteY20" fmla="*/ 1986848 h 2572757"/>
                <a:gd name="connsiteX21" fmla="*/ 5820214 w 6608926"/>
                <a:gd name="connsiteY21" fmla="*/ 1935591 h 2572757"/>
                <a:gd name="connsiteX22" fmla="*/ 6319416 w 6608926"/>
                <a:gd name="connsiteY22" fmla="*/ 1686968 h 2572757"/>
                <a:gd name="connsiteX23" fmla="*/ 6608926 w 6608926"/>
                <a:gd name="connsiteY23" fmla="*/ 1359699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72757"/>
                <a:gd name="connsiteX1" fmla="*/ 539847 w 6620914"/>
                <a:gd name="connsiteY1" fmla="*/ 788041 h 2572757"/>
                <a:gd name="connsiteX2" fmla="*/ 955059 w 6620914"/>
                <a:gd name="connsiteY2" fmla="*/ 801413 h 2572757"/>
                <a:gd name="connsiteX3" fmla="*/ 1316344 w 6620914"/>
                <a:gd name="connsiteY3" fmla="*/ 775414 h 2572757"/>
                <a:gd name="connsiteX4" fmla="*/ 1654183 w 6620914"/>
                <a:gd name="connsiteY4" fmla="*/ 675003 h 2572757"/>
                <a:gd name="connsiteX5" fmla="*/ 1896899 w 6620914"/>
                <a:gd name="connsiteY5" fmla="*/ 393906 h 2572757"/>
                <a:gd name="connsiteX6" fmla="*/ 1948775 w 6620914"/>
                <a:gd name="connsiteY6" fmla="*/ 106613 h 2572757"/>
                <a:gd name="connsiteX7" fmla="*/ 2071743 w 6620914"/>
                <a:gd name="connsiteY7" fmla="*/ 8506 h 2572757"/>
                <a:gd name="connsiteX8" fmla="*/ 2252813 w 6620914"/>
                <a:gd name="connsiteY8" fmla="*/ 23460 h 2572757"/>
                <a:gd name="connsiteX9" fmla="*/ 2362446 w 6620914"/>
                <a:gd name="connsiteY9" fmla="*/ 108232 h 2572757"/>
                <a:gd name="connsiteX10" fmla="*/ 2415595 w 6620914"/>
                <a:gd name="connsiteY10" fmla="*/ 335975 h 2572757"/>
                <a:gd name="connsiteX11" fmla="*/ 2310916 w 6620914"/>
                <a:gd name="connsiteY11" fmla="*/ 666778 h 2572757"/>
                <a:gd name="connsiteX12" fmla="*/ 2264499 w 6620914"/>
                <a:gd name="connsiteY12" fmla="*/ 935123 h 2572757"/>
                <a:gd name="connsiteX13" fmla="*/ 2602968 w 6620914"/>
                <a:gd name="connsiteY13" fmla="*/ 1452658 h 2572757"/>
                <a:gd name="connsiteX14" fmla="*/ 2827957 w 6620914"/>
                <a:gd name="connsiteY14" fmla="*/ 1968816 h 2572757"/>
                <a:gd name="connsiteX15" fmla="*/ 3257799 w 6620914"/>
                <a:gd name="connsiteY15" fmla="*/ 2252222 h 2572757"/>
                <a:gd name="connsiteX16" fmla="*/ 3626699 w 6620914"/>
                <a:gd name="connsiteY16" fmla="*/ 2321843 h 2572757"/>
                <a:gd name="connsiteX17" fmla="*/ 3975123 w 6620914"/>
                <a:gd name="connsiteY17" fmla="*/ 2359010 h 2572757"/>
                <a:gd name="connsiteX18" fmla="*/ 4552971 w 6620914"/>
                <a:gd name="connsiteY18" fmla="*/ 2554243 h 2572757"/>
                <a:gd name="connsiteX19" fmla="*/ 4953079 w 6620914"/>
                <a:gd name="connsiteY19" fmla="*/ 2500430 h 2572757"/>
                <a:gd name="connsiteX20" fmla="*/ 5370536 w 6620914"/>
                <a:gd name="connsiteY20" fmla="*/ 1986848 h 2572757"/>
                <a:gd name="connsiteX21" fmla="*/ 5820214 w 6620914"/>
                <a:gd name="connsiteY21" fmla="*/ 1935591 h 2572757"/>
                <a:gd name="connsiteX22" fmla="*/ 6319416 w 6620914"/>
                <a:gd name="connsiteY22" fmla="*/ 1686968 h 2572757"/>
                <a:gd name="connsiteX23" fmla="*/ 6620914 w 6620914"/>
                <a:gd name="connsiteY23" fmla="*/ 1232673 h 2572757"/>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319416 w 6620914"/>
                <a:gd name="connsiteY22" fmla="*/ 1686968 h 2562382"/>
                <a:gd name="connsiteX23" fmla="*/ 6620914 w 6620914"/>
                <a:gd name="connsiteY23" fmla="*/ 1232673 h 2562382"/>
                <a:gd name="connsiteX0" fmla="*/ 0 w 6620914"/>
                <a:gd name="connsiteY0" fmla="*/ 1131766 h 2562382"/>
                <a:gd name="connsiteX1" fmla="*/ 539847 w 6620914"/>
                <a:gd name="connsiteY1" fmla="*/ 788041 h 2562382"/>
                <a:gd name="connsiteX2" fmla="*/ 955059 w 6620914"/>
                <a:gd name="connsiteY2" fmla="*/ 801413 h 2562382"/>
                <a:gd name="connsiteX3" fmla="*/ 1316344 w 6620914"/>
                <a:gd name="connsiteY3" fmla="*/ 775414 h 2562382"/>
                <a:gd name="connsiteX4" fmla="*/ 1654183 w 6620914"/>
                <a:gd name="connsiteY4" fmla="*/ 675003 h 2562382"/>
                <a:gd name="connsiteX5" fmla="*/ 1896899 w 6620914"/>
                <a:gd name="connsiteY5" fmla="*/ 393906 h 2562382"/>
                <a:gd name="connsiteX6" fmla="*/ 1948775 w 6620914"/>
                <a:gd name="connsiteY6" fmla="*/ 106613 h 2562382"/>
                <a:gd name="connsiteX7" fmla="*/ 2071743 w 6620914"/>
                <a:gd name="connsiteY7" fmla="*/ 8506 h 2562382"/>
                <a:gd name="connsiteX8" fmla="*/ 2252813 w 6620914"/>
                <a:gd name="connsiteY8" fmla="*/ 23460 h 2562382"/>
                <a:gd name="connsiteX9" fmla="*/ 2362446 w 6620914"/>
                <a:gd name="connsiteY9" fmla="*/ 108232 h 2562382"/>
                <a:gd name="connsiteX10" fmla="*/ 2415595 w 6620914"/>
                <a:gd name="connsiteY10" fmla="*/ 335975 h 2562382"/>
                <a:gd name="connsiteX11" fmla="*/ 2310916 w 6620914"/>
                <a:gd name="connsiteY11" fmla="*/ 666778 h 2562382"/>
                <a:gd name="connsiteX12" fmla="*/ 2264499 w 6620914"/>
                <a:gd name="connsiteY12" fmla="*/ 935123 h 2562382"/>
                <a:gd name="connsiteX13" fmla="*/ 2602968 w 6620914"/>
                <a:gd name="connsiteY13" fmla="*/ 1452658 h 2562382"/>
                <a:gd name="connsiteX14" fmla="*/ 2827957 w 6620914"/>
                <a:gd name="connsiteY14" fmla="*/ 1968816 h 2562382"/>
                <a:gd name="connsiteX15" fmla="*/ 3257799 w 6620914"/>
                <a:gd name="connsiteY15" fmla="*/ 2252222 h 2562382"/>
                <a:gd name="connsiteX16" fmla="*/ 3626699 w 6620914"/>
                <a:gd name="connsiteY16" fmla="*/ 2321843 h 2562382"/>
                <a:gd name="connsiteX17" fmla="*/ 4171381 w 6620914"/>
                <a:gd name="connsiteY17" fmla="*/ 2509348 h 2562382"/>
                <a:gd name="connsiteX18" fmla="*/ 4552971 w 6620914"/>
                <a:gd name="connsiteY18" fmla="*/ 2554243 h 2562382"/>
                <a:gd name="connsiteX19" fmla="*/ 4953079 w 6620914"/>
                <a:gd name="connsiteY19" fmla="*/ 2500430 h 2562382"/>
                <a:gd name="connsiteX20" fmla="*/ 5370536 w 6620914"/>
                <a:gd name="connsiteY20" fmla="*/ 1986848 h 2562382"/>
                <a:gd name="connsiteX21" fmla="*/ 5820214 w 6620914"/>
                <a:gd name="connsiteY21" fmla="*/ 1935591 h 2562382"/>
                <a:gd name="connsiteX22" fmla="*/ 6243751 w 6620914"/>
                <a:gd name="connsiteY22" fmla="*/ 1837306 h 2562382"/>
                <a:gd name="connsiteX23" fmla="*/ 6620914 w 6620914"/>
                <a:gd name="connsiteY23" fmla="*/ 1232673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626699 w 6613820"/>
                <a:gd name="connsiteY16" fmla="*/ 2321843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 name="connsiteX0" fmla="*/ 0 w 6613820"/>
                <a:gd name="connsiteY0" fmla="*/ 1131766 h 2562382"/>
                <a:gd name="connsiteX1" fmla="*/ 539847 w 6613820"/>
                <a:gd name="connsiteY1" fmla="*/ 788041 h 2562382"/>
                <a:gd name="connsiteX2" fmla="*/ 955059 w 6613820"/>
                <a:gd name="connsiteY2" fmla="*/ 801413 h 2562382"/>
                <a:gd name="connsiteX3" fmla="*/ 1316344 w 6613820"/>
                <a:gd name="connsiteY3" fmla="*/ 775414 h 2562382"/>
                <a:gd name="connsiteX4" fmla="*/ 1654183 w 6613820"/>
                <a:gd name="connsiteY4" fmla="*/ 675003 h 2562382"/>
                <a:gd name="connsiteX5" fmla="*/ 1896899 w 6613820"/>
                <a:gd name="connsiteY5" fmla="*/ 393906 h 2562382"/>
                <a:gd name="connsiteX6" fmla="*/ 1948775 w 6613820"/>
                <a:gd name="connsiteY6" fmla="*/ 106613 h 2562382"/>
                <a:gd name="connsiteX7" fmla="*/ 2071743 w 6613820"/>
                <a:gd name="connsiteY7" fmla="*/ 8506 h 2562382"/>
                <a:gd name="connsiteX8" fmla="*/ 2252813 w 6613820"/>
                <a:gd name="connsiteY8" fmla="*/ 23460 h 2562382"/>
                <a:gd name="connsiteX9" fmla="*/ 2362446 w 6613820"/>
                <a:gd name="connsiteY9" fmla="*/ 108232 h 2562382"/>
                <a:gd name="connsiteX10" fmla="*/ 2415595 w 6613820"/>
                <a:gd name="connsiteY10" fmla="*/ 335975 h 2562382"/>
                <a:gd name="connsiteX11" fmla="*/ 2310916 w 6613820"/>
                <a:gd name="connsiteY11" fmla="*/ 666778 h 2562382"/>
                <a:gd name="connsiteX12" fmla="*/ 2264499 w 6613820"/>
                <a:gd name="connsiteY12" fmla="*/ 935123 h 2562382"/>
                <a:gd name="connsiteX13" fmla="*/ 2602968 w 6613820"/>
                <a:gd name="connsiteY13" fmla="*/ 1452658 h 2562382"/>
                <a:gd name="connsiteX14" fmla="*/ 2827957 w 6613820"/>
                <a:gd name="connsiteY14" fmla="*/ 1968816 h 2562382"/>
                <a:gd name="connsiteX15" fmla="*/ 3257799 w 6613820"/>
                <a:gd name="connsiteY15" fmla="*/ 2252222 h 2562382"/>
                <a:gd name="connsiteX16" fmla="*/ 3700001 w 6613820"/>
                <a:gd name="connsiteY16" fmla="*/ 2435987 h 2562382"/>
                <a:gd name="connsiteX17" fmla="*/ 4171381 w 6613820"/>
                <a:gd name="connsiteY17" fmla="*/ 2509348 h 2562382"/>
                <a:gd name="connsiteX18" fmla="*/ 4552971 w 6613820"/>
                <a:gd name="connsiteY18" fmla="*/ 2554243 h 2562382"/>
                <a:gd name="connsiteX19" fmla="*/ 4953079 w 6613820"/>
                <a:gd name="connsiteY19" fmla="*/ 2500430 h 2562382"/>
                <a:gd name="connsiteX20" fmla="*/ 5370536 w 6613820"/>
                <a:gd name="connsiteY20" fmla="*/ 1986848 h 2562382"/>
                <a:gd name="connsiteX21" fmla="*/ 5820214 w 6613820"/>
                <a:gd name="connsiteY21" fmla="*/ 1935591 h 2562382"/>
                <a:gd name="connsiteX22" fmla="*/ 6243751 w 6613820"/>
                <a:gd name="connsiteY22" fmla="*/ 1837306 h 2562382"/>
                <a:gd name="connsiteX23" fmla="*/ 6613820 w 6613820"/>
                <a:gd name="connsiteY23" fmla="*/ 1628004 h 256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13820" h="2562382">
                  <a:moveTo>
                    <a:pt x="0" y="1131766"/>
                  </a:moveTo>
                  <a:cubicBezTo>
                    <a:pt x="139871" y="1187658"/>
                    <a:pt x="380671" y="843100"/>
                    <a:pt x="539847" y="788041"/>
                  </a:cubicBezTo>
                  <a:cubicBezTo>
                    <a:pt x="699023" y="732982"/>
                    <a:pt x="825643" y="803517"/>
                    <a:pt x="955059" y="801413"/>
                  </a:cubicBezTo>
                  <a:cubicBezTo>
                    <a:pt x="1084475" y="799309"/>
                    <a:pt x="1199823" y="796482"/>
                    <a:pt x="1316344" y="775414"/>
                  </a:cubicBezTo>
                  <a:cubicBezTo>
                    <a:pt x="1432865" y="754346"/>
                    <a:pt x="1557424" y="738588"/>
                    <a:pt x="1654183" y="675003"/>
                  </a:cubicBezTo>
                  <a:cubicBezTo>
                    <a:pt x="1750942" y="611418"/>
                    <a:pt x="1909075" y="500316"/>
                    <a:pt x="1896899" y="393906"/>
                  </a:cubicBezTo>
                  <a:cubicBezTo>
                    <a:pt x="1891047" y="288728"/>
                    <a:pt x="1919634" y="170846"/>
                    <a:pt x="1948775" y="106613"/>
                  </a:cubicBezTo>
                  <a:cubicBezTo>
                    <a:pt x="1977916" y="42380"/>
                    <a:pt x="2017165" y="22507"/>
                    <a:pt x="2071743" y="8506"/>
                  </a:cubicBezTo>
                  <a:cubicBezTo>
                    <a:pt x="2132036" y="-6925"/>
                    <a:pt x="2195663" y="-1019"/>
                    <a:pt x="2252813" y="23460"/>
                  </a:cubicBezTo>
                  <a:cubicBezTo>
                    <a:pt x="2296057" y="41938"/>
                    <a:pt x="2334252" y="70609"/>
                    <a:pt x="2362446" y="108232"/>
                  </a:cubicBezTo>
                  <a:cubicBezTo>
                    <a:pt x="2410833" y="172621"/>
                    <a:pt x="2423977" y="255489"/>
                    <a:pt x="2415595" y="335975"/>
                  </a:cubicBezTo>
                  <a:cubicBezTo>
                    <a:pt x="2403594" y="451418"/>
                    <a:pt x="2336099" y="566920"/>
                    <a:pt x="2310916" y="666778"/>
                  </a:cubicBezTo>
                  <a:cubicBezTo>
                    <a:pt x="2285733" y="766636"/>
                    <a:pt x="2255545" y="858637"/>
                    <a:pt x="2264499" y="935123"/>
                  </a:cubicBezTo>
                  <a:cubicBezTo>
                    <a:pt x="2275071" y="1025801"/>
                    <a:pt x="2509058" y="1280376"/>
                    <a:pt x="2602968" y="1452658"/>
                  </a:cubicBezTo>
                  <a:cubicBezTo>
                    <a:pt x="2696878" y="1624940"/>
                    <a:pt x="2718819" y="1835555"/>
                    <a:pt x="2827957" y="1968816"/>
                  </a:cubicBezTo>
                  <a:cubicBezTo>
                    <a:pt x="2937096" y="2102077"/>
                    <a:pt x="3112458" y="2174360"/>
                    <a:pt x="3257799" y="2252222"/>
                  </a:cubicBezTo>
                  <a:cubicBezTo>
                    <a:pt x="3403140" y="2330084"/>
                    <a:pt x="3547737" y="2393133"/>
                    <a:pt x="3700001" y="2435987"/>
                  </a:cubicBezTo>
                  <a:cubicBezTo>
                    <a:pt x="3852265" y="2478841"/>
                    <a:pt x="4029219" y="2489639"/>
                    <a:pt x="4171381" y="2509348"/>
                  </a:cubicBezTo>
                  <a:cubicBezTo>
                    <a:pt x="4313543" y="2529057"/>
                    <a:pt x="4422688" y="2555729"/>
                    <a:pt x="4552971" y="2554243"/>
                  </a:cubicBezTo>
                  <a:cubicBezTo>
                    <a:pt x="4683254" y="2552757"/>
                    <a:pt x="4816818" y="2594996"/>
                    <a:pt x="4953079" y="2500430"/>
                  </a:cubicBezTo>
                  <a:cubicBezTo>
                    <a:pt x="5089340" y="2405864"/>
                    <a:pt x="5226014" y="2080988"/>
                    <a:pt x="5370536" y="1986848"/>
                  </a:cubicBezTo>
                  <a:cubicBezTo>
                    <a:pt x="5515058" y="1892708"/>
                    <a:pt x="5674678" y="1960515"/>
                    <a:pt x="5820214" y="1935591"/>
                  </a:cubicBezTo>
                  <a:cubicBezTo>
                    <a:pt x="5965750" y="1910667"/>
                    <a:pt x="6084956" y="1917711"/>
                    <a:pt x="6243751" y="1837306"/>
                  </a:cubicBezTo>
                  <a:cubicBezTo>
                    <a:pt x="6321471" y="1771614"/>
                    <a:pt x="6474053" y="1791596"/>
                    <a:pt x="6613820" y="1628004"/>
                  </a:cubicBezTo>
                </a:path>
              </a:pathLst>
            </a:custGeom>
            <a:noFill/>
            <a:ln w="6350" cap="rnd">
              <a:solidFill>
                <a:schemeClr val="tx1">
                  <a:alpha val="35000"/>
                </a:schemeClr>
              </a:solidFill>
              <a:prstDash val="dash"/>
              <a:round/>
            </a:ln>
          </p:spPr>
          <p:txBody>
            <a:bodyPr rtlCol="0" anchor="ctr"/>
            <a:lstStyle/>
            <a:p>
              <a:endParaRPr lang="en-US"/>
            </a:p>
          </p:txBody>
        </p:sp>
        <p:sp>
          <p:nvSpPr>
            <p:cNvPr id="68" name="Freeform: Shape 67">
              <a:extLst>
                <a:ext uri="{FF2B5EF4-FFF2-40B4-BE49-F238E27FC236}">
                  <a16:creationId xmlns:a16="http://schemas.microsoft.com/office/drawing/2014/main" id="{B8DC2E1F-4F37-1DD8-8381-1C4D65C0A8D4}"/>
                </a:ext>
              </a:extLst>
            </p:cNvPr>
            <p:cNvSpPr/>
            <p:nvPr userDrawn="1"/>
          </p:nvSpPr>
          <p:spPr>
            <a:xfrm rot="16200000" flipV="1">
              <a:off x="200013" y="2319329"/>
              <a:ext cx="6841203" cy="2217814"/>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199913 w 7200997"/>
                <a:gd name="connsiteY2" fmla="*/ 789718 h 4555608"/>
                <a:gd name="connsiteX3" fmla="*/ 7125713 w 7200997"/>
                <a:gd name="connsiteY3" fmla="*/ 1096137 h 4555608"/>
                <a:gd name="connsiteX4" fmla="*/ 6936737 w 7200997"/>
                <a:gd name="connsiteY4" fmla="*/ 1349883 h 4555608"/>
                <a:gd name="connsiteX5" fmla="*/ 6678324 w 7200997"/>
                <a:gd name="connsiteY5" fmla="*/ 1515047 h 4555608"/>
                <a:gd name="connsiteX6" fmla="*/ 6403146 w 7200997"/>
                <a:gd name="connsiteY6" fmla="*/ 1632299 h 4555608"/>
                <a:gd name="connsiteX7" fmla="*/ 6230840 w 7200997"/>
                <a:gd name="connsiteY7" fmla="*/ 1759172 h 4555608"/>
                <a:gd name="connsiteX8" fmla="*/ 6115967 w 7200997"/>
                <a:gd name="connsiteY8" fmla="*/ 1962626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749922 w 7200997"/>
                <a:gd name="connsiteY12" fmla="*/ 2970467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129991"/>
                <a:gd name="connsiteY0" fmla="*/ 0 h 4555608"/>
                <a:gd name="connsiteX1" fmla="*/ 6753000 w 7129991"/>
                <a:gd name="connsiteY1" fmla="*/ 218218 h 4555608"/>
                <a:gd name="connsiteX2" fmla="*/ 7125713 w 7129991"/>
                <a:gd name="connsiteY2" fmla="*/ 1096137 h 4555608"/>
                <a:gd name="connsiteX3" fmla="*/ 6936737 w 7129991"/>
                <a:gd name="connsiteY3" fmla="*/ 1349883 h 4555608"/>
                <a:gd name="connsiteX4" fmla="*/ 6678324 w 7129991"/>
                <a:gd name="connsiteY4" fmla="*/ 1515047 h 4555608"/>
                <a:gd name="connsiteX5" fmla="*/ 6403146 w 7129991"/>
                <a:gd name="connsiteY5" fmla="*/ 1632299 h 4555608"/>
                <a:gd name="connsiteX6" fmla="*/ 6230840 w 7129991"/>
                <a:gd name="connsiteY6" fmla="*/ 1759172 h 4555608"/>
                <a:gd name="connsiteX7" fmla="*/ 6115967 w 7129991"/>
                <a:gd name="connsiteY7" fmla="*/ 1962626 h 4555608"/>
                <a:gd name="connsiteX8" fmla="*/ 6022623 w 7129991"/>
                <a:gd name="connsiteY8" fmla="*/ 2245138 h 4555608"/>
                <a:gd name="connsiteX9" fmla="*/ 5958043 w 7129991"/>
                <a:gd name="connsiteY9" fmla="*/ 2467737 h 4555608"/>
                <a:gd name="connsiteX10" fmla="*/ 5879081 w 7129991"/>
                <a:gd name="connsiteY10" fmla="*/ 2723864 h 4555608"/>
                <a:gd name="connsiteX11" fmla="*/ 5749922 w 7129991"/>
                <a:gd name="connsiteY11" fmla="*/ 2970467 h 4555608"/>
                <a:gd name="connsiteX12" fmla="*/ 5466191 w 7129991"/>
                <a:gd name="connsiteY12" fmla="*/ 3507535 h 4555608"/>
                <a:gd name="connsiteX13" fmla="*/ 5189666 w 7129991"/>
                <a:gd name="connsiteY13" fmla="*/ 3772955 h 4555608"/>
                <a:gd name="connsiteX14" fmla="*/ 4871302 w 7129991"/>
                <a:gd name="connsiteY14" fmla="*/ 4050049 h 4555608"/>
                <a:gd name="connsiteX15" fmla="*/ 4528436 w 7129991"/>
                <a:gd name="connsiteY15" fmla="*/ 4324160 h 4555608"/>
                <a:gd name="connsiteX16" fmla="*/ 4345365 w 7129991"/>
                <a:gd name="connsiteY16" fmla="*/ 4478560 h 4555608"/>
                <a:gd name="connsiteX17" fmla="*/ 4060663 w 7129991"/>
                <a:gd name="connsiteY17" fmla="*/ 4555141 h 4555608"/>
                <a:gd name="connsiteX18" fmla="*/ 3534312 w 7129991"/>
                <a:gd name="connsiteY18" fmla="*/ 4488085 h 4555608"/>
                <a:gd name="connsiteX19" fmla="*/ 2972051 w 7129991"/>
                <a:gd name="connsiteY19" fmla="*/ 4488085 h 4555608"/>
                <a:gd name="connsiteX20" fmla="*/ 2728592 w 7129991"/>
                <a:gd name="connsiteY20" fmla="*/ 4463034 h 4555608"/>
                <a:gd name="connsiteX21" fmla="*/ 2362260 w 7129991"/>
                <a:gd name="connsiteY21" fmla="*/ 4272629 h 4555608"/>
                <a:gd name="connsiteX22" fmla="*/ 2166998 w 7129991"/>
                <a:gd name="connsiteY22" fmla="*/ 3953733 h 4555608"/>
                <a:gd name="connsiteX23" fmla="*/ 2007454 w 7129991"/>
                <a:gd name="connsiteY23" fmla="*/ 3613309 h 4555608"/>
                <a:gd name="connsiteX24" fmla="*/ 1914395 w 7129991"/>
                <a:gd name="connsiteY24" fmla="*/ 3309080 h 4555608"/>
                <a:gd name="connsiteX25" fmla="*/ 1980879 w 7129991"/>
                <a:gd name="connsiteY25" fmla="*/ 2865215 h 4555608"/>
                <a:gd name="connsiteX26" fmla="*/ 2045649 w 7129991"/>
                <a:gd name="connsiteY26" fmla="*/ 2444591 h 4555608"/>
                <a:gd name="connsiteX27" fmla="*/ 1930968 w 7129991"/>
                <a:gd name="connsiteY27" fmla="*/ 2240090 h 4555608"/>
                <a:gd name="connsiteX28" fmla="*/ 1794761 w 7129991"/>
                <a:gd name="connsiteY28" fmla="*/ 2156936 h 4555608"/>
                <a:gd name="connsiteX29" fmla="*/ 1480722 w 7129991"/>
                <a:gd name="connsiteY29" fmla="*/ 2075498 h 4555608"/>
                <a:gd name="connsiteX30" fmla="*/ 1287935 w 7129991"/>
                <a:gd name="connsiteY30" fmla="*/ 2120360 h 4555608"/>
                <a:gd name="connsiteX31" fmla="*/ 915212 w 7129991"/>
                <a:gd name="connsiteY31" fmla="*/ 2509432 h 4555608"/>
                <a:gd name="connsiteX32" fmla="*/ 0 w 7129991"/>
                <a:gd name="connsiteY32" fmla="*/ 2228755 h 4555608"/>
                <a:gd name="connsiteX0" fmla="*/ 6624222 w 7135807"/>
                <a:gd name="connsiteY0" fmla="*/ 0 h 4555608"/>
                <a:gd name="connsiteX1" fmla="*/ 7125713 w 7135807"/>
                <a:gd name="connsiteY1" fmla="*/ 1096137 h 4555608"/>
                <a:gd name="connsiteX2" fmla="*/ 6936737 w 7135807"/>
                <a:gd name="connsiteY2" fmla="*/ 1349883 h 4555608"/>
                <a:gd name="connsiteX3" fmla="*/ 6678324 w 7135807"/>
                <a:gd name="connsiteY3" fmla="*/ 1515047 h 4555608"/>
                <a:gd name="connsiteX4" fmla="*/ 6403146 w 7135807"/>
                <a:gd name="connsiteY4" fmla="*/ 1632299 h 4555608"/>
                <a:gd name="connsiteX5" fmla="*/ 6230840 w 7135807"/>
                <a:gd name="connsiteY5" fmla="*/ 1759172 h 4555608"/>
                <a:gd name="connsiteX6" fmla="*/ 6115967 w 7135807"/>
                <a:gd name="connsiteY6" fmla="*/ 1962626 h 4555608"/>
                <a:gd name="connsiteX7" fmla="*/ 6022623 w 7135807"/>
                <a:gd name="connsiteY7" fmla="*/ 2245138 h 4555608"/>
                <a:gd name="connsiteX8" fmla="*/ 5958043 w 7135807"/>
                <a:gd name="connsiteY8" fmla="*/ 2467737 h 4555608"/>
                <a:gd name="connsiteX9" fmla="*/ 5879081 w 7135807"/>
                <a:gd name="connsiteY9" fmla="*/ 2723864 h 4555608"/>
                <a:gd name="connsiteX10" fmla="*/ 5749922 w 7135807"/>
                <a:gd name="connsiteY10" fmla="*/ 2970467 h 4555608"/>
                <a:gd name="connsiteX11" fmla="*/ 5466191 w 7135807"/>
                <a:gd name="connsiteY11" fmla="*/ 3507535 h 4555608"/>
                <a:gd name="connsiteX12" fmla="*/ 5189666 w 7135807"/>
                <a:gd name="connsiteY12" fmla="*/ 3772955 h 4555608"/>
                <a:gd name="connsiteX13" fmla="*/ 4871302 w 7135807"/>
                <a:gd name="connsiteY13" fmla="*/ 4050049 h 4555608"/>
                <a:gd name="connsiteX14" fmla="*/ 4528436 w 7135807"/>
                <a:gd name="connsiteY14" fmla="*/ 4324160 h 4555608"/>
                <a:gd name="connsiteX15" fmla="*/ 4345365 w 7135807"/>
                <a:gd name="connsiteY15" fmla="*/ 4478560 h 4555608"/>
                <a:gd name="connsiteX16" fmla="*/ 4060663 w 7135807"/>
                <a:gd name="connsiteY16" fmla="*/ 4555141 h 4555608"/>
                <a:gd name="connsiteX17" fmla="*/ 3534312 w 7135807"/>
                <a:gd name="connsiteY17" fmla="*/ 4488085 h 4555608"/>
                <a:gd name="connsiteX18" fmla="*/ 2972051 w 7135807"/>
                <a:gd name="connsiteY18" fmla="*/ 4488085 h 4555608"/>
                <a:gd name="connsiteX19" fmla="*/ 2728592 w 7135807"/>
                <a:gd name="connsiteY19" fmla="*/ 4463034 h 4555608"/>
                <a:gd name="connsiteX20" fmla="*/ 2362260 w 7135807"/>
                <a:gd name="connsiteY20" fmla="*/ 4272629 h 4555608"/>
                <a:gd name="connsiteX21" fmla="*/ 2166998 w 7135807"/>
                <a:gd name="connsiteY21" fmla="*/ 3953733 h 4555608"/>
                <a:gd name="connsiteX22" fmla="*/ 2007454 w 7135807"/>
                <a:gd name="connsiteY22" fmla="*/ 3613309 h 4555608"/>
                <a:gd name="connsiteX23" fmla="*/ 1914395 w 7135807"/>
                <a:gd name="connsiteY23" fmla="*/ 3309080 h 4555608"/>
                <a:gd name="connsiteX24" fmla="*/ 1980879 w 7135807"/>
                <a:gd name="connsiteY24" fmla="*/ 2865215 h 4555608"/>
                <a:gd name="connsiteX25" fmla="*/ 2045649 w 7135807"/>
                <a:gd name="connsiteY25" fmla="*/ 2444591 h 4555608"/>
                <a:gd name="connsiteX26" fmla="*/ 1930968 w 7135807"/>
                <a:gd name="connsiteY26" fmla="*/ 2240090 h 4555608"/>
                <a:gd name="connsiteX27" fmla="*/ 1794761 w 7135807"/>
                <a:gd name="connsiteY27" fmla="*/ 2156936 h 4555608"/>
                <a:gd name="connsiteX28" fmla="*/ 1480722 w 7135807"/>
                <a:gd name="connsiteY28" fmla="*/ 2075498 h 4555608"/>
                <a:gd name="connsiteX29" fmla="*/ 1287935 w 7135807"/>
                <a:gd name="connsiteY29" fmla="*/ 2120360 h 4555608"/>
                <a:gd name="connsiteX30" fmla="*/ 915212 w 7135807"/>
                <a:gd name="connsiteY30" fmla="*/ 2509432 h 4555608"/>
                <a:gd name="connsiteX31" fmla="*/ 0 w 7135807"/>
                <a:gd name="connsiteY31" fmla="*/ 2228755 h 4555608"/>
                <a:gd name="connsiteX0" fmla="*/ 7125713 w 7135807"/>
                <a:gd name="connsiteY0" fmla="*/ 0 h 3459471"/>
                <a:gd name="connsiteX1" fmla="*/ 6936737 w 7135807"/>
                <a:gd name="connsiteY1" fmla="*/ 253746 h 3459471"/>
                <a:gd name="connsiteX2" fmla="*/ 6678324 w 7135807"/>
                <a:gd name="connsiteY2" fmla="*/ 418910 h 3459471"/>
                <a:gd name="connsiteX3" fmla="*/ 6403146 w 7135807"/>
                <a:gd name="connsiteY3" fmla="*/ 536162 h 3459471"/>
                <a:gd name="connsiteX4" fmla="*/ 6230840 w 7135807"/>
                <a:gd name="connsiteY4" fmla="*/ 663035 h 3459471"/>
                <a:gd name="connsiteX5" fmla="*/ 6115967 w 7135807"/>
                <a:gd name="connsiteY5" fmla="*/ 866489 h 3459471"/>
                <a:gd name="connsiteX6" fmla="*/ 6022623 w 7135807"/>
                <a:gd name="connsiteY6" fmla="*/ 1149001 h 3459471"/>
                <a:gd name="connsiteX7" fmla="*/ 5958043 w 7135807"/>
                <a:gd name="connsiteY7" fmla="*/ 1371600 h 3459471"/>
                <a:gd name="connsiteX8" fmla="*/ 5879081 w 7135807"/>
                <a:gd name="connsiteY8" fmla="*/ 1627727 h 3459471"/>
                <a:gd name="connsiteX9" fmla="*/ 5749922 w 7135807"/>
                <a:gd name="connsiteY9" fmla="*/ 1874330 h 3459471"/>
                <a:gd name="connsiteX10" fmla="*/ 5466191 w 7135807"/>
                <a:gd name="connsiteY10" fmla="*/ 2411398 h 3459471"/>
                <a:gd name="connsiteX11" fmla="*/ 5189666 w 7135807"/>
                <a:gd name="connsiteY11" fmla="*/ 2676818 h 3459471"/>
                <a:gd name="connsiteX12" fmla="*/ 4871302 w 7135807"/>
                <a:gd name="connsiteY12" fmla="*/ 2953912 h 3459471"/>
                <a:gd name="connsiteX13" fmla="*/ 4528436 w 7135807"/>
                <a:gd name="connsiteY13" fmla="*/ 3228023 h 3459471"/>
                <a:gd name="connsiteX14" fmla="*/ 4345365 w 7135807"/>
                <a:gd name="connsiteY14" fmla="*/ 3382423 h 3459471"/>
                <a:gd name="connsiteX15" fmla="*/ 4060663 w 7135807"/>
                <a:gd name="connsiteY15" fmla="*/ 3459004 h 3459471"/>
                <a:gd name="connsiteX16" fmla="*/ 3534312 w 7135807"/>
                <a:gd name="connsiteY16" fmla="*/ 3391948 h 3459471"/>
                <a:gd name="connsiteX17" fmla="*/ 2972051 w 7135807"/>
                <a:gd name="connsiteY17" fmla="*/ 3391948 h 3459471"/>
                <a:gd name="connsiteX18" fmla="*/ 2728592 w 7135807"/>
                <a:gd name="connsiteY18" fmla="*/ 3366897 h 3459471"/>
                <a:gd name="connsiteX19" fmla="*/ 2362260 w 7135807"/>
                <a:gd name="connsiteY19" fmla="*/ 3176492 h 3459471"/>
                <a:gd name="connsiteX20" fmla="*/ 2166998 w 7135807"/>
                <a:gd name="connsiteY20" fmla="*/ 2857596 h 3459471"/>
                <a:gd name="connsiteX21" fmla="*/ 2007454 w 7135807"/>
                <a:gd name="connsiteY21" fmla="*/ 2517172 h 3459471"/>
                <a:gd name="connsiteX22" fmla="*/ 1914395 w 7135807"/>
                <a:gd name="connsiteY22" fmla="*/ 2212943 h 3459471"/>
                <a:gd name="connsiteX23" fmla="*/ 1980879 w 7135807"/>
                <a:gd name="connsiteY23" fmla="*/ 1769078 h 3459471"/>
                <a:gd name="connsiteX24" fmla="*/ 2045649 w 7135807"/>
                <a:gd name="connsiteY24" fmla="*/ 1348454 h 3459471"/>
                <a:gd name="connsiteX25" fmla="*/ 1930968 w 7135807"/>
                <a:gd name="connsiteY25" fmla="*/ 1143953 h 3459471"/>
                <a:gd name="connsiteX26" fmla="*/ 1794761 w 7135807"/>
                <a:gd name="connsiteY26" fmla="*/ 1060799 h 3459471"/>
                <a:gd name="connsiteX27" fmla="*/ 1480722 w 7135807"/>
                <a:gd name="connsiteY27" fmla="*/ 979361 h 3459471"/>
                <a:gd name="connsiteX28" fmla="*/ 1287935 w 7135807"/>
                <a:gd name="connsiteY28" fmla="*/ 1024223 h 3459471"/>
                <a:gd name="connsiteX29" fmla="*/ 915212 w 7135807"/>
                <a:gd name="connsiteY29" fmla="*/ 1413295 h 3459471"/>
                <a:gd name="connsiteX30" fmla="*/ 0 w 7135807"/>
                <a:gd name="connsiteY30" fmla="*/ 1132618 h 3459471"/>
                <a:gd name="connsiteX0" fmla="*/ 6936737 w 6936737"/>
                <a:gd name="connsiteY0" fmla="*/ 0 h 3205725"/>
                <a:gd name="connsiteX1" fmla="*/ 6678324 w 6936737"/>
                <a:gd name="connsiteY1" fmla="*/ 165164 h 3205725"/>
                <a:gd name="connsiteX2" fmla="*/ 6403146 w 6936737"/>
                <a:gd name="connsiteY2" fmla="*/ 282416 h 3205725"/>
                <a:gd name="connsiteX3" fmla="*/ 6230840 w 6936737"/>
                <a:gd name="connsiteY3" fmla="*/ 409289 h 3205725"/>
                <a:gd name="connsiteX4" fmla="*/ 6115967 w 6936737"/>
                <a:gd name="connsiteY4" fmla="*/ 612743 h 3205725"/>
                <a:gd name="connsiteX5" fmla="*/ 6022623 w 6936737"/>
                <a:gd name="connsiteY5" fmla="*/ 895255 h 3205725"/>
                <a:gd name="connsiteX6" fmla="*/ 5958043 w 6936737"/>
                <a:gd name="connsiteY6" fmla="*/ 1117854 h 3205725"/>
                <a:gd name="connsiteX7" fmla="*/ 5879081 w 6936737"/>
                <a:gd name="connsiteY7" fmla="*/ 1373981 h 3205725"/>
                <a:gd name="connsiteX8" fmla="*/ 5749922 w 6936737"/>
                <a:gd name="connsiteY8" fmla="*/ 1620584 h 3205725"/>
                <a:gd name="connsiteX9" fmla="*/ 5466191 w 6936737"/>
                <a:gd name="connsiteY9" fmla="*/ 2157652 h 3205725"/>
                <a:gd name="connsiteX10" fmla="*/ 5189666 w 6936737"/>
                <a:gd name="connsiteY10" fmla="*/ 2423072 h 3205725"/>
                <a:gd name="connsiteX11" fmla="*/ 4871302 w 6936737"/>
                <a:gd name="connsiteY11" fmla="*/ 2700166 h 3205725"/>
                <a:gd name="connsiteX12" fmla="*/ 4528436 w 6936737"/>
                <a:gd name="connsiteY12" fmla="*/ 2974277 h 3205725"/>
                <a:gd name="connsiteX13" fmla="*/ 4345365 w 6936737"/>
                <a:gd name="connsiteY13" fmla="*/ 3128677 h 3205725"/>
                <a:gd name="connsiteX14" fmla="*/ 4060663 w 6936737"/>
                <a:gd name="connsiteY14" fmla="*/ 3205258 h 3205725"/>
                <a:gd name="connsiteX15" fmla="*/ 3534312 w 6936737"/>
                <a:gd name="connsiteY15" fmla="*/ 3138202 h 3205725"/>
                <a:gd name="connsiteX16" fmla="*/ 2972051 w 6936737"/>
                <a:gd name="connsiteY16" fmla="*/ 3138202 h 3205725"/>
                <a:gd name="connsiteX17" fmla="*/ 2728592 w 6936737"/>
                <a:gd name="connsiteY17" fmla="*/ 3113151 h 3205725"/>
                <a:gd name="connsiteX18" fmla="*/ 2362260 w 6936737"/>
                <a:gd name="connsiteY18" fmla="*/ 2922746 h 3205725"/>
                <a:gd name="connsiteX19" fmla="*/ 2166998 w 6936737"/>
                <a:gd name="connsiteY19" fmla="*/ 2603850 h 3205725"/>
                <a:gd name="connsiteX20" fmla="*/ 2007454 w 6936737"/>
                <a:gd name="connsiteY20" fmla="*/ 2263426 h 3205725"/>
                <a:gd name="connsiteX21" fmla="*/ 1914395 w 6936737"/>
                <a:gd name="connsiteY21" fmla="*/ 1959197 h 3205725"/>
                <a:gd name="connsiteX22" fmla="*/ 1980879 w 6936737"/>
                <a:gd name="connsiteY22" fmla="*/ 1515332 h 3205725"/>
                <a:gd name="connsiteX23" fmla="*/ 2045649 w 6936737"/>
                <a:gd name="connsiteY23" fmla="*/ 1094708 h 3205725"/>
                <a:gd name="connsiteX24" fmla="*/ 1930968 w 6936737"/>
                <a:gd name="connsiteY24" fmla="*/ 890207 h 3205725"/>
                <a:gd name="connsiteX25" fmla="*/ 1794761 w 6936737"/>
                <a:gd name="connsiteY25" fmla="*/ 807053 h 3205725"/>
                <a:gd name="connsiteX26" fmla="*/ 1480722 w 6936737"/>
                <a:gd name="connsiteY26" fmla="*/ 725615 h 3205725"/>
                <a:gd name="connsiteX27" fmla="*/ 1287935 w 6936737"/>
                <a:gd name="connsiteY27" fmla="*/ 770477 h 3205725"/>
                <a:gd name="connsiteX28" fmla="*/ 915212 w 6936737"/>
                <a:gd name="connsiteY28" fmla="*/ 1159549 h 3205725"/>
                <a:gd name="connsiteX29" fmla="*/ 0 w 6936737"/>
                <a:gd name="connsiteY29" fmla="*/ 878872 h 3205725"/>
                <a:gd name="connsiteX0" fmla="*/ 6936737 w 6936737"/>
                <a:gd name="connsiteY0" fmla="*/ 0 h 3205725"/>
                <a:gd name="connsiteX1" fmla="*/ 6403146 w 6936737"/>
                <a:gd name="connsiteY1" fmla="*/ 282416 h 3205725"/>
                <a:gd name="connsiteX2" fmla="*/ 6230840 w 6936737"/>
                <a:gd name="connsiteY2" fmla="*/ 409289 h 3205725"/>
                <a:gd name="connsiteX3" fmla="*/ 6115967 w 6936737"/>
                <a:gd name="connsiteY3" fmla="*/ 612743 h 3205725"/>
                <a:gd name="connsiteX4" fmla="*/ 6022623 w 6936737"/>
                <a:gd name="connsiteY4" fmla="*/ 895255 h 3205725"/>
                <a:gd name="connsiteX5" fmla="*/ 5958043 w 6936737"/>
                <a:gd name="connsiteY5" fmla="*/ 1117854 h 3205725"/>
                <a:gd name="connsiteX6" fmla="*/ 5879081 w 6936737"/>
                <a:gd name="connsiteY6" fmla="*/ 1373981 h 3205725"/>
                <a:gd name="connsiteX7" fmla="*/ 5749922 w 6936737"/>
                <a:gd name="connsiteY7" fmla="*/ 1620584 h 3205725"/>
                <a:gd name="connsiteX8" fmla="*/ 5466191 w 6936737"/>
                <a:gd name="connsiteY8" fmla="*/ 2157652 h 3205725"/>
                <a:gd name="connsiteX9" fmla="*/ 5189666 w 6936737"/>
                <a:gd name="connsiteY9" fmla="*/ 2423072 h 3205725"/>
                <a:gd name="connsiteX10" fmla="*/ 4871302 w 6936737"/>
                <a:gd name="connsiteY10" fmla="*/ 2700166 h 3205725"/>
                <a:gd name="connsiteX11" fmla="*/ 4528436 w 6936737"/>
                <a:gd name="connsiteY11" fmla="*/ 2974277 h 3205725"/>
                <a:gd name="connsiteX12" fmla="*/ 4345365 w 6936737"/>
                <a:gd name="connsiteY12" fmla="*/ 3128677 h 3205725"/>
                <a:gd name="connsiteX13" fmla="*/ 4060663 w 6936737"/>
                <a:gd name="connsiteY13" fmla="*/ 3205258 h 3205725"/>
                <a:gd name="connsiteX14" fmla="*/ 3534312 w 6936737"/>
                <a:gd name="connsiteY14" fmla="*/ 3138202 h 3205725"/>
                <a:gd name="connsiteX15" fmla="*/ 2972051 w 6936737"/>
                <a:gd name="connsiteY15" fmla="*/ 3138202 h 3205725"/>
                <a:gd name="connsiteX16" fmla="*/ 2728592 w 6936737"/>
                <a:gd name="connsiteY16" fmla="*/ 3113151 h 3205725"/>
                <a:gd name="connsiteX17" fmla="*/ 2362260 w 6936737"/>
                <a:gd name="connsiteY17" fmla="*/ 2922746 h 3205725"/>
                <a:gd name="connsiteX18" fmla="*/ 2166998 w 6936737"/>
                <a:gd name="connsiteY18" fmla="*/ 2603850 h 3205725"/>
                <a:gd name="connsiteX19" fmla="*/ 2007454 w 6936737"/>
                <a:gd name="connsiteY19" fmla="*/ 2263426 h 3205725"/>
                <a:gd name="connsiteX20" fmla="*/ 1914395 w 6936737"/>
                <a:gd name="connsiteY20" fmla="*/ 1959197 h 3205725"/>
                <a:gd name="connsiteX21" fmla="*/ 1980879 w 6936737"/>
                <a:gd name="connsiteY21" fmla="*/ 1515332 h 3205725"/>
                <a:gd name="connsiteX22" fmla="*/ 2045649 w 6936737"/>
                <a:gd name="connsiteY22" fmla="*/ 1094708 h 3205725"/>
                <a:gd name="connsiteX23" fmla="*/ 1930968 w 6936737"/>
                <a:gd name="connsiteY23" fmla="*/ 890207 h 3205725"/>
                <a:gd name="connsiteX24" fmla="*/ 1794761 w 6936737"/>
                <a:gd name="connsiteY24" fmla="*/ 807053 h 3205725"/>
                <a:gd name="connsiteX25" fmla="*/ 1480722 w 6936737"/>
                <a:gd name="connsiteY25" fmla="*/ 725615 h 3205725"/>
                <a:gd name="connsiteX26" fmla="*/ 1287935 w 6936737"/>
                <a:gd name="connsiteY26" fmla="*/ 770477 h 3205725"/>
                <a:gd name="connsiteX27" fmla="*/ 915212 w 6936737"/>
                <a:gd name="connsiteY27" fmla="*/ 1159549 h 3205725"/>
                <a:gd name="connsiteX28" fmla="*/ 0 w 6936737"/>
                <a:gd name="connsiteY28" fmla="*/ 878872 h 3205725"/>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749922 w 6403146"/>
                <a:gd name="connsiteY6" fmla="*/ 1338168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879081 w 6403146"/>
                <a:gd name="connsiteY5" fmla="*/ 1091565 h 2923309"/>
                <a:gd name="connsiteX6" fmla="*/ 5674372 w 6403146"/>
                <a:gd name="connsiteY6" fmla="*/ 1572475 h 2923309"/>
                <a:gd name="connsiteX7" fmla="*/ 5466191 w 6403146"/>
                <a:gd name="connsiteY7" fmla="*/ 1875236 h 2923309"/>
                <a:gd name="connsiteX8" fmla="*/ 5189666 w 6403146"/>
                <a:gd name="connsiteY8" fmla="*/ 2140656 h 2923309"/>
                <a:gd name="connsiteX9" fmla="*/ 4871302 w 6403146"/>
                <a:gd name="connsiteY9" fmla="*/ 2417750 h 2923309"/>
                <a:gd name="connsiteX10" fmla="*/ 4528436 w 6403146"/>
                <a:gd name="connsiteY10" fmla="*/ 2691861 h 2923309"/>
                <a:gd name="connsiteX11" fmla="*/ 4345365 w 6403146"/>
                <a:gd name="connsiteY11" fmla="*/ 2846261 h 2923309"/>
                <a:gd name="connsiteX12" fmla="*/ 4060663 w 6403146"/>
                <a:gd name="connsiteY12" fmla="*/ 2922842 h 2923309"/>
                <a:gd name="connsiteX13" fmla="*/ 3534312 w 6403146"/>
                <a:gd name="connsiteY13" fmla="*/ 2855786 h 2923309"/>
                <a:gd name="connsiteX14" fmla="*/ 2972051 w 6403146"/>
                <a:gd name="connsiteY14" fmla="*/ 2855786 h 2923309"/>
                <a:gd name="connsiteX15" fmla="*/ 2728592 w 6403146"/>
                <a:gd name="connsiteY15" fmla="*/ 2830735 h 2923309"/>
                <a:gd name="connsiteX16" fmla="*/ 2362260 w 6403146"/>
                <a:gd name="connsiteY16" fmla="*/ 2640330 h 2923309"/>
                <a:gd name="connsiteX17" fmla="*/ 2166998 w 6403146"/>
                <a:gd name="connsiteY17" fmla="*/ 2321434 h 2923309"/>
                <a:gd name="connsiteX18" fmla="*/ 2007454 w 6403146"/>
                <a:gd name="connsiteY18" fmla="*/ 1981010 h 2923309"/>
                <a:gd name="connsiteX19" fmla="*/ 1914395 w 6403146"/>
                <a:gd name="connsiteY19" fmla="*/ 1676781 h 2923309"/>
                <a:gd name="connsiteX20" fmla="*/ 1980879 w 6403146"/>
                <a:gd name="connsiteY20" fmla="*/ 1232916 h 2923309"/>
                <a:gd name="connsiteX21" fmla="*/ 2045649 w 6403146"/>
                <a:gd name="connsiteY21" fmla="*/ 812292 h 2923309"/>
                <a:gd name="connsiteX22" fmla="*/ 1930968 w 6403146"/>
                <a:gd name="connsiteY22" fmla="*/ 607791 h 2923309"/>
                <a:gd name="connsiteX23" fmla="*/ 1794761 w 6403146"/>
                <a:gd name="connsiteY23" fmla="*/ 524637 h 2923309"/>
                <a:gd name="connsiteX24" fmla="*/ 1480722 w 6403146"/>
                <a:gd name="connsiteY24" fmla="*/ 443199 h 2923309"/>
                <a:gd name="connsiteX25" fmla="*/ 1287935 w 6403146"/>
                <a:gd name="connsiteY25" fmla="*/ 488061 h 2923309"/>
                <a:gd name="connsiteX26" fmla="*/ 915212 w 6403146"/>
                <a:gd name="connsiteY26" fmla="*/ 877133 h 2923309"/>
                <a:gd name="connsiteX27" fmla="*/ 0 w 6403146"/>
                <a:gd name="connsiteY27" fmla="*/ 596456 h 2923309"/>
                <a:gd name="connsiteX0" fmla="*/ 6403146 w 6403146"/>
                <a:gd name="connsiteY0" fmla="*/ 0 h 2923309"/>
                <a:gd name="connsiteX1" fmla="*/ 6230840 w 6403146"/>
                <a:gd name="connsiteY1" fmla="*/ 126873 h 2923309"/>
                <a:gd name="connsiteX2" fmla="*/ 6115967 w 6403146"/>
                <a:gd name="connsiteY2" fmla="*/ 330327 h 2923309"/>
                <a:gd name="connsiteX3" fmla="*/ 6022623 w 6403146"/>
                <a:gd name="connsiteY3" fmla="*/ 612839 h 2923309"/>
                <a:gd name="connsiteX4" fmla="*/ 5958043 w 6403146"/>
                <a:gd name="connsiteY4" fmla="*/ 835438 h 2923309"/>
                <a:gd name="connsiteX5" fmla="*/ 5674372 w 6403146"/>
                <a:gd name="connsiteY5" fmla="*/ 1572475 h 2923309"/>
                <a:gd name="connsiteX6" fmla="*/ 5466191 w 6403146"/>
                <a:gd name="connsiteY6" fmla="*/ 1875236 h 2923309"/>
                <a:gd name="connsiteX7" fmla="*/ 5189666 w 6403146"/>
                <a:gd name="connsiteY7" fmla="*/ 2140656 h 2923309"/>
                <a:gd name="connsiteX8" fmla="*/ 4871302 w 6403146"/>
                <a:gd name="connsiteY8" fmla="*/ 2417750 h 2923309"/>
                <a:gd name="connsiteX9" fmla="*/ 4528436 w 6403146"/>
                <a:gd name="connsiteY9" fmla="*/ 2691861 h 2923309"/>
                <a:gd name="connsiteX10" fmla="*/ 4345365 w 6403146"/>
                <a:gd name="connsiteY10" fmla="*/ 2846261 h 2923309"/>
                <a:gd name="connsiteX11" fmla="*/ 4060663 w 6403146"/>
                <a:gd name="connsiteY11" fmla="*/ 2922842 h 2923309"/>
                <a:gd name="connsiteX12" fmla="*/ 3534312 w 6403146"/>
                <a:gd name="connsiteY12" fmla="*/ 2855786 h 2923309"/>
                <a:gd name="connsiteX13" fmla="*/ 2972051 w 6403146"/>
                <a:gd name="connsiteY13" fmla="*/ 2855786 h 2923309"/>
                <a:gd name="connsiteX14" fmla="*/ 2728592 w 6403146"/>
                <a:gd name="connsiteY14" fmla="*/ 2830735 h 2923309"/>
                <a:gd name="connsiteX15" fmla="*/ 2362260 w 6403146"/>
                <a:gd name="connsiteY15" fmla="*/ 2640330 h 2923309"/>
                <a:gd name="connsiteX16" fmla="*/ 2166998 w 6403146"/>
                <a:gd name="connsiteY16" fmla="*/ 2321434 h 2923309"/>
                <a:gd name="connsiteX17" fmla="*/ 2007454 w 6403146"/>
                <a:gd name="connsiteY17" fmla="*/ 1981010 h 2923309"/>
                <a:gd name="connsiteX18" fmla="*/ 1914395 w 6403146"/>
                <a:gd name="connsiteY18" fmla="*/ 1676781 h 2923309"/>
                <a:gd name="connsiteX19" fmla="*/ 1980879 w 6403146"/>
                <a:gd name="connsiteY19" fmla="*/ 1232916 h 2923309"/>
                <a:gd name="connsiteX20" fmla="*/ 2045649 w 6403146"/>
                <a:gd name="connsiteY20" fmla="*/ 812292 h 2923309"/>
                <a:gd name="connsiteX21" fmla="*/ 1930968 w 6403146"/>
                <a:gd name="connsiteY21" fmla="*/ 607791 h 2923309"/>
                <a:gd name="connsiteX22" fmla="*/ 1794761 w 6403146"/>
                <a:gd name="connsiteY22" fmla="*/ 524637 h 2923309"/>
                <a:gd name="connsiteX23" fmla="*/ 1480722 w 6403146"/>
                <a:gd name="connsiteY23" fmla="*/ 443199 h 2923309"/>
                <a:gd name="connsiteX24" fmla="*/ 1287935 w 6403146"/>
                <a:gd name="connsiteY24" fmla="*/ 488061 h 2923309"/>
                <a:gd name="connsiteX25" fmla="*/ 915212 w 6403146"/>
                <a:gd name="connsiteY25" fmla="*/ 877133 h 2923309"/>
                <a:gd name="connsiteX26" fmla="*/ 0 w 6403146"/>
                <a:gd name="connsiteY26" fmla="*/ 596456 h 2923309"/>
                <a:gd name="connsiteX0" fmla="*/ 6403146 w 6403146"/>
                <a:gd name="connsiteY0" fmla="*/ 0 h 2923309"/>
                <a:gd name="connsiteX1" fmla="*/ 6115967 w 6403146"/>
                <a:gd name="connsiteY1" fmla="*/ 330327 h 2923309"/>
                <a:gd name="connsiteX2" fmla="*/ 6022623 w 6403146"/>
                <a:gd name="connsiteY2" fmla="*/ 612839 h 2923309"/>
                <a:gd name="connsiteX3" fmla="*/ 5958043 w 6403146"/>
                <a:gd name="connsiteY3" fmla="*/ 835438 h 2923309"/>
                <a:gd name="connsiteX4" fmla="*/ 5674372 w 6403146"/>
                <a:gd name="connsiteY4" fmla="*/ 1572475 h 2923309"/>
                <a:gd name="connsiteX5" fmla="*/ 5466191 w 6403146"/>
                <a:gd name="connsiteY5" fmla="*/ 1875236 h 2923309"/>
                <a:gd name="connsiteX6" fmla="*/ 5189666 w 6403146"/>
                <a:gd name="connsiteY6" fmla="*/ 2140656 h 2923309"/>
                <a:gd name="connsiteX7" fmla="*/ 4871302 w 6403146"/>
                <a:gd name="connsiteY7" fmla="*/ 2417750 h 2923309"/>
                <a:gd name="connsiteX8" fmla="*/ 4528436 w 6403146"/>
                <a:gd name="connsiteY8" fmla="*/ 2691861 h 2923309"/>
                <a:gd name="connsiteX9" fmla="*/ 4345365 w 6403146"/>
                <a:gd name="connsiteY9" fmla="*/ 2846261 h 2923309"/>
                <a:gd name="connsiteX10" fmla="*/ 4060663 w 6403146"/>
                <a:gd name="connsiteY10" fmla="*/ 2922842 h 2923309"/>
                <a:gd name="connsiteX11" fmla="*/ 3534312 w 6403146"/>
                <a:gd name="connsiteY11" fmla="*/ 2855786 h 2923309"/>
                <a:gd name="connsiteX12" fmla="*/ 2972051 w 6403146"/>
                <a:gd name="connsiteY12" fmla="*/ 2855786 h 2923309"/>
                <a:gd name="connsiteX13" fmla="*/ 2728592 w 6403146"/>
                <a:gd name="connsiteY13" fmla="*/ 2830735 h 2923309"/>
                <a:gd name="connsiteX14" fmla="*/ 2362260 w 6403146"/>
                <a:gd name="connsiteY14" fmla="*/ 2640330 h 2923309"/>
                <a:gd name="connsiteX15" fmla="*/ 2166998 w 6403146"/>
                <a:gd name="connsiteY15" fmla="*/ 2321434 h 2923309"/>
                <a:gd name="connsiteX16" fmla="*/ 2007454 w 6403146"/>
                <a:gd name="connsiteY16" fmla="*/ 1981010 h 2923309"/>
                <a:gd name="connsiteX17" fmla="*/ 1914395 w 6403146"/>
                <a:gd name="connsiteY17" fmla="*/ 1676781 h 2923309"/>
                <a:gd name="connsiteX18" fmla="*/ 1980879 w 6403146"/>
                <a:gd name="connsiteY18" fmla="*/ 1232916 h 2923309"/>
                <a:gd name="connsiteX19" fmla="*/ 2045649 w 6403146"/>
                <a:gd name="connsiteY19" fmla="*/ 812292 h 2923309"/>
                <a:gd name="connsiteX20" fmla="*/ 1930968 w 6403146"/>
                <a:gd name="connsiteY20" fmla="*/ 607791 h 2923309"/>
                <a:gd name="connsiteX21" fmla="*/ 1794761 w 6403146"/>
                <a:gd name="connsiteY21" fmla="*/ 524637 h 2923309"/>
                <a:gd name="connsiteX22" fmla="*/ 1480722 w 6403146"/>
                <a:gd name="connsiteY22" fmla="*/ 443199 h 2923309"/>
                <a:gd name="connsiteX23" fmla="*/ 1287935 w 6403146"/>
                <a:gd name="connsiteY23" fmla="*/ 488061 h 2923309"/>
                <a:gd name="connsiteX24" fmla="*/ 915212 w 6403146"/>
                <a:gd name="connsiteY24" fmla="*/ 877133 h 2923309"/>
                <a:gd name="connsiteX25" fmla="*/ 0 w 6403146"/>
                <a:gd name="connsiteY25" fmla="*/ 596456 h 2923309"/>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0 w 6115967"/>
                <a:gd name="connsiteY24" fmla="*/ 266129 h 2592982"/>
                <a:gd name="connsiteX0" fmla="*/ 6115967 w 6115967"/>
                <a:gd name="connsiteY0" fmla="*/ 0 h 2592982"/>
                <a:gd name="connsiteX1" fmla="*/ 6022623 w 6115967"/>
                <a:gd name="connsiteY1" fmla="*/ 282512 h 2592982"/>
                <a:gd name="connsiteX2" fmla="*/ 5958043 w 6115967"/>
                <a:gd name="connsiteY2" fmla="*/ 505111 h 2592982"/>
                <a:gd name="connsiteX3" fmla="*/ 5674372 w 6115967"/>
                <a:gd name="connsiteY3" fmla="*/ 1242148 h 2592982"/>
                <a:gd name="connsiteX4" fmla="*/ 5466191 w 6115967"/>
                <a:gd name="connsiteY4" fmla="*/ 1544909 h 2592982"/>
                <a:gd name="connsiteX5" fmla="*/ 5189666 w 6115967"/>
                <a:gd name="connsiteY5" fmla="*/ 1810329 h 2592982"/>
                <a:gd name="connsiteX6" fmla="*/ 4871302 w 6115967"/>
                <a:gd name="connsiteY6" fmla="*/ 2087423 h 2592982"/>
                <a:gd name="connsiteX7" fmla="*/ 4528436 w 6115967"/>
                <a:gd name="connsiteY7" fmla="*/ 2361534 h 2592982"/>
                <a:gd name="connsiteX8" fmla="*/ 4345365 w 6115967"/>
                <a:gd name="connsiteY8" fmla="*/ 2515934 h 2592982"/>
                <a:gd name="connsiteX9" fmla="*/ 4060663 w 6115967"/>
                <a:gd name="connsiteY9" fmla="*/ 2592515 h 2592982"/>
                <a:gd name="connsiteX10" fmla="*/ 3534312 w 6115967"/>
                <a:gd name="connsiteY10" fmla="*/ 2525459 h 2592982"/>
                <a:gd name="connsiteX11" fmla="*/ 2972051 w 6115967"/>
                <a:gd name="connsiteY11" fmla="*/ 2525459 h 2592982"/>
                <a:gd name="connsiteX12" fmla="*/ 2728592 w 6115967"/>
                <a:gd name="connsiteY12" fmla="*/ 2500408 h 2592982"/>
                <a:gd name="connsiteX13" fmla="*/ 2362260 w 6115967"/>
                <a:gd name="connsiteY13" fmla="*/ 2310003 h 2592982"/>
                <a:gd name="connsiteX14" fmla="*/ 2166998 w 6115967"/>
                <a:gd name="connsiteY14" fmla="*/ 1991107 h 2592982"/>
                <a:gd name="connsiteX15" fmla="*/ 2007454 w 6115967"/>
                <a:gd name="connsiteY15" fmla="*/ 1650683 h 2592982"/>
                <a:gd name="connsiteX16" fmla="*/ 1914395 w 6115967"/>
                <a:gd name="connsiteY16" fmla="*/ 1346454 h 2592982"/>
                <a:gd name="connsiteX17" fmla="*/ 1980879 w 6115967"/>
                <a:gd name="connsiteY17" fmla="*/ 902589 h 2592982"/>
                <a:gd name="connsiteX18" fmla="*/ 2045649 w 6115967"/>
                <a:gd name="connsiteY18" fmla="*/ 481965 h 2592982"/>
                <a:gd name="connsiteX19" fmla="*/ 1930968 w 6115967"/>
                <a:gd name="connsiteY19" fmla="*/ 277464 h 2592982"/>
                <a:gd name="connsiteX20" fmla="*/ 1794761 w 6115967"/>
                <a:gd name="connsiteY20" fmla="*/ 194310 h 2592982"/>
                <a:gd name="connsiteX21" fmla="*/ 1480722 w 6115967"/>
                <a:gd name="connsiteY21" fmla="*/ 112872 h 2592982"/>
                <a:gd name="connsiteX22" fmla="*/ 1287935 w 6115967"/>
                <a:gd name="connsiteY22" fmla="*/ 157734 h 2592982"/>
                <a:gd name="connsiteX23" fmla="*/ 915212 w 6115967"/>
                <a:gd name="connsiteY23" fmla="*/ 546806 h 2592982"/>
                <a:gd name="connsiteX24" fmla="*/ 261036 w 6115967"/>
                <a:gd name="connsiteY24" fmla="*/ 346883 h 2592982"/>
                <a:gd name="connsiteX25" fmla="*/ 0 w 6115967"/>
                <a:gd name="connsiteY25" fmla="*/ 26612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358867 w 6358867"/>
                <a:gd name="connsiteY0" fmla="*/ 0 h 2592982"/>
                <a:gd name="connsiteX1" fmla="*/ 6265523 w 6358867"/>
                <a:gd name="connsiteY1" fmla="*/ 282512 h 2592982"/>
                <a:gd name="connsiteX2" fmla="*/ 6200943 w 6358867"/>
                <a:gd name="connsiteY2" fmla="*/ 505111 h 2592982"/>
                <a:gd name="connsiteX3" fmla="*/ 5917272 w 6358867"/>
                <a:gd name="connsiteY3" fmla="*/ 1242148 h 2592982"/>
                <a:gd name="connsiteX4" fmla="*/ 5709091 w 6358867"/>
                <a:gd name="connsiteY4" fmla="*/ 1544909 h 2592982"/>
                <a:gd name="connsiteX5" fmla="*/ 5432566 w 6358867"/>
                <a:gd name="connsiteY5" fmla="*/ 1810329 h 2592982"/>
                <a:gd name="connsiteX6" fmla="*/ 5114202 w 6358867"/>
                <a:gd name="connsiteY6" fmla="*/ 2087423 h 2592982"/>
                <a:gd name="connsiteX7" fmla="*/ 4771336 w 6358867"/>
                <a:gd name="connsiteY7" fmla="*/ 2361534 h 2592982"/>
                <a:gd name="connsiteX8" fmla="*/ 4588265 w 6358867"/>
                <a:gd name="connsiteY8" fmla="*/ 2515934 h 2592982"/>
                <a:gd name="connsiteX9" fmla="*/ 4303563 w 6358867"/>
                <a:gd name="connsiteY9" fmla="*/ 2592515 h 2592982"/>
                <a:gd name="connsiteX10" fmla="*/ 3777212 w 6358867"/>
                <a:gd name="connsiteY10" fmla="*/ 2525459 h 2592982"/>
                <a:gd name="connsiteX11" fmla="*/ 3214951 w 6358867"/>
                <a:gd name="connsiteY11" fmla="*/ 2525459 h 2592982"/>
                <a:gd name="connsiteX12" fmla="*/ 2971492 w 6358867"/>
                <a:gd name="connsiteY12" fmla="*/ 2500408 h 2592982"/>
                <a:gd name="connsiteX13" fmla="*/ 2605160 w 6358867"/>
                <a:gd name="connsiteY13" fmla="*/ 2310003 h 2592982"/>
                <a:gd name="connsiteX14" fmla="*/ 2409898 w 6358867"/>
                <a:gd name="connsiteY14" fmla="*/ 1991107 h 2592982"/>
                <a:gd name="connsiteX15" fmla="*/ 2250354 w 6358867"/>
                <a:gd name="connsiteY15" fmla="*/ 1650683 h 2592982"/>
                <a:gd name="connsiteX16" fmla="*/ 2157295 w 6358867"/>
                <a:gd name="connsiteY16" fmla="*/ 1346454 h 2592982"/>
                <a:gd name="connsiteX17" fmla="*/ 2223779 w 6358867"/>
                <a:gd name="connsiteY17" fmla="*/ 902589 h 2592982"/>
                <a:gd name="connsiteX18" fmla="*/ 2288549 w 6358867"/>
                <a:gd name="connsiteY18" fmla="*/ 481965 h 2592982"/>
                <a:gd name="connsiteX19" fmla="*/ 2173868 w 6358867"/>
                <a:gd name="connsiteY19" fmla="*/ 277464 h 2592982"/>
                <a:gd name="connsiteX20" fmla="*/ 2037661 w 6358867"/>
                <a:gd name="connsiteY20" fmla="*/ 194310 h 2592982"/>
                <a:gd name="connsiteX21" fmla="*/ 1723622 w 6358867"/>
                <a:gd name="connsiteY21" fmla="*/ 112872 h 2592982"/>
                <a:gd name="connsiteX22" fmla="*/ 1530835 w 6358867"/>
                <a:gd name="connsiteY22" fmla="*/ 157734 h 2592982"/>
                <a:gd name="connsiteX23" fmla="*/ 1158112 w 6358867"/>
                <a:gd name="connsiteY23" fmla="*/ 546806 h 2592982"/>
                <a:gd name="connsiteX24" fmla="*/ 503936 w 6358867"/>
                <a:gd name="connsiteY24" fmla="*/ 346883 h 2592982"/>
                <a:gd name="connsiteX25" fmla="*/ 0 w 6358867"/>
                <a:gd name="connsiteY25" fmla="*/ 206179 h 2592982"/>
                <a:gd name="connsiteX0" fmla="*/ 6265523 w 6265523"/>
                <a:gd name="connsiteY0" fmla="*/ 173371 h 2483841"/>
                <a:gd name="connsiteX1" fmla="*/ 6200943 w 6265523"/>
                <a:gd name="connsiteY1" fmla="*/ 395970 h 2483841"/>
                <a:gd name="connsiteX2" fmla="*/ 5917272 w 6265523"/>
                <a:gd name="connsiteY2" fmla="*/ 1133007 h 2483841"/>
                <a:gd name="connsiteX3" fmla="*/ 5709091 w 6265523"/>
                <a:gd name="connsiteY3" fmla="*/ 1435768 h 2483841"/>
                <a:gd name="connsiteX4" fmla="*/ 5432566 w 6265523"/>
                <a:gd name="connsiteY4" fmla="*/ 1701188 h 2483841"/>
                <a:gd name="connsiteX5" fmla="*/ 5114202 w 6265523"/>
                <a:gd name="connsiteY5" fmla="*/ 1978282 h 2483841"/>
                <a:gd name="connsiteX6" fmla="*/ 4771336 w 6265523"/>
                <a:gd name="connsiteY6" fmla="*/ 2252393 h 2483841"/>
                <a:gd name="connsiteX7" fmla="*/ 4588265 w 6265523"/>
                <a:gd name="connsiteY7" fmla="*/ 2406793 h 2483841"/>
                <a:gd name="connsiteX8" fmla="*/ 4303563 w 6265523"/>
                <a:gd name="connsiteY8" fmla="*/ 2483374 h 2483841"/>
                <a:gd name="connsiteX9" fmla="*/ 3777212 w 6265523"/>
                <a:gd name="connsiteY9" fmla="*/ 2416318 h 2483841"/>
                <a:gd name="connsiteX10" fmla="*/ 3214951 w 6265523"/>
                <a:gd name="connsiteY10" fmla="*/ 2416318 h 2483841"/>
                <a:gd name="connsiteX11" fmla="*/ 2971492 w 6265523"/>
                <a:gd name="connsiteY11" fmla="*/ 2391267 h 2483841"/>
                <a:gd name="connsiteX12" fmla="*/ 2605160 w 6265523"/>
                <a:gd name="connsiteY12" fmla="*/ 2200862 h 2483841"/>
                <a:gd name="connsiteX13" fmla="*/ 2409898 w 6265523"/>
                <a:gd name="connsiteY13" fmla="*/ 1881966 h 2483841"/>
                <a:gd name="connsiteX14" fmla="*/ 2250354 w 6265523"/>
                <a:gd name="connsiteY14" fmla="*/ 1541542 h 2483841"/>
                <a:gd name="connsiteX15" fmla="*/ 2157295 w 6265523"/>
                <a:gd name="connsiteY15" fmla="*/ 1237313 h 2483841"/>
                <a:gd name="connsiteX16" fmla="*/ 2223779 w 6265523"/>
                <a:gd name="connsiteY16" fmla="*/ 793448 h 2483841"/>
                <a:gd name="connsiteX17" fmla="*/ 2288549 w 6265523"/>
                <a:gd name="connsiteY17" fmla="*/ 372824 h 2483841"/>
                <a:gd name="connsiteX18" fmla="*/ 2173868 w 6265523"/>
                <a:gd name="connsiteY18" fmla="*/ 168323 h 2483841"/>
                <a:gd name="connsiteX19" fmla="*/ 2037661 w 6265523"/>
                <a:gd name="connsiteY19" fmla="*/ 85169 h 2483841"/>
                <a:gd name="connsiteX20" fmla="*/ 1723622 w 6265523"/>
                <a:gd name="connsiteY20" fmla="*/ 3731 h 2483841"/>
                <a:gd name="connsiteX21" fmla="*/ 1530835 w 6265523"/>
                <a:gd name="connsiteY21" fmla="*/ 48593 h 2483841"/>
                <a:gd name="connsiteX22" fmla="*/ 1158112 w 6265523"/>
                <a:gd name="connsiteY22" fmla="*/ 437665 h 2483841"/>
                <a:gd name="connsiteX23" fmla="*/ 503936 w 6265523"/>
                <a:gd name="connsiteY23" fmla="*/ 237742 h 2483841"/>
                <a:gd name="connsiteX24" fmla="*/ 0 w 6265523"/>
                <a:gd name="connsiteY24" fmla="*/ 97038 h 2483841"/>
                <a:gd name="connsiteX0" fmla="*/ 6200943 w 6200943"/>
                <a:gd name="connsiteY0" fmla="*/ 395970 h 2483841"/>
                <a:gd name="connsiteX1" fmla="*/ 5917272 w 6200943"/>
                <a:gd name="connsiteY1" fmla="*/ 1133007 h 2483841"/>
                <a:gd name="connsiteX2" fmla="*/ 5709091 w 6200943"/>
                <a:gd name="connsiteY2" fmla="*/ 1435768 h 2483841"/>
                <a:gd name="connsiteX3" fmla="*/ 5432566 w 6200943"/>
                <a:gd name="connsiteY3" fmla="*/ 1701188 h 2483841"/>
                <a:gd name="connsiteX4" fmla="*/ 5114202 w 6200943"/>
                <a:gd name="connsiteY4" fmla="*/ 1978282 h 2483841"/>
                <a:gd name="connsiteX5" fmla="*/ 4771336 w 6200943"/>
                <a:gd name="connsiteY5" fmla="*/ 2252393 h 2483841"/>
                <a:gd name="connsiteX6" fmla="*/ 4588265 w 6200943"/>
                <a:gd name="connsiteY6" fmla="*/ 2406793 h 2483841"/>
                <a:gd name="connsiteX7" fmla="*/ 4303563 w 6200943"/>
                <a:gd name="connsiteY7" fmla="*/ 2483374 h 2483841"/>
                <a:gd name="connsiteX8" fmla="*/ 3777212 w 6200943"/>
                <a:gd name="connsiteY8" fmla="*/ 2416318 h 2483841"/>
                <a:gd name="connsiteX9" fmla="*/ 3214951 w 6200943"/>
                <a:gd name="connsiteY9" fmla="*/ 2416318 h 2483841"/>
                <a:gd name="connsiteX10" fmla="*/ 2971492 w 6200943"/>
                <a:gd name="connsiteY10" fmla="*/ 2391267 h 2483841"/>
                <a:gd name="connsiteX11" fmla="*/ 2605160 w 6200943"/>
                <a:gd name="connsiteY11" fmla="*/ 2200862 h 2483841"/>
                <a:gd name="connsiteX12" fmla="*/ 2409898 w 6200943"/>
                <a:gd name="connsiteY12" fmla="*/ 1881966 h 2483841"/>
                <a:gd name="connsiteX13" fmla="*/ 2250354 w 6200943"/>
                <a:gd name="connsiteY13" fmla="*/ 1541542 h 2483841"/>
                <a:gd name="connsiteX14" fmla="*/ 2157295 w 6200943"/>
                <a:gd name="connsiteY14" fmla="*/ 1237313 h 2483841"/>
                <a:gd name="connsiteX15" fmla="*/ 2223779 w 6200943"/>
                <a:gd name="connsiteY15" fmla="*/ 793448 h 2483841"/>
                <a:gd name="connsiteX16" fmla="*/ 2288549 w 6200943"/>
                <a:gd name="connsiteY16" fmla="*/ 372824 h 2483841"/>
                <a:gd name="connsiteX17" fmla="*/ 2173868 w 6200943"/>
                <a:gd name="connsiteY17" fmla="*/ 168323 h 2483841"/>
                <a:gd name="connsiteX18" fmla="*/ 2037661 w 6200943"/>
                <a:gd name="connsiteY18" fmla="*/ 85169 h 2483841"/>
                <a:gd name="connsiteX19" fmla="*/ 1723622 w 6200943"/>
                <a:gd name="connsiteY19" fmla="*/ 3731 h 2483841"/>
                <a:gd name="connsiteX20" fmla="*/ 1530835 w 6200943"/>
                <a:gd name="connsiteY20" fmla="*/ 48593 h 2483841"/>
                <a:gd name="connsiteX21" fmla="*/ 1158112 w 6200943"/>
                <a:gd name="connsiteY21" fmla="*/ 437665 h 2483841"/>
                <a:gd name="connsiteX22" fmla="*/ 503936 w 6200943"/>
                <a:gd name="connsiteY22" fmla="*/ 237742 h 2483841"/>
                <a:gd name="connsiteX23" fmla="*/ 0 w 6200943"/>
                <a:gd name="connsiteY23" fmla="*/ 97038 h 2483841"/>
                <a:gd name="connsiteX0" fmla="*/ 5917272 w 5917272"/>
                <a:gd name="connsiteY0" fmla="*/ 1133007 h 2483841"/>
                <a:gd name="connsiteX1" fmla="*/ 5709091 w 5917272"/>
                <a:gd name="connsiteY1" fmla="*/ 1435768 h 2483841"/>
                <a:gd name="connsiteX2" fmla="*/ 5432566 w 5917272"/>
                <a:gd name="connsiteY2" fmla="*/ 1701188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09898 w 5917272"/>
                <a:gd name="connsiteY11" fmla="*/ 1881966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250354 w 5917272"/>
                <a:gd name="connsiteY12" fmla="*/ 1541542 h 2483841"/>
                <a:gd name="connsiteX13" fmla="*/ 2157295 w 5917272"/>
                <a:gd name="connsiteY13" fmla="*/ 1237313 h 2483841"/>
                <a:gd name="connsiteX14" fmla="*/ 2223779 w 5917272"/>
                <a:gd name="connsiteY14" fmla="*/ 793448 h 2483841"/>
                <a:gd name="connsiteX15" fmla="*/ 2288549 w 5917272"/>
                <a:gd name="connsiteY15" fmla="*/ 372824 h 2483841"/>
                <a:gd name="connsiteX16" fmla="*/ 2173868 w 5917272"/>
                <a:gd name="connsiteY16" fmla="*/ 168323 h 2483841"/>
                <a:gd name="connsiteX17" fmla="*/ 2037661 w 5917272"/>
                <a:gd name="connsiteY17" fmla="*/ 85169 h 2483841"/>
                <a:gd name="connsiteX18" fmla="*/ 1723622 w 5917272"/>
                <a:gd name="connsiteY18" fmla="*/ 3731 h 2483841"/>
                <a:gd name="connsiteX19" fmla="*/ 1530835 w 5917272"/>
                <a:gd name="connsiteY19" fmla="*/ 48593 h 2483841"/>
                <a:gd name="connsiteX20" fmla="*/ 1158112 w 5917272"/>
                <a:gd name="connsiteY20" fmla="*/ 437665 h 2483841"/>
                <a:gd name="connsiteX21" fmla="*/ 503936 w 5917272"/>
                <a:gd name="connsiteY21" fmla="*/ 237742 h 2483841"/>
                <a:gd name="connsiteX22" fmla="*/ 0 w 5917272"/>
                <a:gd name="connsiteY22"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57295 w 5917272"/>
                <a:gd name="connsiteY12" fmla="*/ 1237313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05160 w 5917272"/>
                <a:gd name="connsiteY10" fmla="*/ 2200862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71492 w 5917272"/>
                <a:gd name="connsiteY9" fmla="*/ 2391267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41"/>
                <a:gd name="connsiteX1" fmla="*/ 5709091 w 5917272"/>
                <a:gd name="connsiteY1" fmla="*/ 1435768 h 2483841"/>
                <a:gd name="connsiteX2" fmla="*/ 5419775 w 5917272"/>
                <a:gd name="connsiteY2" fmla="*/ 1614360 h 2483841"/>
                <a:gd name="connsiteX3" fmla="*/ 5114202 w 5917272"/>
                <a:gd name="connsiteY3" fmla="*/ 1978282 h 2483841"/>
                <a:gd name="connsiteX4" fmla="*/ 4771336 w 5917272"/>
                <a:gd name="connsiteY4" fmla="*/ 2252393 h 2483841"/>
                <a:gd name="connsiteX5" fmla="*/ 4588265 w 5917272"/>
                <a:gd name="connsiteY5" fmla="*/ 2406793 h 2483841"/>
                <a:gd name="connsiteX6" fmla="*/ 4303563 w 5917272"/>
                <a:gd name="connsiteY6" fmla="*/ 2483374 h 2483841"/>
                <a:gd name="connsiteX7" fmla="*/ 3777212 w 5917272"/>
                <a:gd name="connsiteY7" fmla="*/ 2416318 h 2483841"/>
                <a:gd name="connsiteX8" fmla="*/ 3214951 w 5917272"/>
                <a:gd name="connsiteY8" fmla="*/ 2416318 h 2483841"/>
                <a:gd name="connsiteX9" fmla="*/ 2943732 w 5917272"/>
                <a:gd name="connsiteY9" fmla="*/ 2280706 h 2483841"/>
                <a:gd name="connsiteX10" fmla="*/ 2652748 w 5917272"/>
                <a:gd name="connsiteY10" fmla="*/ 2104416 h 2483841"/>
                <a:gd name="connsiteX11" fmla="*/ 2431709 w 5917272"/>
                <a:gd name="connsiteY11" fmla="*/ 1783167 h 2483841"/>
                <a:gd name="connsiteX12" fmla="*/ 2187037 w 5917272"/>
                <a:gd name="connsiteY12" fmla="*/ 1180856 h 2483841"/>
                <a:gd name="connsiteX13" fmla="*/ 2223779 w 5917272"/>
                <a:gd name="connsiteY13" fmla="*/ 793448 h 2483841"/>
                <a:gd name="connsiteX14" fmla="*/ 2288549 w 5917272"/>
                <a:gd name="connsiteY14" fmla="*/ 372824 h 2483841"/>
                <a:gd name="connsiteX15" fmla="*/ 2173868 w 5917272"/>
                <a:gd name="connsiteY15" fmla="*/ 168323 h 2483841"/>
                <a:gd name="connsiteX16" fmla="*/ 2037661 w 5917272"/>
                <a:gd name="connsiteY16" fmla="*/ 85169 h 2483841"/>
                <a:gd name="connsiteX17" fmla="*/ 1723622 w 5917272"/>
                <a:gd name="connsiteY17" fmla="*/ 3731 h 2483841"/>
                <a:gd name="connsiteX18" fmla="*/ 1530835 w 5917272"/>
                <a:gd name="connsiteY18" fmla="*/ 48593 h 2483841"/>
                <a:gd name="connsiteX19" fmla="*/ 1158112 w 5917272"/>
                <a:gd name="connsiteY19" fmla="*/ 437665 h 2483841"/>
                <a:gd name="connsiteX20" fmla="*/ 503936 w 5917272"/>
                <a:gd name="connsiteY20" fmla="*/ 237742 h 2483841"/>
                <a:gd name="connsiteX21" fmla="*/ 0 w 5917272"/>
                <a:gd name="connsiteY21" fmla="*/ 97038 h 2483841"/>
                <a:gd name="connsiteX0" fmla="*/ 5917272 w 5917272"/>
                <a:gd name="connsiteY0" fmla="*/ 1133007 h 2483890"/>
                <a:gd name="connsiteX1" fmla="*/ 5709091 w 5917272"/>
                <a:gd name="connsiteY1" fmla="*/ 1435768 h 2483890"/>
                <a:gd name="connsiteX2" fmla="*/ 5419775 w 5917272"/>
                <a:gd name="connsiteY2" fmla="*/ 1614360 h 2483890"/>
                <a:gd name="connsiteX3" fmla="*/ 5114202 w 5917272"/>
                <a:gd name="connsiteY3" fmla="*/ 1978282 h 2483890"/>
                <a:gd name="connsiteX4" fmla="*/ 4771336 w 5917272"/>
                <a:gd name="connsiteY4" fmla="*/ 2252393 h 2483890"/>
                <a:gd name="connsiteX5" fmla="*/ 4588265 w 5917272"/>
                <a:gd name="connsiteY5" fmla="*/ 2406793 h 2483890"/>
                <a:gd name="connsiteX6" fmla="*/ 4303563 w 5917272"/>
                <a:gd name="connsiteY6" fmla="*/ 2483374 h 2483890"/>
                <a:gd name="connsiteX7" fmla="*/ 3777212 w 5917272"/>
                <a:gd name="connsiteY7" fmla="*/ 2416318 h 2483890"/>
                <a:gd name="connsiteX8" fmla="*/ 3256590 w 5917272"/>
                <a:gd name="connsiteY8" fmla="*/ 2341042 h 2483890"/>
                <a:gd name="connsiteX9" fmla="*/ 2943732 w 5917272"/>
                <a:gd name="connsiteY9" fmla="*/ 2280706 h 2483890"/>
                <a:gd name="connsiteX10" fmla="*/ 2652748 w 5917272"/>
                <a:gd name="connsiteY10" fmla="*/ 2104416 h 2483890"/>
                <a:gd name="connsiteX11" fmla="*/ 2431709 w 5917272"/>
                <a:gd name="connsiteY11" fmla="*/ 1783167 h 2483890"/>
                <a:gd name="connsiteX12" fmla="*/ 2187037 w 5917272"/>
                <a:gd name="connsiteY12" fmla="*/ 1180856 h 2483890"/>
                <a:gd name="connsiteX13" fmla="*/ 2223779 w 5917272"/>
                <a:gd name="connsiteY13" fmla="*/ 793448 h 2483890"/>
                <a:gd name="connsiteX14" fmla="*/ 2288549 w 5917272"/>
                <a:gd name="connsiteY14" fmla="*/ 372824 h 2483890"/>
                <a:gd name="connsiteX15" fmla="*/ 2173868 w 5917272"/>
                <a:gd name="connsiteY15" fmla="*/ 168323 h 2483890"/>
                <a:gd name="connsiteX16" fmla="*/ 2037661 w 5917272"/>
                <a:gd name="connsiteY16" fmla="*/ 85169 h 2483890"/>
                <a:gd name="connsiteX17" fmla="*/ 1723622 w 5917272"/>
                <a:gd name="connsiteY17" fmla="*/ 3731 h 2483890"/>
                <a:gd name="connsiteX18" fmla="*/ 1530835 w 5917272"/>
                <a:gd name="connsiteY18" fmla="*/ 48593 h 2483890"/>
                <a:gd name="connsiteX19" fmla="*/ 1158112 w 5917272"/>
                <a:gd name="connsiteY19" fmla="*/ 437665 h 2483890"/>
                <a:gd name="connsiteX20" fmla="*/ 503936 w 5917272"/>
                <a:gd name="connsiteY20" fmla="*/ 237742 h 2483890"/>
                <a:gd name="connsiteX21" fmla="*/ 0 w 5917272"/>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14202 w 6270217"/>
                <a:gd name="connsiteY3" fmla="*/ 1978282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419775 w 6270217"/>
                <a:gd name="connsiteY2" fmla="*/ 1614360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709091 w 6270217"/>
                <a:gd name="connsiteY1" fmla="*/ 1435768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70217 w 6270217"/>
                <a:gd name="connsiteY0" fmla="*/ 1264740 h 2483890"/>
                <a:gd name="connsiteX1" fmla="*/ 5832026 w 6270217"/>
                <a:gd name="connsiteY1" fmla="*/ 1616899 h 2483890"/>
                <a:gd name="connsiteX2" fmla="*/ 5538744 w 6270217"/>
                <a:gd name="connsiteY2" fmla="*/ 1760205 h 2483890"/>
                <a:gd name="connsiteX3" fmla="*/ 5132048 w 6270217"/>
                <a:gd name="connsiteY3" fmla="*/ 1853608 h 2483890"/>
                <a:gd name="connsiteX4" fmla="*/ 4771336 w 6270217"/>
                <a:gd name="connsiteY4" fmla="*/ 2252393 h 2483890"/>
                <a:gd name="connsiteX5" fmla="*/ 4588265 w 6270217"/>
                <a:gd name="connsiteY5" fmla="*/ 2406793 h 2483890"/>
                <a:gd name="connsiteX6" fmla="*/ 4303563 w 6270217"/>
                <a:gd name="connsiteY6" fmla="*/ 2483374 h 2483890"/>
                <a:gd name="connsiteX7" fmla="*/ 3777212 w 6270217"/>
                <a:gd name="connsiteY7" fmla="*/ 2416318 h 2483890"/>
                <a:gd name="connsiteX8" fmla="*/ 3256590 w 6270217"/>
                <a:gd name="connsiteY8" fmla="*/ 2341042 h 2483890"/>
                <a:gd name="connsiteX9" fmla="*/ 2943732 w 6270217"/>
                <a:gd name="connsiteY9" fmla="*/ 2280706 h 2483890"/>
                <a:gd name="connsiteX10" fmla="*/ 2652748 w 6270217"/>
                <a:gd name="connsiteY10" fmla="*/ 2104416 h 2483890"/>
                <a:gd name="connsiteX11" fmla="*/ 2431709 w 6270217"/>
                <a:gd name="connsiteY11" fmla="*/ 1783167 h 2483890"/>
                <a:gd name="connsiteX12" fmla="*/ 2187037 w 6270217"/>
                <a:gd name="connsiteY12" fmla="*/ 1180856 h 2483890"/>
                <a:gd name="connsiteX13" fmla="*/ 2223779 w 6270217"/>
                <a:gd name="connsiteY13" fmla="*/ 793448 h 2483890"/>
                <a:gd name="connsiteX14" fmla="*/ 2288549 w 6270217"/>
                <a:gd name="connsiteY14" fmla="*/ 372824 h 2483890"/>
                <a:gd name="connsiteX15" fmla="*/ 2173868 w 6270217"/>
                <a:gd name="connsiteY15" fmla="*/ 168323 h 2483890"/>
                <a:gd name="connsiteX16" fmla="*/ 2037661 w 6270217"/>
                <a:gd name="connsiteY16" fmla="*/ 85169 h 2483890"/>
                <a:gd name="connsiteX17" fmla="*/ 1723622 w 6270217"/>
                <a:gd name="connsiteY17" fmla="*/ 3731 h 2483890"/>
                <a:gd name="connsiteX18" fmla="*/ 1530835 w 6270217"/>
                <a:gd name="connsiteY18" fmla="*/ 48593 h 2483890"/>
                <a:gd name="connsiteX19" fmla="*/ 1158112 w 6270217"/>
                <a:gd name="connsiteY19" fmla="*/ 437665 h 2483890"/>
                <a:gd name="connsiteX20" fmla="*/ 503936 w 6270217"/>
                <a:gd name="connsiteY20" fmla="*/ 237742 h 2483890"/>
                <a:gd name="connsiteX21" fmla="*/ 0 w 627021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256337 w 6256337"/>
                <a:gd name="connsiteY0" fmla="*/ 1034211 h 2483890"/>
                <a:gd name="connsiteX1" fmla="*/ 5832026 w 6256337"/>
                <a:gd name="connsiteY1" fmla="*/ 1616899 h 2483890"/>
                <a:gd name="connsiteX2" fmla="*/ 5538744 w 6256337"/>
                <a:gd name="connsiteY2" fmla="*/ 1760205 h 2483890"/>
                <a:gd name="connsiteX3" fmla="*/ 5132048 w 6256337"/>
                <a:gd name="connsiteY3" fmla="*/ 1853608 h 2483890"/>
                <a:gd name="connsiteX4" fmla="*/ 4771336 w 6256337"/>
                <a:gd name="connsiteY4" fmla="*/ 2252393 h 2483890"/>
                <a:gd name="connsiteX5" fmla="*/ 4588265 w 6256337"/>
                <a:gd name="connsiteY5" fmla="*/ 2406793 h 2483890"/>
                <a:gd name="connsiteX6" fmla="*/ 4303563 w 6256337"/>
                <a:gd name="connsiteY6" fmla="*/ 2483374 h 2483890"/>
                <a:gd name="connsiteX7" fmla="*/ 3777212 w 6256337"/>
                <a:gd name="connsiteY7" fmla="*/ 2416318 h 2483890"/>
                <a:gd name="connsiteX8" fmla="*/ 3256590 w 6256337"/>
                <a:gd name="connsiteY8" fmla="*/ 2341042 h 2483890"/>
                <a:gd name="connsiteX9" fmla="*/ 2943732 w 6256337"/>
                <a:gd name="connsiteY9" fmla="*/ 2280706 h 2483890"/>
                <a:gd name="connsiteX10" fmla="*/ 2652748 w 6256337"/>
                <a:gd name="connsiteY10" fmla="*/ 2104416 h 2483890"/>
                <a:gd name="connsiteX11" fmla="*/ 2431709 w 6256337"/>
                <a:gd name="connsiteY11" fmla="*/ 1783167 h 2483890"/>
                <a:gd name="connsiteX12" fmla="*/ 2187037 w 6256337"/>
                <a:gd name="connsiteY12" fmla="*/ 1180856 h 2483890"/>
                <a:gd name="connsiteX13" fmla="*/ 2223779 w 6256337"/>
                <a:gd name="connsiteY13" fmla="*/ 793448 h 2483890"/>
                <a:gd name="connsiteX14" fmla="*/ 2288549 w 6256337"/>
                <a:gd name="connsiteY14" fmla="*/ 372824 h 2483890"/>
                <a:gd name="connsiteX15" fmla="*/ 2173868 w 6256337"/>
                <a:gd name="connsiteY15" fmla="*/ 168323 h 2483890"/>
                <a:gd name="connsiteX16" fmla="*/ 2037661 w 6256337"/>
                <a:gd name="connsiteY16" fmla="*/ 85169 h 2483890"/>
                <a:gd name="connsiteX17" fmla="*/ 1723622 w 6256337"/>
                <a:gd name="connsiteY17" fmla="*/ 3731 h 2483890"/>
                <a:gd name="connsiteX18" fmla="*/ 1530835 w 6256337"/>
                <a:gd name="connsiteY18" fmla="*/ 48593 h 2483890"/>
                <a:gd name="connsiteX19" fmla="*/ 1158112 w 6256337"/>
                <a:gd name="connsiteY19" fmla="*/ 437665 h 2483890"/>
                <a:gd name="connsiteX20" fmla="*/ 503936 w 6256337"/>
                <a:gd name="connsiteY20" fmla="*/ 237742 h 2483890"/>
                <a:gd name="connsiteX21" fmla="*/ 0 w 6256337"/>
                <a:gd name="connsiteY21" fmla="*/ 97038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830826 w 6583227"/>
                <a:gd name="connsiteY20" fmla="*/ 237742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9549 w 6583227"/>
                <a:gd name="connsiteY20" fmla="*/ 479757 h 2483890"/>
                <a:gd name="connsiteX21" fmla="*/ 0 w 6583227"/>
                <a:gd name="connsiteY21" fmla="*/ 913479 h 2483890"/>
                <a:gd name="connsiteX0" fmla="*/ 6583227 w 6583227"/>
                <a:gd name="connsiteY0" fmla="*/ 1034211 h 2483890"/>
                <a:gd name="connsiteX1" fmla="*/ 6158916 w 6583227"/>
                <a:gd name="connsiteY1" fmla="*/ 1616899 h 2483890"/>
                <a:gd name="connsiteX2" fmla="*/ 5865634 w 6583227"/>
                <a:gd name="connsiteY2" fmla="*/ 1760205 h 2483890"/>
                <a:gd name="connsiteX3" fmla="*/ 5458938 w 6583227"/>
                <a:gd name="connsiteY3" fmla="*/ 1853608 h 2483890"/>
                <a:gd name="connsiteX4" fmla="*/ 5098226 w 6583227"/>
                <a:gd name="connsiteY4" fmla="*/ 2252393 h 2483890"/>
                <a:gd name="connsiteX5" fmla="*/ 4915155 w 6583227"/>
                <a:gd name="connsiteY5" fmla="*/ 2406793 h 2483890"/>
                <a:gd name="connsiteX6" fmla="*/ 4630453 w 6583227"/>
                <a:gd name="connsiteY6" fmla="*/ 2483374 h 2483890"/>
                <a:gd name="connsiteX7" fmla="*/ 4104102 w 6583227"/>
                <a:gd name="connsiteY7" fmla="*/ 2416318 h 2483890"/>
                <a:gd name="connsiteX8" fmla="*/ 3583480 w 6583227"/>
                <a:gd name="connsiteY8" fmla="*/ 2341042 h 2483890"/>
                <a:gd name="connsiteX9" fmla="*/ 3270622 w 6583227"/>
                <a:gd name="connsiteY9" fmla="*/ 2280706 h 2483890"/>
                <a:gd name="connsiteX10" fmla="*/ 2979638 w 6583227"/>
                <a:gd name="connsiteY10" fmla="*/ 2104416 h 2483890"/>
                <a:gd name="connsiteX11" fmla="*/ 2758599 w 6583227"/>
                <a:gd name="connsiteY11" fmla="*/ 1783167 h 2483890"/>
                <a:gd name="connsiteX12" fmla="*/ 2513927 w 6583227"/>
                <a:gd name="connsiteY12" fmla="*/ 1180856 h 2483890"/>
                <a:gd name="connsiteX13" fmla="*/ 2550669 w 6583227"/>
                <a:gd name="connsiteY13" fmla="*/ 793448 h 2483890"/>
                <a:gd name="connsiteX14" fmla="*/ 2615439 w 6583227"/>
                <a:gd name="connsiteY14" fmla="*/ 372824 h 2483890"/>
                <a:gd name="connsiteX15" fmla="*/ 2500758 w 6583227"/>
                <a:gd name="connsiteY15" fmla="*/ 168323 h 2483890"/>
                <a:gd name="connsiteX16" fmla="*/ 2364551 w 6583227"/>
                <a:gd name="connsiteY16" fmla="*/ 85169 h 2483890"/>
                <a:gd name="connsiteX17" fmla="*/ 2050512 w 6583227"/>
                <a:gd name="connsiteY17" fmla="*/ 3731 h 2483890"/>
                <a:gd name="connsiteX18" fmla="*/ 1857725 w 6583227"/>
                <a:gd name="connsiteY18" fmla="*/ 48593 h 2483890"/>
                <a:gd name="connsiteX19" fmla="*/ 1485002 w 6583227"/>
                <a:gd name="connsiteY19" fmla="*/ 437665 h 2483890"/>
                <a:gd name="connsiteX20" fmla="*/ 757091 w 6583227"/>
                <a:gd name="connsiteY20" fmla="*/ 561401 h 2483890"/>
                <a:gd name="connsiteX21" fmla="*/ 0 w 6583227"/>
                <a:gd name="connsiteY21" fmla="*/ 913479 h 2483890"/>
                <a:gd name="connsiteX0" fmla="*/ 6583227 w 6583227"/>
                <a:gd name="connsiteY0" fmla="*/ 1034211 h 2483746"/>
                <a:gd name="connsiteX1" fmla="*/ 6158916 w 6583227"/>
                <a:gd name="connsiteY1" fmla="*/ 1616899 h 2483746"/>
                <a:gd name="connsiteX2" fmla="*/ 5865634 w 6583227"/>
                <a:gd name="connsiteY2" fmla="*/ 1760205 h 2483746"/>
                <a:gd name="connsiteX3" fmla="*/ 5458938 w 6583227"/>
                <a:gd name="connsiteY3" fmla="*/ 1853608 h 2483746"/>
                <a:gd name="connsiteX4" fmla="*/ 5098226 w 6583227"/>
                <a:gd name="connsiteY4" fmla="*/ 2252393 h 2483746"/>
                <a:gd name="connsiteX5" fmla="*/ 4915155 w 6583227"/>
                <a:gd name="connsiteY5" fmla="*/ 2406793 h 2483746"/>
                <a:gd name="connsiteX6" fmla="*/ 4630453 w 6583227"/>
                <a:gd name="connsiteY6" fmla="*/ 2483374 h 2483746"/>
                <a:gd name="connsiteX7" fmla="*/ 4104102 w 6583227"/>
                <a:gd name="connsiteY7" fmla="*/ 2416318 h 2483746"/>
                <a:gd name="connsiteX8" fmla="*/ 3703161 w 6583227"/>
                <a:gd name="connsiteY8" fmla="*/ 2469107 h 2483746"/>
                <a:gd name="connsiteX9" fmla="*/ 3270622 w 6583227"/>
                <a:gd name="connsiteY9" fmla="*/ 2280706 h 2483746"/>
                <a:gd name="connsiteX10" fmla="*/ 2979638 w 6583227"/>
                <a:gd name="connsiteY10" fmla="*/ 2104416 h 2483746"/>
                <a:gd name="connsiteX11" fmla="*/ 2758599 w 6583227"/>
                <a:gd name="connsiteY11" fmla="*/ 1783167 h 2483746"/>
                <a:gd name="connsiteX12" fmla="*/ 2513927 w 6583227"/>
                <a:gd name="connsiteY12" fmla="*/ 1180856 h 2483746"/>
                <a:gd name="connsiteX13" fmla="*/ 2550669 w 6583227"/>
                <a:gd name="connsiteY13" fmla="*/ 793448 h 2483746"/>
                <a:gd name="connsiteX14" fmla="*/ 2615439 w 6583227"/>
                <a:gd name="connsiteY14" fmla="*/ 372824 h 2483746"/>
                <a:gd name="connsiteX15" fmla="*/ 2500758 w 6583227"/>
                <a:gd name="connsiteY15" fmla="*/ 168323 h 2483746"/>
                <a:gd name="connsiteX16" fmla="*/ 2364551 w 6583227"/>
                <a:gd name="connsiteY16" fmla="*/ 85169 h 2483746"/>
                <a:gd name="connsiteX17" fmla="*/ 2050512 w 6583227"/>
                <a:gd name="connsiteY17" fmla="*/ 3731 h 2483746"/>
                <a:gd name="connsiteX18" fmla="*/ 1857725 w 6583227"/>
                <a:gd name="connsiteY18" fmla="*/ 48593 h 2483746"/>
                <a:gd name="connsiteX19" fmla="*/ 1485002 w 6583227"/>
                <a:gd name="connsiteY19" fmla="*/ 437665 h 2483746"/>
                <a:gd name="connsiteX20" fmla="*/ 757091 w 6583227"/>
                <a:gd name="connsiteY20" fmla="*/ 561401 h 2483746"/>
                <a:gd name="connsiteX21" fmla="*/ 0 w 6583227"/>
                <a:gd name="connsiteY21" fmla="*/ 913479 h 2483746"/>
                <a:gd name="connsiteX0" fmla="*/ 6583227 w 6583227"/>
                <a:gd name="connsiteY0" fmla="*/ 1034211 h 2538926"/>
                <a:gd name="connsiteX1" fmla="*/ 6158916 w 6583227"/>
                <a:gd name="connsiteY1" fmla="*/ 1616899 h 2538926"/>
                <a:gd name="connsiteX2" fmla="*/ 5865634 w 6583227"/>
                <a:gd name="connsiteY2" fmla="*/ 1760205 h 2538926"/>
                <a:gd name="connsiteX3" fmla="*/ 5458938 w 6583227"/>
                <a:gd name="connsiteY3" fmla="*/ 1853608 h 2538926"/>
                <a:gd name="connsiteX4" fmla="*/ 5098226 w 6583227"/>
                <a:gd name="connsiteY4" fmla="*/ 2252393 h 2538926"/>
                <a:gd name="connsiteX5" fmla="*/ 4915155 w 6583227"/>
                <a:gd name="connsiteY5" fmla="*/ 2406793 h 2538926"/>
                <a:gd name="connsiteX6" fmla="*/ 4630453 w 6583227"/>
                <a:gd name="connsiteY6" fmla="*/ 2483374 h 2538926"/>
                <a:gd name="connsiteX7" fmla="*/ 4228477 w 6583227"/>
                <a:gd name="connsiteY7" fmla="*/ 2538814 h 2538926"/>
                <a:gd name="connsiteX8" fmla="*/ 3703161 w 6583227"/>
                <a:gd name="connsiteY8" fmla="*/ 2469107 h 2538926"/>
                <a:gd name="connsiteX9" fmla="*/ 3270622 w 6583227"/>
                <a:gd name="connsiteY9" fmla="*/ 2280706 h 2538926"/>
                <a:gd name="connsiteX10" fmla="*/ 2979638 w 6583227"/>
                <a:gd name="connsiteY10" fmla="*/ 2104416 h 2538926"/>
                <a:gd name="connsiteX11" fmla="*/ 2758599 w 6583227"/>
                <a:gd name="connsiteY11" fmla="*/ 1783167 h 2538926"/>
                <a:gd name="connsiteX12" fmla="*/ 2513927 w 6583227"/>
                <a:gd name="connsiteY12" fmla="*/ 1180856 h 2538926"/>
                <a:gd name="connsiteX13" fmla="*/ 2550669 w 6583227"/>
                <a:gd name="connsiteY13" fmla="*/ 793448 h 2538926"/>
                <a:gd name="connsiteX14" fmla="*/ 2615439 w 6583227"/>
                <a:gd name="connsiteY14" fmla="*/ 372824 h 2538926"/>
                <a:gd name="connsiteX15" fmla="*/ 2500758 w 6583227"/>
                <a:gd name="connsiteY15" fmla="*/ 168323 h 2538926"/>
                <a:gd name="connsiteX16" fmla="*/ 2364551 w 6583227"/>
                <a:gd name="connsiteY16" fmla="*/ 85169 h 2538926"/>
                <a:gd name="connsiteX17" fmla="*/ 2050512 w 6583227"/>
                <a:gd name="connsiteY17" fmla="*/ 3731 h 2538926"/>
                <a:gd name="connsiteX18" fmla="*/ 1857725 w 6583227"/>
                <a:gd name="connsiteY18" fmla="*/ 48593 h 2538926"/>
                <a:gd name="connsiteX19" fmla="*/ 1485002 w 6583227"/>
                <a:gd name="connsiteY19" fmla="*/ 437665 h 2538926"/>
                <a:gd name="connsiteX20" fmla="*/ 757091 w 6583227"/>
                <a:gd name="connsiteY20" fmla="*/ 561401 h 2538926"/>
                <a:gd name="connsiteX21" fmla="*/ 0 w 6583227"/>
                <a:gd name="connsiteY21" fmla="*/ 913479 h 2538926"/>
                <a:gd name="connsiteX0" fmla="*/ 6601464 w 6601464"/>
                <a:gd name="connsiteY0" fmla="*/ 1034211 h 2538926"/>
                <a:gd name="connsiteX1" fmla="*/ 6177153 w 6601464"/>
                <a:gd name="connsiteY1" fmla="*/ 1616899 h 2538926"/>
                <a:gd name="connsiteX2" fmla="*/ 5883871 w 6601464"/>
                <a:gd name="connsiteY2" fmla="*/ 1760205 h 2538926"/>
                <a:gd name="connsiteX3" fmla="*/ 5477175 w 6601464"/>
                <a:gd name="connsiteY3" fmla="*/ 1853608 h 2538926"/>
                <a:gd name="connsiteX4" fmla="*/ 5116463 w 6601464"/>
                <a:gd name="connsiteY4" fmla="*/ 2252393 h 2538926"/>
                <a:gd name="connsiteX5" fmla="*/ 4933392 w 6601464"/>
                <a:gd name="connsiteY5" fmla="*/ 2406793 h 2538926"/>
                <a:gd name="connsiteX6" fmla="*/ 4648690 w 6601464"/>
                <a:gd name="connsiteY6" fmla="*/ 2483374 h 2538926"/>
                <a:gd name="connsiteX7" fmla="*/ 4246714 w 6601464"/>
                <a:gd name="connsiteY7" fmla="*/ 2538814 h 2538926"/>
                <a:gd name="connsiteX8" fmla="*/ 3721398 w 6601464"/>
                <a:gd name="connsiteY8" fmla="*/ 2469107 h 2538926"/>
                <a:gd name="connsiteX9" fmla="*/ 3288859 w 6601464"/>
                <a:gd name="connsiteY9" fmla="*/ 2280706 h 2538926"/>
                <a:gd name="connsiteX10" fmla="*/ 2997875 w 6601464"/>
                <a:gd name="connsiteY10" fmla="*/ 2104416 h 2538926"/>
                <a:gd name="connsiteX11" fmla="*/ 2776836 w 6601464"/>
                <a:gd name="connsiteY11" fmla="*/ 1783167 h 2538926"/>
                <a:gd name="connsiteX12" fmla="*/ 2532164 w 6601464"/>
                <a:gd name="connsiteY12" fmla="*/ 1180856 h 2538926"/>
                <a:gd name="connsiteX13" fmla="*/ 2568906 w 6601464"/>
                <a:gd name="connsiteY13" fmla="*/ 793448 h 2538926"/>
                <a:gd name="connsiteX14" fmla="*/ 2633676 w 6601464"/>
                <a:gd name="connsiteY14" fmla="*/ 372824 h 2538926"/>
                <a:gd name="connsiteX15" fmla="*/ 2518995 w 6601464"/>
                <a:gd name="connsiteY15" fmla="*/ 168323 h 2538926"/>
                <a:gd name="connsiteX16" fmla="*/ 2382788 w 6601464"/>
                <a:gd name="connsiteY16" fmla="*/ 85169 h 2538926"/>
                <a:gd name="connsiteX17" fmla="*/ 2068749 w 6601464"/>
                <a:gd name="connsiteY17" fmla="*/ 3731 h 2538926"/>
                <a:gd name="connsiteX18" fmla="*/ 1875962 w 6601464"/>
                <a:gd name="connsiteY18" fmla="*/ 48593 h 2538926"/>
                <a:gd name="connsiteX19" fmla="*/ 1503239 w 6601464"/>
                <a:gd name="connsiteY19" fmla="*/ 437665 h 2538926"/>
                <a:gd name="connsiteX20" fmla="*/ 775328 w 6601464"/>
                <a:gd name="connsiteY20" fmla="*/ 561401 h 2538926"/>
                <a:gd name="connsiteX21" fmla="*/ 0 w 6601464"/>
                <a:gd name="connsiteY21" fmla="*/ 1008339 h 2538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01464" h="2538926">
                  <a:moveTo>
                    <a:pt x="6601464" y="1034211"/>
                  </a:moveTo>
                  <a:cubicBezTo>
                    <a:pt x="6255774" y="1313368"/>
                    <a:pt x="6296752" y="1495900"/>
                    <a:pt x="6177153" y="1616899"/>
                  </a:cubicBezTo>
                  <a:cubicBezTo>
                    <a:pt x="6057554" y="1737898"/>
                    <a:pt x="6000534" y="1720753"/>
                    <a:pt x="5883871" y="1760205"/>
                  </a:cubicBezTo>
                  <a:cubicBezTo>
                    <a:pt x="5767208" y="1799657"/>
                    <a:pt x="5605076" y="1771577"/>
                    <a:pt x="5477175" y="1853608"/>
                  </a:cubicBezTo>
                  <a:cubicBezTo>
                    <a:pt x="5349274" y="1935639"/>
                    <a:pt x="5207094" y="2160196"/>
                    <a:pt x="5116463" y="2252393"/>
                  </a:cubicBezTo>
                  <a:cubicBezTo>
                    <a:pt x="5025833" y="2344591"/>
                    <a:pt x="5002353" y="2366026"/>
                    <a:pt x="4933392" y="2406793"/>
                  </a:cubicBezTo>
                  <a:cubicBezTo>
                    <a:pt x="4847477" y="2457561"/>
                    <a:pt x="4763136" y="2461371"/>
                    <a:pt x="4648690" y="2483374"/>
                  </a:cubicBezTo>
                  <a:cubicBezTo>
                    <a:pt x="4534244" y="2505377"/>
                    <a:pt x="4401263" y="2541192"/>
                    <a:pt x="4246714" y="2538814"/>
                  </a:cubicBezTo>
                  <a:cubicBezTo>
                    <a:pt x="4092165" y="2536436"/>
                    <a:pt x="3881040" y="2512125"/>
                    <a:pt x="3721398" y="2469107"/>
                  </a:cubicBezTo>
                  <a:cubicBezTo>
                    <a:pt x="3561756" y="2426089"/>
                    <a:pt x="3409446" y="2341488"/>
                    <a:pt x="3288859" y="2280706"/>
                  </a:cubicBezTo>
                  <a:cubicBezTo>
                    <a:pt x="3168272" y="2219924"/>
                    <a:pt x="3083212" y="2187339"/>
                    <a:pt x="2997875" y="2104416"/>
                  </a:cubicBezTo>
                  <a:cubicBezTo>
                    <a:pt x="2912538" y="2021493"/>
                    <a:pt x="2854454" y="1937093"/>
                    <a:pt x="2776836" y="1783167"/>
                  </a:cubicBezTo>
                  <a:cubicBezTo>
                    <a:pt x="2699218" y="1629241"/>
                    <a:pt x="2566819" y="1345809"/>
                    <a:pt x="2532164" y="1180856"/>
                  </a:cubicBezTo>
                  <a:cubicBezTo>
                    <a:pt x="2515495" y="1030742"/>
                    <a:pt x="2551987" y="928120"/>
                    <a:pt x="2568906" y="793448"/>
                  </a:cubicBezTo>
                  <a:cubicBezTo>
                    <a:pt x="2585825" y="658776"/>
                    <a:pt x="2661870" y="513890"/>
                    <a:pt x="2633676" y="372824"/>
                  </a:cubicBezTo>
                  <a:cubicBezTo>
                    <a:pt x="2617960" y="294148"/>
                    <a:pt x="2579193" y="221377"/>
                    <a:pt x="2518995" y="168323"/>
                  </a:cubicBezTo>
                  <a:cubicBezTo>
                    <a:pt x="2478895" y="132985"/>
                    <a:pt x="2431175" y="108029"/>
                    <a:pt x="2382788" y="85169"/>
                  </a:cubicBezTo>
                  <a:cubicBezTo>
                    <a:pt x="2283156" y="38306"/>
                    <a:pt x="2178191" y="-1794"/>
                    <a:pt x="2068749" y="3731"/>
                  </a:cubicBezTo>
                  <a:cubicBezTo>
                    <a:pt x="2002550" y="7064"/>
                    <a:pt x="1970214" y="-23729"/>
                    <a:pt x="1875962" y="48593"/>
                  </a:cubicBezTo>
                  <a:cubicBezTo>
                    <a:pt x="1781710" y="120915"/>
                    <a:pt x="1686678" y="352197"/>
                    <a:pt x="1503239" y="437665"/>
                  </a:cubicBezTo>
                  <a:cubicBezTo>
                    <a:pt x="1319800" y="523133"/>
                    <a:pt x="1043043" y="545005"/>
                    <a:pt x="775328" y="561401"/>
                  </a:cubicBezTo>
                  <a:cubicBezTo>
                    <a:pt x="350078" y="602184"/>
                    <a:pt x="179640" y="947931"/>
                    <a:pt x="0" y="1008339"/>
                  </a:cubicBezTo>
                </a:path>
              </a:pathLst>
            </a:custGeom>
            <a:noFill/>
            <a:ln w="6350" cap="rnd">
              <a:solidFill>
                <a:schemeClr val="tx1">
                  <a:alpha val="35000"/>
                </a:schemeClr>
              </a:solidFill>
              <a:prstDash val="dash"/>
              <a:round/>
            </a:ln>
          </p:spPr>
          <p:txBody>
            <a:bodyPr rtlCol="0" anchor="ctr"/>
            <a:lstStyle/>
            <a:p>
              <a:endParaRPr lang="en-US"/>
            </a:p>
          </p:txBody>
        </p:sp>
        <p:sp>
          <p:nvSpPr>
            <p:cNvPr id="69" name="Freeform: Shape 68">
              <a:extLst>
                <a:ext uri="{FF2B5EF4-FFF2-40B4-BE49-F238E27FC236}">
                  <a16:creationId xmlns:a16="http://schemas.microsoft.com/office/drawing/2014/main" id="{E088EE64-183E-9F63-FF8B-EFBB5DF90463}"/>
                </a:ext>
              </a:extLst>
            </p:cNvPr>
            <p:cNvSpPr/>
            <p:nvPr userDrawn="1"/>
          </p:nvSpPr>
          <p:spPr>
            <a:xfrm rot="16200000" flipV="1">
              <a:off x="314486" y="2340757"/>
              <a:ext cx="6854102" cy="2174818"/>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6081296 w 6812800"/>
                <a:gd name="connsiteY33" fmla="*/ 0 h 4422324"/>
                <a:gd name="connsiteX0" fmla="*/ 0 w 6812800"/>
                <a:gd name="connsiteY0" fmla="*/ 1689375 h 4069043"/>
                <a:gd name="connsiteX1" fmla="*/ 931445 w 6812800"/>
                <a:gd name="connsiteY1" fmla="*/ 1656015 h 4069043"/>
                <a:gd name="connsiteX2" fmla="*/ 1454528 w 6812800"/>
                <a:gd name="connsiteY2" fmla="*/ 1573341 h 4069043"/>
                <a:gd name="connsiteX3" fmla="*/ 2055174 w 6812800"/>
                <a:gd name="connsiteY3" fmla="*/ 1794416 h 4069043"/>
                <a:gd name="connsiteX4" fmla="*/ 2230053 w 6812800"/>
                <a:gd name="connsiteY4" fmla="*/ 2017396 h 4069043"/>
                <a:gd name="connsiteX5" fmla="*/ 2201002 w 6812800"/>
                <a:gd name="connsiteY5" fmla="*/ 2278762 h 4069043"/>
                <a:gd name="connsiteX6" fmla="*/ 2057460 w 6812800"/>
                <a:gd name="connsiteY6" fmla="*/ 2594707 h 4069043"/>
                <a:gd name="connsiteX7" fmla="*/ 2025837 w 6812800"/>
                <a:gd name="connsiteY7" fmla="*/ 3108866 h 4069043"/>
                <a:gd name="connsiteX8" fmla="*/ 2149281 w 6812800"/>
                <a:gd name="connsiteY8" fmla="*/ 3439193 h 4069043"/>
                <a:gd name="connsiteX9" fmla="*/ 2284250 w 6812800"/>
                <a:gd name="connsiteY9" fmla="*/ 3694844 h 4069043"/>
                <a:gd name="connsiteX10" fmla="*/ 2493896 w 6812800"/>
                <a:gd name="connsiteY10" fmla="*/ 3904585 h 4069043"/>
                <a:gd name="connsiteX11" fmla="*/ 2866133 w 6812800"/>
                <a:gd name="connsiteY11" fmla="*/ 4000406 h 4069043"/>
                <a:gd name="connsiteX12" fmla="*/ 3227511 w 6812800"/>
                <a:gd name="connsiteY12" fmla="*/ 4000406 h 4069043"/>
                <a:gd name="connsiteX13" fmla="*/ 3483638 w 6812800"/>
                <a:gd name="connsiteY13" fmla="*/ 4015646 h 4069043"/>
                <a:gd name="connsiteX14" fmla="*/ 3799297 w 6812800"/>
                <a:gd name="connsiteY14" fmla="*/ 4048889 h 4069043"/>
                <a:gd name="connsiteX15" fmla="*/ 4060949 w 6812800"/>
                <a:gd name="connsiteY15" fmla="*/ 4059937 h 4069043"/>
                <a:gd name="connsiteX16" fmla="*/ 4228493 w 6812800"/>
                <a:gd name="connsiteY16" fmla="*/ 3976784 h 4069043"/>
                <a:gd name="connsiteX17" fmla="*/ 4469095 w 6812800"/>
                <a:gd name="connsiteY17" fmla="*/ 3793999 h 4069043"/>
                <a:gd name="connsiteX18" fmla="*/ 4952393 w 6812800"/>
                <a:gd name="connsiteY18" fmla="*/ 3329560 h 4069043"/>
                <a:gd name="connsiteX19" fmla="*/ 5225190 w 6812800"/>
                <a:gd name="connsiteY19" fmla="*/ 3056669 h 4069043"/>
                <a:gd name="connsiteX20" fmla="*/ 5512273 w 6812800"/>
                <a:gd name="connsiteY20" fmla="*/ 2704816 h 4069043"/>
                <a:gd name="connsiteX21" fmla="*/ 5694105 w 6812800"/>
                <a:gd name="connsiteY21" fmla="*/ 2321815 h 4069043"/>
                <a:gd name="connsiteX22" fmla="*/ 5808977 w 6812800"/>
                <a:gd name="connsiteY22" fmla="*/ 1783177 h 4069043"/>
                <a:gd name="connsiteX23" fmla="*/ 5890320 w 6812800"/>
                <a:gd name="connsiteY23" fmla="*/ 1419322 h 4069043"/>
                <a:gd name="connsiteX24" fmla="*/ 6000334 w 6812800"/>
                <a:gd name="connsiteY24" fmla="*/ 1103377 h 4069043"/>
                <a:gd name="connsiteX25" fmla="*/ 6131969 w 6812800"/>
                <a:gd name="connsiteY25" fmla="*/ 971742 h 4069043"/>
                <a:gd name="connsiteX26" fmla="*/ 6445437 w 6812800"/>
                <a:gd name="connsiteY26" fmla="*/ 935833 h 4069043"/>
                <a:gd name="connsiteX27" fmla="*/ 6667941 w 6812800"/>
                <a:gd name="connsiteY27" fmla="*/ 864014 h 4069043"/>
                <a:gd name="connsiteX28" fmla="*/ 6809102 w 6812800"/>
                <a:gd name="connsiteY28" fmla="*/ 639034 h 4069043"/>
                <a:gd name="connsiteX29" fmla="*/ 6787575 w 6812800"/>
                <a:gd name="connsiteY29" fmla="*/ 471489 h 4069043"/>
                <a:gd name="connsiteX30" fmla="*/ 6639271 w 6812800"/>
                <a:gd name="connsiteY30" fmla="*/ 301563 h 4069043"/>
                <a:gd name="connsiteX31" fmla="*/ 6390478 w 6812800"/>
                <a:gd name="connsiteY31" fmla="*/ 153163 h 4069043"/>
                <a:gd name="connsiteX32" fmla="*/ 6089011 w 6812800"/>
                <a:gd name="connsiteY32" fmla="*/ 1 h 406904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089011 w 6812800"/>
                <a:gd name="connsiteY31" fmla="*/ 0 h 4069042"/>
                <a:gd name="connsiteX0" fmla="*/ 0 w 6812800"/>
                <a:gd name="connsiteY0" fmla="*/ 1387812 h 3767480"/>
                <a:gd name="connsiteX1" fmla="*/ 931445 w 6812800"/>
                <a:gd name="connsiteY1" fmla="*/ 1354452 h 3767480"/>
                <a:gd name="connsiteX2" fmla="*/ 1454528 w 6812800"/>
                <a:gd name="connsiteY2" fmla="*/ 1271778 h 3767480"/>
                <a:gd name="connsiteX3" fmla="*/ 2055174 w 6812800"/>
                <a:gd name="connsiteY3" fmla="*/ 1492853 h 3767480"/>
                <a:gd name="connsiteX4" fmla="*/ 2230053 w 6812800"/>
                <a:gd name="connsiteY4" fmla="*/ 1715833 h 3767480"/>
                <a:gd name="connsiteX5" fmla="*/ 2201002 w 6812800"/>
                <a:gd name="connsiteY5" fmla="*/ 1977199 h 3767480"/>
                <a:gd name="connsiteX6" fmla="*/ 2057460 w 6812800"/>
                <a:gd name="connsiteY6" fmla="*/ 2293144 h 3767480"/>
                <a:gd name="connsiteX7" fmla="*/ 2025837 w 6812800"/>
                <a:gd name="connsiteY7" fmla="*/ 2807303 h 3767480"/>
                <a:gd name="connsiteX8" fmla="*/ 2149281 w 6812800"/>
                <a:gd name="connsiteY8" fmla="*/ 3137630 h 3767480"/>
                <a:gd name="connsiteX9" fmla="*/ 2284250 w 6812800"/>
                <a:gd name="connsiteY9" fmla="*/ 3393281 h 3767480"/>
                <a:gd name="connsiteX10" fmla="*/ 2493896 w 6812800"/>
                <a:gd name="connsiteY10" fmla="*/ 3603022 h 3767480"/>
                <a:gd name="connsiteX11" fmla="*/ 2866133 w 6812800"/>
                <a:gd name="connsiteY11" fmla="*/ 3698843 h 3767480"/>
                <a:gd name="connsiteX12" fmla="*/ 3227511 w 6812800"/>
                <a:gd name="connsiteY12" fmla="*/ 3698843 h 3767480"/>
                <a:gd name="connsiteX13" fmla="*/ 3483638 w 6812800"/>
                <a:gd name="connsiteY13" fmla="*/ 3714083 h 3767480"/>
                <a:gd name="connsiteX14" fmla="*/ 3799297 w 6812800"/>
                <a:gd name="connsiteY14" fmla="*/ 3747326 h 3767480"/>
                <a:gd name="connsiteX15" fmla="*/ 4060949 w 6812800"/>
                <a:gd name="connsiteY15" fmla="*/ 3758374 h 3767480"/>
                <a:gd name="connsiteX16" fmla="*/ 4228493 w 6812800"/>
                <a:gd name="connsiteY16" fmla="*/ 3675221 h 3767480"/>
                <a:gd name="connsiteX17" fmla="*/ 4469095 w 6812800"/>
                <a:gd name="connsiteY17" fmla="*/ 3492436 h 3767480"/>
                <a:gd name="connsiteX18" fmla="*/ 4952393 w 6812800"/>
                <a:gd name="connsiteY18" fmla="*/ 3027997 h 3767480"/>
                <a:gd name="connsiteX19" fmla="*/ 5225190 w 6812800"/>
                <a:gd name="connsiteY19" fmla="*/ 2755106 h 3767480"/>
                <a:gd name="connsiteX20" fmla="*/ 5512273 w 6812800"/>
                <a:gd name="connsiteY20" fmla="*/ 2403253 h 3767480"/>
                <a:gd name="connsiteX21" fmla="*/ 5694105 w 6812800"/>
                <a:gd name="connsiteY21" fmla="*/ 2020252 h 3767480"/>
                <a:gd name="connsiteX22" fmla="*/ 5808977 w 6812800"/>
                <a:gd name="connsiteY22" fmla="*/ 1481614 h 3767480"/>
                <a:gd name="connsiteX23" fmla="*/ 5890320 w 6812800"/>
                <a:gd name="connsiteY23" fmla="*/ 1117759 h 3767480"/>
                <a:gd name="connsiteX24" fmla="*/ 6000334 w 6812800"/>
                <a:gd name="connsiteY24" fmla="*/ 801814 h 3767480"/>
                <a:gd name="connsiteX25" fmla="*/ 6131969 w 6812800"/>
                <a:gd name="connsiteY25" fmla="*/ 670179 h 3767480"/>
                <a:gd name="connsiteX26" fmla="*/ 6445437 w 6812800"/>
                <a:gd name="connsiteY26" fmla="*/ 634270 h 3767480"/>
                <a:gd name="connsiteX27" fmla="*/ 6667941 w 6812800"/>
                <a:gd name="connsiteY27" fmla="*/ 562451 h 3767480"/>
                <a:gd name="connsiteX28" fmla="*/ 6809102 w 6812800"/>
                <a:gd name="connsiteY28" fmla="*/ 337471 h 3767480"/>
                <a:gd name="connsiteX29" fmla="*/ 6787575 w 6812800"/>
                <a:gd name="connsiteY29" fmla="*/ 169926 h 3767480"/>
                <a:gd name="connsiteX30" fmla="*/ 6639271 w 6812800"/>
                <a:gd name="connsiteY30" fmla="*/ 0 h 3767480"/>
                <a:gd name="connsiteX0" fmla="*/ 0 w 6809332"/>
                <a:gd name="connsiteY0" fmla="*/ 1387812 h 3767480"/>
                <a:gd name="connsiteX1" fmla="*/ 931445 w 6809332"/>
                <a:gd name="connsiteY1" fmla="*/ 1354452 h 3767480"/>
                <a:gd name="connsiteX2" fmla="*/ 1454528 w 6809332"/>
                <a:gd name="connsiteY2" fmla="*/ 1271778 h 3767480"/>
                <a:gd name="connsiteX3" fmla="*/ 2055174 w 6809332"/>
                <a:gd name="connsiteY3" fmla="*/ 1492853 h 3767480"/>
                <a:gd name="connsiteX4" fmla="*/ 2230053 w 6809332"/>
                <a:gd name="connsiteY4" fmla="*/ 1715833 h 3767480"/>
                <a:gd name="connsiteX5" fmla="*/ 2201002 w 6809332"/>
                <a:gd name="connsiteY5" fmla="*/ 1977199 h 3767480"/>
                <a:gd name="connsiteX6" fmla="*/ 2057460 w 6809332"/>
                <a:gd name="connsiteY6" fmla="*/ 2293144 h 3767480"/>
                <a:gd name="connsiteX7" fmla="*/ 2025837 w 6809332"/>
                <a:gd name="connsiteY7" fmla="*/ 2807303 h 3767480"/>
                <a:gd name="connsiteX8" fmla="*/ 2149281 w 6809332"/>
                <a:gd name="connsiteY8" fmla="*/ 3137630 h 3767480"/>
                <a:gd name="connsiteX9" fmla="*/ 2284250 w 6809332"/>
                <a:gd name="connsiteY9" fmla="*/ 3393281 h 3767480"/>
                <a:gd name="connsiteX10" fmla="*/ 2493896 w 6809332"/>
                <a:gd name="connsiteY10" fmla="*/ 3603022 h 3767480"/>
                <a:gd name="connsiteX11" fmla="*/ 2866133 w 6809332"/>
                <a:gd name="connsiteY11" fmla="*/ 3698843 h 3767480"/>
                <a:gd name="connsiteX12" fmla="*/ 3227511 w 6809332"/>
                <a:gd name="connsiteY12" fmla="*/ 3698843 h 3767480"/>
                <a:gd name="connsiteX13" fmla="*/ 3483638 w 6809332"/>
                <a:gd name="connsiteY13" fmla="*/ 3714083 h 3767480"/>
                <a:gd name="connsiteX14" fmla="*/ 3799297 w 6809332"/>
                <a:gd name="connsiteY14" fmla="*/ 3747326 h 3767480"/>
                <a:gd name="connsiteX15" fmla="*/ 4060949 w 6809332"/>
                <a:gd name="connsiteY15" fmla="*/ 3758374 h 3767480"/>
                <a:gd name="connsiteX16" fmla="*/ 4228493 w 6809332"/>
                <a:gd name="connsiteY16" fmla="*/ 3675221 h 3767480"/>
                <a:gd name="connsiteX17" fmla="*/ 4469095 w 6809332"/>
                <a:gd name="connsiteY17" fmla="*/ 3492436 h 3767480"/>
                <a:gd name="connsiteX18" fmla="*/ 4952393 w 6809332"/>
                <a:gd name="connsiteY18" fmla="*/ 3027997 h 3767480"/>
                <a:gd name="connsiteX19" fmla="*/ 5225190 w 6809332"/>
                <a:gd name="connsiteY19" fmla="*/ 2755106 h 3767480"/>
                <a:gd name="connsiteX20" fmla="*/ 5512273 w 6809332"/>
                <a:gd name="connsiteY20" fmla="*/ 2403253 h 3767480"/>
                <a:gd name="connsiteX21" fmla="*/ 5694105 w 6809332"/>
                <a:gd name="connsiteY21" fmla="*/ 2020252 h 3767480"/>
                <a:gd name="connsiteX22" fmla="*/ 5808977 w 6809332"/>
                <a:gd name="connsiteY22" fmla="*/ 1481614 h 3767480"/>
                <a:gd name="connsiteX23" fmla="*/ 5890320 w 6809332"/>
                <a:gd name="connsiteY23" fmla="*/ 1117759 h 3767480"/>
                <a:gd name="connsiteX24" fmla="*/ 6000334 w 6809332"/>
                <a:gd name="connsiteY24" fmla="*/ 801814 h 3767480"/>
                <a:gd name="connsiteX25" fmla="*/ 6131969 w 6809332"/>
                <a:gd name="connsiteY25" fmla="*/ 670179 h 3767480"/>
                <a:gd name="connsiteX26" fmla="*/ 6445437 w 6809332"/>
                <a:gd name="connsiteY26" fmla="*/ 634270 h 3767480"/>
                <a:gd name="connsiteX27" fmla="*/ 6667941 w 6809332"/>
                <a:gd name="connsiteY27" fmla="*/ 562451 h 3767480"/>
                <a:gd name="connsiteX28" fmla="*/ 6809102 w 6809332"/>
                <a:gd name="connsiteY28" fmla="*/ 337471 h 3767480"/>
                <a:gd name="connsiteX29" fmla="*/ 6639271 w 6809332"/>
                <a:gd name="connsiteY29" fmla="*/ 0 h 3767480"/>
                <a:gd name="connsiteX0" fmla="*/ 0 w 6809332"/>
                <a:gd name="connsiteY0" fmla="*/ 1050341 h 3430009"/>
                <a:gd name="connsiteX1" fmla="*/ 931445 w 6809332"/>
                <a:gd name="connsiteY1" fmla="*/ 1016981 h 3430009"/>
                <a:gd name="connsiteX2" fmla="*/ 1454528 w 6809332"/>
                <a:gd name="connsiteY2" fmla="*/ 934307 h 3430009"/>
                <a:gd name="connsiteX3" fmla="*/ 2055174 w 6809332"/>
                <a:gd name="connsiteY3" fmla="*/ 1155382 h 3430009"/>
                <a:gd name="connsiteX4" fmla="*/ 2230053 w 6809332"/>
                <a:gd name="connsiteY4" fmla="*/ 1378362 h 3430009"/>
                <a:gd name="connsiteX5" fmla="*/ 2201002 w 6809332"/>
                <a:gd name="connsiteY5" fmla="*/ 1639728 h 3430009"/>
                <a:gd name="connsiteX6" fmla="*/ 2057460 w 6809332"/>
                <a:gd name="connsiteY6" fmla="*/ 1955673 h 3430009"/>
                <a:gd name="connsiteX7" fmla="*/ 2025837 w 6809332"/>
                <a:gd name="connsiteY7" fmla="*/ 2469832 h 3430009"/>
                <a:gd name="connsiteX8" fmla="*/ 2149281 w 6809332"/>
                <a:gd name="connsiteY8" fmla="*/ 2800159 h 3430009"/>
                <a:gd name="connsiteX9" fmla="*/ 2284250 w 6809332"/>
                <a:gd name="connsiteY9" fmla="*/ 3055810 h 3430009"/>
                <a:gd name="connsiteX10" fmla="*/ 2493896 w 6809332"/>
                <a:gd name="connsiteY10" fmla="*/ 3265551 h 3430009"/>
                <a:gd name="connsiteX11" fmla="*/ 2866133 w 6809332"/>
                <a:gd name="connsiteY11" fmla="*/ 3361372 h 3430009"/>
                <a:gd name="connsiteX12" fmla="*/ 3227511 w 6809332"/>
                <a:gd name="connsiteY12" fmla="*/ 3361372 h 3430009"/>
                <a:gd name="connsiteX13" fmla="*/ 3483638 w 6809332"/>
                <a:gd name="connsiteY13" fmla="*/ 3376612 h 3430009"/>
                <a:gd name="connsiteX14" fmla="*/ 3799297 w 6809332"/>
                <a:gd name="connsiteY14" fmla="*/ 3409855 h 3430009"/>
                <a:gd name="connsiteX15" fmla="*/ 4060949 w 6809332"/>
                <a:gd name="connsiteY15" fmla="*/ 3420903 h 3430009"/>
                <a:gd name="connsiteX16" fmla="*/ 4228493 w 6809332"/>
                <a:gd name="connsiteY16" fmla="*/ 3337750 h 3430009"/>
                <a:gd name="connsiteX17" fmla="*/ 4469095 w 6809332"/>
                <a:gd name="connsiteY17" fmla="*/ 3154965 h 3430009"/>
                <a:gd name="connsiteX18" fmla="*/ 4952393 w 6809332"/>
                <a:gd name="connsiteY18" fmla="*/ 2690526 h 3430009"/>
                <a:gd name="connsiteX19" fmla="*/ 5225190 w 6809332"/>
                <a:gd name="connsiteY19" fmla="*/ 2417635 h 3430009"/>
                <a:gd name="connsiteX20" fmla="*/ 5512273 w 6809332"/>
                <a:gd name="connsiteY20" fmla="*/ 2065782 h 3430009"/>
                <a:gd name="connsiteX21" fmla="*/ 5694105 w 6809332"/>
                <a:gd name="connsiteY21" fmla="*/ 1682781 h 3430009"/>
                <a:gd name="connsiteX22" fmla="*/ 5808977 w 6809332"/>
                <a:gd name="connsiteY22" fmla="*/ 1144143 h 3430009"/>
                <a:gd name="connsiteX23" fmla="*/ 5890320 w 6809332"/>
                <a:gd name="connsiteY23" fmla="*/ 780288 h 3430009"/>
                <a:gd name="connsiteX24" fmla="*/ 6000334 w 6809332"/>
                <a:gd name="connsiteY24" fmla="*/ 464343 h 3430009"/>
                <a:gd name="connsiteX25" fmla="*/ 6131969 w 6809332"/>
                <a:gd name="connsiteY25" fmla="*/ 332708 h 3430009"/>
                <a:gd name="connsiteX26" fmla="*/ 6445437 w 6809332"/>
                <a:gd name="connsiteY26" fmla="*/ 296799 h 3430009"/>
                <a:gd name="connsiteX27" fmla="*/ 6667941 w 6809332"/>
                <a:gd name="connsiteY27" fmla="*/ 224980 h 3430009"/>
                <a:gd name="connsiteX28" fmla="*/ 6809102 w 6809332"/>
                <a:gd name="connsiteY28" fmla="*/ 0 h 3430009"/>
                <a:gd name="connsiteX0" fmla="*/ 0 w 6667941"/>
                <a:gd name="connsiteY0" fmla="*/ 825362 h 3205030"/>
                <a:gd name="connsiteX1" fmla="*/ 931445 w 6667941"/>
                <a:gd name="connsiteY1" fmla="*/ 792002 h 3205030"/>
                <a:gd name="connsiteX2" fmla="*/ 1454528 w 6667941"/>
                <a:gd name="connsiteY2" fmla="*/ 709328 h 3205030"/>
                <a:gd name="connsiteX3" fmla="*/ 2055174 w 6667941"/>
                <a:gd name="connsiteY3" fmla="*/ 930403 h 3205030"/>
                <a:gd name="connsiteX4" fmla="*/ 2230053 w 6667941"/>
                <a:gd name="connsiteY4" fmla="*/ 1153383 h 3205030"/>
                <a:gd name="connsiteX5" fmla="*/ 2201002 w 6667941"/>
                <a:gd name="connsiteY5" fmla="*/ 1414749 h 3205030"/>
                <a:gd name="connsiteX6" fmla="*/ 2057460 w 6667941"/>
                <a:gd name="connsiteY6" fmla="*/ 1730694 h 3205030"/>
                <a:gd name="connsiteX7" fmla="*/ 2025837 w 6667941"/>
                <a:gd name="connsiteY7" fmla="*/ 2244853 h 3205030"/>
                <a:gd name="connsiteX8" fmla="*/ 2149281 w 6667941"/>
                <a:gd name="connsiteY8" fmla="*/ 2575180 h 3205030"/>
                <a:gd name="connsiteX9" fmla="*/ 2284250 w 6667941"/>
                <a:gd name="connsiteY9" fmla="*/ 2830831 h 3205030"/>
                <a:gd name="connsiteX10" fmla="*/ 2493896 w 6667941"/>
                <a:gd name="connsiteY10" fmla="*/ 3040572 h 3205030"/>
                <a:gd name="connsiteX11" fmla="*/ 2866133 w 6667941"/>
                <a:gd name="connsiteY11" fmla="*/ 3136393 h 3205030"/>
                <a:gd name="connsiteX12" fmla="*/ 3227511 w 6667941"/>
                <a:gd name="connsiteY12" fmla="*/ 3136393 h 3205030"/>
                <a:gd name="connsiteX13" fmla="*/ 3483638 w 6667941"/>
                <a:gd name="connsiteY13" fmla="*/ 3151633 h 3205030"/>
                <a:gd name="connsiteX14" fmla="*/ 3799297 w 6667941"/>
                <a:gd name="connsiteY14" fmla="*/ 3184876 h 3205030"/>
                <a:gd name="connsiteX15" fmla="*/ 4060949 w 6667941"/>
                <a:gd name="connsiteY15" fmla="*/ 3195924 h 3205030"/>
                <a:gd name="connsiteX16" fmla="*/ 4228493 w 6667941"/>
                <a:gd name="connsiteY16" fmla="*/ 3112771 h 3205030"/>
                <a:gd name="connsiteX17" fmla="*/ 4469095 w 6667941"/>
                <a:gd name="connsiteY17" fmla="*/ 2929986 h 3205030"/>
                <a:gd name="connsiteX18" fmla="*/ 4952393 w 6667941"/>
                <a:gd name="connsiteY18" fmla="*/ 2465547 h 3205030"/>
                <a:gd name="connsiteX19" fmla="*/ 5225190 w 6667941"/>
                <a:gd name="connsiteY19" fmla="*/ 2192656 h 3205030"/>
                <a:gd name="connsiteX20" fmla="*/ 5512273 w 6667941"/>
                <a:gd name="connsiteY20" fmla="*/ 1840803 h 3205030"/>
                <a:gd name="connsiteX21" fmla="*/ 5694105 w 6667941"/>
                <a:gd name="connsiteY21" fmla="*/ 1457802 h 3205030"/>
                <a:gd name="connsiteX22" fmla="*/ 5808977 w 6667941"/>
                <a:gd name="connsiteY22" fmla="*/ 919164 h 3205030"/>
                <a:gd name="connsiteX23" fmla="*/ 5890320 w 6667941"/>
                <a:gd name="connsiteY23" fmla="*/ 555309 h 3205030"/>
                <a:gd name="connsiteX24" fmla="*/ 6000334 w 6667941"/>
                <a:gd name="connsiteY24" fmla="*/ 239364 h 3205030"/>
                <a:gd name="connsiteX25" fmla="*/ 6131969 w 6667941"/>
                <a:gd name="connsiteY25" fmla="*/ 107729 h 3205030"/>
                <a:gd name="connsiteX26" fmla="*/ 6445437 w 6667941"/>
                <a:gd name="connsiteY26" fmla="*/ 71820 h 3205030"/>
                <a:gd name="connsiteX27" fmla="*/ 6667941 w 6667941"/>
                <a:gd name="connsiteY27" fmla="*/ 1 h 3205030"/>
                <a:gd name="connsiteX0" fmla="*/ 0 w 6667941"/>
                <a:gd name="connsiteY0" fmla="*/ 825361 h 3205029"/>
                <a:gd name="connsiteX1" fmla="*/ 931445 w 6667941"/>
                <a:gd name="connsiteY1" fmla="*/ 792001 h 3205029"/>
                <a:gd name="connsiteX2" fmla="*/ 1454528 w 6667941"/>
                <a:gd name="connsiteY2" fmla="*/ 709327 h 3205029"/>
                <a:gd name="connsiteX3" fmla="*/ 2055174 w 6667941"/>
                <a:gd name="connsiteY3" fmla="*/ 930402 h 3205029"/>
                <a:gd name="connsiteX4" fmla="*/ 2230053 w 6667941"/>
                <a:gd name="connsiteY4" fmla="*/ 1153382 h 3205029"/>
                <a:gd name="connsiteX5" fmla="*/ 2201002 w 6667941"/>
                <a:gd name="connsiteY5" fmla="*/ 1414748 h 3205029"/>
                <a:gd name="connsiteX6" fmla="*/ 2057460 w 6667941"/>
                <a:gd name="connsiteY6" fmla="*/ 1730693 h 3205029"/>
                <a:gd name="connsiteX7" fmla="*/ 2025837 w 6667941"/>
                <a:gd name="connsiteY7" fmla="*/ 2244852 h 3205029"/>
                <a:gd name="connsiteX8" fmla="*/ 2149281 w 6667941"/>
                <a:gd name="connsiteY8" fmla="*/ 2575179 h 3205029"/>
                <a:gd name="connsiteX9" fmla="*/ 2284250 w 6667941"/>
                <a:gd name="connsiteY9" fmla="*/ 2830830 h 3205029"/>
                <a:gd name="connsiteX10" fmla="*/ 2493896 w 6667941"/>
                <a:gd name="connsiteY10" fmla="*/ 3040571 h 3205029"/>
                <a:gd name="connsiteX11" fmla="*/ 2866133 w 6667941"/>
                <a:gd name="connsiteY11" fmla="*/ 3136392 h 3205029"/>
                <a:gd name="connsiteX12" fmla="*/ 3227511 w 6667941"/>
                <a:gd name="connsiteY12" fmla="*/ 3136392 h 3205029"/>
                <a:gd name="connsiteX13" fmla="*/ 3483638 w 6667941"/>
                <a:gd name="connsiteY13" fmla="*/ 3151632 h 3205029"/>
                <a:gd name="connsiteX14" fmla="*/ 3799297 w 6667941"/>
                <a:gd name="connsiteY14" fmla="*/ 3184875 h 3205029"/>
                <a:gd name="connsiteX15" fmla="*/ 4060949 w 6667941"/>
                <a:gd name="connsiteY15" fmla="*/ 3195923 h 3205029"/>
                <a:gd name="connsiteX16" fmla="*/ 4228493 w 6667941"/>
                <a:gd name="connsiteY16" fmla="*/ 3112770 h 3205029"/>
                <a:gd name="connsiteX17" fmla="*/ 4469095 w 6667941"/>
                <a:gd name="connsiteY17" fmla="*/ 2929985 h 3205029"/>
                <a:gd name="connsiteX18" fmla="*/ 4952393 w 6667941"/>
                <a:gd name="connsiteY18" fmla="*/ 2465546 h 3205029"/>
                <a:gd name="connsiteX19" fmla="*/ 5225190 w 6667941"/>
                <a:gd name="connsiteY19" fmla="*/ 2192655 h 3205029"/>
                <a:gd name="connsiteX20" fmla="*/ 5512273 w 6667941"/>
                <a:gd name="connsiteY20" fmla="*/ 1840802 h 3205029"/>
                <a:gd name="connsiteX21" fmla="*/ 5694105 w 6667941"/>
                <a:gd name="connsiteY21" fmla="*/ 1457801 h 3205029"/>
                <a:gd name="connsiteX22" fmla="*/ 5808977 w 6667941"/>
                <a:gd name="connsiteY22" fmla="*/ 919163 h 3205029"/>
                <a:gd name="connsiteX23" fmla="*/ 5890320 w 6667941"/>
                <a:gd name="connsiteY23" fmla="*/ 555308 h 3205029"/>
                <a:gd name="connsiteX24" fmla="*/ 6000334 w 6667941"/>
                <a:gd name="connsiteY24" fmla="*/ 239363 h 3205029"/>
                <a:gd name="connsiteX25" fmla="*/ 6131969 w 6667941"/>
                <a:gd name="connsiteY25" fmla="*/ 107728 h 3205029"/>
                <a:gd name="connsiteX26" fmla="*/ 6667941 w 6667941"/>
                <a:gd name="connsiteY26" fmla="*/ 0 h 3205029"/>
                <a:gd name="connsiteX0" fmla="*/ 0 w 6131969"/>
                <a:gd name="connsiteY0" fmla="*/ 717633 h 3097301"/>
                <a:gd name="connsiteX1" fmla="*/ 931445 w 6131969"/>
                <a:gd name="connsiteY1" fmla="*/ 684273 h 3097301"/>
                <a:gd name="connsiteX2" fmla="*/ 1454528 w 6131969"/>
                <a:gd name="connsiteY2" fmla="*/ 601599 h 3097301"/>
                <a:gd name="connsiteX3" fmla="*/ 2055174 w 6131969"/>
                <a:gd name="connsiteY3" fmla="*/ 822674 h 3097301"/>
                <a:gd name="connsiteX4" fmla="*/ 2230053 w 6131969"/>
                <a:gd name="connsiteY4" fmla="*/ 1045654 h 3097301"/>
                <a:gd name="connsiteX5" fmla="*/ 2201002 w 6131969"/>
                <a:gd name="connsiteY5" fmla="*/ 1307020 h 3097301"/>
                <a:gd name="connsiteX6" fmla="*/ 2057460 w 6131969"/>
                <a:gd name="connsiteY6" fmla="*/ 1622965 h 3097301"/>
                <a:gd name="connsiteX7" fmla="*/ 2025837 w 6131969"/>
                <a:gd name="connsiteY7" fmla="*/ 2137124 h 3097301"/>
                <a:gd name="connsiteX8" fmla="*/ 2149281 w 6131969"/>
                <a:gd name="connsiteY8" fmla="*/ 2467451 h 3097301"/>
                <a:gd name="connsiteX9" fmla="*/ 2284250 w 6131969"/>
                <a:gd name="connsiteY9" fmla="*/ 2723102 h 3097301"/>
                <a:gd name="connsiteX10" fmla="*/ 2493896 w 6131969"/>
                <a:gd name="connsiteY10" fmla="*/ 2932843 h 3097301"/>
                <a:gd name="connsiteX11" fmla="*/ 2866133 w 6131969"/>
                <a:gd name="connsiteY11" fmla="*/ 3028664 h 3097301"/>
                <a:gd name="connsiteX12" fmla="*/ 3227511 w 6131969"/>
                <a:gd name="connsiteY12" fmla="*/ 3028664 h 3097301"/>
                <a:gd name="connsiteX13" fmla="*/ 3483638 w 6131969"/>
                <a:gd name="connsiteY13" fmla="*/ 3043904 h 3097301"/>
                <a:gd name="connsiteX14" fmla="*/ 3799297 w 6131969"/>
                <a:gd name="connsiteY14" fmla="*/ 3077147 h 3097301"/>
                <a:gd name="connsiteX15" fmla="*/ 4060949 w 6131969"/>
                <a:gd name="connsiteY15" fmla="*/ 3088195 h 3097301"/>
                <a:gd name="connsiteX16" fmla="*/ 4228493 w 6131969"/>
                <a:gd name="connsiteY16" fmla="*/ 3005042 h 3097301"/>
                <a:gd name="connsiteX17" fmla="*/ 4469095 w 6131969"/>
                <a:gd name="connsiteY17" fmla="*/ 2822257 h 3097301"/>
                <a:gd name="connsiteX18" fmla="*/ 4952393 w 6131969"/>
                <a:gd name="connsiteY18" fmla="*/ 2357818 h 3097301"/>
                <a:gd name="connsiteX19" fmla="*/ 5225190 w 6131969"/>
                <a:gd name="connsiteY19" fmla="*/ 2084927 h 3097301"/>
                <a:gd name="connsiteX20" fmla="*/ 5512273 w 6131969"/>
                <a:gd name="connsiteY20" fmla="*/ 1733074 h 3097301"/>
                <a:gd name="connsiteX21" fmla="*/ 5694105 w 6131969"/>
                <a:gd name="connsiteY21" fmla="*/ 1350073 h 3097301"/>
                <a:gd name="connsiteX22" fmla="*/ 5808977 w 6131969"/>
                <a:gd name="connsiteY22" fmla="*/ 811435 h 3097301"/>
                <a:gd name="connsiteX23" fmla="*/ 5890320 w 6131969"/>
                <a:gd name="connsiteY23" fmla="*/ 447580 h 3097301"/>
                <a:gd name="connsiteX24" fmla="*/ 6000334 w 6131969"/>
                <a:gd name="connsiteY24" fmla="*/ 131635 h 3097301"/>
                <a:gd name="connsiteX25" fmla="*/ 6131969 w 6131969"/>
                <a:gd name="connsiteY25" fmla="*/ 0 h 3097301"/>
                <a:gd name="connsiteX0" fmla="*/ 0 w 6000334"/>
                <a:gd name="connsiteY0" fmla="*/ 585998 h 2965666"/>
                <a:gd name="connsiteX1" fmla="*/ 931445 w 6000334"/>
                <a:gd name="connsiteY1" fmla="*/ 552638 h 2965666"/>
                <a:gd name="connsiteX2" fmla="*/ 1454528 w 6000334"/>
                <a:gd name="connsiteY2" fmla="*/ 469964 h 2965666"/>
                <a:gd name="connsiteX3" fmla="*/ 2055174 w 6000334"/>
                <a:gd name="connsiteY3" fmla="*/ 691039 h 2965666"/>
                <a:gd name="connsiteX4" fmla="*/ 2230053 w 6000334"/>
                <a:gd name="connsiteY4" fmla="*/ 914019 h 2965666"/>
                <a:gd name="connsiteX5" fmla="*/ 2201002 w 6000334"/>
                <a:gd name="connsiteY5" fmla="*/ 1175385 h 2965666"/>
                <a:gd name="connsiteX6" fmla="*/ 2057460 w 6000334"/>
                <a:gd name="connsiteY6" fmla="*/ 1491330 h 2965666"/>
                <a:gd name="connsiteX7" fmla="*/ 2025837 w 6000334"/>
                <a:gd name="connsiteY7" fmla="*/ 2005489 h 2965666"/>
                <a:gd name="connsiteX8" fmla="*/ 2149281 w 6000334"/>
                <a:gd name="connsiteY8" fmla="*/ 2335816 h 2965666"/>
                <a:gd name="connsiteX9" fmla="*/ 2284250 w 6000334"/>
                <a:gd name="connsiteY9" fmla="*/ 2591467 h 2965666"/>
                <a:gd name="connsiteX10" fmla="*/ 2493896 w 6000334"/>
                <a:gd name="connsiteY10" fmla="*/ 2801208 h 2965666"/>
                <a:gd name="connsiteX11" fmla="*/ 2866133 w 6000334"/>
                <a:gd name="connsiteY11" fmla="*/ 2897029 h 2965666"/>
                <a:gd name="connsiteX12" fmla="*/ 3227511 w 6000334"/>
                <a:gd name="connsiteY12" fmla="*/ 2897029 h 2965666"/>
                <a:gd name="connsiteX13" fmla="*/ 3483638 w 6000334"/>
                <a:gd name="connsiteY13" fmla="*/ 2912269 h 2965666"/>
                <a:gd name="connsiteX14" fmla="*/ 3799297 w 6000334"/>
                <a:gd name="connsiteY14" fmla="*/ 2945512 h 2965666"/>
                <a:gd name="connsiteX15" fmla="*/ 4060949 w 6000334"/>
                <a:gd name="connsiteY15" fmla="*/ 2956560 h 2965666"/>
                <a:gd name="connsiteX16" fmla="*/ 4228493 w 6000334"/>
                <a:gd name="connsiteY16" fmla="*/ 2873407 h 2965666"/>
                <a:gd name="connsiteX17" fmla="*/ 4469095 w 6000334"/>
                <a:gd name="connsiteY17" fmla="*/ 2690622 h 2965666"/>
                <a:gd name="connsiteX18" fmla="*/ 4952393 w 6000334"/>
                <a:gd name="connsiteY18" fmla="*/ 2226183 h 2965666"/>
                <a:gd name="connsiteX19" fmla="*/ 5225190 w 6000334"/>
                <a:gd name="connsiteY19" fmla="*/ 1953292 h 2965666"/>
                <a:gd name="connsiteX20" fmla="*/ 5512273 w 6000334"/>
                <a:gd name="connsiteY20" fmla="*/ 1601439 h 2965666"/>
                <a:gd name="connsiteX21" fmla="*/ 5694105 w 6000334"/>
                <a:gd name="connsiteY21" fmla="*/ 1218438 h 2965666"/>
                <a:gd name="connsiteX22" fmla="*/ 5808977 w 6000334"/>
                <a:gd name="connsiteY22" fmla="*/ 679800 h 2965666"/>
                <a:gd name="connsiteX23" fmla="*/ 5890320 w 6000334"/>
                <a:gd name="connsiteY23" fmla="*/ 315945 h 2965666"/>
                <a:gd name="connsiteX24" fmla="*/ 6000334 w 6000334"/>
                <a:gd name="connsiteY24" fmla="*/ 0 h 2965666"/>
                <a:gd name="connsiteX0" fmla="*/ 0 w 5890320"/>
                <a:gd name="connsiteY0" fmla="*/ 270053 h 2649721"/>
                <a:gd name="connsiteX1" fmla="*/ 931445 w 5890320"/>
                <a:gd name="connsiteY1" fmla="*/ 236693 h 2649721"/>
                <a:gd name="connsiteX2" fmla="*/ 1454528 w 5890320"/>
                <a:gd name="connsiteY2" fmla="*/ 154019 h 2649721"/>
                <a:gd name="connsiteX3" fmla="*/ 2055174 w 5890320"/>
                <a:gd name="connsiteY3" fmla="*/ 375094 h 2649721"/>
                <a:gd name="connsiteX4" fmla="*/ 2230053 w 5890320"/>
                <a:gd name="connsiteY4" fmla="*/ 598074 h 2649721"/>
                <a:gd name="connsiteX5" fmla="*/ 2201002 w 5890320"/>
                <a:gd name="connsiteY5" fmla="*/ 859440 h 2649721"/>
                <a:gd name="connsiteX6" fmla="*/ 2057460 w 5890320"/>
                <a:gd name="connsiteY6" fmla="*/ 1175385 h 2649721"/>
                <a:gd name="connsiteX7" fmla="*/ 2025837 w 5890320"/>
                <a:gd name="connsiteY7" fmla="*/ 1689544 h 2649721"/>
                <a:gd name="connsiteX8" fmla="*/ 2149281 w 5890320"/>
                <a:gd name="connsiteY8" fmla="*/ 2019871 h 2649721"/>
                <a:gd name="connsiteX9" fmla="*/ 2284250 w 5890320"/>
                <a:gd name="connsiteY9" fmla="*/ 2275522 h 2649721"/>
                <a:gd name="connsiteX10" fmla="*/ 2493896 w 5890320"/>
                <a:gd name="connsiteY10" fmla="*/ 2485263 h 2649721"/>
                <a:gd name="connsiteX11" fmla="*/ 2866133 w 5890320"/>
                <a:gd name="connsiteY11" fmla="*/ 2581084 h 2649721"/>
                <a:gd name="connsiteX12" fmla="*/ 3227511 w 5890320"/>
                <a:gd name="connsiteY12" fmla="*/ 2581084 h 2649721"/>
                <a:gd name="connsiteX13" fmla="*/ 3483638 w 5890320"/>
                <a:gd name="connsiteY13" fmla="*/ 2596324 h 2649721"/>
                <a:gd name="connsiteX14" fmla="*/ 3799297 w 5890320"/>
                <a:gd name="connsiteY14" fmla="*/ 2629567 h 2649721"/>
                <a:gd name="connsiteX15" fmla="*/ 4060949 w 5890320"/>
                <a:gd name="connsiteY15" fmla="*/ 2640615 h 2649721"/>
                <a:gd name="connsiteX16" fmla="*/ 4228493 w 5890320"/>
                <a:gd name="connsiteY16" fmla="*/ 2557462 h 2649721"/>
                <a:gd name="connsiteX17" fmla="*/ 4469095 w 5890320"/>
                <a:gd name="connsiteY17" fmla="*/ 2374677 h 2649721"/>
                <a:gd name="connsiteX18" fmla="*/ 4952393 w 5890320"/>
                <a:gd name="connsiteY18" fmla="*/ 1910238 h 2649721"/>
                <a:gd name="connsiteX19" fmla="*/ 5225190 w 5890320"/>
                <a:gd name="connsiteY19" fmla="*/ 1637347 h 2649721"/>
                <a:gd name="connsiteX20" fmla="*/ 5512273 w 5890320"/>
                <a:gd name="connsiteY20" fmla="*/ 1285494 h 2649721"/>
                <a:gd name="connsiteX21" fmla="*/ 5694105 w 5890320"/>
                <a:gd name="connsiteY21" fmla="*/ 902493 h 2649721"/>
                <a:gd name="connsiteX22" fmla="*/ 5808977 w 5890320"/>
                <a:gd name="connsiteY22" fmla="*/ 363855 h 2649721"/>
                <a:gd name="connsiteX23" fmla="*/ 5890320 w 5890320"/>
                <a:gd name="connsiteY23" fmla="*/ 0 h 2649721"/>
                <a:gd name="connsiteX0" fmla="*/ 0 w 5808977"/>
                <a:gd name="connsiteY0" fmla="*/ 139656 h 2519324"/>
                <a:gd name="connsiteX1" fmla="*/ 931445 w 5808977"/>
                <a:gd name="connsiteY1" fmla="*/ 106296 h 2519324"/>
                <a:gd name="connsiteX2" fmla="*/ 1454528 w 5808977"/>
                <a:gd name="connsiteY2" fmla="*/ 23622 h 2519324"/>
                <a:gd name="connsiteX3" fmla="*/ 2055174 w 5808977"/>
                <a:gd name="connsiteY3" fmla="*/ 244697 h 2519324"/>
                <a:gd name="connsiteX4" fmla="*/ 2230053 w 5808977"/>
                <a:gd name="connsiteY4" fmla="*/ 467677 h 2519324"/>
                <a:gd name="connsiteX5" fmla="*/ 2201002 w 5808977"/>
                <a:gd name="connsiteY5" fmla="*/ 729043 h 2519324"/>
                <a:gd name="connsiteX6" fmla="*/ 2057460 w 5808977"/>
                <a:gd name="connsiteY6" fmla="*/ 1044988 h 2519324"/>
                <a:gd name="connsiteX7" fmla="*/ 2025837 w 5808977"/>
                <a:gd name="connsiteY7" fmla="*/ 1559147 h 2519324"/>
                <a:gd name="connsiteX8" fmla="*/ 2149281 w 5808977"/>
                <a:gd name="connsiteY8" fmla="*/ 1889474 h 2519324"/>
                <a:gd name="connsiteX9" fmla="*/ 2284250 w 5808977"/>
                <a:gd name="connsiteY9" fmla="*/ 2145125 h 2519324"/>
                <a:gd name="connsiteX10" fmla="*/ 2493896 w 5808977"/>
                <a:gd name="connsiteY10" fmla="*/ 2354866 h 2519324"/>
                <a:gd name="connsiteX11" fmla="*/ 2866133 w 5808977"/>
                <a:gd name="connsiteY11" fmla="*/ 2450687 h 2519324"/>
                <a:gd name="connsiteX12" fmla="*/ 3227511 w 5808977"/>
                <a:gd name="connsiteY12" fmla="*/ 2450687 h 2519324"/>
                <a:gd name="connsiteX13" fmla="*/ 3483638 w 5808977"/>
                <a:gd name="connsiteY13" fmla="*/ 2465927 h 2519324"/>
                <a:gd name="connsiteX14" fmla="*/ 3799297 w 5808977"/>
                <a:gd name="connsiteY14" fmla="*/ 2499170 h 2519324"/>
                <a:gd name="connsiteX15" fmla="*/ 4060949 w 5808977"/>
                <a:gd name="connsiteY15" fmla="*/ 2510218 h 2519324"/>
                <a:gd name="connsiteX16" fmla="*/ 4228493 w 5808977"/>
                <a:gd name="connsiteY16" fmla="*/ 2427065 h 2519324"/>
                <a:gd name="connsiteX17" fmla="*/ 4469095 w 5808977"/>
                <a:gd name="connsiteY17" fmla="*/ 2244280 h 2519324"/>
                <a:gd name="connsiteX18" fmla="*/ 4952393 w 5808977"/>
                <a:gd name="connsiteY18" fmla="*/ 1779841 h 2519324"/>
                <a:gd name="connsiteX19" fmla="*/ 5225190 w 5808977"/>
                <a:gd name="connsiteY19" fmla="*/ 1506950 h 2519324"/>
                <a:gd name="connsiteX20" fmla="*/ 5512273 w 5808977"/>
                <a:gd name="connsiteY20" fmla="*/ 1155097 h 2519324"/>
                <a:gd name="connsiteX21" fmla="*/ 5694105 w 5808977"/>
                <a:gd name="connsiteY21" fmla="*/ 772096 h 2519324"/>
                <a:gd name="connsiteX22" fmla="*/ 5808977 w 5808977"/>
                <a:gd name="connsiteY22" fmla="*/ 233458 h 2519324"/>
                <a:gd name="connsiteX0" fmla="*/ 0 w 5694105"/>
                <a:gd name="connsiteY0" fmla="*/ 139656 h 2519324"/>
                <a:gd name="connsiteX1" fmla="*/ 931445 w 5694105"/>
                <a:gd name="connsiteY1" fmla="*/ 106296 h 2519324"/>
                <a:gd name="connsiteX2" fmla="*/ 1454528 w 5694105"/>
                <a:gd name="connsiteY2" fmla="*/ 23622 h 2519324"/>
                <a:gd name="connsiteX3" fmla="*/ 2055174 w 5694105"/>
                <a:gd name="connsiteY3" fmla="*/ 244697 h 2519324"/>
                <a:gd name="connsiteX4" fmla="*/ 2230053 w 5694105"/>
                <a:gd name="connsiteY4" fmla="*/ 467677 h 2519324"/>
                <a:gd name="connsiteX5" fmla="*/ 2201002 w 5694105"/>
                <a:gd name="connsiteY5" fmla="*/ 729043 h 2519324"/>
                <a:gd name="connsiteX6" fmla="*/ 2057460 w 5694105"/>
                <a:gd name="connsiteY6" fmla="*/ 1044988 h 2519324"/>
                <a:gd name="connsiteX7" fmla="*/ 2025837 w 5694105"/>
                <a:gd name="connsiteY7" fmla="*/ 1559147 h 2519324"/>
                <a:gd name="connsiteX8" fmla="*/ 2149281 w 5694105"/>
                <a:gd name="connsiteY8" fmla="*/ 1889474 h 2519324"/>
                <a:gd name="connsiteX9" fmla="*/ 2284250 w 5694105"/>
                <a:gd name="connsiteY9" fmla="*/ 2145125 h 2519324"/>
                <a:gd name="connsiteX10" fmla="*/ 2493896 w 5694105"/>
                <a:gd name="connsiteY10" fmla="*/ 2354866 h 2519324"/>
                <a:gd name="connsiteX11" fmla="*/ 2866133 w 5694105"/>
                <a:gd name="connsiteY11" fmla="*/ 2450687 h 2519324"/>
                <a:gd name="connsiteX12" fmla="*/ 3227511 w 5694105"/>
                <a:gd name="connsiteY12" fmla="*/ 2450687 h 2519324"/>
                <a:gd name="connsiteX13" fmla="*/ 3483638 w 5694105"/>
                <a:gd name="connsiteY13" fmla="*/ 2465927 h 2519324"/>
                <a:gd name="connsiteX14" fmla="*/ 3799297 w 5694105"/>
                <a:gd name="connsiteY14" fmla="*/ 2499170 h 2519324"/>
                <a:gd name="connsiteX15" fmla="*/ 4060949 w 5694105"/>
                <a:gd name="connsiteY15" fmla="*/ 2510218 h 2519324"/>
                <a:gd name="connsiteX16" fmla="*/ 4228493 w 5694105"/>
                <a:gd name="connsiteY16" fmla="*/ 2427065 h 2519324"/>
                <a:gd name="connsiteX17" fmla="*/ 4469095 w 5694105"/>
                <a:gd name="connsiteY17" fmla="*/ 2244280 h 2519324"/>
                <a:gd name="connsiteX18" fmla="*/ 4952393 w 5694105"/>
                <a:gd name="connsiteY18" fmla="*/ 1779841 h 2519324"/>
                <a:gd name="connsiteX19" fmla="*/ 5225190 w 5694105"/>
                <a:gd name="connsiteY19" fmla="*/ 1506950 h 2519324"/>
                <a:gd name="connsiteX20" fmla="*/ 5512273 w 5694105"/>
                <a:gd name="connsiteY20" fmla="*/ 1155097 h 2519324"/>
                <a:gd name="connsiteX21" fmla="*/ 5694105 w 5694105"/>
                <a:gd name="connsiteY21" fmla="*/ 772096 h 2519324"/>
                <a:gd name="connsiteX0" fmla="*/ 0 w 5512273"/>
                <a:gd name="connsiteY0" fmla="*/ 139656 h 2519324"/>
                <a:gd name="connsiteX1" fmla="*/ 931445 w 5512273"/>
                <a:gd name="connsiteY1" fmla="*/ 106296 h 2519324"/>
                <a:gd name="connsiteX2" fmla="*/ 1454528 w 5512273"/>
                <a:gd name="connsiteY2" fmla="*/ 23622 h 2519324"/>
                <a:gd name="connsiteX3" fmla="*/ 2055174 w 5512273"/>
                <a:gd name="connsiteY3" fmla="*/ 244697 h 2519324"/>
                <a:gd name="connsiteX4" fmla="*/ 2230053 w 5512273"/>
                <a:gd name="connsiteY4" fmla="*/ 467677 h 2519324"/>
                <a:gd name="connsiteX5" fmla="*/ 2201002 w 5512273"/>
                <a:gd name="connsiteY5" fmla="*/ 729043 h 2519324"/>
                <a:gd name="connsiteX6" fmla="*/ 2057460 w 5512273"/>
                <a:gd name="connsiteY6" fmla="*/ 1044988 h 2519324"/>
                <a:gd name="connsiteX7" fmla="*/ 2025837 w 5512273"/>
                <a:gd name="connsiteY7" fmla="*/ 1559147 h 2519324"/>
                <a:gd name="connsiteX8" fmla="*/ 2149281 w 5512273"/>
                <a:gd name="connsiteY8" fmla="*/ 1889474 h 2519324"/>
                <a:gd name="connsiteX9" fmla="*/ 2284250 w 5512273"/>
                <a:gd name="connsiteY9" fmla="*/ 2145125 h 2519324"/>
                <a:gd name="connsiteX10" fmla="*/ 2493896 w 5512273"/>
                <a:gd name="connsiteY10" fmla="*/ 2354866 h 2519324"/>
                <a:gd name="connsiteX11" fmla="*/ 2866133 w 5512273"/>
                <a:gd name="connsiteY11" fmla="*/ 2450687 h 2519324"/>
                <a:gd name="connsiteX12" fmla="*/ 3227511 w 5512273"/>
                <a:gd name="connsiteY12" fmla="*/ 2450687 h 2519324"/>
                <a:gd name="connsiteX13" fmla="*/ 3483638 w 5512273"/>
                <a:gd name="connsiteY13" fmla="*/ 2465927 h 2519324"/>
                <a:gd name="connsiteX14" fmla="*/ 3799297 w 5512273"/>
                <a:gd name="connsiteY14" fmla="*/ 2499170 h 2519324"/>
                <a:gd name="connsiteX15" fmla="*/ 4060949 w 5512273"/>
                <a:gd name="connsiteY15" fmla="*/ 2510218 h 2519324"/>
                <a:gd name="connsiteX16" fmla="*/ 4228493 w 5512273"/>
                <a:gd name="connsiteY16" fmla="*/ 2427065 h 2519324"/>
                <a:gd name="connsiteX17" fmla="*/ 4469095 w 5512273"/>
                <a:gd name="connsiteY17" fmla="*/ 2244280 h 2519324"/>
                <a:gd name="connsiteX18" fmla="*/ 4952393 w 5512273"/>
                <a:gd name="connsiteY18" fmla="*/ 1779841 h 2519324"/>
                <a:gd name="connsiteX19" fmla="*/ 5225190 w 5512273"/>
                <a:gd name="connsiteY19" fmla="*/ 1506950 h 2519324"/>
                <a:gd name="connsiteX20" fmla="*/ 5512273 w 5512273"/>
                <a:gd name="connsiteY20" fmla="*/ 1155097 h 2519324"/>
                <a:gd name="connsiteX0" fmla="*/ 0 w 5601613"/>
                <a:gd name="connsiteY0" fmla="*/ 95417 h 2499446"/>
                <a:gd name="connsiteX1" fmla="*/ 1020785 w 5601613"/>
                <a:gd name="connsiteY1" fmla="*/ 86418 h 2499446"/>
                <a:gd name="connsiteX2" fmla="*/ 1543868 w 5601613"/>
                <a:gd name="connsiteY2" fmla="*/ 3744 h 2499446"/>
                <a:gd name="connsiteX3" fmla="*/ 2144514 w 5601613"/>
                <a:gd name="connsiteY3" fmla="*/ 224819 h 2499446"/>
                <a:gd name="connsiteX4" fmla="*/ 2319393 w 5601613"/>
                <a:gd name="connsiteY4" fmla="*/ 447799 h 2499446"/>
                <a:gd name="connsiteX5" fmla="*/ 2290342 w 5601613"/>
                <a:gd name="connsiteY5" fmla="*/ 709165 h 2499446"/>
                <a:gd name="connsiteX6" fmla="*/ 2146800 w 5601613"/>
                <a:gd name="connsiteY6" fmla="*/ 1025110 h 2499446"/>
                <a:gd name="connsiteX7" fmla="*/ 2115177 w 5601613"/>
                <a:gd name="connsiteY7" fmla="*/ 1539269 h 2499446"/>
                <a:gd name="connsiteX8" fmla="*/ 2238621 w 5601613"/>
                <a:gd name="connsiteY8" fmla="*/ 1869596 h 2499446"/>
                <a:gd name="connsiteX9" fmla="*/ 2373590 w 5601613"/>
                <a:gd name="connsiteY9" fmla="*/ 2125247 h 2499446"/>
                <a:gd name="connsiteX10" fmla="*/ 2583236 w 5601613"/>
                <a:gd name="connsiteY10" fmla="*/ 2334988 h 2499446"/>
                <a:gd name="connsiteX11" fmla="*/ 2955473 w 5601613"/>
                <a:gd name="connsiteY11" fmla="*/ 2430809 h 2499446"/>
                <a:gd name="connsiteX12" fmla="*/ 3316851 w 5601613"/>
                <a:gd name="connsiteY12" fmla="*/ 2430809 h 2499446"/>
                <a:gd name="connsiteX13" fmla="*/ 3572978 w 5601613"/>
                <a:gd name="connsiteY13" fmla="*/ 2446049 h 2499446"/>
                <a:gd name="connsiteX14" fmla="*/ 3888637 w 5601613"/>
                <a:gd name="connsiteY14" fmla="*/ 2479292 h 2499446"/>
                <a:gd name="connsiteX15" fmla="*/ 4150289 w 5601613"/>
                <a:gd name="connsiteY15" fmla="*/ 2490340 h 2499446"/>
                <a:gd name="connsiteX16" fmla="*/ 4317833 w 5601613"/>
                <a:gd name="connsiteY16" fmla="*/ 2407187 h 2499446"/>
                <a:gd name="connsiteX17" fmla="*/ 4558435 w 5601613"/>
                <a:gd name="connsiteY17" fmla="*/ 2224402 h 2499446"/>
                <a:gd name="connsiteX18" fmla="*/ 5041733 w 5601613"/>
                <a:gd name="connsiteY18" fmla="*/ 1759963 h 2499446"/>
                <a:gd name="connsiteX19" fmla="*/ 5314530 w 5601613"/>
                <a:gd name="connsiteY19" fmla="*/ 1487072 h 2499446"/>
                <a:gd name="connsiteX20" fmla="*/ 5601613 w 5601613"/>
                <a:gd name="connsiteY20" fmla="*/ 1135219 h 2499446"/>
                <a:gd name="connsiteX0" fmla="*/ 0 w 5601613"/>
                <a:gd name="connsiteY0" fmla="*/ 91724 h 2495753"/>
                <a:gd name="connsiteX1" fmla="*/ 936418 w 5601613"/>
                <a:gd name="connsiteY1" fmla="*/ 199653 h 2495753"/>
                <a:gd name="connsiteX2" fmla="*/ 1543868 w 5601613"/>
                <a:gd name="connsiteY2" fmla="*/ 51 h 2495753"/>
                <a:gd name="connsiteX3" fmla="*/ 2144514 w 5601613"/>
                <a:gd name="connsiteY3" fmla="*/ 221126 h 2495753"/>
                <a:gd name="connsiteX4" fmla="*/ 2319393 w 5601613"/>
                <a:gd name="connsiteY4" fmla="*/ 444106 h 2495753"/>
                <a:gd name="connsiteX5" fmla="*/ 2290342 w 5601613"/>
                <a:gd name="connsiteY5" fmla="*/ 705472 h 2495753"/>
                <a:gd name="connsiteX6" fmla="*/ 2146800 w 5601613"/>
                <a:gd name="connsiteY6" fmla="*/ 1021417 h 2495753"/>
                <a:gd name="connsiteX7" fmla="*/ 2115177 w 5601613"/>
                <a:gd name="connsiteY7" fmla="*/ 1535576 h 2495753"/>
                <a:gd name="connsiteX8" fmla="*/ 2238621 w 5601613"/>
                <a:gd name="connsiteY8" fmla="*/ 1865903 h 2495753"/>
                <a:gd name="connsiteX9" fmla="*/ 2373590 w 5601613"/>
                <a:gd name="connsiteY9" fmla="*/ 2121554 h 2495753"/>
                <a:gd name="connsiteX10" fmla="*/ 2583236 w 5601613"/>
                <a:gd name="connsiteY10" fmla="*/ 2331295 h 2495753"/>
                <a:gd name="connsiteX11" fmla="*/ 2955473 w 5601613"/>
                <a:gd name="connsiteY11" fmla="*/ 2427116 h 2495753"/>
                <a:gd name="connsiteX12" fmla="*/ 3316851 w 5601613"/>
                <a:gd name="connsiteY12" fmla="*/ 2427116 h 2495753"/>
                <a:gd name="connsiteX13" fmla="*/ 3572978 w 5601613"/>
                <a:gd name="connsiteY13" fmla="*/ 2442356 h 2495753"/>
                <a:gd name="connsiteX14" fmla="*/ 3888637 w 5601613"/>
                <a:gd name="connsiteY14" fmla="*/ 2475599 h 2495753"/>
                <a:gd name="connsiteX15" fmla="*/ 4150289 w 5601613"/>
                <a:gd name="connsiteY15" fmla="*/ 2486647 h 2495753"/>
                <a:gd name="connsiteX16" fmla="*/ 4317833 w 5601613"/>
                <a:gd name="connsiteY16" fmla="*/ 2403494 h 2495753"/>
                <a:gd name="connsiteX17" fmla="*/ 4558435 w 5601613"/>
                <a:gd name="connsiteY17" fmla="*/ 2220709 h 2495753"/>
                <a:gd name="connsiteX18" fmla="*/ 5041733 w 5601613"/>
                <a:gd name="connsiteY18" fmla="*/ 1756270 h 2495753"/>
                <a:gd name="connsiteX19" fmla="*/ 5314530 w 5601613"/>
                <a:gd name="connsiteY19" fmla="*/ 1483379 h 2495753"/>
                <a:gd name="connsiteX20" fmla="*/ 5601613 w 5601613"/>
                <a:gd name="connsiteY20" fmla="*/ 1131526 h 2495753"/>
                <a:gd name="connsiteX0" fmla="*/ 0 w 5601613"/>
                <a:gd name="connsiteY0" fmla="*/ 91785 h 2495814"/>
                <a:gd name="connsiteX1" fmla="*/ 936418 w 5601613"/>
                <a:gd name="connsiteY1" fmla="*/ 199714 h 2495814"/>
                <a:gd name="connsiteX2" fmla="*/ 1543868 w 5601613"/>
                <a:gd name="connsiteY2" fmla="*/ 112 h 2495814"/>
                <a:gd name="connsiteX3" fmla="*/ 2144514 w 5601613"/>
                <a:gd name="connsiteY3" fmla="*/ 221187 h 2495814"/>
                <a:gd name="connsiteX4" fmla="*/ 2319393 w 5601613"/>
                <a:gd name="connsiteY4" fmla="*/ 444167 h 2495814"/>
                <a:gd name="connsiteX5" fmla="*/ 2290342 w 5601613"/>
                <a:gd name="connsiteY5" fmla="*/ 705533 h 2495814"/>
                <a:gd name="connsiteX6" fmla="*/ 2146800 w 5601613"/>
                <a:gd name="connsiteY6" fmla="*/ 1021478 h 2495814"/>
                <a:gd name="connsiteX7" fmla="*/ 2115177 w 5601613"/>
                <a:gd name="connsiteY7" fmla="*/ 1535637 h 2495814"/>
                <a:gd name="connsiteX8" fmla="*/ 2238621 w 5601613"/>
                <a:gd name="connsiteY8" fmla="*/ 1865964 h 2495814"/>
                <a:gd name="connsiteX9" fmla="*/ 2373590 w 5601613"/>
                <a:gd name="connsiteY9" fmla="*/ 2121615 h 2495814"/>
                <a:gd name="connsiteX10" fmla="*/ 2583236 w 5601613"/>
                <a:gd name="connsiteY10" fmla="*/ 2331356 h 2495814"/>
                <a:gd name="connsiteX11" fmla="*/ 2955473 w 5601613"/>
                <a:gd name="connsiteY11" fmla="*/ 2427177 h 2495814"/>
                <a:gd name="connsiteX12" fmla="*/ 3316851 w 5601613"/>
                <a:gd name="connsiteY12" fmla="*/ 2427177 h 2495814"/>
                <a:gd name="connsiteX13" fmla="*/ 3572978 w 5601613"/>
                <a:gd name="connsiteY13" fmla="*/ 2442417 h 2495814"/>
                <a:gd name="connsiteX14" fmla="*/ 3888637 w 5601613"/>
                <a:gd name="connsiteY14" fmla="*/ 2475660 h 2495814"/>
                <a:gd name="connsiteX15" fmla="*/ 4150289 w 5601613"/>
                <a:gd name="connsiteY15" fmla="*/ 2486708 h 2495814"/>
                <a:gd name="connsiteX16" fmla="*/ 4317833 w 5601613"/>
                <a:gd name="connsiteY16" fmla="*/ 2403555 h 2495814"/>
                <a:gd name="connsiteX17" fmla="*/ 4558435 w 5601613"/>
                <a:gd name="connsiteY17" fmla="*/ 2220770 h 2495814"/>
                <a:gd name="connsiteX18" fmla="*/ 5041733 w 5601613"/>
                <a:gd name="connsiteY18" fmla="*/ 1756331 h 2495814"/>
                <a:gd name="connsiteX19" fmla="*/ 5314530 w 5601613"/>
                <a:gd name="connsiteY19" fmla="*/ 1483440 h 2495814"/>
                <a:gd name="connsiteX20" fmla="*/ 5601613 w 5601613"/>
                <a:gd name="connsiteY20" fmla="*/ 1131587 h 2495814"/>
                <a:gd name="connsiteX0" fmla="*/ 0 w 5601613"/>
                <a:gd name="connsiteY0" fmla="*/ 91739 h 2495768"/>
                <a:gd name="connsiteX1" fmla="*/ 502342 w 5601613"/>
                <a:gd name="connsiteY1" fmla="*/ 356878 h 2495768"/>
                <a:gd name="connsiteX2" fmla="*/ 936418 w 5601613"/>
                <a:gd name="connsiteY2" fmla="*/ 199668 h 2495768"/>
                <a:gd name="connsiteX3" fmla="*/ 1543868 w 5601613"/>
                <a:gd name="connsiteY3" fmla="*/ 66 h 2495768"/>
                <a:gd name="connsiteX4" fmla="*/ 2144514 w 5601613"/>
                <a:gd name="connsiteY4" fmla="*/ 221141 h 2495768"/>
                <a:gd name="connsiteX5" fmla="*/ 2319393 w 5601613"/>
                <a:gd name="connsiteY5" fmla="*/ 444121 h 2495768"/>
                <a:gd name="connsiteX6" fmla="*/ 2290342 w 5601613"/>
                <a:gd name="connsiteY6" fmla="*/ 705487 h 2495768"/>
                <a:gd name="connsiteX7" fmla="*/ 2146800 w 5601613"/>
                <a:gd name="connsiteY7" fmla="*/ 1021432 h 2495768"/>
                <a:gd name="connsiteX8" fmla="*/ 2115177 w 5601613"/>
                <a:gd name="connsiteY8" fmla="*/ 1535591 h 2495768"/>
                <a:gd name="connsiteX9" fmla="*/ 2238621 w 5601613"/>
                <a:gd name="connsiteY9" fmla="*/ 1865918 h 2495768"/>
                <a:gd name="connsiteX10" fmla="*/ 2373590 w 5601613"/>
                <a:gd name="connsiteY10" fmla="*/ 2121569 h 2495768"/>
                <a:gd name="connsiteX11" fmla="*/ 2583236 w 5601613"/>
                <a:gd name="connsiteY11" fmla="*/ 2331310 h 2495768"/>
                <a:gd name="connsiteX12" fmla="*/ 2955473 w 5601613"/>
                <a:gd name="connsiteY12" fmla="*/ 2427131 h 2495768"/>
                <a:gd name="connsiteX13" fmla="*/ 3316851 w 5601613"/>
                <a:gd name="connsiteY13" fmla="*/ 2427131 h 2495768"/>
                <a:gd name="connsiteX14" fmla="*/ 3572978 w 5601613"/>
                <a:gd name="connsiteY14" fmla="*/ 2442371 h 2495768"/>
                <a:gd name="connsiteX15" fmla="*/ 3888637 w 5601613"/>
                <a:gd name="connsiteY15" fmla="*/ 2475614 h 2495768"/>
                <a:gd name="connsiteX16" fmla="*/ 4150289 w 5601613"/>
                <a:gd name="connsiteY16" fmla="*/ 2486662 h 2495768"/>
                <a:gd name="connsiteX17" fmla="*/ 4317833 w 5601613"/>
                <a:gd name="connsiteY17" fmla="*/ 2403509 h 2495768"/>
                <a:gd name="connsiteX18" fmla="*/ 4558435 w 5601613"/>
                <a:gd name="connsiteY18" fmla="*/ 2220724 h 2495768"/>
                <a:gd name="connsiteX19" fmla="*/ 5041733 w 5601613"/>
                <a:gd name="connsiteY19" fmla="*/ 1756285 h 2495768"/>
                <a:gd name="connsiteX20" fmla="*/ 5314530 w 5601613"/>
                <a:gd name="connsiteY20" fmla="*/ 1483394 h 2495768"/>
                <a:gd name="connsiteX21" fmla="*/ 5601613 w 5601613"/>
                <a:gd name="connsiteY21" fmla="*/ 1131541 h 2495768"/>
                <a:gd name="connsiteX0" fmla="*/ 0 w 5601613"/>
                <a:gd name="connsiteY0" fmla="*/ 91807 h 2495836"/>
                <a:gd name="connsiteX1" fmla="*/ 502342 w 5601613"/>
                <a:gd name="connsiteY1" fmla="*/ 356946 h 2495836"/>
                <a:gd name="connsiteX2" fmla="*/ 936418 w 5601613"/>
                <a:gd name="connsiteY2" fmla="*/ 199736 h 2495836"/>
                <a:gd name="connsiteX3" fmla="*/ 1543868 w 5601613"/>
                <a:gd name="connsiteY3" fmla="*/ 134 h 2495836"/>
                <a:gd name="connsiteX4" fmla="*/ 2144514 w 5601613"/>
                <a:gd name="connsiteY4" fmla="*/ 221209 h 2495836"/>
                <a:gd name="connsiteX5" fmla="*/ 2319393 w 5601613"/>
                <a:gd name="connsiteY5" fmla="*/ 444189 h 2495836"/>
                <a:gd name="connsiteX6" fmla="*/ 2290342 w 5601613"/>
                <a:gd name="connsiteY6" fmla="*/ 705555 h 2495836"/>
                <a:gd name="connsiteX7" fmla="*/ 2146800 w 5601613"/>
                <a:gd name="connsiteY7" fmla="*/ 1021500 h 2495836"/>
                <a:gd name="connsiteX8" fmla="*/ 2115177 w 5601613"/>
                <a:gd name="connsiteY8" fmla="*/ 1535659 h 2495836"/>
                <a:gd name="connsiteX9" fmla="*/ 2238621 w 5601613"/>
                <a:gd name="connsiteY9" fmla="*/ 1865986 h 2495836"/>
                <a:gd name="connsiteX10" fmla="*/ 2373590 w 5601613"/>
                <a:gd name="connsiteY10" fmla="*/ 2121637 h 2495836"/>
                <a:gd name="connsiteX11" fmla="*/ 2583236 w 5601613"/>
                <a:gd name="connsiteY11" fmla="*/ 2331378 h 2495836"/>
                <a:gd name="connsiteX12" fmla="*/ 2955473 w 5601613"/>
                <a:gd name="connsiteY12" fmla="*/ 2427199 h 2495836"/>
                <a:gd name="connsiteX13" fmla="*/ 3316851 w 5601613"/>
                <a:gd name="connsiteY13" fmla="*/ 2427199 h 2495836"/>
                <a:gd name="connsiteX14" fmla="*/ 3572978 w 5601613"/>
                <a:gd name="connsiteY14" fmla="*/ 2442439 h 2495836"/>
                <a:gd name="connsiteX15" fmla="*/ 3888637 w 5601613"/>
                <a:gd name="connsiteY15" fmla="*/ 2475682 h 2495836"/>
                <a:gd name="connsiteX16" fmla="*/ 4150289 w 5601613"/>
                <a:gd name="connsiteY16" fmla="*/ 2486730 h 2495836"/>
                <a:gd name="connsiteX17" fmla="*/ 4317833 w 5601613"/>
                <a:gd name="connsiteY17" fmla="*/ 2403577 h 2495836"/>
                <a:gd name="connsiteX18" fmla="*/ 4558435 w 5601613"/>
                <a:gd name="connsiteY18" fmla="*/ 2220792 h 2495836"/>
                <a:gd name="connsiteX19" fmla="*/ 5041733 w 5601613"/>
                <a:gd name="connsiteY19" fmla="*/ 1756353 h 2495836"/>
                <a:gd name="connsiteX20" fmla="*/ 5314530 w 5601613"/>
                <a:gd name="connsiteY20" fmla="*/ 1483462 h 2495836"/>
                <a:gd name="connsiteX21" fmla="*/ 5601613 w 5601613"/>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05675"/>
                <a:gd name="connsiteY0" fmla="*/ 129865 h 2495836"/>
                <a:gd name="connsiteX1" fmla="*/ 606404 w 5705675"/>
                <a:gd name="connsiteY1" fmla="*/ 356946 h 2495836"/>
                <a:gd name="connsiteX2" fmla="*/ 1040480 w 5705675"/>
                <a:gd name="connsiteY2" fmla="*/ 199736 h 2495836"/>
                <a:gd name="connsiteX3" fmla="*/ 1647930 w 5705675"/>
                <a:gd name="connsiteY3" fmla="*/ 134 h 2495836"/>
                <a:gd name="connsiteX4" fmla="*/ 2248576 w 5705675"/>
                <a:gd name="connsiteY4" fmla="*/ 221209 h 2495836"/>
                <a:gd name="connsiteX5" fmla="*/ 2423455 w 5705675"/>
                <a:gd name="connsiteY5" fmla="*/ 444189 h 2495836"/>
                <a:gd name="connsiteX6" fmla="*/ 2394404 w 5705675"/>
                <a:gd name="connsiteY6" fmla="*/ 705555 h 2495836"/>
                <a:gd name="connsiteX7" fmla="*/ 2250862 w 5705675"/>
                <a:gd name="connsiteY7" fmla="*/ 1021500 h 2495836"/>
                <a:gd name="connsiteX8" fmla="*/ 2219239 w 5705675"/>
                <a:gd name="connsiteY8" fmla="*/ 1535659 h 2495836"/>
                <a:gd name="connsiteX9" fmla="*/ 2342683 w 5705675"/>
                <a:gd name="connsiteY9" fmla="*/ 1865986 h 2495836"/>
                <a:gd name="connsiteX10" fmla="*/ 2477652 w 5705675"/>
                <a:gd name="connsiteY10" fmla="*/ 2121637 h 2495836"/>
                <a:gd name="connsiteX11" fmla="*/ 2687298 w 5705675"/>
                <a:gd name="connsiteY11" fmla="*/ 2331378 h 2495836"/>
                <a:gd name="connsiteX12" fmla="*/ 3059535 w 5705675"/>
                <a:gd name="connsiteY12" fmla="*/ 2427199 h 2495836"/>
                <a:gd name="connsiteX13" fmla="*/ 3420913 w 5705675"/>
                <a:gd name="connsiteY13" fmla="*/ 2427199 h 2495836"/>
                <a:gd name="connsiteX14" fmla="*/ 3677040 w 5705675"/>
                <a:gd name="connsiteY14" fmla="*/ 2442439 h 2495836"/>
                <a:gd name="connsiteX15" fmla="*/ 3992699 w 5705675"/>
                <a:gd name="connsiteY15" fmla="*/ 2475682 h 2495836"/>
                <a:gd name="connsiteX16" fmla="*/ 4254351 w 5705675"/>
                <a:gd name="connsiteY16" fmla="*/ 2486730 h 2495836"/>
                <a:gd name="connsiteX17" fmla="*/ 4421895 w 5705675"/>
                <a:gd name="connsiteY17" fmla="*/ 2403577 h 2495836"/>
                <a:gd name="connsiteX18" fmla="*/ 4662497 w 5705675"/>
                <a:gd name="connsiteY18" fmla="*/ 2220792 h 2495836"/>
                <a:gd name="connsiteX19" fmla="*/ 5145795 w 5705675"/>
                <a:gd name="connsiteY19" fmla="*/ 1756353 h 2495836"/>
                <a:gd name="connsiteX20" fmla="*/ 5418592 w 5705675"/>
                <a:gd name="connsiteY20" fmla="*/ 1483462 h 2495836"/>
                <a:gd name="connsiteX21" fmla="*/ 5705675 w 5705675"/>
                <a:gd name="connsiteY21" fmla="*/ 1131609 h 2495836"/>
                <a:gd name="connsiteX0" fmla="*/ 0 w 5742377"/>
                <a:gd name="connsiteY0" fmla="*/ 142151 h 2495836"/>
                <a:gd name="connsiteX1" fmla="*/ 643106 w 5742377"/>
                <a:gd name="connsiteY1" fmla="*/ 356946 h 2495836"/>
                <a:gd name="connsiteX2" fmla="*/ 1077182 w 5742377"/>
                <a:gd name="connsiteY2" fmla="*/ 199736 h 2495836"/>
                <a:gd name="connsiteX3" fmla="*/ 1684632 w 5742377"/>
                <a:gd name="connsiteY3" fmla="*/ 134 h 2495836"/>
                <a:gd name="connsiteX4" fmla="*/ 2285278 w 5742377"/>
                <a:gd name="connsiteY4" fmla="*/ 221209 h 2495836"/>
                <a:gd name="connsiteX5" fmla="*/ 2460157 w 5742377"/>
                <a:gd name="connsiteY5" fmla="*/ 444189 h 2495836"/>
                <a:gd name="connsiteX6" fmla="*/ 2431106 w 5742377"/>
                <a:gd name="connsiteY6" fmla="*/ 705555 h 2495836"/>
                <a:gd name="connsiteX7" fmla="*/ 2287564 w 5742377"/>
                <a:gd name="connsiteY7" fmla="*/ 1021500 h 2495836"/>
                <a:gd name="connsiteX8" fmla="*/ 2255941 w 5742377"/>
                <a:gd name="connsiteY8" fmla="*/ 1535659 h 2495836"/>
                <a:gd name="connsiteX9" fmla="*/ 2379385 w 5742377"/>
                <a:gd name="connsiteY9" fmla="*/ 1865986 h 2495836"/>
                <a:gd name="connsiteX10" fmla="*/ 2514354 w 5742377"/>
                <a:gd name="connsiteY10" fmla="*/ 2121637 h 2495836"/>
                <a:gd name="connsiteX11" fmla="*/ 2724000 w 5742377"/>
                <a:gd name="connsiteY11" fmla="*/ 2331378 h 2495836"/>
                <a:gd name="connsiteX12" fmla="*/ 3096237 w 5742377"/>
                <a:gd name="connsiteY12" fmla="*/ 2427199 h 2495836"/>
                <a:gd name="connsiteX13" fmla="*/ 3457615 w 5742377"/>
                <a:gd name="connsiteY13" fmla="*/ 2427199 h 2495836"/>
                <a:gd name="connsiteX14" fmla="*/ 3713742 w 5742377"/>
                <a:gd name="connsiteY14" fmla="*/ 2442439 h 2495836"/>
                <a:gd name="connsiteX15" fmla="*/ 4029401 w 5742377"/>
                <a:gd name="connsiteY15" fmla="*/ 2475682 h 2495836"/>
                <a:gd name="connsiteX16" fmla="*/ 4291053 w 5742377"/>
                <a:gd name="connsiteY16" fmla="*/ 2486730 h 2495836"/>
                <a:gd name="connsiteX17" fmla="*/ 4458597 w 5742377"/>
                <a:gd name="connsiteY17" fmla="*/ 2403577 h 2495836"/>
                <a:gd name="connsiteX18" fmla="*/ 4699199 w 5742377"/>
                <a:gd name="connsiteY18" fmla="*/ 2220792 h 2495836"/>
                <a:gd name="connsiteX19" fmla="*/ 5182497 w 5742377"/>
                <a:gd name="connsiteY19" fmla="*/ 1756353 h 2495836"/>
                <a:gd name="connsiteX20" fmla="*/ 5455294 w 5742377"/>
                <a:gd name="connsiteY20" fmla="*/ 1483462 h 2495836"/>
                <a:gd name="connsiteX21" fmla="*/ 5742377 w 5742377"/>
                <a:gd name="connsiteY21" fmla="*/ 1131609 h 2495836"/>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82497 w 5742377"/>
                <a:gd name="connsiteY19" fmla="*/ 1765831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699199 w 5742377"/>
                <a:gd name="connsiteY18" fmla="*/ 2230270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2724000 w 5742377"/>
                <a:gd name="connsiteY11" fmla="*/ 2340856 h 2505314"/>
                <a:gd name="connsiteX12" fmla="*/ 3096237 w 5742377"/>
                <a:gd name="connsiteY12" fmla="*/ 2436677 h 2505314"/>
                <a:gd name="connsiteX13" fmla="*/ 3457615 w 5742377"/>
                <a:gd name="connsiteY13" fmla="*/ 2436677 h 2505314"/>
                <a:gd name="connsiteX14" fmla="*/ 3713742 w 5742377"/>
                <a:gd name="connsiteY14" fmla="*/ 2451917 h 2505314"/>
                <a:gd name="connsiteX15" fmla="*/ 4029401 w 5742377"/>
                <a:gd name="connsiteY15" fmla="*/ 2485160 h 2505314"/>
                <a:gd name="connsiteX16" fmla="*/ 4291053 w 5742377"/>
                <a:gd name="connsiteY16" fmla="*/ 2496208 h 2505314"/>
                <a:gd name="connsiteX17" fmla="*/ 4458597 w 5742377"/>
                <a:gd name="connsiteY17" fmla="*/ 2413055 h 2505314"/>
                <a:gd name="connsiteX18" fmla="*/ 4777675 w 5742377"/>
                <a:gd name="connsiteY18" fmla="*/ 2239314 h 2505314"/>
                <a:gd name="connsiteX19" fmla="*/ 5190753 w 5742377"/>
                <a:gd name="connsiteY19" fmla="*/ 1700730 h 2505314"/>
                <a:gd name="connsiteX20" fmla="*/ 5455294 w 5742377"/>
                <a:gd name="connsiteY20" fmla="*/ 1492940 h 2505314"/>
                <a:gd name="connsiteX21" fmla="*/ 5742377 w 5742377"/>
                <a:gd name="connsiteY21"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514354 w 5742377"/>
                <a:gd name="connsiteY10" fmla="*/ 2131115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96237 w 5742377"/>
                <a:gd name="connsiteY11" fmla="*/ 2436677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379385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255941 w 5742377"/>
                <a:gd name="connsiteY8" fmla="*/ 1545137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287564 w 5742377"/>
                <a:gd name="connsiteY7" fmla="*/ 1030978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457615 w 5742377"/>
                <a:gd name="connsiteY12" fmla="*/ 2436677 h 2505314"/>
                <a:gd name="connsiteX13" fmla="*/ 3713742 w 5742377"/>
                <a:gd name="connsiteY13" fmla="*/ 2451917 h 2505314"/>
                <a:gd name="connsiteX14" fmla="*/ 4029401 w 5742377"/>
                <a:gd name="connsiteY14" fmla="*/ 2485160 h 2505314"/>
                <a:gd name="connsiteX15" fmla="*/ 4291053 w 5742377"/>
                <a:gd name="connsiteY15" fmla="*/ 2496208 h 2505314"/>
                <a:gd name="connsiteX16" fmla="*/ 4458597 w 5742377"/>
                <a:gd name="connsiteY16" fmla="*/ 2413055 h 2505314"/>
                <a:gd name="connsiteX17" fmla="*/ 4777675 w 5742377"/>
                <a:gd name="connsiteY17" fmla="*/ 2239314 h 2505314"/>
                <a:gd name="connsiteX18" fmla="*/ 5190753 w 5742377"/>
                <a:gd name="connsiteY18" fmla="*/ 1700730 h 2505314"/>
                <a:gd name="connsiteX19" fmla="*/ 5455294 w 5742377"/>
                <a:gd name="connsiteY19" fmla="*/ 1492940 h 2505314"/>
                <a:gd name="connsiteX20" fmla="*/ 5742377 w 5742377"/>
                <a:gd name="connsiteY20"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777675 w 5742377"/>
                <a:gd name="connsiteY16" fmla="*/ 2239314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505314"/>
                <a:gd name="connsiteX1" fmla="*/ 643106 w 5742377"/>
                <a:gd name="connsiteY1" fmla="*/ 366424 h 2505314"/>
                <a:gd name="connsiteX2" fmla="*/ 1077182 w 5742377"/>
                <a:gd name="connsiteY2" fmla="*/ 209214 h 2505314"/>
                <a:gd name="connsiteX3" fmla="*/ 1684632 w 5742377"/>
                <a:gd name="connsiteY3" fmla="*/ 9612 h 2505314"/>
                <a:gd name="connsiteX4" fmla="*/ 2285278 w 5742377"/>
                <a:gd name="connsiteY4" fmla="*/ 230687 h 2505314"/>
                <a:gd name="connsiteX5" fmla="*/ 2460157 w 5742377"/>
                <a:gd name="connsiteY5" fmla="*/ 453667 h 2505314"/>
                <a:gd name="connsiteX6" fmla="*/ 2431106 w 5742377"/>
                <a:gd name="connsiteY6" fmla="*/ 715033 h 2505314"/>
                <a:gd name="connsiteX7" fmla="*/ 2337771 w 5742377"/>
                <a:gd name="connsiteY7" fmla="*/ 1113310 h 2505314"/>
                <a:gd name="connsiteX8" fmla="*/ 2322215 w 5742377"/>
                <a:gd name="connsiteY8" fmla="*/ 1547490 h 2505314"/>
                <a:gd name="connsiteX9" fmla="*/ 2405492 w 5742377"/>
                <a:gd name="connsiteY9" fmla="*/ 1875464 h 2505314"/>
                <a:gd name="connsiteX10" fmla="*/ 2632843 w 5742377"/>
                <a:gd name="connsiteY10" fmla="*/ 2154638 h 2505314"/>
                <a:gd name="connsiteX11" fmla="*/ 3035989 w 5742377"/>
                <a:gd name="connsiteY11" fmla="*/ 2314355 h 2505314"/>
                <a:gd name="connsiteX12" fmla="*/ 3713742 w 5742377"/>
                <a:gd name="connsiteY12" fmla="*/ 2451917 h 2505314"/>
                <a:gd name="connsiteX13" fmla="*/ 4029401 w 5742377"/>
                <a:gd name="connsiteY13" fmla="*/ 2485160 h 2505314"/>
                <a:gd name="connsiteX14" fmla="*/ 4291053 w 5742377"/>
                <a:gd name="connsiteY14" fmla="*/ 2496208 h 2505314"/>
                <a:gd name="connsiteX15" fmla="*/ 4458597 w 5742377"/>
                <a:gd name="connsiteY15" fmla="*/ 2413055 h 2505314"/>
                <a:gd name="connsiteX16" fmla="*/ 4691319 w 5742377"/>
                <a:gd name="connsiteY16" fmla="*/ 2067593 h 2505314"/>
                <a:gd name="connsiteX17" fmla="*/ 5190753 w 5742377"/>
                <a:gd name="connsiteY17" fmla="*/ 1700730 h 2505314"/>
                <a:gd name="connsiteX18" fmla="*/ 5455294 w 5742377"/>
                <a:gd name="connsiteY18" fmla="*/ 1492940 h 2505314"/>
                <a:gd name="connsiteX19" fmla="*/ 5742377 w 5742377"/>
                <a:gd name="connsiteY19" fmla="*/ 1141087 h 2505314"/>
                <a:gd name="connsiteX0" fmla="*/ 0 w 5742377"/>
                <a:gd name="connsiteY0" fmla="*/ 151629 h 2486937"/>
                <a:gd name="connsiteX1" fmla="*/ 643106 w 5742377"/>
                <a:gd name="connsiteY1" fmla="*/ 366424 h 2486937"/>
                <a:gd name="connsiteX2" fmla="*/ 1077182 w 5742377"/>
                <a:gd name="connsiteY2" fmla="*/ 209214 h 2486937"/>
                <a:gd name="connsiteX3" fmla="*/ 1684632 w 5742377"/>
                <a:gd name="connsiteY3" fmla="*/ 9612 h 2486937"/>
                <a:gd name="connsiteX4" fmla="*/ 2285278 w 5742377"/>
                <a:gd name="connsiteY4" fmla="*/ 230687 h 2486937"/>
                <a:gd name="connsiteX5" fmla="*/ 2460157 w 5742377"/>
                <a:gd name="connsiteY5" fmla="*/ 453667 h 2486937"/>
                <a:gd name="connsiteX6" fmla="*/ 2431106 w 5742377"/>
                <a:gd name="connsiteY6" fmla="*/ 715033 h 2486937"/>
                <a:gd name="connsiteX7" fmla="*/ 2337771 w 5742377"/>
                <a:gd name="connsiteY7" fmla="*/ 1113310 h 2486937"/>
                <a:gd name="connsiteX8" fmla="*/ 2322215 w 5742377"/>
                <a:gd name="connsiteY8" fmla="*/ 1547490 h 2486937"/>
                <a:gd name="connsiteX9" fmla="*/ 2405492 w 5742377"/>
                <a:gd name="connsiteY9" fmla="*/ 1875464 h 2486937"/>
                <a:gd name="connsiteX10" fmla="*/ 2632843 w 5742377"/>
                <a:gd name="connsiteY10" fmla="*/ 2154638 h 2486937"/>
                <a:gd name="connsiteX11" fmla="*/ 3035989 w 5742377"/>
                <a:gd name="connsiteY11" fmla="*/ 2314355 h 2486937"/>
                <a:gd name="connsiteX12" fmla="*/ 3713742 w 5742377"/>
                <a:gd name="connsiteY12" fmla="*/ 2451917 h 2486937"/>
                <a:gd name="connsiteX13" fmla="*/ 4029401 w 5742377"/>
                <a:gd name="connsiteY13" fmla="*/ 2485160 h 2486937"/>
                <a:gd name="connsiteX14" fmla="*/ 4458597 w 5742377"/>
                <a:gd name="connsiteY14" fmla="*/ 2413055 h 2486937"/>
                <a:gd name="connsiteX15" fmla="*/ 4691319 w 5742377"/>
                <a:gd name="connsiteY15" fmla="*/ 2067593 h 2486937"/>
                <a:gd name="connsiteX16" fmla="*/ 5190753 w 5742377"/>
                <a:gd name="connsiteY16" fmla="*/ 1700730 h 2486937"/>
                <a:gd name="connsiteX17" fmla="*/ 5455294 w 5742377"/>
                <a:gd name="connsiteY17" fmla="*/ 1492940 h 2486937"/>
                <a:gd name="connsiteX18" fmla="*/ 5742377 w 5742377"/>
                <a:gd name="connsiteY18" fmla="*/ 1141087 h 2486937"/>
                <a:gd name="connsiteX0" fmla="*/ 0 w 5742377"/>
                <a:gd name="connsiteY0" fmla="*/ 151629 h 2511607"/>
                <a:gd name="connsiteX1" fmla="*/ 643106 w 5742377"/>
                <a:gd name="connsiteY1" fmla="*/ 366424 h 2511607"/>
                <a:gd name="connsiteX2" fmla="*/ 1077182 w 5742377"/>
                <a:gd name="connsiteY2" fmla="*/ 209214 h 2511607"/>
                <a:gd name="connsiteX3" fmla="*/ 1684632 w 5742377"/>
                <a:gd name="connsiteY3" fmla="*/ 9612 h 2511607"/>
                <a:gd name="connsiteX4" fmla="*/ 2285278 w 5742377"/>
                <a:gd name="connsiteY4" fmla="*/ 230687 h 2511607"/>
                <a:gd name="connsiteX5" fmla="*/ 2460157 w 5742377"/>
                <a:gd name="connsiteY5" fmla="*/ 453667 h 2511607"/>
                <a:gd name="connsiteX6" fmla="*/ 2431106 w 5742377"/>
                <a:gd name="connsiteY6" fmla="*/ 715033 h 2511607"/>
                <a:gd name="connsiteX7" fmla="*/ 2337771 w 5742377"/>
                <a:gd name="connsiteY7" fmla="*/ 1113310 h 2511607"/>
                <a:gd name="connsiteX8" fmla="*/ 2322215 w 5742377"/>
                <a:gd name="connsiteY8" fmla="*/ 1547490 h 2511607"/>
                <a:gd name="connsiteX9" fmla="*/ 2405492 w 5742377"/>
                <a:gd name="connsiteY9" fmla="*/ 1875464 h 2511607"/>
                <a:gd name="connsiteX10" fmla="*/ 2632843 w 5742377"/>
                <a:gd name="connsiteY10" fmla="*/ 2154638 h 2511607"/>
                <a:gd name="connsiteX11" fmla="*/ 3035989 w 5742377"/>
                <a:gd name="connsiteY11" fmla="*/ 2314355 h 2511607"/>
                <a:gd name="connsiteX12" fmla="*/ 3713742 w 5742377"/>
                <a:gd name="connsiteY12" fmla="*/ 2451917 h 2511607"/>
                <a:gd name="connsiteX13" fmla="*/ 4029401 w 5742377"/>
                <a:gd name="connsiteY13" fmla="*/ 2485160 h 2511607"/>
                <a:gd name="connsiteX14" fmla="*/ 4691319 w 5742377"/>
                <a:gd name="connsiteY14" fmla="*/ 2067593 h 2511607"/>
                <a:gd name="connsiteX15" fmla="*/ 5190753 w 5742377"/>
                <a:gd name="connsiteY15" fmla="*/ 1700730 h 2511607"/>
                <a:gd name="connsiteX16" fmla="*/ 5455294 w 5742377"/>
                <a:gd name="connsiteY16" fmla="*/ 1492940 h 2511607"/>
                <a:gd name="connsiteX17" fmla="*/ 5742377 w 5742377"/>
                <a:gd name="connsiteY17" fmla="*/ 1141087 h 2511607"/>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190753 w 5742377"/>
                <a:gd name="connsiteY15" fmla="*/ 1700730 h 2451939"/>
                <a:gd name="connsiteX16" fmla="*/ 5455294 w 5742377"/>
                <a:gd name="connsiteY16" fmla="*/ 1492940 h 2451939"/>
                <a:gd name="connsiteX17" fmla="*/ 5742377 w 5742377"/>
                <a:gd name="connsiteY17" fmla="*/ 1141087 h 2451939"/>
                <a:gd name="connsiteX0" fmla="*/ 0 w 5742377"/>
                <a:gd name="connsiteY0" fmla="*/ 151629 h 2451939"/>
                <a:gd name="connsiteX1" fmla="*/ 643106 w 5742377"/>
                <a:gd name="connsiteY1" fmla="*/ 366424 h 2451939"/>
                <a:gd name="connsiteX2" fmla="*/ 1077182 w 5742377"/>
                <a:gd name="connsiteY2" fmla="*/ 209214 h 2451939"/>
                <a:gd name="connsiteX3" fmla="*/ 1684632 w 5742377"/>
                <a:gd name="connsiteY3" fmla="*/ 9612 h 2451939"/>
                <a:gd name="connsiteX4" fmla="*/ 2285278 w 5742377"/>
                <a:gd name="connsiteY4" fmla="*/ 230687 h 2451939"/>
                <a:gd name="connsiteX5" fmla="*/ 2460157 w 5742377"/>
                <a:gd name="connsiteY5" fmla="*/ 453667 h 2451939"/>
                <a:gd name="connsiteX6" fmla="*/ 2431106 w 5742377"/>
                <a:gd name="connsiteY6" fmla="*/ 715033 h 2451939"/>
                <a:gd name="connsiteX7" fmla="*/ 2337771 w 5742377"/>
                <a:gd name="connsiteY7" fmla="*/ 1113310 h 2451939"/>
                <a:gd name="connsiteX8" fmla="*/ 2322215 w 5742377"/>
                <a:gd name="connsiteY8" fmla="*/ 1547490 h 2451939"/>
                <a:gd name="connsiteX9" fmla="*/ 2405492 w 5742377"/>
                <a:gd name="connsiteY9" fmla="*/ 1875464 h 2451939"/>
                <a:gd name="connsiteX10" fmla="*/ 2632843 w 5742377"/>
                <a:gd name="connsiteY10" fmla="*/ 2154638 h 2451939"/>
                <a:gd name="connsiteX11" fmla="*/ 3035989 w 5742377"/>
                <a:gd name="connsiteY11" fmla="*/ 2314355 h 2451939"/>
                <a:gd name="connsiteX12" fmla="*/ 3713742 w 5742377"/>
                <a:gd name="connsiteY12" fmla="*/ 2451917 h 2451939"/>
                <a:gd name="connsiteX13" fmla="*/ 4262361 w 5742377"/>
                <a:gd name="connsiteY13" fmla="*/ 2322850 h 2451939"/>
                <a:gd name="connsiteX14" fmla="*/ 4691319 w 5742377"/>
                <a:gd name="connsiteY14" fmla="*/ 2067593 h 2451939"/>
                <a:gd name="connsiteX15" fmla="*/ 5098372 w 5742377"/>
                <a:gd name="connsiteY15" fmla="*/ 1613693 h 2451939"/>
                <a:gd name="connsiteX16" fmla="*/ 5455294 w 5742377"/>
                <a:gd name="connsiteY16" fmla="*/ 1492940 h 2451939"/>
                <a:gd name="connsiteX17" fmla="*/ 5742377 w 5742377"/>
                <a:gd name="connsiteY17" fmla="*/ 1141087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123950"/>
                <a:gd name="connsiteY0" fmla="*/ 151629 h 2451939"/>
                <a:gd name="connsiteX1" fmla="*/ 643106 w 6123950"/>
                <a:gd name="connsiteY1" fmla="*/ 366424 h 2451939"/>
                <a:gd name="connsiteX2" fmla="*/ 1077182 w 6123950"/>
                <a:gd name="connsiteY2" fmla="*/ 209214 h 2451939"/>
                <a:gd name="connsiteX3" fmla="*/ 1684632 w 6123950"/>
                <a:gd name="connsiteY3" fmla="*/ 9612 h 2451939"/>
                <a:gd name="connsiteX4" fmla="*/ 2285278 w 6123950"/>
                <a:gd name="connsiteY4" fmla="*/ 230687 h 2451939"/>
                <a:gd name="connsiteX5" fmla="*/ 2460157 w 6123950"/>
                <a:gd name="connsiteY5" fmla="*/ 453667 h 2451939"/>
                <a:gd name="connsiteX6" fmla="*/ 2431106 w 6123950"/>
                <a:gd name="connsiteY6" fmla="*/ 715033 h 2451939"/>
                <a:gd name="connsiteX7" fmla="*/ 2337771 w 6123950"/>
                <a:gd name="connsiteY7" fmla="*/ 1113310 h 2451939"/>
                <a:gd name="connsiteX8" fmla="*/ 2322215 w 6123950"/>
                <a:gd name="connsiteY8" fmla="*/ 1547490 h 2451939"/>
                <a:gd name="connsiteX9" fmla="*/ 2405492 w 6123950"/>
                <a:gd name="connsiteY9" fmla="*/ 1875464 h 2451939"/>
                <a:gd name="connsiteX10" fmla="*/ 2632843 w 6123950"/>
                <a:gd name="connsiteY10" fmla="*/ 2154638 h 2451939"/>
                <a:gd name="connsiteX11" fmla="*/ 3035989 w 6123950"/>
                <a:gd name="connsiteY11" fmla="*/ 2314355 h 2451939"/>
                <a:gd name="connsiteX12" fmla="*/ 3713742 w 6123950"/>
                <a:gd name="connsiteY12" fmla="*/ 2451917 h 2451939"/>
                <a:gd name="connsiteX13" fmla="*/ 4262361 w 6123950"/>
                <a:gd name="connsiteY13" fmla="*/ 2322850 h 2451939"/>
                <a:gd name="connsiteX14" fmla="*/ 4691319 w 6123950"/>
                <a:gd name="connsiteY14" fmla="*/ 2067593 h 2451939"/>
                <a:gd name="connsiteX15" fmla="*/ 5098372 w 6123950"/>
                <a:gd name="connsiteY15" fmla="*/ 1613693 h 2451939"/>
                <a:gd name="connsiteX16" fmla="*/ 5455294 w 6123950"/>
                <a:gd name="connsiteY16" fmla="*/ 1492940 h 2451939"/>
                <a:gd name="connsiteX17" fmla="*/ 6123950 w 6123950"/>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8226 h 2451939"/>
                <a:gd name="connsiteX1" fmla="*/ 1185788 w 6666632"/>
                <a:gd name="connsiteY1" fmla="*/ 366424 h 2451939"/>
                <a:gd name="connsiteX2" fmla="*/ 1619864 w 6666632"/>
                <a:gd name="connsiteY2" fmla="*/ 209214 h 2451939"/>
                <a:gd name="connsiteX3" fmla="*/ 2227314 w 6666632"/>
                <a:gd name="connsiteY3" fmla="*/ 9612 h 2451939"/>
                <a:gd name="connsiteX4" fmla="*/ 2827960 w 6666632"/>
                <a:gd name="connsiteY4" fmla="*/ 230687 h 2451939"/>
                <a:gd name="connsiteX5" fmla="*/ 3002839 w 6666632"/>
                <a:gd name="connsiteY5" fmla="*/ 453667 h 2451939"/>
                <a:gd name="connsiteX6" fmla="*/ 2973788 w 6666632"/>
                <a:gd name="connsiteY6" fmla="*/ 715033 h 2451939"/>
                <a:gd name="connsiteX7" fmla="*/ 2880453 w 6666632"/>
                <a:gd name="connsiteY7" fmla="*/ 1113310 h 2451939"/>
                <a:gd name="connsiteX8" fmla="*/ 2864897 w 6666632"/>
                <a:gd name="connsiteY8" fmla="*/ 1547490 h 2451939"/>
                <a:gd name="connsiteX9" fmla="*/ 2948174 w 6666632"/>
                <a:gd name="connsiteY9" fmla="*/ 1875464 h 2451939"/>
                <a:gd name="connsiteX10" fmla="*/ 3175525 w 6666632"/>
                <a:gd name="connsiteY10" fmla="*/ 2154638 h 2451939"/>
                <a:gd name="connsiteX11" fmla="*/ 3578671 w 6666632"/>
                <a:gd name="connsiteY11" fmla="*/ 2314355 h 2451939"/>
                <a:gd name="connsiteX12" fmla="*/ 4256424 w 6666632"/>
                <a:gd name="connsiteY12" fmla="*/ 2451917 h 2451939"/>
                <a:gd name="connsiteX13" fmla="*/ 4805043 w 6666632"/>
                <a:gd name="connsiteY13" fmla="*/ 2322850 h 2451939"/>
                <a:gd name="connsiteX14" fmla="*/ 5234001 w 6666632"/>
                <a:gd name="connsiteY14" fmla="*/ 2067593 h 2451939"/>
                <a:gd name="connsiteX15" fmla="*/ 5641054 w 6666632"/>
                <a:gd name="connsiteY15" fmla="*/ 1613693 h 2451939"/>
                <a:gd name="connsiteX16" fmla="*/ 5997976 w 6666632"/>
                <a:gd name="connsiteY16" fmla="*/ 1492940 h 2451939"/>
                <a:gd name="connsiteX17" fmla="*/ 6666632 w 6666632"/>
                <a:gd name="connsiteY17" fmla="*/ 1004650 h 2451939"/>
                <a:gd name="connsiteX0" fmla="*/ 0 w 6666632"/>
                <a:gd name="connsiteY0" fmla="*/ 405598 h 2449311"/>
                <a:gd name="connsiteX1" fmla="*/ 1101149 w 6666632"/>
                <a:gd name="connsiteY1" fmla="*/ 465852 h 2449311"/>
                <a:gd name="connsiteX2" fmla="*/ 1619864 w 6666632"/>
                <a:gd name="connsiteY2" fmla="*/ 206586 h 2449311"/>
                <a:gd name="connsiteX3" fmla="*/ 2227314 w 6666632"/>
                <a:gd name="connsiteY3" fmla="*/ 6984 h 2449311"/>
                <a:gd name="connsiteX4" fmla="*/ 2827960 w 6666632"/>
                <a:gd name="connsiteY4" fmla="*/ 228059 h 2449311"/>
                <a:gd name="connsiteX5" fmla="*/ 3002839 w 6666632"/>
                <a:gd name="connsiteY5" fmla="*/ 451039 h 2449311"/>
                <a:gd name="connsiteX6" fmla="*/ 2973788 w 6666632"/>
                <a:gd name="connsiteY6" fmla="*/ 712405 h 2449311"/>
                <a:gd name="connsiteX7" fmla="*/ 2880453 w 6666632"/>
                <a:gd name="connsiteY7" fmla="*/ 1110682 h 2449311"/>
                <a:gd name="connsiteX8" fmla="*/ 2864897 w 6666632"/>
                <a:gd name="connsiteY8" fmla="*/ 1544862 h 2449311"/>
                <a:gd name="connsiteX9" fmla="*/ 2948174 w 6666632"/>
                <a:gd name="connsiteY9" fmla="*/ 1872836 h 2449311"/>
                <a:gd name="connsiteX10" fmla="*/ 3175525 w 6666632"/>
                <a:gd name="connsiteY10" fmla="*/ 2152010 h 2449311"/>
                <a:gd name="connsiteX11" fmla="*/ 3578671 w 6666632"/>
                <a:gd name="connsiteY11" fmla="*/ 2311727 h 2449311"/>
                <a:gd name="connsiteX12" fmla="*/ 4256424 w 6666632"/>
                <a:gd name="connsiteY12" fmla="*/ 2449289 h 2449311"/>
                <a:gd name="connsiteX13" fmla="*/ 4805043 w 6666632"/>
                <a:gd name="connsiteY13" fmla="*/ 2320222 h 2449311"/>
                <a:gd name="connsiteX14" fmla="*/ 5234001 w 6666632"/>
                <a:gd name="connsiteY14" fmla="*/ 2064965 h 2449311"/>
                <a:gd name="connsiteX15" fmla="*/ 5641054 w 6666632"/>
                <a:gd name="connsiteY15" fmla="*/ 1611065 h 2449311"/>
                <a:gd name="connsiteX16" fmla="*/ 5997976 w 6666632"/>
                <a:gd name="connsiteY16" fmla="*/ 1490312 h 2449311"/>
                <a:gd name="connsiteX17" fmla="*/ 6666632 w 6666632"/>
                <a:gd name="connsiteY17" fmla="*/ 1002022 h 2449311"/>
                <a:gd name="connsiteX0" fmla="*/ 0 w 6666632"/>
                <a:gd name="connsiteY0" fmla="*/ 399415 h 2443128"/>
                <a:gd name="connsiteX1" fmla="*/ 1101149 w 6666632"/>
                <a:gd name="connsiteY1" fmla="*/ 459669 h 2443128"/>
                <a:gd name="connsiteX2" fmla="*/ 1587502 w 6666632"/>
                <a:gd name="connsiteY2" fmla="*/ 159581 h 2443128"/>
                <a:gd name="connsiteX3" fmla="*/ 2227314 w 6666632"/>
                <a:gd name="connsiteY3" fmla="*/ 801 h 2443128"/>
                <a:gd name="connsiteX4" fmla="*/ 2827960 w 6666632"/>
                <a:gd name="connsiteY4" fmla="*/ 221876 h 2443128"/>
                <a:gd name="connsiteX5" fmla="*/ 3002839 w 6666632"/>
                <a:gd name="connsiteY5" fmla="*/ 444856 h 2443128"/>
                <a:gd name="connsiteX6" fmla="*/ 2973788 w 6666632"/>
                <a:gd name="connsiteY6" fmla="*/ 706222 h 2443128"/>
                <a:gd name="connsiteX7" fmla="*/ 2880453 w 6666632"/>
                <a:gd name="connsiteY7" fmla="*/ 1104499 h 2443128"/>
                <a:gd name="connsiteX8" fmla="*/ 2864897 w 6666632"/>
                <a:gd name="connsiteY8" fmla="*/ 1538679 h 2443128"/>
                <a:gd name="connsiteX9" fmla="*/ 2948174 w 6666632"/>
                <a:gd name="connsiteY9" fmla="*/ 1866653 h 2443128"/>
                <a:gd name="connsiteX10" fmla="*/ 3175525 w 6666632"/>
                <a:gd name="connsiteY10" fmla="*/ 2145827 h 2443128"/>
                <a:gd name="connsiteX11" fmla="*/ 3578671 w 6666632"/>
                <a:gd name="connsiteY11" fmla="*/ 2305544 h 2443128"/>
                <a:gd name="connsiteX12" fmla="*/ 4256424 w 6666632"/>
                <a:gd name="connsiteY12" fmla="*/ 2443106 h 2443128"/>
                <a:gd name="connsiteX13" fmla="*/ 4805043 w 6666632"/>
                <a:gd name="connsiteY13" fmla="*/ 2314039 h 2443128"/>
                <a:gd name="connsiteX14" fmla="*/ 5234001 w 6666632"/>
                <a:gd name="connsiteY14" fmla="*/ 2058782 h 2443128"/>
                <a:gd name="connsiteX15" fmla="*/ 5641054 w 6666632"/>
                <a:gd name="connsiteY15" fmla="*/ 1604882 h 2443128"/>
                <a:gd name="connsiteX16" fmla="*/ 5997976 w 6666632"/>
                <a:gd name="connsiteY16" fmla="*/ 1484129 h 2443128"/>
                <a:gd name="connsiteX17" fmla="*/ 6666632 w 6666632"/>
                <a:gd name="connsiteY17" fmla="*/ 995839 h 2443128"/>
                <a:gd name="connsiteX0" fmla="*/ 0 w 6666632"/>
                <a:gd name="connsiteY0" fmla="*/ 399359 h 2443072"/>
                <a:gd name="connsiteX1" fmla="*/ 1051362 w 6666632"/>
                <a:gd name="connsiteY1" fmla="*/ 412959 h 2443072"/>
                <a:gd name="connsiteX2" fmla="*/ 1587502 w 6666632"/>
                <a:gd name="connsiteY2" fmla="*/ 159525 h 2443072"/>
                <a:gd name="connsiteX3" fmla="*/ 2227314 w 6666632"/>
                <a:gd name="connsiteY3" fmla="*/ 745 h 2443072"/>
                <a:gd name="connsiteX4" fmla="*/ 2827960 w 6666632"/>
                <a:gd name="connsiteY4" fmla="*/ 221820 h 2443072"/>
                <a:gd name="connsiteX5" fmla="*/ 3002839 w 6666632"/>
                <a:gd name="connsiteY5" fmla="*/ 444800 h 2443072"/>
                <a:gd name="connsiteX6" fmla="*/ 2973788 w 6666632"/>
                <a:gd name="connsiteY6" fmla="*/ 706166 h 2443072"/>
                <a:gd name="connsiteX7" fmla="*/ 2880453 w 6666632"/>
                <a:gd name="connsiteY7" fmla="*/ 1104443 h 2443072"/>
                <a:gd name="connsiteX8" fmla="*/ 2864897 w 6666632"/>
                <a:gd name="connsiteY8" fmla="*/ 1538623 h 2443072"/>
                <a:gd name="connsiteX9" fmla="*/ 2948174 w 6666632"/>
                <a:gd name="connsiteY9" fmla="*/ 1866597 h 2443072"/>
                <a:gd name="connsiteX10" fmla="*/ 3175525 w 6666632"/>
                <a:gd name="connsiteY10" fmla="*/ 2145771 h 2443072"/>
                <a:gd name="connsiteX11" fmla="*/ 3578671 w 6666632"/>
                <a:gd name="connsiteY11" fmla="*/ 2305488 h 2443072"/>
                <a:gd name="connsiteX12" fmla="*/ 4256424 w 6666632"/>
                <a:gd name="connsiteY12" fmla="*/ 2443050 h 2443072"/>
                <a:gd name="connsiteX13" fmla="*/ 4805043 w 6666632"/>
                <a:gd name="connsiteY13" fmla="*/ 2313983 h 2443072"/>
                <a:gd name="connsiteX14" fmla="*/ 5234001 w 6666632"/>
                <a:gd name="connsiteY14" fmla="*/ 2058726 h 2443072"/>
                <a:gd name="connsiteX15" fmla="*/ 5641054 w 6666632"/>
                <a:gd name="connsiteY15" fmla="*/ 1604826 h 2443072"/>
                <a:gd name="connsiteX16" fmla="*/ 5997976 w 6666632"/>
                <a:gd name="connsiteY16" fmla="*/ 1484073 h 2443072"/>
                <a:gd name="connsiteX17" fmla="*/ 6666632 w 6666632"/>
                <a:gd name="connsiteY17" fmla="*/ 995783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175525 w 6678516"/>
                <a:gd name="connsiteY10" fmla="*/ 2145771 h 2443072"/>
                <a:gd name="connsiteX11" fmla="*/ 3578671 w 6678516"/>
                <a:gd name="connsiteY11" fmla="*/ 2305488 h 2443072"/>
                <a:gd name="connsiteX12" fmla="*/ 4256424 w 6678516"/>
                <a:gd name="connsiteY12" fmla="*/ 2443050 h 2443072"/>
                <a:gd name="connsiteX13" fmla="*/ 4805043 w 6678516"/>
                <a:gd name="connsiteY13" fmla="*/ 2313983 h 2443072"/>
                <a:gd name="connsiteX14" fmla="*/ 5234001 w 6678516"/>
                <a:gd name="connsiteY14" fmla="*/ 2058726 h 2443072"/>
                <a:gd name="connsiteX15" fmla="*/ 5641054 w 6678516"/>
                <a:gd name="connsiteY15" fmla="*/ 1604826 h 2443072"/>
                <a:gd name="connsiteX16" fmla="*/ 5997976 w 6678516"/>
                <a:gd name="connsiteY16" fmla="*/ 1484073 h 2443072"/>
                <a:gd name="connsiteX17" fmla="*/ 6678516 w 6678516"/>
                <a:gd name="connsiteY17"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2948174 w 6678516"/>
                <a:gd name="connsiteY9" fmla="*/ 1866597 h 2443072"/>
                <a:gd name="connsiteX10" fmla="*/ 3578671 w 6678516"/>
                <a:gd name="connsiteY10" fmla="*/ 2305488 h 2443072"/>
                <a:gd name="connsiteX11" fmla="*/ 4256424 w 6678516"/>
                <a:gd name="connsiteY11" fmla="*/ 2443050 h 2443072"/>
                <a:gd name="connsiteX12" fmla="*/ 4805043 w 6678516"/>
                <a:gd name="connsiteY12" fmla="*/ 2313983 h 2443072"/>
                <a:gd name="connsiteX13" fmla="*/ 5234001 w 6678516"/>
                <a:gd name="connsiteY13" fmla="*/ 2058726 h 2443072"/>
                <a:gd name="connsiteX14" fmla="*/ 5641054 w 6678516"/>
                <a:gd name="connsiteY14" fmla="*/ 1604826 h 2443072"/>
                <a:gd name="connsiteX15" fmla="*/ 5997976 w 6678516"/>
                <a:gd name="connsiteY15" fmla="*/ 1484073 h 2443072"/>
                <a:gd name="connsiteX16" fmla="*/ 6678516 w 6678516"/>
                <a:gd name="connsiteY16"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2864897 w 6678516"/>
                <a:gd name="connsiteY8" fmla="*/ 1538623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880453 w 6678516"/>
                <a:gd name="connsiteY7" fmla="*/ 1104443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72"/>
                <a:gd name="connsiteX1" fmla="*/ 1051362 w 6678516"/>
                <a:gd name="connsiteY1" fmla="*/ 412959 h 2443072"/>
                <a:gd name="connsiteX2" fmla="*/ 1587502 w 6678516"/>
                <a:gd name="connsiteY2" fmla="*/ 159525 h 2443072"/>
                <a:gd name="connsiteX3" fmla="*/ 2227314 w 6678516"/>
                <a:gd name="connsiteY3" fmla="*/ 745 h 2443072"/>
                <a:gd name="connsiteX4" fmla="*/ 2827960 w 6678516"/>
                <a:gd name="connsiteY4" fmla="*/ 221820 h 2443072"/>
                <a:gd name="connsiteX5" fmla="*/ 3002839 w 6678516"/>
                <a:gd name="connsiteY5" fmla="*/ 444800 h 2443072"/>
                <a:gd name="connsiteX6" fmla="*/ 2973788 w 6678516"/>
                <a:gd name="connsiteY6" fmla="*/ 706166 h 2443072"/>
                <a:gd name="connsiteX7" fmla="*/ 2987409 w 6678516"/>
                <a:gd name="connsiteY7" fmla="*/ 1213020 h 2443072"/>
                <a:gd name="connsiteX8" fmla="*/ 3083564 w 6678516"/>
                <a:gd name="connsiteY8" fmla="*/ 1789185 h 2443072"/>
                <a:gd name="connsiteX9" fmla="*/ 3578671 w 6678516"/>
                <a:gd name="connsiteY9" fmla="*/ 2305488 h 2443072"/>
                <a:gd name="connsiteX10" fmla="*/ 4256424 w 6678516"/>
                <a:gd name="connsiteY10" fmla="*/ 2443050 h 2443072"/>
                <a:gd name="connsiteX11" fmla="*/ 4805043 w 6678516"/>
                <a:gd name="connsiteY11" fmla="*/ 2313983 h 2443072"/>
                <a:gd name="connsiteX12" fmla="*/ 5234001 w 6678516"/>
                <a:gd name="connsiteY12" fmla="*/ 2058726 h 2443072"/>
                <a:gd name="connsiteX13" fmla="*/ 5641054 w 6678516"/>
                <a:gd name="connsiteY13" fmla="*/ 1604826 h 2443072"/>
                <a:gd name="connsiteX14" fmla="*/ 5997976 w 6678516"/>
                <a:gd name="connsiteY14" fmla="*/ 1484073 h 2443072"/>
                <a:gd name="connsiteX15" fmla="*/ 6678516 w 6678516"/>
                <a:gd name="connsiteY15" fmla="*/ 1416171 h 2443072"/>
                <a:gd name="connsiteX0" fmla="*/ 0 w 6678516"/>
                <a:gd name="connsiteY0" fmla="*/ 399359 h 2443088"/>
                <a:gd name="connsiteX1" fmla="*/ 1051362 w 6678516"/>
                <a:gd name="connsiteY1" fmla="*/ 412959 h 2443088"/>
                <a:gd name="connsiteX2" fmla="*/ 1587502 w 6678516"/>
                <a:gd name="connsiteY2" fmla="*/ 159525 h 2443088"/>
                <a:gd name="connsiteX3" fmla="*/ 2227314 w 6678516"/>
                <a:gd name="connsiteY3" fmla="*/ 745 h 2443088"/>
                <a:gd name="connsiteX4" fmla="*/ 2827960 w 6678516"/>
                <a:gd name="connsiteY4" fmla="*/ 221820 h 2443088"/>
                <a:gd name="connsiteX5" fmla="*/ 3002839 w 6678516"/>
                <a:gd name="connsiteY5" fmla="*/ 444800 h 2443088"/>
                <a:gd name="connsiteX6" fmla="*/ 2973788 w 6678516"/>
                <a:gd name="connsiteY6" fmla="*/ 706166 h 2443088"/>
                <a:gd name="connsiteX7" fmla="*/ 2987409 w 6678516"/>
                <a:gd name="connsiteY7" fmla="*/ 1213020 h 2443088"/>
                <a:gd name="connsiteX8" fmla="*/ 3083564 w 6678516"/>
                <a:gd name="connsiteY8" fmla="*/ 1789185 h 2443088"/>
                <a:gd name="connsiteX9" fmla="*/ 3578671 w 6678516"/>
                <a:gd name="connsiteY9" fmla="*/ 2305488 h 2443088"/>
                <a:gd name="connsiteX10" fmla="*/ 4256424 w 6678516"/>
                <a:gd name="connsiteY10" fmla="*/ 2443050 h 2443088"/>
                <a:gd name="connsiteX11" fmla="*/ 4805043 w 6678516"/>
                <a:gd name="connsiteY11" fmla="*/ 2313983 h 2443088"/>
                <a:gd name="connsiteX12" fmla="*/ 5198348 w 6678516"/>
                <a:gd name="connsiteY12" fmla="*/ 1886117 h 2443088"/>
                <a:gd name="connsiteX13" fmla="*/ 5641054 w 6678516"/>
                <a:gd name="connsiteY13" fmla="*/ 1604826 h 2443088"/>
                <a:gd name="connsiteX14" fmla="*/ 5997976 w 6678516"/>
                <a:gd name="connsiteY14" fmla="*/ 1484073 h 2443088"/>
                <a:gd name="connsiteX15" fmla="*/ 6678516 w 6678516"/>
                <a:gd name="connsiteY15" fmla="*/ 1416171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97976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641054 w 6645240"/>
                <a:gd name="connsiteY13" fmla="*/ 1604826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9834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399359 h 2443088"/>
                <a:gd name="connsiteX1" fmla="*/ 1051362 w 6645240"/>
                <a:gd name="connsiteY1" fmla="*/ 412959 h 2443088"/>
                <a:gd name="connsiteX2" fmla="*/ 1587502 w 6645240"/>
                <a:gd name="connsiteY2" fmla="*/ 159525 h 2443088"/>
                <a:gd name="connsiteX3" fmla="*/ 2227314 w 6645240"/>
                <a:gd name="connsiteY3" fmla="*/ 745 h 2443088"/>
                <a:gd name="connsiteX4" fmla="*/ 2827960 w 6645240"/>
                <a:gd name="connsiteY4" fmla="*/ 221820 h 2443088"/>
                <a:gd name="connsiteX5" fmla="*/ 3002839 w 6645240"/>
                <a:gd name="connsiteY5" fmla="*/ 444800 h 2443088"/>
                <a:gd name="connsiteX6" fmla="*/ 2973788 w 6645240"/>
                <a:gd name="connsiteY6" fmla="*/ 706166 h 2443088"/>
                <a:gd name="connsiteX7" fmla="*/ 2987409 w 6645240"/>
                <a:gd name="connsiteY7" fmla="*/ 1213020 h 2443088"/>
                <a:gd name="connsiteX8" fmla="*/ 3083564 w 6645240"/>
                <a:gd name="connsiteY8" fmla="*/ 1789185 h 2443088"/>
                <a:gd name="connsiteX9" fmla="*/ 3578671 w 6645240"/>
                <a:gd name="connsiteY9" fmla="*/ 2305488 h 2443088"/>
                <a:gd name="connsiteX10" fmla="*/ 4256424 w 6645240"/>
                <a:gd name="connsiteY10" fmla="*/ 2443050 h 2443088"/>
                <a:gd name="connsiteX11" fmla="*/ 4805043 w 6645240"/>
                <a:gd name="connsiteY11" fmla="*/ 2313983 h 2443088"/>
                <a:gd name="connsiteX12" fmla="*/ 5131798 w 6645240"/>
                <a:gd name="connsiteY12" fmla="*/ 1886117 h 2443088"/>
                <a:gd name="connsiteX13" fmla="*/ 5462793 w 6645240"/>
                <a:gd name="connsiteY13" fmla="*/ 1629882 h 2443088"/>
                <a:gd name="connsiteX14" fmla="*/ 5914787 w 6645240"/>
                <a:gd name="connsiteY14" fmla="*/ 1484073 h 2443088"/>
                <a:gd name="connsiteX15" fmla="*/ 6645240 w 6645240"/>
                <a:gd name="connsiteY15" fmla="*/ 942890 h 2443088"/>
                <a:gd name="connsiteX0" fmla="*/ 0 w 6645240"/>
                <a:gd name="connsiteY0" fmla="*/ 413183 h 2456912"/>
                <a:gd name="connsiteX1" fmla="*/ 1051362 w 6645240"/>
                <a:gd name="connsiteY1" fmla="*/ 426783 h 2456912"/>
                <a:gd name="connsiteX2" fmla="*/ 1587502 w 6645240"/>
                <a:gd name="connsiteY2" fmla="*/ 173349 h 2456912"/>
                <a:gd name="connsiteX3" fmla="*/ 2227314 w 6645240"/>
                <a:gd name="connsiteY3" fmla="*/ 14569 h 2456912"/>
                <a:gd name="connsiteX4" fmla="*/ 2675844 w 6645240"/>
                <a:gd name="connsiteY4" fmla="*/ 57466 h 2456912"/>
                <a:gd name="connsiteX5" fmla="*/ 3002839 w 6645240"/>
                <a:gd name="connsiteY5" fmla="*/ 458624 h 2456912"/>
                <a:gd name="connsiteX6" fmla="*/ 2973788 w 6645240"/>
                <a:gd name="connsiteY6" fmla="*/ 719990 h 2456912"/>
                <a:gd name="connsiteX7" fmla="*/ 2987409 w 6645240"/>
                <a:gd name="connsiteY7" fmla="*/ 1226844 h 2456912"/>
                <a:gd name="connsiteX8" fmla="*/ 3083564 w 6645240"/>
                <a:gd name="connsiteY8" fmla="*/ 1803009 h 2456912"/>
                <a:gd name="connsiteX9" fmla="*/ 3578671 w 6645240"/>
                <a:gd name="connsiteY9" fmla="*/ 2319312 h 2456912"/>
                <a:gd name="connsiteX10" fmla="*/ 4256424 w 6645240"/>
                <a:gd name="connsiteY10" fmla="*/ 2456874 h 2456912"/>
                <a:gd name="connsiteX11" fmla="*/ 4805043 w 6645240"/>
                <a:gd name="connsiteY11" fmla="*/ 2327807 h 2456912"/>
                <a:gd name="connsiteX12" fmla="*/ 5131798 w 6645240"/>
                <a:gd name="connsiteY12" fmla="*/ 1899941 h 2456912"/>
                <a:gd name="connsiteX13" fmla="*/ 5462793 w 6645240"/>
                <a:gd name="connsiteY13" fmla="*/ 1643706 h 2456912"/>
                <a:gd name="connsiteX14" fmla="*/ 5914787 w 6645240"/>
                <a:gd name="connsiteY14" fmla="*/ 1497897 h 2456912"/>
                <a:gd name="connsiteX15" fmla="*/ 6645240 w 6645240"/>
                <a:gd name="connsiteY15" fmla="*/ 956714 h 2456912"/>
                <a:gd name="connsiteX0" fmla="*/ 0 w 6645240"/>
                <a:gd name="connsiteY0" fmla="*/ 406683 h 2450412"/>
                <a:gd name="connsiteX1" fmla="*/ 1051362 w 6645240"/>
                <a:gd name="connsiteY1" fmla="*/ 420283 h 2450412"/>
                <a:gd name="connsiteX2" fmla="*/ 1601763 w 6645240"/>
                <a:gd name="connsiteY2" fmla="*/ 44352 h 2450412"/>
                <a:gd name="connsiteX3" fmla="*/ 2227314 w 6645240"/>
                <a:gd name="connsiteY3" fmla="*/ 8069 h 2450412"/>
                <a:gd name="connsiteX4" fmla="*/ 2675844 w 6645240"/>
                <a:gd name="connsiteY4" fmla="*/ 50966 h 2450412"/>
                <a:gd name="connsiteX5" fmla="*/ 3002839 w 6645240"/>
                <a:gd name="connsiteY5" fmla="*/ 452124 h 2450412"/>
                <a:gd name="connsiteX6" fmla="*/ 2973788 w 6645240"/>
                <a:gd name="connsiteY6" fmla="*/ 713490 h 2450412"/>
                <a:gd name="connsiteX7" fmla="*/ 2987409 w 6645240"/>
                <a:gd name="connsiteY7" fmla="*/ 1220344 h 2450412"/>
                <a:gd name="connsiteX8" fmla="*/ 3083564 w 6645240"/>
                <a:gd name="connsiteY8" fmla="*/ 1796509 h 2450412"/>
                <a:gd name="connsiteX9" fmla="*/ 3578671 w 6645240"/>
                <a:gd name="connsiteY9" fmla="*/ 2312812 h 2450412"/>
                <a:gd name="connsiteX10" fmla="*/ 4256424 w 6645240"/>
                <a:gd name="connsiteY10" fmla="*/ 2450374 h 2450412"/>
                <a:gd name="connsiteX11" fmla="*/ 4805043 w 6645240"/>
                <a:gd name="connsiteY11" fmla="*/ 2321307 h 2450412"/>
                <a:gd name="connsiteX12" fmla="*/ 5131798 w 6645240"/>
                <a:gd name="connsiteY12" fmla="*/ 1893441 h 2450412"/>
                <a:gd name="connsiteX13" fmla="*/ 5462793 w 6645240"/>
                <a:gd name="connsiteY13" fmla="*/ 1637206 h 2450412"/>
                <a:gd name="connsiteX14" fmla="*/ 5914787 w 6645240"/>
                <a:gd name="connsiteY14" fmla="*/ 1491397 h 2450412"/>
                <a:gd name="connsiteX15" fmla="*/ 6645240 w 6645240"/>
                <a:gd name="connsiteY15" fmla="*/ 950214 h 2450412"/>
                <a:gd name="connsiteX0" fmla="*/ 0 w 6645240"/>
                <a:gd name="connsiteY0" fmla="*/ 446032 h 2489761"/>
                <a:gd name="connsiteX1" fmla="*/ 1051362 w 6645240"/>
                <a:gd name="connsiteY1" fmla="*/ 459632 h 2489761"/>
                <a:gd name="connsiteX2" fmla="*/ 1601763 w 6645240"/>
                <a:gd name="connsiteY2" fmla="*/ 83701 h 2489761"/>
                <a:gd name="connsiteX3" fmla="*/ 2148879 w 6645240"/>
                <a:gd name="connsiteY3" fmla="*/ 88 h 2489761"/>
                <a:gd name="connsiteX4" fmla="*/ 2675844 w 6645240"/>
                <a:gd name="connsiteY4" fmla="*/ 90315 h 2489761"/>
                <a:gd name="connsiteX5" fmla="*/ 3002839 w 6645240"/>
                <a:gd name="connsiteY5" fmla="*/ 491473 h 2489761"/>
                <a:gd name="connsiteX6" fmla="*/ 2973788 w 6645240"/>
                <a:gd name="connsiteY6" fmla="*/ 752839 h 2489761"/>
                <a:gd name="connsiteX7" fmla="*/ 2987409 w 6645240"/>
                <a:gd name="connsiteY7" fmla="*/ 1259693 h 2489761"/>
                <a:gd name="connsiteX8" fmla="*/ 3083564 w 6645240"/>
                <a:gd name="connsiteY8" fmla="*/ 1835858 h 2489761"/>
                <a:gd name="connsiteX9" fmla="*/ 3578671 w 6645240"/>
                <a:gd name="connsiteY9" fmla="*/ 2352161 h 2489761"/>
                <a:gd name="connsiteX10" fmla="*/ 4256424 w 6645240"/>
                <a:gd name="connsiteY10" fmla="*/ 2489723 h 2489761"/>
                <a:gd name="connsiteX11" fmla="*/ 4805043 w 6645240"/>
                <a:gd name="connsiteY11" fmla="*/ 2360656 h 2489761"/>
                <a:gd name="connsiteX12" fmla="*/ 5131798 w 6645240"/>
                <a:gd name="connsiteY12" fmla="*/ 1932790 h 2489761"/>
                <a:gd name="connsiteX13" fmla="*/ 5462793 w 6645240"/>
                <a:gd name="connsiteY13" fmla="*/ 1676555 h 2489761"/>
                <a:gd name="connsiteX14" fmla="*/ 5914787 w 6645240"/>
                <a:gd name="connsiteY14" fmla="*/ 1530746 h 2489761"/>
                <a:gd name="connsiteX15" fmla="*/ 6645240 w 6645240"/>
                <a:gd name="connsiteY15" fmla="*/ 989563 h 2489761"/>
                <a:gd name="connsiteX0" fmla="*/ 0 w 6645240"/>
                <a:gd name="connsiteY0" fmla="*/ 445978 h 2489707"/>
                <a:gd name="connsiteX1" fmla="*/ 932521 w 6645240"/>
                <a:gd name="connsiteY1" fmla="*/ 351000 h 2489707"/>
                <a:gd name="connsiteX2" fmla="*/ 1601763 w 6645240"/>
                <a:gd name="connsiteY2" fmla="*/ 83647 h 2489707"/>
                <a:gd name="connsiteX3" fmla="*/ 2148879 w 6645240"/>
                <a:gd name="connsiteY3" fmla="*/ 34 h 2489707"/>
                <a:gd name="connsiteX4" fmla="*/ 2675844 w 6645240"/>
                <a:gd name="connsiteY4" fmla="*/ 90261 h 2489707"/>
                <a:gd name="connsiteX5" fmla="*/ 3002839 w 6645240"/>
                <a:gd name="connsiteY5" fmla="*/ 491419 h 2489707"/>
                <a:gd name="connsiteX6" fmla="*/ 2973788 w 6645240"/>
                <a:gd name="connsiteY6" fmla="*/ 752785 h 2489707"/>
                <a:gd name="connsiteX7" fmla="*/ 2987409 w 6645240"/>
                <a:gd name="connsiteY7" fmla="*/ 1259639 h 2489707"/>
                <a:gd name="connsiteX8" fmla="*/ 3083564 w 6645240"/>
                <a:gd name="connsiteY8" fmla="*/ 1835804 h 2489707"/>
                <a:gd name="connsiteX9" fmla="*/ 3578671 w 6645240"/>
                <a:gd name="connsiteY9" fmla="*/ 2352107 h 2489707"/>
                <a:gd name="connsiteX10" fmla="*/ 4256424 w 6645240"/>
                <a:gd name="connsiteY10" fmla="*/ 2489669 h 2489707"/>
                <a:gd name="connsiteX11" fmla="*/ 4805043 w 6645240"/>
                <a:gd name="connsiteY11" fmla="*/ 2360602 h 2489707"/>
                <a:gd name="connsiteX12" fmla="*/ 5131798 w 6645240"/>
                <a:gd name="connsiteY12" fmla="*/ 1932736 h 2489707"/>
                <a:gd name="connsiteX13" fmla="*/ 5462793 w 6645240"/>
                <a:gd name="connsiteY13" fmla="*/ 1676501 h 2489707"/>
                <a:gd name="connsiteX14" fmla="*/ 5914787 w 6645240"/>
                <a:gd name="connsiteY14" fmla="*/ 1530692 h 2489707"/>
                <a:gd name="connsiteX15" fmla="*/ 6645240 w 6645240"/>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2990426 w 6661878"/>
                <a:gd name="connsiteY6" fmla="*/ 752785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4047 w 6661878"/>
                <a:gd name="connsiteY7" fmla="*/ 1259639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61878"/>
                <a:gd name="connsiteY0" fmla="*/ 393080 h 2489707"/>
                <a:gd name="connsiteX1" fmla="*/ 949159 w 6661878"/>
                <a:gd name="connsiteY1" fmla="*/ 351000 h 2489707"/>
                <a:gd name="connsiteX2" fmla="*/ 1618401 w 6661878"/>
                <a:gd name="connsiteY2" fmla="*/ 83647 h 2489707"/>
                <a:gd name="connsiteX3" fmla="*/ 2165517 w 6661878"/>
                <a:gd name="connsiteY3" fmla="*/ 34 h 2489707"/>
                <a:gd name="connsiteX4" fmla="*/ 2692482 w 6661878"/>
                <a:gd name="connsiteY4" fmla="*/ 90261 h 2489707"/>
                <a:gd name="connsiteX5" fmla="*/ 3019477 w 6661878"/>
                <a:gd name="connsiteY5" fmla="*/ 491419 h 2489707"/>
                <a:gd name="connsiteX6" fmla="*/ 3016570 w 6661878"/>
                <a:gd name="connsiteY6" fmla="*/ 917043 h 2489707"/>
                <a:gd name="connsiteX7" fmla="*/ 3008799 w 6661878"/>
                <a:gd name="connsiteY7" fmla="*/ 1318103 h 2489707"/>
                <a:gd name="connsiteX8" fmla="*/ 3100202 w 6661878"/>
                <a:gd name="connsiteY8" fmla="*/ 1835804 h 2489707"/>
                <a:gd name="connsiteX9" fmla="*/ 3595309 w 6661878"/>
                <a:gd name="connsiteY9" fmla="*/ 2352107 h 2489707"/>
                <a:gd name="connsiteX10" fmla="*/ 4273062 w 6661878"/>
                <a:gd name="connsiteY10" fmla="*/ 2489669 h 2489707"/>
                <a:gd name="connsiteX11" fmla="*/ 4821681 w 6661878"/>
                <a:gd name="connsiteY11" fmla="*/ 2360602 h 2489707"/>
                <a:gd name="connsiteX12" fmla="*/ 5148436 w 6661878"/>
                <a:gd name="connsiteY12" fmla="*/ 1932736 h 2489707"/>
                <a:gd name="connsiteX13" fmla="*/ 5479431 w 6661878"/>
                <a:gd name="connsiteY13" fmla="*/ 1676501 h 2489707"/>
                <a:gd name="connsiteX14" fmla="*/ 5931425 w 6661878"/>
                <a:gd name="connsiteY14" fmla="*/ 1530692 h 2489707"/>
                <a:gd name="connsiteX15" fmla="*/ 6661878 w 6661878"/>
                <a:gd name="connsiteY15" fmla="*/ 989509 h 2489707"/>
                <a:gd name="connsiteX0" fmla="*/ 0 w 6698821"/>
                <a:gd name="connsiteY0" fmla="*/ 393080 h 2489707"/>
                <a:gd name="connsiteX1" fmla="*/ 949159 w 6698821"/>
                <a:gd name="connsiteY1" fmla="*/ 351000 h 2489707"/>
                <a:gd name="connsiteX2" fmla="*/ 1618401 w 6698821"/>
                <a:gd name="connsiteY2" fmla="*/ 83647 h 2489707"/>
                <a:gd name="connsiteX3" fmla="*/ 2165517 w 6698821"/>
                <a:gd name="connsiteY3" fmla="*/ 34 h 2489707"/>
                <a:gd name="connsiteX4" fmla="*/ 2692482 w 6698821"/>
                <a:gd name="connsiteY4" fmla="*/ 90261 h 2489707"/>
                <a:gd name="connsiteX5" fmla="*/ 3019477 w 6698821"/>
                <a:gd name="connsiteY5" fmla="*/ 491419 h 2489707"/>
                <a:gd name="connsiteX6" fmla="*/ 3016570 w 6698821"/>
                <a:gd name="connsiteY6" fmla="*/ 917043 h 2489707"/>
                <a:gd name="connsiteX7" fmla="*/ 3008799 w 6698821"/>
                <a:gd name="connsiteY7" fmla="*/ 1318103 h 2489707"/>
                <a:gd name="connsiteX8" fmla="*/ 3100202 w 6698821"/>
                <a:gd name="connsiteY8" fmla="*/ 1835804 h 2489707"/>
                <a:gd name="connsiteX9" fmla="*/ 3595309 w 6698821"/>
                <a:gd name="connsiteY9" fmla="*/ 2352107 h 2489707"/>
                <a:gd name="connsiteX10" fmla="*/ 4273062 w 6698821"/>
                <a:gd name="connsiteY10" fmla="*/ 2489669 h 2489707"/>
                <a:gd name="connsiteX11" fmla="*/ 4821681 w 6698821"/>
                <a:gd name="connsiteY11" fmla="*/ 2360602 h 2489707"/>
                <a:gd name="connsiteX12" fmla="*/ 5148436 w 6698821"/>
                <a:gd name="connsiteY12" fmla="*/ 1932736 h 2489707"/>
                <a:gd name="connsiteX13" fmla="*/ 5479431 w 6698821"/>
                <a:gd name="connsiteY13" fmla="*/ 1676501 h 2489707"/>
                <a:gd name="connsiteX14" fmla="*/ 5931425 w 6698821"/>
                <a:gd name="connsiteY14" fmla="*/ 1530692 h 2489707"/>
                <a:gd name="connsiteX15" fmla="*/ 6698821 w 6698821"/>
                <a:gd name="connsiteY15" fmla="*/ 929600 h 248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821" h="2489707">
                  <a:moveTo>
                    <a:pt x="0" y="393080"/>
                  </a:moveTo>
                  <a:cubicBezTo>
                    <a:pt x="319843" y="263299"/>
                    <a:pt x="679426" y="402572"/>
                    <a:pt x="949159" y="351000"/>
                  </a:cubicBezTo>
                  <a:cubicBezTo>
                    <a:pt x="1218892" y="299428"/>
                    <a:pt x="1415675" y="142141"/>
                    <a:pt x="1618401" y="83647"/>
                  </a:cubicBezTo>
                  <a:cubicBezTo>
                    <a:pt x="1821127" y="25153"/>
                    <a:pt x="1986504" y="-1068"/>
                    <a:pt x="2165517" y="34"/>
                  </a:cubicBezTo>
                  <a:cubicBezTo>
                    <a:pt x="2344530" y="1136"/>
                    <a:pt x="2550155" y="8364"/>
                    <a:pt x="2692482" y="90261"/>
                  </a:cubicBezTo>
                  <a:cubicBezTo>
                    <a:pt x="2834809" y="172158"/>
                    <a:pt x="2965462" y="353622"/>
                    <a:pt x="3019477" y="491419"/>
                  </a:cubicBezTo>
                  <a:cubicBezTo>
                    <a:pt x="3073492" y="629216"/>
                    <a:pt x="3018350" y="779262"/>
                    <a:pt x="3016570" y="917043"/>
                  </a:cubicBezTo>
                  <a:cubicBezTo>
                    <a:pt x="3014790" y="1054824"/>
                    <a:pt x="2994860" y="1164976"/>
                    <a:pt x="3008799" y="1318103"/>
                  </a:cubicBezTo>
                  <a:cubicBezTo>
                    <a:pt x="3022738" y="1471230"/>
                    <a:pt x="3002450" y="1663470"/>
                    <a:pt x="3100202" y="1835804"/>
                  </a:cubicBezTo>
                  <a:cubicBezTo>
                    <a:pt x="3197954" y="2008138"/>
                    <a:pt x="3399832" y="2243130"/>
                    <a:pt x="3595309" y="2352107"/>
                  </a:cubicBezTo>
                  <a:cubicBezTo>
                    <a:pt x="3790786" y="2461084"/>
                    <a:pt x="4068667" y="2488253"/>
                    <a:pt x="4273062" y="2489669"/>
                  </a:cubicBezTo>
                  <a:cubicBezTo>
                    <a:pt x="4477457" y="2491085"/>
                    <a:pt x="4675785" y="2453424"/>
                    <a:pt x="4821681" y="2360602"/>
                  </a:cubicBezTo>
                  <a:cubicBezTo>
                    <a:pt x="4967577" y="2267780"/>
                    <a:pt x="5038811" y="2046753"/>
                    <a:pt x="5148436" y="1932736"/>
                  </a:cubicBezTo>
                  <a:cubicBezTo>
                    <a:pt x="5258061" y="1818719"/>
                    <a:pt x="5348933" y="1743508"/>
                    <a:pt x="5479431" y="1676501"/>
                  </a:cubicBezTo>
                  <a:cubicBezTo>
                    <a:pt x="5609929" y="1609494"/>
                    <a:pt x="5842556" y="1623751"/>
                    <a:pt x="5931425" y="1530692"/>
                  </a:cubicBezTo>
                  <a:cubicBezTo>
                    <a:pt x="6036199" y="1420964"/>
                    <a:pt x="6327040" y="1010477"/>
                    <a:pt x="6698821" y="929600"/>
                  </a:cubicBezTo>
                </a:path>
              </a:pathLst>
            </a:custGeom>
            <a:noFill/>
            <a:ln w="6350" cap="rnd">
              <a:solidFill>
                <a:schemeClr val="tx1">
                  <a:alpha val="35000"/>
                </a:schemeClr>
              </a:solidFill>
              <a:prstDash val="dash"/>
              <a:round/>
            </a:ln>
          </p:spPr>
          <p:txBody>
            <a:bodyPr rtlCol="0" anchor="ctr"/>
            <a:lstStyle/>
            <a:p>
              <a:endParaRPr lang="en-US"/>
            </a:p>
          </p:txBody>
        </p:sp>
        <p:sp>
          <p:nvSpPr>
            <p:cNvPr id="70" name="Freeform: Shape 69">
              <a:extLst>
                <a:ext uri="{FF2B5EF4-FFF2-40B4-BE49-F238E27FC236}">
                  <a16:creationId xmlns:a16="http://schemas.microsoft.com/office/drawing/2014/main" id="{85B2403A-79E0-BF85-E6B3-0AC8DDF2F00D}"/>
                </a:ext>
              </a:extLst>
            </p:cNvPr>
            <p:cNvSpPr/>
            <p:nvPr userDrawn="1"/>
          </p:nvSpPr>
          <p:spPr>
            <a:xfrm rot="624225" flipH="1" flipV="1">
              <a:off x="-7058" y="2951375"/>
              <a:ext cx="3821419" cy="3648889"/>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106529 h 6071567"/>
                <a:gd name="connsiteX1" fmla="*/ 631245 w 7376901"/>
                <a:gd name="connsiteY1" fmla="*/ 2874613 h 6071567"/>
                <a:gd name="connsiteX2" fmla="*/ 937550 w 7376901"/>
                <a:gd name="connsiteY2" fmla="*/ 3025870 h 6071567"/>
                <a:gd name="connsiteX3" fmla="*/ 1269342 w 7376901"/>
                <a:gd name="connsiteY3" fmla="*/ 3053457 h 6071567"/>
                <a:gd name="connsiteX4" fmla="*/ 1488640 w 7376901"/>
                <a:gd name="connsiteY4" fmla="*/ 3159434 h 6071567"/>
                <a:gd name="connsiteX5" fmla="*/ 1506147 w 7376901"/>
                <a:gd name="connsiteY5" fmla="*/ 3964273 h 6071567"/>
                <a:gd name="connsiteX6" fmla="*/ 2118023 w 7376901"/>
                <a:gd name="connsiteY6" fmla="*/ 4137314 h 6071567"/>
                <a:gd name="connsiteX7" fmla="*/ 2590884 w 7376901"/>
                <a:gd name="connsiteY7" fmla="*/ 4333297 h 6071567"/>
                <a:gd name="connsiteX8" fmla="*/ 3028020 w 7376901"/>
                <a:gd name="connsiteY8" fmla="*/ 4512664 h 6071567"/>
                <a:gd name="connsiteX9" fmla="*/ 3406257 w 7376901"/>
                <a:gd name="connsiteY9" fmla="*/ 5333321 h 6071567"/>
                <a:gd name="connsiteX10" fmla="*/ 3755541 w 7376901"/>
                <a:gd name="connsiteY10" fmla="*/ 6055163 h 6071567"/>
                <a:gd name="connsiteX11" fmla="*/ 4165586 w 7376901"/>
                <a:gd name="connsiteY11" fmla="*/ 4794004 h 6071567"/>
                <a:gd name="connsiteX12" fmla="*/ 4692354 w 7376901"/>
                <a:gd name="connsiteY12" fmla="*/ 4055651 h 6071567"/>
                <a:gd name="connsiteX13" fmla="*/ 5212578 w 7376901"/>
                <a:gd name="connsiteY13" fmla="*/ 3690645 h 6071567"/>
                <a:gd name="connsiteX14" fmla="*/ 5579821 w 7376901"/>
                <a:gd name="connsiteY14" fmla="*/ 3252251 h 6071567"/>
                <a:gd name="connsiteX15" fmla="*/ 5812970 w 7376901"/>
                <a:gd name="connsiteY15" fmla="*/ 2766919 h 6071567"/>
                <a:gd name="connsiteX16" fmla="*/ 5974515 w 7376901"/>
                <a:gd name="connsiteY16" fmla="*/ 2459737 h 6071567"/>
                <a:gd name="connsiteX17" fmla="*/ 6092148 w 7376901"/>
                <a:gd name="connsiteY17" fmla="*/ 2152556 h 6071567"/>
                <a:gd name="connsiteX18" fmla="*/ 6261598 w 7376901"/>
                <a:gd name="connsiteY18" fmla="*/ 1797464 h 6071567"/>
                <a:gd name="connsiteX19" fmla="*/ 6462004 w 7376901"/>
                <a:gd name="connsiteY19" fmla="*/ 1596963 h 6071567"/>
                <a:gd name="connsiteX20" fmla="*/ 6682317 w 7376901"/>
                <a:gd name="connsiteY20" fmla="*/ 1446373 h 6071567"/>
                <a:gd name="connsiteX21" fmla="*/ 6941492 w 7376901"/>
                <a:gd name="connsiteY21" fmla="*/ 1264826 h 6071567"/>
                <a:gd name="connsiteX22" fmla="*/ 7148852 w 7376901"/>
                <a:gd name="connsiteY22" fmla="*/ 1037369 h 6071567"/>
                <a:gd name="connsiteX23" fmla="*/ 7328303 w 7376901"/>
                <a:gd name="connsiteY23" fmla="*/ 714186 h 6071567"/>
                <a:gd name="connsiteX24" fmla="*/ 7376118 w 7376901"/>
                <a:gd name="connsiteY24" fmla="*/ 460821 h 6071567"/>
                <a:gd name="connsiteX25" fmla="*/ 7352210 w 7376901"/>
                <a:gd name="connsiteY25" fmla="*/ 259367 h 6071567"/>
                <a:gd name="connsiteX26" fmla="*/ 7160758 w 7376901"/>
                <a:gd name="connsiteY26" fmla="*/ 1 h 6071567"/>
                <a:gd name="connsiteX0" fmla="*/ 0 w 7376901"/>
                <a:gd name="connsiteY0" fmla="*/ 1847163 h 5812201"/>
                <a:gd name="connsiteX1" fmla="*/ 631245 w 7376901"/>
                <a:gd name="connsiteY1" fmla="*/ 2615247 h 5812201"/>
                <a:gd name="connsiteX2" fmla="*/ 937550 w 7376901"/>
                <a:gd name="connsiteY2" fmla="*/ 2766504 h 5812201"/>
                <a:gd name="connsiteX3" fmla="*/ 1269342 w 7376901"/>
                <a:gd name="connsiteY3" fmla="*/ 2794091 h 5812201"/>
                <a:gd name="connsiteX4" fmla="*/ 1488640 w 7376901"/>
                <a:gd name="connsiteY4" fmla="*/ 2900068 h 5812201"/>
                <a:gd name="connsiteX5" fmla="*/ 1506147 w 7376901"/>
                <a:gd name="connsiteY5" fmla="*/ 3704907 h 5812201"/>
                <a:gd name="connsiteX6" fmla="*/ 2118023 w 7376901"/>
                <a:gd name="connsiteY6" fmla="*/ 3877948 h 5812201"/>
                <a:gd name="connsiteX7" fmla="*/ 2590884 w 7376901"/>
                <a:gd name="connsiteY7" fmla="*/ 4073931 h 5812201"/>
                <a:gd name="connsiteX8" fmla="*/ 3028020 w 7376901"/>
                <a:gd name="connsiteY8" fmla="*/ 4253298 h 5812201"/>
                <a:gd name="connsiteX9" fmla="*/ 3406257 w 7376901"/>
                <a:gd name="connsiteY9" fmla="*/ 5073955 h 5812201"/>
                <a:gd name="connsiteX10" fmla="*/ 3755541 w 7376901"/>
                <a:gd name="connsiteY10" fmla="*/ 5795797 h 5812201"/>
                <a:gd name="connsiteX11" fmla="*/ 4165586 w 7376901"/>
                <a:gd name="connsiteY11" fmla="*/ 4534638 h 5812201"/>
                <a:gd name="connsiteX12" fmla="*/ 4692354 w 7376901"/>
                <a:gd name="connsiteY12" fmla="*/ 3796285 h 5812201"/>
                <a:gd name="connsiteX13" fmla="*/ 5212578 w 7376901"/>
                <a:gd name="connsiteY13" fmla="*/ 3431279 h 5812201"/>
                <a:gd name="connsiteX14" fmla="*/ 5579821 w 7376901"/>
                <a:gd name="connsiteY14" fmla="*/ 2992885 h 5812201"/>
                <a:gd name="connsiteX15" fmla="*/ 5812970 w 7376901"/>
                <a:gd name="connsiteY15" fmla="*/ 2507553 h 5812201"/>
                <a:gd name="connsiteX16" fmla="*/ 5974515 w 7376901"/>
                <a:gd name="connsiteY16" fmla="*/ 2200371 h 5812201"/>
                <a:gd name="connsiteX17" fmla="*/ 6092148 w 7376901"/>
                <a:gd name="connsiteY17" fmla="*/ 1893190 h 5812201"/>
                <a:gd name="connsiteX18" fmla="*/ 6261598 w 7376901"/>
                <a:gd name="connsiteY18" fmla="*/ 1538098 h 5812201"/>
                <a:gd name="connsiteX19" fmla="*/ 6462004 w 7376901"/>
                <a:gd name="connsiteY19" fmla="*/ 1337597 h 5812201"/>
                <a:gd name="connsiteX20" fmla="*/ 6682317 w 7376901"/>
                <a:gd name="connsiteY20" fmla="*/ 1187007 h 5812201"/>
                <a:gd name="connsiteX21" fmla="*/ 6941492 w 7376901"/>
                <a:gd name="connsiteY21" fmla="*/ 1005460 h 5812201"/>
                <a:gd name="connsiteX22" fmla="*/ 7148852 w 7376901"/>
                <a:gd name="connsiteY22" fmla="*/ 778003 h 5812201"/>
                <a:gd name="connsiteX23" fmla="*/ 7328303 w 7376901"/>
                <a:gd name="connsiteY23" fmla="*/ 454820 h 5812201"/>
                <a:gd name="connsiteX24" fmla="*/ 7376118 w 7376901"/>
                <a:gd name="connsiteY24" fmla="*/ 201455 h 5812201"/>
                <a:gd name="connsiteX25" fmla="*/ 7352210 w 7376901"/>
                <a:gd name="connsiteY25" fmla="*/ 1 h 5812201"/>
                <a:gd name="connsiteX0" fmla="*/ 0 w 7376118"/>
                <a:gd name="connsiteY0" fmla="*/ 1645708 h 5610746"/>
                <a:gd name="connsiteX1" fmla="*/ 631245 w 7376118"/>
                <a:gd name="connsiteY1" fmla="*/ 2413792 h 5610746"/>
                <a:gd name="connsiteX2" fmla="*/ 937550 w 7376118"/>
                <a:gd name="connsiteY2" fmla="*/ 2565049 h 5610746"/>
                <a:gd name="connsiteX3" fmla="*/ 1269342 w 7376118"/>
                <a:gd name="connsiteY3" fmla="*/ 2592636 h 5610746"/>
                <a:gd name="connsiteX4" fmla="*/ 1488640 w 7376118"/>
                <a:gd name="connsiteY4" fmla="*/ 2698613 h 5610746"/>
                <a:gd name="connsiteX5" fmla="*/ 1506147 w 7376118"/>
                <a:gd name="connsiteY5" fmla="*/ 3503452 h 5610746"/>
                <a:gd name="connsiteX6" fmla="*/ 2118023 w 7376118"/>
                <a:gd name="connsiteY6" fmla="*/ 3676493 h 5610746"/>
                <a:gd name="connsiteX7" fmla="*/ 2590884 w 7376118"/>
                <a:gd name="connsiteY7" fmla="*/ 3872476 h 5610746"/>
                <a:gd name="connsiteX8" fmla="*/ 3028020 w 7376118"/>
                <a:gd name="connsiteY8" fmla="*/ 4051843 h 5610746"/>
                <a:gd name="connsiteX9" fmla="*/ 3406257 w 7376118"/>
                <a:gd name="connsiteY9" fmla="*/ 4872500 h 5610746"/>
                <a:gd name="connsiteX10" fmla="*/ 3755541 w 7376118"/>
                <a:gd name="connsiteY10" fmla="*/ 5594342 h 5610746"/>
                <a:gd name="connsiteX11" fmla="*/ 4165586 w 7376118"/>
                <a:gd name="connsiteY11" fmla="*/ 4333183 h 5610746"/>
                <a:gd name="connsiteX12" fmla="*/ 4692354 w 7376118"/>
                <a:gd name="connsiteY12" fmla="*/ 3594830 h 5610746"/>
                <a:gd name="connsiteX13" fmla="*/ 5212578 w 7376118"/>
                <a:gd name="connsiteY13" fmla="*/ 3229824 h 5610746"/>
                <a:gd name="connsiteX14" fmla="*/ 5579821 w 7376118"/>
                <a:gd name="connsiteY14" fmla="*/ 2791430 h 5610746"/>
                <a:gd name="connsiteX15" fmla="*/ 5812970 w 7376118"/>
                <a:gd name="connsiteY15" fmla="*/ 2306098 h 5610746"/>
                <a:gd name="connsiteX16" fmla="*/ 5974515 w 7376118"/>
                <a:gd name="connsiteY16" fmla="*/ 1998916 h 5610746"/>
                <a:gd name="connsiteX17" fmla="*/ 6092148 w 7376118"/>
                <a:gd name="connsiteY17" fmla="*/ 1691735 h 5610746"/>
                <a:gd name="connsiteX18" fmla="*/ 6261598 w 7376118"/>
                <a:gd name="connsiteY18" fmla="*/ 1336643 h 5610746"/>
                <a:gd name="connsiteX19" fmla="*/ 6462004 w 7376118"/>
                <a:gd name="connsiteY19" fmla="*/ 1136142 h 5610746"/>
                <a:gd name="connsiteX20" fmla="*/ 6682317 w 7376118"/>
                <a:gd name="connsiteY20" fmla="*/ 985552 h 5610746"/>
                <a:gd name="connsiteX21" fmla="*/ 6941492 w 7376118"/>
                <a:gd name="connsiteY21" fmla="*/ 804005 h 5610746"/>
                <a:gd name="connsiteX22" fmla="*/ 7148852 w 7376118"/>
                <a:gd name="connsiteY22" fmla="*/ 576548 h 5610746"/>
                <a:gd name="connsiteX23" fmla="*/ 7328303 w 7376118"/>
                <a:gd name="connsiteY23" fmla="*/ 253365 h 5610746"/>
                <a:gd name="connsiteX24" fmla="*/ 7376118 w 7376118"/>
                <a:gd name="connsiteY24" fmla="*/ 0 h 5610746"/>
                <a:gd name="connsiteX0" fmla="*/ 0 w 7328303"/>
                <a:gd name="connsiteY0" fmla="*/ 1392342 h 5357380"/>
                <a:gd name="connsiteX1" fmla="*/ 631245 w 7328303"/>
                <a:gd name="connsiteY1" fmla="*/ 2160426 h 5357380"/>
                <a:gd name="connsiteX2" fmla="*/ 937550 w 7328303"/>
                <a:gd name="connsiteY2" fmla="*/ 2311683 h 5357380"/>
                <a:gd name="connsiteX3" fmla="*/ 1269342 w 7328303"/>
                <a:gd name="connsiteY3" fmla="*/ 2339270 h 5357380"/>
                <a:gd name="connsiteX4" fmla="*/ 1488640 w 7328303"/>
                <a:gd name="connsiteY4" fmla="*/ 2445247 h 5357380"/>
                <a:gd name="connsiteX5" fmla="*/ 1506147 w 7328303"/>
                <a:gd name="connsiteY5" fmla="*/ 3250086 h 5357380"/>
                <a:gd name="connsiteX6" fmla="*/ 2118023 w 7328303"/>
                <a:gd name="connsiteY6" fmla="*/ 3423127 h 5357380"/>
                <a:gd name="connsiteX7" fmla="*/ 2590884 w 7328303"/>
                <a:gd name="connsiteY7" fmla="*/ 3619110 h 5357380"/>
                <a:gd name="connsiteX8" fmla="*/ 3028020 w 7328303"/>
                <a:gd name="connsiteY8" fmla="*/ 3798477 h 5357380"/>
                <a:gd name="connsiteX9" fmla="*/ 3406257 w 7328303"/>
                <a:gd name="connsiteY9" fmla="*/ 4619134 h 5357380"/>
                <a:gd name="connsiteX10" fmla="*/ 3755541 w 7328303"/>
                <a:gd name="connsiteY10" fmla="*/ 5340976 h 5357380"/>
                <a:gd name="connsiteX11" fmla="*/ 4165586 w 7328303"/>
                <a:gd name="connsiteY11" fmla="*/ 4079817 h 5357380"/>
                <a:gd name="connsiteX12" fmla="*/ 4692354 w 7328303"/>
                <a:gd name="connsiteY12" fmla="*/ 3341464 h 5357380"/>
                <a:gd name="connsiteX13" fmla="*/ 5212578 w 7328303"/>
                <a:gd name="connsiteY13" fmla="*/ 2976458 h 5357380"/>
                <a:gd name="connsiteX14" fmla="*/ 5579821 w 7328303"/>
                <a:gd name="connsiteY14" fmla="*/ 2538064 h 5357380"/>
                <a:gd name="connsiteX15" fmla="*/ 5812970 w 7328303"/>
                <a:gd name="connsiteY15" fmla="*/ 2052732 h 5357380"/>
                <a:gd name="connsiteX16" fmla="*/ 5974515 w 7328303"/>
                <a:gd name="connsiteY16" fmla="*/ 1745550 h 5357380"/>
                <a:gd name="connsiteX17" fmla="*/ 6092148 w 7328303"/>
                <a:gd name="connsiteY17" fmla="*/ 1438369 h 5357380"/>
                <a:gd name="connsiteX18" fmla="*/ 6261598 w 7328303"/>
                <a:gd name="connsiteY18" fmla="*/ 1083277 h 5357380"/>
                <a:gd name="connsiteX19" fmla="*/ 6462004 w 7328303"/>
                <a:gd name="connsiteY19" fmla="*/ 882776 h 5357380"/>
                <a:gd name="connsiteX20" fmla="*/ 6682317 w 7328303"/>
                <a:gd name="connsiteY20" fmla="*/ 732186 h 5357380"/>
                <a:gd name="connsiteX21" fmla="*/ 6941492 w 7328303"/>
                <a:gd name="connsiteY21" fmla="*/ 550639 h 5357380"/>
                <a:gd name="connsiteX22" fmla="*/ 7148852 w 7328303"/>
                <a:gd name="connsiteY22" fmla="*/ 323182 h 5357380"/>
                <a:gd name="connsiteX23" fmla="*/ 7328303 w 7328303"/>
                <a:gd name="connsiteY23" fmla="*/ -1 h 5357380"/>
                <a:gd name="connsiteX0" fmla="*/ 0 w 7148852"/>
                <a:gd name="connsiteY0" fmla="*/ 1069160 h 5034198"/>
                <a:gd name="connsiteX1" fmla="*/ 631245 w 7148852"/>
                <a:gd name="connsiteY1" fmla="*/ 1837244 h 5034198"/>
                <a:gd name="connsiteX2" fmla="*/ 937550 w 7148852"/>
                <a:gd name="connsiteY2" fmla="*/ 1988501 h 5034198"/>
                <a:gd name="connsiteX3" fmla="*/ 1269342 w 7148852"/>
                <a:gd name="connsiteY3" fmla="*/ 2016088 h 5034198"/>
                <a:gd name="connsiteX4" fmla="*/ 1488640 w 7148852"/>
                <a:gd name="connsiteY4" fmla="*/ 2122065 h 5034198"/>
                <a:gd name="connsiteX5" fmla="*/ 1506147 w 7148852"/>
                <a:gd name="connsiteY5" fmla="*/ 2926904 h 5034198"/>
                <a:gd name="connsiteX6" fmla="*/ 2118023 w 7148852"/>
                <a:gd name="connsiteY6" fmla="*/ 3099945 h 5034198"/>
                <a:gd name="connsiteX7" fmla="*/ 2590884 w 7148852"/>
                <a:gd name="connsiteY7" fmla="*/ 3295928 h 5034198"/>
                <a:gd name="connsiteX8" fmla="*/ 3028020 w 7148852"/>
                <a:gd name="connsiteY8" fmla="*/ 3475295 h 5034198"/>
                <a:gd name="connsiteX9" fmla="*/ 3406257 w 7148852"/>
                <a:gd name="connsiteY9" fmla="*/ 4295952 h 5034198"/>
                <a:gd name="connsiteX10" fmla="*/ 3755541 w 7148852"/>
                <a:gd name="connsiteY10" fmla="*/ 5017794 h 5034198"/>
                <a:gd name="connsiteX11" fmla="*/ 4165586 w 7148852"/>
                <a:gd name="connsiteY11" fmla="*/ 3756635 h 5034198"/>
                <a:gd name="connsiteX12" fmla="*/ 4692354 w 7148852"/>
                <a:gd name="connsiteY12" fmla="*/ 3018282 h 5034198"/>
                <a:gd name="connsiteX13" fmla="*/ 5212578 w 7148852"/>
                <a:gd name="connsiteY13" fmla="*/ 2653276 h 5034198"/>
                <a:gd name="connsiteX14" fmla="*/ 5579821 w 7148852"/>
                <a:gd name="connsiteY14" fmla="*/ 2214882 h 5034198"/>
                <a:gd name="connsiteX15" fmla="*/ 5812970 w 7148852"/>
                <a:gd name="connsiteY15" fmla="*/ 1729550 h 5034198"/>
                <a:gd name="connsiteX16" fmla="*/ 5974515 w 7148852"/>
                <a:gd name="connsiteY16" fmla="*/ 1422368 h 5034198"/>
                <a:gd name="connsiteX17" fmla="*/ 6092148 w 7148852"/>
                <a:gd name="connsiteY17" fmla="*/ 1115187 h 5034198"/>
                <a:gd name="connsiteX18" fmla="*/ 6261598 w 7148852"/>
                <a:gd name="connsiteY18" fmla="*/ 760095 h 5034198"/>
                <a:gd name="connsiteX19" fmla="*/ 6462004 w 7148852"/>
                <a:gd name="connsiteY19" fmla="*/ 559594 h 5034198"/>
                <a:gd name="connsiteX20" fmla="*/ 6682317 w 7148852"/>
                <a:gd name="connsiteY20" fmla="*/ 409004 h 5034198"/>
                <a:gd name="connsiteX21" fmla="*/ 6941492 w 7148852"/>
                <a:gd name="connsiteY21" fmla="*/ 227457 h 5034198"/>
                <a:gd name="connsiteX22" fmla="*/ 7148852 w 7148852"/>
                <a:gd name="connsiteY22" fmla="*/ 0 h 5034198"/>
                <a:gd name="connsiteX0" fmla="*/ 0 w 6941492"/>
                <a:gd name="connsiteY0" fmla="*/ 841703 h 4806741"/>
                <a:gd name="connsiteX1" fmla="*/ 631245 w 6941492"/>
                <a:gd name="connsiteY1" fmla="*/ 1609787 h 4806741"/>
                <a:gd name="connsiteX2" fmla="*/ 937550 w 6941492"/>
                <a:gd name="connsiteY2" fmla="*/ 1761044 h 4806741"/>
                <a:gd name="connsiteX3" fmla="*/ 1269342 w 6941492"/>
                <a:gd name="connsiteY3" fmla="*/ 1788631 h 4806741"/>
                <a:gd name="connsiteX4" fmla="*/ 1488640 w 6941492"/>
                <a:gd name="connsiteY4" fmla="*/ 1894608 h 4806741"/>
                <a:gd name="connsiteX5" fmla="*/ 1506147 w 6941492"/>
                <a:gd name="connsiteY5" fmla="*/ 2699447 h 4806741"/>
                <a:gd name="connsiteX6" fmla="*/ 2118023 w 6941492"/>
                <a:gd name="connsiteY6" fmla="*/ 2872488 h 4806741"/>
                <a:gd name="connsiteX7" fmla="*/ 2590884 w 6941492"/>
                <a:gd name="connsiteY7" fmla="*/ 3068471 h 4806741"/>
                <a:gd name="connsiteX8" fmla="*/ 3028020 w 6941492"/>
                <a:gd name="connsiteY8" fmla="*/ 3247838 h 4806741"/>
                <a:gd name="connsiteX9" fmla="*/ 3406257 w 6941492"/>
                <a:gd name="connsiteY9" fmla="*/ 4068495 h 4806741"/>
                <a:gd name="connsiteX10" fmla="*/ 3755541 w 6941492"/>
                <a:gd name="connsiteY10" fmla="*/ 4790337 h 4806741"/>
                <a:gd name="connsiteX11" fmla="*/ 4165586 w 6941492"/>
                <a:gd name="connsiteY11" fmla="*/ 3529178 h 4806741"/>
                <a:gd name="connsiteX12" fmla="*/ 4692354 w 6941492"/>
                <a:gd name="connsiteY12" fmla="*/ 2790825 h 4806741"/>
                <a:gd name="connsiteX13" fmla="*/ 5212578 w 6941492"/>
                <a:gd name="connsiteY13" fmla="*/ 2425819 h 4806741"/>
                <a:gd name="connsiteX14" fmla="*/ 5579821 w 6941492"/>
                <a:gd name="connsiteY14" fmla="*/ 1987425 h 4806741"/>
                <a:gd name="connsiteX15" fmla="*/ 5812970 w 6941492"/>
                <a:gd name="connsiteY15" fmla="*/ 1502093 h 4806741"/>
                <a:gd name="connsiteX16" fmla="*/ 5974515 w 6941492"/>
                <a:gd name="connsiteY16" fmla="*/ 1194911 h 4806741"/>
                <a:gd name="connsiteX17" fmla="*/ 6092148 w 6941492"/>
                <a:gd name="connsiteY17" fmla="*/ 887730 h 4806741"/>
                <a:gd name="connsiteX18" fmla="*/ 6261598 w 6941492"/>
                <a:gd name="connsiteY18" fmla="*/ 532638 h 4806741"/>
                <a:gd name="connsiteX19" fmla="*/ 6462004 w 6941492"/>
                <a:gd name="connsiteY19" fmla="*/ 332137 h 4806741"/>
                <a:gd name="connsiteX20" fmla="*/ 6682317 w 6941492"/>
                <a:gd name="connsiteY20" fmla="*/ 181547 h 4806741"/>
                <a:gd name="connsiteX21" fmla="*/ 6941492 w 6941492"/>
                <a:gd name="connsiteY21" fmla="*/ 0 h 4806741"/>
                <a:gd name="connsiteX0" fmla="*/ 0 w 6682317"/>
                <a:gd name="connsiteY0" fmla="*/ 660156 h 4625194"/>
                <a:gd name="connsiteX1" fmla="*/ 631245 w 6682317"/>
                <a:gd name="connsiteY1" fmla="*/ 1428240 h 4625194"/>
                <a:gd name="connsiteX2" fmla="*/ 937550 w 6682317"/>
                <a:gd name="connsiteY2" fmla="*/ 1579497 h 4625194"/>
                <a:gd name="connsiteX3" fmla="*/ 1269342 w 6682317"/>
                <a:gd name="connsiteY3" fmla="*/ 1607084 h 4625194"/>
                <a:gd name="connsiteX4" fmla="*/ 1488640 w 6682317"/>
                <a:gd name="connsiteY4" fmla="*/ 1713061 h 4625194"/>
                <a:gd name="connsiteX5" fmla="*/ 1506147 w 6682317"/>
                <a:gd name="connsiteY5" fmla="*/ 2517900 h 4625194"/>
                <a:gd name="connsiteX6" fmla="*/ 2118023 w 6682317"/>
                <a:gd name="connsiteY6" fmla="*/ 2690941 h 4625194"/>
                <a:gd name="connsiteX7" fmla="*/ 2590884 w 6682317"/>
                <a:gd name="connsiteY7" fmla="*/ 2886924 h 4625194"/>
                <a:gd name="connsiteX8" fmla="*/ 3028020 w 6682317"/>
                <a:gd name="connsiteY8" fmla="*/ 3066291 h 4625194"/>
                <a:gd name="connsiteX9" fmla="*/ 3406257 w 6682317"/>
                <a:gd name="connsiteY9" fmla="*/ 3886948 h 4625194"/>
                <a:gd name="connsiteX10" fmla="*/ 3755541 w 6682317"/>
                <a:gd name="connsiteY10" fmla="*/ 4608790 h 4625194"/>
                <a:gd name="connsiteX11" fmla="*/ 4165586 w 6682317"/>
                <a:gd name="connsiteY11" fmla="*/ 3347631 h 4625194"/>
                <a:gd name="connsiteX12" fmla="*/ 4692354 w 6682317"/>
                <a:gd name="connsiteY12" fmla="*/ 2609278 h 4625194"/>
                <a:gd name="connsiteX13" fmla="*/ 5212578 w 6682317"/>
                <a:gd name="connsiteY13" fmla="*/ 2244272 h 4625194"/>
                <a:gd name="connsiteX14" fmla="*/ 5579821 w 6682317"/>
                <a:gd name="connsiteY14" fmla="*/ 1805878 h 4625194"/>
                <a:gd name="connsiteX15" fmla="*/ 5812970 w 6682317"/>
                <a:gd name="connsiteY15" fmla="*/ 1320546 h 4625194"/>
                <a:gd name="connsiteX16" fmla="*/ 5974515 w 6682317"/>
                <a:gd name="connsiteY16" fmla="*/ 1013364 h 4625194"/>
                <a:gd name="connsiteX17" fmla="*/ 6092148 w 6682317"/>
                <a:gd name="connsiteY17" fmla="*/ 706183 h 4625194"/>
                <a:gd name="connsiteX18" fmla="*/ 6261598 w 6682317"/>
                <a:gd name="connsiteY18" fmla="*/ 351091 h 4625194"/>
                <a:gd name="connsiteX19" fmla="*/ 6462004 w 6682317"/>
                <a:gd name="connsiteY19" fmla="*/ 150590 h 4625194"/>
                <a:gd name="connsiteX20" fmla="*/ 6682317 w 6682317"/>
                <a:gd name="connsiteY20" fmla="*/ 0 h 4625194"/>
                <a:gd name="connsiteX0" fmla="*/ 0 w 6462004"/>
                <a:gd name="connsiteY0" fmla="*/ 509566 h 4474604"/>
                <a:gd name="connsiteX1" fmla="*/ 631245 w 6462004"/>
                <a:gd name="connsiteY1" fmla="*/ 1277650 h 4474604"/>
                <a:gd name="connsiteX2" fmla="*/ 937550 w 6462004"/>
                <a:gd name="connsiteY2" fmla="*/ 1428907 h 4474604"/>
                <a:gd name="connsiteX3" fmla="*/ 1269342 w 6462004"/>
                <a:gd name="connsiteY3" fmla="*/ 1456494 h 4474604"/>
                <a:gd name="connsiteX4" fmla="*/ 1488640 w 6462004"/>
                <a:gd name="connsiteY4" fmla="*/ 1562471 h 4474604"/>
                <a:gd name="connsiteX5" fmla="*/ 1506147 w 6462004"/>
                <a:gd name="connsiteY5" fmla="*/ 2367310 h 4474604"/>
                <a:gd name="connsiteX6" fmla="*/ 2118023 w 6462004"/>
                <a:gd name="connsiteY6" fmla="*/ 2540351 h 4474604"/>
                <a:gd name="connsiteX7" fmla="*/ 2590884 w 6462004"/>
                <a:gd name="connsiteY7" fmla="*/ 2736334 h 4474604"/>
                <a:gd name="connsiteX8" fmla="*/ 3028020 w 6462004"/>
                <a:gd name="connsiteY8" fmla="*/ 2915701 h 4474604"/>
                <a:gd name="connsiteX9" fmla="*/ 3406257 w 6462004"/>
                <a:gd name="connsiteY9" fmla="*/ 3736358 h 4474604"/>
                <a:gd name="connsiteX10" fmla="*/ 3755541 w 6462004"/>
                <a:gd name="connsiteY10" fmla="*/ 4458200 h 4474604"/>
                <a:gd name="connsiteX11" fmla="*/ 4165586 w 6462004"/>
                <a:gd name="connsiteY11" fmla="*/ 3197041 h 4474604"/>
                <a:gd name="connsiteX12" fmla="*/ 4692354 w 6462004"/>
                <a:gd name="connsiteY12" fmla="*/ 2458688 h 4474604"/>
                <a:gd name="connsiteX13" fmla="*/ 5212578 w 6462004"/>
                <a:gd name="connsiteY13" fmla="*/ 2093682 h 4474604"/>
                <a:gd name="connsiteX14" fmla="*/ 5579821 w 6462004"/>
                <a:gd name="connsiteY14" fmla="*/ 1655288 h 4474604"/>
                <a:gd name="connsiteX15" fmla="*/ 5812970 w 6462004"/>
                <a:gd name="connsiteY15" fmla="*/ 1169956 h 4474604"/>
                <a:gd name="connsiteX16" fmla="*/ 5974515 w 6462004"/>
                <a:gd name="connsiteY16" fmla="*/ 862774 h 4474604"/>
                <a:gd name="connsiteX17" fmla="*/ 6092148 w 6462004"/>
                <a:gd name="connsiteY17" fmla="*/ 555593 h 4474604"/>
                <a:gd name="connsiteX18" fmla="*/ 6261598 w 6462004"/>
                <a:gd name="connsiteY18" fmla="*/ 200501 h 4474604"/>
                <a:gd name="connsiteX19" fmla="*/ 6462004 w 6462004"/>
                <a:gd name="connsiteY19" fmla="*/ 0 h 4474604"/>
                <a:gd name="connsiteX0" fmla="*/ 0 w 6261598"/>
                <a:gd name="connsiteY0" fmla="*/ 309065 h 4274103"/>
                <a:gd name="connsiteX1" fmla="*/ 631245 w 6261598"/>
                <a:gd name="connsiteY1" fmla="*/ 1077149 h 4274103"/>
                <a:gd name="connsiteX2" fmla="*/ 937550 w 6261598"/>
                <a:gd name="connsiteY2" fmla="*/ 1228406 h 4274103"/>
                <a:gd name="connsiteX3" fmla="*/ 1269342 w 6261598"/>
                <a:gd name="connsiteY3" fmla="*/ 1255993 h 4274103"/>
                <a:gd name="connsiteX4" fmla="*/ 1488640 w 6261598"/>
                <a:gd name="connsiteY4" fmla="*/ 1361970 h 4274103"/>
                <a:gd name="connsiteX5" fmla="*/ 1506147 w 6261598"/>
                <a:gd name="connsiteY5" fmla="*/ 2166809 h 4274103"/>
                <a:gd name="connsiteX6" fmla="*/ 2118023 w 6261598"/>
                <a:gd name="connsiteY6" fmla="*/ 2339850 h 4274103"/>
                <a:gd name="connsiteX7" fmla="*/ 2590884 w 6261598"/>
                <a:gd name="connsiteY7" fmla="*/ 2535833 h 4274103"/>
                <a:gd name="connsiteX8" fmla="*/ 3028020 w 6261598"/>
                <a:gd name="connsiteY8" fmla="*/ 2715200 h 4274103"/>
                <a:gd name="connsiteX9" fmla="*/ 3406257 w 6261598"/>
                <a:gd name="connsiteY9" fmla="*/ 3535857 h 4274103"/>
                <a:gd name="connsiteX10" fmla="*/ 3755541 w 6261598"/>
                <a:gd name="connsiteY10" fmla="*/ 4257699 h 4274103"/>
                <a:gd name="connsiteX11" fmla="*/ 4165586 w 6261598"/>
                <a:gd name="connsiteY11" fmla="*/ 2996540 h 4274103"/>
                <a:gd name="connsiteX12" fmla="*/ 4692354 w 6261598"/>
                <a:gd name="connsiteY12" fmla="*/ 2258187 h 4274103"/>
                <a:gd name="connsiteX13" fmla="*/ 5212578 w 6261598"/>
                <a:gd name="connsiteY13" fmla="*/ 1893181 h 4274103"/>
                <a:gd name="connsiteX14" fmla="*/ 5579821 w 6261598"/>
                <a:gd name="connsiteY14" fmla="*/ 1454787 h 4274103"/>
                <a:gd name="connsiteX15" fmla="*/ 5812970 w 6261598"/>
                <a:gd name="connsiteY15" fmla="*/ 969455 h 4274103"/>
                <a:gd name="connsiteX16" fmla="*/ 5974515 w 6261598"/>
                <a:gd name="connsiteY16" fmla="*/ 662273 h 4274103"/>
                <a:gd name="connsiteX17" fmla="*/ 6092148 w 6261598"/>
                <a:gd name="connsiteY17" fmla="*/ 355092 h 4274103"/>
                <a:gd name="connsiteX18" fmla="*/ 6261598 w 6261598"/>
                <a:gd name="connsiteY18" fmla="*/ 0 h 4274103"/>
                <a:gd name="connsiteX0" fmla="*/ 0 w 6092148"/>
                <a:gd name="connsiteY0" fmla="*/ 0 h 3965038"/>
                <a:gd name="connsiteX1" fmla="*/ 631245 w 6092148"/>
                <a:gd name="connsiteY1" fmla="*/ 768084 h 3965038"/>
                <a:gd name="connsiteX2" fmla="*/ 937550 w 6092148"/>
                <a:gd name="connsiteY2" fmla="*/ 919341 h 3965038"/>
                <a:gd name="connsiteX3" fmla="*/ 1269342 w 6092148"/>
                <a:gd name="connsiteY3" fmla="*/ 946928 h 3965038"/>
                <a:gd name="connsiteX4" fmla="*/ 1488640 w 6092148"/>
                <a:gd name="connsiteY4" fmla="*/ 1052905 h 3965038"/>
                <a:gd name="connsiteX5" fmla="*/ 1506147 w 6092148"/>
                <a:gd name="connsiteY5" fmla="*/ 1857744 h 3965038"/>
                <a:gd name="connsiteX6" fmla="*/ 2118023 w 6092148"/>
                <a:gd name="connsiteY6" fmla="*/ 2030785 h 3965038"/>
                <a:gd name="connsiteX7" fmla="*/ 2590884 w 6092148"/>
                <a:gd name="connsiteY7" fmla="*/ 2226768 h 3965038"/>
                <a:gd name="connsiteX8" fmla="*/ 3028020 w 6092148"/>
                <a:gd name="connsiteY8" fmla="*/ 2406135 h 3965038"/>
                <a:gd name="connsiteX9" fmla="*/ 3406257 w 6092148"/>
                <a:gd name="connsiteY9" fmla="*/ 3226792 h 3965038"/>
                <a:gd name="connsiteX10" fmla="*/ 3755541 w 6092148"/>
                <a:gd name="connsiteY10" fmla="*/ 3948634 h 3965038"/>
                <a:gd name="connsiteX11" fmla="*/ 4165586 w 6092148"/>
                <a:gd name="connsiteY11" fmla="*/ 2687475 h 3965038"/>
                <a:gd name="connsiteX12" fmla="*/ 4692354 w 6092148"/>
                <a:gd name="connsiteY12" fmla="*/ 1949122 h 3965038"/>
                <a:gd name="connsiteX13" fmla="*/ 5212578 w 6092148"/>
                <a:gd name="connsiteY13" fmla="*/ 1584116 h 3965038"/>
                <a:gd name="connsiteX14" fmla="*/ 5579821 w 6092148"/>
                <a:gd name="connsiteY14" fmla="*/ 1145722 h 3965038"/>
                <a:gd name="connsiteX15" fmla="*/ 5812970 w 6092148"/>
                <a:gd name="connsiteY15" fmla="*/ 660390 h 3965038"/>
                <a:gd name="connsiteX16" fmla="*/ 5974515 w 6092148"/>
                <a:gd name="connsiteY16" fmla="*/ 353208 h 3965038"/>
                <a:gd name="connsiteX17" fmla="*/ 6092148 w 6092148"/>
                <a:gd name="connsiteY17" fmla="*/ 46027 h 3965038"/>
                <a:gd name="connsiteX0" fmla="*/ 0 w 5974515"/>
                <a:gd name="connsiteY0" fmla="*/ 0 h 3965038"/>
                <a:gd name="connsiteX1" fmla="*/ 631245 w 5974515"/>
                <a:gd name="connsiteY1" fmla="*/ 768084 h 3965038"/>
                <a:gd name="connsiteX2" fmla="*/ 937550 w 5974515"/>
                <a:gd name="connsiteY2" fmla="*/ 919341 h 3965038"/>
                <a:gd name="connsiteX3" fmla="*/ 1269342 w 5974515"/>
                <a:gd name="connsiteY3" fmla="*/ 946928 h 3965038"/>
                <a:gd name="connsiteX4" fmla="*/ 1488640 w 5974515"/>
                <a:gd name="connsiteY4" fmla="*/ 1052905 h 3965038"/>
                <a:gd name="connsiteX5" fmla="*/ 1506147 w 5974515"/>
                <a:gd name="connsiteY5" fmla="*/ 1857744 h 3965038"/>
                <a:gd name="connsiteX6" fmla="*/ 2118023 w 5974515"/>
                <a:gd name="connsiteY6" fmla="*/ 2030785 h 3965038"/>
                <a:gd name="connsiteX7" fmla="*/ 2590884 w 5974515"/>
                <a:gd name="connsiteY7" fmla="*/ 2226768 h 3965038"/>
                <a:gd name="connsiteX8" fmla="*/ 3028020 w 5974515"/>
                <a:gd name="connsiteY8" fmla="*/ 2406135 h 3965038"/>
                <a:gd name="connsiteX9" fmla="*/ 3406257 w 5974515"/>
                <a:gd name="connsiteY9" fmla="*/ 3226792 h 3965038"/>
                <a:gd name="connsiteX10" fmla="*/ 3755541 w 5974515"/>
                <a:gd name="connsiteY10" fmla="*/ 3948634 h 3965038"/>
                <a:gd name="connsiteX11" fmla="*/ 4165586 w 5974515"/>
                <a:gd name="connsiteY11" fmla="*/ 2687475 h 3965038"/>
                <a:gd name="connsiteX12" fmla="*/ 4692354 w 5974515"/>
                <a:gd name="connsiteY12" fmla="*/ 1949122 h 3965038"/>
                <a:gd name="connsiteX13" fmla="*/ 5212578 w 5974515"/>
                <a:gd name="connsiteY13" fmla="*/ 1584116 h 3965038"/>
                <a:gd name="connsiteX14" fmla="*/ 5579821 w 5974515"/>
                <a:gd name="connsiteY14" fmla="*/ 1145722 h 3965038"/>
                <a:gd name="connsiteX15" fmla="*/ 5812970 w 5974515"/>
                <a:gd name="connsiteY15" fmla="*/ 660390 h 3965038"/>
                <a:gd name="connsiteX16" fmla="*/ 5974515 w 5974515"/>
                <a:gd name="connsiteY16" fmla="*/ 353208 h 3965038"/>
                <a:gd name="connsiteX0" fmla="*/ 0 w 5343270"/>
                <a:gd name="connsiteY0" fmla="*/ 414875 h 3611829"/>
                <a:gd name="connsiteX1" fmla="*/ 306305 w 5343270"/>
                <a:gd name="connsiteY1" fmla="*/ 566132 h 3611829"/>
                <a:gd name="connsiteX2" fmla="*/ 638097 w 5343270"/>
                <a:gd name="connsiteY2" fmla="*/ 593719 h 3611829"/>
                <a:gd name="connsiteX3" fmla="*/ 857395 w 5343270"/>
                <a:gd name="connsiteY3" fmla="*/ 699696 h 3611829"/>
                <a:gd name="connsiteX4" fmla="*/ 874902 w 5343270"/>
                <a:gd name="connsiteY4" fmla="*/ 1504535 h 3611829"/>
                <a:gd name="connsiteX5" fmla="*/ 1486778 w 5343270"/>
                <a:gd name="connsiteY5" fmla="*/ 1677576 h 3611829"/>
                <a:gd name="connsiteX6" fmla="*/ 1959639 w 5343270"/>
                <a:gd name="connsiteY6" fmla="*/ 1873559 h 3611829"/>
                <a:gd name="connsiteX7" fmla="*/ 2396775 w 5343270"/>
                <a:gd name="connsiteY7" fmla="*/ 2052926 h 3611829"/>
                <a:gd name="connsiteX8" fmla="*/ 2775012 w 5343270"/>
                <a:gd name="connsiteY8" fmla="*/ 2873583 h 3611829"/>
                <a:gd name="connsiteX9" fmla="*/ 3124296 w 5343270"/>
                <a:gd name="connsiteY9" fmla="*/ 3595425 h 3611829"/>
                <a:gd name="connsiteX10" fmla="*/ 3534341 w 5343270"/>
                <a:gd name="connsiteY10" fmla="*/ 2334266 h 3611829"/>
                <a:gd name="connsiteX11" fmla="*/ 4061109 w 5343270"/>
                <a:gd name="connsiteY11" fmla="*/ 1595913 h 3611829"/>
                <a:gd name="connsiteX12" fmla="*/ 4581333 w 5343270"/>
                <a:gd name="connsiteY12" fmla="*/ 1230907 h 3611829"/>
                <a:gd name="connsiteX13" fmla="*/ 4948576 w 5343270"/>
                <a:gd name="connsiteY13" fmla="*/ 792513 h 3611829"/>
                <a:gd name="connsiteX14" fmla="*/ 5181725 w 5343270"/>
                <a:gd name="connsiteY14" fmla="*/ 307181 h 3611829"/>
                <a:gd name="connsiteX15" fmla="*/ 5343270 w 5343270"/>
                <a:gd name="connsiteY15" fmla="*/ -1 h 3611829"/>
                <a:gd name="connsiteX0" fmla="*/ 1087547 w 5061767"/>
                <a:gd name="connsiteY0" fmla="*/ 0 h 4965306"/>
                <a:gd name="connsiteX1" fmla="*/ 24802 w 5061767"/>
                <a:gd name="connsiteY1" fmla="*/ 1919609 h 4965306"/>
                <a:gd name="connsiteX2" fmla="*/ 356594 w 5061767"/>
                <a:gd name="connsiteY2" fmla="*/ 1947196 h 4965306"/>
                <a:gd name="connsiteX3" fmla="*/ 575892 w 5061767"/>
                <a:gd name="connsiteY3" fmla="*/ 2053173 h 4965306"/>
                <a:gd name="connsiteX4" fmla="*/ 593399 w 5061767"/>
                <a:gd name="connsiteY4" fmla="*/ 2858012 h 4965306"/>
                <a:gd name="connsiteX5" fmla="*/ 1205275 w 5061767"/>
                <a:gd name="connsiteY5" fmla="*/ 3031053 h 4965306"/>
                <a:gd name="connsiteX6" fmla="*/ 1678136 w 5061767"/>
                <a:gd name="connsiteY6" fmla="*/ 3227036 h 4965306"/>
                <a:gd name="connsiteX7" fmla="*/ 2115272 w 5061767"/>
                <a:gd name="connsiteY7" fmla="*/ 3406403 h 4965306"/>
                <a:gd name="connsiteX8" fmla="*/ 2493509 w 5061767"/>
                <a:gd name="connsiteY8" fmla="*/ 4227060 h 4965306"/>
                <a:gd name="connsiteX9" fmla="*/ 2842793 w 5061767"/>
                <a:gd name="connsiteY9" fmla="*/ 4948902 h 4965306"/>
                <a:gd name="connsiteX10" fmla="*/ 3252838 w 5061767"/>
                <a:gd name="connsiteY10" fmla="*/ 3687743 h 4965306"/>
                <a:gd name="connsiteX11" fmla="*/ 3779606 w 5061767"/>
                <a:gd name="connsiteY11" fmla="*/ 2949390 h 4965306"/>
                <a:gd name="connsiteX12" fmla="*/ 4299830 w 5061767"/>
                <a:gd name="connsiteY12" fmla="*/ 2584384 h 4965306"/>
                <a:gd name="connsiteX13" fmla="*/ 4667073 w 5061767"/>
                <a:gd name="connsiteY13" fmla="*/ 2145990 h 4965306"/>
                <a:gd name="connsiteX14" fmla="*/ 4900222 w 5061767"/>
                <a:gd name="connsiteY14" fmla="*/ 1660658 h 4965306"/>
                <a:gd name="connsiteX15" fmla="*/ 5061767 w 5061767"/>
                <a:gd name="connsiteY15" fmla="*/ 1353476 h 4965306"/>
                <a:gd name="connsiteX0" fmla="*/ 741491 w 4715711"/>
                <a:gd name="connsiteY0" fmla="*/ 0 h 4965306"/>
                <a:gd name="connsiteX1" fmla="*/ 611438 w 4715711"/>
                <a:gd name="connsiteY1" fmla="*/ 869951 h 4965306"/>
                <a:gd name="connsiteX2" fmla="*/ 10538 w 4715711"/>
                <a:gd name="connsiteY2" fmla="*/ 1947196 h 4965306"/>
                <a:gd name="connsiteX3" fmla="*/ 229836 w 4715711"/>
                <a:gd name="connsiteY3" fmla="*/ 2053173 h 4965306"/>
                <a:gd name="connsiteX4" fmla="*/ 247343 w 4715711"/>
                <a:gd name="connsiteY4" fmla="*/ 2858012 h 4965306"/>
                <a:gd name="connsiteX5" fmla="*/ 859219 w 4715711"/>
                <a:gd name="connsiteY5" fmla="*/ 3031053 h 4965306"/>
                <a:gd name="connsiteX6" fmla="*/ 1332080 w 4715711"/>
                <a:gd name="connsiteY6" fmla="*/ 3227036 h 4965306"/>
                <a:gd name="connsiteX7" fmla="*/ 1769216 w 4715711"/>
                <a:gd name="connsiteY7" fmla="*/ 3406403 h 4965306"/>
                <a:gd name="connsiteX8" fmla="*/ 2147453 w 4715711"/>
                <a:gd name="connsiteY8" fmla="*/ 4227060 h 4965306"/>
                <a:gd name="connsiteX9" fmla="*/ 2496737 w 4715711"/>
                <a:gd name="connsiteY9" fmla="*/ 4948902 h 4965306"/>
                <a:gd name="connsiteX10" fmla="*/ 2906782 w 4715711"/>
                <a:gd name="connsiteY10" fmla="*/ 3687743 h 4965306"/>
                <a:gd name="connsiteX11" fmla="*/ 3433550 w 4715711"/>
                <a:gd name="connsiteY11" fmla="*/ 2949390 h 4965306"/>
                <a:gd name="connsiteX12" fmla="*/ 3953774 w 4715711"/>
                <a:gd name="connsiteY12" fmla="*/ 2584384 h 4965306"/>
                <a:gd name="connsiteX13" fmla="*/ 4321017 w 4715711"/>
                <a:gd name="connsiteY13" fmla="*/ 2145990 h 4965306"/>
                <a:gd name="connsiteX14" fmla="*/ 4554166 w 4715711"/>
                <a:gd name="connsiteY14" fmla="*/ 1660658 h 4965306"/>
                <a:gd name="connsiteX15" fmla="*/ 4715711 w 4715711"/>
                <a:gd name="connsiteY15" fmla="*/ 1353476 h 4965306"/>
                <a:gd name="connsiteX0" fmla="*/ 565042 w 4539262"/>
                <a:gd name="connsiteY0" fmla="*/ 0 h 4965306"/>
                <a:gd name="connsiteX1" fmla="*/ 434989 w 4539262"/>
                <a:gd name="connsiteY1" fmla="*/ 869951 h 4965306"/>
                <a:gd name="connsiteX2" fmla="*/ 53387 w 4539262"/>
                <a:gd name="connsiteY2" fmla="*/ 2053173 h 4965306"/>
                <a:gd name="connsiteX3" fmla="*/ 70894 w 4539262"/>
                <a:gd name="connsiteY3" fmla="*/ 2858012 h 4965306"/>
                <a:gd name="connsiteX4" fmla="*/ 682770 w 4539262"/>
                <a:gd name="connsiteY4" fmla="*/ 3031053 h 4965306"/>
                <a:gd name="connsiteX5" fmla="*/ 1155631 w 4539262"/>
                <a:gd name="connsiteY5" fmla="*/ 3227036 h 4965306"/>
                <a:gd name="connsiteX6" fmla="*/ 1592767 w 4539262"/>
                <a:gd name="connsiteY6" fmla="*/ 3406403 h 4965306"/>
                <a:gd name="connsiteX7" fmla="*/ 1971004 w 4539262"/>
                <a:gd name="connsiteY7" fmla="*/ 4227060 h 4965306"/>
                <a:gd name="connsiteX8" fmla="*/ 2320288 w 4539262"/>
                <a:gd name="connsiteY8" fmla="*/ 4948902 h 4965306"/>
                <a:gd name="connsiteX9" fmla="*/ 2730333 w 4539262"/>
                <a:gd name="connsiteY9" fmla="*/ 3687743 h 4965306"/>
                <a:gd name="connsiteX10" fmla="*/ 3257101 w 4539262"/>
                <a:gd name="connsiteY10" fmla="*/ 2949390 h 4965306"/>
                <a:gd name="connsiteX11" fmla="*/ 3777325 w 4539262"/>
                <a:gd name="connsiteY11" fmla="*/ 2584384 h 4965306"/>
                <a:gd name="connsiteX12" fmla="*/ 4144568 w 4539262"/>
                <a:gd name="connsiteY12" fmla="*/ 2145990 h 4965306"/>
                <a:gd name="connsiteX13" fmla="*/ 4377717 w 4539262"/>
                <a:gd name="connsiteY13" fmla="*/ 1660658 h 4965306"/>
                <a:gd name="connsiteX14" fmla="*/ 4539262 w 4539262"/>
                <a:gd name="connsiteY14" fmla="*/ 1353476 h 4965306"/>
                <a:gd name="connsiteX0" fmla="*/ 494657 w 4468877"/>
                <a:gd name="connsiteY0" fmla="*/ 0 h 4965306"/>
                <a:gd name="connsiteX1" fmla="*/ 364604 w 4468877"/>
                <a:gd name="connsiteY1" fmla="*/ 869951 h 4965306"/>
                <a:gd name="connsiteX2" fmla="*/ 504804 w 4468877"/>
                <a:gd name="connsiteY2" fmla="*/ 1388721 h 4965306"/>
                <a:gd name="connsiteX3" fmla="*/ 509 w 4468877"/>
                <a:gd name="connsiteY3" fmla="*/ 2858012 h 4965306"/>
                <a:gd name="connsiteX4" fmla="*/ 612385 w 4468877"/>
                <a:gd name="connsiteY4" fmla="*/ 3031053 h 4965306"/>
                <a:gd name="connsiteX5" fmla="*/ 1085246 w 4468877"/>
                <a:gd name="connsiteY5" fmla="*/ 3227036 h 4965306"/>
                <a:gd name="connsiteX6" fmla="*/ 1522382 w 4468877"/>
                <a:gd name="connsiteY6" fmla="*/ 3406403 h 4965306"/>
                <a:gd name="connsiteX7" fmla="*/ 1900619 w 4468877"/>
                <a:gd name="connsiteY7" fmla="*/ 4227060 h 4965306"/>
                <a:gd name="connsiteX8" fmla="*/ 2249903 w 4468877"/>
                <a:gd name="connsiteY8" fmla="*/ 4948902 h 4965306"/>
                <a:gd name="connsiteX9" fmla="*/ 2659948 w 4468877"/>
                <a:gd name="connsiteY9" fmla="*/ 3687743 h 4965306"/>
                <a:gd name="connsiteX10" fmla="*/ 3186716 w 4468877"/>
                <a:gd name="connsiteY10" fmla="*/ 2949390 h 4965306"/>
                <a:gd name="connsiteX11" fmla="*/ 3706940 w 4468877"/>
                <a:gd name="connsiteY11" fmla="*/ 2584384 h 4965306"/>
                <a:gd name="connsiteX12" fmla="*/ 4074183 w 4468877"/>
                <a:gd name="connsiteY12" fmla="*/ 2145990 h 4965306"/>
                <a:gd name="connsiteX13" fmla="*/ 4307332 w 4468877"/>
                <a:gd name="connsiteY13" fmla="*/ 1660658 h 4965306"/>
                <a:gd name="connsiteX14" fmla="*/ 4468877 w 4468877"/>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247789 w 4104281"/>
                <a:gd name="connsiteY4" fmla="*/ 3031053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130061 w 4104281"/>
                <a:gd name="connsiteY0" fmla="*/ 0 h 4965306"/>
                <a:gd name="connsiteX1" fmla="*/ 8 w 4104281"/>
                <a:gd name="connsiteY1" fmla="*/ 869951 h 4965306"/>
                <a:gd name="connsiteX2" fmla="*/ 140208 w 4104281"/>
                <a:gd name="connsiteY2" fmla="*/ 1388721 h 4965306"/>
                <a:gd name="connsiteX3" fmla="*/ 91998 w 4104281"/>
                <a:gd name="connsiteY3" fmla="*/ 2405397 h 4965306"/>
                <a:gd name="connsiteX4" fmla="*/ 332675 w 4104281"/>
                <a:gd name="connsiteY4" fmla="*/ 2626454 h 4965306"/>
                <a:gd name="connsiteX5" fmla="*/ 720650 w 4104281"/>
                <a:gd name="connsiteY5" fmla="*/ 3227036 h 4965306"/>
                <a:gd name="connsiteX6" fmla="*/ 1157786 w 4104281"/>
                <a:gd name="connsiteY6" fmla="*/ 3406403 h 4965306"/>
                <a:gd name="connsiteX7" fmla="*/ 1536023 w 4104281"/>
                <a:gd name="connsiteY7" fmla="*/ 4227060 h 4965306"/>
                <a:gd name="connsiteX8" fmla="*/ 1885307 w 4104281"/>
                <a:gd name="connsiteY8" fmla="*/ 4948902 h 4965306"/>
                <a:gd name="connsiteX9" fmla="*/ 2295352 w 4104281"/>
                <a:gd name="connsiteY9" fmla="*/ 3687743 h 4965306"/>
                <a:gd name="connsiteX10" fmla="*/ 2822120 w 4104281"/>
                <a:gd name="connsiteY10" fmla="*/ 2949390 h 4965306"/>
                <a:gd name="connsiteX11" fmla="*/ 3342344 w 4104281"/>
                <a:gd name="connsiteY11" fmla="*/ 2584384 h 4965306"/>
                <a:gd name="connsiteX12" fmla="*/ 3709587 w 4104281"/>
                <a:gd name="connsiteY12" fmla="*/ 2145990 h 4965306"/>
                <a:gd name="connsiteX13" fmla="*/ 3942736 w 4104281"/>
                <a:gd name="connsiteY13" fmla="*/ 1660658 h 4965306"/>
                <a:gd name="connsiteX14" fmla="*/ 4104281 w 4104281"/>
                <a:gd name="connsiteY14" fmla="*/ 1353476 h 4965306"/>
                <a:gd name="connsiteX0" fmla="*/ 452193 w 4113371"/>
                <a:gd name="connsiteY0" fmla="*/ 0 h 4970354"/>
                <a:gd name="connsiteX1" fmla="*/ 9098 w 4113371"/>
                <a:gd name="connsiteY1" fmla="*/ 874999 h 4970354"/>
                <a:gd name="connsiteX2" fmla="*/ 149298 w 4113371"/>
                <a:gd name="connsiteY2" fmla="*/ 1393769 h 4970354"/>
                <a:gd name="connsiteX3" fmla="*/ 101088 w 4113371"/>
                <a:gd name="connsiteY3" fmla="*/ 2410445 h 4970354"/>
                <a:gd name="connsiteX4" fmla="*/ 341765 w 4113371"/>
                <a:gd name="connsiteY4" fmla="*/ 2631502 h 4970354"/>
                <a:gd name="connsiteX5" fmla="*/ 729740 w 4113371"/>
                <a:gd name="connsiteY5" fmla="*/ 3232084 h 4970354"/>
                <a:gd name="connsiteX6" fmla="*/ 1166876 w 4113371"/>
                <a:gd name="connsiteY6" fmla="*/ 3411451 h 4970354"/>
                <a:gd name="connsiteX7" fmla="*/ 1545113 w 4113371"/>
                <a:gd name="connsiteY7" fmla="*/ 4232108 h 4970354"/>
                <a:gd name="connsiteX8" fmla="*/ 1894397 w 4113371"/>
                <a:gd name="connsiteY8" fmla="*/ 4953950 h 4970354"/>
                <a:gd name="connsiteX9" fmla="*/ 2304442 w 4113371"/>
                <a:gd name="connsiteY9" fmla="*/ 3692791 h 4970354"/>
                <a:gd name="connsiteX10" fmla="*/ 2831210 w 4113371"/>
                <a:gd name="connsiteY10" fmla="*/ 2954438 h 4970354"/>
                <a:gd name="connsiteX11" fmla="*/ 3351434 w 4113371"/>
                <a:gd name="connsiteY11" fmla="*/ 2589432 h 4970354"/>
                <a:gd name="connsiteX12" fmla="*/ 3718677 w 4113371"/>
                <a:gd name="connsiteY12" fmla="*/ 2151038 h 4970354"/>
                <a:gd name="connsiteX13" fmla="*/ 3951826 w 4113371"/>
                <a:gd name="connsiteY13" fmla="*/ 1665706 h 4970354"/>
                <a:gd name="connsiteX14" fmla="*/ 4113371 w 4113371"/>
                <a:gd name="connsiteY14" fmla="*/ 1358524 h 4970354"/>
                <a:gd name="connsiteX0" fmla="*/ 452193 w 3951826"/>
                <a:gd name="connsiteY0" fmla="*/ 0 h 4970354"/>
                <a:gd name="connsiteX1" fmla="*/ 9098 w 3951826"/>
                <a:gd name="connsiteY1" fmla="*/ 874999 h 4970354"/>
                <a:gd name="connsiteX2" fmla="*/ 149298 w 3951826"/>
                <a:gd name="connsiteY2" fmla="*/ 1393769 h 4970354"/>
                <a:gd name="connsiteX3" fmla="*/ 101088 w 3951826"/>
                <a:gd name="connsiteY3" fmla="*/ 2410445 h 4970354"/>
                <a:gd name="connsiteX4" fmla="*/ 341765 w 3951826"/>
                <a:gd name="connsiteY4" fmla="*/ 2631502 h 4970354"/>
                <a:gd name="connsiteX5" fmla="*/ 729740 w 3951826"/>
                <a:gd name="connsiteY5" fmla="*/ 3232084 h 4970354"/>
                <a:gd name="connsiteX6" fmla="*/ 1166876 w 3951826"/>
                <a:gd name="connsiteY6" fmla="*/ 3411451 h 4970354"/>
                <a:gd name="connsiteX7" fmla="*/ 1545113 w 3951826"/>
                <a:gd name="connsiteY7" fmla="*/ 4232108 h 4970354"/>
                <a:gd name="connsiteX8" fmla="*/ 1894397 w 3951826"/>
                <a:gd name="connsiteY8" fmla="*/ 4953950 h 4970354"/>
                <a:gd name="connsiteX9" fmla="*/ 2304442 w 3951826"/>
                <a:gd name="connsiteY9" fmla="*/ 3692791 h 4970354"/>
                <a:gd name="connsiteX10" fmla="*/ 2831210 w 3951826"/>
                <a:gd name="connsiteY10" fmla="*/ 2954438 h 4970354"/>
                <a:gd name="connsiteX11" fmla="*/ 3351434 w 3951826"/>
                <a:gd name="connsiteY11" fmla="*/ 2589432 h 4970354"/>
                <a:gd name="connsiteX12" fmla="*/ 3718677 w 3951826"/>
                <a:gd name="connsiteY12" fmla="*/ 2151038 h 4970354"/>
                <a:gd name="connsiteX13" fmla="*/ 3951826 w 3951826"/>
                <a:gd name="connsiteY13" fmla="*/ 1665706 h 4970354"/>
                <a:gd name="connsiteX0" fmla="*/ 452193 w 3726611"/>
                <a:gd name="connsiteY0" fmla="*/ 0 h 4970354"/>
                <a:gd name="connsiteX1" fmla="*/ 9098 w 3726611"/>
                <a:gd name="connsiteY1" fmla="*/ 874999 h 4970354"/>
                <a:gd name="connsiteX2" fmla="*/ 149298 w 3726611"/>
                <a:gd name="connsiteY2" fmla="*/ 1393769 h 4970354"/>
                <a:gd name="connsiteX3" fmla="*/ 101088 w 3726611"/>
                <a:gd name="connsiteY3" fmla="*/ 2410445 h 4970354"/>
                <a:gd name="connsiteX4" fmla="*/ 341765 w 3726611"/>
                <a:gd name="connsiteY4" fmla="*/ 2631502 h 4970354"/>
                <a:gd name="connsiteX5" fmla="*/ 729740 w 3726611"/>
                <a:gd name="connsiteY5" fmla="*/ 3232084 h 4970354"/>
                <a:gd name="connsiteX6" fmla="*/ 1166876 w 3726611"/>
                <a:gd name="connsiteY6" fmla="*/ 3411451 h 4970354"/>
                <a:gd name="connsiteX7" fmla="*/ 1545113 w 3726611"/>
                <a:gd name="connsiteY7" fmla="*/ 4232108 h 4970354"/>
                <a:gd name="connsiteX8" fmla="*/ 1894397 w 3726611"/>
                <a:gd name="connsiteY8" fmla="*/ 4953950 h 4970354"/>
                <a:gd name="connsiteX9" fmla="*/ 2304442 w 3726611"/>
                <a:gd name="connsiteY9" fmla="*/ 3692791 h 4970354"/>
                <a:gd name="connsiteX10" fmla="*/ 2831210 w 3726611"/>
                <a:gd name="connsiteY10" fmla="*/ 2954438 h 4970354"/>
                <a:gd name="connsiteX11" fmla="*/ 3351434 w 3726611"/>
                <a:gd name="connsiteY11" fmla="*/ 2589432 h 4970354"/>
                <a:gd name="connsiteX12" fmla="*/ 3718677 w 3726611"/>
                <a:gd name="connsiteY12" fmla="*/ 2151038 h 4970354"/>
                <a:gd name="connsiteX13" fmla="*/ 3641598 w 3726611"/>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351434 w 3641598"/>
                <a:gd name="connsiteY11" fmla="*/ 258943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559888 w 3641598"/>
                <a:gd name="connsiteY12" fmla="*/ 2060273 h 4970354"/>
                <a:gd name="connsiteX13" fmla="*/ 3641598 w 3641598"/>
                <a:gd name="connsiteY13" fmla="*/ 1503119 h 4970354"/>
                <a:gd name="connsiteX0" fmla="*/ 452193 w 3641598"/>
                <a:gd name="connsiteY0" fmla="*/ 0 h 4970354"/>
                <a:gd name="connsiteX1" fmla="*/ 9098 w 3641598"/>
                <a:gd name="connsiteY1" fmla="*/ 874999 h 4970354"/>
                <a:gd name="connsiteX2" fmla="*/ 149298 w 3641598"/>
                <a:gd name="connsiteY2" fmla="*/ 1393769 h 4970354"/>
                <a:gd name="connsiteX3" fmla="*/ 101088 w 3641598"/>
                <a:gd name="connsiteY3" fmla="*/ 2410445 h 4970354"/>
                <a:gd name="connsiteX4" fmla="*/ 341765 w 3641598"/>
                <a:gd name="connsiteY4" fmla="*/ 2631502 h 4970354"/>
                <a:gd name="connsiteX5" fmla="*/ 729740 w 3641598"/>
                <a:gd name="connsiteY5" fmla="*/ 3232084 h 4970354"/>
                <a:gd name="connsiteX6" fmla="*/ 1166876 w 3641598"/>
                <a:gd name="connsiteY6" fmla="*/ 3411451 h 4970354"/>
                <a:gd name="connsiteX7" fmla="*/ 1545113 w 3641598"/>
                <a:gd name="connsiteY7" fmla="*/ 4232108 h 4970354"/>
                <a:gd name="connsiteX8" fmla="*/ 1894397 w 3641598"/>
                <a:gd name="connsiteY8" fmla="*/ 4953950 h 4970354"/>
                <a:gd name="connsiteX9" fmla="*/ 2304442 w 3641598"/>
                <a:gd name="connsiteY9" fmla="*/ 3692791 h 4970354"/>
                <a:gd name="connsiteX10" fmla="*/ 2831210 w 3641598"/>
                <a:gd name="connsiteY10" fmla="*/ 2954438 h 4970354"/>
                <a:gd name="connsiteX11" fmla="*/ 3157415 w 3641598"/>
                <a:gd name="connsiteY11" fmla="*/ 2605202 h 4970354"/>
                <a:gd name="connsiteX12" fmla="*/ 3483539 w 3641598"/>
                <a:gd name="connsiteY12" fmla="*/ 2038436 h 4970354"/>
                <a:gd name="connsiteX13" fmla="*/ 3641598 w 3641598"/>
                <a:gd name="connsiteY13" fmla="*/ 1503119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452193 w 3677977"/>
                <a:gd name="connsiteY0" fmla="*/ 0 h 4970354"/>
                <a:gd name="connsiteX1" fmla="*/ 9098 w 3677977"/>
                <a:gd name="connsiteY1" fmla="*/ 874999 h 4970354"/>
                <a:gd name="connsiteX2" fmla="*/ 149298 w 3677977"/>
                <a:gd name="connsiteY2" fmla="*/ 1393769 h 4970354"/>
                <a:gd name="connsiteX3" fmla="*/ 101088 w 3677977"/>
                <a:gd name="connsiteY3" fmla="*/ 2410445 h 4970354"/>
                <a:gd name="connsiteX4" fmla="*/ 341765 w 3677977"/>
                <a:gd name="connsiteY4" fmla="*/ 2631502 h 4970354"/>
                <a:gd name="connsiteX5" fmla="*/ 729740 w 3677977"/>
                <a:gd name="connsiteY5" fmla="*/ 3232084 h 4970354"/>
                <a:gd name="connsiteX6" fmla="*/ 1166876 w 3677977"/>
                <a:gd name="connsiteY6" fmla="*/ 3411451 h 4970354"/>
                <a:gd name="connsiteX7" fmla="*/ 1545113 w 3677977"/>
                <a:gd name="connsiteY7" fmla="*/ 4232108 h 4970354"/>
                <a:gd name="connsiteX8" fmla="*/ 1894397 w 3677977"/>
                <a:gd name="connsiteY8" fmla="*/ 4953950 h 4970354"/>
                <a:gd name="connsiteX9" fmla="*/ 2304442 w 3677977"/>
                <a:gd name="connsiteY9" fmla="*/ 3692791 h 4970354"/>
                <a:gd name="connsiteX10" fmla="*/ 2831210 w 3677977"/>
                <a:gd name="connsiteY10" fmla="*/ 2954438 h 4970354"/>
                <a:gd name="connsiteX11" fmla="*/ 3157415 w 3677977"/>
                <a:gd name="connsiteY11" fmla="*/ 2605202 h 4970354"/>
                <a:gd name="connsiteX12" fmla="*/ 3483539 w 3677977"/>
                <a:gd name="connsiteY12" fmla="*/ 2038436 h 4970354"/>
                <a:gd name="connsiteX13" fmla="*/ 3677977 w 3677977"/>
                <a:gd name="connsiteY13" fmla="*/ 1632728 h 4970354"/>
                <a:gd name="connsiteX0" fmla="*/ 359285 w 3585069"/>
                <a:gd name="connsiteY0" fmla="*/ 0 h 4970354"/>
                <a:gd name="connsiteX1" fmla="*/ 57569 w 3585069"/>
                <a:gd name="connsiteY1" fmla="*/ 831215 h 4970354"/>
                <a:gd name="connsiteX2" fmla="*/ 56390 w 3585069"/>
                <a:gd name="connsiteY2" fmla="*/ 1393769 h 4970354"/>
                <a:gd name="connsiteX3" fmla="*/ 8180 w 3585069"/>
                <a:gd name="connsiteY3" fmla="*/ 2410445 h 4970354"/>
                <a:gd name="connsiteX4" fmla="*/ 248857 w 3585069"/>
                <a:gd name="connsiteY4" fmla="*/ 2631502 h 4970354"/>
                <a:gd name="connsiteX5" fmla="*/ 636832 w 3585069"/>
                <a:gd name="connsiteY5" fmla="*/ 3232084 h 4970354"/>
                <a:gd name="connsiteX6" fmla="*/ 1073968 w 3585069"/>
                <a:gd name="connsiteY6" fmla="*/ 3411451 h 4970354"/>
                <a:gd name="connsiteX7" fmla="*/ 1452205 w 3585069"/>
                <a:gd name="connsiteY7" fmla="*/ 4232108 h 4970354"/>
                <a:gd name="connsiteX8" fmla="*/ 1801489 w 3585069"/>
                <a:gd name="connsiteY8" fmla="*/ 4953950 h 4970354"/>
                <a:gd name="connsiteX9" fmla="*/ 2211534 w 3585069"/>
                <a:gd name="connsiteY9" fmla="*/ 3692791 h 4970354"/>
                <a:gd name="connsiteX10" fmla="*/ 2738302 w 3585069"/>
                <a:gd name="connsiteY10" fmla="*/ 2954438 h 4970354"/>
                <a:gd name="connsiteX11" fmla="*/ 3064507 w 3585069"/>
                <a:gd name="connsiteY11" fmla="*/ 2605202 h 4970354"/>
                <a:gd name="connsiteX12" fmla="*/ 3390631 w 3585069"/>
                <a:gd name="connsiteY12" fmla="*/ 2038436 h 4970354"/>
                <a:gd name="connsiteX13" fmla="*/ 3585069 w 3585069"/>
                <a:gd name="connsiteY13" fmla="*/ 1632728 h 4970354"/>
                <a:gd name="connsiteX0" fmla="*/ 353401 w 3579185"/>
                <a:gd name="connsiteY0" fmla="*/ 0 h 4970354"/>
                <a:gd name="connsiteX1" fmla="*/ 51685 w 3579185"/>
                <a:gd name="connsiteY1" fmla="*/ 831215 h 4970354"/>
                <a:gd name="connsiteX2" fmla="*/ 117760 w 3579185"/>
                <a:gd name="connsiteY2" fmla="*/ 1383203 h 4970354"/>
                <a:gd name="connsiteX3" fmla="*/ 2296 w 3579185"/>
                <a:gd name="connsiteY3" fmla="*/ 2410445 h 4970354"/>
                <a:gd name="connsiteX4" fmla="*/ 242973 w 3579185"/>
                <a:gd name="connsiteY4" fmla="*/ 2631502 h 4970354"/>
                <a:gd name="connsiteX5" fmla="*/ 630948 w 3579185"/>
                <a:gd name="connsiteY5" fmla="*/ 3232084 h 4970354"/>
                <a:gd name="connsiteX6" fmla="*/ 1068084 w 3579185"/>
                <a:gd name="connsiteY6" fmla="*/ 3411451 h 4970354"/>
                <a:gd name="connsiteX7" fmla="*/ 1446321 w 3579185"/>
                <a:gd name="connsiteY7" fmla="*/ 4232108 h 4970354"/>
                <a:gd name="connsiteX8" fmla="*/ 1795605 w 3579185"/>
                <a:gd name="connsiteY8" fmla="*/ 4953950 h 4970354"/>
                <a:gd name="connsiteX9" fmla="*/ 2205650 w 3579185"/>
                <a:gd name="connsiteY9" fmla="*/ 3692791 h 4970354"/>
                <a:gd name="connsiteX10" fmla="*/ 2732418 w 3579185"/>
                <a:gd name="connsiteY10" fmla="*/ 2954438 h 4970354"/>
                <a:gd name="connsiteX11" fmla="*/ 3058623 w 3579185"/>
                <a:gd name="connsiteY11" fmla="*/ 2605202 h 4970354"/>
                <a:gd name="connsiteX12" fmla="*/ 3384747 w 3579185"/>
                <a:gd name="connsiteY12" fmla="*/ 2038436 h 4970354"/>
                <a:gd name="connsiteX13" fmla="*/ 3579185 w 3579185"/>
                <a:gd name="connsiteY13" fmla="*/ 1632728 h 4970354"/>
                <a:gd name="connsiteX0" fmla="*/ 353401 w 3384747"/>
                <a:gd name="connsiteY0" fmla="*/ 0 h 4970354"/>
                <a:gd name="connsiteX1" fmla="*/ 51685 w 3384747"/>
                <a:gd name="connsiteY1" fmla="*/ 831215 h 4970354"/>
                <a:gd name="connsiteX2" fmla="*/ 117760 w 3384747"/>
                <a:gd name="connsiteY2" fmla="*/ 1383203 h 4970354"/>
                <a:gd name="connsiteX3" fmla="*/ 2296 w 3384747"/>
                <a:gd name="connsiteY3" fmla="*/ 2410445 h 4970354"/>
                <a:gd name="connsiteX4" fmla="*/ 242973 w 3384747"/>
                <a:gd name="connsiteY4" fmla="*/ 2631502 h 4970354"/>
                <a:gd name="connsiteX5" fmla="*/ 630948 w 3384747"/>
                <a:gd name="connsiteY5" fmla="*/ 3232084 h 4970354"/>
                <a:gd name="connsiteX6" fmla="*/ 1068084 w 3384747"/>
                <a:gd name="connsiteY6" fmla="*/ 3411451 h 4970354"/>
                <a:gd name="connsiteX7" fmla="*/ 1446321 w 3384747"/>
                <a:gd name="connsiteY7" fmla="*/ 4232108 h 4970354"/>
                <a:gd name="connsiteX8" fmla="*/ 1795605 w 3384747"/>
                <a:gd name="connsiteY8" fmla="*/ 4953950 h 4970354"/>
                <a:gd name="connsiteX9" fmla="*/ 2205650 w 3384747"/>
                <a:gd name="connsiteY9" fmla="*/ 3692791 h 4970354"/>
                <a:gd name="connsiteX10" fmla="*/ 2732418 w 3384747"/>
                <a:gd name="connsiteY10" fmla="*/ 2954438 h 4970354"/>
                <a:gd name="connsiteX11" fmla="*/ 3058623 w 3384747"/>
                <a:gd name="connsiteY11" fmla="*/ 2605202 h 4970354"/>
                <a:gd name="connsiteX12" fmla="*/ 3384747 w 3384747"/>
                <a:gd name="connsiteY12" fmla="*/ 2038436 h 4970354"/>
                <a:gd name="connsiteX0" fmla="*/ 353401 w 3384747"/>
                <a:gd name="connsiteY0" fmla="*/ 0 h 4592452"/>
                <a:gd name="connsiteX1" fmla="*/ 51685 w 3384747"/>
                <a:gd name="connsiteY1" fmla="*/ 831215 h 4592452"/>
                <a:gd name="connsiteX2" fmla="*/ 117760 w 3384747"/>
                <a:gd name="connsiteY2" fmla="*/ 1383203 h 4592452"/>
                <a:gd name="connsiteX3" fmla="*/ 2296 w 3384747"/>
                <a:gd name="connsiteY3" fmla="*/ 2410445 h 4592452"/>
                <a:gd name="connsiteX4" fmla="*/ 242973 w 3384747"/>
                <a:gd name="connsiteY4" fmla="*/ 2631502 h 4592452"/>
                <a:gd name="connsiteX5" fmla="*/ 630948 w 3384747"/>
                <a:gd name="connsiteY5" fmla="*/ 3232084 h 4592452"/>
                <a:gd name="connsiteX6" fmla="*/ 1068084 w 3384747"/>
                <a:gd name="connsiteY6" fmla="*/ 3411451 h 4592452"/>
                <a:gd name="connsiteX7" fmla="*/ 1446321 w 3384747"/>
                <a:gd name="connsiteY7" fmla="*/ 4232108 h 4592452"/>
                <a:gd name="connsiteX8" fmla="*/ 1827316 w 3384747"/>
                <a:gd name="connsiteY8" fmla="*/ 4572821 h 4592452"/>
                <a:gd name="connsiteX9" fmla="*/ 2205650 w 3384747"/>
                <a:gd name="connsiteY9" fmla="*/ 3692791 h 4592452"/>
                <a:gd name="connsiteX10" fmla="*/ 2732418 w 3384747"/>
                <a:gd name="connsiteY10" fmla="*/ 2954438 h 4592452"/>
                <a:gd name="connsiteX11" fmla="*/ 3058623 w 3384747"/>
                <a:gd name="connsiteY11" fmla="*/ 2605202 h 4592452"/>
                <a:gd name="connsiteX12" fmla="*/ 3384747 w 3384747"/>
                <a:gd name="connsiteY12" fmla="*/ 2038436 h 4592452"/>
                <a:gd name="connsiteX0" fmla="*/ 353401 w 3384747"/>
                <a:gd name="connsiteY0" fmla="*/ 0 h 4585499"/>
                <a:gd name="connsiteX1" fmla="*/ 51685 w 3384747"/>
                <a:gd name="connsiteY1" fmla="*/ 831215 h 4585499"/>
                <a:gd name="connsiteX2" fmla="*/ 117760 w 3384747"/>
                <a:gd name="connsiteY2" fmla="*/ 1383203 h 4585499"/>
                <a:gd name="connsiteX3" fmla="*/ 2296 w 3384747"/>
                <a:gd name="connsiteY3" fmla="*/ 2410445 h 4585499"/>
                <a:gd name="connsiteX4" fmla="*/ 242973 w 3384747"/>
                <a:gd name="connsiteY4" fmla="*/ 2631502 h 4585499"/>
                <a:gd name="connsiteX5" fmla="*/ 630948 w 3384747"/>
                <a:gd name="connsiteY5" fmla="*/ 3232084 h 4585499"/>
                <a:gd name="connsiteX6" fmla="*/ 1068084 w 3384747"/>
                <a:gd name="connsiteY6" fmla="*/ 3411451 h 4585499"/>
                <a:gd name="connsiteX7" fmla="*/ 1546416 w 3384747"/>
                <a:gd name="connsiteY7" fmla="*/ 4159425 h 4585499"/>
                <a:gd name="connsiteX8" fmla="*/ 1827316 w 3384747"/>
                <a:gd name="connsiteY8" fmla="*/ 4572821 h 4585499"/>
                <a:gd name="connsiteX9" fmla="*/ 2205650 w 3384747"/>
                <a:gd name="connsiteY9" fmla="*/ 3692791 h 4585499"/>
                <a:gd name="connsiteX10" fmla="*/ 2732418 w 3384747"/>
                <a:gd name="connsiteY10" fmla="*/ 2954438 h 4585499"/>
                <a:gd name="connsiteX11" fmla="*/ 3058623 w 3384747"/>
                <a:gd name="connsiteY11" fmla="*/ 2605202 h 4585499"/>
                <a:gd name="connsiteX12" fmla="*/ 3384747 w 3384747"/>
                <a:gd name="connsiteY12" fmla="*/ 2038436 h 458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84747" h="4585499">
                  <a:moveTo>
                    <a:pt x="353401" y="0"/>
                  </a:moveTo>
                  <a:cubicBezTo>
                    <a:pt x="442777" y="469680"/>
                    <a:pt x="90958" y="600681"/>
                    <a:pt x="51685" y="831215"/>
                  </a:cubicBezTo>
                  <a:cubicBezTo>
                    <a:pt x="12412" y="1061749"/>
                    <a:pt x="125992" y="1119998"/>
                    <a:pt x="117760" y="1383203"/>
                  </a:cubicBezTo>
                  <a:cubicBezTo>
                    <a:pt x="109529" y="1646408"/>
                    <a:pt x="-18573" y="2202395"/>
                    <a:pt x="2296" y="2410445"/>
                  </a:cubicBezTo>
                  <a:cubicBezTo>
                    <a:pt x="23165" y="2618495"/>
                    <a:pt x="138198" y="2494562"/>
                    <a:pt x="242973" y="2631502"/>
                  </a:cubicBezTo>
                  <a:cubicBezTo>
                    <a:pt x="347748" y="2768442"/>
                    <a:pt x="493430" y="3102093"/>
                    <a:pt x="630948" y="3232084"/>
                  </a:cubicBezTo>
                  <a:cubicBezTo>
                    <a:pt x="768466" y="3362075"/>
                    <a:pt x="915506" y="3256894"/>
                    <a:pt x="1068084" y="3411451"/>
                  </a:cubicBezTo>
                  <a:cubicBezTo>
                    <a:pt x="1220662" y="3566008"/>
                    <a:pt x="1419877" y="3965863"/>
                    <a:pt x="1546416" y="4159425"/>
                  </a:cubicBezTo>
                  <a:cubicBezTo>
                    <a:pt x="1672955" y="4352987"/>
                    <a:pt x="1717444" y="4650593"/>
                    <a:pt x="1827316" y="4572821"/>
                  </a:cubicBezTo>
                  <a:cubicBezTo>
                    <a:pt x="1937188" y="4495049"/>
                    <a:pt x="2054800" y="3962521"/>
                    <a:pt x="2205650" y="3692791"/>
                  </a:cubicBezTo>
                  <a:cubicBezTo>
                    <a:pt x="2356500" y="3423061"/>
                    <a:pt x="2590256" y="3135703"/>
                    <a:pt x="2732418" y="2954438"/>
                  </a:cubicBezTo>
                  <a:cubicBezTo>
                    <a:pt x="2874580" y="2773173"/>
                    <a:pt x="2949902" y="2757869"/>
                    <a:pt x="3058623" y="2605202"/>
                  </a:cubicBezTo>
                  <a:cubicBezTo>
                    <a:pt x="3167344" y="2452535"/>
                    <a:pt x="3297987" y="2200515"/>
                    <a:pt x="3384747" y="2038436"/>
                  </a:cubicBezTo>
                </a:path>
              </a:pathLst>
            </a:custGeom>
            <a:noFill/>
            <a:ln w="6350" cap="rnd">
              <a:solidFill>
                <a:schemeClr val="tx1">
                  <a:alpha val="35000"/>
                </a:schemeClr>
              </a:solidFill>
              <a:prstDash val="dash"/>
              <a:round/>
            </a:ln>
          </p:spPr>
          <p:txBody>
            <a:bodyPr rtlCol="0" anchor="ctr"/>
            <a:lstStyle/>
            <a:p>
              <a:endParaRPr lang="en-US"/>
            </a:p>
          </p:txBody>
        </p:sp>
        <p:sp>
          <p:nvSpPr>
            <p:cNvPr id="71" name="Freeform: Shape 70">
              <a:extLst>
                <a:ext uri="{FF2B5EF4-FFF2-40B4-BE49-F238E27FC236}">
                  <a16:creationId xmlns:a16="http://schemas.microsoft.com/office/drawing/2014/main" id="{A843705D-7AAD-44E9-9CA7-7994C102544C}"/>
                </a:ext>
              </a:extLst>
            </p:cNvPr>
            <p:cNvSpPr/>
            <p:nvPr userDrawn="1"/>
          </p:nvSpPr>
          <p:spPr>
            <a:xfrm rot="624225" flipH="1" flipV="1">
              <a:off x="105346" y="3435213"/>
              <a:ext cx="3460745" cy="3191911"/>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96354 w 7898624"/>
                <a:gd name="connsiteY6" fmla="*/ 2325529 h 4874826"/>
                <a:gd name="connsiteX7" fmla="*/ 2205987 w 7898624"/>
                <a:gd name="connsiteY7" fmla="*/ 2410301 h 4874826"/>
                <a:gd name="connsiteX8" fmla="*/ 2259136 w 7898624"/>
                <a:gd name="connsiteY8" fmla="*/ 2638044 h 4874826"/>
                <a:gd name="connsiteX9" fmla="*/ 2154457 w 7898624"/>
                <a:gd name="connsiteY9" fmla="*/ 2968847 h 4874826"/>
                <a:gd name="connsiteX10" fmla="*/ 2108040 w 7898624"/>
                <a:gd name="connsiteY10" fmla="*/ 3237192 h 4874826"/>
                <a:gd name="connsiteX11" fmla="*/ 2181903 w 7898624"/>
                <a:gd name="connsiteY11" fmla="*/ 3555339 h 4874826"/>
                <a:gd name="connsiteX12" fmla="*/ 2639746 w 7898624"/>
                <a:gd name="connsiteY12" fmla="*/ 4370580 h 4874826"/>
                <a:gd name="connsiteX13" fmla="*/ 2879072 w 7898624"/>
                <a:gd name="connsiteY13" fmla="*/ 4572983 h 4874826"/>
                <a:gd name="connsiteX14" fmla="*/ 3470240 w 7898624"/>
                <a:gd name="connsiteY14" fmla="*/ 4623912 h 4874826"/>
                <a:gd name="connsiteX15" fmla="*/ 3818664 w 7898624"/>
                <a:gd name="connsiteY15" fmla="*/ 4661079 h 4874826"/>
                <a:gd name="connsiteX16" fmla="*/ 4396512 w 7898624"/>
                <a:gd name="connsiteY16" fmla="*/ 4856312 h 4874826"/>
                <a:gd name="connsiteX17" fmla="*/ 4796620 w 7898624"/>
                <a:gd name="connsiteY17" fmla="*/ 4802499 h 4874826"/>
                <a:gd name="connsiteX18" fmla="*/ 5214077 w 7898624"/>
                <a:gd name="connsiteY18" fmla="*/ 4288917 h 4874826"/>
                <a:gd name="connsiteX19" fmla="*/ 5734301 w 7898624"/>
                <a:gd name="connsiteY19" fmla="*/ 3923911 h 4874826"/>
                <a:gd name="connsiteX20" fmla="*/ 6101544 w 7898624"/>
                <a:gd name="connsiteY20" fmla="*/ 3485517 h 4874826"/>
                <a:gd name="connsiteX21" fmla="*/ 6334693 w 7898624"/>
                <a:gd name="connsiteY21" fmla="*/ 3000185 h 4874826"/>
                <a:gd name="connsiteX22" fmla="*/ 6496238 w 7898624"/>
                <a:gd name="connsiteY22" fmla="*/ 2693003 h 4874826"/>
                <a:gd name="connsiteX23" fmla="*/ 6613871 w 7898624"/>
                <a:gd name="connsiteY23" fmla="*/ 2385822 h 4874826"/>
                <a:gd name="connsiteX24" fmla="*/ 6783321 w 7898624"/>
                <a:gd name="connsiteY24" fmla="*/ 2030730 h 4874826"/>
                <a:gd name="connsiteX25" fmla="*/ 6983727 w 7898624"/>
                <a:gd name="connsiteY25" fmla="*/ 1830229 h 4874826"/>
                <a:gd name="connsiteX26" fmla="*/ 7204040 w 7898624"/>
                <a:gd name="connsiteY26" fmla="*/ 1679639 h 4874826"/>
                <a:gd name="connsiteX27" fmla="*/ 7463215 w 7898624"/>
                <a:gd name="connsiteY27" fmla="*/ 1498092 h 4874826"/>
                <a:gd name="connsiteX28" fmla="*/ 7670575 w 7898624"/>
                <a:gd name="connsiteY28" fmla="*/ 1270635 h 4874826"/>
                <a:gd name="connsiteX29" fmla="*/ 7850026 w 7898624"/>
                <a:gd name="connsiteY29" fmla="*/ 947452 h 4874826"/>
                <a:gd name="connsiteX30" fmla="*/ 7897841 w 7898624"/>
                <a:gd name="connsiteY30" fmla="*/ 694087 h 4874826"/>
                <a:gd name="connsiteX31" fmla="*/ 7873933 w 7898624"/>
                <a:gd name="connsiteY31" fmla="*/ 492633 h 4874826"/>
                <a:gd name="connsiteX32" fmla="*/ 7682481 w 7898624"/>
                <a:gd name="connsiteY32" fmla="*/ 233267 h 4874826"/>
                <a:gd name="connsiteX33" fmla="*/ 7429688 w 7898624"/>
                <a:gd name="connsiteY33"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05987 w 7898624"/>
                <a:gd name="connsiteY6" fmla="*/ 2410301 h 4874826"/>
                <a:gd name="connsiteX7" fmla="*/ 2259136 w 7898624"/>
                <a:gd name="connsiteY7" fmla="*/ 2638044 h 4874826"/>
                <a:gd name="connsiteX8" fmla="*/ 2154457 w 7898624"/>
                <a:gd name="connsiteY8" fmla="*/ 2968847 h 4874826"/>
                <a:gd name="connsiteX9" fmla="*/ 2108040 w 7898624"/>
                <a:gd name="connsiteY9" fmla="*/ 3237192 h 4874826"/>
                <a:gd name="connsiteX10" fmla="*/ 2181903 w 7898624"/>
                <a:gd name="connsiteY10" fmla="*/ 3555339 h 4874826"/>
                <a:gd name="connsiteX11" fmla="*/ 2639746 w 7898624"/>
                <a:gd name="connsiteY11" fmla="*/ 4370580 h 4874826"/>
                <a:gd name="connsiteX12" fmla="*/ 2879072 w 7898624"/>
                <a:gd name="connsiteY12" fmla="*/ 4572983 h 4874826"/>
                <a:gd name="connsiteX13" fmla="*/ 3470240 w 7898624"/>
                <a:gd name="connsiteY13" fmla="*/ 4623912 h 4874826"/>
                <a:gd name="connsiteX14" fmla="*/ 3818664 w 7898624"/>
                <a:gd name="connsiteY14" fmla="*/ 4661079 h 4874826"/>
                <a:gd name="connsiteX15" fmla="*/ 4396512 w 7898624"/>
                <a:gd name="connsiteY15" fmla="*/ 4856312 h 4874826"/>
                <a:gd name="connsiteX16" fmla="*/ 4796620 w 7898624"/>
                <a:gd name="connsiteY16" fmla="*/ 4802499 h 4874826"/>
                <a:gd name="connsiteX17" fmla="*/ 5214077 w 7898624"/>
                <a:gd name="connsiteY17" fmla="*/ 4288917 h 4874826"/>
                <a:gd name="connsiteX18" fmla="*/ 5734301 w 7898624"/>
                <a:gd name="connsiteY18" fmla="*/ 3923911 h 4874826"/>
                <a:gd name="connsiteX19" fmla="*/ 6101544 w 7898624"/>
                <a:gd name="connsiteY19" fmla="*/ 3485517 h 4874826"/>
                <a:gd name="connsiteX20" fmla="*/ 6334693 w 7898624"/>
                <a:gd name="connsiteY20" fmla="*/ 3000185 h 4874826"/>
                <a:gd name="connsiteX21" fmla="*/ 6496238 w 7898624"/>
                <a:gd name="connsiteY21" fmla="*/ 2693003 h 4874826"/>
                <a:gd name="connsiteX22" fmla="*/ 6613871 w 7898624"/>
                <a:gd name="connsiteY22" fmla="*/ 2385822 h 4874826"/>
                <a:gd name="connsiteX23" fmla="*/ 6783321 w 7898624"/>
                <a:gd name="connsiteY23" fmla="*/ 2030730 h 4874826"/>
                <a:gd name="connsiteX24" fmla="*/ 6983727 w 7898624"/>
                <a:gd name="connsiteY24" fmla="*/ 1830229 h 4874826"/>
                <a:gd name="connsiteX25" fmla="*/ 7204040 w 7898624"/>
                <a:gd name="connsiteY25" fmla="*/ 1679639 h 4874826"/>
                <a:gd name="connsiteX26" fmla="*/ 7463215 w 7898624"/>
                <a:gd name="connsiteY26" fmla="*/ 1498092 h 4874826"/>
                <a:gd name="connsiteX27" fmla="*/ 7670575 w 7898624"/>
                <a:gd name="connsiteY27" fmla="*/ 1270635 h 4874826"/>
                <a:gd name="connsiteX28" fmla="*/ 7850026 w 7898624"/>
                <a:gd name="connsiteY28" fmla="*/ 947452 h 4874826"/>
                <a:gd name="connsiteX29" fmla="*/ 7897841 w 7898624"/>
                <a:gd name="connsiteY29" fmla="*/ 694087 h 4874826"/>
                <a:gd name="connsiteX30" fmla="*/ 7873933 w 7898624"/>
                <a:gd name="connsiteY30" fmla="*/ 492633 h 4874826"/>
                <a:gd name="connsiteX31" fmla="*/ 7682481 w 7898624"/>
                <a:gd name="connsiteY31" fmla="*/ 233267 h 4874826"/>
                <a:gd name="connsiteX32" fmla="*/ 7429688 w 7898624"/>
                <a:gd name="connsiteY32"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259136 w 7898624"/>
                <a:gd name="connsiteY6" fmla="*/ 2638044 h 4874826"/>
                <a:gd name="connsiteX7" fmla="*/ 2154457 w 7898624"/>
                <a:gd name="connsiteY7" fmla="*/ 2968847 h 4874826"/>
                <a:gd name="connsiteX8" fmla="*/ 2108040 w 7898624"/>
                <a:gd name="connsiteY8" fmla="*/ 3237192 h 4874826"/>
                <a:gd name="connsiteX9" fmla="*/ 2181903 w 7898624"/>
                <a:gd name="connsiteY9" fmla="*/ 3555339 h 4874826"/>
                <a:gd name="connsiteX10" fmla="*/ 2639746 w 7898624"/>
                <a:gd name="connsiteY10" fmla="*/ 4370580 h 4874826"/>
                <a:gd name="connsiteX11" fmla="*/ 2879072 w 7898624"/>
                <a:gd name="connsiteY11" fmla="*/ 4572983 h 4874826"/>
                <a:gd name="connsiteX12" fmla="*/ 3470240 w 7898624"/>
                <a:gd name="connsiteY12" fmla="*/ 4623912 h 4874826"/>
                <a:gd name="connsiteX13" fmla="*/ 3818664 w 7898624"/>
                <a:gd name="connsiteY13" fmla="*/ 4661079 h 4874826"/>
                <a:gd name="connsiteX14" fmla="*/ 4396512 w 7898624"/>
                <a:gd name="connsiteY14" fmla="*/ 4856312 h 4874826"/>
                <a:gd name="connsiteX15" fmla="*/ 4796620 w 7898624"/>
                <a:gd name="connsiteY15" fmla="*/ 4802499 h 4874826"/>
                <a:gd name="connsiteX16" fmla="*/ 5214077 w 7898624"/>
                <a:gd name="connsiteY16" fmla="*/ 4288917 h 4874826"/>
                <a:gd name="connsiteX17" fmla="*/ 5734301 w 7898624"/>
                <a:gd name="connsiteY17" fmla="*/ 3923911 h 4874826"/>
                <a:gd name="connsiteX18" fmla="*/ 6101544 w 7898624"/>
                <a:gd name="connsiteY18" fmla="*/ 3485517 h 4874826"/>
                <a:gd name="connsiteX19" fmla="*/ 6334693 w 7898624"/>
                <a:gd name="connsiteY19" fmla="*/ 3000185 h 4874826"/>
                <a:gd name="connsiteX20" fmla="*/ 6496238 w 7898624"/>
                <a:gd name="connsiteY20" fmla="*/ 2693003 h 4874826"/>
                <a:gd name="connsiteX21" fmla="*/ 6613871 w 7898624"/>
                <a:gd name="connsiteY21" fmla="*/ 2385822 h 4874826"/>
                <a:gd name="connsiteX22" fmla="*/ 6783321 w 7898624"/>
                <a:gd name="connsiteY22" fmla="*/ 2030730 h 4874826"/>
                <a:gd name="connsiteX23" fmla="*/ 6983727 w 7898624"/>
                <a:gd name="connsiteY23" fmla="*/ 1830229 h 4874826"/>
                <a:gd name="connsiteX24" fmla="*/ 7204040 w 7898624"/>
                <a:gd name="connsiteY24" fmla="*/ 1679639 h 4874826"/>
                <a:gd name="connsiteX25" fmla="*/ 7463215 w 7898624"/>
                <a:gd name="connsiteY25" fmla="*/ 1498092 h 4874826"/>
                <a:gd name="connsiteX26" fmla="*/ 7670575 w 7898624"/>
                <a:gd name="connsiteY26" fmla="*/ 1270635 h 4874826"/>
                <a:gd name="connsiteX27" fmla="*/ 7850026 w 7898624"/>
                <a:gd name="connsiteY27" fmla="*/ 947452 h 4874826"/>
                <a:gd name="connsiteX28" fmla="*/ 7897841 w 7898624"/>
                <a:gd name="connsiteY28" fmla="*/ 694087 h 4874826"/>
                <a:gd name="connsiteX29" fmla="*/ 7873933 w 7898624"/>
                <a:gd name="connsiteY29" fmla="*/ 492633 h 4874826"/>
                <a:gd name="connsiteX30" fmla="*/ 7682481 w 7898624"/>
                <a:gd name="connsiteY30" fmla="*/ 233267 h 4874826"/>
                <a:gd name="connsiteX31" fmla="*/ 7429688 w 7898624"/>
                <a:gd name="connsiteY31"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181903 w 7898624"/>
                <a:gd name="connsiteY8" fmla="*/ 3555339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108040 w 7898624"/>
                <a:gd name="connsiteY7" fmla="*/ 3237192 h 4874826"/>
                <a:gd name="connsiteX8" fmla="*/ 2047746 w 7898624"/>
                <a:gd name="connsiteY8" fmla="*/ 4024146 h 4874826"/>
                <a:gd name="connsiteX9" fmla="*/ 2639746 w 7898624"/>
                <a:gd name="connsiteY9" fmla="*/ 4370580 h 4874826"/>
                <a:gd name="connsiteX10" fmla="*/ 2879072 w 7898624"/>
                <a:gd name="connsiteY10" fmla="*/ 4572983 h 4874826"/>
                <a:gd name="connsiteX11" fmla="*/ 3470240 w 7898624"/>
                <a:gd name="connsiteY11" fmla="*/ 4623912 h 4874826"/>
                <a:gd name="connsiteX12" fmla="*/ 3818664 w 7898624"/>
                <a:gd name="connsiteY12" fmla="*/ 4661079 h 4874826"/>
                <a:gd name="connsiteX13" fmla="*/ 4396512 w 7898624"/>
                <a:gd name="connsiteY13" fmla="*/ 4856312 h 4874826"/>
                <a:gd name="connsiteX14" fmla="*/ 4796620 w 7898624"/>
                <a:gd name="connsiteY14" fmla="*/ 4802499 h 4874826"/>
                <a:gd name="connsiteX15" fmla="*/ 5214077 w 7898624"/>
                <a:gd name="connsiteY15" fmla="*/ 4288917 h 4874826"/>
                <a:gd name="connsiteX16" fmla="*/ 5734301 w 7898624"/>
                <a:gd name="connsiteY16" fmla="*/ 3923911 h 4874826"/>
                <a:gd name="connsiteX17" fmla="*/ 6101544 w 7898624"/>
                <a:gd name="connsiteY17" fmla="*/ 3485517 h 4874826"/>
                <a:gd name="connsiteX18" fmla="*/ 6334693 w 7898624"/>
                <a:gd name="connsiteY18" fmla="*/ 3000185 h 4874826"/>
                <a:gd name="connsiteX19" fmla="*/ 6496238 w 7898624"/>
                <a:gd name="connsiteY19" fmla="*/ 2693003 h 4874826"/>
                <a:gd name="connsiteX20" fmla="*/ 6613871 w 7898624"/>
                <a:gd name="connsiteY20" fmla="*/ 2385822 h 4874826"/>
                <a:gd name="connsiteX21" fmla="*/ 6783321 w 7898624"/>
                <a:gd name="connsiteY21" fmla="*/ 2030730 h 4874826"/>
                <a:gd name="connsiteX22" fmla="*/ 6983727 w 7898624"/>
                <a:gd name="connsiteY22" fmla="*/ 1830229 h 4874826"/>
                <a:gd name="connsiteX23" fmla="*/ 7204040 w 7898624"/>
                <a:gd name="connsiteY23" fmla="*/ 1679639 h 4874826"/>
                <a:gd name="connsiteX24" fmla="*/ 7463215 w 7898624"/>
                <a:gd name="connsiteY24" fmla="*/ 1498092 h 4874826"/>
                <a:gd name="connsiteX25" fmla="*/ 7670575 w 7898624"/>
                <a:gd name="connsiteY25" fmla="*/ 1270635 h 4874826"/>
                <a:gd name="connsiteX26" fmla="*/ 7850026 w 7898624"/>
                <a:gd name="connsiteY26" fmla="*/ 947452 h 4874826"/>
                <a:gd name="connsiteX27" fmla="*/ 7897841 w 7898624"/>
                <a:gd name="connsiteY27" fmla="*/ 694087 h 4874826"/>
                <a:gd name="connsiteX28" fmla="*/ 7873933 w 7898624"/>
                <a:gd name="connsiteY28" fmla="*/ 492633 h 4874826"/>
                <a:gd name="connsiteX29" fmla="*/ 7682481 w 7898624"/>
                <a:gd name="connsiteY29" fmla="*/ 233267 h 4874826"/>
                <a:gd name="connsiteX30" fmla="*/ 7429688 w 7898624"/>
                <a:gd name="connsiteY30"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154457 w 7898624"/>
                <a:gd name="connsiteY6" fmla="*/ 2968847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915284 w 7898624"/>
                <a:gd name="connsiteY5" fmla="*/ 2310575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1065 w 7898624"/>
                <a:gd name="connsiteY5" fmla="*/ 3286723 h 4874826"/>
                <a:gd name="connsiteX6" fmla="*/ 2010363 w 7898624"/>
                <a:gd name="connsiteY6" fmla="*/ 3392700 h 4874826"/>
                <a:gd name="connsiteX7" fmla="*/ 2047746 w 7898624"/>
                <a:gd name="connsiteY7" fmla="*/ 4024146 h 4874826"/>
                <a:gd name="connsiteX8" fmla="*/ 2639746 w 7898624"/>
                <a:gd name="connsiteY8" fmla="*/ 4370580 h 4874826"/>
                <a:gd name="connsiteX9" fmla="*/ 2879072 w 7898624"/>
                <a:gd name="connsiteY9" fmla="*/ 4572983 h 4874826"/>
                <a:gd name="connsiteX10" fmla="*/ 3470240 w 7898624"/>
                <a:gd name="connsiteY10" fmla="*/ 4623912 h 4874826"/>
                <a:gd name="connsiteX11" fmla="*/ 3818664 w 7898624"/>
                <a:gd name="connsiteY11" fmla="*/ 4661079 h 4874826"/>
                <a:gd name="connsiteX12" fmla="*/ 4396512 w 7898624"/>
                <a:gd name="connsiteY12" fmla="*/ 4856312 h 4874826"/>
                <a:gd name="connsiteX13" fmla="*/ 4796620 w 7898624"/>
                <a:gd name="connsiteY13" fmla="*/ 4802499 h 4874826"/>
                <a:gd name="connsiteX14" fmla="*/ 5214077 w 7898624"/>
                <a:gd name="connsiteY14" fmla="*/ 4288917 h 4874826"/>
                <a:gd name="connsiteX15" fmla="*/ 5734301 w 7898624"/>
                <a:gd name="connsiteY15" fmla="*/ 3923911 h 4874826"/>
                <a:gd name="connsiteX16" fmla="*/ 6101544 w 7898624"/>
                <a:gd name="connsiteY16" fmla="*/ 3485517 h 4874826"/>
                <a:gd name="connsiteX17" fmla="*/ 6334693 w 7898624"/>
                <a:gd name="connsiteY17" fmla="*/ 3000185 h 4874826"/>
                <a:gd name="connsiteX18" fmla="*/ 6496238 w 7898624"/>
                <a:gd name="connsiteY18" fmla="*/ 2693003 h 4874826"/>
                <a:gd name="connsiteX19" fmla="*/ 6613871 w 7898624"/>
                <a:gd name="connsiteY19" fmla="*/ 2385822 h 4874826"/>
                <a:gd name="connsiteX20" fmla="*/ 6783321 w 7898624"/>
                <a:gd name="connsiteY20" fmla="*/ 2030730 h 4874826"/>
                <a:gd name="connsiteX21" fmla="*/ 6983727 w 7898624"/>
                <a:gd name="connsiteY21" fmla="*/ 1830229 h 4874826"/>
                <a:gd name="connsiteX22" fmla="*/ 7204040 w 7898624"/>
                <a:gd name="connsiteY22" fmla="*/ 1679639 h 4874826"/>
                <a:gd name="connsiteX23" fmla="*/ 7463215 w 7898624"/>
                <a:gd name="connsiteY23" fmla="*/ 1498092 h 4874826"/>
                <a:gd name="connsiteX24" fmla="*/ 7670575 w 7898624"/>
                <a:gd name="connsiteY24" fmla="*/ 1270635 h 4874826"/>
                <a:gd name="connsiteX25" fmla="*/ 7850026 w 7898624"/>
                <a:gd name="connsiteY25" fmla="*/ 947452 h 4874826"/>
                <a:gd name="connsiteX26" fmla="*/ 7897841 w 7898624"/>
                <a:gd name="connsiteY26" fmla="*/ 694087 h 4874826"/>
                <a:gd name="connsiteX27" fmla="*/ 7873933 w 7898624"/>
                <a:gd name="connsiteY27" fmla="*/ 492633 h 4874826"/>
                <a:gd name="connsiteX28" fmla="*/ 7682481 w 7898624"/>
                <a:gd name="connsiteY28" fmla="*/ 233267 h 4874826"/>
                <a:gd name="connsiteX29" fmla="*/ 7429688 w 7898624"/>
                <a:gd name="connsiteY29"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91065 w 7898624"/>
                <a:gd name="connsiteY4" fmla="*/ 3286723 h 4874826"/>
                <a:gd name="connsiteX5" fmla="*/ 2010363 w 7898624"/>
                <a:gd name="connsiteY5" fmla="*/ 3392700 h 4874826"/>
                <a:gd name="connsiteX6" fmla="*/ 2047746 w 7898624"/>
                <a:gd name="connsiteY6" fmla="*/ 4024146 h 4874826"/>
                <a:gd name="connsiteX7" fmla="*/ 2639746 w 7898624"/>
                <a:gd name="connsiteY7" fmla="*/ 4370580 h 4874826"/>
                <a:gd name="connsiteX8" fmla="*/ 2879072 w 7898624"/>
                <a:gd name="connsiteY8" fmla="*/ 4572983 h 4874826"/>
                <a:gd name="connsiteX9" fmla="*/ 3470240 w 7898624"/>
                <a:gd name="connsiteY9" fmla="*/ 4623912 h 4874826"/>
                <a:gd name="connsiteX10" fmla="*/ 3818664 w 7898624"/>
                <a:gd name="connsiteY10" fmla="*/ 4661079 h 4874826"/>
                <a:gd name="connsiteX11" fmla="*/ 4396512 w 7898624"/>
                <a:gd name="connsiteY11" fmla="*/ 4856312 h 4874826"/>
                <a:gd name="connsiteX12" fmla="*/ 4796620 w 7898624"/>
                <a:gd name="connsiteY12" fmla="*/ 4802499 h 4874826"/>
                <a:gd name="connsiteX13" fmla="*/ 5214077 w 7898624"/>
                <a:gd name="connsiteY13" fmla="*/ 4288917 h 4874826"/>
                <a:gd name="connsiteX14" fmla="*/ 5734301 w 7898624"/>
                <a:gd name="connsiteY14" fmla="*/ 3923911 h 4874826"/>
                <a:gd name="connsiteX15" fmla="*/ 6101544 w 7898624"/>
                <a:gd name="connsiteY15" fmla="*/ 3485517 h 4874826"/>
                <a:gd name="connsiteX16" fmla="*/ 6334693 w 7898624"/>
                <a:gd name="connsiteY16" fmla="*/ 3000185 h 4874826"/>
                <a:gd name="connsiteX17" fmla="*/ 6496238 w 7898624"/>
                <a:gd name="connsiteY17" fmla="*/ 2693003 h 4874826"/>
                <a:gd name="connsiteX18" fmla="*/ 6613871 w 7898624"/>
                <a:gd name="connsiteY18" fmla="*/ 2385822 h 4874826"/>
                <a:gd name="connsiteX19" fmla="*/ 6783321 w 7898624"/>
                <a:gd name="connsiteY19" fmla="*/ 2030730 h 4874826"/>
                <a:gd name="connsiteX20" fmla="*/ 6983727 w 7898624"/>
                <a:gd name="connsiteY20" fmla="*/ 1830229 h 4874826"/>
                <a:gd name="connsiteX21" fmla="*/ 7204040 w 7898624"/>
                <a:gd name="connsiteY21" fmla="*/ 1679639 h 4874826"/>
                <a:gd name="connsiteX22" fmla="*/ 7463215 w 7898624"/>
                <a:gd name="connsiteY22" fmla="*/ 1498092 h 4874826"/>
                <a:gd name="connsiteX23" fmla="*/ 7670575 w 7898624"/>
                <a:gd name="connsiteY23" fmla="*/ 1270635 h 4874826"/>
                <a:gd name="connsiteX24" fmla="*/ 7850026 w 7898624"/>
                <a:gd name="connsiteY24" fmla="*/ 947452 h 4874826"/>
                <a:gd name="connsiteX25" fmla="*/ 7897841 w 7898624"/>
                <a:gd name="connsiteY25" fmla="*/ 694087 h 4874826"/>
                <a:gd name="connsiteX26" fmla="*/ 7873933 w 7898624"/>
                <a:gd name="connsiteY26" fmla="*/ 492633 h 4874826"/>
                <a:gd name="connsiteX27" fmla="*/ 7682481 w 7898624"/>
                <a:gd name="connsiteY27" fmla="*/ 233267 h 4874826"/>
                <a:gd name="connsiteX28" fmla="*/ 7429688 w 7898624"/>
                <a:gd name="connsiteY28"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91065 w 7898624"/>
                <a:gd name="connsiteY3" fmla="*/ 3286723 h 4874826"/>
                <a:gd name="connsiteX4" fmla="*/ 2010363 w 7898624"/>
                <a:gd name="connsiteY4" fmla="*/ 3392700 h 4874826"/>
                <a:gd name="connsiteX5" fmla="*/ 2047746 w 7898624"/>
                <a:gd name="connsiteY5" fmla="*/ 4024146 h 4874826"/>
                <a:gd name="connsiteX6" fmla="*/ 2639746 w 7898624"/>
                <a:gd name="connsiteY6" fmla="*/ 4370580 h 4874826"/>
                <a:gd name="connsiteX7" fmla="*/ 2879072 w 7898624"/>
                <a:gd name="connsiteY7" fmla="*/ 4572983 h 4874826"/>
                <a:gd name="connsiteX8" fmla="*/ 3470240 w 7898624"/>
                <a:gd name="connsiteY8" fmla="*/ 4623912 h 4874826"/>
                <a:gd name="connsiteX9" fmla="*/ 3818664 w 7898624"/>
                <a:gd name="connsiteY9" fmla="*/ 4661079 h 4874826"/>
                <a:gd name="connsiteX10" fmla="*/ 4396512 w 7898624"/>
                <a:gd name="connsiteY10" fmla="*/ 4856312 h 4874826"/>
                <a:gd name="connsiteX11" fmla="*/ 4796620 w 7898624"/>
                <a:gd name="connsiteY11" fmla="*/ 4802499 h 4874826"/>
                <a:gd name="connsiteX12" fmla="*/ 5214077 w 7898624"/>
                <a:gd name="connsiteY12" fmla="*/ 4288917 h 4874826"/>
                <a:gd name="connsiteX13" fmla="*/ 5734301 w 7898624"/>
                <a:gd name="connsiteY13" fmla="*/ 3923911 h 4874826"/>
                <a:gd name="connsiteX14" fmla="*/ 6101544 w 7898624"/>
                <a:gd name="connsiteY14" fmla="*/ 3485517 h 4874826"/>
                <a:gd name="connsiteX15" fmla="*/ 6334693 w 7898624"/>
                <a:gd name="connsiteY15" fmla="*/ 3000185 h 4874826"/>
                <a:gd name="connsiteX16" fmla="*/ 6496238 w 7898624"/>
                <a:gd name="connsiteY16" fmla="*/ 2693003 h 4874826"/>
                <a:gd name="connsiteX17" fmla="*/ 6613871 w 7898624"/>
                <a:gd name="connsiteY17" fmla="*/ 2385822 h 4874826"/>
                <a:gd name="connsiteX18" fmla="*/ 6783321 w 7898624"/>
                <a:gd name="connsiteY18" fmla="*/ 2030730 h 4874826"/>
                <a:gd name="connsiteX19" fmla="*/ 6983727 w 7898624"/>
                <a:gd name="connsiteY19" fmla="*/ 1830229 h 4874826"/>
                <a:gd name="connsiteX20" fmla="*/ 7204040 w 7898624"/>
                <a:gd name="connsiteY20" fmla="*/ 1679639 h 4874826"/>
                <a:gd name="connsiteX21" fmla="*/ 7463215 w 7898624"/>
                <a:gd name="connsiteY21" fmla="*/ 1498092 h 4874826"/>
                <a:gd name="connsiteX22" fmla="*/ 7670575 w 7898624"/>
                <a:gd name="connsiteY22" fmla="*/ 1270635 h 4874826"/>
                <a:gd name="connsiteX23" fmla="*/ 7850026 w 7898624"/>
                <a:gd name="connsiteY23" fmla="*/ 947452 h 4874826"/>
                <a:gd name="connsiteX24" fmla="*/ 7897841 w 7898624"/>
                <a:gd name="connsiteY24" fmla="*/ 694087 h 4874826"/>
                <a:gd name="connsiteX25" fmla="*/ 7873933 w 7898624"/>
                <a:gd name="connsiteY25" fmla="*/ 492633 h 4874826"/>
                <a:gd name="connsiteX26" fmla="*/ 7682481 w 7898624"/>
                <a:gd name="connsiteY26" fmla="*/ 233267 h 4874826"/>
                <a:gd name="connsiteX27" fmla="*/ 7429688 w 7898624"/>
                <a:gd name="connsiteY27" fmla="*/ 0 h 4874826"/>
                <a:gd name="connsiteX0" fmla="*/ 0 w 7898624"/>
                <a:gd name="connsiteY0" fmla="*/ 2346216 h 6230994"/>
                <a:gd name="connsiteX1" fmla="*/ 1068499 w 7898624"/>
                <a:gd name="connsiteY1" fmla="*/ 2960172 h 6230994"/>
                <a:gd name="connsiteX2" fmla="*/ 1424491 w 7898624"/>
                <a:gd name="connsiteY2" fmla="*/ 3227025 h 6230994"/>
                <a:gd name="connsiteX3" fmla="*/ 1791065 w 7898624"/>
                <a:gd name="connsiteY3" fmla="*/ 3286723 h 6230994"/>
                <a:gd name="connsiteX4" fmla="*/ 2010363 w 7898624"/>
                <a:gd name="connsiteY4" fmla="*/ 3392700 h 6230994"/>
                <a:gd name="connsiteX5" fmla="*/ 2047746 w 7898624"/>
                <a:gd name="connsiteY5" fmla="*/ 4024146 h 6230994"/>
                <a:gd name="connsiteX6" fmla="*/ 2639746 w 7898624"/>
                <a:gd name="connsiteY6" fmla="*/ 4370580 h 6230994"/>
                <a:gd name="connsiteX7" fmla="*/ 2879072 w 7898624"/>
                <a:gd name="connsiteY7" fmla="*/ 4572983 h 6230994"/>
                <a:gd name="connsiteX8" fmla="*/ 3470240 w 7898624"/>
                <a:gd name="connsiteY8" fmla="*/ 4623912 h 6230994"/>
                <a:gd name="connsiteX9" fmla="*/ 3818664 w 7898624"/>
                <a:gd name="connsiteY9" fmla="*/ 4661079 h 6230994"/>
                <a:gd name="connsiteX10" fmla="*/ 4282231 w 7898624"/>
                <a:gd name="connsiteY10" fmla="*/ 6230631 h 6230994"/>
                <a:gd name="connsiteX11" fmla="*/ 4796620 w 7898624"/>
                <a:gd name="connsiteY11" fmla="*/ 4802499 h 6230994"/>
                <a:gd name="connsiteX12" fmla="*/ 5214077 w 7898624"/>
                <a:gd name="connsiteY12" fmla="*/ 4288917 h 6230994"/>
                <a:gd name="connsiteX13" fmla="*/ 5734301 w 7898624"/>
                <a:gd name="connsiteY13" fmla="*/ 3923911 h 6230994"/>
                <a:gd name="connsiteX14" fmla="*/ 6101544 w 7898624"/>
                <a:gd name="connsiteY14" fmla="*/ 3485517 h 6230994"/>
                <a:gd name="connsiteX15" fmla="*/ 6334693 w 7898624"/>
                <a:gd name="connsiteY15" fmla="*/ 3000185 h 6230994"/>
                <a:gd name="connsiteX16" fmla="*/ 6496238 w 7898624"/>
                <a:gd name="connsiteY16" fmla="*/ 2693003 h 6230994"/>
                <a:gd name="connsiteX17" fmla="*/ 6613871 w 7898624"/>
                <a:gd name="connsiteY17" fmla="*/ 2385822 h 6230994"/>
                <a:gd name="connsiteX18" fmla="*/ 6783321 w 7898624"/>
                <a:gd name="connsiteY18" fmla="*/ 2030730 h 6230994"/>
                <a:gd name="connsiteX19" fmla="*/ 6983727 w 7898624"/>
                <a:gd name="connsiteY19" fmla="*/ 1830229 h 6230994"/>
                <a:gd name="connsiteX20" fmla="*/ 7204040 w 7898624"/>
                <a:gd name="connsiteY20" fmla="*/ 1679639 h 6230994"/>
                <a:gd name="connsiteX21" fmla="*/ 7463215 w 7898624"/>
                <a:gd name="connsiteY21" fmla="*/ 1498092 h 6230994"/>
                <a:gd name="connsiteX22" fmla="*/ 7670575 w 7898624"/>
                <a:gd name="connsiteY22" fmla="*/ 1270635 h 6230994"/>
                <a:gd name="connsiteX23" fmla="*/ 7850026 w 7898624"/>
                <a:gd name="connsiteY23" fmla="*/ 947452 h 6230994"/>
                <a:gd name="connsiteX24" fmla="*/ 7897841 w 7898624"/>
                <a:gd name="connsiteY24" fmla="*/ 694087 h 6230994"/>
                <a:gd name="connsiteX25" fmla="*/ 7873933 w 7898624"/>
                <a:gd name="connsiteY25" fmla="*/ 492633 h 6230994"/>
                <a:gd name="connsiteX26" fmla="*/ 7682481 w 7898624"/>
                <a:gd name="connsiteY26" fmla="*/ 233267 h 6230994"/>
                <a:gd name="connsiteX27" fmla="*/ 7429688 w 7898624"/>
                <a:gd name="connsiteY27" fmla="*/ 0 h 6230994"/>
                <a:gd name="connsiteX0" fmla="*/ 0 w 7898624"/>
                <a:gd name="connsiteY0" fmla="*/ 2346216 h 6250265"/>
                <a:gd name="connsiteX1" fmla="*/ 1068499 w 7898624"/>
                <a:gd name="connsiteY1" fmla="*/ 2960172 h 6250265"/>
                <a:gd name="connsiteX2" fmla="*/ 1424491 w 7898624"/>
                <a:gd name="connsiteY2" fmla="*/ 3227025 h 6250265"/>
                <a:gd name="connsiteX3" fmla="*/ 1791065 w 7898624"/>
                <a:gd name="connsiteY3" fmla="*/ 3286723 h 6250265"/>
                <a:gd name="connsiteX4" fmla="*/ 2010363 w 7898624"/>
                <a:gd name="connsiteY4" fmla="*/ 3392700 h 6250265"/>
                <a:gd name="connsiteX5" fmla="*/ 2047746 w 7898624"/>
                <a:gd name="connsiteY5" fmla="*/ 4024146 h 6250265"/>
                <a:gd name="connsiteX6" fmla="*/ 2639746 w 7898624"/>
                <a:gd name="connsiteY6" fmla="*/ 4370580 h 6250265"/>
                <a:gd name="connsiteX7" fmla="*/ 2879072 w 7898624"/>
                <a:gd name="connsiteY7" fmla="*/ 4572983 h 6250265"/>
                <a:gd name="connsiteX8" fmla="*/ 3470240 w 7898624"/>
                <a:gd name="connsiteY8" fmla="*/ 4623912 h 6250265"/>
                <a:gd name="connsiteX9" fmla="*/ 3927980 w 7898624"/>
                <a:gd name="connsiteY9" fmla="*/ 5566587 h 6250265"/>
                <a:gd name="connsiteX10" fmla="*/ 4282231 w 7898624"/>
                <a:gd name="connsiteY10" fmla="*/ 6230631 h 6250265"/>
                <a:gd name="connsiteX11" fmla="*/ 4796620 w 7898624"/>
                <a:gd name="connsiteY11" fmla="*/ 4802499 h 6250265"/>
                <a:gd name="connsiteX12" fmla="*/ 5214077 w 7898624"/>
                <a:gd name="connsiteY12" fmla="*/ 4288917 h 6250265"/>
                <a:gd name="connsiteX13" fmla="*/ 5734301 w 7898624"/>
                <a:gd name="connsiteY13" fmla="*/ 3923911 h 6250265"/>
                <a:gd name="connsiteX14" fmla="*/ 6101544 w 7898624"/>
                <a:gd name="connsiteY14" fmla="*/ 3485517 h 6250265"/>
                <a:gd name="connsiteX15" fmla="*/ 6334693 w 7898624"/>
                <a:gd name="connsiteY15" fmla="*/ 3000185 h 6250265"/>
                <a:gd name="connsiteX16" fmla="*/ 6496238 w 7898624"/>
                <a:gd name="connsiteY16" fmla="*/ 2693003 h 6250265"/>
                <a:gd name="connsiteX17" fmla="*/ 6613871 w 7898624"/>
                <a:gd name="connsiteY17" fmla="*/ 2385822 h 6250265"/>
                <a:gd name="connsiteX18" fmla="*/ 6783321 w 7898624"/>
                <a:gd name="connsiteY18" fmla="*/ 2030730 h 6250265"/>
                <a:gd name="connsiteX19" fmla="*/ 6983727 w 7898624"/>
                <a:gd name="connsiteY19" fmla="*/ 1830229 h 6250265"/>
                <a:gd name="connsiteX20" fmla="*/ 7204040 w 7898624"/>
                <a:gd name="connsiteY20" fmla="*/ 1679639 h 6250265"/>
                <a:gd name="connsiteX21" fmla="*/ 7463215 w 7898624"/>
                <a:gd name="connsiteY21" fmla="*/ 1498092 h 6250265"/>
                <a:gd name="connsiteX22" fmla="*/ 7670575 w 7898624"/>
                <a:gd name="connsiteY22" fmla="*/ 1270635 h 6250265"/>
                <a:gd name="connsiteX23" fmla="*/ 7850026 w 7898624"/>
                <a:gd name="connsiteY23" fmla="*/ 947452 h 6250265"/>
                <a:gd name="connsiteX24" fmla="*/ 7897841 w 7898624"/>
                <a:gd name="connsiteY24" fmla="*/ 694087 h 6250265"/>
                <a:gd name="connsiteX25" fmla="*/ 7873933 w 7898624"/>
                <a:gd name="connsiteY25" fmla="*/ 492633 h 6250265"/>
                <a:gd name="connsiteX26" fmla="*/ 7682481 w 7898624"/>
                <a:gd name="connsiteY26" fmla="*/ 233267 h 6250265"/>
                <a:gd name="connsiteX27" fmla="*/ 7429688 w 7898624"/>
                <a:gd name="connsiteY27" fmla="*/ 0 h 6250265"/>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2879072 w 7898624"/>
                <a:gd name="connsiteY7" fmla="*/ 457298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47746 w 7898624"/>
                <a:gd name="connsiteY5" fmla="*/ 4024146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49674"/>
                <a:gd name="connsiteX1" fmla="*/ 1068499 w 7898624"/>
                <a:gd name="connsiteY1" fmla="*/ 2960172 h 6249674"/>
                <a:gd name="connsiteX2" fmla="*/ 1424491 w 7898624"/>
                <a:gd name="connsiteY2" fmla="*/ 3227025 h 6249674"/>
                <a:gd name="connsiteX3" fmla="*/ 1791065 w 7898624"/>
                <a:gd name="connsiteY3" fmla="*/ 3286723 h 6249674"/>
                <a:gd name="connsiteX4" fmla="*/ 2010363 w 7898624"/>
                <a:gd name="connsiteY4" fmla="*/ 3392700 h 6249674"/>
                <a:gd name="connsiteX5" fmla="*/ 2027870 w 7898624"/>
                <a:gd name="connsiteY5" fmla="*/ 4197539 h 6249674"/>
                <a:gd name="connsiteX6" fmla="*/ 2639746 w 7898624"/>
                <a:gd name="connsiteY6" fmla="*/ 4370580 h 6249674"/>
                <a:gd name="connsiteX7" fmla="*/ 3112607 w 7898624"/>
                <a:gd name="connsiteY7" fmla="*/ 4566563 h 6249674"/>
                <a:gd name="connsiteX8" fmla="*/ 3549743 w 7898624"/>
                <a:gd name="connsiteY8" fmla="*/ 4745930 h 6249674"/>
                <a:gd name="connsiteX9" fmla="*/ 3927980 w 7898624"/>
                <a:gd name="connsiteY9" fmla="*/ 5566587 h 6249674"/>
                <a:gd name="connsiteX10" fmla="*/ 4282231 w 7898624"/>
                <a:gd name="connsiteY10" fmla="*/ 6230631 h 6249674"/>
                <a:gd name="connsiteX11" fmla="*/ 4796620 w 7898624"/>
                <a:gd name="connsiteY11" fmla="*/ 4802499 h 6249674"/>
                <a:gd name="connsiteX12" fmla="*/ 5214077 w 7898624"/>
                <a:gd name="connsiteY12" fmla="*/ 4288917 h 6249674"/>
                <a:gd name="connsiteX13" fmla="*/ 5734301 w 7898624"/>
                <a:gd name="connsiteY13" fmla="*/ 3923911 h 6249674"/>
                <a:gd name="connsiteX14" fmla="*/ 6101544 w 7898624"/>
                <a:gd name="connsiteY14" fmla="*/ 3485517 h 6249674"/>
                <a:gd name="connsiteX15" fmla="*/ 6334693 w 7898624"/>
                <a:gd name="connsiteY15" fmla="*/ 3000185 h 6249674"/>
                <a:gd name="connsiteX16" fmla="*/ 6496238 w 7898624"/>
                <a:gd name="connsiteY16" fmla="*/ 2693003 h 6249674"/>
                <a:gd name="connsiteX17" fmla="*/ 6613871 w 7898624"/>
                <a:gd name="connsiteY17" fmla="*/ 2385822 h 6249674"/>
                <a:gd name="connsiteX18" fmla="*/ 6783321 w 7898624"/>
                <a:gd name="connsiteY18" fmla="*/ 2030730 h 6249674"/>
                <a:gd name="connsiteX19" fmla="*/ 6983727 w 7898624"/>
                <a:gd name="connsiteY19" fmla="*/ 1830229 h 6249674"/>
                <a:gd name="connsiteX20" fmla="*/ 7204040 w 7898624"/>
                <a:gd name="connsiteY20" fmla="*/ 1679639 h 6249674"/>
                <a:gd name="connsiteX21" fmla="*/ 7463215 w 7898624"/>
                <a:gd name="connsiteY21" fmla="*/ 1498092 h 6249674"/>
                <a:gd name="connsiteX22" fmla="*/ 7670575 w 7898624"/>
                <a:gd name="connsiteY22" fmla="*/ 1270635 h 6249674"/>
                <a:gd name="connsiteX23" fmla="*/ 7850026 w 7898624"/>
                <a:gd name="connsiteY23" fmla="*/ 947452 h 6249674"/>
                <a:gd name="connsiteX24" fmla="*/ 7897841 w 7898624"/>
                <a:gd name="connsiteY24" fmla="*/ 694087 h 6249674"/>
                <a:gd name="connsiteX25" fmla="*/ 7873933 w 7898624"/>
                <a:gd name="connsiteY25" fmla="*/ 492633 h 6249674"/>
                <a:gd name="connsiteX26" fmla="*/ 7682481 w 7898624"/>
                <a:gd name="connsiteY26" fmla="*/ 233267 h 6249674"/>
                <a:gd name="connsiteX27" fmla="*/ 7429688 w 7898624"/>
                <a:gd name="connsiteY27" fmla="*/ 0 h 6249674"/>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36772"/>
                <a:gd name="connsiteX1" fmla="*/ 1068499 w 7898624"/>
                <a:gd name="connsiteY1" fmla="*/ 2960172 h 6236772"/>
                <a:gd name="connsiteX2" fmla="*/ 1424491 w 7898624"/>
                <a:gd name="connsiteY2" fmla="*/ 3227025 h 6236772"/>
                <a:gd name="connsiteX3" fmla="*/ 1791065 w 7898624"/>
                <a:gd name="connsiteY3" fmla="*/ 3286723 h 6236772"/>
                <a:gd name="connsiteX4" fmla="*/ 2010363 w 7898624"/>
                <a:gd name="connsiteY4" fmla="*/ 3392700 h 6236772"/>
                <a:gd name="connsiteX5" fmla="*/ 2027870 w 7898624"/>
                <a:gd name="connsiteY5" fmla="*/ 4197539 h 6236772"/>
                <a:gd name="connsiteX6" fmla="*/ 2639746 w 7898624"/>
                <a:gd name="connsiteY6" fmla="*/ 4370580 h 6236772"/>
                <a:gd name="connsiteX7" fmla="*/ 3112607 w 7898624"/>
                <a:gd name="connsiteY7" fmla="*/ 4566563 h 6236772"/>
                <a:gd name="connsiteX8" fmla="*/ 3549743 w 7898624"/>
                <a:gd name="connsiteY8" fmla="*/ 4745930 h 6236772"/>
                <a:gd name="connsiteX9" fmla="*/ 3927980 w 7898624"/>
                <a:gd name="connsiteY9" fmla="*/ 5566587 h 6236772"/>
                <a:gd name="connsiteX10" fmla="*/ 4282231 w 7898624"/>
                <a:gd name="connsiteY10" fmla="*/ 6230631 h 6236772"/>
                <a:gd name="connsiteX11" fmla="*/ 4796620 w 7898624"/>
                <a:gd name="connsiteY11" fmla="*/ 4802499 h 6236772"/>
                <a:gd name="connsiteX12" fmla="*/ 5214077 w 7898624"/>
                <a:gd name="connsiteY12" fmla="*/ 4288917 h 6236772"/>
                <a:gd name="connsiteX13" fmla="*/ 5734301 w 7898624"/>
                <a:gd name="connsiteY13" fmla="*/ 3923911 h 6236772"/>
                <a:gd name="connsiteX14" fmla="*/ 6101544 w 7898624"/>
                <a:gd name="connsiteY14" fmla="*/ 3485517 h 6236772"/>
                <a:gd name="connsiteX15" fmla="*/ 6334693 w 7898624"/>
                <a:gd name="connsiteY15" fmla="*/ 3000185 h 6236772"/>
                <a:gd name="connsiteX16" fmla="*/ 6496238 w 7898624"/>
                <a:gd name="connsiteY16" fmla="*/ 2693003 h 6236772"/>
                <a:gd name="connsiteX17" fmla="*/ 6613871 w 7898624"/>
                <a:gd name="connsiteY17" fmla="*/ 2385822 h 6236772"/>
                <a:gd name="connsiteX18" fmla="*/ 6783321 w 7898624"/>
                <a:gd name="connsiteY18" fmla="*/ 2030730 h 6236772"/>
                <a:gd name="connsiteX19" fmla="*/ 6983727 w 7898624"/>
                <a:gd name="connsiteY19" fmla="*/ 1830229 h 6236772"/>
                <a:gd name="connsiteX20" fmla="*/ 7204040 w 7898624"/>
                <a:gd name="connsiteY20" fmla="*/ 1679639 h 6236772"/>
                <a:gd name="connsiteX21" fmla="*/ 7463215 w 7898624"/>
                <a:gd name="connsiteY21" fmla="*/ 1498092 h 6236772"/>
                <a:gd name="connsiteX22" fmla="*/ 7670575 w 7898624"/>
                <a:gd name="connsiteY22" fmla="*/ 1270635 h 6236772"/>
                <a:gd name="connsiteX23" fmla="*/ 7850026 w 7898624"/>
                <a:gd name="connsiteY23" fmla="*/ 947452 h 6236772"/>
                <a:gd name="connsiteX24" fmla="*/ 7897841 w 7898624"/>
                <a:gd name="connsiteY24" fmla="*/ 694087 h 6236772"/>
                <a:gd name="connsiteX25" fmla="*/ 7873933 w 7898624"/>
                <a:gd name="connsiteY25" fmla="*/ 492633 h 6236772"/>
                <a:gd name="connsiteX26" fmla="*/ 7682481 w 7898624"/>
                <a:gd name="connsiteY26" fmla="*/ 233267 h 6236772"/>
                <a:gd name="connsiteX27" fmla="*/ 7429688 w 7898624"/>
                <a:gd name="connsiteY27" fmla="*/ 0 h 6236772"/>
                <a:gd name="connsiteX0" fmla="*/ 0 w 7898624"/>
                <a:gd name="connsiteY0" fmla="*/ 2346216 h 6241191"/>
                <a:gd name="connsiteX1" fmla="*/ 1068499 w 7898624"/>
                <a:gd name="connsiteY1" fmla="*/ 2960172 h 6241191"/>
                <a:gd name="connsiteX2" fmla="*/ 1424491 w 7898624"/>
                <a:gd name="connsiteY2" fmla="*/ 3227025 h 6241191"/>
                <a:gd name="connsiteX3" fmla="*/ 1791065 w 7898624"/>
                <a:gd name="connsiteY3" fmla="*/ 3286723 h 6241191"/>
                <a:gd name="connsiteX4" fmla="*/ 2010363 w 7898624"/>
                <a:gd name="connsiteY4" fmla="*/ 3392700 h 6241191"/>
                <a:gd name="connsiteX5" fmla="*/ 2027870 w 7898624"/>
                <a:gd name="connsiteY5" fmla="*/ 4197539 h 6241191"/>
                <a:gd name="connsiteX6" fmla="*/ 2639746 w 7898624"/>
                <a:gd name="connsiteY6" fmla="*/ 4370580 h 6241191"/>
                <a:gd name="connsiteX7" fmla="*/ 3112607 w 7898624"/>
                <a:gd name="connsiteY7" fmla="*/ 4566563 h 6241191"/>
                <a:gd name="connsiteX8" fmla="*/ 3549743 w 7898624"/>
                <a:gd name="connsiteY8" fmla="*/ 4745930 h 6241191"/>
                <a:gd name="connsiteX9" fmla="*/ 3927980 w 7898624"/>
                <a:gd name="connsiteY9" fmla="*/ 5566587 h 6241191"/>
                <a:gd name="connsiteX10" fmla="*/ 4282231 w 7898624"/>
                <a:gd name="connsiteY10" fmla="*/ 6230631 h 6241191"/>
                <a:gd name="connsiteX11" fmla="*/ 4687309 w 7898624"/>
                <a:gd name="connsiteY11" fmla="*/ 5027270 h 6241191"/>
                <a:gd name="connsiteX12" fmla="*/ 5214077 w 7898624"/>
                <a:gd name="connsiteY12" fmla="*/ 4288917 h 6241191"/>
                <a:gd name="connsiteX13" fmla="*/ 5734301 w 7898624"/>
                <a:gd name="connsiteY13" fmla="*/ 3923911 h 6241191"/>
                <a:gd name="connsiteX14" fmla="*/ 6101544 w 7898624"/>
                <a:gd name="connsiteY14" fmla="*/ 3485517 h 6241191"/>
                <a:gd name="connsiteX15" fmla="*/ 6334693 w 7898624"/>
                <a:gd name="connsiteY15" fmla="*/ 3000185 h 6241191"/>
                <a:gd name="connsiteX16" fmla="*/ 6496238 w 7898624"/>
                <a:gd name="connsiteY16" fmla="*/ 2693003 h 6241191"/>
                <a:gd name="connsiteX17" fmla="*/ 6613871 w 7898624"/>
                <a:gd name="connsiteY17" fmla="*/ 2385822 h 6241191"/>
                <a:gd name="connsiteX18" fmla="*/ 6783321 w 7898624"/>
                <a:gd name="connsiteY18" fmla="*/ 2030730 h 6241191"/>
                <a:gd name="connsiteX19" fmla="*/ 6983727 w 7898624"/>
                <a:gd name="connsiteY19" fmla="*/ 1830229 h 6241191"/>
                <a:gd name="connsiteX20" fmla="*/ 7204040 w 7898624"/>
                <a:gd name="connsiteY20" fmla="*/ 1679639 h 6241191"/>
                <a:gd name="connsiteX21" fmla="*/ 7463215 w 7898624"/>
                <a:gd name="connsiteY21" fmla="*/ 1498092 h 6241191"/>
                <a:gd name="connsiteX22" fmla="*/ 7670575 w 7898624"/>
                <a:gd name="connsiteY22" fmla="*/ 1270635 h 6241191"/>
                <a:gd name="connsiteX23" fmla="*/ 7850026 w 7898624"/>
                <a:gd name="connsiteY23" fmla="*/ 947452 h 6241191"/>
                <a:gd name="connsiteX24" fmla="*/ 7897841 w 7898624"/>
                <a:gd name="connsiteY24" fmla="*/ 694087 h 6241191"/>
                <a:gd name="connsiteX25" fmla="*/ 7873933 w 7898624"/>
                <a:gd name="connsiteY25" fmla="*/ 492633 h 6241191"/>
                <a:gd name="connsiteX26" fmla="*/ 7682481 w 7898624"/>
                <a:gd name="connsiteY26" fmla="*/ 233267 h 6241191"/>
                <a:gd name="connsiteX27" fmla="*/ 7429688 w 7898624"/>
                <a:gd name="connsiteY27" fmla="*/ 0 h 6241191"/>
                <a:gd name="connsiteX0" fmla="*/ 0 w 7898624"/>
                <a:gd name="connsiteY0" fmla="*/ 2346216 h 6298177"/>
                <a:gd name="connsiteX1" fmla="*/ 1068499 w 7898624"/>
                <a:gd name="connsiteY1" fmla="*/ 2960172 h 6298177"/>
                <a:gd name="connsiteX2" fmla="*/ 1424491 w 7898624"/>
                <a:gd name="connsiteY2" fmla="*/ 3227025 h 6298177"/>
                <a:gd name="connsiteX3" fmla="*/ 1791065 w 7898624"/>
                <a:gd name="connsiteY3" fmla="*/ 3286723 h 6298177"/>
                <a:gd name="connsiteX4" fmla="*/ 2010363 w 7898624"/>
                <a:gd name="connsiteY4" fmla="*/ 3392700 h 6298177"/>
                <a:gd name="connsiteX5" fmla="*/ 2027870 w 7898624"/>
                <a:gd name="connsiteY5" fmla="*/ 4197539 h 6298177"/>
                <a:gd name="connsiteX6" fmla="*/ 2639746 w 7898624"/>
                <a:gd name="connsiteY6" fmla="*/ 4370580 h 6298177"/>
                <a:gd name="connsiteX7" fmla="*/ 3112607 w 7898624"/>
                <a:gd name="connsiteY7" fmla="*/ 4566563 h 6298177"/>
                <a:gd name="connsiteX8" fmla="*/ 3549743 w 7898624"/>
                <a:gd name="connsiteY8" fmla="*/ 4745930 h 6298177"/>
                <a:gd name="connsiteX9" fmla="*/ 3927980 w 7898624"/>
                <a:gd name="connsiteY9" fmla="*/ 5566587 h 6298177"/>
                <a:gd name="connsiteX10" fmla="*/ 4277264 w 7898624"/>
                <a:gd name="connsiteY10" fmla="*/ 6288429 h 6298177"/>
                <a:gd name="connsiteX11" fmla="*/ 4687309 w 7898624"/>
                <a:gd name="connsiteY11" fmla="*/ 5027270 h 6298177"/>
                <a:gd name="connsiteX12" fmla="*/ 5214077 w 7898624"/>
                <a:gd name="connsiteY12" fmla="*/ 4288917 h 6298177"/>
                <a:gd name="connsiteX13" fmla="*/ 5734301 w 7898624"/>
                <a:gd name="connsiteY13" fmla="*/ 3923911 h 6298177"/>
                <a:gd name="connsiteX14" fmla="*/ 6101544 w 7898624"/>
                <a:gd name="connsiteY14" fmla="*/ 3485517 h 6298177"/>
                <a:gd name="connsiteX15" fmla="*/ 6334693 w 7898624"/>
                <a:gd name="connsiteY15" fmla="*/ 3000185 h 6298177"/>
                <a:gd name="connsiteX16" fmla="*/ 6496238 w 7898624"/>
                <a:gd name="connsiteY16" fmla="*/ 2693003 h 6298177"/>
                <a:gd name="connsiteX17" fmla="*/ 6613871 w 7898624"/>
                <a:gd name="connsiteY17" fmla="*/ 2385822 h 6298177"/>
                <a:gd name="connsiteX18" fmla="*/ 6783321 w 7898624"/>
                <a:gd name="connsiteY18" fmla="*/ 2030730 h 6298177"/>
                <a:gd name="connsiteX19" fmla="*/ 6983727 w 7898624"/>
                <a:gd name="connsiteY19" fmla="*/ 1830229 h 6298177"/>
                <a:gd name="connsiteX20" fmla="*/ 7204040 w 7898624"/>
                <a:gd name="connsiteY20" fmla="*/ 1679639 h 6298177"/>
                <a:gd name="connsiteX21" fmla="*/ 7463215 w 7898624"/>
                <a:gd name="connsiteY21" fmla="*/ 1498092 h 6298177"/>
                <a:gd name="connsiteX22" fmla="*/ 7670575 w 7898624"/>
                <a:gd name="connsiteY22" fmla="*/ 1270635 h 6298177"/>
                <a:gd name="connsiteX23" fmla="*/ 7850026 w 7898624"/>
                <a:gd name="connsiteY23" fmla="*/ 947452 h 6298177"/>
                <a:gd name="connsiteX24" fmla="*/ 7897841 w 7898624"/>
                <a:gd name="connsiteY24" fmla="*/ 694087 h 6298177"/>
                <a:gd name="connsiteX25" fmla="*/ 7873933 w 7898624"/>
                <a:gd name="connsiteY25" fmla="*/ 492633 h 6298177"/>
                <a:gd name="connsiteX26" fmla="*/ 7682481 w 7898624"/>
                <a:gd name="connsiteY26" fmla="*/ 233267 h 6298177"/>
                <a:gd name="connsiteX27" fmla="*/ 7429688 w 7898624"/>
                <a:gd name="connsiteY27" fmla="*/ 0 h 6298177"/>
                <a:gd name="connsiteX0" fmla="*/ 0 w 7898624"/>
                <a:gd name="connsiteY0" fmla="*/ 2346216 h 6304833"/>
                <a:gd name="connsiteX1" fmla="*/ 1068499 w 7898624"/>
                <a:gd name="connsiteY1" fmla="*/ 2960172 h 6304833"/>
                <a:gd name="connsiteX2" fmla="*/ 1424491 w 7898624"/>
                <a:gd name="connsiteY2" fmla="*/ 3227025 h 6304833"/>
                <a:gd name="connsiteX3" fmla="*/ 1791065 w 7898624"/>
                <a:gd name="connsiteY3" fmla="*/ 3286723 h 6304833"/>
                <a:gd name="connsiteX4" fmla="*/ 2010363 w 7898624"/>
                <a:gd name="connsiteY4" fmla="*/ 3392700 h 6304833"/>
                <a:gd name="connsiteX5" fmla="*/ 2027870 w 7898624"/>
                <a:gd name="connsiteY5" fmla="*/ 4197539 h 6304833"/>
                <a:gd name="connsiteX6" fmla="*/ 2639746 w 7898624"/>
                <a:gd name="connsiteY6" fmla="*/ 4370580 h 6304833"/>
                <a:gd name="connsiteX7" fmla="*/ 3112607 w 7898624"/>
                <a:gd name="connsiteY7" fmla="*/ 4566563 h 6304833"/>
                <a:gd name="connsiteX8" fmla="*/ 3549743 w 7898624"/>
                <a:gd name="connsiteY8" fmla="*/ 4745930 h 6304833"/>
                <a:gd name="connsiteX9" fmla="*/ 3927980 w 7898624"/>
                <a:gd name="connsiteY9" fmla="*/ 5566587 h 6304833"/>
                <a:gd name="connsiteX10" fmla="*/ 4277264 w 7898624"/>
                <a:gd name="connsiteY10" fmla="*/ 6288429 h 6304833"/>
                <a:gd name="connsiteX11" fmla="*/ 4687309 w 7898624"/>
                <a:gd name="connsiteY11" fmla="*/ 5027270 h 6304833"/>
                <a:gd name="connsiteX12" fmla="*/ 5214077 w 7898624"/>
                <a:gd name="connsiteY12" fmla="*/ 4288917 h 6304833"/>
                <a:gd name="connsiteX13" fmla="*/ 5734301 w 7898624"/>
                <a:gd name="connsiteY13" fmla="*/ 3923911 h 6304833"/>
                <a:gd name="connsiteX14" fmla="*/ 6101544 w 7898624"/>
                <a:gd name="connsiteY14" fmla="*/ 3485517 h 6304833"/>
                <a:gd name="connsiteX15" fmla="*/ 6334693 w 7898624"/>
                <a:gd name="connsiteY15" fmla="*/ 3000185 h 6304833"/>
                <a:gd name="connsiteX16" fmla="*/ 6496238 w 7898624"/>
                <a:gd name="connsiteY16" fmla="*/ 2693003 h 6304833"/>
                <a:gd name="connsiteX17" fmla="*/ 6613871 w 7898624"/>
                <a:gd name="connsiteY17" fmla="*/ 2385822 h 6304833"/>
                <a:gd name="connsiteX18" fmla="*/ 6783321 w 7898624"/>
                <a:gd name="connsiteY18" fmla="*/ 2030730 h 6304833"/>
                <a:gd name="connsiteX19" fmla="*/ 6983727 w 7898624"/>
                <a:gd name="connsiteY19" fmla="*/ 1830229 h 6304833"/>
                <a:gd name="connsiteX20" fmla="*/ 7204040 w 7898624"/>
                <a:gd name="connsiteY20" fmla="*/ 1679639 h 6304833"/>
                <a:gd name="connsiteX21" fmla="*/ 7463215 w 7898624"/>
                <a:gd name="connsiteY21" fmla="*/ 1498092 h 6304833"/>
                <a:gd name="connsiteX22" fmla="*/ 7670575 w 7898624"/>
                <a:gd name="connsiteY22" fmla="*/ 1270635 h 6304833"/>
                <a:gd name="connsiteX23" fmla="*/ 7850026 w 7898624"/>
                <a:gd name="connsiteY23" fmla="*/ 947452 h 6304833"/>
                <a:gd name="connsiteX24" fmla="*/ 7897841 w 7898624"/>
                <a:gd name="connsiteY24" fmla="*/ 694087 h 6304833"/>
                <a:gd name="connsiteX25" fmla="*/ 7873933 w 7898624"/>
                <a:gd name="connsiteY25" fmla="*/ 492633 h 6304833"/>
                <a:gd name="connsiteX26" fmla="*/ 7682481 w 7898624"/>
                <a:gd name="connsiteY26" fmla="*/ 233267 h 6304833"/>
                <a:gd name="connsiteX27" fmla="*/ 7429688 w 7898624"/>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52057"/>
                <a:gd name="connsiteY0" fmla="*/ 2506767 h 6304833"/>
                <a:gd name="connsiteX1" fmla="*/ 521932 w 7352057"/>
                <a:gd name="connsiteY1" fmla="*/ 2960172 h 6304833"/>
                <a:gd name="connsiteX2" fmla="*/ 877924 w 7352057"/>
                <a:gd name="connsiteY2" fmla="*/ 3227025 h 6304833"/>
                <a:gd name="connsiteX3" fmla="*/ 1244498 w 7352057"/>
                <a:gd name="connsiteY3" fmla="*/ 3286723 h 6304833"/>
                <a:gd name="connsiteX4" fmla="*/ 1463796 w 7352057"/>
                <a:gd name="connsiteY4" fmla="*/ 3392700 h 6304833"/>
                <a:gd name="connsiteX5" fmla="*/ 1481303 w 7352057"/>
                <a:gd name="connsiteY5" fmla="*/ 4197539 h 6304833"/>
                <a:gd name="connsiteX6" fmla="*/ 2093179 w 7352057"/>
                <a:gd name="connsiteY6" fmla="*/ 4370580 h 6304833"/>
                <a:gd name="connsiteX7" fmla="*/ 2566040 w 7352057"/>
                <a:gd name="connsiteY7" fmla="*/ 4566563 h 6304833"/>
                <a:gd name="connsiteX8" fmla="*/ 3003176 w 7352057"/>
                <a:gd name="connsiteY8" fmla="*/ 4745930 h 6304833"/>
                <a:gd name="connsiteX9" fmla="*/ 3381413 w 7352057"/>
                <a:gd name="connsiteY9" fmla="*/ 5566587 h 6304833"/>
                <a:gd name="connsiteX10" fmla="*/ 3730697 w 7352057"/>
                <a:gd name="connsiteY10" fmla="*/ 6288429 h 6304833"/>
                <a:gd name="connsiteX11" fmla="*/ 4140742 w 7352057"/>
                <a:gd name="connsiteY11" fmla="*/ 5027270 h 6304833"/>
                <a:gd name="connsiteX12" fmla="*/ 4667510 w 7352057"/>
                <a:gd name="connsiteY12" fmla="*/ 4288917 h 6304833"/>
                <a:gd name="connsiteX13" fmla="*/ 5187734 w 7352057"/>
                <a:gd name="connsiteY13" fmla="*/ 3923911 h 6304833"/>
                <a:gd name="connsiteX14" fmla="*/ 5554977 w 7352057"/>
                <a:gd name="connsiteY14" fmla="*/ 3485517 h 6304833"/>
                <a:gd name="connsiteX15" fmla="*/ 5788126 w 7352057"/>
                <a:gd name="connsiteY15" fmla="*/ 3000185 h 6304833"/>
                <a:gd name="connsiteX16" fmla="*/ 5949671 w 7352057"/>
                <a:gd name="connsiteY16" fmla="*/ 2693003 h 6304833"/>
                <a:gd name="connsiteX17" fmla="*/ 6067304 w 7352057"/>
                <a:gd name="connsiteY17" fmla="*/ 2385822 h 6304833"/>
                <a:gd name="connsiteX18" fmla="*/ 6236754 w 7352057"/>
                <a:gd name="connsiteY18" fmla="*/ 2030730 h 6304833"/>
                <a:gd name="connsiteX19" fmla="*/ 6437160 w 7352057"/>
                <a:gd name="connsiteY19" fmla="*/ 1830229 h 6304833"/>
                <a:gd name="connsiteX20" fmla="*/ 6657473 w 7352057"/>
                <a:gd name="connsiteY20" fmla="*/ 1679639 h 6304833"/>
                <a:gd name="connsiteX21" fmla="*/ 6916648 w 7352057"/>
                <a:gd name="connsiteY21" fmla="*/ 1498092 h 6304833"/>
                <a:gd name="connsiteX22" fmla="*/ 7124008 w 7352057"/>
                <a:gd name="connsiteY22" fmla="*/ 1270635 h 6304833"/>
                <a:gd name="connsiteX23" fmla="*/ 7303459 w 7352057"/>
                <a:gd name="connsiteY23" fmla="*/ 947452 h 6304833"/>
                <a:gd name="connsiteX24" fmla="*/ 7351274 w 7352057"/>
                <a:gd name="connsiteY24" fmla="*/ 694087 h 6304833"/>
                <a:gd name="connsiteX25" fmla="*/ 7327366 w 7352057"/>
                <a:gd name="connsiteY25" fmla="*/ 492633 h 6304833"/>
                <a:gd name="connsiteX26" fmla="*/ 7135914 w 7352057"/>
                <a:gd name="connsiteY26" fmla="*/ 233267 h 6304833"/>
                <a:gd name="connsiteX27" fmla="*/ 6883121 w 7352057"/>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546776 w 7376901"/>
                <a:gd name="connsiteY1" fmla="*/ 2960172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02768 w 7376901"/>
                <a:gd name="connsiteY2" fmla="*/ 3227025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6304833"/>
                <a:gd name="connsiteX1" fmla="*/ 631245 w 7376901"/>
                <a:gd name="connsiteY1" fmla="*/ 3107879 h 6304833"/>
                <a:gd name="connsiteX2" fmla="*/ 937550 w 7376901"/>
                <a:gd name="connsiteY2" fmla="*/ 3259136 h 6304833"/>
                <a:gd name="connsiteX3" fmla="*/ 1269342 w 7376901"/>
                <a:gd name="connsiteY3" fmla="*/ 3286723 h 6304833"/>
                <a:gd name="connsiteX4" fmla="*/ 1488640 w 7376901"/>
                <a:gd name="connsiteY4" fmla="*/ 3392700 h 6304833"/>
                <a:gd name="connsiteX5" fmla="*/ 1506147 w 7376901"/>
                <a:gd name="connsiteY5" fmla="*/ 4197539 h 6304833"/>
                <a:gd name="connsiteX6" fmla="*/ 2118023 w 7376901"/>
                <a:gd name="connsiteY6" fmla="*/ 4370580 h 6304833"/>
                <a:gd name="connsiteX7" fmla="*/ 2590884 w 7376901"/>
                <a:gd name="connsiteY7" fmla="*/ 4566563 h 6304833"/>
                <a:gd name="connsiteX8" fmla="*/ 3028020 w 7376901"/>
                <a:gd name="connsiteY8" fmla="*/ 4745930 h 6304833"/>
                <a:gd name="connsiteX9" fmla="*/ 3406257 w 7376901"/>
                <a:gd name="connsiteY9" fmla="*/ 5566587 h 6304833"/>
                <a:gd name="connsiteX10" fmla="*/ 3755541 w 7376901"/>
                <a:gd name="connsiteY10" fmla="*/ 6288429 h 6304833"/>
                <a:gd name="connsiteX11" fmla="*/ 4165586 w 7376901"/>
                <a:gd name="connsiteY11" fmla="*/ 5027270 h 6304833"/>
                <a:gd name="connsiteX12" fmla="*/ 4692354 w 7376901"/>
                <a:gd name="connsiteY12" fmla="*/ 4288917 h 6304833"/>
                <a:gd name="connsiteX13" fmla="*/ 5212578 w 7376901"/>
                <a:gd name="connsiteY13" fmla="*/ 3923911 h 6304833"/>
                <a:gd name="connsiteX14" fmla="*/ 5579821 w 7376901"/>
                <a:gd name="connsiteY14" fmla="*/ 3485517 h 6304833"/>
                <a:gd name="connsiteX15" fmla="*/ 5812970 w 7376901"/>
                <a:gd name="connsiteY15" fmla="*/ 3000185 h 6304833"/>
                <a:gd name="connsiteX16" fmla="*/ 5974515 w 7376901"/>
                <a:gd name="connsiteY16" fmla="*/ 2693003 h 6304833"/>
                <a:gd name="connsiteX17" fmla="*/ 6092148 w 7376901"/>
                <a:gd name="connsiteY17" fmla="*/ 2385822 h 6304833"/>
                <a:gd name="connsiteX18" fmla="*/ 6261598 w 7376901"/>
                <a:gd name="connsiteY18" fmla="*/ 2030730 h 6304833"/>
                <a:gd name="connsiteX19" fmla="*/ 6462004 w 7376901"/>
                <a:gd name="connsiteY19" fmla="*/ 1830229 h 6304833"/>
                <a:gd name="connsiteX20" fmla="*/ 6682317 w 7376901"/>
                <a:gd name="connsiteY20" fmla="*/ 1679639 h 6304833"/>
                <a:gd name="connsiteX21" fmla="*/ 6941492 w 7376901"/>
                <a:gd name="connsiteY21" fmla="*/ 1498092 h 6304833"/>
                <a:gd name="connsiteX22" fmla="*/ 7148852 w 7376901"/>
                <a:gd name="connsiteY22" fmla="*/ 1270635 h 6304833"/>
                <a:gd name="connsiteX23" fmla="*/ 7328303 w 7376901"/>
                <a:gd name="connsiteY23" fmla="*/ 947452 h 6304833"/>
                <a:gd name="connsiteX24" fmla="*/ 7376118 w 7376901"/>
                <a:gd name="connsiteY24" fmla="*/ 694087 h 6304833"/>
                <a:gd name="connsiteX25" fmla="*/ 7352210 w 7376901"/>
                <a:gd name="connsiteY25" fmla="*/ 492633 h 6304833"/>
                <a:gd name="connsiteX26" fmla="*/ 7160758 w 7376901"/>
                <a:gd name="connsiteY26" fmla="*/ 233267 h 6304833"/>
                <a:gd name="connsiteX27" fmla="*/ 6907965 w 7376901"/>
                <a:gd name="connsiteY27" fmla="*/ 0 h 6304833"/>
                <a:gd name="connsiteX0" fmla="*/ 0 w 7376901"/>
                <a:gd name="connsiteY0" fmla="*/ 2339795 h 5570618"/>
                <a:gd name="connsiteX1" fmla="*/ 631245 w 7376901"/>
                <a:gd name="connsiteY1" fmla="*/ 3107879 h 5570618"/>
                <a:gd name="connsiteX2" fmla="*/ 937550 w 7376901"/>
                <a:gd name="connsiteY2" fmla="*/ 3259136 h 5570618"/>
                <a:gd name="connsiteX3" fmla="*/ 1269342 w 7376901"/>
                <a:gd name="connsiteY3" fmla="*/ 3286723 h 5570618"/>
                <a:gd name="connsiteX4" fmla="*/ 1488640 w 7376901"/>
                <a:gd name="connsiteY4" fmla="*/ 3392700 h 5570618"/>
                <a:gd name="connsiteX5" fmla="*/ 1506147 w 7376901"/>
                <a:gd name="connsiteY5" fmla="*/ 4197539 h 5570618"/>
                <a:gd name="connsiteX6" fmla="*/ 2118023 w 7376901"/>
                <a:gd name="connsiteY6" fmla="*/ 4370580 h 5570618"/>
                <a:gd name="connsiteX7" fmla="*/ 2590884 w 7376901"/>
                <a:gd name="connsiteY7" fmla="*/ 4566563 h 5570618"/>
                <a:gd name="connsiteX8" fmla="*/ 3028020 w 7376901"/>
                <a:gd name="connsiteY8" fmla="*/ 4745930 h 5570618"/>
                <a:gd name="connsiteX9" fmla="*/ 3406257 w 7376901"/>
                <a:gd name="connsiteY9" fmla="*/ 5566587 h 5570618"/>
                <a:gd name="connsiteX10" fmla="*/ 4165586 w 7376901"/>
                <a:gd name="connsiteY10" fmla="*/ 5027270 h 5570618"/>
                <a:gd name="connsiteX11" fmla="*/ 4692354 w 7376901"/>
                <a:gd name="connsiteY11" fmla="*/ 4288917 h 5570618"/>
                <a:gd name="connsiteX12" fmla="*/ 5212578 w 7376901"/>
                <a:gd name="connsiteY12" fmla="*/ 3923911 h 5570618"/>
                <a:gd name="connsiteX13" fmla="*/ 5579821 w 7376901"/>
                <a:gd name="connsiteY13" fmla="*/ 3485517 h 5570618"/>
                <a:gd name="connsiteX14" fmla="*/ 5812970 w 7376901"/>
                <a:gd name="connsiteY14" fmla="*/ 3000185 h 5570618"/>
                <a:gd name="connsiteX15" fmla="*/ 5974515 w 7376901"/>
                <a:gd name="connsiteY15" fmla="*/ 2693003 h 5570618"/>
                <a:gd name="connsiteX16" fmla="*/ 6092148 w 7376901"/>
                <a:gd name="connsiteY16" fmla="*/ 2385822 h 5570618"/>
                <a:gd name="connsiteX17" fmla="*/ 6261598 w 7376901"/>
                <a:gd name="connsiteY17" fmla="*/ 2030730 h 5570618"/>
                <a:gd name="connsiteX18" fmla="*/ 6462004 w 7376901"/>
                <a:gd name="connsiteY18" fmla="*/ 1830229 h 5570618"/>
                <a:gd name="connsiteX19" fmla="*/ 6682317 w 7376901"/>
                <a:gd name="connsiteY19" fmla="*/ 1679639 h 5570618"/>
                <a:gd name="connsiteX20" fmla="*/ 6941492 w 7376901"/>
                <a:gd name="connsiteY20" fmla="*/ 1498092 h 5570618"/>
                <a:gd name="connsiteX21" fmla="*/ 7148852 w 7376901"/>
                <a:gd name="connsiteY21" fmla="*/ 1270635 h 5570618"/>
                <a:gd name="connsiteX22" fmla="*/ 7328303 w 7376901"/>
                <a:gd name="connsiteY22" fmla="*/ 947452 h 5570618"/>
                <a:gd name="connsiteX23" fmla="*/ 7376118 w 7376901"/>
                <a:gd name="connsiteY23" fmla="*/ 694087 h 5570618"/>
                <a:gd name="connsiteX24" fmla="*/ 7352210 w 7376901"/>
                <a:gd name="connsiteY24" fmla="*/ 492633 h 5570618"/>
                <a:gd name="connsiteX25" fmla="*/ 7160758 w 7376901"/>
                <a:gd name="connsiteY25" fmla="*/ 233267 h 5570618"/>
                <a:gd name="connsiteX26" fmla="*/ 6907965 w 7376901"/>
                <a:gd name="connsiteY26" fmla="*/ 0 h 5570618"/>
                <a:gd name="connsiteX0" fmla="*/ 0 w 7376901"/>
                <a:gd name="connsiteY0" fmla="*/ 2339795 h 5378464"/>
                <a:gd name="connsiteX1" fmla="*/ 631245 w 7376901"/>
                <a:gd name="connsiteY1" fmla="*/ 3107879 h 5378464"/>
                <a:gd name="connsiteX2" fmla="*/ 937550 w 7376901"/>
                <a:gd name="connsiteY2" fmla="*/ 3259136 h 5378464"/>
                <a:gd name="connsiteX3" fmla="*/ 1269342 w 7376901"/>
                <a:gd name="connsiteY3" fmla="*/ 3286723 h 5378464"/>
                <a:gd name="connsiteX4" fmla="*/ 1488640 w 7376901"/>
                <a:gd name="connsiteY4" fmla="*/ 3392700 h 5378464"/>
                <a:gd name="connsiteX5" fmla="*/ 1506147 w 7376901"/>
                <a:gd name="connsiteY5" fmla="*/ 4197539 h 5378464"/>
                <a:gd name="connsiteX6" fmla="*/ 2118023 w 7376901"/>
                <a:gd name="connsiteY6" fmla="*/ 4370580 h 5378464"/>
                <a:gd name="connsiteX7" fmla="*/ 2590884 w 7376901"/>
                <a:gd name="connsiteY7" fmla="*/ 4566563 h 5378464"/>
                <a:gd name="connsiteX8" fmla="*/ 3028020 w 7376901"/>
                <a:gd name="connsiteY8" fmla="*/ 4745930 h 5378464"/>
                <a:gd name="connsiteX9" fmla="*/ 3644705 w 7376901"/>
                <a:gd name="connsiteY9" fmla="*/ 5371834 h 5378464"/>
                <a:gd name="connsiteX10" fmla="*/ 4165586 w 7376901"/>
                <a:gd name="connsiteY10" fmla="*/ 5027270 h 5378464"/>
                <a:gd name="connsiteX11" fmla="*/ 4692354 w 7376901"/>
                <a:gd name="connsiteY11" fmla="*/ 4288917 h 5378464"/>
                <a:gd name="connsiteX12" fmla="*/ 5212578 w 7376901"/>
                <a:gd name="connsiteY12" fmla="*/ 3923911 h 5378464"/>
                <a:gd name="connsiteX13" fmla="*/ 5579821 w 7376901"/>
                <a:gd name="connsiteY13" fmla="*/ 3485517 h 5378464"/>
                <a:gd name="connsiteX14" fmla="*/ 5812970 w 7376901"/>
                <a:gd name="connsiteY14" fmla="*/ 3000185 h 5378464"/>
                <a:gd name="connsiteX15" fmla="*/ 5974515 w 7376901"/>
                <a:gd name="connsiteY15" fmla="*/ 2693003 h 5378464"/>
                <a:gd name="connsiteX16" fmla="*/ 6092148 w 7376901"/>
                <a:gd name="connsiteY16" fmla="*/ 2385822 h 5378464"/>
                <a:gd name="connsiteX17" fmla="*/ 6261598 w 7376901"/>
                <a:gd name="connsiteY17" fmla="*/ 2030730 h 5378464"/>
                <a:gd name="connsiteX18" fmla="*/ 6462004 w 7376901"/>
                <a:gd name="connsiteY18" fmla="*/ 1830229 h 5378464"/>
                <a:gd name="connsiteX19" fmla="*/ 6682317 w 7376901"/>
                <a:gd name="connsiteY19" fmla="*/ 1679639 h 5378464"/>
                <a:gd name="connsiteX20" fmla="*/ 6941492 w 7376901"/>
                <a:gd name="connsiteY20" fmla="*/ 1498092 h 5378464"/>
                <a:gd name="connsiteX21" fmla="*/ 7148852 w 7376901"/>
                <a:gd name="connsiteY21" fmla="*/ 1270635 h 5378464"/>
                <a:gd name="connsiteX22" fmla="*/ 7328303 w 7376901"/>
                <a:gd name="connsiteY22" fmla="*/ 947452 h 5378464"/>
                <a:gd name="connsiteX23" fmla="*/ 7376118 w 7376901"/>
                <a:gd name="connsiteY23" fmla="*/ 694087 h 5378464"/>
                <a:gd name="connsiteX24" fmla="*/ 7352210 w 7376901"/>
                <a:gd name="connsiteY24" fmla="*/ 492633 h 5378464"/>
                <a:gd name="connsiteX25" fmla="*/ 7160758 w 7376901"/>
                <a:gd name="connsiteY25" fmla="*/ 233267 h 5378464"/>
                <a:gd name="connsiteX26" fmla="*/ 6907965 w 7376901"/>
                <a:gd name="connsiteY26" fmla="*/ 0 h 5378464"/>
                <a:gd name="connsiteX0" fmla="*/ 0 w 7376901"/>
                <a:gd name="connsiteY0" fmla="*/ 2106529 h 5145198"/>
                <a:gd name="connsiteX1" fmla="*/ 631245 w 7376901"/>
                <a:gd name="connsiteY1" fmla="*/ 2874613 h 5145198"/>
                <a:gd name="connsiteX2" fmla="*/ 937550 w 7376901"/>
                <a:gd name="connsiteY2" fmla="*/ 3025870 h 5145198"/>
                <a:gd name="connsiteX3" fmla="*/ 1269342 w 7376901"/>
                <a:gd name="connsiteY3" fmla="*/ 3053457 h 5145198"/>
                <a:gd name="connsiteX4" fmla="*/ 1488640 w 7376901"/>
                <a:gd name="connsiteY4" fmla="*/ 3159434 h 5145198"/>
                <a:gd name="connsiteX5" fmla="*/ 1506147 w 7376901"/>
                <a:gd name="connsiteY5" fmla="*/ 3964273 h 5145198"/>
                <a:gd name="connsiteX6" fmla="*/ 2118023 w 7376901"/>
                <a:gd name="connsiteY6" fmla="*/ 4137314 h 5145198"/>
                <a:gd name="connsiteX7" fmla="*/ 2590884 w 7376901"/>
                <a:gd name="connsiteY7" fmla="*/ 4333297 h 5145198"/>
                <a:gd name="connsiteX8" fmla="*/ 3028020 w 7376901"/>
                <a:gd name="connsiteY8" fmla="*/ 4512664 h 5145198"/>
                <a:gd name="connsiteX9" fmla="*/ 3644705 w 7376901"/>
                <a:gd name="connsiteY9" fmla="*/ 5138568 h 5145198"/>
                <a:gd name="connsiteX10" fmla="*/ 4165586 w 7376901"/>
                <a:gd name="connsiteY10" fmla="*/ 4794004 h 5145198"/>
                <a:gd name="connsiteX11" fmla="*/ 4692354 w 7376901"/>
                <a:gd name="connsiteY11" fmla="*/ 4055651 h 5145198"/>
                <a:gd name="connsiteX12" fmla="*/ 5212578 w 7376901"/>
                <a:gd name="connsiteY12" fmla="*/ 3690645 h 5145198"/>
                <a:gd name="connsiteX13" fmla="*/ 5579821 w 7376901"/>
                <a:gd name="connsiteY13" fmla="*/ 3252251 h 5145198"/>
                <a:gd name="connsiteX14" fmla="*/ 5812970 w 7376901"/>
                <a:gd name="connsiteY14" fmla="*/ 2766919 h 5145198"/>
                <a:gd name="connsiteX15" fmla="*/ 5974515 w 7376901"/>
                <a:gd name="connsiteY15" fmla="*/ 2459737 h 5145198"/>
                <a:gd name="connsiteX16" fmla="*/ 6092148 w 7376901"/>
                <a:gd name="connsiteY16" fmla="*/ 2152556 h 5145198"/>
                <a:gd name="connsiteX17" fmla="*/ 6261598 w 7376901"/>
                <a:gd name="connsiteY17" fmla="*/ 1797464 h 5145198"/>
                <a:gd name="connsiteX18" fmla="*/ 6462004 w 7376901"/>
                <a:gd name="connsiteY18" fmla="*/ 1596963 h 5145198"/>
                <a:gd name="connsiteX19" fmla="*/ 6682317 w 7376901"/>
                <a:gd name="connsiteY19" fmla="*/ 1446373 h 5145198"/>
                <a:gd name="connsiteX20" fmla="*/ 6941492 w 7376901"/>
                <a:gd name="connsiteY20" fmla="*/ 1264826 h 5145198"/>
                <a:gd name="connsiteX21" fmla="*/ 7148852 w 7376901"/>
                <a:gd name="connsiteY21" fmla="*/ 1037369 h 5145198"/>
                <a:gd name="connsiteX22" fmla="*/ 7328303 w 7376901"/>
                <a:gd name="connsiteY22" fmla="*/ 714186 h 5145198"/>
                <a:gd name="connsiteX23" fmla="*/ 7376118 w 7376901"/>
                <a:gd name="connsiteY23" fmla="*/ 460821 h 5145198"/>
                <a:gd name="connsiteX24" fmla="*/ 7352210 w 7376901"/>
                <a:gd name="connsiteY24" fmla="*/ 259367 h 5145198"/>
                <a:gd name="connsiteX25" fmla="*/ 7160758 w 7376901"/>
                <a:gd name="connsiteY25" fmla="*/ 1 h 5145198"/>
                <a:gd name="connsiteX0" fmla="*/ 0 w 7376901"/>
                <a:gd name="connsiteY0" fmla="*/ 1847163 h 4885832"/>
                <a:gd name="connsiteX1" fmla="*/ 631245 w 7376901"/>
                <a:gd name="connsiteY1" fmla="*/ 2615247 h 4885832"/>
                <a:gd name="connsiteX2" fmla="*/ 937550 w 7376901"/>
                <a:gd name="connsiteY2" fmla="*/ 2766504 h 4885832"/>
                <a:gd name="connsiteX3" fmla="*/ 1269342 w 7376901"/>
                <a:gd name="connsiteY3" fmla="*/ 2794091 h 4885832"/>
                <a:gd name="connsiteX4" fmla="*/ 1488640 w 7376901"/>
                <a:gd name="connsiteY4" fmla="*/ 2900068 h 4885832"/>
                <a:gd name="connsiteX5" fmla="*/ 1506147 w 7376901"/>
                <a:gd name="connsiteY5" fmla="*/ 3704907 h 4885832"/>
                <a:gd name="connsiteX6" fmla="*/ 2118023 w 7376901"/>
                <a:gd name="connsiteY6" fmla="*/ 3877948 h 4885832"/>
                <a:gd name="connsiteX7" fmla="*/ 2590884 w 7376901"/>
                <a:gd name="connsiteY7" fmla="*/ 4073931 h 4885832"/>
                <a:gd name="connsiteX8" fmla="*/ 3028020 w 7376901"/>
                <a:gd name="connsiteY8" fmla="*/ 4253298 h 4885832"/>
                <a:gd name="connsiteX9" fmla="*/ 3644705 w 7376901"/>
                <a:gd name="connsiteY9" fmla="*/ 4879202 h 4885832"/>
                <a:gd name="connsiteX10" fmla="*/ 4165586 w 7376901"/>
                <a:gd name="connsiteY10" fmla="*/ 4534638 h 4885832"/>
                <a:gd name="connsiteX11" fmla="*/ 4692354 w 7376901"/>
                <a:gd name="connsiteY11" fmla="*/ 3796285 h 4885832"/>
                <a:gd name="connsiteX12" fmla="*/ 5212578 w 7376901"/>
                <a:gd name="connsiteY12" fmla="*/ 3431279 h 4885832"/>
                <a:gd name="connsiteX13" fmla="*/ 5579821 w 7376901"/>
                <a:gd name="connsiteY13" fmla="*/ 2992885 h 4885832"/>
                <a:gd name="connsiteX14" fmla="*/ 5812970 w 7376901"/>
                <a:gd name="connsiteY14" fmla="*/ 2507553 h 4885832"/>
                <a:gd name="connsiteX15" fmla="*/ 5974515 w 7376901"/>
                <a:gd name="connsiteY15" fmla="*/ 2200371 h 4885832"/>
                <a:gd name="connsiteX16" fmla="*/ 6092148 w 7376901"/>
                <a:gd name="connsiteY16" fmla="*/ 1893190 h 4885832"/>
                <a:gd name="connsiteX17" fmla="*/ 6261598 w 7376901"/>
                <a:gd name="connsiteY17" fmla="*/ 1538098 h 4885832"/>
                <a:gd name="connsiteX18" fmla="*/ 6462004 w 7376901"/>
                <a:gd name="connsiteY18" fmla="*/ 1337597 h 4885832"/>
                <a:gd name="connsiteX19" fmla="*/ 6682317 w 7376901"/>
                <a:gd name="connsiteY19" fmla="*/ 1187007 h 4885832"/>
                <a:gd name="connsiteX20" fmla="*/ 6941492 w 7376901"/>
                <a:gd name="connsiteY20" fmla="*/ 1005460 h 4885832"/>
                <a:gd name="connsiteX21" fmla="*/ 7148852 w 7376901"/>
                <a:gd name="connsiteY21" fmla="*/ 778003 h 4885832"/>
                <a:gd name="connsiteX22" fmla="*/ 7328303 w 7376901"/>
                <a:gd name="connsiteY22" fmla="*/ 454820 h 4885832"/>
                <a:gd name="connsiteX23" fmla="*/ 7376118 w 7376901"/>
                <a:gd name="connsiteY23" fmla="*/ 201455 h 4885832"/>
                <a:gd name="connsiteX24" fmla="*/ 7352210 w 7376901"/>
                <a:gd name="connsiteY24" fmla="*/ 1 h 4885832"/>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148852 w 7376118"/>
                <a:gd name="connsiteY21" fmla="*/ 576548 h 4684377"/>
                <a:gd name="connsiteX22" fmla="*/ 7328303 w 7376118"/>
                <a:gd name="connsiteY22" fmla="*/ 253365 h 4684377"/>
                <a:gd name="connsiteX23" fmla="*/ 7376118 w 7376118"/>
                <a:gd name="connsiteY23" fmla="*/ 0 h 4684377"/>
                <a:gd name="connsiteX0" fmla="*/ 0 w 7378560"/>
                <a:gd name="connsiteY0" fmla="*/ 1645708 h 4684377"/>
                <a:gd name="connsiteX1" fmla="*/ 631245 w 7378560"/>
                <a:gd name="connsiteY1" fmla="*/ 2413792 h 4684377"/>
                <a:gd name="connsiteX2" fmla="*/ 937550 w 7378560"/>
                <a:gd name="connsiteY2" fmla="*/ 2565049 h 4684377"/>
                <a:gd name="connsiteX3" fmla="*/ 1269342 w 7378560"/>
                <a:gd name="connsiteY3" fmla="*/ 2592636 h 4684377"/>
                <a:gd name="connsiteX4" fmla="*/ 1488640 w 7378560"/>
                <a:gd name="connsiteY4" fmla="*/ 2698613 h 4684377"/>
                <a:gd name="connsiteX5" fmla="*/ 1506147 w 7378560"/>
                <a:gd name="connsiteY5" fmla="*/ 3503452 h 4684377"/>
                <a:gd name="connsiteX6" fmla="*/ 2118023 w 7378560"/>
                <a:gd name="connsiteY6" fmla="*/ 3676493 h 4684377"/>
                <a:gd name="connsiteX7" fmla="*/ 2590884 w 7378560"/>
                <a:gd name="connsiteY7" fmla="*/ 3872476 h 4684377"/>
                <a:gd name="connsiteX8" fmla="*/ 3028020 w 7378560"/>
                <a:gd name="connsiteY8" fmla="*/ 4051843 h 4684377"/>
                <a:gd name="connsiteX9" fmla="*/ 3644705 w 7378560"/>
                <a:gd name="connsiteY9" fmla="*/ 4677747 h 4684377"/>
                <a:gd name="connsiteX10" fmla="*/ 4165586 w 7378560"/>
                <a:gd name="connsiteY10" fmla="*/ 4333183 h 4684377"/>
                <a:gd name="connsiteX11" fmla="*/ 4692354 w 7378560"/>
                <a:gd name="connsiteY11" fmla="*/ 3594830 h 4684377"/>
                <a:gd name="connsiteX12" fmla="*/ 5212578 w 7378560"/>
                <a:gd name="connsiteY12" fmla="*/ 3229824 h 4684377"/>
                <a:gd name="connsiteX13" fmla="*/ 5579821 w 7378560"/>
                <a:gd name="connsiteY13" fmla="*/ 2791430 h 4684377"/>
                <a:gd name="connsiteX14" fmla="*/ 5812970 w 7378560"/>
                <a:gd name="connsiteY14" fmla="*/ 2306098 h 4684377"/>
                <a:gd name="connsiteX15" fmla="*/ 5974515 w 7378560"/>
                <a:gd name="connsiteY15" fmla="*/ 1998916 h 4684377"/>
                <a:gd name="connsiteX16" fmla="*/ 6092148 w 7378560"/>
                <a:gd name="connsiteY16" fmla="*/ 1691735 h 4684377"/>
                <a:gd name="connsiteX17" fmla="*/ 6261598 w 7378560"/>
                <a:gd name="connsiteY17" fmla="*/ 1336643 h 4684377"/>
                <a:gd name="connsiteX18" fmla="*/ 6462004 w 7378560"/>
                <a:gd name="connsiteY18" fmla="*/ 1136142 h 4684377"/>
                <a:gd name="connsiteX19" fmla="*/ 6682317 w 7378560"/>
                <a:gd name="connsiteY19" fmla="*/ 985552 h 4684377"/>
                <a:gd name="connsiteX20" fmla="*/ 6941492 w 7378560"/>
                <a:gd name="connsiteY20" fmla="*/ 804005 h 4684377"/>
                <a:gd name="connsiteX21" fmla="*/ 7328303 w 7378560"/>
                <a:gd name="connsiteY21" fmla="*/ 253365 h 4684377"/>
                <a:gd name="connsiteX22" fmla="*/ 7376118 w 7378560"/>
                <a:gd name="connsiteY22" fmla="*/ 0 h 4684377"/>
                <a:gd name="connsiteX0" fmla="*/ 0 w 7376118"/>
                <a:gd name="connsiteY0" fmla="*/ 1645708 h 4684377"/>
                <a:gd name="connsiteX1" fmla="*/ 631245 w 7376118"/>
                <a:gd name="connsiteY1" fmla="*/ 2413792 h 4684377"/>
                <a:gd name="connsiteX2" fmla="*/ 937550 w 7376118"/>
                <a:gd name="connsiteY2" fmla="*/ 2565049 h 4684377"/>
                <a:gd name="connsiteX3" fmla="*/ 1269342 w 7376118"/>
                <a:gd name="connsiteY3" fmla="*/ 2592636 h 4684377"/>
                <a:gd name="connsiteX4" fmla="*/ 1488640 w 7376118"/>
                <a:gd name="connsiteY4" fmla="*/ 2698613 h 4684377"/>
                <a:gd name="connsiteX5" fmla="*/ 1506147 w 7376118"/>
                <a:gd name="connsiteY5" fmla="*/ 3503452 h 4684377"/>
                <a:gd name="connsiteX6" fmla="*/ 2118023 w 7376118"/>
                <a:gd name="connsiteY6" fmla="*/ 3676493 h 4684377"/>
                <a:gd name="connsiteX7" fmla="*/ 2590884 w 7376118"/>
                <a:gd name="connsiteY7" fmla="*/ 3872476 h 4684377"/>
                <a:gd name="connsiteX8" fmla="*/ 3028020 w 7376118"/>
                <a:gd name="connsiteY8" fmla="*/ 4051843 h 4684377"/>
                <a:gd name="connsiteX9" fmla="*/ 3644705 w 7376118"/>
                <a:gd name="connsiteY9" fmla="*/ 4677747 h 4684377"/>
                <a:gd name="connsiteX10" fmla="*/ 4165586 w 7376118"/>
                <a:gd name="connsiteY10" fmla="*/ 4333183 h 4684377"/>
                <a:gd name="connsiteX11" fmla="*/ 4692354 w 7376118"/>
                <a:gd name="connsiteY11" fmla="*/ 3594830 h 4684377"/>
                <a:gd name="connsiteX12" fmla="*/ 5212578 w 7376118"/>
                <a:gd name="connsiteY12" fmla="*/ 3229824 h 4684377"/>
                <a:gd name="connsiteX13" fmla="*/ 5579821 w 7376118"/>
                <a:gd name="connsiteY13" fmla="*/ 2791430 h 4684377"/>
                <a:gd name="connsiteX14" fmla="*/ 5812970 w 7376118"/>
                <a:gd name="connsiteY14" fmla="*/ 2306098 h 4684377"/>
                <a:gd name="connsiteX15" fmla="*/ 5974515 w 7376118"/>
                <a:gd name="connsiteY15" fmla="*/ 1998916 h 4684377"/>
                <a:gd name="connsiteX16" fmla="*/ 6092148 w 7376118"/>
                <a:gd name="connsiteY16" fmla="*/ 1691735 h 4684377"/>
                <a:gd name="connsiteX17" fmla="*/ 6261598 w 7376118"/>
                <a:gd name="connsiteY17" fmla="*/ 1336643 h 4684377"/>
                <a:gd name="connsiteX18" fmla="*/ 6462004 w 7376118"/>
                <a:gd name="connsiteY18" fmla="*/ 1136142 h 4684377"/>
                <a:gd name="connsiteX19" fmla="*/ 6682317 w 7376118"/>
                <a:gd name="connsiteY19" fmla="*/ 985552 h 4684377"/>
                <a:gd name="connsiteX20" fmla="*/ 6941492 w 7376118"/>
                <a:gd name="connsiteY20" fmla="*/ 804005 h 4684377"/>
                <a:gd name="connsiteX21" fmla="*/ 7376118 w 7376118"/>
                <a:gd name="connsiteY21" fmla="*/ 0 h 4684377"/>
                <a:gd name="connsiteX0" fmla="*/ 0 w 6941492"/>
                <a:gd name="connsiteY0" fmla="*/ 841703 h 3880372"/>
                <a:gd name="connsiteX1" fmla="*/ 631245 w 6941492"/>
                <a:gd name="connsiteY1" fmla="*/ 1609787 h 3880372"/>
                <a:gd name="connsiteX2" fmla="*/ 937550 w 6941492"/>
                <a:gd name="connsiteY2" fmla="*/ 1761044 h 3880372"/>
                <a:gd name="connsiteX3" fmla="*/ 1269342 w 6941492"/>
                <a:gd name="connsiteY3" fmla="*/ 1788631 h 3880372"/>
                <a:gd name="connsiteX4" fmla="*/ 1488640 w 6941492"/>
                <a:gd name="connsiteY4" fmla="*/ 1894608 h 3880372"/>
                <a:gd name="connsiteX5" fmla="*/ 1506147 w 6941492"/>
                <a:gd name="connsiteY5" fmla="*/ 2699447 h 3880372"/>
                <a:gd name="connsiteX6" fmla="*/ 2118023 w 6941492"/>
                <a:gd name="connsiteY6" fmla="*/ 2872488 h 3880372"/>
                <a:gd name="connsiteX7" fmla="*/ 2590884 w 6941492"/>
                <a:gd name="connsiteY7" fmla="*/ 3068471 h 3880372"/>
                <a:gd name="connsiteX8" fmla="*/ 3028020 w 6941492"/>
                <a:gd name="connsiteY8" fmla="*/ 3247838 h 3880372"/>
                <a:gd name="connsiteX9" fmla="*/ 3644705 w 6941492"/>
                <a:gd name="connsiteY9" fmla="*/ 3873742 h 3880372"/>
                <a:gd name="connsiteX10" fmla="*/ 4165586 w 6941492"/>
                <a:gd name="connsiteY10" fmla="*/ 3529178 h 3880372"/>
                <a:gd name="connsiteX11" fmla="*/ 4692354 w 6941492"/>
                <a:gd name="connsiteY11" fmla="*/ 2790825 h 3880372"/>
                <a:gd name="connsiteX12" fmla="*/ 5212578 w 6941492"/>
                <a:gd name="connsiteY12" fmla="*/ 2425819 h 3880372"/>
                <a:gd name="connsiteX13" fmla="*/ 5579821 w 6941492"/>
                <a:gd name="connsiteY13" fmla="*/ 1987425 h 3880372"/>
                <a:gd name="connsiteX14" fmla="*/ 5812970 w 6941492"/>
                <a:gd name="connsiteY14" fmla="*/ 1502093 h 3880372"/>
                <a:gd name="connsiteX15" fmla="*/ 5974515 w 6941492"/>
                <a:gd name="connsiteY15" fmla="*/ 1194911 h 3880372"/>
                <a:gd name="connsiteX16" fmla="*/ 6092148 w 6941492"/>
                <a:gd name="connsiteY16" fmla="*/ 887730 h 3880372"/>
                <a:gd name="connsiteX17" fmla="*/ 6261598 w 6941492"/>
                <a:gd name="connsiteY17" fmla="*/ 532638 h 3880372"/>
                <a:gd name="connsiteX18" fmla="*/ 6462004 w 6941492"/>
                <a:gd name="connsiteY18" fmla="*/ 332137 h 3880372"/>
                <a:gd name="connsiteX19" fmla="*/ 6682317 w 6941492"/>
                <a:gd name="connsiteY19" fmla="*/ 181547 h 3880372"/>
                <a:gd name="connsiteX20" fmla="*/ 6941492 w 6941492"/>
                <a:gd name="connsiteY20" fmla="*/ 0 h 3880372"/>
                <a:gd name="connsiteX0" fmla="*/ 0 w 6682317"/>
                <a:gd name="connsiteY0" fmla="*/ 660156 h 3698825"/>
                <a:gd name="connsiteX1" fmla="*/ 631245 w 6682317"/>
                <a:gd name="connsiteY1" fmla="*/ 1428240 h 3698825"/>
                <a:gd name="connsiteX2" fmla="*/ 937550 w 6682317"/>
                <a:gd name="connsiteY2" fmla="*/ 1579497 h 3698825"/>
                <a:gd name="connsiteX3" fmla="*/ 1269342 w 6682317"/>
                <a:gd name="connsiteY3" fmla="*/ 1607084 h 3698825"/>
                <a:gd name="connsiteX4" fmla="*/ 1488640 w 6682317"/>
                <a:gd name="connsiteY4" fmla="*/ 1713061 h 3698825"/>
                <a:gd name="connsiteX5" fmla="*/ 1506147 w 6682317"/>
                <a:gd name="connsiteY5" fmla="*/ 2517900 h 3698825"/>
                <a:gd name="connsiteX6" fmla="*/ 2118023 w 6682317"/>
                <a:gd name="connsiteY6" fmla="*/ 2690941 h 3698825"/>
                <a:gd name="connsiteX7" fmla="*/ 2590884 w 6682317"/>
                <a:gd name="connsiteY7" fmla="*/ 2886924 h 3698825"/>
                <a:gd name="connsiteX8" fmla="*/ 3028020 w 6682317"/>
                <a:gd name="connsiteY8" fmla="*/ 3066291 h 3698825"/>
                <a:gd name="connsiteX9" fmla="*/ 3644705 w 6682317"/>
                <a:gd name="connsiteY9" fmla="*/ 3692195 h 3698825"/>
                <a:gd name="connsiteX10" fmla="*/ 4165586 w 6682317"/>
                <a:gd name="connsiteY10" fmla="*/ 3347631 h 3698825"/>
                <a:gd name="connsiteX11" fmla="*/ 4692354 w 6682317"/>
                <a:gd name="connsiteY11" fmla="*/ 2609278 h 3698825"/>
                <a:gd name="connsiteX12" fmla="*/ 5212578 w 6682317"/>
                <a:gd name="connsiteY12" fmla="*/ 2244272 h 3698825"/>
                <a:gd name="connsiteX13" fmla="*/ 5579821 w 6682317"/>
                <a:gd name="connsiteY13" fmla="*/ 1805878 h 3698825"/>
                <a:gd name="connsiteX14" fmla="*/ 5812970 w 6682317"/>
                <a:gd name="connsiteY14" fmla="*/ 1320546 h 3698825"/>
                <a:gd name="connsiteX15" fmla="*/ 5974515 w 6682317"/>
                <a:gd name="connsiteY15" fmla="*/ 1013364 h 3698825"/>
                <a:gd name="connsiteX16" fmla="*/ 6092148 w 6682317"/>
                <a:gd name="connsiteY16" fmla="*/ 706183 h 3698825"/>
                <a:gd name="connsiteX17" fmla="*/ 6261598 w 6682317"/>
                <a:gd name="connsiteY17" fmla="*/ 351091 h 3698825"/>
                <a:gd name="connsiteX18" fmla="*/ 6462004 w 6682317"/>
                <a:gd name="connsiteY18" fmla="*/ 150590 h 3698825"/>
                <a:gd name="connsiteX19" fmla="*/ 6682317 w 6682317"/>
                <a:gd name="connsiteY19" fmla="*/ 0 h 3698825"/>
                <a:gd name="connsiteX0" fmla="*/ 0 w 6462004"/>
                <a:gd name="connsiteY0" fmla="*/ 509566 h 3548235"/>
                <a:gd name="connsiteX1" fmla="*/ 631245 w 6462004"/>
                <a:gd name="connsiteY1" fmla="*/ 1277650 h 3548235"/>
                <a:gd name="connsiteX2" fmla="*/ 937550 w 6462004"/>
                <a:gd name="connsiteY2" fmla="*/ 1428907 h 3548235"/>
                <a:gd name="connsiteX3" fmla="*/ 1269342 w 6462004"/>
                <a:gd name="connsiteY3" fmla="*/ 1456494 h 3548235"/>
                <a:gd name="connsiteX4" fmla="*/ 1488640 w 6462004"/>
                <a:gd name="connsiteY4" fmla="*/ 1562471 h 3548235"/>
                <a:gd name="connsiteX5" fmla="*/ 1506147 w 6462004"/>
                <a:gd name="connsiteY5" fmla="*/ 2367310 h 3548235"/>
                <a:gd name="connsiteX6" fmla="*/ 2118023 w 6462004"/>
                <a:gd name="connsiteY6" fmla="*/ 2540351 h 3548235"/>
                <a:gd name="connsiteX7" fmla="*/ 2590884 w 6462004"/>
                <a:gd name="connsiteY7" fmla="*/ 2736334 h 3548235"/>
                <a:gd name="connsiteX8" fmla="*/ 3028020 w 6462004"/>
                <a:gd name="connsiteY8" fmla="*/ 2915701 h 3548235"/>
                <a:gd name="connsiteX9" fmla="*/ 3644705 w 6462004"/>
                <a:gd name="connsiteY9" fmla="*/ 3541605 h 3548235"/>
                <a:gd name="connsiteX10" fmla="*/ 4165586 w 6462004"/>
                <a:gd name="connsiteY10" fmla="*/ 3197041 h 3548235"/>
                <a:gd name="connsiteX11" fmla="*/ 4692354 w 6462004"/>
                <a:gd name="connsiteY11" fmla="*/ 2458688 h 3548235"/>
                <a:gd name="connsiteX12" fmla="*/ 5212578 w 6462004"/>
                <a:gd name="connsiteY12" fmla="*/ 2093682 h 3548235"/>
                <a:gd name="connsiteX13" fmla="*/ 5579821 w 6462004"/>
                <a:gd name="connsiteY13" fmla="*/ 1655288 h 3548235"/>
                <a:gd name="connsiteX14" fmla="*/ 5812970 w 6462004"/>
                <a:gd name="connsiteY14" fmla="*/ 1169956 h 3548235"/>
                <a:gd name="connsiteX15" fmla="*/ 5974515 w 6462004"/>
                <a:gd name="connsiteY15" fmla="*/ 862774 h 3548235"/>
                <a:gd name="connsiteX16" fmla="*/ 6092148 w 6462004"/>
                <a:gd name="connsiteY16" fmla="*/ 555593 h 3548235"/>
                <a:gd name="connsiteX17" fmla="*/ 6261598 w 6462004"/>
                <a:gd name="connsiteY17" fmla="*/ 200501 h 3548235"/>
                <a:gd name="connsiteX18" fmla="*/ 6462004 w 6462004"/>
                <a:gd name="connsiteY18" fmla="*/ 0 h 3548235"/>
                <a:gd name="connsiteX0" fmla="*/ 0 w 6261598"/>
                <a:gd name="connsiteY0" fmla="*/ 309064 h 3347733"/>
                <a:gd name="connsiteX1" fmla="*/ 631245 w 6261598"/>
                <a:gd name="connsiteY1" fmla="*/ 1077148 h 3347733"/>
                <a:gd name="connsiteX2" fmla="*/ 937550 w 6261598"/>
                <a:gd name="connsiteY2" fmla="*/ 1228405 h 3347733"/>
                <a:gd name="connsiteX3" fmla="*/ 1269342 w 6261598"/>
                <a:gd name="connsiteY3" fmla="*/ 1255992 h 3347733"/>
                <a:gd name="connsiteX4" fmla="*/ 1488640 w 6261598"/>
                <a:gd name="connsiteY4" fmla="*/ 1361969 h 3347733"/>
                <a:gd name="connsiteX5" fmla="*/ 1506147 w 6261598"/>
                <a:gd name="connsiteY5" fmla="*/ 2166808 h 3347733"/>
                <a:gd name="connsiteX6" fmla="*/ 2118023 w 6261598"/>
                <a:gd name="connsiteY6" fmla="*/ 2339849 h 3347733"/>
                <a:gd name="connsiteX7" fmla="*/ 2590884 w 6261598"/>
                <a:gd name="connsiteY7" fmla="*/ 2535832 h 3347733"/>
                <a:gd name="connsiteX8" fmla="*/ 3028020 w 6261598"/>
                <a:gd name="connsiteY8" fmla="*/ 2715199 h 3347733"/>
                <a:gd name="connsiteX9" fmla="*/ 3644705 w 6261598"/>
                <a:gd name="connsiteY9" fmla="*/ 3341103 h 3347733"/>
                <a:gd name="connsiteX10" fmla="*/ 4165586 w 6261598"/>
                <a:gd name="connsiteY10" fmla="*/ 2996539 h 3347733"/>
                <a:gd name="connsiteX11" fmla="*/ 4692354 w 6261598"/>
                <a:gd name="connsiteY11" fmla="*/ 2258186 h 3347733"/>
                <a:gd name="connsiteX12" fmla="*/ 5212578 w 6261598"/>
                <a:gd name="connsiteY12" fmla="*/ 1893180 h 3347733"/>
                <a:gd name="connsiteX13" fmla="*/ 5579821 w 6261598"/>
                <a:gd name="connsiteY13" fmla="*/ 1454786 h 3347733"/>
                <a:gd name="connsiteX14" fmla="*/ 5812970 w 6261598"/>
                <a:gd name="connsiteY14" fmla="*/ 969454 h 3347733"/>
                <a:gd name="connsiteX15" fmla="*/ 5974515 w 6261598"/>
                <a:gd name="connsiteY15" fmla="*/ 662272 h 3347733"/>
                <a:gd name="connsiteX16" fmla="*/ 6092148 w 6261598"/>
                <a:gd name="connsiteY16" fmla="*/ 355091 h 3347733"/>
                <a:gd name="connsiteX17" fmla="*/ 6261598 w 6261598"/>
                <a:gd name="connsiteY17" fmla="*/ -1 h 3347733"/>
                <a:gd name="connsiteX0" fmla="*/ 0 w 6418871"/>
                <a:gd name="connsiteY0" fmla="*/ 394269 h 3432938"/>
                <a:gd name="connsiteX1" fmla="*/ 631245 w 6418871"/>
                <a:gd name="connsiteY1" fmla="*/ 1162353 h 3432938"/>
                <a:gd name="connsiteX2" fmla="*/ 937550 w 6418871"/>
                <a:gd name="connsiteY2" fmla="*/ 1313610 h 3432938"/>
                <a:gd name="connsiteX3" fmla="*/ 1269342 w 6418871"/>
                <a:gd name="connsiteY3" fmla="*/ 1341197 h 3432938"/>
                <a:gd name="connsiteX4" fmla="*/ 1488640 w 6418871"/>
                <a:gd name="connsiteY4" fmla="*/ 1447174 h 3432938"/>
                <a:gd name="connsiteX5" fmla="*/ 1506147 w 6418871"/>
                <a:gd name="connsiteY5" fmla="*/ 2252013 h 3432938"/>
                <a:gd name="connsiteX6" fmla="*/ 2118023 w 6418871"/>
                <a:gd name="connsiteY6" fmla="*/ 2425054 h 3432938"/>
                <a:gd name="connsiteX7" fmla="*/ 2590884 w 6418871"/>
                <a:gd name="connsiteY7" fmla="*/ 2621037 h 3432938"/>
                <a:gd name="connsiteX8" fmla="*/ 3028020 w 6418871"/>
                <a:gd name="connsiteY8" fmla="*/ 2800404 h 3432938"/>
                <a:gd name="connsiteX9" fmla="*/ 3644705 w 6418871"/>
                <a:gd name="connsiteY9" fmla="*/ 3426308 h 3432938"/>
                <a:gd name="connsiteX10" fmla="*/ 4165586 w 6418871"/>
                <a:gd name="connsiteY10" fmla="*/ 3081744 h 3432938"/>
                <a:gd name="connsiteX11" fmla="*/ 4692354 w 6418871"/>
                <a:gd name="connsiteY11" fmla="*/ 2343391 h 3432938"/>
                <a:gd name="connsiteX12" fmla="*/ 5212578 w 6418871"/>
                <a:gd name="connsiteY12" fmla="*/ 1978385 h 3432938"/>
                <a:gd name="connsiteX13" fmla="*/ 5579821 w 6418871"/>
                <a:gd name="connsiteY13" fmla="*/ 1539991 h 3432938"/>
                <a:gd name="connsiteX14" fmla="*/ 5812970 w 6418871"/>
                <a:gd name="connsiteY14" fmla="*/ 1054659 h 3432938"/>
                <a:gd name="connsiteX15" fmla="*/ 5974515 w 6418871"/>
                <a:gd name="connsiteY15" fmla="*/ 747477 h 3432938"/>
                <a:gd name="connsiteX16" fmla="*/ 6092148 w 6418871"/>
                <a:gd name="connsiteY16" fmla="*/ 440296 h 3432938"/>
                <a:gd name="connsiteX17" fmla="*/ 6418871 w 6418871"/>
                <a:gd name="connsiteY17"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506147 w 6418871"/>
                <a:gd name="connsiteY4" fmla="*/ 2252013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418871"/>
                <a:gd name="connsiteY0" fmla="*/ 394269 h 3432938"/>
                <a:gd name="connsiteX1" fmla="*/ 631245 w 6418871"/>
                <a:gd name="connsiteY1" fmla="*/ 1162353 h 3432938"/>
                <a:gd name="connsiteX2" fmla="*/ 937550 w 6418871"/>
                <a:gd name="connsiteY2" fmla="*/ 1313610 h 3432938"/>
                <a:gd name="connsiteX3" fmla="*/ 1488640 w 6418871"/>
                <a:gd name="connsiteY3" fmla="*/ 1447174 h 3432938"/>
                <a:gd name="connsiteX4" fmla="*/ 1800398 w 6418871"/>
                <a:gd name="connsiteY4" fmla="*/ 2118121 h 3432938"/>
                <a:gd name="connsiteX5" fmla="*/ 2118023 w 6418871"/>
                <a:gd name="connsiteY5" fmla="*/ 2425054 h 3432938"/>
                <a:gd name="connsiteX6" fmla="*/ 2590884 w 6418871"/>
                <a:gd name="connsiteY6" fmla="*/ 2621037 h 3432938"/>
                <a:gd name="connsiteX7" fmla="*/ 3028020 w 6418871"/>
                <a:gd name="connsiteY7" fmla="*/ 2800404 h 3432938"/>
                <a:gd name="connsiteX8" fmla="*/ 3644705 w 6418871"/>
                <a:gd name="connsiteY8" fmla="*/ 3426308 h 3432938"/>
                <a:gd name="connsiteX9" fmla="*/ 4165586 w 6418871"/>
                <a:gd name="connsiteY9" fmla="*/ 3081744 h 3432938"/>
                <a:gd name="connsiteX10" fmla="*/ 4692354 w 6418871"/>
                <a:gd name="connsiteY10" fmla="*/ 2343391 h 3432938"/>
                <a:gd name="connsiteX11" fmla="*/ 5212578 w 6418871"/>
                <a:gd name="connsiteY11" fmla="*/ 1978385 h 3432938"/>
                <a:gd name="connsiteX12" fmla="*/ 5579821 w 6418871"/>
                <a:gd name="connsiteY12" fmla="*/ 1539991 h 3432938"/>
                <a:gd name="connsiteX13" fmla="*/ 5812970 w 6418871"/>
                <a:gd name="connsiteY13" fmla="*/ 1054659 h 3432938"/>
                <a:gd name="connsiteX14" fmla="*/ 5974515 w 6418871"/>
                <a:gd name="connsiteY14" fmla="*/ 747477 h 3432938"/>
                <a:gd name="connsiteX15" fmla="*/ 6092148 w 6418871"/>
                <a:gd name="connsiteY15" fmla="*/ 440296 h 3432938"/>
                <a:gd name="connsiteX16" fmla="*/ 6418871 w 6418871"/>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84676 w 6565997"/>
                <a:gd name="connsiteY2" fmla="*/ 1313610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778371 w 6565997"/>
                <a:gd name="connsiteY1" fmla="*/ 116235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432938"/>
                <a:gd name="connsiteX1" fmla="*/ 626171 w 6565997"/>
                <a:gd name="connsiteY1" fmla="*/ 1253643 h 3432938"/>
                <a:gd name="connsiteX2" fmla="*/ 1033943 w 6565997"/>
                <a:gd name="connsiteY2" fmla="*/ 1404901 h 3432938"/>
                <a:gd name="connsiteX3" fmla="*/ 1635766 w 6565997"/>
                <a:gd name="connsiteY3" fmla="*/ 1447174 h 3432938"/>
                <a:gd name="connsiteX4" fmla="*/ 1947524 w 6565997"/>
                <a:gd name="connsiteY4" fmla="*/ 2118121 h 3432938"/>
                <a:gd name="connsiteX5" fmla="*/ 2265149 w 6565997"/>
                <a:gd name="connsiteY5" fmla="*/ 2425054 h 3432938"/>
                <a:gd name="connsiteX6" fmla="*/ 2738010 w 6565997"/>
                <a:gd name="connsiteY6" fmla="*/ 2621037 h 3432938"/>
                <a:gd name="connsiteX7" fmla="*/ 3175146 w 6565997"/>
                <a:gd name="connsiteY7" fmla="*/ 2800404 h 3432938"/>
                <a:gd name="connsiteX8" fmla="*/ 3791831 w 6565997"/>
                <a:gd name="connsiteY8" fmla="*/ 3426308 h 3432938"/>
                <a:gd name="connsiteX9" fmla="*/ 4312712 w 6565997"/>
                <a:gd name="connsiteY9" fmla="*/ 3081744 h 3432938"/>
                <a:gd name="connsiteX10" fmla="*/ 4839480 w 6565997"/>
                <a:gd name="connsiteY10" fmla="*/ 2343391 h 3432938"/>
                <a:gd name="connsiteX11" fmla="*/ 5359704 w 6565997"/>
                <a:gd name="connsiteY11" fmla="*/ 1978385 h 3432938"/>
                <a:gd name="connsiteX12" fmla="*/ 5726947 w 6565997"/>
                <a:gd name="connsiteY12" fmla="*/ 1539991 h 3432938"/>
                <a:gd name="connsiteX13" fmla="*/ 5960096 w 6565997"/>
                <a:gd name="connsiteY13" fmla="*/ 1054659 h 3432938"/>
                <a:gd name="connsiteX14" fmla="*/ 6121641 w 6565997"/>
                <a:gd name="connsiteY14" fmla="*/ 747477 h 3432938"/>
                <a:gd name="connsiteX15" fmla="*/ 6239274 w 6565997"/>
                <a:gd name="connsiteY15" fmla="*/ 440296 h 3432938"/>
                <a:gd name="connsiteX16" fmla="*/ 6565997 w 6565997"/>
                <a:gd name="connsiteY16" fmla="*/ 0 h 3432938"/>
                <a:gd name="connsiteX0" fmla="*/ 0 w 6565997"/>
                <a:gd name="connsiteY0" fmla="*/ 613366 h 3270417"/>
                <a:gd name="connsiteX1" fmla="*/ 626171 w 6565997"/>
                <a:gd name="connsiteY1" fmla="*/ 1253643 h 3270417"/>
                <a:gd name="connsiteX2" fmla="*/ 1033943 w 6565997"/>
                <a:gd name="connsiteY2" fmla="*/ 1404901 h 3270417"/>
                <a:gd name="connsiteX3" fmla="*/ 1635766 w 6565997"/>
                <a:gd name="connsiteY3" fmla="*/ 1447174 h 3270417"/>
                <a:gd name="connsiteX4" fmla="*/ 1947524 w 6565997"/>
                <a:gd name="connsiteY4" fmla="*/ 2118121 h 3270417"/>
                <a:gd name="connsiteX5" fmla="*/ 2265149 w 6565997"/>
                <a:gd name="connsiteY5" fmla="*/ 2425054 h 3270417"/>
                <a:gd name="connsiteX6" fmla="*/ 2738010 w 6565997"/>
                <a:gd name="connsiteY6" fmla="*/ 2621037 h 3270417"/>
                <a:gd name="connsiteX7" fmla="*/ 3175146 w 6565997"/>
                <a:gd name="connsiteY7" fmla="*/ 2800404 h 3270417"/>
                <a:gd name="connsiteX8" fmla="*/ 3791831 w 6565997"/>
                <a:gd name="connsiteY8" fmla="*/ 3255900 h 3270417"/>
                <a:gd name="connsiteX9" fmla="*/ 4312712 w 6565997"/>
                <a:gd name="connsiteY9" fmla="*/ 3081744 h 3270417"/>
                <a:gd name="connsiteX10" fmla="*/ 4839480 w 6565997"/>
                <a:gd name="connsiteY10" fmla="*/ 2343391 h 3270417"/>
                <a:gd name="connsiteX11" fmla="*/ 5359704 w 6565997"/>
                <a:gd name="connsiteY11" fmla="*/ 1978385 h 3270417"/>
                <a:gd name="connsiteX12" fmla="*/ 5726947 w 6565997"/>
                <a:gd name="connsiteY12" fmla="*/ 1539991 h 3270417"/>
                <a:gd name="connsiteX13" fmla="*/ 5960096 w 6565997"/>
                <a:gd name="connsiteY13" fmla="*/ 1054659 h 3270417"/>
                <a:gd name="connsiteX14" fmla="*/ 6121641 w 6565997"/>
                <a:gd name="connsiteY14" fmla="*/ 747477 h 3270417"/>
                <a:gd name="connsiteX15" fmla="*/ 6239274 w 6565997"/>
                <a:gd name="connsiteY15" fmla="*/ 440296 h 3270417"/>
                <a:gd name="connsiteX16" fmla="*/ 6565997 w 6565997"/>
                <a:gd name="connsiteY16" fmla="*/ 0 h 3270417"/>
                <a:gd name="connsiteX0" fmla="*/ 0 w 6565997"/>
                <a:gd name="connsiteY0" fmla="*/ 613366 h 3271214"/>
                <a:gd name="connsiteX1" fmla="*/ 626171 w 6565997"/>
                <a:gd name="connsiteY1" fmla="*/ 1253643 h 3271214"/>
                <a:gd name="connsiteX2" fmla="*/ 1033943 w 6565997"/>
                <a:gd name="connsiteY2" fmla="*/ 1404901 h 3271214"/>
                <a:gd name="connsiteX3" fmla="*/ 1635766 w 6565997"/>
                <a:gd name="connsiteY3" fmla="*/ 1447174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1732160 w 6565997"/>
                <a:gd name="connsiteY3" fmla="*/ 145934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1947524 w 6565997"/>
                <a:gd name="connsiteY4" fmla="*/ 2118121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265149 w 6565997"/>
                <a:gd name="connsiteY5" fmla="*/ 2425054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6565997"/>
                <a:gd name="connsiteY0" fmla="*/ 613366 h 3271214"/>
                <a:gd name="connsiteX1" fmla="*/ 626171 w 6565997"/>
                <a:gd name="connsiteY1" fmla="*/ 1253643 h 3271214"/>
                <a:gd name="connsiteX2" fmla="*/ 1033943 w 6565997"/>
                <a:gd name="connsiteY2" fmla="*/ 1404901 h 3271214"/>
                <a:gd name="connsiteX3" fmla="*/ 2642680 w 6565997"/>
                <a:gd name="connsiteY3" fmla="*/ 797275 h 3271214"/>
                <a:gd name="connsiteX4" fmla="*/ 2415577 w 6565997"/>
                <a:gd name="connsiteY4" fmla="*/ 1616170 h 3271214"/>
                <a:gd name="connsiteX5" fmla="*/ 2484724 w 6565997"/>
                <a:gd name="connsiteY5" fmla="*/ 2146688 h 3271214"/>
                <a:gd name="connsiteX6" fmla="*/ 2738010 w 6565997"/>
                <a:gd name="connsiteY6" fmla="*/ 2621037 h 3271214"/>
                <a:gd name="connsiteX7" fmla="*/ 3266465 w 6565997"/>
                <a:gd name="connsiteY7" fmla="*/ 2788233 h 3271214"/>
                <a:gd name="connsiteX8" fmla="*/ 3791831 w 6565997"/>
                <a:gd name="connsiteY8" fmla="*/ 3255900 h 3271214"/>
                <a:gd name="connsiteX9" fmla="*/ 4312712 w 6565997"/>
                <a:gd name="connsiteY9" fmla="*/ 3081744 h 3271214"/>
                <a:gd name="connsiteX10" fmla="*/ 4839480 w 6565997"/>
                <a:gd name="connsiteY10" fmla="*/ 2343391 h 3271214"/>
                <a:gd name="connsiteX11" fmla="*/ 5359704 w 6565997"/>
                <a:gd name="connsiteY11" fmla="*/ 1978385 h 3271214"/>
                <a:gd name="connsiteX12" fmla="*/ 5726947 w 6565997"/>
                <a:gd name="connsiteY12" fmla="*/ 1539991 h 3271214"/>
                <a:gd name="connsiteX13" fmla="*/ 5960096 w 6565997"/>
                <a:gd name="connsiteY13" fmla="*/ 1054659 h 3271214"/>
                <a:gd name="connsiteX14" fmla="*/ 6121641 w 6565997"/>
                <a:gd name="connsiteY14" fmla="*/ 747477 h 3271214"/>
                <a:gd name="connsiteX15" fmla="*/ 6239274 w 6565997"/>
                <a:gd name="connsiteY15" fmla="*/ 440296 h 3271214"/>
                <a:gd name="connsiteX16" fmla="*/ 6565997 w 6565997"/>
                <a:gd name="connsiteY16" fmla="*/ 0 h 3271214"/>
                <a:gd name="connsiteX0" fmla="*/ 0 w 5939826"/>
                <a:gd name="connsiteY0" fmla="*/ 1253643 h 3271214"/>
                <a:gd name="connsiteX1" fmla="*/ 407772 w 5939826"/>
                <a:gd name="connsiteY1" fmla="*/ 1404901 h 3271214"/>
                <a:gd name="connsiteX2" fmla="*/ 2016509 w 5939826"/>
                <a:gd name="connsiteY2" fmla="*/ 797275 h 3271214"/>
                <a:gd name="connsiteX3" fmla="*/ 1789406 w 5939826"/>
                <a:gd name="connsiteY3" fmla="*/ 1616170 h 3271214"/>
                <a:gd name="connsiteX4" fmla="*/ 1858553 w 5939826"/>
                <a:gd name="connsiteY4" fmla="*/ 2146688 h 3271214"/>
                <a:gd name="connsiteX5" fmla="*/ 2111839 w 5939826"/>
                <a:gd name="connsiteY5" fmla="*/ 2621037 h 3271214"/>
                <a:gd name="connsiteX6" fmla="*/ 2640294 w 5939826"/>
                <a:gd name="connsiteY6" fmla="*/ 2788233 h 3271214"/>
                <a:gd name="connsiteX7" fmla="*/ 3165660 w 5939826"/>
                <a:gd name="connsiteY7" fmla="*/ 3255900 h 3271214"/>
                <a:gd name="connsiteX8" fmla="*/ 3686541 w 5939826"/>
                <a:gd name="connsiteY8" fmla="*/ 3081744 h 3271214"/>
                <a:gd name="connsiteX9" fmla="*/ 4213309 w 5939826"/>
                <a:gd name="connsiteY9" fmla="*/ 2343391 h 3271214"/>
                <a:gd name="connsiteX10" fmla="*/ 4733533 w 5939826"/>
                <a:gd name="connsiteY10" fmla="*/ 1978385 h 3271214"/>
                <a:gd name="connsiteX11" fmla="*/ 5100776 w 5939826"/>
                <a:gd name="connsiteY11" fmla="*/ 1539991 h 3271214"/>
                <a:gd name="connsiteX12" fmla="*/ 5333925 w 5939826"/>
                <a:gd name="connsiteY12" fmla="*/ 1054659 h 3271214"/>
                <a:gd name="connsiteX13" fmla="*/ 5495470 w 5939826"/>
                <a:gd name="connsiteY13" fmla="*/ 747477 h 3271214"/>
                <a:gd name="connsiteX14" fmla="*/ 5613103 w 5939826"/>
                <a:gd name="connsiteY14" fmla="*/ 440296 h 3271214"/>
                <a:gd name="connsiteX15" fmla="*/ 5939826 w 5939826"/>
                <a:gd name="connsiteY15" fmla="*/ 0 h 3271214"/>
                <a:gd name="connsiteX0" fmla="*/ 1818177 w 5532686"/>
                <a:gd name="connsiteY0" fmla="*/ 0 h 3547556"/>
                <a:gd name="connsiteX1" fmla="*/ 632 w 5532686"/>
                <a:gd name="connsiteY1" fmla="*/ 1681243 h 3547556"/>
                <a:gd name="connsiteX2" fmla="*/ 1609369 w 5532686"/>
                <a:gd name="connsiteY2" fmla="*/ 1073617 h 3547556"/>
                <a:gd name="connsiteX3" fmla="*/ 1382266 w 5532686"/>
                <a:gd name="connsiteY3" fmla="*/ 1892512 h 3547556"/>
                <a:gd name="connsiteX4" fmla="*/ 1451413 w 5532686"/>
                <a:gd name="connsiteY4" fmla="*/ 2423030 h 3547556"/>
                <a:gd name="connsiteX5" fmla="*/ 1704699 w 5532686"/>
                <a:gd name="connsiteY5" fmla="*/ 2897379 h 3547556"/>
                <a:gd name="connsiteX6" fmla="*/ 2233154 w 5532686"/>
                <a:gd name="connsiteY6" fmla="*/ 3064575 h 3547556"/>
                <a:gd name="connsiteX7" fmla="*/ 2758520 w 5532686"/>
                <a:gd name="connsiteY7" fmla="*/ 3532242 h 3547556"/>
                <a:gd name="connsiteX8" fmla="*/ 3279401 w 5532686"/>
                <a:gd name="connsiteY8" fmla="*/ 3358086 h 3547556"/>
                <a:gd name="connsiteX9" fmla="*/ 3806169 w 5532686"/>
                <a:gd name="connsiteY9" fmla="*/ 2619733 h 3547556"/>
                <a:gd name="connsiteX10" fmla="*/ 4326393 w 5532686"/>
                <a:gd name="connsiteY10" fmla="*/ 2254727 h 3547556"/>
                <a:gd name="connsiteX11" fmla="*/ 4693636 w 5532686"/>
                <a:gd name="connsiteY11" fmla="*/ 1816333 h 3547556"/>
                <a:gd name="connsiteX12" fmla="*/ 4926785 w 5532686"/>
                <a:gd name="connsiteY12" fmla="*/ 1331001 h 3547556"/>
                <a:gd name="connsiteX13" fmla="*/ 5088330 w 5532686"/>
                <a:gd name="connsiteY13" fmla="*/ 1023819 h 3547556"/>
                <a:gd name="connsiteX14" fmla="*/ 5205963 w 5532686"/>
                <a:gd name="connsiteY14" fmla="*/ 716638 h 3547556"/>
                <a:gd name="connsiteX15" fmla="*/ 5532686 w 5532686"/>
                <a:gd name="connsiteY15" fmla="*/ 276342 h 3547556"/>
                <a:gd name="connsiteX0" fmla="*/ 444012 w 4158521"/>
                <a:gd name="connsiteY0" fmla="*/ 0 h 3547556"/>
                <a:gd name="connsiteX1" fmla="*/ 463988 w 4158521"/>
                <a:gd name="connsiteY1" fmla="*/ 510774 h 3547556"/>
                <a:gd name="connsiteX2" fmla="*/ 235204 w 4158521"/>
                <a:gd name="connsiteY2" fmla="*/ 1073617 h 3547556"/>
                <a:gd name="connsiteX3" fmla="*/ 8101 w 4158521"/>
                <a:gd name="connsiteY3" fmla="*/ 1892512 h 3547556"/>
                <a:gd name="connsiteX4" fmla="*/ 77248 w 4158521"/>
                <a:gd name="connsiteY4" fmla="*/ 2423030 h 3547556"/>
                <a:gd name="connsiteX5" fmla="*/ 330534 w 4158521"/>
                <a:gd name="connsiteY5" fmla="*/ 2897379 h 3547556"/>
                <a:gd name="connsiteX6" fmla="*/ 858989 w 4158521"/>
                <a:gd name="connsiteY6" fmla="*/ 3064575 h 3547556"/>
                <a:gd name="connsiteX7" fmla="*/ 1384355 w 4158521"/>
                <a:gd name="connsiteY7" fmla="*/ 3532242 h 3547556"/>
                <a:gd name="connsiteX8" fmla="*/ 1905236 w 4158521"/>
                <a:gd name="connsiteY8" fmla="*/ 3358086 h 3547556"/>
                <a:gd name="connsiteX9" fmla="*/ 2432004 w 4158521"/>
                <a:gd name="connsiteY9" fmla="*/ 2619733 h 3547556"/>
                <a:gd name="connsiteX10" fmla="*/ 2952228 w 4158521"/>
                <a:gd name="connsiteY10" fmla="*/ 2254727 h 3547556"/>
                <a:gd name="connsiteX11" fmla="*/ 3319471 w 4158521"/>
                <a:gd name="connsiteY11" fmla="*/ 1816333 h 3547556"/>
                <a:gd name="connsiteX12" fmla="*/ 3552620 w 4158521"/>
                <a:gd name="connsiteY12" fmla="*/ 1331001 h 3547556"/>
                <a:gd name="connsiteX13" fmla="*/ 3714165 w 4158521"/>
                <a:gd name="connsiteY13" fmla="*/ 1023819 h 3547556"/>
                <a:gd name="connsiteX14" fmla="*/ 3831798 w 4158521"/>
                <a:gd name="connsiteY14" fmla="*/ 716638 h 3547556"/>
                <a:gd name="connsiteX15" fmla="*/ 4158521 w 4158521"/>
                <a:gd name="connsiteY15" fmla="*/ 276342 h 3547556"/>
                <a:gd name="connsiteX0" fmla="*/ 457965 w 4172474"/>
                <a:gd name="connsiteY0" fmla="*/ 0 h 3547556"/>
                <a:gd name="connsiteX1" fmla="*/ 477941 w 4172474"/>
                <a:gd name="connsiteY1" fmla="*/ 510774 h 3547556"/>
                <a:gd name="connsiteX2" fmla="*/ 450557 w 4172474"/>
                <a:gd name="connsiteY2" fmla="*/ 1114757 h 3547556"/>
                <a:gd name="connsiteX3" fmla="*/ 22054 w 4172474"/>
                <a:gd name="connsiteY3" fmla="*/ 1892512 h 3547556"/>
                <a:gd name="connsiteX4" fmla="*/ 91201 w 4172474"/>
                <a:gd name="connsiteY4" fmla="*/ 2423030 h 3547556"/>
                <a:gd name="connsiteX5" fmla="*/ 344487 w 4172474"/>
                <a:gd name="connsiteY5" fmla="*/ 2897379 h 3547556"/>
                <a:gd name="connsiteX6" fmla="*/ 872942 w 4172474"/>
                <a:gd name="connsiteY6" fmla="*/ 3064575 h 3547556"/>
                <a:gd name="connsiteX7" fmla="*/ 1398308 w 4172474"/>
                <a:gd name="connsiteY7" fmla="*/ 3532242 h 3547556"/>
                <a:gd name="connsiteX8" fmla="*/ 1919189 w 4172474"/>
                <a:gd name="connsiteY8" fmla="*/ 3358086 h 3547556"/>
                <a:gd name="connsiteX9" fmla="*/ 2445957 w 4172474"/>
                <a:gd name="connsiteY9" fmla="*/ 2619733 h 3547556"/>
                <a:gd name="connsiteX10" fmla="*/ 2966181 w 4172474"/>
                <a:gd name="connsiteY10" fmla="*/ 2254727 h 3547556"/>
                <a:gd name="connsiteX11" fmla="*/ 3333424 w 4172474"/>
                <a:gd name="connsiteY11" fmla="*/ 1816333 h 3547556"/>
                <a:gd name="connsiteX12" fmla="*/ 3566573 w 4172474"/>
                <a:gd name="connsiteY12" fmla="*/ 1331001 h 3547556"/>
                <a:gd name="connsiteX13" fmla="*/ 3728118 w 4172474"/>
                <a:gd name="connsiteY13" fmla="*/ 1023819 h 3547556"/>
                <a:gd name="connsiteX14" fmla="*/ 3845751 w 4172474"/>
                <a:gd name="connsiteY14" fmla="*/ 716638 h 3547556"/>
                <a:gd name="connsiteX15" fmla="*/ 4172474 w 4172474"/>
                <a:gd name="connsiteY15" fmla="*/ 276342 h 3547556"/>
                <a:gd name="connsiteX0" fmla="*/ 376036 w 4090545"/>
                <a:gd name="connsiteY0" fmla="*/ 0 h 3547556"/>
                <a:gd name="connsiteX1" fmla="*/ 396012 w 4090545"/>
                <a:gd name="connsiteY1" fmla="*/ 510774 h 3547556"/>
                <a:gd name="connsiteX2" fmla="*/ 368628 w 4090545"/>
                <a:gd name="connsiteY2" fmla="*/ 1114757 h 3547556"/>
                <a:gd name="connsiteX3" fmla="*/ 85077 w 4090545"/>
                <a:gd name="connsiteY3" fmla="*/ 1796348 h 3547556"/>
                <a:gd name="connsiteX4" fmla="*/ 9272 w 4090545"/>
                <a:gd name="connsiteY4" fmla="*/ 2423030 h 3547556"/>
                <a:gd name="connsiteX5" fmla="*/ 262558 w 4090545"/>
                <a:gd name="connsiteY5" fmla="*/ 2897379 h 3547556"/>
                <a:gd name="connsiteX6" fmla="*/ 791013 w 4090545"/>
                <a:gd name="connsiteY6" fmla="*/ 3064575 h 3547556"/>
                <a:gd name="connsiteX7" fmla="*/ 1316379 w 4090545"/>
                <a:gd name="connsiteY7" fmla="*/ 3532242 h 3547556"/>
                <a:gd name="connsiteX8" fmla="*/ 1837260 w 4090545"/>
                <a:gd name="connsiteY8" fmla="*/ 3358086 h 3547556"/>
                <a:gd name="connsiteX9" fmla="*/ 2364028 w 4090545"/>
                <a:gd name="connsiteY9" fmla="*/ 2619733 h 3547556"/>
                <a:gd name="connsiteX10" fmla="*/ 2884252 w 4090545"/>
                <a:gd name="connsiteY10" fmla="*/ 2254727 h 3547556"/>
                <a:gd name="connsiteX11" fmla="*/ 3251495 w 4090545"/>
                <a:gd name="connsiteY11" fmla="*/ 1816333 h 3547556"/>
                <a:gd name="connsiteX12" fmla="*/ 3484644 w 4090545"/>
                <a:gd name="connsiteY12" fmla="*/ 1331001 h 3547556"/>
                <a:gd name="connsiteX13" fmla="*/ 3646189 w 4090545"/>
                <a:gd name="connsiteY13" fmla="*/ 1023819 h 3547556"/>
                <a:gd name="connsiteX14" fmla="*/ 3763822 w 4090545"/>
                <a:gd name="connsiteY14" fmla="*/ 716638 h 3547556"/>
                <a:gd name="connsiteX15" fmla="*/ 4090545 w 4090545"/>
                <a:gd name="connsiteY15" fmla="*/ 276342 h 3547556"/>
                <a:gd name="connsiteX0" fmla="*/ 309383 w 4023892"/>
                <a:gd name="connsiteY0" fmla="*/ 0 h 3547556"/>
                <a:gd name="connsiteX1" fmla="*/ 329359 w 4023892"/>
                <a:gd name="connsiteY1" fmla="*/ 510774 h 3547556"/>
                <a:gd name="connsiteX2" fmla="*/ 301975 w 4023892"/>
                <a:gd name="connsiteY2" fmla="*/ 1114757 h 3547556"/>
                <a:gd name="connsiteX3" fmla="*/ 18424 w 4023892"/>
                <a:gd name="connsiteY3" fmla="*/ 1796348 h 3547556"/>
                <a:gd name="connsiteX4" fmla="*/ 46143 w 4023892"/>
                <a:gd name="connsiteY4" fmla="*/ 2295614 h 3547556"/>
                <a:gd name="connsiteX5" fmla="*/ 195905 w 4023892"/>
                <a:gd name="connsiteY5" fmla="*/ 2897379 h 3547556"/>
                <a:gd name="connsiteX6" fmla="*/ 724360 w 4023892"/>
                <a:gd name="connsiteY6" fmla="*/ 3064575 h 3547556"/>
                <a:gd name="connsiteX7" fmla="*/ 1249726 w 4023892"/>
                <a:gd name="connsiteY7" fmla="*/ 3532242 h 3547556"/>
                <a:gd name="connsiteX8" fmla="*/ 1770607 w 4023892"/>
                <a:gd name="connsiteY8" fmla="*/ 3358086 h 3547556"/>
                <a:gd name="connsiteX9" fmla="*/ 2297375 w 4023892"/>
                <a:gd name="connsiteY9" fmla="*/ 2619733 h 3547556"/>
                <a:gd name="connsiteX10" fmla="*/ 2817599 w 4023892"/>
                <a:gd name="connsiteY10" fmla="*/ 2254727 h 3547556"/>
                <a:gd name="connsiteX11" fmla="*/ 3184842 w 4023892"/>
                <a:gd name="connsiteY11" fmla="*/ 1816333 h 3547556"/>
                <a:gd name="connsiteX12" fmla="*/ 3417991 w 4023892"/>
                <a:gd name="connsiteY12" fmla="*/ 1331001 h 3547556"/>
                <a:gd name="connsiteX13" fmla="*/ 3579536 w 4023892"/>
                <a:gd name="connsiteY13" fmla="*/ 1023819 h 3547556"/>
                <a:gd name="connsiteX14" fmla="*/ 3697169 w 4023892"/>
                <a:gd name="connsiteY14" fmla="*/ 716638 h 3547556"/>
                <a:gd name="connsiteX15" fmla="*/ 4023892 w 4023892"/>
                <a:gd name="connsiteY15" fmla="*/ 276342 h 3547556"/>
                <a:gd name="connsiteX0" fmla="*/ 312977 w 4027486"/>
                <a:gd name="connsiteY0" fmla="*/ 0 h 3547556"/>
                <a:gd name="connsiteX1" fmla="*/ 332953 w 4027486"/>
                <a:gd name="connsiteY1" fmla="*/ 510774 h 3547556"/>
                <a:gd name="connsiteX2" fmla="*/ 305569 w 4027486"/>
                <a:gd name="connsiteY2" fmla="*/ 1114757 h 3547556"/>
                <a:gd name="connsiteX3" fmla="*/ 22018 w 4027486"/>
                <a:gd name="connsiteY3" fmla="*/ 1796348 h 3547556"/>
                <a:gd name="connsiteX4" fmla="*/ 49737 w 4027486"/>
                <a:gd name="connsiteY4" fmla="*/ 2295614 h 3547556"/>
                <a:gd name="connsiteX5" fmla="*/ 295614 w 4027486"/>
                <a:gd name="connsiteY5" fmla="*/ 2792281 h 3547556"/>
                <a:gd name="connsiteX6" fmla="*/ 727954 w 4027486"/>
                <a:gd name="connsiteY6" fmla="*/ 3064575 h 3547556"/>
                <a:gd name="connsiteX7" fmla="*/ 1253320 w 4027486"/>
                <a:gd name="connsiteY7" fmla="*/ 3532242 h 3547556"/>
                <a:gd name="connsiteX8" fmla="*/ 1774201 w 4027486"/>
                <a:gd name="connsiteY8" fmla="*/ 3358086 h 3547556"/>
                <a:gd name="connsiteX9" fmla="*/ 2300969 w 4027486"/>
                <a:gd name="connsiteY9" fmla="*/ 2619733 h 3547556"/>
                <a:gd name="connsiteX10" fmla="*/ 2821193 w 4027486"/>
                <a:gd name="connsiteY10" fmla="*/ 2254727 h 3547556"/>
                <a:gd name="connsiteX11" fmla="*/ 3188436 w 4027486"/>
                <a:gd name="connsiteY11" fmla="*/ 1816333 h 3547556"/>
                <a:gd name="connsiteX12" fmla="*/ 3421585 w 4027486"/>
                <a:gd name="connsiteY12" fmla="*/ 1331001 h 3547556"/>
                <a:gd name="connsiteX13" fmla="*/ 3583130 w 4027486"/>
                <a:gd name="connsiteY13" fmla="*/ 1023819 h 3547556"/>
                <a:gd name="connsiteX14" fmla="*/ 3700763 w 4027486"/>
                <a:gd name="connsiteY14" fmla="*/ 716638 h 3547556"/>
                <a:gd name="connsiteX15" fmla="*/ 4027486 w 4027486"/>
                <a:gd name="connsiteY15" fmla="*/ 276342 h 3547556"/>
                <a:gd name="connsiteX0" fmla="*/ 312977 w 4027486"/>
                <a:gd name="connsiteY0" fmla="*/ 0 h 3814033"/>
                <a:gd name="connsiteX1" fmla="*/ 332953 w 4027486"/>
                <a:gd name="connsiteY1" fmla="*/ 510774 h 3814033"/>
                <a:gd name="connsiteX2" fmla="*/ 305569 w 4027486"/>
                <a:gd name="connsiteY2" fmla="*/ 1114757 h 3814033"/>
                <a:gd name="connsiteX3" fmla="*/ 22018 w 4027486"/>
                <a:gd name="connsiteY3" fmla="*/ 1796348 h 3814033"/>
                <a:gd name="connsiteX4" fmla="*/ 49737 w 4027486"/>
                <a:gd name="connsiteY4" fmla="*/ 2295614 h 3814033"/>
                <a:gd name="connsiteX5" fmla="*/ 295614 w 4027486"/>
                <a:gd name="connsiteY5" fmla="*/ 2792281 h 3814033"/>
                <a:gd name="connsiteX6" fmla="*/ 727954 w 4027486"/>
                <a:gd name="connsiteY6" fmla="*/ 3064575 h 3814033"/>
                <a:gd name="connsiteX7" fmla="*/ 1329484 w 4027486"/>
                <a:gd name="connsiteY7" fmla="*/ 3808744 h 3814033"/>
                <a:gd name="connsiteX8" fmla="*/ 1774201 w 4027486"/>
                <a:gd name="connsiteY8" fmla="*/ 3358086 h 3814033"/>
                <a:gd name="connsiteX9" fmla="*/ 2300969 w 4027486"/>
                <a:gd name="connsiteY9" fmla="*/ 2619733 h 3814033"/>
                <a:gd name="connsiteX10" fmla="*/ 2821193 w 4027486"/>
                <a:gd name="connsiteY10" fmla="*/ 2254727 h 3814033"/>
                <a:gd name="connsiteX11" fmla="*/ 3188436 w 4027486"/>
                <a:gd name="connsiteY11" fmla="*/ 1816333 h 3814033"/>
                <a:gd name="connsiteX12" fmla="*/ 3421585 w 4027486"/>
                <a:gd name="connsiteY12" fmla="*/ 1331001 h 3814033"/>
                <a:gd name="connsiteX13" fmla="*/ 3583130 w 4027486"/>
                <a:gd name="connsiteY13" fmla="*/ 1023819 h 3814033"/>
                <a:gd name="connsiteX14" fmla="*/ 3700763 w 4027486"/>
                <a:gd name="connsiteY14" fmla="*/ 716638 h 3814033"/>
                <a:gd name="connsiteX15" fmla="*/ 4027486 w 4027486"/>
                <a:gd name="connsiteY15" fmla="*/ 276342 h 3814033"/>
                <a:gd name="connsiteX0" fmla="*/ 186400 w 4027486"/>
                <a:gd name="connsiteY0" fmla="*/ 0 h 3886682"/>
                <a:gd name="connsiteX1" fmla="*/ 332953 w 4027486"/>
                <a:gd name="connsiteY1" fmla="*/ 583425 h 3886682"/>
                <a:gd name="connsiteX2" fmla="*/ 305569 w 4027486"/>
                <a:gd name="connsiteY2" fmla="*/ 1187408 h 3886682"/>
                <a:gd name="connsiteX3" fmla="*/ 22018 w 4027486"/>
                <a:gd name="connsiteY3" fmla="*/ 1868999 h 3886682"/>
                <a:gd name="connsiteX4" fmla="*/ 49737 w 4027486"/>
                <a:gd name="connsiteY4" fmla="*/ 2368265 h 3886682"/>
                <a:gd name="connsiteX5" fmla="*/ 295614 w 4027486"/>
                <a:gd name="connsiteY5" fmla="*/ 2864932 h 3886682"/>
                <a:gd name="connsiteX6" fmla="*/ 727954 w 4027486"/>
                <a:gd name="connsiteY6" fmla="*/ 3137226 h 3886682"/>
                <a:gd name="connsiteX7" fmla="*/ 1329484 w 4027486"/>
                <a:gd name="connsiteY7" fmla="*/ 3881395 h 3886682"/>
                <a:gd name="connsiteX8" fmla="*/ 1774201 w 4027486"/>
                <a:gd name="connsiteY8" fmla="*/ 3430737 h 3886682"/>
                <a:gd name="connsiteX9" fmla="*/ 2300969 w 4027486"/>
                <a:gd name="connsiteY9" fmla="*/ 2692384 h 3886682"/>
                <a:gd name="connsiteX10" fmla="*/ 2821193 w 4027486"/>
                <a:gd name="connsiteY10" fmla="*/ 2327378 h 3886682"/>
                <a:gd name="connsiteX11" fmla="*/ 3188436 w 4027486"/>
                <a:gd name="connsiteY11" fmla="*/ 1888984 h 3886682"/>
                <a:gd name="connsiteX12" fmla="*/ 3421585 w 4027486"/>
                <a:gd name="connsiteY12" fmla="*/ 1403652 h 3886682"/>
                <a:gd name="connsiteX13" fmla="*/ 3583130 w 4027486"/>
                <a:gd name="connsiteY13" fmla="*/ 1096470 h 3886682"/>
                <a:gd name="connsiteX14" fmla="*/ 3700763 w 4027486"/>
                <a:gd name="connsiteY14" fmla="*/ 789289 h 3886682"/>
                <a:gd name="connsiteX15" fmla="*/ 4027486 w 4027486"/>
                <a:gd name="connsiteY15" fmla="*/ 348993 h 3886682"/>
                <a:gd name="connsiteX0" fmla="*/ 186400 w 4027486"/>
                <a:gd name="connsiteY0" fmla="*/ 0 h 3886683"/>
                <a:gd name="connsiteX1" fmla="*/ 179971 w 4027486"/>
                <a:gd name="connsiteY1" fmla="*/ 585574 h 3886683"/>
                <a:gd name="connsiteX2" fmla="*/ 305569 w 4027486"/>
                <a:gd name="connsiteY2" fmla="*/ 1187408 h 3886683"/>
                <a:gd name="connsiteX3" fmla="*/ 22018 w 4027486"/>
                <a:gd name="connsiteY3" fmla="*/ 1868999 h 3886683"/>
                <a:gd name="connsiteX4" fmla="*/ 49737 w 4027486"/>
                <a:gd name="connsiteY4" fmla="*/ 2368265 h 3886683"/>
                <a:gd name="connsiteX5" fmla="*/ 295614 w 4027486"/>
                <a:gd name="connsiteY5" fmla="*/ 2864932 h 3886683"/>
                <a:gd name="connsiteX6" fmla="*/ 727954 w 4027486"/>
                <a:gd name="connsiteY6" fmla="*/ 3137226 h 3886683"/>
                <a:gd name="connsiteX7" fmla="*/ 1329484 w 4027486"/>
                <a:gd name="connsiteY7" fmla="*/ 3881395 h 3886683"/>
                <a:gd name="connsiteX8" fmla="*/ 1774201 w 4027486"/>
                <a:gd name="connsiteY8" fmla="*/ 3430737 h 3886683"/>
                <a:gd name="connsiteX9" fmla="*/ 2300969 w 4027486"/>
                <a:gd name="connsiteY9" fmla="*/ 2692384 h 3886683"/>
                <a:gd name="connsiteX10" fmla="*/ 2821193 w 4027486"/>
                <a:gd name="connsiteY10" fmla="*/ 2327378 h 3886683"/>
                <a:gd name="connsiteX11" fmla="*/ 3188436 w 4027486"/>
                <a:gd name="connsiteY11" fmla="*/ 1888984 h 3886683"/>
                <a:gd name="connsiteX12" fmla="*/ 3421585 w 4027486"/>
                <a:gd name="connsiteY12" fmla="*/ 1403652 h 3886683"/>
                <a:gd name="connsiteX13" fmla="*/ 3583130 w 4027486"/>
                <a:gd name="connsiteY13" fmla="*/ 1096470 h 3886683"/>
                <a:gd name="connsiteX14" fmla="*/ 3700763 w 4027486"/>
                <a:gd name="connsiteY14" fmla="*/ 789289 h 3886683"/>
                <a:gd name="connsiteX15" fmla="*/ 4027486 w 4027486"/>
                <a:gd name="connsiteY15" fmla="*/ 348993 h 3886683"/>
                <a:gd name="connsiteX0" fmla="*/ 260231 w 4101317"/>
                <a:gd name="connsiteY0" fmla="*/ 0 h 3886683"/>
                <a:gd name="connsiteX1" fmla="*/ 253802 w 4101317"/>
                <a:gd name="connsiteY1" fmla="*/ 585574 h 3886683"/>
                <a:gd name="connsiteX2" fmla="*/ 4464 w 4101317"/>
                <a:gd name="connsiteY2" fmla="*/ 1077942 h 3886683"/>
                <a:gd name="connsiteX3" fmla="*/ 95849 w 4101317"/>
                <a:gd name="connsiteY3" fmla="*/ 1868999 h 3886683"/>
                <a:gd name="connsiteX4" fmla="*/ 123568 w 4101317"/>
                <a:gd name="connsiteY4" fmla="*/ 2368265 h 3886683"/>
                <a:gd name="connsiteX5" fmla="*/ 369445 w 4101317"/>
                <a:gd name="connsiteY5" fmla="*/ 2864932 h 3886683"/>
                <a:gd name="connsiteX6" fmla="*/ 801785 w 4101317"/>
                <a:gd name="connsiteY6" fmla="*/ 3137226 h 3886683"/>
                <a:gd name="connsiteX7" fmla="*/ 1403315 w 4101317"/>
                <a:gd name="connsiteY7" fmla="*/ 3881395 h 3886683"/>
                <a:gd name="connsiteX8" fmla="*/ 1848032 w 4101317"/>
                <a:gd name="connsiteY8" fmla="*/ 3430737 h 3886683"/>
                <a:gd name="connsiteX9" fmla="*/ 2374800 w 4101317"/>
                <a:gd name="connsiteY9" fmla="*/ 2692384 h 3886683"/>
                <a:gd name="connsiteX10" fmla="*/ 2895024 w 4101317"/>
                <a:gd name="connsiteY10" fmla="*/ 2327378 h 3886683"/>
                <a:gd name="connsiteX11" fmla="*/ 3262267 w 4101317"/>
                <a:gd name="connsiteY11" fmla="*/ 1888984 h 3886683"/>
                <a:gd name="connsiteX12" fmla="*/ 3495416 w 4101317"/>
                <a:gd name="connsiteY12" fmla="*/ 1403652 h 3886683"/>
                <a:gd name="connsiteX13" fmla="*/ 3656961 w 4101317"/>
                <a:gd name="connsiteY13" fmla="*/ 1096470 h 3886683"/>
                <a:gd name="connsiteX14" fmla="*/ 3774594 w 4101317"/>
                <a:gd name="connsiteY14" fmla="*/ 789289 h 3886683"/>
                <a:gd name="connsiteX15" fmla="*/ 4101317 w 4101317"/>
                <a:gd name="connsiteY15" fmla="*/ 348993 h 3886683"/>
                <a:gd name="connsiteX0" fmla="*/ 295824 w 4136910"/>
                <a:gd name="connsiteY0" fmla="*/ 0 h 3886683"/>
                <a:gd name="connsiteX1" fmla="*/ 289395 w 4136910"/>
                <a:gd name="connsiteY1" fmla="*/ 585574 h 3886683"/>
                <a:gd name="connsiteX2" fmla="*/ 40057 w 4136910"/>
                <a:gd name="connsiteY2" fmla="*/ 1077942 h 3886683"/>
                <a:gd name="connsiteX3" fmla="*/ 12057 w 4136910"/>
                <a:gd name="connsiteY3" fmla="*/ 1959078 h 3886683"/>
                <a:gd name="connsiteX4" fmla="*/ 159161 w 4136910"/>
                <a:gd name="connsiteY4" fmla="*/ 2368265 h 3886683"/>
                <a:gd name="connsiteX5" fmla="*/ 405038 w 4136910"/>
                <a:gd name="connsiteY5" fmla="*/ 2864932 h 3886683"/>
                <a:gd name="connsiteX6" fmla="*/ 837378 w 4136910"/>
                <a:gd name="connsiteY6" fmla="*/ 3137226 h 3886683"/>
                <a:gd name="connsiteX7" fmla="*/ 1438908 w 4136910"/>
                <a:gd name="connsiteY7" fmla="*/ 3881395 h 3886683"/>
                <a:gd name="connsiteX8" fmla="*/ 1883625 w 4136910"/>
                <a:gd name="connsiteY8" fmla="*/ 3430737 h 3886683"/>
                <a:gd name="connsiteX9" fmla="*/ 2410393 w 4136910"/>
                <a:gd name="connsiteY9" fmla="*/ 2692384 h 3886683"/>
                <a:gd name="connsiteX10" fmla="*/ 2930617 w 4136910"/>
                <a:gd name="connsiteY10" fmla="*/ 2327378 h 3886683"/>
                <a:gd name="connsiteX11" fmla="*/ 3297860 w 4136910"/>
                <a:gd name="connsiteY11" fmla="*/ 1888984 h 3886683"/>
                <a:gd name="connsiteX12" fmla="*/ 3531009 w 4136910"/>
                <a:gd name="connsiteY12" fmla="*/ 1403652 h 3886683"/>
                <a:gd name="connsiteX13" fmla="*/ 3692554 w 4136910"/>
                <a:gd name="connsiteY13" fmla="*/ 1096470 h 3886683"/>
                <a:gd name="connsiteX14" fmla="*/ 3810187 w 4136910"/>
                <a:gd name="connsiteY14" fmla="*/ 789289 h 3886683"/>
                <a:gd name="connsiteX15" fmla="*/ 4136910 w 4136910"/>
                <a:gd name="connsiteY15" fmla="*/ 348993 h 3886683"/>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3810187 w 4136910"/>
                <a:gd name="connsiteY14" fmla="*/ 789289 h 3883449"/>
                <a:gd name="connsiteX15" fmla="*/ 4136910 w 4136910"/>
                <a:gd name="connsiteY15" fmla="*/ 348993 h 3883449"/>
                <a:gd name="connsiteX0" fmla="*/ 295824 w 4136910"/>
                <a:gd name="connsiteY0" fmla="*/ 0 h 3883449"/>
                <a:gd name="connsiteX1" fmla="*/ 289395 w 4136910"/>
                <a:gd name="connsiteY1" fmla="*/ 585574 h 3883449"/>
                <a:gd name="connsiteX2" fmla="*/ 40057 w 4136910"/>
                <a:gd name="connsiteY2" fmla="*/ 1077942 h 3883449"/>
                <a:gd name="connsiteX3" fmla="*/ 12057 w 4136910"/>
                <a:gd name="connsiteY3" fmla="*/ 1959078 h 3883449"/>
                <a:gd name="connsiteX4" fmla="*/ 159161 w 4136910"/>
                <a:gd name="connsiteY4" fmla="*/ 2368265 h 3883449"/>
                <a:gd name="connsiteX5" fmla="*/ 405038 w 4136910"/>
                <a:gd name="connsiteY5" fmla="*/ 2864932 h 3883449"/>
                <a:gd name="connsiteX6" fmla="*/ 907289 w 4136910"/>
                <a:gd name="connsiteY6" fmla="*/ 3257622 h 3883449"/>
                <a:gd name="connsiteX7" fmla="*/ 1438908 w 4136910"/>
                <a:gd name="connsiteY7" fmla="*/ 3881395 h 3883449"/>
                <a:gd name="connsiteX8" fmla="*/ 1883625 w 4136910"/>
                <a:gd name="connsiteY8" fmla="*/ 3430737 h 3883449"/>
                <a:gd name="connsiteX9" fmla="*/ 2410393 w 4136910"/>
                <a:gd name="connsiteY9" fmla="*/ 2692384 h 3883449"/>
                <a:gd name="connsiteX10" fmla="*/ 2930617 w 4136910"/>
                <a:gd name="connsiteY10" fmla="*/ 2327378 h 3883449"/>
                <a:gd name="connsiteX11" fmla="*/ 3297860 w 4136910"/>
                <a:gd name="connsiteY11" fmla="*/ 1888984 h 3883449"/>
                <a:gd name="connsiteX12" fmla="*/ 3531009 w 4136910"/>
                <a:gd name="connsiteY12" fmla="*/ 1403652 h 3883449"/>
                <a:gd name="connsiteX13" fmla="*/ 3692554 w 4136910"/>
                <a:gd name="connsiteY13" fmla="*/ 1096470 h 3883449"/>
                <a:gd name="connsiteX14" fmla="*/ 4136910 w 4136910"/>
                <a:gd name="connsiteY14" fmla="*/ 348993 h 3883449"/>
                <a:gd name="connsiteX0" fmla="*/ 295824 w 4136910"/>
                <a:gd name="connsiteY0" fmla="*/ 0 h 3881789"/>
                <a:gd name="connsiteX1" fmla="*/ 289395 w 4136910"/>
                <a:gd name="connsiteY1" fmla="*/ 585574 h 3881789"/>
                <a:gd name="connsiteX2" fmla="*/ 40057 w 4136910"/>
                <a:gd name="connsiteY2" fmla="*/ 1077942 h 3881789"/>
                <a:gd name="connsiteX3" fmla="*/ 12057 w 4136910"/>
                <a:gd name="connsiteY3" fmla="*/ 1959078 h 3881789"/>
                <a:gd name="connsiteX4" fmla="*/ 159161 w 4136910"/>
                <a:gd name="connsiteY4" fmla="*/ 2368265 h 3881789"/>
                <a:gd name="connsiteX5" fmla="*/ 405038 w 4136910"/>
                <a:gd name="connsiteY5" fmla="*/ 2864932 h 3881789"/>
                <a:gd name="connsiteX6" fmla="*/ 1000888 w 4136910"/>
                <a:gd name="connsiteY6" fmla="*/ 3358678 h 3881789"/>
                <a:gd name="connsiteX7" fmla="*/ 1438908 w 4136910"/>
                <a:gd name="connsiteY7" fmla="*/ 3881395 h 3881789"/>
                <a:gd name="connsiteX8" fmla="*/ 1883625 w 4136910"/>
                <a:gd name="connsiteY8" fmla="*/ 3430737 h 3881789"/>
                <a:gd name="connsiteX9" fmla="*/ 2410393 w 4136910"/>
                <a:gd name="connsiteY9" fmla="*/ 2692384 h 3881789"/>
                <a:gd name="connsiteX10" fmla="*/ 2930617 w 4136910"/>
                <a:gd name="connsiteY10" fmla="*/ 2327378 h 3881789"/>
                <a:gd name="connsiteX11" fmla="*/ 3297860 w 4136910"/>
                <a:gd name="connsiteY11" fmla="*/ 1888984 h 3881789"/>
                <a:gd name="connsiteX12" fmla="*/ 3531009 w 4136910"/>
                <a:gd name="connsiteY12" fmla="*/ 1403652 h 3881789"/>
                <a:gd name="connsiteX13" fmla="*/ 3692554 w 4136910"/>
                <a:gd name="connsiteY13" fmla="*/ 1096470 h 3881789"/>
                <a:gd name="connsiteX14" fmla="*/ 4136910 w 4136910"/>
                <a:gd name="connsiteY14" fmla="*/ 348993 h 3881789"/>
                <a:gd name="connsiteX0" fmla="*/ 295824 w 3692554"/>
                <a:gd name="connsiteY0" fmla="*/ 0 h 3881789"/>
                <a:gd name="connsiteX1" fmla="*/ 289395 w 3692554"/>
                <a:gd name="connsiteY1" fmla="*/ 585574 h 3881789"/>
                <a:gd name="connsiteX2" fmla="*/ 40057 w 3692554"/>
                <a:gd name="connsiteY2" fmla="*/ 1077942 h 3881789"/>
                <a:gd name="connsiteX3" fmla="*/ 12057 w 3692554"/>
                <a:gd name="connsiteY3" fmla="*/ 1959078 h 3881789"/>
                <a:gd name="connsiteX4" fmla="*/ 159161 w 3692554"/>
                <a:gd name="connsiteY4" fmla="*/ 2368265 h 3881789"/>
                <a:gd name="connsiteX5" fmla="*/ 405038 w 3692554"/>
                <a:gd name="connsiteY5" fmla="*/ 2864932 h 3881789"/>
                <a:gd name="connsiteX6" fmla="*/ 1000888 w 3692554"/>
                <a:gd name="connsiteY6" fmla="*/ 3358678 h 3881789"/>
                <a:gd name="connsiteX7" fmla="*/ 1438908 w 3692554"/>
                <a:gd name="connsiteY7" fmla="*/ 3881395 h 3881789"/>
                <a:gd name="connsiteX8" fmla="*/ 1883625 w 3692554"/>
                <a:gd name="connsiteY8" fmla="*/ 3430737 h 3881789"/>
                <a:gd name="connsiteX9" fmla="*/ 2410393 w 3692554"/>
                <a:gd name="connsiteY9" fmla="*/ 2692384 h 3881789"/>
                <a:gd name="connsiteX10" fmla="*/ 2930617 w 3692554"/>
                <a:gd name="connsiteY10" fmla="*/ 2327378 h 3881789"/>
                <a:gd name="connsiteX11" fmla="*/ 3297860 w 3692554"/>
                <a:gd name="connsiteY11" fmla="*/ 1888984 h 3881789"/>
                <a:gd name="connsiteX12" fmla="*/ 3531009 w 3692554"/>
                <a:gd name="connsiteY12" fmla="*/ 1403652 h 3881789"/>
                <a:gd name="connsiteX13" fmla="*/ 3692554 w 3692554"/>
                <a:gd name="connsiteY13" fmla="*/ 1096470 h 3881789"/>
                <a:gd name="connsiteX0" fmla="*/ 295824 w 3531009"/>
                <a:gd name="connsiteY0" fmla="*/ 0 h 3881789"/>
                <a:gd name="connsiteX1" fmla="*/ 289395 w 3531009"/>
                <a:gd name="connsiteY1" fmla="*/ 585574 h 3881789"/>
                <a:gd name="connsiteX2" fmla="*/ 40057 w 3531009"/>
                <a:gd name="connsiteY2" fmla="*/ 1077942 h 3881789"/>
                <a:gd name="connsiteX3" fmla="*/ 12057 w 3531009"/>
                <a:gd name="connsiteY3" fmla="*/ 1959078 h 3881789"/>
                <a:gd name="connsiteX4" fmla="*/ 159161 w 3531009"/>
                <a:gd name="connsiteY4" fmla="*/ 2368265 h 3881789"/>
                <a:gd name="connsiteX5" fmla="*/ 405038 w 3531009"/>
                <a:gd name="connsiteY5" fmla="*/ 2864932 h 3881789"/>
                <a:gd name="connsiteX6" fmla="*/ 1000888 w 3531009"/>
                <a:gd name="connsiteY6" fmla="*/ 3358678 h 3881789"/>
                <a:gd name="connsiteX7" fmla="*/ 1438908 w 3531009"/>
                <a:gd name="connsiteY7" fmla="*/ 3881395 h 3881789"/>
                <a:gd name="connsiteX8" fmla="*/ 1883625 w 3531009"/>
                <a:gd name="connsiteY8" fmla="*/ 3430737 h 3881789"/>
                <a:gd name="connsiteX9" fmla="*/ 2410393 w 3531009"/>
                <a:gd name="connsiteY9" fmla="*/ 2692384 h 3881789"/>
                <a:gd name="connsiteX10" fmla="*/ 2930617 w 3531009"/>
                <a:gd name="connsiteY10" fmla="*/ 2327378 h 3881789"/>
                <a:gd name="connsiteX11" fmla="*/ 3297860 w 3531009"/>
                <a:gd name="connsiteY11" fmla="*/ 1888984 h 3881789"/>
                <a:gd name="connsiteX12" fmla="*/ 3531009 w 3531009"/>
                <a:gd name="connsiteY12" fmla="*/ 1403652 h 3881789"/>
                <a:gd name="connsiteX0" fmla="*/ 295824 w 3308880"/>
                <a:gd name="connsiteY0" fmla="*/ 0 h 3881789"/>
                <a:gd name="connsiteX1" fmla="*/ 289395 w 3308880"/>
                <a:gd name="connsiteY1" fmla="*/ 585574 h 3881789"/>
                <a:gd name="connsiteX2" fmla="*/ 40057 w 3308880"/>
                <a:gd name="connsiteY2" fmla="*/ 1077942 h 3881789"/>
                <a:gd name="connsiteX3" fmla="*/ 12057 w 3308880"/>
                <a:gd name="connsiteY3" fmla="*/ 1959078 h 3881789"/>
                <a:gd name="connsiteX4" fmla="*/ 159161 w 3308880"/>
                <a:gd name="connsiteY4" fmla="*/ 2368265 h 3881789"/>
                <a:gd name="connsiteX5" fmla="*/ 405038 w 3308880"/>
                <a:gd name="connsiteY5" fmla="*/ 2864932 h 3881789"/>
                <a:gd name="connsiteX6" fmla="*/ 1000888 w 3308880"/>
                <a:gd name="connsiteY6" fmla="*/ 3358678 h 3881789"/>
                <a:gd name="connsiteX7" fmla="*/ 1438908 w 3308880"/>
                <a:gd name="connsiteY7" fmla="*/ 3881395 h 3881789"/>
                <a:gd name="connsiteX8" fmla="*/ 1883625 w 3308880"/>
                <a:gd name="connsiteY8" fmla="*/ 3430737 h 3881789"/>
                <a:gd name="connsiteX9" fmla="*/ 2410393 w 3308880"/>
                <a:gd name="connsiteY9" fmla="*/ 2692384 h 3881789"/>
                <a:gd name="connsiteX10" fmla="*/ 2930617 w 3308880"/>
                <a:gd name="connsiteY10" fmla="*/ 2327378 h 3881789"/>
                <a:gd name="connsiteX11" fmla="*/ 3297860 w 3308880"/>
                <a:gd name="connsiteY11" fmla="*/ 1888984 h 3881789"/>
                <a:gd name="connsiteX12" fmla="*/ 3253346 w 3308880"/>
                <a:gd name="connsiteY12" fmla="*/ 1010663 h 3881789"/>
                <a:gd name="connsiteX0" fmla="*/ 295824 w 3253346"/>
                <a:gd name="connsiteY0" fmla="*/ 0 h 3881789"/>
                <a:gd name="connsiteX1" fmla="*/ 289395 w 3253346"/>
                <a:gd name="connsiteY1" fmla="*/ 585574 h 3881789"/>
                <a:gd name="connsiteX2" fmla="*/ 40057 w 3253346"/>
                <a:gd name="connsiteY2" fmla="*/ 1077942 h 3881789"/>
                <a:gd name="connsiteX3" fmla="*/ 12057 w 3253346"/>
                <a:gd name="connsiteY3" fmla="*/ 1959078 h 3881789"/>
                <a:gd name="connsiteX4" fmla="*/ 159161 w 3253346"/>
                <a:gd name="connsiteY4" fmla="*/ 2368265 h 3881789"/>
                <a:gd name="connsiteX5" fmla="*/ 405038 w 3253346"/>
                <a:gd name="connsiteY5" fmla="*/ 2864932 h 3881789"/>
                <a:gd name="connsiteX6" fmla="*/ 1000888 w 3253346"/>
                <a:gd name="connsiteY6" fmla="*/ 3358678 h 3881789"/>
                <a:gd name="connsiteX7" fmla="*/ 1438908 w 3253346"/>
                <a:gd name="connsiteY7" fmla="*/ 3881395 h 3881789"/>
                <a:gd name="connsiteX8" fmla="*/ 1883625 w 3253346"/>
                <a:gd name="connsiteY8" fmla="*/ 3430737 h 3881789"/>
                <a:gd name="connsiteX9" fmla="*/ 2410393 w 3253346"/>
                <a:gd name="connsiteY9" fmla="*/ 2692384 h 3881789"/>
                <a:gd name="connsiteX10" fmla="*/ 2930617 w 3253346"/>
                <a:gd name="connsiteY10" fmla="*/ 2327378 h 3881789"/>
                <a:gd name="connsiteX11" fmla="*/ 3104190 w 3253346"/>
                <a:gd name="connsiteY11" fmla="*/ 1715817 h 3881789"/>
                <a:gd name="connsiteX12" fmla="*/ 3253346 w 3253346"/>
                <a:gd name="connsiteY12" fmla="*/ 1010663 h 3881789"/>
                <a:gd name="connsiteX0" fmla="*/ 295824 w 3253346"/>
                <a:gd name="connsiteY0" fmla="*/ 0 h 3881647"/>
                <a:gd name="connsiteX1" fmla="*/ 289395 w 3253346"/>
                <a:gd name="connsiteY1" fmla="*/ 585574 h 3881647"/>
                <a:gd name="connsiteX2" fmla="*/ 40057 w 3253346"/>
                <a:gd name="connsiteY2" fmla="*/ 1077942 h 3881647"/>
                <a:gd name="connsiteX3" fmla="*/ 12057 w 3253346"/>
                <a:gd name="connsiteY3" fmla="*/ 1959078 h 3881647"/>
                <a:gd name="connsiteX4" fmla="*/ 159161 w 3253346"/>
                <a:gd name="connsiteY4" fmla="*/ 2368265 h 3881647"/>
                <a:gd name="connsiteX5" fmla="*/ 405038 w 3253346"/>
                <a:gd name="connsiteY5" fmla="*/ 2864932 h 3881647"/>
                <a:gd name="connsiteX6" fmla="*/ 1146228 w 3253346"/>
                <a:gd name="connsiteY6" fmla="*/ 3373596 h 3881647"/>
                <a:gd name="connsiteX7" fmla="*/ 1438908 w 3253346"/>
                <a:gd name="connsiteY7" fmla="*/ 3881395 h 3881647"/>
                <a:gd name="connsiteX8" fmla="*/ 1883625 w 3253346"/>
                <a:gd name="connsiteY8" fmla="*/ 3430737 h 3881647"/>
                <a:gd name="connsiteX9" fmla="*/ 2410393 w 3253346"/>
                <a:gd name="connsiteY9" fmla="*/ 2692384 h 3881647"/>
                <a:gd name="connsiteX10" fmla="*/ 2930617 w 3253346"/>
                <a:gd name="connsiteY10" fmla="*/ 2327378 h 3881647"/>
                <a:gd name="connsiteX11" fmla="*/ 3104190 w 3253346"/>
                <a:gd name="connsiteY11" fmla="*/ 1715817 h 3881647"/>
                <a:gd name="connsiteX12" fmla="*/ 3253346 w 3253346"/>
                <a:gd name="connsiteY12" fmla="*/ 1010663 h 3881647"/>
                <a:gd name="connsiteX0" fmla="*/ 295824 w 3253346"/>
                <a:gd name="connsiteY0" fmla="*/ 0 h 3952112"/>
                <a:gd name="connsiteX1" fmla="*/ 289395 w 3253346"/>
                <a:gd name="connsiteY1" fmla="*/ 585574 h 3952112"/>
                <a:gd name="connsiteX2" fmla="*/ 40057 w 3253346"/>
                <a:gd name="connsiteY2" fmla="*/ 1077942 h 3952112"/>
                <a:gd name="connsiteX3" fmla="*/ 12057 w 3253346"/>
                <a:gd name="connsiteY3" fmla="*/ 1959078 h 3952112"/>
                <a:gd name="connsiteX4" fmla="*/ 159161 w 3253346"/>
                <a:gd name="connsiteY4" fmla="*/ 2368265 h 3952112"/>
                <a:gd name="connsiteX5" fmla="*/ 405038 w 3253346"/>
                <a:gd name="connsiteY5" fmla="*/ 2864932 h 3952112"/>
                <a:gd name="connsiteX6" fmla="*/ 1146228 w 3253346"/>
                <a:gd name="connsiteY6" fmla="*/ 3373596 h 3952112"/>
                <a:gd name="connsiteX7" fmla="*/ 1558701 w 3253346"/>
                <a:gd name="connsiteY7" fmla="*/ 3951905 h 3952112"/>
                <a:gd name="connsiteX8" fmla="*/ 1883625 w 3253346"/>
                <a:gd name="connsiteY8" fmla="*/ 3430737 h 3952112"/>
                <a:gd name="connsiteX9" fmla="*/ 2410393 w 3253346"/>
                <a:gd name="connsiteY9" fmla="*/ 2692384 h 3952112"/>
                <a:gd name="connsiteX10" fmla="*/ 2930617 w 3253346"/>
                <a:gd name="connsiteY10" fmla="*/ 2327378 h 3952112"/>
                <a:gd name="connsiteX11" fmla="*/ 3104190 w 3253346"/>
                <a:gd name="connsiteY11" fmla="*/ 1715817 h 3952112"/>
                <a:gd name="connsiteX12" fmla="*/ 3253346 w 3253346"/>
                <a:gd name="connsiteY12" fmla="*/ 1010663 h 3952112"/>
                <a:gd name="connsiteX0" fmla="*/ 309089 w 3266611"/>
                <a:gd name="connsiteY0" fmla="*/ 0 h 3952112"/>
                <a:gd name="connsiteX1" fmla="*/ 302660 w 3266611"/>
                <a:gd name="connsiteY1" fmla="*/ 585574 h 3952112"/>
                <a:gd name="connsiteX2" fmla="*/ 53322 w 3266611"/>
                <a:gd name="connsiteY2" fmla="*/ 1077942 h 3952112"/>
                <a:gd name="connsiteX3" fmla="*/ 8347 w 3266611"/>
                <a:gd name="connsiteY3" fmla="*/ 2142591 h 3952112"/>
                <a:gd name="connsiteX4" fmla="*/ 172426 w 3266611"/>
                <a:gd name="connsiteY4" fmla="*/ 2368265 h 3952112"/>
                <a:gd name="connsiteX5" fmla="*/ 418303 w 3266611"/>
                <a:gd name="connsiteY5" fmla="*/ 2864932 h 3952112"/>
                <a:gd name="connsiteX6" fmla="*/ 1159493 w 3266611"/>
                <a:gd name="connsiteY6" fmla="*/ 3373596 h 3952112"/>
                <a:gd name="connsiteX7" fmla="*/ 1571966 w 3266611"/>
                <a:gd name="connsiteY7" fmla="*/ 3951905 h 3952112"/>
                <a:gd name="connsiteX8" fmla="*/ 1896890 w 3266611"/>
                <a:gd name="connsiteY8" fmla="*/ 3430737 h 3952112"/>
                <a:gd name="connsiteX9" fmla="*/ 2423658 w 3266611"/>
                <a:gd name="connsiteY9" fmla="*/ 2692384 h 3952112"/>
                <a:gd name="connsiteX10" fmla="*/ 2943882 w 3266611"/>
                <a:gd name="connsiteY10" fmla="*/ 2327378 h 3952112"/>
                <a:gd name="connsiteX11" fmla="*/ 3117455 w 3266611"/>
                <a:gd name="connsiteY11" fmla="*/ 1715817 h 3952112"/>
                <a:gd name="connsiteX12" fmla="*/ 3266611 w 3266611"/>
                <a:gd name="connsiteY12" fmla="*/ 1010663 h 3952112"/>
                <a:gd name="connsiteX0" fmla="*/ 309089 w 3305605"/>
                <a:gd name="connsiteY0" fmla="*/ 0 h 3952112"/>
                <a:gd name="connsiteX1" fmla="*/ 302660 w 3305605"/>
                <a:gd name="connsiteY1" fmla="*/ 585574 h 3952112"/>
                <a:gd name="connsiteX2" fmla="*/ 53322 w 3305605"/>
                <a:gd name="connsiteY2" fmla="*/ 1077942 h 3952112"/>
                <a:gd name="connsiteX3" fmla="*/ 8347 w 3305605"/>
                <a:gd name="connsiteY3" fmla="*/ 2142591 h 3952112"/>
                <a:gd name="connsiteX4" fmla="*/ 172426 w 3305605"/>
                <a:gd name="connsiteY4" fmla="*/ 2368265 h 3952112"/>
                <a:gd name="connsiteX5" fmla="*/ 418303 w 3305605"/>
                <a:gd name="connsiteY5" fmla="*/ 2864932 h 3952112"/>
                <a:gd name="connsiteX6" fmla="*/ 1159493 w 3305605"/>
                <a:gd name="connsiteY6" fmla="*/ 3373596 h 3952112"/>
                <a:gd name="connsiteX7" fmla="*/ 1571966 w 3305605"/>
                <a:gd name="connsiteY7" fmla="*/ 3951905 h 3952112"/>
                <a:gd name="connsiteX8" fmla="*/ 1896890 w 3305605"/>
                <a:gd name="connsiteY8" fmla="*/ 3430737 h 3952112"/>
                <a:gd name="connsiteX9" fmla="*/ 2423658 w 3305605"/>
                <a:gd name="connsiteY9" fmla="*/ 2692384 h 3952112"/>
                <a:gd name="connsiteX10" fmla="*/ 2943882 w 3305605"/>
                <a:gd name="connsiteY10" fmla="*/ 2327378 h 3952112"/>
                <a:gd name="connsiteX11" fmla="*/ 3117455 w 3305605"/>
                <a:gd name="connsiteY11" fmla="*/ 1715817 h 3952112"/>
                <a:gd name="connsiteX12" fmla="*/ 3305605 w 3305605"/>
                <a:gd name="connsiteY12" fmla="*/ 1006875 h 39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5605" h="3952112">
                  <a:moveTo>
                    <a:pt x="309089" y="0"/>
                  </a:moveTo>
                  <a:cubicBezTo>
                    <a:pt x="481413" y="131923"/>
                    <a:pt x="345288" y="405917"/>
                    <a:pt x="302660" y="585574"/>
                  </a:cubicBezTo>
                  <a:cubicBezTo>
                    <a:pt x="260032" y="765231"/>
                    <a:pt x="102374" y="818439"/>
                    <a:pt x="53322" y="1077942"/>
                  </a:cubicBezTo>
                  <a:cubicBezTo>
                    <a:pt x="4270" y="1337445"/>
                    <a:pt x="-11504" y="1927537"/>
                    <a:pt x="8347" y="2142591"/>
                  </a:cubicBezTo>
                  <a:cubicBezTo>
                    <a:pt x="28198" y="2357645"/>
                    <a:pt x="104100" y="2247875"/>
                    <a:pt x="172426" y="2368265"/>
                  </a:cubicBezTo>
                  <a:cubicBezTo>
                    <a:pt x="240752" y="2488655"/>
                    <a:pt x="253792" y="2697377"/>
                    <a:pt x="418303" y="2864932"/>
                  </a:cubicBezTo>
                  <a:cubicBezTo>
                    <a:pt x="582814" y="3032487"/>
                    <a:pt x="967216" y="3192434"/>
                    <a:pt x="1159493" y="3373596"/>
                  </a:cubicBezTo>
                  <a:cubicBezTo>
                    <a:pt x="1351770" y="3554758"/>
                    <a:pt x="1449067" y="3942382"/>
                    <a:pt x="1571966" y="3951905"/>
                  </a:cubicBezTo>
                  <a:cubicBezTo>
                    <a:pt x="1694866" y="3961429"/>
                    <a:pt x="1754941" y="3640657"/>
                    <a:pt x="1896890" y="3430737"/>
                  </a:cubicBezTo>
                  <a:cubicBezTo>
                    <a:pt x="2038839" y="3220817"/>
                    <a:pt x="2249159" y="2876277"/>
                    <a:pt x="2423658" y="2692384"/>
                  </a:cubicBezTo>
                  <a:cubicBezTo>
                    <a:pt x="2598157" y="2508491"/>
                    <a:pt x="2828249" y="2490139"/>
                    <a:pt x="2943882" y="2327378"/>
                  </a:cubicBezTo>
                  <a:cubicBezTo>
                    <a:pt x="3059515" y="2164617"/>
                    <a:pt x="3063667" y="1935269"/>
                    <a:pt x="3117455" y="1715817"/>
                  </a:cubicBezTo>
                  <a:cubicBezTo>
                    <a:pt x="3171243" y="1496365"/>
                    <a:pt x="3239823" y="1138961"/>
                    <a:pt x="3305605" y="1006875"/>
                  </a:cubicBezTo>
                </a:path>
              </a:pathLst>
            </a:custGeom>
            <a:noFill/>
            <a:ln w="6350" cap="rnd">
              <a:solidFill>
                <a:schemeClr val="tx1">
                  <a:alpha val="35000"/>
                </a:schemeClr>
              </a:solidFill>
              <a:prstDash val="dash"/>
              <a:round/>
            </a:ln>
          </p:spPr>
          <p:txBody>
            <a:bodyPr rtlCol="0" anchor="ctr"/>
            <a:lstStyle/>
            <a:p>
              <a:endParaRPr lang="en-US"/>
            </a:p>
          </p:txBody>
        </p:sp>
        <p:sp>
          <p:nvSpPr>
            <p:cNvPr id="72" name="Freeform: Shape 71">
              <a:extLst>
                <a:ext uri="{FF2B5EF4-FFF2-40B4-BE49-F238E27FC236}">
                  <a16:creationId xmlns:a16="http://schemas.microsoft.com/office/drawing/2014/main" id="{EA710147-957E-5607-E736-91BBD8DB3506}"/>
                </a:ext>
              </a:extLst>
            </p:cNvPr>
            <p:cNvSpPr/>
            <p:nvPr userDrawn="1"/>
          </p:nvSpPr>
          <p:spPr>
            <a:xfrm rot="15058907" flipV="1">
              <a:off x="225103" y="3966770"/>
              <a:ext cx="2957961" cy="3319775"/>
            </a:xfrm>
            <a:custGeom>
              <a:avLst/>
              <a:gdLst>
                <a:gd name="connsiteX0" fmla="*/ 2945346 w 2954692"/>
                <a:gd name="connsiteY0" fmla="*/ 598797 h 3672211"/>
                <a:gd name="connsiteX1" fmla="*/ 2271224 w 2954692"/>
                <a:gd name="connsiteY1" fmla="*/ 191779 h 3672211"/>
                <a:gd name="connsiteX2" fmla="*/ 1964175 w 2954692"/>
                <a:gd name="connsiteY2" fmla="*/ 127631 h 3672211"/>
                <a:gd name="connsiteX3" fmla="*/ 1574288 w 2954692"/>
                <a:gd name="connsiteY3" fmla="*/ 80 h 3672211"/>
                <a:gd name="connsiteX4" fmla="*/ 1147931 w 2954692"/>
                <a:gd name="connsiteY4" fmla="*/ 112767 h 3672211"/>
                <a:gd name="connsiteX5" fmla="*/ 818293 w 2954692"/>
                <a:gd name="connsiteY5" fmla="*/ 356583 h 3672211"/>
                <a:gd name="connsiteX6" fmla="*/ 642019 w 2954692"/>
                <a:gd name="connsiteY6" fmla="*/ 601856 h 3672211"/>
                <a:gd name="connsiteX7" fmla="*/ 475633 w 2954692"/>
                <a:gd name="connsiteY7" fmla="*/ 941939 h 3672211"/>
                <a:gd name="connsiteX8" fmla="*/ 243723 w 2954692"/>
                <a:gd name="connsiteY8" fmla="*/ 1100218 h 3672211"/>
                <a:gd name="connsiteX9" fmla="*/ 40300 w 2954692"/>
                <a:gd name="connsiteY9" fmla="*/ 1141029 h 3672211"/>
                <a:gd name="connsiteX10" fmla="*/ 0 w 2954692"/>
                <a:gd name="connsiteY10" fmla="*/ 1147693 h 3672211"/>
                <a:gd name="connsiteX11" fmla="*/ 870159 w 2954692"/>
                <a:gd name="connsiteY11" fmla="*/ 3672211 h 3672211"/>
                <a:gd name="connsiteX12" fmla="*/ 1892650 w 2954692"/>
                <a:gd name="connsiteY12" fmla="*/ 3319775 h 3672211"/>
                <a:gd name="connsiteX13" fmla="*/ 1894129 w 2954692"/>
                <a:gd name="connsiteY13" fmla="*/ 3316208 h 3672211"/>
                <a:gd name="connsiteX14" fmla="*/ 2086439 w 2954692"/>
                <a:gd name="connsiteY14" fmla="*/ 2859270 h 3672211"/>
                <a:gd name="connsiteX15" fmla="*/ 2402185 w 2954692"/>
                <a:gd name="connsiteY15" fmla="*/ 2490877 h 3672211"/>
                <a:gd name="connsiteX16" fmla="*/ 2554506 w 2954692"/>
                <a:gd name="connsiteY16" fmla="*/ 2152317 h 3672211"/>
                <a:gd name="connsiteX17" fmla="*/ 2690046 w 2954692"/>
                <a:gd name="connsiteY17" fmla="*/ 1781326 h 3672211"/>
                <a:gd name="connsiteX18" fmla="*/ 2719345 w 2954692"/>
                <a:gd name="connsiteY18" fmla="*/ 1422242 h 3672211"/>
                <a:gd name="connsiteX19" fmla="*/ 2662826 w 2954692"/>
                <a:gd name="connsiteY19" fmla="*/ 1089767 h 3672211"/>
                <a:gd name="connsiteX20" fmla="*/ 2945346 w 2954692"/>
                <a:gd name="connsiteY20" fmla="*/ 598797 h 3672211"/>
                <a:gd name="connsiteX0" fmla="*/ 2945346 w 2957961"/>
                <a:gd name="connsiteY0" fmla="*/ 598797 h 3672211"/>
                <a:gd name="connsiteX1" fmla="*/ 2271224 w 2957961"/>
                <a:gd name="connsiteY1" fmla="*/ 191779 h 3672211"/>
                <a:gd name="connsiteX2" fmla="*/ 1964175 w 2957961"/>
                <a:gd name="connsiteY2" fmla="*/ 127631 h 3672211"/>
                <a:gd name="connsiteX3" fmla="*/ 1574288 w 2957961"/>
                <a:gd name="connsiteY3" fmla="*/ 80 h 3672211"/>
                <a:gd name="connsiteX4" fmla="*/ 1147931 w 2957961"/>
                <a:gd name="connsiteY4" fmla="*/ 112767 h 3672211"/>
                <a:gd name="connsiteX5" fmla="*/ 818293 w 2957961"/>
                <a:gd name="connsiteY5" fmla="*/ 356583 h 3672211"/>
                <a:gd name="connsiteX6" fmla="*/ 642019 w 2957961"/>
                <a:gd name="connsiteY6" fmla="*/ 601856 h 3672211"/>
                <a:gd name="connsiteX7" fmla="*/ 475633 w 2957961"/>
                <a:gd name="connsiteY7" fmla="*/ 941939 h 3672211"/>
                <a:gd name="connsiteX8" fmla="*/ 243723 w 2957961"/>
                <a:gd name="connsiteY8" fmla="*/ 1100218 h 3672211"/>
                <a:gd name="connsiteX9" fmla="*/ 40300 w 2957961"/>
                <a:gd name="connsiteY9" fmla="*/ 1141029 h 3672211"/>
                <a:gd name="connsiteX10" fmla="*/ 0 w 2957961"/>
                <a:gd name="connsiteY10" fmla="*/ 1147693 h 3672211"/>
                <a:gd name="connsiteX11" fmla="*/ 870159 w 2957961"/>
                <a:gd name="connsiteY11" fmla="*/ 3672211 h 3672211"/>
                <a:gd name="connsiteX12" fmla="*/ 1892650 w 2957961"/>
                <a:gd name="connsiteY12" fmla="*/ 3319775 h 3672211"/>
                <a:gd name="connsiteX13" fmla="*/ 1894129 w 2957961"/>
                <a:gd name="connsiteY13" fmla="*/ 3316208 h 3672211"/>
                <a:gd name="connsiteX14" fmla="*/ 2086439 w 2957961"/>
                <a:gd name="connsiteY14" fmla="*/ 2859270 h 3672211"/>
                <a:gd name="connsiteX15" fmla="*/ 2402185 w 2957961"/>
                <a:gd name="connsiteY15" fmla="*/ 2490877 h 3672211"/>
                <a:gd name="connsiteX16" fmla="*/ 2554506 w 2957961"/>
                <a:gd name="connsiteY16" fmla="*/ 2152317 h 3672211"/>
                <a:gd name="connsiteX17" fmla="*/ 2690046 w 2957961"/>
                <a:gd name="connsiteY17" fmla="*/ 1781326 h 3672211"/>
                <a:gd name="connsiteX18" fmla="*/ 2719345 w 2957961"/>
                <a:gd name="connsiteY18" fmla="*/ 1422242 h 3672211"/>
                <a:gd name="connsiteX19" fmla="*/ 2752252 w 2957961"/>
                <a:gd name="connsiteY19" fmla="*/ 1081971 h 3672211"/>
                <a:gd name="connsiteX20" fmla="*/ 2945346 w 2957961"/>
                <a:gd name="connsiteY20" fmla="*/ 598797 h 3672211"/>
                <a:gd name="connsiteX0" fmla="*/ 870159 w 2957961"/>
                <a:gd name="connsiteY0" fmla="*/ 3672211 h 3763651"/>
                <a:gd name="connsiteX1" fmla="*/ 1892650 w 2957961"/>
                <a:gd name="connsiteY1" fmla="*/ 3319775 h 3763651"/>
                <a:gd name="connsiteX2" fmla="*/ 1894129 w 2957961"/>
                <a:gd name="connsiteY2" fmla="*/ 3316208 h 3763651"/>
                <a:gd name="connsiteX3" fmla="*/ 2086439 w 2957961"/>
                <a:gd name="connsiteY3" fmla="*/ 2859270 h 3763651"/>
                <a:gd name="connsiteX4" fmla="*/ 2402185 w 2957961"/>
                <a:gd name="connsiteY4" fmla="*/ 2490877 h 3763651"/>
                <a:gd name="connsiteX5" fmla="*/ 2554506 w 2957961"/>
                <a:gd name="connsiteY5" fmla="*/ 2152317 h 3763651"/>
                <a:gd name="connsiteX6" fmla="*/ 2690046 w 2957961"/>
                <a:gd name="connsiteY6" fmla="*/ 1781326 h 3763651"/>
                <a:gd name="connsiteX7" fmla="*/ 2719345 w 2957961"/>
                <a:gd name="connsiteY7" fmla="*/ 1422242 h 3763651"/>
                <a:gd name="connsiteX8" fmla="*/ 2752252 w 2957961"/>
                <a:gd name="connsiteY8" fmla="*/ 1081971 h 3763651"/>
                <a:gd name="connsiteX9" fmla="*/ 2945346 w 2957961"/>
                <a:gd name="connsiteY9" fmla="*/ 598797 h 3763651"/>
                <a:gd name="connsiteX10" fmla="*/ 2271224 w 2957961"/>
                <a:gd name="connsiteY10" fmla="*/ 191779 h 3763651"/>
                <a:gd name="connsiteX11" fmla="*/ 1964175 w 2957961"/>
                <a:gd name="connsiteY11" fmla="*/ 127631 h 3763651"/>
                <a:gd name="connsiteX12" fmla="*/ 1574288 w 2957961"/>
                <a:gd name="connsiteY12" fmla="*/ 80 h 3763651"/>
                <a:gd name="connsiteX13" fmla="*/ 1147931 w 2957961"/>
                <a:gd name="connsiteY13" fmla="*/ 112767 h 3763651"/>
                <a:gd name="connsiteX14" fmla="*/ 818293 w 2957961"/>
                <a:gd name="connsiteY14" fmla="*/ 356583 h 3763651"/>
                <a:gd name="connsiteX15" fmla="*/ 642019 w 2957961"/>
                <a:gd name="connsiteY15" fmla="*/ 601856 h 3763651"/>
                <a:gd name="connsiteX16" fmla="*/ 475633 w 2957961"/>
                <a:gd name="connsiteY16" fmla="*/ 941939 h 3763651"/>
                <a:gd name="connsiteX17" fmla="*/ 243723 w 2957961"/>
                <a:gd name="connsiteY17" fmla="*/ 1100218 h 3763651"/>
                <a:gd name="connsiteX18" fmla="*/ 40300 w 2957961"/>
                <a:gd name="connsiteY18" fmla="*/ 1141029 h 3763651"/>
                <a:gd name="connsiteX19" fmla="*/ 0 w 2957961"/>
                <a:gd name="connsiteY19" fmla="*/ 1147693 h 3763651"/>
                <a:gd name="connsiteX20" fmla="*/ 961599 w 2957961"/>
                <a:gd name="connsiteY20" fmla="*/ 3763651 h 3763651"/>
                <a:gd name="connsiteX0" fmla="*/ 870159 w 2957961"/>
                <a:gd name="connsiteY0" fmla="*/ 3672211 h 3672211"/>
                <a:gd name="connsiteX1" fmla="*/ 1892650 w 2957961"/>
                <a:gd name="connsiteY1" fmla="*/ 3319775 h 3672211"/>
                <a:gd name="connsiteX2" fmla="*/ 1894129 w 2957961"/>
                <a:gd name="connsiteY2" fmla="*/ 3316208 h 3672211"/>
                <a:gd name="connsiteX3" fmla="*/ 2086439 w 2957961"/>
                <a:gd name="connsiteY3" fmla="*/ 2859270 h 3672211"/>
                <a:gd name="connsiteX4" fmla="*/ 2402185 w 2957961"/>
                <a:gd name="connsiteY4" fmla="*/ 2490877 h 3672211"/>
                <a:gd name="connsiteX5" fmla="*/ 2554506 w 2957961"/>
                <a:gd name="connsiteY5" fmla="*/ 2152317 h 3672211"/>
                <a:gd name="connsiteX6" fmla="*/ 2690046 w 2957961"/>
                <a:gd name="connsiteY6" fmla="*/ 1781326 h 3672211"/>
                <a:gd name="connsiteX7" fmla="*/ 2719345 w 2957961"/>
                <a:gd name="connsiteY7" fmla="*/ 1422242 h 3672211"/>
                <a:gd name="connsiteX8" fmla="*/ 2752252 w 2957961"/>
                <a:gd name="connsiteY8" fmla="*/ 1081971 h 3672211"/>
                <a:gd name="connsiteX9" fmla="*/ 2945346 w 2957961"/>
                <a:gd name="connsiteY9" fmla="*/ 598797 h 3672211"/>
                <a:gd name="connsiteX10" fmla="*/ 2271224 w 2957961"/>
                <a:gd name="connsiteY10" fmla="*/ 191779 h 3672211"/>
                <a:gd name="connsiteX11" fmla="*/ 1964175 w 2957961"/>
                <a:gd name="connsiteY11" fmla="*/ 127631 h 3672211"/>
                <a:gd name="connsiteX12" fmla="*/ 1574288 w 2957961"/>
                <a:gd name="connsiteY12" fmla="*/ 80 h 3672211"/>
                <a:gd name="connsiteX13" fmla="*/ 1147931 w 2957961"/>
                <a:gd name="connsiteY13" fmla="*/ 112767 h 3672211"/>
                <a:gd name="connsiteX14" fmla="*/ 818293 w 2957961"/>
                <a:gd name="connsiteY14" fmla="*/ 356583 h 3672211"/>
                <a:gd name="connsiteX15" fmla="*/ 642019 w 2957961"/>
                <a:gd name="connsiteY15" fmla="*/ 601856 h 3672211"/>
                <a:gd name="connsiteX16" fmla="*/ 475633 w 2957961"/>
                <a:gd name="connsiteY16" fmla="*/ 941939 h 3672211"/>
                <a:gd name="connsiteX17" fmla="*/ 243723 w 2957961"/>
                <a:gd name="connsiteY17" fmla="*/ 1100218 h 3672211"/>
                <a:gd name="connsiteX18" fmla="*/ 40300 w 2957961"/>
                <a:gd name="connsiteY18" fmla="*/ 1141029 h 3672211"/>
                <a:gd name="connsiteX19" fmla="*/ 0 w 2957961"/>
                <a:gd name="connsiteY19" fmla="*/ 1147693 h 3672211"/>
                <a:gd name="connsiteX0" fmla="*/ 1892650 w 2957961"/>
                <a:gd name="connsiteY0" fmla="*/ 3319775 h 3319775"/>
                <a:gd name="connsiteX1" fmla="*/ 1894129 w 2957961"/>
                <a:gd name="connsiteY1" fmla="*/ 3316208 h 3319775"/>
                <a:gd name="connsiteX2" fmla="*/ 2086439 w 2957961"/>
                <a:gd name="connsiteY2" fmla="*/ 2859270 h 3319775"/>
                <a:gd name="connsiteX3" fmla="*/ 2402185 w 2957961"/>
                <a:gd name="connsiteY3" fmla="*/ 2490877 h 3319775"/>
                <a:gd name="connsiteX4" fmla="*/ 2554506 w 2957961"/>
                <a:gd name="connsiteY4" fmla="*/ 2152317 h 3319775"/>
                <a:gd name="connsiteX5" fmla="*/ 2690046 w 2957961"/>
                <a:gd name="connsiteY5" fmla="*/ 1781326 h 3319775"/>
                <a:gd name="connsiteX6" fmla="*/ 2719345 w 2957961"/>
                <a:gd name="connsiteY6" fmla="*/ 1422242 h 3319775"/>
                <a:gd name="connsiteX7" fmla="*/ 2752252 w 2957961"/>
                <a:gd name="connsiteY7" fmla="*/ 1081971 h 3319775"/>
                <a:gd name="connsiteX8" fmla="*/ 2945346 w 2957961"/>
                <a:gd name="connsiteY8" fmla="*/ 598797 h 3319775"/>
                <a:gd name="connsiteX9" fmla="*/ 2271224 w 2957961"/>
                <a:gd name="connsiteY9" fmla="*/ 191779 h 3319775"/>
                <a:gd name="connsiteX10" fmla="*/ 1964175 w 2957961"/>
                <a:gd name="connsiteY10" fmla="*/ 127631 h 3319775"/>
                <a:gd name="connsiteX11" fmla="*/ 1574288 w 2957961"/>
                <a:gd name="connsiteY11" fmla="*/ 80 h 3319775"/>
                <a:gd name="connsiteX12" fmla="*/ 1147931 w 2957961"/>
                <a:gd name="connsiteY12" fmla="*/ 112767 h 3319775"/>
                <a:gd name="connsiteX13" fmla="*/ 818293 w 2957961"/>
                <a:gd name="connsiteY13" fmla="*/ 356583 h 3319775"/>
                <a:gd name="connsiteX14" fmla="*/ 642019 w 2957961"/>
                <a:gd name="connsiteY14" fmla="*/ 601856 h 3319775"/>
                <a:gd name="connsiteX15" fmla="*/ 475633 w 2957961"/>
                <a:gd name="connsiteY15" fmla="*/ 941939 h 3319775"/>
                <a:gd name="connsiteX16" fmla="*/ 243723 w 2957961"/>
                <a:gd name="connsiteY16" fmla="*/ 1100218 h 3319775"/>
                <a:gd name="connsiteX17" fmla="*/ 40300 w 2957961"/>
                <a:gd name="connsiteY17" fmla="*/ 1141029 h 3319775"/>
                <a:gd name="connsiteX18" fmla="*/ 0 w 2957961"/>
                <a:gd name="connsiteY18" fmla="*/ 1147693 h 331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7961" h="3319775">
                  <a:moveTo>
                    <a:pt x="1892650" y="3319775"/>
                  </a:moveTo>
                  <a:lnTo>
                    <a:pt x="1894129" y="3316208"/>
                  </a:lnTo>
                  <a:cubicBezTo>
                    <a:pt x="1990323" y="3115789"/>
                    <a:pt x="2001763" y="2996825"/>
                    <a:pt x="2086439" y="2859270"/>
                  </a:cubicBezTo>
                  <a:cubicBezTo>
                    <a:pt x="2171115" y="2721714"/>
                    <a:pt x="2324174" y="2608703"/>
                    <a:pt x="2402185" y="2490877"/>
                  </a:cubicBezTo>
                  <a:cubicBezTo>
                    <a:pt x="2480196" y="2373051"/>
                    <a:pt x="2506529" y="2270575"/>
                    <a:pt x="2554506" y="2152317"/>
                  </a:cubicBezTo>
                  <a:cubicBezTo>
                    <a:pt x="2602482" y="2034058"/>
                    <a:pt x="2662572" y="1903005"/>
                    <a:pt x="2690046" y="1781326"/>
                  </a:cubicBezTo>
                  <a:cubicBezTo>
                    <a:pt x="2717519" y="1659647"/>
                    <a:pt x="2711059" y="1534621"/>
                    <a:pt x="2719345" y="1422242"/>
                  </a:cubicBezTo>
                  <a:cubicBezTo>
                    <a:pt x="2728006" y="1303592"/>
                    <a:pt x="2741141" y="1200380"/>
                    <a:pt x="2752252" y="1081971"/>
                  </a:cubicBezTo>
                  <a:cubicBezTo>
                    <a:pt x="2803937" y="940859"/>
                    <a:pt x="3010612" y="748461"/>
                    <a:pt x="2945346" y="598797"/>
                  </a:cubicBezTo>
                  <a:cubicBezTo>
                    <a:pt x="2877065" y="474440"/>
                    <a:pt x="2434752" y="270306"/>
                    <a:pt x="2271224" y="191779"/>
                  </a:cubicBezTo>
                  <a:cubicBezTo>
                    <a:pt x="2107695" y="113251"/>
                    <a:pt x="2080331" y="159581"/>
                    <a:pt x="1964175" y="127631"/>
                  </a:cubicBezTo>
                  <a:cubicBezTo>
                    <a:pt x="1848019" y="95681"/>
                    <a:pt x="1710329" y="2557"/>
                    <a:pt x="1574288" y="80"/>
                  </a:cubicBezTo>
                  <a:cubicBezTo>
                    <a:pt x="1438247" y="-2397"/>
                    <a:pt x="1273930" y="53350"/>
                    <a:pt x="1147931" y="112767"/>
                  </a:cubicBezTo>
                  <a:cubicBezTo>
                    <a:pt x="1021931" y="172184"/>
                    <a:pt x="902612" y="275069"/>
                    <a:pt x="818293" y="356583"/>
                  </a:cubicBezTo>
                  <a:cubicBezTo>
                    <a:pt x="733973" y="438099"/>
                    <a:pt x="699129" y="504297"/>
                    <a:pt x="642019" y="601856"/>
                  </a:cubicBezTo>
                  <a:cubicBezTo>
                    <a:pt x="584910" y="699415"/>
                    <a:pt x="542016" y="858878"/>
                    <a:pt x="475633" y="941939"/>
                  </a:cubicBezTo>
                  <a:cubicBezTo>
                    <a:pt x="409250" y="1024999"/>
                    <a:pt x="347735" y="1059671"/>
                    <a:pt x="243723" y="1100218"/>
                  </a:cubicBezTo>
                  <a:cubicBezTo>
                    <a:pt x="191717" y="1120492"/>
                    <a:pt x="114785" y="1130479"/>
                    <a:pt x="40300" y="1141029"/>
                  </a:cubicBezTo>
                  <a:lnTo>
                    <a:pt x="0" y="1147693"/>
                  </a:ln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73" name="Freeform: Shape 72">
              <a:extLst>
                <a:ext uri="{FF2B5EF4-FFF2-40B4-BE49-F238E27FC236}">
                  <a16:creationId xmlns:a16="http://schemas.microsoft.com/office/drawing/2014/main" id="{0F728556-447C-2313-F027-E14A87765A20}"/>
                </a:ext>
              </a:extLst>
            </p:cNvPr>
            <p:cNvSpPr/>
            <p:nvPr userDrawn="1"/>
          </p:nvSpPr>
          <p:spPr>
            <a:xfrm rot="15058907" flipV="1">
              <a:off x="373396" y="4202334"/>
              <a:ext cx="2472003" cy="3246871"/>
            </a:xfrm>
            <a:custGeom>
              <a:avLst/>
              <a:gdLst>
                <a:gd name="connsiteX0" fmla="*/ 2447781 w 2472003"/>
                <a:gd name="connsiteY0" fmla="*/ 402400 h 3497624"/>
                <a:gd name="connsiteX1" fmla="*/ 2393746 w 2472003"/>
                <a:gd name="connsiteY1" fmla="*/ 296214 h 3497624"/>
                <a:gd name="connsiteX2" fmla="*/ 2209330 w 2472003"/>
                <a:gd name="connsiteY2" fmla="*/ 128591 h 3497624"/>
                <a:gd name="connsiteX3" fmla="*/ 2013352 w 2472003"/>
                <a:gd name="connsiteY3" fmla="*/ 92352 h 3497624"/>
                <a:gd name="connsiteX4" fmla="*/ 1388288 w 2472003"/>
                <a:gd name="connsiteY4" fmla="*/ 0 h 3497624"/>
                <a:gd name="connsiteX5" fmla="*/ 1061898 w 2472003"/>
                <a:gd name="connsiteY5" fmla="*/ 212208 h 3497624"/>
                <a:gd name="connsiteX6" fmla="*/ 638071 w 2472003"/>
                <a:gd name="connsiteY6" fmla="*/ 653867 h 3497624"/>
                <a:gd name="connsiteX7" fmla="*/ 395183 w 2472003"/>
                <a:gd name="connsiteY7" fmla="*/ 901396 h 3497624"/>
                <a:gd name="connsiteX8" fmla="*/ 161044 w 2472003"/>
                <a:gd name="connsiteY8" fmla="*/ 1171030 h 3497624"/>
                <a:gd name="connsiteX9" fmla="*/ 74629 w 2472003"/>
                <a:gd name="connsiteY9" fmla="*/ 1225508 h 3497624"/>
                <a:gd name="connsiteX10" fmla="*/ 0 w 2472003"/>
                <a:gd name="connsiteY10" fmla="*/ 1260822 h 3497624"/>
                <a:gd name="connsiteX11" fmla="*/ 770988 w 2472003"/>
                <a:gd name="connsiteY11" fmla="*/ 3497624 h 3497624"/>
                <a:gd name="connsiteX12" fmla="*/ 1498476 w 2472003"/>
                <a:gd name="connsiteY12" fmla="*/ 3246871 h 3497624"/>
                <a:gd name="connsiteX13" fmla="*/ 1514003 w 2472003"/>
                <a:gd name="connsiteY13" fmla="*/ 3138424 h 3497624"/>
                <a:gd name="connsiteX14" fmla="*/ 1536677 w 2472003"/>
                <a:gd name="connsiteY14" fmla="*/ 2991332 h 3497624"/>
                <a:gd name="connsiteX15" fmla="*/ 1599320 w 2472003"/>
                <a:gd name="connsiteY15" fmla="*/ 2564362 h 3497624"/>
                <a:gd name="connsiteX16" fmla="*/ 2118542 w 2472003"/>
                <a:gd name="connsiteY16" fmla="*/ 2176537 h 3497624"/>
                <a:gd name="connsiteX17" fmla="*/ 2289704 w 2472003"/>
                <a:gd name="connsiteY17" fmla="*/ 1795726 h 3497624"/>
                <a:gd name="connsiteX18" fmla="*/ 2363524 w 2472003"/>
                <a:gd name="connsiteY18" fmla="*/ 1558989 h 3497624"/>
                <a:gd name="connsiteX19" fmla="*/ 2398080 w 2472003"/>
                <a:gd name="connsiteY19" fmla="*/ 1311080 h 3497624"/>
                <a:gd name="connsiteX20" fmla="*/ 2380661 w 2472003"/>
                <a:gd name="connsiteY20" fmla="*/ 886001 h 3497624"/>
                <a:gd name="connsiteX21" fmla="*/ 2471766 w 2472003"/>
                <a:gd name="connsiteY21" fmla="*/ 513097 h 3497624"/>
                <a:gd name="connsiteX22" fmla="*/ 2447781 w 2472003"/>
                <a:gd name="connsiteY22" fmla="*/ 402400 h 3497624"/>
                <a:gd name="connsiteX0" fmla="*/ 770988 w 2472003"/>
                <a:gd name="connsiteY0" fmla="*/ 3497624 h 3589064"/>
                <a:gd name="connsiteX1" fmla="*/ 1498476 w 2472003"/>
                <a:gd name="connsiteY1" fmla="*/ 3246871 h 3589064"/>
                <a:gd name="connsiteX2" fmla="*/ 1514003 w 2472003"/>
                <a:gd name="connsiteY2" fmla="*/ 3138424 h 3589064"/>
                <a:gd name="connsiteX3" fmla="*/ 1536677 w 2472003"/>
                <a:gd name="connsiteY3" fmla="*/ 2991332 h 3589064"/>
                <a:gd name="connsiteX4" fmla="*/ 1599320 w 2472003"/>
                <a:gd name="connsiteY4" fmla="*/ 2564362 h 3589064"/>
                <a:gd name="connsiteX5" fmla="*/ 2118542 w 2472003"/>
                <a:gd name="connsiteY5" fmla="*/ 2176537 h 3589064"/>
                <a:gd name="connsiteX6" fmla="*/ 2289704 w 2472003"/>
                <a:gd name="connsiteY6" fmla="*/ 1795726 h 3589064"/>
                <a:gd name="connsiteX7" fmla="*/ 2363524 w 2472003"/>
                <a:gd name="connsiteY7" fmla="*/ 1558989 h 3589064"/>
                <a:gd name="connsiteX8" fmla="*/ 2398080 w 2472003"/>
                <a:gd name="connsiteY8" fmla="*/ 1311080 h 3589064"/>
                <a:gd name="connsiteX9" fmla="*/ 2380661 w 2472003"/>
                <a:gd name="connsiteY9" fmla="*/ 886001 h 3589064"/>
                <a:gd name="connsiteX10" fmla="*/ 2471766 w 2472003"/>
                <a:gd name="connsiteY10" fmla="*/ 513097 h 3589064"/>
                <a:gd name="connsiteX11" fmla="*/ 2447781 w 2472003"/>
                <a:gd name="connsiteY11" fmla="*/ 402400 h 3589064"/>
                <a:gd name="connsiteX12" fmla="*/ 2393746 w 2472003"/>
                <a:gd name="connsiteY12" fmla="*/ 296214 h 3589064"/>
                <a:gd name="connsiteX13" fmla="*/ 2209330 w 2472003"/>
                <a:gd name="connsiteY13" fmla="*/ 128591 h 3589064"/>
                <a:gd name="connsiteX14" fmla="*/ 2013352 w 2472003"/>
                <a:gd name="connsiteY14" fmla="*/ 92352 h 3589064"/>
                <a:gd name="connsiteX15" fmla="*/ 1388288 w 2472003"/>
                <a:gd name="connsiteY15" fmla="*/ 0 h 3589064"/>
                <a:gd name="connsiteX16" fmla="*/ 1061898 w 2472003"/>
                <a:gd name="connsiteY16" fmla="*/ 212208 h 3589064"/>
                <a:gd name="connsiteX17" fmla="*/ 638071 w 2472003"/>
                <a:gd name="connsiteY17" fmla="*/ 653867 h 3589064"/>
                <a:gd name="connsiteX18" fmla="*/ 395183 w 2472003"/>
                <a:gd name="connsiteY18" fmla="*/ 901396 h 3589064"/>
                <a:gd name="connsiteX19" fmla="*/ 161044 w 2472003"/>
                <a:gd name="connsiteY19" fmla="*/ 1171030 h 3589064"/>
                <a:gd name="connsiteX20" fmla="*/ 74629 w 2472003"/>
                <a:gd name="connsiteY20" fmla="*/ 1225508 h 3589064"/>
                <a:gd name="connsiteX21" fmla="*/ 0 w 2472003"/>
                <a:gd name="connsiteY21" fmla="*/ 1260822 h 3589064"/>
                <a:gd name="connsiteX22" fmla="*/ 862428 w 2472003"/>
                <a:gd name="connsiteY22" fmla="*/ 3589064 h 3589064"/>
                <a:gd name="connsiteX0" fmla="*/ 770988 w 2472003"/>
                <a:gd name="connsiteY0" fmla="*/ 3497624 h 3497624"/>
                <a:gd name="connsiteX1" fmla="*/ 1498476 w 2472003"/>
                <a:gd name="connsiteY1" fmla="*/ 3246871 h 3497624"/>
                <a:gd name="connsiteX2" fmla="*/ 1514003 w 2472003"/>
                <a:gd name="connsiteY2" fmla="*/ 3138424 h 3497624"/>
                <a:gd name="connsiteX3" fmla="*/ 1536677 w 2472003"/>
                <a:gd name="connsiteY3" fmla="*/ 2991332 h 3497624"/>
                <a:gd name="connsiteX4" fmla="*/ 1599320 w 2472003"/>
                <a:gd name="connsiteY4" fmla="*/ 2564362 h 3497624"/>
                <a:gd name="connsiteX5" fmla="*/ 2118542 w 2472003"/>
                <a:gd name="connsiteY5" fmla="*/ 2176537 h 3497624"/>
                <a:gd name="connsiteX6" fmla="*/ 2289704 w 2472003"/>
                <a:gd name="connsiteY6" fmla="*/ 1795726 h 3497624"/>
                <a:gd name="connsiteX7" fmla="*/ 2363524 w 2472003"/>
                <a:gd name="connsiteY7" fmla="*/ 1558989 h 3497624"/>
                <a:gd name="connsiteX8" fmla="*/ 2398080 w 2472003"/>
                <a:gd name="connsiteY8" fmla="*/ 1311080 h 3497624"/>
                <a:gd name="connsiteX9" fmla="*/ 2380661 w 2472003"/>
                <a:gd name="connsiteY9" fmla="*/ 886001 h 3497624"/>
                <a:gd name="connsiteX10" fmla="*/ 2471766 w 2472003"/>
                <a:gd name="connsiteY10" fmla="*/ 513097 h 3497624"/>
                <a:gd name="connsiteX11" fmla="*/ 2447781 w 2472003"/>
                <a:gd name="connsiteY11" fmla="*/ 402400 h 3497624"/>
                <a:gd name="connsiteX12" fmla="*/ 2393746 w 2472003"/>
                <a:gd name="connsiteY12" fmla="*/ 296214 h 3497624"/>
                <a:gd name="connsiteX13" fmla="*/ 2209330 w 2472003"/>
                <a:gd name="connsiteY13" fmla="*/ 128591 h 3497624"/>
                <a:gd name="connsiteX14" fmla="*/ 2013352 w 2472003"/>
                <a:gd name="connsiteY14" fmla="*/ 92352 h 3497624"/>
                <a:gd name="connsiteX15" fmla="*/ 1388288 w 2472003"/>
                <a:gd name="connsiteY15" fmla="*/ 0 h 3497624"/>
                <a:gd name="connsiteX16" fmla="*/ 1061898 w 2472003"/>
                <a:gd name="connsiteY16" fmla="*/ 212208 h 3497624"/>
                <a:gd name="connsiteX17" fmla="*/ 638071 w 2472003"/>
                <a:gd name="connsiteY17" fmla="*/ 653867 h 3497624"/>
                <a:gd name="connsiteX18" fmla="*/ 395183 w 2472003"/>
                <a:gd name="connsiteY18" fmla="*/ 901396 h 3497624"/>
                <a:gd name="connsiteX19" fmla="*/ 161044 w 2472003"/>
                <a:gd name="connsiteY19" fmla="*/ 1171030 h 3497624"/>
                <a:gd name="connsiteX20" fmla="*/ 74629 w 2472003"/>
                <a:gd name="connsiteY20" fmla="*/ 1225508 h 3497624"/>
                <a:gd name="connsiteX21" fmla="*/ 0 w 2472003"/>
                <a:gd name="connsiteY21" fmla="*/ 1260822 h 3497624"/>
                <a:gd name="connsiteX0" fmla="*/ 1498476 w 2472003"/>
                <a:gd name="connsiteY0" fmla="*/ 3246871 h 3246871"/>
                <a:gd name="connsiteX1" fmla="*/ 1514003 w 2472003"/>
                <a:gd name="connsiteY1" fmla="*/ 3138424 h 3246871"/>
                <a:gd name="connsiteX2" fmla="*/ 1536677 w 2472003"/>
                <a:gd name="connsiteY2" fmla="*/ 2991332 h 3246871"/>
                <a:gd name="connsiteX3" fmla="*/ 1599320 w 2472003"/>
                <a:gd name="connsiteY3" fmla="*/ 2564362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18542 w 2472003"/>
                <a:gd name="connsiteY4" fmla="*/ 2176537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289704 w 2472003"/>
                <a:gd name="connsiteY5" fmla="*/ 1795726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 name="connsiteX0" fmla="*/ 1498476 w 2472003"/>
                <a:gd name="connsiteY0" fmla="*/ 3246871 h 3246871"/>
                <a:gd name="connsiteX1" fmla="*/ 1514003 w 2472003"/>
                <a:gd name="connsiteY1" fmla="*/ 3138424 h 3246871"/>
                <a:gd name="connsiteX2" fmla="*/ 1536677 w 2472003"/>
                <a:gd name="connsiteY2" fmla="*/ 2991332 h 3246871"/>
                <a:gd name="connsiteX3" fmla="*/ 1705725 w 2472003"/>
                <a:gd name="connsiteY3" fmla="*/ 2631686 h 3246871"/>
                <a:gd name="connsiteX4" fmla="*/ 2176392 w 2472003"/>
                <a:gd name="connsiteY4" fmla="*/ 2208596 h 3246871"/>
                <a:gd name="connsiteX5" fmla="*/ 2342431 w 2472003"/>
                <a:gd name="connsiteY5" fmla="*/ 1782753 h 3246871"/>
                <a:gd name="connsiteX6" fmla="*/ 2363524 w 2472003"/>
                <a:gd name="connsiteY6" fmla="*/ 1558989 h 3246871"/>
                <a:gd name="connsiteX7" fmla="*/ 2398080 w 2472003"/>
                <a:gd name="connsiteY7" fmla="*/ 1311080 h 3246871"/>
                <a:gd name="connsiteX8" fmla="*/ 2380661 w 2472003"/>
                <a:gd name="connsiteY8" fmla="*/ 886001 h 3246871"/>
                <a:gd name="connsiteX9" fmla="*/ 2471766 w 2472003"/>
                <a:gd name="connsiteY9" fmla="*/ 513097 h 3246871"/>
                <a:gd name="connsiteX10" fmla="*/ 2447781 w 2472003"/>
                <a:gd name="connsiteY10" fmla="*/ 402400 h 3246871"/>
                <a:gd name="connsiteX11" fmla="*/ 2393746 w 2472003"/>
                <a:gd name="connsiteY11" fmla="*/ 296214 h 3246871"/>
                <a:gd name="connsiteX12" fmla="*/ 2209330 w 2472003"/>
                <a:gd name="connsiteY12" fmla="*/ 128591 h 3246871"/>
                <a:gd name="connsiteX13" fmla="*/ 2013352 w 2472003"/>
                <a:gd name="connsiteY13" fmla="*/ 92352 h 3246871"/>
                <a:gd name="connsiteX14" fmla="*/ 1388288 w 2472003"/>
                <a:gd name="connsiteY14" fmla="*/ 0 h 3246871"/>
                <a:gd name="connsiteX15" fmla="*/ 1061898 w 2472003"/>
                <a:gd name="connsiteY15" fmla="*/ 212208 h 3246871"/>
                <a:gd name="connsiteX16" fmla="*/ 638071 w 2472003"/>
                <a:gd name="connsiteY16" fmla="*/ 653867 h 3246871"/>
                <a:gd name="connsiteX17" fmla="*/ 395183 w 2472003"/>
                <a:gd name="connsiteY17" fmla="*/ 901396 h 3246871"/>
                <a:gd name="connsiteX18" fmla="*/ 161044 w 2472003"/>
                <a:gd name="connsiteY18" fmla="*/ 1171030 h 3246871"/>
                <a:gd name="connsiteX19" fmla="*/ 74629 w 2472003"/>
                <a:gd name="connsiteY19" fmla="*/ 1225508 h 3246871"/>
                <a:gd name="connsiteX20" fmla="*/ 0 w 2472003"/>
                <a:gd name="connsiteY20" fmla="*/ 1260822 h 324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2003" h="3246871">
                  <a:moveTo>
                    <a:pt x="1498476" y="3246871"/>
                  </a:moveTo>
                  <a:lnTo>
                    <a:pt x="1514003" y="3138424"/>
                  </a:lnTo>
                  <a:cubicBezTo>
                    <a:pt x="1521203" y="3083874"/>
                    <a:pt x="1504723" y="3075788"/>
                    <a:pt x="1536677" y="2991332"/>
                  </a:cubicBezTo>
                  <a:cubicBezTo>
                    <a:pt x="1568631" y="2906876"/>
                    <a:pt x="1599106" y="2762142"/>
                    <a:pt x="1705725" y="2631686"/>
                  </a:cubicBezTo>
                  <a:cubicBezTo>
                    <a:pt x="1812344" y="2501230"/>
                    <a:pt x="2070274" y="2350085"/>
                    <a:pt x="2176392" y="2208596"/>
                  </a:cubicBezTo>
                  <a:cubicBezTo>
                    <a:pt x="2282510" y="2067107"/>
                    <a:pt x="2311242" y="1891021"/>
                    <a:pt x="2342431" y="1782753"/>
                  </a:cubicBezTo>
                  <a:cubicBezTo>
                    <a:pt x="2373620" y="1674485"/>
                    <a:pt x="2354249" y="1637601"/>
                    <a:pt x="2363524" y="1558989"/>
                  </a:cubicBezTo>
                  <a:cubicBezTo>
                    <a:pt x="2372799" y="1480377"/>
                    <a:pt x="2394691" y="1394359"/>
                    <a:pt x="2398080" y="1311080"/>
                  </a:cubicBezTo>
                  <a:cubicBezTo>
                    <a:pt x="2403824" y="1169279"/>
                    <a:pt x="2381132" y="1027882"/>
                    <a:pt x="2380661" y="886001"/>
                  </a:cubicBezTo>
                  <a:cubicBezTo>
                    <a:pt x="2380379" y="778203"/>
                    <a:pt x="2477415" y="620733"/>
                    <a:pt x="2471766" y="513097"/>
                  </a:cubicBezTo>
                  <a:cubicBezTo>
                    <a:pt x="2469929" y="478048"/>
                    <a:pt x="2461360" y="439849"/>
                    <a:pt x="2447781" y="402400"/>
                  </a:cubicBezTo>
                  <a:cubicBezTo>
                    <a:pt x="2434202" y="364952"/>
                    <a:pt x="2415616" y="328255"/>
                    <a:pt x="2393746" y="296214"/>
                  </a:cubicBezTo>
                  <a:cubicBezTo>
                    <a:pt x="2350006" y="232129"/>
                    <a:pt x="2272729" y="162568"/>
                    <a:pt x="2209330" y="128591"/>
                  </a:cubicBezTo>
                  <a:cubicBezTo>
                    <a:pt x="2145931" y="94614"/>
                    <a:pt x="2150193" y="113784"/>
                    <a:pt x="2013352" y="92352"/>
                  </a:cubicBezTo>
                  <a:lnTo>
                    <a:pt x="1388288" y="0"/>
                  </a:lnTo>
                  <a:cubicBezTo>
                    <a:pt x="1229712" y="19976"/>
                    <a:pt x="1157658" y="117836"/>
                    <a:pt x="1061898" y="212208"/>
                  </a:cubicBezTo>
                  <a:lnTo>
                    <a:pt x="638071" y="653867"/>
                  </a:lnTo>
                  <a:cubicBezTo>
                    <a:pt x="558696" y="730555"/>
                    <a:pt x="474688" y="815202"/>
                    <a:pt x="395183" y="901396"/>
                  </a:cubicBezTo>
                  <a:cubicBezTo>
                    <a:pt x="315678" y="987590"/>
                    <a:pt x="256699" y="1088127"/>
                    <a:pt x="161044" y="1171030"/>
                  </a:cubicBezTo>
                  <a:cubicBezTo>
                    <a:pt x="137130" y="1191755"/>
                    <a:pt x="107062" y="1209205"/>
                    <a:pt x="74629" y="1225508"/>
                  </a:cubicBezTo>
                  <a:lnTo>
                    <a:pt x="0" y="1260822"/>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74" name="Freeform: Shape 73">
              <a:extLst>
                <a:ext uri="{FF2B5EF4-FFF2-40B4-BE49-F238E27FC236}">
                  <a16:creationId xmlns:a16="http://schemas.microsoft.com/office/drawing/2014/main" id="{9E2221B5-B2E1-01E2-8C9F-168ACDDF9E8B}"/>
                </a:ext>
              </a:extLst>
            </p:cNvPr>
            <p:cNvSpPr/>
            <p:nvPr userDrawn="1"/>
          </p:nvSpPr>
          <p:spPr>
            <a:xfrm rot="15058907" flipV="1">
              <a:off x="714150" y="4505130"/>
              <a:ext cx="1820580" cy="2531154"/>
            </a:xfrm>
            <a:custGeom>
              <a:avLst/>
              <a:gdLst>
                <a:gd name="connsiteX0" fmla="*/ 1727250 w 1820259"/>
                <a:gd name="connsiteY0" fmla="*/ 173661 h 2531154"/>
                <a:gd name="connsiteX1" fmla="*/ 1428197 w 1820259"/>
                <a:gd name="connsiteY1" fmla="*/ 6268 h 2531154"/>
                <a:gd name="connsiteX2" fmla="*/ 1013101 w 1820259"/>
                <a:gd name="connsiteY2" fmla="*/ 104381 h 2531154"/>
                <a:gd name="connsiteX3" fmla="*/ 690572 w 1820259"/>
                <a:gd name="connsiteY3" fmla="*/ 264577 h 2531154"/>
                <a:gd name="connsiteX4" fmla="*/ 365350 w 1820259"/>
                <a:gd name="connsiteY4" fmla="*/ 582744 h 2531154"/>
                <a:gd name="connsiteX5" fmla="*/ 187957 w 1820259"/>
                <a:gd name="connsiteY5" fmla="*/ 868918 h 2531154"/>
                <a:gd name="connsiteX6" fmla="*/ 118939 w 1820259"/>
                <a:gd name="connsiteY6" fmla="*/ 1182021 h 2531154"/>
                <a:gd name="connsiteX7" fmla="*/ 1617 w 1820259"/>
                <a:gd name="connsiteY7" fmla="*/ 1454035 h 2531154"/>
                <a:gd name="connsiteX8" fmla="*/ 40034 w 1820259"/>
                <a:gd name="connsiteY8" fmla="*/ 1793114 h 2531154"/>
                <a:gd name="connsiteX9" fmla="*/ 16095 w 1820259"/>
                <a:gd name="connsiteY9" fmla="*/ 1903941 h 2531154"/>
                <a:gd name="connsiteX10" fmla="*/ 1064 w 1820259"/>
                <a:gd name="connsiteY10" fmla="*/ 1933286 h 2531154"/>
                <a:gd name="connsiteX11" fmla="*/ 149993 w 1820259"/>
                <a:gd name="connsiteY11" fmla="*/ 2365361 h 2531154"/>
                <a:gd name="connsiteX12" fmla="*/ 216374 w 1820259"/>
                <a:gd name="connsiteY12" fmla="*/ 2348969 h 2531154"/>
                <a:gd name="connsiteX13" fmla="*/ 371438 w 1820259"/>
                <a:gd name="connsiteY13" fmla="*/ 2340960 h 2531154"/>
                <a:gd name="connsiteX14" fmla="*/ 606317 w 1820259"/>
                <a:gd name="connsiteY14" fmla="*/ 2521680 h 2531154"/>
                <a:gd name="connsiteX15" fmla="*/ 1314273 w 1820259"/>
                <a:gd name="connsiteY15" fmla="*/ 2001232 h 2531154"/>
                <a:gd name="connsiteX16" fmla="*/ 1573456 w 1820259"/>
                <a:gd name="connsiteY16" fmla="*/ 1777677 h 2531154"/>
                <a:gd name="connsiteX17" fmla="*/ 1671803 w 1820259"/>
                <a:gd name="connsiteY17" fmla="*/ 1460640 h 2531154"/>
                <a:gd name="connsiteX18" fmla="*/ 1815946 w 1820259"/>
                <a:gd name="connsiteY18" fmla="*/ 1173741 h 2531154"/>
                <a:gd name="connsiteX19" fmla="*/ 1802104 w 1820259"/>
                <a:gd name="connsiteY19" fmla="*/ 870686 h 2531154"/>
                <a:gd name="connsiteX20" fmla="*/ 1653120 w 1820259"/>
                <a:gd name="connsiteY20" fmla="*/ 522609 h 2531154"/>
                <a:gd name="connsiteX21" fmla="*/ 1727250 w 1820259"/>
                <a:gd name="connsiteY21" fmla="*/ 173661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21" fmla="*/ 92504 w 1820259"/>
                <a:gd name="connsiteY21" fmla="*/ 2024726 h 2531154"/>
                <a:gd name="connsiteX0" fmla="*/ 1064 w 1820259"/>
                <a:gd name="connsiteY0" fmla="*/ 1933286 h 2531154"/>
                <a:gd name="connsiteX1" fmla="*/ 149993 w 1820259"/>
                <a:gd name="connsiteY1" fmla="*/ 2365361 h 2531154"/>
                <a:gd name="connsiteX2" fmla="*/ 216374 w 1820259"/>
                <a:gd name="connsiteY2" fmla="*/ 2348969 h 2531154"/>
                <a:gd name="connsiteX3" fmla="*/ 371438 w 1820259"/>
                <a:gd name="connsiteY3" fmla="*/ 2340960 h 2531154"/>
                <a:gd name="connsiteX4" fmla="*/ 606317 w 1820259"/>
                <a:gd name="connsiteY4" fmla="*/ 2521680 h 2531154"/>
                <a:gd name="connsiteX5" fmla="*/ 1314273 w 1820259"/>
                <a:gd name="connsiteY5" fmla="*/ 2001232 h 2531154"/>
                <a:gd name="connsiteX6" fmla="*/ 1573456 w 1820259"/>
                <a:gd name="connsiteY6" fmla="*/ 1777677 h 2531154"/>
                <a:gd name="connsiteX7" fmla="*/ 1671803 w 1820259"/>
                <a:gd name="connsiteY7" fmla="*/ 1460640 h 2531154"/>
                <a:gd name="connsiteX8" fmla="*/ 1815946 w 1820259"/>
                <a:gd name="connsiteY8" fmla="*/ 1173741 h 2531154"/>
                <a:gd name="connsiteX9" fmla="*/ 1802104 w 1820259"/>
                <a:gd name="connsiteY9" fmla="*/ 870686 h 2531154"/>
                <a:gd name="connsiteX10" fmla="*/ 1653120 w 1820259"/>
                <a:gd name="connsiteY10" fmla="*/ 522609 h 2531154"/>
                <a:gd name="connsiteX11" fmla="*/ 1727250 w 1820259"/>
                <a:gd name="connsiteY11" fmla="*/ 173661 h 2531154"/>
                <a:gd name="connsiteX12" fmla="*/ 1428197 w 1820259"/>
                <a:gd name="connsiteY12" fmla="*/ 6268 h 2531154"/>
                <a:gd name="connsiteX13" fmla="*/ 1013101 w 1820259"/>
                <a:gd name="connsiteY13" fmla="*/ 104381 h 2531154"/>
                <a:gd name="connsiteX14" fmla="*/ 690572 w 1820259"/>
                <a:gd name="connsiteY14" fmla="*/ 264577 h 2531154"/>
                <a:gd name="connsiteX15" fmla="*/ 365350 w 1820259"/>
                <a:gd name="connsiteY15" fmla="*/ 582744 h 2531154"/>
                <a:gd name="connsiteX16" fmla="*/ 187957 w 1820259"/>
                <a:gd name="connsiteY16" fmla="*/ 868918 h 2531154"/>
                <a:gd name="connsiteX17" fmla="*/ 118939 w 1820259"/>
                <a:gd name="connsiteY17" fmla="*/ 1182021 h 2531154"/>
                <a:gd name="connsiteX18" fmla="*/ 1617 w 1820259"/>
                <a:gd name="connsiteY18" fmla="*/ 1454035 h 2531154"/>
                <a:gd name="connsiteX19" fmla="*/ 40034 w 1820259"/>
                <a:gd name="connsiteY19" fmla="*/ 1793114 h 2531154"/>
                <a:gd name="connsiteX20" fmla="*/ 16095 w 1820259"/>
                <a:gd name="connsiteY20" fmla="*/ 1903941 h 2531154"/>
                <a:gd name="connsiteX0" fmla="*/ 149993 w 1820259"/>
                <a:gd name="connsiteY0" fmla="*/ 2365361 h 2531154"/>
                <a:gd name="connsiteX1" fmla="*/ 216374 w 1820259"/>
                <a:gd name="connsiteY1" fmla="*/ 2348969 h 2531154"/>
                <a:gd name="connsiteX2" fmla="*/ 371438 w 1820259"/>
                <a:gd name="connsiteY2" fmla="*/ 2340960 h 2531154"/>
                <a:gd name="connsiteX3" fmla="*/ 606317 w 1820259"/>
                <a:gd name="connsiteY3" fmla="*/ 2521680 h 2531154"/>
                <a:gd name="connsiteX4" fmla="*/ 1314273 w 1820259"/>
                <a:gd name="connsiteY4" fmla="*/ 2001232 h 2531154"/>
                <a:gd name="connsiteX5" fmla="*/ 1573456 w 1820259"/>
                <a:gd name="connsiteY5" fmla="*/ 1777677 h 2531154"/>
                <a:gd name="connsiteX6" fmla="*/ 1671803 w 1820259"/>
                <a:gd name="connsiteY6" fmla="*/ 1460640 h 2531154"/>
                <a:gd name="connsiteX7" fmla="*/ 1815946 w 1820259"/>
                <a:gd name="connsiteY7" fmla="*/ 1173741 h 2531154"/>
                <a:gd name="connsiteX8" fmla="*/ 1802104 w 1820259"/>
                <a:gd name="connsiteY8" fmla="*/ 870686 h 2531154"/>
                <a:gd name="connsiteX9" fmla="*/ 1653120 w 1820259"/>
                <a:gd name="connsiteY9" fmla="*/ 522609 h 2531154"/>
                <a:gd name="connsiteX10" fmla="*/ 1727250 w 1820259"/>
                <a:gd name="connsiteY10" fmla="*/ 173661 h 2531154"/>
                <a:gd name="connsiteX11" fmla="*/ 1428197 w 1820259"/>
                <a:gd name="connsiteY11" fmla="*/ 6268 h 2531154"/>
                <a:gd name="connsiteX12" fmla="*/ 1013101 w 1820259"/>
                <a:gd name="connsiteY12" fmla="*/ 104381 h 2531154"/>
                <a:gd name="connsiteX13" fmla="*/ 690572 w 1820259"/>
                <a:gd name="connsiteY13" fmla="*/ 264577 h 2531154"/>
                <a:gd name="connsiteX14" fmla="*/ 365350 w 1820259"/>
                <a:gd name="connsiteY14" fmla="*/ 582744 h 2531154"/>
                <a:gd name="connsiteX15" fmla="*/ 187957 w 1820259"/>
                <a:gd name="connsiteY15" fmla="*/ 868918 h 2531154"/>
                <a:gd name="connsiteX16" fmla="*/ 118939 w 1820259"/>
                <a:gd name="connsiteY16" fmla="*/ 1182021 h 2531154"/>
                <a:gd name="connsiteX17" fmla="*/ 1617 w 1820259"/>
                <a:gd name="connsiteY17" fmla="*/ 1454035 h 2531154"/>
                <a:gd name="connsiteX18" fmla="*/ 40034 w 1820259"/>
                <a:gd name="connsiteY18" fmla="*/ 1793114 h 2531154"/>
                <a:gd name="connsiteX19" fmla="*/ 16095 w 1820259"/>
                <a:gd name="connsiteY19" fmla="*/ 1903941 h 2531154"/>
                <a:gd name="connsiteX0" fmla="*/ 150314 w 1820580"/>
                <a:gd name="connsiteY0" fmla="*/ 2365361 h 2531154"/>
                <a:gd name="connsiteX1" fmla="*/ 216695 w 1820580"/>
                <a:gd name="connsiteY1" fmla="*/ 2348969 h 2531154"/>
                <a:gd name="connsiteX2" fmla="*/ 371759 w 1820580"/>
                <a:gd name="connsiteY2" fmla="*/ 2340960 h 2531154"/>
                <a:gd name="connsiteX3" fmla="*/ 606638 w 1820580"/>
                <a:gd name="connsiteY3" fmla="*/ 2521680 h 2531154"/>
                <a:gd name="connsiteX4" fmla="*/ 1314594 w 1820580"/>
                <a:gd name="connsiteY4" fmla="*/ 2001232 h 2531154"/>
                <a:gd name="connsiteX5" fmla="*/ 1573777 w 1820580"/>
                <a:gd name="connsiteY5" fmla="*/ 1777677 h 2531154"/>
                <a:gd name="connsiteX6" fmla="*/ 1672124 w 1820580"/>
                <a:gd name="connsiteY6" fmla="*/ 1460640 h 2531154"/>
                <a:gd name="connsiteX7" fmla="*/ 1816267 w 1820580"/>
                <a:gd name="connsiteY7" fmla="*/ 1173741 h 2531154"/>
                <a:gd name="connsiteX8" fmla="*/ 1802425 w 1820580"/>
                <a:gd name="connsiteY8" fmla="*/ 870686 h 2531154"/>
                <a:gd name="connsiteX9" fmla="*/ 1653441 w 1820580"/>
                <a:gd name="connsiteY9" fmla="*/ 522609 h 2531154"/>
                <a:gd name="connsiteX10" fmla="*/ 1727571 w 1820580"/>
                <a:gd name="connsiteY10" fmla="*/ 173661 h 2531154"/>
                <a:gd name="connsiteX11" fmla="*/ 1428518 w 1820580"/>
                <a:gd name="connsiteY11" fmla="*/ 6268 h 2531154"/>
                <a:gd name="connsiteX12" fmla="*/ 1013422 w 1820580"/>
                <a:gd name="connsiteY12" fmla="*/ 104381 h 2531154"/>
                <a:gd name="connsiteX13" fmla="*/ 690893 w 1820580"/>
                <a:gd name="connsiteY13" fmla="*/ 264577 h 2531154"/>
                <a:gd name="connsiteX14" fmla="*/ 365671 w 1820580"/>
                <a:gd name="connsiteY14" fmla="*/ 582744 h 2531154"/>
                <a:gd name="connsiteX15" fmla="*/ 188278 w 1820580"/>
                <a:gd name="connsiteY15" fmla="*/ 868918 h 2531154"/>
                <a:gd name="connsiteX16" fmla="*/ 119260 w 1820580"/>
                <a:gd name="connsiteY16" fmla="*/ 1182021 h 2531154"/>
                <a:gd name="connsiteX17" fmla="*/ 1938 w 1820580"/>
                <a:gd name="connsiteY17" fmla="*/ 1454035 h 2531154"/>
                <a:gd name="connsiteX18" fmla="*/ 40355 w 1820580"/>
                <a:gd name="connsiteY18" fmla="*/ 1793114 h 2531154"/>
                <a:gd name="connsiteX19" fmla="*/ 30183 w 1820580"/>
                <a:gd name="connsiteY19" fmla="*/ 2015725 h 25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20580" h="2531154">
                  <a:moveTo>
                    <a:pt x="150314" y="2365361"/>
                  </a:moveTo>
                  <a:lnTo>
                    <a:pt x="216695" y="2348969"/>
                  </a:lnTo>
                  <a:cubicBezTo>
                    <a:pt x="271506" y="2336898"/>
                    <a:pt x="326366" y="2329643"/>
                    <a:pt x="371759" y="2340960"/>
                  </a:cubicBezTo>
                  <a:cubicBezTo>
                    <a:pt x="462546" y="2363594"/>
                    <a:pt x="449498" y="2578301"/>
                    <a:pt x="606638" y="2521680"/>
                  </a:cubicBezTo>
                  <a:cubicBezTo>
                    <a:pt x="763777" y="2465059"/>
                    <a:pt x="1153405" y="2125232"/>
                    <a:pt x="1314594" y="2001232"/>
                  </a:cubicBezTo>
                  <a:cubicBezTo>
                    <a:pt x="1475784" y="1877232"/>
                    <a:pt x="1514189" y="1867776"/>
                    <a:pt x="1573777" y="1777677"/>
                  </a:cubicBezTo>
                  <a:cubicBezTo>
                    <a:pt x="1633364" y="1687578"/>
                    <a:pt x="1631709" y="1561296"/>
                    <a:pt x="1672124" y="1460640"/>
                  </a:cubicBezTo>
                  <a:cubicBezTo>
                    <a:pt x="1712539" y="1359984"/>
                    <a:pt x="1805532" y="1284593"/>
                    <a:pt x="1816267" y="1173741"/>
                  </a:cubicBezTo>
                  <a:cubicBezTo>
                    <a:pt x="1825965" y="1072696"/>
                    <a:pt x="1818433" y="971088"/>
                    <a:pt x="1802425" y="870686"/>
                  </a:cubicBezTo>
                  <a:cubicBezTo>
                    <a:pt x="1784818" y="759915"/>
                    <a:pt x="1657301" y="634185"/>
                    <a:pt x="1653441" y="522609"/>
                  </a:cubicBezTo>
                  <a:cubicBezTo>
                    <a:pt x="1649204" y="398975"/>
                    <a:pt x="1765058" y="259718"/>
                    <a:pt x="1727571" y="173661"/>
                  </a:cubicBezTo>
                  <a:cubicBezTo>
                    <a:pt x="1690084" y="87604"/>
                    <a:pt x="1541249" y="-28319"/>
                    <a:pt x="1428518" y="6268"/>
                  </a:cubicBezTo>
                  <a:cubicBezTo>
                    <a:pt x="1301036" y="45381"/>
                    <a:pt x="1136360" y="61329"/>
                    <a:pt x="1013422" y="104381"/>
                  </a:cubicBezTo>
                  <a:cubicBezTo>
                    <a:pt x="890485" y="147432"/>
                    <a:pt x="798851" y="184849"/>
                    <a:pt x="690893" y="264577"/>
                  </a:cubicBezTo>
                  <a:cubicBezTo>
                    <a:pt x="582934" y="344305"/>
                    <a:pt x="461336" y="467712"/>
                    <a:pt x="365671" y="582744"/>
                  </a:cubicBezTo>
                  <a:cubicBezTo>
                    <a:pt x="292040" y="671249"/>
                    <a:pt x="230178" y="766506"/>
                    <a:pt x="188278" y="868918"/>
                  </a:cubicBezTo>
                  <a:cubicBezTo>
                    <a:pt x="147037" y="969561"/>
                    <a:pt x="129052" y="1075670"/>
                    <a:pt x="119260" y="1182021"/>
                  </a:cubicBezTo>
                  <a:cubicBezTo>
                    <a:pt x="111821" y="1262165"/>
                    <a:pt x="9471" y="1373971"/>
                    <a:pt x="1938" y="1454035"/>
                  </a:cubicBezTo>
                  <a:cubicBezTo>
                    <a:pt x="-9831" y="1578553"/>
                    <a:pt x="35648" y="1699499"/>
                    <a:pt x="40355" y="1793114"/>
                  </a:cubicBezTo>
                  <a:cubicBezTo>
                    <a:pt x="45062" y="1886729"/>
                    <a:pt x="42965" y="1984634"/>
                    <a:pt x="30183" y="2015725"/>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75" name="Freeform: Shape 74">
              <a:extLst>
                <a:ext uri="{FF2B5EF4-FFF2-40B4-BE49-F238E27FC236}">
                  <a16:creationId xmlns:a16="http://schemas.microsoft.com/office/drawing/2014/main" id="{FD5AA741-12E2-C185-6967-89F3B7A84EEC}"/>
                </a:ext>
              </a:extLst>
            </p:cNvPr>
            <p:cNvSpPr/>
            <p:nvPr userDrawn="1"/>
          </p:nvSpPr>
          <p:spPr>
            <a:xfrm rot="15058907" flipV="1">
              <a:off x="868320" y="4727467"/>
              <a:ext cx="1575851" cy="209171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135659 w 1445294"/>
                <a:gd name="connsiteY0" fmla="*/ 1664146 h 2327937"/>
                <a:gd name="connsiteX1" fmla="*/ 219003 w 1445294"/>
                <a:gd name="connsiteY1" fmla="*/ 1271049 h 2327937"/>
                <a:gd name="connsiteX2" fmla="*/ 219003 w 1445294"/>
                <a:gd name="connsiteY2" fmla="*/ 991109 h 2327937"/>
                <a:gd name="connsiteX3" fmla="*/ 316920 w 1445294"/>
                <a:gd name="connsiteY3" fmla="*/ 588964 h 2327937"/>
                <a:gd name="connsiteX4" fmla="*/ 494942 w 1445294"/>
                <a:gd name="connsiteY4" fmla="*/ 336170 h 2327937"/>
                <a:gd name="connsiteX5" fmla="*/ 828031 w 1445294"/>
                <a:gd name="connsiteY5" fmla="*/ 86234 h 2327937"/>
                <a:gd name="connsiteX6" fmla="*/ 1074919 w 1445294"/>
                <a:gd name="connsiteY6" fmla="*/ 33 h 2327937"/>
                <a:gd name="connsiteX7" fmla="*/ 1227129 w 1445294"/>
                <a:gd name="connsiteY7" fmla="*/ 60326 h 2327937"/>
                <a:gd name="connsiteX8" fmla="*/ 1267324 w 1445294"/>
                <a:gd name="connsiteY8" fmla="*/ 221204 h 2327937"/>
                <a:gd name="connsiteX9" fmla="*/ 1298947 w 1445294"/>
                <a:gd name="connsiteY9" fmla="*/ 448089 h 2327937"/>
                <a:gd name="connsiteX10" fmla="*/ 1402293 w 1445294"/>
                <a:gd name="connsiteY10" fmla="*/ 789941 h 2327937"/>
                <a:gd name="connsiteX11" fmla="*/ 1428106 w 1445294"/>
                <a:gd name="connsiteY11" fmla="*/ 942151 h 2327937"/>
                <a:gd name="connsiteX12" fmla="*/ 1442489 w 1445294"/>
                <a:gd name="connsiteY12" fmla="*/ 1272478 h 2327937"/>
                <a:gd name="connsiteX13" fmla="*/ 1336285 w 1445294"/>
                <a:gd name="connsiteY13" fmla="*/ 1660240 h 2327937"/>
                <a:gd name="connsiteX14" fmla="*/ 1207126 w 1445294"/>
                <a:gd name="connsiteY14" fmla="*/ 1844073 h 2327937"/>
                <a:gd name="connsiteX15" fmla="*/ 970239 w 1445294"/>
                <a:gd name="connsiteY15" fmla="*/ 2081055 h 2327937"/>
                <a:gd name="connsiteX16" fmla="*/ 566855 w 1445294"/>
                <a:gd name="connsiteY16" fmla="*/ 2254887 h 2327937"/>
                <a:gd name="connsiteX17" fmla="*/ 19661 w 1445294"/>
                <a:gd name="connsiteY17" fmla="*/ 2291925 h 2327937"/>
                <a:gd name="connsiteX18" fmla="*/ 121847 w 1445294"/>
                <a:gd name="connsiteY18" fmla="*/ 1829690 h 2327937"/>
                <a:gd name="connsiteX19" fmla="*/ 135659 w 1445294"/>
                <a:gd name="connsiteY19" fmla="*/ 1664146 h 2327937"/>
                <a:gd name="connsiteX0" fmla="*/ 135659 w 1445294"/>
                <a:gd name="connsiteY0" fmla="*/ 1664146 h 2409852"/>
                <a:gd name="connsiteX1" fmla="*/ 219003 w 1445294"/>
                <a:gd name="connsiteY1" fmla="*/ 1271049 h 2409852"/>
                <a:gd name="connsiteX2" fmla="*/ 219003 w 1445294"/>
                <a:gd name="connsiteY2" fmla="*/ 991109 h 2409852"/>
                <a:gd name="connsiteX3" fmla="*/ 316920 w 1445294"/>
                <a:gd name="connsiteY3" fmla="*/ 588964 h 2409852"/>
                <a:gd name="connsiteX4" fmla="*/ 494942 w 1445294"/>
                <a:gd name="connsiteY4" fmla="*/ 336170 h 2409852"/>
                <a:gd name="connsiteX5" fmla="*/ 828031 w 1445294"/>
                <a:gd name="connsiteY5" fmla="*/ 86234 h 2409852"/>
                <a:gd name="connsiteX6" fmla="*/ 1074919 w 1445294"/>
                <a:gd name="connsiteY6" fmla="*/ 33 h 2409852"/>
                <a:gd name="connsiteX7" fmla="*/ 1227129 w 1445294"/>
                <a:gd name="connsiteY7" fmla="*/ 60326 h 2409852"/>
                <a:gd name="connsiteX8" fmla="*/ 1267324 w 1445294"/>
                <a:gd name="connsiteY8" fmla="*/ 221204 h 2409852"/>
                <a:gd name="connsiteX9" fmla="*/ 1298947 w 1445294"/>
                <a:gd name="connsiteY9" fmla="*/ 448089 h 2409852"/>
                <a:gd name="connsiteX10" fmla="*/ 1402293 w 1445294"/>
                <a:gd name="connsiteY10" fmla="*/ 789941 h 2409852"/>
                <a:gd name="connsiteX11" fmla="*/ 1428106 w 1445294"/>
                <a:gd name="connsiteY11" fmla="*/ 942151 h 2409852"/>
                <a:gd name="connsiteX12" fmla="*/ 1442489 w 1445294"/>
                <a:gd name="connsiteY12" fmla="*/ 1272478 h 2409852"/>
                <a:gd name="connsiteX13" fmla="*/ 1336285 w 1445294"/>
                <a:gd name="connsiteY13" fmla="*/ 1660240 h 2409852"/>
                <a:gd name="connsiteX14" fmla="*/ 1207126 w 1445294"/>
                <a:gd name="connsiteY14" fmla="*/ 1844073 h 2409852"/>
                <a:gd name="connsiteX15" fmla="*/ 970239 w 1445294"/>
                <a:gd name="connsiteY15" fmla="*/ 2081055 h 2409852"/>
                <a:gd name="connsiteX16" fmla="*/ 507765 w 1445294"/>
                <a:gd name="connsiteY16" fmla="*/ 2399403 h 2409852"/>
                <a:gd name="connsiteX17" fmla="*/ 19661 w 1445294"/>
                <a:gd name="connsiteY17" fmla="*/ 2291925 h 2409852"/>
                <a:gd name="connsiteX18" fmla="*/ 121847 w 1445294"/>
                <a:gd name="connsiteY18" fmla="*/ 1829690 h 2409852"/>
                <a:gd name="connsiteX19" fmla="*/ 135659 w 1445294"/>
                <a:gd name="connsiteY19" fmla="*/ 1664146 h 2409852"/>
                <a:gd name="connsiteX0" fmla="*/ 131265 w 1440900"/>
                <a:gd name="connsiteY0" fmla="*/ 1664146 h 2409852"/>
                <a:gd name="connsiteX1" fmla="*/ 214609 w 1440900"/>
                <a:gd name="connsiteY1" fmla="*/ 1271049 h 2409852"/>
                <a:gd name="connsiteX2" fmla="*/ 214609 w 1440900"/>
                <a:gd name="connsiteY2" fmla="*/ 991109 h 2409852"/>
                <a:gd name="connsiteX3" fmla="*/ 312526 w 1440900"/>
                <a:gd name="connsiteY3" fmla="*/ 588964 h 2409852"/>
                <a:gd name="connsiteX4" fmla="*/ 490548 w 1440900"/>
                <a:gd name="connsiteY4" fmla="*/ 336170 h 2409852"/>
                <a:gd name="connsiteX5" fmla="*/ 823637 w 1440900"/>
                <a:gd name="connsiteY5" fmla="*/ 86234 h 2409852"/>
                <a:gd name="connsiteX6" fmla="*/ 1070525 w 1440900"/>
                <a:gd name="connsiteY6" fmla="*/ 33 h 2409852"/>
                <a:gd name="connsiteX7" fmla="*/ 1222735 w 1440900"/>
                <a:gd name="connsiteY7" fmla="*/ 60326 h 2409852"/>
                <a:gd name="connsiteX8" fmla="*/ 1262930 w 1440900"/>
                <a:gd name="connsiteY8" fmla="*/ 221204 h 2409852"/>
                <a:gd name="connsiteX9" fmla="*/ 1294553 w 1440900"/>
                <a:gd name="connsiteY9" fmla="*/ 448089 h 2409852"/>
                <a:gd name="connsiteX10" fmla="*/ 1397899 w 1440900"/>
                <a:gd name="connsiteY10" fmla="*/ 789941 h 2409852"/>
                <a:gd name="connsiteX11" fmla="*/ 1423712 w 1440900"/>
                <a:gd name="connsiteY11" fmla="*/ 942151 h 2409852"/>
                <a:gd name="connsiteX12" fmla="*/ 1438095 w 1440900"/>
                <a:gd name="connsiteY12" fmla="*/ 1272478 h 2409852"/>
                <a:gd name="connsiteX13" fmla="*/ 1331891 w 1440900"/>
                <a:gd name="connsiteY13" fmla="*/ 1660240 h 2409852"/>
                <a:gd name="connsiteX14" fmla="*/ 1202732 w 1440900"/>
                <a:gd name="connsiteY14" fmla="*/ 1844073 h 2409852"/>
                <a:gd name="connsiteX15" fmla="*/ 965845 w 1440900"/>
                <a:gd name="connsiteY15" fmla="*/ 2081055 h 2409852"/>
                <a:gd name="connsiteX16" fmla="*/ 503371 w 1440900"/>
                <a:gd name="connsiteY16" fmla="*/ 2399403 h 2409852"/>
                <a:gd name="connsiteX17" fmla="*/ 15267 w 1440900"/>
                <a:gd name="connsiteY17" fmla="*/ 2291925 h 2409852"/>
                <a:gd name="connsiteX18" fmla="*/ 131265 w 1440900"/>
                <a:gd name="connsiteY18" fmla="*/ 1664146 h 2409852"/>
                <a:gd name="connsiteX0" fmla="*/ 74167 w 1448517"/>
                <a:gd name="connsiteY0" fmla="*/ 1601436 h 2409852"/>
                <a:gd name="connsiteX1" fmla="*/ 222226 w 1448517"/>
                <a:gd name="connsiteY1" fmla="*/ 1271049 h 2409852"/>
                <a:gd name="connsiteX2" fmla="*/ 222226 w 1448517"/>
                <a:gd name="connsiteY2" fmla="*/ 991109 h 2409852"/>
                <a:gd name="connsiteX3" fmla="*/ 320143 w 1448517"/>
                <a:gd name="connsiteY3" fmla="*/ 588964 h 2409852"/>
                <a:gd name="connsiteX4" fmla="*/ 498165 w 1448517"/>
                <a:gd name="connsiteY4" fmla="*/ 336170 h 2409852"/>
                <a:gd name="connsiteX5" fmla="*/ 831254 w 1448517"/>
                <a:gd name="connsiteY5" fmla="*/ 86234 h 2409852"/>
                <a:gd name="connsiteX6" fmla="*/ 1078142 w 1448517"/>
                <a:gd name="connsiteY6" fmla="*/ 33 h 2409852"/>
                <a:gd name="connsiteX7" fmla="*/ 1230352 w 1448517"/>
                <a:gd name="connsiteY7" fmla="*/ 60326 h 2409852"/>
                <a:gd name="connsiteX8" fmla="*/ 1270547 w 1448517"/>
                <a:gd name="connsiteY8" fmla="*/ 221204 h 2409852"/>
                <a:gd name="connsiteX9" fmla="*/ 1302170 w 1448517"/>
                <a:gd name="connsiteY9" fmla="*/ 448089 h 2409852"/>
                <a:gd name="connsiteX10" fmla="*/ 1405516 w 1448517"/>
                <a:gd name="connsiteY10" fmla="*/ 789941 h 2409852"/>
                <a:gd name="connsiteX11" fmla="*/ 1431329 w 1448517"/>
                <a:gd name="connsiteY11" fmla="*/ 942151 h 2409852"/>
                <a:gd name="connsiteX12" fmla="*/ 1445712 w 1448517"/>
                <a:gd name="connsiteY12" fmla="*/ 1272478 h 2409852"/>
                <a:gd name="connsiteX13" fmla="*/ 1339508 w 1448517"/>
                <a:gd name="connsiteY13" fmla="*/ 1660240 h 2409852"/>
                <a:gd name="connsiteX14" fmla="*/ 1210349 w 1448517"/>
                <a:gd name="connsiteY14" fmla="*/ 1844073 h 2409852"/>
                <a:gd name="connsiteX15" fmla="*/ 973462 w 1448517"/>
                <a:gd name="connsiteY15" fmla="*/ 2081055 h 2409852"/>
                <a:gd name="connsiteX16" fmla="*/ 510988 w 1448517"/>
                <a:gd name="connsiteY16" fmla="*/ 2399403 h 2409852"/>
                <a:gd name="connsiteX17" fmla="*/ 22884 w 1448517"/>
                <a:gd name="connsiteY17" fmla="*/ 2291925 h 2409852"/>
                <a:gd name="connsiteX18" fmla="*/ 74167 w 1448517"/>
                <a:gd name="connsiteY18" fmla="*/ 1601436 h 2409852"/>
                <a:gd name="connsiteX0" fmla="*/ 65842 w 1440192"/>
                <a:gd name="connsiteY0" fmla="*/ 1601436 h 2409852"/>
                <a:gd name="connsiteX1" fmla="*/ 213901 w 1440192"/>
                <a:gd name="connsiteY1" fmla="*/ 1271049 h 2409852"/>
                <a:gd name="connsiteX2" fmla="*/ 213901 w 1440192"/>
                <a:gd name="connsiteY2" fmla="*/ 991109 h 2409852"/>
                <a:gd name="connsiteX3" fmla="*/ 311818 w 1440192"/>
                <a:gd name="connsiteY3" fmla="*/ 588964 h 2409852"/>
                <a:gd name="connsiteX4" fmla="*/ 489840 w 1440192"/>
                <a:gd name="connsiteY4" fmla="*/ 336170 h 2409852"/>
                <a:gd name="connsiteX5" fmla="*/ 822929 w 1440192"/>
                <a:gd name="connsiteY5" fmla="*/ 86234 h 2409852"/>
                <a:gd name="connsiteX6" fmla="*/ 1069817 w 1440192"/>
                <a:gd name="connsiteY6" fmla="*/ 33 h 2409852"/>
                <a:gd name="connsiteX7" fmla="*/ 1222027 w 1440192"/>
                <a:gd name="connsiteY7" fmla="*/ 60326 h 2409852"/>
                <a:gd name="connsiteX8" fmla="*/ 1262222 w 1440192"/>
                <a:gd name="connsiteY8" fmla="*/ 221204 h 2409852"/>
                <a:gd name="connsiteX9" fmla="*/ 1293845 w 1440192"/>
                <a:gd name="connsiteY9" fmla="*/ 448089 h 2409852"/>
                <a:gd name="connsiteX10" fmla="*/ 1397191 w 1440192"/>
                <a:gd name="connsiteY10" fmla="*/ 789941 h 2409852"/>
                <a:gd name="connsiteX11" fmla="*/ 1423004 w 1440192"/>
                <a:gd name="connsiteY11" fmla="*/ 942151 h 2409852"/>
                <a:gd name="connsiteX12" fmla="*/ 1437387 w 1440192"/>
                <a:gd name="connsiteY12" fmla="*/ 1272478 h 2409852"/>
                <a:gd name="connsiteX13" fmla="*/ 1331183 w 1440192"/>
                <a:gd name="connsiteY13" fmla="*/ 1660240 h 2409852"/>
                <a:gd name="connsiteX14" fmla="*/ 1202024 w 1440192"/>
                <a:gd name="connsiteY14" fmla="*/ 1844073 h 2409852"/>
                <a:gd name="connsiteX15" fmla="*/ 965137 w 1440192"/>
                <a:gd name="connsiteY15" fmla="*/ 2081055 h 2409852"/>
                <a:gd name="connsiteX16" fmla="*/ 502663 w 1440192"/>
                <a:gd name="connsiteY16" fmla="*/ 2399403 h 2409852"/>
                <a:gd name="connsiteX17" fmla="*/ 14559 w 1440192"/>
                <a:gd name="connsiteY17" fmla="*/ 2291925 h 2409852"/>
                <a:gd name="connsiteX18" fmla="*/ 65842 w 1440192"/>
                <a:gd name="connsiteY18" fmla="*/ 1601436 h 2409852"/>
                <a:gd name="connsiteX0" fmla="*/ 33062 w 1407412"/>
                <a:gd name="connsiteY0" fmla="*/ 1601436 h 2425601"/>
                <a:gd name="connsiteX1" fmla="*/ 181121 w 1407412"/>
                <a:gd name="connsiteY1" fmla="*/ 1271049 h 2425601"/>
                <a:gd name="connsiteX2" fmla="*/ 181121 w 1407412"/>
                <a:gd name="connsiteY2" fmla="*/ 991109 h 2425601"/>
                <a:gd name="connsiteX3" fmla="*/ 279038 w 1407412"/>
                <a:gd name="connsiteY3" fmla="*/ 588964 h 2425601"/>
                <a:gd name="connsiteX4" fmla="*/ 457060 w 1407412"/>
                <a:gd name="connsiteY4" fmla="*/ 336170 h 2425601"/>
                <a:gd name="connsiteX5" fmla="*/ 790149 w 1407412"/>
                <a:gd name="connsiteY5" fmla="*/ 86234 h 2425601"/>
                <a:gd name="connsiteX6" fmla="*/ 1037037 w 1407412"/>
                <a:gd name="connsiteY6" fmla="*/ 33 h 2425601"/>
                <a:gd name="connsiteX7" fmla="*/ 1189247 w 1407412"/>
                <a:gd name="connsiteY7" fmla="*/ 60326 h 2425601"/>
                <a:gd name="connsiteX8" fmla="*/ 1229442 w 1407412"/>
                <a:gd name="connsiteY8" fmla="*/ 221204 h 2425601"/>
                <a:gd name="connsiteX9" fmla="*/ 1261065 w 1407412"/>
                <a:gd name="connsiteY9" fmla="*/ 448089 h 2425601"/>
                <a:gd name="connsiteX10" fmla="*/ 1364411 w 1407412"/>
                <a:gd name="connsiteY10" fmla="*/ 789941 h 2425601"/>
                <a:gd name="connsiteX11" fmla="*/ 1390224 w 1407412"/>
                <a:gd name="connsiteY11" fmla="*/ 942151 h 2425601"/>
                <a:gd name="connsiteX12" fmla="*/ 1404607 w 1407412"/>
                <a:gd name="connsiteY12" fmla="*/ 1272478 h 2425601"/>
                <a:gd name="connsiteX13" fmla="*/ 1298403 w 1407412"/>
                <a:gd name="connsiteY13" fmla="*/ 1660240 h 2425601"/>
                <a:gd name="connsiteX14" fmla="*/ 1169244 w 1407412"/>
                <a:gd name="connsiteY14" fmla="*/ 1844073 h 2425601"/>
                <a:gd name="connsiteX15" fmla="*/ 932357 w 1407412"/>
                <a:gd name="connsiteY15" fmla="*/ 2081055 h 2425601"/>
                <a:gd name="connsiteX16" fmla="*/ 469883 w 1407412"/>
                <a:gd name="connsiteY16" fmla="*/ 2399403 h 2425601"/>
                <a:gd name="connsiteX17" fmla="*/ 17875 w 1407412"/>
                <a:gd name="connsiteY17" fmla="*/ 2349475 h 2425601"/>
                <a:gd name="connsiteX18" fmla="*/ 33062 w 1407412"/>
                <a:gd name="connsiteY18" fmla="*/ 1601436 h 2425601"/>
                <a:gd name="connsiteX0" fmla="*/ 42806 w 1417156"/>
                <a:gd name="connsiteY0" fmla="*/ 1601436 h 2425601"/>
                <a:gd name="connsiteX1" fmla="*/ 190865 w 1417156"/>
                <a:gd name="connsiteY1" fmla="*/ 1271049 h 2425601"/>
                <a:gd name="connsiteX2" fmla="*/ 190865 w 1417156"/>
                <a:gd name="connsiteY2" fmla="*/ 991109 h 2425601"/>
                <a:gd name="connsiteX3" fmla="*/ 288782 w 1417156"/>
                <a:gd name="connsiteY3" fmla="*/ 588964 h 2425601"/>
                <a:gd name="connsiteX4" fmla="*/ 466804 w 1417156"/>
                <a:gd name="connsiteY4" fmla="*/ 336170 h 2425601"/>
                <a:gd name="connsiteX5" fmla="*/ 799893 w 1417156"/>
                <a:gd name="connsiteY5" fmla="*/ 86234 h 2425601"/>
                <a:gd name="connsiteX6" fmla="*/ 1046781 w 1417156"/>
                <a:gd name="connsiteY6" fmla="*/ 33 h 2425601"/>
                <a:gd name="connsiteX7" fmla="*/ 1198991 w 1417156"/>
                <a:gd name="connsiteY7" fmla="*/ 60326 h 2425601"/>
                <a:gd name="connsiteX8" fmla="*/ 1239186 w 1417156"/>
                <a:gd name="connsiteY8" fmla="*/ 221204 h 2425601"/>
                <a:gd name="connsiteX9" fmla="*/ 1270809 w 1417156"/>
                <a:gd name="connsiteY9" fmla="*/ 448089 h 2425601"/>
                <a:gd name="connsiteX10" fmla="*/ 1374155 w 1417156"/>
                <a:gd name="connsiteY10" fmla="*/ 789941 h 2425601"/>
                <a:gd name="connsiteX11" fmla="*/ 1399968 w 1417156"/>
                <a:gd name="connsiteY11" fmla="*/ 942151 h 2425601"/>
                <a:gd name="connsiteX12" fmla="*/ 1414351 w 1417156"/>
                <a:gd name="connsiteY12" fmla="*/ 1272478 h 2425601"/>
                <a:gd name="connsiteX13" fmla="*/ 1308147 w 1417156"/>
                <a:gd name="connsiteY13" fmla="*/ 1660240 h 2425601"/>
                <a:gd name="connsiteX14" fmla="*/ 1178988 w 1417156"/>
                <a:gd name="connsiteY14" fmla="*/ 1844073 h 2425601"/>
                <a:gd name="connsiteX15" fmla="*/ 942101 w 1417156"/>
                <a:gd name="connsiteY15" fmla="*/ 2081055 h 2425601"/>
                <a:gd name="connsiteX16" fmla="*/ 479627 w 1417156"/>
                <a:gd name="connsiteY16" fmla="*/ 2399403 h 2425601"/>
                <a:gd name="connsiteX17" fmla="*/ 27619 w 1417156"/>
                <a:gd name="connsiteY17" fmla="*/ 2349475 h 2425601"/>
                <a:gd name="connsiteX18" fmla="*/ 42806 w 1417156"/>
                <a:gd name="connsiteY18" fmla="*/ 1601436 h 2425601"/>
                <a:gd name="connsiteX0" fmla="*/ 42806 w 1417156"/>
                <a:gd name="connsiteY0" fmla="*/ 1601436 h 2486846"/>
                <a:gd name="connsiteX1" fmla="*/ 190865 w 1417156"/>
                <a:gd name="connsiteY1" fmla="*/ 1271049 h 2486846"/>
                <a:gd name="connsiteX2" fmla="*/ 190865 w 1417156"/>
                <a:gd name="connsiteY2" fmla="*/ 991109 h 2486846"/>
                <a:gd name="connsiteX3" fmla="*/ 288782 w 1417156"/>
                <a:gd name="connsiteY3" fmla="*/ 588964 h 2486846"/>
                <a:gd name="connsiteX4" fmla="*/ 466804 w 1417156"/>
                <a:gd name="connsiteY4" fmla="*/ 336170 h 2486846"/>
                <a:gd name="connsiteX5" fmla="*/ 799893 w 1417156"/>
                <a:gd name="connsiteY5" fmla="*/ 86234 h 2486846"/>
                <a:gd name="connsiteX6" fmla="*/ 1046781 w 1417156"/>
                <a:gd name="connsiteY6" fmla="*/ 33 h 2486846"/>
                <a:gd name="connsiteX7" fmla="*/ 1198991 w 1417156"/>
                <a:gd name="connsiteY7" fmla="*/ 60326 h 2486846"/>
                <a:gd name="connsiteX8" fmla="*/ 1239186 w 1417156"/>
                <a:gd name="connsiteY8" fmla="*/ 221204 h 2486846"/>
                <a:gd name="connsiteX9" fmla="*/ 1270809 w 1417156"/>
                <a:gd name="connsiteY9" fmla="*/ 448089 h 2486846"/>
                <a:gd name="connsiteX10" fmla="*/ 1374155 w 1417156"/>
                <a:gd name="connsiteY10" fmla="*/ 789941 h 2486846"/>
                <a:gd name="connsiteX11" fmla="*/ 1399968 w 1417156"/>
                <a:gd name="connsiteY11" fmla="*/ 942151 h 2486846"/>
                <a:gd name="connsiteX12" fmla="*/ 1414351 w 1417156"/>
                <a:gd name="connsiteY12" fmla="*/ 1272478 h 2486846"/>
                <a:gd name="connsiteX13" fmla="*/ 1308147 w 1417156"/>
                <a:gd name="connsiteY13" fmla="*/ 1660240 h 2486846"/>
                <a:gd name="connsiteX14" fmla="*/ 1178988 w 1417156"/>
                <a:gd name="connsiteY14" fmla="*/ 1844073 h 2486846"/>
                <a:gd name="connsiteX15" fmla="*/ 942101 w 1417156"/>
                <a:gd name="connsiteY15" fmla="*/ 2081055 h 2486846"/>
                <a:gd name="connsiteX16" fmla="*/ 472264 w 1417156"/>
                <a:gd name="connsiteY16" fmla="*/ 2474514 h 2486846"/>
                <a:gd name="connsiteX17" fmla="*/ 27619 w 1417156"/>
                <a:gd name="connsiteY17" fmla="*/ 2349475 h 2486846"/>
                <a:gd name="connsiteX18" fmla="*/ 42806 w 1417156"/>
                <a:gd name="connsiteY18" fmla="*/ 1601436 h 2486846"/>
                <a:gd name="connsiteX0" fmla="*/ 42806 w 1417156"/>
                <a:gd name="connsiteY0" fmla="*/ 1601436 h 2478659"/>
                <a:gd name="connsiteX1" fmla="*/ 190865 w 1417156"/>
                <a:gd name="connsiteY1" fmla="*/ 1271049 h 2478659"/>
                <a:gd name="connsiteX2" fmla="*/ 190865 w 1417156"/>
                <a:gd name="connsiteY2" fmla="*/ 991109 h 2478659"/>
                <a:gd name="connsiteX3" fmla="*/ 288782 w 1417156"/>
                <a:gd name="connsiteY3" fmla="*/ 588964 h 2478659"/>
                <a:gd name="connsiteX4" fmla="*/ 466804 w 1417156"/>
                <a:gd name="connsiteY4" fmla="*/ 336170 h 2478659"/>
                <a:gd name="connsiteX5" fmla="*/ 799893 w 1417156"/>
                <a:gd name="connsiteY5" fmla="*/ 86234 h 2478659"/>
                <a:gd name="connsiteX6" fmla="*/ 1046781 w 1417156"/>
                <a:gd name="connsiteY6" fmla="*/ 33 h 2478659"/>
                <a:gd name="connsiteX7" fmla="*/ 1198991 w 1417156"/>
                <a:gd name="connsiteY7" fmla="*/ 60326 h 2478659"/>
                <a:gd name="connsiteX8" fmla="*/ 1239186 w 1417156"/>
                <a:gd name="connsiteY8" fmla="*/ 221204 h 2478659"/>
                <a:gd name="connsiteX9" fmla="*/ 1270809 w 1417156"/>
                <a:gd name="connsiteY9" fmla="*/ 448089 h 2478659"/>
                <a:gd name="connsiteX10" fmla="*/ 1374155 w 1417156"/>
                <a:gd name="connsiteY10" fmla="*/ 789941 h 2478659"/>
                <a:gd name="connsiteX11" fmla="*/ 1399968 w 1417156"/>
                <a:gd name="connsiteY11" fmla="*/ 942151 h 2478659"/>
                <a:gd name="connsiteX12" fmla="*/ 1414351 w 1417156"/>
                <a:gd name="connsiteY12" fmla="*/ 1272478 h 2478659"/>
                <a:gd name="connsiteX13" fmla="*/ 1308147 w 1417156"/>
                <a:gd name="connsiteY13" fmla="*/ 1660240 h 2478659"/>
                <a:gd name="connsiteX14" fmla="*/ 1178988 w 1417156"/>
                <a:gd name="connsiteY14" fmla="*/ 1844073 h 2478659"/>
                <a:gd name="connsiteX15" fmla="*/ 942101 w 1417156"/>
                <a:gd name="connsiteY15" fmla="*/ 2081055 h 2478659"/>
                <a:gd name="connsiteX16" fmla="*/ 472264 w 1417156"/>
                <a:gd name="connsiteY16" fmla="*/ 2474514 h 2478659"/>
                <a:gd name="connsiteX17" fmla="*/ 27619 w 1417156"/>
                <a:gd name="connsiteY17" fmla="*/ 2349475 h 2478659"/>
                <a:gd name="connsiteX18" fmla="*/ 42806 w 1417156"/>
                <a:gd name="connsiteY18" fmla="*/ 1601436 h 2478659"/>
                <a:gd name="connsiteX0" fmla="*/ 42806 w 1417156"/>
                <a:gd name="connsiteY0" fmla="*/ 1601436 h 2478514"/>
                <a:gd name="connsiteX1" fmla="*/ 190865 w 1417156"/>
                <a:gd name="connsiteY1" fmla="*/ 1271049 h 2478514"/>
                <a:gd name="connsiteX2" fmla="*/ 190865 w 1417156"/>
                <a:gd name="connsiteY2" fmla="*/ 991109 h 2478514"/>
                <a:gd name="connsiteX3" fmla="*/ 288782 w 1417156"/>
                <a:gd name="connsiteY3" fmla="*/ 588964 h 2478514"/>
                <a:gd name="connsiteX4" fmla="*/ 466804 w 1417156"/>
                <a:gd name="connsiteY4" fmla="*/ 336170 h 2478514"/>
                <a:gd name="connsiteX5" fmla="*/ 799893 w 1417156"/>
                <a:gd name="connsiteY5" fmla="*/ 86234 h 2478514"/>
                <a:gd name="connsiteX6" fmla="*/ 1046781 w 1417156"/>
                <a:gd name="connsiteY6" fmla="*/ 33 h 2478514"/>
                <a:gd name="connsiteX7" fmla="*/ 1198991 w 1417156"/>
                <a:gd name="connsiteY7" fmla="*/ 60326 h 2478514"/>
                <a:gd name="connsiteX8" fmla="*/ 1239186 w 1417156"/>
                <a:gd name="connsiteY8" fmla="*/ 221204 h 2478514"/>
                <a:gd name="connsiteX9" fmla="*/ 1270809 w 1417156"/>
                <a:gd name="connsiteY9" fmla="*/ 448089 h 2478514"/>
                <a:gd name="connsiteX10" fmla="*/ 1374155 w 1417156"/>
                <a:gd name="connsiteY10" fmla="*/ 789941 h 2478514"/>
                <a:gd name="connsiteX11" fmla="*/ 1399968 w 1417156"/>
                <a:gd name="connsiteY11" fmla="*/ 942151 h 2478514"/>
                <a:gd name="connsiteX12" fmla="*/ 1414351 w 1417156"/>
                <a:gd name="connsiteY12" fmla="*/ 1272478 h 2478514"/>
                <a:gd name="connsiteX13" fmla="*/ 1308147 w 1417156"/>
                <a:gd name="connsiteY13" fmla="*/ 1660240 h 2478514"/>
                <a:gd name="connsiteX14" fmla="*/ 1239599 w 1417156"/>
                <a:gd name="connsiteY14" fmla="*/ 1925707 h 2478514"/>
                <a:gd name="connsiteX15" fmla="*/ 942101 w 1417156"/>
                <a:gd name="connsiteY15" fmla="*/ 2081055 h 2478514"/>
                <a:gd name="connsiteX16" fmla="*/ 472264 w 1417156"/>
                <a:gd name="connsiteY16" fmla="*/ 2474514 h 2478514"/>
                <a:gd name="connsiteX17" fmla="*/ 27619 w 1417156"/>
                <a:gd name="connsiteY17" fmla="*/ 2349475 h 2478514"/>
                <a:gd name="connsiteX18" fmla="*/ 42806 w 1417156"/>
                <a:gd name="connsiteY18" fmla="*/ 1601436 h 2478514"/>
                <a:gd name="connsiteX0" fmla="*/ 42806 w 1471401"/>
                <a:gd name="connsiteY0" fmla="*/ 1601436 h 2478514"/>
                <a:gd name="connsiteX1" fmla="*/ 190865 w 1471401"/>
                <a:gd name="connsiteY1" fmla="*/ 1271049 h 2478514"/>
                <a:gd name="connsiteX2" fmla="*/ 190865 w 1471401"/>
                <a:gd name="connsiteY2" fmla="*/ 991109 h 2478514"/>
                <a:gd name="connsiteX3" fmla="*/ 288782 w 1471401"/>
                <a:gd name="connsiteY3" fmla="*/ 588964 h 2478514"/>
                <a:gd name="connsiteX4" fmla="*/ 466804 w 1471401"/>
                <a:gd name="connsiteY4" fmla="*/ 336170 h 2478514"/>
                <a:gd name="connsiteX5" fmla="*/ 799893 w 1471401"/>
                <a:gd name="connsiteY5" fmla="*/ 86234 h 2478514"/>
                <a:gd name="connsiteX6" fmla="*/ 1046781 w 1471401"/>
                <a:gd name="connsiteY6" fmla="*/ 33 h 2478514"/>
                <a:gd name="connsiteX7" fmla="*/ 1198991 w 1471401"/>
                <a:gd name="connsiteY7" fmla="*/ 60326 h 2478514"/>
                <a:gd name="connsiteX8" fmla="*/ 1239186 w 1471401"/>
                <a:gd name="connsiteY8" fmla="*/ 221204 h 2478514"/>
                <a:gd name="connsiteX9" fmla="*/ 1270809 w 1471401"/>
                <a:gd name="connsiteY9" fmla="*/ 448089 h 2478514"/>
                <a:gd name="connsiteX10" fmla="*/ 1374155 w 1471401"/>
                <a:gd name="connsiteY10" fmla="*/ 789941 h 2478514"/>
                <a:gd name="connsiteX11" fmla="*/ 1399968 w 1471401"/>
                <a:gd name="connsiteY11" fmla="*/ 942151 h 2478514"/>
                <a:gd name="connsiteX12" fmla="*/ 1470809 w 1471401"/>
                <a:gd name="connsiteY12" fmla="*/ 1231536 h 2478514"/>
                <a:gd name="connsiteX13" fmla="*/ 1308147 w 1471401"/>
                <a:gd name="connsiteY13" fmla="*/ 1660240 h 2478514"/>
                <a:gd name="connsiteX14" fmla="*/ 1239599 w 1471401"/>
                <a:gd name="connsiteY14" fmla="*/ 1925707 h 2478514"/>
                <a:gd name="connsiteX15" fmla="*/ 942101 w 1471401"/>
                <a:gd name="connsiteY15" fmla="*/ 2081055 h 2478514"/>
                <a:gd name="connsiteX16" fmla="*/ 472264 w 1471401"/>
                <a:gd name="connsiteY16" fmla="*/ 2474514 h 2478514"/>
                <a:gd name="connsiteX17" fmla="*/ 27619 w 1471401"/>
                <a:gd name="connsiteY17" fmla="*/ 2349475 h 2478514"/>
                <a:gd name="connsiteX18" fmla="*/ 42806 w 1471401"/>
                <a:gd name="connsiteY18" fmla="*/ 1601436 h 2478514"/>
                <a:gd name="connsiteX0" fmla="*/ 42806 w 1478078"/>
                <a:gd name="connsiteY0" fmla="*/ 1601436 h 2478514"/>
                <a:gd name="connsiteX1" fmla="*/ 190865 w 1478078"/>
                <a:gd name="connsiteY1" fmla="*/ 1271049 h 2478514"/>
                <a:gd name="connsiteX2" fmla="*/ 190865 w 1478078"/>
                <a:gd name="connsiteY2" fmla="*/ 991109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74155 w 1478078"/>
                <a:gd name="connsiteY10" fmla="*/ 789941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36 h 2478514"/>
                <a:gd name="connsiteX1" fmla="*/ 190865 w 1478078"/>
                <a:gd name="connsiteY1" fmla="*/ 1271049 h 2478514"/>
                <a:gd name="connsiteX2" fmla="*/ 132210 w 1478078"/>
                <a:gd name="connsiteY2" fmla="*/ 959886 h 2478514"/>
                <a:gd name="connsiteX3" fmla="*/ 288782 w 1478078"/>
                <a:gd name="connsiteY3" fmla="*/ 588964 h 2478514"/>
                <a:gd name="connsiteX4" fmla="*/ 466804 w 1478078"/>
                <a:gd name="connsiteY4" fmla="*/ 336170 h 2478514"/>
                <a:gd name="connsiteX5" fmla="*/ 799893 w 1478078"/>
                <a:gd name="connsiteY5" fmla="*/ 86234 h 2478514"/>
                <a:gd name="connsiteX6" fmla="*/ 1046781 w 1478078"/>
                <a:gd name="connsiteY6" fmla="*/ 33 h 2478514"/>
                <a:gd name="connsiteX7" fmla="*/ 1198991 w 1478078"/>
                <a:gd name="connsiteY7" fmla="*/ 60326 h 2478514"/>
                <a:gd name="connsiteX8" fmla="*/ 1239186 w 1478078"/>
                <a:gd name="connsiteY8" fmla="*/ 221204 h 2478514"/>
                <a:gd name="connsiteX9" fmla="*/ 1270809 w 1478078"/>
                <a:gd name="connsiteY9" fmla="*/ 448089 h 2478514"/>
                <a:gd name="connsiteX10" fmla="*/ 1325668 w 1478078"/>
                <a:gd name="connsiteY10" fmla="*/ 693535 h 2478514"/>
                <a:gd name="connsiteX11" fmla="*/ 1469454 w 1478078"/>
                <a:gd name="connsiteY11" fmla="*/ 909702 h 2478514"/>
                <a:gd name="connsiteX12" fmla="*/ 1470809 w 1478078"/>
                <a:gd name="connsiteY12" fmla="*/ 1231536 h 2478514"/>
                <a:gd name="connsiteX13" fmla="*/ 1308147 w 1478078"/>
                <a:gd name="connsiteY13" fmla="*/ 1660240 h 2478514"/>
                <a:gd name="connsiteX14" fmla="*/ 1239599 w 1478078"/>
                <a:gd name="connsiteY14" fmla="*/ 1925707 h 2478514"/>
                <a:gd name="connsiteX15" fmla="*/ 942101 w 1478078"/>
                <a:gd name="connsiteY15" fmla="*/ 2081055 h 2478514"/>
                <a:gd name="connsiteX16" fmla="*/ 472264 w 1478078"/>
                <a:gd name="connsiteY16" fmla="*/ 2474514 h 2478514"/>
                <a:gd name="connsiteX17" fmla="*/ 27619 w 1478078"/>
                <a:gd name="connsiteY17" fmla="*/ 2349475 h 2478514"/>
                <a:gd name="connsiteX18" fmla="*/ 42806 w 1478078"/>
                <a:gd name="connsiteY18" fmla="*/ 1601436 h 2478514"/>
                <a:gd name="connsiteX0" fmla="*/ 42806 w 1478078"/>
                <a:gd name="connsiteY0" fmla="*/ 1601422 h 2478500"/>
                <a:gd name="connsiteX1" fmla="*/ 190865 w 1478078"/>
                <a:gd name="connsiteY1" fmla="*/ 1271035 h 2478500"/>
                <a:gd name="connsiteX2" fmla="*/ 132210 w 1478078"/>
                <a:gd name="connsiteY2" fmla="*/ 959872 h 2478500"/>
                <a:gd name="connsiteX3" fmla="*/ 288782 w 1478078"/>
                <a:gd name="connsiteY3" fmla="*/ 588950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 name="connsiteX0" fmla="*/ 42806 w 1478078"/>
                <a:gd name="connsiteY0" fmla="*/ 1601422 h 2478500"/>
                <a:gd name="connsiteX1" fmla="*/ 190865 w 1478078"/>
                <a:gd name="connsiteY1" fmla="*/ 1271035 h 2478500"/>
                <a:gd name="connsiteX2" fmla="*/ 132210 w 1478078"/>
                <a:gd name="connsiteY2" fmla="*/ 959872 h 2478500"/>
                <a:gd name="connsiteX3" fmla="*/ 266318 w 1478078"/>
                <a:gd name="connsiteY3" fmla="*/ 555403 h 2478500"/>
                <a:gd name="connsiteX4" fmla="*/ 466804 w 1478078"/>
                <a:gd name="connsiteY4" fmla="*/ 336156 h 2478500"/>
                <a:gd name="connsiteX5" fmla="*/ 799893 w 1478078"/>
                <a:gd name="connsiteY5" fmla="*/ 86220 h 2478500"/>
                <a:gd name="connsiteX6" fmla="*/ 1046781 w 1478078"/>
                <a:gd name="connsiteY6" fmla="*/ 19 h 2478500"/>
                <a:gd name="connsiteX7" fmla="*/ 1198991 w 1478078"/>
                <a:gd name="connsiteY7" fmla="*/ 60312 h 2478500"/>
                <a:gd name="connsiteX8" fmla="*/ 1282858 w 1478078"/>
                <a:gd name="connsiteY8" fmla="*/ 193508 h 2478500"/>
                <a:gd name="connsiteX9" fmla="*/ 1270809 w 1478078"/>
                <a:gd name="connsiteY9" fmla="*/ 448075 h 2478500"/>
                <a:gd name="connsiteX10" fmla="*/ 1325668 w 1478078"/>
                <a:gd name="connsiteY10" fmla="*/ 693521 h 2478500"/>
                <a:gd name="connsiteX11" fmla="*/ 1469454 w 1478078"/>
                <a:gd name="connsiteY11" fmla="*/ 909688 h 2478500"/>
                <a:gd name="connsiteX12" fmla="*/ 1470809 w 1478078"/>
                <a:gd name="connsiteY12" fmla="*/ 1231522 h 2478500"/>
                <a:gd name="connsiteX13" fmla="*/ 1308147 w 1478078"/>
                <a:gd name="connsiteY13" fmla="*/ 1660226 h 2478500"/>
                <a:gd name="connsiteX14" fmla="*/ 1239599 w 1478078"/>
                <a:gd name="connsiteY14" fmla="*/ 1925693 h 2478500"/>
                <a:gd name="connsiteX15" fmla="*/ 942101 w 1478078"/>
                <a:gd name="connsiteY15" fmla="*/ 2081041 h 2478500"/>
                <a:gd name="connsiteX16" fmla="*/ 472264 w 1478078"/>
                <a:gd name="connsiteY16" fmla="*/ 2474500 h 2478500"/>
                <a:gd name="connsiteX17" fmla="*/ 27619 w 1478078"/>
                <a:gd name="connsiteY17" fmla="*/ 2349461 h 2478500"/>
                <a:gd name="connsiteX18" fmla="*/ 42806 w 1478078"/>
                <a:gd name="connsiteY18" fmla="*/ 1601422 h 24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78078" h="2478500">
                  <a:moveTo>
                    <a:pt x="42806" y="1601422"/>
                  </a:moveTo>
                  <a:cubicBezTo>
                    <a:pt x="68904" y="1469596"/>
                    <a:pt x="180578" y="1404766"/>
                    <a:pt x="190865" y="1271035"/>
                  </a:cubicBezTo>
                  <a:cubicBezTo>
                    <a:pt x="198008" y="1177881"/>
                    <a:pt x="129161" y="1053217"/>
                    <a:pt x="132210" y="959872"/>
                  </a:cubicBezTo>
                  <a:cubicBezTo>
                    <a:pt x="136782" y="820522"/>
                    <a:pt x="210552" y="659356"/>
                    <a:pt x="266318" y="555403"/>
                  </a:cubicBezTo>
                  <a:cubicBezTo>
                    <a:pt x="322084" y="451450"/>
                    <a:pt x="377875" y="414353"/>
                    <a:pt x="466804" y="336156"/>
                  </a:cubicBezTo>
                  <a:cubicBezTo>
                    <a:pt x="555733" y="257959"/>
                    <a:pt x="678640" y="155372"/>
                    <a:pt x="799893" y="86220"/>
                  </a:cubicBezTo>
                  <a:cubicBezTo>
                    <a:pt x="877046" y="42215"/>
                    <a:pt x="958389" y="1353"/>
                    <a:pt x="1046781" y="19"/>
                  </a:cubicBezTo>
                  <a:cubicBezTo>
                    <a:pt x="1104693" y="-838"/>
                    <a:pt x="1159645" y="28064"/>
                    <a:pt x="1198991" y="60312"/>
                  </a:cubicBezTo>
                  <a:cubicBezTo>
                    <a:pt x="1238337" y="92560"/>
                    <a:pt x="1279143" y="136548"/>
                    <a:pt x="1282858" y="193508"/>
                  </a:cubicBezTo>
                  <a:cubicBezTo>
                    <a:pt x="1287811" y="269898"/>
                    <a:pt x="1263674" y="364740"/>
                    <a:pt x="1270809" y="448075"/>
                  </a:cubicBezTo>
                  <a:cubicBezTo>
                    <a:pt x="1277944" y="531411"/>
                    <a:pt x="1298427" y="577507"/>
                    <a:pt x="1325668" y="693521"/>
                  </a:cubicBezTo>
                  <a:cubicBezTo>
                    <a:pt x="1337479" y="743623"/>
                    <a:pt x="1463168" y="858634"/>
                    <a:pt x="1469454" y="909688"/>
                  </a:cubicBezTo>
                  <a:cubicBezTo>
                    <a:pt x="1483075" y="1019321"/>
                    <a:pt x="1478238" y="1121318"/>
                    <a:pt x="1470809" y="1231522"/>
                  </a:cubicBezTo>
                  <a:cubicBezTo>
                    <a:pt x="1461665" y="1366872"/>
                    <a:pt x="1346682" y="1544531"/>
                    <a:pt x="1308147" y="1660226"/>
                  </a:cubicBezTo>
                  <a:cubicBezTo>
                    <a:pt x="1269612" y="1775921"/>
                    <a:pt x="1287700" y="1867972"/>
                    <a:pt x="1239599" y="1925693"/>
                  </a:cubicBezTo>
                  <a:cubicBezTo>
                    <a:pt x="1167876" y="2011704"/>
                    <a:pt x="1069990" y="1989573"/>
                    <a:pt x="942101" y="2081041"/>
                  </a:cubicBezTo>
                  <a:cubicBezTo>
                    <a:pt x="814212" y="2172509"/>
                    <a:pt x="624612" y="2519462"/>
                    <a:pt x="472264" y="2474500"/>
                  </a:cubicBezTo>
                  <a:cubicBezTo>
                    <a:pt x="312046" y="2427215"/>
                    <a:pt x="110772" y="2434138"/>
                    <a:pt x="27619" y="2349461"/>
                  </a:cubicBezTo>
                  <a:cubicBezTo>
                    <a:pt x="-58520" y="2150717"/>
                    <a:pt x="88556" y="1905670"/>
                    <a:pt x="42806" y="1601422"/>
                  </a:cubicBezTo>
                  <a:close/>
                </a:path>
              </a:pathLst>
            </a:custGeom>
            <a:noFill/>
            <a:ln w="6350" cap="rnd">
              <a:solidFill>
                <a:schemeClr val="tx1">
                  <a:alpha val="35000"/>
                </a:schemeClr>
              </a:solidFill>
              <a:prstDash val="dash"/>
              <a:round/>
            </a:ln>
          </p:spPr>
          <p:txBody>
            <a:bodyPr rtlCol="0" anchor="ctr"/>
            <a:lstStyle/>
            <a:p>
              <a:endParaRPr lang="en-US"/>
            </a:p>
          </p:txBody>
        </p:sp>
        <p:sp>
          <p:nvSpPr>
            <p:cNvPr id="76" name="Freeform: Shape 75">
              <a:extLst>
                <a:ext uri="{FF2B5EF4-FFF2-40B4-BE49-F238E27FC236}">
                  <a16:creationId xmlns:a16="http://schemas.microsoft.com/office/drawing/2014/main" id="{1CE6465D-A02E-5F7E-4E01-1B7E922CB1A7}"/>
                </a:ext>
              </a:extLst>
            </p:cNvPr>
            <p:cNvSpPr/>
            <p:nvPr userDrawn="1"/>
          </p:nvSpPr>
          <p:spPr>
            <a:xfrm rot="153371" flipV="1">
              <a:off x="1274742" y="5314160"/>
              <a:ext cx="939277" cy="763098"/>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grpSp>
      <p:sp>
        <p:nvSpPr>
          <p:cNvPr id="3" name="Content Placeholder 2">
            <a:extLst>
              <a:ext uri="{FF2B5EF4-FFF2-40B4-BE49-F238E27FC236}">
                <a16:creationId xmlns:a16="http://schemas.microsoft.com/office/drawing/2014/main" id="{F5B3BE18-808B-1505-ACC9-30227D5F5666}"/>
              </a:ext>
            </a:extLst>
          </p:cNvPr>
          <p:cNvSpPr>
            <a:spLocks noGrp="1"/>
          </p:cNvSpPr>
          <p:nvPr userDrawn="1">
            <p:ph idx="1"/>
          </p:nvPr>
        </p:nvSpPr>
        <p:spPr>
          <a:xfrm>
            <a:off x="5105401" y="938782"/>
            <a:ext cx="6304127" cy="5046135"/>
          </a:xfrm>
        </p:spPr>
        <p:txBody>
          <a:bodyPr anchor="t">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userDrawn="1">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2" name="Title 1">
            <a:extLst>
              <a:ext uri="{FF2B5EF4-FFF2-40B4-BE49-F238E27FC236}">
                <a16:creationId xmlns:a16="http://schemas.microsoft.com/office/drawing/2014/main" id="{5D66FA3B-7E1B-0654-F1DE-8508A0EDA34C}"/>
              </a:ext>
            </a:extLst>
          </p:cNvPr>
          <p:cNvSpPr>
            <a:spLocks noGrp="1"/>
          </p:cNvSpPr>
          <p:nvPr userDrawn="1">
            <p:ph type="title"/>
          </p:nvPr>
        </p:nvSpPr>
        <p:spPr>
          <a:xfrm>
            <a:off x="292608" y="938783"/>
            <a:ext cx="4139861" cy="3900796"/>
          </a:xfrm>
        </p:spPr>
        <p:txBody>
          <a:bodyPr anchor="t">
            <a:normAutofit/>
          </a:bodyPr>
          <a:lstStyle>
            <a:lvl1pPr>
              <a:defRPr sz="4000">
                <a:solidFill>
                  <a:schemeClr val="tx1"/>
                </a:solidFill>
              </a:defRPr>
            </a:lvl1pPr>
          </a:lstStyle>
          <a:p>
            <a:r>
              <a:rPr lang="en-US"/>
              <a:t>Click to edit Master title style</a:t>
            </a:r>
          </a:p>
        </p:txBody>
      </p:sp>
    </p:spTree>
    <p:extLst>
      <p:ext uri="{BB962C8B-B14F-4D97-AF65-F5344CB8AC3E}">
        <p14:creationId xmlns:p14="http://schemas.microsoft.com/office/powerpoint/2010/main" val="409724566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 Content_5">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D9AAF9A9-CB11-CF87-32A6-C114F359DC07}"/>
              </a:ext>
            </a:extLst>
          </p:cNvPr>
          <p:cNvGrpSpPr/>
          <p:nvPr userDrawn="1"/>
        </p:nvGrpSpPr>
        <p:grpSpPr>
          <a:xfrm>
            <a:off x="-1273615" y="-249832"/>
            <a:ext cx="7867727" cy="8309264"/>
            <a:chOff x="-1273615" y="-249832"/>
            <a:chExt cx="7867727" cy="8309264"/>
          </a:xfrm>
        </p:grpSpPr>
        <p:sp>
          <p:nvSpPr>
            <p:cNvPr id="8" name="Freeform: Shape 7">
              <a:extLst>
                <a:ext uri="{FF2B5EF4-FFF2-40B4-BE49-F238E27FC236}">
                  <a16:creationId xmlns:a16="http://schemas.microsoft.com/office/drawing/2014/main" id="{BFC57BC7-19B2-6533-8308-80CAF3EBECEF}"/>
                </a:ext>
              </a:extLst>
            </p:cNvPr>
            <p:cNvSpPr/>
            <p:nvPr userDrawn="1"/>
          </p:nvSpPr>
          <p:spPr>
            <a:xfrm rot="2875594" flipV="1">
              <a:off x="-1274803" y="5909932"/>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C657DA1E-8D0F-F20D-274C-A8C73EED67CE}"/>
                </a:ext>
              </a:extLst>
            </p:cNvPr>
            <p:cNvSpPr/>
            <p:nvPr userDrawn="1"/>
          </p:nvSpPr>
          <p:spPr>
            <a:xfrm rot="2875594" flipV="1">
              <a:off x="-190742" y="4480343"/>
              <a:ext cx="4990189" cy="2167990"/>
            </a:xfrm>
            <a:custGeom>
              <a:avLst/>
              <a:gdLst>
                <a:gd name="connsiteX0" fmla="*/ 0 w 4932034"/>
                <a:gd name="connsiteY0" fmla="*/ 1666689 h 3665353"/>
                <a:gd name="connsiteX1" fmla="*/ 87829 w 4932034"/>
                <a:gd name="connsiteY1" fmla="*/ 1681964 h 3665353"/>
                <a:gd name="connsiteX2" fmla="*/ 748460 w 4932034"/>
                <a:gd name="connsiteY2" fmla="*/ 1877969 h 3665353"/>
                <a:gd name="connsiteX3" fmla="*/ 1172473 w 4932034"/>
                <a:gd name="connsiteY3" fmla="*/ 1538105 h 3665353"/>
                <a:gd name="connsiteX4" fmla="*/ 1391790 w 4932034"/>
                <a:gd name="connsiteY4" fmla="*/ 1498917 h 3665353"/>
                <a:gd name="connsiteX5" fmla="*/ 1749043 w 4932034"/>
                <a:gd name="connsiteY5" fmla="*/ 1570055 h 3665353"/>
                <a:gd name="connsiteX6" fmla="*/ 1903994 w 4932034"/>
                <a:gd name="connsiteY6" fmla="*/ 1642692 h 3665353"/>
                <a:gd name="connsiteX7" fmla="*/ 2034456 w 4932034"/>
                <a:gd name="connsiteY7" fmla="*/ 1821329 h 3665353"/>
                <a:gd name="connsiteX8" fmla="*/ 1960773 w 4932034"/>
                <a:gd name="connsiteY8" fmla="*/ 2188754 h 3665353"/>
                <a:gd name="connsiteX9" fmla="*/ 1885140 w 4932034"/>
                <a:gd name="connsiteY9" fmla="*/ 2576481 h 3665353"/>
                <a:gd name="connsiteX10" fmla="*/ 1991005 w 4932034"/>
                <a:gd name="connsiteY10" fmla="*/ 2842232 h 3665353"/>
                <a:gd name="connsiteX11" fmla="*/ 2172504 w 4932034"/>
                <a:gd name="connsiteY11" fmla="*/ 3139601 h 3665353"/>
                <a:gd name="connsiteX12" fmla="*/ 2394636 w 4932034"/>
                <a:gd name="connsiteY12" fmla="*/ 3418164 h 3665353"/>
                <a:gd name="connsiteX13" fmla="*/ 2811379 w 4932034"/>
                <a:gd name="connsiteY13" fmla="*/ 3584487 h 3665353"/>
                <a:gd name="connsiteX14" fmla="*/ 3088340 w 4932034"/>
                <a:gd name="connsiteY14" fmla="*/ 3606370 h 3665353"/>
                <a:gd name="connsiteX15" fmla="*/ 3727974 w 4932034"/>
                <a:gd name="connsiteY15" fmla="*/ 3606370 h 3665353"/>
                <a:gd name="connsiteX16" fmla="*/ 4326756 w 4932034"/>
                <a:gd name="connsiteY16" fmla="*/ 3664945 h 3665353"/>
                <a:gd name="connsiteX17" fmla="*/ 4650636 w 4932034"/>
                <a:gd name="connsiteY17" fmla="*/ 3598049 h 3665353"/>
                <a:gd name="connsiteX18" fmla="*/ 4858899 w 4932034"/>
                <a:gd name="connsiteY18" fmla="*/ 3463177 h 3665353"/>
                <a:gd name="connsiteX19" fmla="*/ 4932034 w 4932034"/>
                <a:gd name="connsiteY19" fmla="*/ 3418254 h 3665353"/>
                <a:gd name="connsiteX20" fmla="*/ 1846282 w 4932034"/>
                <a:gd name="connsiteY20" fmla="*/ 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21" fmla="*/ 1937722 w 4932034"/>
                <a:gd name="connsiteY21" fmla="*/ 9144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0" fmla="*/ 0 w 4932034"/>
                <a:gd name="connsiteY0" fmla="*/ 171031 h 2169695"/>
                <a:gd name="connsiteX1" fmla="*/ 87829 w 4932034"/>
                <a:gd name="connsiteY1" fmla="*/ 186306 h 2169695"/>
                <a:gd name="connsiteX2" fmla="*/ 748460 w 4932034"/>
                <a:gd name="connsiteY2" fmla="*/ 382311 h 2169695"/>
                <a:gd name="connsiteX3" fmla="*/ 1172473 w 4932034"/>
                <a:gd name="connsiteY3" fmla="*/ 42447 h 2169695"/>
                <a:gd name="connsiteX4" fmla="*/ 1391790 w 4932034"/>
                <a:gd name="connsiteY4" fmla="*/ 3259 h 2169695"/>
                <a:gd name="connsiteX5" fmla="*/ 1749043 w 4932034"/>
                <a:gd name="connsiteY5" fmla="*/ 74397 h 2169695"/>
                <a:gd name="connsiteX6" fmla="*/ 1903994 w 4932034"/>
                <a:gd name="connsiteY6" fmla="*/ 147034 h 2169695"/>
                <a:gd name="connsiteX7" fmla="*/ 2034456 w 4932034"/>
                <a:gd name="connsiteY7" fmla="*/ 325671 h 2169695"/>
                <a:gd name="connsiteX8" fmla="*/ 1960773 w 4932034"/>
                <a:gd name="connsiteY8" fmla="*/ 693096 h 2169695"/>
                <a:gd name="connsiteX9" fmla="*/ 1885140 w 4932034"/>
                <a:gd name="connsiteY9" fmla="*/ 1080823 h 2169695"/>
                <a:gd name="connsiteX10" fmla="*/ 1991005 w 4932034"/>
                <a:gd name="connsiteY10" fmla="*/ 1346574 h 2169695"/>
                <a:gd name="connsiteX11" fmla="*/ 2172504 w 4932034"/>
                <a:gd name="connsiteY11" fmla="*/ 1643943 h 2169695"/>
                <a:gd name="connsiteX12" fmla="*/ 2394636 w 4932034"/>
                <a:gd name="connsiteY12" fmla="*/ 1922506 h 2169695"/>
                <a:gd name="connsiteX13" fmla="*/ 2811379 w 4932034"/>
                <a:gd name="connsiteY13" fmla="*/ 2088829 h 2169695"/>
                <a:gd name="connsiteX14" fmla="*/ 3088340 w 4932034"/>
                <a:gd name="connsiteY14" fmla="*/ 2110712 h 2169695"/>
                <a:gd name="connsiteX15" fmla="*/ 3727974 w 4932034"/>
                <a:gd name="connsiteY15" fmla="*/ 2110712 h 2169695"/>
                <a:gd name="connsiteX16" fmla="*/ 4326756 w 4932034"/>
                <a:gd name="connsiteY16" fmla="*/ 2169287 h 2169695"/>
                <a:gd name="connsiteX17" fmla="*/ 4650636 w 4932034"/>
                <a:gd name="connsiteY17" fmla="*/ 2102391 h 2169695"/>
                <a:gd name="connsiteX18" fmla="*/ 4858899 w 4932034"/>
                <a:gd name="connsiteY18" fmla="*/ 1967519 h 2169695"/>
                <a:gd name="connsiteX19" fmla="*/ 4932034 w 4932034"/>
                <a:gd name="connsiteY19" fmla="*/ 1922596 h 2169695"/>
                <a:gd name="connsiteX0" fmla="*/ 0 w 4932034"/>
                <a:gd name="connsiteY0" fmla="*/ 177342 h 2176006"/>
                <a:gd name="connsiteX1" fmla="*/ 87829 w 4932034"/>
                <a:gd name="connsiteY1" fmla="*/ 192617 h 2176006"/>
                <a:gd name="connsiteX2" fmla="*/ 678759 w 4932034"/>
                <a:gd name="connsiteY2" fmla="*/ 493177 h 2176006"/>
                <a:gd name="connsiteX3" fmla="*/ 1172473 w 4932034"/>
                <a:gd name="connsiteY3" fmla="*/ 48758 h 2176006"/>
                <a:gd name="connsiteX4" fmla="*/ 1391790 w 4932034"/>
                <a:gd name="connsiteY4" fmla="*/ 9570 h 2176006"/>
                <a:gd name="connsiteX5" fmla="*/ 1749043 w 4932034"/>
                <a:gd name="connsiteY5" fmla="*/ 80708 h 2176006"/>
                <a:gd name="connsiteX6" fmla="*/ 1903994 w 4932034"/>
                <a:gd name="connsiteY6" fmla="*/ 153345 h 2176006"/>
                <a:gd name="connsiteX7" fmla="*/ 2034456 w 4932034"/>
                <a:gd name="connsiteY7" fmla="*/ 331982 h 2176006"/>
                <a:gd name="connsiteX8" fmla="*/ 1960773 w 4932034"/>
                <a:gd name="connsiteY8" fmla="*/ 699407 h 2176006"/>
                <a:gd name="connsiteX9" fmla="*/ 1885140 w 4932034"/>
                <a:gd name="connsiteY9" fmla="*/ 1087134 h 2176006"/>
                <a:gd name="connsiteX10" fmla="*/ 1991005 w 4932034"/>
                <a:gd name="connsiteY10" fmla="*/ 1352885 h 2176006"/>
                <a:gd name="connsiteX11" fmla="*/ 2172504 w 4932034"/>
                <a:gd name="connsiteY11" fmla="*/ 1650254 h 2176006"/>
                <a:gd name="connsiteX12" fmla="*/ 2394636 w 4932034"/>
                <a:gd name="connsiteY12" fmla="*/ 1928817 h 2176006"/>
                <a:gd name="connsiteX13" fmla="*/ 2811379 w 4932034"/>
                <a:gd name="connsiteY13" fmla="*/ 2095140 h 2176006"/>
                <a:gd name="connsiteX14" fmla="*/ 3088340 w 4932034"/>
                <a:gd name="connsiteY14" fmla="*/ 2117023 h 2176006"/>
                <a:gd name="connsiteX15" fmla="*/ 3727974 w 4932034"/>
                <a:gd name="connsiteY15" fmla="*/ 2117023 h 2176006"/>
                <a:gd name="connsiteX16" fmla="*/ 4326756 w 4932034"/>
                <a:gd name="connsiteY16" fmla="*/ 2175598 h 2176006"/>
                <a:gd name="connsiteX17" fmla="*/ 4650636 w 4932034"/>
                <a:gd name="connsiteY17" fmla="*/ 2108702 h 2176006"/>
                <a:gd name="connsiteX18" fmla="*/ 4858899 w 4932034"/>
                <a:gd name="connsiteY18" fmla="*/ 1973830 h 2176006"/>
                <a:gd name="connsiteX19" fmla="*/ 4932034 w 4932034"/>
                <a:gd name="connsiteY19" fmla="*/ 1928907 h 2176006"/>
                <a:gd name="connsiteX0" fmla="*/ 0 w 4932034"/>
                <a:gd name="connsiteY0" fmla="*/ 169326 h 2167990"/>
                <a:gd name="connsiteX1" fmla="*/ 87829 w 4932034"/>
                <a:gd name="connsiteY1" fmla="*/ 184601 h 2167990"/>
                <a:gd name="connsiteX2" fmla="*/ 678759 w 4932034"/>
                <a:gd name="connsiteY2" fmla="*/ 485161 h 2167990"/>
                <a:gd name="connsiteX3" fmla="*/ 1111131 w 4932034"/>
                <a:gd name="connsiteY3" fmla="*/ 132853 h 2167990"/>
                <a:gd name="connsiteX4" fmla="*/ 1391790 w 4932034"/>
                <a:gd name="connsiteY4" fmla="*/ 1554 h 2167990"/>
                <a:gd name="connsiteX5" fmla="*/ 1749043 w 4932034"/>
                <a:gd name="connsiteY5" fmla="*/ 72692 h 2167990"/>
                <a:gd name="connsiteX6" fmla="*/ 1903994 w 4932034"/>
                <a:gd name="connsiteY6" fmla="*/ 145329 h 2167990"/>
                <a:gd name="connsiteX7" fmla="*/ 2034456 w 4932034"/>
                <a:gd name="connsiteY7" fmla="*/ 323966 h 2167990"/>
                <a:gd name="connsiteX8" fmla="*/ 1960773 w 4932034"/>
                <a:gd name="connsiteY8" fmla="*/ 691391 h 2167990"/>
                <a:gd name="connsiteX9" fmla="*/ 1885140 w 4932034"/>
                <a:gd name="connsiteY9" fmla="*/ 1079118 h 2167990"/>
                <a:gd name="connsiteX10" fmla="*/ 1991005 w 4932034"/>
                <a:gd name="connsiteY10" fmla="*/ 1344869 h 2167990"/>
                <a:gd name="connsiteX11" fmla="*/ 2172504 w 4932034"/>
                <a:gd name="connsiteY11" fmla="*/ 1642238 h 2167990"/>
                <a:gd name="connsiteX12" fmla="*/ 2394636 w 4932034"/>
                <a:gd name="connsiteY12" fmla="*/ 1920801 h 2167990"/>
                <a:gd name="connsiteX13" fmla="*/ 2811379 w 4932034"/>
                <a:gd name="connsiteY13" fmla="*/ 2087124 h 2167990"/>
                <a:gd name="connsiteX14" fmla="*/ 3088340 w 4932034"/>
                <a:gd name="connsiteY14" fmla="*/ 2109007 h 2167990"/>
                <a:gd name="connsiteX15" fmla="*/ 3727974 w 4932034"/>
                <a:gd name="connsiteY15" fmla="*/ 2109007 h 2167990"/>
                <a:gd name="connsiteX16" fmla="*/ 4326756 w 4932034"/>
                <a:gd name="connsiteY16" fmla="*/ 2167582 h 2167990"/>
                <a:gd name="connsiteX17" fmla="*/ 4650636 w 4932034"/>
                <a:gd name="connsiteY17" fmla="*/ 2100686 h 2167990"/>
                <a:gd name="connsiteX18" fmla="*/ 4858899 w 4932034"/>
                <a:gd name="connsiteY18" fmla="*/ 1965814 h 2167990"/>
                <a:gd name="connsiteX19" fmla="*/ 4932034 w 4932034"/>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2092611 w 4990189"/>
                <a:gd name="connsiteY7" fmla="*/ 323966 h 2167990"/>
                <a:gd name="connsiteX8" fmla="*/ 2018928 w 4990189"/>
                <a:gd name="connsiteY8" fmla="*/ 691391 h 2167990"/>
                <a:gd name="connsiteX9" fmla="*/ 1943295 w 4990189"/>
                <a:gd name="connsiteY9" fmla="*/ 1079118 h 2167990"/>
                <a:gd name="connsiteX10" fmla="*/ 2049160 w 4990189"/>
                <a:gd name="connsiteY10" fmla="*/ 1344869 h 2167990"/>
                <a:gd name="connsiteX11" fmla="*/ 2230659 w 4990189"/>
                <a:gd name="connsiteY11" fmla="*/ 1642238 h 2167990"/>
                <a:gd name="connsiteX12" fmla="*/ 2452791 w 4990189"/>
                <a:gd name="connsiteY12" fmla="*/ 1920801 h 2167990"/>
                <a:gd name="connsiteX13" fmla="*/ 2869534 w 4990189"/>
                <a:gd name="connsiteY13" fmla="*/ 2087124 h 2167990"/>
                <a:gd name="connsiteX14" fmla="*/ 3146495 w 4990189"/>
                <a:gd name="connsiteY14" fmla="*/ 2109007 h 2167990"/>
                <a:gd name="connsiteX15" fmla="*/ 3786129 w 4990189"/>
                <a:gd name="connsiteY15" fmla="*/ 2109007 h 2167990"/>
                <a:gd name="connsiteX16" fmla="*/ 4384911 w 4990189"/>
                <a:gd name="connsiteY16" fmla="*/ 2167582 h 2167990"/>
                <a:gd name="connsiteX17" fmla="*/ 4708791 w 4990189"/>
                <a:gd name="connsiteY17" fmla="*/ 2100686 h 2167990"/>
                <a:gd name="connsiteX18" fmla="*/ 4917054 w 4990189"/>
                <a:gd name="connsiteY18" fmla="*/ 1965814 h 2167990"/>
                <a:gd name="connsiteX19" fmla="*/ 4990189 w 4990189"/>
                <a:gd name="connsiteY19" fmla="*/ 1920891 h 216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0189" h="2167990">
                  <a:moveTo>
                    <a:pt x="0" y="224272"/>
                  </a:moveTo>
                  <a:lnTo>
                    <a:pt x="145984" y="184601"/>
                  </a:lnTo>
                  <a:cubicBezTo>
                    <a:pt x="357070" y="224960"/>
                    <a:pt x="545138" y="394346"/>
                    <a:pt x="736914" y="485161"/>
                  </a:cubicBezTo>
                  <a:cubicBezTo>
                    <a:pt x="994384" y="572199"/>
                    <a:pt x="1050448" y="213454"/>
                    <a:pt x="1169286" y="132853"/>
                  </a:cubicBezTo>
                  <a:cubicBezTo>
                    <a:pt x="1288125" y="52252"/>
                    <a:pt x="1343626" y="11581"/>
                    <a:pt x="1449945" y="1554"/>
                  </a:cubicBezTo>
                  <a:cubicBezTo>
                    <a:pt x="1556264" y="-8473"/>
                    <a:pt x="1693856" y="31756"/>
                    <a:pt x="1807198" y="72692"/>
                  </a:cubicBezTo>
                  <a:cubicBezTo>
                    <a:pt x="1862244" y="92661"/>
                    <a:pt x="1916531" y="114460"/>
                    <a:pt x="1962149" y="145329"/>
                  </a:cubicBezTo>
                  <a:cubicBezTo>
                    <a:pt x="2030631" y="191673"/>
                    <a:pt x="2074732" y="255240"/>
                    <a:pt x="2092611" y="323966"/>
                  </a:cubicBezTo>
                  <a:cubicBezTo>
                    <a:pt x="2124685" y="447190"/>
                    <a:pt x="2067472" y="570331"/>
                    <a:pt x="2018928" y="691391"/>
                  </a:cubicBezTo>
                  <a:cubicBezTo>
                    <a:pt x="1968217" y="817944"/>
                    <a:pt x="1924332" y="947989"/>
                    <a:pt x="1943295" y="1079118"/>
                  </a:cubicBezTo>
                  <a:cubicBezTo>
                    <a:pt x="1956732" y="1171640"/>
                    <a:pt x="2000616" y="1259336"/>
                    <a:pt x="2049160" y="1344869"/>
                  </a:cubicBezTo>
                  <a:cubicBezTo>
                    <a:pt x="2106047" y="1445211"/>
                    <a:pt x="2169112" y="1543475"/>
                    <a:pt x="2230659" y="1642238"/>
                  </a:cubicBezTo>
                  <a:cubicBezTo>
                    <a:pt x="2292422" y="1741332"/>
                    <a:pt x="2353536" y="1842174"/>
                    <a:pt x="2452791" y="1920801"/>
                  </a:cubicBezTo>
                  <a:cubicBezTo>
                    <a:pt x="2564074" y="2008913"/>
                    <a:pt x="2712848" y="2061498"/>
                    <a:pt x="2869534" y="2087124"/>
                  </a:cubicBezTo>
                  <a:cubicBezTo>
                    <a:pt x="2960554" y="2102018"/>
                    <a:pt x="3053524" y="2107759"/>
                    <a:pt x="3146495" y="2109007"/>
                  </a:cubicBezTo>
                  <a:cubicBezTo>
                    <a:pt x="3360067" y="2111836"/>
                    <a:pt x="3573857" y="2092449"/>
                    <a:pt x="3786129" y="2109007"/>
                  </a:cubicBezTo>
                  <a:cubicBezTo>
                    <a:pt x="3987131" y="2124732"/>
                    <a:pt x="4183366" y="2172907"/>
                    <a:pt x="4384911" y="2167582"/>
                  </a:cubicBezTo>
                  <a:cubicBezTo>
                    <a:pt x="4498470" y="2164586"/>
                    <a:pt x="4611053" y="2145034"/>
                    <a:pt x="4708791" y="2100686"/>
                  </a:cubicBezTo>
                  <a:cubicBezTo>
                    <a:pt x="4787242" y="2065075"/>
                    <a:pt x="4817336" y="2028201"/>
                    <a:pt x="4917054" y="1965814"/>
                  </a:cubicBezTo>
                  <a:lnTo>
                    <a:pt x="4990189" y="1920891"/>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0" name="Freeform: Shape 9">
              <a:extLst>
                <a:ext uri="{FF2B5EF4-FFF2-40B4-BE49-F238E27FC236}">
                  <a16:creationId xmlns:a16="http://schemas.microsoft.com/office/drawing/2014/main" id="{4D329B9E-56C4-1F1E-F667-AF5F41C1E9B9}"/>
                </a:ext>
              </a:extLst>
            </p:cNvPr>
            <p:cNvSpPr/>
            <p:nvPr userDrawn="1"/>
          </p:nvSpPr>
          <p:spPr>
            <a:xfrm rot="2875594" flipV="1">
              <a:off x="-790540" y="5342184"/>
              <a:ext cx="2451267" cy="1431569"/>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44118 h 1555490"/>
                <a:gd name="connsiteX1" fmla="*/ 830015 w 2753592"/>
                <a:gd name="connsiteY1" fmla="*/ 1240086 h 1555490"/>
                <a:gd name="connsiteX2" fmla="*/ 1200914 w 2753592"/>
                <a:gd name="connsiteY2" fmla="*/ 1215923 h 1555490"/>
                <a:gd name="connsiteX3" fmla="*/ 1657441 w 2753592"/>
                <a:gd name="connsiteY3" fmla="*/ 1370415 h 1555490"/>
                <a:gd name="connsiteX4" fmla="*/ 1643718 w 2753592"/>
                <a:gd name="connsiteY4" fmla="*/ 1377613 h 1555490"/>
                <a:gd name="connsiteX5" fmla="*/ 2084059 w 2753592"/>
                <a:gd name="connsiteY5" fmla="*/ 1528584 h 1555490"/>
                <a:gd name="connsiteX6" fmla="*/ 2485633 w 2753592"/>
                <a:gd name="connsiteY6" fmla="*/ 1517535 h 1555490"/>
                <a:gd name="connsiteX7" fmla="*/ 2749489 w 2753592"/>
                <a:gd name="connsiteY7" fmla="*/ 1165675 h 1555490"/>
                <a:gd name="connsiteX8" fmla="*/ 2593551 w 2753592"/>
                <a:gd name="connsiteY8" fmla="*/ 802779 h 1555490"/>
                <a:gd name="connsiteX9" fmla="*/ 1941279 w 2753592"/>
                <a:gd name="connsiteY9" fmla="*/ 319576 h 1555490"/>
                <a:gd name="connsiteX10" fmla="*/ 1701535 w 2753592"/>
                <a:gd name="connsiteY10" fmla="*/ 176320 h 1555490"/>
                <a:gd name="connsiteX11" fmla="*/ 1421881 w 2753592"/>
                <a:gd name="connsiteY11" fmla="*/ 5918 h 1555490"/>
                <a:gd name="connsiteX12" fmla="*/ 1328275 w 2753592"/>
                <a:gd name="connsiteY12" fmla="*/ 156951 h 1555490"/>
                <a:gd name="connsiteX0" fmla="*/ 0 w 2753592"/>
                <a:gd name="connsiteY0" fmla="*/ 1187167 h 1398539"/>
                <a:gd name="connsiteX1" fmla="*/ 830015 w 2753592"/>
                <a:gd name="connsiteY1" fmla="*/ 1083135 h 1398539"/>
                <a:gd name="connsiteX2" fmla="*/ 1200914 w 2753592"/>
                <a:gd name="connsiteY2" fmla="*/ 1058972 h 1398539"/>
                <a:gd name="connsiteX3" fmla="*/ 1657441 w 2753592"/>
                <a:gd name="connsiteY3" fmla="*/ 1213464 h 1398539"/>
                <a:gd name="connsiteX4" fmla="*/ 1643718 w 2753592"/>
                <a:gd name="connsiteY4" fmla="*/ 1220662 h 1398539"/>
                <a:gd name="connsiteX5" fmla="*/ 2084059 w 2753592"/>
                <a:gd name="connsiteY5" fmla="*/ 1371633 h 1398539"/>
                <a:gd name="connsiteX6" fmla="*/ 2485633 w 2753592"/>
                <a:gd name="connsiteY6" fmla="*/ 1360584 h 1398539"/>
                <a:gd name="connsiteX7" fmla="*/ 2749489 w 2753592"/>
                <a:gd name="connsiteY7" fmla="*/ 1008724 h 1398539"/>
                <a:gd name="connsiteX8" fmla="*/ 2593551 w 2753592"/>
                <a:gd name="connsiteY8" fmla="*/ 645828 h 1398539"/>
                <a:gd name="connsiteX9" fmla="*/ 1941279 w 2753592"/>
                <a:gd name="connsiteY9" fmla="*/ 162625 h 1398539"/>
                <a:gd name="connsiteX10" fmla="*/ 1701535 w 2753592"/>
                <a:gd name="connsiteY10" fmla="*/ 19369 h 1398539"/>
                <a:gd name="connsiteX11" fmla="*/ 1529710 w 2753592"/>
                <a:gd name="connsiteY11" fmla="*/ 45915 h 1398539"/>
                <a:gd name="connsiteX12" fmla="*/ 1328275 w 2753592"/>
                <a:gd name="connsiteY12" fmla="*/ 0 h 1398539"/>
                <a:gd name="connsiteX0" fmla="*/ 0 w 2753592"/>
                <a:gd name="connsiteY0" fmla="*/ 1187167 h 1398539"/>
                <a:gd name="connsiteX1" fmla="*/ 830015 w 2753592"/>
                <a:gd name="connsiteY1" fmla="*/ 1083135 h 1398539"/>
                <a:gd name="connsiteX2" fmla="*/ 1200914 w 2753592"/>
                <a:gd name="connsiteY2" fmla="*/ 1058972 h 1398539"/>
                <a:gd name="connsiteX3" fmla="*/ 1657441 w 2753592"/>
                <a:gd name="connsiteY3" fmla="*/ 1213464 h 1398539"/>
                <a:gd name="connsiteX4" fmla="*/ 1643718 w 2753592"/>
                <a:gd name="connsiteY4" fmla="*/ 1220662 h 1398539"/>
                <a:gd name="connsiteX5" fmla="*/ 2084059 w 2753592"/>
                <a:gd name="connsiteY5" fmla="*/ 1371633 h 1398539"/>
                <a:gd name="connsiteX6" fmla="*/ 2485633 w 2753592"/>
                <a:gd name="connsiteY6" fmla="*/ 1360584 h 1398539"/>
                <a:gd name="connsiteX7" fmla="*/ 2749489 w 2753592"/>
                <a:gd name="connsiteY7" fmla="*/ 1008724 h 1398539"/>
                <a:gd name="connsiteX8" fmla="*/ 2593551 w 2753592"/>
                <a:gd name="connsiteY8" fmla="*/ 645828 h 1398539"/>
                <a:gd name="connsiteX9" fmla="*/ 1941279 w 2753592"/>
                <a:gd name="connsiteY9" fmla="*/ 162625 h 1398539"/>
                <a:gd name="connsiteX10" fmla="*/ 1740601 w 2753592"/>
                <a:gd name="connsiteY10" fmla="*/ 151582 h 1398539"/>
                <a:gd name="connsiteX11" fmla="*/ 1529710 w 2753592"/>
                <a:gd name="connsiteY11" fmla="*/ 45915 h 1398539"/>
                <a:gd name="connsiteX12" fmla="*/ 1328275 w 2753592"/>
                <a:gd name="connsiteY12" fmla="*/ 0 h 1398539"/>
                <a:gd name="connsiteX0" fmla="*/ 0 w 2753707"/>
                <a:gd name="connsiteY0" fmla="*/ 1187167 h 1398539"/>
                <a:gd name="connsiteX1" fmla="*/ 830015 w 2753707"/>
                <a:gd name="connsiteY1" fmla="*/ 1083135 h 1398539"/>
                <a:gd name="connsiteX2" fmla="*/ 1200914 w 2753707"/>
                <a:gd name="connsiteY2" fmla="*/ 1058972 h 1398539"/>
                <a:gd name="connsiteX3" fmla="*/ 1657441 w 2753707"/>
                <a:gd name="connsiteY3" fmla="*/ 1213464 h 1398539"/>
                <a:gd name="connsiteX4" fmla="*/ 1643718 w 2753707"/>
                <a:gd name="connsiteY4" fmla="*/ 1220662 h 1398539"/>
                <a:gd name="connsiteX5" fmla="*/ 2084059 w 2753707"/>
                <a:gd name="connsiteY5" fmla="*/ 1371633 h 1398539"/>
                <a:gd name="connsiteX6" fmla="*/ 2485633 w 2753707"/>
                <a:gd name="connsiteY6" fmla="*/ 1360584 h 1398539"/>
                <a:gd name="connsiteX7" fmla="*/ 2749489 w 2753707"/>
                <a:gd name="connsiteY7" fmla="*/ 1008724 h 1398539"/>
                <a:gd name="connsiteX8" fmla="*/ 2593551 w 2753707"/>
                <a:gd name="connsiteY8" fmla="*/ 645828 h 1398539"/>
                <a:gd name="connsiteX9" fmla="*/ 1929459 w 2753707"/>
                <a:gd name="connsiteY9" fmla="*/ 273627 h 1398539"/>
                <a:gd name="connsiteX10" fmla="*/ 1740601 w 2753707"/>
                <a:gd name="connsiteY10" fmla="*/ 151582 h 1398539"/>
                <a:gd name="connsiteX11" fmla="*/ 1529710 w 2753707"/>
                <a:gd name="connsiteY11" fmla="*/ 45915 h 1398539"/>
                <a:gd name="connsiteX12" fmla="*/ 1328275 w 2753707"/>
                <a:gd name="connsiteY12" fmla="*/ 0 h 1398539"/>
                <a:gd name="connsiteX0" fmla="*/ 0 w 2756811"/>
                <a:gd name="connsiteY0" fmla="*/ 1187167 h 1398539"/>
                <a:gd name="connsiteX1" fmla="*/ 830015 w 2756811"/>
                <a:gd name="connsiteY1" fmla="*/ 1083135 h 1398539"/>
                <a:gd name="connsiteX2" fmla="*/ 1200914 w 2756811"/>
                <a:gd name="connsiteY2" fmla="*/ 1058972 h 1398539"/>
                <a:gd name="connsiteX3" fmla="*/ 1657441 w 2756811"/>
                <a:gd name="connsiteY3" fmla="*/ 1213464 h 1398539"/>
                <a:gd name="connsiteX4" fmla="*/ 1643718 w 2756811"/>
                <a:gd name="connsiteY4" fmla="*/ 1220662 h 1398539"/>
                <a:gd name="connsiteX5" fmla="*/ 2084059 w 2756811"/>
                <a:gd name="connsiteY5" fmla="*/ 1371633 h 1398539"/>
                <a:gd name="connsiteX6" fmla="*/ 2485633 w 2756811"/>
                <a:gd name="connsiteY6" fmla="*/ 1360584 h 1398539"/>
                <a:gd name="connsiteX7" fmla="*/ 2749489 w 2756811"/>
                <a:gd name="connsiteY7" fmla="*/ 1008724 h 1398539"/>
                <a:gd name="connsiteX8" fmla="*/ 2196609 w 2756811"/>
                <a:gd name="connsiteY8" fmla="*/ 606520 h 1398539"/>
                <a:gd name="connsiteX9" fmla="*/ 1929459 w 2756811"/>
                <a:gd name="connsiteY9" fmla="*/ 273627 h 1398539"/>
                <a:gd name="connsiteX10" fmla="*/ 1740601 w 2756811"/>
                <a:gd name="connsiteY10" fmla="*/ 151582 h 1398539"/>
                <a:gd name="connsiteX11" fmla="*/ 1529710 w 2756811"/>
                <a:gd name="connsiteY11" fmla="*/ 45915 h 1398539"/>
                <a:gd name="connsiteX12" fmla="*/ 1328275 w 2756811"/>
                <a:gd name="connsiteY12" fmla="*/ 0 h 1398539"/>
                <a:gd name="connsiteX0" fmla="*/ 0 w 2567482"/>
                <a:gd name="connsiteY0" fmla="*/ 1187167 h 1391666"/>
                <a:gd name="connsiteX1" fmla="*/ 830015 w 2567482"/>
                <a:gd name="connsiteY1" fmla="*/ 1083135 h 1391666"/>
                <a:gd name="connsiteX2" fmla="*/ 1200914 w 2567482"/>
                <a:gd name="connsiteY2" fmla="*/ 1058972 h 1391666"/>
                <a:gd name="connsiteX3" fmla="*/ 1657441 w 2567482"/>
                <a:gd name="connsiteY3" fmla="*/ 1213464 h 1391666"/>
                <a:gd name="connsiteX4" fmla="*/ 1643718 w 2567482"/>
                <a:gd name="connsiteY4" fmla="*/ 1220662 h 1391666"/>
                <a:gd name="connsiteX5" fmla="*/ 2084059 w 2567482"/>
                <a:gd name="connsiteY5" fmla="*/ 1371633 h 1391666"/>
                <a:gd name="connsiteX6" fmla="*/ 2485633 w 2567482"/>
                <a:gd name="connsiteY6" fmla="*/ 1360584 h 1391666"/>
                <a:gd name="connsiteX7" fmla="*/ 2544216 w 2567482"/>
                <a:gd name="connsiteY7" fmla="*/ 1116447 h 1391666"/>
                <a:gd name="connsiteX8" fmla="*/ 2196609 w 2567482"/>
                <a:gd name="connsiteY8" fmla="*/ 606520 h 1391666"/>
                <a:gd name="connsiteX9" fmla="*/ 1929459 w 2567482"/>
                <a:gd name="connsiteY9" fmla="*/ 273627 h 1391666"/>
                <a:gd name="connsiteX10" fmla="*/ 1740601 w 2567482"/>
                <a:gd name="connsiteY10" fmla="*/ 151582 h 1391666"/>
                <a:gd name="connsiteX11" fmla="*/ 1529710 w 2567482"/>
                <a:gd name="connsiteY11" fmla="*/ 45915 h 1391666"/>
                <a:gd name="connsiteX12" fmla="*/ 1328275 w 2567482"/>
                <a:gd name="connsiteY12" fmla="*/ 0 h 1391666"/>
                <a:gd name="connsiteX0" fmla="*/ 0 w 2559973"/>
                <a:gd name="connsiteY0" fmla="*/ 1187167 h 1415175"/>
                <a:gd name="connsiteX1" fmla="*/ 830015 w 2559973"/>
                <a:gd name="connsiteY1" fmla="*/ 1083135 h 1415175"/>
                <a:gd name="connsiteX2" fmla="*/ 1200914 w 2559973"/>
                <a:gd name="connsiteY2" fmla="*/ 1058972 h 1415175"/>
                <a:gd name="connsiteX3" fmla="*/ 1657441 w 2559973"/>
                <a:gd name="connsiteY3" fmla="*/ 1213464 h 1415175"/>
                <a:gd name="connsiteX4" fmla="*/ 1643718 w 2559973"/>
                <a:gd name="connsiteY4" fmla="*/ 1220662 h 1415175"/>
                <a:gd name="connsiteX5" fmla="*/ 2084059 w 2559973"/>
                <a:gd name="connsiteY5" fmla="*/ 1371633 h 1415175"/>
                <a:gd name="connsiteX6" fmla="*/ 2458288 w 2559973"/>
                <a:gd name="connsiteY6" fmla="*/ 1396100 h 1415175"/>
                <a:gd name="connsiteX7" fmla="*/ 2544216 w 2559973"/>
                <a:gd name="connsiteY7" fmla="*/ 1116447 h 1415175"/>
                <a:gd name="connsiteX8" fmla="*/ 2196609 w 2559973"/>
                <a:gd name="connsiteY8" fmla="*/ 606520 h 1415175"/>
                <a:gd name="connsiteX9" fmla="*/ 1929459 w 2559973"/>
                <a:gd name="connsiteY9" fmla="*/ 273627 h 1415175"/>
                <a:gd name="connsiteX10" fmla="*/ 1740601 w 2559973"/>
                <a:gd name="connsiteY10" fmla="*/ 151582 h 1415175"/>
                <a:gd name="connsiteX11" fmla="*/ 1529710 w 2559973"/>
                <a:gd name="connsiteY11" fmla="*/ 45915 h 1415175"/>
                <a:gd name="connsiteX12" fmla="*/ 1328275 w 2559973"/>
                <a:gd name="connsiteY12" fmla="*/ 0 h 1415175"/>
                <a:gd name="connsiteX0" fmla="*/ 0 w 2559973"/>
                <a:gd name="connsiteY0" fmla="*/ 1187167 h 1415175"/>
                <a:gd name="connsiteX1" fmla="*/ 830015 w 2559973"/>
                <a:gd name="connsiteY1" fmla="*/ 1083135 h 1415175"/>
                <a:gd name="connsiteX2" fmla="*/ 1200914 w 2559973"/>
                <a:gd name="connsiteY2" fmla="*/ 1058972 h 1415175"/>
                <a:gd name="connsiteX3" fmla="*/ 1657441 w 2559973"/>
                <a:gd name="connsiteY3" fmla="*/ 1213464 h 1415175"/>
                <a:gd name="connsiteX4" fmla="*/ 1643718 w 2559973"/>
                <a:gd name="connsiteY4" fmla="*/ 1220662 h 1415175"/>
                <a:gd name="connsiteX5" fmla="*/ 2084059 w 2559973"/>
                <a:gd name="connsiteY5" fmla="*/ 1371633 h 1415175"/>
                <a:gd name="connsiteX6" fmla="*/ 2458288 w 2559973"/>
                <a:gd name="connsiteY6" fmla="*/ 1396100 h 1415175"/>
                <a:gd name="connsiteX7" fmla="*/ 2544216 w 2559973"/>
                <a:gd name="connsiteY7" fmla="*/ 1116447 h 1415175"/>
                <a:gd name="connsiteX8" fmla="*/ 2196609 w 2559973"/>
                <a:gd name="connsiteY8" fmla="*/ 606520 h 1415175"/>
                <a:gd name="connsiteX9" fmla="*/ 1929459 w 2559973"/>
                <a:gd name="connsiteY9" fmla="*/ 273627 h 1415175"/>
                <a:gd name="connsiteX10" fmla="*/ 1529710 w 2559973"/>
                <a:gd name="connsiteY10" fmla="*/ 45915 h 1415175"/>
                <a:gd name="connsiteX11" fmla="*/ 1328275 w 2559973"/>
                <a:gd name="connsiteY11" fmla="*/ 0 h 1415175"/>
                <a:gd name="connsiteX0" fmla="*/ 0 w 2559973"/>
                <a:gd name="connsiteY0" fmla="*/ 1322930 h 1550938"/>
                <a:gd name="connsiteX1" fmla="*/ 830015 w 2559973"/>
                <a:gd name="connsiteY1" fmla="*/ 1218898 h 1550938"/>
                <a:gd name="connsiteX2" fmla="*/ 1200914 w 2559973"/>
                <a:gd name="connsiteY2" fmla="*/ 1194735 h 1550938"/>
                <a:gd name="connsiteX3" fmla="*/ 1657441 w 2559973"/>
                <a:gd name="connsiteY3" fmla="*/ 1349227 h 1550938"/>
                <a:gd name="connsiteX4" fmla="*/ 1643718 w 2559973"/>
                <a:gd name="connsiteY4" fmla="*/ 1356425 h 1550938"/>
                <a:gd name="connsiteX5" fmla="*/ 2084059 w 2559973"/>
                <a:gd name="connsiteY5" fmla="*/ 1507396 h 1550938"/>
                <a:gd name="connsiteX6" fmla="*/ 2458288 w 2559973"/>
                <a:gd name="connsiteY6" fmla="*/ 1531863 h 1550938"/>
                <a:gd name="connsiteX7" fmla="*/ 2544216 w 2559973"/>
                <a:gd name="connsiteY7" fmla="*/ 1252210 h 1550938"/>
                <a:gd name="connsiteX8" fmla="*/ 2196609 w 2559973"/>
                <a:gd name="connsiteY8" fmla="*/ 742283 h 1550938"/>
                <a:gd name="connsiteX9" fmla="*/ 1929459 w 2559973"/>
                <a:gd name="connsiteY9" fmla="*/ 409390 h 1550938"/>
                <a:gd name="connsiteX10" fmla="*/ 1529710 w 2559973"/>
                <a:gd name="connsiteY10" fmla="*/ 181678 h 1550938"/>
                <a:gd name="connsiteX11" fmla="*/ 1456027 w 2559973"/>
                <a:gd name="connsiteY11" fmla="*/ 0 h 1550938"/>
                <a:gd name="connsiteX0" fmla="*/ 0 w 2559973"/>
                <a:gd name="connsiteY0" fmla="*/ 1322930 h 1550938"/>
                <a:gd name="connsiteX1" fmla="*/ 830015 w 2559973"/>
                <a:gd name="connsiteY1" fmla="*/ 1218898 h 1550938"/>
                <a:gd name="connsiteX2" fmla="*/ 1200914 w 2559973"/>
                <a:gd name="connsiteY2" fmla="*/ 1194735 h 1550938"/>
                <a:gd name="connsiteX3" fmla="*/ 1657441 w 2559973"/>
                <a:gd name="connsiteY3" fmla="*/ 1349227 h 1550938"/>
                <a:gd name="connsiteX4" fmla="*/ 1643718 w 2559973"/>
                <a:gd name="connsiteY4" fmla="*/ 1356425 h 1550938"/>
                <a:gd name="connsiteX5" fmla="*/ 2084059 w 2559973"/>
                <a:gd name="connsiteY5" fmla="*/ 1507396 h 1550938"/>
                <a:gd name="connsiteX6" fmla="*/ 2458288 w 2559973"/>
                <a:gd name="connsiteY6" fmla="*/ 1531863 h 1550938"/>
                <a:gd name="connsiteX7" fmla="*/ 2544216 w 2559973"/>
                <a:gd name="connsiteY7" fmla="*/ 1252210 h 1550938"/>
                <a:gd name="connsiteX8" fmla="*/ 2196609 w 2559973"/>
                <a:gd name="connsiteY8" fmla="*/ 742283 h 1550938"/>
                <a:gd name="connsiteX9" fmla="*/ 1929459 w 2559973"/>
                <a:gd name="connsiteY9" fmla="*/ 409390 h 1550938"/>
                <a:gd name="connsiteX10" fmla="*/ 1663076 w 2559973"/>
                <a:gd name="connsiteY10" fmla="*/ 286475 h 1550938"/>
                <a:gd name="connsiteX11" fmla="*/ 1456027 w 2559973"/>
                <a:gd name="connsiteY11" fmla="*/ 0 h 1550938"/>
                <a:gd name="connsiteX0" fmla="*/ 0 w 2358141"/>
                <a:gd name="connsiteY0" fmla="*/ 1424365 h 1550938"/>
                <a:gd name="connsiteX1" fmla="*/ 628183 w 2358141"/>
                <a:gd name="connsiteY1" fmla="*/ 1218898 h 1550938"/>
                <a:gd name="connsiteX2" fmla="*/ 999082 w 2358141"/>
                <a:gd name="connsiteY2" fmla="*/ 1194735 h 1550938"/>
                <a:gd name="connsiteX3" fmla="*/ 1455609 w 2358141"/>
                <a:gd name="connsiteY3" fmla="*/ 1349227 h 1550938"/>
                <a:gd name="connsiteX4" fmla="*/ 1441886 w 2358141"/>
                <a:gd name="connsiteY4" fmla="*/ 1356425 h 1550938"/>
                <a:gd name="connsiteX5" fmla="*/ 1882227 w 2358141"/>
                <a:gd name="connsiteY5" fmla="*/ 1507396 h 1550938"/>
                <a:gd name="connsiteX6" fmla="*/ 2256456 w 2358141"/>
                <a:gd name="connsiteY6" fmla="*/ 1531863 h 1550938"/>
                <a:gd name="connsiteX7" fmla="*/ 2342384 w 2358141"/>
                <a:gd name="connsiteY7" fmla="*/ 1252210 h 1550938"/>
                <a:gd name="connsiteX8" fmla="*/ 1994777 w 2358141"/>
                <a:gd name="connsiteY8" fmla="*/ 742283 h 1550938"/>
                <a:gd name="connsiteX9" fmla="*/ 1727627 w 2358141"/>
                <a:gd name="connsiteY9" fmla="*/ 409390 h 1550938"/>
                <a:gd name="connsiteX10" fmla="*/ 1461244 w 2358141"/>
                <a:gd name="connsiteY10" fmla="*/ 286475 h 1550938"/>
                <a:gd name="connsiteX11" fmla="*/ 1254195 w 2358141"/>
                <a:gd name="connsiteY11" fmla="*/ 0 h 1550938"/>
                <a:gd name="connsiteX0" fmla="*/ 0 w 2358141"/>
                <a:gd name="connsiteY0" fmla="*/ 1424365 h 1550938"/>
                <a:gd name="connsiteX1" fmla="*/ 628183 w 2358141"/>
                <a:gd name="connsiteY1" fmla="*/ 1218898 h 1550938"/>
                <a:gd name="connsiteX2" fmla="*/ 999082 w 2358141"/>
                <a:gd name="connsiteY2" fmla="*/ 1194735 h 1550938"/>
                <a:gd name="connsiteX3" fmla="*/ 1455609 w 2358141"/>
                <a:gd name="connsiteY3" fmla="*/ 1349227 h 1550938"/>
                <a:gd name="connsiteX4" fmla="*/ 1441886 w 2358141"/>
                <a:gd name="connsiteY4" fmla="*/ 1356425 h 1550938"/>
                <a:gd name="connsiteX5" fmla="*/ 1882227 w 2358141"/>
                <a:gd name="connsiteY5" fmla="*/ 1507396 h 1550938"/>
                <a:gd name="connsiteX6" fmla="*/ 2256456 w 2358141"/>
                <a:gd name="connsiteY6" fmla="*/ 1531863 h 1550938"/>
                <a:gd name="connsiteX7" fmla="*/ 2342384 w 2358141"/>
                <a:gd name="connsiteY7" fmla="*/ 1252210 h 1550938"/>
                <a:gd name="connsiteX8" fmla="*/ 1994777 w 2358141"/>
                <a:gd name="connsiteY8" fmla="*/ 742283 h 1550938"/>
                <a:gd name="connsiteX9" fmla="*/ 1727627 w 2358141"/>
                <a:gd name="connsiteY9" fmla="*/ 409390 h 1550938"/>
                <a:gd name="connsiteX10" fmla="*/ 1461244 w 2358141"/>
                <a:gd name="connsiteY10" fmla="*/ 286475 h 1550938"/>
                <a:gd name="connsiteX11" fmla="*/ 1254195 w 2358141"/>
                <a:gd name="connsiteY11" fmla="*/ 0 h 1550938"/>
                <a:gd name="connsiteX0" fmla="*/ 0 w 2371751"/>
                <a:gd name="connsiteY0" fmla="*/ 1402949 h 1550938"/>
                <a:gd name="connsiteX1" fmla="*/ 641793 w 2371751"/>
                <a:gd name="connsiteY1" fmla="*/ 1218898 h 1550938"/>
                <a:gd name="connsiteX2" fmla="*/ 1012692 w 2371751"/>
                <a:gd name="connsiteY2" fmla="*/ 1194735 h 1550938"/>
                <a:gd name="connsiteX3" fmla="*/ 1469219 w 2371751"/>
                <a:gd name="connsiteY3" fmla="*/ 1349227 h 1550938"/>
                <a:gd name="connsiteX4" fmla="*/ 1455496 w 2371751"/>
                <a:gd name="connsiteY4" fmla="*/ 1356425 h 1550938"/>
                <a:gd name="connsiteX5" fmla="*/ 1895837 w 2371751"/>
                <a:gd name="connsiteY5" fmla="*/ 1507396 h 1550938"/>
                <a:gd name="connsiteX6" fmla="*/ 2270066 w 2371751"/>
                <a:gd name="connsiteY6" fmla="*/ 1531863 h 1550938"/>
                <a:gd name="connsiteX7" fmla="*/ 2355994 w 2371751"/>
                <a:gd name="connsiteY7" fmla="*/ 1252210 h 1550938"/>
                <a:gd name="connsiteX8" fmla="*/ 2008387 w 2371751"/>
                <a:gd name="connsiteY8" fmla="*/ 742283 h 1550938"/>
                <a:gd name="connsiteX9" fmla="*/ 1741237 w 2371751"/>
                <a:gd name="connsiteY9" fmla="*/ 409390 h 1550938"/>
                <a:gd name="connsiteX10" fmla="*/ 1474854 w 2371751"/>
                <a:gd name="connsiteY10" fmla="*/ 286475 h 1550938"/>
                <a:gd name="connsiteX11" fmla="*/ 1267805 w 2371751"/>
                <a:gd name="connsiteY11" fmla="*/ 0 h 1550938"/>
                <a:gd name="connsiteX0" fmla="*/ 0 w 2371751"/>
                <a:gd name="connsiteY0" fmla="*/ 1402949 h 1550938"/>
                <a:gd name="connsiteX1" fmla="*/ 641793 w 2371751"/>
                <a:gd name="connsiteY1" fmla="*/ 1218898 h 1550938"/>
                <a:gd name="connsiteX2" fmla="*/ 1012692 w 2371751"/>
                <a:gd name="connsiteY2" fmla="*/ 1194735 h 1550938"/>
                <a:gd name="connsiteX3" fmla="*/ 1455496 w 2371751"/>
                <a:gd name="connsiteY3" fmla="*/ 1356425 h 1550938"/>
                <a:gd name="connsiteX4" fmla="*/ 1895837 w 2371751"/>
                <a:gd name="connsiteY4" fmla="*/ 1507396 h 1550938"/>
                <a:gd name="connsiteX5" fmla="*/ 2270066 w 2371751"/>
                <a:gd name="connsiteY5" fmla="*/ 1531863 h 1550938"/>
                <a:gd name="connsiteX6" fmla="*/ 2355994 w 2371751"/>
                <a:gd name="connsiteY6" fmla="*/ 1252210 h 1550938"/>
                <a:gd name="connsiteX7" fmla="*/ 2008387 w 2371751"/>
                <a:gd name="connsiteY7" fmla="*/ 742283 h 1550938"/>
                <a:gd name="connsiteX8" fmla="*/ 1741237 w 2371751"/>
                <a:gd name="connsiteY8" fmla="*/ 409390 h 1550938"/>
                <a:gd name="connsiteX9" fmla="*/ 1474854 w 2371751"/>
                <a:gd name="connsiteY9" fmla="*/ 286475 h 1550938"/>
                <a:gd name="connsiteX10" fmla="*/ 1267805 w 2371751"/>
                <a:gd name="connsiteY10" fmla="*/ 0 h 1550938"/>
                <a:gd name="connsiteX0" fmla="*/ 0 w 2371751"/>
                <a:gd name="connsiteY0" fmla="*/ 1402949 h 1553226"/>
                <a:gd name="connsiteX1" fmla="*/ 641793 w 2371751"/>
                <a:gd name="connsiteY1" fmla="*/ 1218898 h 1553226"/>
                <a:gd name="connsiteX2" fmla="*/ 1012692 w 2371751"/>
                <a:gd name="connsiteY2" fmla="*/ 1194735 h 1553226"/>
                <a:gd name="connsiteX3" fmla="*/ 1476615 w 2371751"/>
                <a:gd name="connsiteY3" fmla="*/ 1296108 h 1553226"/>
                <a:gd name="connsiteX4" fmla="*/ 1895837 w 2371751"/>
                <a:gd name="connsiteY4" fmla="*/ 1507396 h 1553226"/>
                <a:gd name="connsiteX5" fmla="*/ 2270066 w 2371751"/>
                <a:gd name="connsiteY5" fmla="*/ 1531863 h 1553226"/>
                <a:gd name="connsiteX6" fmla="*/ 2355994 w 2371751"/>
                <a:gd name="connsiteY6" fmla="*/ 1252210 h 1553226"/>
                <a:gd name="connsiteX7" fmla="*/ 2008387 w 2371751"/>
                <a:gd name="connsiteY7" fmla="*/ 742283 h 1553226"/>
                <a:gd name="connsiteX8" fmla="*/ 1741237 w 2371751"/>
                <a:gd name="connsiteY8" fmla="*/ 409390 h 1553226"/>
                <a:gd name="connsiteX9" fmla="*/ 1474854 w 2371751"/>
                <a:gd name="connsiteY9" fmla="*/ 286475 h 1553226"/>
                <a:gd name="connsiteX10" fmla="*/ 1267805 w 2371751"/>
                <a:gd name="connsiteY10" fmla="*/ 0 h 1553226"/>
                <a:gd name="connsiteX0" fmla="*/ 0 w 2371751"/>
                <a:gd name="connsiteY0" fmla="*/ 1402949 h 1553227"/>
                <a:gd name="connsiteX1" fmla="*/ 641793 w 2371751"/>
                <a:gd name="connsiteY1" fmla="*/ 1218898 h 1553227"/>
                <a:gd name="connsiteX2" fmla="*/ 1012692 w 2371751"/>
                <a:gd name="connsiteY2" fmla="*/ 1194735 h 1553227"/>
                <a:gd name="connsiteX3" fmla="*/ 1476615 w 2371751"/>
                <a:gd name="connsiteY3" fmla="*/ 1296108 h 1553227"/>
                <a:gd name="connsiteX4" fmla="*/ 1895837 w 2371751"/>
                <a:gd name="connsiteY4" fmla="*/ 1507396 h 1553227"/>
                <a:gd name="connsiteX5" fmla="*/ 2270066 w 2371751"/>
                <a:gd name="connsiteY5" fmla="*/ 1531863 h 1553227"/>
                <a:gd name="connsiteX6" fmla="*/ 2355994 w 2371751"/>
                <a:gd name="connsiteY6" fmla="*/ 1252210 h 1553227"/>
                <a:gd name="connsiteX7" fmla="*/ 2008387 w 2371751"/>
                <a:gd name="connsiteY7" fmla="*/ 742283 h 1553227"/>
                <a:gd name="connsiteX8" fmla="*/ 1741237 w 2371751"/>
                <a:gd name="connsiteY8" fmla="*/ 409390 h 1553227"/>
                <a:gd name="connsiteX9" fmla="*/ 1474854 w 2371751"/>
                <a:gd name="connsiteY9" fmla="*/ 286475 h 1553227"/>
                <a:gd name="connsiteX10" fmla="*/ 1267805 w 2371751"/>
                <a:gd name="connsiteY10" fmla="*/ 0 h 1553227"/>
                <a:gd name="connsiteX0" fmla="*/ 0 w 2360462"/>
                <a:gd name="connsiteY0" fmla="*/ 1402949 h 1636459"/>
                <a:gd name="connsiteX1" fmla="*/ 641793 w 2360462"/>
                <a:gd name="connsiteY1" fmla="*/ 1218898 h 1636459"/>
                <a:gd name="connsiteX2" fmla="*/ 1012692 w 2360462"/>
                <a:gd name="connsiteY2" fmla="*/ 1194735 h 1636459"/>
                <a:gd name="connsiteX3" fmla="*/ 1476615 w 2360462"/>
                <a:gd name="connsiteY3" fmla="*/ 1296108 h 1636459"/>
                <a:gd name="connsiteX4" fmla="*/ 1895837 w 2360462"/>
                <a:gd name="connsiteY4" fmla="*/ 1507396 h 1636459"/>
                <a:gd name="connsiteX5" fmla="*/ 2185413 w 2360462"/>
                <a:gd name="connsiteY5" fmla="*/ 1626685 h 1636459"/>
                <a:gd name="connsiteX6" fmla="*/ 2355994 w 2360462"/>
                <a:gd name="connsiteY6" fmla="*/ 1252210 h 1636459"/>
                <a:gd name="connsiteX7" fmla="*/ 2008387 w 2360462"/>
                <a:gd name="connsiteY7" fmla="*/ 742283 h 1636459"/>
                <a:gd name="connsiteX8" fmla="*/ 1741237 w 2360462"/>
                <a:gd name="connsiteY8" fmla="*/ 409390 h 1636459"/>
                <a:gd name="connsiteX9" fmla="*/ 1474854 w 2360462"/>
                <a:gd name="connsiteY9" fmla="*/ 286475 h 1636459"/>
                <a:gd name="connsiteX10" fmla="*/ 1267805 w 2360462"/>
                <a:gd name="connsiteY10" fmla="*/ 0 h 1636459"/>
                <a:gd name="connsiteX0" fmla="*/ 0 w 2261587"/>
                <a:gd name="connsiteY0" fmla="*/ 1402949 h 1638842"/>
                <a:gd name="connsiteX1" fmla="*/ 641793 w 2261587"/>
                <a:gd name="connsiteY1" fmla="*/ 1218898 h 1638842"/>
                <a:gd name="connsiteX2" fmla="*/ 1012692 w 2261587"/>
                <a:gd name="connsiteY2" fmla="*/ 1194735 h 1638842"/>
                <a:gd name="connsiteX3" fmla="*/ 1476615 w 2261587"/>
                <a:gd name="connsiteY3" fmla="*/ 1296108 h 1638842"/>
                <a:gd name="connsiteX4" fmla="*/ 1895837 w 2261587"/>
                <a:gd name="connsiteY4" fmla="*/ 1507396 h 1638842"/>
                <a:gd name="connsiteX5" fmla="*/ 2185413 w 2261587"/>
                <a:gd name="connsiteY5" fmla="*/ 1626685 h 1638842"/>
                <a:gd name="connsiteX6" fmla="*/ 2251069 w 2261587"/>
                <a:gd name="connsiteY6" fmla="*/ 1210871 h 1638842"/>
                <a:gd name="connsiteX7" fmla="*/ 2008387 w 2261587"/>
                <a:gd name="connsiteY7" fmla="*/ 742283 h 1638842"/>
                <a:gd name="connsiteX8" fmla="*/ 1741237 w 2261587"/>
                <a:gd name="connsiteY8" fmla="*/ 409390 h 1638842"/>
                <a:gd name="connsiteX9" fmla="*/ 1474854 w 2261587"/>
                <a:gd name="connsiteY9" fmla="*/ 286475 h 1638842"/>
                <a:gd name="connsiteX10" fmla="*/ 1267805 w 2261587"/>
                <a:gd name="connsiteY10" fmla="*/ 0 h 16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1587" h="1638842">
                  <a:moveTo>
                    <a:pt x="0" y="1402949"/>
                  </a:moveTo>
                  <a:cubicBezTo>
                    <a:pt x="286941" y="1673273"/>
                    <a:pt x="473011" y="1253600"/>
                    <a:pt x="641793" y="1218898"/>
                  </a:cubicBezTo>
                  <a:cubicBezTo>
                    <a:pt x="810575" y="1184196"/>
                    <a:pt x="873555" y="1181867"/>
                    <a:pt x="1012692" y="1194735"/>
                  </a:cubicBezTo>
                  <a:cubicBezTo>
                    <a:pt x="1151829" y="1207603"/>
                    <a:pt x="1296187" y="1171241"/>
                    <a:pt x="1476615" y="1296108"/>
                  </a:cubicBezTo>
                  <a:cubicBezTo>
                    <a:pt x="1657043" y="1420975"/>
                    <a:pt x="1777704" y="1452300"/>
                    <a:pt x="1895837" y="1507396"/>
                  </a:cubicBezTo>
                  <a:cubicBezTo>
                    <a:pt x="2013970" y="1562492"/>
                    <a:pt x="2126208" y="1676106"/>
                    <a:pt x="2185413" y="1626685"/>
                  </a:cubicBezTo>
                  <a:cubicBezTo>
                    <a:pt x="2244618" y="1577264"/>
                    <a:pt x="2280573" y="1358271"/>
                    <a:pt x="2251069" y="1210871"/>
                  </a:cubicBezTo>
                  <a:cubicBezTo>
                    <a:pt x="2221565" y="1063471"/>
                    <a:pt x="2093359" y="875863"/>
                    <a:pt x="2008387" y="742283"/>
                  </a:cubicBezTo>
                  <a:cubicBezTo>
                    <a:pt x="1923415" y="608703"/>
                    <a:pt x="1830159" y="485358"/>
                    <a:pt x="1741237" y="409390"/>
                  </a:cubicBezTo>
                  <a:cubicBezTo>
                    <a:pt x="1652315" y="333422"/>
                    <a:pt x="1575051" y="332079"/>
                    <a:pt x="1474854" y="286475"/>
                  </a:cubicBezTo>
                  <a:cubicBezTo>
                    <a:pt x="1398177" y="239707"/>
                    <a:pt x="1342767" y="49530"/>
                    <a:pt x="1267805" y="0"/>
                  </a:cubicBezTo>
                </a:path>
              </a:pathLst>
            </a:custGeom>
            <a:noFill/>
            <a:ln w="6350" cap="rnd">
              <a:solidFill>
                <a:schemeClr val="tx1">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E2557499-0C3B-498A-5C1C-4802CB5B4320}"/>
                </a:ext>
              </a:extLst>
            </p:cNvPr>
            <p:cNvSpPr/>
            <p:nvPr userDrawn="1"/>
          </p:nvSpPr>
          <p:spPr>
            <a:xfrm rot="2875594" flipV="1">
              <a:off x="-1274803" y="5909932"/>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A5EA3951-E388-76D6-11AF-35C2F3A571BD}"/>
                </a:ext>
              </a:extLst>
            </p:cNvPr>
            <p:cNvSpPr/>
            <p:nvPr userDrawn="1"/>
          </p:nvSpPr>
          <p:spPr>
            <a:xfrm rot="2875594" flipV="1">
              <a:off x="-1274803" y="5909932"/>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2E316B7A-A148-F6B5-AF2D-D3D826739CE4}"/>
                </a:ext>
              </a:extLst>
            </p:cNvPr>
            <p:cNvSpPr/>
            <p:nvPr userDrawn="1"/>
          </p:nvSpPr>
          <p:spPr>
            <a:xfrm rot="2311737" flipV="1">
              <a:off x="-315873" y="5729068"/>
              <a:ext cx="1176286" cy="602515"/>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0 w 1234226"/>
                <a:gd name="connsiteY0" fmla="*/ 911733 h 911733"/>
                <a:gd name="connsiteX1" fmla="*/ 570383 w 1234226"/>
                <a:gd name="connsiteY1" fmla="*/ 721710 h 911733"/>
                <a:gd name="connsiteX2" fmla="*/ 954774 w 1234226"/>
                <a:gd name="connsiteY2" fmla="*/ 737391 h 911733"/>
                <a:gd name="connsiteX3" fmla="*/ 1215692 w 1234226"/>
                <a:gd name="connsiteY3" fmla="*/ 723688 h 911733"/>
                <a:gd name="connsiteX4" fmla="*/ 1136809 w 1234226"/>
                <a:gd name="connsiteY4" fmla="*/ 457104 h 911733"/>
                <a:gd name="connsiteX5" fmla="*/ 530352 w 1234226"/>
                <a:gd name="connsiteY5" fmla="*/ 0 h 911733"/>
                <a:gd name="connsiteX0" fmla="*/ 0 w 1234186"/>
                <a:gd name="connsiteY0" fmla="*/ 819803 h 819803"/>
                <a:gd name="connsiteX1" fmla="*/ 570383 w 1234186"/>
                <a:gd name="connsiteY1" fmla="*/ 629780 h 819803"/>
                <a:gd name="connsiteX2" fmla="*/ 954774 w 1234186"/>
                <a:gd name="connsiteY2" fmla="*/ 645461 h 819803"/>
                <a:gd name="connsiteX3" fmla="*/ 1215692 w 1234186"/>
                <a:gd name="connsiteY3" fmla="*/ 631758 h 819803"/>
                <a:gd name="connsiteX4" fmla="*/ 1136809 w 1234186"/>
                <a:gd name="connsiteY4" fmla="*/ 365174 h 819803"/>
                <a:gd name="connsiteX5" fmla="*/ 531317 w 1234186"/>
                <a:gd name="connsiteY5" fmla="*/ 0 h 819803"/>
                <a:gd name="connsiteX0" fmla="*/ 0 w 1234186"/>
                <a:gd name="connsiteY0" fmla="*/ 819803 h 819803"/>
                <a:gd name="connsiteX1" fmla="*/ 570383 w 1234186"/>
                <a:gd name="connsiteY1" fmla="*/ 629780 h 819803"/>
                <a:gd name="connsiteX2" fmla="*/ 954774 w 1234186"/>
                <a:gd name="connsiteY2" fmla="*/ 645461 h 819803"/>
                <a:gd name="connsiteX3" fmla="*/ 1215692 w 1234186"/>
                <a:gd name="connsiteY3" fmla="*/ 631758 h 819803"/>
                <a:gd name="connsiteX4" fmla="*/ 1136809 w 1234186"/>
                <a:gd name="connsiteY4" fmla="*/ 365174 h 819803"/>
                <a:gd name="connsiteX5" fmla="*/ 531317 w 1234186"/>
                <a:gd name="connsiteY5" fmla="*/ 0 h 819803"/>
                <a:gd name="connsiteX0" fmla="*/ 0 w 1266004"/>
                <a:gd name="connsiteY0" fmla="*/ 819803 h 819803"/>
                <a:gd name="connsiteX1" fmla="*/ 570383 w 1266004"/>
                <a:gd name="connsiteY1" fmla="*/ 629780 h 819803"/>
                <a:gd name="connsiteX2" fmla="*/ 954774 w 1266004"/>
                <a:gd name="connsiteY2" fmla="*/ 645461 h 819803"/>
                <a:gd name="connsiteX3" fmla="*/ 1215692 w 1266004"/>
                <a:gd name="connsiteY3" fmla="*/ 631758 h 819803"/>
                <a:gd name="connsiteX4" fmla="*/ 1198532 w 1266004"/>
                <a:gd name="connsiteY4" fmla="*/ 322566 h 819803"/>
                <a:gd name="connsiteX5" fmla="*/ 531317 w 1266004"/>
                <a:gd name="connsiteY5" fmla="*/ 0 h 81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04" h="819803">
                  <a:moveTo>
                    <a:pt x="0" y="819803"/>
                  </a:moveTo>
                  <a:cubicBezTo>
                    <a:pt x="158877" y="769987"/>
                    <a:pt x="411254" y="658837"/>
                    <a:pt x="570383" y="629780"/>
                  </a:cubicBezTo>
                  <a:cubicBezTo>
                    <a:pt x="729512" y="600723"/>
                    <a:pt x="847223" y="645131"/>
                    <a:pt x="954774" y="645461"/>
                  </a:cubicBezTo>
                  <a:cubicBezTo>
                    <a:pt x="1062325" y="645791"/>
                    <a:pt x="1175066" y="685574"/>
                    <a:pt x="1215692" y="631758"/>
                  </a:cubicBezTo>
                  <a:cubicBezTo>
                    <a:pt x="1256318" y="577942"/>
                    <a:pt x="1312594" y="427859"/>
                    <a:pt x="1198532" y="322566"/>
                  </a:cubicBezTo>
                  <a:cubicBezTo>
                    <a:pt x="1084470" y="217273"/>
                    <a:pt x="834913" y="58901"/>
                    <a:pt x="531317" y="0"/>
                  </a:cubicBezTo>
                </a:path>
              </a:pathLst>
            </a:custGeom>
            <a:noFill/>
            <a:ln w="9525" cap="rnd">
              <a:solidFill>
                <a:schemeClr val="tx1">
                  <a:alpha val="35000"/>
                </a:schemeClr>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7BF34831-0BEF-DF42-F5DC-18F1E045DD1D}"/>
                </a:ext>
              </a:extLst>
            </p:cNvPr>
            <p:cNvSpPr/>
            <p:nvPr userDrawn="1"/>
          </p:nvSpPr>
          <p:spPr>
            <a:xfrm rot="2875594" flipV="1">
              <a:off x="37625" y="6241565"/>
              <a:ext cx="985652" cy="559783"/>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877547 w 877547"/>
                <a:gd name="connsiteY0" fmla="*/ 640833 h 640833"/>
                <a:gd name="connsiteX1" fmla="*/ 622754 w 877547"/>
                <a:gd name="connsiteY1" fmla="*/ 418520 h 640833"/>
                <a:gd name="connsiteX2" fmla="*/ 225656 w 877547"/>
                <a:gd name="connsiteY2" fmla="*/ 162488 h 640833"/>
                <a:gd name="connsiteX3" fmla="*/ 0 w 877547"/>
                <a:gd name="connsiteY3" fmla="*/ 0 h 640833"/>
                <a:gd name="connsiteX0" fmla="*/ 877547 w 877547"/>
                <a:gd name="connsiteY0" fmla="*/ 640833 h 640833"/>
                <a:gd name="connsiteX1" fmla="*/ 622754 w 877547"/>
                <a:gd name="connsiteY1" fmla="*/ 418520 h 640833"/>
                <a:gd name="connsiteX2" fmla="*/ 225656 w 877547"/>
                <a:gd name="connsiteY2" fmla="*/ 162488 h 640833"/>
                <a:gd name="connsiteX3" fmla="*/ 0 w 877547"/>
                <a:gd name="connsiteY3" fmla="*/ 0 h 640833"/>
                <a:gd name="connsiteX0" fmla="*/ 877547 w 877547"/>
                <a:gd name="connsiteY0" fmla="*/ 640833 h 640833"/>
                <a:gd name="connsiteX1" fmla="*/ 622754 w 877547"/>
                <a:gd name="connsiteY1" fmla="*/ 418520 h 640833"/>
                <a:gd name="connsiteX2" fmla="*/ 336946 w 877547"/>
                <a:gd name="connsiteY2" fmla="*/ 177510 h 640833"/>
                <a:gd name="connsiteX3" fmla="*/ 0 w 877547"/>
                <a:gd name="connsiteY3" fmla="*/ 0 h 640833"/>
              </a:gdLst>
              <a:ahLst/>
              <a:cxnLst>
                <a:cxn ang="0">
                  <a:pos x="connsiteX0" y="connsiteY0"/>
                </a:cxn>
                <a:cxn ang="0">
                  <a:pos x="connsiteX1" y="connsiteY1"/>
                </a:cxn>
                <a:cxn ang="0">
                  <a:pos x="connsiteX2" y="connsiteY2"/>
                </a:cxn>
                <a:cxn ang="0">
                  <a:pos x="connsiteX3" y="connsiteY3"/>
                </a:cxn>
              </a:cxnLst>
              <a:rect l="l" t="t" r="r" b="b"/>
              <a:pathLst>
                <a:path w="877547" h="640833">
                  <a:moveTo>
                    <a:pt x="877547" y="640833"/>
                  </a:moveTo>
                  <a:cubicBezTo>
                    <a:pt x="804776" y="554251"/>
                    <a:pt x="712854" y="495740"/>
                    <a:pt x="622754" y="418520"/>
                  </a:cubicBezTo>
                  <a:cubicBezTo>
                    <a:pt x="532654" y="341300"/>
                    <a:pt x="440738" y="247263"/>
                    <a:pt x="336946" y="177510"/>
                  </a:cubicBezTo>
                  <a:cubicBezTo>
                    <a:pt x="233154" y="107757"/>
                    <a:pt x="222354" y="45674"/>
                    <a:pt x="0" y="0"/>
                  </a:cubicBezTo>
                </a:path>
              </a:pathLst>
            </a:custGeom>
            <a:noFill/>
            <a:ln w="6350" cap="rnd">
              <a:solidFill>
                <a:schemeClr val="tx1">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E63988B2-86F2-3025-02F5-37D180C28E31}"/>
                </a:ext>
              </a:extLst>
            </p:cNvPr>
            <p:cNvSpPr/>
            <p:nvPr userDrawn="1"/>
          </p:nvSpPr>
          <p:spPr>
            <a:xfrm rot="2875594" flipV="1">
              <a:off x="-396596" y="5674196"/>
              <a:ext cx="2063898" cy="441912"/>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781987"/>
                <a:gd name="connsiteY0" fmla="*/ 451295 h 602179"/>
                <a:gd name="connsiteX1" fmla="*/ 335661 w 1781987"/>
                <a:gd name="connsiteY1" fmla="*/ 319373 h 602179"/>
                <a:gd name="connsiteX2" fmla="*/ 629984 w 1781987"/>
                <a:gd name="connsiteY2" fmla="*/ 264319 h 602179"/>
                <a:gd name="connsiteX3" fmla="*/ 878777 w 1781987"/>
                <a:gd name="connsiteY3" fmla="*/ 278702 h 602179"/>
                <a:gd name="connsiteX4" fmla="*/ 1024700 w 1781987"/>
                <a:gd name="connsiteY4" fmla="*/ 302609 h 602179"/>
                <a:gd name="connsiteX5" fmla="*/ 1316641 w 1781987"/>
                <a:gd name="connsiteY5" fmla="*/ 360045 h 602179"/>
                <a:gd name="connsiteX6" fmla="*/ 1644436 w 1781987"/>
                <a:gd name="connsiteY6" fmla="*/ 602136 h 602179"/>
                <a:gd name="connsiteX7" fmla="*/ 1704023 w 1781987"/>
                <a:gd name="connsiteY7" fmla="*/ 0 h 602179"/>
                <a:gd name="connsiteX0" fmla="*/ 0 w 1825254"/>
                <a:gd name="connsiteY0" fmla="*/ 451295 h 602180"/>
                <a:gd name="connsiteX1" fmla="*/ 335661 w 1825254"/>
                <a:gd name="connsiteY1" fmla="*/ 319373 h 602180"/>
                <a:gd name="connsiteX2" fmla="*/ 629984 w 1825254"/>
                <a:gd name="connsiteY2" fmla="*/ 264319 h 602180"/>
                <a:gd name="connsiteX3" fmla="*/ 878777 w 1825254"/>
                <a:gd name="connsiteY3" fmla="*/ 278702 h 602180"/>
                <a:gd name="connsiteX4" fmla="*/ 1024700 w 1825254"/>
                <a:gd name="connsiteY4" fmla="*/ 302609 h 602180"/>
                <a:gd name="connsiteX5" fmla="*/ 1316641 w 1825254"/>
                <a:gd name="connsiteY5" fmla="*/ 360045 h 602180"/>
                <a:gd name="connsiteX6" fmla="*/ 1644436 w 1825254"/>
                <a:gd name="connsiteY6" fmla="*/ 602136 h 602180"/>
                <a:gd name="connsiteX7" fmla="*/ 1704023 w 1825254"/>
                <a:gd name="connsiteY7" fmla="*/ 0 h 602180"/>
                <a:gd name="connsiteX0" fmla="*/ 0 w 1824780"/>
                <a:gd name="connsiteY0" fmla="*/ 355010 h 505895"/>
                <a:gd name="connsiteX1" fmla="*/ 335661 w 1824780"/>
                <a:gd name="connsiteY1" fmla="*/ 223088 h 505895"/>
                <a:gd name="connsiteX2" fmla="*/ 629984 w 1824780"/>
                <a:gd name="connsiteY2" fmla="*/ 168034 h 505895"/>
                <a:gd name="connsiteX3" fmla="*/ 878777 w 1824780"/>
                <a:gd name="connsiteY3" fmla="*/ 182417 h 505895"/>
                <a:gd name="connsiteX4" fmla="*/ 1024700 w 1824780"/>
                <a:gd name="connsiteY4" fmla="*/ 206324 h 505895"/>
                <a:gd name="connsiteX5" fmla="*/ 1316641 w 1824780"/>
                <a:gd name="connsiteY5" fmla="*/ 263760 h 505895"/>
                <a:gd name="connsiteX6" fmla="*/ 1644436 w 1824780"/>
                <a:gd name="connsiteY6" fmla="*/ 505851 h 505895"/>
                <a:gd name="connsiteX7" fmla="*/ 1703192 w 1824780"/>
                <a:gd name="connsiteY7" fmla="*/ 0 h 505895"/>
                <a:gd name="connsiteX0" fmla="*/ 0 w 1837532"/>
                <a:gd name="connsiteY0" fmla="*/ 355010 h 505895"/>
                <a:gd name="connsiteX1" fmla="*/ 335661 w 1837532"/>
                <a:gd name="connsiteY1" fmla="*/ 223088 h 505895"/>
                <a:gd name="connsiteX2" fmla="*/ 629984 w 1837532"/>
                <a:gd name="connsiteY2" fmla="*/ 168034 h 505895"/>
                <a:gd name="connsiteX3" fmla="*/ 878777 w 1837532"/>
                <a:gd name="connsiteY3" fmla="*/ 182417 h 505895"/>
                <a:gd name="connsiteX4" fmla="*/ 1024700 w 1837532"/>
                <a:gd name="connsiteY4" fmla="*/ 206324 h 505895"/>
                <a:gd name="connsiteX5" fmla="*/ 1316641 w 1837532"/>
                <a:gd name="connsiteY5" fmla="*/ 263760 h 505895"/>
                <a:gd name="connsiteX6" fmla="*/ 1644436 w 1837532"/>
                <a:gd name="connsiteY6" fmla="*/ 505851 h 505895"/>
                <a:gd name="connsiteX7" fmla="*/ 1703192 w 1837532"/>
                <a:gd name="connsiteY7" fmla="*/ 0 h 50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7532" h="505895">
                  <a:moveTo>
                    <a:pt x="0" y="355010"/>
                  </a:moveTo>
                  <a:cubicBezTo>
                    <a:pt x="77438" y="333007"/>
                    <a:pt x="257270" y="241567"/>
                    <a:pt x="335661" y="223088"/>
                  </a:cubicBezTo>
                  <a:cubicBezTo>
                    <a:pt x="433007" y="200133"/>
                    <a:pt x="530162" y="174225"/>
                    <a:pt x="629984" y="168034"/>
                  </a:cubicBezTo>
                  <a:cubicBezTo>
                    <a:pt x="713137" y="162795"/>
                    <a:pt x="796290" y="170606"/>
                    <a:pt x="878777" y="182417"/>
                  </a:cubicBezTo>
                  <a:cubicBezTo>
                    <a:pt x="927545" y="189370"/>
                    <a:pt x="976217" y="197466"/>
                    <a:pt x="1024700" y="206324"/>
                  </a:cubicBezTo>
                  <a:cubicBezTo>
                    <a:pt x="1122236" y="224231"/>
                    <a:pt x="1213352" y="213839"/>
                    <a:pt x="1316641" y="263760"/>
                  </a:cubicBezTo>
                  <a:cubicBezTo>
                    <a:pt x="1419930" y="313681"/>
                    <a:pt x="1573570" y="509280"/>
                    <a:pt x="1644436" y="505851"/>
                  </a:cubicBezTo>
                  <a:cubicBezTo>
                    <a:pt x="1866090" y="504024"/>
                    <a:pt x="1911824" y="338096"/>
                    <a:pt x="1703192" y="0"/>
                  </a:cubicBezTo>
                </a:path>
              </a:pathLst>
            </a:custGeom>
            <a:noFill/>
            <a:ln w="6350" cap="rnd">
              <a:solidFill>
                <a:schemeClr val="tx1">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A66FA848-1E53-43CB-663D-E0E45B915881}"/>
                </a:ext>
              </a:extLst>
            </p:cNvPr>
            <p:cNvSpPr/>
            <p:nvPr userDrawn="1"/>
          </p:nvSpPr>
          <p:spPr>
            <a:xfrm rot="1895917" flipV="1">
              <a:off x="-102609" y="5817313"/>
              <a:ext cx="534055" cy="313576"/>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1666 w 912119"/>
                <a:gd name="connsiteY0" fmla="*/ 787379 h 787379"/>
                <a:gd name="connsiteX1" fmla="*/ 580843 w 912119"/>
                <a:gd name="connsiteY1" fmla="*/ 551013 h 787379"/>
                <a:gd name="connsiteX2" fmla="*/ 900928 w 912119"/>
                <a:gd name="connsiteY2" fmla="*/ 405102 h 787379"/>
                <a:gd name="connsiteX3" fmla="*/ 0 w 912119"/>
                <a:gd name="connsiteY3" fmla="*/ 0 h 787379"/>
                <a:gd name="connsiteX0" fmla="*/ 0 w 910453"/>
                <a:gd name="connsiteY0" fmla="*/ 497392 h 497392"/>
                <a:gd name="connsiteX1" fmla="*/ 579177 w 910453"/>
                <a:gd name="connsiteY1" fmla="*/ 261026 h 497392"/>
                <a:gd name="connsiteX2" fmla="*/ 899262 w 910453"/>
                <a:gd name="connsiteY2" fmla="*/ 115115 h 497392"/>
                <a:gd name="connsiteX3" fmla="*/ 231015 w 910453"/>
                <a:gd name="connsiteY3" fmla="*/ 0 h 497392"/>
                <a:gd name="connsiteX0" fmla="*/ 0 w 910453"/>
                <a:gd name="connsiteY0" fmla="*/ 544929 h 544929"/>
                <a:gd name="connsiteX1" fmla="*/ 579177 w 910453"/>
                <a:gd name="connsiteY1" fmla="*/ 308563 h 544929"/>
                <a:gd name="connsiteX2" fmla="*/ 899262 w 910453"/>
                <a:gd name="connsiteY2" fmla="*/ 162652 h 544929"/>
                <a:gd name="connsiteX3" fmla="*/ 231015 w 910453"/>
                <a:gd name="connsiteY3" fmla="*/ 47537 h 544929"/>
                <a:gd name="connsiteX0" fmla="*/ 0 w 910453"/>
                <a:gd name="connsiteY0" fmla="*/ 553790 h 553790"/>
                <a:gd name="connsiteX1" fmla="*/ 579177 w 910453"/>
                <a:gd name="connsiteY1" fmla="*/ 317424 h 553790"/>
                <a:gd name="connsiteX2" fmla="*/ 899262 w 910453"/>
                <a:gd name="connsiteY2" fmla="*/ 171513 h 553790"/>
                <a:gd name="connsiteX3" fmla="*/ 231015 w 910453"/>
                <a:gd name="connsiteY3" fmla="*/ 56398 h 553790"/>
                <a:gd name="connsiteX0" fmla="*/ 0 w 899262"/>
                <a:gd name="connsiteY0" fmla="*/ 553792 h 553792"/>
                <a:gd name="connsiteX1" fmla="*/ 579177 w 899262"/>
                <a:gd name="connsiteY1" fmla="*/ 317426 h 553792"/>
                <a:gd name="connsiteX2" fmla="*/ 899262 w 899262"/>
                <a:gd name="connsiteY2" fmla="*/ 171515 h 553792"/>
                <a:gd name="connsiteX3" fmla="*/ 231015 w 899262"/>
                <a:gd name="connsiteY3" fmla="*/ 56400 h 553792"/>
                <a:gd name="connsiteX0" fmla="*/ 0 w 801558"/>
                <a:gd name="connsiteY0" fmla="*/ 560103 h 560103"/>
                <a:gd name="connsiteX1" fmla="*/ 579177 w 801558"/>
                <a:gd name="connsiteY1" fmla="*/ 323737 h 560103"/>
                <a:gd name="connsiteX2" fmla="*/ 801558 w 801558"/>
                <a:gd name="connsiteY2" fmla="*/ 156149 h 560103"/>
                <a:gd name="connsiteX3" fmla="*/ 231015 w 801558"/>
                <a:gd name="connsiteY3" fmla="*/ 62711 h 560103"/>
                <a:gd name="connsiteX0" fmla="*/ 0 w 801558"/>
                <a:gd name="connsiteY0" fmla="*/ 560103 h 560103"/>
                <a:gd name="connsiteX1" fmla="*/ 537743 w 801558"/>
                <a:gd name="connsiteY1" fmla="*/ 436307 h 560103"/>
                <a:gd name="connsiteX2" fmla="*/ 801558 w 801558"/>
                <a:gd name="connsiteY2" fmla="*/ 156149 h 560103"/>
                <a:gd name="connsiteX3" fmla="*/ 231015 w 801558"/>
                <a:gd name="connsiteY3" fmla="*/ 62711 h 560103"/>
              </a:gdLst>
              <a:ahLst/>
              <a:cxnLst>
                <a:cxn ang="0">
                  <a:pos x="connsiteX0" y="connsiteY0"/>
                </a:cxn>
                <a:cxn ang="0">
                  <a:pos x="connsiteX1" y="connsiteY1"/>
                </a:cxn>
                <a:cxn ang="0">
                  <a:pos x="connsiteX2" y="connsiteY2"/>
                </a:cxn>
                <a:cxn ang="0">
                  <a:pos x="connsiteX3" y="connsiteY3"/>
                </a:cxn>
              </a:cxnLst>
              <a:rect l="l" t="t" r="r" b="b"/>
              <a:pathLst>
                <a:path w="801558" h="560103">
                  <a:moveTo>
                    <a:pt x="0" y="560103"/>
                  </a:moveTo>
                  <a:cubicBezTo>
                    <a:pt x="69342" y="505144"/>
                    <a:pt x="404150" y="503633"/>
                    <a:pt x="537743" y="436307"/>
                  </a:cubicBezTo>
                  <a:cubicBezTo>
                    <a:pt x="671336" y="368981"/>
                    <a:pt x="705930" y="376544"/>
                    <a:pt x="801558" y="156149"/>
                  </a:cubicBezTo>
                  <a:cubicBezTo>
                    <a:pt x="781268" y="-3592"/>
                    <a:pt x="422639" y="-51420"/>
                    <a:pt x="231015" y="62711"/>
                  </a:cubicBezTo>
                </a:path>
              </a:pathLst>
            </a:custGeom>
            <a:noFill/>
            <a:ln w="6350" cap="rnd">
              <a:solidFill>
                <a:schemeClr val="tx1">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B134C30C-7AA7-79CC-5204-3E967DD4BC96}"/>
                </a:ext>
              </a:extLst>
            </p:cNvPr>
            <p:cNvSpPr/>
            <p:nvPr userDrawn="1"/>
          </p:nvSpPr>
          <p:spPr>
            <a:xfrm rot="2875594" flipV="1">
              <a:off x="1747059" y="5518961"/>
              <a:ext cx="2479630" cy="1783836"/>
            </a:xfrm>
            <a:custGeom>
              <a:avLst/>
              <a:gdLst>
                <a:gd name="connsiteX0" fmla="*/ 258654 w 2479630"/>
                <a:gd name="connsiteY0" fmla="*/ 1533975 h 1796033"/>
                <a:gd name="connsiteX1" fmla="*/ 449960 w 2479630"/>
                <a:gd name="connsiteY1" fmla="*/ 1683530 h 1796033"/>
                <a:gd name="connsiteX2" fmla="*/ 583477 w 2479630"/>
                <a:gd name="connsiteY2" fmla="*/ 1732952 h 1796033"/>
                <a:gd name="connsiteX3" fmla="*/ 958027 w 2479630"/>
                <a:gd name="connsiteY3" fmla="*/ 1778299 h 1796033"/>
                <a:gd name="connsiteX4" fmla="*/ 1200345 w 2479630"/>
                <a:gd name="connsiteY4" fmla="*/ 1778298 h 1796033"/>
                <a:gd name="connsiteX5" fmla="*/ 1775811 w 2479630"/>
                <a:gd name="connsiteY5" fmla="*/ 1794440 h 1796033"/>
                <a:gd name="connsiteX6" fmla="*/ 2058356 w 2479630"/>
                <a:gd name="connsiteY6" fmla="*/ 1781294 h 1796033"/>
                <a:gd name="connsiteX7" fmla="*/ 2389758 w 2479630"/>
                <a:gd name="connsiteY7" fmla="*/ 1651723 h 1796033"/>
                <a:gd name="connsiteX8" fmla="*/ 2479630 w 2479630"/>
                <a:gd name="connsiteY8" fmla="*/ 1600372 h 1796033"/>
                <a:gd name="connsiteX9" fmla="*/ 1034931 w 2479630"/>
                <a:gd name="connsiteY9" fmla="*/ 0 h 1796033"/>
                <a:gd name="connsiteX10" fmla="*/ 1033745 w 2479630"/>
                <a:gd name="connsiteY10" fmla="*/ 12197 h 1796033"/>
                <a:gd name="connsiteX11" fmla="*/ 1016119 w 2479630"/>
                <a:gd name="connsiteY11" fmla="*/ 78624 h 1796033"/>
                <a:gd name="connsiteX12" fmla="*/ 922614 w 2479630"/>
                <a:gd name="connsiteY12" fmla="*/ 294242 h 1796033"/>
                <a:gd name="connsiteX13" fmla="*/ 703466 w 2479630"/>
                <a:gd name="connsiteY13" fmla="*/ 369397 h 1796033"/>
                <a:gd name="connsiteX14" fmla="*/ 411584 w 2479630"/>
                <a:gd name="connsiteY14" fmla="*/ 272592 h 1796033"/>
                <a:gd name="connsiteX15" fmla="*/ 193413 w 2479630"/>
                <a:gd name="connsiteY15" fmla="*/ 571270 h 1796033"/>
                <a:gd name="connsiteX16" fmla="*/ 308 w 2479630"/>
                <a:gd name="connsiteY16" fmla="*/ 969564 h 1796033"/>
                <a:gd name="connsiteX17" fmla="*/ 66423 w 2479630"/>
                <a:gd name="connsiteY17" fmla="*/ 1251955 h 1796033"/>
                <a:gd name="connsiteX18" fmla="*/ 207642 w 2479630"/>
                <a:gd name="connsiteY18" fmla="*/ 1474774 h 1796033"/>
                <a:gd name="connsiteX19" fmla="*/ 258654 w 2479630"/>
                <a:gd name="connsiteY19" fmla="*/ 1533975 h 1796033"/>
                <a:gd name="connsiteX0" fmla="*/ 1033745 w 2479630"/>
                <a:gd name="connsiteY0" fmla="*/ 12197 h 1796033"/>
                <a:gd name="connsiteX1" fmla="*/ 1016119 w 2479630"/>
                <a:gd name="connsiteY1" fmla="*/ 78624 h 1796033"/>
                <a:gd name="connsiteX2" fmla="*/ 922614 w 2479630"/>
                <a:gd name="connsiteY2" fmla="*/ 294242 h 1796033"/>
                <a:gd name="connsiteX3" fmla="*/ 703466 w 2479630"/>
                <a:gd name="connsiteY3" fmla="*/ 369397 h 1796033"/>
                <a:gd name="connsiteX4" fmla="*/ 411584 w 2479630"/>
                <a:gd name="connsiteY4" fmla="*/ 272592 h 1796033"/>
                <a:gd name="connsiteX5" fmla="*/ 193413 w 2479630"/>
                <a:gd name="connsiteY5" fmla="*/ 571270 h 1796033"/>
                <a:gd name="connsiteX6" fmla="*/ 308 w 2479630"/>
                <a:gd name="connsiteY6" fmla="*/ 969564 h 1796033"/>
                <a:gd name="connsiteX7" fmla="*/ 66423 w 2479630"/>
                <a:gd name="connsiteY7" fmla="*/ 1251955 h 1796033"/>
                <a:gd name="connsiteX8" fmla="*/ 207642 w 2479630"/>
                <a:gd name="connsiteY8" fmla="*/ 1474774 h 1796033"/>
                <a:gd name="connsiteX9" fmla="*/ 258654 w 2479630"/>
                <a:gd name="connsiteY9" fmla="*/ 1533975 h 1796033"/>
                <a:gd name="connsiteX10" fmla="*/ 449960 w 2479630"/>
                <a:gd name="connsiteY10" fmla="*/ 1683530 h 1796033"/>
                <a:gd name="connsiteX11" fmla="*/ 583477 w 2479630"/>
                <a:gd name="connsiteY11" fmla="*/ 1732952 h 1796033"/>
                <a:gd name="connsiteX12" fmla="*/ 958027 w 2479630"/>
                <a:gd name="connsiteY12" fmla="*/ 1778299 h 1796033"/>
                <a:gd name="connsiteX13" fmla="*/ 1200345 w 2479630"/>
                <a:gd name="connsiteY13" fmla="*/ 1778298 h 1796033"/>
                <a:gd name="connsiteX14" fmla="*/ 1775811 w 2479630"/>
                <a:gd name="connsiteY14" fmla="*/ 1794440 h 1796033"/>
                <a:gd name="connsiteX15" fmla="*/ 2058356 w 2479630"/>
                <a:gd name="connsiteY15" fmla="*/ 1781294 h 1796033"/>
                <a:gd name="connsiteX16" fmla="*/ 2389758 w 2479630"/>
                <a:gd name="connsiteY16" fmla="*/ 1651723 h 1796033"/>
                <a:gd name="connsiteX17" fmla="*/ 2479630 w 2479630"/>
                <a:gd name="connsiteY17" fmla="*/ 1600372 h 1796033"/>
                <a:gd name="connsiteX18" fmla="*/ 1034931 w 2479630"/>
                <a:gd name="connsiteY18" fmla="*/ 0 h 1796033"/>
                <a:gd name="connsiteX19" fmla="*/ 1125185 w 2479630"/>
                <a:gd name="connsiteY19" fmla="*/ 103637 h 1796033"/>
                <a:gd name="connsiteX0" fmla="*/ 1033745 w 2479630"/>
                <a:gd name="connsiteY0" fmla="*/ 12197 h 1796033"/>
                <a:gd name="connsiteX1" fmla="*/ 1016119 w 2479630"/>
                <a:gd name="connsiteY1" fmla="*/ 78624 h 1796033"/>
                <a:gd name="connsiteX2" fmla="*/ 922614 w 2479630"/>
                <a:gd name="connsiteY2" fmla="*/ 294242 h 1796033"/>
                <a:gd name="connsiteX3" fmla="*/ 703466 w 2479630"/>
                <a:gd name="connsiteY3" fmla="*/ 369397 h 1796033"/>
                <a:gd name="connsiteX4" fmla="*/ 411584 w 2479630"/>
                <a:gd name="connsiteY4" fmla="*/ 272592 h 1796033"/>
                <a:gd name="connsiteX5" fmla="*/ 193413 w 2479630"/>
                <a:gd name="connsiteY5" fmla="*/ 571270 h 1796033"/>
                <a:gd name="connsiteX6" fmla="*/ 308 w 2479630"/>
                <a:gd name="connsiteY6" fmla="*/ 969564 h 1796033"/>
                <a:gd name="connsiteX7" fmla="*/ 66423 w 2479630"/>
                <a:gd name="connsiteY7" fmla="*/ 1251955 h 1796033"/>
                <a:gd name="connsiteX8" fmla="*/ 207642 w 2479630"/>
                <a:gd name="connsiteY8" fmla="*/ 1474774 h 1796033"/>
                <a:gd name="connsiteX9" fmla="*/ 258654 w 2479630"/>
                <a:gd name="connsiteY9" fmla="*/ 1533975 h 1796033"/>
                <a:gd name="connsiteX10" fmla="*/ 449960 w 2479630"/>
                <a:gd name="connsiteY10" fmla="*/ 1683530 h 1796033"/>
                <a:gd name="connsiteX11" fmla="*/ 583477 w 2479630"/>
                <a:gd name="connsiteY11" fmla="*/ 1732952 h 1796033"/>
                <a:gd name="connsiteX12" fmla="*/ 958027 w 2479630"/>
                <a:gd name="connsiteY12" fmla="*/ 1778299 h 1796033"/>
                <a:gd name="connsiteX13" fmla="*/ 1200345 w 2479630"/>
                <a:gd name="connsiteY13" fmla="*/ 1778298 h 1796033"/>
                <a:gd name="connsiteX14" fmla="*/ 1775811 w 2479630"/>
                <a:gd name="connsiteY14" fmla="*/ 1794440 h 1796033"/>
                <a:gd name="connsiteX15" fmla="*/ 2058356 w 2479630"/>
                <a:gd name="connsiteY15" fmla="*/ 1781294 h 1796033"/>
                <a:gd name="connsiteX16" fmla="*/ 2389758 w 2479630"/>
                <a:gd name="connsiteY16" fmla="*/ 1651723 h 1796033"/>
                <a:gd name="connsiteX17" fmla="*/ 2479630 w 2479630"/>
                <a:gd name="connsiteY17" fmla="*/ 1600372 h 1796033"/>
                <a:gd name="connsiteX18" fmla="*/ 1034931 w 2479630"/>
                <a:gd name="connsiteY18" fmla="*/ 0 h 1796033"/>
                <a:gd name="connsiteX0" fmla="*/ 1033745 w 2479630"/>
                <a:gd name="connsiteY0" fmla="*/ 0 h 1783836"/>
                <a:gd name="connsiteX1" fmla="*/ 1016119 w 2479630"/>
                <a:gd name="connsiteY1" fmla="*/ 66427 h 1783836"/>
                <a:gd name="connsiteX2" fmla="*/ 922614 w 2479630"/>
                <a:gd name="connsiteY2" fmla="*/ 282045 h 1783836"/>
                <a:gd name="connsiteX3" fmla="*/ 703466 w 2479630"/>
                <a:gd name="connsiteY3" fmla="*/ 357200 h 1783836"/>
                <a:gd name="connsiteX4" fmla="*/ 411584 w 2479630"/>
                <a:gd name="connsiteY4" fmla="*/ 260395 h 1783836"/>
                <a:gd name="connsiteX5" fmla="*/ 193413 w 2479630"/>
                <a:gd name="connsiteY5" fmla="*/ 559073 h 1783836"/>
                <a:gd name="connsiteX6" fmla="*/ 308 w 2479630"/>
                <a:gd name="connsiteY6" fmla="*/ 957367 h 1783836"/>
                <a:gd name="connsiteX7" fmla="*/ 66423 w 2479630"/>
                <a:gd name="connsiteY7" fmla="*/ 1239758 h 1783836"/>
                <a:gd name="connsiteX8" fmla="*/ 207642 w 2479630"/>
                <a:gd name="connsiteY8" fmla="*/ 1462577 h 1783836"/>
                <a:gd name="connsiteX9" fmla="*/ 258654 w 2479630"/>
                <a:gd name="connsiteY9" fmla="*/ 1521778 h 1783836"/>
                <a:gd name="connsiteX10" fmla="*/ 449960 w 2479630"/>
                <a:gd name="connsiteY10" fmla="*/ 1671333 h 1783836"/>
                <a:gd name="connsiteX11" fmla="*/ 583477 w 2479630"/>
                <a:gd name="connsiteY11" fmla="*/ 1720755 h 1783836"/>
                <a:gd name="connsiteX12" fmla="*/ 958027 w 2479630"/>
                <a:gd name="connsiteY12" fmla="*/ 1766102 h 1783836"/>
                <a:gd name="connsiteX13" fmla="*/ 1200345 w 2479630"/>
                <a:gd name="connsiteY13" fmla="*/ 1766101 h 1783836"/>
                <a:gd name="connsiteX14" fmla="*/ 1775811 w 2479630"/>
                <a:gd name="connsiteY14" fmla="*/ 1782243 h 1783836"/>
                <a:gd name="connsiteX15" fmla="*/ 2058356 w 2479630"/>
                <a:gd name="connsiteY15" fmla="*/ 1769097 h 1783836"/>
                <a:gd name="connsiteX16" fmla="*/ 2389758 w 2479630"/>
                <a:gd name="connsiteY16" fmla="*/ 1639526 h 1783836"/>
                <a:gd name="connsiteX17" fmla="*/ 2479630 w 2479630"/>
                <a:gd name="connsiteY17" fmla="*/ 1588175 h 178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79630" h="1783836">
                  <a:moveTo>
                    <a:pt x="1033745" y="0"/>
                  </a:moveTo>
                  <a:cubicBezTo>
                    <a:pt x="1029305" y="22309"/>
                    <a:pt x="1023020" y="44462"/>
                    <a:pt x="1016119" y="66427"/>
                  </a:cubicBezTo>
                  <a:cubicBezTo>
                    <a:pt x="1001249" y="113770"/>
                    <a:pt x="961022" y="243939"/>
                    <a:pt x="922614" y="282045"/>
                  </a:cubicBezTo>
                  <a:cubicBezTo>
                    <a:pt x="866234" y="337958"/>
                    <a:pt x="791087" y="335234"/>
                    <a:pt x="703466" y="357200"/>
                  </a:cubicBezTo>
                  <a:cubicBezTo>
                    <a:pt x="633071" y="374923"/>
                    <a:pt x="496593" y="226749"/>
                    <a:pt x="411584" y="260395"/>
                  </a:cubicBezTo>
                  <a:cubicBezTo>
                    <a:pt x="326576" y="294040"/>
                    <a:pt x="261959" y="442911"/>
                    <a:pt x="193413" y="559073"/>
                  </a:cubicBezTo>
                  <a:cubicBezTo>
                    <a:pt x="124867" y="675235"/>
                    <a:pt x="5550" y="812343"/>
                    <a:pt x="308" y="957367"/>
                  </a:cubicBezTo>
                  <a:cubicBezTo>
                    <a:pt x="-3224" y="1053800"/>
                    <a:pt x="23951" y="1148983"/>
                    <a:pt x="66423" y="1239758"/>
                  </a:cubicBezTo>
                  <a:cubicBezTo>
                    <a:pt x="102904" y="1317803"/>
                    <a:pt x="150513" y="1392353"/>
                    <a:pt x="207642" y="1462577"/>
                  </a:cubicBezTo>
                  <a:cubicBezTo>
                    <a:pt x="223931" y="1482628"/>
                    <a:pt x="240847" y="1502477"/>
                    <a:pt x="258654" y="1521778"/>
                  </a:cubicBezTo>
                  <a:cubicBezTo>
                    <a:pt x="312072" y="1579679"/>
                    <a:pt x="373494" y="1632644"/>
                    <a:pt x="449960" y="1671333"/>
                  </a:cubicBezTo>
                  <a:cubicBezTo>
                    <a:pt x="491471" y="1692383"/>
                    <a:pt x="536511" y="1708525"/>
                    <a:pt x="583477" y="1720755"/>
                  </a:cubicBezTo>
                  <a:cubicBezTo>
                    <a:pt x="703834" y="1752123"/>
                    <a:pt x="831037" y="1763106"/>
                    <a:pt x="958027" y="1766102"/>
                  </a:cubicBezTo>
                  <a:cubicBezTo>
                    <a:pt x="1038799" y="1768016"/>
                    <a:pt x="1119572" y="1766352"/>
                    <a:pt x="1200345" y="1766101"/>
                  </a:cubicBezTo>
                  <a:cubicBezTo>
                    <a:pt x="1392382" y="1765436"/>
                    <a:pt x="1583990" y="1776336"/>
                    <a:pt x="1775811" y="1782243"/>
                  </a:cubicBezTo>
                  <a:cubicBezTo>
                    <a:pt x="1870707" y="1785155"/>
                    <a:pt x="1966028" y="1785738"/>
                    <a:pt x="2058356" y="1769097"/>
                  </a:cubicBezTo>
                  <a:cubicBezTo>
                    <a:pt x="2180076" y="1747132"/>
                    <a:pt x="2287174" y="1696336"/>
                    <a:pt x="2389758" y="1639526"/>
                  </a:cubicBezTo>
                  <a:lnTo>
                    <a:pt x="2479630" y="1588175"/>
                  </a:ln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6DAAD502-DD31-5747-23F2-882421F088BE}"/>
                </a:ext>
              </a:extLst>
            </p:cNvPr>
            <p:cNvSpPr/>
            <p:nvPr userDrawn="1"/>
          </p:nvSpPr>
          <p:spPr>
            <a:xfrm rot="2875594" flipV="1">
              <a:off x="1948926" y="5687067"/>
              <a:ext cx="2150051" cy="1464917"/>
            </a:xfrm>
            <a:custGeom>
              <a:avLst/>
              <a:gdLst>
                <a:gd name="connsiteX0" fmla="*/ 151164 w 2150051"/>
                <a:gd name="connsiteY0" fmla="*/ 1209554 h 1464917"/>
                <a:gd name="connsiteX1" fmla="*/ 231762 w 2150051"/>
                <a:gd name="connsiteY1" fmla="*/ 1290043 h 1464917"/>
                <a:gd name="connsiteX2" fmla="*/ 524683 w 2150051"/>
                <a:gd name="connsiteY2" fmla="*/ 1431238 h 1464917"/>
                <a:gd name="connsiteX3" fmla="*/ 627068 w 2150051"/>
                <a:gd name="connsiteY3" fmla="*/ 1447379 h 1464917"/>
                <a:gd name="connsiteX4" fmla="*/ 1017130 w 2150051"/>
                <a:gd name="connsiteY4" fmla="*/ 1464520 h 1464917"/>
                <a:gd name="connsiteX5" fmla="*/ 1359265 w 2150051"/>
                <a:gd name="connsiteY5" fmla="*/ 1450375 h 1464917"/>
                <a:gd name="connsiteX6" fmla="*/ 1535467 w 2150051"/>
                <a:gd name="connsiteY6" fmla="*/ 1440307 h 1464917"/>
                <a:gd name="connsiteX7" fmla="*/ 1808918 w 2150051"/>
                <a:gd name="connsiteY7" fmla="*/ 1383812 h 1464917"/>
                <a:gd name="connsiteX8" fmla="*/ 1977417 w 2150051"/>
                <a:gd name="connsiteY8" fmla="*/ 1324322 h 1464917"/>
                <a:gd name="connsiteX9" fmla="*/ 2150051 w 2150051"/>
                <a:gd name="connsiteY9" fmla="*/ 1268964 h 1464917"/>
                <a:gd name="connsiteX10" fmla="*/ 1004523 w 2150051"/>
                <a:gd name="connsiteY10" fmla="*/ 0 h 1464917"/>
                <a:gd name="connsiteX11" fmla="*/ 994110 w 2150051"/>
                <a:gd name="connsiteY11" fmla="*/ 27748 h 1464917"/>
                <a:gd name="connsiteX12" fmla="*/ 1032043 w 2150051"/>
                <a:gd name="connsiteY12" fmla="*/ 359351 h 1464917"/>
                <a:gd name="connsiteX13" fmla="*/ 816764 w 2150051"/>
                <a:gd name="connsiteY13" fmla="*/ 434382 h 1464917"/>
                <a:gd name="connsiteX14" fmla="*/ 697237 w 2150051"/>
                <a:gd name="connsiteY14" fmla="*/ 557421 h 1464917"/>
                <a:gd name="connsiteX15" fmla="*/ 454597 w 2150051"/>
                <a:gd name="connsiteY15" fmla="*/ 369987 h 1464917"/>
                <a:gd name="connsiteX16" fmla="*/ 271026 w 2150051"/>
                <a:gd name="connsiteY16" fmla="*/ 509097 h 1464917"/>
                <a:gd name="connsiteX17" fmla="*/ 131304 w 2150051"/>
                <a:gd name="connsiteY17" fmla="*/ 580152 h 1464917"/>
                <a:gd name="connsiteX18" fmla="*/ 23786 w 2150051"/>
                <a:gd name="connsiteY18" fmla="*/ 716107 h 1464917"/>
                <a:gd name="connsiteX19" fmla="*/ 2282 w 2150051"/>
                <a:gd name="connsiteY19" fmla="*/ 879185 h 1464917"/>
                <a:gd name="connsiteX20" fmla="*/ 88298 w 2150051"/>
                <a:gd name="connsiteY20" fmla="*/ 1119642 h 1464917"/>
                <a:gd name="connsiteX21" fmla="*/ 151164 w 2150051"/>
                <a:gd name="connsiteY21" fmla="*/ 1209554 h 1464917"/>
                <a:gd name="connsiteX0" fmla="*/ 1004523 w 2150051"/>
                <a:gd name="connsiteY0" fmla="*/ 0 h 1464917"/>
                <a:gd name="connsiteX1" fmla="*/ 994110 w 2150051"/>
                <a:gd name="connsiteY1" fmla="*/ 27748 h 1464917"/>
                <a:gd name="connsiteX2" fmla="*/ 1032043 w 2150051"/>
                <a:gd name="connsiteY2" fmla="*/ 359351 h 1464917"/>
                <a:gd name="connsiteX3" fmla="*/ 816764 w 2150051"/>
                <a:gd name="connsiteY3" fmla="*/ 434382 h 1464917"/>
                <a:gd name="connsiteX4" fmla="*/ 697237 w 2150051"/>
                <a:gd name="connsiteY4" fmla="*/ 557421 h 1464917"/>
                <a:gd name="connsiteX5" fmla="*/ 454597 w 2150051"/>
                <a:gd name="connsiteY5" fmla="*/ 369987 h 1464917"/>
                <a:gd name="connsiteX6" fmla="*/ 271026 w 2150051"/>
                <a:gd name="connsiteY6" fmla="*/ 509097 h 1464917"/>
                <a:gd name="connsiteX7" fmla="*/ 131304 w 2150051"/>
                <a:gd name="connsiteY7" fmla="*/ 580152 h 1464917"/>
                <a:gd name="connsiteX8" fmla="*/ 23786 w 2150051"/>
                <a:gd name="connsiteY8" fmla="*/ 716107 h 1464917"/>
                <a:gd name="connsiteX9" fmla="*/ 2282 w 2150051"/>
                <a:gd name="connsiteY9" fmla="*/ 879185 h 1464917"/>
                <a:gd name="connsiteX10" fmla="*/ 88298 w 2150051"/>
                <a:gd name="connsiteY10" fmla="*/ 1119642 h 1464917"/>
                <a:gd name="connsiteX11" fmla="*/ 151164 w 2150051"/>
                <a:gd name="connsiteY11" fmla="*/ 1209554 h 1464917"/>
                <a:gd name="connsiteX12" fmla="*/ 231762 w 2150051"/>
                <a:gd name="connsiteY12" fmla="*/ 1290043 h 1464917"/>
                <a:gd name="connsiteX13" fmla="*/ 524683 w 2150051"/>
                <a:gd name="connsiteY13" fmla="*/ 1431238 h 1464917"/>
                <a:gd name="connsiteX14" fmla="*/ 627068 w 2150051"/>
                <a:gd name="connsiteY14" fmla="*/ 1447379 h 1464917"/>
                <a:gd name="connsiteX15" fmla="*/ 1017130 w 2150051"/>
                <a:gd name="connsiteY15" fmla="*/ 1464520 h 1464917"/>
                <a:gd name="connsiteX16" fmla="*/ 1359265 w 2150051"/>
                <a:gd name="connsiteY16" fmla="*/ 1450375 h 1464917"/>
                <a:gd name="connsiteX17" fmla="*/ 1535467 w 2150051"/>
                <a:gd name="connsiteY17" fmla="*/ 1440307 h 1464917"/>
                <a:gd name="connsiteX18" fmla="*/ 1808918 w 2150051"/>
                <a:gd name="connsiteY18" fmla="*/ 1383812 h 1464917"/>
                <a:gd name="connsiteX19" fmla="*/ 1977417 w 2150051"/>
                <a:gd name="connsiteY19" fmla="*/ 1324322 h 1464917"/>
                <a:gd name="connsiteX20" fmla="*/ 2150051 w 2150051"/>
                <a:gd name="connsiteY20" fmla="*/ 1268964 h 1464917"/>
                <a:gd name="connsiteX21" fmla="*/ 1095963 w 2150051"/>
                <a:gd name="connsiteY21" fmla="*/ 91440 h 1464917"/>
                <a:gd name="connsiteX0" fmla="*/ 1004523 w 2150051"/>
                <a:gd name="connsiteY0" fmla="*/ 0 h 1464917"/>
                <a:gd name="connsiteX1" fmla="*/ 994110 w 2150051"/>
                <a:gd name="connsiteY1" fmla="*/ 27748 h 1464917"/>
                <a:gd name="connsiteX2" fmla="*/ 1032043 w 2150051"/>
                <a:gd name="connsiteY2" fmla="*/ 359351 h 1464917"/>
                <a:gd name="connsiteX3" fmla="*/ 816764 w 2150051"/>
                <a:gd name="connsiteY3" fmla="*/ 434382 h 1464917"/>
                <a:gd name="connsiteX4" fmla="*/ 697237 w 2150051"/>
                <a:gd name="connsiteY4" fmla="*/ 557421 h 1464917"/>
                <a:gd name="connsiteX5" fmla="*/ 454597 w 2150051"/>
                <a:gd name="connsiteY5" fmla="*/ 369987 h 1464917"/>
                <a:gd name="connsiteX6" fmla="*/ 271026 w 2150051"/>
                <a:gd name="connsiteY6" fmla="*/ 509097 h 1464917"/>
                <a:gd name="connsiteX7" fmla="*/ 131304 w 2150051"/>
                <a:gd name="connsiteY7" fmla="*/ 580152 h 1464917"/>
                <a:gd name="connsiteX8" fmla="*/ 23786 w 2150051"/>
                <a:gd name="connsiteY8" fmla="*/ 716107 h 1464917"/>
                <a:gd name="connsiteX9" fmla="*/ 2282 w 2150051"/>
                <a:gd name="connsiteY9" fmla="*/ 879185 h 1464917"/>
                <a:gd name="connsiteX10" fmla="*/ 88298 w 2150051"/>
                <a:gd name="connsiteY10" fmla="*/ 1119642 h 1464917"/>
                <a:gd name="connsiteX11" fmla="*/ 151164 w 2150051"/>
                <a:gd name="connsiteY11" fmla="*/ 1209554 h 1464917"/>
                <a:gd name="connsiteX12" fmla="*/ 231762 w 2150051"/>
                <a:gd name="connsiteY12" fmla="*/ 1290043 h 1464917"/>
                <a:gd name="connsiteX13" fmla="*/ 524683 w 2150051"/>
                <a:gd name="connsiteY13" fmla="*/ 1431238 h 1464917"/>
                <a:gd name="connsiteX14" fmla="*/ 627068 w 2150051"/>
                <a:gd name="connsiteY14" fmla="*/ 1447379 h 1464917"/>
                <a:gd name="connsiteX15" fmla="*/ 1017130 w 2150051"/>
                <a:gd name="connsiteY15" fmla="*/ 1464520 h 1464917"/>
                <a:gd name="connsiteX16" fmla="*/ 1359265 w 2150051"/>
                <a:gd name="connsiteY16" fmla="*/ 1450375 h 1464917"/>
                <a:gd name="connsiteX17" fmla="*/ 1535467 w 2150051"/>
                <a:gd name="connsiteY17" fmla="*/ 1440307 h 1464917"/>
                <a:gd name="connsiteX18" fmla="*/ 1808918 w 2150051"/>
                <a:gd name="connsiteY18" fmla="*/ 1383812 h 1464917"/>
                <a:gd name="connsiteX19" fmla="*/ 1977417 w 2150051"/>
                <a:gd name="connsiteY19" fmla="*/ 1324322 h 1464917"/>
                <a:gd name="connsiteX20" fmla="*/ 2150051 w 2150051"/>
                <a:gd name="connsiteY20" fmla="*/ 1268964 h 146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50051" h="1464917">
                  <a:moveTo>
                    <a:pt x="1004523" y="0"/>
                  </a:moveTo>
                  <a:lnTo>
                    <a:pt x="994110" y="27748"/>
                  </a:lnTo>
                  <a:cubicBezTo>
                    <a:pt x="972137" y="124043"/>
                    <a:pt x="1061601" y="291579"/>
                    <a:pt x="1032043" y="359351"/>
                  </a:cubicBezTo>
                  <a:cubicBezTo>
                    <a:pt x="1002485" y="427124"/>
                    <a:pt x="872565" y="401371"/>
                    <a:pt x="816764" y="434382"/>
                  </a:cubicBezTo>
                  <a:cubicBezTo>
                    <a:pt x="760962" y="467394"/>
                    <a:pt x="757598" y="568153"/>
                    <a:pt x="697237" y="557421"/>
                  </a:cubicBezTo>
                  <a:cubicBezTo>
                    <a:pt x="636876" y="546688"/>
                    <a:pt x="525631" y="378041"/>
                    <a:pt x="454597" y="369987"/>
                  </a:cubicBezTo>
                  <a:cubicBezTo>
                    <a:pt x="383562" y="361933"/>
                    <a:pt x="324908" y="474070"/>
                    <a:pt x="271026" y="509097"/>
                  </a:cubicBezTo>
                  <a:cubicBezTo>
                    <a:pt x="217144" y="544125"/>
                    <a:pt x="170996" y="548952"/>
                    <a:pt x="131304" y="580152"/>
                  </a:cubicBezTo>
                  <a:cubicBezTo>
                    <a:pt x="82520" y="618427"/>
                    <a:pt x="45610" y="665021"/>
                    <a:pt x="23786" y="716107"/>
                  </a:cubicBezTo>
                  <a:cubicBezTo>
                    <a:pt x="1319" y="768441"/>
                    <a:pt x="-3602" y="824105"/>
                    <a:pt x="2282" y="879185"/>
                  </a:cubicBezTo>
                  <a:cubicBezTo>
                    <a:pt x="11161" y="962638"/>
                    <a:pt x="43256" y="1043512"/>
                    <a:pt x="88298" y="1119642"/>
                  </a:cubicBezTo>
                  <a:cubicBezTo>
                    <a:pt x="106699" y="1150718"/>
                    <a:pt x="127453" y="1180921"/>
                    <a:pt x="151164" y="1209554"/>
                  </a:cubicBezTo>
                  <a:cubicBezTo>
                    <a:pt x="174874" y="1238186"/>
                    <a:pt x="201539" y="1265248"/>
                    <a:pt x="231762" y="1290043"/>
                  </a:cubicBezTo>
                  <a:cubicBezTo>
                    <a:pt x="312107" y="1355940"/>
                    <a:pt x="412458" y="1406360"/>
                    <a:pt x="524683" y="1431238"/>
                  </a:cubicBezTo>
                  <a:cubicBezTo>
                    <a:pt x="558277" y="1438726"/>
                    <a:pt x="592512" y="1443718"/>
                    <a:pt x="627068" y="1447379"/>
                  </a:cubicBezTo>
                  <a:cubicBezTo>
                    <a:pt x="756304" y="1461024"/>
                    <a:pt x="886717" y="1466516"/>
                    <a:pt x="1017130" y="1464520"/>
                  </a:cubicBezTo>
                  <a:cubicBezTo>
                    <a:pt x="1131283" y="1462689"/>
                    <a:pt x="1245220" y="1455201"/>
                    <a:pt x="1359265" y="1450375"/>
                  </a:cubicBezTo>
                  <a:cubicBezTo>
                    <a:pt x="1418106" y="1447879"/>
                    <a:pt x="1477054" y="1446132"/>
                    <a:pt x="1535467" y="1440307"/>
                  </a:cubicBezTo>
                  <a:cubicBezTo>
                    <a:pt x="1629399" y="1430905"/>
                    <a:pt x="1721192" y="1411519"/>
                    <a:pt x="1808918" y="1383812"/>
                  </a:cubicBezTo>
                  <a:cubicBezTo>
                    <a:pt x="1866048" y="1365757"/>
                    <a:pt x="1921251" y="1344124"/>
                    <a:pt x="1977417" y="1324322"/>
                  </a:cubicBezTo>
                  <a:lnTo>
                    <a:pt x="2150051" y="1268964"/>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4BAD2A7E-3DCB-9307-D794-4CE83CD1368A}"/>
                </a:ext>
              </a:extLst>
            </p:cNvPr>
            <p:cNvSpPr/>
            <p:nvPr userDrawn="1"/>
          </p:nvSpPr>
          <p:spPr>
            <a:xfrm rot="2875594" flipV="1">
              <a:off x="2136597" y="5880909"/>
              <a:ext cx="1902160" cy="921214"/>
            </a:xfrm>
            <a:custGeom>
              <a:avLst/>
              <a:gdLst>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71896 w 1902144"/>
                <a:gd name="connsiteY9" fmla="*/ 239369 h 921214"/>
                <a:gd name="connsiteX10" fmla="*/ 933330 w 1902144"/>
                <a:gd name="connsiteY10" fmla="*/ 353077 h 921214"/>
                <a:gd name="connsiteX11" fmla="*/ 769431 w 1902144"/>
                <a:gd name="connsiteY11" fmla="*/ 457381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71896 w 1902144"/>
                <a:gd name="connsiteY9" fmla="*/ 239369 h 921214"/>
                <a:gd name="connsiteX10" fmla="*/ 933330 w 1902144"/>
                <a:gd name="connsiteY10" fmla="*/ 353077 h 921214"/>
                <a:gd name="connsiteX11" fmla="*/ 689858 w 1902144"/>
                <a:gd name="connsiteY11" fmla="*/ 377373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223376 w 1902144"/>
                <a:gd name="connsiteY8" fmla="*/ 64977 h 921214"/>
                <a:gd name="connsiteX9" fmla="*/ 1123864 w 1902144"/>
                <a:gd name="connsiteY9" fmla="*/ 197011 h 921214"/>
                <a:gd name="connsiteX10" fmla="*/ 933330 w 1902144"/>
                <a:gd name="connsiteY10" fmla="*/ 353077 h 921214"/>
                <a:gd name="connsiteX11" fmla="*/ 689858 w 1902144"/>
                <a:gd name="connsiteY11" fmla="*/ 377373 h 921214"/>
                <a:gd name="connsiteX12" fmla="*/ 495320 w 1902144"/>
                <a:gd name="connsiteY12" fmla="*/ 392841 h 921214"/>
                <a:gd name="connsiteX13" fmla="*/ 175132 w 1902144"/>
                <a:gd name="connsiteY13" fmla="*/ 306984 h 921214"/>
                <a:gd name="connsiteX14" fmla="*/ 65 w 1902144"/>
                <a:gd name="connsiteY14" fmla="*/ 511206 h 921214"/>
                <a:gd name="connsiteX15" fmla="*/ 153090 w 1902144"/>
                <a:gd name="connsiteY15" fmla="*/ 678433 h 921214"/>
                <a:gd name="connsiteX16" fmla="*/ 233434 w 1902144"/>
                <a:gd name="connsiteY16"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42091 w 1902144"/>
                <a:gd name="connsiteY4" fmla="*/ 764049 h 921214"/>
                <a:gd name="connsiteX5" fmla="*/ 1866783 w 1902144"/>
                <a:gd name="connsiteY5" fmla="*/ 746784 h 921214"/>
                <a:gd name="connsiteX6" fmla="*/ 1902144 w 1902144"/>
                <a:gd name="connsiteY6" fmla="*/ 743393 h 921214"/>
                <a:gd name="connsiteX7" fmla="*/ 1231063 w 1902144"/>
                <a:gd name="connsiteY7" fmla="*/ 0 h 921214"/>
                <a:gd name="connsiteX8" fmla="*/ 1123864 w 1902144"/>
                <a:gd name="connsiteY8" fmla="*/ 197011 h 921214"/>
                <a:gd name="connsiteX9" fmla="*/ 933330 w 1902144"/>
                <a:gd name="connsiteY9" fmla="*/ 353077 h 921214"/>
                <a:gd name="connsiteX10" fmla="*/ 689858 w 1902144"/>
                <a:gd name="connsiteY10" fmla="*/ 377373 h 921214"/>
                <a:gd name="connsiteX11" fmla="*/ 495320 w 1902144"/>
                <a:gd name="connsiteY11" fmla="*/ 392841 h 921214"/>
                <a:gd name="connsiteX12" fmla="*/ 175132 w 1902144"/>
                <a:gd name="connsiteY12" fmla="*/ 306984 h 921214"/>
                <a:gd name="connsiteX13" fmla="*/ 65 w 1902144"/>
                <a:gd name="connsiteY13" fmla="*/ 511206 h 921214"/>
                <a:gd name="connsiteX14" fmla="*/ 153090 w 1902144"/>
                <a:gd name="connsiteY14" fmla="*/ 678433 h 921214"/>
                <a:gd name="connsiteX15" fmla="*/ 233434 w 1902144"/>
                <a:gd name="connsiteY15" fmla="*/ 826784 h 921214"/>
                <a:gd name="connsiteX0" fmla="*/ 233434 w 1902144"/>
                <a:gd name="connsiteY0" fmla="*/ 826784 h 921214"/>
                <a:gd name="connsiteX1" fmla="*/ 542511 w 1902144"/>
                <a:gd name="connsiteY1" fmla="*/ 915644 h 921214"/>
                <a:gd name="connsiteX2" fmla="*/ 932145 w 1902144"/>
                <a:gd name="connsiteY2" fmla="*/ 905161 h 921214"/>
                <a:gd name="connsiteX3" fmla="*/ 1196396 w 1902144"/>
                <a:gd name="connsiteY3" fmla="*/ 852910 h 921214"/>
                <a:gd name="connsiteX4" fmla="*/ 1618436 w 1902144"/>
                <a:gd name="connsiteY4" fmla="*/ 849077 h 921214"/>
                <a:gd name="connsiteX5" fmla="*/ 1866783 w 1902144"/>
                <a:gd name="connsiteY5" fmla="*/ 746784 h 921214"/>
                <a:gd name="connsiteX6" fmla="*/ 1902144 w 1902144"/>
                <a:gd name="connsiteY6" fmla="*/ 743393 h 921214"/>
                <a:gd name="connsiteX7" fmla="*/ 1231063 w 1902144"/>
                <a:gd name="connsiteY7" fmla="*/ 0 h 921214"/>
                <a:gd name="connsiteX8" fmla="*/ 1123864 w 1902144"/>
                <a:gd name="connsiteY8" fmla="*/ 197011 h 921214"/>
                <a:gd name="connsiteX9" fmla="*/ 933330 w 1902144"/>
                <a:gd name="connsiteY9" fmla="*/ 353077 h 921214"/>
                <a:gd name="connsiteX10" fmla="*/ 689858 w 1902144"/>
                <a:gd name="connsiteY10" fmla="*/ 377373 h 921214"/>
                <a:gd name="connsiteX11" fmla="*/ 495320 w 1902144"/>
                <a:gd name="connsiteY11" fmla="*/ 392841 h 921214"/>
                <a:gd name="connsiteX12" fmla="*/ 175132 w 1902144"/>
                <a:gd name="connsiteY12" fmla="*/ 306984 h 921214"/>
                <a:gd name="connsiteX13" fmla="*/ 65 w 1902144"/>
                <a:gd name="connsiteY13" fmla="*/ 511206 h 921214"/>
                <a:gd name="connsiteX14" fmla="*/ 153090 w 1902144"/>
                <a:gd name="connsiteY14" fmla="*/ 678433 h 921214"/>
                <a:gd name="connsiteX15" fmla="*/ 233434 w 1902144"/>
                <a:gd name="connsiteY15" fmla="*/ 826784 h 921214"/>
                <a:gd name="connsiteX0" fmla="*/ 233450 w 1902160"/>
                <a:gd name="connsiteY0" fmla="*/ 826784 h 921214"/>
                <a:gd name="connsiteX1" fmla="*/ 542527 w 1902160"/>
                <a:gd name="connsiteY1" fmla="*/ 915644 h 921214"/>
                <a:gd name="connsiteX2" fmla="*/ 932161 w 1902160"/>
                <a:gd name="connsiteY2" fmla="*/ 905161 h 921214"/>
                <a:gd name="connsiteX3" fmla="*/ 1196412 w 1902160"/>
                <a:gd name="connsiteY3" fmla="*/ 852910 h 921214"/>
                <a:gd name="connsiteX4" fmla="*/ 1618452 w 1902160"/>
                <a:gd name="connsiteY4" fmla="*/ 849077 h 921214"/>
                <a:gd name="connsiteX5" fmla="*/ 1866799 w 1902160"/>
                <a:gd name="connsiteY5" fmla="*/ 746784 h 921214"/>
                <a:gd name="connsiteX6" fmla="*/ 1902160 w 1902160"/>
                <a:gd name="connsiteY6" fmla="*/ 743393 h 921214"/>
                <a:gd name="connsiteX7" fmla="*/ 1231079 w 1902160"/>
                <a:gd name="connsiteY7" fmla="*/ 0 h 921214"/>
                <a:gd name="connsiteX8" fmla="*/ 1123880 w 1902160"/>
                <a:gd name="connsiteY8" fmla="*/ 197011 h 921214"/>
                <a:gd name="connsiteX9" fmla="*/ 933346 w 1902160"/>
                <a:gd name="connsiteY9" fmla="*/ 353077 h 921214"/>
                <a:gd name="connsiteX10" fmla="*/ 689874 w 1902160"/>
                <a:gd name="connsiteY10" fmla="*/ 377373 h 921214"/>
                <a:gd name="connsiteX11" fmla="*/ 495336 w 1902160"/>
                <a:gd name="connsiteY11" fmla="*/ 392841 h 921214"/>
                <a:gd name="connsiteX12" fmla="*/ 175148 w 1902160"/>
                <a:gd name="connsiteY12" fmla="*/ 306984 h 921214"/>
                <a:gd name="connsiteX13" fmla="*/ 81 w 1902160"/>
                <a:gd name="connsiteY13" fmla="*/ 511206 h 921214"/>
                <a:gd name="connsiteX14" fmla="*/ 124076 w 1902160"/>
                <a:gd name="connsiteY14" fmla="*/ 692395 h 921214"/>
                <a:gd name="connsiteX15" fmla="*/ 233450 w 1902160"/>
                <a:gd name="connsiteY15" fmla="*/ 826784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866799 w 1902160"/>
                <a:gd name="connsiteY13" fmla="*/ 746784 h 921214"/>
                <a:gd name="connsiteX14" fmla="*/ 1902160 w 1902160"/>
                <a:gd name="connsiteY14" fmla="*/ 743393 h 921214"/>
                <a:gd name="connsiteX15" fmla="*/ 1322519 w 1902160"/>
                <a:gd name="connsiteY15" fmla="*/ 91440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866799 w 1902160"/>
                <a:gd name="connsiteY13" fmla="*/ 746784 h 921214"/>
                <a:gd name="connsiteX14" fmla="*/ 1902160 w 1902160"/>
                <a:gd name="connsiteY14" fmla="*/ 743393 h 921214"/>
                <a:gd name="connsiteX0" fmla="*/ 1231079 w 1902160"/>
                <a:gd name="connsiteY0" fmla="*/ 0 h 921214"/>
                <a:gd name="connsiteX1" fmla="*/ 1123880 w 1902160"/>
                <a:gd name="connsiteY1" fmla="*/ 197011 h 921214"/>
                <a:gd name="connsiteX2" fmla="*/ 933346 w 1902160"/>
                <a:gd name="connsiteY2" fmla="*/ 353077 h 921214"/>
                <a:gd name="connsiteX3" fmla="*/ 689874 w 1902160"/>
                <a:gd name="connsiteY3" fmla="*/ 377373 h 921214"/>
                <a:gd name="connsiteX4" fmla="*/ 495336 w 1902160"/>
                <a:gd name="connsiteY4" fmla="*/ 392841 h 921214"/>
                <a:gd name="connsiteX5" fmla="*/ 175148 w 1902160"/>
                <a:gd name="connsiteY5" fmla="*/ 306984 h 921214"/>
                <a:gd name="connsiteX6" fmla="*/ 81 w 1902160"/>
                <a:gd name="connsiteY6" fmla="*/ 511206 h 921214"/>
                <a:gd name="connsiteX7" fmla="*/ 124076 w 1902160"/>
                <a:gd name="connsiteY7" fmla="*/ 692395 h 921214"/>
                <a:gd name="connsiteX8" fmla="*/ 233450 w 1902160"/>
                <a:gd name="connsiteY8" fmla="*/ 826784 h 921214"/>
                <a:gd name="connsiteX9" fmla="*/ 542527 w 1902160"/>
                <a:gd name="connsiteY9" fmla="*/ 915644 h 921214"/>
                <a:gd name="connsiteX10" fmla="*/ 932161 w 1902160"/>
                <a:gd name="connsiteY10" fmla="*/ 905161 h 921214"/>
                <a:gd name="connsiteX11" fmla="*/ 1196412 w 1902160"/>
                <a:gd name="connsiteY11" fmla="*/ 852910 h 921214"/>
                <a:gd name="connsiteX12" fmla="*/ 1618452 w 1902160"/>
                <a:gd name="connsiteY12" fmla="*/ 849077 h 921214"/>
                <a:gd name="connsiteX13" fmla="*/ 1902160 w 1902160"/>
                <a:gd name="connsiteY13" fmla="*/ 743393 h 92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02160" h="921214">
                  <a:moveTo>
                    <a:pt x="1231079" y="0"/>
                  </a:moveTo>
                  <a:lnTo>
                    <a:pt x="1123880" y="197011"/>
                  </a:lnTo>
                  <a:cubicBezTo>
                    <a:pt x="1071798" y="279848"/>
                    <a:pt x="1005680" y="323017"/>
                    <a:pt x="933346" y="353077"/>
                  </a:cubicBezTo>
                  <a:cubicBezTo>
                    <a:pt x="861012" y="383137"/>
                    <a:pt x="762876" y="370745"/>
                    <a:pt x="689874" y="377373"/>
                  </a:cubicBezTo>
                  <a:cubicBezTo>
                    <a:pt x="616873" y="384000"/>
                    <a:pt x="581124" y="404573"/>
                    <a:pt x="495336" y="392841"/>
                  </a:cubicBezTo>
                  <a:cubicBezTo>
                    <a:pt x="409548" y="381110"/>
                    <a:pt x="257690" y="287256"/>
                    <a:pt x="175148" y="306984"/>
                  </a:cubicBezTo>
                  <a:cubicBezTo>
                    <a:pt x="92606" y="326712"/>
                    <a:pt x="3755" y="449299"/>
                    <a:pt x="81" y="511206"/>
                  </a:cubicBezTo>
                  <a:cubicBezTo>
                    <a:pt x="-3593" y="573114"/>
                    <a:pt x="118513" y="655453"/>
                    <a:pt x="124076" y="692395"/>
                  </a:cubicBezTo>
                  <a:cubicBezTo>
                    <a:pt x="132313" y="747059"/>
                    <a:pt x="185949" y="786347"/>
                    <a:pt x="233450" y="826784"/>
                  </a:cubicBezTo>
                  <a:cubicBezTo>
                    <a:pt x="310158" y="891266"/>
                    <a:pt x="428482" y="907324"/>
                    <a:pt x="542527" y="915644"/>
                  </a:cubicBezTo>
                  <a:cubicBezTo>
                    <a:pt x="672726" y="925130"/>
                    <a:pt x="803460" y="923049"/>
                    <a:pt x="932161" y="905161"/>
                  </a:cubicBezTo>
                  <a:cubicBezTo>
                    <a:pt x="1021707" y="892764"/>
                    <a:pt x="1082030" y="862257"/>
                    <a:pt x="1196412" y="852910"/>
                  </a:cubicBezTo>
                  <a:cubicBezTo>
                    <a:pt x="1310794" y="843563"/>
                    <a:pt x="1500827" y="867330"/>
                    <a:pt x="1618452" y="849077"/>
                  </a:cubicBezTo>
                  <a:cubicBezTo>
                    <a:pt x="1736077" y="830824"/>
                    <a:pt x="1843054" y="765410"/>
                    <a:pt x="1902160" y="743393"/>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419E01E3-E557-9DBE-DEA8-8363FB18D10C}"/>
                </a:ext>
              </a:extLst>
            </p:cNvPr>
            <p:cNvSpPr/>
            <p:nvPr userDrawn="1"/>
          </p:nvSpPr>
          <p:spPr>
            <a:xfrm rot="1844910" flipV="1">
              <a:off x="2884912" y="6212278"/>
              <a:ext cx="939777" cy="618989"/>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528010 w 1837644"/>
                <a:gd name="connsiteY0" fmla="*/ 1664146 h 2679571"/>
                <a:gd name="connsiteX1" fmla="*/ 611354 w 1837644"/>
                <a:gd name="connsiteY1" fmla="*/ 1271049 h 2679571"/>
                <a:gd name="connsiteX2" fmla="*/ 611354 w 1837644"/>
                <a:gd name="connsiteY2" fmla="*/ 991109 h 2679571"/>
                <a:gd name="connsiteX3" fmla="*/ 709271 w 1837644"/>
                <a:gd name="connsiteY3" fmla="*/ 588964 h 2679571"/>
                <a:gd name="connsiteX4" fmla="*/ 887293 w 1837644"/>
                <a:gd name="connsiteY4" fmla="*/ 336170 h 2679571"/>
                <a:gd name="connsiteX5" fmla="*/ 1220382 w 1837644"/>
                <a:gd name="connsiteY5" fmla="*/ 86234 h 2679571"/>
                <a:gd name="connsiteX6" fmla="*/ 1467270 w 1837644"/>
                <a:gd name="connsiteY6" fmla="*/ 33 h 2679571"/>
                <a:gd name="connsiteX7" fmla="*/ 1619480 w 1837644"/>
                <a:gd name="connsiteY7" fmla="*/ 60326 h 2679571"/>
                <a:gd name="connsiteX8" fmla="*/ 1659675 w 1837644"/>
                <a:gd name="connsiteY8" fmla="*/ 221204 h 2679571"/>
                <a:gd name="connsiteX9" fmla="*/ 1691298 w 1837644"/>
                <a:gd name="connsiteY9" fmla="*/ 448089 h 2679571"/>
                <a:gd name="connsiteX10" fmla="*/ 1794644 w 1837644"/>
                <a:gd name="connsiteY10" fmla="*/ 789941 h 2679571"/>
                <a:gd name="connsiteX11" fmla="*/ 1820457 w 1837644"/>
                <a:gd name="connsiteY11" fmla="*/ 942151 h 2679571"/>
                <a:gd name="connsiteX12" fmla="*/ 1834840 w 1837644"/>
                <a:gd name="connsiteY12" fmla="*/ 1272478 h 2679571"/>
                <a:gd name="connsiteX13" fmla="*/ 1728636 w 1837644"/>
                <a:gd name="connsiteY13" fmla="*/ 1660240 h 2679571"/>
                <a:gd name="connsiteX14" fmla="*/ 1599477 w 1837644"/>
                <a:gd name="connsiteY14" fmla="*/ 1844073 h 2679571"/>
                <a:gd name="connsiteX15" fmla="*/ 1362590 w 1837644"/>
                <a:gd name="connsiteY15" fmla="*/ 2081055 h 2679571"/>
                <a:gd name="connsiteX16" fmla="*/ 959206 w 1837644"/>
                <a:gd name="connsiteY16" fmla="*/ 2254887 h 2679571"/>
                <a:gd name="connsiteX17" fmla="*/ 640500 w 1837644"/>
                <a:gd name="connsiteY17" fmla="*/ 2134205 h 2679571"/>
                <a:gd name="connsiteX18" fmla="*/ 10 w 1837644"/>
                <a:gd name="connsiteY18" fmla="*/ 2667512 h 2679571"/>
                <a:gd name="connsiteX19" fmla="*/ 528010 w 1837644"/>
                <a:gd name="connsiteY19" fmla="*/ 1664146 h 2679571"/>
                <a:gd name="connsiteX0" fmla="*/ 528010 w 1837646"/>
                <a:gd name="connsiteY0" fmla="*/ 1664146 h 2700556"/>
                <a:gd name="connsiteX1" fmla="*/ 611354 w 1837646"/>
                <a:gd name="connsiteY1" fmla="*/ 1271049 h 2700556"/>
                <a:gd name="connsiteX2" fmla="*/ 611354 w 1837646"/>
                <a:gd name="connsiteY2" fmla="*/ 991109 h 2700556"/>
                <a:gd name="connsiteX3" fmla="*/ 709271 w 1837646"/>
                <a:gd name="connsiteY3" fmla="*/ 588964 h 2700556"/>
                <a:gd name="connsiteX4" fmla="*/ 887293 w 1837646"/>
                <a:gd name="connsiteY4" fmla="*/ 336170 h 2700556"/>
                <a:gd name="connsiteX5" fmla="*/ 1220382 w 1837646"/>
                <a:gd name="connsiteY5" fmla="*/ 86234 h 2700556"/>
                <a:gd name="connsiteX6" fmla="*/ 1467270 w 1837646"/>
                <a:gd name="connsiteY6" fmla="*/ 33 h 2700556"/>
                <a:gd name="connsiteX7" fmla="*/ 1619480 w 1837646"/>
                <a:gd name="connsiteY7" fmla="*/ 60326 h 2700556"/>
                <a:gd name="connsiteX8" fmla="*/ 1659675 w 1837646"/>
                <a:gd name="connsiteY8" fmla="*/ 221204 h 2700556"/>
                <a:gd name="connsiteX9" fmla="*/ 1691298 w 1837646"/>
                <a:gd name="connsiteY9" fmla="*/ 448089 h 2700556"/>
                <a:gd name="connsiteX10" fmla="*/ 1794644 w 1837646"/>
                <a:gd name="connsiteY10" fmla="*/ 789941 h 2700556"/>
                <a:gd name="connsiteX11" fmla="*/ 1820457 w 1837646"/>
                <a:gd name="connsiteY11" fmla="*/ 942151 h 2700556"/>
                <a:gd name="connsiteX12" fmla="*/ 1834840 w 1837646"/>
                <a:gd name="connsiteY12" fmla="*/ 1272478 h 2700556"/>
                <a:gd name="connsiteX13" fmla="*/ 1728636 w 1837646"/>
                <a:gd name="connsiteY13" fmla="*/ 1660240 h 2700556"/>
                <a:gd name="connsiteX14" fmla="*/ 1599477 w 1837646"/>
                <a:gd name="connsiteY14" fmla="*/ 1844073 h 2700556"/>
                <a:gd name="connsiteX15" fmla="*/ 1362590 w 1837646"/>
                <a:gd name="connsiteY15" fmla="*/ 2081055 h 2700556"/>
                <a:gd name="connsiteX16" fmla="*/ 959206 w 1837646"/>
                <a:gd name="connsiteY16" fmla="*/ 2254887 h 2700556"/>
                <a:gd name="connsiteX17" fmla="*/ 493569 w 1837646"/>
                <a:gd name="connsiteY17" fmla="*/ 2639756 h 2700556"/>
                <a:gd name="connsiteX18" fmla="*/ 10 w 1837646"/>
                <a:gd name="connsiteY18" fmla="*/ 2667512 h 2700556"/>
                <a:gd name="connsiteX19" fmla="*/ 528010 w 1837646"/>
                <a:gd name="connsiteY19" fmla="*/ 1664146 h 2700556"/>
                <a:gd name="connsiteX0" fmla="*/ 396196 w 1837648"/>
                <a:gd name="connsiteY0" fmla="*/ 1684811 h 2700556"/>
                <a:gd name="connsiteX1" fmla="*/ 611358 w 1837648"/>
                <a:gd name="connsiteY1" fmla="*/ 1271049 h 2700556"/>
                <a:gd name="connsiteX2" fmla="*/ 611358 w 1837648"/>
                <a:gd name="connsiteY2" fmla="*/ 991109 h 2700556"/>
                <a:gd name="connsiteX3" fmla="*/ 709275 w 1837648"/>
                <a:gd name="connsiteY3" fmla="*/ 588964 h 2700556"/>
                <a:gd name="connsiteX4" fmla="*/ 887297 w 1837648"/>
                <a:gd name="connsiteY4" fmla="*/ 336170 h 2700556"/>
                <a:gd name="connsiteX5" fmla="*/ 1220386 w 1837648"/>
                <a:gd name="connsiteY5" fmla="*/ 86234 h 2700556"/>
                <a:gd name="connsiteX6" fmla="*/ 1467274 w 1837648"/>
                <a:gd name="connsiteY6" fmla="*/ 33 h 2700556"/>
                <a:gd name="connsiteX7" fmla="*/ 1619484 w 1837648"/>
                <a:gd name="connsiteY7" fmla="*/ 60326 h 2700556"/>
                <a:gd name="connsiteX8" fmla="*/ 1659679 w 1837648"/>
                <a:gd name="connsiteY8" fmla="*/ 221204 h 2700556"/>
                <a:gd name="connsiteX9" fmla="*/ 1691302 w 1837648"/>
                <a:gd name="connsiteY9" fmla="*/ 448089 h 2700556"/>
                <a:gd name="connsiteX10" fmla="*/ 1794648 w 1837648"/>
                <a:gd name="connsiteY10" fmla="*/ 789941 h 2700556"/>
                <a:gd name="connsiteX11" fmla="*/ 1820461 w 1837648"/>
                <a:gd name="connsiteY11" fmla="*/ 942151 h 2700556"/>
                <a:gd name="connsiteX12" fmla="*/ 1834844 w 1837648"/>
                <a:gd name="connsiteY12" fmla="*/ 1272478 h 2700556"/>
                <a:gd name="connsiteX13" fmla="*/ 1728640 w 1837648"/>
                <a:gd name="connsiteY13" fmla="*/ 1660240 h 2700556"/>
                <a:gd name="connsiteX14" fmla="*/ 1599481 w 1837648"/>
                <a:gd name="connsiteY14" fmla="*/ 1844073 h 2700556"/>
                <a:gd name="connsiteX15" fmla="*/ 1362594 w 1837648"/>
                <a:gd name="connsiteY15" fmla="*/ 2081055 h 2700556"/>
                <a:gd name="connsiteX16" fmla="*/ 959210 w 1837648"/>
                <a:gd name="connsiteY16" fmla="*/ 2254887 h 2700556"/>
                <a:gd name="connsiteX17" fmla="*/ 493573 w 1837648"/>
                <a:gd name="connsiteY17" fmla="*/ 2639756 h 2700556"/>
                <a:gd name="connsiteX18" fmla="*/ 14 w 1837648"/>
                <a:gd name="connsiteY18" fmla="*/ 2667512 h 2700556"/>
                <a:gd name="connsiteX19" fmla="*/ 396196 w 1837648"/>
                <a:gd name="connsiteY19" fmla="*/ 1684811 h 2700556"/>
                <a:gd name="connsiteX0" fmla="*/ 396196 w 1837650"/>
                <a:gd name="connsiteY0" fmla="*/ 1684811 h 2700556"/>
                <a:gd name="connsiteX1" fmla="*/ 611358 w 1837650"/>
                <a:gd name="connsiteY1" fmla="*/ 1271049 h 2700556"/>
                <a:gd name="connsiteX2" fmla="*/ 709275 w 1837650"/>
                <a:gd name="connsiteY2" fmla="*/ 588964 h 2700556"/>
                <a:gd name="connsiteX3" fmla="*/ 887297 w 1837650"/>
                <a:gd name="connsiteY3" fmla="*/ 336170 h 2700556"/>
                <a:gd name="connsiteX4" fmla="*/ 1220386 w 1837650"/>
                <a:gd name="connsiteY4" fmla="*/ 86234 h 2700556"/>
                <a:gd name="connsiteX5" fmla="*/ 1467274 w 1837650"/>
                <a:gd name="connsiteY5" fmla="*/ 33 h 2700556"/>
                <a:gd name="connsiteX6" fmla="*/ 1619484 w 1837650"/>
                <a:gd name="connsiteY6" fmla="*/ 60326 h 2700556"/>
                <a:gd name="connsiteX7" fmla="*/ 1659679 w 1837650"/>
                <a:gd name="connsiteY7" fmla="*/ 221204 h 2700556"/>
                <a:gd name="connsiteX8" fmla="*/ 1691302 w 1837650"/>
                <a:gd name="connsiteY8" fmla="*/ 448089 h 2700556"/>
                <a:gd name="connsiteX9" fmla="*/ 1794648 w 1837650"/>
                <a:gd name="connsiteY9" fmla="*/ 789941 h 2700556"/>
                <a:gd name="connsiteX10" fmla="*/ 1820461 w 1837650"/>
                <a:gd name="connsiteY10" fmla="*/ 942151 h 2700556"/>
                <a:gd name="connsiteX11" fmla="*/ 1834844 w 1837650"/>
                <a:gd name="connsiteY11" fmla="*/ 1272478 h 2700556"/>
                <a:gd name="connsiteX12" fmla="*/ 1728640 w 1837650"/>
                <a:gd name="connsiteY12" fmla="*/ 1660240 h 2700556"/>
                <a:gd name="connsiteX13" fmla="*/ 1599481 w 1837650"/>
                <a:gd name="connsiteY13" fmla="*/ 1844073 h 2700556"/>
                <a:gd name="connsiteX14" fmla="*/ 1362594 w 1837650"/>
                <a:gd name="connsiteY14" fmla="*/ 2081055 h 2700556"/>
                <a:gd name="connsiteX15" fmla="*/ 959210 w 1837650"/>
                <a:gd name="connsiteY15" fmla="*/ 2254887 h 2700556"/>
                <a:gd name="connsiteX16" fmla="*/ 493573 w 1837650"/>
                <a:gd name="connsiteY16" fmla="*/ 2639756 h 2700556"/>
                <a:gd name="connsiteX17" fmla="*/ 14 w 1837650"/>
                <a:gd name="connsiteY17" fmla="*/ 2667512 h 2700556"/>
                <a:gd name="connsiteX18" fmla="*/ 396196 w 1837650"/>
                <a:gd name="connsiteY18" fmla="*/ 1684811 h 2700556"/>
                <a:gd name="connsiteX0" fmla="*/ 396196 w 1837648"/>
                <a:gd name="connsiteY0" fmla="*/ 1684811 h 2700556"/>
                <a:gd name="connsiteX1" fmla="*/ 611358 w 1837648"/>
                <a:gd name="connsiteY1" fmla="*/ 1271049 h 2700556"/>
                <a:gd name="connsiteX2" fmla="*/ 807382 w 1837648"/>
                <a:gd name="connsiteY2" fmla="*/ 694408 h 2700556"/>
                <a:gd name="connsiteX3" fmla="*/ 887297 w 1837648"/>
                <a:gd name="connsiteY3" fmla="*/ 336170 h 2700556"/>
                <a:gd name="connsiteX4" fmla="*/ 1220386 w 1837648"/>
                <a:gd name="connsiteY4" fmla="*/ 86234 h 2700556"/>
                <a:gd name="connsiteX5" fmla="*/ 1467274 w 1837648"/>
                <a:gd name="connsiteY5" fmla="*/ 33 h 2700556"/>
                <a:gd name="connsiteX6" fmla="*/ 1619484 w 1837648"/>
                <a:gd name="connsiteY6" fmla="*/ 60326 h 2700556"/>
                <a:gd name="connsiteX7" fmla="*/ 1659679 w 1837648"/>
                <a:gd name="connsiteY7" fmla="*/ 221204 h 2700556"/>
                <a:gd name="connsiteX8" fmla="*/ 1691302 w 1837648"/>
                <a:gd name="connsiteY8" fmla="*/ 448089 h 2700556"/>
                <a:gd name="connsiteX9" fmla="*/ 1794648 w 1837648"/>
                <a:gd name="connsiteY9" fmla="*/ 789941 h 2700556"/>
                <a:gd name="connsiteX10" fmla="*/ 1820461 w 1837648"/>
                <a:gd name="connsiteY10" fmla="*/ 942151 h 2700556"/>
                <a:gd name="connsiteX11" fmla="*/ 1834844 w 1837648"/>
                <a:gd name="connsiteY11" fmla="*/ 1272478 h 2700556"/>
                <a:gd name="connsiteX12" fmla="*/ 1728640 w 1837648"/>
                <a:gd name="connsiteY12" fmla="*/ 1660240 h 2700556"/>
                <a:gd name="connsiteX13" fmla="*/ 1599481 w 1837648"/>
                <a:gd name="connsiteY13" fmla="*/ 1844073 h 2700556"/>
                <a:gd name="connsiteX14" fmla="*/ 1362594 w 1837648"/>
                <a:gd name="connsiteY14" fmla="*/ 2081055 h 2700556"/>
                <a:gd name="connsiteX15" fmla="*/ 959210 w 1837648"/>
                <a:gd name="connsiteY15" fmla="*/ 2254887 h 2700556"/>
                <a:gd name="connsiteX16" fmla="*/ 493573 w 1837648"/>
                <a:gd name="connsiteY16" fmla="*/ 2639756 h 2700556"/>
                <a:gd name="connsiteX17" fmla="*/ 14 w 1837648"/>
                <a:gd name="connsiteY17" fmla="*/ 2667512 h 2700556"/>
                <a:gd name="connsiteX18" fmla="*/ 396196 w 1837648"/>
                <a:gd name="connsiteY18" fmla="*/ 1684811 h 2700556"/>
                <a:gd name="connsiteX0" fmla="*/ 396196 w 1837650"/>
                <a:gd name="connsiteY0" fmla="*/ 1684811 h 2773108"/>
                <a:gd name="connsiteX1" fmla="*/ 611358 w 1837650"/>
                <a:gd name="connsiteY1" fmla="*/ 1271049 h 2773108"/>
                <a:gd name="connsiteX2" fmla="*/ 807382 w 1837650"/>
                <a:gd name="connsiteY2" fmla="*/ 694408 h 2773108"/>
                <a:gd name="connsiteX3" fmla="*/ 887297 w 1837650"/>
                <a:gd name="connsiteY3" fmla="*/ 336170 h 2773108"/>
                <a:gd name="connsiteX4" fmla="*/ 1220386 w 1837650"/>
                <a:gd name="connsiteY4" fmla="*/ 86234 h 2773108"/>
                <a:gd name="connsiteX5" fmla="*/ 1467274 w 1837650"/>
                <a:gd name="connsiteY5" fmla="*/ 33 h 2773108"/>
                <a:gd name="connsiteX6" fmla="*/ 1619484 w 1837650"/>
                <a:gd name="connsiteY6" fmla="*/ 60326 h 2773108"/>
                <a:gd name="connsiteX7" fmla="*/ 1659679 w 1837650"/>
                <a:gd name="connsiteY7" fmla="*/ 221204 h 2773108"/>
                <a:gd name="connsiteX8" fmla="*/ 1691302 w 1837650"/>
                <a:gd name="connsiteY8" fmla="*/ 448089 h 2773108"/>
                <a:gd name="connsiteX9" fmla="*/ 1794648 w 1837650"/>
                <a:gd name="connsiteY9" fmla="*/ 789941 h 2773108"/>
                <a:gd name="connsiteX10" fmla="*/ 1820461 w 1837650"/>
                <a:gd name="connsiteY10" fmla="*/ 942151 h 2773108"/>
                <a:gd name="connsiteX11" fmla="*/ 1834844 w 1837650"/>
                <a:gd name="connsiteY11" fmla="*/ 1272478 h 2773108"/>
                <a:gd name="connsiteX12" fmla="*/ 1728640 w 1837650"/>
                <a:gd name="connsiteY12" fmla="*/ 1660240 h 2773108"/>
                <a:gd name="connsiteX13" fmla="*/ 1599481 w 1837650"/>
                <a:gd name="connsiteY13" fmla="*/ 1844073 h 2773108"/>
                <a:gd name="connsiteX14" fmla="*/ 1362594 w 1837650"/>
                <a:gd name="connsiteY14" fmla="*/ 2081055 h 2773108"/>
                <a:gd name="connsiteX15" fmla="*/ 959210 w 1837650"/>
                <a:gd name="connsiteY15" fmla="*/ 2254887 h 2773108"/>
                <a:gd name="connsiteX16" fmla="*/ 493573 w 1837650"/>
                <a:gd name="connsiteY16" fmla="*/ 2639756 h 2773108"/>
                <a:gd name="connsiteX17" fmla="*/ 14 w 1837650"/>
                <a:gd name="connsiteY17" fmla="*/ 2667512 h 2773108"/>
                <a:gd name="connsiteX18" fmla="*/ 396196 w 1837650"/>
                <a:gd name="connsiteY18" fmla="*/ 1684811 h 2773108"/>
                <a:gd name="connsiteX0" fmla="*/ 407195 w 1848647"/>
                <a:gd name="connsiteY0" fmla="*/ 1684811 h 2773108"/>
                <a:gd name="connsiteX1" fmla="*/ 622357 w 1848647"/>
                <a:gd name="connsiteY1" fmla="*/ 1271049 h 2773108"/>
                <a:gd name="connsiteX2" fmla="*/ 818381 w 1848647"/>
                <a:gd name="connsiteY2" fmla="*/ 694408 h 2773108"/>
                <a:gd name="connsiteX3" fmla="*/ 898296 w 1848647"/>
                <a:gd name="connsiteY3" fmla="*/ 336170 h 2773108"/>
                <a:gd name="connsiteX4" fmla="*/ 1231385 w 1848647"/>
                <a:gd name="connsiteY4" fmla="*/ 86234 h 2773108"/>
                <a:gd name="connsiteX5" fmla="*/ 1478273 w 1848647"/>
                <a:gd name="connsiteY5" fmla="*/ 33 h 2773108"/>
                <a:gd name="connsiteX6" fmla="*/ 1630483 w 1848647"/>
                <a:gd name="connsiteY6" fmla="*/ 60326 h 2773108"/>
                <a:gd name="connsiteX7" fmla="*/ 1670678 w 1848647"/>
                <a:gd name="connsiteY7" fmla="*/ 221204 h 2773108"/>
                <a:gd name="connsiteX8" fmla="*/ 1702301 w 1848647"/>
                <a:gd name="connsiteY8" fmla="*/ 448089 h 2773108"/>
                <a:gd name="connsiteX9" fmla="*/ 1805647 w 1848647"/>
                <a:gd name="connsiteY9" fmla="*/ 789941 h 2773108"/>
                <a:gd name="connsiteX10" fmla="*/ 1831460 w 1848647"/>
                <a:gd name="connsiteY10" fmla="*/ 942151 h 2773108"/>
                <a:gd name="connsiteX11" fmla="*/ 1845843 w 1848647"/>
                <a:gd name="connsiteY11" fmla="*/ 1272478 h 2773108"/>
                <a:gd name="connsiteX12" fmla="*/ 1739639 w 1848647"/>
                <a:gd name="connsiteY12" fmla="*/ 1660240 h 2773108"/>
                <a:gd name="connsiteX13" fmla="*/ 1610480 w 1848647"/>
                <a:gd name="connsiteY13" fmla="*/ 1844073 h 2773108"/>
                <a:gd name="connsiteX14" fmla="*/ 1373593 w 1848647"/>
                <a:gd name="connsiteY14" fmla="*/ 2081055 h 2773108"/>
                <a:gd name="connsiteX15" fmla="*/ 970209 w 1848647"/>
                <a:gd name="connsiteY15" fmla="*/ 2254887 h 2773108"/>
                <a:gd name="connsiteX16" fmla="*/ 504572 w 1848647"/>
                <a:gd name="connsiteY16" fmla="*/ 2639756 h 2773108"/>
                <a:gd name="connsiteX17" fmla="*/ 11013 w 1848647"/>
                <a:gd name="connsiteY17" fmla="*/ 2667512 h 2773108"/>
                <a:gd name="connsiteX18" fmla="*/ 407195 w 1848647"/>
                <a:gd name="connsiteY18" fmla="*/ 1684811 h 2773108"/>
                <a:gd name="connsiteX0" fmla="*/ 1670678 w 1848649"/>
                <a:gd name="connsiteY0" fmla="*/ 221204 h 2773108"/>
                <a:gd name="connsiteX1" fmla="*/ 1702301 w 1848649"/>
                <a:gd name="connsiteY1" fmla="*/ 448089 h 2773108"/>
                <a:gd name="connsiteX2" fmla="*/ 1805647 w 1848649"/>
                <a:gd name="connsiteY2" fmla="*/ 789941 h 2773108"/>
                <a:gd name="connsiteX3" fmla="*/ 1831460 w 1848649"/>
                <a:gd name="connsiteY3" fmla="*/ 942151 h 2773108"/>
                <a:gd name="connsiteX4" fmla="*/ 1845843 w 1848649"/>
                <a:gd name="connsiteY4" fmla="*/ 1272478 h 2773108"/>
                <a:gd name="connsiteX5" fmla="*/ 1739639 w 1848649"/>
                <a:gd name="connsiteY5" fmla="*/ 1660240 h 2773108"/>
                <a:gd name="connsiteX6" fmla="*/ 1610480 w 1848649"/>
                <a:gd name="connsiteY6" fmla="*/ 1844073 h 2773108"/>
                <a:gd name="connsiteX7" fmla="*/ 1373593 w 1848649"/>
                <a:gd name="connsiteY7" fmla="*/ 2081055 h 2773108"/>
                <a:gd name="connsiteX8" fmla="*/ 970209 w 1848649"/>
                <a:gd name="connsiteY8" fmla="*/ 2254887 h 2773108"/>
                <a:gd name="connsiteX9" fmla="*/ 504572 w 1848649"/>
                <a:gd name="connsiteY9" fmla="*/ 2639756 h 2773108"/>
                <a:gd name="connsiteX10" fmla="*/ 11013 w 1848649"/>
                <a:gd name="connsiteY10" fmla="*/ 2667512 h 2773108"/>
                <a:gd name="connsiteX11" fmla="*/ 407195 w 1848649"/>
                <a:gd name="connsiteY11" fmla="*/ 1684811 h 2773108"/>
                <a:gd name="connsiteX12" fmla="*/ 622357 w 1848649"/>
                <a:gd name="connsiteY12" fmla="*/ 1271049 h 2773108"/>
                <a:gd name="connsiteX13" fmla="*/ 818381 w 1848649"/>
                <a:gd name="connsiteY13" fmla="*/ 694408 h 2773108"/>
                <a:gd name="connsiteX14" fmla="*/ 898296 w 1848649"/>
                <a:gd name="connsiteY14" fmla="*/ 336170 h 2773108"/>
                <a:gd name="connsiteX15" fmla="*/ 1231385 w 1848649"/>
                <a:gd name="connsiteY15" fmla="*/ 86234 h 2773108"/>
                <a:gd name="connsiteX16" fmla="*/ 1478273 w 1848649"/>
                <a:gd name="connsiteY16" fmla="*/ 33 h 2773108"/>
                <a:gd name="connsiteX17" fmla="*/ 1630483 w 1848649"/>
                <a:gd name="connsiteY17" fmla="*/ 60326 h 2773108"/>
                <a:gd name="connsiteX18" fmla="*/ 1839562 w 1848649"/>
                <a:gd name="connsiteY18" fmla="*/ 526322 h 2773108"/>
                <a:gd name="connsiteX0" fmla="*/ 1670678 w 1848647"/>
                <a:gd name="connsiteY0" fmla="*/ 221204 h 2773108"/>
                <a:gd name="connsiteX1" fmla="*/ 1702301 w 1848647"/>
                <a:gd name="connsiteY1" fmla="*/ 448089 h 2773108"/>
                <a:gd name="connsiteX2" fmla="*/ 1805647 w 1848647"/>
                <a:gd name="connsiteY2" fmla="*/ 789941 h 2773108"/>
                <a:gd name="connsiteX3" fmla="*/ 1831460 w 1848647"/>
                <a:gd name="connsiteY3" fmla="*/ 942151 h 2773108"/>
                <a:gd name="connsiteX4" fmla="*/ 1845843 w 1848647"/>
                <a:gd name="connsiteY4" fmla="*/ 1272478 h 2773108"/>
                <a:gd name="connsiteX5" fmla="*/ 1739639 w 1848647"/>
                <a:gd name="connsiteY5" fmla="*/ 1660240 h 2773108"/>
                <a:gd name="connsiteX6" fmla="*/ 1610480 w 1848647"/>
                <a:gd name="connsiteY6" fmla="*/ 1844073 h 2773108"/>
                <a:gd name="connsiteX7" fmla="*/ 1373593 w 1848647"/>
                <a:gd name="connsiteY7" fmla="*/ 2081055 h 2773108"/>
                <a:gd name="connsiteX8" fmla="*/ 970209 w 1848647"/>
                <a:gd name="connsiteY8" fmla="*/ 2254887 h 2773108"/>
                <a:gd name="connsiteX9" fmla="*/ 504572 w 1848647"/>
                <a:gd name="connsiteY9" fmla="*/ 2639756 h 2773108"/>
                <a:gd name="connsiteX10" fmla="*/ 11013 w 1848647"/>
                <a:gd name="connsiteY10" fmla="*/ 2667512 h 2773108"/>
                <a:gd name="connsiteX11" fmla="*/ 407195 w 1848647"/>
                <a:gd name="connsiteY11" fmla="*/ 1684811 h 2773108"/>
                <a:gd name="connsiteX12" fmla="*/ 622357 w 1848647"/>
                <a:gd name="connsiteY12" fmla="*/ 1271049 h 2773108"/>
                <a:gd name="connsiteX13" fmla="*/ 818381 w 1848647"/>
                <a:gd name="connsiteY13" fmla="*/ 694408 h 2773108"/>
                <a:gd name="connsiteX14" fmla="*/ 898296 w 1848647"/>
                <a:gd name="connsiteY14" fmla="*/ 336170 h 2773108"/>
                <a:gd name="connsiteX15" fmla="*/ 1231385 w 1848647"/>
                <a:gd name="connsiteY15" fmla="*/ 86234 h 2773108"/>
                <a:gd name="connsiteX16" fmla="*/ 1478273 w 1848647"/>
                <a:gd name="connsiteY16" fmla="*/ 33 h 2773108"/>
                <a:gd name="connsiteX17" fmla="*/ 1630483 w 1848647"/>
                <a:gd name="connsiteY17" fmla="*/ 60326 h 2773108"/>
                <a:gd name="connsiteX0" fmla="*/ 1670678 w 1848649"/>
                <a:gd name="connsiteY0" fmla="*/ 221204 h 2773108"/>
                <a:gd name="connsiteX1" fmla="*/ 1805647 w 1848649"/>
                <a:gd name="connsiteY1" fmla="*/ 789941 h 2773108"/>
                <a:gd name="connsiteX2" fmla="*/ 1831460 w 1848649"/>
                <a:gd name="connsiteY2" fmla="*/ 942151 h 2773108"/>
                <a:gd name="connsiteX3" fmla="*/ 1845843 w 1848649"/>
                <a:gd name="connsiteY3" fmla="*/ 1272478 h 2773108"/>
                <a:gd name="connsiteX4" fmla="*/ 1739639 w 1848649"/>
                <a:gd name="connsiteY4" fmla="*/ 1660240 h 2773108"/>
                <a:gd name="connsiteX5" fmla="*/ 1610480 w 1848649"/>
                <a:gd name="connsiteY5" fmla="*/ 1844073 h 2773108"/>
                <a:gd name="connsiteX6" fmla="*/ 1373593 w 1848649"/>
                <a:gd name="connsiteY6" fmla="*/ 2081055 h 2773108"/>
                <a:gd name="connsiteX7" fmla="*/ 970209 w 1848649"/>
                <a:gd name="connsiteY7" fmla="*/ 2254887 h 2773108"/>
                <a:gd name="connsiteX8" fmla="*/ 504572 w 1848649"/>
                <a:gd name="connsiteY8" fmla="*/ 2639756 h 2773108"/>
                <a:gd name="connsiteX9" fmla="*/ 11013 w 1848649"/>
                <a:gd name="connsiteY9" fmla="*/ 2667512 h 2773108"/>
                <a:gd name="connsiteX10" fmla="*/ 407195 w 1848649"/>
                <a:gd name="connsiteY10" fmla="*/ 1684811 h 2773108"/>
                <a:gd name="connsiteX11" fmla="*/ 622357 w 1848649"/>
                <a:gd name="connsiteY11" fmla="*/ 1271049 h 2773108"/>
                <a:gd name="connsiteX12" fmla="*/ 818381 w 1848649"/>
                <a:gd name="connsiteY12" fmla="*/ 694408 h 2773108"/>
                <a:gd name="connsiteX13" fmla="*/ 898296 w 1848649"/>
                <a:gd name="connsiteY13" fmla="*/ 336170 h 2773108"/>
                <a:gd name="connsiteX14" fmla="*/ 1231385 w 1848649"/>
                <a:gd name="connsiteY14" fmla="*/ 86234 h 2773108"/>
                <a:gd name="connsiteX15" fmla="*/ 1478273 w 1848649"/>
                <a:gd name="connsiteY15" fmla="*/ 33 h 2773108"/>
                <a:gd name="connsiteX16" fmla="*/ 1630483 w 1848649"/>
                <a:gd name="connsiteY16" fmla="*/ 60326 h 2773108"/>
                <a:gd name="connsiteX0" fmla="*/ 1805647 w 1848647"/>
                <a:gd name="connsiteY0" fmla="*/ 789941 h 2773108"/>
                <a:gd name="connsiteX1" fmla="*/ 1831460 w 1848647"/>
                <a:gd name="connsiteY1" fmla="*/ 942151 h 2773108"/>
                <a:gd name="connsiteX2" fmla="*/ 1845843 w 1848647"/>
                <a:gd name="connsiteY2" fmla="*/ 1272478 h 2773108"/>
                <a:gd name="connsiteX3" fmla="*/ 1739639 w 1848647"/>
                <a:gd name="connsiteY3" fmla="*/ 1660240 h 2773108"/>
                <a:gd name="connsiteX4" fmla="*/ 1610480 w 1848647"/>
                <a:gd name="connsiteY4" fmla="*/ 1844073 h 2773108"/>
                <a:gd name="connsiteX5" fmla="*/ 1373593 w 1848647"/>
                <a:gd name="connsiteY5" fmla="*/ 2081055 h 2773108"/>
                <a:gd name="connsiteX6" fmla="*/ 970209 w 1848647"/>
                <a:gd name="connsiteY6" fmla="*/ 2254887 h 2773108"/>
                <a:gd name="connsiteX7" fmla="*/ 504572 w 1848647"/>
                <a:gd name="connsiteY7" fmla="*/ 2639756 h 2773108"/>
                <a:gd name="connsiteX8" fmla="*/ 11013 w 1848647"/>
                <a:gd name="connsiteY8" fmla="*/ 2667512 h 2773108"/>
                <a:gd name="connsiteX9" fmla="*/ 407195 w 1848647"/>
                <a:gd name="connsiteY9" fmla="*/ 1684811 h 2773108"/>
                <a:gd name="connsiteX10" fmla="*/ 622357 w 1848647"/>
                <a:gd name="connsiteY10" fmla="*/ 1271049 h 2773108"/>
                <a:gd name="connsiteX11" fmla="*/ 818381 w 1848647"/>
                <a:gd name="connsiteY11" fmla="*/ 694408 h 2773108"/>
                <a:gd name="connsiteX12" fmla="*/ 898296 w 1848647"/>
                <a:gd name="connsiteY12" fmla="*/ 336170 h 2773108"/>
                <a:gd name="connsiteX13" fmla="*/ 1231385 w 1848647"/>
                <a:gd name="connsiteY13" fmla="*/ 86234 h 2773108"/>
                <a:gd name="connsiteX14" fmla="*/ 1478273 w 1848647"/>
                <a:gd name="connsiteY14" fmla="*/ 33 h 2773108"/>
                <a:gd name="connsiteX15" fmla="*/ 1630483 w 1848647"/>
                <a:gd name="connsiteY15" fmla="*/ 60326 h 2773108"/>
                <a:gd name="connsiteX0" fmla="*/ 1831460 w 1848649"/>
                <a:gd name="connsiteY0" fmla="*/ 942151 h 2773108"/>
                <a:gd name="connsiteX1" fmla="*/ 1845843 w 1848649"/>
                <a:gd name="connsiteY1" fmla="*/ 1272478 h 2773108"/>
                <a:gd name="connsiteX2" fmla="*/ 1739639 w 1848649"/>
                <a:gd name="connsiteY2" fmla="*/ 1660240 h 2773108"/>
                <a:gd name="connsiteX3" fmla="*/ 1610480 w 1848649"/>
                <a:gd name="connsiteY3" fmla="*/ 1844073 h 2773108"/>
                <a:gd name="connsiteX4" fmla="*/ 1373593 w 1848649"/>
                <a:gd name="connsiteY4" fmla="*/ 2081055 h 2773108"/>
                <a:gd name="connsiteX5" fmla="*/ 970209 w 1848649"/>
                <a:gd name="connsiteY5" fmla="*/ 2254887 h 2773108"/>
                <a:gd name="connsiteX6" fmla="*/ 504572 w 1848649"/>
                <a:gd name="connsiteY6" fmla="*/ 2639756 h 2773108"/>
                <a:gd name="connsiteX7" fmla="*/ 11013 w 1848649"/>
                <a:gd name="connsiteY7" fmla="*/ 2667512 h 2773108"/>
                <a:gd name="connsiteX8" fmla="*/ 407195 w 1848649"/>
                <a:gd name="connsiteY8" fmla="*/ 1684811 h 2773108"/>
                <a:gd name="connsiteX9" fmla="*/ 622357 w 1848649"/>
                <a:gd name="connsiteY9" fmla="*/ 1271049 h 2773108"/>
                <a:gd name="connsiteX10" fmla="*/ 818381 w 1848649"/>
                <a:gd name="connsiteY10" fmla="*/ 694408 h 2773108"/>
                <a:gd name="connsiteX11" fmla="*/ 898296 w 1848649"/>
                <a:gd name="connsiteY11" fmla="*/ 336170 h 2773108"/>
                <a:gd name="connsiteX12" fmla="*/ 1231385 w 1848649"/>
                <a:gd name="connsiteY12" fmla="*/ 86234 h 2773108"/>
                <a:gd name="connsiteX13" fmla="*/ 1478273 w 1848649"/>
                <a:gd name="connsiteY13" fmla="*/ 33 h 2773108"/>
                <a:gd name="connsiteX14" fmla="*/ 1630483 w 1848649"/>
                <a:gd name="connsiteY14" fmla="*/ 60326 h 2773108"/>
                <a:gd name="connsiteX0" fmla="*/ 1831460 w 1848647"/>
                <a:gd name="connsiteY0" fmla="*/ 884087 h 2715044"/>
                <a:gd name="connsiteX1" fmla="*/ 1845843 w 1848647"/>
                <a:gd name="connsiteY1" fmla="*/ 1214414 h 2715044"/>
                <a:gd name="connsiteX2" fmla="*/ 1739639 w 1848647"/>
                <a:gd name="connsiteY2" fmla="*/ 1602176 h 2715044"/>
                <a:gd name="connsiteX3" fmla="*/ 1610480 w 1848647"/>
                <a:gd name="connsiteY3" fmla="*/ 1786009 h 2715044"/>
                <a:gd name="connsiteX4" fmla="*/ 1373593 w 1848647"/>
                <a:gd name="connsiteY4" fmla="*/ 2022991 h 2715044"/>
                <a:gd name="connsiteX5" fmla="*/ 970209 w 1848647"/>
                <a:gd name="connsiteY5" fmla="*/ 2196823 h 2715044"/>
                <a:gd name="connsiteX6" fmla="*/ 504572 w 1848647"/>
                <a:gd name="connsiteY6" fmla="*/ 2581692 h 2715044"/>
                <a:gd name="connsiteX7" fmla="*/ 11013 w 1848647"/>
                <a:gd name="connsiteY7" fmla="*/ 2609448 h 2715044"/>
                <a:gd name="connsiteX8" fmla="*/ 407195 w 1848647"/>
                <a:gd name="connsiteY8" fmla="*/ 1626747 h 2715044"/>
                <a:gd name="connsiteX9" fmla="*/ 622357 w 1848647"/>
                <a:gd name="connsiteY9" fmla="*/ 1212985 h 2715044"/>
                <a:gd name="connsiteX10" fmla="*/ 818381 w 1848647"/>
                <a:gd name="connsiteY10" fmla="*/ 636344 h 2715044"/>
                <a:gd name="connsiteX11" fmla="*/ 898296 w 1848647"/>
                <a:gd name="connsiteY11" fmla="*/ 278106 h 2715044"/>
                <a:gd name="connsiteX12" fmla="*/ 1231385 w 1848647"/>
                <a:gd name="connsiteY12" fmla="*/ 28170 h 2715044"/>
                <a:gd name="connsiteX13" fmla="*/ 1630483 w 1848647"/>
                <a:gd name="connsiteY13" fmla="*/ 2262 h 2715044"/>
                <a:gd name="connsiteX0" fmla="*/ 1831460 w 1848649"/>
                <a:gd name="connsiteY0" fmla="*/ 881825 h 2712782"/>
                <a:gd name="connsiteX1" fmla="*/ 1845843 w 1848649"/>
                <a:gd name="connsiteY1" fmla="*/ 1212152 h 2712782"/>
                <a:gd name="connsiteX2" fmla="*/ 1739639 w 1848649"/>
                <a:gd name="connsiteY2" fmla="*/ 1599914 h 2712782"/>
                <a:gd name="connsiteX3" fmla="*/ 1610480 w 1848649"/>
                <a:gd name="connsiteY3" fmla="*/ 1783747 h 2712782"/>
                <a:gd name="connsiteX4" fmla="*/ 1373593 w 1848649"/>
                <a:gd name="connsiteY4" fmla="*/ 2020729 h 2712782"/>
                <a:gd name="connsiteX5" fmla="*/ 970209 w 1848649"/>
                <a:gd name="connsiteY5" fmla="*/ 2194561 h 2712782"/>
                <a:gd name="connsiteX6" fmla="*/ 504572 w 1848649"/>
                <a:gd name="connsiteY6" fmla="*/ 2579430 h 2712782"/>
                <a:gd name="connsiteX7" fmla="*/ 11013 w 1848649"/>
                <a:gd name="connsiteY7" fmla="*/ 2607186 h 2712782"/>
                <a:gd name="connsiteX8" fmla="*/ 407195 w 1848649"/>
                <a:gd name="connsiteY8" fmla="*/ 1624485 h 2712782"/>
                <a:gd name="connsiteX9" fmla="*/ 622357 w 1848649"/>
                <a:gd name="connsiteY9" fmla="*/ 1210723 h 2712782"/>
                <a:gd name="connsiteX10" fmla="*/ 818381 w 1848649"/>
                <a:gd name="connsiteY10" fmla="*/ 634082 h 2712782"/>
                <a:gd name="connsiteX11" fmla="*/ 898296 w 1848649"/>
                <a:gd name="connsiteY11" fmla="*/ 275844 h 2712782"/>
                <a:gd name="connsiteX12" fmla="*/ 1630483 w 1848649"/>
                <a:gd name="connsiteY12" fmla="*/ 0 h 2712782"/>
                <a:gd name="connsiteX0" fmla="*/ 1831460 w 1848647"/>
                <a:gd name="connsiteY0" fmla="*/ 605981 h 2436938"/>
                <a:gd name="connsiteX1" fmla="*/ 1845843 w 1848647"/>
                <a:gd name="connsiteY1" fmla="*/ 936308 h 2436938"/>
                <a:gd name="connsiteX2" fmla="*/ 1739639 w 1848647"/>
                <a:gd name="connsiteY2" fmla="*/ 1324070 h 2436938"/>
                <a:gd name="connsiteX3" fmla="*/ 1610480 w 1848647"/>
                <a:gd name="connsiteY3" fmla="*/ 1507903 h 2436938"/>
                <a:gd name="connsiteX4" fmla="*/ 1373593 w 1848647"/>
                <a:gd name="connsiteY4" fmla="*/ 1744885 h 2436938"/>
                <a:gd name="connsiteX5" fmla="*/ 970209 w 1848647"/>
                <a:gd name="connsiteY5" fmla="*/ 1918717 h 2436938"/>
                <a:gd name="connsiteX6" fmla="*/ 504572 w 1848647"/>
                <a:gd name="connsiteY6" fmla="*/ 2303586 h 2436938"/>
                <a:gd name="connsiteX7" fmla="*/ 11013 w 1848647"/>
                <a:gd name="connsiteY7" fmla="*/ 2331342 h 2436938"/>
                <a:gd name="connsiteX8" fmla="*/ 407195 w 1848647"/>
                <a:gd name="connsiteY8" fmla="*/ 1348641 h 2436938"/>
                <a:gd name="connsiteX9" fmla="*/ 622357 w 1848647"/>
                <a:gd name="connsiteY9" fmla="*/ 934879 h 2436938"/>
                <a:gd name="connsiteX10" fmla="*/ 818381 w 1848647"/>
                <a:gd name="connsiteY10" fmla="*/ 358238 h 2436938"/>
                <a:gd name="connsiteX11" fmla="*/ 898296 w 1848647"/>
                <a:gd name="connsiteY11" fmla="*/ 0 h 2436938"/>
                <a:gd name="connsiteX0" fmla="*/ 1831460 w 1848649"/>
                <a:gd name="connsiteY0" fmla="*/ 296776 h 2127733"/>
                <a:gd name="connsiteX1" fmla="*/ 1845843 w 1848649"/>
                <a:gd name="connsiteY1" fmla="*/ 627103 h 2127733"/>
                <a:gd name="connsiteX2" fmla="*/ 1739639 w 1848649"/>
                <a:gd name="connsiteY2" fmla="*/ 1014865 h 2127733"/>
                <a:gd name="connsiteX3" fmla="*/ 1610480 w 1848649"/>
                <a:gd name="connsiteY3" fmla="*/ 1198698 h 2127733"/>
                <a:gd name="connsiteX4" fmla="*/ 1373593 w 1848649"/>
                <a:gd name="connsiteY4" fmla="*/ 1435680 h 2127733"/>
                <a:gd name="connsiteX5" fmla="*/ 970209 w 1848649"/>
                <a:gd name="connsiteY5" fmla="*/ 1609512 h 2127733"/>
                <a:gd name="connsiteX6" fmla="*/ 504572 w 1848649"/>
                <a:gd name="connsiteY6" fmla="*/ 1994381 h 2127733"/>
                <a:gd name="connsiteX7" fmla="*/ 11013 w 1848649"/>
                <a:gd name="connsiteY7" fmla="*/ 2022137 h 2127733"/>
                <a:gd name="connsiteX8" fmla="*/ 407195 w 1848649"/>
                <a:gd name="connsiteY8" fmla="*/ 1039436 h 2127733"/>
                <a:gd name="connsiteX9" fmla="*/ 622357 w 1848649"/>
                <a:gd name="connsiteY9" fmla="*/ 625674 h 2127733"/>
                <a:gd name="connsiteX10" fmla="*/ 818381 w 1848649"/>
                <a:gd name="connsiteY10" fmla="*/ 49033 h 2127733"/>
                <a:gd name="connsiteX11" fmla="*/ 1126359 w 1848649"/>
                <a:gd name="connsiteY11" fmla="*/ 1 h 2127733"/>
                <a:gd name="connsiteX0" fmla="*/ 1845843 w 1845844"/>
                <a:gd name="connsiteY0" fmla="*/ 627103 h 2127733"/>
                <a:gd name="connsiteX1" fmla="*/ 1739639 w 1845844"/>
                <a:gd name="connsiteY1" fmla="*/ 1014865 h 2127733"/>
                <a:gd name="connsiteX2" fmla="*/ 1610480 w 1845844"/>
                <a:gd name="connsiteY2" fmla="*/ 1198698 h 2127733"/>
                <a:gd name="connsiteX3" fmla="*/ 1373593 w 1845844"/>
                <a:gd name="connsiteY3" fmla="*/ 1435680 h 2127733"/>
                <a:gd name="connsiteX4" fmla="*/ 970209 w 1845844"/>
                <a:gd name="connsiteY4" fmla="*/ 1609512 h 2127733"/>
                <a:gd name="connsiteX5" fmla="*/ 504572 w 1845844"/>
                <a:gd name="connsiteY5" fmla="*/ 1994381 h 2127733"/>
                <a:gd name="connsiteX6" fmla="*/ 11013 w 1845844"/>
                <a:gd name="connsiteY6" fmla="*/ 2022137 h 2127733"/>
                <a:gd name="connsiteX7" fmla="*/ 407195 w 1845844"/>
                <a:gd name="connsiteY7" fmla="*/ 1039436 h 2127733"/>
                <a:gd name="connsiteX8" fmla="*/ 622357 w 1845844"/>
                <a:gd name="connsiteY8" fmla="*/ 625674 h 2127733"/>
                <a:gd name="connsiteX9" fmla="*/ 818381 w 1845844"/>
                <a:gd name="connsiteY9" fmla="*/ 49033 h 2127733"/>
                <a:gd name="connsiteX10" fmla="*/ 1126359 w 1845844"/>
                <a:gd name="connsiteY10" fmla="*/ 1 h 2127733"/>
                <a:gd name="connsiteX0" fmla="*/ 1739639 w 1739640"/>
                <a:gd name="connsiteY0" fmla="*/ 1014865 h 2127733"/>
                <a:gd name="connsiteX1" fmla="*/ 1610480 w 1739640"/>
                <a:gd name="connsiteY1" fmla="*/ 1198698 h 2127733"/>
                <a:gd name="connsiteX2" fmla="*/ 1373593 w 1739640"/>
                <a:gd name="connsiteY2" fmla="*/ 1435680 h 2127733"/>
                <a:gd name="connsiteX3" fmla="*/ 970209 w 1739640"/>
                <a:gd name="connsiteY3" fmla="*/ 1609512 h 2127733"/>
                <a:gd name="connsiteX4" fmla="*/ 504572 w 1739640"/>
                <a:gd name="connsiteY4" fmla="*/ 1994381 h 2127733"/>
                <a:gd name="connsiteX5" fmla="*/ 11013 w 1739640"/>
                <a:gd name="connsiteY5" fmla="*/ 2022137 h 2127733"/>
                <a:gd name="connsiteX6" fmla="*/ 407195 w 1739640"/>
                <a:gd name="connsiteY6" fmla="*/ 1039436 h 2127733"/>
                <a:gd name="connsiteX7" fmla="*/ 622357 w 1739640"/>
                <a:gd name="connsiteY7" fmla="*/ 625674 h 2127733"/>
                <a:gd name="connsiteX8" fmla="*/ 818381 w 1739640"/>
                <a:gd name="connsiteY8" fmla="*/ 49033 h 2127733"/>
                <a:gd name="connsiteX9" fmla="*/ 1126359 w 1739640"/>
                <a:gd name="connsiteY9" fmla="*/ 1 h 2127733"/>
                <a:gd name="connsiteX0" fmla="*/ 1703486 w 1703486"/>
                <a:gd name="connsiteY0" fmla="*/ 726080 h 2127733"/>
                <a:gd name="connsiteX1" fmla="*/ 1610480 w 1703486"/>
                <a:gd name="connsiteY1" fmla="*/ 1198698 h 2127733"/>
                <a:gd name="connsiteX2" fmla="*/ 1373593 w 1703486"/>
                <a:gd name="connsiteY2" fmla="*/ 1435680 h 2127733"/>
                <a:gd name="connsiteX3" fmla="*/ 970209 w 1703486"/>
                <a:gd name="connsiteY3" fmla="*/ 1609512 h 2127733"/>
                <a:gd name="connsiteX4" fmla="*/ 504572 w 1703486"/>
                <a:gd name="connsiteY4" fmla="*/ 1994381 h 2127733"/>
                <a:gd name="connsiteX5" fmla="*/ 11013 w 1703486"/>
                <a:gd name="connsiteY5" fmla="*/ 2022137 h 2127733"/>
                <a:gd name="connsiteX6" fmla="*/ 407195 w 1703486"/>
                <a:gd name="connsiteY6" fmla="*/ 1039436 h 2127733"/>
                <a:gd name="connsiteX7" fmla="*/ 622357 w 1703486"/>
                <a:gd name="connsiteY7" fmla="*/ 625674 h 2127733"/>
                <a:gd name="connsiteX8" fmla="*/ 818381 w 1703486"/>
                <a:gd name="connsiteY8" fmla="*/ 49033 h 2127733"/>
                <a:gd name="connsiteX9" fmla="*/ 1126359 w 1703486"/>
                <a:gd name="connsiteY9" fmla="*/ 1 h 2127733"/>
                <a:gd name="connsiteX0" fmla="*/ 1703486 w 1704539"/>
                <a:gd name="connsiteY0" fmla="*/ 726080 h 2127733"/>
                <a:gd name="connsiteX1" fmla="*/ 1610480 w 1704539"/>
                <a:gd name="connsiteY1" fmla="*/ 1198698 h 2127733"/>
                <a:gd name="connsiteX2" fmla="*/ 1373593 w 1704539"/>
                <a:gd name="connsiteY2" fmla="*/ 1435680 h 2127733"/>
                <a:gd name="connsiteX3" fmla="*/ 970209 w 1704539"/>
                <a:gd name="connsiteY3" fmla="*/ 1609512 h 2127733"/>
                <a:gd name="connsiteX4" fmla="*/ 504572 w 1704539"/>
                <a:gd name="connsiteY4" fmla="*/ 1994381 h 2127733"/>
                <a:gd name="connsiteX5" fmla="*/ 11013 w 1704539"/>
                <a:gd name="connsiteY5" fmla="*/ 2022137 h 2127733"/>
                <a:gd name="connsiteX6" fmla="*/ 407195 w 1704539"/>
                <a:gd name="connsiteY6" fmla="*/ 1039436 h 2127733"/>
                <a:gd name="connsiteX7" fmla="*/ 622357 w 1704539"/>
                <a:gd name="connsiteY7" fmla="*/ 625674 h 2127733"/>
                <a:gd name="connsiteX8" fmla="*/ 818381 w 1704539"/>
                <a:gd name="connsiteY8" fmla="*/ 49033 h 2127733"/>
                <a:gd name="connsiteX9" fmla="*/ 1126359 w 1704539"/>
                <a:gd name="connsiteY9" fmla="*/ 1 h 2127733"/>
                <a:gd name="connsiteX0" fmla="*/ 1735422 w 1736133"/>
                <a:gd name="connsiteY0" fmla="*/ 747588 h 2127733"/>
                <a:gd name="connsiteX1" fmla="*/ 1610480 w 1736133"/>
                <a:gd name="connsiteY1" fmla="*/ 1198698 h 2127733"/>
                <a:gd name="connsiteX2" fmla="*/ 1373593 w 1736133"/>
                <a:gd name="connsiteY2" fmla="*/ 1435680 h 2127733"/>
                <a:gd name="connsiteX3" fmla="*/ 970209 w 1736133"/>
                <a:gd name="connsiteY3" fmla="*/ 1609512 h 2127733"/>
                <a:gd name="connsiteX4" fmla="*/ 504572 w 1736133"/>
                <a:gd name="connsiteY4" fmla="*/ 1994381 h 2127733"/>
                <a:gd name="connsiteX5" fmla="*/ 11013 w 1736133"/>
                <a:gd name="connsiteY5" fmla="*/ 2022137 h 2127733"/>
                <a:gd name="connsiteX6" fmla="*/ 407195 w 1736133"/>
                <a:gd name="connsiteY6" fmla="*/ 1039436 h 2127733"/>
                <a:gd name="connsiteX7" fmla="*/ 622357 w 1736133"/>
                <a:gd name="connsiteY7" fmla="*/ 625674 h 2127733"/>
                <a:gd name="connsiteX8" fmla="*/ 818381 w 1736133"/>
                <a:gd name="connsiteY8" fmla="*/ 49033 h 2127733"/>
                <a:gd name="connsiteX9" fmla="*/ 1126359 w 1736133"/>
                <a:gd name="connsiteY9" fmla="*/ 1 h 2127733"/>
                <a:gd name="connsiteX0" fmla="*/ 1735422 w 1735681"/>
                <a:gd name="connsiteY0" fmla="*/ 747588 h 2127733"/>
                <a:gd name="connsiteX1" fmla="*/ 1468938 w 1735681"/>
                <a:gd name="connsiteY1" fmla="*/ 1014530 h 2127733"/>
                <a:gd name="connsiteX2" fmla="*/ 1373593 w 1735681"/>
                <a:gd name="connsiteY2" fmla="*/ 1435680 h 2127733"/>
                <a:gd name="connsiteX3" fmla="*/ 970209 w 1735681"/>
                <a:gd name="connsiteY3" fmla="*/ 1609512 h 2127733"/>
                <a:gd name="connsiteX4" fmla="*/ 504572 w 1735681"/>
                <a:gd name="connsiteY4" fmla="*/ 1994381 h 2127733"/>
                <a:gd name="connsiteX5" fmla="*/ 11013 w 1735681"/>
                <a:gd name="connsiteY5" fmla="*/ 2022137 h 2127733"/>
                <a:gd name="connsiteX6" fmla="*/ 407195 w 1735681"/>
                <a:gd name="connsiteY6" fmla="*/ 1039436 h 2127733"/>
                <a:gd name="connsiteX7" fmla="*/ 622357 w 1735681"/>
                <a:gd name="connsiteY7" fmla="*/ 625674 h 2127733"/>
                <a:gd name="connsiteX8" fmla="*/ 818381 w 1735681"/>
                <a:gd name="connsiteY8" fmla="*/ 49033 h 2127733"/>
                <a:gd name="connsiteX9" fmla="*/ 1126359 w 1735681"/>
                <a:gd name="connsiteY9" fmla="*/ 1 h 2127733"/>
                <a:gd name="connsiteX0" fmla="*/ 1735422 w 1735711"/>
                <a:gd name="connsiteY0" fmla="*/ 747588 h 2127733"/>
                <a:gd name="connsiteX1" fmla="*/ 1468938 w 1735711"/>
                <a:gd name="connsiteY1" fmla="*/ 1014530 h 2127733"/>
                <a:gd name="connsiteX2" fmla="*/ 1229497 w 1735711"/>
                <a:gd name="connsiteY2" fmla="*/ 1280807 h 2127733"/>
                <a:gd name="connsiteX3" fmla="*/ 970209 w 1735711"/>
                <a:gd name="connsiteY3" fmla="*/ 1609512 h 2127733"/>
                <a:gd name="connsiteX4" fmla="*/ 504572 w 1735711"/>
                <a:gd name="connsiteY4" fmla="*/ 1994381 h 2127733"/>
                <a:gd name="connsiteX5" fmla="*/ 11013 w 1735711"/>
                <a:gd name="connsiteY5" fmla="*/ 2022137 h 2127733"/>
                <a:gd name="connsiteX6" fmla="*/ 407195 w 1735711"/>
                <a:gd name="connsiteY6" fmla="*/ 1039436 h 2127733"/>
                <a:gd name="connsiteX7" fmla="*/ 622357 w 1735711"/>
                <a:gd name="connsiteY7" fmla="*/ 625674 h 2127733"/>
                <a:gd name="connsiteX8" fmla="*/ 818381 w 1735711"/>
                <a:gd name="connsiteY8" fmla="*/ 49033 h 2127733"/>
                <a:gd name="connsiteX9" fmla="*/ 1126359 w 1735711"/>
                <a:gd name="connsiteY9" fmla="*/ 1 h 2127733"/>
                <a:gd name="connsiteX0" fmla="*/ 1735422 w 1735711"/>
                <a:gd name="connsiteY0" fmla="*/ 714417 h 2094562"/>
                <a:gd name="connsiteX1" fmla="*/ 1468938 w 1735711"/>
                <a:gd name="connsiteY1" fmla="*/ 981359 h 2094562"/>
                <a:gd name="connsiteX2" fmla="*/ 1229497 w 1735711"/>
                <a:gd name="connsiteY2" fmla="*/ 1247636 h 2094562"/>
                <a:gd name="connsiteX3" fmla="*/ 970209 w 1735711"/>
                <a:gd name="connsiteY3" fmla="*/ 1576341 h 2094562"/>
                <a:gd name="connsiteX4" fmla="*/ 504572 w 1735711"/>
                <a:gd name="connsiteY4" fmla="*/ 1961210 h 2094562"/>
                <a:gd name="connsiteX5" fmla="*/ 11013 w 1735711"/>
                <a:gd name="connsiteY5" fmla="*/ 1988966 h 2094562"/>
                <a:gd name="connsiteX6" fmla="*/ 407195 w 1735711"/>
                <a:gd name="connsiteY6" fmla="*/ 1006265 h 2094562"/>
                <a:gd name="connsiteX7" fmla="*/ 622357 w 1735711"/>
                <a:gd name="connsiteY7" fmla="*/ 592503 h 2094562"/>
                <a:gd name="connsiteX8" fmla="*/ 818381 w 1735711"/>
                <a:gd name="connsiteY8" fmla="*/ 15862 h 2094562"/>
                <a:gd name="connsiteX9" fmla="*/ 1242697 w 1735711"/>
                <a:gd name="connsiteY9" fmla="*/ 98279 h 2094562"/>
                <a:gd name="connsiteX0" fmla="*/ 1735422 w 1735711"/>
                <a:gd name="connsiteY0" fmla="*/ 714417 h 2065448"/>
                <a:gd name="connsiteX1" fmla="*/ 1468938 w 1735711"/>
                <a:gd name="connsiteY1" fmla="*/ 981359 h 2065448"/>
                <a:gd name="connsiteX2" fmla="*/ 1229497 w 1735711"/>
                <a:gd name="connsiteY2" fmla="*/ 1247636 h 2065448"/>
                <a:gd name="connsiteX3" fmla="*/ 970209 w 1735711"/>
                <a:gd name="connsiteY3" fmla="*/ 1576341 h 2065448"/>
                <a:gd name="connsiteX4" fmla="*/ 500261 w 1735711"/>
                <a:gd name="connsiteY4" fmla="*/ 1898898 h 2065448"/>
                <a:gd name="connsiteX5" fmla="*/ 11013 w 1735711"/>
                <a:gd name="connsiteY5" fmla="*/ 1988966 h 2065448"/>
                <a:gd name="connsiteX6" fmla="*/ 407195 w 1735711"/>
                <a:gd name="connsiteY6" fmla="*/ 1006265 h 2065448"/>
                <a:gd name="connsiteX7" fmla="*/ 622357 w 1735711"/>
                <a:gd name="connsiteY7" fmla="*/ 592503 h 2065448"/>
                <a:gd name="connsiteX8" fmla="*/ 818381 w 1735711"/>
                <a:gd name="connsiteY8" fmla="*/ 15862 h 2065448"/>
                <a:gd name="connsiteX9" fmla="*/ 1242697 w 1735711"/>
                <a:gd name="connsiteY9" fmla="*/ 98279 h 2065448"/>
                <a:gd name="connsiteX0" fmla="*/ 1735422 w 1735711"/>
                <a:gd name="connsiteY0" fmla="*/ 714417 h 2065448"/>
                <a:gd name="connsiteX1" fmla="*/ 1468938 w 1735711"/>
                <a:gd name="connsiteY1" fmla="*/ 981359 h 2065448"/>
                <a:gd name="connsiteX2" fmla="*/ 1229497 w 1735711"/>
                <a:gd name="connsiteY2" fmla="*/ 1247636 h 2065448"/>
                <a:gd name="connsiteX3" fmla="*/ 970209 w 1735711"/>
                <a:gd name="connsiteY3" fmla="*/ 1576341 h 2065448"/>
                <a:gd name="connsiteX4" fmla="*/ 500261 w 1735711"/>
                <a:gd name="connsiteY4" fmla="*/ 1898898 h 2065448"/>
                <a:gd name="connsiteX5" fmla="*/ 11013 w 1735711"/>
                <a:gd name="connsiteY5" fmla="*/ 1988966 h 2065448"/>
                <a:gd name="connsiteX6" fmla="*/ 407195 w 1735711"/>
                <a:gd name="connsiteY6" fmla="*/ 1006265 h 2065448"/>
                <a:gd name="connsiteX7" fmla="*/ 622357 w 1735711"/>
                <a:gd name="connsiteY7" fmla="*/ 592503 h 2065448"/>
                <a:gd name="connsiteX8" fmla="*/ 818381 w 1735711"/>
                <a:gd name="connsiteY8" fmla="*/ 15862 h 2065448"/>
                <a:gd name="connsiteX9" fmla="*/ 1242697 w 1735711"/>
                <a:gd name="connsiteY9" fmla="*/ 98279 h 206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35711" h="2065448">
                  <a:moveTo>
                    <a:pt x="1735422" y="714417"/>
                  </a:moveTo>
                  <a:cubicBezTo>
                    <a:pt x="1744147" y="828291"/>
                    <a:pt x="1553259" y="892489"/>
                    <a:pt x="1468938" y="981359"/>
                  </a:cubicBezTo>
                  <a:cubicBezTo>
                    <a:pt x="1384617" y="1070229"/>
                    <a:pt x="1312618" y="1148472"/>
                    <a:pt x="1229497" y="1247636"/>
                  </a:cubicBezTo>
                  <a:cubicBezTo>
                    <a:pt x="1146376" y="1346800"/>
                    <a:pt x="1091748" y="1467797"/>
                    <a:pt x="970209" y="1576341"/>
                  </a:cubicBezTo>
                  <a:cubicBezTo>
                    <a:pt x="848670" y="1684885"/>
                    <a:pt x="661276" y="1714798"/>
                    <a:pt x="500261" y="1898898"/>
                  </a:cubicBezTo>
                  <a:cubicBezTo>
                    <a:pt x="291954" y="2103003"/>
                    <a:pt x="16252" y="2102504"/>
                    <a:pt x="11013" y="1988966"/>
                  </a:cubicBezTo>
                  <a:cubicBezTo>
                    <a:pt x="-77513" y="1671952"/>
                    <a:pt x="396432" y="1060938"/>
                    <a:pt x="407195" y="1006265"/>
                  </a:cubicBezTo>
                  <a:cubicBezTo>
                    <a:pt x="433293" y="874439"/>
                    <a:pt x="612070" y="726234"/>
                    <a:pt x="622357" y="592503"/>
                  </a:cubicBezTo>
                  <a:cubicBezTo>
                    <a:pt x="674537" y="409862"/>
                    <a:pt x="714991" y="98233"/>
                    <a:pt x="818381" y="15862"/>
                  </a:cubicBezTo>
                  <a:cubicBezTo>
                    <a:pt x="921771" y="-66509"/>
                    <a:pt x="1107347" y="203959"/>
                    <a:pt x="1242697" y="98279"/>
                  </a:cubicBezTo>
                </a:path>
              </a:pathLst>
            </a:custGeom>
            <a:noFill/>
            <a:ln w="6350" cap="rnd">
              <a:solidFill>
                <a:schemeClr val="tx1">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8754E86B-121B-A0B0-FABC-BE473A457D27}"/>
                </a:ext>
              </a:extLst>
            </p:cNvPr>
            <p:cNvSpPr/>
            <p:nvPr/>
          </p:nvSpPr>
          <p:spPr>
            <a:xfrm rot="9306195" flipV="1">
              <a:off x="-243434" y="1308876"/>
              <a:ext cx="6837546" cy="236792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820639"/>
                <a:gd name="connsiteX1" fmla="*/ 870589 w 7708480"/>
                <a:gd name="connsiteY1" fmla="*/ 3034184 h 4820639"/>
                <a:gd name="connsiteX2" fmla="*/ 1251744 w 7708480"/>
                <a:gd name="connsiteY2" fmla="*/ 3305360 h 4820639"/>
                <a:gd name="connsiteX3" fmla="*/ 1527462 w 7708480"/>
                <a:gd name="connsiteY3" fmla="*/ 3243072 h 4820639"/>
                <a:gd name="connsiteX4" fmla="*/ 1637286 w 7708480"/>
                <a:gd name="connsiteY4" fmla="*/ 3039750 h 4820639"/>
                <a:gd name="connsiteX5" fmla="*/ 1625413 w 7708480"/>
                <a:gd name="connsiteY5" fmla="*/ 2648141 h 4820639"/>
                <a:gd name="connsiteX6" fmla="*/ 1602172 w 7708480"/>
                <a:gd name="connsiteY6" fmla="*/ 2513457 h 4820639"/>
                <a:gd name="connsiteX7" fmla="*/ 1602172 w 7708480"/>
                <a:gd name="connsiteY7" fmla="*/ 2408682 h 4820639"/>
                <a:gd name="connsiteX8" fmla="*/ 1725140 w 7708480"/>
                <a:gd name="connsiteY8" fmla="*/ 2310575 h 4820639"/>
                <a:gd name="connsiteX9" fmla="*/ 1906210 w 7708480"/>
                <a:gd name="connsiteY9" fmla="*/ 2325529 h 4820639"/>
                <a:gd name="connsiteX10" fmla="*/ 2015843 w 7708480"/>
                <a:gd name="connsiteY10" fmla="*/ 2410301 h 4820639"/>
                <a:gd name="connsiteX11" fmla="*/ 2068992 w 7708480"/>
                <a:gd name="connsiteY11" fmla="*/ 2638044 h 4820639"/>
                <a:gd name="connsiteX12" fmla="*/ 1964313 w 7708480"/>
                <a:gd name="connsiteY12" fmla="*/ 2968847 h 4820639"/>
                <a:gd name="connsiteX13" fmla="*/ 1932785 w 7708480"/>
                <a:gd name="connsiteY13" fmla="*/ 3194971 h 4820639"/>
                <a:gd name="connsiteX14" fmla="*/ 2032511 w 7708480"/>
                <a:gd name="connsiteY14" fmla="*/ 3447669 h 4820639"/>
                <a:gd name="connsiteX15" fmla="*/ 2213582 w 7708480"/>
                <a:gd name="connsiteY15" fmla="*/ 3783425 h 4820639"/>
                <a:gd name="connsiteX16" fmla="*/ 2324929 w 7708480"/>
                <a:gd name="connsiteY16" fmla="*/ 4014502 h 4820639"/>
                <a:gd name="connsiteX17" fmla="*/ 2495331 w 7708480"/>
                <a:gd name="connsiteY17" fmla="*/ 4312634 h 4820639"/>
                <a:gd name="connsiteX18" fmla="*/ 2655637 w 7708480"/>
                <a:gd name="connsiteY18" fmla="*/ 4504182 h 4820639"/>
                <a:gd name="connsiteX19" fmla="*/ 2813561 w 7708480"/>
                <a:gd name="connsiteY19" fmla="*/ 4595146 h 4820639"/>
                <a:gd name="connsiteX20" fmla="*/ 3052830 w 7708480"/>
                <a:gd name="connsiteY20" fmla="*/ 4623912 h 4820639"/>
                <a:gd name="connsiteX21" fmla="*/ 3280096 w 7708480"/>
                <a:gd name="connsiteY21" fmla="*/ 4623912 h 4820639"/>
                <a:gd name="connsiteX22" fmla="*/ 3578514 w 7708480"/>
                <a:gd name="connsiteY22" fmla="*/ 4599528 h 4820639"/>
                <a:gd name="connsiteX23" fmla="*/ 3706435 w 7708480"/>
                <a:gd name="connsiteY23" fmla="*/ 4599528 h 4820639"/>
                <a:gd name="connsiteX24" fmla="*/ 3962181 w 7708480"/>
                <a:gd name="connsiteY24" fmla="*/ 4649534 h 4820639"/>
                <a:gd name="connsiteX25" fmla="*/ 4296128 w 7708480"/>
                <a:gd name="connsiteY25" fmla="*/ 4699826 h 4820639"/>
                <a:gd name="connsiteX26" fmla="*/ 4606476 w 7708480"/>
                <a:gd name="connsiteY26" fmla="*/ 4802499 h 4820639"/>
                <a:gd name="connsiteX27" fmla="*/ 5023933 w 7708480"/>
                <a:gd name="connsiteY27" fmla="*/ 4288917 h 4820639"/>
                <a:gd name="connsiteX28" fmla="*/ 5528583 w 7708480"/>
                <a:gd name="connsiteY28" fmla="*/ 3880544 h 4820639"/>
                <a:gd name="connsiteX29" fmla="*/ 5857847 w 7708480"/>
                <a:gd name="connsiteY29" fmla="*/ 3581446 h 4820639"/>
                <a:gd name="connsiteX30" fmla="*/ 6144549 w 7708480"/>
                <a:gd name="connsiteY30" fmla="*/ 3000185 h 4820639"/>
                <a:gd name="connsiteX31" fmla="*/ 6306094 w 7708480"/>
                <a:gd name="connsiteY31" fmla="*/ 2693003 h 4820639"/>
                <a:gd name="connsiteX32" fmla="*/ 6423727 w 7708480"/>
                <a:gd name="connsiteY32" fmla="*/ 2385822 h 4820639"/>
                <a:gd name="connsiteX33" fmla="*/ 6593177 w 7708480"/>
                <a:gd name="connsiteY33" fmla="*/ 2030730 h 4820639"/>
                <a:gd name="connsiteX34" fmla="*/ 6793583 w 7708480"/>
                <a:gd name="connsiteY34" fmla="*/ 1830229 h 4820639"/>
                <a:gd name="connsiteX35" fmla="*/ 7013896 w 7708480"/>
                <a:gd name="connsiteY35" fmla="*/ 1679639 h 4820639"/>
                <a:gd name="connsiteX36" fmla="*/ 7273071 w 7708480"/>
                <a:gd name="connsiteY36" fmla="*/ 1498092 h 4820639"/>
                <a:gd name="connsiteX37" fmla="*/ 7480431 w 7708480"/>
                <a:gd name="connsiteY37" fmla="*/ 1270635 h 4820639"/>
                <a:gd name="connsiteX38" fmla="*/ 7659882 w 7708480"/>
                <a:gd name="connsiteY38" fmla="*/ 947452 h 4820639"/>
                <a:gd name="connsiteX39" fmla="*/ 7707697 w 7708480"/>
                <a:gd name="connsiteY39" fmla="*/ 694087 h 4820639"/>
                <a:gd name="connsiteX40" fmla="*/ 7683789 w 7708480"/>
                <a:gd name="connsiteY40" fmla="*/ 492633 h 4820639"/>
                <a:gd name="connsiteX41" fmla="*/ 7492337 w 7708480"/>
                <a:gd name="connsiteY41" fmla="*/ 233267 h 4820639"/>
                <a:gd name="connsiteX42" fmla="*/ 7239544 w 7708480"/>
                <a:gd name="connsiteY42" fmla="*/ 0 h 4820639"/>
                <a:gd name="connsiteX0" fmla="*/ 0 w 7708480"/>
                <a:gd name="connsiteY0" fmla="*/ 2373638 h 4866825"/>
                <a:gd name="connsiteX1" fmla="*/ 870589 w 7708480"/>
                <a:gd name="connsiteY1" fmla="*/ 3034184 h 4866825"/>
                <a:gd name="connsiteX2" fmla="*/ 1251744 w 7708480"/>
                <a:gd name="connsiteY2" fmla="*/ 3305360 h 4866825"/>
                <a:gd name="connsiteX3" fmla="*/ 1527462 w 7708480"/>
                <a:gd name="connsiteY3" fmla="*/ 3243072 h 4866825"/>
                <a:gd name="connsiteX4" fmla="*/ 1637286 w 7708480"/>
                <a:gd name="connsiteY4" fmla="*/ 3039750 h 4866825"/>
                <a:gd name="connsiteX5" fmla="*/ 1625413 w 7708480"/>
                <a:gd name="connsiteY5" fmla="*/ 2648141 h 4866825"/>
                <a:gd name="connsiteX6" fmla="*/ 1602172 w 7708480"/>
                <a:gd name="connsiteY6" fmla="*/ 2513457 h 4866825"/>
                <a:gd name="connsiteX7" fmla="*/ 1602172 w 7708480"/>
                <a:gd name="connsiteY7" fmla="*/ 2408682 h 4866825"/>
                <a:gd name="connsiteX8" fmla="*/ 1725140 w 7708480"/>
                <a:gd name="connsiteY8" fmla="*/ 2310575 h 4866825"/>
                <a:gd name="connsiteX9" fmla="*/ 1906210 w 7708480"/>
                <a:gd name="connsiteY9" fmla="*/ 2325529 h 4866825"/>
                <a:gd name="connsiteX10" fmla="*/ 2015843 w 7708480"/>
                <a:gd name="connsiteY10" fmla="*/ 2410301 h 4866825"/>
                <a:gd name="connsiteX11" fmla="*/ 2068992 w 7708480"/>
                <a:gd name="connsiteY11" fmla="*/ 2638044 h 4866825"/>
                <a:gd name="connsiteX12" fmla="*/ 1964313 w 7708480"/>
                <a:gd name="connsiteY12" fmla="*/ 2968847 h 4866825"/>
                <a:gd name="connsiteX13" fmla="*/ 1932785 w 7708480"/>
                <a:gd name="connsiteY13" fmla="*/ 3194971 h 4866825"/>
                <a:gd name="connsiteX14" fmla="*/ 2032511 w 7708480"/>
                <a:gd name="connsiteY14" fmla="*/ 3447669 h 4866825"/>
                <a:gd name="connsiteX15" fmla="*/ 2213582 w 7708480"/>
                <a:gd name="connsiteY15" fmla="*/ 3783425 h 4866825"/>
                <a:gd name="connsiteX16" fmla="*/ 2324929 w 7708480"/>
                <a:gd name="connsiteY16" fmla="*/ 4014502 h 4866825"/>
                <a:gd name="connsiteX17" fmla="*/ 2495331 w 7708480"/>
                <a:gd name="connsiteY17" fmla="*/ 4312634 h 4866825"/>
                <a:gd name="connsiteX18" fmla="*/ 2655637 w 7708480"/>
                <a:gd name="connsiteY18" fmla="*/ 4504182 h 4866825"/>
                <a:gd name="connsiteX19" fmla="*/ 2813561 w 7708480"/>
                <a:gd name="connsiteY19" fmla="*/ 4595146 h 4866825"/>
                <a:gd name="connsiteX20" fmla="*/ 3052830 w 7708480"/>
                <a:gd name="connsiteY20" fmla="*/ 4623912 h 4866825"/>
                <a:gd name="connsiteX21" fmla="*/ 3280096 w 7708480"/>
                <a:gd name="connsiteY21" fmla="*/ 4623912 h 4866825"/>
                <a:gd name="connsiteX22" fmla="*/ 3578514 w 7708480"/>
                <a:gd name="connsiteY22" fmla="*/ 4599528 h 4866825"/>
                <a:gd name="connsiteX23" fmla="*/ 3706435 w 7708480"/>
                <a:gd name="connsiteY23" fmla="*/ 4599528 h 4866825"/>
                <a:gd name="connsiteX24" fmla="*/ 3962181 w 7708480"/>
                <a:gd name="connsiteY24" fmla="*/ 4649534 h 4866825"/>
                <a:gd name="connsiteX25" fmla="*/ 4229325 w 7708480"/>
                <a:gd name="connsiteY25" fmla="*/ 4842540 h 4866825"/>
                <a:gd name="connsiteX26" fmla="*/ 4606476 w 7708480"/>
                <a:gd name="connsiteY26" fmla="*/ 4802499 h 4866825"/>
                <a:gd name="connsiteX27" fmla="*/ 5023933 w 7708480"/>
                <a:gd name="connsiteY27" fmla="*/ 4288917 h 4866825"/>
                <a:gd name="connsiteX28" fmla="*/ 5528583 w 7708480"/>
                <a:gd name="connsiteY28" fmla="*/ 3880544 h 4866825"/>
                <a:gd name="connsiteX29" fmla="*/ 5857847 w 7708480"/>
                <a:gd name="connsiteY29" fmla="*/ 3581446 h 4866825"/>
                <a:gd name="connsiteX30" fmla="*/ 6144549 w 7708480"/>
                <a:gd name="connsiteY30" fmla="*/ 3000185 h 4866825"/>
                <a:gd name="connsiteX31" fmla="*/ 6306094 w 7708480"/>
                <a:gd name="connsiteY31" fmla="*/ 2693003 h 4866825"/>
                <a:gd name="connsiteX32" fmla="*/ 6423727 w 7708480"/>
                <a:gd name="connsiteY32" fmla="*/ 2385822 h 4866825"/>
                <a:gd name="connsiteX33" fmla="*/ 6593177 w 7708480"/>
                <a:gd name="connsiteY33" fmla="*/ 2030730 h 4866825"/>
                <a:gd name="connsiteX34" fmla="*/ 6793583 w 7708480"/>
                <a:gd name="connsiteY34" fmla="*/ 1830229 h 4866825"/>
                <a:gd name="connsiteX35" fmla="*/ 7013896 w 7708480"/>
                <a:gd name="connsiteY35" fmla="*/ 1679639 h 4866825"/>
                <a:gd name="connsiteX36" fmla="*/ 7273071 w 7708480"/>
                <a:gd name="connsiteY36" fmla="*/ 1498092 h 4866825"/>
                <a:gd name="connsiteX37" fmla="*/ 7480431 w 7708480"/>
                <a:gd name="connsiteY37" fmla="*/ 1270635 h 4866825"/>
                <a:gd name="connsiteX38" fmla="*/ 7659882 w 7708480"/>
                <a:gd name="connsiteY38" fmla="*/ 947452 h 4866825"/>
                <a:gd name="connsiteX39" fmla="*/ 7707697 w 7708480"/>
                <a:gd name="connsiteY39" fmla="*/ 694087 h 4866825"/>
                <a:gd name="connsiteX40" fmla="*/ 7683789 w 7708480"/>
                <a:gd name="connsiteY40" fmla="*/ 492633 h 4866825"/>
                <a:gd name="connsiteX41" fmla="*/ 7492337 w 7708480"/>
                <a:gd name="connsiteY41" fmla="*/ 233267 h 4866825"/>
                <a:gd name="connsiteX42" fmla="*/ 7239544 w 7708480"/>
                <a:gd name="connsiteY42" fmla="*/ 0 h 4866825"/>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706435 w 7708480"/>
                <a:gd name="connsiteY23" fmla="*/ 4599528 h 4858199"/>
                <a:gd name="connsiteX24" fmla="*/ 3955608 w 7708480"/>
                <a:gd name="connsiteY24" fmla="*/ 4786635 h 4858199"/>
                <a:gd name="connsiteX25" fmla="*/ 4229325 w 7708480"/>
                <a:gd name="connsiteY25" fmla="*/ 4842540 h 4858199"/>
                <a:gd name="connsiteX26" fmla="*/ 4606476 w 7708480"/>
                <a:gd name="connsiteY26" fmla="*/ 4802499 h 4858199"/>
                <a:gd name="connsiteX27" fmla="*/ 5023933 w 7708480"/>
                <a:gd name="connsiteY27" fmla="*/ 4288917 h 4858199"/>
                <a:gd name="connsiteX28" fmla="*/ 5528583 w 7708480"/>
                <a:gd name="connsiteY28" fmla="*/ 3880544 h 4858199"/>
                <a:gd name="connsiteX29" fmla="*/ 5857847 w 7708480"/>
                <a:gd name="connsiteY29" fmla="*/ 3581446 h 4858199"/>
                <a:gd name="connsiteX30" fmla="*/ 6144549 w 7708480"/>
                <a:gd name="connsiteY30" fmla="*/ 3000185 h 4858199"/>
                <a:gd name="connsiteX31" fmla="*/ 6306094 w 7708480"/>
                <a:gd name="connsiteY31" fmla="*/ 2693003 h 4858199"/>
                <a:gd name="connsiteX32" fmla="*/ 6423727 w 7708480"/>
                <a:gd name="connsiteY32" fmla="*/ 2385822 h 4858199"/>
                <a:gd name="connsiteX33" fmla="*/ 6593177 w 7708480"/>
                <a:gd name="connsiteY33" fmla="*/ 2030730 h 4858199"/>
                <a:gd name="connsiteX34" fmla="*/ 6793583 w 7708480"/>
                <a:gd name="connsiteY34" fmla="*/ 1830229 h 4858199"/>
                <a:gd name="connsiteX35" fmla="*/ 7013896 w 7708480"/>
                <a:gd name="connsiteY35" fmla="*/ 1679639 h 4858199"/>
                <a:gd name="connsiteX36" fmla="*/ 7273071 w 7708480"/>
                <a:gd name="connsiteY36" fmla="*/ 1498092 h 4858199"/>
                <a:gd name="connsiteX37" fmla="*/ 7480431 w 7708480"/>
                <a:gd name="connsiteY37" fmla="*/ 1270635 h 4858199"/>
                <a:gd name="connsiteX38" fmla="*/ 7659882 w 7708480"/>
                <a:gd name="connsiteY38" fmla="*/ 947452 h 4858199"/>
                <a:gd name="connsiteX39" fmla="*/ 7707697 w 7708480"/>
                <a:gd name="connsiteY39" fmla="*/ 694087 h 4858199"/>
                <a:gd name="connsiteX40" fmla="*/ 7683789 w 7708480"/>
                <a:gd name="connsiteY40" fmla="*/ 492633 h 4858199"/>
                <a:gd name="connsiteX41" fmla="*/ 7492337 w 7708480"/>
                <a:gd name="connsiteY41" fmla="*/ 233267 h 4858199"/>
                <a:gd name="connsiteX42" fmla="*/ 7239544 w 7708480"/>
                <a:gd name="connsiteY42" fmla="*/ 0 h 4858199"/>
                <a:gd name="connsiteX0" fmla="*/ 0 w 7708480"/>
                <a:gd name="connsiteY0" fmla="*/ 2373638 h 4858199"/>
                <a:gd name="connsiteX1" fmla="*/ 870589 w 7708480"/>
                <a:gd name="connsiteY1" fmla="*/ 3034184 h 4858199"/>
                <a:gd name="connsiteX2" fmla="*/ 1251744 w 7708480"/>
                <a:gd name="connsiteY2" fmla="*/ 3305360 h 4858199"/>
                <a:gd name="connsiteX3" fmla="*/ 1527462 w 7708480"/>
                <a:gd name="connsiteY3" fmla="*/ 3243072 h 4858199"/>
                <a:gd name="connsiteX4" fmla="*/ 1637286 w 7708480"/>
                <a:gd name="connsiteY4" fmla="*/ 3039750 h 4858199"/>
                <a:gd name="connsiteX5" fmla="*/ 1625413 w 7708480"/>
                <a:gd name="connsiteY5" fmla="*/ 2648141 h 4858199"/>
                <a:gd name="connsiteX6" fmla="*/ 1602172 w 7708480"/>
                <a:gd name="connsiteY6" fmla="*/ 2513457 h 4858199"/>
                <a:gd name="connsiteX7" fmla="*/ 1602172 w 7708480"/>
                <a:gd name="connsiteY7" fmla="*/ 2408682 h 4858199"/>
                <a:gd name="connsiteX8" fmla="*/ 1725140 w 7708480"/>
                <a:gd name="connsiteY8" fmla="*/ 2310575 h 4858199"/>
                <a:gd name="connsiteX9" fmla="*/ 1906210 w 7708480"/>
                <a:gd name="connsiteY9" fmla="*/ 2325529 h 4858199"/>
                <a:gd name="connsiteX10" fmla="*/ 2015843 w 7708480"/>
                <a:gd name="connsiteY10" fmla="*/ 2410301 h 4858199"/>
                <a:gd name="connsiteX11" fmla="*/ 2068992 w 7708480"/>
                <a:gd name="connsiteY11" fmla="*/ 2638044 h 4858199"/>
                <a:gd name="connsiteX12" fmla="*/ 1964313 w 7708480"/>
                <a:gd name="connsiteY12" fmla="*/ 2968847 h 4858199"/>
                <a:gd name="connsiteX13" fmla="*/ 1932785 w 7708480"/>
                <a:gd name="connsiteY13" fmla="*/ 3194971 h 4858199"/>
                <a:gd name="connsiteX14" fmla="*/ 2032511 w 7708480"/>
                <a:gd name="connsiteY14" fmla="*/ 3447669 h 4858199"/>
                <a:gd name="connsiteX15" fmla="*/ 2213582 w 7708480"/>
                <a:gd name="connsiteY15" fmla="*/ 3783425 h 4858199"/>
                <a:gd name="connsiteX16" fmla="*/ 2324929 w 7708480"/>
                <a:gd name="connsiteY16" fmla="*/ 4014502 h 4858199"/>
                <a:gd name="connsiteX17" fmla="*/ 2495331 w 7708480"/>
                <a:gd name="connsiteY17" fmla="*/ 4312634 h 4858199"/>
                <a:gd name="connsiteX18" fmla="*/ 2655637 w 7708480"/>
                <a:gd name="connsiteY18" fmla="*/ 4504182 h 4858199"/>
                <a:gd name="connsiteX19" fmla="*/ 2813561 w 7708480"/>
                <a:gd name="connsiteY19" fmla="*/ 4595146 h 4858199"/>
                <a:gd name="connsiteX20" fmla="*/ 3052830 w 7708480"/>
                <a:gd name="connsiteY20" fmla="*/ 4623912 h 4858199"/>
                <a:gd name="connsiteX21" fmla="*/ 3280096 w 7708480"/>
                <a:gd name="connsiteY21" fmla="*/ 4623912 h 4858199"/>
                <a:gd name="connsiteX22" fmla="*/ 3578514 w 7708480"/>
                <a:gd name="connsiteY22" fmla="*/ 4599528 h 4858199"/>
                <a:gd name="connsiteX23" fmla="*/ 3955608 w 7708480"/>
                <a:gd name="connsiteY23" fmla="*/ 4786635 h 4858199"/>
                <a:gd name="connsiteX24" fmla="*/ 4229325 w 7708480"/>
                <a:gd name="connsiteY24" fmla="*/ 4842540 h 4858199"/>
                <a:gd name="connsiteX25" fmla="*/ 4606476 w 7708480"/>
                <a:gd name="connsiteY25" fmla="*/ 4802499 h 4858199"/>
                <a:gd name="connsiteX26" fmla="*/ 5023933 w 7708480"/>
                <a:gd name="connsiteY26" fmla="*/ 4288917 h 4858199"/>
                <a:gd name="connsiteX27" fmla="*/ 5528583 w 7708480"/>
                <a:gd name="connsiteY27" fmla="*/ 3880544 h 4858199"/>
                <a:gd name="connsiteX28" fmla="*/ 5857847 w 7708480"/>
                <a:gd name="connsiteY28" fmla="*/ 3581446 h 4858199"/>
                <a:gd name="connsiteX29" fmla="*/ 6144549 w 7708480"/>
                <a:gd name="connsiteY29" fmla="*/ 3000185 h 4858199"/>
                <a:gd name="connsiteX30" fmla="*/ 6306094 w 7708480"/>
                <a:gd name="connsiteY30" fmla="*/ 2693003 h 4858199"/>
                <a:gd name="connsiteX31" fmla="*/ 6423727 w 7708480"/>
                <a:gd name="connsiteY31" fmla="*/ 2385822 h 4858199"/>
                <a:gd name="connsiteX32" fmla="*/ 6593177 w 7708480"/>
                <a:gd name="connsiteY32" fmla="*/ 2030730 h 4858199"/>
                <a:gd name="connsiteX33" fmla="*/ 6793583 w 7708480"/>
                <a:gd name="connsiteY33" fmla="*/ 1830229 h 4858199"/>
                <a:gd name="connsiteX34" fmla="*/ 7013896 w 7708480"/>
                <a:gd name="connsiteY34" fmla="*/ 1679639 h 4858199"/>
                <a:gd name="connsiteX35" fmla="*/ 7273071 w 7708480"/>
                <a:gd name="connsiteY35" fmla="*/ 1498092 h 4858199"/>
                <a:gd name="connsiteX36" fmla="*/ 7480431 w 7708480"/>
                <a:gd name="connsiteY36" fmla="*/ 1270635 h 4858199"/>
                <a:gd name="connsiteX37" fmla="*/ 7659882 w 7708480"/>
                <a:gd name="connsiteY37" fmla="*/ 947452 h 4858199"/>
                <a:gd name="connsiteX38" fmla="*/ 7707697 w 7708480"/>
                <a:gd name="connsiteY38" fmla="*/ 694087 h 4858199"/>
                <a:gd name="connsiteX39" fmla="*/ 7683789 w 7708480"/>
                <a:gd name="connsiteY39" fmla="*/ 492633 h 4858199"/>
                <a:gd name="connsiteX40" fmla="*/ 7492337 w 7708480"/>
                <a:gd name="connsiteY40" fmla="*/ 233267 h 4858199"/>
                <a:gd name="connsiteX41" fmla="*/ 7239544 w 7708480"/>
                <a:gd name="connsiteY41" fmla="*/ 0 h 4858199"/>
                <a:gd name="connsiteX0" fmla="*/ 0 w 7708480"/>
                <a:gd name="connsiteY0" fmla="*/ 2373638 h 4870162"/>
                <a:gd name="connsiteX1" fmla="*/ 870589 w 7708480"/>
                <a:gd name="connsiteY1" fmla="*/ 3034184 h 4870162"/>
                <a:gd name="connsiteX2" fmla="*/ 1251744 w 7708480"/>
                <a:gd name="connsiteY2" fmla="*/ 3305360 h 4870162"/>
                <a:gd name="connsiteX3" fmla="*/ 1527462 w 7708480"/>
                <a:gd name="connsiteY3" fmla="*/ 3243072 h 4870162"/>
                <a:gd name="connsiteX4" fmla="*/ 1637286 w 7708480"/>
                <a:gd name="connsiteY4" fmla="*/ 3039750 h 4870162"/>
                <a:gd name="connsiteX5" fmla="*/ 1625413 w 7708480"/>
                <a:gd name="connsiteY5" fmla="*/ 2648141 h 4870162"/>
                <a:gd name="connsiteX6" fmla="*/ 1602172 w 7708480"/>
                <a:gd name="connsiteY6" fmla="*/ 2513457 h 4870162"/>
                <a:gd name="connsiteX7" fmla="*/ 1602172 w 7708480"/>
                <a:gd name="connsiteY7" fmla="*/ 2408682 h 4870162"/>
                <a:gd name="connsiteX8" fmla="*/ 1725140 w 7708480"/>
                <a:gd name="connsiteY8" fmla="*/ 2310575 h 4870162"/>
                <a:gd name="connsiteX9" fmla="*/ 1906210 w 7708480"/>
                <a:gd name="connsiteY9" fmla="*/ 2325529 h 4870162"/>
                <a:gd name="connsiteX10" fmla="*/ 2015843 w 7708480"/>
                <a:gd name="connsiteY10" fmla="*/ 2410301 h 4870162"/>
                <a:gd name="connsiteX11" fmla="*/ 2068992 w 7708480"/>
                <a:gd name="connsiteY11" fmla="*/ 2638044 h 4870162"/>
                <a:gd name="connsiteX12" fmla="*/ 1964313 w 7708480"/>
                <a:gd name="connsiteY12" fmla="*/ 2968847 h 4870162"/>
                <a:gd name="connsiteX13" fmla="*/ 1932785 w 7708480"/>
                <a:gd name="connsiteY13" fmla="*/ 3194971 h 4870162"/>
                <a:gd name="connsiteX14" fmla="*/ 2032511 w 7708480"/>
                <a:gd name="connsiteY14" fmla="*/ 3447669 h 4870162"/>
                <a:gd name="connsiteX15" fmla="*/ 2213582 w 7708480"/>
                <a:gd name="connsiteY15" fmla="*/ 3783425 h 4870162"/>
                <a:gd name="connsiteX16" fmla="*/ 2324929 w 7708480"/>
                <a:gd name="connsiteY16" fmla="*/ 4014502 h 4870162"/>
                <a:gd name="connsiteX17" fmla="*/ 2495331 w 7708480"/>
                <a:gd name="connsiteY17" fmla="*/ 4312634 h 4870162"/>
                <a:gd name="connsiteX18" fmla="*/ 2655637 w 7708480"/>
                <a:gd name="connsiteY18" fmla="*/ 4504182 h 4870162"/>
                <a:gd name="connsiteX19" fmla="*/ 2813561 w 7708480"/>
                <a:gd name="connsiteY19" fmla="*/ 4595146 h 4870162"/>
                <a:gd name="connsiteX20" fmla="*/ 3052830 w 7708480"/>
                <a:gd name="connsiteY20" fmla="*/ 4623912 h 4870162"/>
                <a:gd name="connsiteX21" fmla="*/ 3280096 w 7708480"/>
                <a:gd name="connsiteY21" fmla="*/ 4623912 h 4870162"/>
                <a:gd name="connsiteX22" fmla="*/ 3578514 w 7708480"/>
                <a:gd name="connsiteY22" fmla="*/ 4599528 h 4870162"/>
                <a:gd name="connsiteX23" fmla="*/ 4229325 w 7708480"/>
                <a:gd name="connsiteY23" fmla="*/ 4842540 h 4870162"/>
                <a:gd name="connsiteX24" fmla="*/ 4606476 w 7708480"/>
                <a:gd name="connsiteY24" fmla="*/ 4802499 h 4870162"/>
                <a:gd name="connsiteX25" fmla="*/ 5023933 w 7708480"/>
                <a:gd name="connsiteY25" fmla="*/ 4288917 h 4870162"/>
                <a:gd name="connsiteX26" fmla="*/ 5528583 w 7708480"/>
                <a:gd name="connsiteY26" fmla="*/ 3880544 h 4870162"/>
                <a:gd name="connsiteX27" fmla="*/ 5857847 w 7708480"/>
                <a:gd name="connsiteY27" fmla="*/ 3581446 h 4870162"/>
                <a:gd name="connsiteX28" fmla="*/ 6144549 w 7708480"/>
                <a:gd name="connsiteY28" fmla="*/ 3000185 h 4870162"/>
                <a:gd name="connsiteX29" fmla="*/ 6306094 w 7708480"/>
                <a:gd name="connsiteY29" fmla="*/ 2693003 h 4870162"/>
                <a:gd name="connsiteX30" fmla="*/ 6423727 w 7708480"/>
                <a:gd name="connsiteY30" fmla="*/ 2385822 h 4870162"/>
                <a:gd name="connsiteX31" fmla="*/ 6593177 w 7708480"/>
                <a:gd name="connsiteY31" fmla="*/ 2030730 h 4870162"/>
                <a:gd name="connsiteX32" fmla="*/ 6793583 w 7708480"/>
                <a:gd name="connsiteY32" fmla="*/ 1830229 h 4870162"/>
                <a:gd name="connsiteX33" fmla="*/ 7013896 w 7708480"/>
                <a:gd name="connsiteY33" fmla="*/ 1679639 h 4870162"/>
                <a:gd name="connsiteX34" fmla="*/ 7273071 w 7708480"/>
                <a:gd name="connsiteY34" fmla="*/ 1498092 h 4870162"/>
                <a:gd name="connsiteX35" fmla="*/ 7480431 w 7708480"/>
                <a:gd name="connsiteY35" fmla="*/ 1270635 h 4870162"/>
                <a:gd name="connsiteX36" fmla="*/ 7659882 w 7708480"/>
                <a:gd name="connsiteY36" fmla="*/ 947452 h 4870162"/>
                <a:gd name="connsiteX37" fmla="*/ 7707697 w 7708480"/>
                <a:gd name="connsiteY37" fmla="*/ 694087 h 4870162"/>
                <a:gd name="connsiteX38" fmla="*/ 7683789 w 7708480"/>
                <a:gd name="connsiteY38" fmla="*/ 492633 h 4870162"/>
                <a:gd name="connsiteX39" fmla="*/ 7492337 w 7708480"/>
                <a:gd name="connsiteY39" fmla="*/ 233267 h 4870162"/>
                <a:gd name="connsiteX40" fmla="*/ 7239544 w 7708480"/>
                <a:gd name="connsiteY40" fmla="*/ 0 h 4870162"/>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324929 w 7708480"/>
                <a:gd name="connsiteY16" fmla="*/ 4014502 h 4879220"/>
                <a:gd name="connsiteX17" fmla="*/ 2495331 w 7708480"/>
                <a:gd name="connsiteY17" fmla="*/ 4312634 h 4879220"/>
                <a:gd name="connsiteX18" fmla="*/ 2655637 w 7708480"/>
                <a:gd name="connsiteY18" fmla="*/ 4504182 h 4879220"/>
                <a:gd name="connsiteX19" fmla="*/ 2813561 w 7708480"/>
                <a:gd name="connsiteY19" fmla="*/ 4595146 h 4879220"/>
                <a:gd name="connsiteX20" fmla="*/ 3052830 w 7708480"/>
                <a:gd name="connsiteY20" fmla="*/ 4623912 h 4879220"/>
                <a:gd name="connsiteX21" fmla="*/ 3280096 w 7708480"/>
                <a:gd name="connsiteY21" fmla="*/ 4623912 h 4879220"/>
                <a:gd name="connsiteX22" fmla="*/ 3578514 w 7708480"/>
                <a:gd name="connsiteY22" fmla="*/ 4599528 h 4879220"/>
                <a:gd name="connsiteX23" fmla="*/ 4206368 w 7708480"/>
                <a:gd name="connsiteY23" fmla="*/ 4856312 h 4879220"/>
                <a:gd name="connsiteX24" fmla="*/ 4606476 w 7708480"/>
                <a:gd name="connsiteY24" fmla="*/ 4802499 h 4879220"/>
                <a:gd name="connsiteX25" fmla="*/ 5023933 w 7708480"/>
                <a:gd name="connsiteY25" fmla="*/ 4288917 h 4879220"/>
                <a:gd name="connsiteX26" fmla="*/ 5528583 w 7708480"/>
                <a:gd name="connsiteY26" fmla="*/ 3880544 h 4879220"/>
                <a:gd name="connsiteX27" fmla="*/ 5857847 w 7708480"/>
                <a:gd name="connsiteY27" fmla="*/ 3581446 h 4879220"/>
                <a:gd name="connsiteX28" fmla="*/ 6144549 w 7708480"/>
                <a:gd name="connsiteY28" fmla="*/ 3000185 h 4879220"/>
                <a:gd name="connsiteX29" fmla="*/ 6306094 w 7708480"/>
                <a:gd name="connsiteY29" fmla="*/ 2693003 h 4879220"/>
                <a:gd name="connsiteX30" fmla="*/ 6423727 w 7708480"/>
                <a:gd name="connsiteY30" fmla="*/ 2385822 h 4879220"/>
                <a:gd name="connsiteX31" fmla="*/ 6593177 w 7708480"/>
                <a:gd name="connsiteY31" fmla="*/ 2030730 h 4879220"/>
                <a:gd name="connsiteX32" fmla="*/ 6793583 w 7708480"/>
                <a:gd name="connsiteY32" fmla="*/ 1830229 h 4879220"/>
                <a:gd name="connsiteX33" fmla="*/ 7013896 w 7708480"/>
                <a:gd name="connsiteY33" fmla="*/ 1679639 h 4879220"/>
                <a:gd name="connsiteX34" fmla="*/ 7273071 w 7708480"/>
                <a:gd name="connsiteY34" fmla="*/ 1498092 h 4879220"/>
                <a:gd name="connsiteX35" fmla="*/ 7480431 w 7708480"/>
                <a:gd name="connsiteY35" fmla="*/ 1270635 h 4879220"/>
                <a:gd name="connsiteX36" fmla="*/ 7659882 w 7708480"/>
                <a:gd name="connsiteY36" fmla="*/ 947452 h 4879220"/>
                <a:gd name="connsiteX37" fmla="*/ 7707697 w 7708480"/>
                <a:gd name="connsiteY37" fmla="*/ 694087 h 4879220"/>
                <a:gd name="connsiteX38" fmla="*/ 7683789 w 7708480"/>
                <a:gd name="connsiteY38" fmla="*/ 492633 h 4879220"/>
                <a:gd name="connsiteX39" fmla="*/ 7492337 w 7708480"/>
                <a:gd name="connsiteY39" fmla="*/ 233267 h 4879220"/>
                <a:gd name="connsiteX40" fmla="*/ 7239544 w 7708480"/>
                <a:gd name="connsiteY40"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213582 w 7708480"/>
                <a:gd name="connsiteY15" fmla="*/ 3783425 h 4879220"/>
                <a:gd name="connsiteX16" fmla="*/ 2495331 w 7708480"/>
                <a:gd name="connsiteY16" fmla="*/ 4312634 h 4879220"/>
                <a:gd name="connsiteX17" fmla="*/ 2655637 w 7708480"/>
                <a:gd name="connsiteY17" fmla="*/ 4504182 h 4879220"/>
                <a:gd name="connsiteX18" fmla="*/ 2813561 w 7708480"/>
                <a:gd name="connsiteY18" fmla="*/ 4595146 h 4879220"/>
                <a:gd name="connsiteX19" fmla="*/ 3052830 w 7708480"/>
                <a:gd name="connsiteY19" fmla="*/ 4623912 h 4879220"/>
                <a:gd name="connsiteX20" fmla="*/ 3280096 w 7708480"/>
                <a:gd name="connsiteY20" fmla="*/ 4623912 h 4879220"/>
                <a:gd name="connsiteX21" fmla="*/ 3578514 w 7708480"/>
                <a:gd name="connsiteY21" fmla="*/ 4599528 h 4879220"/>
                <a:gd name="connsiteX22" fmla="*/ 4206368 w 7708480"/>
                <a:gd name="connsiteY22" fmla="*/ 4856312 h 4879220"/>
                <a:gd name="connsiteX23" fmla="*/ 4606476 w 7708480"/>
                <a:gd name="connsiteY23" fmla="*/ 4802499 h 4879220"/>
                <a:gd name="connsiteX24" fmla="*/ 5023933 w 7708480"/>
                <a:gd name="connsiteY24" fmla="*/ 4288917 h 4879220"/>
                <a:gd name="connsiteX25" fmla="*/ 5528583 w 7708480"/>
                <a:gd name="connsiteY25" fmla="*/ 3880544 h 4879220"/>
                <a:gd name="connsiteX26" fmla="*/ 5857847 w 7708480"/>
                <a:gd name="connsiteY26" fmla="*/ 3581446 h 4879220"/>
                <a:gd name="connsiteX27" fmla="*/ 6144549 w 7708480"/>
                <a:gd name="connsiteY27" fmla="*/ 3000185 h 4879220"/>
                <a:gd name="connsiteX28" fmla="*/ 6306094 w 7708480"/>
                <a:gd name="connsiteY28" fmla="*/ 2693003 h 4879220"/>
                <a:gd name="connsiteX29" fmla="*/ 6423727 w 7708480"/>
                <a:gd name="connsiteY29" fmla="*/ 2385822 h 4879220"/>
                <a:gd name="connsiteX30" fmla="*/ 6593177 w 7708480"/>
                <a:gd name="connsiteY30" fmla="*/ 2030730 h 4879220"/>
                <a:gd name="connsiteX31" fmla="*/ 6793583 w 7708480"/>
                <a:gd name="connsiteY31" fmla="*/ 1830229 h 4879220"/>
                <a:gd name="connsiteX32" fmla="*/ 7013896 w 7708480"/>
                <a:gd name="connsiteY32" fmla="*/ 1679639 h 4879220"/>
                <a:gd name="connsiteX33" fmla="*/ 7273071 w 7708480"/>
                <a:gd name="connsiteY33" fmla="*/ 1498092 h 4879220"/>
                <a:gd name="connsiteX34" fmla="*/ 7480431 w 7708480"/>
                <a:gd name="connsiteY34" fmla="*/ 1270635 h 4879220"/>
                <a:gd name="connsiteX35" fmla="*/ 7659882 w 7708480"/>
                <a:gd name="connsiteY35" fmla="*/ 947452 h 4879220"/>
                <a:gd name="connsiteX36" fmla="*/ 7707697 w 7708480"/>
                <a:gd name="connsiteY36" fmla="*/ 694087 h 4879220"/>
                <a:gd name="connsiteX37" fmla="*/ 7683789 w 7708480"/>
                <a:gd name="connsiteY37" fmla="*/ 492633 h 4879220"/>
                <a:gd name="connsiteX38" fmla="*/ 7492337 w 7708480"/>
                <a:gd name="connsiteY38" fmla="*/ 233267 h 4879220"/>
                <a:gd name="connsiteX39" fmla="*/ 7239544 w 7708480"/>
                <a:gd name="connsiteY39"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2032511 w 7708480"/>
                <a:gd name="connsiteY14" fmla="*/ 344766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932785 w 7708480"/>
                <a:gd name="connsiteY13" fmla="*/ 3194971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95331 w 7708480"/>
                <a:gd name="connsiteY15" fmla="*/ 4312634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55637 w 7708480"/>
                <a:gd name="connsiteY16" fmla="*/ 4504182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2813561 w 7708480"/>
                <a:gd name="connsiteY17" fmla="*/ 4595146 h 4879220"/>
                <a:gd name="connsiteX18" fmla="*/ 3052830 w 7708480"/>
                <a:gd name="connsiteY18" fmla="*/ 4623912 h 4879220"/>
                <a:gd name="connsiteX19" fmla="*/ 3280096 w 7708480"/>
                <a:gd name="connsiteY19" fmla="*/ 4623912 h 4879220"/>
                <a:gd name="connsiteX20" fmla="*/ 3578514 w 7708480"/>
                <a:gd name="connsiteY20" fmla="*/ 4599528 h 4879220"/>
                <a:gd name="connsiteX21" fmla="*/ 4206368 w 7708480"/>
                <a:gd name="connsiteY21" fmla="*/ 4856312 h 4879220"/>
                <a:gd name="connsiteX22" fmla="*/ 4606476 w 7708480"/>
                <a:gd name="connsiteY22" fmla="*/ 4802499 h 4879220"/>
                <a:gd name="connsiteX23" fmla="*/ 5023933 w 7708480"/>
                <a:gd name="connsiteY23" fmla="*/ 4288917 h 4879220"/>
                <a:gd name="connsiteX24" fmla="*/ 5528583 w 7708480"/>
                <a:gd name="connsiteY24" fmla="*/ 3880544 h 4879220"/>
                <a:gd name="connsiteX25" fmla="*/ 5857847 w 7708480"/>
                <a:gd name="connsiteY25" fmla="*/ 3581446 h 4879220"/>
                <a:gd name="connsiteX26" fmla="*/ 6144549 w 7708480"/>
                <a:gd name="connsiteY26" fmla="*/ 3000185 h 4879220"/>
                <a:gd name="connsiteX27" fmla="*/ 6306094 w 7708480"/>
                <a:gd name="connsiteY27" fmla="*/ 2693003 h 4879220"/>
                <a:gd name="connsiteX28" fmla="*/ 6423727 w 7708480"/>
                <a:gd name="connsiteY28" fmla="*/ 2385822 h 4879220"/>
                <a:gd name="connsiteX29" fmla="*/ 6593177 w 7708480"/>
                <a:gd name="connsiteY29" fmla="*/ 2030730 h 4879220"/>
                <a:gd name="connsiteX30" fmla="*/ 6793583 w 7708480"/>
                <a:gd name="connsiteY30" fmla="*/ 1830229 h 4879220"/>
                <a:gd name="connsiteX31" fmla="*/ 7013896 w 7708480"/>
                <a:gd name="connsiteY31" fmla="*/ 1679639 h 4879220"/>
                <a:gd name="connsiteX32" fmla="*/ 7273071 w 7708480"/>
                <a:gd name="connsiteY32" fmla="*/ 1498092 h 4879220"/>
                <a:gd name="connsiteX33" fmla="*/ 7480431 w 7708480"/>
                <a:gd name="connsiteY33" fmla="*/ 1270635 h 4879220"/>
                <a:gd name="connsiteX34" fmla="*/ 7659882 w 7708480"/>
                <a:gd name="connsiteY34" fmla="*/ 947452 h 4879220"/>
                <a:gd name="connsiteX35" fmla="*/ 7707697 w 7708480"/>
                <a:gd name="connsiteY35" fmla="*/ 694087 h 4879220"/>
                <a:gd name="connsiteX36" fmla="*/ 7683789 w 7708480"/>
                <a:gd name="connsiteY36" fmla="*/ 492633 h 4879220"/>
                <a:gd name="connsiteX37" fmla="*/ 7492337 w 7708480"/>
                <a:gd name="connsiteY37" fmla="*/ 233267 h 4879220"/>
                <a:gd name="connsiteX38" fmla="*/ 7239544 w 7708480"/>
                <a:gd name="connsiteY38"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052830 w 7708480"/>
                <a:gd name="connsiteY17" fmla="*/ 4623912 h 4879220"/>
                <a:gd name="connsiteX18" fmla="*/ 3280096 w 7708480"/>
                <a:gd name="connsiteY18" fmla="*/ 4623912 h 4879220"/>
                <a:gd name="connsiteX19" fmla="*/ 3578514 w 7708480"/>
                <a:gd name="connsiteY19" fmla="*/ 4599528 h 4879220"/>
                <a:gd name="connsiteX20" fmla="*/ 4206368 w 7708480"/>
                <a:gd name="connsiteY20" fmla="*/ 4856312 h 4879220"/>
                <a:gd name="connsiteX21" fmla="*/ 4606476 w 7708480"/>
                <a:gd name="connsiteY21" fmla="*/ 4802499 h 4879220"/>
                <a:gd name="connsiteX22" fmla="*/ 5023933 w 7708480"/>
                <a:gd name="connsiteY22" fmla="*/ 4288917 h 4879220"/>
                <a:gd name="connsiteX23" fmla="*/ 5528583 w 7708480"/>
                <a:gd name="connsiteY23" fmla="*/ 3880544 h 4879220"/>
                <a:gd name="connsiteX24" fmla="*/ 5857847 w 7708480"/>
                <a:gd name="connsiteY24" fmla="*/ 3581446 h 4879220"/>
                <a:gd name="connsiteX25" fmla="*/ 6144549 w 7708480"/>
                <a:gd name="connsiteY25" fmla="*/ 3000185 h 4879220"/>
                <a:gd name="connsiteX26" fmla="*/ 6306094 w 7708480"/>
                <a:gd name="connsiteY26" fmla="*/ 2693003 h 4879220"/>
                <a:gd name="connsiteX27" fmla="*/ 6423727 w 7708480"/>
                <a:gd name="connsiteY27" fmla="*/ 2385822 h 4879220"/>
                <a:gd name="connsiteX28" fmla="*/ 6593177 w 7708480"/>
                <a:gd name="connsiteY28" fmla="*/ 2030730 h 4879220"/>
                <a:gd name="connsiteX29" fmla="*/ 6793583 w 7708480"/>
                <a:gd name="connsiteY29" fmla="*/ 1830229 h 4879220"/>
                <a:gd name="connsiteX30" fmla="*/ 7013896 w 7708480"/>
                <a:gd name="connsiteY30" fmla="*/ 1679639 h 4879220"/>
                <a:gd name="connsiteX31" fmla="*/ 7273071 w 7708480"/>
                <a:gd name="connsiteY31" fmla="*/ 1498092 h 4879220"/>
                <a:gd name="connsiteX32" fmla="*/ 7480431 w 7708480"/>
                <a:gd name="connsiteY32" fmla="*/ 1270635 h 4879220"/>
                <a:gd name="connsiteX33" fmla="*/ 7659882 w 7708480"/>
                <a:gd name="connsiteY33" fmla="*/ 947452 h 4879220"/>
                <a:gd name="connsiteX34" fmla="*/ 7707697 w 7708480"/>
                <a:gd name="connsiteY34" fmla="*/ 694087 h 4879220"/>
                <a:gd name="connsiteX35" fmla="*/ 7683789 w 7708480"/>
                <a:gd name="connsiteY35" fmla="*/ 492633 h 4879220"/>
                <a:gd name="connsiteX36" fmla="*/ 7492337 w 7708480"/>
                <a:gd name="connsiteY36" fmla="*/ 233267 h 4879220"/>
                <a:gd name="connsiteX37" fmla="*/ 7239544 w 7708480"/>
                <a:gd name="connsiteY37" fmla="*/ 0 h 4879220"/>
                <a:gd name="connsiteX0" fmla="*/ 0 w 7708480"/>
                <a:gd name="connsiteY0" fmla="*/ 2373638 h 4879220"/>
                <a:gd name="connsiteX1" fmla="*/ 870589 w 7708480"/>
                <a:gd name="connsiteY1" fmla="*/ 3034184 h 4879220"/>
                <a:gd name="connsiteX2" fmla="*/ 1251744 w 7708480"/>
                <a:gd name="connsiteY2" fmla="*/ 3305360 h 4879220"/>
                <a:gd name="connsiteX3" fmla="*/ 1527462 w 7708480"/>
                <a:gd name="connsiteY3" fmla="*/ 3243072 h 4879220"/>
                <a:gd name="connsiteX4" fmla="*/ 1637286 w 7708480"/>
                <a:gd name="connsiteY4" fmla="*/ 3039750 h 4879220"/>
                <a:gd name="connsiteX5" fmla="*/ 1625413 w 7708480"/>
                <a:gd name="connsiteY5" fmla="*/ 2648141 h 4879220"/>
                <a:gd name="connsiteX6" fmla="*/ 1602172 w 7708480"/>
                <a:gd name="connsiteY6" fmla="*/ 2513457 h 4879220"/>
                <a:gd name="connsiteX7" fmla="*/ 1602172 w 7708480"/>
                <a:gd name="connsiteY7" fmla="*/ 2408682 h 4879220"/>
                <a:gd name="connsiteX8" fmla="*/ 1725140 w 7708480"/>
                <a:gd name="connsiteY8" fmla="*/ 2310575 h 4879220"/>
                <a:gd name="connsiteX9" fmla="*/ 1906210 w 7708480"/>
                <a:gd name="connsiteY9" fmla="*/ 2325529 h 4879220"/>
                <a:gd name="connsiteX10" fmla="*/ 2015843 w 7708480"/>
                <a:gd name="connsiteY10" fmla="*/ 2410301 h 4879220"/>
                <a:gd name="connsiteX11" fmla="*/ 2068992 w 7708480"/>
                <a:gd name="connsiteY11" fmla="*/ 2638044 h 4879220"/>
                <a:gd name="connsiteX12" fmla="*/ 1964313 w 7708480"/>
                <a:gd name="connsiteY12" fmla="*/ 2968847 h 4879220"/>
                <a:gd name="connsiteX13" fmla="*/ 1878613 w 7708480"/>
                <a:gd name="connsiteY13" fmla="*/ 3163660 h 4879220"/>
                <a:gd name="connsiteX14" fmla="*/ 1991759 w 7708480"/>
                <a:gd name="connsiteY14" fmla="*/ 3555339 h 4879220"/>
                <a:gd name="connsiteX15" fmla="*/ 2449602 w 7708480"/>
                <a:gd name="connsiteY15" fmla="*/ 4370580 h 4879220"/>
                <a:gd name="connsiteX16" fmla="*/ 2688928 w 7708480"/>
                <a:gd name="connsiteY16" fmla="*/ 4572983 h 4879220"/>
                <a:gd name="connsiteX17" fmla="*/ 3280096 w 7708480"/>
                <a:gd name="connsiteY17" fmla="*/ 4623912 h 4879220"/>
                <a:gd name="connsiteX18" fmla="*/ 3578514 w 7708480"/>
                <a:gd name="connsiteY18" fmla="*/ 4599528 h 4879220"/>
                <a:gd name="connsiteX19" fmla="*/ 4206368 w 7708480"/>
                <a:gd name="connsiteY19" fmla="*/ 4856312 h 4879220"/>
                <a:gd name="connsiteX20" fmla="*/ 4606476 w 7708480"/>
                <a:gd name="connsiteY20" fmla="*/ 4802499 h 4879220"/>
                <a:gd name="connsiteX21" fmla="*/ 5023933 w 7708480"/>
                <a:gd name="connsiteY21" fmla="*/ 4288917 h 4879220"/>
                <a:gd name="connsiteX22" fmla="*/ 5528583 w 7708480"/>
                <a:gd name="connsiteY22" fmla="*/ 3880544 h 4879220"/>
                <a:gd name="connsiteX23" fmla="*/ 5857847 w 7708480"/>
                <a:gd name="connsiteY23" fmla="*/ 3581446 h 4879220"/>
                <a:gd name="connsiteX24" fmla="*/ 6144549 w 7708480"/>
                <a:gd name="connsiteY24" fmla="*/ 3000185 h 4879220"/>
                <a:gd name="connsiteX25" fmla="*/ 6306094 w 7708480"/>
                <a:gd name="connsiteY25" fmla="*/ 2693003 h 4879220"/>
                <a:gd name="connsiteX26" fmla="*/ 6423727 w 7708480"/>
                <a:gd name="connsiteY26" fmla="*/ 2385822 h 4879220"/>
                <a:gd name="connsiteX27" fmla="*/ 6593177 w 7708480"/>
                <a:gd name="connsiteY27" fmla="*/ 2030730 h 4879220"/>
                <a:gd name="connsiteX28" fmla="*/ 6793583 w 7708480"/>
                <a:gd name="connsiteY28" fmla="*/ 1830229 h 4879220"/>
                <a:gd name="connsiteX29" fmla="*/ 7013896 w 7708480"/>
                <a:gd name="connsiteY29" fmla="*/ 1679639 h 4879220"/>
                <a:gd name="connsiteX30" fmla="*/ 7273071 w 7708480"/>
                <a:gd name="connsiteY30" fmla="*/ 1498092 h 4879220"/>
                <a:gd name="connsiteX31" fmla="*/ 7480431 w 7708480"/>
                <a:gd name="connsiteY31" fmla="*/ 1270635 h 4879220"/>
                <a:gd name="connsiteX32" fmla="*/ 7659882 w 7708480"/>
                <a:gd name="connsiteY32" fmla="*/ 947452 h 4879220"/>
                <a:gd name="connsiteX33" fmla="*/ 7707697 w 7708480"/>
                <a:gd name="connsiteY33" fmla="*/ 694087 h 4879220"/>
                <a:gd name="connsiteX34" fmla="*/ 7683789 w 7708480"/>
                <a:gd name="connsiteY34" fmla="*/ 492633 h 4879220"/>
                <a:gd name="connsiteX35" fmla="*/ 7492337 w 7708480"/>
                <a:gd name="connsiteY35" fmla="*/ 233267 h 4879220"/>
                <a:gd name="connsiteX36" fmla="*/ 7239544 w 7708480"/>
                <a:gd name="connsiteY36" fmla="*/ 0 h 4879220"/>
                <a:gd name="connsiteX0" fmla="*/ 0 w 7708480"/>
                <a:gd name="connsiteY0" fmla="*/ 2373638 h 4874826"/>
                <a:gd name="connsiteX1" fmla="*/ 870589 w 7708480"/>
                <a:gd name="connsiteY1" fmla="*/ 3034184 h 4874826"/>
                <a:gd name="connsiteX2" fmla="*/ 1251744 w 7708480"/>
                <a:gd name="connsiteY2" fmla="*/ 3305360 h 4874826"/>
                <a:gd name="connsiteX3" fmla="*/ 1527462 w 7708480"/>
                <a:gd name="connsiteY3" fmla="*/ 3243072 h 4874826"/>
                <a:gd name="connsiteX4" fmla="*/ 1637286 w 7708480"/>
                <a:gd name="connsiteY4" fmla="*/ 3039750 h 4874826"/>
                <a:gd name="connsiteX5" fmla="*/ 1625413 w 7708480"/>
                <a:gd name="connsiteY5" fmla="*/ 2648141 h 4874826"/>
                <a:gd name="connsiteX6" fmla="*/ 1602172 w 7708480"/>
                <a:gd name="connsiteY6" fmla="*/ 2513457 h 4874826"/>
                <a:gd name="connsiteX7" fmla="*/ 1602172 w 7708480"/>
                <a:gd name="connsiteY7" fmla="*/ 2408682 h 4874826"/>
                <a:gd name="connsiteX8" fmla="*/ 1725140 w 7708480"/>
                <a:gd name="connsiteY8" fmla="*/ 2310575 h 4874826"/>
                <a:gd name="connsiteX9" fmla="*/ 1906210 w 7708480"/>
                <a:gd name="connsiteY9" fmla="*/ 2325529 h 4874826"/>
                <a:gd name="connsiteX10" fmla="*/ 2015843 w 7708480"/>
                <a:gd name="connsiteY10" fmla="*/ 2410301 h 4874826"/>
                <a:gd name="connsiteX11" fmla="*/ 2068992 w 7708480"/>
                <a:gd name="connsiteY11" fmla="*/ 2638044 h 4874826"/>
                <a:gd name="connsiteX12" fmla="*/ 1964313 w 7708480"/>
                <a:gd name="connsiteY12" fmla="*/ 2968847 h 4874826"/>
                <a:gd name="connsiteX13" fmla="*/ 1878613 w 7708480"/>
                <a:gd name="connsiteY13" fmla="*/ 3163660 h 4874826"/>
                <a:gd name="connsiteX14" fmla="*/ 1991759 w 7708480"/>
                <a:gd name="connsiteY14" fmla="*/ 3555339 h 4874826"/>
                <a:gd name="connsiteX15" fmla="*/ 2449602 w 7708480"/>
                <a:gd name="connsiteY15" fmla="*/ 4370580 h 4874826"/>
                <a:gd name="connsiteX16" fmla="*/ 2688928 w 7708480"/>
                <a:gd name="connsiteY16" fmla="*/ 4572983 h 4874826"/>
                <a:gd name="connsiteX17" fmla="*/ 3280096 w 7708480"/>
                <a:gd name="connsiteY17" fmla="*/ 4623912 h 4874826"/>
                <a:gd name="connsiteX18" fmla="*/ 3628520 w 7708480"/>
                <a:gd name="connsiteY18" fmla="*/ 4661079 h 4874826"/>
                <a:gd name="connsiteX19" fmla="*/ 4206368 w 7708480"/>
                <a:gd name="connsiteY19" fmla="*/ 4856312 h 4874826"/>
                <a:gd name="connsiteX20" fmla="*/ 4606476 w 7708480"/>
                <a:gd name="connsiteY20" fmla="*/ 4802499 h 4874826"/>
                <a:gd name="connsiteX21" fmla="*/ 5023933 w 7708480"/>
                <a:gd name="connsiteY21" fmla="*/ 4288917 h 4874826"/>
                <a:gd name="connsiteX22" fmla="*/ 5528583 w 7708480"/>
                <a:gd name="connsiteY22" fmla="*/ 3880544 h 4874826"/>
                <a:gd name="connsiteX23" fmla="*/ 5857847 w 7708480"/>
                <a:gd name="connsiteY23" fmla="*/ 3581446 h 4874826"/>
                <a:gd name="connsiteX24" fmla="*/ 6144549 w 7708480"/>
                <a:gd name="connsiteY24" fmla="*/ 3000185 h 4874826"/>
                <a:gd name="connsiteX25" fmla="*/ 6306094 w 7708480"/>
                <a:gd name="connsiteY25" fmla="*/ 2693003 h 4874826"/>
                <a:gd name="connsiteX26" fmla="*/ 6423727 w 7708480"/>
                <a:gd name="connsiteY26" fmla="*/ 2385822 h 4874826"/>
                <a:gd name="connsiteX27" fmla="*/ 6593177 w 7708480"/>
                <a:gd name="connsiteY27" fmla="*/ 2030730 h 4874826"/>
                <a:gd name="connsiteX28" fmla="*/ 6793583 w 7708480"/>
                <a:gd name="connsiteY28" fmla="*/ 1830229 h 4874826"/>
                <a:gd name="connsiteX29" fmla="*/ 7013896 w 7708480"/>
                <a:gd name="connsiteY29" fmla="*/ 1679639 h 4874826"/>
                <a:gd name="connsiteX30" fmla="*/ 7273071 w 7708480"/>
                <a:gd name="connsiteY30" fmla="*/ 1498092 h 4874826"/>
                <a:gd name="connsiteX31" fmla="*/ 7480431 w 7708480"/>
                <a:gd name="connsiteY31" fmla="*/ 1270635 h 4874826"/>
                <a:gd name="connsiteX32" fmla="*/ 7659882 w 7708480"/>
                <a:gd name="connsiteY32" fmla="*/ 947452 h 4874826"/>
                <a:gd name="connsiteX33" fmla="*/ 7707697 w 7708480"/>
                <a:gd name="connsiteY33" fmla="*/ 694087 h 4874826"/>
                <a:gd name="connsiteX34" fmla="*/ 7683789 w 7708480"/>
                <a:gd name="connsiteY34" fmla="*/ 492633 h 4874826"/>
                <a:gd name="connsiteX35" fmla="*/ 7492337 w 7708480"/>
                <a:gd name="connsiteY35" fmla="*/ 233267 h 4874826"/>
                <a:gd name="connsiteX36" fmla="*/ 7239544 w 7708480"/>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0733 w 7898624"/>
                <a:gd name="connsiteY1" fmla="*/ 3034184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513457 h 4874826"/>
                <a:gd name="connsiteX7" fmla="*/ 1792316 w 7898624"/>
                <a:gd name="connsiteY7" fmla="*/ 2408682 h 4874826"/>
                <a:gd name="connsiteX8" fmla="*/ 1915284 w 7898624"/>
                <a:gd name="connsiteY8" fmla="*/ 2310575 h 4874826"/>
                <a:gd name="connsiteX9" fmla="*/ 2096354 w 7898624"/>
                <a:gd name="connsiteY9" fmla="*/ 2325529 h 4874826"/>
                <a:gd name="connsiteX10" fmla="*/ 2205987 w 7898624"/>
                <a:gd name="connsiteY10" fmla="*/ 2410301 h 4874826"/>
                <a:gd name="connsiteX11" fmla="*/ 2259136 w 7898624"/>
                <a:gd name="connsiteY11" fmla="*/ 2638044 h 4874826"/>
                <a:gd name="connsiteX12" fmla="*/ 2154457 w 7898624"/>
                <a:gd name="connsiteY12" fmla="*/ 2968847 h 4874826"/>
                <a:gd name="connsiteX13" fmla="*/ 2068757 w 7898624"/>
                <a:gd name="connsiteY13" fmla="*/ 3163660 h 4874826"/>
                <a:gd name="connsiteX14" fmla="*/ 2181903 w 7898624"/>
                <a:gd name="connsiteY14" fmla="*/ 3555339 h 4874826"/>
                <a:gd name="connsiteX15" fmla="*/ 2639746 w 7898624"/>
                <a:gd name="connsiteY15" fmla="*/ 4370580 h 4874826"/>
                <a:gd name="connsiteX16" fmla="*/ 2879072 w 7898624"/>
                <a:gd name="connsiteY16" fmla="*/ 4572983 h 4874826"/>
                <a:gd name="connsiteX17" fmla="*/ 3470240 w 7898624"/>
                <a:gd name="connsiteY17" fmla="*/ 4623912 h 4874826"/>
                <a:gd name="connsiteX18" fmla="*/ 3818664 w 7898624"/>
                <a:gd name="connsiteY18" fmla="*/ 4661079 h 4874826"/>
                <a:gd name="connsiteX19" fmla="*/ 4396512 w 7898624"/>
                <a:gd name="connsiteY19" fmla="*/ 4856312 h 4874826"/>
                <a:gd name="connsiteX20" fmla="*/ 4796620 w 7898624"/>
                <a:gd name="connsiteY20" fmla="*/ 4802499 h 4874826"/>
                <a:gd name="connsiteX21" fmla="*/ 5214077 w 7898624"/>
                <a:gd name="connsiteY21" fmla="*/ 4288917 h 4874826"/>
                <a:gd name="connsiteX22" fmla="*/ 5718727 w 7898624"/>
                <a:gd name="connsiteY22" fmla="*/ 3880544 h 4874826"/>
                <a:gd name="connsiteX23" fmla="*/ 6047991 w 7898624"/>
                <a:gd name="connsiteY23" fmla="*/ 3581446 h 4874826"/>
                <a:gd name="connsiteX24" fmla="*/ 6334693 w 7898624"/>
                <a:gd name="connsiteY24" fmla="*/ 3000185 h 4874826"/>
                <a:gd name="connsiteX25" fmla="*/ 6496238 w 7898624"/>
                <a:gd name="connsiteY25" fmla="*/ 2693003 h 4874826"/>
                <a:gd name="connsiteX26" fmla="*/ 6613871 w 7898624"/>
                <a:gd name="connsiteY26" fmla="*/ 2385822 h 4874826"/>
                <a:gd name="connsiteX27" fmla="*/ 6783321 w 7898624"/>
                <a:gd name="connsiteY27" fmla="*/ 2030730 h 4874826"/>
                <a:gd name="connsiteX28" fmla="*/ 6983727 w 7898624"/>
                <a:gd name="connsiteY28" fmla="*/ 1830229 h 4874826"/>
                <a:gd name="connsiteX29" fmla="*/ 7204040 w 7898624"/>
                <a:gd name="connsiteY29" fmla="*/ 1679639 h 4874826"/>
                <a:gd name="connsiteX30" fmla="*/ 7463215 w 7898624"/>
                <a:gd name="connsiteY30" fmla="*/ 1498092 h 4874826"/>
                <a:gd name="connsiteX31" fmla="*/ 7670575 w 7898624"/>
                <a:gd name="connsiteY31" fmla="*/ 1270635 h 4874826"/>
                <a:gd name="connsiteX32" fmla="*/ 7850026 w 7898624"/>
                <a:gd name="connsiteY32" fmla="*/ 947452 h 4874826"/>
                <a:gd name="connsiteX33" fmla="*/ 7897841 w 7898624"/>
                <a:gd name="connsiteY33" fmla="*/ 694087 h 4874826"/>
                <a:gd name="connsiteX34" fmla="*/ 7873933 w 7898624"/>
                <a:gd name="connsiteY34" fmla="*/ 492633 h 4874826"/>
                <a:gd name="connsiteX35" fmla="*/ 7682481 w 7898624"/>
                <a:gd name="connsiteY35" fmla="*/ 233267 h 4874826"/>
                <a:gd name="connsiteX36" fmla="*/ 7429688 w 7898624"/>
                <a:gd name="connsiteY36"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815557 w 7898624"/>
                <a:gd name="connsiteY5" fmla="*/ 2648141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17606 w 7898624"/>
                <a:gd name="connsiteY3" fmla="*/ 3243072 h 4874826"/>
                <a:gd name="connsiteX4" fmla="*/ 1827430 w 7898624"/>
                <a:gd name="connsiteY4" fmla="*/ 3039750 h 4874826"/>
                <a:gd name="connsiteX5" fmla="*/ 1740440 w 7898624"/>
                <a:gd name="connsiteY5" fmla="*/ 2695975 h 4874826"/>
                <a:gd name="connsiteX6" fmla="*/ 1792316 w 7898624"/>
                <a:gd name="connsiteY6" fmla="*/ 2408682 h 4874826"/>
                <a:gd name="connsiteX7" fmla="*/ 1915284 w 7898624"/>
                <a:gd name="connsiteY7" fmla="*/ 2310575 h 4874826"/>
                <a:gd name="connsiteX8" fmla="*/ 2096354 w 7898624"/>
                <a:gd name="connsiteY8" fmla="*/ 2325529 h 4874826"/>
                <a:gd name="connsiteX9" fmla="*/ 2205987 w 7898624"/>
                <a:gd name="connsiteY9" fmla="*/ 2410301 h 4874826"/>
                <a:gd name="connsiteX10" fmla="*/ 2259136 w 7898624"/>
                <a:gd name="connsiteY10" fmla="*/ 2638044 h 4874826"/>
                <a:gd name="connsiteX11" fmla="*/ 2154457 w 7898624"/>
                <a:gd name="connsiteY11" fmla="*/ 2968847 h 4874826"/>
                <a:gd name="connsiteX12" fmla="*/ 2068757 w 7898624"/>
                <a:gd name="connsiteY12" fmla="*/ 3163660 h 4874826"/>
                <a:gd name="connsiteX13" fmla="*/ 2181903 w 7898624"/>
                <a:gd name="connsiteY13" fmla="*/ 3555339 h 4874826"/>
                <a:gd name="connsiteX14" fmla="*/ 2639746 w 7898624"/>
                <a:gd name="connsiteY14" fmla="*/ 4370580 h 4874826"/>
                <a:gd name="connsiteX15" fmla="*/ 2879072 w 7898624"/>
                <a:gd name="connsiteY15" fmla="*/ 4572983 h 4874826"/>
                <a:gd name="connsiteX16" fmla="*/ 3470240 w 7898624"/>
                <a:gd name="connsiteY16" fmla="*/ 4623912 h 4874826"/>
                <a:gd name="connsiteX17" fmla="*/ 3818664 w 7898624"/>
                <a:gd name="connsiteY17" fmla="*/ 4661079 h 4874826"/>
                <a:gd name="connsiteX18" fmla="*/ 4396512 w 7898624"/>
                <a:gd name="connsiteY18" fmla="*/ 4856312 h 4874826"/>
                <a:gd name="connsiteX19" fmla="*/ 4796620 w 7898624"/>
                <a:gd name="connsiteY19" fmla="*/ 4802499 h 4874826"/>
                <a:gd name="connsiteX20" fmla="*/ 5214077 w 7898624"/>
                <a:gd name="connsiteY20" fmla="*/ 4288917 h 4874826"/>
                <a:gd name="connsiteX21" fmla="*/ 5718727 w 7898624"/>
                <a:gd name="connsiteY21" fmla="*/ 3880544 h 4874826"/>
                <a:gd name="connsiteX22" fmla="*/ 6047991 w 7898624"/>
                <a:gd name="connsiteY22" fmla="*/ 3581446 h 4874826"/>
                <a:gd name="connsiteX23" fmla="*/ 6334693 w 7898624"/>
                <a:gd name="connsiteY23" fmla="*/ 3000185 h 4874826"/>
                <a:gd name="connsiteX24" fmla="*/ 6496238 w 7898624"/>
                <a:gd name="connsiteY24" fmla="*/ 2693003 h 4874826"/>
                <a:gd name="connsiteX25" fmla="*/ 6613871 w 7898624"/>
                <a:gd name="connsiteY25" fmla="*/ 2385822 h 4874826"/>
                <a:gd name="connsiteX26" fmla="*/ 6783321 w 7898624"/>
                <a:gd name="connsiteY26" fmla="*/ 2030730 h 4874826"/>
                <a:gd name="connsiteX27" fmla="*/ 6983727 w 7898624"/>
                <a:gd name="connsiteY27" fmla="*/ 1830229 h 4874826"/>
                <a:gd name="connsiteX28" fmla="*/ 7204040 w 7898624"/>
                <a:gd name="connsiteY28" fmla="*/ 1679639 h 4874826"/>
                <a:gd name="connsiteX29" fmla="*/ 7463215 w 7898624"/>
                <a:gd name="connsiteY29" fmla="*/ 1498092 h 4874826"/>
                <a:gd name="connsiteX30" fmla="*/ 7670575 w 7898624"/>
                <a:gd name="connsiteY30" fmla="*/ 1270635 h 4874826"/>
                <a:gd name="connsiteX31" fmla="*/ 7850026 w 7898624"/>
                <a:gd name="connsiteY31" fmla="*/ 947452 h 4874826"/>
                <a:gd name="connsiteX32" fmla="*/ 7897841 w 7898624"/>
                <a:gd name="connsiteY32" fmla="*/ 694087 h 4874826"/>
                <a:gd name="connsiteX33" fmla="*/ 7873933 w 7898624"/>
                <a:gd name="connsiteY33" fmla="*/ 492633 h 4874826"/>
                <a:gd name="connsiteX34" fmla="*/ 7682481 w 7898624"/>
                <a:gd name="connsiteY34" fmla="*/ 233267 h 4874826"/>
                <a:gd name="connsiteX35" fmla="*/ 7429688 w 7898624"/>
                <a:gd name="connsiteY35"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827430 w 7898624"/>
                <a:gd name="connsiteY3" fmla="*/ 3039750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41888 w 7898624"/>
                <a:gd name="connsiteY2" fmla="*/ 3305360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745630 w 7898624"/>
                <a:gd name="connsiteY3" fmla="*/ 3074947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068757 w 7898624"/>
                <a:gd name="connsiteY11" fmla="*/ 3163660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047991 w 7898624"/>
                <a:gd name="connsiteY21" fmla="*/ 3581446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18727 w 7898624"/>
                <a:gd name="connsiteY20" fmla="*/ 3880544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98624"/>
                <a:gd name="connsiteY0" fmla="*/ 2346216 h 4874826"/>
                <a:gd name="connsiteX1" fmla="*/ 1068499 w 7898624"/>
                <a:gd name="connsiteY1" fmla="*/ 2960172 h 4874826"/>
                <a:gd name="connsiteX2" fmla="*/ 1424491 w 7898624"/>
                <a:gd name="connsiteY2" fmla="*/ 3227025 h 4874826"/>
                <a:gd name="connsiteX3" fmla="*/ 1688241 w 7898624"/>
                <a:gd name="connsiteY3" fmla="*/ 3070536 h 4874826"/>
                <a:gd name="connsiteX4" fmla="*/ 1740440 w 7898624"/>
                <a:gd name="connsiteY4" fmla="*/ 2695975 h 4874826"/>
                <a:gd name="connsiteX5" fmla="*/ 1792316 w 7898624"/>
                <a:gd name="connsiteY5" fmla="*/ 2408682 h 4874826"/>
                <a:gd name="connsiteX6" fmla="*/ 1915284 w 7898624"/>
                <a:gd name="connsiteY6" fmla="*/ 2310575 h 4874826"/>
                <a:gd name="connsiteX7" fmla="*/ 2096354 w 7898624"/>
                <a:gd name="connsiteY7" fmla="*/ 2325529 h 4874826"/>
                <a:gd name="connsiteX8" fmla="*/ 2205987 w 7898624"/>
                <a:gd name="connsiteY8" fmla="*/ 2410301 h 4874826"/>
                <a:gd name="connsiteX9" fmla="*/ 2259136 w 7898624"/>
                <a:gd name="connsiteY9" fmla="*/ 2638044 h 4874826"/>
                <a:gd name="connsiteX10" fmla="*/ 2154457 w 7898624"/>
                <a:gd name="connsiteY10" fmla="*/ 2968847 h 4874826"/>
                <a:gd name="connsiteX11" fmla="*/ 2108040 w 7898624"/>
                <a:gd name="connsiteY11" fmla="*/ 3237192 h 4874826"/>
                <a:gd name="connsiteX12" fmla="*/ 2181903 w 7898624"/>
                <a:gd name="connsiteY12" fmla="*/ 3555339 h 4874826"/>
                <a:gd name="connsiteX13" fmla="*/ 2639746 w 7898624"/>
                <a:gd name="connsiteY13" fmla="*/ 4370580 h 4874826"/>
                <a:gd name="connsiteX14" fmla="*/ 2879072 w 7898624"/>
                <a:gd name="connsiteY14" fmla="*/ 4572983 h 4874826"/>
                <a:gd name="connsiteX15" fmla="*/ 3470240 w 7898624"/>
                <a:gd name="connsiteY15" fmla="*/ 4623912 h 4874826"/>
                <a:gd name="connsiteX16" fmla="*/ 3818664 w 7898624"/>
                <a:gd name="connsiteY16" fmla="*/ 4661079 h 4874826"/>
                <a:gd name="connsiteX17" fmla="*/ 4396512 w 7898624"/>
                <a:gd name="connsiteY17" fmla="*/ 4856312 h 4874826"/>
                <a:gd name="connsiteX18" fmla="*/ 4796620 w 7898624"/>
                <a:gd name="connsiteY18" fmla="*/ 4802499 h 4874826"/>
                <a:gd name="connsiteX19" fmla="*/ 5214077 w 7898624"/>
                <a:gd name="connsiteY19" fmla="*/ 4288917 h 4874826"/>
                <a:gd name="connsiteX20" fmla="*/ 5734301 w 7898624"/>
                <a:gd name="connsiteY20" fmla="*/ 3923911 h 4874826"/>
                <a:gd name="connsiteX21" fmla="*/ 6101544 w 7898624"/>
                <a:gd name="connsiteY21" fmla="*/ 3485517 h 4874826"/>
                <a:gd name="connsiteX22" fmla="*/ 6334693 w 7898624"/>
                <a:gd name="connsiteY22" fmla="*/ 3000185 h 4874826"/>
                <a:gd name="connsiteX23" fmla="*/ 6496238 w 7898624"/>
                <a:gd name="connsiteY23" fmla="*/ 2693003 h 4874826"/>
                <a:gd name="connsiteX24" fmla="*/ 6613871 w 7898624"/>
                <a:gd name="connsiteY24" fmla="*/ 2385822 h 4874826"/>
                <a:gd name="connsiteX25" fmla="*/ 6783321 w 7898624"/>
                <a:gd name="connsiteY25" fmla="*/ 2030730 h 4874826"/>
                <a:gd name="connsiteX26" fmla="*/ 6983727 w 7898624"/>
                <a:gd name="connsiteY26" fmla="*/ 1830229 h 4874826"/>
                <a:gd name="connsiteX27" fmla="*/ 7204040 w 7898624"/>
                <a:gd name="connsiteY27" fmla="*/ 1679639 h 4874826"/>
                <a:gd name="connsiteX28" fmla="*/ 7463215 w 7898624"/>
                <a:gd name="connsiteY28" fmla="*/ 1498092 h 4874826"/>
                <a:gd name="connsiteX29" fmla="*/ 7670575 w 7898624"/>
                <a:gd name="connsiteY29" fmla="*/ 1270635 h 4874826"/>
                <a:gd name="connsiteX30" fmla="*/ 7850026 w 7898624"/>
                <a:gd name="connsiteY30" fmla="*/ 947452 h 4874826"/>
                <a:gd name="connsiteX31" fmla="*/ 7897841 w 7898624"/>
                <a:gd name="connsiteY31" fmla="*/ 694087 h 4874826"/>
                <a:gd name="connsiteX32" fmla="*/ 7873933 w 7898624"/>
                <a:gd name="connsiteY32" fmla="*/ 492633 h 4874826"/>
                <a:gd name="connsiteX33" fmla="*/ 7682481 w 7898624"/>
                <a:gd name="connsiteY33" fmla="*/ 233267 h 4874826"/>
                <a:gd name="connsiteX34" fmla="*/ 7429688 w 7898624"/>
                <a:gd name="connsiteY34" fmla="*/ 0 h 4874826"/>
                <a:gd name="connsiteX0" fmla="*/ 0 w 7853302"/>
                <a:gd name="connsiteY0" fmla="*/ 2340349 h 4874826"/>
                <a:gd name="connsiteX1" fmla="*/ 1023177 w 7853302"/>
                <a:gd name="connsiteY1" fmla="*/ 2960172 h 4874826"/>
                <a:gd name="connsiteX2" fmla="*/ 1379169 w 7853302"/>
                <a:gd name="connsiteY2" fmla="*/ 3227025 h 4874826"/>
                <a:gd name="connsiteX3" fmla="*/ 1642919 w 7853302"/>
                <a:gd name="connsiteY3" fmla="*/ 3070536 h 4874826"/>
                <a:gd name="connsiteX4" fmla="*/ 1695118 w 7853302"/>
                <a:gd name="connsiteY4" fmla="*/ 2695975 h 4874826"/>
                <a:gd name="connsiteX5" fmla="*/ 1746994 w 7853302"/>
                <a:gd name="connsiteY5" fmla="*/ 2408682 h 4874826"/>
                <a:gd name="connsiteX6" fmla="*/ 1869962 w 7853302"/>
                <a:gd name="connsiteY6" fmla="*/ 2310575 h 4874826"/>
                <a:gd name="connsiteX7" fmla="*/ 2051032 w 7853302"/>
                <a:gd name="connsiteY7" fmla="*/ 2325529 h 4874826"/>
                <a:gd name="connsiteX8" fmla="*/ 2160665 w 7853302"/>
                <a:gd name="connsiteY8" fmla="*/ 2410301 h 4874826"/>
                <a:gd name="connsiteX9" fmla="*/ 2213814 w 7853302"/>
                <a:gd name="connsiteY9" fmla="*/ 2638044 h 4874826"/>
                <a:gd name="connsiteX10" fmla="*/ 2109135 w 7853302"/>
                <a:gd name="connsiteY10" fmla="*/ 2968847 h 4874826"/>
                <a:gd name="connsiteX11" fmla="*/ 2062718 w 7853302"/>
                <a:gd name="connsiteY11" fmla="*/ 3237192 h 4874826"/>
                <a:gd name="connsiteX12" fmla="*/ 2136581 w 7853302"/>
                <a:gd name="connsiteY12" fmla="*/ 3555339 h 4874826"/>
                <a:gd name="connsiteX13" fmla="*/ 2594424 w 7853302"/>
                <a:gd name="connsiteY13" fmla="*/ 4370580 h 4874826"/>
                <a:gd name="connsiteX14" fmla="*/ 2833750 w 7853302"/>
                <a:gd name="connsiteY14" fmla="*/ 4572983 h 4874826"/>
                <a:gd name="connsiteX15" fmla="*/ 3424918 w 7853302"/>
                <a:gd name="connsiteY15" fmla="*/ 4623912 h 4874826"/>
                <a:gd name="connsiteX16" fmla="*/ 3773342 w 7853302"/>
                <a:gd name="connsiteY16" fmla="*/ 4661079 h 4874826"/>
                <a:gd name="connsiteX17" fmla="*/ 4351190 w 7853302"/>
                <a:gd name="connsiteY17" fmla="*/ 4856312 h 4874826"/>
                <a:gd name="connsiteX18" fmla="*/ 4751298 w 7853302"/>
                <a:gd name="connsiteY18" fmla="*/ 4802499 h 4874826"/>
                <a:gd name="connsiteX19" fmla="*/ 5168755 w 7853302"/>
                <a:gd name="connsiteY19" fmla="*/ 4288917 h 4874826"/>
                <a:gd name="connsiteX20" fmla="*/ 5688979 w 7853302"/>
                <a:gd name="connsiteY20" fmla="*/ 3923911 h 4874826"/>
                <a:gd name="connsiteX21" fmla="*/ 6056222 w 7853302"/>
                <a:gd name="connsiteY21" fmla="*/ 3485517 h 4874826"/>
                <a:gd name="connsiteX22" fmla="*/ 6289371 w 7853302"/>
                <a:gd name="connsiteY22" fmla="*/ 3000185 h 4874826"/>
                <a:gd name="connsiteX23" fmla="*/ 6450916 w 7853302"/>
                <a:gd name="connsiteY23" fmla="*/ 2693003 h 4874826"/>
                <a:gd name="connsiteX24" fmla="*/ 6568549 w 7853302"/>
                <a:gd name="connsiteY24" fmla="*/ 2385822 h 4874826"/>
                <a:gd name="connsiteX25" fmla="*/ 6737999 w 7853302"/>
                <a:gd name="connsiteY25" fmla="*/ 2030730 h 4874826"/>
                <a:gd name="connsiteX26" fmla="*/ 6938405 w 7853302"/>
                <a:gd name="connsiteY26" fmla="*/ 1830229 h 4874826"/>
                <a:gd name="connsiteX27" fmla="*/ 7158718 w 7853302"/>
                <a:gd name="connsiteY27" fmla="*/ 1679639 h 4874826"/>
                <a:gd name="connsiteX28" fmla="*/ 7417893 w 7853302"/>
                <a:gd name="connsiteY28" fmla="*/ 1498092 h 4874826"/>
                <a:gd name="connsiteX29" fmla="*/ 7625253 w 7853302"/>
                <a:gd name="connsiteY29" fmla="*/ 1270635 h 4874826"/>
                <a:gd name="connsiteX30" fmla="*/ 7804704 w 7853302"/>
                <a:gd name="connsiteY30" fmla="*/ 947452 h 4874826"/>
                <a:gd name="connsiteX31" fmla="*/ 7852519 w 7853302"/>
                <a:gd name="connsiteY31" fmla="*/ 694087 h 4874826"/>
                <a:gd name="connsiteX32" fmla="*/ 7828611 w 7853302"/>
                <a:gd name="connsiteY32" fmla="*/ 492633 h 4874826"/>
                <a:gd name="connsiteX33" fmla="*/ 7637159 w 7853302"/>
                <a:gd name="connsiteY33" fmla="*/ 233267 h 4874826"/>
                <a:gd name="connsiteX34" fmla="*/ 7384366 w 7853302"/>
                <a:gd name="connsiteY34" fmla="*/ 0 h 4874826"/>
                <a:gd name="connsiteX0" fmla="*/ 0 w 7853302"/>
                <a:gd name="connsiteY0" fmla="*/ 2340349 h 4874826"/>
                <a:gd name="connsiteX1" fmla="*/ 1015797 w 7853302"/>
                <a:gd name="connsiteY1" fmla="*/ 2841998 h 4874826"/>
                <a:gd name="connsiteX2" fmla="*/ 1379169 w 7853302"/>
                <a:gd name="connsiteY2" fmla="*/ 3227025 h 4874826"/>
                <a:gd name="connsiteX3" fmla="*/ 1642919 w 7853302"/>
                <a:gd name="connsiteY3" fmla="*/ 3070536 h 4874826"/>
                <a:gd name="connsiteX4" fmla="*/ 1695118 w 7853302"/>
                <a:gd name="connsiteY4" fmla="*/ 2695975 h 4874826"/>
                <a:gd name="connsiteX5" fmla="*/ 1746994 w 7853302"/>
                <a:gd name="connsiteY5" fmla="*/ 2408682 h 4874826"/>
                <a:gd name="connsiteX6" fmla="*/ 1869962 w 7853302"/>
                <a:gd name="connsiteY6" fmla="*/ 2310575 h 4874826"/>
                <a:gd name="connsiteX7" fmla="*/ 2051032 w 7853302"/>
                <a:gd name="connsiteY7" fmla="*/ 2325529 h 4874826"/>
                <a:gd name="connsiteX8" fmla="*/ 2160665 w 7853302"/>
                <a:gd name="connsiteY8" fmla="*/ 2410301 h 4874826"/>
                <a:gd name="connsiteX9" fmla="*/ 2213814 w 7853302"/>
                <a:gd name="connsiteY9" fmla="*/ 2638044 h 4874826"/>
                <a:gd name="connsiteX10" fmla="*/ 2109135 w 7853302"/>
                <a:gd name="connsiteY10" fmla="*/ 2968847 h 4874826"/>
                <a:gd name="connsiteX11" fmla="*/ 2062718 w 7853302"/>
                <a:gd name="connsiteY11" fmla="*/ 3237192 h 4874826"/>
                <a:gd name="connsiteX12" fmla="*/ 2136581 w 7853302"/>
                <a:gd name="connsiteY12" fmla="*/ 3555339 h 4874826"/>
                <a:gd name="connsiteX13" fmla="*/ 2594424 w 7853302"/>
                <a:gd name="connsiteY13" fmla="*/ 4370580 h 4874826"/>
                <a:gd name="connsiteX14" fmla="*/ 2833750 w 7853302"/>
                <a:gd name="connsiteY14" fmla="*/ 4572983 h 4874826"/>
                <a:gd name="connsiteX15" fmla="*/ 3424918 w 7853302"/>
                <a:gd name="connsiteY15" fmla="*/ 4623912 h 4874826"/>
                <a:gd name="connsiteX16" fmla="*/ 3773342 w 7853302"/>
                <a:gd name="connsiteY16" fmla="*/ 4661079 h 4874826"/>
                <a:gd name="connsiteX17" fmla="*/ 4351190 w 7853302"/>
                <a:gd name="connsiteY17" fmla="*/ 4856312 h 4874826"/>
                <a:gd name="connsiteX18" fmla="*/ 4751298 w 7853302"/>
                <a:gd name="connsiteY18" fmla="*/ 4802499 h 4874826"/>
                <a:gd name="connsiteX19" fmla="*/ 5168755 w 7853302"/>
                <a:gd name="connsiteY19" fmla="*/ 4288917 h 4874826"/>
                <a:gd name="connsiteX20" fmla="*/ 5688979 w 7853302"/>
                <a:gd name="connsiteY20" fmla="*/ 3923911 h 4874826"/>
                <a:gd name="connsiteX21" fmla="*/ 6056222 w 7853302"/>
                <a:gd name="connsiteY21" fmla="*/ 3485517 h 4874826"/>
                <a:gd name="connsiteX22" fmla="*/ 6289371 w 7853302"/>
                <a:gd name="connsiteY22" fmla="*/ 3000185 h 4874826"/>
                <a:gd name="connsiteX23" fmla="*/ 6450916 w 7853302"/>
                <a:gd name="connsiteY23" fmla="*/ 2693003 h 4874826"/>
                <a:gd name="connsiteX24" fmla="*/ 6568549 w 7853302"/>
                <a:gd name="connsiteY24" fmla="*/ 2385822 h 4874826"/>
                <a:gd name="connsiteX25" fmla="*/ 6737999 w 7853302"/>
                <a:gd name="connsiteY25" fmla="*/ 2030730 h 4874826"/>
                <a:gd name="connsiteX26" fmla="*/ 6938405 w 7853302"/>
                <a:gd name="connsiteY26" fmla="*/ 1830229 h 4874826"/>
                <a:gd name="connsiteX27" fmla="*/ 7158718 w 7853302"/>
                <a:gd name="connsiteY27" fmla="*/ 1679639 h 4874826"/>
                <a:gd name="connsiteX28" fmla="*/ 7417893 w 7853302"/>
                <a:gd name="connsiteY28" fmla="*/ 1498092 h 4874826"/>
                <a:gd name="connsiteX29" fmla="*/ 7625253 w 7853302"/>
                <a:gd name="connsiteY29" fmla="*/ 1270635 h 4874826"/>
                <a:gd name="connsiteX30" fmla="*/ 7804704 w 7853302"/>
                <a:gd name="connsiteY30" fmla="*/ 947452 h 4874826"/>
                <a:gd name="connsiteX31" fmla="*/ 7852519 w 7853302"/>
                <a:gd name="connsiteY31" fmla="*/ 694087 h 4874826"/>
                <a:gd name="connsiteX32" fmla="*/ 7828611 w 7853302"/>
                <a:gd name="connsiteY32" fmla="*/ 492633 h 4874826"/>
                <a:gd name="connsiteX33" fmla="*/ 7637159 w 7853302"/>
                <a:gd name="connsiteY33" fmla="*/ 233267 h 4874826"/>
                <a:gd name="connsiteX34" fmla="*/ 7384366 w 7853302"/>
                <a:gd name="connsiteY34" fmla="*/ 0 h 4874826"/>
                <a:gd name="connsiteX0" fmla="*/ 0 w 7853302"/>
                <a:gd name="connsiteY0" fmla="*/ 2107083 h 4641560"/>
                <a:gd name="connsiteX1" fmla="*/ 1015797 w 7853302"/>
                <a:gd name="connsiteY1" fmla="*/ 2608732 h 4641560"/>
                <a:gd name="connsiteX2" fmla="*/ 1379169 w 7853302"/>
                <a:gd name="connsiteY2" fmla="*/ 2993759 h 4641560"/>
                <a:gd name="connsiteX3" fmla="*/ 1642919 w 7853302"/>
                <a:gd name="connsiteY3" fmla="*/ 2837270 h 4641560"/>
                <a:gd name="connsiteX4" fmla="*/ 1695118 w 7853302"/>
                <a:gd name="connsiteY4" fmla="*/ 2462709 h 4641560"/>
                <a:gd name="connsiteX5" fmla="*/ 1746994 w 7853302"/>
                <a:gd name="connsiteY5" fmla="*/ 2175416 h 4641560"/>
                <a:gd name="connsiteX6" fmla="*/ 1869962 w 7853302"/>
                <a:gd name="connsiteY6" fmla="*/ 2077309 h 4641560"/>
                <a:gd name="connsiteX7" fmla="*/ 2051032 w 7853302"/>
                <a:gd name="connsiteY7" fmla="*/ 2092263 h 4641560"/>
                <a:gd name="connsiteX8" fmla="*/ 2160665 w 7853302"/>
                <a:gd name="connsiteY8" fmla="*/ 2177035 h 4641560"/>
                <a:gd name="connsiteX9" fmla="*/ 2213814 w 7853302"/>
                <a:gd name="connsiteY9" fmla="*/ 2404778 h 4641560"/>
                <a:gd name="connsiteX10" fmla="*/ 2109135 w 7853302"/>
                <a:gd name="connsiteY10" fmla="*/ 2735581 h 4641560"/>
                <a:gd name="connsiteX11" fmla="*/ 2062718 w 7853302"/>
                <a:gd name="connsiteY11" fmla="*/ 3003926 h 4641560"/>
                <a:gd name="connsiteX12" fmla="*/ 2136581 w 7853302"/>
                <a:gd name="connsiteY12" fmla="*/ 3322073 h 4641560"/>
                <a:gd name="connsiteX13" fmla="*/ 2594424 w 7853302"/>
                <a:gd name="connsiteY13" fmla="*/ 4137314 h 4641560"/>
                <a:gd name="connsiteX14" fmla="*/ 2833750 w 7853302"/>
                <a:gd name="connsiteY14" fmla="*/ 4339717 h 4641560"/>
                <a:gd name="connsiteX15" fmla="*/ 3424918 w 7853302"/>
                <a:gd name="connsiteY15" fmla="*/ 4390646 h 4641560"/>
                <a:gd name="connsiteX16" fmla="*/ 3773342 w 7853302"/>
                <a:gd name="connsiteY16" fmla="*/ 4427813 h 4641560"/>
                <a:gd name="connsiteX17" fmla="*/ 4351190 w 7853302"/>
                <a:gd name="connsiteY17" fmla="*/ 4623046 h 4641560"/>
                <a:gd name="connsiteX18" fmla="*/ 4751298 w 7853302"/>
                <a:gd name="connsiteY18" fmla="*/ 4569233 h 4641560"/>
                <a:gd name="connsiteX19" fmla="*/ 5168755 w 7853302"/>
                <a:gd name="connsiteY19" fmla="*/ 4055651 h 4641560"/>
                <a:gd name="connsiteX20" fmla="*/ 5688979 w 7853302"/>
                <a:gd name="connsiteY20" fmla="*/ 3690645 h 4641560"/>
                <a:gd name="connsiteX21" fmla="*/ 6056222 w 7853302"/>
                <a:gd name="connsiteY21" fmla="*/ 3252251 h 4641560"/>
                <a:gd name="connsiteX22" fmla="*/ 6289371 w 7853302"/>
                <a:gd name="connsiteY22" fmla="*/ 2766919 h 4641560"/>
                <a:gd name="connsiteX23" fmla="*/ 6450916 w 7853302"/>
                <a:gd name="connsiteY23" fmla="*/ 2459737 h 4641560"/>
                <a:gd name="connsiteX24" fmla="*/ 6568549 w 7853302"/>
                <a:gd name="connsiteY24" fmla="*/ 2152556 h 4641560"/>
                <a:gd name="connsiteX25" fmla="*/ 6737999 w 7853302"/>
                <a:gd name="connsiteY25" fmla="*/ 1797464 h 4641560"/>
                <a:gd name="connsiteX26" fmla="*/ 6938405 w 7853302"/>
                <a:gd name="connsiteY26" fmla="*/ 1596963 h 4641560"/>
                <a:gd name="connsiteX27" fmla="*/ 7158718 w 7853302"/>
                <a:gd name="connsiteY27" fmla="*/ 1446373 h 4641560"/>
                <a:gd name="connsiteX28" fmla="*/ 7417893 w 7853302"/>
                <a:gd name="connsiteY28" fmla="*/ 1264826 h 4641560"/>
                <a:gd name="connsiteX29" fmla="*/ 7625253 w 7853302"/>
                <a:gd name="connsiteY29" fmla="*/ 1037369 h 4641560"/>
                <a:gd name="connsiteX30" fmla="*/ 7804704 w 7853302"/>
                <a:gd name="connsiteY30" fmla="*/ 714186 h 4641560"/>
                <a:gd name="connsiteX31" fmla="*/ 7852519 w 7853302"/>
                <a:gd name="connsiteY31" fmla="*/ 460821 h 4641560"/>
                <a:gd name="connsiteX32" fmla="*/ 7828611 w 7853302"/>
                <a:gd name="connsiteY32" fmla="*/ 259367 h 4641560"/>
                <a:gd name="connsiteX33" fmla="*/ 7637159 w 7853302"/>
                <a:gd name="connsiteY33" fmla="*/ 1 h 4641560"/>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289371 w 7853302"/>
                <a:gd name="connsiteY22" fmla="*/ 2507552 h 4382193"/>
                <a:gd name="connsiteX23" fmla="*/ 6450916 w 7853302"/>
                <a:gd name="connsiteY23" fmla="*/ 2200370 h 4382193"/>
                <a:gd name="connsiteX24" fmla="*/ 6568549 w 7853302"/>
                <a:gd name="connsiteY24" fmla="*/ 1893189 h 4382193"/>
                <a:gd name="connsiteX25" fmla="*/ 6737999 w 7853302"/>
                <a:gd name="connsiteY25" fmla="*/ 1538097 h 4382193"/>
                <a:gd name="connsiteX26" fmla="*/ 6938405 w 7853302"/>
                <a:gd name="connsiteY26" fmla="*/ 1337596 h 4382193"/>
                <a:gd name="connsiteX27" fmla="*/ 7158718 w 7853302"/>
                <a:gd name="connsiteY27" fmla="*/ 1187006 h 4382193"/>
                <a:gd name="connsiteX28" fmla="*/ 7417893 w 7853302"/>
                <a:gd name="connsiteY28" fmla="*/ 1005459 h 4382193"/>
                <a:gd name="connsiteX29" fmla="*/ 7625253 w 7853302"/>
                <a:gd name="connsiteY29" fmla="*/ 778002 h 4382193"/>
                <a:gd name="connsiteX30" fmla="*/ 7804704 w 7853302"/>
                <a:gd name="connsiteY30" fmla="*/ 454819 h 4382193"/>
                <a:gd name="connsiteX31" fmla="*/ 7852519 w 7853302"/>
                <a:gd name="connsiteY31" fmla="*/ 201454 h 4382193"/>
                <a:gd name="connsiteX32" fmla="*/ 7828611 w 7853302"/>
                <a:gd name="connsiteY32"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6737999 w 7853302"/>
                <a:gd name="connsiteY24" fmla="*/ 1538097 h 4382193"/>
                <a:gd name="connsiteX25" fmla="*/ 6938405 w 7853302"/>
                <a:gd name="connsiteY25" fmla="*/ 1337596 h 4382193"/>
                <a:gd name="connsiteX26" fmla="*/ 7158718 w 7853302"/>
                <a:gd name="connsiteY26" fmla="*/ 1187006 h 4382193"/>
                <a:gd name="connsiteX27" fmla="*/ 7417893 w 7853302"/>
                <a:gd name="connsiteY27" fmla="*/ 1005459 h 4382193"/>
                <a:gd name="connsiteX28" fmla="*/ 7625253 w 7853302"/>
                <a:gd name="connsiteY28" fmla="*/ 778002 h 4382193"/>
                <a:gd name="connsiteX29" fmla="*/ 7804704 w 7853302"/>
                <a:gd name="connsiteY29" fmla="*/ 454819 h 4382193"/>
                <a:gd name="connsiteX30" fmla="*/ 7852519 w 7853302"/>
                <a:gd name="connsiteY30" fmla="*/ 201454 h 4382193"/>
                <a:gd name="connsiteX31" fmla="*/ 7828611 w 7853302"/>
                <a:gd name="connsiteY31"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6938405 w 7853302"/>
                <a:gd name="connsiteY24" fmla="*/ 1337596 h 4382193"/>
                <a:gd name="connsiteX25" fmla="*/ 7158718 w 7853302"/>
                <a:gd name="connsiteY25" fmla="*/ 1187006 h 4382193"/>
                <a:gd name="connsiteX26" fmla="*/ 7417893 w 7853302"/>
                <a:gd name="connsiteY26" fmla="*/ 1005459 h 4382193"/>
                <a:gd name="connsiteX27" fmla="*/ 7625253 w 7853302"/>
                <a:gd name="connsiteY27" fmla="*/ 778002 h 4382193"/>
                <a:gd name="connsiteX28" fmla="*/ 7804704 w 7853302"/>
                <a:gd name="connsiteY28" fmla="*/ 454819 h 4382193"/>
                <a:gd name="connsiteX29" fmla="*/ 7852519 w 7853302"/>
                <a:gd name="connsiteY29" fmla="*/ 201454 h 4382193"/>
                <a:gd name="connsiteX30" fmla="*/ 7828611 w 7853302"/>
                <a:gd name="connsiteY30"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158718 w 7853302"/>
                <a:gd name="connsiteY24" fmla="*/ 1187006 h 4382193"/>
                <a:gd name="connsiteX25" fmla="*/ 7417893 w 7853302"/>
                <a:gd name="connsiteY25" fmla="*/ 1005459 h 4382193"/>
                <a:gd name="connsiteX26" fmla="*/ 7625253 w 7853302"/>
                <a:gd name="connsiteY26" fmla="*/ 778002 h 4382193"/>
                <a:gd name="connsiteX27" fmla="*/ 7804704 w 7853302"/>
                <a:gd name="connsiteY27" fmla="*/ 454819 h 4382193"/>
                <a:gd name="connsiteX28" fmla="*/ 7852519 w 7853302"/>
                <a:gd name="connsiteY28" fmla="*/ 201454 h 4382193"/>
                <a:gd name="connsiteX29" fmla="*/ 7828611 w 7853302"/>
                <a:gd name="connsiteY29"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417893 w 7853302"/>
                <a:gd name="connsiteY24" fmla="*/ 1005459 h 4382193"/>
                <a:gd name="connsiteX25" fmla="*/ 7625253 w 7853302"/>
                <a:gd name="connsiteY25" fmla="*/ 778002 h 4382193"/>
                <a:gd name="connsiteX26" fmla="*/ 7804704 w 7853302"/>
                <a:gd name="connsiteY26" fmla="*/ 454819 h 4382193"/>
                <a:gd name="connsiteX27" fmla="*/ 7852519 w 7853302"/>
                <a:gd name="connsiteY27" fmla="*/ 201454 h 4382193"/>
                <a:gd name="connsiteX28" fmla="*/ 7828611 w 7853302"/>
                <a:gd name="connsiteY28" fmla="*/ 0 h 4382193"/>
                <a:gd name="connsiteX0" fmla="*/ 0 w 7853302"/>
                <a:gd name="connsiteY0" fmla="*/ 1847716 h 4382193"/>
                <a:gd name="connsiteX1" fmla="*/ 1015797 w 7853302"/>
                <a:gd name="connsiteY1" fmla="*/ 2349365 h 4382193"/>
                <a:gd name="connsiteX2" fmla="*/ 1379169 w 7853302"/>
                <a:gd name="connsiteY2" fmla="*/ 2734392 h 4382193"/>
                <a:gd name="connsiteX3" fmla="*/ 1642919 w 7853302"/>
                <a:gd name="connsiteY3" fmla="*/ 2577903 h 4382193"/>
                <a:gd name="connsiteX4" fmla="*/ 1695118 w 7853302"/>
                <a:gd name="connsiteY4" fmla="*/ 2203342 h 4382193"/>
                <a:gd name="connsiteX5" fmla="*/ 1746994 w 7853302"/>
                <a:gd name="connsiteY5" fmla="*/ 1916049 h 4382193"/>
                <a:gd name="connsiteX6" fmla="*/ 1869962 w 7853302"/>
                <a:gd name="connsiteY6" fmla="*/ 1817942 h 4382193"/>
                <a:gd name="connsiteX7" fmla="*/ 2051032 w 7853302"/>
                <a:gd name="connsiteY7" fmla="*/ 1832896 h 4382193"/>
                <a:gd name="connsiteX8" fmla="*/ 2160665 w 7853302"/>
                <a:gd name="connsiteY8" fmla="*/ 1917668 h 4382193"/>
                <a:gd name="connsiteX9" fmla="*/ 2213814 w 7853302"/>
                <a:gd name="connsiteY9" fmla="*/ 2145411 h 4382193"/>
                <a:gd name="connsiteX10" fmla="*/ 2109135 w 7853302"/>
                <a:gd name="connsiteY10" fmla="*/ 2476214 h 4382193"/>
                <a:gd name="connsiteX11" fmla="*/ 2062718 w 7853302"/>
                <a:gd name="connsiteY11" fmla="*/ 2744559 h 4382193"/>
                <a:gd name="connsiteX12" fmla="*/ 2136581 w 7853302"/>
                <a:gd name="connsiteY12" fmla="*/ 3062706 h 4382193"/>
                <a:gd name="connsiteX13" fmla="*/ 2594424 w 7853302"/>
                <a:gd name="connsiteY13" fmla="*/ 3877947 h 4382193"/>
                <a:gd name="connsiteX14" fmla="*/ 2833750 w 7853302"/>
                <a:gd name="connsiteY14" fmla="*/ 4080350 h 4382193"/>
                <a:gd name="connsiteX15" fmla="*/ 3424918 w 7853302"/>
                <a:gd name="connsiteY15" fmla="*/ 4131279 h 4382193"/>
                <a:gd name="connsiteX16" fmla="*/ 3773342 w 7853302"/>
                <a:gd name="connsiteY16" fmla="*/ 4168446 h 4382193"/>
                <a:gd name="connsiteX17" fmla="*/ 4351190 w 7853302"/>
                <a:gd name="connsiteY17" fmla="*/ 4363679 h 4382193"/>
                <a:gd name="connsiteX18" fmla="*/ 4751298 w 7853302"/>
                <a:gd name="connsiteY18" fmla="*/ 4309866 h 4382193"/>
                <a:gd name="connsiteX19" fmla="*/ 5168755 w 7853302"/>
                <a:gd name="connsiteY19" fmla="*/ 3796284 h 4382193"/>
                <a:gd name="connsiteX20" fmla="*/ 5688979 w 7853302"/>
                <a:gd name="connsiteY20" fmla="*/ 3431278 h 4382193"/>
                <a:gd name="connsiteX21" fmla="*/ 6056222 w 7853302"/>
                <a:gd name="connsiteY21" fmla="*/ 2992884 h 4382193"/>
                <a:gd name="connsiteX22" fmla="*/ 6450916 w 7853302"/>
                <a:gd name="connsiteY22" fmla="*/ 2200370 h 4382193"/>
                <a:gd name="connsiteX23" fmla="*/ 6568549 w 7853302"/>
                <a:gd name="connsiteY23" fmla="*/ 1893189 h 4382193"/>
                <a:gd name="connsiteX24" fmla="*/ 7625253 w 7853302"/>
                <a:gd name="connsiteY24" fmla="*/ 778002 h 4382193"/>
                <a:gd name="connsiteX25" fmla="*/ 7804704 w 7853302"/>
                <a:gd name="connsiteY25" fmla="*/ 454819 h 4382193"/>
                <a:gd name="connsiteX26" fmla="*/ 7852519 w 7853302"/>
                <a:gd name="connsiteY26" fmla="*/ 201454 h 4382193"/>
                <a:gd name="connsiteX27" fmla="*/ 7828611 w 7853302"/>
                <a:gd name="connsiteY27" fmla="*/ 0 h 4382193"/>
                <a:gd name="connsiteX0" fmla="*/ 0 w 7912981"/>
                <a:gd name="connsiteY0" fmla="*/ 1847716 h 4382193"/>
                <a:gd name="connsiteX1" fmla="*/ 1015797 w 7912981"/>
                <a:gd name="connsiteY1" fmla="*/ 2349365 h 4382193"/>
                <a:gd name="connsiteX2" fmla="*/ 1379169 w 7912981"/>
                <a:gd name="connsiteY2" fmla="*/ 2734392 h 4382193"/>
                <a:gd name="connsiteX3" fmla="*/ 1642919 w 7912981"/>
                <a:gd name="connsiteY3" fmla="*/ 2577903 h 4382193"/>
                <a:gd name="connsiteX4" fmla="*/ 1695118 w 7912981"/>
                <a:gd name="connsiteY4" fmla="*/ 2203342 h 4382193"/>
                <a:gd name="connsiteX5" fmla="*/ 1746994 w 7912981"/>
                <a:gd name="connsiteY5" fmla="*/ 1916049 h 4382193"/>
                <a:gd name="connsiteX6" fmla="*/ 1869962 w 7912981"/>
                <a:gd name="connsiteY6" fmla="*/ 1817942 h 4382193"/>
                <a:gd name="connsiteX7" fmla="*/ 2051032 w 7912981"/>
                <a:gd name="connsiteY7" fmla="*/ 1832896 h 4382193"/>
                <a:gd name="connsiteX8" fmla="*/ 2160665 w 7912981"/>
                <a:gd name="connsiteY8" fmla="*/ 1917668 h 4382193"/>
                <a:gd name="connsiteX9" fmla="*/ 2213814 w 7912981"/>
                <a:gd name="connsiteY9" fmla="*/ 2145411 h 4382193"/>
                <a:gd name="connsiteX10" fmla="*/ 2109135 w 7912981"/>
                <a:gd name="connsiteY10" fmla="*/ 2476214 h 4382193"/>
                <a:gd name="connsiteX11" fmla="*/ 2062718 w 7912981"/>
                <a:gd name="connsiteY11" fmla="*/ 2744559 h 4382193"/>
                <a:gd name="connsiteX12" fmla="*/ 2136581 w 7912981"/>
                <a:gd name="connsiteY12" fmla="*/ 3062706 h 4382193"/>
                <a:gd name="connsiteX13" fmla="*/ 2594424 w 7912981"/>
                <a:gd name="connsiteY13" fmla="*/ 3877947 h 4382193"/>
                <a:gd name="connsiteX14" fmla="*/ 2833750 w 7912981"/>
                <a:gd name="connsiteY14" fmla="*/ 4080350 h 4382193"/>
                <a:gd name="connsiteX15" fmla="*/ 3424918 w 7912981"/>
                <a:gd name="connsiteY15" fmla="*/ 4131279 h 4382193"/>
                <a:gd name="connsiteX16" fmla="*/ 3773342 w 7912981"/>
                <a:gd name="connsiteY16" fmla="*/ 4168446 h 4382193"/>
                <a:gd name="connsiteX17" fmla="*/ 4351190 w 7912981"/>
                <a:gd name="connsiteY17" fmla="*/ 4363679 h 4382193"/>
                <a:gd name="connsiteX18" fmla="*/ 4751298 w 7912981"/>
                <a:gd name="connsiteY18" fmla="*/ 4309866 h 4382193"/>
                <a:gd name="connsiteX19" fmla="*/ 5168755 w 7912981"/>
                <a:gd name="connsiteY19" fmla="*/ 3796284 h 4382193"/>
                <a:gd name="connsiteX20" fmla="*/ 5688979 w 7912981"/>
                <a:gd name="connsiteY20" fmla="*/ 3431278 h 4382193"/>
                <a:gd name="connsiteX21" fmla="*/ 6056222 w 7912981"/>
                <a:gd name="connsiteY21" fmla="*/ 2992884 h 4382193"/>
                <a:gd name="connsiteX22" fmla="*/ 6450916 w 7912981"/>
                <a:gd name="connsiteY22" fmla="*/ 2200370 h 4382193"/>
                <a:gd name="connsiteX23" fmla="*/ 6568549 w 7912981"/>
                <a:gd name="connsiteY23" fmla="*/ 1893189 h 4382193"/>
                <a:gd name="connsiteX24" fmla="*/ 7804704 w 7912981"/>
                <a:gd name="connsiteY24" fmla="*/ 454819 h 4382193"/>
                <a:gd name="connsiteX25" fmla="*/ 7852519 w 7912981"/>
                <a:gd name="connsiteY25" fmla="*/ 201454 h 4382193"/>
                <a:gd name="connsiteX26" fmla="*/ 7828611 w 7912981"/>
                <a:gd name="connsiteY26" fmla="*/ 0 h 4382193"/>
                <a:gd name="connsiteX0" fmla="*/ 0 w 7921544"/>
                <a:gd name="connsiteY0" fmla="*/ 1847716 h 4382193"/>
                <a:gd name="connsiteX1" fmla="*/ 1015797 w 7921544"/>
                <a:gd name="connsiteY1" fmla="*/ 2349365 h 4382193"/>
                <a:gd name="connsiteX2" fmla="*/ 1379169 w 7921544"/>
                <a:gd name="connsiteY2" fmla="*/ 2734392 h 4382193"/>
                <a:gd name="connsiteX3" fmla="*/ 1642919 w 7921544"/>
                <a:gd name="connsiteY3" fmla="*/ 2577903 h 4382193"/>
                <a:gd name="connsiteX4" fmla="*/ 1695118 w 7921544"/>
                <a:gd name="connsiteY4" fmla="*/ 2203342 h 4382193"/>
                <a:gd name="connsiteX5" fmla="*/ 1746994 w 7921544"/>
                <a:gd name="connsiteY5" fmla="*/ 1916049 h 4382193"/>
                <a:gd name="connsiteX6" fmla="*/ 1869962 w 7921544"/>
                <a:gd name="connsiteY6" fmla="*/ 1817942 h 4382193"/>
                <a:gd name="connsiteX7" fmla="*/ 2051032 w 7921544"/>
                <a:gd name="connsiteY7" fmla="*/ 1832896 h 4382193"/>
                <a:gd name="connsiteX8" fmla="*/ 2160665 w 7921544"/>
                <a:gd name="connsiteY8" fmla="*/ 1917668 h 4382193"/>
                <a:gd name="connsiteX9" fmla="*/ 2213814 w 7921544"/>
                <a:gd name="connsiteY9" fmla="*/ 2145411 h 4382193"/>
                <a:gd name="connsiteX10" fmla="*/ 2109135 w 7921544"/>
                <a:gd name="connsiteY10" fmla="*/ 2476214 h 4382193"/>
                <a:gd name="connsiteX11" fmla="*/ 2062718 w 7921544"/>
                <a:gd name="connsiteY11" fmla="*/ 2744559 h 4382193"/>
                <a:gd name="connsiteX12" fmla="*/ 2136581 w 7921544"/>
                <a:gd name="connsiteY12" fmla="*/ 3062706 h 4382193"/>
                <a:gd name="connsiteX13" fmla="*/ 2594424 w 7921544"/>
                <a:gd name="connsiteY13" fmla="*/ 3877947 h 4382193"/>
                <a:gd name="connsiteX14" fmla="*/ 2833750 w 7921544"/>
                <a:gd name="connsiteY14" fmla="*/ 4080350 h 4382193"/>
                <a:gd name="connsiteX15" fmla="*/ 3424918 w 7921544"/>
                <a:gd name="connsiteY15" fmla="*/ 4131279 h 4382193"/>
                <a:gd name="connsiteX16" fmla="*/ 3773342 w 7921544"/>
                <a:gd name="connsiteY16" fmla="*/ 4168446 h 4382193"/>
                <a:gd name="connsiteX17" fmla="*/ 4351190 w 7921544"/>
                <a:gd name="connsiteY17" fmla="*/ 4363679 h 4382193"/>
                <a:gd name="connsiteX18" fmla="*/ 4751298 w 7921544"/>
                <a:gd name="connsiteY18" fmla="*/ 4309866 h 4382193"/>
                <a:gd name="connsiteX19" fmla="*/ 5168755 w 7921544"/>
                <a:gd name="connsiteY19" fmla="*/ 3796284 h 4382193"/>
                <a:gd name="connsiteX20" fmla="*/ 5688979 w 7921544"/>
                <a:gd name="connsiteY20" fmla="*/ 3431278 h 4382193"/>
                <a:gd name="connsiteX21" fmla="*/ 6056222 w 7921544"/>
                <a:gd name="connsiteY21" fmla="*/ 2992884 h 4382193"/>
                <a:gd name="connsiteX22" fmla="*/ 6450916 w 7921544"/>
                <a:gd name="connsiteY22" fmla="*/ 2200370 h 4382193"/>
                <a:gd name="connsiteX23" fmla="*/ 7804704 w 7921544"/>
                <a:gd name="connsiteY23" fmla="*/ 454819 h 4382193"/>
                <a:gd name="connsiteX24" fmla="*/ 7852519 w 7921544"/>
                <a:gd name="connsiteY24" fmla="*/ 201454 h 4382193"/>
                <a:gd name="connsiteX25" fmla="*/ 7828611 w 7921544"/>
                <a:gd name="connsiteY25" fmla="*/ 0 h 4382193"/>
                <a:gd name="connsiteX0" fmla="*/ 0 w 7912124"/>
                <a:gd name="connsiteY0" fmla="*/ 1847716 h 4382193"/>
                <a:gd name="connsiteX1" fmla="*/ 1015797 w 7912124"/>
                <a:gd name="connsiteY1" fmla="*/ 2349365 h 4382193"/>
                <a:gd name="connsiteX2" fmla="*/ 1379169 w 7912124"/>
                <a:gd name="connsiteY2" fmla="*/ 2734392 h 4382193"/>
                <a:gd name="connsiteX3" fmla="*/ 1642919 w 7912124"/>
                <a:gd name="connsiteY3" fmla="*/ 2577903 h 4382193"/>
                <a:gd name="connsiteX4" fmla="*/ 1695118 w 7912124"/>
                <a:gd name="connsiteY4" fmla="*/ 2203342 h 4382193"/>
                <a:gd name="connsiteX5" fmla="*/ 1746994 w 7912124"/>
                <a:gd name="connsiteY5" fmla="*/ 1916049 h 4382193"/>
                <a:gd name="connsiteX6" fmla="*/ 1869962 w 7912124"/>
                <a:gd name="connsiteY6" fmla="*/ 1817942 h 4382193"/>
                <a:gd name="connsiteX7" fmla="*/ 2051032 w 7912124"/>
                <a:gd name="connsiteY7" fmla="*/ 1832896 h 4382193"/>
                <a:gd name="connsiteX8" fmla="*/ 2160665 w 7912124"/>
                <a:gd name="connsiteY8" fmla="*/ 1917668 h 4382193"/>
                <a:gd name="connsiteX9" fmla="*/ 2213814 w 7912124"/>
                <a:gd name="connsiteY9" fmla="*/ 2145411 h 4382193"/>
                <a:gd name="connsiteX10" fmla="*/ 2109135 w 7912124"/>
                <a:gd name="connsiteY10" fmla="*/ 2476214 h 4382193"/>
                <a:gd name="connsiteX11" fmla="*/ 2062718 w 7912124"/>
                <a:gd name="connsiteY11" fmla="*/ 2744559 h 4382193"/>
                <a:gd name="connsiteX12" fmla="*/ 2136581 w 7912124"/>
                <a:gd name="connsiteY12" fmla="*/ 3062706 h 4382193"/>
                <a:gd name="connsiteX13" fmla="*/ 2594424 w 7912124"/>
                <a:gd name="connsiteY13" fmla="*/ 3877947 h 4382193"/>
                <a:gd name="connsiteX14" fmla="*/ 2833750 w 7912124"/>
                <a:gd name="connsiteY14" fmla="*/ 4080350 h 4382193"/>
                <a:gd name="connsiteX15" fmla="*/ 3424918 w 7912124"/>
                <a:gd name="connsiteY15" fmla="*/ 4131279 h 4382193"/>
                <a:gd name="connsiteX16" fmla="*/ 3773342 w 7912124"/>
                <a:gd name="connsiteY16" fmla="*/ 4168446 h 4382193"/>
                <a:gd name="connsiteX17" fmla="*/ 4351190 w 7912124"/>
                <a:gd name="connsiteY17" fmla="*/ 4363679 h 4382193"/>
                <a:gd name="connsiteX18" fmla="*/ 4751298 w 7912124"/>
                <a:gd name="connsiteY18" fmla="*/ 4309866 h 4382193"/>
                <a:gd name="connsiteX19" fmla="*/ 5168755 w 7912124"/>
                <a:gd name="connsiteY19" fmla="*/ 3796284 h 4382193"/>
                <a:gd name="connsiteX20" fmla="*/ 5688979 w 7912124"/>
                <a:gd name="connsiteY20" fmla="*/ 3431278 h 4382193"/>
                <a:gd name="connsiteX21" fmla="*/ 6056222 w 7912124"/>
                <a:gd name="connsiteY21" fmla="*/ 2992884 h 4382193"/>
                <a:gd name="connsiteX22" fmla="*/ 6450916 w 7912124"/>
                <a:gd name="connsiteY22" fmla="*/ 2200370 h 4382193"/>
                <a:gd name="connsiteX23" fmla="*/ 7804704 w 7912124"/>
                <a:gd name="connsiteY23" fmla="*/ 454819 h 4382193"/>
                <a:gd name="connsiteX24" fmla="*/ 7828611 w 7912124"/>
                <a:gd name="connsiteY24" fmla="*/ 0 h 4382193"/>
                <a:gd name="connsiteX0" fmla="*/ 0 w 7804704"/>
                <a:gd name="connsiteY0" fmla="*/ 1392896 h 3927373"/>
                <a:gd name="connsiteX1" fmla="*/ 1015797 w 7804704"/>
                <a:gd name="connsiteY1" fmla="*/ 1894545 h 3927373"/>
                <a:gd name="connsiteX2" fmla="*/ 1379169 w 7804704"/>
                <a:gd name="connsiteY2" fmla="*/ 2279572 h 3927373"/>
                <a:gd name="connsiteX3" fmla="*/ 1642919 w 7804704"/>
                <a:gd name="connsiteY3" fmla="*/ 2123083 h 3927373"/>
                <a:gd name="connsiteX4" fmla="*/ 1695118 w 7804704"/>
                <a:gd name="connsiteY4" fmla="*/ 1748522 h 3927373"/>
                <a:gd name="connsiteX5" fmla="*/ 1746994 w 7804704"/>
                <a:gd name="connsiteY5" fmla="*/ 1461229 h 3927373"/>
                <a:gd name="connsiteX6" fmla="*/ 1869962 w 7804704"/>
                <a:gd name="connsiteY6" fmla="*/ 1363122 h 3927373"/>
                <a:gd name="connsiteX7" fmla="*/ 2051032 w 7804704"/>
                <a:gd name="connsiteY7" fmla="*/ 1378076 h 3927373"/>
                <a:gd name="connsiteX8" fmla="*/ 2160665 w 7804704"/>
                <a:gd name="connsiteY8" fmla="*/ 1462848 h 3927373"/>
                <a:gd name="connsiteX9" fmla="*/ 2213814 w 7804704"/>
                <a:gd name="connsiteY9" fmla="*/ 1690591 h 3927373"/>
                <a:gd name="connsiteX10" fmla="*/ 2109135 w 7804704"/>
                <a:gd name="connsiteY10" fmla="*/ 2021394 h 3927373"/>
                <a:gd name="connsiteX11" fmla="*/ 2062718 w 7804704"/>
                <a:gd name="connsiteY11" fmla="*/ 2289739 h 3927373"/>
                <a:gd name="connsiteX12" fmla="*/ 2136581 w 7804704"/>
                <a:gd name="connsiteY12" fmla="*/ 2607886 h 3927373"/>
                <a:gd name="connsiteX13" fmla="*/ 2594424 w 7804704"/>
                <a:gd name="connsiteY13" fmla="*/ 3423127 h 3927373"/>
                <a:gd name="connsiteX14" fmla="*/ 2833750 w 7804704"/>
                <a:gd name="connsiteY14" fmla="*/ 3625530 h 3927373"/>
                <a:gd name="connsiteX15" fmla="*/ 3424918 w 7804704"/>
                <a:gd name="connsiteY15" fmla="*/ 3676459 h 3927373"/>
                <a:gd name="connsiteX16" fmla="*/ 3773342 w 7804704"/>
                <a:gd name="connsiteY16" fmla="*/ 3713626 h 3927373"/>
                <a:gd name="connsiteX17" fmla="*/ 4351190 w 7804704"/>
                <a:gd name="connsiteY17" fmla="*/ 3908859 h 3927373"/>
                <a:gd name="connsiteX18" fmla="*/ 4751298 w 7804704"/>
                <a:gd name="connsiteY18" fmla="*/ 3855046 h 3927373"/>
                <a:gd name="connsiteX19" fmla="*/ 5168755 w 7804704"/>
                <a:gd name="connsiteY19" fmla="*/ 3341464 h 3927373"/>
                <a:gd name="connsiteX20" fmla="*/ 5688979 w 7804704"/>
                <a:gd name="connsiteY20" fmla="*/ 2976458 h 3927373"/>
                <a:gd name="connsiteX21" fmla="*/ 6056222 w 7804704"/>
                <a:gd name="connsiteY21" fmla="*/ 2538064 h 3927373"/>
                <a:gd name="connsiteX22" fmla="*/ 6450916 w 7804704"/>
                <a:gd name="connsiteY22" fmla="*/ 1745550 h 3927373"/>
                <a:gd name="connsiteX23" fmla="*/ 7804704 w 7804704"/>
                <a:gd name="connsiteY23" fmla="*/ -1 h 3927373"/>
                <a:gd name="connsiteX0" fmla="*/ 0 w 6450916"/>
                <a:gd name="connsiteY0" fmla="*/ 38280 h 2572757"/>
                <a:gd name="connsiteX1" fmla="*/ 1015797 w 6450916"/>
                <a:gd name="connsiteY1" fmla="*/ 539929 h 2572757"/>
                <a:gd name="connsiteX2" fmla="*/ 1379169 w 6450916"/>
                <a:gd name="connsiteY2" fmla="*/ 924956 h 2572757"/>
                <a:gd name="connsiteX3" fmla="*/ 1642919 w 6450916"/>
                <a:gd name="connsiteY3" fmla="*/ 768467 h 2572757"/>
                <a:gd name="connsiteX4" fmla="*/ 1695118 w 6450916"/>
                <a:gd name="connsiteY4" fmla="*/ 393906 h 2572757"/>
                <a:gd name="connsiteX5" fmla="*/ 1746994 w 6450916"/>
                <a:gd name="connsiteY5" fmla="*/ 106613 h 2572757"/>
                <a:gd name="connsiteX6" fmla="*/ 1869962 w 6450916"/>
                <a:gd name="connsiteY6" fmla="*/ 8506 h 2572757"/>
                <a:gd name="connsiteX7" fmla="*/ 2051032 w 6450916"/>
                <a:gd name="connsiteY7" fmla="*/ 23460 h 2572757"/>
                <a:gd name="connsiteX8" fmla="*/ 2160665 w 6450916"/>
                <a:gd name="connsiteY8" fmla="*/ 108232 h 2572757"/>
                <a:gd name="connsiteX9" fmla="*/ 2213814 w 6450916"/>
                <a:gd name="connsiteY9" fmla="*/ 335975 h 2572757"/>
                <a:gd name="connsiteX10" fmla="*/ 2109135 w 6450916"/>
                <a:gd name="connsiteY10" fmla="*/ 666778 h 2572757"/>
                <a:gd name="connsiteX11" fmla="*/ 2062718 w 6450916"/>
                <a:gd name="connsiteY11" fmla="*/ 935123 h 2572757"/>
                <a:gd name="connsiteX12" fmla="*/ 2136581 w 6450916"/>
                <a:gd name="connsiteY12" fmla="*/ 1253270 h 2572757"/>
                <a:gd name="connsiteX13" fmla="*/ 2594424 w 6450916"/>
                <a:gd name="connsiteY13" fmla="*/ 2068511 h 2572757"/>
                <a:gd name="connsiteX14" fmla="*/ 2833750 w 6450916"/>
                <a:gd name="connsiteY14" fmla="*/ 2270914 h 2572757"/>
                <a:gd name="connsiteX15" fmla="*/ 3424918 w 6450916"/>
                <a:gd name="connsiteY15" fmla="*/ 2321843 h 2572757"/>
                <a:gd name="connsiteX16" fmla="*/ 3773342 w 6450916"/>
                <a:gd name="connsiteY16" fmla="*/ 2359010 h 2572757"/>
                <a:gd name="connsiteX17" fmla="*/ 4351190 w 6450916"/>
                <a:gd name="connsiteY17" fmla="*/ 2554243 h 2572757"/>
                <a:gd name="connsiteX18" fmla="*/ 4751298 w 6450916"/>
                <a:gd name="connsiteY18" fmla="*/ 2500430 h 2572757"/>
                <a:gd name="connsiteX19" fmla="*/ 5168755 w 6450916"/>
                <a:gd name="connsiteY19" fmla="*/ 1986848 h 2572757"/>
                <a:gd name="connsiteX20" fmla="*/ 5688979 w 6450916"/>
                <a:gd name="connsiteY20" fmla="*/ 1621842 h 2572757"/>
                <a:gd name="connsiteX21" fmla="*/ 6056222 w 6450916"/>
                <a:gd name="connsiteY21" fmla="*/ 1183448 h 2572757"/>
                <a:gd name="connsiteX22" fmla="*/ 6450916 w 6450916"/>
                <a:gd name="connsiteY22" fmla="*/ 390934 h 2572757"/>
                <a:gd name="connsiteX0" fmla="*/ 0 w 6056222"/>
                <a:gd name="connsiteY0" fmla="*/ 38280 h 2572757"/>
                <a:gd name="connsiteX1" fmla="*/ 1015797 w 6056222"/>
                <a:gd name="connsiteY1" fmla="*/ 539929 h 2572757"/>
                <a:gd name="connsiteX2" fmla="*/ 1379169 w 6056222"/>
                <a:gd name="connsiteY2" fmla="*/ 924956 h 2572757"/>
                <a:gd name="connsiteX3" fmla="*/ 1642919 w 6056222"/>
                <a:gd name="connsiteY3" fmla="*/ 768467 h 2572757"/>
                <a:gd name="connsiteX4" fmla="*/ 1695118 w 6056222"/>
                <a:gd name="connsiteY4" fmla="*/ 393906 h 2572757"/>
                <a:gd name="connsiteX5" fmla="*/ 1746994 w 6056222"/>
                <a:gd name="connsiteY5" fmla="*/ 106613 h 2572757"/>
                <a:gd name="connsiteX6" fmla="*/ 1869962 w 6056222"/>
                <a:gd name="connsiteY6" fmla="*/ 8506 h 2572757"/>
                <a:gd name="connsiteX7" fmla="*/ 2051032 w 6056222"/>
                <a:gd name="connsiteY7" fmla="*/ 23460 h 2572757"/>
                <a:gd name="connsiteX8" fmla="*/ 2160665 w 6056222"/>
                <a:gd name="connsiteY8" fmla="*/ 108232 h 2572757"/>
                <a:gd name="connsiteX9" fmla="*/ 2213814 w 6056222"/>
                <a:gd name="connsiteY9" fmla="*/ 335975 h 2572757"/>
                <a:gd name="connsiteX10" fmla="*/ 2109135 w 6056222"/>
                <a:gd name="connsiteY10" fmla="*/ 666778 h 2572757"/>
                <a:gd name="connsiteX11" fmla="*/ 2062718 w 6056222"/>
                <a:gd name="connsiteY11" fmla="*/ 935123 h 2572757"/>
                <a:gd name="connsiteX12" fmla="*/ 2136581 w 6056222"/>
                <a:gd name="connsiteY12" fmla="*/ 1253270 h 2572757"/>
                <a:gd name="connsiteX13" fmla="*/ 2594424 w 6056222"/>
                <a:gd name="connsiteY13" fmla="*/ 2068511 h 2572757"/>
                <a:gd name="connsiteX14" fmla="*/ 2833750 w 6056222"/>
                <a:gd name="connsiteY14" fmla="*/ 2270914 h 2572757"/>
                <a:gd name="connsiteX15" fmla="*/ 3424918 w 6056222"/>
                <a:gd name="connsiteY15" fmla="*/ 2321843 h 2572757"/>
                <a:gd name="connsiteX16" fmla="*/ 3773342 w 6056222"/>
                <a:gd name="connsiteY16" fmla="*/ 2359010 h 2572757"/>
                <a:gd name="connsiteX17" fmla="*/ 4351190 w 6056222"/>
                <a:gd name="connsiteY17" fmla="*/ 2554243 h 2572757"/>
                <a:gd name="connsiteX18" fmla="*/ 4751298 w 6056222"/>
                <a:gd name="connsiteY18" fmla="*/ 2500430 h 2572757"/>
                <a:gd name="connsiteX19" fmla="*/ 5168755 w 6056222"/>
                <a:gd name="connsiteY19" fmla="*/ 1986848 h 2572757"/>
                <a:gd name="connsiteX20" fmla="*/ 5688979 w 6056222"/>
                <a:gd name="connsiteY20" fmla="*/ 1621842 h 2572757"/>
                <a:gd name="connsiteX21" fmla="*/ 6056222 w 6056222"/>
                <a:gd name="connsiteY21" fmla="*/ 1183448 h 2572757"/>
                <a:gd name="connsiteX0" fmla="*/ 0 w 6056222"/>
                <a:gd name="connsiteY0" fmla="*/ 38280 h 2710768"/>
                <a:gd name="connsiteX1" fmla="*/ 1015797 w 6056222"/>
                <a:gd name="connsiteY1" fmla="*/ 539929 h 2710768"/>
                <a:gd name="connsiteX2" fmla="*/ 1379169 w 6056222"/>
                <a:gd name="connsiteY2" fmla="*/ 924956 h 2710768"/>
                <a:gd name="connsiteX3" fmla="*/ 1642919 w 6056222"/>
                <a:gd name="connsiteY3" fmla="*/ 768467 h 2710768"/>
                <a:gd name="connsiteX4" fmla="*/ 1695118 w 6056222"/>
                <a:gd name="connsiteY4" fmla="*/ 393906 h 2710768"/>
                <a:gd name="connsiteX5" fmla="*/ 1746994 w 6056222"/>
                <a:gd name="connsiteY5" fmla="*/ 106613 h 2710768"/>
                <a:gd name="connsiteX6" fmla="*/ 1869962 w 6056222"/>
                <a:gd name="connsiteY6" fmla="*/ 8506 h 2710768"/>
                <a:gd name="connsiteX7" fmla="*/ 2051032 w 6056222"/>
                <a:gd name="connsiteY7" fmla="*/ 23460 h 2710768"/>
                <a:gd name="connsiteX8" fmla="*/ 2160665 w 6056222"/>
                <a:gd name="connsiteY8" fmla="*/ 108232 h 2710768"/>
                <a:gd name="connsiteX9" fmla="*/ 2213814 w 6056222"/>
                <a:gd name="connsiteY9" fmla="*/ 335975 h 2710768"/>
                <a:gd name="connsiteX10" fmla="*/ 2109135 w 6056222"/>
                <a:gd name="connsiteY10" fmla="*/ 666778 h 2710768"/>
                <a:gd name="connsiteX11" fmla="*/ 2062718 w 6056222"/>
                <a:gd name="connsiteY11" fmla="*/ 935123 h 2710768"/>
                <a:gd name="connsiteX12" fmla="*/ 2136581 w 6056222"/>
                <a:gd name="connsiteY12" fmla="*/ 1253270 h 2710768"/>
                <a:gd name="connsiteX13" fmla="*/ 2594424 w 6056222"/>
                <a:gd name="connsiteY13" fmla="*/ 2068511 h 2710768"/>
                <a:gd name="connsiteX14" fmla="*/ 2833750 w 6056222"/>
                <a:gd name="connsiteY14" fmla="*/ 2270914 h 2710768"/>
                <a:gd name="connsiteX15" fmla="*/ 3424918 w 6056222"/>
                <a:gd name="connsiteY15" fmla="*/ 2321843 h 2710768"/>
                <a:gd name="connsiteX16" fmla="*/ 3773342 w 6056222"/>
                <a:gd name="connsiteY16" fmla="*/ 2359010 h 2710768"/>
                <a:gd name="connsiteX17" fmla="*/ 4351190 w 6056222"/>
                <a:gd name="connsiteY17" fmla="*/ 2554243 h 2710768"/>
                <a:gd name="connsiteX18" fmla="*/ 4848068 w 6056222"/>
                <a:gd name="connsiteY18" fmla="*/ 2682548 h 2710768"/>
                <a:gd name="connsiteX19" fmla="*/ 5168755 w 6056222"/>
                <a:gd name="connsiteY19" fmla="*/ 1986848 h 2710768"/>
                <a:gd name="connsiteX20" fmla="*/ 5688979 w 6056222"/>
                <a:gd name="connsiteY20" fmla="*/ 1621842 h 2710768"/>
                <a:gd name="connsiteX21" fmla="*/ 6056222 w 6056222"/>
                <a:gd name="connsiteY21" fmla="*/ 1183448 h 2710768"/>
                <a:gd name="connsiteX0" fmla="*/ 0 w 6056222"/>
                <a:gd name="connsiteY0" fmla="*/ 38280 h 2710768"/>
                <a:gd name="connsiteX1" fmla="*/ 1015797 w 6056222"/>
                <a:gd name="connsiteY1" fmla="*/ 539929 h 2710768"/>
                <a:gd name="connsiteX2" fmla="*/ 1379169 w 6056222"/>
                <a:gd name="connsiteY2" fmla="*/ 924956 h 2710768"/>
                <a:gd name="connsiteX3" fmla="*/ 1642919 w 6056222"/>
                <a:gd name="connsiteY3" fmla="*/ 768467 h 2710768"/>
                <a:gd name="connsiteX4" fmla="*/ 1695118 w 6056222"/>
                <a:gd name="connsiteY4" fmla="*/ 393906 h 2710768"/>
                <a:gd name="connsiteX5" fmla="*/ 1746994 w 6056222"/>
                <a:gd name="connsiteY5" fmla="*/ 106613 h 2710768"/>
                <a:gd name="connsiteX6" fmla="*/ 1869962 w 6056222"/>
                <a:gd name="connsiteY6" fmla="*/ 8506 h 2710768"/>
                <a:gd name="connsiteX7" fmla="*/ 2051032 w 6056222"/>
                <a:gd name="connsiteY7" fmla="*/ 23460 h 2710768"/>
                <a:gd name="connsiteX8" fmla="*/ 2160665 w 6056222"/>
                <a:gd name="connsiteY8" fmla="*/ 108232 h 2710768"/>
                <a:gd name="connsiteX9" fmla="*/ 2213814 w 6056222"/>
                <a:gd name="connsiteY9" fmla="*/ 335975 h 2710768"/>
                <a:gd name="connsiteX10" fmla="*/ 2109135 w 6056222"/>
                <a:gd name="connsiteY10" fmla="*/ 666778 h 2710768"/>
                <a:gd name="connsiteX11" fmla="*/ 2062718 w 6056222"/>
                <a:gd name="connsiteY11" fmla="*/ 935123 h 2710768"/>
                <a:gd name="connsiteX12" fmla="*/ 2136581 w 6056222"/>
                <a:gd name="connsiteY12" fmla="*/ 1253270 h 2710768"/>
                <a:gd name="connsiteX13" fmla="*/ 2594424 w 6056222"/>
                <a:gd name="connsiteY13" fmla="*/ 2068511 h 2710768"/>
                <a:gd name="connsiteX14" fmla="*/ 2833750 w 6056222"/>
                <a:gd name="connsiteY14" fmla="*/ 2270914 h 2710768"/>
                <a:gd name="connsiteX15" fmla="*/ 3424918 w 6056222"/>
                <a:gd name="connsiteY15" fmla="*/ 2321843 h 2710768"/>
                <a:gd name="connsiteX16" fmla="*/ 3773342 w 6056222"/>
                <a:gd name="connsiteY16" fmla="*/ 2359010 h 2710768"/>
                <a:gd name="connsiteX17" fmla="*/ 4351190 w 6056222"/>
                <a:gd name="connsiteY17" fmla="*/ 2554243 h 2710768"/>
                <a:gd name="connsiteX18" fmla="*/ 4848068 w 6056222"/>
                <a:gd name="connsiteY18" fmla="*/ 2682548 h 2710768"/>
                <a:gd name="connsiteX19" fmla="*/ 5168755 w 6056222"/>
                <a:gd name="connsiteY19" fmla="*/ 1986848 h 2710768"/>
                <a:gd name="connsiteX20" fmla="*/ 5712796 w 6056222"/>
                <a:gd name="connsiteY20" fmla="*/ 1694887 h 2710768"/>
                <a:gd name="connsiteX21" fmla="*/ 6056222 w 6056222"/>
                <a:gd name="connsiteY21" fmla="*/ 1183448 h 2710768"/>
                <a:gd name="connsiteX0" fmla="*/ 0 w 6056222"/>
                <a:gd name="connsiteY0" fmla="*/ 38280 h 2710768"/>
                <a:gd name="connsiteX1" fmla="*/ 1015797 w 6056222"/>
                <a:gd name="connsiteY1" fmla="*/ 539929 h 2710768"/>
                <a:gd name="connsiteX2" fmla="*/ 1379169 w 6056222"/>
                <a:gd name="connsiteY2" fmla="*/ 924956 h 2710768"/>
                <a:gd name="connsiteX3" fmla="*/ 1642919 w 6056222"/>
                <a:gd name="connsiteY3" fmla="*/ 768467 h 2710768"/>
                <a:gd name="connsiteX4" fmla="*/ 1695118 w 6056222"/>
                <a:gd name="connsiteY4" fmla="*/ 393906 h 2710768"/>
                <a:gd name="connsiteX5" fmla="*/ 1746994 w 6056222"/>
                <a:gd name="connsiteY5" fmla="*/ 106613 h 2710768"/>
                <a:gd name="connsiteX6" fmla="*/ 1869962 w 6056222"/>
                <a:gd name="connsiteY6" fmla="*/ 8506 h 2710768"/>
                <a:gd name="connsiteX7" fmla="*/ 2051032 w 6056222"/>
                <a:gd name="connsiteY7" fmla="*/ 23460 h 2710768"/>
                <a:gd name="connsiteX8" fmla="*/ 2160665 w 6056222"/>
                <a:gd name="connsiteY8" fmla="*/ 108232 h 2710768"/>
                <a:gd name="connsiteX9" fmla="*/ 2213814 w 6056222"/>
                <a:gd name="connsiteY9" fmla="*/ 335975 h 2710768"/>
                <a:gd name="connsiteX10" fmla="*/ 2109135 w 6056222"/>
                <a:gd name="connsiteY10" fmla="*/ 666778 h 2710768"/>
                <a:gd name="connsiteX11" fmla="*/ 2062718 w 6056222"/>
                <a:gd name="connsiteY11" fmla="*/ 935123 h 2710768"/>
                <a:gd name="connsiteX12" fmla="*/ 2136581 w 6056222"/>
                <a:gd name="connsiteY12" fmla="*/ 1253270 h 2710768"/>
                <a:gd name="connsiteX13" fmla="*/ 2594424 w 6056222"/>
                <a:gd name="connsiteY13" fmla="*/ 2068511 h 2710768"/>
                <a:gd name="connsiteX14" fmla="*/ 2833750 w 6056222"/>
                <a:gd name="connsiteY14" fmla="*/ 2270914 h 2710768"/>
                <a:gd name="connsiteX15" fmla="*/ 3340737 w 6056222"/>
                <a:gd name="connsiteY15" fmla="*/ 2450315 h 2710768"/>
                <a:gd name="connsiteX16" fmla="*/ 3773342 w 6056222"/>
                <a:gd name="connsiteY16" fmla="*/ 2359010 h 2710768"/>
                <a:gd name="connsiteX17" fmla="*/ 4351190 w 6056222"/>
                <a:gd name="connsiteY17" fmla="*/ 2554243 h 2710768"/>
                <a:gd name="connsiteX18" fmla="*/ 4848068 w 6056222"/>
                <a:gd name="connsiteY18" fmla="*/ 2682548 h 2710768"/>
                <a:gd name="connsiteX19" fmla="*/ 5168755 w 6056222"/>
                <a:gd name="connsiteY19" fmla="*/ 1986848 h 2710768"/>
                <a:gd name="connsiteX20" fmla="*/ 5712796 w 6056222"/>
                <a:gd name="connsiteY20" fmla="*/ 1694887 h 2710768"/>
                <a:gd name="connsiteX21" fmla="*/ 6056222 w 6056222"/>
                <a:gd name="connsiteY21" fmla="*/ 1183448 h 2710768"/>
                <a:gd name="connsiteX0" fmla="*/ 0 w 6056222"/>
                <a:gd name="connsiteY0" fmla="*/ 38280 h 2710768"/>
                <a:gd name="connsiteX1" fmla="*/ 1015797 w 6056222"/>
                <a:gd name="connsiteY1" fmla="*/ 539929 h 2710768"/>
                <a:gd name="connsiteX2" fmla="*/ 1379169 w 6056222"/>
                <a:gd name="connsiteY2" fmla="*/ 924956 h 2710768"/>
                <a:gd name="connsiteX3" fmla="*/ 1642919 w 6056222"/>
                <a:gd name="connsiteY3" fmla="*/ 768467 h 2710768"/>
                <a:gd name="connsiteX4" fmla="*/ 1695118 w 6056222"/>
                <a:gd name="connsiteY4" fmla="*/ 393906 h 2710768"/>
                <a:gd name="connsiteX5" fmla="*/ 1746994 w 6056222"/>
                <a:gd name="connsiteY5" fmla="*/ 106613 h 2710768"/>
                <a:gd name="connsiteX6" fmla="*/ 1869962 w 6056222"/>
                <a:gd name="connsiteY6" fmla="*/ 8506 h 2710768"/>
                <a:gd name="connsiteX7" fmla="*/ 2051032 w 6056222"/>
                <a:gd name="connsiteY7" fmla="*/ 23460 h 2710768"/>
                <a:gd name="connsiteX8" fmla="*/ 2160665 w 6056222"/>
                <a:gd name="connsiteY8" fmla="*/ 108232 h 2710768"/>
                <a:gd name="connsiteX9" fmla="*/ 2213814 w 6056222"/>
                <a:gd name="connsiteY9" fmla="*/ 335975 h 2710768"/>
                <a:gd name="connsiteX10" fmla="*/ 2109135 w 6056222"/>
                <a:gd name="connsiteY10" fmla="*/ 666778 h 2710768"/>
                <a:gd name="connsiteX11" fmla="*/ 2062718 w 6056222"/>
                <a:gd name="connsiteY11" fmla="*/ 935123 h 2710768"/>
                <a:gd name="connsiteX12" fmla="*/ 2136581 w 6056222"/>
                <a:gd name="connsiteY12" fmla="*/ 1253270 h 2710768"/>
                <a:gd name="connsiteX13" fmla="*/ 2594424 w 6056222"/>
                <a:gd name="connsiteY13" fmla="*/ 2068511 h 2710768"/>
                <a:gd name="connsiteX14" fmla="*/ 2793460 w 6056222"/>
                <a:gd name="connsiteY14" fmla="*/ 2407369 h 2710768"/>
                <a:gd name="connsiteX15" fmla="*/ 3340737 w 6056222"/>
                <a:gd name="connsiteY15" fmla="*/ 2450315 h 2710768"/>
                <a:gd name="connsiteX16" fmla="*/ 3773342 w 6056222"/>
                <a:gd name="connsiteY16" fmla="*/ 2359010 h 2710768"/>
                <a:gd name="connsiteX17" fmla="*/ 4351190 w 6056222"/>
                <a:gd name="connsiteY17" fmla="*/ 2554243 h 2710768"/>
                <a:gd name="connsiteX18" fmla="*/ 4848068 w 6056222"/>
                <a:gd name="connsiteY18" fmla="*/ 2682548 h 2710768"/>
                <a:gd name="connsiteX19" fmla="*/ 5168755 w 6056222"/>
                <a:gd name="connsiteY19" fmla="*/ 1986848 h 2710768"/>
                <a:gd name="connsiteX20" fmla="*/ 5712796 w 6056222"/>
                <a:gd name="connsiteY20" fmla="*/ 1694887 h 2710768"/>
                <a:gd name="connsiteX21" fmla="*/ 6056222 w 6056222"/>
                <a:gd name="connsiteY21" fmla="*/ 1183448 h 271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056222" h="2710768">
                  <a:moveTo>
                    <a:pt x="0" y="38280"/>
                  </a:moveTo>
                  <a:cubicBezTo>
                    <a:pt x="656175" y="6355"/>
                    <a:pt x="785936" y="392150"/>
                    <a:pt x="1015797" y="539929"/>
                  </a:cubicBezTo>
                  <a:cubicBezTo>
                    <a:pt x="1245659" y="687708"/>
                    <a:pt x="1274649" y="886866"/>
                    <a:pt x="1379169" y="924956"/>
                  </a:cubicBezTo>
                  <a:cubicBezTo>
                    <a:pt x="1483689" y="963046"/>
                    <a:pt x="1590261" y="856975"/>
                    <a:pt x="1642919" y="768467"/>
                  </a:cubicBezTo>
                  <a:cubicBezTo>
                    <a:pt x="1695577" y="679959"/>
                    <a:pt x="1707294" y="500316"/>
                    <a:pt x="1695118" y="393906"/>
                  </a:cubicBezTo>
                  <a:cubicBezTo>
                    <a:pt x="1689266" y="288728"/>
                    <a:pt x="1717853" y="170846"/>
                    <a:pt x="1746994" y="106613"/>
                  </a:cubicBezTo>
                  <a:cubicBezTo>
                    <a:pt x="1776135" y="42380"/>
                    <a:pt x="1815384" y="22507"/>
                    <a:pt x="1869962" y="8506"/>
                  </a:cubicBezTo>
                  <a:cubicBezTo>
                    <a:pt x="1930255" y="-6925"/>
                    <a:pt x="1993882" y="-1019"/>
                    <a:pt x="2051032" y="23460"/>
                  </a:cubicBezTo>
                  <a:cubicBezTo>
                    <a:pt x="2094276" y="41938"/>
                    <a:pt x="2132471" y="70609"/>
                    <a:pt x="2160665" y="108232"/>
                  </a:cubicBezTo>
                  <a:cubicBezTo>
                    <a:pt x="2209052" y="172621"/>
                    <a:pt x="2222196" y="255489"/>
                    <a:pt x="2213814" y="335975"/>
                  </a:cubicBezTo>
                  <a:cubicBezTo>
                    <a:pt x="2201813" y="451418"/>
                    <a:pt x="2134318" y="566920"/>
                    <a:pt x="2109135" y="666778"/>
                  </a:cubicBezTo>
                  <a:cubicBezTo>
                    <a:pt x="2083952" y="766636"/>
                    <a:pt x="2053764" y="858637"/>
                    <a:pt x="2062718" y="935123"/>
                  </a:cubicBezTo>
                  <a:cubicBezTo>
                    <a:pt x="2073290" y="1025801"/>
                    <a:pt x="2047963" y="1064372"/>
                    <a:pt x="2136581" y="1253270"/>
                  </a:cubicBezTo>
                  <a:cubicBezTo>
                    <a:pt x="2225199" y="1442168"/>
                    <a:pt x="2484944" y="1876161"/>
                    <a:pt x="2594424" y="2068511"/>
                  </a:cubicBezTo>
                  <a:cubicBezTo>
                    <a:pt x="2703904" y="2260861"/>
                    <a:pt x="2669075" y="2343735"/>
                    <a:pt x="2793460" y="2407369"/>
                  </a:cubicBezTo>
                  <a:cubicBezTo>
                    <a:pt x="2917845" y="2471003"/>
                    <a:pt x="3177423" y="2458375"/>
                    <a:pt x="3340737" y="2450315"/>
                  </a:cubicBezTo>
                  <a:cubicBezTo>
                    <a:pt x="3504051" y="2442255"/>
                    <a:pt x="3604933" y="2341689"/>
                    <a:pt x="3773342" y="2359010"/>
                  </a:cubicBezTo>
                  <a:cubicBezTo>
                    <a:pt x="3941751" y="2376331"/>
                    <a:pt x="4172069" y="2500320"/>
                    <a:pt x="4351190" y="2554243"/>
                  </a:cubicBezTo>
                  <a:cubicBezTo>
                    <a:pt x="4530311" y="2608166"/>
                    <a:pt x="4711807" y="2777114"/>
                    <a:pt x="4848068" y="2682548"/>
                  </a:cubicBezTo>
                  <a:cubicBezTo>
                    <a:pt x="4984329" y="2587982"/>
                    <a:pt x="5024634" y="2151458"/>
                    <a:pt x="5168755" y="1986848"/>
                  </a:cubicBezTo>
                  <a:cubicBezTo>
                    <a:pt x="5312876" y="1822238"/>
                    <a:pt x="5564885" y="1828787"/>
                    <a:pt x="5712796" y="1694887"/>
                  </a:cubicBezTo>
                  <a:cubicBezTo>
                    <a:pt x="5860707" y="1560987"/>
                    <a:pt x="5929233" y="1388599"/>
                    <a:pt x="6056222" y="1183448"/>
                  </a:cubicBezTo>
                </a:path>
              </a:pathLst>
            </a:custGeom>
            <a:noFill/>
            <a:ln w="6350" cap="rnd">
              <a:solidFill>
                <a:schemeClr val="tx1">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63DD3EF0-86BD-EE94-4A43-BE6F17A479AA}"/>
                </a:ext>
              </a:extLst>
            </p:cNvPr>
            <p:cNvSpPr/>
            <p:nvPr/>
          </p:nvSpPr>
          <p:spPr>
            <a:xfrm rot="9306195" flipV="1">
              <a:off x="-254994" y="1171663"/>
              <a:ext cx="6477704" cy="2233760"/>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711828 w 7288603"/>
                <a:gd name="connsiteY0" fmla="*/ 0 h 4555608"/>
                <a:gd name="connsiteX1" fmla="*/ 6840606 w 7288603"/>
                <a:gd name="connsiteY1" fmla="*/ 218218 h 4555608"/>
                <a:gd name="connsiteX2" fmla="*/ 7158360 w 7288603"/>
                <a:gd name="connsiteY2" fmla="*/ 492919 h 4555608"/>
                <a:gd name="connsiteX3" fmla="*/ 7287519 w 7288603"/>
                <a:gd name="connsiteY3" fmla="*/ 789718 h 4555608"/>
                <a:gd name="connsiteX4" fmla="*/ 7213319 w 7288603"/>
                <a:gd name="connsiteY4" fmla="*/ 1096137 h 4555608"/>
                <a:gd name="connsiteX5" fmla="*/ 7024343 w 7288603"/>
                <a:gd name="connsiteY5" fmla="*/ 1349883 h 4555608"/>
                <a:gd name="connsiteX6" fmla="*/ 6765930 w 7288603"/>
                <a:gd name="connsiteY6" fmla="*/ 1515047 h 4555608"/>
                <a:gd name="connsiteX7" fmla="*/ 6490752 w 7288603"/>
                <a:gd name="connsiteY7" fmla="*/ 1632299 h 4555608"/>
                <a:gd name="connsiteX8" fmla="*/ 6318446 w 7288603"/>
                <a:gd name="connsiteY8" fmla="*/ 1759172 h 4555608"/>
                <a:gd name="connsiteX9" fmla="*/ 6203573 w 7288603"/>
                <a:gd name="connsiteY9" fmla="*/ 1962626 h 4555608"/>
                <a:gd name="connsiteX10" fmla="*/ 6110229 w 7288603"/>
                <a:gd name="connsiteY10" fmla="*/ 2245138 h 4555608"/>
                <a:gd name="connsiteX11" fmla="*/ 6045649 w 7288603"/>
                <a:gd name="connsiteY11" fmla="*/ 2467737 h 4555608"/>
                <a:gd name="connsiteX12" fmla="*/ 5966687 w 7288603"/>
                <a:gd name="connsiteY12" fmla="*/ 2723864 h 4555608"/>
                <a:gd name="connsiteX13" fmla="*/ 5837528 w 7288603"/>
                <a:gd name="connsiteY13" fmla="*/ 2970467 h 4555608"/>
                <a:gd name="connsiteX14" fmla="*/ 5553797 w 7288603"/>
                <a:gd name="connsiteY14" fmla="*/ 3507535 h 4555608"/>
                <a:gd name="connsiteX15" fmla="*/ 5277272 w 7288603"/>
                <a:gd name="connsiteY15" fmla="*/ 3772955 h 4555608"/>
                <a:gd name="connsiteX16" fmla="*/ 4958908 w 7288603"/>
                <a:gd name="connsiteY16" fmla="*/ 4050049 h 4555608"/>
                <a:gd name="connsiteX17" fmla="*/ 4616042 w 7288603"/>
                <a:gd name="connsiteY17" fmla="*/ 4324160 h 4555608"/>
                <a:gd name="connsiteX18" fmla="*/ 4432971 w 7288603"/>
                <a:gd name="connsiteY18" fmla="*/ 4478560 h 4555608"/>
                <a:gd name="connsiteX19" fmla="*/ 4148269 w 7288603"/>
                <a:gd name="connsiteY19" fmla="*/ 4555141 h 4555608"/>
                <a:gd name="connsiteX20" fmla="*/ 3621918 w 7288603"/>
                <a:gd name="connsiteY20" fmla="*/ 4488085 h 4555608"/>
                <a:gd name="connsiteX21" fmla="*/ 3059657 w 7288603"/>
                <a:gd name="connsiteY21" fmla="*/ 4488085 h 4555608"/>
                <a:gd name="connsiteX22" fmla="*/ 2816198 w 7288603"/>
                <a:gd name="connsiteY22" fmla="*/ 4463034 h 4555608"/>
                <a:gd name="connsiteX23" fmla="*/ 2449866 w 7288603"/>
                <a:gd name="connsiteY23" fmla="*/ 4272629 h 4555608"/>
                <a:gd name="connsiteX24" fmla="*/ 2254604 w 7288603"/>
                <a:gd name="connsiteY24" fmla="*/ 3953733 h 4555608"/>
                <a:gd name="connsiteX25" fmla="*/ 2095060 w 7288603"/>
                <a:gd name="connsiteY25" fmla="*/ 3613309 h 4555608"/>
                <a:gd name="connsiteX26" fmla="*/ 2002001 w 7288603"/>
                <a:gd name="connsiteY26" fmla="*/ 3309080 h 4555608"/>
                <a:gd name="connsiteX27" fmla="*/ 2068485 w 7288603"/>
                <a:gd name="connsiteY27" fmla="*/ 2865215 h 4555608"/>
                <a:gd name="connsiteX28" fmla="*/ 2133255 w 7288603"/>
                <a:gd name="connsiteY28" fmla="*/ 2444591 h 4555608"/>
                <a:gd name="connsiteX29" fmla="*/ 2018574 w 7288603"/>
                <a:gd name="connsiteY29" fmla="*/ 2240090 h 4555608"/>
                <a:gd name="connsiteX30" fmla="*/ 1882367 w 7288603"/>
                <a:gd name="connsiteY30" fmla="*/ 2156936 h 4555608"/>
                <a:gd name="connsiteX31" fmla="*/ 1568328 w 7288603"/>
                <a:gd name="connsiteY31" fmla="*/ 2075498 h 4555608"/>
                <a:gd name="connsiteX32" fmla="*/ 1375541 w 7288603"/>
                <a:gd name="connsiteY32" fmla="*/ 2120360 h 4555608"/>
                <a:gd name="connsiteX33" fmla="*/ 1002818 w 7288603"/>
                <a:gd name="connsiteY33" fmla="*/ 2509432 h 4555608"/>
                <a:gd name="connsiteX34" fmla="*/ 0 w 7288603"/>
                <a:gd name="connsiteY34" fmla="*/ 2172434 h 4555608"/>
                <a:gd name="connsiteX0" fmla="*/ 6601962 w 7178737"/>
                <a:gd name="connsiteY0" fmla="*/ 0 h 4555608"/>
                <a:gd name="connsiteX1" fmla="*/ 6730740 w 7178737"/>
                <a:gd name="connsiteY1" fmla="*/ 218218 h 4555608"/>
                <a:gd name="connsiteX2" fmla="*/ 7048494 w 7178737"/>
                <a:gd name="connsiteY2" fmla="*/ 492919 h 4555608"/>
                <a:gd name="connsiteX3" fmla="*/ 7177653 w 7178737"/>
                <a:gd name="connsiteY3" fmla="*/ 789718 h 4555608"/>
                <a:gd name="connsiteX4" fmla="*/ 7103453 w 7178737"/>
                <a:gd name="connsiteY4" fmla="*/ 1096137 h 4555608"/>
                <a:gd name="connsiteX5" fmla="*/ 6914477 w 7178737"/>
                <a:gd name="connsiteY5" fmla="*/ 1349883 h 4555608"/>
                <a:gd name="connsiteX6" fmla="*/ 6656064 w 7178737"/>
                <a:gd name="connsiteY6" fmla="*/ 1515047 h 4555608"/>
                <a:gd name="connsiteX7" fmla="*/ 6380886 w 7178737"/>
                <a:gd name="connsiteY7" fmla="*/ 1632299 h 4555608"/>
                <a:gd name="connsiteX8" fmla="*/ 6208580 w 7178737"/>
                <a:gd name="connsiteY8" fmla="*/ 1759172 h 4555608"/>
                <a:gd name="connsiteX9" fmla="*/ 6093707 w 7178737"/>
                <a:gd name="connsiteY9" fmla="*/ 1962626 h 4555608"/>
                <a:gd name="connsiteX10" fmla="*/ 6000363 w 7178737"/>
                <a:gd name="connsiteY10" fmla="*/ 2245138 h 4555608"/>
                <a:gd name="connsiteX11" fmla="*/ 5935783 w 7178737"/>
                <a:gd name="connsiteY11" fmla="*/ 2467737 h 4555608"/>
                <a:gd name="connsiteX12" fmla="*/ 5856821 w 7178737"/>
                <a:gd name="connsiteY12" fmla="*/ 2723864 h 4555608"/>
                <a:gd name="connsiteX13" fmla="*/ 5727662 w 7178737"/>
                <a:gd name="connsiteY13" fmla="*/ 2970467 h 4555608"/>
                <a:gd name="connsiteX14" fmla="*/ 5443931 w 7178737"/>
                <a:gd name="connsiteY14" fmla="*/ 3507535 h 4555608"/>
                <a:gd name="connsiteX15" fmla="*/ 5167406 w 7178737"/>
                <a:gd name="connsiteY15" fmla="*/ 3772955 h 4555608"/>
                <a:gd name="connsiteX16" fmla="*/ 4849042 w 7178737"/>
                <a:gd name="connsiteY16" fmla="*/ 4050049 h 4555608"/>
                <a:gd name="connsiteX17" fmla="*/ 4506176 w 7178737"/>
                <a:gd name="connsiteY17" fmla="*/ 4324160 h 4555608"/>
                <a:gd name="connsiteX18" fmla="*/ 4323105 w 7178737"/>
                <a:gd name="connsiteY18" fmla="*/ 4478560 h 4555608"/>
                <a:gd name="connsiteX19" fmla="*/ 4038403 w 7178737"/>
                <a:gd name="connsiteY19" fmla="*/ 4555141 h 4555608"/>
                <a:gd name="connsiteX20" fmla="*/ 3512052 w 7178737"/>
                <a:gd name="connsiteY20" fmla="*/ 4488085 h 4555608"/>
                <a:gd name="connsiteX21" fmla="*/ 2949791 w 7178737"/>
                <a:gd name="connsiteY21" fmla="*/ 4488085 h 4555608"/>
                <a:gd name="connsiteX22" fmla="*/ 2706332 w 7178737"/>
                <a:gd name="connsiteY22" fmla="*/ 4463034 h 4555608"/>
                <a:gd name="connsiteX23" fmla="*/ 2340000 w 7178737"/>
                <a:gd name="connsiteY23" fmla="*/ 4272629 h 4555608"/>
                <a:gd name="connsiteX24" fmla="*/ 2144738 w 7178737"/>
                <a:gd name="connsiteY24" fmla="*/ 3953733 h 4555608"/>
                <a:gd name="connsiteX25" fmla="*/ 1985194 w 7178737"/>
                <a:gd name="connsiteY25" fmla="*/ 3613309 h 4555608"/>
                <a:gd name="connsiteX26" fmla="*/ 1892135 w 7178737"/>
                <a:gd name="connsiteY26" fmla="*/ 3309080 h 4555608"/>
                <a:gd name="connsiteX27" fmla="*/ 1958619 w 7178737"/>
                <a:gd name="connsiteY27" fmla="*/ 2865215 h 4555608"/>
                <a:gd name="connsiteX28" fmla="*/ 2023389 w 7178737"/>
                <a:gd name="connsiteY28" fmla="*/ 2444591 h 4555608"/>
                <a:gd name="connsiteX29" fmla="*/ 1908708 w 7178737"/>
                <a:gd name="connsiteY29" fmla="*/ 2240090 h 4555608"/>
                <a:gd name="connsiteX30" fmla="*/ 1772501 w 7178737"/>
                <a:gd name="connsiteY30" fmla="*/ 2156936 h 4555608"/>
                <a:gd name="connsiteX31" fmla="*/ 1458462 w 7178737"/>
                <a:gd name="connsiteY31" fmla="*/ 2075498 h 4555608"/>
                <a:gd name="connsiteX32" fmla="*/ 1265675 w 7178737"/>
                <a:gd name="connsiteY32" fmla="*/ 2120360 h 4555608"/>
                <a:gd name="connsiteX33" fmla="*/ 892952 w 7178737"/>
                <a:gd name="connsiteY33" fmla="*/ 2509432 h 4555608"/>
                <a:gd name="connsiteX34" fmla="*/ 0 w 7178737"/>
                <a:gd name="connsiteY34" fmla="*/ 2124685 h 4555608"/>
                <a:gd name="connsiteX0" fmla="*/ 6699623 w 7276398"/>
                <a:gd name="connsiteY0" fmla="*/ 0 h 4555608"/>
                <a:gd name="connsiteX1" fmla="*/ 6828401 w 7276398"/>
                <a:gd name="connsiteY1" fmla="*/ 218218 h 4555608"/>
                <a:gd name="connsiteX2" fmla="*/ 7146155 w 7276398"/>
                <a:gd name="connsiteY2" fmla="*/ 492919 h 4555608"/>
                <a:gd name="connsiteX3" fmla="*/ 7275314 w 7276398"/>
                <a:gd name="connsiteY3" fmla="*/ 789718 h 4555608"/>
                <a:gd name="connsiteX4" fmla="*/ 7201114 w 7276398"/>
                <a:gd name="connsiteY4" fmla="*/ 1096137 h 4555608"/>
                <a:gd name="connsiteX5" fmla="*/ 7012138 w 7276398"/>
                <a:gd name="connsiteY5" fmla="*/ 1349883 h 4555608"/>
                <a:gd name="connsiteX6" fmla="*/ 6753725 w 7276398"/>
                <a:gd name="connsiteY6" fmla="*/ 1515047 h 4555608"/>
                <a:gd name="connsiteX7" fmla="*/ 6478547 w 7276398"/>
                <a:gd name="connsiteY7" fmla="*/ 1632299 h 4555608"/>
                <a:gd name="connsiteX8" fmla="*/ 6306241 w 7276398"/>
                <a:gd name="connsiteY8" fmla="*/ 1759172 h 4555608"/>
                <a:gd name="connsiteX9" fmla="*/ 6191368 w 7276398"/>
                <a:gd name="connsiteY9" fmla="*/ 1962626 h 4555608"/>
                <a:gd name="connsiteX10" fmla="*/ 6098024 w 7276398"/>
                <a:gd name="connsiteY10" fmla="*/ 2245138 h 4555608"/>
                <a:gd name="connsiteX11" fmla="*/ 6033444 w 7276398"/>
                <a:gd name="connsiteY11" fmla="*/ 2467737 h 4555608"/>
                <a:gd name="connsiteX12" fmla="*/ 5954482 w 7276398"/>
                <a:gd name="connsiteY12" fmla="*/ 2723864 h 4555608"/>
                <a:gd name="connsiteX13" fmla="*/ 5825323 w 7276398"/>
                <a:gd name="connsiteY13" fmla="*/ 2970467 h 4555608"/>
                <a:gd name="connsiteX14" fmla="*/ 5541592 w 7276398"/>
                <a:gd name="connsiteY14" fmla="*/ 3507535 h 4555608"/>
                <a:gd name="connsiteX15" fmla="*/ 5265067 w 7276398"/>
                <a:gd name="connsiteY15" fmla="*/ 3772955 h 4555608"/>
                <a:gd name="connsiteX16" fmla="*/ 4946703 w 7276398"/>
                <a:gd name="connsiteY16" fmla="*/ 4050049 h 4555608"/>
                <a:gd name="connsiteX17" fmla="*/ 4603837 w 7276398"/>
                <a:gd name="connsiteY17" fmla="*/ 4324160 h 4555608"/>
                <a:gd name="connsiteX18" fmla="*/ 4420766 w 7276398"/>
                <a:gd name="connsiteY18" fmla="*/ 4478560 h 4555608"/>
                <a:gd name="connsiteX19" fmla="*/ 4136064 w 7276398"/>
                <a:gd name="connsiteY19" fmla="*/ 4555141 h 4555608"/>
                <a:gd name="connsiteX20" fmla="*/ 3609713 w 7276398"/>
                <a:gd name="connsiteY20" fmla="*/ 4488085 h 4555608"/>
                <a:gd name="connsiteX21" fmla="*/ 3047452 w 7276398"/>
                <a:gd name="connsiteY21" fmla="*/ 4488085 h 4555608"/>
                <a:gd name="connsiteX22" fmla="*/ 2803993 w 7276398"/>
                <a:gd name="connsiteY22" fmla="*/ 4463034 h 4555608"/>
                <a:gd name="connsiteX23" fmla="*/ 2437661 w 7276398"/>
                <a:gd name="connsiteY23" fmla="*/ 4272629 h 4555608"/>
                <a:gd name="connsiteX24" fmla="*/ 2242399 w 7276398"/>
                <a:gd name="connsiteY24" fmla="*/ 3953733 h 4555608"/>
                <a:gd name="connsiteX25" fmla="*/ 2082855 w 7276398"/>
                <a:gd name="connsiteY25" fmla="*/ 3613309 h 4555608"/>
                <a:gd name="connsiteX26" fmla="*/ 1989796 w 7276398"/>
                <a:gd name="connsiteY26" fmla="*/ 3309080 h 4555608"/>
                <a:gd name="connsiteX27" fmla="*/ 2056280 w 7276398"/>
                <a:gd name="connsiteY27" fmla="*/ 2865215 h 4555608"/>
                <a:gd name="connsiteX28" fmla="*/ 2121050 w 7276398"/>
                <a:gd name="connsiteY28" fmla="*/ 2444591 h 4555608"/>
                <a:gd name="connsiteX29" fmla="*/ 2006369 w 7276398"/>
                <a:gd name="connsiteY29" fmla="*/ 2240090 h 4555608"/>
                <a:gd name="connsiteX30" fmla="*/ 1870162 w 7276398"/>
                <a:gd name="connsiteY30" fmla="*/ 2156936 h 4555608"/>
                <a:gd name="connsiteX31" fmla="*/ 1556123 w 7276398"/>
                <a:gd name="connsiteY31" fmla="*/ 2075498 h 4555608"/>
                <a:gd name="connsiteX32" fmla="*/ 1363336 w 7276398"/>
                <a:gd name="connsiteY32" fmla="*/ 2120360 h 4555608"/>
                <a:gd name="connsiteX33" fmla="*/ 990613 w 7276398"/>
                <a:gd name="connsiteY33" fmla="*/ 2509432 h 4555608"/>
                <a:gd name="connsiteX34" fmla="*/ 0 w 7276398"/>
                <a:gd name="connsiteY34" fmla="*/ 2183714 h 4555608"/>
                <a:gd name="connsiteX0" fmla="*/ 6711288 w 7288063"/>
                <a:gd name="connsiteY0" fmla="*/ 0 h 4555608"/>
                <a:gd name="connsiteX1" fmla="*/ 6840066 w 7288063"/>
                <a:gd name="connsiteY1" fmla="*/ 218218 h 4555608"/>
                <a:gd name="connsiteX2" fmla="*/ 7157820 w 7288063"/>
                <a:gd name="connsiteY2" fmla="*/ 492919 h 4555608"/>
                <a:gd name="connsiteX3" fmla="*/ 7286979 w 7288063"/>
                <a:gd name="connsiteY3" fmla="*/ 789718 h 4555608"/>
                <a:gd name="connsiteX4" fmla="*/ 7212779 w 7288063"/>
                <a:gd name="connsiteY4" fmla="*/ 1096137 h 4555608"/>
                <a:gd name="connsiteX5" fmla="*/ 7023803 w 7288063"/>
                <a:gd name="connsiteY5" fmla="*/ 1349883 h 4555608"/>
                <a:gd name="connsiteX6" fmla="*/ 6765390 w 7288063"/>
                <a:gd name="connsiteY6" fmla="*/ 1515047 h 4555608"/>
                <a:gd name="connsiteX7" fmla="*/ 6490212 w 7288063"/>
                <a:gd name="connsiteY7" fmla="*/ 1632299 h 4555608"/>
                <a:gd name="connsiteX8" fmla="*/ 6317906 w 7288063"/>
                <a:gd name="connsiteY8" fmla="*/ 1759172 h 4555608"/>
                <a:gd name="connsiteX9" fmla="*/ 6203033 w 7288063"/>
                <a:gd name="connsiteY9" fmla="*/ 1962626 h 4555608"/>
                <a:gd name="connsiteX10" fmla="*/ 6109689 w 7288063"/>
                <a:gd name="connsiteY10" fmla="*/ 2245138 h 4555608"/>
                <a:gd name="connsiteX11" fmla="*/ 6045109 w 7288063"/>
                <a:gd name="connsiteY11" fmla="*/ 2467737 h 4555608"/>
                <a:gd name="connsiteX12" fmla="*/ 5966147 w 7288063"/>
                <a:gd name="connsiteY12" fmla="*/ 2723864 h 4555608"/>
                <a:gd name="connsiteX13" fmla="*/ 5836988 w 7288063"/>
                <a:gd name="connsiteY13" fmla="*/ 2970467 h 4555608"/>
                <a:gd name="connsiteX14" fmla="*/ 5553257 w 7288063"/>
                <a:gd name="connsiteY14" fmla="*/ 3507535 h 4555608"/>
                <a:gd name="connsiteX15" fmla="*/ 5276732 w 7288063"/>
                <a:gd name="connsiteY15" fmla="*/ 3772955 h 4555608"/>
                <a:gd name="connsiteX16" fmla="*/ 4958368 w 7288063"/>
                <a:gd name="connsiteY16" fmla="*/ 4050049 h 4555608"/>
                <a:gd name="connsiteX17" fmla="*/ 4615502 w 7288063"/>
                <a:gd name="connsiteY17" fmla="*/ 4324160 h 4555608"/>
                <a:gd name="connsiteX18" fmla="*/ 4432431 w 7288063"/>
                <a:gd name="connsiteY18" fmla="*/ 4478560 h 4555608"/>
                <a:gd name="connsiteX19" fmla="*/ 4147729 w 7288063"/>
                <a:gd name="connsiteY19" fmla="*/ 4555141 h 4555608"/>
                <a:gd name="connsiteX20" fmla="*/ 3621378 w 7288063"/>
                <a:gd name="connsiteY20" fmla="*/ 4488085 h 4555608"/>
                <a:gd name="connsiteX21" fmla="*/ 3059117 w 7288063"/>
                <a:gd name="connsiteY21" fmla="*/ 4488085 h 4555608"/>
                <a:gd name="connsiteX22" fmla="*/ 2815658 w 7288063"/>
                <a:gd name="connsiteY22" fmla="*/ 4463034 h 4555608"/>
                <a:gd name="connsiteX23" fmla="*/ 2449326 w 7288063"/>
                <a:gd name="connsiteY23" fmla="*/ 4272629 h 4555608"/>
                <a:gd name="connsiteX24" fmla="*/ 2254064 w 7288063"/>
                <a:gd name="connsiteY24" fmla="*/ 3953733 h 4555608"/>
                <a:gd name="connsiteX25" fmla="*/ 2094520 w 7288063"/>
                <a:gd name="connsiteY25" fmla="*/ 3613309 h 4555608"/>
                <a:gd name="connsiteX26" fmla="*/ 2001461 w 7288063"/>
                <a:gd name="connsiteY26" fmla="*/ 3309080 h 4555608"/>
                <a:gd name="connsiteX27" fmla="*/ 2067945 w 7288063"/>
                <a:gd name="connsiteY27" fmla="*/ 2865215 h 4555608"/>
                <a:gd name="connsiteX28" fmla="*/ 2132715 w 7288063"/>
                <a:gd name="connsiteY28" fmla="*/ 2444591 h 4555608"/>
                <a:gd name="connsiteX29" fmla="*/ 2018034 w 7288063"/>
                <a:gd name="connsiteY29" fmla="*/ 2240090 h 4555608"/>
                <a:gd name="connsiteX30" fmla="*/ 1881827 w 7288063"/>
                <a:gd name="connsiteY30" fmla="*/ 2156936 h 4555608"/>
                <a:gd name="connsiteX31" fmla="*/ 1567788 w 7288063"/>
                <a:gd name="connsiteY31" fmla="*/ 2075498 h 4555608"/>
                <a:gd name="connsiteX32" fmla="*/ 1375001 w 7288063"/>
                <a:gd name="connsiteY32" fmla="*/ 2120360 h 4555608"/>
                <a:gd name="connsiteX33" fmla="*/ 1002278 w 7288063"/>
                <a:gd name="connsiteY33" fmla="*/ 2509432 h 4555608"/>
                <a:gd name="connsiteX34" fmla="*/ 0 w 7288063"/>
                <a:gd name="connsiteY34" fmla="*/ 2185434 h 4555608"/>
                <a:gd name="connsiteX0" fmla="*/ 6711288 w 7288063"/>
                <a:gd name="connsiteY0" fmla="*/ 0 h 4555608"/>
                <a:gd name="connsiteX1" fmla="*/ 6840066 w 7288063"/>
                <a:gd name="connsiteY1" fmla="*/ 218218 h 4555608"/>
                <a:gd name="connsiteX2" fmla="*/ 7157820 w 7288063"/>
                <a:gd name="connsiteY2" fmla="*/ 492919 h 4555608"/>
                <a:gd name="connsiteX3" fmla="*/ 7286979 w 7288063"/>
                <a:gd name="connsiteY3" fmla="*/ 789718 h 4555608"/>
                <a:gd name="connsiteX4" fmla="*/ 7212779 w 7288063"/>
                <a:gd name="connsiteY4" fmla="*/ 1096137 h 4555608"/>
                <a:gd name="connsiteX5" fmla="*/ 7023803 w 7288063"/>
                <a:gd name="connsiteY5" fmla="*/ 1349883 h 4555608"/>
                <a:gd name="connsiteX6" fmla="*/ 6765390 w 7288063"/>
                <a:gd name="connsiteY6" fmla="*/ 1515047 h 4555608"/>
                <a:gd name="connsiteX7" fmla="*/ 6490212 w 7288063"/>
                <a:gd name="connsiteY7" fmla="*/ 1632299 h 4555608"/>
                <a:gd name="connsiteX8" fmla="*/ 6317906 w 7288063"/>
                <a:gd name="connsiteY8" fmla="*/ 1759172 h 4555608"/>
                <a:gd name="connsiteX9" fmla="*/ 6203033 w 7288063"/>
                <a:gd name="connsiteY9" fmla="*/ 1962626 h 4555608"/>
                <a:gd name="connsiteX10" fmla="*/ 6109689 w 7288063"/>
                <a:gd name="connsiteY10" fmla="*/ 2245138 h 4555608"/>
                <a:gd name="connsiteX11" fmla="*/ 6045109 w 7288063"/>
                <a:gd name="connsiteY11" fmla="*/ 2467737 h 4555608"/>
                <a:gd name="connsiteX12" fmla="*/ 5966147 w 7288063"/>
                <a:gd name="connsiteY12" fmla="*/ 2723864 h 4555608"/>
                <a:gd name="connsiteX13" fmla="*/ 5836988 w 7288063"/>
                <a:gd name="connsiteY13" fmla="*/ 2970467 h 4555608"/>
                <a:gd name="connsiteX14" fmla="*/ 5553257 w 7288063"/>
                <a:gd name="connsiteY14" fmla="*/ 3507535 h 4555608"/>
                <a:gd name="connsiteX15" fmla="*/ 5276732 w 7288063"/>
                <a:gd name="connsiteY15" fmla="*/ 3772955 h 4555608"/>
                <a:gd name="connsiteX16" fmla="*/ 4958368 w 7288063"/>
                <a:gd name="connsiteY16" fmla="*/ 4050049 h 4555608"/>
                <a:gd name="connsiteX17" fmla="*/ 4615502 w 7288063"/>
                <a:gd name="connsiteY17" fmla="*/ 4324160 h 4555608"/>
                <a:gd name="connsiteX18" fmla="*/ 4432431 w 7288063"/>
                <a:gd name="connsiteY18" fmla="*/ 4478560 h 4555608"/>
                <a:gd name="connsiteX19" fmla="*/ 4147729 w 7288063"/>
                <a:gd name="connsiteY19" fmla="*/ 4555141 h 4555608"/>
                <a:gd name="connsiteX20" fmla="*/ 3621378 w 7288063"/>
                <a:gd name="connsiteY20" fmla="*/ 4488085 h 4555608"/>
                <a:gd name="connsiteX21" fmla="*/ 3059117 w 7288063"/>
                <a:gd name="connsiteY21" fmla="*/ 4488085 h 4555608"/>
                <a:gd name="connsiteX22" fmla="*/ 2815658 w 7288063"/>
                <a:gd name="connsiteY22" fmla="*/ 4463034 h 4555608"/>
                <a:gd name="connsiteX23" fmla="*/ 2449326 w 7288063"/>
                <a:gd name="connsiteY23" fmla="*/ 4272629 h 4555608"/>
                <a:gd name="connsiteX24" fmla="*/ 2254064 w 7288063"/>
                <a:gd name="connsiteY24" fmla="*/ 3953733 h 4555608"/>
                <a:gd name="connsiteX25" fmla="*/ 2094520 w 7288063"/>
                <a:gd name="connsiteY25" fmla="*/ 3613309 h 4555608"/>
                <a:gd name="connsiteX26" fmla="*/ 2001461 w 7288063"/>
                <a:gd name="connsiteY26" fmla="*/ 3309080 h 4555608"/>
                <a:gd name="connsiteX27" fmla="*/ 2067945 w 7288063"/>
                <a:gd name="connsiteY27" fmla="*/ 2865215 h 4555608"/>
                <a:gd name="connsiteX28" fmla="*/ 2132715 w 7288063"/>
                <a:gd name="connsiteY28" fmla="*/ 2444591 h 4555608"/>
                <a:gd name="connsiteX29" fmla="*/ 2018034 w 7288063"/>
                <a:gd name="connsiteY29" fmla="*/ 2240090 h 4555608"/>
                <a:gd name="connsiteX30" fmla="*/ 1881827 w 7288063"/>
                <a:gd name="connsiteY30" fmla="*/ 2156936 h 4555608"/>
                <a:gd name="connsiteX31" fmla="*/ 1567788 w 7288063"/>
                <a:gd name="connsiteY31" fmla="*/ 2075498 h 4555608"/>
                <a:gd name="connsiteX32" fmla="*/ 1375001 w 7288063"/>
                <a:gd name="connsiteY32" fmla="*/ 2120360 h 4555608"/>
                <a:gd name="connsiteX33" fmla="*/ 928190 w 7288063"/>
                <a:gd name="connsiteY33" fmla="*/ 2554214 h 4555608"/>
                <a:gd name="connsiteX34" fmla="*/ 0 w 7288063"/>
                <a:gd name="connsiteY34" fmla="*/ 2185434 h 4555608"/>
                <a:gd name="connsiteX0" fmla="*/ 6711288 w 7288063"/>
                <a:gd name="connsiteY0" fmla="*/ 0 h 4555608"/>
                <a:gd name="connsiteX1" fmla="*/ 7157820 w 7288063"/>
                <a:gd name="connsiteY1" fmla="*/ 492919 h 4555608"/>
                <a:gd name="connsiteX2" fmla="*/ 7286979 w 7288063"/>
                <a:gd name="connsiteY2" fmla="*/ 789718 h 4555608"/>
                <a:gd name="connsiteX3" fmla="*/ 7212779 w 7288063"/>
                <a:gd name="connsiteY3" fmla="*/ 1096137 h 4555608"/>
                <a:gd name="connsiteX4" fmla="*/ 7023803 w 7288063"/>
                <a:gd name="connsiteY4" fmla="*/ 1349883 h 4555608"/>
                <a:gd name="connsiteX5" fmla="*/ 6765390 w 7288063"/>
                <a:gd name="connsiteY5" fmla="*/ 1515047 h 4555608"/>
                <a:gd name="connsiteX6" fmla="*/ 6490212 w 7288063"/>
                <a:gd name="connsiteY6" fmla="*/ 1632299 h 4555608"/>
                <a:gd name="connsiteX7" fmla="*/ 6317906 w 7288063"/>
                <a:gd name="connsiteY7" fmla="*/ 1759172 h 4555608"/>
                <a:gd name="connsiteX8" fmla="*/ 6203033 w 7288063"/>
                <a:gd name="connsiteY8" fmla="*/ 1962626 h 4555608"/>
                <a:gd name="connsiteX9" fmla="*/ 6109689 w 7288063"/>
                <a:gd name="connsiteY9" fmla="*/ 2245138 h 4555608"/>
                <a:gd name="connsiteX10" fmla="*/ 6045109 w 7288063"/>
                <a:gd name="connsiteY10" fmla="*/ 2467737 h 4555608"/>
                <a:gd name="connsiteX11" fmla="*/ 5966147 w 7288063"/>
                <a:gd name="connsiteY11" fmla="*/ 2723864 h 4555608"/>
                <a:gd name="connsiteX12" fmla="*/ 5836988 w 7288063"/>
                <a:gd name="connsiteY12" fmla="*/ 2970467 h 4555608"/>
                <a:gd name="connsiteX13" fmla="*/ 5553257 w 7288063"/>
                <a:gd name="connsiteY13" fmla="*/ 3507535 h 4555608"/>
                <a:gd name="connsiteX14" fmla="*/ 5276732 w 7288063"/>
                <a:gd name="connsiteY14" fmla="*/ 3772955 h 4555608"/>
                <a:gd name="connsiteX15" fmla="*/ 4958368 w 7288063"/>
                <a:gd name="connsiteY15" fmla="*/ 4050049 h 4555608"/>
                <a:gd name="connsiteX16" fmla="*/ 4615502 w 7288063"/>
                <a:gd name="connsiteY16" fmla="*/ 4324160 h 4555608"/>
                <a:gd name="connsiteX17" fmla="*/ 4432431 w 7288063"/>
                <a:gd name="connsiteY17" fmla="*/ 4478560 h 4555608"/>
                <a:gd name="connsiteX18" fmla="*/ 4147729 w 7288063"/>
                <a:gd name="connsiteY18" fmla="*/ 4555141 h 4555608"/>
                <a:gd name="connsiteX19" fmla="*/ 3621378 w 7288063"/>
                <a:gd name="connsiteY19" fmla="*/ 4488085 h 4555608"/>
                <a:gd name="connsiteX20" fmla="*/ 3059117 w 7288063"/>
                <a:gd name="connsiteY20" fmla="*/ 4488085 h 4555608"/>
                <a:gd name="connsiteX21" fmla="*/ 2815658 w 7288063"/>
                <a:gd name="connsiteY21" fmla="*/ 4463034 h 4555608"/>
                <a:gd name="connsiteX22" fmla="*/ 2449326 w 7288063"/>
                <a:gd name="connsiteY22" fmla="*/ 4272629 h 4555608"/>
                <a:gd name="connsiteX23" fmla="*/ 2254064 w 7288063"/>
                <a:gd name="connsiteY23" fmla="*/ 3953733 h 4555608"/>
                <a:gd name="connsiteX24" fmla="*/ 2094520 w 7288063"/>
                <a:gd name="connsiteY24" fmla="*/ 3613309 h 4555608"/>
                <a:gd name="connsiteX25" fmla="*/ 2001461 w 7288063"/>
                <a:gd name="connsiteY25" fmla="*/ 3309080 h 4555608"/>
                <a:gd name="connsiteX26" fmla="*/ 2067945 w 7288063"/>
                <a:gd name="connsiteY26" fmla="*/ 2865215 h 4555608"/>
                <a:gd name="connsiteX27" fmla="*/ 2132715 w 7288063"/>
                <a:gd name="connsiteY27" fmla="*/ 2444591 h 4555608"/>
                <a:gd name="connsiteX28" fmla="*/ 2018034 w 7288063"/>
                <a:gd name="connsiteY28" fmla="*/ 2240090 h 4555608"/>
                <a:gd name="connsiteX29" fmla="*/ 1881827 w 7288063"/>
                <a:gd name="connsiteY29" fmla="*/ 2156936 h 4555608"/>
                <a:gd name="connsiteX30" fmla="*/ 1567788 w 7288063"/>
                <a:gd name="connsiteY30" fmla="*/ 2075498 h 4555608"/>
                <a:gd name="connsiteX31" fmla="*/ 1375001 w 7288063"/>
                <a:gd name="connsiteY31" fmla="*/ 2120360 h 4555608"/>
                <a:gd name="connsiteX32" fmla="*/ 928190 w 7288063"/>
                <a:gd name="connsiteY32" fmla="*/ 2554214 h 4555608"/>
                <a:gd name="connsiteX33" fmla="*/ 0 w 7288063"/>
                <a:gd name="connsiteY33" fmla="*/ 2185434 h 4555608"/>
                <a:gd name="connsiteX0" fmla="*/ 7157820 w 7288063"/>
                <a:gd name="connsiteY0" fmla="*/ 0 h 4062689"/>
                <a:gd name="connsiteX1" fmla="*/ 7286979 w 7288063"/>
                <a:gd name="connsiteY1" fmla="*/ 296799 h 4062689"/>
                <a:gd name="connsiteX2" fmla="*/ 7212779 w 7288063"/>
                <a:gd name="connsiteY2" fmla="*/ 603218 h 4062689"/>
                <a:gd name="connsiteX3" fmla="*/ 7023803 w 7288063"/>
                <a:gd name="connsiteY3" fmla="*/ 856964 h 4062689"/>
                <a:gd name="connsiteX4" fmla="*/ 6765390 w 7288063"/>
                <a:gd name="connsiteY4" fmla="*/ 1022128 h 4062689"/>
                <a:gd name="connsiteX5" fmla="*/ 6490212 w 7288063"/>
                <a:gd name="connsiteY5" fmla="*/ 1139380 h 4062689"/>
                <a:gd name="connsiteX6" fmla="*/ 6317906 w 7288063"/>
                <a:gd name="connsiteY6" fmla="*/ 1266253 h 4062689"/>
                <a:gd name="connsiteX7" fmla="*/ 6203033 w 7288063"/>
                <a:gd name="connsiteY7" fmla="*/ 1469707 h 4062689"/>
                <a:gd name="connsiteX8" fmla="*/ 6109689 w 7288063"/>
                <a:gd name="connsiteY8" fmla="*/ 1752219 h 4062689"/>
                <a:gd name="connsiteX9" fmla="*/ 6045109 w 7288063"/>
                <a:gd name="connsiteY9" fmla="*/ 1974818 h 4062689"/>
                <a:gd name="connsiteX10" fmla="*/ 5966147 w 7288063"/>
                <a:gd name="connsiteY10" fmla="*/ 2230945 h 4062689"/>
                <a:gd name="connsiteX11" fmla="*/ 5836988 w 7288063"/>
                <a:gd name="connsiteY11" fmla="*/ 2477548 h 4062689"/>
                <a:gd name="connsiteX12" fmla="*/ 5553257 w 7288063"/>
                <a:gd name="connsiteY12" fmla="*/ 3014616 h 4062689"/>
                <a:gd name="connsiteX13" fmla="*/ 5276732 w 7288063"/>
                <a:gd name="connsiteY13" fmla="*/ 3280036 h 4062689"/>
                <a:gd name="connsiteX14" fmla="*/ 4958368 w 7288063"/>
                <a:gd name="connsiteY14" fmla="*/ 3557130 h 4062689"/>
                <a:gd name="connsiteX15" fmla="*/ 4615502 w 7288063"/>
                <a:gd name="connsiteY15" fmla="*/ 3831241 h 4062689"/>
                <a:gd name="connsiteX16" fmla="*/ 4432431 w 7288063"/>
                <a:gd name="connsiteY16" fmla="*/ 3985641 h 4062689"/>
                <a:gd name="connsiteX17" fmla="*/ 4147729 w 7288063"/>
                <a:gd name="connsiteY17" fmla="*/ 4062222 h 4062689"/>
                <a:gd name="connsiteX18" fmla="*/ 3621378 w 7288063"/>
                <a:gd name="connsiteY18" fmla="*/ 3995166 h 4062689"/>
                <a:gd name="connsiteX19" fmla="*/ 3059117 w 7288063"/>
                <a:gd name="connsiteY19" fmla="*/ 3995166 h 4062689"/>
                <a:gd name="connsiteX20" fmla="*/ 2815658 w 7288063"/>
                <a:gd name="connsiteY20" fmla="*/ 3970115 h 4062689"/>
                <a:gd name="connsiteX21" fmla="*/ 2449326 w 7288063"/>
                <a:gd name="connsiteY21" fmla="*/ 3779710 h 4062689"/>
                <a:gd name="connsiteX22" fmla="*/ 2254064 w 7288063"/>
                <a:gd name="connsiteY22" fmla="*/ 3460814 h 4062689"/>
                <a:gd name="connsiteX23" fmla="*/ 2094520 w 7288063"/>
                <a:gd name="connsiteY23" fmla="*/ 3120390 h 4062689"/>
                <a:gd name="connsiteX24" fmla="*/ 2001461 w 7288063"/>
                <a:gd name="connsiteY24" fmla="*/ 2816161 h 4062689"/>
                <a:gd name="connsiteX25" fmla="*/ 2067945 w 7288063"/>
                <a:gd name="connsiteY25" fmla="*/ 2372296 h 4062689"/>
                <a:gd name="connsiteX26" fmla="*/ 2132715 w 7288063"/>
                <a:gd name="connsiteY26" fmla="*/ 1951672 h 4062689"/>
                <a:gd name="connsiteX27" fmla="*/ 2018034 w 7288063"/>
                <a:gd name="connsiteY27" fmla="*/ 1747171 h 4062689"/>
                <a:gd name="connsiteX28" fmla="*/ 1881827 w 7288063"/>
                <a:gd name="connsiteY28" fmla="*/ 1664017 h 4062689"/>
                <a:gd name="connsiteX29" fmla="*/ 1567788 w 7288063"/>
                <a:gd name="connsiteY29" fmla="*/ 1582579 h 4062689"/>
                <a:gd name="connsiteX30" fmla="*/ 1375001 w 7288063"/>
                <a:gd name="connsiteY30" fmla="*/ 1627441 h 4062689"/>
                <a:gd name="connsiteX31" fmla="*/ 928190 w 7288063"/>
                <a:gd name="connsiteY31" fmla="*/ 2061295 h 4062689"/>
                <a:gd name="connsiteX32" fmla="*/ 0 w 7288063"/>
                <a:gd name="connsiteY32" fmla="*/ 1692515 h 4062689"/>
                <a:gd name="connsiteX0" fmla="*/ 7157820 w 7288063"/>
                <a:gd name="connsiteY0" fmla="*/ 0 h 4062689"/>
                <a:gd name="connsiteX1" fmla="*/ 7286979 w 7288063"/>
                <a:gd name="connsiteY1" fmla="*/ 296799 h 4062689"/>
                <a:gd name="connsiteX2" fmla="*/ 7212779 w 7288063"/>
                <a:gd name="connsiteY2" fmla="*/ 603218 h 4062689"/>
                <a:gd name="connsiteX3" fmla="*/ 7023803 w 7288063"/>
                <a:gd name="connsiteY3" fmla="*/ 856964 h 4062689"/>
                <a:gd name="connsiteX4" fmla="*/ 6490212 w 7288063"/>
                <a:gd name="connsiteY4" fmla="*/ 1139380 h 4062689"/>
                <a:gd name="connsiteX5" fmla="*/ 6317906 w 7288063"/>
                <a:gd name="connsiteY5" fmla="*/ 1266253 h 4062689"/>
                <a:gd name="connsiteX6" fmla="*/ 6203033 w 7288063"/>
                <a:gd name="connsiteY6" fmla="*/ 1469707 h 4062689"/>
                <a:gd name="connsiteX7" fmla="*/ 6109689 w 7288063"/>
                <a:gd name="connsiteY7" fmla="*/ 1752219 h 4062689"/>
                <a:gd name="connsiteX8" fmla="*/ 6045109 w 7288063"/>
                <a:gd name="connsiteY8" fmla="*/ 1974818 h 4062689"/>
                <a:gd name="connsiteX9" fmla="*/ 5966147 w 7288063"/>
                <a:gd name="connsiteY9" fmla="*/ 2230945 h 4062689"/>
                <a:gd name="connsiteX10" fmla="*/ 5836988 w 7288063"/>
                <a:gd name="connsiteY10" fmla="*/ 2477548 h 4062689"/>
                <a:gd name="connsiteX11" fmla="*/ 5553257 w 7288063"/>
                <a:gd name="connsiteY11" fmla="*/ 3014616 h 4062689"/>
                <a:gd name="connsiteX12" fmla="*/ 5276732 w 7288063"/>
                <a:gd name="connsiteY12" fmla="*/ 3280036 h 4062689"/>
                <a:gd name="connsiteX13" fmla="*/ 4958368 w 7288063"/>
                <a:gd name="connsiteY13" fmla="*/ 3557130 h 4062689"/>
                <a:gd name="connsiteX14" fmla="*/ 4615502 w 7288063"/>
                <a:gd name="connsiteY14" fmla="*/ 3831241 h 4062689"/>
                <a:gd name="connsiteX15" fmla="*/ 4432431 w 7288063"/>
                <a:gd name="connsiteY15" fmla="*/ 3985641 h 4062689"/>
                <a:gd name="connsiteX16" fmla="*/ 4147729 w 7288063"/>
                <a:gd name="connsiteY16" fmla="*/ 4062222 h 4062689"/>
                <a:gd name="connsiteX17" fmla="*/ 3621378 w 7288063"/>
                <a:gd name="connsiteY17" fmla="*/ 3995166 h 4062689"/>
                <a:gd name="connsiteX18" fmla="*/ 3059117 w 7288063"/>
                <a:gd name="connsiteY18" fmla="*/ 3995166 h 4062689"/>
                <a:gd name="connsiteX19" fmla="*/ 2815658 w 7288063"/>
                <a:gd name="connsiteY19" fmla="*/ 3970115 h 4062689"/>
                <a:gd name="connsiteX20" fmla="*/ 2449326 w 7288063"/>
                <a:gd name="connsiteY20" fmla="*/ 3779710 h 4062689"/>
                <a:gd name="connsiteX21" fmla="*/ 2254064 w 7288063"/>
                <a:gd name="connsiteY21" fmla="*/ 3460814 h 4062689"/>
                <a:gd name="connsiteX22" fmla="*/ 2094520 w 7288063"/>
                <a:gd name="connsiteY22" fmla="*/ 3120390 h 4062689"/>
                <a:gd name="connsiteX23" fmla="*/ 2001461 w 7288063"/>
                <a:gd name="connsiteY23" fmla="*/ 2816161 h 4062689"/>
                <a:gd name="connsiteX24" fmla="*/ 2067945 w 7288063"/>
                <a:gd name="connsiteY24" fmla="*/ 2372296 h 4062689"/>
                <a:gd name="connsiteX25" fmla="*/ 2132715 w 7288063"/>
                <a:gd name="connsiteY25" fmla="*/ 1951672 h 4062689"/>
                <a:gd name="connsiteX26" fmla="*/ 2018034 w 7288063"/>
                <a:gd name="connsiteY26" fmla="*/ 1747171 h 4062689"/>
                <a:gd name="connsiteX27" fmla="*/ 1881827 w 7288063"/>
                <a:gd name="connsiteY27" fmla="*/ 1664017 h 4062689"/>
                <a:gd name="connsiteX28" fmla="*/ 1567788 w 7288063"/>
                <a:gd name="connsiteY28" fmla="*/ 1582579 h 4062689"/>
                <a:gd name="connsiteX29" fmla="*/ 1375001 w 7288063"/>
                <a:gd name="connsiteY29" fmla="*/ 1627441 h 4062689"/>
                <a:gd name="connsiteX30" fmla="*/ 928190 w 7288063"/>
                <a:gd name="connsiteY30" fmla="*/ 2061295 h 4062689"/>
                <a:gd name="connsiteX31" fmla="*/ 0 w 7288063"/>
                <a:gd name="connsiteY31" fmla="*/ 1692515 h 4062689"/>
                <a:gd name="connsiteX0" fmla="*/ 7157820 w 7302912"/>
                <a:gd name="connsiteY0" fmla="*/ 0 h 4062689"/>
                <a:gd name="connsiteX1" fmla="*/ 7286979 w 7302912"/>
                <a:gd name="connsiteY1" fmla="*/ 296799 h 4062689"/>
                <a:gd name="connsiteX2" fmla="*/ 7212779 w 7302912"/>
                <a:gd name="connsiteY2" fmla="*/ 603218 h 4062689"/>
                <a:gd name="connsiteX3" fmla="*/ 6490212 w 7302912"/>
                <a:gd name="connsiteY3" fmla="*/ 1139380 h 4062689"/>
                <a:gd name="connsiteX4" fmla="*/ 6317906 w 7302912"/>
                <a:gd name="connsiteY4" fmla="*/ 1266253 h 4062689"/>
                <a:gd name="connsiteX5" fmla="*/ 6203033 w 7302912"/>
                <a:gd name="connsiteY5" fmla="*/ 1469707 h 4062689"/>
                <a:gd name="connsiteX6" fmla="*/ 6109689 w 7302912"/>
                <a:gd name="connsiteY6" fmla="*/ 1752219 h 4062689"/>
                <a:gd name="connsiteX7" fmla="*/ 6045109 w 7302912"/>
                <a:gd name="connsiteY7" fmla="*/ 1974818 h 4062689"/>
                <a:gd name="connsiteX8" fmla="*/ 5966147 w 7302912"/>
                <a:gd name="connsiteY8" fmla="*/ 2230945 h 4062689"/>
                <a:gd name="connsiteX9" fmla="*/ 5836988 w 7302912"/>
                <a:gd name="connsiteY9" fmla="*/ 2477548 h 4062689"/>
                <a:gd name="connsiteX10" fmla="*/ 5553257 w 7302912"/>
                <a:gd name="connsiteY10" fmla="*/ 3014616 h 4062689"/>
                <a:gd name="connsiteX11" fmla="*/ 5276732 w 7302912"/>
                <a:gd name="connsiteY11" fmla="*/ 3280036 h 4062689"/>
                <a:gd name="connsiteX12" fmla="*/ 4958368 w 7302912"/>
                <a:gd name="connsiteY12" fmla="*/ 3557130 h 4062689"/>
                <a:gd name="connsiteX13" fmla="*/ 4615502 w 7302912"/>
                <a:gd name="connsiteY13" fmla="*/ 3831241 h 4062689"/>
                <a:gd name="connsiteX14" fmla="*/ 4432431 w 7302912"/>
                <a:gd name="connsiteY14" fmla="*/ 3985641 h 4062689"/>
                <a:gd name="connsiteX15" fmla="*/ 4147729 w 7302912"/>
                <a:gd name="connsiteY15" fmla="*/ 4062222 h 4062689"/>
                <a:gd name="connsiteX16" fmla="*/ 3621378 w 7302912"/>
                <a:gd name="connsiteY16" fmla="*/ 3995166 h 4062689"/>
                <a:gd name="connsiteX17" fmla="*/ 3059117 w 7302912"/>
                <a:gd name="connsiteY17" fmla="*/ 3995166 h 4062689"/>
                <a:gd name="connsiteX18" fmla="*/ 2815658 w 7302912"/>
                <a:gd name="connsiteY18" fmla="*/ 3970115 h 4062689"/>
                <a:gd name="connsiteX19" fmla="*/ 2449326 w 7302912"/>
                <a:gd name="connsiteY19" fmla="*/ 3779710 h 4062689"/>
                <a:gd name="connsiteX20" fmla="*/ 2254064 w 7302912"/>
                <a:gd name="connsiteY20" fmla="*/ 3460814 h 4062689"/>
                <a:gd name="connsiteX21" fmla="*/ 2094520 w 7302912"/>
                <a:gd name="connsiteY21" fmla="*/ 3120390 h 4062689"/>
                <a:gd name="connsiteX22" fmla="*/ 2001461 w 7302912"/>
                <a:gd name="connsiteY22" fmla="*/ 2816161 h 4062689"/>
                <a:gd name="connsiteX23" fmla="*/ 2067945 w 7302912"/>
                <a:gd name="connsiteY23" fmla="*/ 2372296 h 4062689"/>
                <a:gd name="connsiteX24" fmla="*/ 2132715 w 7302912"/>
                <a:gd name="connsiteY24" fmla="*/ 1951672 h 4062689"/>
                <a:gd name="connsiteX25" fmla="*/ 2018034 w 7302912"/>
                <a:gd name="connsiteY25" fmla="*/ 1747171 h 4062689"/>
                <a:gd name="connsiteX26" fmla="*/ 1881827 w 7302912"/>
                <a:gd name="connsiteY26" fmla="*/ 1664017 h 4062689"/>
                <a:gd name="connsiteX27" fmla="*/ 1567788 w 7302912"/>
                <a:gd name="connsiteY27" fmla="*/ 1582579 h 4062689"/>
                <a:gd name="connsiteX28" fmla="*/ 1375001 w 7302912"/>
                <a:gd name="connsiteY28" fmla="*/ 1627441 h 4062689"/>
                <a:gd name="connsiteX29" fmla="*/ 928190 w 7302912"/>
                <a:gd name="connsiteY29" fmla="*/ 2061295 h 4062689"/>
                <a:gd name="connsiteX30" fmla="*/ 0 w 7302912"/>
                <a:gd name="connsiteY30" fmla="*/ 1692515 h 4062689"/>
                <a:gd name="connsiteX0" fmla="*/ 7286979 w 7302912"/>
                <a:gd name="connsiteY0" fmla="*/ 0 h 3765890"/>
                <a:gd name="connsiteX1" fmla="*/ 7212779 w 7302912"/>
                <a:gd name="connsiteY1" fmla="*/ 306419 h 3765890"/>
                <a:gd name="connsiteX2" fmla="*/ 6490212 w 7302912"/>
                <a:gd name="connsiteY2" fmla="*/ 842581 h 3765890"/>
                <a:gd name="connsiteX3" fmla="*/ 6317906 w 7302912"/>
                <a:gd name="connsiteY3" fmla="*/ 969454 h 3765890"/>
                <a:gd name="connsiteX4" fmla="*/ 6203033 w 7302912"/>
                <a:gd name="connsiteY4" fmla="*/ 1172908 h 3765890"/>
                <a:gd name="connsiteX5" fmla="*/ 6109689 w 7302912"/>
                <a:gd name="connsiteY5" fmla="*/ 1455420 h 3765890"/>
                <a:gd name="connsiteX6" fmla="*/ 6045109 w 7302912"/>
                <a:gd name="connsiteY6" fmla="*/ 1678019 h 3765890"/>
                <a:gd name="connsiteX7" fmla="*/ 5966147 w 7302912"/>
                <a:gd name="connsiteY7" fmla="*/ 1934146 h 3765890"/>
                <a:gd name="connsiteX8" fmla="*/ 5836988 w 7302912"/>
                <a:gd name="connsiteY8" fmla="*/ 2180749 h 3765890"/>
                <a:gd name="connsiteX9" fmla="*/ 5553257 w 7302912"/>
                <a:gd name="connsiteY9" fmla="*/ 2717817 h 3765890"/>
                <a:gd name="connsiteX10" fmla="*/ 5276732 w 7302912"/>
                <a:gd name="connsiteY10" fmla="*/ 2983237 h 3765890"/>
                <a:gd name="connsiteX11" fmla="*/ 4958368 w 7302912"/>
                <a:gd name="connsiteY11" fmla="*/ 3260331 h 3765890"/>
                <a:gd name="connsiteX12" fmla="*/ 4615502 w 7302912"/>
                <a:gd name="connsiteY12" fmla="*/ 3534442 h 3765890"/>
                <a:gd name="connsiteX13" fmla="*/ 4432431 w 7302912"/>
                <a:gd name="connsiteY13" fmla="*/ 3688842 h 3765890"/>
                <a:gd name="connsiteX14" fmla="*/ 4147729 w 7302912"/>
                <a:gd name="connsiteY14" fmla="*/ 3765423 h 3765890"/>
                <a:gd name="connsiteX15" fmla="*/ 3621378 w 7302912"/>
                <a:gd name="connsiteY15" fmla="*/ 3698367 h 3765890"/>
                <a:gd name="connsiteX16" fmla="*/ 3059117 w 7302912"/>
                <a:gd name="connsiteY16" fmla="*/ 3698367 h 3765890"/>
                <a:gd name="connsiteX17" fmla="*/ 2815658 w 7302912"/>
                <a:gd name="connsiteY17" fmla="*/ 3673316 h 3765890"/>
                <a:gd name="connsiteX18" fmla="*/ 2449326 w 7302912"/>
                <a:gd name="connsiteY18" fmla="*/ 3482911 h 3765890"/>
                <a:gd name="connsiteX19" fmla="*/ 2254064 w 7302912"/>
                <a:gd name="connsiteY19" fmla="*/ 3164015 h 3765890"/>
                <a:gd name="connsiteX20" fmla="*/ 2094520 w 7302912"/>
                <a:gd name="connsiteY20" fmla="*/ 2823591 h 3765890"/>
                <a:gd name="connsiteX21" fmla="*/ 2001461 w 7302912"/>
                <a:gd name="connsiteY21" fmla="*/ 2519362 h 3765890"/>
                <a:gd name="connsiteX22" fmla="*/ 2067945 w 7302912"/>
                <a:gd name="connsiteY22" fmla="*/ 2075497 h 3765890"/>
                <a:gd name="connsiteX23" fmla="*/ 2132715 w 7302912"/>
                <a:gd name="connsiteY23" fmla="*/ 1654873 h 3765890"/>
                <a:gd name="connsiteX24" fmla="*/ 2018034 w 7302912"/>
                <a:gd name="connsiteY24" fmla="*/ 1450372 h 3765890"/>
                <a:gd name="connsiteX25" fmla="*/ 1881827 w 7302912"/>
                <a:gd name="connsiteY25" fmla="*/ 1367218 h 3765890"/>
                <a:gd name="connsiteX26" fmla="*/ 1567788 w 7302912"/>
                <a:gd name="connsiteY26" fmla="*/ 1285780 h 3765890"/>
                <a:gd name="connsiteX27" fmla="*/ 1375001 w 7302912"/>
                <a:gd name="connsiteY27" fmla="*/ 1330642 h 3765890"/>
                <a:gd name="connsiteX28" fmla="*/ 928190 w 7302912"/>
                <a:gd name="connsiteY28" fmla="*/ 1764496 h 3765890"/>
                <a:gd name="connsiteX29" fmla="*/ 0 w 7302912"/>
                <a:gd name="connsiteY29" fmla="*/ 1395716 h 3765890"/>
                <a:gd name="connsiteX0" fmla="*/ 7212779 w 7212779"/>
                <a:gd name="connsiteY0" fmla="*/ 0 h 3459471"/>
                <a:gd name="connsiteX1" fmla="*/ 6490212 w 7212779"/>
                <a:gd name="connsiteY1" fmla="*/ 536162 h 3459471"/>
                <a:gd name="connsiteX2" fmla="*/ 6317906 w 7212779"/>
                <a:gd name="connsiteY2" fmla="*/ 663035 h 3459471"/>
                <a:gd name="connsiteX3" fmla="*/ 6203033 w 7212779"/>
                <a:gd name="connsiteY3" fmla="*/ 866489 h 3459471"/>
                <a:gd name="connsiteX4" fmla="*/ 6109689 w 7212779"/>
                <a:gd name="connsiteY4" fmla="*/ 1149001 h 3459471"/>
                <a:gd name="connsiteX5" fmla="*/ 6045109 w 7212779"/>
                <a:gd name="connsiteY5" fmla="*/ 1371600 h 3459471"/>
                <a:gd name="connsiteX6" fmla="*/ 5966147 w 7212779"/>
                <a:gd name="connsiteY6" fmla="*/ 1627727 h 3459471"/>
                <a:gd name="connsiteX7" fmla="*/ 5836988 w 7212779"/>
                <a:gd name="connsiteY7" fmla="*/ 1874330 h 3459471"/>
                <a:gd name="connsiteX8" fmla="*/ 5553257 w 7212779"/>
                <a:gd name="connsiteY8" fmla="*/ 2411398 h 3459471"/>
                <a:gd name="connsiteX9" fmla="*/ 5276732 w 7212779"/>
                <a:gd name="connsiteY9" fmla="*/ 2676818 h 3459471"/>
                <a:gd name="connsiteX10" fmla="*/ 4958368 w 7212779"/>
                <a:gd name="connsiteY10" fmla="*/ 2953912 h 3459471"/>
                <a:gd name="connsiteX11" fmla="*/ 4615502 w 7212779"/>
                <a:gd name="connsiteY11" fmla="*/ 3228023 h 3459471"/>
                <a:gd name="connsiteX12" fmla="*/ 4432431 w 7212779"/>
                <a:gd name="connsiteY12" fmla="*/ 3382423 h 3459471"/>
                <a:gd name="connsiteX13" fmla="*/ 4147729 w 7212779"/>
                <a:gd name="connsiteY13" fmla="*/ 3459004 h 3459471"/>
                <a:gd name="connsiteX14" fmla="*/ 3621378 w 7212779"/>
                <a:gd name="connsiteY14" fmla="*/ 3391948 h 3459471"/>
                <a:gd name="connsiteX15" fmla="*/ 3059117 w 7212779"/>
                <a:gd name="connsiteY15" fmla="*/ 3391948 h 3459471"/>
                <a:gd name="connsiteX16" fmla="*/ 2815658 w 7212779"/>
                <a:gd name="connsiteY16" fmla="*/ 3366897 h 3459471"/>
                <a:gd name="connsiteX17" fmla="*/ 2449326 w 7212779"/>
                <a:gd name="connsiteY17" fmla="*/ 3176492 h 3459471"/>
                <a:gd name="connsiteX18" fmla="*/ 2254064 w 7212779"/>
                <a:gd name="connsiteY18" fmla="*/ 2857596 h 3459471"/>
                <a:gd name="connsiteX19" fmla="*/ 2094520 w 7212779"/>
                <a:gd name="connsiteY19" fmla="*/ 2517172 h 3459471"/>
                <a:gd name="connsiteX20" fmla="*/ 2001461 w 7212779"/>
                <a:gd name="connsiteY20" fmla="*/ 2212943 h 3459471"/>
                <a:gd name="connsiteX21" fmla="*/ 2067945 w 7212779"/>
                <a:gd name="connsiteY21" fmla="*/ 1769078 h 3459471"/>
                <a:gd name="connsiteX22" fmla="*/ 2132715 w 7212779"/>
                <a:gd name="connsiteY22" fmla="*/ 1348454 h 3459471"/>
                <a:gd name="connsiteX23" fmla="*/ 2018034 w 7212779"/>
                <a:gd name="connsiteY23" fmla="*/ 1143953 h 3459471"/>
                <a:gd name="connsiteX24" fmla="*/ 1881827 w 7212779"/>
                <a:gd name="connsiteY24" fmla="*/ 1060799 h 3459471"/>
                <a:gd name="connsiteX25" fmla="*/ 1567788 w 7212779"/>
                <a:gd name="connsiteY25" fmla="*/ 979361 h 3459471"/>
                <a:gd name="connsiteX26" fmla="*/ 1375001 w 7212779"/>
                <a:gd name="connsiteY26" fmla="*/ 1024223 h 3459471"/>
                <a:gd name="connsiteX27" fmla="*/ 928190 w 7212779"/>
                <a:gd name="connsiteY27" fmla="*/ 1458077 h 3459471"/>
                <a:gd name="connsiteX28" fmla="*/ 0 w 7212779"/>
                <a:gd name="connsiteY28" fmla="*/ 1089297 h 3459471"/>
                <a:gd name="connsiteX0" fmla="*/ 6490212 w 6490212"/>
                <a:gd name="connsiteY0" fmla="*/ -1 h 2923308"/>
                <a:gd name="connsiteX1" fmla="*/ 6317906 w 6490212"/>
                <a:gd name="connsiteY1" fmla="*/ 126872 h 2923308"/>
                <a:gd name="connsiteX2" fmla="*/ 6203033 w 6490212"/>
                <a:gd name="connsiteY2" fmla="*/ 330326 h 2923308"/>
                <a:gd name="connsiteX3" fmla="*/ 6109689 w 6490212"/>
                <a:gd name="connsiteY3" fmla="*/ 612838 h 2923308"/>
                <a:gd name="connsiteX4" fmla="*/ 6045109 w 6490212"/>
                <a:gd name="connsiteY4" fmla="*/ 835437 h 2923308"/>
                <a:gd name="connsiteX5" fmla="*/ 5966147 w 6490212"/>
                <a:gd name="connsiteY5" fmla="*/ 1091564 h 2923308"/>
                <a:gd name="connsiteX6" fmla="*/ 5836988 w 6490212"/>
                <a:gd name="connsiteY6" fmla="*/ 1338167 h 2923308"/>
                <a:gd name="connsiteX7" fmla="*/ 5553257 w 6490212"/>
                <a:gd name="connsiteY7" fmla="*/ 1875235 h 2923308"/>
                <a:gd name="connsiteX8" fmla="*/ 5276732 w 6490212"/>
                <a:gd name="connsiteY8" fmla="*/ 2140655 h 2923308"/>
                <a:gd name="connsiteX9" fmla="*/ 4958368 w 6490212"/>
                <a:gd name="connsiteY9" fmla="*/ 2417749 h 2923308"/>
                <a:gd name="connsiteX10" fmla="*/ 4615502 w 6490212"/>
                <a:gd name="connsiteY10" fmla="*/ 2691860 h 2923308"/>
                <a:gd name="connsiteX11" fmla="*/ 4432431 w 6490212"/>
                <a:gd name="connsiteY11" fmla="*/ 2846260 h 2923308"/>
                <a:gd name="connsiteX12" fmla="*/ 4147729 w 6490212"/>
                <a:gd name="connsiteY12" fmla="*/ 2922841 h 2923308"/>
                <a:gd name="connsiteX13" fmla="*/ 3621378 w 6490212"/>
                <a:gd name="connsiteY13" fmla="*/ 2855785 h 2923308"/>
                <a:gd name="connsiteX14" fmla="*/ 3059117 w 6490212"/>
                <a:gd name="connsiteY14" fmla="*/ 2855785 h 2923308"/>
                <a:gd name="connsiteX15" fmla="*/ 2815658 w 6490212"/>
                <a:gd name="connsiteY15" fmla="*/ 2830734 h 2923308"/>
                <a:gd name="connsiteX16" fmla="*/ 2449326 w 6490212"/>
                <a:gd name="connsiteY16" fmla="*/ 2640329 h 2923308"/>
                <a:gd name="connsiteX17" fmla="*/ 2254064 w 6490212"/>
                <a:gd name="connsiteY17" fmla="*/ 2321433 h 2923308"/>
                <a:gd name="connsiteX18" fmla="*/ 2094520 w 6490212"/>
                <a:gd name="connsiteY18" fmla="*/ 1981009 h 2923308"/>
                <a:gd name="connsiteX19" fmla="*/ 2001461 w 6490212"/>
                <a:gd name="connsiteY19" fmla="*/ 1676780 h 2923308"/>
                <a:gd name="connsiteX20" fmla="*/ 2067945 w 6490212"/>
                <a:gd name="connsiteY20" fmla="*/ 1232915 h 2923308"/>
                <a:gd name="connsiteX21" fmla="*/ 2132715 w 6490212"/>
                <a:gd name="connsiteY21" fmla="*/ 812291 h 2923308"/>
                <a:gd name="connsiteX22" fmla="*/ 2018034 w 6490212"/>
                <a:gd name="connsiteY22" fmla="*/ 607790 h 2923308"/>
                <a:gd name="connsiteX23" fmla="*/ 1881827 w 6490212"/>
                <a:gd name="connsiteY23" fmla="*/ 524636 h 2923308"/>
                <a:gd name="connsiteX24" fmla="*/ 1567788 w 6490212"/>
                <a:gd name="connsiteY24" fmla="*/ 443198 h 2923308"/>
                <a:gd name="connsiteX25" fmla="*/ 1375001 w 6490212"/>
                <a:gd name="connsiteY25" fmla="*/ 488060 h 2923308"/>
                <a:gd name="connsiteX26" fmla="*/ 928190 w 6490212"/>
                <a:gd name="connsiteY26" fmla="*/ 921914 h 2923308"/>
                <a:gd name="connsiteX27" fmla="*/ 0 w 6490212"/>
                <a:gd name="connsiteY27" fmla="*/ 553134 h 2923308"/>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966147 w 6490212"/>
                <a:gd name="connsiteY4" fmla="*/ 1091565 h 2923309"/>
                <a:gd name="connsiteX5" fmla="*/ 5836988 w 6490212"/>
                <a:gd name="connsiteY5" fmla="*/ 1338168 h 2923309"/>
                <a:gd name="connsiteX6" fmla="*/ 5553257 w 6490212"/>
                <a:gd name="connsiteY6" fmla="*/ 1875236 h 2923309"/>
                <a:gd name="connsiteX7" fmla="*/ 5276732 w 6490212"/>
                <a:gd name="connsiteY7" fmla="*/ 2140656 h 2923309"/>
                <a:gd name="connsiteX8" fmla="*/ 4958368 w 6490212"/>
                <a:gd name="connsiteY8" fmla="*/ 2417750 h 2923309"/>
                <a:gd name="connsiteX9" fmla="*/ 4615502 w 6490212"/>
                <a:gd name="connsiteY9" fmla="*/ 2691861 h 2923309"/>
                <a:gd name="connsiteX10" fmla="*/ 4432431 w 6490212"/>
                <a:gd name="connsiteY10" fmla="*/ 2846261 h 2923309"/>
                <a:gd name="connsiteX11" fmla="*/ 4147729 w 6490212"/>
                <a:gd name="connsiteY11" fmla="*/ 2922842 h 2923309"/>
                <a:gd name="connsiteX12" fmla="*/ 3621378 w 6490212"/>
                <a:gd name="connsiteY12" fmla="*/ 2855786 h 2923309"/>
                <a:gd name="connsiteX13" fmla="*/ 3059117 w 6490212"/>
                <a:gd name="connsiteY13" fmla="*/ 2855786 h 2923309"/>
                <a:gd name="connsiteX14" fmla="*/ 2815658 w 6490212"/>
                <a:gd name="connsiteY14" fmla="*/ 2830735 h 2923309"/>
                <a:gd name="connsiteX15" fmla="*/ 2449326 w 6490212"/>
                <a:gd name="connsiteY15" fmla="*/ 2640330 h 2923309"/>
                <a:gd name="connsiteX16" fmla="*/ 2254064 w 6490212"/>
                <a:gd name="connsiteY16" fmla="*/ 2321434 h 2923309"/>
                <a:gd name="connsiteX17" fmla="*/ 2094520 w 6490212"/>
                <a:gd name="connsiteY17" fmla="*/ 1981010 h 2923309"/>
                <a:gd name="connsiteX18" fmla="*/ 2001461 w 6490212"/>
                <a:gd name="connsiteY18" fmla="*/ 1676781 h 2923309"/>
                <a:gd name="connsiteX19" fmla="*/ 2067945 w 6490212"/>
                <a:gd name="connsiteY19" fmla="*/ 1232916 h 2923309"/>
                <a:gd name="connsiteX20" fmla="*/ 2132715 w 6490212"/>
                <a:gd name="connsiteY20" fmla="*/ 812292 h 2923309"/>
                <a:gd name="connsiteX21" fmla="*/ 2018034 w 6490212"/>
                <a:gd name="connsiteY21" fmla="*/ 607791 h 2923309"/>
                <a:gd name="connsiteX22" fmla="*/ 1881827 w 6490212"/>
                <a:gd name="connsiteY22" fmla="*/ 524637 h 2923309"/>
                <a:gd name="connsiteX23" fmla="*/ 1567788 w 6490212"/>
                <a:gd name="connsiteY23" fmla="*/ 443199 h 2923309"/>
                <a:gd name="connsiteX24" fmla="*/ 1375001 w 6490212"/>
                <a:gd name="connsiteY24" fmla="*/ 488061 h 2923309"/>
                <a:gd name="connsiteX25" fmla="*/ 928190 w 6490212"/>
                <a:gd name="connsiteY25" fmla="*/ 921915 h 2923309"/>
                <a:gd name="connsiteX26" fmla="*/ 0 w 6490212"/>
                <a:gd name="connsiteY26"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836988 w 6490212"/>
                <a:gd name="connsiteY4" fmla="*/ 1338168 h 2923309"/>
                <a:gd name="connsiteX5" fmla="*/ 5553257 w 6490212"/>
                <a:gd name="connsiteY5" fmla="*/ 1875236 h 2923309"/>
                <a:gd name="connsiteX6" fmla="*/ 5276732 w 6490212"/>
                <a:gd name="connsiteY6" fmla="*/ 2140656 h 2923309"/>
                <a:gd name="connsiteX7" fmla="*/ 4958368 w 6490212"/>
                <a:gd name="connsiteY7" fmla="*/ 2417750 h 2923309"/>
                <a:gd name="connsiteX8" fmla="*/ 4615502 w 6490212"/>
                <a:gd name="connsiteY8" fmla="*/ 2691861 h 2923309"/>
                <a:gd name="connsiteX9" fmla="*/ 4432431 w 6490212"/>
                <a:gd name="connsiteY9" fmla="*/ 2846261 h 2923309"/>
                <a:gd name="connsiteX10" fmla="*/ 4147729 w 6490212"/>
                <a:gd name="connsiteY10" fmla="*/ 2922842 h 2923309"/>
                <a:gd name="connsiteX11" fmla="*/ 3621378 w 6490212"/>
                <a:gd name="connsiteY11" fmla="*/ 2855786 h 2923309"/>
                <a:gd name="connsiteX12" fmla="*/ 3059117 w 6490212"/>
                <a:gd name="connsiteY12" fmla="*/ 2855786 h 2923309"/>
                <a:gd name="connsiteX13" fmla="*/ 2815658 w 6490212"/>
                <a:gd name="connsiteY13" fmla="*/ 2830735 h 2923309"/>
                <a:gd name="connsiteX14" fmla="*/ 2449326 w 6490212"/>
                <a:gd name="connsiteY14" fmla="*/ 2640330 h 2923309"/>
                <a:gd name="connsiteX15" fmla="*/ 2254064 w 6490212"/>
                <a:gd name="connsiteY15" fmla="*/ 2321434 h 2923309"/>
                <a:gd name="connsiteX16" fmla="*/ 2094520 w 6490212"/>
                <a:gd name="connsiteY16" fmla="*/ 1981010 h 2923309"/>
                <a:gd name="connsiteX17" fmla="*/ 2001461 w 6490212"/>
                <a:gd name="connsiteY17" fmla="*/ 1676781 h 2923309"/>
                <a:gd name="connsiteX18" fmla="*/ 2067945 w 6490212"/>
                <a:gd name="connsiteY18" fmla="*/ 1232916 h 2923309"/>
                <a:gd name="connsiteX19" fmla="*/ 2132715 w 6490212"/>
                <a:gd name="connsiteY19" fmla="*/ 812292 h 2923309"/>
                <a:gd name="connsiteX20" fmla="*/ 2018034 w 6490212"/>
                <a:gd name="connsiteY20" fmla="*/ 607791 h 2923309"/>
                <a:gd name="connsiteX21" fmla="*/ 1881827 w 6490212"/>
                <a:gd name="connsiteY21" fmla="*/ 524637 h 2923309"/>
                <a:gd name="connsiteX22" fmla="*/ 1567788 w 6490212"/>
                <a:gd name="connsiteY22" fmla="*/ 443199 h 2923309"/>
                <a:gd name="connsiteX23" fmla="*/ 1375001 w 6490212"/>
                <a:gd name="connsiteY23" fmla="*/ 488061 h 2923309"/>
                <a:gd name="connsiteX24" fmla="*/ 928190 w 6490212"/>
                <a:gd name="connsiteY24" fmla="*/ 921915 h 2923309"/>
                <a:gd name="connsiteX25" fmla="*/ 0 w 6490212"/>
                <a:gd name="connsiteY25"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6045109 w 6490212"/>
                <a:gd name="connsiteY3" fmla="*/ 835438 h 2923309"/>
                <a:gd name="connsiteX4" fmla="*/ 5681887 w 6490212"/>
                <a:gd name="connsiteY4" fmla="*/ 1662725 h 2923309"/>
                <a:gd name="connsiteX5" fmla="*/ 5553257 w 6490212"/>
                <a:gd name="connsiteY5" fmla="*/ 1875236 h 2923309"/>
                <a:gd name="connsiteX6" fmla="*/ 5276732 w 6490212"/>
                <a:gd name="connsiteY6" fmla="*/ 2140656 h 2923309"/>
                <a:gd name="connsiteX7" fmla="*/ 4958368 w 6490212"/>
                <a:gd name="connsiteY7" fmla="*/ 2417750 h 2923309"/>
                <a:gd name="connsiteX8" fmla="*/ 4615502 w 6490212"/>
                <a:gd name="connsiteY8" fmla="*/ 2691861 h 2923309"/>
                <a:gd name="connsiteX9" fmla="*/ 4432431 w 6490212"/>
                <a:gd name="connsiteY9" fmla="*/ 2846261 h 2923309"/>
                <a:gd name="connsiteX10" fmla="*/ 4147729 w 6490212"/>
                <a:gd name="connsiteY10" fmla="*/ 2922842 h 2923309"/>
                <a:gd name="connsiteX11" fmla="*/ 3621378 w 6490212"/>
                <a:gd name="connsiteY11" fmla="*/ 2855786 h 2923309"/>
                <a:gd name="connsiteX12" fmla="*/ 3059117 w 6490212"/>
                <a:gd name="connsiteY12" fmla="*/ 2855786 h 2923309"/>
                <a:gd name="connsiteX13" fmla="*/ 2815658 w 6490212"/>
                <a:gd name="connsiteY13" fmla="*/ 2830735 h 2923309"/>
                <a:gd name="connsiteX14" fmla="*/ 2449326 w 6490212"/>
                <a:gd name="connsiteY14" fmla="*/ 2640330 h 2923309"/>
                <a:gd name="connsiteX15" fmla="*/ 2254064 w 6490212"/>
                <a:gd name="connsiteY15" fmla="*/ 2321434 h 2923309"/>
                <a:gd name="connsiteX16" fmla="*/ 2094520 w 6490212"/>
                <a:gd name="connsiteY16" fmla="*/ 1981010 h 2923309"/>
                <a:gd name="connsiteX17" fmla="*/ 2001461 w 6490212"/>
                <a:gd name="connsiteY17" fmla="*/ 1676781 h 2923309"/>
                <a:gd name="connsiteX18" fmla="*/ 2067945 w 6490212"/>
                <a:gd name="connsiteY18" fmla="*/ 1232916 h 2923309"/>
                <a:gd name="connsiteX19" fmla="*/ 2132715 w 6490212"/>
                <a:gd name="connsiteY19" fmla="*/ 812292 h 2923309"/>
                <a:gd name="connsiteX20" fmla="*/ 2018034 w 6490212"/>
                <a:gd name="connsiteY20" fmla="*/ 607791 h 2923309"/>
                <a:gd name="connsiteX21" fmla="*/ 1881827 w 6490212"/>
                <a:gd name="connsiteY21" fmla="*/ 524637 h 2923309"/>
                <a:gd name="connsiteX22" fmla="*/ 1567788 w 6490212"/>
                <a:gd name="connsiteY22" fmla="*/ 443199 h 2923309"/>
                <a:gd name="connsiteX23" fmla="*/ 1375001 w 6490212"/>
                <a:gd name="connsiteY23" fmla="*/ 488061 h 2923309"/>
                <a:gd name="connsiteX24" fmla="*/ 928190 w 6490212"/>
                <a:gd name="connsiteY24" fmla="*/ 921915 h 2923309"/>
                <a:gd name="connsiteX25" fmla="*/ 0 w 6490212"/>
                <a:gd name="connsiteY25" fmla="*/ 553135 h 2923309"/>
                <a:gd name="connsiteX0" fmla="*/ 6490212 w 6490212"/>
                <a:gd name="connsiteY0" fmla="*/ 0 h 2923309"/>
                <a:gd name="connsiteX1" fmla="*/ 6317906 w 6490212"/>
                <a:gd name="connsiteY1" fmla="*/ 126873 h 2923309"/>
                <a:gd name="connsiteX2" fmla="*/ 6203033 w 6490212"/>
                <a:gd name="connsiteY2" fmla="*/ 330327 h 2923309"/>
                <a:gd name="connsiteX3" fmla="*/ 5681887 w 6490212"/>
                <a:gd name="connsiteY3" fmla="*/ 1662725 h 2923309"/>
                <a:gd name="connsiteX4" fmla="*/ 5553257 w 6490212"/>
                <a:gd name="connsiteY4" fmla="*/ 1875236 h 2923309"/>
                <a:gd name="connsiteX5" fmla="*/ 5276732 w 6490212"/>
                <a:gd name="connsiteY5" fmla="*/ 2140656 h 2923309"/>
                <a:gd name="connsiteX6" fmla="*/ 4958368 w 6490212"/>
                <a:gd name="connsiteY6" fmla="*/ 2417750 h 2923309"/>
                <a:gd name="connsiteX7" fmla="*/ 4615502 w 6490212"/>
                <a:gd name="connsiteY7" fmla="*/ 2691861 h 2923309"/>
                <a:gd name="connsiteX8" fmla="*/ 4432431 w 6490212"/>
                <a:gd name="connsiteY8" fmla="*/ 2846261 h 2923309"/>
                <a:gd name="connsiteX9" fmla="*/ 4147729 w 6490212"/>
                <a:gd name="connsiteY9" fmla="*/ 2922842 h 2923309"/>
                <a:gd name="connsiteX10" fmla="*/ 3621378 w 6490212"/>
                <a:gd name="connsiteY10" fmla="*/ 2855786 h 2923309"/>
                <a:gd name="connsiteX11" fmla="*/ 3059117 w 6490212"/>
                <a:gd name="connsiteY11" fmla="*/ 2855786 h 2923309"/>
                <a:gd name="connsiteX12" fmla="*/ 2815658 w 6490212"/>
                <a:gd name="connsiteY12" fmla="*/ 2830735 h 2923309"/>
                <a:gd name="connsiteX13" fmla="*/ 2449326 w 6490212"/>
                <a:gd name="connsiteY13" fmla="*/ 2640330 h 2923309"/>
                <a:gd name="connsiteX14" fmla="*/ 2254064 w 6490212"/>
                <a:gd name="connsiteY14" fmla="*/ 2321434 h 2923309"/>
                <a:gd name="connsiteX15" fmla="*/ 2094520 w 6490212"/>
                <a:gd name="connsiteY15" fmla="*/ 1981010 h 2923309"/>
                <a:gd name="connsiteX16" fmla="*/ 2001461 w 6490212"/>
                <a:gd name="connsiteY16" fmla="*/ 1676781 h 2923309"/>
                <a:gd name="connsiteX17" fmla="*/ 2067945 w 6490212"/>
                <a:gd name="connsiteY17" fmla="*/ 1232916 h 2923309"/>
                <a:gd name="connsiteX18" fmla="*/ 2132715 w 6490212"/>
                <a:gd name="connsiteY18" fmla="*/ 812292 h 2923309"/>
                <a:gd name="connsiteX19" fmla="*/ 2018034 w 6490212"/>
                <a:gd name="connsiteY19" fmla="*/ 607791 h 2923309"/>
                <a:gd name="connsiteX20" fmla="*/ 1881827 w 6490212"/>
                <a:gd name="connsiteY20" fmla="*/ 524637 h 2923309"/>
                <a:gd name="connsiteX21" fmla="*/ 1567788 w 6490212"/>
                <a:gd name="connsiteY21" fmla="*/ 443199 h 2923309"/>
                <a:gd name="connsiteX22" fmla="*/ 1375001 w 6490212"/>
                <a:gd name="connsiteY22" fmla="*/ 488061 h 2923309"/>
                <a:gd name="connsiteX23" fmla="*/ 928190 w 6490212"/>
                <a:gd name="connsiteY23" fmla="*/ 921915 h 2923309"/>
                <a:gd name="connsiteX24" fmla="*/ 0 w 6490212"/>
                <a:gd name="connsiteY24" fmla="*/ 553135 h 2923309"/>
                <a:gd name="connsiteX0" fmla="*/ 6490212 w 6490212"/>
                <a:gd name="connsiteY0" fmla="*/ 5924 h 2929233"/>
                <a:gd name="connsiteX1" fmla="*/ 6317906 w 6490212"/>
                <a:gd name="connsiteY1" fmla="*/ 132797 h 2929233"/>
                <a:gd name="connsiteX2" fmla="*/ 5681887 w 6490212"/>
                <a:gd name="connsiteY2" fmla="*/ 1668649 h 2929233"/>
                <a:gd name="connsiteX3" fmla="*/ 5553257 w 6490212"/>
                <a:gd name="connsiteY3" fmla="*/ 1881160 h 2929233"/>
                <a:gd name="connsiteX4" fmla="*/ 5276732 w 6490212"/>
                <a:gd name="connsiteY4" fmla="*/ 2146580 h 2929233"/>
                <a:gd name="connsiteX5" fmla="*/ 4958368 w 6490212"/>
                <a:gd name="connsiteY5" fmla="*/ 2423674 h 2929233"/>
                <a:gd name="connsiteX6" fmla="*/ 4615502 w 6490212"/>
                <a:gd name="connsiteY6" fmla="*/ 2697785 h 2929233"/>
                <a:gd name="connsiteX7" fmla="*/ 4432431 w 6490212"/>
                <a:gd name="connsiteY7" fmla="*/ 2852185 h 2929233"/>
                <a:gd name="connsiteX8" fmla="*/ 4147729 w 6490212"/>
                <a:gd name="connsiteY8" fmla="*/ 2928766 h 2929233"/>
                <a:gd name="connsiteX9" fmla="*/ 3621378 w 6490212"/>
                <a:gd name="connsiteY9" fmla="*/ 2861710 h 2929233"/>
                <a:gd name="connsiteX10" fmla="*/ 3059117 w 6490212"/>
                <a:gd name="connsiteY10" fmla="*/ 2861710 h 2929233"/>
                <a:gd name="connsiteX11" fmla="*/ 2815658 w 6490212"/>
                <a:gd name="connsiteY11" fmla="*/ 2836659 h 2929233"/>
                <a:gd name="connsiteX12" fmla="*/ 2449326 w 6490212"/>
                <a:gd name="connsiteY12" fmla="*/ 2646254 h 2929233"/>
                <a:gd name="connsiteX13" fmla="*/ 2254064 w 6490212"/>
                <a:gd name="connsiteY13" fmla="*/ 2327358 h 2929233"/>
                <a:gd name="connsiteX14" fmla="*/ 2094520 w 6490212"/>
                <a:gd name="connsiteY14" fmla="*/ 1986934 h 2929233"/>
                <a:gd name="connsiteX15" fmla="*/ 2001461 w 6490212"/>
                <a:gd name="connsiteY15" fmla="*/ 1682705 h 2929233"/>
                <a:gd name="connsiteX16" fmla="*/ 2067945 w 6490212"/>
                <a:gd name="connsiteY16" fmla="*/ 1238840 h 2929233"/>
                <a:gd name="connsiteX17" fmla="*/ 2132715 w 6490212"/>
                <a:gd name="connsiteY17" fmla="*/ 818216 h 2929233"/>
                <a:gd name="connsiteX18" fmla="*/ 2018034 w 6490212"/>
                <a:gd name="connsiteY18" fmla="*/ 613715 h 2929233"/>
                <a:gd name="connsiteX19" fmla="*/ 1881827 w 6490212"/>
                <a:gd name="connsiteY19" fmla="*/ 530561 h 2929233"/>
                <a:gd name="connsiteX20" fmla="*/ 1567788 w 6490212"/>
                <a:gd name="connsiteY20" fmla="*/ 449123 h 2929233"/>
                <a:gd name="connsiteX21" fmla="*/ 1375001 w 6490212"/>
                <a:gd name="connsiteY21" fmla="*/ 493985 h 2929233"/>
                <a:gd name="connsiteX22" fmla="*/ 928190 w 6490212"/>
                <a:gd name="connsiteY22" fmla="*/ 927839 h 2929233"/>
                <a:gd name="connsiteX23" fmla="*/ 0 w 6490212"/>
                <a:gd name="connsiteY23" fmla="*/ 559059 h 2929233"/>
                <a:gd name="connsiteX0" fmla="*/ 6490212 w 6490212"/>
                <a:gd name="connsiteY0" fmla="*/ 0 h 2923309"/>
                <a:gd name="connsiteX1" fmla="*/ 5681887 w 6490212"/>
                <a:gd name="connsiteY1" fmla="*/ 1662725 h 2923309"/>
                <a:gd name="connsiteX2" fmla="*/ 5553257 w 6490212"/>
                <a:gd name="connsiteY2" fmla="*/ 1875236 h 2923309"/>
                <a:gd name="connsiteX3" fmla="*/ 5276732 w 6490212"/>
                <a:gd name="connsiteY3" fmla="*/ 2140656 h 2923309"/>
                <a:gd name="connsiteX4" fmla="*/ 4958368 w 6490212"/>
                <a:gd name="connsiteY4" fmla="*/ 2417750 h 2923309"/>
                <a:gd name="connsiteX5" fmla="*/ 4615502 w 6490212"/>
                <a:gd name="connsiteY5" fmla="*/ 2691861 h 2923309"/>
                <a:gd name="connsiteX6" fmla="*/ 4432431 w 6490212"/>
                <a:gd name="connsiteY6" fmla="*/ 2846261 h 2923309"/>
                <a:gd name="connsiteX7" fmla="*/ 4147729 w 6490212"/>
                <a:gd name="connsiteY7" fmla="*/ 2922842 h 2923309"/>
                <a:gd name="connsiteX8" fmla="*/ 3621378 w 6490212"/>
                <a:gd name="connsiteY8" fmla="*/ 2855786 h 2923309"/>
                <a:gd name="connsiteX9" fmla="*/ 3059117 w 6490212"/>
                <a:gd name="connsiteY9" fmla="*/ 2855786 h 2923309"/>
                <a:gd name="connsiteX10" fmla="*/ 2815658 w 6490212"/>
                <a:gd name="connsiteY10" fmla="*/ 2830735 h 2923309"/>
                <a:gd name="connsiteX11" fmla="*/ 2449326 w 6490212"/>
                <a:gd name="connsiteY11" fmla="*/ 2640330 h 2923309"/>
                <a:gd name="connsiteX12" fmla="*/ 2254064 w 6490212"/>
                <a:gd name="connsiteY12" fmla="*/ 2321434 h 2923309"/>
                <a:gd name="connsiteX13" fmla="*/ 2094520 w 6490212"/>
                <a:gd name="connsiteY13" fmla="*/ 1981010 h 2923309"/>
                <a:gd name="connsiteX14" fmla="*/ 2001461 w 6490212"/>
                <a:gd name="connsiteY14" fmla="*/ 1676781 h 2923309"/>
                <a:gd name="connsiteX15" fmla="*/ 2067945 w 6490212"/>
                <a:gd name="connsiteY15" fmla="*/ 1232916 h 2923309"/>
                <a:gd name="connsiteX16" fmla="*/ 2132715 w 6490212"/>
                <a:gd name="connsiteY16" fmla="*/ 812292 h 2923309"/>
                <a:gd name="connsiteX17" fmla="*/ 2018034 w 6490212"/>
                <a:gd name="connsiteY17" fmla="*/ 607791 h 2923309"/>
                <a:gd name="connsiteX18" fmla="*/ 1881827 w 6490212"/>
                <a:gd name="connsiteY18" fmla="*/ 524637 h 2923309"/>
                <a:gd name="connsiteX19" fmla="*/ 1567788 w 6490212"/>
                <a:gd name="connsiteY19" fmla="*/ 443199 h 2923309"/>
                <a:gd name="connsiteX20" fmla="*/ 1375001 w 6490212"/>
                <a:gd name="connsiteY20" fmla="*/ 488061 h 2923309"/>
                <a:gd name="connsiteX21" fmla="*/ 928190 w 6490212"/>
                <a:gd name="connsiteY21" fmla="*/ 921915 h 2923309"/>
                <a:gd name="connsiteX22" fmla="*/ 0 w 6490212"/>
                <a:gd name="connsiteY22" fmla="*/ 553135 h 2923309"/>
                <a:gd name="connsiteX0" fmla="*/ 5681887 w 5681887"/>
                <a:gd name="connsiteY0" fmla="*/ 1225821 h 2486405"/>
                <a:gd name="connsiteX1" fmla="*/ 5553257 w 5681887"/>
                <a:gd name="connsiteY1" fmla="*/ 1438332 h 2486405"/>
                <a:gd name="connsiteX2" fmla="*/ 5276732 w 5681887"/>
                <a:gd name="connsiteY2" fmla="*/ 1703752 h 2486405"/>
                <a:gd name="connsiteX3" fmla="*/ 4958368 w 5681887"/>
                <a:gd name="connsiteY3" fmla="*/ 1980846 h 2486405"/>
                <a:gd name="connsiteX4" fmla="*/ 4615502 w 5681887"/>
                <a:gd name="connsiteY4" fmla="*/ 2254957 h 2486405"/>
                <a:gd name="connsiteX5" fmla="*/ 4432431 w 5681887"/>
                <a:gd name="connsiteY5" fmla="*/ 2409357 h 2486405"/>
                <a:gd name="connsiteX6" fmla="*/ 4147729 w 5681887"/>
                <a:gd name="connsiteY6" fmla="*/ 2485938 h 2486405"/>
                <a:gd name="connsiteX7" fmla="*/ 3621378 w 5681887"/>
                <a:gd name="connsiteY7" fmla="*/ 2418882 h 2486405"/>
                <a:gd name="connsiteX8" fmla="*/ 3059117 w 5681887"/>
                <a:gd name="connsiteY8" fmla="*/ 2418882 h 2486405"/>
                <a:gd name="connsiteX9" fmla="*/ 2815658 w 5681887"/>
                <a:gd name="connsiteY9" fmla="*/ 2393831 h 2486405"/>
                <a:gd name="connsiteX10" fmla="*/ 2449326 w 5681887"/>
                <a:gd name="connsiteY10" fmla="*/ 2203426 h 2486405"/>
                <a:gd name="connsiteX11" fmla="*/ 2254064 w 5681887"/>
                <a:gd name="connsiteY11" fmla="*/ 1884530 h 2486405"/>
                <a:gd name="connsiteX12" fmla="*/ 2094520 w 5681887"/>
                <a:gd name="connsiteY12" fmla="*/ 1544106 h 2486405"/>
                <a:gd name="connsiteX13" fmla="*/ 2001461 w 5681887"/>
                <a:gd name="connsiteY13" fmla="*/ 1239877 h 2486405"/>
                <a:gd name="connsiteX14" fmla="*/ 2067945 w 5681887"/>
                <a:gd name="connsiteY14" fmla="*/ 796012 h 2486405"/>
                <a:gd name="connsiteX15" fmla="*/ 2132715 w 5681887"/>
                <a:gd name="connsiteY15" fmla="*/ 375388 h 2486405"/>
                <a:gd name="connsiteX16" fmla="*/ 2018034 w 5681887"/>
                <a:gd name="connsiteY16" fmla="*/ 170887 h 2486405"/>
                <a:gd name="connsiteX17" fmla="*/ 1881827 w 5681887"/>
                <a:gd name="connsiteY17" fmla="*/ 87733 h 2486405"/>
                <a:gd name="connsiteX18" fmla="*/ 1567788 w 5681887"/>
                <a:gd name="connsiteY18" fmla="*/ 6295 h 2486405"/>
                <a:gd name="connsiteX19" fmla="*/ 1375001 w 5681887"/>
                <a:gd name="connsiteY19" fmla="*/ 51157 h 2486405"/>
                <a:gd name="connsiteX20" fmla="*/ 928190 w 5681887"/>
                <a:gd name="connsiteY20" fmla="*/ 485011 h 2486405"/>
                <a:gd name="connsiteX21" fmla="*/ 0 w 5681887"/>
                <a:gd name="connsiteY21" fmla="*/ 116231 h 2486405"/>
                <a:gd name="connsiteX0" fmla="*/ 5694135 w 5694135"/>
                <a:gd name="connsiteY0" fmla="*/ 1199704 h 2486405"/>
                <a:gd name="connsiteX1" fmla="*/ 5553257 w 5694135"/>
                <a:gd name="connsiteY1" fmla="*/ 1438332 h 2486405"/>
                <a:gd name="connsiteX2" fmla="*/ 5276732 w 5694135"/>
                <a:gd name="connsiteY2" fmla="*/ 1703752 h 2486405"/>
                <a:gd name="connsiteX3" fmla="*/ 4958368 w 5694135"/>
                <a:gd name="connsiteY3" fmla="*/ 1980846 h 2486405"/>
                <a:gd name="connsiteX4" fmla="*/ 4615502 w 5694135"/>
                <a:gd name="connsiteY4" fmla="*/ 2254957 h 2486405"/>
                <a:gd name="connsiteX5" fmla="*/ 4432431 w 5694135"/>
                <a:gd name="connsiteY5" fmla="*/ 2409357 h 2486405"/>
                <a:gd name="connsiteX6" fmla="*/ 4147729 w 5694135"/>
                <a:gd name="connsiteY6" fmla="*/ 2485938 h 2486405"/>
                <a:gd name="connsiteX7" fmla="*/ 3621378 w 5694135"/>
                <a:gd name="connsiteY7" fmla="*/ 2418882 h 2486405"/>
                <a:gd name="connsiteX8" fmla="*/ 3059117 w 5694135"/>
                <a:gd name="connsiteY8" fmla="*/ 2418882 h 2486405"/>
                <a:gd name="connsiteX9" fmla="*/ 2815658 w 5694135"/>
                <a:gd name="connsiteY9" fmla="*/ 2393831 h 2486405"/>
                <a:gd name="connsiteX10" fmla="*/ 2449326 w 5694135"/>
                <a:gd name="connsiteY10" fmla="*/ 2203426 h 2486405"/>
                <a:gd name="connsiteX11" fmla="*/ 2254064 w 5694135"/>
                <a:gd name="connsiteY11" fmla="*/ 1884530 h 2486405"/>
                <a:gd name="connsiteX12" fmla="*/ 2094520 w 5694135"/>
                <a:gd name="connsiteY12" fmla="*/ 1544106 h 2486405"/>
                <a:gd name="connsiteX13" fmla="*/ 2001461 w 5694135"/>
                <a:gd name="connsiteY13" fmla="*/ 1239877 h 2486405"/>
                <a:gd name="connsiteX14" fmla="*/ 2067945 w 5694135"/>
                <a:gd name="connsiteY14" fmla="*/ 796012 h 2486405"/>
                <a:gd name="connsiteX15" fmla="*/ 2132715 w 5694135"/>
                <a:gd name="connsiteY15" fmla="*/ 375388 h 2486405"/>
                <a:gd name="connsiteX16" fmla="*/ 2018034 w 5694135"/>
                <a:gd name="connsiteY16" fmla="*/ 170887 h 2486405"/>
                <a:gd name="connsiteX17" fmla="*/ 1881827 w 5694135"/>
                <a:gd name="connsiteY17" fmla="*/ 87733 h 2486405"/>
                <a:gd name="connsiteX18" fmla="*/ 1567788 w 5694135"/>
                <a:gd name="connsiteY18" fmla="*/ 6295 h 2486405"/>
                <a:gd name="connsiteX19" fmla="*/ 1375001 w 5694135"/>
                <a:gd name="connsiteY19" fmla="*/ 51157 h 2486405"/>
                <a:gd name="connsiteX20" fmla="*/ 928190 w 5694135"/>
                <a:gd name="connsiteY20" fmla="*/ 485011 h 2486405"/>
                <a:gd name="connsiteX21" fmla="*/ 0 w 5694135"/>
                <a:gd name="connsiteY21" fmla="*/ 116231 h 2486405"/>
                <a:gd name="connsiteX0" fmla="*/ 5694135 w 5694135"/>
                <a:gd name="connsiteY0" fmla="*/ 1199704 h 2486405"/>
                <a:gd name="connsiteX1" fmla="*/ 5553257 w 5694135"/>
                <a:gd name="connsiteY1" fmla="*/ 1438332 h 2486405"/>
                <a:gd name="connsiteX2" fmla="*/ 5276732 w 5694135"/>
                <a:gd name="connsiteY2" fmla="*/ 1703752 h 2486405"/>
                <a:gd name="connsiteX3" fmla="*/ 4958368 w 5694135"/>
                <a:gd name="connsiteY3" fmla="*/ 1980846 h 2486405"/>
                <a:gd name="connsiteX4" fmla="*/ 4615502 w 5694135"/>
                <a:gd name="connsiteY4" fmla="*/ 2254957 h 2486405"/>
                <a:gd name="connsiteX5" fmla="*/ 4432431 w 5694135"/>
                <a:gd name="connsiteY5" fmla="*/ 2409357 h 2486405"/>
                <a:gd name="connsiteX6" fmla="*/ 4147729 w 5694135"/>
                <a:gd name="connsiteY6" fmla="*/ 2485938 h 2486405"/>
                <a:gd name="connsiteX7" fmla="*/ 3621378 w 5694135"/>
                <a:gd name="connsiteY7" fmla="*/ 2418882 h 2486405"/>
                <a:gd name="connsiteX8" fmla="*/ 3059117 w 5694135"/>
                <a:gd name="connsiteY8" fmla="*/ 2418882 h 2486405"/>
                <a:gd name="connsiteX9" fmla="*/ 2815658 w 5694135"/>
                <a:gd name="connsiteY9" fmla="*/ 2393831 h 2486405"/>
                <a:gd name="connsiteX10" fmla="*/ 2449326 w 5694135"/>
                <a:gd name="connsiteY10" fmla="*/ 2203426 h 2486405"/>
                <a:gd name="connsiteX11" fmla="*/ 2254064 w 5694135"/>
                <a:gd name="connsiteY11" fmla="*/ 1884530 h 2486405"/>
                <a:gd name="connsiteX12" fmla="*/ 2094520 w 5694135"/>
                <a:gd name="connsiteY12" fmla="*/ 1544106 h 2486405"/>
                <a:gd name="connsiteX13" fmla="*/ 2001461 w 5694135"/>
                <a:gd name="connsiteY13" fmla="*/ 1239877 h 2486405"/>
                <a:gd name="connsiteX14" fmla="*/ 2067945 w 5694135"/>
                <a:gd name="connsiteY14" fmla="*/ 796012 h 2486405"/>
                <a:gd name="connsiteX15" fmla="*/ 2132715 w 5694135"/>
                <a:gd name="connsiteY15" fmla="*/ 375388 h 2486405"/>
                <a:gd name="connsiteX16" fmla="*/ 2018034 w 5694135"/>
                <a:gd name="connsiteY16" fmla="*/ 170887 h 2486405"/>
                <a:gd name="connsiteX17" fmla="*/ 1881827 w 5694135"/>
                <a:gd name="connsiteY17" fmla="*/ 87733 h 2486405"/>
                <a:gd name="connsiteX18" fmla="*/ 1567788 w 5694135"/>
                <a:gd name="connsiteY18" fmla="*/ 6295 h 2486405"/>
                <a:gd name="connsiteX19" fmla="*/ 1375001 w 5694135"/>
                <a:gd name="connsiteY19" fmla="*/ 51157 h 2486405"/>
                <a:gd name="connsiteX20" fmla="*/ 928190 w 5694135"/>
                <a:gd name="connsiteY20" fmla="*/ 485011 h 2486405"/>
                <a:gd name="connsiteX21" fmla="*/ 0 w 5694135"/>
                <a:gd name="connsiteY21" fmla="*/ 116231 h 2486405"/>
                <a:gd name="connsiteX0" fmla="*/ 5694135 w 5694135"/>
                <a:gd name="connsiteY0" fmla="*/ 1199704 h 2486405"/>
                <a:gd name="connsiteX1" fmla="*/ 5514894 w 5694135"/>
                <a:gd name="connsiteY1" fmla="*/ 1545735 h 2486405"/>
                <a:gd name="connsiteX2" fmla="*/ 5276732 w 5694135"/>
                <a:gd name="connsiteY2" fmla="*/ 1703752 h 2486405"/>
                <a:gd name="connsiteX3" fmla="*/ 4958368 w 5694135"/>
                <a:gd name="connsiteY3" fmla="*/ 1980846 h 2486405"/>
                <a:gd name="connsiteX4" fmla="*/ 4615502 w 5694135"/>
                <a:gd name="connsiteY4" fmla="*/ 2254957 h 2486405"/>
                <a:gd name="connsiteX5" fmla="*/ 4432431 w 5694135"/>
                <a:gd name="connsiteY5" fmla="*/ 2409357 h 2486405"/>
                <a:gd name="connsiteX6" fmla="*/ 4147729 w 5694135"/>
                <a:gd name="connsiteY6" fmla="*/ 2485938 h 2486405"/>
                <a:gd name="connsiteX7" fmla="*/ 3621378 w 5694135"/>
                <a:gd name="connsiteY7" fmla="*/ 2418882 h 2486405"/>
                <a:gd name="connsiteX8" fmla="*/ 3059117 w 5694135"/>
                <a:gd name="connsiteY8" fmla="*/ 2418882 h 2486405"/>
                <a:gd name="connsiteX9" fmla="*/ 2815658 w 5694135"/>
                <a:gd name="connsiteY9" fmla="*/ 2393831 h 2486405"/>
                <a:gd name="connsiteX10" fmla="*/ 2449326 w 5694135"/>
                <a:gd name="connsiteY10" fmla="*/ 2203426 h 2486405"/>
                <a:gd name="connsiteX11" fmla="*/ 2254064 w 5694135"/>
                <a:gd name="connsiteY11" fmla="*/ 1884530 h 2486405"/>
                <a:gd name="connsiteX12" fmla="*/ 2094520 w 5694135"/>
                <a:gd name="connsiteY12" fmla="*/ 1544106 h 2486405"/>
                <a:gd name="connsiteX13" fmla="*/ 2001461 w 5694135"/>
                <a:gd name="connsiteY13" fmla="*/ 1239877 h 2486405"/>
                <a:gd name="connsiteX14" fmla="*/ 2067945 w 5694135"/>
                <a:gd name="connsiteY14" fmla="*/ 796012 h 2486405"/>
                <a:gd name="connsiteX15" fmla="*/ 2132715 w 5694135"/>
                <a:gd name="connsiteY15" fmla="*/ 375388 h 2486405"/>
                <a:gd name="connsiteX16" fmla="*/ 2018034 w 5694135"/>
                <a:gd name="connsiteY16" fmla="*/ 170887 h 2486405"/>
                <a:gd name="connsiteX17" fmla="*/ 1881827 w 5694135"/>
                <a:gd name="connsiteY17" fmla="*/ 87733 h 2486405"/>
                <a:gd name="connsiteX18" fmla="*/ 1567788 w 5694135"/>
                <a:gd name="connsiteY18" fmla="*/ 6295 h 2486405"/>
                <a:gd name="connsiteX19" fmla="*/ 1375001 w 5694135"/>
                <a:gd name="connsiteY19" fmla="*/ 51157 h 2486405"/>
                <a:gd name="connsiteX20" fmla="*/ 928190 w 5694135"/>
                <a:gd name="connsiteY20" fmla="*/ 485011 h 2486405"/>
                <a:gd name="connsiteX21" fmla="*/ 0 w 5694135"/>
                <a:gd name="connsiteY21" fmla="*/ 116231 h 2486405"/>
                <a:gd name="connsiteX0" fmla="*/ 5694135 w 5694135"/>
                <a:gd name="connsiteY0" fmla="*/ 1199704 h 2486405"/>
                <a:gd name="connsiteX1" fmla="*/ 5514894 w 5694135"/>
                <a:gd name="connsiteY1" fmla="*/ 1545735 h 2486405"/>
                <a:gd name="connsiteX2" fmla="*/ 5227743 w 5694135"/>
                <a:gd name="connsiteY2" fmla="*/ 1808219 h 2486405"/>
                <a:gd name="connsiteX3" fmla="*/ 4958368 w 5694135"/>
                <a:gd name="connsiteY3" fmla="*/ 1980846 h 2486405"/>
                <a:gd name="connsiteX4" fmla="*/ 4615502 w 5694135"/>
                <a:gd name="connsiteY4" fmla="*/ 2254957 h 2486405"/>
                <a:gd name="connsiteX5" fmla="*/ 4432431 w 5694135"/>
                <a:gd name="connsiteY5" fmla="*/ 2409357 h 2486405"/>
                <a:gd name="connsiteX6" fmla="*/ 4147729 w 5694135"/>
                <a:gd name="connsiteY6" fmla="*/ 2485938 h 2486405"/>
                <a:gd name="connsiteX7" fmla="*/ 3621378 w 5694135"/>
                <a:gd name="connsiteY7" fmla="*/ 2418882 h 2486405"/>
                <a:gd name="connsiteX8" fmla="*/ 3059117 w 5694135"/>
                <a:gd name="connsiteY8" fmla="*/ 2418882 h 2486405"/>
                <a:gd name="connsiteX9" fmla="*/ 2815658 w 5694135"/>
                <a:gd name="connsiteY9" fmla="*/ 2393831 h 2486405"/>
                <a:gd name="connsiteX10" fmla="*/ 2449326 w 5694135"/>
                <a:gd name="connsiteY10" fmla="*/ 2203426 h 2486405"/>
                <a:gd name="connsiteX11" fmla="*/ 2254064 w 5694135"/>
                <a:gd name="connsiteY11" fmla="*/ 1884530 h 2486405"/>
                <a:gd name="connsiteX12" fmla="*/ 2094520 w 5694135"/>
                <a:gd name="connsiteY12" fmla="*/ 1544106 h 2486405"/>
                <a:gd name="connsiteX13" fmla="*/ 2001461 w 5694135"/>
                <a:gd name="connsiteY13" fmla="*/ 1239877 h 2486405"/>
                <a:gd name="connsiteX14" fmla="*/ 2067945 w 5694135"/>
                <a:gd name="connsiteY14" fmla="*/ 796012 h 2486405"/>
                <a:gd name="connsiteX15" fmla="*/ 2132715 w 5694135"/>
                <a:gd name="connsiteY15" fmla="*/ 375388 h 2486405"/>
                <a:gd name="connsiteX16" fmla="*/ 2018034 w 5694135"/>
                <a:gd name="connsiteY16" fmla="*/ 170887 h 2486405"/>
                <a:gd name="connsiteX17" fmla="*/ 1881827 w 5694135"/>
                <a:gd name="connsiteY17" fmla="*/ 87733 h 2486405"/>
                <a:gd name="connsiteX18" fmla="*/ 1567788 w 5694135"/>
                <a:gd name="connsiteY18" fmla="*/ 6295 h 2486405"/>
                <a:gd name="connsiteX19" fmla="*/ 1375001 w 5694135"/>
                <a:gd name="connsiteY19" fmla="*/ 51157 h 2486405"/>
                <a:gd name="connsiteX20" fmla="*/ 928190 w 5694135"/>
                <a:gd name="connsiteY20" fmla="*/ 485011 h 2486405"/>
                <a:gd name="connsiteX21" fmla="*/ 0 w 5694135"/>
                <a:gd name="connsiteY21" fmla="*/ 116231 h 2486405"/>
                <a:gd name="connsiteX0" fmla="*/ 5694135 w 5694135"/>
                <a:gd name="connsiteY0" fmla="*/ 1199704 h 2545999"/>
                <a:gd name="connsiteX1" fmla="*/ 5514894 w 5694135"/>
                <a:gd name="connsiteY1" fmla="*/ 1545735 h 2545999"/>
                <a:gd name="connsiteX2" fmla="*/ 5227743 w 5694135"/>
                <a:gd name="connsiteY2" fmla="*/ 1808219 h 2545999"/>
                <a:gd name="connsiteX3" fmla="*/ 4958368 w 5694135"/>
                <a:gd name="connsiteY3" fmla="*/ 1980846 h 2545999"/>
                <a:gd name="connsiteX4" fmla="*/ 4615502 w 5694135"/>
                <a:gd name="connsiteY4" fmla="*/ 2254957 h 2545999"/>
                <a:gd name="connsiteX5" fmla="*/ 4441425 w 5694135"/>
                <a:gd name="connsiteY5" fmla="*/ 2528681 h 2545999"/>
                <a:gd name="connsiteX6" fmla="*/ 4147729 w 5694135"/>
                <a:gd name="connsiteY6" fmla="*/ 2485938 h 2545999"/>
                <a:gd name="connsiteX7" fmla="*/ 3621378 w 5694135"/>
                <a:gd name="connsiteY7" fmla="*/ 2418882 h 2545999"/>
                <a:gd name="connsiteX8" fmla="*/ 3059117 w 5694135"/>
                <a:gd name="connsiteY8" fmla="*/ 2418882 h 2545999"/>
                <a:gd name="connsiteX9" fmla="*/ 2815658 w 5694135"/>
                <a:gd name="connsiteY9" fmla="*/ 2393831 h 2545999"/>
                <a:gd name="connsiteX10" fmla="*/ 2449326 w 5694135"/>
                <a:gd name="connsiteY10" fmla="*/ 2203426 h 2545999"/>
                <a:gd name="connsiteX11" fmla="*/ 2254064 w 5694135"/>
                <a:gd name="connsiteY11" fmla="*/ 1884530 h 2545999"/>
                <a:gd name="connsiteX12" fmla="*/ 2094520 w 5694135"/>
                <a:gd name="connsiteY12" fmla="*/ 1544106 h 2545999"/>
                <a:gd name="connsiteX13" fmla="*/ 2001461 w 5694135"/>
                <a:gd name="connsiteY13" fmla="*/ 1239877 h 2545999"/>
                <a:gd name="connsiteX14" fmla="*/ 2067945 w 5694135"/>
                <a:gd name="connsiteY14" fmla="*/ 796012 h 2545999"/>
                <a:gd name="connsiteX15" fmla="*/ 2132715 w 5694135"/>
                <a:gd name="connsiteY15" fmla="*/ 375388 h 2545999"/>
                <a:gd name="connsiteX16" fmla="*/ 2018034 w 5694135"/>
                <a:gd name="connsiteY16" fmla="*/ 170887 h 2545999"/>
                <a:gd name="connsiteX17" fmla="*/ 1881827 w 5694135"/>
                <a:gd name="connsiteY17" fmla="*/ 87733 h 2545999"/>
                <a:gd name="connsiteX18" fmla="*/ 1567788 w 5694135"/>
                <a:gd name="connsiteY18" fmla="*/ 6295 h 2545999"/>
                <a:gd name="connsiteX19" fmla="*/ 1375001 w 5694135"/>
                <a:gd name="connsiteY19" fmla="*/ 51157 h 2545999"/>
                <a:gd name="connsiteX20" fmla="*/ 928190 w 5694135"/>
                <a:gd name="connsiteY20" fmla="*/ 485011 h 2545999"/>
                <a:gd name="connsiteX21" fmla="*/ 0 w 5694135"/>
                <a:gd name="connsiteY21" fmla="*/ 116231 h 2545999"/>
                <a:gd name="connsiteX0" fmla="*/ 5694135 w 5694135"/>
                <a:gd name="connsiteY0" fmla="*/ 1199704 h 2535937"/>
                <a:gd name="connsiteX1" fmla="*/ 5514894 w 5694135"/>
                <a:gd name="connsiteY1" fmla="*/ 1545735 h 2535937"/>
                <a:gd name="connsiteX2" fmla="*/ 5227743 w 5694135"/>
                <a:gd name="connsiteY2" fmla="*/ 1808219 h 2535937"/>
                <a:gd name="connsiteX3" fmla="*/ 4958368 w 5694135"/>
                <a:gd name="connsiteY3" fmla="*/ 1980846 h 2535937"/>
                <a:gd name="connsiteX4" fmla="*/ 4640054 w 5694135"/>
                <a:gd name="connsiteY4" fmla="*/ 2330569 h 2535937"/>
                <a:gd name="connsiteX5" fmla="*/ 4441425 w 5694135"/>
                <a:gd name="connsiteY5" fmla="*/ 2528681 h 2535937"/>
                <a:gd name="connsiteX6" fmla="*/ 4147729 w 5694135"/>
                <a:gd name="connsiteY6" fmla="*/ 2485938 h 2535937"/>
                <a:gd name="connsiteX7" fmla="*/ 3621378 w 5694135"/>
                <a:gd name="connsiteY7" fmla="*/ 2418882 h 2535937"/>
                <a:gd name="connsiteX8" fmla="*/ 3059117 w 5694135"/>
                <a:gd name="connsiteY8" fmla="*/ 2418882 h 2535937"/>
                <a:gd name="connsiteX9" fmla="*/ 2815658 w 5694135"/>
                <a:gd name="connsiteY9" fmla="*/ 2393831 h 2535937"/>
                <a:gd name="connsiteX10" fmla="*/ 2449326 w 5694135"/>
                <a:gd name="connsiteY10" fmla="*/ 2203426 h 2535937"/>
                <a:gd name="connsiteX11" fmla="*/ 2254064 w 5694135"/>
                <a:gd name="connsiteY11" fmla="*/ 1884530 h 2535937"/>
                <a:gd name="connsiteX12" fmla="*/ 2094520 w 5694135"/>
                <a:gd name="connsiteY12" fmla="*/ 1544106 h 2535937"/>
                <a:gd name="connsiteX13" fmla="*/ 2001461 w 5694135"/>
                <a:gd name="connsiteY13" fmla="*/ 1239877 h 2535937"/>
                <a:gd name="connsiteX14" fmla="*/ 2067945 w 5694135"/>
                <a:gd name="connsiteY14" fmla="*/ 796012 h 2535937"/>
                <a:gd name="connsiteX15" fmla="*/ 2132715 w 5694135"/>
                <a:gd name="connsiteY15" fmla="*/ 375388 h 2535937"/>
                <a:gd name="connsiteX16" fmla="*/ 2018034 w 5694135"/>
                <a:gd name="connsiteY16" fmla="*/ 170887 h 2535937"/>
                <a:gd name="connsiteX17" fmla="*/ 1881827 w 5694135"/>
                <a:gd name="connsiteY17" fmla="*/ 87733 h 2535937"/>
                <a:gd name="connsiteX18" fmla="*/ 1567788 w 5694135"/>
                <a:gd name="connsiteY18" fmla="*/ 6295 h 2535937"/>
                <a:gd name="connsiteX19" fmla="*/ 1375001 w 5694135"/>
                <a:gd name="connsiteY19" fmla="*/ 51157 h 2535937"/>
                <a:gd name="connsiteX20" fmla="*/ 928190 w 5694135"/>
                <a:gd name="connsiteY20" fmla="*/ 485011 h 2535937"/>
                <a:gd name="connsiteX21" fmla="*/ 0 w 5694135"/>
                <a:gd name="connsiteY21" fmla="*/ 116231 h 2535937"/>
                <a:gd name="connsiteX0" fmla="*/ 5694135 w 5694135"/>
                <a:gd name="connsiteY0" fmla="*/ 1199704 h 2557180"/>
                <a:gd name="connsiteX1" fmla="*/ 5514894 w 5694135"/>
                <a:gd name="connsiteY1" fmla="*/ 1545735 h 2557180"/>
                <a:gd name="connsiteX2" fmla="*/ 5227743 w 5694135"/>
                <a:gd name="connsiteY2" fmla="*/ 1808219 h 2557180"/>
                <a:gd name="connsiteX3" fmla="*/ 4958368 w 5694135"/>
                <a:gd name="connsiteY3" fmla="*/ 1980846 h 2557180"/>
                <a:gd name="connsiteX4" fmla="*/ 4640054 w 5694135"/>
                <a:gd name="connsiteY4" fmla="*/ 2330569 h 2557180"/>
                <a:gd name="connsiteX5" fmla="*/ 4441425 w 5694135"/>
                <a:gd name="connsiteY5" fmla="*/ 2528681 h 2557180"/>
                <a:gd name="connsiteX6" fmla="*/ 4123093 w 5694135"/>
                <a:gd name="connsiteY6" fmla="*/ 2544495 h 2557180"/>
                <a:gd name="connsiteX7" fmla="*/ 3621378 w 5694135"/>
                <a:gd name="connsiteY7" fmla="*/ 2418882 h 2557180"/>
                <a:gd name="connsiteX8" fmla="*/ 3059117 w 5694135"/>
                <a:gd name="connsiteY8" fmla="*/ 2418882 h 2557180"/>
                <a:gd name="connsiteX9" fmla="*/ 2815658 w 5694135"/>
                <a:gd name="connsiteY9" fmla="*/ 2393831 h 2557180"/>
                <a:gd name="connsiteX10" fmla="*/ 2449326 w 5694135"/>
                <a:gd name="connsiteY10" fmla="*/ 2203426 h 2557180"/>
                <a:gd name="connsiteX11" fmla="*/ 2254064 w 5694135"/>
                <a:gd name="connsiteY11" fmla="*/ 1884530 h 2557180"/>
                <a:gd name="connsiteX12" fmla="*/ 2094520 w 5694135"/>
                <a:gd name="connsiteY12" fmla="*/ 1544106 h 2557180"/>
                <a:gd name="connsiteX13" fmla="*/ 2001461 w 5694135"/>
                <a:gd name="connsiteY13" fmla="*/ 1239877 h 2557180"/>
                <a:gd name="connsiteX14" fmla="*/ 2067945 w 5694135"/>
                <a:gd name="connsiteY14" fmla="*/ 796012 h 2557180"/>
                <a:gd name="connsiteX15" fmla="*/ 2132715 w 5694135"/>
                <a:gd name="connsiteY15" fmla="*/ 375388 h 2557180"/>
                <a:gd name="connsiteX16" fmla="*/ 2018034 w 5694135"/>
                <a:gd name="connsiteY16" fmla="*/ 170887 h 2557180"/>
                <a:gd name="connsiteX17" fmla="*/ 1881827 w 5694135"/>
                <a:gd name="connsiteY17" fmla="*/ 87733 h 2557180"/>
                <a:gd name="connsiteX18" fmla="*/ 1567788 w 5694135"/>
                <a:gd name="connsiteY18" fmla="*/ 6295 h 2557180"/>
                <a:gd name="connsiteX19" fmla="*/ 1375001 w 5694135"/>
                <a:gd name="connsiteY19" fmla="*/ 51157 h 2557180"/>
                <a:gd name="connsiteX20" fmla="*/ 928190 w 5694135"/>
                <a:gd name="connsiteY20" fmla="*/ 485011 h 2557180"/>
                <a:gd name="connsiteX21" fmla="*/ 0 w 5694135"/>
                <a:gd name="connsiteY21" fmla="*/ 116231 h 2557180"/>
                <a:gd name="connsiteX0" fmla="*/ 5694135 w 5694135"/>
                <a:gd name="connsiteY0" fmla="*/ 1199704 h 2557180"/>
                <a:gd name="connsiteX1" fmla="*/ 5514894 w 5694135"/>
                <a:gd name="connsiteY1" fmla="*/ 1545735 h 2557180"/>
                <a:gd name="connsiteX2" fmla="*/ 5227743 w 5694135"/>
                <a:gd name="connsiteY2" fmla="*/ 1808219 h 2557180"/>
                <a:gd name="connsiteX3" fmla="*/ 4958368 w 5694135"/>
                <a:gd name="connsiteY3" fmla="*/ 1980846 h 2557180"/>
                <a:gd name="connsiteX4" fmla="*/ 4640054 w 5694135"/>
                <a:gd name="connsiteY4" fmla="*/ 2330569 h 2557180"/>
                <a:gd name="connsiteX5" fmla="*/ 4441425 w 5694135"/>
                <a:gd name="connsiteY5" fmla="*/ 2528681 h 2557180"/>
                <a:gd name="connsiteX6" fmla="*/ 4123093 w 5694135"/>
                <a:gd name="connsiteY6" fmla="*/ 2544495 h 2557180"/>
                <a:gd name="connsiteX7" fmla="*/ 3621378 w 5694135"/>
                <a:gd name="connsiteY7" fmla="*/ 2418882 h 2557180"/>
                <a:gd name="connsiteX8" fmla="*/ 3059117 w 5694135"/>
                <a:gd name="connsiteY8" fmla="*/ 2418882 h 2557180"/>
                <a:gd name="connsiteX9" fmla="*/ 2731275 w 5694135"/>
                <a:gd name="connsiteY9" fmla="*/ 2472905 h 2557180"/>
                <a:gd name="connsiteX10" fmla="*/ 2449326 w 5694135"/>
                <a:gd name="connsiteY10" fmla="*/ 2203426 h 2557180"/>
                <a:gd name="connsiteX11" fmla="*/ 2254064 w 5694135"/>
                <a:gd name="connsiteY11" fmla="*/ 1884530 h 2557180"/>
                <a:gd name="connsiteX12" fmla="*/ 2094520 w 5694135"/>
                <a:gd name="connsiteY12" fmla="*/ 1544106 h 2557180"/>
                <a:gd name="connsiteX13" fmla="*/ 2001461 w 5694135"/>
                <a:gd name="connsiteY13" fmla="*/ 1239877 h 2557180"/>
                <a:gd name="connsiteX14" fmla="*/ 2067945 w 5694135"/>
                <a:gd name="connsiteY14" fmla="*/ 796012 h 2557180"/>
                <a:gd name="connsiteX15" fmla="*/ 2132715 w 5694135"/>
                <a:gd name="connsiteY15" fmla="*/ 375388 h 2557180"/>
                <a:gd name="connsiteX16" fmla="*/ 2018034 w 5694135"/>
                <a:gd name="connsiteY16" fmla="*/ 170887 h 2557180"/>
                <a:gd name="connsiteX17" fmla="*/ 1881827 w 5694135"/>
                <a:gd name="connsiteY17" fmla="*/ 87733 h 2557180"/>
                <a:gd name="connsiteX18" fmla="*/ 1567788 w 5694135"/>
                <a:gd name="connsiteY18" fmla="*/ 6295 h 2557180"/>
                <a:gd name="connsiteX19" fmla="*/ 1375001 w 5694135"/>
                <a:gd name="connsiteY19" fmla="*/ 51157 h 2557180"/>
                <a:gd name="connsiteX20" fmla="*/ 928190 w 5694135"/>
                <a:gd name="connsiteY20" fmla="*/ 485011 h 2557180"/>
                <a:gd name="connsiteX21" fmla="*/ 0 w 5694135"/>
                <a:gd name="connsiteY21" fmla="*/ 116231 h 255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94135" h="2557180">
                  <a:moveTo>
                    <a:pt x="5694135" y="1199704"/>
                  </a:moveTo>
                  <a:cubicBezTo>
                    <a:pt x="5625536" y="1334558"/>
                    <a:pt x="5592626" y="1444316"/>
                    <a:pt x="5514894" y="1545735"/>
                  </a:cubicBezTo>
                  <a:cubicBezTo>
                    <a:pt x="5437162" y="1647154"/>
                    <a:pt x="5320497" y="1735700"/>
                    <a:pt x="5227743" y="1808219"/>
                  </a:cubicBezTo>
                  <a:cubicBezTo>
                    <a:pt x="5134989" y="1880738"/>
                    <a:pt x="5056316" y="1893788"/>
                    <a:pt x="4958368" y="1980846"/>
                  </a:cubicBezTo>
                  <a:cubicBezTo>
                    <a:pt x="4860420" y="2067904"/>
                    <a:pt x="4726211" y="2239263"/>
                    <a:pt x="4640054" y="2330569"/>
                  </a:cubicBezTo>
                  <a:cubicBezTo>
                    <a:pt x="4553897" y="2421875"/>
                    <a:pt x="4527585" y="2493027"/>
                    <a:pt x="4441425" y="2528681"/>
                  </a:cubicBezTo>
                  <a:cubicBezTo>
                    <a:pt x="4355265" y="2564335"/>
                    <a:pt x="4259767" y="2562795"/>
                    <a:pt x="4123093" y="2544495"/>
                  </a:cubicBezTo>
                  <a:cubicBezTo>
                    <a:pt x="3986419" y="2526195"/>
                    <a:pt x="3798707" y="2439817"/>
                    <a:pt x="3621378" y="2418882"/>
                  </a:cubicBezTo>
                  <a:cubicBezTo>
                    <a:pt x="3444049" y="2397947"/>
                    <a:pt x="3207467" y="2409878"/>
                    <a:pt x="3059117" y="2418882"/>
                  </a:cubicBezTo>
                  <a:cubicBezTo>
                    <a:pt x="2910767" y="2427886"/>
                    <a:pt x="2811285" y="2489955"/>
                    <a:pt x="2731275" y="2472905"/>
                  </a:cubicBezTo>
                  <a:cubicBezTo>
                    <a:pt x="2593543" y="2443568"/>
                    <a:pt x="2528861" y="2301488"/>
                    <a:pt x="2449326" y="2203426"/>
                  </a:cubicBezTo>
                  <a:cubicBezTo>
                    <a:pt x="2369791" y="2105364"/>
                    <a:pt x="2308356" y="1997972"/>
                    <a:pt x="2254064" y="1884530"/>
                  </a:cubicBezTo>
                  <a:cubicBezTo>
                    <a:pt x="2199962" y="1771468"/>
                    <a:pt x="2144526" y="1658977"/>
                    <a:pt x="2094520" y="1544106"/>
                  </a:cubicBezTo>
                  <a:cubicBezTo>
                    <a:pt x="2051848" y="1446189"/>
                    <a:pt x="2013272" y="1345795"/>
                    <a:pt x="2001461" y="1239877"/>
                  </a:cubicBezTo>
                  <a:cubicBezTo>
                    <a:pt x="1984792" y="1089763"/>
                    <a:pt x="2023368" y="940888"/>
                    <a:pt x="2067945" y="796012"/>
                  </a:cubicBezTo>
                  <a:cubicBezTo>
                    <a:pt x="2110617" y="657424"/>
                    <a:pt x="2160909" y="516454"/>
                    <a:pt x="2132715" y="375388"/>
                  </a:cubicBezTo>
                  <a:cubicBezTo>
                    <a:pt x="2116999" y="296712"/>
                    <a:pt x="2078232" y="223941"/>
                    <a:pt x="2018034" y="170887"/>
                  </a:cubicBezTo>
                  <a:cubicBezTo>
                    <a:pt x="1977934" y="135549"/>
                    <a:pt x="1930214" y="110593"/>
                    <a:pt x="1881827" y="87733"/>
                  </a:cubicBezTo>
                  <a:cubicBezTo>
                    <a:pt x="1782195" y="40870"/>
                    <a:pt x="1677230" y="770"/>
                    <a:pt x="1567788" y="6295"/>
                  </a:cubicBezTo>
                  <a:cubicBezTo>
                    <a:pt x="1501589" y="9628"/>
                    <a:pt x="1481601" y="-28629"/>
                    <a:pt x="1375001" y="51157"/>
                  </a:cubicBezTo>
                  <a:cubicBezTo>
                    <a:pt x="1268401" y="130943"/>
                    <a:pt x="1154516" y="584651"/>
                    <a:pt x="928190" y="485011"/>
                  </a:cubicBezTo>
                  <a:cubicBezTo>
                    <a:pt x="591035" y="277083"/>
                    <a:pt x="8858" y="100038"/>
                    <a:pt x="0" y="116231"/>
                  </a:cubicBezTo>
                </a:path>
              </a:pathLst>
            </a:custGeom>
            <a:noFill/>
            <a:ln w="6350" cap="rnd">
              <a:solidFill>
                <a:schemeClr val="tx1">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12A7D414-6766-1657-5C79-139BD06CCD38}"/>
                </a:ext>
              </a:extLst>
            </p:cNvPr>
            <p:cNvSpPr/>
            <p:nvPr/>
          </p:nvSpPr>
          <p:spPr>
            <a:xfrm rot="9306195" flipV="1">
              <a:off x="-266017" y="1086294"/>
              <a:ext cx="6148864" cy="2200692"/>
            </a:xfrm>
            <a:custGeom>
              <a:avLst/>
              <a:gdLst>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24" fmla="*/ 4792754 w 6148864"/>
                <a:gd name="connsiteY24" fmla="*/ 91440 h 4266076"/>
                <a:gd name="connsiteX0" fmla="*/ 4701314 w 6148864"/>
                <a:gd name="connsiteY0" fmla="*/ 0 h 4266076"/>
                <a:gd name="connsiteX1" fmla="*/ 34732 w 6148864"/>
                <a:gd name="connsiteY1" fmla="*/ 2165833 h 4266076"/>
                <a:gd name="connsiteX2" fmla="*/ 0 w 6148864"/>
                <a:gd name="connsiteY2" fmla="*/ 2187377 h 4266076"/>
                <a:gd name="connsiteX3" fmla="*/ 1046190 w 6148864"/>
                <a:gd name="connsiteY3" fmla="*/ 2158236 h 4266076"/>
                <a:gd name="connsiteX4" fmla="*/ 1633712 w 6148864"/>
                <a:gd name="connsiteY4" fmla="*/ 2086018 h 4266076"/>
                <a:gd name="connsiteX5" fmla="*/ 2308351 w 6148864"/>
                <a:gd name="connsiteY5" fmla="*/ 2279133 h 4266076"/>
                <a:gd name="connsiteX6" fmla="*/ 2504774 w 6148864"/>
                <a:gd name="connsiteY6" fmla="*/ 2473911 h 4266076"/>
                <a:gd name="connsiteX7" fmla="*/ 2472144 w 6148864"/>
                <a:gd name="connsiteY7" fmla="*/ 2702221 h 4266076"/>
                <a:gd name="connsiteX8" fmla="*/ 2310919 w 6148864"/>
                <a:gd name="connsiteY8" fmla="*/ 2978207 h 4266076"/>
                <a:gd name="connsiteX9" fmla="*/ 2275400 w 6148864"/>
                <a:gd name="connsiteY9" fmla="*/ 3427337 h 4266076"/>
                <a:gd name="connsiteX10" fmla="*/ 2414051 w 6148864"/>
                <a:gd name="connsiteY10" fmla="*/ 3715886 h 4266076"/>
                <a:gd name="connsiteX11" fmla="*/ 2565647 w 6148864"/>
                <a:gd name="connsiteY11" fmla="*/ 3939203 h 4266076"/>
                <a:gd name="connsiteX12" fmla="*/ 2801120 w 6148864"/>
                <a:gd name="connsiteY12" fmla="*/ 4122417 h 4266076"/>
                <a:gd name="connsiteX13" fmla="*/ 3219212 w 6148864"/>
                <a:gd name="connsiteY13" fmla="*/ 4206119 h 4266076"/>
                <a:gd name="connsiteX14" fmla="*/ 3625109 w 6148864"/>
                <a:gd name="connsiteY14" fmla="*/ 4206119 h 4266076"/>
                <a:gd name="connsiteX15" fmla="*/ 3912788 w 6148864"/>
                <a:gd name="connsiteY15" fmla="*/ 4219432 h 4266076"/>
                <a:gd name="connsiteX16" fmla="*/ 4267333 w 6148864"/>
                <a:gd name="connsiteY16" fmla="*/ 4248470 h 4266076"/>
                <a:gd name="connsiteX17" fmla="*/ 4561218 w 6148864"/>
                <a:gd name="connsiteY17" fmla="*/ 4258121 h 4266076"/>
                <a:gd name="connsiteX18" fmla="*/ 4749402 w 6148864"/>
                <a:gd name="connsiteY18" fmla="*/ 4185485 h 4266076"/>
                <a:gd name="connsiteX19" fmla="*/ 5019643 w 6148864"/>
                <a:gd name="connsiteY19" fmla="*/ 4025818 h 4266076"/>
                <a:gd name="connsiteX20" fmla="*/ 5562479 w 6148864"/>
                <a:gd name="connsiteY20" fmla="*/ 3620119 h 4266076"/>
                <a:gd name="connsiteX21" fmla="*/ 5868882 w 6148864"/>
                <a:gd name="connsiteY21" fmla="*/ 3381742 h 4266076"/>
                <a:gd name="connsiteX22" fmla="*/ 6039413 w 6148864"/>
                <a:gd name="connsiteY22" fmla="*/ 3233775 h 4266076"/>
                <a:gd name="connsiteX23" fmla="*/ 6148864 w 6148864"/>
                <a:gd name="connsiteY23" fmla="*/ 3118944 h 4266076"/>
                <a:gd name="connsiteX0" fmla="*/ 34732 w 6148864"/>
                <a:gd name="connsiteY0" fmla="*/ 100449 h 2200692"/>
                <a:gd name="connsiteX1" fmla="*/ 0 w 6148864"/>
                <a:gd name="connsiteY1" fmla="*/ 121993 h 2200692"/>
                <a:gd name="connsiteX2" fmla="*/ 1046190 w 6148864"/>
                <a:gd name="connsiteY2" fmla="*/ 92852 h 2200692"/>
                <a:gd name="connsiteX3" fmla="*/ 1633712 w 6148864"/>
                <a:gd name="connsiteY3" fmla="*/ 20634 h 2200692"/>
                <a:gd name="connsiteX4" fmla="*/ 2308351 w 6148864"/>
                <a:gd name="connsiteY4" fmla="*/ 213749 h 2200692"/>
                <a:gd name="connsiteX5" fmla="*/ 2504774 w 6148864"/>
                <a:gd name="connsiteY5" fmla="*/ 408527 h 2200692"/>
                <a:gd name="connsiteX6" fmla="*/ 2472144 w 6148864"/>
                <a:gd name="connsiteY6" fmla="*/ 636837 h 2200692"/>
                <a:gd name="connsiteX7" fmla="*/ 2310919 w 6148864"/>
                <a:gd name="connsiteY7" fmla="*/ 912823 h 2200692"/>
                <a:gd name="connsiteX8" fmla="*/ 2275400 w 6148864"/>
                <a:gd name="connsiteY8" fmla="*/ 1361953 h 2200692"/>
                <a:gd name="connsiteX9" fmla="*/ 2414051 w 6148864"/>
                <a:gd name="connsiteY9" fmla="*/ 1650502 h 2200692"/>
                <a:gd name="connsiteX10" fmla="*/ 2565647 w 6148864"/>
                <a:gd name="connsiteY10" fmla="*/ 1873819 h 2200692"/>
                <a:gd name="connsiteX11" fmla="*/ 2801120 w 6148864"/>
                <a:gd name="connsiteY11" fmla="*/ 2057033 h 2200692"/>
                <a:gd name="connsiteX12" fmla="*/ 3219212 w 6148864"/>
                <a:gd name="connsiteY12" fmla="*/ 2140735 h 2200692"/>
                <a:gd name="connsiteX13" fmla="*/ 3625109 w 6148864"/>
                <a:gd name="connsiteY13" fmla="*/ 2140735 h 2200692"/>
                <a:gd name="connsiteX14" fmla="*/ 3912788 w 6148864"/>
                <a:gd name="connsiteY14" fmla="*/ 2154048 h 2200692"/>
                <a:gd name="connsiteX15" fmla="*/ 4267333 w 6148864"/>
                <a:gd name="connsiteY15" fmla="*/ 2183086 h 2200692"/>
                <a:gd name="connsiteX16" fmla="*/ 4561218 w 6148864"/>
                <a:gd name="connsiteY16" fmla="*/ 2192737 h 2200692"/>
                <a:gd name="connsiteX17" fmla="*/ 4749402 w 6148864"/>
                <a:gd name="connsiteY17" fmla="*/ 2120101 h 2200692"/>
                <a:gd name="connsiteX18" fmla="*/ 5019643 w 6148864"/>
                <a:gd name="connsiteY18" fmla="*/ 1960434 h 2200692"/>
                <a:gd name="connsiteX19" fmla="*/ 5562479 w 6148864"/>
                <a:gd name="connsiteY19" fmla="*/ 1554735 h 2200692"/>
                <a:gd name="connsiteX20" fmla="*/ 5868882 w 6148864"/>
                <a:gd name="connsiteY20" fmla="*/ 1316358 h 2200692"/>
                <a:gd name="connsiteX21" fmla="*/ 6039413 w 6148864"/>
                <a:gd name="connsiteY21" fmla="*/ 1168391 h 2200692"/>
                <a:gd name="connsiteX22" fmla="*/ 6148864 w 6148864"/>
                <a:gd name="connsiteY22" fmla="*/ 1053560 h 220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48864" h="2200692">
                  <a:moveTo>
                    <a:pt x="34732" y="100449"/>
                  </a:moveTo>
                  <a:lnTo>
                    <a:pt x="0" y="121993"/>
                  </a:lnTo>
                  <a:cubicBezTo>
                    <a:pt x="444000" y="295492"/>
                    <a:pt x="867881" y="221766"/>
                    <a:pt x="1046190" y="92852"/>
                  </a:cubicBezTo>
                  <a:cubicBezTo>
                    <a:pt x="1224499" y="-36062"/>
                    <a:pt x="1423351" y="485"/>
                    <a:pt x="1633712" y="20634"/>
                  </a:cubicBezTo>
                  <a:cubicBezTo>
                    <a:pt x="1844072" y="40784"/>
                    <a:pt x="2163174" y="149100"/>
                    <a:pt x="2308351" y="213749"/>
                  </a:cubicBezTo>
                  <a:cubicBezTo>
                    <a:pt x="2453528" y="278398"/>
                    <a:pt x="2477600" y="326074"/>
                    <a:pt x="2504774" y="408527"/>
                  </a:cubicBezTo>
                  <a:cubicBezTo>
                    <a:pt x="2529701" y="484409"/>
                    <a:pt x="2508518" y="563285"/>
                    <a:pt x="2472144" y="636837"/>
                  </a:cubicBezTo>
                  <a:cubicBezTo>
                    <a:pt x="2425284" y="731273"/>
                    <a:pt x="2356173" y="817971"/>
                    <a:pt x="2310919" y="912823"/>
                  </a:cubicBezTo>
                  <a:cubicBezTo>
                    <a:pt x="2242449" y="1056265"/>
                    <a:pt x="2232393" y="1212687"/>
                    <a:pt x="2275400" y="1361953"/>
                  </a:cubicBezTo>
                  <a:cubicBezTo>
                    <a:pt x="2304393" y="1462379"/>
                    <a:pt x="2358634" y="1556898"/>
                    <a:pt x="2414051" y="1650502"/>
                  </a:cubicBezTo>
                  <a:cubicBezTo>
                    <a:pt x="2459413" y="1727132"/>
                    <a:pt x="2505844" y="1803596"/>
                    <a:pt x="2565647" y="1873819"/>
                  </a:cubicBezTo>
                  <a:cubicBezTo>
                    <a:pt x="2627806" y="1946788"/>
                    <a:pt x="2704726" y="2012103"/>
                    <a:pt x="2801120" y="2057033"/>
                  </a:cubicBezTo>
                  <a:cubicBezTo>
                    <a:pt x="2926183" y="2115358"/>
                    <a:pt x="3073072" y="2134911"/>
                    <a:pt x="3219212" y="2140735"/>
                  </a:cubicBezTo>
                  <a:cubicBezTo>
                    <a:pt x="3354332" y="2146144"/>
                    <a:pt x="3489774" y="2139238"/>
                    <a:pt x="3625109" y="2140735"/>
                  </a:cubicBezTo>
                  <a:cubicBezTo>
                    <a:pt x="3721180" y="2141817"/>
                    <a:pt x="3817038" y="2147724"/>
                    <a:pt x="3912788" y="2154048"/>
                  </a:cubicBezTo>
                  <a:cubicBezTo>
                    <a:pt x="4031220" y="2161869"/>
                    <a:pt x="4149757" y="2169607"/>
                    <a:pt x="4267333" y="2183086"/>
                  </a:cubicBezTo>
                  <a:cubicBezTo>
                    <a:pt x="4365651" y="2194318"/>
                    <a:pt x="4465146" y="2210626"/>
                    <a:pt x="4561218" y="2192737"/>
                  </a:cubicBezTo>
                  <a:cubicBezTo>
                    <a:pt x="4629794" y="2180007"/>
                    <a:pt x="4690774" y="2150969"/>
                    <a:pt x="4749402" y="2120101"/>
                  </a:cubicBezTo>
                  <a:cubicBezTo>
                    <a:pt x="4843227" y="2070844"/>
                    <a:pt x="4933200" y="2017345"/>
                    <a:pt x="5019643" y="1960434"/>
                  </a:cubicBezTo>
                  <a:cubicBezTo>
                    <a:pt x="5211252" y="1834298"/>
                    <a:pt x="5384138" y="1692270"/>
                    <a:pt x="5562479" y="1554735"/>
                  </a:cubicBezTo>
                  <a:cubicBezTo>
                    <a:pt x="5665077" y="1475609"/>
                    <a:pt x="5769065" y="1397647"/>
                    <a:pt x="5868882" y="1316358"/>
                  </a:cubicBezTo>
                  <a:cubicBezTo>
                    <a:pt x="5927722" y="1268433"/>
                    <a:pt x="5985119" y="1219363"/>
                    <a:pt x="6039413" y="1168391"/>
                  </a:cubicBezTo>
                  <a:lnTo>
                    <a:pt x="6148864" y="1053560"/>
                  </a:ln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4759BDDC-66E4-73C8-22FA-B2BA18697A60}"/>
                </a:ext>
              </a:extLst>
            </p:cNvPr>
            <p:cNvSpPr/>
            <p:nvPr/>
          </p:nvSpPr>
          <p:spPr>
            <a:xfrm rot="9306195" flipV="1">
              <a:off x="1896242" y="-249832"/>
              <a:ext cx="2916755" cy="1055649"/>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338200 h 1549572"/>
                <a:gd name="connsiteX1" fmla="*/ 830015 w 2753592"/>
                <a:gd name="connsiteY1" fmla="*/ 1234168 h 1549572"/>
                <a:gd name="connsiteX2" fmla="*/ 1200914 w 2753592"/>
                <a:gd name="connsiteY2" fmla="*/ 1210005 h 1549572"/>
                <a:gd name="connsiteX3" fmla="*/ 1657441 w 2753592"/>
                <a:gd name="connsiteY3" fmla="*/ 1364497 h 1549572"/>
                <a:gd name="connsiteX4" fmla="*/ 1643718 w 2753592"/>
                <a:gd name="connsiteY4" fmla="*/ 1371695 h 1549572"/>
                <a:gd name="connsiteX5" fmla="*/ 2084059 w 2753592"/>
                <a:gd name="connsiteY5" fmla="*/ 1522666 h 1549572"/>
                <a:gd name="connsiteX6" fmla="*/ 2485633 w 2753592"/>
                <a:gd name="connsiteY6" fmla="*/ 1511617 h 1549572"/>
                <a:gd name="connsiteX7" fmla="*/ 2749489 w 2753592"/>
                <a:gd name="connsiteY7" fmla="*/ 1159757 h 1549572"/>
                <a:gd name="connsiteX8" fmla="*/ 2593551 w 2753592"/>
                <a:gd name="connsiteY8" fmla="*/ 796861 h 1549572"/>
                <a:gd name="connsiteX9" fmla="*/ 1941279 w 2753592"/>
                <a:gd name="connsiteY9" fmla="*/ 313658 h 1549572"/>
                <a:gd name="connsiteX10" fmla="*/ 1701535 w 2753592"/>
                <a:gd name="connsiteY10" fmla="*/ 170402 h 1549572"/>
                <a:gd name="connsiteX11" fmla="*/ 1421881 w 2753592"/>
                <a:gd name="connsiteY11" fmla="*/ 0 h 1549572"/>
                <a:gd name="connsiteX0" fmla="*/ 0 w 2751954"/>
                <a:gd name="connsiteY0" fmla="*/ 1338200 h 1549572"/>
                <a:gd name="connsiteX1" fmla="*/ 830015 w 2751954"/>
                <a:gd name="connsiteY1" fmla="*/ 1234168 h 1549572"/>
                <a:gd name="connsiteX2" fmla="*/ 1200914 w 2751954"/>
                <a:gd name="connsiteY2" fmla="*/ 1210005 h 1549572"/>
                <a:gd name="connsiteX3" fmla="*/ 1657441 w 2751954"/>
                <a:gd name="connsiteY3" fmla="*/ 1364497 h 1549572"/>
                <a:gd name="connsiteX4" fmla="*/ 1643718 w 2751954"/>
                <a:gd name="connsiteY4" fmla="*/ 1371695 h 1549572"/>
                <a:gd name="connsiteX5" fmla="*/ 2084059 w 2751954"/>
                <a:gd name="connsiteY5" fmla="*/ 1522666 h 1549572"/>
                <a:gd name="connsiteX6" fmla="*/ 2485633 w 2751954"/>
                <a:gd name="connsiteY6" fmla="*/ 1511617 h 1549572"/>
                <a:gd name="connsiteX7" fmla="*/ 2749489 w 2751954"/>
                <a:gd name="connsiteY7" fmla="*/ 1159757 h 1549572"/>
                <a:gd name="connsiteX8" fmla="*/ 2593551 w 2751954"/>
                <a:gd name="connsiteY8" fmla="*/ 796861 h 1549572"/>
                <a:gd name="connsiteX9" fmla="*/ 2205757 w 2751954"/>
                <a:gd name="connsiteY9" fmla="*/ 595783 h 1549572"/>
                <a:gd name="connsiteX10" fmla="*/ 1701535 w 2751954"/>
                <a:gd name="connsiteY10" fmla="*/ 170402 h 1549572"/>
                <a:gd name="connsiteX11" fmla="*/ 1421881 w 2751954"/>
                <a:gd name="connsiteY11" fmla="*/ 0 h 1549572"/>
                <a:gd name="connsiteX0" fmla="*/ 0 w 2751954"/>
                <a:gd name="connsiteY0" fmla="*/ 1338200 h 1549572"/>
                <a:gd name="connsiteX1" fmla="*/ 830015 w 2751954"/>
                <a:gd name="connsiteY1" fmla="*/ 1234168 h 1549572"/>
                <a:gd name="connsiteX2" fmla="*/ 1200914 w 2751954"/>
                <a:gd name="connsiteY2" fmla="*/ 1210005 h 1549572"/>
                <a:gd name="connsiteX3" fmla="*/ 1657441 w 2751954"/>
                <a:gd name="connsiteY3" fmla="*/ 1364497 h 1549572"/>
                <a:gd name="connsiteX4" fmla="*/ 1643718 w 2751954"/>
                <a:gd name="connsiteY4" fmla="*/ 1371695 h 1549572"/>
                <a:gd name="connsiteX5" fmla="*/ 2084059 w 2751954"/>
                <a:gd name="connsiteY5" fmla="*/ 1522666 h 1549572"/>
                <a:gd name="connsiteX6" fmla="*/ 2485633 w 2751954"/>
                <a:gd name="connsiteY6" fmla="*/ 1511617 h 1549572"/>
                <a:gd name="connsiteX7" fmla="*/ 2749489 w 2751954"/>
                <a:gd name="connsiteY7" fmla="*/ 1159757 h 1549572"/>
                <a:gd name="connsiteX8" fmla="*/ 2593551 w 2751954"/>
                <a:gd name="connsiteY8" fmla="*/ 796861 h 1549572"/>
                <a:gd name="connsiteX9" fmla="*/ 2205757 w 2751954"/>
                <a:gd name="connsiteY9" fmla="*/ 595783 h 1549572"/>
                <a:gd name="connsiteX10" fmla="*/ 1904993 w 2751954"/>
                <a:gd name="connsiteY10" fmla="*/ 341078 h 1549572"/>
                <a:gd name="connsiteX11" fmla="*/ 1421881 w 2751954"/>
                <a:gd name="connsiteY11" fmla="*/ 0 h 1549572"/>
                <a:gd name="connsiteX0" fmla="*/ 0 w 2751954"/>
                <a:gd name="connsiteY0" fmla="*/ 997122 h 1208494"/>
                <a:gd name="connsiteX1" fmla="*/ 830015 w 2751954"/>
                <a:gd name="connsiteY1" fmla="*/ 893090 h 1208494"/>
                <a:gd name="connsiteX2" fmla="*/ 1200914 w 2751954"/>
                <a:gd name="connsiteY2" fmla="*/ 868927 h 1208494"/>
                <a:gd name="connsiteX3" fmla="*/ 1657441 w 2751954"/>
                <a:gd name="connsiteY3" fmla="*/ 1023419 h 1208494"/>
                <a:gd name="connsiteX4" fmla="*/ 1643718 w 2751954"/>
                <a:gd name="connsiteY4" fmla="*/ 1030617 h 1208494"/>
                <a:gd name="connsiteX5" fmla="*/ 2084059 w 2751954"/>
                <a:gd name="connsiteY5" fmla="*/ 1181588 h 1208494"/>
                <a:gd name="connsiteX6" fmla="*/ 2485633 w 2751954"/>
                <a:gd name="connsiteY6" fmla="*/ 1170539 h 1208494"/>
                <a:gd name="connsiteX7" fmla="*/ 2749489 w 2751954"/>
                <a:gd name="connsiteY7" fmla="*/ 818679 h 1208494"/>
                <a:gd name="connsiteX8" fmla="*/ 2593551 w 2751954"/>
                <a:gd name="connsiteY8" fmla="*/ 455783 h 1208494"/>
                <a:gd name="connsiteX9" fmla="*/ 2205757 w 2751954"/>
                <a:gd name="connsiteY9" fmla="*/ 254705 h 1208494"/>
                <a:gd name="connsiteX10" fmla="*/ 1904993 w 2751954"/>
                <a:gd name="connsiteY10" fmla="*/ 0 h 1208494"/>
                <a:gd name="connsiteX0" fmla="*/ 0 w 2691054"/>
                <a:gd name="connsiteY0" fmla="*/ 1039342 h 1208494"/>
                <a:gd name="connsiteX1" fmla="*/ 769115 w 2691054"/>
                <a:gd name="connsiteY1" fmla="*/ 893090 h 1208494"/>
                <a:gd name="connsiteX2" fmla="*/ 1140014 w 2691054"/>
                <a:gd name="connsiteY2" fmla="*/ 868927 h 1208494"/>
                <a:gd name="connsiteX3" fmla="*/ 1596541 w 2691054"/>
                <a:gd name="connsiteY3" fmla="*/ 1023419 h 1208494"/>
                <a:gd name="connsiteX4" fmla="*/ 1582818 w 2691054"/>
                <a:gd name="connsiteY4" fmla="*/ 1030617 h 1208494"/>
                <a:gd name="connsiteX5" fmla="*/ 2023159 w 2691054"/>
                <a:gd name="connsiteY5" fmla="*/ 1181588 h 1208494"/>
                <a:gd name="connsiteX6" fmla="*/ 2424733 w 2691054"/>
                <a:gd name="connsiteY6" fmla="*/ 1170539 h 1208494"/>
                <a:gd name="connsiteX7" fmla="*/ 2688589 w 2691054"/>
                <a:gd name="connsiteY7" fmla="*/ 818679 h 1208494"/>
                <a:gd name="connsiteX8" fmla="*/ 2532651 w 2691054"/>
                <a:gd name="connsiteY8" fmla="*/ 455783 h 1208494"/>
                <a:gd name="connsiteX9" fmla="*/ 2144857 w 2691054"/>
                <a:gd name="connsiteY9" fmla="*/ 254705 h 1208494"/>
                <a:gd name="connsiteX10" fmla="*/ 1844093 w 2691054"/>
                <a:gd name="connsiteY10" fmla="*/ 0 h 120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91054" h="1208494">
                  <a:moveTo>
                    <a:pt x="0" y="1039342"/>
                  </a:moveTo>
                  <a:cubicBezTo>
                    <a:pt x="215149" y="1167670"/>
                    <a:pt x="579113" y="921492"/>
                    <a:pt x="769115" y="893090"/>
                  </a:cubicBezTo>
                  <a:cubicBezTo>
                    <a:pt x="959117" y="864688"/>
                    <a:pt x="1002110" y="847206"/>
                    <a:pt x="1140014" y="868927"/>
                  </a:cubicBezTo>
                  <a:cubicBezTo>
                    <a:pt x="1277918" y="890648"/>
                    <a:pt x="1522740" y="996471"/>
                    <a:pt x="1596541" y="1023419"/>
                  </a:cubicBezTo>
                  <a:cubicBezTo>
                    <a:pt x="1670342" y="1050367"/>
                    <a:pt x="1511715" y="1004256"/>
                    <a:pt x="1582818" y="1030617"/>
                  </a:cubicBezTo>
                  <a:cubicBezTo>
                    <a:pt x="1653921" y="1056978"/>
                    <a:pt x="1870473" y="1152347"/>
                    <a:pt x="2023159" y="1181588"/>
                  </a:cubicBezTo>
                  <a:cubicBezTo>
                    <a:pt x="2155937" y="1207115"/>
                    <a:pt x="2313828" y="1231024"/>
                    <a:pt x="2424733" y="1170539"/>
                  </a:cubicBezTo>
                  <a:cubicBezTo>
                    <a:pt x="2535638" y="1110054"/>
                    <a:pt x="2670603" y="937805"/>
                    <a:pt x="2688589" y="818679"/>
                  </a:cubicBezTo>
                  <a:cubicBezTo>
                    <a:pt x="2706575" y="699553"/>
                    <a:pt x="2623273" y="549779"/>
                    <a:pt x="2532651" y="455783"/>
                  </a:cubicBezTo>
                  <a:cubicBezTo>
                    <a:pt x="2442029" y="361787"/>
                    <a:pt x="2259617" y="330669"/>
                    <a:pt x="2144857" y="254705"/>
                  </a:cubicBezTo>
                  <a:cubicBezTo>
                    <a:pt x="2030097" y="178741"/>
                    <a:pt x="1974739" y="99297"/>
                    <a:pt x="1844093" y="0"/>
                  </a:cubicBezTo>
                </a:path>
              </a:pathLst>
            </a:custGeom>
            <a:noFill/>
            <a:ln w="6350" cap="rnd">
              <a:solidFill>
                <a:schemeClr val="tx1">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F5FB5095-E343-3245-14A8-CCABF3BC4B6B}"/>
                </a:ext>
              </a:extLst>
            </p:cNvPr>
            <p:cNvSpPr/>
            <p:nvPr/>
          </p:nvSpPr>
          <p:spPr>
            <a:xfrm rot="9306195" flipV="1">
              <a:off x="3001733" y="-114155"/>
              <a:ext cx="772081" cy="304041"/>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0 w 1234226"/>
                <a:gd name="connsiteY0" fmla="*/ 911733 h 911733"/>
                <a:gd name="connsiteX1" fmla="*/ 570383 w 1234226"/>
                <a:gd name="connsiteY1" fmla="*/ 721710 h 911733"/>
                <a:gd name="connsiteX2" fmla="*/ 954774 w 1234226"/>
                <a:gd name="connsiteY2" fmla="*/ 737391 h 911733"/>
                <a:gd name="connsiteX3" fmla="*/ 1215692 w 1234226"/>
                <a:gd name="connsiteY3" fmla="*/ 723688 h 911733"/>
                <a:gd name="connsiteX4" fmla="*/ 1136809 w 1234226"/>
                <a:gd name="connsiteY4" fmla="*/ 457104 h 911733"/>
                <a:gd name="connsiteX5" fmla="*/ 530352 w 1234226"/>
                <a:gd name="connsiteY5" fmla="*/ 0 h 911733"/>
                <a:gd name="connsiteX0" fmla="*/ 0 w 1234226"/>
                <a:gd name="connsiteY0" fmla="*/ 454630 h 454630"/>
                <a:gd name="connsiteX1" fmla="*/ 570383 w 1234226"/>
                <a:gd name="connsiteY1" fmla="*/ 264607 h 454630"/>
                <a:gd name="connsiteX2" fmla="*/ 954774 w 1234226"/>
                <a:gd name="connsiteY2" fmla="*/ 280288 h 454630"/>
                <a:gd name="connsiteX3" fmla="*/ 1215692 w 1234226"/>
                <a:gd name="connsiteY3" fmla="*/ 266585 h 454630"/>
                <a:gd name="connsiteX4" fmla="*/ 1136809 w 1234226"/>
                <a:gd name="connsiteY4" fmla="*/ 1 h 454630"/>
                <a:gd name="connsiteX0" fmla="*/ 0 w 1228887"/>
                <a:gd name="connsiteY0" fmla="*/ 508275 h 508275"/>
                <a:gd name="connsiteX1" fmla="*/ 570383 w 1228887"/>
                <a:gd name="connsiteY1" fmla="*/ 318252 h 508275"/>
                <a:gd name="connsiteX2" fmla="*/ 954774 w 1228887"/>
                <a:gd name="connsiteY2" fmla="*/ 333933 h 508275"/>
                <a:gd name="connsiteX3" fmla="*/ 1215692 w 1228887"/>
                <a:gd name="connsiteY3" fmla="*/ 320230 h 508275"/>
                <a:gd name="connsiteX4" fmla="*/ 1120452 w 1228887"/>
                <a:gd name="connsiteY4" fmla="*/ 0 h 508275"/>
                <a:gd name="connsiteX0" fmla="*/ 0 w 658504"/>
                <a:gd name="connsiteY0" fmla="*/ 318252 h 349191"/>
                <a:gd name="connsiteX1" fmla="*/ 384391 w 658504"/>
                <a:gd name="connsiteY1" fmla="*/ 333933 h 349191"/>
                <a:gd name="connsiteX2" fmla="*/ 645309 w 658504"/>
                <a:gd name="connsiteY2" fmla="*/ 320230 h 349191"/>
                <a:gd name="connsiteX3" fmla="*/ 550069 w 658504"/>
                <a:gd name="connsiteY3" fmla="*/ 0 h 349191"/>
                <a:gd name="connsiteX0" fmla="*/ 0 w 650268"/>
                <a:gd name="connsiteY0" fmla="*/ 342373 h 348063"/>
                <a:gd name="connsiteX1" fmla="*/ 376155 w 650268"/>
                <a:gd name="connsiteY1" fmla="*/ 333933 h 348063"/>
                <a:gd name="connsiteX2" fmla="*/ 637073 w 650268"/>
                <a:gd name="connsiteY2" fmla="*/ 320230 h 348063"/>
                <a:gd name="connsiteX3" fmla="*/ 541833 w 650268"/>
                <a:gd name="connsiteY3" fmla="*/ 0 h 348063"/>
              </a:gdLst>
              <a:ahLst/>
              <a:cxnLst>
                <a:cxn ang="0">
                  <a:pos x="connsiteX0" y="connsiteY0"/>
                </a:cxn>
                <a:cxn ang="0">
                  <a:pos x="connsiteX1" y="connsiteY1"/>
                </a:cxn>
                <a:cxn ang="0">
                  <a:pos x="connsiteX2" y="connsiteY2"/>
                </a:cxn>
                <a:cxn ang="0">
                  <a:pos x="connsiteX3" y="connsiteY3"/>
                </a:cxn>
              </a:cxnLst>
              <a:rect l="l" t="t" r="r" b="b"/>
              <a:pathLst>
                <a:path w="650268" h="348063">
                  <a:moveTo>
                    <a:pt x="0" y="342373"/>
                  </a:moveTo>
                  <a:cubicBezTo>
                    <a:pt x="159129" y="313316"/>
                    <a:pt x="269976" y="337623"/>
                    <a:pt x="376155" y="333933"/>
                  </a:cubicBezTo>
                  <a:cubicBezTo>
                    <a:pt x="482334" y="330243"/>
                    <a:pt x="609460" y="375886"/>
                    <a:pt x="637073" y="320230"/>
                  </a:cubicBezTo>
                  <a:cubicBezTo>
                    <a:pt x="664686" y="264574"/>
                    <a:pt x="656056" y="120615"/>
                    <a:pt x="541833" y="0"/>
                  </a:cubicBezTo>
                </a:path>
              </a:pathLst>
            </a:custGeom>
            <a:noFill/>
            <a:ln w="9525" cap="rnd">
              <a:solidFill>
                <a:schemeClr val="tx1">
                  <a:alpha val="35000"/>
                </a:schemeClr>
              </a:solidFill>
              <a:prstDash val="solid"/>
              <a:round/>
            </a:ln>
          </p:spPr>
          <p:txBody>
            <a:bodyPr rtlCol="0" anchor="ctr"/>
            <a:lstStyle/>
            <a:p>
              <a:endParaRPr lang="en-US"/>
            </a:p>
          </p:txBody>
        </p:sp>
        <p:sp>
          <p:nvSpPr>
            <p:cNvPr id="26" name="Freeform: Shape 25">
              <a:extLst>
                <a:ext uri="{FF2B5EF4-FFF2-40B4-BE49-F238E27FC236}">
                  <a16:creationId xmlns:a16="http://schemas.microsoft.com/office/drawing/2014/main" id="{5680891F-849F-9258-343F-7A9B5DE7F420}"/>
                </a:ext>
              </a:extLst>
            </p:cNvPr>
            <p:cNvSpPr/>
            <p:nvPr/>
          </p:nvSpPr>
          <p:spPr>
            <a:xfrm rot="9306195" flipV="1">
              <a:off x="2572782" y="65167"/>
              <a:ext cx="436766" cy="277914"/>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 name="connsiteX0" fmla="*/ 388862 w 388862"/>
                <a:gd name="connsiteY0" fmla="*/ 318153 h 318153"/>
                <a:gd name="connsiteX1" fmla="*/ 134069 w 388862"/>
                <a:gd name="connsiteY1" fmla="*/ 95840 h 318153"/>
                <a:gd name="connsiteX2" fmla="*/ 0 w 388862"/>
                <a:gd name="connsiteY2" fmla="*/ 1 h 318153"/>
              </a:gdLst>
              <a:ahLst/>
              <a:cxnLst>
                <a:cxn ang="0">
                  <a:pos x="connsiteX0" y="connsiteY0"/>
                </a:cxn>
                <a:cxn ang="0">
                  <a:pos x="connsiteX1" y="connsiteY1"/>
                </a:cxn>
                <a:cxn ang="0">
                  <a:pos x="connsiteX2" y="connsiteY2"/>
                </a:cxn>
              </a:cxnLst>
              <a:rect l="l" t="t" r="r" b="b"/>
              <a:pathLst>
                <a:path w="388862" h="318153">
                  <a:moveTo>
                    <a:pt x="388862" y="318153"/>
                  </a:moveTo>
                  <a:cubicBezTo>
                    <a:pt x="316091" y="231571"/>
                    <a:pt x="198879" y="148865"/>
                    <a:pt x="134069" y="95840"/>
                  </a:cubicBezTo>
                  <a:cubicBezTo>
                    <a:pt x="69259" y="42815"/>
                    <a:pt x="133922" y="82964"/>
                    <a:pt x="0" y="1"/>
                  </a:cubicBezTo>
                </a:path>
              </a:pathLst>
            </a:custGeom>
            <a:noFill/>
            <a:ln w="6350" cap="rnd">
              <a:solidFill>
                <a:schemeClr val="tx1">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A8A3ABCD-8389-8B4B-C7E5-5A38B7501F60}"/>
                </a:ext>
              </a:extLst>
            </p:cNvPr>
            <p:cNvSpPr/>
            <p:nvPr/>
          </p:nvSpPr>
          <p:spPr>
            <a:xfrm rot="9306195" flipV="1">
              <a:off x="2571790" y="48416"/>
              <a:ext cx="1977732" cy="394216"/>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817" h="451294">
                  <a:moveTo>
                    <a:pt x="0" y="451295"/>
                  </a:moveTo>
                  <a:cubicBezTo>
                    <a:pt x="77438" y="429292"/>
                    <a:pt x="257270" y="337852"/>
                    <a:pt x="335661" y="319373"/>
                  </a:cubicBezTo>
                  <a:cubicBezTo>
                    <a:pt x="433007" y="296418"/>
                    <a:pt x="530162" y="270510"/>
                    <a:pt x="629984" y="264319"/>
                  </a:cubicBezTo>
                  <a:cubicBezTo>
                    <a:pt x="713137" y="259080"/>
                    <a:pt x="796290" y="266891"/>
                    <a:pt x="878777" y="278702"/>
                  </a:cubicBezTo>
                  <a:cubicBezTo>
                    <a:pt x="927545" y="285655"/>
                    <a:pt x="976217" y="293751"/>
                    <a:pt x="1024700" y="302609"/>
                  </a:cubicBezTo>
                  <a:cubicBezTo>
                    <a:pt x="1122236" y="320516"/>
                    <a:pt x="1219581" y="339471"/>
                    <a:pt x="1316641" y="360045"/>
                  </a:cubicBezTo>
                  <a:cubicBezTo>
                    <a:pt x="1386269" y="374809"/>
                    <a:pt x="1456277" y="389763"/>
                    <a:pt x="1527143" y="386334"/>
                  </a:cubicBezTo>
                  <a:cubicBezTo>
                    <a:pt x="1592008" y="383191"/>
                    <a:pt x="1881569" y="391287"/>
                    <a:pt x="1704023" y="0"/>
                  </a:cubicBezTo>
                </a:path>
              </a:pathLst>
            </a:custGeom>
            <a:noFill/>
            <a:ln w="6350" cap="rnd">
              <a:solidFill>
                <a:schemeClr val="tx1">
                  <a:alpha val="35000"/>
                </a:schemeClr>
              </a:solidFill>
              <a:prstDash val="dash"/>
              <a:round/>
            </a:ln>
          </p:spPr>
          <p:txBody>
            <a:bodyPr rtlCol="0" anchor="ctr"/>
            <a:lstStyle/>
            <a:p>
              <a:endParaRPr lang="en-US"/>
            </a:p>
          </p:txBody>
        </p:sp>
        <p:sp>
          <p:nvSpPr>
            <p:cNvPr id="28" name="Freeform: Shape 27">
              <a:extLst>
                <a:ext uri="{FF2B5EF4-FFF2-40B4-BE49-F238E27FC236}">
                  <a16:creationId xmlns:a16="http://schemas.microsoft.com/office/drawing/2014/main" id="{1207B0CE-5D0C-8D56-632A-CEA2F5024369}"/>
                </a:ext>
              </a:extLst>
            </p:cNvPr>
            <p:cNvSpPr/>
            <p:nvPr/>
          </p:nvSpPr>
          <p:spPr>
            <a:xfrm rot="9306195" flipV="1">
              <a:off x="69346" y="177158"/>
              <a:ext cx="2508663" cy="855479"/>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4686638"/>
                <a:gd name="connsiteY0" fmla="*/ 115157 h 1271168"/>
                <a:gd name="connsiteX1" fmla="*/ 223933 w 4686638"/>
                <a:gd name="connsiteY1" fmla="*/ 277178 h 1271168"/>
                <a:gd name="connsiteX2" fmla="*/ 475488 w 4686638"/>
                <a:gd name="connsiteY2" fmla="*/ 421958 h 1271168"/>
                <a:gd name="connsiteX3" fmla="*/ 933736 w 4686638"/>
                <a:gd name="connsiteY3" fmla="*/ 690848 h 1271168"/>
                <a:gd name="connsiteX4" fmla="*/ 1233964 w 4686638"/>
                <a:gd name="connsiteY4" fmla="*/ 830580 h 1271168"/>
                <a:gd name="connsiteX5" fmla="*/ 1408462 w 4686638"/>
                <a:gd name="connsiteY5" fmla="*/ 917067 h 1271168"/>
                <a:gd name="connsiteX6" fmla="*/ 1719167 w 4686638"/>
                <a:gd name="connsiteY6" fmla="*/ 1114901 h 1271168"/>
                <a:gd name="connsiteX7" fmla="*/ 1865376 w 4686638"/>
                <a:gd name="connsiteY7" fmla="*/ 1204627 h 1271168"/>
                <a:gd name="connsiteX8" fmla="*/ 2099691 w 4686638"/>
                <a:gd name="connsiteY8" fmla="*/ 1271111 h 1271168"/>
                <a:gd name="connsiteX9" fmla="*/ 2392109 w 4686638"/>
                <a:gd name="connsiteY9" fmla="*/ 1128141 h 1271168"/>
                <a:gd name="connsiteX10" fmla="*/ 2549938 w 4686638"/>
                <a:gd name="connsiteY10" fmla="*/ 882110 h 1271168"/>
                <a:gd name="connsiteX11" fmla="*/ 2685002 w 4686638"/>
                <a:gd name="connsiteY11" fmla="*/ 574929 h 1271168"/>
                <a:gd name="connsiteX12" fmla="*/ 2813781 w 4686638"/>
                <a:gd name="connsiteY12" fmla="*/ 411480 h 1271168"/>
                <a:gd name="connsiteX13" fmla="*/ 3082385 w 4686638"/>
                <a:gd name="connsiteY13" fmla="*/ 292322 h 1271168"/>
                <a:gd name="connsiteX14" fmla="*/ 3305271 w 4686638"/>
                <a:gd name="connsiteY14" fmla="*/ 325565 h 1271168"/>
                <a:gd name="connsiteX15" fmla="*/ 3647313 w 4686638"/>
                <a:gd name="connsiteY15" fmla="*/ 383762 h 1271168"/>
                <a:gd name="connsiteX16" fmla="*/ 4029266 w 4686638"/>
                <a:gd name="connsiteY16" fmla="*/ 420434 h 1271168"/>
                <a:gd name="connsiteX17" fmla="*/ 4328351 w 4686638"/>
                <a:gd name="connsiteY17" fmla="*/ 420434 h 1271168"/>
                <a:gd name="connsiteX18" fmla="*/ 4643248 w 4686638"/>
                <a:gd name="connsiteY18" fmla="*/ 349091 h 1271168"/>
                <a:gd name="connsiteX19" fmla="*/ 4686491 w 4686638"/>
                <a:gd name="connsiteY19" fmla="*/ 242316 h 1271168"/>
                <a:gd name="connsiteX20" fmla="*/ 4583812 w 4686638"/>
                <a:gd name="connsiteY20" fmla="*/ 0 h 1271168"/>
                <a:gd name="connsiteX0" fmla="*/ 0 w 4462705"/>
                <a:gd name="connsiteY0" fmla="*/ 277178 h 1271168"/>
                <a:gd name="connsiteX1" fmla="*/ 251555 w 4462705"/>
                <a:gd name="connsiteY1" fmla="*/ 421958 h 1271168"/>
                <a:gd name="connsiteX2" fmla="*/ 709803 w 4462705"/>
                <a:gd name="connsiteY2" fmla="*/ 690848 h 1271168"/>
                <a:gd name="connsiteX3" fmla="*/ 1010031 w 4462705"/>
                <a:gd name="connsiteY3" fmla="*/ 830580 h 1271168"/>
                <a:gd name="connsiteX4" fmla="*/ 1184529 w 4462705"/>
                <a:gd name="connsiteY4" fmla="*/ 917067 h 1271168"/>
                <a:gd name="connsiteX5" fmla="*/ 1495234 w 4462705"/>
                <a:gd name="connsiteY5" fmla="*/ 1114901 h 1271168"/>
                <a:gd name="connsiteX6" fmla="*/ 1641443 w 4462705"/>
                <a:gd name="connsiteY6" fmla="*/ 1204627 h 1271168"/>
                <a:gd name="connsiteX7" fmla="*/ 1875758 w 4462705"/>
                <a:gd name="connsiteY7" fmla="*/ 1271111 h 1271168"/>
                <a:gd name="connsiteX8" fmla="*/ 2168176 w 4462705"/>
                <a:gd name="connsiteY8" fmla="*/ 1128141 h 1271168"/>
                <a:gd name="connsiteX9" fmla="*/ 2326005 w 4462705"/>
                <a:gd name="connsiteY9" fmla="*/ 882110 h 1271168"/>
                <a:gd name="connsiteX10" fmla="*/ 2461069 w 4462705"/>
                <a:gd name="connsiteY10" fmla="*/ 574929 h 1271168"/>
                <a:gd name="connsiteX11" fmla="*/ 2589848 w 4462705"/>
                <a:gd name="connsiteY11" fmla="*/ 411480 h 1271168"/>
                <a:gd name="connsiteX12" fmla="*/ 2858452 w 4462705"/>
                <a:gd name="connsiteY12" fmla="*/ 292322 h 1271168"/>
                <a:gd name="connsiteX13" fmla="*/ 3081338 w 4462705"/>
                <a:gd name="connsiteY13" fmla="*/ 325565 h 1271168"/>
                <a:gd name="connsiteX14" fmla="*/ 3423380 w 4462705"/>
                <a:gd name="connsiteY14" fmla="*/ 383762 h 1271168"/>
                <a:gd name="connsiteX15" fmla="*/ 3805333 w 4462705"/>
                <a:gd name="connsiteY15" fmla="*/ 420434 h 1271168"/>
                <a:gd name="connsiteX16" fmla="*/ 4104418 w 4462705"/>
                <a:gd name="connsiteY16" fmla="*/ 420434 h 1271168"/>
                <a:gd name="connsiteX17" fmla="*/ 4419315 w 4462705"/>
                <a:gd name="connsiteY17" fmla="*/ 349091 h 1271168"/>
                <a:gd name="connsiteX18" fmla="*/ 4462558 w 4462705"/>
                <a:gd name="connsiteY18" fmla="*/ 242316 h 1271168"/>
                <a:gd name="connsiteX19" fmla="*/ 4359879 w 4462705"/>
                <a:gd name="connsiteY19" fmla="*/ 0 h 1271168"/>
                <a:gd name="connsiteX0" fmla="*/ 0 w 4211150"/>
                <a:gd name="connsiteY0" fmla="*/ 421958 h 1271168"/>
                <a:gd name="connsiteX1" fmla="*/ 458248 w 4211150"/>
                <a:gd name="connsiteY1" fmla="*/ 690848 h 1271168"/>
                <a:gd name="connsiteX2" fmla="*/ 758476 w 4211150"/>
                <a:gd name="connsiteY2" fmla="*/ 830580 h 1271168"/>
                <a:gd name="connsiteX3" fmla="*/ 932974 w 4211150"/>
                <a:gd name="connsiteY3" fmla="*/ 917067 h 1271168"/>
                <a:gd name="connsiteX4" fmla="*/ 1243679 w 4211150"/>
                <a:gd name="connsiteY4" fmla="*/ 1114901 h 1271168"/>
                <a:gd name="connsiteX5" fmla="*/ 1389888 w 4211150"/>
                <a:gd name="connsiteY5" fmla="*/ 1204627 h 1271168"/>
                <a:gd name="connsiteX6" fmla="*/ 1624203 w 4211150"/>
                <a:gd name="connsiteY6" fmla="*/ 1271111 h 1271168"/>
                <a:gd name="connsiteX7" fmla="*/ 1916621 w 4211150"/>
                <a:gd name="connsiteY7" fmla="*/ 1128141 h 1271168"/>
                <a:gd name="connsiteX8" fmla="*/ 2074450 w 4211150"/>
                <a:gd name="connsiteY8" fmla="*/ 882110 h 1271168"/>
                <a:gd name="connsiteX9" fmla="*/ 2209514 w 4211150"/>
                <a:gd name="connsiteY9" fmla="*/ 574929 h 1271168"/>
                <a:gd name="connsiteX10" fmla="*/ 2338293 w 4211150"/>
                <a:gd name="connsiteY10" fmla="*/ 411480 h 1271168"/>
                <a:gd name="connsiteX11" fmla="*/ 2606897 w 4211150"/>
                <a:gd name="connsiteY11" fmla="*/ 292322 h 1271168"/>
                <a:gd name="connsiteX12" fmla="*/ 2829783 w 4211150"/>
                <a:gd name="connsiteY12" fmla="*/ 325565 h 1271168"/>
                <a:gd name="connsiteX13" fmla="*/ 3171825 w 4211150"/>
                <a:gd name="connsiteY13" fmla="*/ 383762 h 1271168"/>
                <a:gd name="connsiteX14" fmla="*/ 3553778 w 4211150"/>
                <a:gd name="connsiteY14" fmla="*/ 420434 h 1271168"/>
                <a:gd name="connsiteX15" fmla="*/ 3852863 w 4211150"/>
                <a:gd name="connsiteY15" fmla="*/ 420434 h 1271168"/>
                <a:gd name="connsiteX16" fmla="*/ 4167760 w 4211150"/>
                <a:gd name="connsiteY16" fmla="*/ 349091 h 1271168"/>
                <a:gd name="connsiteX17" fmla="*/ 4211003 w 4211150"/>
                <a:gd name="connsiteY17" fmla="*/ 242316 h 1271168"/>
                <a:gd name="connsiteX18" fmla="*/ 4108324 w 4211150"/>
                <a:gd name="connsiteY18" fmla="*/ 0 h 1271168"/>
                <a:gd name="connsiteX0" fmla="*/ 0 w 3752902"/>
                <a:gd name="connsiteY0" fmla="*/ 690848 h 1271168"/>
                <a:gd name="connsiteX1" fmla="*/ 300228 w 3752902"/>
                <a:gd name="connsiteY1" fmla="*/ 830580 h 1271168"/>
                <a:gd name="connsiteX2" fmla="*/ 474726 w 3752902"/>
                <a:gd name="connsiteY2" fmla="*/ 917067 h 1271168"/>
                <a:gd name="connsiteX3" fmla="*/ 785431 w 3752902"/>
                <a:gd name="connsiteY3" fmla="*/ 1114901 h 1271168"/>
                <a:gd name="connsiteX4" fmla="*/ 931640 w 3752902"/>
                <a:gd name="connsiteY4" fmla="*/ 1204627 h 1271168"/>
                <a:gd name="connsiteX5" fmla="*/ 1165955 w 3752902"/>
                <a:gd name="connsiteY5" fmla="*/ 1271111 h 1271168"/>
                <a:gd name="connsiteX6" fmla="*/ 1458373 w 3752902"/>
                <a:gd name="connsiteY6" fmla="*/ 1128141 h 1271168"/>
                <a:gd name="connsiteX7" fmla="*/ 1616202 w 3752902"/>
                <a:gd name="connsiteY7" fmla="*/ 882110 h 1271168"/>
                <a:gd name="connsiteX8" fmla="*/ 1751266 w 3752902"/>
                <a:gd name="connsiteY8" fmla="*/ 574929 h 1271168"/>
                <a:gd name="connsiteX9" fmla="*/ 1880045 w 3752902"/>
                <a:gd name="connsiteY9" fmla="*/ 411480 h 1271168"/>
                <a:gd name="connsiteX10" fmla="*/ 2148649 w 3752902"/>
                <a:gd name="connsiteY10" fmla="*/ 292322 h 1271168"/>
                <a:gd name="connsiteX11" fmla="*/ 2371535 w 3752902"/>
                <a:gd name="connsiteY11" fmla="*/ 325565 h 1271168"/>
                <a:gd name="connsiteX12" fmla="*/ 2713577 w 3752902"/>
                <a:gd name="connsiteY12" fmla="*/ 383762 h 1271168"/>
                <a:gd name="connsiteX13" fmla="*/ 3095530 w 3752902"/>
                <a:gd name="connsiteY13" fmla="*/ 420434 h 1271168"/>
                <a:gd name="connsiteX14" fmla="*/ 3394615 w 3752902"/>
                <a:gd name="connsiteY14" fmla="*/ 420434 h 1271168"/>
                <a:gd name="connsiteX15" fmla="*/ 3709512 w 3752902"/>
                <a:gd name="connsiteY15" fmla="*/ 349091 h 1271168"/>
                <a:gd name="connsiteX16" fmla="*/ 3752755 w 3752902"/>
                <a:gd name="connsiteY16" fmla="*/ 242316 h 1271168"/>
                <a:gd name="connsiteX17" fmla="*/ 3650076 w 3752902"/>
                <a:gd name="connsiteY17" fmla="*/ 0 h 1271168"/>
                <a:gd name="connsiteX0" fmla="*/ 0 w 3452674"/>
                <a:gd name="connsiteY0" fmla="*/ 830580 h 1271168"/>
                <a:gd name="connsiteX1" fmla="*/ 174498 w 3452674"/>
                <a:gd name="connsiteY1" fmla="*/ 917067 h 1271168"/>
                <a:gd name="connsiteX2" fmla="*/ 485203 w 3452674"/>
                <a:gd name="connsiteY2" fmla="*/ 1114901 h 1271168"/>
                <a:gd name="connsiteX3" fmla="*/ 631412 w 3452674"/>
                <a:gd name="connsiteY3" fmla="*/ 1204627 h 1271168"/>
                <a:gd name="connsiteX4" fmla="*/ 865727 w 3452674"/>
                <a:gd name="connsiteY4" fmla="*/ 1271111 h 1271168"/>
                <a:gd name="connsiteX5" fmla="*/ 1158145 w 3452674"/>
                <a:gd name="connsiteY5" fmla="*/ 1128141 h 1271168"/>
                <a:gd name="connsiteX6" fmla="*/ 1315974 w 3452674"/>
                <a:gd name="connsiteY6" fmla="*/ 882110 h 1271168"/>
                <a:gd name="connsiteX7" fmla="*/ 1451038 w 3452674"/>
                <a:gd name="connsiteY7" fmla="*/ 574929 h 1271168"/>
                <a:gd name="connsiteX8" fmla="*/ 1579817 w 3452674"/>
                <a:gd name="connsiteY8" fmla="*/ 411480 h 1271168"/>
                <a:gd name="connsiteX9" fmla="*/ 1848421 w 3452674"/>
                <a:gd name="connsiteY9" fmla="*/ 292322 h 1271168"/>
                <a:gd name="connsiteX10" fmla="*/ 2071307 w 3452674"/>
                <a:gd name="connsiteY10" fmla="*/ 325565 h 1271168"/>
                <a:gd name="connsiteX11" fmla="*/ 2413349 w 3452674"/>
                <a:gd name="connsiteY11" fmla="*/ 383762 h 1271168"/>
                <a:gd name="connsiteX12" fmla="*/ 2795302 w 3452674"/>
                <a:gd name="connsiteY12" fmla="*/ 420434 h 1271168"/>
                <a:gd name="connsiteX13" fmla="*/ 3094387 w 3452674"/>
                <a:gd name="connsiteY13" fmla="*/ 420434 h 1271168"/>
                <a:gd name="connsiteX14" fmla="*/ 3409284 w 3452674"/>
                <a:gd name="connsiteY14" fmla="*/ 349091 h 1271168"/>
                <a:gd name="connsiteX15" fmla="*/ 3452527 w 3452674"/>
                <a:gd name="connsiteY15" fmla="*/ 242316 h 1271168"/>
                <a:gd name="connsiteX16" fmla="*/ 3349848 w 3452674"/>
                <a:gd name="connsiteY16" fmla="*/ 0 h 1271168"/>
                <a:gd name="connsiteX0" fmla="*/ 0 w 3614883"/>
                <a:gd name="connsiteY0" fmla="*/ 682584 h 1271168"/>
                <a:gd name="connsiteX1" fmla="*/ 336707 w 3614883"/>
                <a:gd name="connsiteY1" fmla="*/ 917067 h 1271168"/>
                <a:gd name="connsiteX2" fmla="*/ 647412 w 3614883"/>
                <a:gd name="connsiteY2" fmla="*/ 1114901 h 1271168"/>
                <a:gd name="connsiteX3" fmla="*/ 793621 w 3614883"/>
                <a:gd name="connsiteY3" fmla="*/ 1204627 h 1271168"/>
                <a:gd name="connsiteX4" fmla="*/ 1027936 w 3614883"/>
                <a:gd name="connsiteY4" fmla="*/ 1271111 h 1271168"/>
                <a:gd name="connsiteX5" fmla="*/ 1320354 w 3614883"/>
                <a:gd name="connsiteY5" fmla="*/ 1128141 h 1271168"/>
                <a:gd name="connsiteX6" fmla="*/ 1478183 w 3614883"/>
                <a:gd name="connsiteY6" fmla="*/ 882110 h 1271168"/>
                <a:gd name="connsiteX7" fmla="*/ 1613247 w 3614883"/>
                <a:gd name="connsiteY7" fmla="*/ 574929 h 1271168"/>
                <a:gd name="connsiteX8" fmla="*/ 1742026 w 3614883"/>
                <a:gd name="connsiteY8" fmla="*/ 411480 h 1271168"/>
                <a:gd name="connsiteX9" fmla="*/ 2010630 w 3614883"/>
                <a:gd name="connsiteY9" fmla="*/ 292322 h 1271168"/>
                <a:gd name="connsiteX10" fmla="*/ 2233516 w 3614883"/>
                <a:gd name="connsiteY10" fmla="*/ 325565 h 1271168"/>
                <a:gd name="connsiteX11" fmla="*/ 2575558 w 3614883"/>
                <a:gd name="connsiteY11" fmla="*/ 383762 h 1271168"/>
                <a:gd name="connsiteX12" fmla="*/ 2957511 w 3614883"/>
                <a:gd name="connsiteY12" fmla="*/ 420434 h 1271168"/>
                <a:gd name="connsiteX13" fmla="*/ 3256596 w 3614883"/>
                <a:gd name="connsiteY13" fmla="*/ 420434 h 1271168"/>
                <a:gd name="connsiteX14" fmla="*/ 3571493 w 3614883"/>
                <a:gd name="connsiteY14" fmla="*/ 349091 h 1271168"/>
                <a:gd name="connsiteX15" fmla="*/ 3614736 w 3614883"/>
                <a:gd name="connsiteY15" fmla="*/ 242316 h 1271168"/>
                <a:gd name="connsiteX16" fmla="*/ 3512057 w 3614883"/>
                <a:gd name="connsiteY16" fmla="*/ 0 h 1271168"/>
                <a:gd name="connsiteX0" fmla="*/ 0 w 3614736"/>
                <a:gd name="connsiteY0" fmla="*/ 440268 h 1028852"/>
                <a:gd name="connsiteX1" fmla="*/ 336707 w 3614736"/>
                <a:gd name="connsiteY1" fmla="*/ 674751 h 1028852"/>
                <a:gd name="connsiteX2" fmla="*/ 647412 w 3614736"/>
                <a:gd name="connsiteY2" fmla="*/ 872585 h 1028852"/>
                <a:gd name="connsiteX3" fmla="*/ 793621 w 3614736"/>
                <a:gd name="connsiteY3" fmla="*/ 962311 h 1028852"/>
                <a:gd name="connsiteX4" fmla="*/ 1027936 w 3614736"/>
                <a:gd name="connsiteY4" fmla="*/ 1028795 h 1028852"/>
                <a:gd name="connsiteX5" fmla="*/ 1320354 w 3614736"/>
                <a:gd name="connsiteY5" fmla="*/ 885825 h 1028852"/>
                <a:gd name="connsiteX6" fmla="*/ 1478183 w 3614736"/>
                <a:gd name="connsiteY6" fmla="*/ 639794 h 1028852"/>
                <a:gd name="connsiteX7" fmla="*/ 1613247 w 3614736"/>
                <a:gd name="connsiteY7" fmla="*/ 332613 h 1028852"/>
                <a:gd name="connsiteX8" fmla="*/ 1742026 w 3614736"/>
                <a:gd name="connsiteY8" fmla="*/ 169164 h 1028852"/>
                <a:gd name="connsiteX9" fmla="*/ 2010630 w 3614736"/>
                <a:gd name="connsiteY9" fmla="*/ 50006 h 1028852"/>
                <a:gd name="connsiteX10" fmla="*/ 2233516 w 3614736"/>
                <a:gd name="connsiteY10" fmla="*/ 83249 h 1028852"/>
                <a:gd name="connsiteX11" fmla="*/ 2575558 w 3614736"/>
                <a:gd name="connsiteY11" fmla="*/ 141446 h 1028852"/>
                <a:gd name="connsiteX12" fmla="*/ 2957511 w 3614736"/>
                <a:gd name="connsiteY12" fmla="*/ 178118 h 1028852"/>
                <a:gd name="connsiteX13" fmla="*/ 3256596 w 3614736"/>
                <a:gd name="connsiteY13" fmla="*/ 178118 h 1028852"/>
                <a:gd name="connsiteX14" fmla="*/ 3571493 w 3614736"/>
                <a:gd name="connsiteY14" fmla="*/ 106775 h 1028852"/>
                <a:gd name="connsiteX15" fmla="*/ 3614736 w 3614736"/>
                <a:gd name="connsiteY15" fmla="*/ 0 h 1028852"/>
                <a:gd name="connsiteX0" fmla="*/ 0 w 3634041"/>
                <a:gd name="connsiteY0" fmla="*/ 440268 h 1028852"/>
                <a:gd name="connsiteX1" fmla="*/ 336707 w 3634041"/>
                <a:gd name="connsiteY1" fmla="*/ 674751 h 1028852"/>
                <a:gd name="connsiteX2" fmla="*/ 647412 w 3634041"/>
                <a:gd name="connsiteY2" fmla="*/ 872585 h 1028852"/>
                <a:gd name="connsiteX3" fmla="*/ 793621 w 3634041"/>
                <a:gd name="connsiteY3" fmla="*/ 962311 h 1028852"/>
                <a:gd name="connsiteX4" fmla="*/ 1027936 w 3634041"/>
                <a:gd name="connsiteY4" fmla="*/ 1028795 h 1028852"/>
                <a:gd name="connsiteX5" fmla="*/ 1320354 w 3634041"/>
                <a:gd name="connsiteY5" fmla="*/ 885825 h 1028852"/>
                <a:gd name="connsiteX6" fmla="*/ 1478183 w 3634041"/>
                <a:gd name="connsiteY6" fmla="*/ 639794 h 1028852"/>
                <a:gd name="connsiteX7" fmla="*/ 1613247 w 3634041"/>
                <a:gd name="connsiteY7" fmla="*/ 332613 h 1028852"/>
                <a:gd name="connsiteX8" fmla="*/ 1742026 w 3634041"/>
                <a:gd name="connsiteY8" fmla="*/ 169164 h 1028852"/>
                <a:gd name="connsiteX9" fmla="*/ 2010630 w 3634041"/>
                <a:gd name="connsiteY9" fmla="*/ 50006 h 1028852"/>
                <a:gd name="connsiteX10" fmla="*/ 2233516 w 3634041"/>
                <a:gd name="connsiteY10" fmla="*/ 83249 h 1028852"/>
                <a:gd name="connsiteX11" fmla="*/ 2575558 w 3634041"/>
                <a:gd name="connsiteY11" fmla="*/ 141446 h 1028852"/>
                <a:gd name="connsiteX12" fmla="*/ 2957511 w 3634041"/>
                <a:gd name="connsiteY12" fmla="*/ 178118 h 1028852"/>
                <a:gd name="connsiteX13" fmla="*/ 3571493 w 3634041"/>
                <a:gd name="connsiteY13" fmla="*/ 106775 h 1028852"/>
                <a:gd name="connsiteX14" fmla="*/ 3614736 w 3634041"/>
                <a:gd name="connsiteY14" fmla="*/ 0 h 1028852"/>
                <a:gd name="connsiteX0" fmla="*/ 0 w 3614736"/>
                <a:gd name="connsiteY0" fmla="*/ 440268 h 1028852"/>
                <a:gd name="connsiteX1" fmla="*/ 336707 w 3614736"/>
                <a:gd name="connsiteY1" fmla="*/ 674751 h 1028852"/>
                <a:gd name="connsiteX2" fmla="*/ 647412 w 3614736"/>
                <a:gd name="connsiteY2" fmla="*/ 872585 h 1028852"/>
                <a:gd name="connsiteX3" fmla="*/ 793621 w 3614736"/>
                <a:gd name="connsiteY3" fmla="*/ 962311 h 1028852"/>
                <a:gd name="connsiteX4" fmla="*/ 1027936 w 3614736"/>
                <a:gd name="connsiteY4" fmla="*/ 1028795 h 1028852"/>
                <a:gd name="connsiteX5" fmla="*/ 1320354 w 3614736"/>
                <a:gd name="connsiteY5" fmla="*/ 885825 h 1028852"/>
                <a:gd name="connsiteX6" fmla="*/ 1478183 w 3614736"/>
                <a:gd name="connsiteY6" fmla="*/ 639794 h 1028852"/>
                <a:gd name="connsiteX7" fmla="*/ 1613247 w 3614736"/>
                <a:gd name="connsiteY7" fmla="*/ 332613 h 1028852"/>
                <a:gd name="connsiteX8" fmla="*/ 1742026 w 3614736"/>
                <a:gd name="connsiteY8" fmla="*/ 169164 h 1028852"/>
                <a:gd name="connsiteX9" fmla="*/ 2010630 w 3614736"/>
                <a:gd name="connsiteY9" fmla="*/ 50006 h 1028852"/>
                <a:gd name="connsiteX10" fmla="*/ 2233516 w 3614736"/>
                <a:gd name="connsiteY10" fmla="*/ 83249 h 1028852"/>
                <a:gd name="connsiteX11" fmla="*/ 2575558 w 3614736"/>
                <a:gd name="connsiteY11" fmla="*/ 141446 h 1028852"/>
                <a:gd name="connsiteX12" fmla="*/ 2957511 w 3614736"/>
                <a:gd name="connsiteY12" fmla="*/ 178118 h 1028852"/>
                <a:gd name="connsiteX13" fmla="*/ 3614736 w 3614736"/>
                <a:gd name="connsiteY13" fmla="*/ 0 h 1028852"/>
                <a:gd name="connsiteX0" fmla="*/ 0 w 2957511"/>
                <a:gd name="connsiteY0" fmla="*/ 390758 h 979342"/>
                <a:gd name="connsiteX1" fmla="*/ 336707 w 2957511"/>
                <a:gd name="connsiteY1" fmla="*/ 625241 h 979342"/>
                <a:gd name="connsiteX2" fmla="*/ 647412 w 2957511"/>
                <a:gd name="connsiteY2" fmla="*/ 823075 h 979342"/>
                <a:gd name="connsiteX3" fmla="*/ 793621 w 2957511"/>
                <a:gd name="connsiteY3" fmla="*/ 912801 h 979342"/>
                <a:gd name="connsiteX4" fmla="*/ 1027936 w 2957511"/>
                <a:gd name="connsiteY4" fmla="*/ 979285 h 979342"/>
                <a:gd name="connsiteX5" fmla="*/ 1320354 w 2957511"/>
                <a:gd name="connsiteY5" fmla="*/ 836315 h 979342"/>
                <a:gd name="connsiteX6" fmla="*/ 1478183 w 2957511"/>
                <a:gd name="connsiteY6" fmla="*/ 590284 h 979342"/>
                <a:gd name="connsiteX7" fmla="*/ 1613247 w 2957511"/>
                <a:gd name="connsiteY7" fmla="*/ 283103 h 979342"/>
                <a:gd name="connsiteX8" fmla="*/ 1742026 w 2957511"/>
                <a:gd name="connsiteY8" fmla="*/ 119654 h 979342"/>
                <a:gd name="connsiteX9" fmla="*/ 2010630 w 2957511"/>
                <a:gd name="connsiteY9" fmla="*/ 496 h 979342"/>
                <a:gd name="connsiteX10" fmla="*/ 2233516 w 2957511"/>
                <a:gd name="connsiteY10" fmla="*/ 33739 h 979342"/>
                <a:gd name="connsiteX11" fmla="*/ 2575558 w 2957511"/>
                <a:gd name="connsiteY11" fmla="*/ 91936 h 979342"/>
                <a:gd name="connsiteX12" fmla="*/ 2957511 w 2957511"/>
                <a:gd name="connsiteY12" fmla="*/ 128608 h 979342"/>
                <a:gd name="connsiteX0" fmla="*/ 0 w 2575558"/>
                <a:gd name="connsiteY0" fmla="*/ 390758 h 979342"/>
                <a:gd name="connsiteX1" fmla="*/ 336707 w 2575558"/>
                <a:gd name="connsiteY1" fmla="*/ 625241 h 979342"/>
                <a:gd name="connsiteX2" fmla="*/ 647412 w 2575558"/>
                <a:gd name="connsiteY2" fmla="*/ 823075 h 979342"/>
                <a:gd name="connsiteX3" fmla="*/ 793621 w 2575558"/>
                <a:gd name="connsiteY3" fmla="*/ 912801 h 979342"/>
                <a:gd name="connsiteX4" fmla="*/ 1027936 w 2575558"/>
                <a:gd name="connsiteY4" fmla="*/ 979285 h 979342"/>
                <a:gd name="connsiteX5" fmla="*/ 1320354 w 2575558"/>
                <a:gd name="connsiteY5" fmla="*/ 836315 h 979342"/>
                <a:gd name="connsiteX6" fmla="*/ 1478183 w 2575558"/>
                <a:gd name="connsiteY6" fmla="*/ 590284 h 979342"/>
                <a:gd name="connsiteX7" fmla="*/ 1613247 w 2575558"/>
                <a:gd name="connsiteY7" fmla="*/ 283103 h 979342"/>
                <a:gd name="connsiteX8" fmla="*/ 1742026 w 2575558"/>
                <a:gd name="connsiteY8" fmla="*/ 119654 h 979342"/>
                <a:gd name="connsiteX9" fmla="*/ 2010630 w 2575558"/>
                <a:gd name="connsiteY9" fmla="*/ 496 h 979342"/>
                <a:gd name="connsiteX10" fmla="*/ 2233516 w 2575558"/>
                <a:gd name="connsiteY10" fmla="*/ 33739 h 979342"/>
                <a:gd name="connsiteX11" fmla="*/ 2575558 w 2575558"/>
                <a:gd name="connsiteY11" fmla="*/ 91936 h 979342"/>
                <a:gd name="connsiteX0" fmla="*/ 0 w 2233516"/>
                <a:gd name="connsiteY0" fmla="*/ 390758 h 979342"/>
                <a:gd name="connsiteX1" fmla="*/ 336707 w 2233516"/>
                <a:gd name="connsiteY1" fmla="*/ 625241 h 979342"/>
                <a:gd name="connsiteX2" fmla="*/ 647412 w 2233516"/>
                <a:gd name="connsiteY2" fmla="*/ 823075 h 979342"/>
                <a:gd name="connsiteX3" fmla="*/ 793621 w 2233516"/>
                <a:gd name="connsiteY3" fmla="*/ 912801 h 979342"/>
                <a:gd name="connsiteX4" fmla="*/ 1027936 w 2233516"/>
                <a:gd name="connsiteY4" fmla="*/ 979285 h 979342"/>
                <a:gd name="connsiteX5" fmla="*/ 1320354 w 2233516"/>
                <a:gd name="connsiteY5" fmla="*/ 836315 h 979342"/>
                <a:gd name="connsiteX6" fmla="*/ 1478183 w 2233516"/>
                <a:gd name="connsiteY6" fmla="*/ 590284 h 979342"/>
                <a:gd name="connsiteX7" fmla="*/ 1613247 w 2233516"/>
                <a:gd name="connsiteY7" fmla="*/ 283103 h 979342"/>
                <a:gd name="connsiteX8" fmla="*/ 1742026 w 2233516"/>
                <a:gd name="connsiteY8" fmla="*/ 119654 h 979342"/>
                <a:gd name="connsiteX9" fmla="*/ 2010630 w 2233516"/>
                <a:gd name="connsiteY9" fmla="*/ 496 h 979342"/>
                <a:gd name="connsiteX10" fmla="*/ 2233516 w 2233516"/>
                <a:gd name="connsiteY10" fmla="*/ 33739 h 97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3516" h="979342">
                  <a:moveTo>
                    <a:pt x="0" y="390758"/>
                  </a:moveTo>
                  <a:cubicBezTo>
                    <a:pt x="59055" y="417809"/>
                    <a:pt x="228805" y="553188"/>
                    <a:pt x="336707" y="625241"/>
                  </a:cubicBezTo>
                  <a:cubicBezTo>
                    <a:pt x="444609" y="697294"/>
                    <a:pt x="545400" y="754591"/>
                    <a:pt x="647412" y="823075"/>
                  </a:cubicBezTo>
                  <a:cubicBezTo>
                    <a:pt x="694942" y="854984"/>
                    <a:pt x="743139" y="885845"/>
                    <a:pt x="793621" y="912801"/>
                  </a:cubicBezTo>
                  <a:cubicBezTo>
                    <a:pt x="866583" y="951853"/>
                    <a:pt x="945545" y="980809"/>
                    <a:pt x="1027936" y="979285"/>
                  </a:cubicBezTo>
                  <a:cubicBezTo>
                    <a:pt x="1140236" y="977285"/>
                    <a:pt x="1241963" y="917659"/>
                    <a:pt x="1320354" y="836315"/>
                  </a:cubicBezTo>
                  <a:cubicBezTo>
                    <a:pt x="1388458" y="765735"/>
                    <a:pt x="1437988" y="680010"/>
                    <a:pt x="1478183" y="590284"/>
                  </a:cubicBezTo>
                  <a:cubicBezTo>
                    <a:pt x="1523998" y="488081"/>
                    <a:pt x="1558574" y="380734"/>
                    <a:pt x="1613247" y="283103"/>
                  </a:cubicBezTo>
                  <a:cubicBezTo>
                    <a:pt x="1647442" y="222143"/>
                    <a:pt x="1689924" y="166136"/>
                    <a:pt x="1742026" y="119654"/>
                  </a:cubicBezTo>
                  <a:cubicBezTo>
                    <a:pt x="1817178" y="52503"/>
                    <a:pt x="1910332" y="5640"/>
                    <a:pt x="2010630" y="496"/>
                  </a:cubicBezTo>
                  <a:cubicBezTo>
                    <a:pt x="2085973" y="-3409"/>
                    <a:pt x="2159792" y="16498"/>
                    <a:pt x="2233516" y="33739"/>
                  </a:cubicBezTo>
                </a:path>
              </a:pathLst>
            </a:custGeom>
            <a:noFill/>
            <a:ln w="6350" cap="rnd">
              <a:solidFill>
                <a:schemeClr val="tx1">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8352CABA-9E9F-5021-1D3F-1B786A257357}"/>
                </a:ext>
              </a:extLst>
            </p:cNvPr>
            <p:cNvSpPr/>
            <p:nvPr/>
          </p:nvSpPr>
          <p:spPr>
            <a:xfrm rot="9306195" flipV="1">
              <a:off x="23381" y="33306"/>
              <a:ext cx="2297917" cy="775361"/>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3876199"/>
                <a:gd name="connsiteY0" fmla="*/ 274606 h 919287"/>
                <a:gd name="connsiteX1" fmla="*/ 562356 w 3876199"/>
                <a:gd name="connsiteY1" fmla="*/ 608171 h 919287"/>
                <a:gd name="connsiteX2" fmla="*/ 1055275 w 3876199"/>
                <a:gd name="connsiteY2" fmla="*/ 792480 h 919287"/>
                <a:gd name="connsiteX3" fmla="*/ 1409414 w 3876199"/>
                <a:gd name="connsiteY3" fmla="*/ 914591 h 919287"/>
                <a:gd name="connsiteX4" fmla="*/ 1701355 w 3876199"/>
                <a:gd name="connsiteY4" fmla="*/ 847535 h 919287"/>
                <a:gd name="connsiteX5" fmla="*/ 1852136 w 3876199"/>
                <a:gd name="connsiteY5" fmla="*/ 610553 h 919287"/>
                <a:gd name="connsiteX6" fmla="*/ 1995678 w 3876199"/>
                <a:gd name="connsiteY6" fmla="*/ 361569 h 919287"/>
                <a:gd name="connsiteX7" fmla="*/ 2265997 w 3876199"/>
                <a:gd name="connsiteY7" fmla="*/ 67151 h 919287"/>
                <a:gd name="connsiteX8" fmla="*/ 2612898 w 3876199"/>
                <a:gd name="connsiteY8" fmla="*/ 36005 h 919287"/>
                <a:gd name="connsiteX9" fmla="*/ 2938272 w 3876199"/>
                <a:gd name="connsiteY9" fmla="*/ 129350 h 919287"/>
                <a:gd name="connsiteX10" fmla="*/ 3256502 w 3876199"/>
                <a:gd name="connsiteY10" fmla="*/ 244221 h 919287"/>
                <a:gd name="connsiteX11" fmla="*/ 3550825 w 3876199"/>
                <a:gd name="connsiteY11" fmla="*/ 244221 h 919287"/>
                <a:gd name="connsiteX12" fmla="*/ 3739800 w 3876199"/>
                <a:gd name="connsiteY12" fmla="*/ 177165 h 919287"/>
                <a:gd name="connsiteX13" fmla="*/ 3853434 w 3876199"/>
                <a:gd name="connsiteY13" fmla="*/ 63437 h 919287"/>
                <a:gd name="connsiteX14" fmla="*/ 3876199 w 3876199"/>
                <a:gd name="connsiteY14" fmla="*/ 0 h 919287"/>
                <a:gd name="connsiteX0" fmla="*/ 0 w 3313843"/>
                <a:gd name="connsiteY0" fmla="*/ 608171 h 919287"/>
                <a:gd name="connsiteX1" fmla="*/ 492919 w 3313843"/>
                <a:gd name="connsiteY1" fmla="*/ 792480 h 919287"/>
                <a:gd name="connsiteX2" fmla="*/ 847058 w 3313843"/>
                <a:gd name="connsiteY2" fmla="*/ 914591 h 919287"/>
                <a:gd name="connsiteX3" fmla="*/ 1138999 w 3313843"/>
                <a:gd name="connsiteY3" fmla="*/ 847535 h 919287"/>
                <a:gd name="connsiteX4" fmla="*/ 1289780 w 3313843"/>
                <a:gd name="connsiteY4" fmla="*/ 610553 h 919287"/>
                <a:gd name="connsiteX5" fmla="*/ 1433322 w 3313843"/>
                <a:gd name="connsiteY5" fmla="*/ 361569 h 919287"/>
                <a:gd name="connsiteX6" fmla="*/ 1703641 w 3313843"/>
                <a:gd name="connsiteY6" fmla="*/ 67151 h 919287"/>
                <a:gd name="connsiteX7" fmla="*/ 2050542 w 3313843"/>
                <a:gd name="connsiteY7" fmla="*/ 36005 h 919287"/>
                <a:gd name="connsiteX8" fmla="*/ 2375916 w 3313843"/>
                <a:gd name="connsiteY8" fmla="*/ 129350 h 919287"/>
                <a:gd name="connsiteX9" fmla="*/ 2694146 w 3313843"/>
                <a:gd name="connsiteY9" fmla="*/ 244221 h 919287"/>
                <a:gd name="connsiteX10" fmla="*/ 2988469 w 3313843"/>
                <a:gd name="connsiteY10" fmla="*/ 244221 h 919287"/>
                <a:gd name="connsiteX11" fmla="*/ 3177444 w 3313843"/>
                <a:gd name="connsiteY11" fmla="*/ 177165 h 919287"/>
                <a:gd name="connsiteX12" fmla="*/ 3291078 w 3313843"/>
                <a:gd name="connsiteY12" fmla="*/ 63437 h 919287"/>
                <a:gd name="connsiteX13" fmla="*/ 3313843 w 3313843"/>
                <a:gd name="connsiteY13" fmla="*/ 0 h 919287"/>
                <a:gd name="connsiteX0" fmla="*/ 0 w 3176796"/>
                <a:gd name="connsiteY0" fmla="*/ 648784 h 919287"/>
                <a:gd name="connsiteX1" fmla="*/ 355872 w 3176796"/>
                <a:gd name="connsiteY1" fmla="*/ 792480 h 919287"/>
                <a:gd name="connsiteX2" fmla="*/ 710011 w 3176796"/>
                <a:gd name="connsiteY2" fmla="*/ 914591 h 919287"/>
                <a:gd name="connsiteX3" fmla="*/ 1001952 w 3176796"/>
                <a:gd name="connsiteY3" fmla="*/ 847535 h 919287"/>
                <a:gd name="connsiteX4" fmla="*/ 1152733 w 3176796"/>
                <a:gd name="connsiteY4" fmla="*/ 610553 h 919287"/>
                <a:gd name="connsiteX5" fmla="*/ 1296275 w 3176796"/>
                <a:gd name="connsiteY5" fmla="*/ 361569 h 919287"/>
                <a:gd name="connsiteX6" fmla="*/ 1566594 w 3176796"/>
                <a:gd name="connsiteY6" fmla="*/ 67151 h 919287"/>
                <a:gd name="connsiteX7" fmla="*/ 1913495 w 3176796"/>
                <a:gd name="connsiteY7" fmla="*/ 36005 h 919287"/>
                <a:gd name="connsiteX8" fmla="*/ 2238869 w 3176796"/>
                <a:gd name="connsiteY8" fmla="*/ 129350 h 919287"/>
                <a:gd name="connsiteX9" fmla="*/ 2557099 w 3176796"/>
                <a:gd name="connsiteY9" fmla="*/ 244221 h 919287"/>
                <a:gd name="connsiteX10" fmla="*/ 2851422 w 3176796"/>
                <a:gd name="connsiteY10" fmla="*/ 244221 h 919287"/>
                <a:gd name="connsiteX11" fmla="*/ 3040397 w 3176796"/>
                <a:gd name="connsiteY11" fmla="*/ 177165 h 919287"/>
                <a:gd name="connsiteX12" fmla="*/ 3154031 w 3176796"/>
                <a:gd name="connsiteY12" fmla="*/ 63437 h 919287"/>
                <a:gd name="connsiteX13" fmla="*/ 3176796 w 3176796"/>
                <a:gd name="connsiteY13" fmla="*/ 0 h 919287"/>
                <a:gd name="connsiteX0" fmla="*/ 0 w 3176796"/>
                <a:gd name="connsiteY0" fmla="*/ 648784 h 919287"/>
                <a:gd name="connsiteX1" fmla="*/ 355872 w 3176796"/>
                <a:gd name="connsiteY1" fmla="*/ 792480 h 919287"/>
                <a:gd name="connsiteX2" fmla="*/ 710011 w 3176796"/>
                <a:gd name="connsiteY2" fmla="*/ 914591 h 919287"/>
                <a:gd name="connsiteX3" fmla="*/ 1001952 w 3176796"/>
                <a:gd name="connsiteY3" fmla="*/ 847535 h 919287"/>
                <a:gd name="connsiteX4" fmla="*/ 1152733 w 3176796"/>
                <a:gd name="connsiteY4" fmla="*/ 610553 h 919287"/>
                <a:gd name="connsiteX5" fmla="*/ 1296275 w 3176796"/>
                <a:gd name="connsiteY5" fmla="*/ 361569 h 919287"/>
                <a:gd name="connsiteX6" fmla="*/ 1566594 w 3176796"/>
                <a:gd name="connsiteY6" fmla="*/ 67151 h 919287"/>
                <a:gd name="connsiteX7" fmla="*/ 1913495 w 3176796"/>
                <a:gd name="connsiteY7" fmla="*/ 36005 h 919287"/>
                <a:gd name="connsiteX8" fmla="*/ 2238869 w 3176796"/>
                <a:gd name="connsiteY8" fmla="*/ 129350 h 919287"/>
                <a:gd name="connsiteX9" fmla="*/ 2557099 w 3176796"/>
                <a:gd name="connsiteY9" fmla="*/ 244221 h 919287"/>
                <a:gd name="connsiteX10" fmla="*/ 2851422 w 3176796"/>
                <a:gd name="connsiteY10" fmla="*/ 244221 h 919287"/>
                <a:gd name="connsiteX11" fmla="*/ 3154031 w 3176796"/>
                <a:gd name="connsiteY11" fmla="*/ 63437 h 919287"/>
                <a:gd name="connsiteX12" fmla="*/ 3176796 w 3176796"/>
                <a:gd name="connsiteY12" fmla="*/ 0 h 919287"/>
                <a:gd name="connsiteX0" fmla="*/ 0 w 3154031"/>
                <a:gd name="connsiteY0" fmla="*/ 625275 h 895778"/>
                <a:gd name="connsiteX1" fmla="*/ 355872 w 3154031"/>
                <a:gd name="connsiteY1" fmla="*/ 768971 h 895778"/>
                <a:gd name="connsiteX2" fmla="*/ 710011 w 3154031"/>
                <a:gd name="connsiteY2" fmla="*/ 891082 h 895778"/>
                <a:gd name="connsiteX3" fmla="*/ 1001952 w 3154031"/>
                <a:gd name="connsiteY3" fmla="*/ 824026 h 895778"/>
                <a:gd name="connsiteX4" fmla="*/ 1152733 w 3154031"/>
                <a:gd name="connsiteY4" fmla="*/ 587044 h 895778"/>
                <a:gd name="connsiteX5" fmla="*/ 1296275 w 3154031"/>
                <a:gd name="connsiteY5" fmla="*/ 338060 h 895778"/>
                <a:gd name="connsiteX6" fmla="*/ 1566594 w 3154031"/>
                <a:gd name="connsiteY6" fmla="*/ 43642 h 895778"/>
                <a:gd name="connsiteX7" fmla="*/ 1913495 w 3154031"/>
                <a:gd name="connsiteY7" fmla="*/ 12496 h 895778"/>
                <a:gd name="connsiteX8" fmla="*/ 2238869 w 3154031"/>
                <a:gd name="connsiteY8" fmla="*/ 105841 h 895778"/>
                <a:gd name="connsiteX9" fmla="*/ 2557099 w 3154031"/>
                <a:gd name="connsiteY9" fmla="*/ 220712 h 895778"/>
                <a:gd name="connsiteX10" fmla="*/ 2851422 w 3154031"/>
                <a:gd name="connsiteY10" fmla="*/ 220712 h 895778"/>
                <a:gd name="connsiteX11" fmla="*/ 3154031 w 3154031"/>
                <a:gd name="connsiteY11" fmla="*/ 39928 h 895778"/>
                <a:gd name="connsiteX0" fmla="*/ 0 w 2851422"/>
                <a:gd name="connsiteY0" fmla="*/ 625275 h 895778"/>
                <a:gd name="connsiteX1" fmla="*/ 355872 w 2851422"/>
                <a:gd name="connsiteY1" fmla="*/ 768971 h 895778"/>
                <a:gd name="connsiteX2" fmla="*/ 710011 w 2851422"/>
                <a:gd name="connsiteY2" fmla="*/ 891082 h 895778"/>
                <a:gd name="connsiteX3" fmla="*/ 1001952 w 2851422"/>
                <a:gd name="connsiteY3" fmla="*/ 824026 h 895778"/>
                <a:gd name="connsiteX4" fmla="*/ 1152733 w 2851422"/>
                <a:gd name="connsiteY4" fmla="*/ 587044 h 895778"/>
                <a:gd name="connsiteX5" fmla="*/ 1296275 w 2851422"/>
                <a:gd name="connsiteY5" fmla="*/ 338060 h 895778"/>
                <a:gd name="connsiteX6" fmla="*/ 1566594 w 2851422"/>
                <a:gd name="connsiteY6" fmla="*/ 43642 h 895778"/>
                <a:gd name="connsiteX7" fmla="*/ 1913495 w 2851422"/>
                <a:gd name="connsiteY7" fmla="*/ 12496 h 895778"/>
                <a:gd name="connsiteX8" fmla="*/ 2238869 w 2851422"/>
                <a:gd name="connsiteY8" fmla="*/ 105841 h 895778"/>
                <a:gd name="connsiteX9" fmla="*/ 2557099 w 2851422"/>
                <a:gd name="connsiteY9" fmla="*/ 220712 h 895778"/>
                <a:gd name="connsiteX10" fmla="*/ 2851422 w 2851422"/>
                <a:gd name="connsiteY10" fmla="*/ 220712 h 895778"/>
                <a:gd name="connsiteX0" fmla="*/ 0 w 2557099"/>
                <a:gd name="connsiteY0" fmla="*/ 625275 h 895778"/>
                <a:gd name="connsiteX1" fmla="*/ 355872 w 2557099"/>
                <a:gd name="connsiteY1" fmla="*/ 768971 h 895778"/>
                <a:gd name="connsiteX2" fmla="*/ 710011 w 2557099"/>
                <a:gd name="connsiteY2" fmla="*/ 891082 h 895778"/>
                <a:gd name="connsiteX3" fmla="*/ 1001952 w 2557099"/>
                <a:gd name="connsiteY3" fmla="*/ 824026 h 895778"/>
                <a:gd name="connsiteX4" fmla="*/ 1152733 w 2557099"/>
                <a:gd name="connsiteY4" fmla="*/ 587044 h 895778"/>
                <a:gd name="connsiteX5" fmla="*/ 1296275 w 2557099"/>
                <a:gd name="connsiteY5" fmla="*/ 338060 h 895778"/>
                <a:gd name="connsiteX6" fmla="*/ 1566594 w 2557099"/>
                <a:gd name="connsiteY6" fmla="*/ 43642 h 895778"/>
                <a:gd name="connsiteX7" fmla="*/ 1913495 w 2557099"/>
                <a:gd name="connsiteY7" fmla="*/ 12496 h 895778"/>
                <a:gd name="connsiteX8" fmla="*/ 2238869 w 2557099"/>
                <a:gd name="connsiteY8" fmla="*/ 105841 h 895778"/>
                <a:gd name="connsiteX9" fmla="*/ 2557099 w 2557099"/>
                <a:gd name="connsiteY9" fmla="*/ 220712 h 895778"/>
                <a:gd name="connsiteX0" fmla="*/ 0 w 2238869"/>
                <a:gd name="connsiteY0" fmla="*/ 625275 h 895778"/>
                <a:gd name="connsiteX1" fmla="*/ 355872 w 2238869"/>
                <a:gd name="connsiteY1" fmla="*/ 768971 h 895778"/>
                <a:gd name="connsiteX2" fmla="*/ 710011 w 2238869"/>
                <a:gd name="connsiteY2" fmla="*/ 891082 h 895778"/>
                <a:gd name="connsiteX3" fmla="*/ 1001952 w 2238869"/>
                <a:gd name="connsiteY3" fmla="*/ 824026 h 895778"/>
                <a:gd name="connsiteX4" fmla="*/ 1152733 w 2238869"/>
                <a:gd name="connsiteY4" fmla="*/ 587044 h 895778"/>
                <a:gd name="connsiteX5" fmla="*/ 1296275 w 2238869"/>
                <a:gd name="connsiteY5" fmla="*/ 338060 h 895778"/>
                <a:gd name="connsiteX6" fmla="*/ 1566594 w 2238869"/>
                <a:gd name="connsiteY6" fmla="*/ 43642 h 895778"/>
                <a:gd name="connsiteX7" fmla="*/ 1913495 w 2238869"/>
                <a:gd name="connsiteY7" fmla="*/ 12496 h 895778"/>
                <a:gd name="connsiteX8" fmla="*/ 2238869 w 2238869"/>
                <a:gd name="connsiteY8" fmla="*/ 105841 h 895778"/>
                <a:gd name="connsiteX0" fmla="*/ 0 w 2149361"/>
                <a:gd name="connsiteY0" fmla="*/ 625286 h 895789"/>
                <a:gd name="connsiteX1" fmla="*/ 355872 w 2149361"/>
                <a:gd name="connsiteY1" fmla="*/ 768982 h 895789"/>
                <a:gd name="connsiteX2" fmla="*/ 710011 w 2149361"/>
                <a:gd name="connsiteY2" fmla="*/ 891093 h 895789"/>
                <a:gd name="connsiteX3" fmla="*/ 1001952 w 2149361"/>
                <a:gd name="connsiteY3" fmla="*/ 824037 h 895789"/>
                <a:gd name="connsiteX4" fmla="*/ 1152733 w 2149361"/>
                <a:gd name="connsiteY4" fmla="*/ 587055 h 895789"/>
                <a:gd name="connsiteX5" fmla="*/ 1296275 w 2149361"/>
                <a:gd name="connsiteY5" fmla="*/ 338071 h 895789"/>
                <a:gd name="connsiteX6" fmla="*/ 1566594 w 2149361"/>
                <a:gd name="connsiteY6" fmla="*/ 43653 h 895789"/>
                <a:gd name="connsiteX7" fmla="*/ 1913495 w 2149361"/>
                <a:gd name="connsiteY7" fmla="*/ 12507 h 895789"/>
                <a:gd name="connsiteX8" fmla="*/ 2149361 w 2149361"/>
                <a:gd name="connsiteY8" fmla="*/ 159270 h 895789"/>
                <a:gd name="connsiteX0" fmla="*/ 0 w 2060859"/>
                <a:gd name="connsiteY0" fmla="*/ 543153 h 895789"/>
                <a:gd name="connsiteX1" fmla="*/ 267370 w 2060859"/>
                <a:gd name="connsiteY1" fmla="*/ 768982 h 895789"/>
                <a:gd name="connsiteX2" fmla="*/ 621509 w 2060859"/>
                <a:gd name="connsiteY2" fmla="*/ 891093 h 895789"/>
                <a:gd name="connsiteX3" fmla="*/ 913450 w 2060859"/>
                <a:gd name="connsiteY3" fmla="*/ 824037 h 895789"/>
                <a:gd name="connsiteX4" fmla="*/ 1064231 w 2060859"/>
                <a:gd name="connsiteY4" fmla="*/ 587055 h 895789"/>
                <a:gd name="connsiteX5" fmla="*/ 1207773 w 2060859"/>
                <a:gd name="connsiteY5" fmla="*/ 338071 h 895789"/>
                <a:gd name="connsiteX6" fmla="*/ 1478092 w 2060859"/>
                <a:gd name="connsiteY6" fmla="*/ 43653 h 895789"/>
                <a:gd name="connsiteX7" fmla="*/ 1824993 w 2060859"/>
                <a:gd name="connsiteY7" fmla="*/ 12507 h 895789"/>
                <a:gd name="connsiteX8" fmla="*/ 2060859 w 2060859"/>
                <a:gd name="connsiteY8" fmla="*/ 159270 h 895789"/>
                <a:gd name="connsiteX0" fmla="*/ 0 w 2060859"/>
                <a:gd name="connsiteY0" fmla="*/ 543153 h 893458"/>
                <a:gd name="connsiteX1" fmla="*/ 267370 w 2060859"/>
                <a:gd name="connsiteY1" fmla="*/ 768982 h 893458"/>
                <a:gd name="connsiteX2" fmla="*/ 621509 w 2060859"/>
                <a:gd name="connsiteY2" fmla="*/ 891093 h 893458"/>
                <a:gd name="connsiteX3" fmla="*/ 913450 w 2060859"/>
                <a:gd name="connsiteY3" fmla="*/ 824037 h 893458"/>
                <a:gd name="connsiteX4" fmla="*/ 1155028 w 2060859"/>
                <a:gd name="connsiteY4" fmla="*/ 700779 h 893458"/>
                <a:gd name="connsiteX5" fmla="*/ 1207773 w 2060859"/>
                <a:gd name="connsiteY5" fmla="*/ 338071 h 893458"/>
                <a:gd name="connsiteX6" fmla="*/ 1478092 w 2060859"/>
                <a:gd name="connsiteY6" fmla="*/ 43653 h 893458"/>
                <a:gd name="connsiteX7" fmla="*/ 1824993 w 2060859"/>
                <a:gd name="connsiteY7" fmla="*/ 12507 h 893458"/>
                <a:gd name="connsiteX8" fmla="*/ 2060859 w 2060859"/>
                <a:gd name="connsiteY8" fmla="*/ 159270 h 893458"/>
                <a:gd name="connsiteX0" fmla="*/ 0 w 2045885"/>
                <a:gd name="connsiteY0" fmla="*/ 537318 h 887623"/>
                <a:gd name="connsiteX1" fmla="*/ 267370 w 2045885"/>
                <a:gd name="connsiteY1" fmla="*/ 763147 h 887623"/>
                <a:gd name="connsiteX2" fmla="*/ 621509 w 2045885"/>
                <a:gd name="connsiteY2" fmla="*/ 885258 h 887623"/>
                <a:gd name="connsiteX3" fmla="*/ 913450 w 2045885"/>
                <a:gd name="connsiteY3" fmla="*/ 818202 h 887623"/>
                <a:gd name="connsiteX4" fmla="*/ 1155028 w 2045885"/>
                <a:gd name="connsiteY4" fmla="*/ 694944 h 887623"/>
                <a:gd name="connsiteX5" fmla="*/ 1207773 w 2045885"/>
                <a:gd name="connsiteY5" fmla="*/ 332236 h 887623"/>
                <a:gd name="connsiteX6" fmla="*/ 1478092 w 2045885"/>
                <a:gd name="connsiteY6" fmla="*/ 37818 h 887623"/>
                <a:gd name="connsiteX7" fmla="*/ 1824993 w 2045885"/>
                <a:gd name="connsiteY7" fmla="*/ 6672 h 887623"/>
                <a:gd name="connsiteX8" fmla="*/ 2045885 w 2045885"/>
                <a:gd name="connsiteY8" fmla="*/ 71755 h 88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5885" h="887623">
                  <a:moveTo>
                    <a:pt x="0" y="537318"/>
                  </a:moveTo>
                  <a:cubicBezTo>
                    <a:pt x="160115" y="609137"/>
                    <a:pt x="163785" y="705157"/>
                    <a:pt x="267370" y="763147"/>
                  </a:cubicBezTo>
                  <a:cubicBezTo>
                    <a:pt x="370955" y="821137"/>
                    <a:pt x="497208" y="868779"/>
                    <a:pt x="621509" y="885258"/>
                  </a:cubicBezTo>
                  <a:cubicBezTo>
                    <a:pt x="725046" y="898974"/>
                    <a:pt x="824530" y="849921"/>
                    <a:pt x="913450" y="818202"/>
                  </a:cubicBezTo>
                  <a:cubicBezTo>
                    <a:pt x="1002370" y="786483"/>
                    <a:pt x="1113213" y="780669"/>
                    <a:pt x="1155028" y="694944"/>
                  </a:cubicBezTo>
                  <a:cubicBezTo>
                    <a:pt x="1197033" y="608742"/>
                    <a:pt x="1153929" y="441757"/>
                    <a:pt x="1207773" y="332236"/>
                  </a:cubicBezTo>
                  <a:cubicBezTo>
                    <a:pt x="1261617" y="222715"/>
                    <a:pt x="1356744" y="97731"/>
                    <a:pt x="1478092" y="37818"/>
                  </a:cubicBezTo>
                  <a:cubicBezTo>
                    <a:pt x="1584487" y="-14760"/>
                    <a:pt x="1730361" y="1016"/>
                    <a:pt x="1824993" y="6672"/>
                  </a:cubicBezTo>
                  <a:cubicBezTo>
                    <a:pt x="1919625" y="12328"/>
                    <a:pt x="1940824" y="29749"/>
                    <a:pt x="2045885" y="71755"/>
                  </a:cubicBezTo>
                </a:path>
              </a:pathLst>
            </a:custGeom>
            <a:noFill/>
            <a:ln w="6350" cap="rnd">
              <a:solidFill>
                <a:schemeClr val="tx1">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FD0E9F19-6C67-DA83-AC78-2FBD4B21B916}"/>
                </a:ext>
              </a:extLst>
            </p:cNvPr>
            <p:cNvSpPr/>
            <p:nvPr/>
          </p:nvSpPr>
          <p:spPr>
            <a:xfrm rot="10136870" flipV="1">
              <a:off x="155059" y="-174598"/>
              <a:ext cx="1915364" cy="704634"/>
            </a:xfrm>
            <a:custGeom>
              <a:avLst/>
              <a:gdLst>
                <a:gd name="connsiteX0" fmla="*/ 0 w 2292381"/>
                <a:gd name="connsiteY0" fmla="*/ 0 h 625711"/>
                <a:gd name="connsiteX1" fmla="*/ 272415 w 2292381"/>
                <a:gd name="connsiteY1" fmla="*/ 181070 h 625711"/>
                <a:gd name="connsiteX2" fmla="*/ 651415 w 2292381"/>
                <a:gd name="connsiteY2" fmla="*/ 385000 h 625711"/>
                <a:gd name="connsiteX3" fmla="*/ 915543 w 2292381"/>
                <a:gd name="connsiteY3" fmla="*/ 514255 h 625711"/>
                <a:gd name="connsiteX4" fmla="*/ 1277303 w 2292381"/>
                <a:gd name="connsiteY4" fmla="*/ 606171 h 625711"/>
                <a:gd name="connsiteX5" fmla="*/ 1618964 w 2292381"/>
                <a:gd name="connsiteY5" fmla="*/ 606171 h 625711"/>
                <a:gd name="connsiteX6" fmla="*/ 1817084 w 2292381"/>
                <a:gd name="connsiteY6" fmla="*/ 485489 h 625711"/>
                <a:gd name="connsiteX7" fmla="*/ 1963483 w 2292381"/>
                <a:gd name="connsiteY7" fmla="*/ 313182 h 625711"/>
                <a:gd name="connsiteX8" fmla="*/ 2102739 w 2292381"/>
                <a:gd name="connsiteY8" fmla="*/ 173831 h 625711"/>
                <a:gd name="connsiteX9" fmla="*/ 2292382 w 2292381"/>
                <a:gd name="connsiteY9" fmla="*/ 0 h 625711"/>
                <a:gd name="connsiteX0" fmla="*/ 0 w 2019967"/>
                <a:gd name="connsiteY0" fmla="*/ 181070 h 625711"/>
                <a:gd name="connsiteX1" fmla="*/ 379000 w 2019967"/>
                <a:gd name="connsiteY1" fmla="*/ 385000 h 625711"/>
                <a:gd name="connsiteX2" fmla="*/ 643128 w 2019967"/>
                <a:gd name="connsiteY2" fmla="*/ 514255 h 625711"/>
                <a:gd name="connsiteX3" fmla="*/ 1004888 w 2019967"/>
                <a:gd name="connsiteY3" fmla="*/ 606171 h 625711"/>
                <a:gd name="connsiteX4" fmla="*/ 1346549 w 2019967"/>
                <a:gd name="connsiteY4" fmla="*/ 606171 h 625711"/>
                <a:gd name="connsiteX5" fmla="*/ 1544669 w 2019967"/>
                <a:gd name="connsiteY5" fmla="*/ 485489 h 625711"/>
                <a:gd name="connsiteX6" fmla="*/ 1691068 w 2019967"/>
                <a:gd name="connsiteY6" fmla="*/ 313182 h 625711"/>
                <a:gd name="connsiteX7" fmla="*/ 1830324 w 2019967"/>
                <a:gd name="connsiteY7" fmla="*/ 173831 h 625711"/>
                <a:gd name="connsiteX8" fmla="*/ 2019967 w 2019967"/>
                <a:gd name="connsiteY8" fmla="*/ 0 h 625711"/>
                <a:gd name="connsiteX0" fmla="*/ 0 w 2286924"/>
                <a:gd name="connsiteY0" fmla="*/ 349621 h 794262"/>
                <a:gd name="connsiteX1" fmla="*/ 379000 w 2286924"/>
                <a:gd name="connsiteY1" fmla="*/ 553551 h 794262"/>
                <a:gd name="connsiteX2" fmla="*/ 643128 w 2286924"/>
                <a:gd name="connsiteY2" fmla="*/ 682806 h 794262"/>
                <a:gd name="connsiteX3" fmla="*/ 1004888 w 2286924"/>
                <a:gd name="connsiteY3" fmla="*/ 774722 h 794262"/>
                <a:gd name="connsiteX4" fmla="*/ 1346549 w 2286924"/>
                <a:gd name="connsiteY4" fmla="*/ 774722 h 794262"/>
                <a:gd name="connsiteX5" fmla="*/ 1544669 w 2286924"/>
                <a:gd name="connsiteY5" fmla="*/ 654040 h 794262"/>
                <a:gd name="connsiteX6" fmla="*/ 1691068 w 2286924"/>
                <a:gd name="connsiteY6" fmla="*/ 481733 h 794262"/>
                <a:gd name="connsiteX7" fmla="*/ 1830324 w 2286924"/>
                <a:gd name="connsiteY7" fmla="*/ 342382 h 794262"/>
                <a:gd name="connsiteX8" fmla="*/ 2286924 w 2286924"/>
                <a:gd name="connsiteY8" fmla="*/ 0 h 794262"/>
                <a:gd name="connsiteX0" fmla="*/ 0 w 2286924"/>
                <a:gd name="connsiteY0" fmla="*/ 349621 h 794262"/>
                <a:gd name="connsiteX1" fmla="*/ 379000 w 2286924"/>
                <a:gd name="connsiteY1" fmla="*/ 553551 h 794262"/>
                <a:gd name="connsiteX2" fmla="*/ 643128 w 2286924"/>
                <a:gd name="connsiteY2" fmla="*/ 682806 h 794262"/>
                <a:gd name="connsiteX3" fmla="*/ 1004888 w 2286924"/>
                <a:gd name="connsiteY3" fmla="*/ 774722 h 794262"/>
                <a:gd name="connsiteX4" fmla="*/ 1346549 w 2286924"/>
                <a:gd name="connsiteY4" fmla="*/ 774722 h 794262"/>
                <a:gd name="connsiteX5" fmla="*/ 1544669 w 2286924"/>
                <a:gd name="connsiteY5" fmla="*/ 654040 h 794262"/>
                <a:gd name="connsiteX6" fmla="*/ 1691068 w 2286924"/>
                <a:gd name="connsiteY6" fmla="*/ 481733 h 794262"/>
                <a:gd name="connsiteX7" fmla="*/ 1830324 w 2286924"/>
                <a:gd name="connsiteY7" fmla="*/ 342382 h 794262"/>
                <a:gd name="connsiteX8" fmla="*/ 2286924 w 2286924"/>
                <a:gd name="connsiteY8" fmla="*/ 0 h 794262"/>
                <a:gd name="connsiteX0" fmla="*/ 0 w 2286924"/>
                <a:gd name="connsiteY0" fmla="*/ 349621 h 1017075"/>
                <a:gd name="connsiteX1" fmla="*/ 379000 w 2286924"/>
                <a:gd name="connsiteY1" fmla="*/ 553551 h 1017075"/>
                <a:gd name="connsiteX2" fmla="*/ 643128 w 2286924"/>
                <a:gd name="connsiteY2" fmla="*/ 682806 h 1017075"/>
                <a:gd name="connsiteX3" fmla="*/ 1052467 w 2286924"/>
                <a:gd name="connsiteY3" fmla="*/ 1015824 h 1017075"/>
                <a:gd name="connsiteX4" fmla="*/ 1346549 w 2286924"/>
                <a:gd name="connsiteY4" fmla="*/ 774722 h 1017075"/>
                <a:gd name="connsiteX5" fmla="*/ 1544669 w 2286924"/>
                <a:gd name="connsiteY5" fmla="*/ 654040 h 1017075"/>
                <a:gd name="connsiteX6" fmla="*/ 1691068 w 2286924"/>
                <a:gd name="connsiteY6" fmla="*/ 481733 h 1017075"/>
                <a:gd name="connsiteX7" fmla="*/ 1830324 w 2286924"/>
                <a:gd name="connsiteY7" fmla="*/ 342382 h 1017075"/>
                <a:gd name="connsiteX8" fmla="*/ 2286924 w 2286924"/>
                <a:gd name="connsiteY8" fmla="*/ 0 h 1017075"/>
                <a:gd name="connsiteX0" fmla="*/ 0 w 2286924"/>
                <a:gd name="connsiteY0" fmla="*/ 349621 h 1016543"/>
                <a:gd name="connsiteX1" fmla="*/ 379000 w 2286924"/>
                <a:gd name="connsiteY1" fmla="*/ 553551 h 1016543"/>
                <a:gd name="connsiteX2" fmla="*/ 651318 w 2286924"/>
                <a:gd name="connsiteY2" fmla="*/ 838806 h 1016543"/>
                <a:gd name="connsiteX3" fmla="*/ 1052467 w 2286924"/>
                <a:gd name="connsiteY3" fmla="*/ 1015824 h 1016543"/>
                <a:gd name="connsiteX4" fmla="*/ 1346549 w 2286924"/>
                <a:gd name="connsiteY4" fmla="*/ 774722 h 1016543"/>
                <a:gd name="connsiteX5" fmla="*/ 1544669 w 2286924"/>
                <a:gd name="connsiteY5" fmla="*/ 654040 h 1016543"/>
                <a:gd name="connsiteX6" fmla="*/ 1691068 w 2286924"/>
                <a:gd name="connsiteY6" fmla="*/ 481733 h 1016543"/>
                <a:gd name="connsiteX7" fmla="*/ 1830324 w 2286924"/>
                <a:gd name="connsiteY7" fmla="*/ 342382 h 1016543"/>
                <a:gd name="connsiteX8" fmla="*/ 2286924 w 2286924"/>
                <a:gd name="connsiteY8" fmla="*/ 0 h 1016543"/>
                <a:gd name="connsiteX0" fmla="*/ 0 w 1907924"/>
                <a:gd name="connsiteY0" fmla="*/ 553551 h 1016542"/>
                <a:gd name="connsiteX1" fmla="*/ 272318 w 1907924"/>
                <a:gd name="connsiteY1" fmla="*/ 838806 h 1016542"/>
                <a:gd name="connsiteX2" fmla="*/ 673467 w 1907924"/>
                <a:gd name="connsiteY2" fmla="*/ 1015824 h 1016542"/>
                <a:gd name="connsiteX3" fmla="*/ 967549 w 1907924"/>
                <a:gd name="connsiteY3" fmla="*/ 774722 h 1016542"/>
                <a:gd name="connsiteX4" fmla="*/ 1165669 w 1907924"/>
                <a:gd name="connsiteY4" fmla="*/ 654040 h 1016542"/>
                <a:gd name="connsiteX5" fmla="*/ 1312068 w 1907924"/>
                <a:gd name="connsiteY5" fmla="*/ 481733 h 1016542"/>
                <a:gd name="connsiteX6" fmla="*/ 1451324 w 1907924"/>
                <a:gd name="connsiteY6" fmla="*/ 342382 h 1016542"/>
                <a:gd name="connsiteX7" fmla="*/ 1907924 w 1907924"/>
                <a:gd name="connsiteY7" fmla="*/ 0 h 1016542"/>
                <a:gd name="connsiteX0" fmla="*/ 0 w 1910346"/>
                <a:gd name="connsiteY0" fmla="*/ 535610 h 1016561"/>
                <a:gd name="connsiteX1" fmla="*/ 274740 w 1910346"/>
                <a:gd name="connsiteY1" fmla="*/ 838806 h 1016561"/>
                <a:gd name="connsiteX2" fmla="*/ 675889 w 1910346"/>
                <a:gd name="connsiteY2" fmla="*/ 1015824 h 1016561"/>
                <a:gd name="connsiteX3" fmla="*/ 969971 w 1910346"/>
                <a:gd name="connsiteY3" fmla="*/ 774722 h 1016561"/>
                <a:gd name="connsiteX4" fmla="*/ 1168091 w 1910346"/>
                <a:gd name="connsiteY4" fmla="*/ 654040 h 1016561"/>
                <a:gd name="connsiteX5" fmla="*/ 1314490 w 1910346"/>
                <a:gd name="connsiteY5" fmla="*/ 481733 h 1016561"/>
                <a:gd name="connsiteX6" fmla="*/ 1453746 w 1910346"/>
                <a:gd name="connsiteY6" fmla="*/ 342382 h 1016561"/>
                <a:gd name="connsiteX7" fmla="*/ 1910346 w 1910346"/>
                <a:gd name="connsiteY7" fmla="*/ 0 h 101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0346" h="1016561">
                  <a:moveTo>
                    <a:pt x="0" y="535610"/>
                  </a:moveTo>
                  <a:cubicBezTo>
                    <a:pt x="108553" y="617141"/>
                    <a:pt x="162092" y="758770"/>
                    <a:pt x="274740" y="838806"/>
                  </a:cubicBezTo>
                  <a:cubicBezTo>
                    <a:pt x="387388" y="918842"/>
                    <a:pt x="560017" y="1026505"/>
                    <a:pt x="675889" y="1015824"/>
                  </a:cubicBezTo>
                  <a:cubicBezTo>
                    <a:pt x="791761" y="1005143"/>
                    <a:pt x="887937" y="835019"/>
                    <a:pt x="969971" y="774722"/>
                  </a:cubicBezTo>
                  <a:cubicBezTo>
                    <a:pt x="1052005" y="714425"/>
                    <a:pt x="1111798" y="708809"/>
                    <a:pt x="1168091" y="654040"/>
                  </a:cubicBezTo>
                  <a:cubicBezTo>
                    <a:pt x="1222193" y="601462"/>
                    <a:pt x="1264294" y="538026"/>
                    <a:pt x="1314490" y="481733"/>
                  </a:cubicBezTo>
                  <a:cubicBezTo>
                    <a:pt x="1358210" y="432679"/>
                    <a:pt x="1406312" y="387912"/>
                    <a:pt x="1453746" y="342382"/>
                  </a:cubicBezTo>
                  <a:cubicBezTo>
                    <a:pt x="1601380" y="155933"/>
                    <a:pt x="1910346" y="0"/>
                    <a:pt x="1910346" y="0"/>
                  </a:cubicBezTo>
                </a:path>
              </a:pathLst>
            </a:custGeom>
            <a:noFill/>
            <a:ln w="6350" cap="rnd">
              <a:solidFill>
                <a:schemeClr val="tx1">
                  <a:alpha val="35000"/>
                </a:schemeClr>
              </a:solidFill>
              <a:prstDash val="dash"/>
              <a:round/>
            </a:ln>
          </p:spPr>
          <p:txBody>
            <a:bodyPr rtlCol="0" anchor="ctr"/>
            <a:lstStyle/>
            <a:p>
              <a:endParaRPr lang="en-US"/>
            </a:p>
          </p:txBody>
        </p:sp>
        <p:sp>
          <p:nvSpPr>
            <p:cNvPr id="31" name="Freeform: Shape 30">
              <a:extLst>
                <a:ext uri="{FF2B5EF4-FFF2-40B4-BE49-F238E27FC236}">
                  <a16:creationId xmlns:a16="http://schemas.microsoft.com/office/drawing/2014/main" id="{A624D029-F1B8-761E-B416-B99A598E671B}"/>
                </a:ext>
              </a:extLst>
            </p:cNvPr>
            <p:cNvSpPr/>
            <p:nvPr/>
          </p:nvSpPr>
          <p:spPr>
            <a:xfrm rot="10800000" flipV="1">
              <a:off x="889834" y="0"/>
              <a:ext cx="991690" cy="258371"/>
            </a:xfrm>
            <a:custGeom>
              <a:avLst/>
              <a:gdLst>
                <a:gd name="connsiteX0" fmla="*/ 1865852 w 1865852"/>
                <a:gd name="connsiteY0" fmla="*/ 0 h 421548"/>
                <a:gd name="connsiteX1" fmla="*/ 1535049 w 1865852"/>
                <a:gd name="connsiteY1" fmla="*/ 258699 h 421548"/>
                <a:gd name="connsiteX2" fmla="*/ 1247966 w 1865852"/>
                <a:gd name="connsiteY2" fmla="*/ 408051 h 421548"/>
                <a:gd name="connsiteX3" fmla="*/ 955072 w 1865852"/>
                <a:gd name="connsiteY3" fmla="*/ 408051 h 421548"/>
                <a:gd name="connsiteX4" fmla="*/ 596170 w 1865852"/>
                <a:gd name="connsiteY4" fmla="*/ 336233 h 421548"/>
                <a:gd name="connsiteX5" fmla="*/ 283178 w 1865852"/>
                <a:gd name="connsiteY5" fmla="*/ 186881 h 421548"/>
                <a:gd name="connsiteX6" fmla="*/ 0 w 1865852"/>
                <a:gd name="connsiteY6" fmla="*/ 0 h 421548"/>
                <a:gd name="connsiteX0" fmla="*/ 1865852 w 1865852"/>
                <a:gd name="connsiteY0" fmla="*/ 0 h 410317"/>
                <a:gd name="connsiteX1" fmla="*/ 1535049 w 1865852"/>
                <a:gd name="connsiteY1" fmla="*/ 258699 h 410317"/>
                <a:gd name="connsiteX2" fmla="*/ 955072 w 1865852"/>
                <a:gd name="connsiteY2" fmla="*/ 408051 h 410317"/>
                <a:gd name="connsiteX3" fmla="*/ 596170 w 1865852"/>
                <a:gd name="connsiteY3" fmla="*/ 336233 h 410317"/>
                <a:gd name="connsiteX4" fmla="*/ 283178 w 1865852"/>
                <a:gd name="connsiteY4" fmla="*/ 186881 h 410317"/>
                <a:gd name="connsiteX5" fmla="*/ 0 w 1865852"/>
                <a:gd name="connsiteY5" fmla="*/ 0 h 410317"/>
                <a:gd name="connsiteX0" fmla="*/ 1865852 w 1865852"/>
                <a:gd name="connsiteY0" fmla="*/ 0 h 411528"/>
                <a:gd name="connsiteX1" fmla="*/ 1662192 w 1865852"/>
                <a:gd name="connsiteY1" fmla="*/ 234094 h 411528"/>
                <a:gd name="connsiteX2" fmla="*/ 955072 w 1865852"/>
                <a:gd name="connsiteY2" fmla="*/ 408051 h 411528"/>
                <a:gd name="connsiteX3" fmla="*/ 596170 w 1865852"/>
                <a:gd name="connsiteY3" fmla="*/ 336233 h 411528"/>
                <a:gd name="connsiteX4" fmla="*/ 283178 w 1865852"/>
                <a:gd name="connsiteY4" fmla="*/ 186881 h 411528"/>
                <a:gd name="connsiteX5" fmla="*/ 0 w 1865852"/>
                <a:gd name="connsiteY5" fmla="*/ 0 h 411528"/>
                <a:gd name="connsiteX0" fmla="*/ 1865852 w 1865852"/>
                <a:gd name="connsiteY0" fmla="*/ 0 h 340281"/>
                <a:gd name="connsiteX1" fmla="*/ 1662192 w 1865852"/>
                <a:gd name="connsiteY1" fmla="*/ 234094 h 340281"/>
                <a:gd name="connsiteX2" fmla="*/ 1026590 w 1865852"/>
                <a:gd name="connsiteY2" fmla="*/ 292412 h 340281"/>
                <a:gd name="connsiteX3" fmla="*/ 596170 w 1865852"/>
                <a:gd name="connsiteY3" fmla="*/ 336233 h 340281"/>
                <a:gd name="connsiteX4" fmla="*/ 283178 w 1865852"/>
                <a:gd name="connsiteY4" fmla="*/ 186881 h 340281"/>
                <a:gd name="connsiteX5" fmla="*/ 0 w 1865852"/>
                <a:gd name="connsiteY5" fmla="*/ 0 h 340281"/>
                <a:gd name="connsiteX0" fmla="*/ 1865852 w 1865852"/>
                <a:gd name="connsiteY0" fmla="*/ 0 h 301027"/>
                <a:gd name="connsiteX1" fmla="*/ 1662192 w 1865852"/>
                <a:gd name="connsiteY1" fmla="*/ 234094 h 301027"/>
                <a:gd name="connsiteX2" fmla="*/ 1026590 w 1865852"/>
                <a:gd name="connsiteY2" fmla="*/ 292412 h 301027"/>
                <a:gd name="connsiteX3" fmla="*/ 631929 w 1865852"/>
                <a:gd name="connsiteY3" fmla="*/ 289485 h 301027"/>
                <a:gd name="connsiteX4" fmla="*/ 283178 w 1865852"/>
                <a:gd name="connsiteY4" fmla="*/ 186881 h 301027"/>
                <a:gd name="connsiteX5" fmla="*/ 0 w 1865852"/>
                <a:gd name="connsiteY5" fmla="*/ 0 h 3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5852" h="301027">
                  <a:moveTo>
                    <a:pt x="1865852" y="0"/>
                  </a:moveTo>
                  <a:cubicBezTo>
                    <a:pt x="1865852" y="0"/>
                    <a:pt x="1802069" y="185359"/>
                    <a:pt x="1662192" y="234094"/>
                  </a:cubicBezTo>
                  <a:cubicBezTo>
                    <a:pt x="1522315" y="282829"/>
                    <a:pt x="1198300" y="283180"/>
                    <a:pt x="1026590" y="292412"/>
                  </a:cubicBezTo>
                  <a:cubicBezTo>
                    <a:pt x="854880" y="301644"/>
                    <a:pt x="755831" y="307073"/>
                    <a:pt x="631929" y="289485"/>
                  </a:cubicBezTo>
                  <a:cubicBezTo>
                    <a:pt x="508027" y="271897"/>
                    <a:pt x="382715" y="246412"/>
                    <a:pt x="283178" y="186881"/>
                  </a:cubicBezTo>
                  <a:cubicBezTo>
                    <a:pt x="176213" y="122777"/>
                    <a:pt x="0" y="0"/>
                    <a:pt x="0" y="0"/>
                  </a:cubicBezTo>
                </a:path>
              </a:pathLst>
            </a:custGeom>
            <a:noFill/>
            <a:ln w="6350" cap="rnd">
              <a:solidFill>
                <a:schemeClr val="tx1">
                  <a:alpha val="35000"/>
                </a:schemeClr>
              </a:solidFill>
              <a:prstDash val="dash"/>
              <a:round/>
            </a:ln>
          </p:spPr>
          <p:txBody>
            <a:bodyPr rtlCol="0" anchor="ctr"/>
            <a:lstStyle/>
            <a:p>
              <a:endParaRPr lang="en-US"/>
            </a:p>
          </p:txBody>
        </p:sp>
        <p:sp>
          <p:nvSpPr>
            <p:cNvPr id="32" name="Freeform: Shape 31">
              <a:extLst>
                <a:ext uri="{FF2B5EF4-FFF2-40B4-BE49-F238E27FC236}">
                  <a16:creationId xmlns:a16="http://schemas.microsoft.com/office/drawing/2014/main" id="{3618DD4E-6D70-FA24-1E76-69465222CF46}"/>
                </a:ext>
              </a:extLst>
            </p:cNvPr>
            <p:cNvSpPr/>
            <p:nvPr/>
          </p:nvSpPr>
          <p:spPr>
            <a:xfrm rot="9306195" flipV="1">
              <a:off x="-283516" y="592642"/>
              <a:ext cx="3611778" cy="3082100"/>
            </a:xfrm>
            <a:custGeom>
              <a:avLst/>
              <a:gdLst>
                <a:gd name="connsiteX0" fmla="*/ 2281471 w 3606715"/>
                <a:gd name="connsiteY0" fmla="*/ 54126 h 3082100"/>
                <a:gd name="connsiteX1" fmla="*/ 2104156 w 3606715"/>
                <a:gd name="connsiteY1" fmla="*/ 156083 h 3082100"/>
                <a:gd name="connsiteX2" fmla="*/ 1892225 w 3606715"/>
                <a:gd name="connsiteY2" fmla="*/ 389410 h 3082100"/>
                <a:gd name="connsiteX3" fmla="*/ 1704818 w 3606715"/>
                <a:gd name="connsiteY3" fmla="*/ 601289 h 3082100"/>
                <a:gd name="connsiteX4" fmla="*/ 1403270 w 3606715"/>
                <a:gd name="connsiteY4" fmla="*/ 804336 h 3082100"/>
                <a:gd name="connsiteX5" fmla="*/ 1154707 w 3606715"/>
                <a:gd name="connsiteY5" fmla="*/ 959598 h 3082100"/>
                <a:gd name="connsiteX6" fmla="*/ 1005951 w 3606715"/>
                <a:gd name="connsiteY6" fmla="*/ 1075907 h 3082100"/>
                <a:gd name="connsiteX7" fmla="*/ 967198 w 3606715"/>
                <a:gd name="connsiteY7" fmla="*/ 1169111 h 3082100"/>
                <a:gd name="connsiteX8" fmla="*/ 981327 w 3606715"/>
                <a:gd name="connsiteY8" fmla="*/ 1327685 h 3082100"/>
                <a:gd name="connsiteX9" fmla="*/ 958519 w 3606715"/>
                <a:gd name="connsiteY9" fmla="*/ 1454481 h 3082100"/>
                <a:gd name="connsiteX10" fmla="*/ 890196 w 3606715"/>
                <a:gd name="connsiteY10" fmla="*/ 1580094 h 3082100"/>
                <a:gd name="connsiteX11" fmla="*/ 671403 w 3606715"/>
                <a:gd name="connsiteY11" fmla="*/ 1680474 h 3082100"/>
                <a:gd name="connsiteX12" fmla="*/ 473400 w 3606715"/>
                <a:gd name="connsiteY12" fmla="*/ 1733069 h 3082100"/>
                <a:gd name="connsiteX13" fmla="*/ 182449 w 3606715"/>
                <a:gd name="connsiteY13" fmla="*/ 1921370 h 3082100"/>
                <a:gd name="connsiteX14" fmla="*/ 290 w 3606715"/>
                <a:gd name="connsiteY14" fmla="*/ 2298841 h 3082100"/>
                <a:gd name="connsiteX15" fmla="*/ 62658 w 3606715"/>
                <a:gd name="connsiteY15" fmla="*/ 2566468 h 3082100"/>
                <a:gd name="connsiteX16" fmla="*/ 195872 w 3606715"/>
                <a:gd name="connsiteY16" fmla="*/ 2777638 h 3082100"/>
                <a:gd name="connsiteX17" fmla="*/ 424454 w 3606715"/>
                <a:gd name="connsiteY17" fmla="*/ 2975480 h 3082100"/>
                <a:gd name="connsiteX18" fmla="*/ 550402 w 3606715"/>
                <a:gd name="connsiteY18" fmla="*/ 3022318 h 3082100"/>
                <a:gd name="connsiteX19" fmla="*/ 903720 w 3606715"/>
                <a:gd name="connsiteY19" fmla="*/ 3065294 h 3082100"/>
                <a:gd name="connsiteX20" fmla="*/ 1132302 w 3606715"/>
                <a:gd name="connsiteY20" fmla="*/ 3065294 h 3082100"/>
                <a:gd name="connsiteX21" fmla="*/ 1675148 w 3606715"/>
                <a:gd name="connsiteY21" fmla="*/ 3080591 h 3082100"/>
                <a:gd name="connsiteX22" fmla="*/ 1941675 w 3606715"/>
                <a:gd name="connsiteY22" fmla="*/ 3068133 h 3082100"/>
                <a:gd name="connsiteX23" fmla="*/ 2349995 w 3606715"/>
                <a:gd name="connsiteY23" fmla="*/ 2890397 h 3082100"/>
                <a:gd name="connsiteX24" fmla="*/ 2760737 w 3606715"/>
                <a:gd name="connsiteY24" fmla="*/ 2641931 h 3082100"/>
                <a:gd name="connsiteX25" fmla="*/ 3007687 w 3606715"/>
                <a:gd name="connsiteY25" fmla="*/ 2473737 h 3082100"/>
                <a:gd name="connsiteX26" fmla="*/ 3231424 w 3606715"/>
                <a:gd name="connsiteY26" fmla="*/ 2290246 h 3082100"/>
                <a:gd name="connsiteX27" fmla="*/ 3534586 w 3606715"/>
                <a:gd name="connsiteY27" fmla="*/ 1940453 h 3082100"/>
                <a:gd name="connsiteX28" fmla="*/ 3606715 w 3606715"/>
                <a:gd name="connsiteY28" fmla="*/ 1804954 h 3082100"/>
                <a:gd name="connsiteX29" fmla="*/ 2769008 w 3606715"/>
                <a:gd name="connsiteY29" fmla="*/ 0 h 3082100"/>
                <a:gd name="connsiteX30" fmla="*/ 2613597 w 3606715"/>
                <a:gd name="connsiteY30" fmla="*/ 5553 h 3082100"/>
                <a:gd name="connsiteX31" fmla="*/ 2281471 w 3606715"/>
                <a:gd name="connsiteY31" fmla="*/ 54126 h 3082100"/>
                <a:gd name="connsiteX0" fmla="*/ 3606715 w 3698155"/>
                <a:gd name="connsiteY0" fmla="*/ 1804954 h 3082100"/>
                <a:gd name="connsiteX1" fmla="*/ 2769008 w 3698155"/>
                <a:gd name="connsiteY1" fmla="*/ 0 h 3082100"/>
                <a:gd name="connsiteX2" fmla="*/ 2613597 w 3698155"/>
                <a:gd name="connsiteY2" fmla="*/ 5553 h 3082100"/>
                <a:gd name="connsiteX3" fmla="*/ 2281471 w 3698155"/>
                <a:gd name="connsiteY3" fmla="*/ 54126 h 3082100"/>
                <a:gd name="connsiteX4" fmla="*/ 2104156 w 3698155"/>
                <a:gd name="connsiteY4" fmla="*/ 156083 h 3082100"/>
                <a:gd name="connsiteX5" fmla="*/ 1892225 w 3698155"/>
                <a:gd name="connsiteY5" fmla="*/ 389410 h 3082100"/>
                <a:gd name="connsiteX6" fmla="*/ 1704818 w 3698155"/>
                <a:gd name="connsiteY6" fmla="*/ 601289 h 3082100"/>
                <a:gd name="connsiteX7" fmla="*/ 1403270 w 3698155"/>
                <a:gd name="connsiteY7" fmla="*/ 804336 h 3082100"/>
                <a:gd name="connsiteX8" fmla="*/ 1154707 w 3698155"/>
                <a:gd name="connsiteY8" fmla="*/ 959598 h 3082100"/>
                <a:gd name="connsiteX9" fmla="*/ 1005951 w 3698155"/>
                <a:gd name="connsiteY9" fmla="*/ 1075907 h 3082100"/>
                <a:gd name="connsiteX10" fmla="*/ 967198 w 3698155"/>
                <a:gd name="connsiteY10" fmla="*/ 1169111 h 3082100"/>
                <a:gd name="connsiteX11" fmla="*/ 981327 w 3698155"/>
                <a:gd name="connsiteY11" fmla="*/ 1327685 h 3082100"/>
                <a:gd name="connsiteX12" fmla="*/ 958519 w 3698155"/>
                <a:gd name="connsiteY12" fmla="*/ 1454481 h 3082100"/>
                <a:gd name="connsiteX13" fmla="*/ 890196 w 3698155"/>
                <a:gd name="connsiteY13" fmla="*/ 1580094 h 3082100"/>
                <a:gd name="connsiteX14" fmla="*/ 671403 w 3698155"/>
                <a:gd name="connsiteY14" fmla="*/ 1680474 h 3082100"/>
                <a:gd name="connsiteX15" fmla="*/ 473400 w 3698155"/>
                <a:gd name="connsiteY15" fmla="*/ 1733069 h 3082100"/>
                <a:gd name="connsiteX16" fmla="*/ 182449 w 3698155"/>
                <a:gd name="connsiteY16" fmla="*/ 1921370 h 3082100"/>
                <a:gd name="connsiteX17" fmla="*/ 290 w 3698155"/>
                <a:gd name="connsiteY17" fmla="*/ 2298841 h 3082100"/>
                <a:gd name="connsiteX18" fmla="*/ 62658 w 3698155"/>
                <a:gd name="connsiteY18" fmla="*/ 2566468 h 3082100"/>
                <a:gd name="connsiteX19" fmla="*/ 195872 w 3698155"/>
                <a:gd name="connsiteY19" fmla="*/ 2777638 h 3082100"/>
                <a:gd name="connsiteX20" fmla="*/ 424454 w 3698155"/>
                <a:gd name="connsiteY20" fmla="*/ 2975480 h 3082100"/>
                <a:gd name="connsiteX21" fmla="*/ 550402 w 3698155"/>
                <a:gd name="connsiteY21" fmla="*/ 3022318 h 3082100"/>
                <a:gd name="connsiteX22" fmla="*/ 903720 w 3698155"/>
                <a:gd name="connsiteY22" fmla="*/ 3065294 h 3082100"/>
                <a:gd name="connsiteX23" fmla="*/ 1132302 w 3698155"/>
                <a:gd name="connsiteY23" fmla="*/ 3065294 h 3082100"/>
                <a:gd name="connsiteX24" fmla="*/ 1675148 w 3698155"/>
                <a:gd name="connsiteY24" fmla="*/ 3080591 h 3082100"/>
                <a:gd name="connsiteX25" fmla="*/ 1941675 w 3698155"/>
                <a:gd name="connsiteY25" fmla="*/ 3068133 h 3082100"/>
                <a:gd name="connsiteX26" fmla="*/ 2349995 w 3698155"/>
                <a:gd name="connsiteY26" fmla="*/ 2890397 h 3082100"/>
                <a:gd name="connsiteX27" fmla="*/ 2760737 w 3698155"/>
                <a:gd name="connsiteY27" fmla="*/ 2641931 h 3082100"/>
                <a:gd name="connsiteX28" fmla="*/ 3007687 w 3698155"/>
                <a:gd name="connsiteY28" fmla="*/ 2473737 h 3082100"/>
                <a:gd name="connsiteX29" fmla="*/ 3231424 w 3698155"/>
                <a:gd name="connsiteY29" fmla="*/ 2290246 h 3082100"/>
                <a:gd name="connsiteX30" fmla="*/ 3534586 w 3698155"/>
                <a:gd name="connsiteY30" fmla="*/ 1940453 h 3082100"/>
                <a:gd name="connsiteX31" fmla="*/ 3698155 w 3698155"/>
                <a:gd name="connsiteY31" fmla="*/ 1896394 h 3082100"/>
                <a:gd name="connsiteX0" fmla="*/ 2769008 w 3698155"/>
                <a:gd name="connsiteY0" fmla="*/ 0 h 3082100"/>
                <a:gd name="connsiteX1" fmla="*/ 2613597 w 3698155"/>
                <a:gd name="connsiteY1" fmla="*/ 5553 h 3082100"/>
                <a:gd name="connsiteX2" fmla="*/ 2281471 w 3698155"/>
                <a:gd name="connsiteY2" fmla="*/ 54126 h 3082100"/>
                <a:gd name="connsiteX3" fmla="*/ 2104156 w 3698155"/>
                <a:gd name="connsiteY3" fmla="*/ 156083 h 3082100"/>
                <a:gd name="connsiteX4" fmla="*/ 1892225 w 3698155"/>
                <a:gd name="connsiteY4" fmla="*/ 389410 h 3082100"/>
                <a:gd name="connsiteX5" fmla="*/ 1704818 w 3698155"/>
                <a:gd name="connsiteY5" fmla="*/ 601289 h 3082100"/>
                <a:gd name="connsiteX6" fmla="*/ 1403270 w 3698155"/>
                <a:gd name="connsiteY6" fmla="*/ 804336 h 3082100"/>
                <a:gd name="connsiteX7" fmla="*/ 1154707 w 3698155"/>
                <a:gd name="connsiteY7" fmla="*/ 959598 h 3082100"/>
                <a:gd name="connsiteX8" fmla="*/ 1005951 w 3698155"/>
                <a:gd name="connsiteY8" fmla="*/ 1075907 h 3082100"/>
                <a:gd name="connsiteX9" fmla="*/ 967198 w 3698155"/>
                <a:gd name="connsiteY9" fmla="*/ 1169111 h 3082100"/>
                <a:gd name="connsiteX10" fmla="*/ 981327 w 3698155"/>
                <a:gd name="connsiteY10" fmla="*/ 1327685 h 3082100"/>
                <a:gd name="connsiteX11" fmla="*/ 958519 w 3698155"/>
                <a:gd name="connsiteY11" fmla="*/ 1454481 h 3082100"/>
                <a:gd name="connsiteX12" fmla="*/ 890196 w 3698155"/>
                <a:gd name="connsiteY12" fmla="*/ 1580094 h 3082100"/>
                <a:gd name="connsiteX13" fmla="*/ 671403 w 3698155"/>
                <a:gd name="connsiteY13" fmla="*/ 1680474 h 3082100"/>
                <a:gd name="connsiteX14" fmla="*/ 473400 w 3698155"/>
                <a:gd name="connsiteY14" fmla="*/ 1733069 h 3082100"/>
                <a:gd name="connsiteX15" fmla="*/ 182449 w 3698155"/>
                <a:gd name="connsiteY15" fmla="*/ 1921370 h 3082100"/>
                <a:gd name="connsiteX16" fmla="*/ 290 w 3698155"/>
                <a:gd name="connsiteY16" fmla="*/ 2298841 h 3082100"/>
                <a:gd name="connsiteX17" fmla="*/ 62658 w 3698155"/>
                <a:gd name="connsiteY17" fmla="*/ 2566468 h 3082100"/>
                <a:gd name="connsiteX18" fmla="*/ 195872 w 3698155"/>
                <a:gd name="connsiteY18" fmla="*/ 2777638 h 3082100"/>
                <a:gd name="connsiteX19" fmla="*/ 424454 w 3698155"/>
                <a:gd name="connsiteY19" fmla="*/ 2975480 h 3082100"/>
                <a:gd name="connsiteX20" fmla="*/ 550402 w 3698155"/>
                <a:gd name="connsiteY20" fmla="*/ 3022318 h 3082100"/>
                <a:gd name="connsiteX21" fmla="*/ 903720 w 3698155"/>
                <a:gd name="connsiteY21" fmla="*/ 3065294 h 3082100"/>
                <a:gd name="connsiteX22" fmla="*/ 1132302 w 3698155"/>
                <a:gd name="connsiteY22" fmla="*/ 3065294 h 3082100"/>
                <a:gd name="connsiteX23" fmla="*/ 1675148 w 3698155"/>
                <a:gd name="connsiteY23" fmla="*/ 3080591 h 3082100"/>
                <a:gd name="connsiteX24" fmla="*/ 1941675 w 3698155"/>
                <a:gd name="connsiteY24" fmla="*/ 3068133 h 3082100"/>
                <a:gd name="connsiteX25" fmla="*/ 2349995 w 3698155"/>
                <a:gd name="connsiteY25" fmla="*/ 2890397 h 3082100"/>
                <a:gd name="connsiteX26" fmla="*/ 2760737 w 3698155"/>
                <a:gd name="connsiteY26" fmla="*/ 2641931 h 3082100"/>
                <a:gd name="connsiteX27" fmla="*/ 3007687 w 3698155"/>
                <a:gd name="connsiteY27" fmla="*/ 2473737 h 3082100"/>
                <a:gd name="connsiteX28" fmla="*/ 3231424 w 3698155"/>
                <a:gd name="connsiteY28" fmla="*/ 2290246 h 3082100"/>
                <a:gd name="connsiteX29" fmla="*/ 3534586 w 3698155"/>
                <a:gd name="connsiteY29" fmla="*/ 1940453 h 3082100"/>
                <a:gd name="connsiteX30" fmla="*/ 3698155 w 3698155"/>
                <a:gd name="connsiteY30" fmla="*/ 1896394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31424 w 3611778"/>
                <a:gd name="connsiteY28" fmla="*/ 2290246 h 3082100"/>
                <a:gd name="connsiteX29" fmla="*/ 3534586 w 3611778"/>
                <a:gd name="connsiteY29" fmla="*/ 1940453 h 3082100"/>
                <a:gd name="connsiteX30" fmla="*/ 3611778 w 3611778"/>
                <a:gd name="connsiteY30" fmla="*/ 1818238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31424 w 3611778"/>
                <a:gd name="connsiteY28" fmla="*/ 2290246 h 3082100"/>
                <a:gd name="connsiteX29" fmla="*/ 3536637 w 3611778"/>
                <a:gd name="connsiteY29" fmla="*/ 2009646 h 3082100"/>
                <a:gd name="connsiteX30" fmla="*/ 3611778 w 3611778"/>
                <a:gd name="connsiteY30" fmla="*/ 1818238 h 3082100"/>
                <a:gd name="connsiteX0" fmla="*/ 2769008 w 3611778"/>
                <a:gd name="connsiteY0" fmla="*/ 0 h 3082100"/>
                <a:gd name="connsiteX1" fmla="*/ 2613597 w 3611778"/>
                <a:gd name="connsiteY1" fmla="*/ 5553 h 3082100"/>
                <a:gd name="connsiteX2" fmla="*/ 2281471 w 3611778"/>
                <a:gd name="connsiteY2" fmla="*/ 54126 h 3082100"/>
                <a:gd name="connsiteX3" fmla="*/ 2104156 w 3611778"/>
                <a:gd name="connsiteY3" fmla="*/ 156083 h 3082100"/>
                <a:gd name="connsiteX4" fmla="*/ 1892225 w 3611778"/>
                <a:gd name="connsiteY4" fmla="*/ 389410 h 3082100"/>
                <a:gd name="connsiteX5" fmla="*/ 1704818 w 3611778"/>
                <a:gd name="connsiteY5" fmla="*/ 601289 h 3082100"/>
                <a:gd name="connsiteX6" fmla="*/ 1403270 w 3611778"/>
                <a:gd name="connsiteY6" fmla="*/ 804336 h 3082100"/>
                <a:gd name="connsiteX7" fmla="*/ 1154707 w 3611778"/>
                <a:gd name="connsiteY7" fmla="*/ 959598 h 3082100"/>
                <a:gd name="connsiteX8" fmla="*/ 1005951 w 3611778"/>
                <a:gd name="connsiteY8" fmla="*/ 1075907 h 3082100"/>
                <a:gd name="connsiteX9" fmla="*/ 967198 w 3611778"/>
                <a:gd name="connsiteY9" fmla="*/ 1169111 h 3082100"/>
                <a:gd name="connsiteX10" fmla="*/ 981327 w 3611778"/>
                <a:gd name="connsiteY10" fmla="*/ 1327685 h 3082100"/>
                <a:gd name="connsiteX11" fmla="*/ 958519 w 3611778"/>
                <a:gd name="connsiteY11" fmla="*/ 1454481 h 3082100"/>
                <a:gd name="connsiteX12" fmla="*/ 890196 w 3611778"/>
                <a:gd name="connsiteY12" fmla="*/ 1580094 h 3082100"/>
                <a:gd name="connsiteX13" fmla="*/ 671403 w 3611778"/>
                <a:gd name="connsiteY13" fmla="*/ 1680474 h 3082100"/>
                <a:gd name="connsiteX14" fmla="*/ 473400 w 3611778"/>
                <a:gd name="connsiteY14" fmla="*/ 1733069 h 3082100"/>
                <a:gd name="connsiteX15" fmla="*/ 182449 w 3611778"/>
                <a:gd name="connsiteY15" fmla="*/ 1921370 h 3082100"/>
                <a:gd name="connsiteX16" fmla="*/ 290 w 3611778"/>
                <a:gd name="connsiteY16" fmla="*/ 2298841 h 3082100"/>
                <a:gd name="connsiteX17" fmla="*/ 62658 w 3611778"/>
                <a:gd name="connsiteY17" fmla="*/ 2566468 h 3082100"/>
                <a:gd name="connsiteX18" fmla="*/ 195872 w 3611778"/>
                <a:gd name="connsiteY18" fmla="*/ 2777638 h 3082100"/>
                <a:gd name="connsiteX19" fmla="*/ 424454 w 3611778"/>
                <a:gd name="connsiteY19" fmla="*/ 2975480 h 3082100"/>
                <a:gd name="connsiteX20" fmla="*/ 550402 w 3611778"/>
                <a:gd name="connsiteY20" fmla="*/ 3022318 h 3082100"/>
                <a:gd name="connsiteX21" fmla="*/ 903720 w 3611778"/>
                <a:gd name="connsiteY21" fmla="*/ 3065294 h 3082100"/>
                <a:gd name="connsiteX22" fmla="*/ 1132302 w 3611778"/>
                <a:gd name="connsiteY22" fmla="*/ 3065294 h 3082100"/>
                <a:gd name="connsiteX23" fmla="*/ 1675148 w 3611778"/>
                <a:gd name="connsiteY23" fmla="*/ 3080591 h 3082100"/>
                <a:gd name="connsiteX24" fmla="*/ 1941675 w 3611778"/>
                <a:gd name="connsiteY24" fmla="*/ 3068133 h 3082100"/>
                <a:gd name="connsiteX25" fmla="*/ 2349995 w 3611778"/>
                <a:gd name="connsiteY25" fmla="*/ 2890397 h 3082100"/>
                <a:gd name="connsiteX26" fmla="*/ 2760737 w 3611778"/>
                <a:gd name="connsiteY26" fmla="*/ 2641931 h 3082100"/>
                <a:gd name="connsiteX27" fmla="*/ 3007687 w 3611778"/>
                <a:gd name="connsiteY27" fmla="*/ 2473737 h 3082100"/>
                <a:gd name="connsiteX28" fmla="*/ 3248079 w 3611778"/>
                <a:gd name="connsiteY28" fmla="*/ 2360678 h 3082100"/>
                <a:gd name="connsiteX29" fmla="*/ 3536637 w 3611778"/>
                <a:gd name="connsiteY29" fmla="*/ 2009646 h 3082100"/>
                <a:gd name="connsiteX30" fmla="*/ 3611778 w 3611778"/>
                <a:gd name="connsiteY30" fmla="*/ 1818238 h 308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1778" h="3082100">
                  <a:moveTo>
                    <a:pt x="2769008" y="0"/>
                  </a:moveTo>
                  <a:lnTo>
                    <a:pt x="2613597" y="5553"/>
                  </a:lnTo>
                  <a:cubicBezTo>
                    <a:pt x="2500062" y="11309"/>
                    <a:pt x="2384610" y="17302"/>
                    <a:pt x="2281471" y="54126"/>
                  </a:cubicBezTo>
                  <a:cubicBezTo>
                    <a:pt x="2214057" y="78177"/>
                    <a:pt x="2155321" y="114134"/>
                    <a:pt x="2104156" y="156083"/>
                  </a:cubicBezTo>
                  <a:cubicBezTo>
                    <a:pt x="2019686" y="225238"/>
                    <a:pt x="1955804" y="307561"/>
                    <a:pt x="1892225" y="389410"/>
                  </a:cubicBezTo>
                  <a:cubicBezTo>
                    <a:pt x="1835105" y="462980"/>
                    <a:pt x="1777479" y="536708"/>
                    <a:pt x="1704818" y="601289"/>
                  </a:cubicBezTo>
                  <a:cubicBezTo>
                    <a:pt x="1617018" y="679275"/>
                    <a:pt x="1508429" y="740543"/>
                    <a:pt x="1403270" y="804336"/>
                  </a:cubicBezTo>
                  <a:cubicBezTo>
                    <a:pt x="1319508" y="855118"/>
                    <a:pt x="1237461" y="907792"/>
                    <a:pt x="1154707" y="959598"/>
                  </a:cubicBezTo>
                  <a:cubicBezTo>
                    <a:pt x="1099402" y="994215"/>
                    <a:pt x="1042282" y="1028595"/>
                    <a:pt x="1005951" y="1075907"/>
                  </a:cubicBezTo>
                  <a:cubicBezTo>
                    <a:pt x="984153" y="1104294"/>
                    <a:pt x="970630" y="1136150"/>
                    <a:pt x="967198" y="1169111"/>
                  </a:cubicBezTo>
                  <a:cubicBezTo>
                    <a:pt x="961648" y="1222100"/>
                    <a:pt x="980217" y="1274459"/>
                    <a:pt x="981327" y="1327685"/>
                  </a:cubicBezTo>
                  <a:cubicBezTo>
                    <a:pt x="982235" y="1370502"/>
                    <a:pt x="971538" y="1412846"/>
                    <a:pt x="958519" y="1454481"/>
                  </a:cubicBezTo>
                  <a:cubicBezTo>
                    <a:pt x="944492" y="1499348"/>
                    <a:pt x="926427" y="1543979"/>
                    <a:pt x="890196" y="1580094"/>
                  </a:cubicBezTo>
                  <a:cubicBezTo>
                    <a:pt x="837012" y="1633083"/>
                    <a:pt x="754057" y="1659656"/>
                    <a:pt x="671403" y="1680474"/>
                  </a:cubicBezTo>
                  <a:cubicBezTo>
                    <a:pt x="604999" y="1697270"/>
                    <a:pt x="537282" y="1711227"/>
                    <a:pt x="473400" y="1733069"/>
                  </a:cubicBezTo>
                  <a:cubicBezTo>
                    <a:pt x="356233" y="1773205"/>
                    <a:pt x="260259" y="1841886"/>
                    <a:pt x="182449" y="1921370"/>
                  </a:cubicBezTo>
                  <a:cubicBezTo>
                    <a:pt x="75274" y="2030819"/>
                    <a:pt x="5235" y="2161400"/>
                    <a:pt x="290" y="2298841"/>
                  </a:cubicBezTo>
                  <a:cubicBezTo>
                    <a:pt x="-3041" y="2390232"/>
                    <a:pt x="22593" y="2480439"/>
                    <a:pt x="62658" y="2566468"/>
                  </a:cubicBezTo>
                  <a:cubicBezTo>
                    <a:pt x="97071" y="2640433"/>
                    <a:pt x="141981" y="2711085"/>
                    <a:pt x="195872" y="2777638"/>
                  </a:cubicBezTo>
                  <a:cubicBezTo>
                    <a:pt x="257332" y="2853652"/>
                    <a:pt x="328278" y="2926591"/>
                    <a:pt x="424454" y="2975480"/>
                  </a:cubicBezTo>
                  <a:cubicBezTo>
                    <a:pt x="463611" y="2995429"/>
                    <a:pt x="506098" y="3010728"/>
                    <a:pt x="550402" y="3022318"/>
                  </a:cubicBezTo>
                  <a:cubicBezTo>
                    <a:pt x="663936" y="3052046"/>
                    <a:pt x="783929" y="3062455"/>
                    <a:pt x="903720" y="3065294"/>
                  </a:cubicBezTo>
                  <a:cubicBezTo>
                    <a:pt x="979913" y="3067108"/>
                    <a:pt x="1056108" y="3065531"/>
                    <a:pt x="1132302" y="3065294"/>
                  </a:cubicBezTo>
                  <a:cubicBezTo>
                    <a:pt x="1313453" y="3064663"/>
                    <a:pt x="1494200" y="3074993"/>
                    <a:pt x="1675148" y="3080591"/>
                  </a:cubicBezTo>
                  <a:cubicBezTo>
                    <a:pt x="1764663" y="3083351"/>
                    <a:pt x="1854582" y="3083903"/>
                    <a:pt x="1941675" y="3068133"/>
                  </a:cubicBezTo>
                  <a:cubicBezTo>
                    <a:pt x="2094770" y="3040376"/>
                    <a:pt x="2223342" y="2964046"/>
                    <a:pt x="2349995" y="2890397"/>
                  </a:cubicBezTo>
                  <a:cubicBezTo>
                    <a:pt x="2488860" y="2809573"/>
                    <a:pt x="2626716" y="2727644"/>
                    <a:pt x="2760737" y="2641931"/>
                  </a:cubicBezTo>
                  <a:cubicBezTo>
                    <a:pt x="2845307" y="2587916"/>
                    <a:pt x="2926463" y="2520613"/>
                    <a:pt x="3007687" y="2473737"/>
                  </a:cubicBezTo>
                  <a:cubicBezTo>
                    <a:pt x="3088911" y="2426861"/>
                    <a:pt x="3159921" y="2438027"/>
                    <a:pt x="3248079" y="2360678"/>
                  </a:cubicBezTo>
                  <a:cubicBezTo>
                    <a:pt x="3336237" y="2283330"/>
                    <a:pt x="3456608" y="2136363"/>
                    <a:pt x="3536637" y="2009646"/>
                  </a:cubicBezTo>
                  <a:cubicBezTo>
                    <a:pt x="3560680" y="1964480"/>
                    <a:pt x="3611778" y="1818238"/>
                    <a:pt x="3611778" y="1818238"/>
                  </a:cubicBezTo>
                </a:path>
              </a:pathLst>
            </a:custGeom>
            <a:noFill/>
            <a:ln w="9525" cap="rnd">
              <a:solidFill>
                <a:schemeClr val="tx1">
                  <a:alpha val="35000"/>
                </a:schemeClr>
              </a:solidFill>
              <a:prstDash val="solid"/>
              <a:round/>
            </a:ln>
          </p:spPr>
          <p:txBody>
            <a:bodyPr wrap="square" rtlCol="0" anchor="ctr">
              <a:noAutofit/>
            </a:bodyPr>
            <a:lstStyle/>
            <a:p>
              <a:endParaRPr lang="en-US"/>
            </a:p>
          </p:txBody>
        </p:sp>
        <p:sp>
          <p:nvSpPr>
            <p:cNvPr id="33" name="Freeform: Shape 32">
              <a:extLst>
                <a:ext uri="{FF2B5EF4-FFF2-40B4-BE49-F238E27FC236}">
                  <a16:creationId xmlns:a16="http://schemas.microsoft.com/office/drawing/2014/main" id="{C54EDD74-EFE9-9E67-3D60-F7762CAA9919}"/>
                </a:ext>
              </a:extLst>
            </p:cNvPr>
            <p:cNvSpPr/>
            <p:nvPr/>
          </p:nvSpPr>
          <p:spPr>
            <a:xfrm rot="9306195" flipV="1">
              <a:off x="-202119" y="710953"/>
              <a:ext cx="3330040" cy="2851372"/>
            </a:xfrm>
            <a:custGeom>
              <a:avLst/>
              <a:gdLst>
                <a:gd name="connsiteX0" fmla="*/ 2359855 w 3366969"/>
                <a:gd name="connsiteY0" fmla="*/ 59921 h 2851372"/>
                <a:gd name="connsiteX1" fmla="*/ 2247676 w 3366969"/>
                <a:gd name="connsiteY1" fmla="*/ 112996 h 2851372"/>
                <a:gd name="connsiteX2" fmla="*/ 1910663 w 3366969"/>
                <a:gd name="connsiteY2" fmla="*/ 375273 h 2851372"/>
                <a:gd name="connsiteX3" fmla="*/ 1585268 w 3366969"/>
                <a:gd name="connsiteY3" fmla="*/ 662658 h 2851372"/>
                <a:gd name="connsiteX4" fmla="*/ 1342533 w 3366969"/>
                <a:gd name="connsiteY4" fmla="*/ 901826 h 2851372"/>
                <a:gd name="connsiteX5" fmla="*/ 1203122 w 3366969"/>
                <a:gd name="connsiteY5" fmla="*/ 1144992 h 2851372"/>
                <a:gd name="connsiteX6" fmla="*/ 1146268 w 3366969"/>
                <a:gd name="connsiteY6" fmla="*/ 1343938 h 2851372"/>
                <a:gd name="connsiteX7" fmla="*/ 1099798 w 3366969"/>
                <a:gd name="connsiteY7" fmla="*/ 1639319 h 2851372"/>
                <a:gd name="connsiteX8" fmla="*/ 1017138 w 3366969"/>
                <a:gd name="connsiteY8" fmla="*/ 1862414 h 2851372"/>
                <a:gd name="connsiteX9" fmla="*/ 867342 w 3366969"/>
                <a:gd name="connsiteY9" fmla="*/ 1956850 h 2851372"/>
                <a:gd name="connsiteX10" fmla="*/ 717548 w 3366969"/>
                <a:gd name="connsiteY10" fmla="*/ 1956850 h 2851372"/>
                <a:gd name="connsiteX11" fmla="*/ 513572 w 3366969"/>
                <a:gd name="connsiteY11" fmla="*/ 1922706 h 2851372"/>
                <a:gd name="connsiteX12" fmla="*/ 260453 w 3366969"/>
                <a:gd name="connsiteY12" fmla="*/ 1932781 h 2851372"/>
                <a:gd name="connsiteX13" fmla="*/ 126182 w 3366969"/>
                <a:gd name="connsiteY13" fmla="*/ 2001069 h 2851372"/>
                <a:gd name="connsiteX14" fmla="*/ 22858 w 3366969"/>
                <a:gd name="connsiteY14" fmla="*/ 2131728 h 2851372"/>
                <a:gd name="connsiteX15" fmla="*/ 2193 w 3366969"/>
                <a:gd name="connsiteY15" fmla="*/ 2288454 h 2851372"/>
                <a:gd name="connsiteX16" fmla="*/ 84853 w 3366969"/>
                <a:gd name="connsiteY16" fmla="*/ 2519545 h 2851372"/>
                <a:gd name="connsiteX17" fmla="*/ 222721 w 3366969"/>
                <a:gd name="connsiteY17" fmla="*/ 2683309 h 2851372"/>
                <a:gd name="connsiteX18" fmla="*/ 504216 w 3366969"/>
                <a:gd name="connsiteY18" fmla="*/ 2819005 h 2851372"/>
                <a:gd name="connsiteX19" fmla="*/ 602606 w 3366969"/>
                <a:gd name="connsiteY19" fmla="*/ 2834517 h 2851372"/>
                <a:gd name="connsiteX20" fmla="*/ 977453 w 3366969"/>
                <a:gd name="connsiteY20" fmla="*/ 2850990 h 2851372"/>
                <a:gd name="connsiteX21" fmla="*/ 1306241 w 3366969"/>
                <a:gd name="connsiteY21" fmla="*/ 2837396 h 2851372"/>
                <a:gd name="connsiteX22" fmla="*/ 1475569 w 3366969"/>
                <a:gd name="connsiteY22" fmla="*/ 2827721 h 2851372"/>
                <a:gd name="connsiteX23" fmla="*/ 1738352 w 3366969"/>
                <a:gd name="connsiteY23" fmla="*/ 2773426 h 2851372"/>
                <a:gd name="connsiteX24" fmla="*/ 1900279 w 3366969"/>
                <a:gd name="connsiteY24" fmla="*/ 2716253 h 2851372"/>
                <a:gd name="connsiteX25" fmla="*/ 2266388 w 3366969"/>
                <a:gd name="connsiteY25" fmla="*/ 2595110 h 2851372"/>
                <a:gd name="connsiteX26" fmla="*/ 2546649 w 3366969"/>
                <a:gd name="connsiteY26" fmla="*/ 2454616 h 2851372"/>
                <a:gd name="connsiteX27" fmla="*/ 3073449 w 3366969"/>
                <a:gd name="connsiteY27" fmla="*/ 2068878 h 2851372"/>
                <a:gd name="connsiteX28" fmla="*/ 3320297 w 3366969"/>
                <a:gd name="connsiteY28" fmla="*/ 1734075 h 2851372"/>
                <a:gd name="connsiteX29" fmla="*/ 3366969 w 3366969"/>
                <a:gd name="connsiteY29" fmla="*/ 1617813 h 2851372"/>
                <a:gd name="connsiteX30" fmla="*/ 2616117 w 3366969"/>
                <a:gd name="connsiteY30" fmla="*/ 0 h 2851372"/>
                <a:gd name="connsiteX31" fmla="*/ 2606497 w 3366969"/>
                <a:gd name="connsiteY31" fmla="*/ 369 h 2851372"/>
                <a:gd name="connsiteX32" fmla="*/ 2481364 w 3366969"/>
                <a:gd name="connsiteY32" fmla="*/ 21600 h 2851372"/>
                <a:gd name="connsiteX33" fmla="*/ 2359855 w 3366969"/>
                <a:gd name="connsiteY33" fmla="*/ 59921 h 2851372"/>
                <a:gd name="connsiteX0" fmla="*/ 3366969 w 3458409"/>
                <a:gd name="connsiteY0" fmla="*/ 1617813 h 2851372"/>
                <a:gd name="connsiteX1" fmla="*/ 2616117 w 3458409"/>
                <a:gd name="connsiteY1" fmla="*/ 0 h 2851372"/>
                <a:gd name="connsiteX2" fmla="*/ 2606497 w 3458409"/>
                <a:gd name="connsiteY2" fmla="*/ 369 h 2851372"/>
                <a:gd name="connsiteX3" fmla="*/ 2481364 w 3458409"/>
                <a:gd name="connsiteY3" fmla="*/ 21600 h 2851372"/>
                <a:gd name="connsiteX4" fmla="*/ 2359855 w 3458409"/>
                <a:gd name="connsiteY4" fmla="*/ 59921 h 2851372"/>
                <a:gd name="connsiteX5" fmla="*/ 2247676 w 3458409"/>
                <a:gd name="connsiteY5" fmla="*/ 112996 h 2851372"/>
                <a:gd name="connsiteX6" fmla="*/ 1910663 w 3458409"/>
                <a:gd name="connsiteY6" fmla="*/ 375273 h 2851372"/>
                <a:gd name="connsiteX7" fmla="*/ 1585268 w 3458409"/>
                <a:gd name="connsiteY7" fmla="*/ 662658 h 2851372"/>
                <a:gd name="connsiteX8" fmla="*/ 1342533 w 3458409"/>
                <a:gd name="connsiteY8" fmla="*/ 901826 h 2851372"/>
                <a:gd name="connsiteX9" fmla="*/ 1203122 w 3458409"/>
                <a:gd name="connsiteY9" fmla="*/ 1144992 h 2851372"/>
                <a:gd name="connsiteX10" fmla="*/ 1146268 w 3458409"/>
                <a:gd name="connsiteY10" fmla="*/ 1343938 h 2851372"/>
                <a:gd name="connsiteX11" fmla="*/ 1099798 w 3458409"/>
                <a:gd name="connsiteY11" fmla="*/ 1639319 h 2851372"/>
                <a:gd name="connsiteX12" fmla="*/ 1017138 w 3458409"/>
                <a:gd name="connsiteY12" fmla="*/ 1862414 h 2851372"/>
                <a:gd name="connsiteX13" fmla="*/ 867342 w 3458409"/>
                <a:gd name="connsiteY13" fmla="*/ 1956850 h 2851372"/>
                <a:gd name="connsiteX14" fmla="*/ 717548 w 3458409"/>
                <a:gd name="connsiteY14" fmla="*/ 1956850 h 2851372"/>
                <a:gd name="connsiteX15" fmla="*/ 513572 w 3458409"/>
                <a:gd name="connsiteY15" fmla="*/ 1922706 h 2851372"/>
                <a:gd name="connsiteX16" fmla="*/ 260453 w 3458409"/>
                <a:gd name="connsiteY16" fmla="*/ 1932781 h 2851372"/>
                <a:gd name="connsiteX17" fmla="*/ 126182 w 3458409"/>
                <a:gd name="connsiteY17" fmla="*/ 2001069 h 2851372"/>
                <a:gd name="connsiteX18" fmla="*/ 22858 w 3458409"/>
                <a:gd name="connsiteY18" fmla="*/ 2131728 h 2851372"/>
                <a:gd name="connsiteX19" fmla="*/ 2193 w 3458409"/>
                <a:gd name="connsiteY19" fmla="*/ 2288454 h 2851372"/>
                <a:gd name="connsiteX20" fmla="*/ 84853 w 3458409"/>
                <a:gd name="connsiteY20" fmla="*/ 2519545 h 2851372"/>
                <a:gd name="connsiteX21" fmla="*/ 222721 w 3458409"/>
                <a:gd name="connsiteY21" fmla="*/ 2683309 h 2851372"/>
                <a:gd name="connsiteX22" fmla="*/ 504216 w 3458409"/>
                <a:gd name="connsiteY22" fmla="*/ 2819005 h 2851372"/>
                <a:gd name="connsiteX23" fmla="*/ 602606 w 3458409"/>
                <a:gd name="connsiteY23" fmla="*/ 2834517 h 2851372"/>
                <a:gd name="connsiteX24" fmla="*/ 977453 w 3458409"/>
                <a:gd name="connsiteY24" fmla="*/ 2850990 h 2851372"/>
                <a:gd name="connsiteX25" fmla="*/ 1306241 w 3458409"/>
                <a:gd name="connsiteY25" fmla="*/ 2837396 h 2851372"/>
                <a:gd name="connsiteX26" fmla="*/ 1475569 w 3458409"/>
                <a:gd name="connsiteY26" fmla="*/ 2827721 h 2851372"/>
                <a:gd name="connsiteX27" fmla="*/ 1738352 w 3458409"/>
                <a:gd name="connsiteY27" fmla="*/ 2773426 h 2851372"/>
                <a:gd name="connsiteX28" fmla="*/ 1900279 w 3458409"/>
                <a:gd name="connsiteY28" fmla="*/ 2716253 h 2851372"/>
                <a:gd name="connsiteX29" fmla="*/ 2266388 w 3458409"/>
                <a:gd name="connsiteY29" fmla="*/ 2595110 h 2851372"/>
                <a:gd name="connsiteX30" fmla="*/ 2546649 w 3458409"/>
                <a:gd name="connsiteY30" fmla="*/ 2454616 h 2851372"/>
                <a:gd name="connsiteX31" fmla="*/ 3073449 w 3458409"/>
                <a:gd name="connsiteY31" fmla="*/ 2068878 h 2851372"/>
                <a:gd name="connsiteX32" fmla="*/ 3320297 w 3458409"/>
                <a:gd name="connsiteY32" fmla="*/ 1734075 h 2851372"/>
                <a:gd name="connsiteX33" fmla="*/ 3458409 w 3458409"/>
                <a:gd name="connsiteY33" fmla="*/ 1709253 h 2851372"/>
                <a:gd name="connsiteX0" fmla="*/ 3366969 w 3366969"/>
                <a:gd name="connsiteY0" fmla="*/ 1617813 h 2851372"/>
                <a:gd name="connsiteX1" fmla="*/ 2616117 w 3366969"/>
                <a:gd name="connsiteY1" fmla="*/ 0 h 2851372"/>
                <a:gd name="connsiteX2" fmla="*/ 2606497 w 3366969"/>
                <a:gd name="connsiteY2" fmla="*/ 369 h 2851372"/>
                <a:gd name="connsiteX3" fmla="*/ 2481364 w 3366969"/>
                <a:gd name="connsiteY3" fmla="*/ 21600 h 2851372"/>
                <a:gd name="connsiteX4" fmla="*/ 2359855 w 3366969"/>
                <a:gd name="connsiteY4" fmla="*/ 59921 h 2851372"/>
                <a:gd name="connsiteX5" fmla="*/ 2247676 w 3366969"/>
                <a:gd name="connsiteY5" fmla="*/ 112996 h 2851372"/>
                <a:gd name="connsiteX6" fmla="*/ 1910663 w 3366969"/>
                <a:gd name="connsiteY6" fmla="*/ 375273 h 2851372"/>
                <a:gd name="connsiteX7" fmla="*/ 1585268 w 3366969"/>
                <a:gd name="connsiteY7" fmla="*/ 662658 h 2851372"/>
                <a:gd name="connsiteX8" fmla="*/ 1342533 w 3366969"/>
                <a:gd name="connsiteY8" fmla="*/ 901826 h 2851372"/>
                <a:gd name="connsiteX9" fmla="*/ 1203122 w 3366969"/>
                <a:gd name="connsiteY9" fmla="*/ 1144992 h 2851372"/>
                <a:gd name="connsiteX10" fmla="*/ 1146268 w 3366969"/>
                <a:gd name="connsiteY10" fmla="*/ 1343938 h 2851372"/>
                <a:gd name="connsiteX11" fmla="*/ 1099798 w 3366969"/>
                <a:gd name="connsiteY11" fmla="*/ 1639319 h 2851372"/>
                <a:gd name="connsiteX12" fmla="*/ 1017138 w 3366969"/>
                <a:gd name="connsiteY12" fmla="*/ 1862414 h 2851372"/>
                <a:gd name="connsiteX13" fmla="*/ 867342 w 3366969"/>
                <a:gd name="connsiteY13" fmla="*/ 1956850 h 2851372"/>
                <a:gd name="connsiteX14" fmla="*/ 717548 w 3366969"/>
                <a:gd name="connsiteY14" fmla="*/ 1956850 h 2851372"/>
                <a:gd name="connsiteX15" fmla="*/ 513572 w 3366969"/>
                <a:gd name="connsiteY15" fmla="*/ 1922706 h 2851372"/>
                <a:gd name="connsiteX16" fmla="*/ 260453 w 3366969"/>
                <a:gd name="connsiteY16" fmla="*/ 1932781 h 2851372"/>
                <a:gd name="connsiteX17" fmla="*/ 126182 w 3366969"/>
                <a:gd name="connsiteY17" fmla="*/ 2001069 h 2851372"/>
                <a:gd name="connsiteX18" fmla="*/ 22858 w 3366969"/>
                <a:gd name="connsiteY18" fmla="*/ 2131728 h 2851372"/>
                <a:gd name="connsiteX19" fmla="*/ 2193 w 3366969"/>
                <a:gd name="connsiteY19" fmla="*/ 2288454 h 2851372"/>
                <a:gd name="connsiteX20" fmla="*/ 84853 w 3366969"/>
                <a:gd name="connsiteY20" fmla="*/ 2519545 h 2851372"/>
                <a:gd name="connsiteX21" fmla="*/ 222721 w 3366969"/>
                <a:gd name="connsiteY21" fmla="*/ 2683309 h 2851372"/>
                <a:gd name="connsiteX22" fmla="*/ 504216 w 3366969"/>
                <a:gd name="connsiteY22" fmla="*/ 2819005 h 2851372"/>
                <a:gd name="connsiteX23" fmla="*/ 602606 w 3366969"/>
                <a:gd name="connsiteY23" fmla="*/ 2834517 h 2851372"/>
                <a:gd name="connsiteX24" fmla="*/ 977453 w 3366969"/>
                <a:gd name="connsiteY24" fmla="*/ 2850990 h 2851372"/>
                <a:gd name="connsiteX25" fmla="*/ 1306241 w 3366969"/>
                <a:gd name="connsiteY25" fmla="*/ 2837396 h 2851372"/>
                <a:gd name="connsiteX26" fmla="*/ 1475569 w 3366969"/>
                <a:gd name="connsiteY26" fmla="*/ 2827721 h 2851372"/>
                <a:gd name="connsiteX27" fmla="*/ 1738352 w 3366969"/>
                <a:gd name="connsiteY27" fmla="*/ 2773426 h 2851372"/>
                <a:gd name="connsiteX28" fmla="*/ 1900279 w 3366969"/>
                <a:gd name="connsiteY28" fmla="*/ 2716253 h 2851372"/>
                <a:gd name="connsiteX29" fmla="*/ 2266388 w 3366969"/>
                <a:gd name="connsiteY29" fmla="*/ 2595110 h 2851372"/>
                <a:gd name="connsiteX30" fmla="*/ 2546649 w 3366969"/>
                <a:gd name="connsiteY30" fmla="*/ 2454616 h 2851372"/>
                <a:gd name="connsiteX31" fmla="*/ 3073449 w 3366969"/>
                <a:gd name="connsiteY31" fmla="*/ 2068878 h 2851372"/>
                <a:gd name="connsiteX32" fmla="*/ 3320297 w 3366969"/>
                <a:gd name="connsiteY32" fmla="*/ 1734075 h 2851372"/>
                <a:gd name="connsiteX0" fmla="*/ 2616117 w 3320297"/>
                <a:gd name="connsiteY0" fmla="*/ 0 h 2851372"/>
                <a:gd name="connsiteX1" fmla="*/ 2606497 w 3320297"/>
                <a:gd name="connsiteY1" fmla="*/ 369 h 2851372"/>
                <a:gd name="connsiteX2" fmla="*/ 2481364 w 3320297"/>
                <a:gd name="connsiteY2" fmla="*/ 21600 h 2851372"/>
                <a:gd name="connsiteX3" fmla="*/ 2359855 w 3320297"/>
                <a:gd name="connsiteY3" fmla="*/ 59921 h 2851372"/>
                <a:gd name="connsiteX4" fmla="*/ 2247676 w 3320297"/>
                <a:gd name="connsiteY4" fmla="*/ 112996 h 2851372"/>
                <a:gd name="connsiteX5" fmla="*/ 1910663 w 3320297"/>
                <a:gd name="connsiteY5" fmla="*/ 375273 h 2851372"/>
                <a:gd name="connsiteX6" fmla="*/ 1585268 w 3320297"/>
                <a:gd name="connsiteY6" fmla="*/ 662658 h 2851372"/>
                <a:gd name="connsiteX7" fmla="*/ 1342533 w 3320297"/>
                <a:gd name="connsiteY7" fmla="*/ 901826 h 2851372"/>
                <a:gd name="connsiteX8" fmla="*/ 1203122 w 3320297"/>
                <a:gd name="connsiteY8" fmla="*/ 1144992 h 2851372"/>
                <a:gd name="connsiteX9" fmla="*/ 1146268 w 3320297"/>
                <a:gd name="connsiteY9" fmla="*/ 1343938 h 2851372"/>
                <a:gd name="connsiteX10" fmla="*/ 1099798 w 3320297"/>
                <a:gd name="connsiteY10" fmla="*/ 1639319 h 2851372"/>
                <a:gd name="connsiteX11" fmla="*/ 1017138 w 3320297"/>
                <a:gd name="connsiteY11" fmla="*/ 1862414 h 2851372"/>
                <a:gd name="connsiteX12" fmla="*/ 867342 w 3320297"/>
                <a:gd name="connsiteY12" fmla="*/ 1956850 h 2851372"/>
                <a:gd name="connsiteX13" fmla="*/ 717548 w 3320297"/>
                <a:gd name="connsiteY13" fmla="*/ 1956850 h 2851372"/>
                <a:gd name="connsiteX14" fmla="*/ 513572 w 3320297"/>
                <a:gd name="connsiteY14" fmla="*/ 1922706 h 2851372"/>
                <a:gd name="connsiteX15" fmla="*/ 260453 w 3320297"/>
                <a:gd name="connsiteY15" fmla="*/ 1932781 h 2851372"/>
                <a:gd name="connsiteX16" fmla="*/ 126182 w 3320297"/>
                <a:gd name="connsiteY16" fmla="*/ 2001069 h 2851372"/>
                <a:gd name="connsiteX17" fmla="*/ 22858 w 3320297"/>
                <a:gd name="connsiteY17" fmla="*/ 2131728 h 2851372"/>
                <a:gd name="connsiteX18" fmla="*/ 2193 w 3320297"/>
                <a:gd name="connsiteY18" fmla="*/ 2288454 h 2851372"/>
                <a:gd name="connsiteX19" fmla="*/ 84853 w 3320297"/>
                <a:gd name="connsiteY19" fmla="*/ 2519545 h 2851372"/>
                <a:gd name="connsiteX20" fmla="*/ 222721 w 3320297"/>
                <a:gd name="connsiteY20" fmla="*/ 2683309 h 2851372"/>
                <a:gd name="connsiteX21" fmla="*/ 504216 w 3320297"/>
                <a:gd name="connsiteY21" fmla="*/ 2819005 h 2851372"/>
                <a:gd name="connsiteX22" fmla="*/ 602606 w 3320297"/>
                <a:gd name="connsiteY22" fmla="*/ 2834517 h 2851372"/>
                <a:gd name="connsiteX23" fmla="*/ 977453 w 3320297"/>
                <a:gd name="connsiteY23" fmla="*/ 2850990 h 2851372"/>
                <a:gd name="connsiteX24" fmla="*/ 1306241 w 3320297"/>
                <a:gd name="connsiteY24" fmla="*/ 2837396 h 2851372"/>
                <a:gd name="connsiteX25" fmla="*/ 1475569 w 3320297"/>
                <a:gd name="connsiteY25" fmla="*/ 2827721 h 2851372"/>
                <a:gd name="connsiteX26" fmla="*/ 1738352 w 3320297"/>
                <a:gd name="connsiteY26" fmla="*/ 2773426 h 2851372"/>
                <a:gd name="connsiteX27" fmla="*/ 1900279 w 3320297"/>
                <a:gd name="connsiteY27" fmla="*/ 2716253 h 2851372"/>
                <a:gd name="connsiteX28" fmla="*/ 2266388 w 3320297"/>
                <a:gd name="connsiteY28" fmla="*/ 2595110 h 2851372"/>
                <a:gd name="connsiteX29" fmla="*/ 2546649 w 3320297"/>
                <a:gd name="connsiteY29" fmla="*/ 2454616 h 2851372"/>
                <a:gd name="connsiteX30" fmla="*/ 3073449 w 3320297"/>
                <a:gd name="connsiteY30" fmla="*/ 2068878 h 2851372"/>
                <a:gd name="connsiteX31" fmla="*/ 3320297 w 3320297"/>
                <a:gd name="connsiteY31" fmla="*/ 1734075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3073449 w 3330040"/>
                <a:gd name="connsiteY30" fmla="*/ 2068878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2967150 w 3330040"/>
                <a:gd name="connsiteY30" fmla="*/ 2116209 h 2851372"/>
                <a:gd name="connsiteX31" fmla="*/ 3330040 w 3330040"/>
                <a:gd name="connsiteY31" fmla="*/ 1539160 h 2851372"/>
                <a:gd name="connsiteX0" fmla="*/ 2616117 w 3330040"/>
                <a:gd name="connsiteY0" fmla="*/ 0 h 2851372"/>
                <a:gd name="connsiteX1" fmla="*/ 2606497 w 3330040"/>
                <a:gd name="connsiteY1" fmla="*/ 369 h 2851372"/>
                <a:gd name="connsiteX2" fmla="*/ 2481364 w 3330040"/>
                <a:gd name="connsiteY2" fmla="*/ 21600 h 2851372"/>
                <a:gd name="connsiteX3" fmla="*/ 2359855 w 3330040"/>
                <a:gd name="connsiteY3" fmla="*/ 59921 h 2851372"/>
                <a:gd name="connsiteX4" fmla="*/ 2247676 w 3330040"/>
                <a:gd name="connsiteY4" fmla="*/ 112996 h 2851372"/>
                <a:gd name="connsiteX5" fmla="*/ 1910663 w 3330040"/>
                <a:gd name="connsiteY5" fmla="*/ 375273 h 2851372"/>
                <a:gd name="connsiteX6" fmla="*/ 1585268 w 3330040"/>
                <a:gd name="connsiteY6" fmla="*/ 662658 h 2851372"/>
                <a:gd name="connsiteX7" fmla="*/ 1342533 w 3330040"/>
                <a:gd name="connsiteY7" fmla="*/ 901826 h 2851372"/>
                <a:gd name="connsiteX8" fmla="*/ 1203122 w 3330040"/>
                <a:gd name="connsiteY8" fmla="*/ 1144992 h 2851372"/>
                <a:gd name="connsiteX9" fmla="*/ 1146268 w 3330040"/>
                <a:gd name="connsiteY9" fmla="*/ 1343938 h 2851372"/>
                <a:gd name="connsiteX10" fmla="*/ 1099798 w 3330040"/>
                <a:gd name="connsiteY10" fmla="*/ 1639319 h 2851372"/>
                <a:gd name="connsiteX11" fmla="*/ 1017138 w 3330040"/>
                <a:gd name="connsiteY11" fmla="*/ 1862414 h 2851372"/>
                <a:gd name="connsiteX12" fmla="*/ 867342 w 3330040"/>
                <a:gd name="connsiteY12" fmla="*/ 1956850 h 2851372"/>
                <a:gd name="connsiteX13" fmla="*/ 717548 w 3330040"/>
                <a:gd name="connsiteY13" fmla="*/ 1956850 h 2851372"/>
                <a:gd name="connsiteX14" fmla="*/ 513572 w 3330040"/>
                <a:gd name="connsiteY14" fmla="*/ 1922706 h 2851372"/>
                <a:gd name="connsiteX15" fmla="*/ 260453 w 3330040"/>
                <a:gd name="connsiteY15" fmla="*/ 1932781 h 2851372"/>
                <a:gd name="connsiteX16" fmla="*/ 126182 w 3330040"/>
                <a:gd name="connsiteY16" fmla="*/ 2001069 h 2851372"/>
                <a:gd name="connsiteX17" fmla="*/ 22858 w 3330040"/>
                <a:gd name="connsiteY17" fmla="*/ 2131728 h 2851372"/>
                <a:gd name="connsiteX18" fmla="*/ 2193 w 3330040"/>
                <a:gd name="connsiteY18" fmla="*/ 2288454 h 2851372"/>
                <a:gd name="connsiteX19" fmla="*/ 84853 w 3330040"/>
                <a:gd name="connsiteY19" fmla="*/ 2519545 h 2851372"/>
                <a:gd name="connsiteX20" fmla="*/ 222721 w 3330040"/>
                <a:gd name="connsiteY20" fmla="*/ 2683309 h 2851372"/>
                <a:gd name="connsiteX21" fmla="*/ 504216 w 3330040"/>
                <a:gd name="connsiteY21" fmla="*/ 2819005 h 2851372"/>
                <a:gd name="connsiteX22" fmla="*/ 602606 w 3330040"/>
                <a:gd name="connsiteY22" fmla="*/ 2834517 h 2851372"/>
                <a:gd name="connsiteX23" fmla="*/ 977453 w 3330040"/>
                <a:gd name="connsiteY23" fmla="*/ 2850990 h 2851372"/>
                <a:gd name="connsiteX24" fmla="*/ 1306241 w 3330040"/>
                <a:gd name="connsiteY24" fmla="*/ 2837396 h 2851372"/>
                <a:gd name="connsiteX25" fmla="*/ 1475569 w 3330040"/>
                <a:gd name="connsiteY25" fmla="*/ 2827721 h 2851372"/>
                <a:gd name="connsiteX26" fmla="*/ 1738352 w 3330040"/>
                <a:gd name="connsiteY26" fmla="*/ 2773426 h 2851372"/>
                <a:gd name="connsiteX27" fmla="*/ 1900279 w 3330040"/>
                <a:gd name="connsiteY27" fmla="*/ 2716253 h 2851372"/>
                <a:gd name="connsiteX28" fmla="*/ 2266388 w 3330040"/>
                <a:gd name="connsiteY28" fmla="*/ 2595110 h 2851372"/>
                <a:gd name="connsiteX29" fmla="*/ 2546649 w 3330040"/>
                <a:gd name="connsiteY29" fmla="*/ 2454616 h 2851372"/>
                <a:gd name="connsiteX30" fmla="*/ 2967150 w 3330040"/>
                <a:gd name="connsiteY30" fmla="*/ 2116209 h 2851372"/>
                <a:gd name="connsiteX31" fmla="*/ 3330040 w 3330040"/>
                <a:gd name="connsiteY31" fmla="*/ 1539160 h 285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30040" h="2851372">
                  <a:moveTo>
                    <a:pt x="2616117" y="0"/>
                  </a:moveTo>
                  <a:lnTo>
                    <a:pt x="2606497" y="369"/>
                  </a:lnTo>
                  <a:cubicBezTo>
                    <a:pt x="2564152" y="4727"/>
                    <a:pt x="2522282" y="11804"/>
                    <a:pt x="2481364" y="21600"/>
                  </a:cubicBezTo>
                  <a:cubicBezTo>
                    <a:pt x="2439417" y="31635"/>
                    <a:pt x="2398859" y="44548"/>
                    <a:pt x="2359855" y="59921"/>
                  </a:cubicBezTo>
                  <a:cubicBezTo>
                    <a:pt x="2320851" y="75294"/>
                    <a:pt x="2283403" y="93125"/>
                    <a:pt x="2247676" y="112996"/>
                  </a:cubicBezTo>
                  <a:cubicBezTo>
                    <a:pt x="2118032" y="185123"/>
                    <a:pt x="2015222" y="281397"/>
                    <a:pt x="1910663" y="375273"/>
                  </a:cubicBezTo>
                  <a:cubicBezTo>
                    <a:pt x="1803226" y="471787"/>
                    <a:pt x="1694042" y="567023"/>
                    <a:pt x="1585268" y="662658"/>
                  </a:cubicBezTo>
                  <a:cubicBezTo>
                    <a:pt x="1498600" y="738942"/>
                    <a:pt x="1411415" y="815306"/>
                    <a:pt x="1342533" y="901826"/>
                  </a:cubicBezTo>
                  <a:cubicBezTo>
                    <a:pt x="1282285" y="977551"/>
                    <a:pt x="1236330" y="1059671"/>
                    <a:pt x="1203122" y="1144992"/>
                  </a:cubicBezTo>
                  <a:cubicBezTo>
                    <a:pt x="1177727" y="1210081"/>
                    <a:pt x="1159633" y="1276690"/>
                    <a:pt x="1146268" y="1343938"/>
                  </a:cubicBezTo>
                  <a:cubicBezTo>
                    <a:pt x="1126837" y="1441972"/>
                    <a:pt x="1116144" y="1540886"/>
                    <a:pt x="1099798" y="1639319"/>
                  </a:cubicBezTo>
                  <a:cubicBezTo>
                    <a:pt x="1086843" y="1717202"/>
                    <a:pt x="1070907" y="1796366"/>
                    <a:pt x="1017138" y="1862414"/>
                  </a:cubicBezTo>
                  <a:cubicBezTo>
                    <a:pt x="981463" y="1906154"/>
                    <a:pt x="931189" y="1943017"/>
                    <a:pt x="867342" y="1956850"/>
                  </a:cubicBezTo>
                  <a:cubicBezTo>
                    <a:pt x="818611" y="1967405"/>
                    <a:pt x="767412" y="1964047"/>
                    <a:pt x="717548" y="1956850"/>
                  </a:cubicBezTo>
                  <a:cubicBezTo>
                    <a:pt x="649179" y="1946934"/>
                    <a:pt x="582147" y="1931822"/>
                    <a:pt x="513572" y="1922706"/>
                  </a:cubicBezTo>
                  <a:cubicBezTo>
                    <a:pt x="428754" y="1911431"/>
                    <a:pt x="340953" y="1910072"/>
                    <a:pt x="260453" y="1932781"/>
                  </a:cubicBezTo>
                  <a:cubicBezTo>
                    <a:pt x="209562" y="1947095"/>
                    <a:pt x="164325" y="1971084"/>
                    <a:pt x="126182" y="2001069"/>
                  </a:cubicBezTo>
                  <a:cubicBezTo>
                    <a:pt x="79301" y="2037852"/>
                    <a:pt x="43831" y="2082631"/>
                    <a:pt x="22858" y="2131728"/>
                  </a:cubicBezTo>
                  <a:cubicBezTo>
                    <a:pt x="1267" y="2182024"/>
                    <a:pt x="-3461" y="2235520"/>
                    <a:pt x="2193" y="2288454"/>
                  </a:cubicBezTo>
                  <a:cubicBezTo>
                    <a:pt x="10726" y="2368657"/>
                    <a:pt x="41569" y="2446380"/>
                    <a:pt x="84853" y="2519545"/>
                  </a:cubicBezTo>
                  <a:cubicBezTo>
                    <a:pt x="120220" y="2579277"/>
                    <a:pt x="164634" y="2635651"/>
                    <a:pt x="222721" y="2683309"/>
                  </a:cubicBezTo>
                  <a:cubicBezTo>
                    <a:pt x="299932" y="2746639"/>
                    <a:pt x="396368" y="2795096"/>
                    <a:pt x="504216" y="2819005"/>
                  </a:cubicBezTo>
                  <a:cubicBezTo>
                    <a:pt x="536499" y="2826201"/>
                    <a:pt x="569398" y="2830999"/>
                    <a:pt x="602606" y="2834517"/>
                  </a:cubicBezTo>
                  <a:cubicBezTo>
                    <a:pt x="726801" y="2847631"/>
                    <a:pt x="852127" y="2852909"/>
                    <a:pt x="977453" y="2850990"/>
                  </a:cubicBezTo>
                  <a:cubicBezTo>
                    <a:pt x="1087152" y="2849230"/>
                    <a:pt x="1196644" y="2842034"/>
                    <a:pt x="1306241" y="2837396"/>
                  </a:cubicBezTo>
                  <a:cubicBezTo>
                    <a:pt x="1362786" y="2834997"/>
                    <a:pt x="1419435" y="2833319"/>
                    <a:pt x="1475569" y="2827721"/>
                  </a:cubicBezTo>
                  <a:cubicBezTo>
                    <a:pt x="1565837" y="2818685"/>
                    <a:pt x="1654049" y="2800054"/>
                    <a:pt x="1738352" y="2773426"/>
                  </a:cubicBezTo>
                  <a:cubicBezTo>
                    <a:pt x="1793254" y="2756075"/>
                    <a:pt x="1846304" y="2735284"/>
                    <a:pt x="1900279" y="2716253"/>
                  </a:cubicBezTo>
                  <a:cubicBezTo>
                    <a:pt x="2021184" y="2673714"/>
                    <a:pt x="2148053" y="2641808"/>
                    <a:pt x="2266388" y="2595110"/>
                  </a:cubicBezTo>
                  <a:cubicBezTo>
                    <a:pt x="2365703" y="2555928"/>
                    <a:pt x="2429855" y="2534433"/>
                    <a:pt x="2546649" y="2454616"/>
                  </a:cubicBezTo>
                  <a:cubicBezTo>
                    <a:pt x="2663443" y="2374799"/>
                    <a:pt x="2764342" y="2224138"/>
                    <a:pt x="2967150" y="2116209"/>
                  </a:cubicBezTo>
                  <a:cubicBezTo>
                    <a:pt x="3129372" y="2029879"/>
                    <a:pt x="3295220" y="1710011"/>
                    <a:pt x="3330040" y="153916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sp>
          <p:nvSpPr>
            <p:cNvPr id="34" name="Freeform: Shape 33">
              <a:extLst>
                <a:ext uri="{FF2B5EF4-FFF2-40B4-BE49-F238E27FC236}">
                  <a16:creationId xmlns:a16="http://schemas.microsoft.com/office/drawing/2014/main" id="{278750BF-882C-151C-2BFA-9722CC4F5F2E}"/>
                </a:ext>
              </a:extLst>
            </p:cNvPr>
            <p:cNvSpPr/>
            <p:nvPr/>
          </p:nvSpPr>
          <p:spPr>
            <a:xfrm rot="9306195" flipV="1">
              <a:off x="-27921" y="988960"/>
              <a:ext cx="2817588" cy="2421400"/>
            </a:xfrm>
            <a:custGeom>
              <a:avLst/>
              <a:gdLst>
                <a:gd name="connsiteX0" fmla="*/ 2179 w 2710118"/>
                <a:gd name="connsiteY0" fmla="*/ 2712895 h 2990829"/>
                <a:gd name="connsiteX1" fmla="*/ 18085 w 2710118"/>
                <a:gd name="connsiteY1" fmla="*/ 2589260 h 2990829"/>
                <a:gd name="connsiteX2" fmla="*/ 161627 w 2710118"/>
                <a:gd name="connsiteY2" fmla="*/ 2489533 h 2990829"/>
                <a:gd name="connsiteX3" fmla="*/ 384893 w 2710118"/>
                <a:gd name="connsiteY3" fmla="*/ 2559352 h 2990829"/>
                <a:gd name="connsiteX4" fmla="*/ 648069 w 2710118"/>
                <a:gd name="connsiteY4" fmla="*/ 2579259 h 2990829"/>
                <a:gd name="connsiteX5" fmla="*/ 831520 w 2710118"/>
                <a:gd name="connsiteY5" fmla="*/ 2445623 h 2990829"/>
                <a:gd name="connsiteX6" fmla="*/ 909244 w 2710118"/>
                <a:gd name="connsiteY6" fmla="*/ 2210260 h 2990829"/>
                <a:gd name="connsiteX7" fmla="*/ 975062 w 2710118"/>
                <a:gd name="connsiteY7" fmla="*/ 1771444 h 2990829"/>
                <a:gd name="connsiteX8" fmla="*/ 989064 w 2710118"/>
                <a:gd name="connsiteY8" fmla="*/ 1486170 h 2990829"/>
                <a:gd name="connsiteX9" fmla="*/ 1058882 w 2710118"/>
                <a:gd name="connsiteY9" fmla="*/ 1115171 h 2990829"/>
                <a:gd name="connsiteX10" fmla="*/ 1238333 w 2710118"/>
                <a:gd name="connsiteY10" fmla="*/ 776081 h 2990829"/>
                <a:gd name="connsiteX11" fmla="*/ 1567327 w 2710118"/>
                <a:gd name="connsiteY11" fmla="*/ 399081 h 2990829"/>
                <a:gd name="connsiteX12" fmla="*/ 1944136 w 2710118"/>
                <a:gd name="connsiteY12" fmla="*/ 85899 h 2990829"/>
                <a:gd name="connsiteX13" fmla="*/ 2167402 w 2710118"/>
                <a:gd name="connsiteY13" fmla="*/ 2079 h 2990829"/>
                <a:gd name="connsiteX14" fmla="*/ 2412671 w 2710118"/>
                <a:gd name="connsiteY14" fmla="*/ 53991 h 2990829"/>
                <a:gd name="connsiteX15" fmla="*/ 2616030 w 2710118"/>
                <a:gd name="connsiteY15" fmla="*/ 291354 h 2990829"/>
                <a:gd name="connsiteX16" fmla="*/ 2637937 w 2710118"/>
                <a:gd name="connsiteY16" fmla="*/ 724265 h 2990829"/>
                <a:gd name="connsiteX17" fmla="*/ 2691753 w 2710118"/>
                <a:gd name="connsiteY17" fmla="*/ 1117266 h 2990829"/>
                <a:gd name="connsiteX18" fmla="*/ 2705755 w 2710118"/>
                <a:gd name="connsiteY18" fmla="*/ 1476359 h 2990829"/>
                <a:gd name="connsiteX19" fmla="*/ 2616030 w 2710118"/>
                <a:gd name="connsiteY19" fmla="*/ 1859359 h 2990829"/>
                <a:gd name="connsiteX20" fmla="*/ 2404670 w 2710118"/>
                <a:gd name="connsiteY20" fmla="*/ 2250361 h 2990829"/>
                <a:gd name="connsiteX21" fmla="*/ 2198263 w 2710118"/>
                <a:gd name="connsiteY21" fmla="*/ 2456862 h 2990829"/>
                <a:gd name="connsiteX22" fmla="*/ 1724680 w 2710118"/>
                <a:gd name="connsiteY22" fmla="*/ 2757091 h 2990829"/>
                <a:gd name="connsiteX23" fmla="*/ 1327868 w 2710118"/>
                <a:gd name="connsiteY23" fmla="*/ 2810907 h 2990829"/>
                <a:gd name="connsiteX24" fmla="*/ 931057 w 2710118"/>
                <a:gd name="connsiteY24" fmla="*/ 2912634 h 2990829"/>
                <a:gd name="connsiteX25" fmla="*/ 695789 w 2710118"/>
                <a:gd name="connsiteY25" fmla="*/ 2972451 h 2990829"/>
                <a:gd name="connsiteX26" fmla="*/ 348889 w 2710118"/>
                <a:gd name="connsiteY26" fmla="*/ 2984452 h 2990829"/>
                <a:gd name="connsiteX27" fmla="*/ 73711 w 2710118"/>
                <a:gd name="connsiteY27" fmla="*/ 2882725 h 2990829"/>
                <a:gd name="connsiteX28" fmla="*/ 2179 w 2710118"/>
                <a:gd name="connsiteY28" fmla="*/ 2712895 h 2990829"/>
                <a:gd name="connsiteX0" fmla="*/ 2616030 w 2710118"/>
                <a:gd name="connsiteY0" fmla="*/ 291354 h 2990829"/>
                <a:gd name="connsiteX1" fmla="*/ 2637937 w 2710118"/>
                <a:gd name="connsiteY1" fmla="*/ 724265 h 2990829"/>
                <a:gd name="connsiteX2" fmla="*/ 2691753 w 2710118"/>
                <a:gd name="connsiteY2" fmla="*/ 1117266 h 2990829"/>
                <a:gd name="connsiteX3" fmla="*/ 2705755 w 2710118"/>
                <a:gd name="connsiteY3" fmla="*/ 1476359 h 2990829"/>
                <a:gd name="connsiteX4" fmla="*/ 2616030 w 2710118"/>
                <a:gd name="connsiteY4" fmla="*/ 1859359 h 2990829"/>
                <a:gd name="connsiteX5" fmla="*/ 2404670 w 2710118"/>
                <a:gd name="connsiteY5" fmla="*/ 2250361 h 2990829"/>
                <a:gd name="connsiteX6" fmla="*/ 2198263 w 2710118"/>
                <a:gd name="connsiteY6" fmla="*/ 2456862 h 2990829"/>
                <a:gd name="connsiteX7" fmla="*/ 1724680 w 2710118"/>
                <a:gd name="connsiteY7" fmla="*/ 2757091 h 2990829"/>
                <a:gd name="connsiteX8" fmla="*/ 1327868 w 2710118"/>
                <a:gd name="connsiteY8" fmla="*/ 2810907 h 2990829"/>
                <a:gd name="connsiteX9" fmla="*/ 931057 w 2710118"/>
                <a:gd name="connsiteY9" fmla="*/ 2912634 h 2990829"/>
                <a:gd name="connsiteX10" fmla="*/ 695789 w 2710118"/>
                <a:gd name="connsiteY10" fmla="*/ 2972451 h 2990829"/>
                <a:gd name="connsiteX11" fmla="*/ 348889 w 2710118"/>
                <a:gd name="connsiteY11" fmla="*/ 2984452 h 2990829"/>
                <a:gd name="connsiteX12" fmla="*/ 73711 w 2710118"/>
                <a:gd name="connsiteY12" fmla="*/ 2882725 h 2990829"/>
                <a:gd name="connsiteX13" fmla="*/ 2179 w 2710118"/>
                <a:gd name="connsiteY13" fmla="*/ 2712895 h 2990829"/>
                <a:gd name="connsiteX14" fmla="*/ 18085 w 2710118"/>
                <a:gd name="connsiteY14" fmla="*/ 2589260 h 2990829"/>
                <a:gd name="connsiteX15" fmla="*/ 161627 w 2710118"/>
                <a:gd name="connsiteY15" fmla="*/ 2489533 h 2990829"/>
                <a:gd name="connsiteX16" fmla="*/ 384893 w 2710118"/>
                <a:gd name="connsiteY16" fmla="*/ 2559352 h 2990829"/>
                <a:gd name="connsiteX17" fmla="*/ 648069 w 2710118"/>
                <a:gd name="connsiteY17" fmla="*/ 2579259 h 2990829"/>
                <a:gd name="connsiteX18" fmla="*/ 831520 w 2710118"/>
                <a:gd name="connsiteY18" fmla="*/ 2445623 h 2990829"/>
                <a:gd name="connsiteX19" fmla="*/ 909244 w 2710118"/>
                <a:gd name="connsiteY19" fmla="*/ 2210260 h 2990829"/>
                <a:gd name="connsiteX20" fmla="*/ 975062 w 2710118"/>
                <a:gd name="connsiteY20" fmla="*/ 1771444 h 2990829"/>
                <a:gd name="connsiteX21" fmla="*/ 989064 w 2710118"/>
                <a:gd name="connsiteY21" fmla="*/ 1486170 h 2990829"/>
                <a:gd name="connsiteX22" fmla="*/ 1058882 w 2710118"/>
                <a:gd name="connsiteY22" fmla="*/ 1115171 h 2990829"/>
                <a:gd name="connsiteX23" fmla="*/ 1238333 w 2710118"/>
                <a:gd name="connsiteY23" fmla="*/ 776081 h 2990829"/>
                <a:gd name="connsiteX24" fmla="*/ 1567327 w 2710118"/>
                <a:gd name="connsiteY24" fmla="*/ 399081 h 2990829"/>
                <a:gd name="connsiteX25" fmla="*/ 1944136 w 2710118"/>
                <a:gd name="connsiteY25" fmla="*/ 85899 h 2990829"/>
                <a:gd name="connsiteX26" fmla="*/ 2167402 w 2710118"/>
                <a:gd name="connsiteY26" fmla="*/ 2079 h 2990829"/>
                <a:gd name="connsiteX27" fmla="*/ 2412671 w 2710118"/>
                <a:gd name="connsiteY27" fmla="*/ 53991 h 2990829"/>
                <a:gd name="connsiteX28" fmla="*/ 2702711 w 2710118"/>
                <a:gd name="connsiteY28" fmla="*/ 402830 h 2990829"/>
                <a:gd name="connsiteX0" fmla="*/ 2616030 w 2710118"/>
                <a:gd name="connsiteY0" fmla="*/ 291354 h 2990829"/>
                <a:gd name="connsiteX1" fmla="*/ 2637937 w 2710118"/>
                <a:gd name="connsiteY1" fmla="*/ 724265 h 2990829"/>
                <a:gd name="connsiteX2" fmla="*/ 2691753 w 2710118"/>
                <a:gd name="connsiteY2" fmla="*/ 1117266 h 2990829"/>
                <a:gd name="connsiteX3" fmla="*/ 2705755 w 2710118"/>
                <a:gd name="connsiteY3" fmla="*/ 1476359 h 2990829"/>
                <a:gd name="connsiteX4" fmla="*/ 2616030 w 2710118"/>
                <a:gd name="connsiteY4" fmla="*/ 1859359 h 2990829"/>
                <a:gd name="connsiteX5" fmla="*/ 2404670 w 2710118"/>
                <a:gd name="connsiteY5" fmla="*/ 2250361 h 2990829"/>
                <a:gd name="connsiteX6" fmla="*/ 2198263 w 2710118"/>
                <a:gd name="connsiteY6" fmla="*/ 2456862 h 2990829"/>
                <a:gd name="connsiteX7" fmla="*/ 1724680 w 2710118"/>
                <a:gd name="connsiteY7" fmla="*/ 2757091 h 2990829"/>
                <a:gd name="connsiteX8" fmla="*/ 1327868 w 2710118"/>
                <a:gd name="connsiteY8" fmla="*/ 2810907 h 2990829"/>
                <a:gd name="connsiteX9" fmla="*/ 931057 w 2710118"/>
                <a:gd name="connsiteY9" fmla="*/ 2912634 h 2990829"/>
                <a:gd name="connsiteX10" fmla="*/ 695789 w 2710118"/>
                <a:gd name="connsiteY10" fmla="*/ 2972451 h 2990829"/>
                <a:gd name="connsiteX11" fmla="*/ 348889 w 2710118"/>
                <a:gd name="connsiteY11" fmla="*/ 2984452 h 2990829"/>
                <a:gd name="connsiteX12" fmla="*/ 73711 w 2710118"/>
                <a:gd name="connsiteY12" fmla="*/ 2882725 h 2990829"/>
                <a:gd name="connsiteX13" fmla="*/ 2179 w 2710118"/>
                <a:gd name="connsiteY13" fmla="*/ 2712895 h 2990829"/>
                <a:gd name="connsiteX14" fmla="*/ 18085 w 2710118"/>
                <a:gd name="connsiteY14" fmla="*/ 2589260 h 2990829"/>
                <a:gd name="connsiteX15" fmla="*/ 161627 w 2710118"/>
                <a:gd name="connsiteY15" fmla="*/ 2489533 h 2990829"/>
                <a:gd name="connsiteX16" fmla="*/ 384893 w 2710118"/>
                <a:gd name="connsiteY16" fmla="*/ 2559352 h 2990829"/>
                <a:gd name="connsiteX17" fmla="*/ 648069 w 2710118"/>
                <a:gd name="connsiteY17" fmla="*/ 2579259 h 2990829"/>
                <a:gd name="connsiteX18" fmla="*/ 831520 w 2710118"/>
                <a:gd name="connsiteY18" fmla="*/ 2445623 h 2990829"/>
                <a:gd name="connsiteX19" fmla="*/ 909244 w 2710118"/>
                <a:gd name="connsiteY19" fmla="*/ 2210260 h 2990829"/>
                <a:gd name="connsiteX20" fmla="*/ 975062 w 2710118"/>
                <a:gd name="connsiteY20" fmla="*/ 1771444 h 2990829"/>
                <a:gd name="connsiteX21" fmla="*/ 989064 w 2710118"/>
                <a:gd name="connsiteY21" fmla="*/ 1486170 h 2990829"/>
                <a:gd name="connsiteX22" fmla="*/ 1058882 w 2710118"/>
                <a:gd name="connsiteY22" fmla="*/ 1115171 h 2990829"/>
                <a:gd name="connsiteX23" fmla="*/ 1238333 w 2710118"/>
                <a:gd name="connsiteY23" fmla="*/ 776081 h 2990829"/>
                <a:gd name="connsiteX24" fmla="*/ 1567327 w 2710118"/>
                <a:gd name="connsiteY24" fmla="*/ 399081 h 2990829"/>
                <a:gd name="connsiteX25" fmla="*/ 1944136 w 2710118"/>
                <a:gd name="connsiteY25" fmla="*/ 85899 h 2990829"/>
                <a:gd name="connsiteX26" fmla="*/ 2167402 w 2710118"/>
                <a:gd name="connsiteY26" fmla="*/ 2079 h 2990829"/>
                <a:gd name="connsiteX27" fmla="*/ 2412671 w 2710118"/>
                <a:gd name="connsiteY27" fmla="*/ 53991 h 2990829"/>
                <a:gd name="connsiteX0" fmla="*/ 2616030 w 2710118"/>
                <a:gd name="connsiteY0" fmla="*/ 378195 h 3077670"/>
                <a:gd name="connsiteX1" fmla="*/ 2637937 w 2710118"/>
                <a:gd name="connsiteY1" fmla="*/ 811106 h 3077670"/>
                <a:gd name="connsiteX2" fmla="*/ 2691753 w 2710118"/>
                <a:gd name="connsiteY2" fmla="*/ 1204107 h 3077670"/>
                <a:gd name="connsiteX3" fmla="*/ 2705755 w 2710118"/>
                <a:gd name="connsiteY3" fmla="*/ 1563200 h 3077670"/>
                <a:gd name="connsiteX4" fmla="*/ 2616030 w 2710118"/>
                <a:gd name="connsiteY4" fmla="*/ 1946200 h 3077670"/>
                <a:gd name="connsiteX5" fmla="*/ 2404670 w 2710118"/>
                <a:gd name="connsiteY5" fmla="*/ 2337202 h 3077670"/>
                <a:gd name="connsiteX6" fmla="*/ 2198263 w 2710118"/>
                <a:gd name="connsiteY6" fmla="*/ 2543703 h 3077670"/>
                <a:gd name="connsiteX7" fmla="*/ 1724680 w 2710118"/>
                <a:gd name="connsiteY7" fmla="*/ 2843932 h 3077670"/>
                <a:gd name="connsiteX8" fmla="*/ 1327868 w 2710118"/>
                <a:gd name="connsiteY8" fmla="*/ 2897748 h 3077670"/>
                <a:gd name="connsiteX9" fmla="*/ 931057 w 2710118"/>
                <a:gd name="connsiteY9" fmla="*/ 2999475 h 3077670"/>
                <a:gd name="connsiteX10" fmla="*/ 695789 w 2710118"/>
                <a:gd name="connsiteY10" fmla="*/ 3059292 h 3077670"/>
                <a:gd name="connsiteX11" fmla="*/ 348889 w 2710118"/>
                <a:gd name="connsiteY11" fmla="*/ 3071293 h 3077670"/>
                <a:gd name="connsiteX12" fmla="*/ 73711 w 2710118"/>
                <a:gd name="connsiteY12" fmla="*/ 2969566 h 3077670"/>
                <a:gd name="connsiteX13" fmla="*/ 2179 w 2710118"/>
                <a:gd name="connsiteY13" fmla="*/ 2799736 h 3077670"/>
                <a:gd name="connsiteX14" fmla="*/ 18085 w 2710118"/>
                <a:gd name="connsiteY14" fmla="*/ 2676101 h 3077670"/>
                <a:gd name="connsiteX15" fmla="*/ 161627 w 2710118"/>
                <a:gd name="connsiteY15" fmla="*/ 2576374 h 3077670"/>
                <a:gd name="connsiteX16" fmla="*/ 384893 w 2710118"/>
                <a:gd name="connsiteY16" fmla="*/ 2646193 h 3077670"/>
                <a:gd name="connsiteX17" fmla="*/ 648069 w 2710118"/>
                <a:gd name="connsiteY17" fmla="*/ 2666100 h 3077670"/>
                <a:gd name="connsiteX18" fmla="*/ 831520 w 2710118"/>
                <a:gd name="connsiteY18" fmla="*/ 2532464 h 3077670"/>
                <a:gd name="connsiteX19" fmla="*/ 909244 w 2710118"/>
                <a:gd name="connsiteY19" fmla="*/ 2297101 h 3077670"/>
                <a:gd name="connsiteX20" fmla="*/ 975062 w 2710118"/>
                <a:gd name="connsiteY20" fmla="*/ 1858285 h 3077670"/>
                <a:gd name="connsiteX21" fmla="*/ 989064 w 2710118"/>
                <a:gd name="connsiteY21" fmla="*/ 1573011 h 3077670"/>
                <a:gd name="connsiteX22" fmla="*/ 1058882 w 2710118"/>
                <a:gd name="connsiteY22" fmla="*/ 1202012 h 3077670"/>
                <a:gd name="connsiteX23" fmla="*/ 1238333 w 2710118"/>
                <a:gd name="connsiteY23" fmla="*/ 862922 h 3077670"/>
                <a:gd name="connsiteX24" fmla="*/ 1567327 w 2710118"/>
                <a:gd name="connsiteY24" fmla="*/ 485922 h 3077670"/>
                <a:gd name="connsiteX25" fmla="*/ 1944136 w 2710118"/>
                <a:gd name="connsiteY25" fmla="*/ 172740 h 3077670"/>
                <a:gd name="connsiteX26" fmla="*/ 2167402 w 2710118"/>
                <a:gd name="connsiteY26" fmla="*/ 88920 h 3077670"/>
                <a:gd name="connsiteX27" fmla="*/ 2188949 w 2710118"/>
                <a:gd name="connsiteY27" fmla="*/ 10492 h 3077670"/>
                <a:gd name="connsiteX0" fmla="*/ 2616030 w 2710118"/>
                <a:gd name="connsiteY0" fmla="*/ 382366 h 3081841"/>
                <a:gd name="connsiteX1" fmla="*/ 2637937 w 2710118"/>
                <a:gd name="connsiteY1" fmla="*/ 815277 h 3081841"/>
                <a:gd name="connsiteX2" fmla="*/ 2691753 w 2710118"/>
                <a:gd name="connsiteY2" fmla="*/ 1208278 h 3081841"/>
                <a:gd name="connsiteX3" fmla="*/ 2705755 w 2710118"/>
                <a:gd name="connsiteY3" fmla="*/ 1567371 h 3081841"/>
                <a:gd name="connsiteX4" fmla="*/ 2616030 w 2710118"/>
                <a:gd name="connsiteY4" fmla="*/ 1950371 h 3081841"/>
                <a:gd name="connsiteX5" fmla="*/ 2404670 w 2710118"/>
                <a:gd name="connsiteY5" fmla="*/ 2341373 h 3081841"/>
                <a:gd name="connsiteX6" fmla="*/ 2198263 w 2710118"/>
                <a:gd name="connsiteY6" fmla="*/ 2547874 h 3081841"/>
                <a:gd name="connsiteX7" fmla="*/ 1724680 w 2710118"/>
                <a:gd name="connsiteY7" fmla="*/ 2848103 h 3081841"/>
                <a:gd name="connsiteX8" fmla="*/ 1327868 w 2710118"/>
                <a:gd name="connsiteY8" fmla="*/ 2901919 h 3081841"/>
                <a:gd name="connsiteX9" fmla="*/ 931057 w 2710118"/>
                <a:gd name="connsiteY9" fmla="*/ 3003646 h 3081841"/>
                <a:gd name="connsiteX10" fmla="*/ 695789 w 2710118"/>
                <a:gd name="connsiteY10" fmla="*/ 3063463 h 3081841"/>
                <a:gd name="connsiteX11" fmla="*/ 348889 w 2710118"/>
                <a:gd name="connsiteY11" fmla="*/ 3075464 h 3081841"/>
                <a:gd name="connsiteX12" fmla="*/ 73711 w 2710118"/>
                <a:gd name="connsiteY12" fmla="*/ 2973737 h 3081841"/>
                <a:gd name="connsiteX13" fmla="*/ 2179 w 2710118"/>
                <a:gd name="connsiteY13" fmla="*/ 2803907 h 3081841"/>
                <a:gd name="connsiteX14" fmla="*/ 18085 w 2710118"/>
                <a:gd name="connsiteY14" fmla="*/ 2680272 h 3081841"/>
                <a:gd name="connsiteX15" fmla="*/ 161627 w 2710118"/>
                <a:gd name="connsiteY15" fmla="*/ 2580545 h 3081841"/>
                <a:gd name="connsiteX16" fmla="*/ 384893 w 2710118"/>
                <a:gd name="connsiteY16" fmla="*/ 2650364 h 3081841"/>
                <a:gd name="connsiteX17" fmla="*/ 648069 w 2710118"/>
                <a:gd name="connsiteY17" fmla="*/ 2670271 h 3081841"/>
                <a:gd name="connsiteX18" fmla="*/ 831520 w 2710118"/>
                <a:gd name="connsiteY18" fmla="*/ 2536635 h 3081841"/>
                <a:gd name="connsiteX19" fmla="*/ 909244 w 2710118"/>
                <a:gd name="connsiteY19" fmla="*/ 2301272 h 3081841"/>
                <a:gd name="connsiteX20" fmla="*/ 975062 w 2710118"/>
                <a:gd name="connsiteY20" fmla="*/ 1862456 h 3081841"/>
                <a:gd name="connsiteX21" fmla="*/ 989064 w 2710118"/>
                <a:gd name="connsiteY21" fmla="*/ 1577182 h 3081841"/>
                <a:gd name="connsiteX22" fmla="*/ 1058882 w 2710118"/>
                <a:gd name="connsiteY22" fmla="*/ 1206183 h 3081841"/>
                <a:gd name="connsiteX23" fmla="*/ 1238333 w 2710118"/>
                <a:gd name="connsiteY23" fmla="*/ 867093 h 3081841"/>
                <a:gd name="connsiteX24" fmla="*/ 1567327 w 2710118"/>
                <a:gd name="connsiteY24" fmla="*/ 490093 h 3081841"/>
                <a:gd name="connsiteX25" fmla="*/ 1944136 w 2710118"/>
                <a:gd name="connsiteY25" fmla="*/ 176911 h 3081841"/>
                <a:gd name="connsiteX26" fmla="*/ 2104996 w 2710118"/>
                <a:gd name="connsiteY26" fmla="*/ 57040 h 3081841"/>
                <a:gd name="connsiteX27" fmla="*/ 2188949 w 2710118"/>
                <a:gd name="connsiteY27" fmla="*/ 14663 h 3081841"/>
                <a:gd name="connsiteX0" fmla="*/ 2637937 w 2710118"/>
                <a:gd name="connsiteY0" fmla="*/ 815277 h 3081841"/>
                <a:gd name="connsiteX1" fmla="*/ 2691753 w 2710118"/>
                <a:gd name="connsiteY1" fmla="*/ 1208278 h 3081841"/>
                <a:gd name="connsiteX2" fmla="*/ 2705755 w 2710118"/>
                <a:gd name="connsiteY2" fmla="*/ 1567371 h 3081841"/>
                <a:gd name="connsiteX3" fmla="*/ 2616030 w 2710118"/>
                <a:gd name="connsiteY3" fmla="*/ 1950371 h 3081841"/>
                <a:gd name="connsiteX4" fmla="*/ 2404670 w 2710118"/>
                <a:gd name="connsiteY4" fmla="*/ 2341373 h 3081841"/>
                <a:gd name="connsiteX5" fmla="*/ 2198263 w 2710118"/>
                <a:gd name="connsiteY5" fmla="*/ 2547874 h 3081841"/>
                <a:gd name="connsiteX6" fmla="*/ 1724680 w 2710118"/>
                <a:gd name="connsiteY6" fmla="*/ 2848103 h 3081841"/>
                <a:gd name="connsiteX7" fmla="*/ 1327868 w 2710118"/>
                <a:gd name="connsiteY7" fmla="*/ 2901919 h 3081841"/>
                <a:gd name="connsiteX8" fmla="*/ 931057 w 2710118"/>
                <a:gd name="connsiteY8" fmla="*/ 3003646 h 3081841"/>
                <a:gd name="connsiteX9" fmla="*/ 695789 w 2710118"/>
                <a:gd name="connsiteY9" fmla="*/ 3063463 h 3081841"/>
                <a:gd name="connsiteX10" fmla="*/ 348889 w 2710118"/>
                <a:gd name="connsiteY10" fmla="*/ 3075464 h 3081841"/>
                <a:gd name="connsiteX11" fmla="*/ 73711 w 2710118"/>
                <a:gd name="connsiteY11" fmla="*/ 2973737 h 3081841"/>
                <a:gd name="connsiteX12" fmla="*/ 2179 w 2710118"/>
                <a:gd name="connsiteY12" fmla="*/ 2803907 h 3081841"/>
                <a:gd name="connsiteX13" fmla="*/ 18085 w 2710118"/>
                <a:gd name="connsiteY13" fmla="*/ 2680272 h 3081841"/>
                <a:gd name="connsiteX14" fmla="*/ 161627 w 2710118"/>
                <a:gd name="connsiteY14" fmla="*/ 2580545 h 3081841"/>
                <a:gd name="connsiteX15" fmla="*/ 384893 w 2710118"/>
                <a:gd name="connsiteY15" fmla="*/ 2650364 h 3081841"/>
                <a:gd name="connsiteX16" fmla="*/ 648069 w 2710118"/>
                <a:gd name="connsiteY16" fmla="*/ 2670271 h 3081841"/>
                <a:gd name="connsiteX17" fmla="*/ 831520 w 2710118"/>
                <a:gd name="connsiteY17" fmla="*/ 2536635 h 3081841"/>
                <a:gd name="connsiteX18" fmla="*/ 909244 w 2710118"/>
                <a:gd name="connsiteY18" fmla="*/ 2301272 h 3081841"/>
                <a:gd name="connsiteX19" fmla="*/ 975062 w 2710118"/>
                <a:gd name="connsiteY19" fmla="*/ 1862456 h 3081841"/>
                <a:gd name="connsiteX20" fmla="*/ 989064 w 2710118"/>
                <a:gd name="connsiteY20" fmla="*/ 1577182 h 3081841"/>
                <a:gd name="connsiteX21" fmla="*/ 1058882 w 2710118"/>
                <a:gd name="connsiteY21" fmla="*/ 1206183 h 3081841"/>
                <a:gd name="connsiteX22" fmla="*/ 1238333 w 2710118"/>
                <a:gd name="connsiteY22" fmla="*/ 867093 h 3081841"/>
                <a:gd name="connsiteX23" fmla="*/ 1567327 w 2710118"/>
                <a:gd name="connsiteY23" fmla="*/ 490093 h 3081841"/>
                <a:gd name="connsiteX24" fmla="*/ 1944136 w 2710118"/>
                <a:gd name="connsiteY24" fmla="*/ 176911 h 3081841"/>
                <a:gd name="connsiteX25" fmla="*/ 2104996 w 2710118"/>
                <a:gd name="connsiteY25" fmla="*/ 57040 h 3081841"/>
                <a:gd name="connsiteX26" fmla="*/ 2188949 w 2710118"/>
                <a:gd name="connsiteY26" fmla="*/ 14663 h 3081841"/>
                <a:gd name="connsiteX0" fmla="*/ 2691753 w 2710118"/>
                <a:gd name="connsiteY0" fmla="*/ 1208278 h 3081841"/>
                <a:gd name="connsiteX1" fmla="*/ 2705755 w 2710118"/>
                <a:gd name="connsiteY1" fmla="*/ 1567371 h 3081841"/>
                <a:gd name="connsiteX2" fmla="*/ 2616030 w 2710118"/>
                <a:gd name="connsiteY2" fmla="*/ 1950371 h 3081841"/>
                <a:gd name="connsiteX3" fmla="*/ 2404670 w 2710118"/>
                <a:gd name="connsiteY3" fmla="*/ 2341373 h 3081841"/>
                <a:gd name="connsiteX4" fmla="*/ 2198263 w 2710118"/>
                <a:gd name="connsiteY4" fmla="*/ 2547874 h 3081841"/>
                <a:gd name="connsiteX5" fmla="*/ 1724680 w 2710118"/>
                <a:gd name="connsiteY5" fmla="*/ 2848103 h 3081841"/>
                <a:gd name="connsiteX6" fmla="*/ 1327868 w 2710118"/>
                <a:gd name="connsiteY6" fmla="*/ 2901919 h 3081841"/>
                <a:gd name="connsiteX7" fmla="*/ 931057 w 2710118"/>
                <a:gd name="connsiteY7" fmla="*/ 3003646 h 3081841"/>
                <a:gd name="connsiteX8" fmla="*/ 695789 w 2710118"/>
                <a:gd name="connsiteY8" fmla="*/ 3063463 h 3081841"/>
                <a:gd name="connsiteX9" fmla="*/ 348889 w 2710118"/>
                <a:gd name="connsiteY9" fmla="*/ 3075464 h 3081841"/>
                <a:gd name="connsiteX10" fmla="*/ 73711 w 2710118"/>
                <a:gd name="connsiteY10" fmla="*/ 2973737 h 3081841"/>
                <a:gd name="connsiteX11" fmla="*/ 2179 w 2710118"/>
                <a:gd name="connsiteY11" fmla="*/ 2803907 h 3081841"/>
                <a:gd name="connsiteX12" fmla="*/ 18085 w 2710118"/>
                <a:gd name="connsiteY12" fmla="*/ 2680272 h 3081841"/>
                <a:gd name="connsiteX13" fmla="*/ 161627 w 2710118"/>
                <a:gd name="connsiteY13" fmla="*/ 2580545 h 3081841"/>
                <a:gd name="connsiteX14" fmla="*/ 384893 w 2710118"/>
                <a:gd name="connsiteY14" fmla="*/ 2650364 h 3081841"/>
                <a:gd name="connsiteX15" fmla="*/ 648069 w 2710118"/>
                <a:gd name="connsiteY15" fmla="*/ 2670271 h 3081841"/>
                <a:gd name="connsiteX16" fmla="*/ 831520 w 2710118"/>
                <a:gd name="connsiteY16" fmla="*/ 2536635 h 3081841"/>
                <a:gd name="connsiteX17" fmla="*/ 909244 w 2710118"/>
                <a:gd name="connsiteY17" fmla="*/ 2301272 h 3081841"/>
                <a:gd name="connsiteX18" fmla="*/ 975062 w 2710118"/>
                <a:gd name="connsiteY18" fmla="*/ 1862456 h 3081841"/>
                <a:gd name="connsiteX19" fmla="*/ 989064 w 2710118"/>
                <a:gd name="connsiteY19" fmla="*/ 1577182 h 3081841"/>
                <a:gd name="connsiteX20" fmla="*/ 1058882 w 2710118"/>
                <a:gd name="connsiteY20" fmla="*/ 1206183 h 3081841"/>
                <a:gd name="connsiteX21" fmla="*/ 1238333 w 2710118"/>
                <a:gd name="connsiteY21" fmla="*/ 867093 h 3081841"/>
                <a:gd name="connsiteX22" fmla="*/ 1567327 w 2710118"/>
                <a:gd name="connsiteY22" fmla="*/ 490093 h 3081841"/>
                <a:gd name="connsiteX23" fmla="*/ 1944136 w 2710118"/>
                <a:gd name="connsiteY23" fmla="*/ 176911 h 3081841"/>
                <a:gd name="connsiteX24" fmla="*/ 2104996 w 2710118"/>
                <a:gd name="connsiteY24" fmla="*/ 57040 h 3081841"/>
                <a:gd name="connsiteX25" fmla="*/ 2188949 w 2710118"/>
                <a:gd name="connsiteY25" fmla="*/ 14663 h 3081841"/>
                <a:gd name="connsiteX0" fmla="*/ 2607576 w 2706486"/>
                <a:gd name="connsiteY0" fmla="*/ 1180336 h 3081841"/>
                <a:gd name="connsiteX1" fmla="*/ 2705755 w 2706486"/>
                <a:gd name="connsiteY1" fmla="*/ 1567371 h 3081841"/>
                <a:gd name="connsiteX2" fmla="*/ 2616030 w 2706486"/>
                <a:gd name="connsiteY2" fmla="*/ 1950371 h 3081841"/>
                <a:gd name="connsiteX3" fmla="*/ 2404670 w 2706486"/>
                <a:gd name="connsiteY3" fmla="*/ 2341373 h 3081841"/>
                <a:gd name="connsiteX4" fmla="*/ 2198263 w 2706486"/>
                <a:gd name="connsiteY4" fmla="*/ 2547874 h 3081841"/>
                <a:gd name="connsiteX5" fmla="*/ 1724680 w 2706486"/>
                <a:gd name="connsiteY5" fmla="*/ 2848103 h 3081841"/>
                <a:gd name="connsiteX6" fmla="*/ 1327868 w 2706486"/>
                <a:gd name="connsiteY6" fmla="*/ 2901919 h 3081841"/>
                <a:gd name="connsiteX7" fmla="*/ 931057 w 2706486"/>
                <a:gd name="connsiteY7" fmla="*/ 3003646 h 3081841"/>
                <a:gd name="connsiteX8" fmla="*/ 695789 w 2706486"/>
                <a:gd name="connsiteY8" fmla="*/ 3063463 h 3081841"/>
                <a:gd name="connsiteX9" fmla="*/ 348889 w 2706486"/>
                <a:gd name="connsiteY9" fmla="*/ 3075464 h 3081841"/>
                <a:gd name="connsiteX10" fmla="*/ 73711 w 2706486"/>
                <a:gd name="connsiteY10" fmla="*/ 2973737 h 3081841"/>
                <a:gd name="connsiteX11" fmla="*/ 2179 w 2706486"/>
                <a:gd name="connsiteY11" fmla="*/ 2803907 h 3081841"/>
                <a:gd name="connsiteX12" fmla="*/ 18085 w 2706486"/>
                <a:gd name="connsiteY12" fmla="*/ 2680272 h 3081841"/>
                <a:gd name="connsiteX13" fmla="*/ 161627 w 2706486"/>
                <a:gd name="connsiteY13" fmla="*/ 2580545 h 3081841"/>
                <a:gd name="connsiteX14" fmla="*/ 384893 w 2706486"/>
                <a:gd name="connsiteY14" fmla="*/ 2650364 h 3081841"/>
                <a:gd name="connsiteX15" fmla="*/ 648069 w 2706486"/>
                <a:gd name="connsiteY15" fmla="*/ 2670271 h 3081841"/>
                <a:gd name="connsiteX16" fmla="*/ 831520 w 2706486"/>
                <a:gd name="connsiteY16" fmla="*/ 2536635 h 3081841"/>
                <a:gd name="connsiteX17" fmla="*/ 909244 w 2706486"/>
                <a:gd name="connsiteY17" fmla="*/ 2301272 h 3081841"/>
                <a:gd name="connsiteX18" fmla="*/ 975062 w 2706486"/>
                <a:gd name="connsiteY18" fmla="*/ 1862456 h 3081841"/>
                <a:gd name="connsiteX19" fmla="*/ 989064 w 2706486"/>
                <a:gd name="connsiteY19" fmla="*/ 1577182 h 3081841"/>
                <a:gd name="connsiteX20" fmla="*/ 1058882 w 2706486"/>
                <a:gd name="connsiteY20" fmla="*/ 1206183 h 3081841"/>
                <a:gd name="connsiteX21" fmla="*/ 1238333 w 2706486"/>
                <a:gd name="connsiteY21" fmla="*/ 867093 h 3081841"/>
                <a:gd name="connsiteX22" fmla="*/ 1567327 w 2706486"/>
                <a:gd name="connsiteY22" fmla="*/ 490093 h 3081841"/>
                <a:gd name="connsiteX23" fmla="*/ 1944136 w 2706486"/>
                <a:gd name="connsiteY23" fmla="*/ 176911 h 3081841"/>
                <a:gd name="connsiteX24" fmla="*/ 2104996 w 2706486"/>
                <a:gd name="connsiteY24" fmla="*/ 57040 h 3081841"/>
                <a:gd name="connsiteX25" fmla="*/ 2188949 w 2706486"/>
                <a:gd name="connsiteY25" fmla="*/ 14663 h 3081841"/>
                <a:gd name="connsiteX0" fmla="*/ 2607576 w 2670949"/>
                <a:gd name="connsiteY0" fmla="*/ 1180336 h 3081841"/>
                <a:gd name="connsiteX1" fmla="*/ 2669802 w 2670949"/>
                <a:gd name="connsiteY1" fmla="*/ 1588830 h 3081841"/>
                <a:gd name="connsiteX2" fmla="*/ 2616030 w 2670949"/>
                <a:gd name="connsiteY2" fmla="*/ 1950371 h 3081841"/>
                <a:gd name="connsiteX3" fmla="*/ 2404670 w 2670949"/>
                <a:gd name="connsiteY3" fmla="*/ 2341373 h 3081841"/>
                <a:gd name="connsiteX4" fmla="*/ 2198263 w 2670949"/>
                <a:gd name="connsiteY4" fmla="*/ 2547874 h 3081841"/>
                <a:gd name="connsiteX5" fmla="*/ 1724680 w 2670949"/>
                <a:gd name="connsiteY5" fmla="*/ 2848103 h 3081841"/>
                <a:gd name="connsiteX6" fmla="*/ 1327868 w 2670949"/>
                <a:gd name="connsiteY6" fmla="*/ 2901919 h 3081841"/>
                <a:gd name="connsiteX7" fmla="*/ 931057 w 2670949"/>
                <a:gd name="connsiteY7" fmla="*/ 3003646 h 3081841"/>
                <a:gd name="connsiteX8" fmla="*/ 695789 w 2670949"/>
                <a:gd name="connsiteY8" fmla="*/ 3063463 h 3081841"/>
                <a:gd name="connsiteX9" fmla="*/ 348889 w 2670949"/>
                <a:gd name="connsiteY9" fmla="*/ 3075464 h 3081841"/>
                <a:gd name="connsiteX10" fmla="*/ 73711 w 2670949"/>
                <a:gd name="connsiteY10" fmla="*/ 2973737 h 3081841"/>
                <a:gd name="connsiteX11" fmla="*/ 2179 w 2670949"/>
                <a:gd name="connsiteY11" fmla="*/ 2803907 h 3081841"/>
                <a:gd name="connsiteX12" fmla="*/ 18085 w 2670949"/>
                <a:gd name="connsiteY12" fmla="*/ 2680272 h 3081841"/>
                <a:gd name="connsiteX13" fmla="*/ 161627 w 2670949"/>
                <a:gd name="connsiteY13" fmla="*/ 2580545 h 3081841"/>
                <a:gd name="connsiteX14" fmla="*/ 384893 w 2670949"/>
                <a:gd name="connsiteY14" fmla="*/ 2650364 h 3081841"/>
                <a:gd name="connsiteX15" fmla="*/ 648069 w 2670949"/>
                <a:gd name="connsiteY15" fmla="*/ 2670271 h 3081841"/>
                <a:gd name="connsiteX16" fmla="*/ 831520 w 2670949"/>
                <a:gd name="connsiteY16" fmla="*/ 2536635 h 3081841"/>
                <a:gd name="connsiteX17" fmla="*/ 909244 w 2670949"/>
                <a:gd name="connsiteY17" fmla="*/ 2301272 h 3081841"/>
                <a:gd name="connsiteX18" fmla="*/ 975062 w 2670949"/>
                <a:gd name="connsiteY18" fmla="*/ 1862456 h 3081841"/>
                <a:gd name="connsiteX19" fmla="*/ 989064 w 2670949"/>
                <a:gd name="connsiteY19" fmla="*/ 1577182 h 3081841"/>
                <a:gd name="connsiteX20" fmla="*/ 1058882 w 2670949"/>
                <a:gd name="connsiteY20" fmla="*/ 1206183 h 3081841"/>
                <a:gd name="connsiteX21" fmla="*/ 1238333 w 2670949"/>
                <a:gd name="connsiteY21" fmla="*/ 867093 h 3081841"/>
                <a:gd name="connsiteX22" fmla="*/ 1567327 w 2670949"/>
                <a:gd name="connsiteY22" fmla="*/ 490093 h 3081841"/>
                <a:gd name="connsiteX23" fmla="*/ 1944136 w 2670949"/>
                <a:gd name="connsiteY23" fmla="*/ 176911 h 3081841"/>
                <a:gd name="connsiteX24" fmla="*/ 2104996 w 2670949"/>
                <a:gd name="connsiteY24" fmla="*/ 57040 h 3081841"/>
                <a:gd name="connsiteX25" fmla="*/ 2188949 w 2670949"/>
                <a:gd name="connsiteY25" fmla="*/ 14663 h 3081841"/>
                <a:gd name="connsiteX0" fmla="*/ 2607576 w 2670949"/>
                <a:gd name="connsiteY0" fmla="*/ 1123354 h 3024859"/>
                <a:gd name="connsiteX1" fmla="*/ 2669802 w 2670949"/>
                <a:gd name="connsiteY1" fmla="*/ 1531848 h 3024859"/>
                <a:gd name="connsiteX2" fmla="*/ 2616030 w 2670949"/>
                <a:gd name="connsiteY2" fmla="*/ 1893389 h 3024859"/>
                <a:gd name="connsiteX3" fmla="*/ 2404670 w 2670949"/>
                <a:gd name="connsiteY3" fmla="*/ 2284391 h 3024859"/>
                <a:gd name="connsiteX4" fmla="*/ 2198263 w 2670949"/>
                <a:gd name="connsiteY4" fmla="*/ 2490892 h 3024859"/>
                <a:gd name="connsiteX5" fmla="*/ 1724680 w 2670949"/>
                <a:gd name="connsiteY5" fmla="*/ 2791121 h 3024859"/>
                <a:gd name="connsiteX6" fmla="*/ 1327868 w 2670949"/>
                <a:gd name="connsiteY6" fmla="*/ 2844937 h 3024859"/>
                <a:gd name="connsiteX7" fmla="*/ 931057 w 2670949"/>
                <a:gd name="connsiteY7" fmla="*/ 2946664 h 3024859"/>
                <a:gd name="connsiteX8" fmla="*/ 695789 w 2670949"/>
                <a:gd name="connsiteY8" fmla="*/ 3006481 h 3024859"/>
                <a:gd name="connsiteX9" fmla="*/ 348889 w 2670949"/>
                <a:gd name="connsiteY9" fmla="*/ 3018482 h 3024859"/>
                <a:gd name="connsiteX10" fmla="*/ 73711 w 2670949"/>
                <a:gd name="connsiteY10" fmla="*/ 2916755 h 3024859"/>
                <a:gd name="connsiteX11" fmla="*/ 2179 w 2670949"/>
                <a:gd name="connsiteY11" fmla="*/ 2746925 h 3024859"/>
                <a:gd name="connsiteX12" fmla="*/ 18085 w 2670949"/>
                <a:gd name="connsiteY12" fmla="*/ 2623290 h 3024859"/>
                <a:gd name="connsiteX13" fmla="*/ 161627 w 2670949"/>
                <a:gd name="connsiteY13" fmla="*/ 2523563 h 3024859"/>
                <a:gd name="connsiteX14" fmla="*/ 384893 w 2670949"/>
                <a:gd name="connsiteY14" fmla="*/ 2593382 h 3024859"/>
                <a:gd name="connsiteX15" fmla="*/ 648069 w 2670949"/>
                <a:gd name="connsiteY15" fmla="*/ 2613289 h 3024859"/>
                <a:gd name="connsiteX16" fmla="*/ 831520 w 2670949"/>
                <a:gd name="connsiteY16" fmla="*/ 2479653 h 3024859"/>
                <a:gd name="connsiteX17" fmla="*/ 909244 w 2670949"/>
                <a:gd name="connsiteY17" fmla="*/ 2244290 h 3024859"/>
                <a:gd name="connsiteX18" fmla="*/ 975062 w 2670949"/>
                <a:gd name="connsiteY18" fmla="*/ 1805474 h 3024859"/>
                <a:gd name="connsiteX19" fmla="*/ 989064 w 2670949"/>
                <a:gd name="connsiteY19" fmla="*/ 1520200 h 3024859"/>
                <a:gd name="connsiteX20" fmla="*/ 1058882 w 2670949"/>
                <a:gd name="connsiteY20" fmla="*/ 1149201 h 3024859"/>
                <a:gd name="connsiteX21" fmla="*/ 1238333 w 2670949"/>
                <a:gd name="connsiteY21" fmla="*/ 810111 h 3024859"/>
                <a:gd name="connsiteX22" fmla="*/ 1567327 w 2670949"/>
                <a:gd name="connsiteY22" fmla="*/ 433111 h 3024859"/>
                <a:gd name="connsiteX23" fmla="*/ 1944136 w 2670949"/>
                <a:gd name="connsiteY23" fmla="*/ 119929 h 3024859"/>
                <a:gd name="connsiteX24" fmla="*/ 2104996 w 2670949"/>
                <a:gd name="connsiteY24" fmla="*/ 58 h 3024859"/>
                <a:gd name="connsiteX25" fmla="*/ 2261332 w 2670949"/>
                <a:gd name="connsiteY25" fmla="*/ 131932 h 3024859"/>
                <a:gd name="connsiteX0" fmla="*/ 2607576 w 2670949"/>
                <a:gd name="connsiteY0" fmla="*/ 1050465 h 2951970"/>
                <a:gd name="connsiteX1" fmla="*/ 2669802 w 2670949"/>
                <a:gd name="connsiteY1" fmla="*/ 1458959 h 2951970"/>
                <a:gd name="connsiteX2" fmla="*/ 2616030 w 2670949"/>
                <a:gd name="connsiteY2" fmla="*/ 1820500 h 2951970"/>
                <a:gd name="connsiteX3" fmla="*/ 2404670 w 2670949"/>
                <a:gd name="connsiteY3" fmla="*/ 2211502 h 2951970"/>
                <a:gd name="connsiteX4" fmla="*/ 2198263 w 2670949"/>
                <a:gd name="connsiteY4" fmla="*/ 2418003 h 2951970"/>
                <a:gd name="connsiteX5" fmla="*/ 1724680 w 2670949"/>
                <a:gd name="connsiteY5" fmla="*/ 2718232 h 2951970"/>
                <a:gd name="connsiteX6" fmla="*/ 1327868 w 2670949"/>
                <a:gd name="connsiteY6" fmla="*/ 2772048 h 2951970"/>
                <a:gd name="connsiteX7" fmla="*/ 931057 w 2670949"/>
                <a:gd name="connsiteY7" fmla="*/ 2873775 h 2951970"/>
                <a:gd name="connsiteX8" fmla="*/ 695789 w 2670949"/>
                <a:gd name="connsiteY8" fmla="*/ 2933592 h 2951970"/>
                <a:gd name="connsiteX9" fmla="*/ 348889 w 2670949"/>
                <a:gd name="connsiteY9" fmla="*/ 2945593 h 2951970"/>
                <a:gd name="connsiteX10" fmla="*/ 73711 w 2670949"/>
                <a:gd name="connsiteY10" fmla="*/ 2843866 h 2951970"/>
                <a:gd name="connsiteX11" fmla="*/ 2179 w 2670949"/>
                <a:gd name="connsiteY11" fmla="*/ 2674036 h 2951970"/>
                <a:gd name="connsiteX12" fmla="*/ 18085 w 2670949"/>
                <a:gd name="connsiteY12" fmla="*/ 2550401 h 2951970"/>
                <a:gd name="connsiteX13" fmla="*/ 161627 w 2670949"/>
                <a:gd name="connsiteY13" fmla="*/ 2450674 h 2951970"/>
                <a:gd name="connsiteX14" fmla="*/ 384893 w 2670949"/>
                <a:gd name="connsiteY14" fmla="*/ 2520493 h 2951970"/>
                <a:gd name="connsiteX15" fmla="*/ 648069 w 2670949"/>
                <a:gd name="connsiteY15" fmla="*/ 2540400 h 2951970"/>
                <a:gd name="connsiteX16" fmla="*/ 831520 w 2670949"/>
                <a:gd name="connsiteY16" fmla="*/ 2406764 h 2951970"/>
                <a:gd name="connsiteX17" fmla="*/ 909244 w 2670949"/>
                <a:gd name="connsiteY17" fmla="*/ 2171401 h 2951970"/>
                <a:gd name="connsiteX18" fmla="*/ 975062 w 2670949"/>
                <a:gd name="connsiteY18" fmla="*/ 1732585 h 2951970"/>
                <a:gd name="connsiteX19" fmla="*/ 989064 w 2670949"/>
                <a:gd name="connsiteY19" fmla="*/ 1447311 h 2951970"/>
                <a:gd name="connsiteX20" fmla="*/ 1058882 w 2670949"/>
                <a:gd name="connsiteY20" fmla="*/ 1076312 h 2951970"/>
                <a:gd name="connsiteX21" fmla="*/ 1238333 w 2670949"/>
                <a:gd name="connsiteY21" fmla="*/ 737222 h 2951970"/>
                <a:gd name="connsiteX22" fmla="*/ 1567327 w 2670949"/>
                <a:gd name="connsiteY22" fmla="*/ 360222 h 2951970"/>
                <a:gd name="connsiteX23" fmla="*/ 1944136 w 2670949"/>
                <a:gd name="connsiteY23" fmla="*/ 47040 h 2951970"/>
                <a:gd name="connsiteX24" fmla="*/ 2080927 w 2670949"/>
                <a:gd name="connsiteY24" fmla="*/ 2618 h 2951970"/>
                <a:gd name="connsiteX25" fmla="*/ 2261332 w 2670949"/>
                <a:gd name="connsiteY25" fmla="*/ 59043 h 295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70949" h="2951970">
                  <a:moveTo>
                    <a:pt x="2607576" y="1050465"/>
                  </a:moveTo>
                  <a:cubicBezTo>
                    <a:pt x="2623769" y="1169433"/>
                    <a:pt x="2679612" y="1339230"/>
                    <a:pt x="2669802" y="1458959"/>
                  </a:cubicBezTo>
                  <a:cubicBezTo>
                    <a:pt x="2658943" y="1590309"/>
                    <a:pt x="2660219" y="1695076"/>
                    <a:pt x="2616030" y="1820500"/>
                  </a:cubicBezTo>
                  <a:cubicBezTo>
                    <a:pt x="2571841" y="1945924"/>
                    <a:pt x="2496681" y="2094439"/>
                    <a:pt x="2404670" y="2211502"/>
                  </a:cubicBezTo>
                  <a:cubicBezTo>
                    <a:pt x="2344376" y="2288273"/>
                    <a:pt x="2272177" y="2353995"/>
                    <a:pt x="2198263" y="2418003"/>
                  </a:cubicBezTo>
                  <a:cubicBezTo>
                    <a:pt x="2054911" y="2542114"/>
                    <a:pt x="1905464" y="2664511"/>
                    <a:pt x="1724680" y="2718232"/>
                  </a:cubicBezTo>
                  <a:cubicBezTo>
                    <a:pt x="1596473" y="2756332"/>
                    <a:pt x="1460456" y="2752998"/>
                    <a:pt x="1327868" y="2772048"/>
                  </a:cubicBezTo>
                  <a:cubicBezTo>
                    <a:pt x="1192518" y="2791574"/>
                    <a:pt x="1062311" y="2834818"/>
                    <a:pt x="931057" y="2873775"/>
                  </a:cubicBezTo>
                  <a:cubicBezTo>
                    <a:pt x="853428" y="2896825"/>
                    <a:pt x="775513" y="2919400"/>
                    <a:pt x="695789" y="2933592"/>
                  </a:cubicBezTo>
                  <a:cubicBezTo>
                    <a:pt x="581203" y="2954070"/>
                    <a:pt x="464808" y="2956452"/>
                    <a:pt x="348889" y="2945593"/>
                  </a:cubicBezTo>
                  <a:cubicBezTo>
                    <a:pt x="247352" y="2936068"/>
                    <a:pt x="142006" y="2917685"/>
                    <a:pt x="73711" y="2843866"/>
                  </a:cubicBezTo>
                  <a:cubicBezTo>
                    <a:pt x="31420" y="2797575"/>
                    <a:pt x="9513" y="2736615"/>
                    <a:pt x="2179" y="2674036"/>
                  </a:cubicBezTo>
                  <a:cubicBezTo>
                    <a:pt x="-2774" y="2631745"/>
                    <a:pt x="-12" y="2588692"/>
                    <a:pt x="18085" y="2550401"/>
                  </a:cubicBezTo>
                  <a:cubicBezTo>
                    <a:pt x="44755" y="2494108"/>
                    <a:pt x="99810" y="2456294"/>
                    <a:pt x="161627" y="2450674"/>
                  </a:cubicBezTo>
                  <a:cubicBezTo>
                    <a:pt x="240304" y="2443530"/>
                    <a:pt x="310312" y="2491632"/>
                    <a:pt x="384893" y="2520493"/>
                  </a:cubicBezTo>
                  <a:cubicBezTo>
                    <a:pt x="468904" y="2552973"/>
                    <a:pt x="561392" y="2564593"/>
                    <a:pt x="648069" y="2540400"/>
                  </a:cubicBezTo>
                  <a:cubicBezTo>
                    <a:pt x="723602" y="2519350"/>
                    <a:pt x="788563" y="2472487"/>
                    <a:pt x="831520" y="2406764"/>
                  </a:cubicBezTo>
                  <a:cubicBezTo>
                    <a:pt x="877050" y="2336946"/>
                    <a:pt x="893052" y="2253507"/>
                    <a:pt x="909244" y="2171401"/>
                  </a:cubicBezTo>
                  <a:cubicBezTo>
                    <a:pt x="938010" y="2026050"/>
                    <a:pt x="963156" y="1880127"/>
                    <a:pt x="975062" y="1732585"/>
                  </a:cubicBezTo>
                  <a:cubicBezTo>
                    <a:pt x="982682" y="1637716"/>
                    <a:pt x="981539" y="1542275"/>
                    <a:pt x="989064" y="1447311"/>
                  </a:cubicBezTo>
                  <a:cubicBezTo>
                    <a:pt x="998970" y="1321295"/>
                    <a:pt x="1017163" y="1195565"/>
                    <a:pt x="1058882" y="1076312"/>
                  </a:cubicBezTo>
                  <a:cubicBezTo>
                    <a:pt x="1101269" y="954963"/>
                    <a:pt x="1163848" y="842092"/>
                    <a:pt x="1238333" y="737222"/>
                  </a:cubicBezTo>
                  <a:cubicBezTo>
                    <a:pt x="1335107" y="600919"/>
                    <a:pt x="1448741" y="478047"/>
                    <a:pt x="1567327" y="360222"/>
                  </a:cubicBezTo>
                  <a:cubicBezTo>
                    <a:pt x="1683627" y="244684"/>
                    <a:pt x="1858536" y="106641"/>
                    <a:pt x="1944136" y="47040"/>
                  </a:cubicBezTo>
                  <a:cubicBezTo>
                    <a:pt x="2029736" y="-12561"/>
                    <a:pt x="2028061" y="618"/>
                    <a:pt x="2080927" y="2618"/>
                  </a:cubicBezTo>
                  <a:cubicBezTo>
                    <a:pt x="2133793" y="4618"/>
                    <a:pt x="2186370" y="17609"/>
                    <a:pt x="2261332" y="59043"/>
                  </a:cubicBezTo>
                </a:path>
              </a:pathLst>
            </a:custGeom>
            <a:noFill/>
            <a:ln w="6350" cap="rnd">
              <a:solidFill>
                <a:schemeClr val="tx1">
                  <a:alpha val="35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9DEFAB99-53E9-5ACB-0987-CA9772154D9D}"/>
                </a:ext>
              </a:extLst>
            </p:cNvPr>
            <p:cNvSpPr/>
            <p:nvPr/>
          </p:nvSpPr>
          <p:spPr>
            <a:xfrm rot="9306195" flipV="1">
              <a:off x="206606" y="1399224"/>
              <a:ext cx="1285922" cy="1831687"/>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24131" h="2255159">
                  <a:moveTo>
                    <a:pt x="14495" y="1664146"/>
                  </a:move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34063" y="1786352"/>
                    <a:pt x="1085962" y="1844073"/>
                  </a:cubicBezTo>
                  <a:cubicBezTo>
                    <a:pt x="1014239" y="1930084"/>
                    <a:pt x="936610" y="2011237"/>
                    <a:pt x="849075" y="2081055"/>
                  </a:cubicBezTo>
                  <a:cubicBezTo>
                    <a:pt x="731441" y="2174972"/>
                    <a:pt x="595424" y="2249743"/>
                    <a:pt x="445691" y="2254887"/>
                  </a:cubicBezTo>
                  <a:cubicBezTo>
                    <a:pt x="326915" y="2258887"/>
                    <a:pt x="210138" y="2218882"/>
                    <a:pt x="126985" y="2134205"/>
                  </a:cubicBezTo>
                  <a:cubicBezTo>
                    <a:pt x="47642" y="2053432"/>
                    <a:pt x="5922" y="1943228"/>
                    <a:pt x="683" y="1829690"/>
                  </a:cubicBezTo>
                  <a:cubicBezTo>
                    <a:pt x="-2079" y="1774255"/>
                    <a:pt x="3732" y="1718819"/>
                    <a:pt x="14495" y="1664146"/>
                  </a:cubicBezTo>
                  <a:close/>
                </a:path>
              </a:pathLst>
            </a:custGeom>
            <a:noFill/>
            <a:ln w="6350" cap="rnd">
              <a:solidFill>
                <a:schemeClr val="tx1">
                  <a:alpha val="35000"/>
                </a:schemeClr>
              </a:solidFill>
              <a:prstDash val="dash"/>
              <a:round/>
            </a:ln>
          </p:spPr>
          <p:txBody>
            <a:bodyPr rtlCol="0" anchor="ctr"/>
            <a:lstStyle/>
            <a:p>
              <a:endParaRPr lang="en-US"/>
            </a:p>
          </p:txBody>
        </p:sp>
        <p:sp>
          <p:nvSpPr>
            <p:cNvPr id="36" name="Freeform: Shape 35">
              <a:extLst>
                <a:ext uri="{FF2B5EF4-FFF2-40B4-BE49-F238E27FC236}">
                  <a16:creationId xmlns:a16="http://schemas.microsoft.com/office/drawing/2014/main" id="{0B8B4AD1-1D78-E254-450D-835D6038B8B6}"/>
                </a:ext>
              </a:extLst>
            </p:cNvPr>
            <p:cNvSpPr/>
            <p:nvPr/>
          </p:nvSpPr>
          <p:spPr>
            <a:xfrm rot="10824620" flipV="1">
              <a:off x="426636" y="2056622"/>
              <a:ext cx="513331" cy="442593"/>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alpha val="35000"/>
                </a:schemeClr>
              </a:solidFill>
              <a:prstDash val="dash"/>
              <a:round/>
            </a:ln>
          </p:spPr>
          <p:txBody>
            <a:bodyPr rtlCol="0" anchor="ctr"/>
            <a:lstStyle/>
            <a:p>
              <a:endParaRPr lang="en-US"/>
            </a:p>
          </p:txBody>
        </p:sp>
        <p:sp>
          <p:nvSpPr>
            <p:cNvPr id="37" name="Freeform: Shape 36">
              <a:extLst>
                <a:ext uri="{FF2B5EF4-FFF2-40B4-BE49-F238E27FC236}">
                  <a16:creationId xmlns:a16="http://schemas.microsoft.com/office/drawing/2014/main" id="{652D18AD-DE7F-4B4E-D611-972961997183}"/>
                </a:ext>
              </a:extLst>
            </p:cNvPr>
            <p:cNvSpPr/>
            <p:nvPr/>
          </p:nvSpPr>
          <p:spPr>
            <a:xfrm rot="16000659" flipV="1">
              <a:off x="215688" y="1800766"/>
              <a:ext cx="1117305" cy="99645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9525" cap="rnd">
              <a:solidFill>
                <a:schemeClr val="tx1">
                  <a:alpha val="35000"/>
                </a:schemeClr>
              </a:solidFill>
              <a:prstDash val="solid"/>
              <a:round/>
            </a:ln>
          </p:spPr>
          <p:txBody>
            <a:bodyPr rtlCol="0" anchor="ctr"/>
            <a:lstStyle/>
            <a:p>
              <a:endParaRPr lang="en-US"/>
            </a:p>
          </p:txBody>
        </p:sp>
        <p:sp>
          <p:nvSpPr>
            <p:cNvPr id="38" name="Freeform: Shape 37">
              <a:extLst>
                <a:ext uri="{FF2B5EF4-FFF2-40B4-BE49-F238E27FC236}">
                  <a16:creationId xmlns:a16="http://schemas.microsoft.com/office/drawing/2014/main" id="{1C7CC2D4-04C7-5229-0A99-D93763DF02C7}"/>
                </a:ext>
              </a:extLst>
            </p:cNvPr>
            <p:cNvSpPr/>
            <p:nvPr userDrawn="1"/>
          </p:nvSpPr>
          <p:spPr>
            <a:xfrm rot="16200000" flipH="1" flipV="1">
              <a:off x="908141" y="1648755"/>
              <a:ext cx="6868509" cy="3557471"/>
            </a:xfrm>
            <a:custGeom>
              <a:avLst/>
              <a:gdLst>
                <a:gd name="connsiteX0" fmla="*/ 0 w 6809197"/>
                <a:gd name="connsiteY0" fmla="*/ 1784432 h 5247991"/>
                <a:gd name="connsiteX1" fmla="*/ 6809197 w 6809197"/>
                <a:gd name="connsiteY1" fmla="*/ 0 h 5247991"/>
                <a:gd name="connsiteX2" fmla="*/ 6809197 w 6809197"/>
                <a:gd name="connsiteY2" fmla="*/ 1968923 h 5247991"/>
                <a:gd name="connsiteX3" fmla="*/ 6745297 w 6809197"/>
                <a:gd name="connsiteY3" fmla="*/ 2092969 h 5247991"/>
                <a:gd name="connsiteX4" fmla="*/ 6562911 w 6809197"/>
                <a:gd name="connsiteY4" fmla="*/ 2361300 h 5247991"/>
                <a:gd name="connsiteX5" fmla="*/ 6299683 w 6809197"/>
                <a:gd name="connsiteY5" fmla="*/ 2785249 h 5247991"/>
                <a:gd name="connsiteX6" fmla="*/ 5885061 w 6809197"/>
                <a:gd name="connsiteY6" fmla="*/ 3168197 h 5247991"/>
                <a:gd name="connsiteX7" fmla="*/ 5297722 w 6809197"/>
                <a:gd name="connsiteY7" fmla="*/ 3487039 h 5247991"/>
                <a:gd name="connsiteX8" fmla="*/ 4702995 w 6809197"/>
                <a:gd name="connsiteY8" fmla="*/ 4132008 h 5247991"/>
                <a:gd name="connsiteX9" fmla="*/ 4240050 w 6809197"/>
                <a:gd name="connsiteY9" fmla="*/ 5233662 h 5247991"/>
                <a:gd name="connsiteX10" fmla="*/ 3845704 w 6809197"/>
                <a:gd name="connsiteY10" fmla="*/ 4603115 h 5247991"/>
                <a:gd name="connsiteX11" fmla="*/ 3418670 w 6809197"/>
                <a:gd name="connsiteY11" fmla="*/ 3886251 h 5247991"/>
                <a:gd name="connsiteX12" fmla="*/ 2925138 w 6809197"/>
                <a:gd name="connsiteY12" fmla="*/ 3729569 h 5247991"/>
                <a:gd name="connsiteX13" fmla="*/ 2391273 w 6809197"/>
                <a:gd name="connsiteY13" fmla="*/ 3558373 h 5247991"/>
                <a:gd name="connsiteX14" fmla="*/ 1700458 w 6809197"/>
                <a:gd name="connsiteY14" fmla="*/ 3407218 h 5247991"/>
                <a:gd name="connsiteX15" fmla="*/ 1680692 w 6809197"/>
                <a:gd name="connsiteY15" fmla="*/ 2704171 h 5247991"/>
                <a:gd name="connsiteX16" fmla="*/ 1433102 w 6809197"/>
                <a:gd name="connsiteY16" fmla="*/ 2611597 h 5247991"/>
                <a:gd name="connsiteX17" fmla="*/ 1058505 w 6809197"/>
                <a:gd name="connsiteY17" fmla="*/ 2587499 h 5247991"/>
                <a:gd name="connsiteX18" fmla="*/ 712683 w 6809197"/>
                <a:gd name="connsiteY18" fmla="*/ 2455373 h 5247991"/>
                <a:gd name="connsiteX19" fmla="*/ 0 w 6809197"/>
                <a:gd name="connsiteY19" fmla="*/ 1784432 h 5247991"/>
                <a:gd name="connsiteX0" fmla="*/ 0 w 6809197"/>
                <a:gd name="connsiteY0" fmla="*/ 1784432 h 5247991"/>
                <a:gd name="connsiteX1" fmla="*/ 6809197 w 6809197"/>
                <a:gd name="connsiteY1" fmla="*/ 0 h 5247991"/>
                <a:gd name="connsiteX2" fmla="*/ 6809197 w 6809197"/>
                <a:gd name="connsiteY2" fmla="*/ 1968923 h 5247991"/>
                <a:gd name="connsiteX3" fmla="*/ 6745297 w 6809197"/>
                <a:gd name="connsiteY3" fmla="*/ 2092969 h 5247991"/>
                <a:gd name="connsiteX4" fmla="*/ 6562911 w 6809197"/>
                <a:gd name="connsiteY4" fmla="*/ 2361300 h 5247991"/>
                <a:gd name="connsiteX5" fmla="*/ 6299683 w 6809197"/>
                <a:gd name="connsiteY5" fmla="*/ 2785249 h 5247991"/>
                <a:gd name="connsiteX6" fmla="*/ 5885061 w 6809197"/>
                <a:gd name="connsiteY6" fmla="*/ 3168197 h 5247991"/>
                <a:gd name="connsiteX7" fmla="*/ 5297722 w 6809197"/>
                <a:gd name="connsiteY7" fmla="*/ 3487039 h 5247991"/>
                <a:gd name="connsiteX8" fmla="*/ 4702995 w 6809197"/>
                <a:gd name="connsiteY8" fmla="*/ 4132008 h 5247991"/>
                <a:gd name="connsiteX9" fmla="*/ 4240050 w 6809197"/>
                <a:gd name="connsiteY9" fmla="*/ 5233662 h 5247991"/>
                <a:gd name="connsiteX10" fmla="*/ 3845704 w 6809197"/>
                <a:gd name="connsiteY10" fmla="*/ 4603115 h 5247991"/>
                <a:gd name="connsiteX11" fmla="*/ 3418670 w 6809197"/>
                <a:gd name="connsiteY11" fmla="*/ 3886251 h 5247991"/>
                <a:gd name="connsiteX12" fmla="*/ 2925138 w 6809197"/>
                <a:gd name="connsiteY12" fmla="*/ 3729569 h 5247991"/>
                <a:gd name="connsiteX13" fmla="*/ 2391273 w 6809197"/>
                <a:gd name="connsiteY13" fmla="*/ 3558373 h 5247991"/>
                <a:gd name="connsiteX14" fmla="*/ 1700458 w 6809197"/>
                <a:gd name="connsiteY14" fmla="*/ 3407218 h 5247991"/>
                <a:gd name="connsiteX15" fmla="*/ 1680692 w 6809197"/>
                <a:gd name="connsiteY15" fmla="*/ 2704171 h 5247991"/>
                <a:gd name="connsiteX16" fmla="*/ 1433102 w 6809197"/>
                <a:gd name="connsiteY16" fmla="*/ 2611597 h 5247991"/>
                <a:gd name="connsiteX17" fmla="*/ 1058505 w 6809197"/>
                <a:gd name="connsiteY17" fmla="*/ 2587499 h 5247991"/>
                <a:gd name="connsiteX18" fmla="*/ 712683 w 6809197"/>
                <a:gd name="connsiteY18" fmla="*/ 2455373 h 5247991"/>
                <a:gd name="connsiteX19" fmla="*/ 91440 w 6809197"/>
                <a:gd name="connsiteY19" fmla="*/ 1875872 h 5247991"/>
                <a:gd name="connsiteX0" fmla="*/ 6717757 w 6717757"/>
                <a:gd name="connsiteY0" fmla="*/ 0 h 5247991"/>
                <a:gd name="connsiteX1" fmla="*/ 6717757 w 6717757"/>
                <a:gd name="connsiteY1" fmla="*/ 1968923 h 5247991"/>
                <a:gd name="connsiteX2" fmla="*/ 6653857 w 6717757"/>
                <a:gd name="connsiteY2" fmla="*/ 2092969 h 5247991"/>
                <a:gd name="connsiteX3" fmla="*/ 6471471 w 6717757"/>
                <a:gd name="connsiteY3" fmla="*/ 2361300 h 5247991"/>
                <a:gd name="connsiteX4" fmla="*/ 6208243 w 6717757"/>
                <a:gd name="connsiteY4" fmla="*/ 2785249 h 5247991"/>
                <a:gd name="connsiteX5" fmla="*/ 5793621 w 6717757"/>
                <a:gd name="connsiteY5" fmla="*/ 3168197 h 5247991"/>
                <a:gd name="connsiteX6" fmla="*/ 5206282 w 6717757"/>
                <a:gd name="connsiteY6" fmla="*/ 3487039 h 5247991"/>
                <a:gd name="connsiteX7" fmla="*/ 4611555 w 6717757"/>
                <a:gd name="connsiteY7" fmla="*/ 4132008 h 5247991"/>
                <a:gd name="connsiteX8" fmla="*/ 4148610 w 6717757"/>
                <a:gd name="connsiteY8" fmla="*/ 5233662 h 5247991"/>
                <a:gd name="connsiteX9" fmla="*/ 3754264 w 6717757"/>
                <a:gd name="connsiteY9" fmla="*/ 4603115 h 5247991"/>
                <a:gd name="connsiteX10" fmla="*/ 3327230 w 6717757"/>
                <a:gd name="connsiteY10" fmla="*/ 3886251 h 5247991"/>
                <a:gd name="connsiteX11" fmla="*/ 2833698 w 6717757"/>
                <a:gd name="connsiteY11" fmla="*/ 3729569 h 5247991"/>
                <a:gd name="connsiteX12" fmla="*/ 2299833 w 6717757"/>
                <a:gd name="connsiteY12" fmla="*/ 3558373 h 5247991"/>
                <a:gd name="connsiteX13" fmla="*/ 1609018 w 6717757"/>
                <a:gd name="connsiteY13" fmla="*/ 3407218 h 5247991"/>
                <a:gd name="connsiteX14" fmla="*/ 1589252 w 6717757"/>
                <a:gd name="connsiteY14" fmla="*/ 2704171 h 5247991"/>
                <a:gd name="connsiteX15" fmla="*/ 1341662 w 6717757"/>
                <a:gd name="connsiteY15" fmla="*/ 2611597 h 5247991"/>
                <a:gd name="connsiteX16" fmla="*/ 967065 w 6717757"/>
                <a:gd name="connsiteY16" fmla="*/ 2587499 h 5247991"/>
                <a:gd name="connsiteX17" fmla="*/ 621243 w 6717757"/>
                <a:gd name="connsiteY17" fmla="*/ 2455373 h 5247991"/>
                <a:gd name="connsiteX18" fmla="*/ 0 w 6717757"/>
                <a:gd name="connsiteY18" fmla="*/ 1875872 h 5247991"/>
                <a:gd name="connsiteX0" fmla="*/ 6717757 w 6717757"/>
                <a:gd name="connsiteY0" fmla="*/ 93051 h 3372119"/>
                <a:gd name="connsiteX1" fmla="*/ 6653857 w 6717757"/>
                <a:gd name="connsiteY1" fmla="*/ 217097 h 3372119"/>
                <a:gd name="connsiteX2" fmla="*/ 6471471 w 6717757"/>
                <a:gd name="connsiteY2" fmla="*/ 485428 h 3372119"/>
                <a:gd name="connsiteX3" fmla="*/ 6208243 w 6717757"/>
                <a:gd name="connsiteY3" fmla="*/ 909377 h 3372119"/>
                <a:gd name="connsiteX4" fmla="*/ 5793621 w 6717757"/>
                <a:gd name="connsiteY4" fmla="*/ 1292325 h 3372119"/>
                <a:gd name="connsiteX5" fmla="*/ 5206282 w 6717757"/>
                <a:gd name="connsiteY5" fmla="*/ 1611167 h 3372119"/>
                <a:gd name="connsiteX6" fmla="*/ 4611555 w 6717757"/>
                <a:gd name="connsiteY6" fmla="*/ 2256136 h 3372119"/>
                <a:gd name="connsiteX7" fmla="*/ 4148610 w 6717757"/>
                <a:gd name="connsiteY7" fmla="*/ 3357790 h 3372119"/>
                <a:gd name="connsiteX8" fmla="*/ 3754264 w 6717757"/>
                <a:gd name="connsiteY8" fmla="*/ 2727243 h 3372119"/>
                <a:gd name="connsiteX9" fmla="*/ 3327230 w 6717757"/>
                <a:gd name="connsiteY9" fmla="*/ 2010379 h 3372119"/>
                <a:gd name="connsiteX10" fmla="*/ 2833698 w 6717757"/>
                <a:gd name="connsiteY10" fmla="*/ 1853697 h 3372119"/>
                <a:gd name="connsiteX11" fmla="*/ 2299833 w 6717757"/>
                <a:gd name="connsiteY11" fmla="*/ 1682501 h 3372119"/>
                <a:gd name="connsiteX12" fmla="*/ 1609018 w 6717757"/>
                <a:gd name="connsiteY12" fmla="*/ 1531346 h 3372119"/>
                <a:gd name="connsiteX13" fmla="*/ 1589252 w 6717757"/>
                <a:gd name="connsiteY13" fmla="*/ 828299 h 3372119"/>
                <a:gd name="connsiteX14" fmla="*/ 1341662 w 6717757"/>
                <a:gd name="connsiteY14" fmla="*/ 735725 h 3372119"/>
                <a:gd name="connsiteX15" fmla="*/ 967065 w 6717757"/>
                <a:gd name="connsiteY15" fmla="*/ 711627 h 3372119"/>
                <a:gd name="connsiteX16" fmla="*/ 621243 w 6717757"/>
                <a:gd name="connsiteY16" fmla="*/ 579501 h 3372119"/>
                <a:gd name="connsiteX17" fmla="*/ 0 w 6717757"/>
                <a:gd name="connsiteY17" fmla="*/ 0 h 3372119"/>
                <a:gd name="connsiteX0" fmla="*/ 6838853 w 6838853"/>
                <a:gd name="connsiteY0" fmla="*/ 278403 h 3557471"/>
                <a:gd name="connsiteX1" fmla="*/ 6774953 w 6838853"/>
                <a:gd name="connsiteY1" fmla="*/ 402449 h 3557471"/>
                <a:gd name="connsiteX2" fmla="*/ 6592567 w 6838853"/>
                <a:gd name="connsiteY2" fmla="*/ 670780 h 3557471"/>
                <a:gd name="connsiteX3" fmla="*/ 6329339 w 6838853"/>
                <a:gd name="connsiteY3" fmla="*/ 1094729 h 3557471"/>
                <a:gd name="connsiteX4" fmla="*/ 5914717 w 6838853"/>
                <a:gd name="connsiteY4" fmla="*/ 1477677 h 3557471"/>
                <a:gd name="connsiteX5" fmla="*/ 5327378 w 6838853"/>
                <a:gd name="connsiteY5" fmla="*/ 1796519 h 3557471"/>
                <a:gd name="connsiteX6" fmla="*/ 4732651 w 6838853"/>
                <a:gd name="connsiteY6" fmla="*/ 2441488 h 3557471"/>
                <a:gd name="connsiteX7" fmla="*/ 4269706 w 6838853"/>
                <a:gd name="connsiteY7" fmla="*/ 3543142 h 3557471"/>
                <a:gd name="connsiteX8" fmla="*/ 3875360 w 6838853"/>
                <a:gd name="connsiteY8" fmla="*/ 2912595 h 3557471"/>
                <a:gd name="connsiteX9" fmla="*/ 3448326 w 6838853"/>
                <a:gd name="connsiteY9" fmla="*/ 2195731 h 3557471"/>
                <a:gd name="connsiteX10" fmla="*/ 2954794 w 6838853"/>
                <a:gd name="connsiteY10" fmla="*/ 2039049 h 3557471"/>
                <a:gd name="connsiteX11" fmla="*/ 2420929 w 6838853"/>
                <a:gd name="connsiteY11" fmla="*/ 1867853 h 3557471"/>
                <a:gd name="connsiteX12" fmla="*/ 1730114 w 6838853"/>
                <a:gd name="connsiteY12" fmla="*/ 1716698 h 3557471"/>
                <a:gd name="connsiteX13" fmla="*/ 1710348 w 6838853"/>
                <a:gd name="connsiteY13" fmla="*/ 1013651 h 3557471"/>
                <a:gd name="connsiteX14" fmla="*/ 1462758 w 6838853"/>
                <a:gd name="connsiteY14" fmla="*/ 921077 h 3557471"/>
                <a:gd name="connsiteX15" fmla="*/ 1088161 w 6838853"/>
                <a:gd name="connsiteY15" fmla="*/ 896979 h 3557471"/>
                <a:gd name="connsiteX16" fmla="*/ 742339 w 6838853"/>
                <a:gd name="connsiteY16" fmla="*/ 764853 h 3557471"/>
                <a:gd name="connsiteX17" fmla="*/ 0 w 6838853"/>
                <a:gd name="connsiteY17" fmla="*/ 0 h 3557471"/>
                <a:gd name="connsiteX0" fmla="*/ 6838853 w 6838853"/>
                <a:gd name="connsiteY0" fmla="*/ 278403 h 3557471"/>
                <a:gd name="connsiteX1" fmla="*/ 6774953 w 6838853"/>
                <a:gd name="connsiteY1" fmla="*/ 402449 h 3557471"/>
                <a:gd name="connsiteX2" fmla="*/ 6592567 w 6838853"/>
                <a:gd name="connsiteY2" fmla="*/ 670780 h 3557471"/>
                <a:gd name="connsiteX3" fmla="*/ 6329339 w 6838853"/>
                <a:gd name="connsiteY3" fmla="*/ 1094729 h 3557471"/>
                <a:gd name="connsiteX4" fmla="*/ 5914717 w 6838853"/>
                <a:gd name="connsiteY4" fmla="*/ 1477677 h 3557471"/>
                <a:gd name="connsiteX5" fmla="*/ 5327378 w 6838853"/>
                <a:gd name="connsiteY5" fmla="*/ 1796519 h 3557471"/>
                <a:gd name="connsiteX6" fmla="*/ 4732651 w 6838853"/>
                <a:gd name="connsiteY6" fmla="*/ 2441488 h 3557471"/>
                <a:gd name="connsiteX7" fmla="*/ 4269706 w 6838853"/>
                <a:gd name="connsiteY7" fmla="*/ 3543142 h 3557471"/>
                <a:gd name="connsiteX8" fmla="*/ 3875360 w 6838853"/>
                <a:gd name="connsiteY8" fmla="*/ 2912595 h 3557471"/>
                <a:gd name="connsiteX9" fmla="*/ 3448326 w 6838853"/>
                <a:gd name="connsiteY9" fmla="*/ 2195731 h 3557471"/>
                <a:gd name="connsiteX10" fmla="*/ 2954794 w 6838853"/>
                <a:gd name="connsiteY10" fmla="*/ 2039049 h 3557471"/>
                <a:gd name="connsiteX11" fmla="*/ 2420929 w 6838853"/>
                <a:gd name="connsiteY11" fmla="*/ 1867853 h 3557471"/>
                <a:gd name="connsiteX12" fmla="*/ 1730114 w 6838853"/>
                <a:gd name="connsiteY12" fmla="*/ 1716698 h 3557471"/>
                <a:gd name="connsiteX13" fmla="*/ 1710348 w 6838853"/>
                <a:gd name="connsiteY13" fmla="*/ 1013651 h 3557471"/>
                <a:gd name="connsiteX14" fmla="*/ 1462758 w 6838853"/>
                <a:gd name="connsiteY14" fmla="*/ 921077 h 3557471"/>
                <a:gd name="connsiteX15" fmla="*/ 1088161 w 6838853"/>
                <a:gd name="connsiteY15" fmla="*/ 896979 h 3557471"/>
                <a:gd name="connsiteX16" fmla="*/ 742339 w 6838853"/>
                <a:gd name="connsiteY16" fmla="*/ 764853 h 3557471"/>
                <a:gd name="connsiteX17" fmla="*/ 0 w 6838853"/>
                <a:gd name="connsiteY17" fmla="*/ 0 h 3557471"/>
                <a:gd name="connsiteX0" fmla="*/ 6838853 w 6838853"/>
                <a:gd name="connsiteY0" fmla="*/ 278403 h 3557471"/>
                <a:gd name="connsiteX1" fmla="*/ 6774953 w 6838853"/>
                <a:gd name="connsiteY1" fmla="*/ 402449 h 3557471"/>
                <a:gd name="connsiteX2" fmla="*/ 6592567 w 6838853"/>
                <a:gd name="connsiteY2" fmla="*/ 670780 h 3557471"/>
                <a:gd name="connsiteX3" fmla="*/ 6329339 w 6838853"/>
                <a:gd name="connsiteY3" fmla="*/ 1094729 h 3557471"/>
                <a:gd name="connsiteX4" fmla="*/ 5914717 w 6838853"/>
                <a:gd name="connsiteY4" fmla="*/ 1477677 h 3557471"/>
                <a:gd name="connsiteX5" fmla="*/ 5327378 w 6838853"/>
                <a:gd name="connsiteY5" fmla="*/ 1796519 h 3557471"/>
                <a:gd name="connsiteX6" fmla="*/ 4732651 w 6838853"/>
                <a:gd name="connsiteY6" fmla="*/ 2441488 h 3557471"/>
                <a:gd name="connsiteX7" fmla="*/ 4269706 w 6838853"/>
                <a:gd name="connsiteY7" fmla="*/ 3543142 h 3557471"/>
                <a:gd name="connsiteX8" fmla="*/ 3875360 w 6838853"/>
                <a:gd name="connsiteY8" fmla="*/ 2912595 h 3557471"/>
                <a:gd name="connsiteX9" fmla="*/ 3448326 w 6838853"/>
                <a:gd name="connsiteY9" fmla="*/ 2195731 h 3557471"/>
                <a:gd name="connsiteX10" fmla="*/ 2954794 w 6838853"/>
                <a:gd name="connsiteY10" fmla="*/ 2039049 h 3557471"/>
                <a:gd name="connsiteX11" fmla="*/ 2420929 w 6838853"/>
                <a:gd name="connsiteY11" fmla="*/ 1867853 h 3557471"/>
                <a:gd name="connsiteX12" fmla="*/ 1730114 w 6838853"/>
                <a:gd name="connsiteY12" fmla="*/ 1716698 h 3557471"/>
                <a:gd name="connsiteX13" fmla="*/ 1710348 w 6838853"/>
                <a:gd name="connsiteY13" fmla="*/ 1013651 h 3557471"/>
                <a:gd name="connsiteX14" fmla="*/ 1462758 w 6838853"/>
                <a:gd name="connsiteY14" fmla="*/ 921077 h 3557471"/>
                <a:gd name="connsiteX15" fmla="*/ 1088161 w 6838853"/>
                <a:gd name="connsiteY15" fmla="*/ 896979 h 3557471"/>
                <a:gd name="connsiteX16" fmla="*/ 742339 w 6838853"/>
                <a:gd name="connsiteY16" fmla="*/ 764853 h 3557471"/>
                <a:gd name="connsiteX17" fmla="*/ 0 w 6838853"/>
                <a:gd name="connsiteY17" fmla="*/ 0 h 3557471"/>
                <a:gd name="connsiteX0" fmla="*/ 6838853 w 6838853"/>
                <a:gd name="connsiteY0" fmla="*/ 278403 h 3557471"/>
                <a:gd name="connsiteX1" fmla="*/ 6774953 w 6838853"/>
                <a:gd name="connsiteY1" fmla="*/ 402449 h 3557471"/>
                <a:gd name="connsiteX2" fmla="*/ 6592567 w 6838853"/>
                <a:gd name="connsiteY2" fmla="*/ 670780 h 3557471"/>
                <a:gd name="connsiteX3" fmla="*/ 6329339 w 6838853"/>
                <a:gd name="connsiteY3" fmla="*/ 1094729 h 3557471"/>
                <a:gd name="connsiteX4" fmla="*/ 5914717 w 6838853"/>
                <a:gd name="connsiteY4" fmla="*/ 1477677 h 3557471"/>
                <a:gd name="connsiteX5" fmla="*/ 5327378 w 6838853"/>
                <a:gd name="connsiteY5" fmla="*/ 1796519 h 3557471"/>
                <a:gd name="connsiteX6" fmla="*/ 4732651 w 6838853"/>
                <a:gd name="connsiteY6" fmla="*/ 2441488 h 3557471"/>
                <a:gd name="connsiteX7" fmla="*/ 4269706 w 6838853"/>
                <a:gd name="connsiteY7" fmla="*/ 3543142 h 3557471"/>
                <a:gd name="connsiteX8" fmla="*/ 3875360 w 6838853"/>
                <a:gd name="connsiteY8" fmla="*/ 2912595 h 3557471"/>
                <a:gd name="connsiteX9" fmla="*/ 3448326 w 6838853"/>
                <a:gd name="connsiteY9" fmla="*/ 2195731 h 3557471"/>
                <a:gd name="connsiteX10" fmla="*/ 2954794 w 6838853"/>
                <a:gd name="connsiteY10" fmla="*/ 2039049 h 3557471"/>
                <a:gd name="connsiteX11" fmla="*/ 2420929 w 6838853"/>
                <a:gd name="connsiteY11" fmla="*/ 1867853 h 3557471"/>
                <a:gd name="connsiteX12" fmla="*/ 1730114 w 6838853"/>
                <a:gd name="connsiteY12" fmla="*/ 1716698 h 3557471"/>
                <a:gd name="connsiteX13" fmla="*/ 1710348 w 6838853"/>
                <a:gd name="connsiteY13" fmla="*/ 1013651 h 3557471"/>
                <a:gd name="connsiteX14" fmla="*/ 1462758 w 6838853"/>
                <a:gd name="connsiteY14" fmla="*/ 921077 h 3557471"/>
                <a:gd name="connsiteX15" fmla="*/ 1088161 w 6838853"/>
                <a:gd name="connsiteY15" fmla="*/ 896979 h 3557471"/>
                <a:gd name="connsiteX16" fmla="*/ 655842 w 6838853"/>
                <a:gd name="connsiteY16" fmla="*/ 759911 h 3557471"/>
                <a:gd name="connsiteX17" fmla="*/ 0 w 6838853"/>
                <a:gd name="connsiteY17" fmla="*/ 0 h 3557471"/>
                <a:gd name="connsiteX0" fmla="*/ 6868509 w 6868509"/>
                <a:gd name="connsiteY0" fmla="*/ 263575 h 3557471"/>
                <a:gd name="connsiteX1" fmla="*/ 6774953 w 6868509"/>
                <a:gd name="connsiteY1" fmla="*/ 402449 h 3557471"/>
                <a:gd name="connsiteX2" fmla="*/ 6592567 w 6868509"/>
                <a:gd name="connsiteY2" fmla="*/ 670780 h 3557471"/>
                <a:gd name="connsiteX3" fmla="*/ 6329339 w 6868509"/>
                <a:gd name="connsiteY3" fmla="*/ 1094729 h 3557471"/>
                <a:gd name="connsiteX4" fmla="*/ 5914717 w 6868509"/>
                <a:gd name="connsiteY4" fmla="*/ 1477677 h 3557471"/>
                <a:gd name="connsiteX5" fmla="*/ 5327378 w 6868509"/>
                <a:gd name="connsiteY5" fmla="*/ 1796519 h 3557471"/>
                <a:gd name="connsiteX6" fmla="*/ 4732651 w 6868509"/>
                <a:gd name="connsiteY6" fmla="*/ 2441488 h 3557471"/>
                <a:gd name="connsiteX7" fmla="*/ 4269706 w 6868509"/>
                <a:gd name="connsiteY7" fmla="*/ 3543142 h 3557471"/>
                <a:gd name="connsiteX8" fmla="*/ 3875360 w 6868509"/>
                <a:gd name="connsiteY8" fmla="*/ 2912595 h 3557471"/>
                <a:gd name="connsiteX9" fmla="*/ 3448326 w 6868509"/>
                <a:gd name="connsiteY9" fmla="*/ 2195731 h 3557471"/>
                <a:gd name="connsiteX10" fmla="*/ 2954794 w 6868509"/>
                <a:gd name="connsiteY10" fmla="*/ 2039049 h 3557471"/>
                <a:gd name="connsiteX11" fmla="*/ 2420929 w 6868509"/>
                <a:gd name="connsiteY11" fmla="*/ 1867853 h 3557471"/>
                <a:gd name="connsiteX12" fmla="*/ 1730114 w 6868509"/>
                <a:gd name="connsiteY12" fmla="*/ 1716698 h 3557471"/>
                <a:gd name="connsiteX13" fmla="*/ 1710348 w 6868509"/>
                <a:gd name="connsiteY13" fmla="*/ 1013651 h 3557471"/>
                <a:gd name="connsiteX14" fmla="*/ 1462758 w 6868509"/>
                <a:gd name="connsiteY14" fmla="*/ 921077 h 3557471"/>
                <a:gd name="connsiteX15" fmla="*/ 1088161 w 6868509"/>
                <a:gd name="connsiteY15" fmla="*/ 896979 h 3557471"/>
                <a:gd name="connsiteX16" fmla="*/ 655842 w 6868509"/>
                <a:gd name="connsiteY16" fmla="*/ 759911 h 3557471"/>
                <a:gd name="connsiteX17" fmla="*/ 0 w 6868509"/>
                <a:gd name="connsiteY17" fmla="*/ 0 h 355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68509" h="3557471">
                  <a:moveTo>
                    <a:pt x="6868509" y="263575"/>
                  </a:moveTo>
                  <a:lnTo>
                    <a:pt x="6774953" y="402449"/>
                  </a:lnTo>
                  <a:cubicBezTo>
                    <a:pt x="6723334" y="495470"/>
                    <a:pt x="6666836" y="555399"/>
                    <a:pt x="6592567" y="670780"/>
                  </a:cubicBezTo>
                  <a:cubicBezTo>
                    <a:pt x="6518298" y="786160"/>
                    <a:pt x="6442314" y="960247"/>
                    <a:pt x="6329339" y="1094729"/>
                  </a:cubicBezTo>
                  <a:cubicBezTo>
                    <a:pt x="6216364" y="1229212"/>
                    <a:pt x="6081711" y="1360712"/>
                    <a:pt x="5914717" y="1477677"/>
                  </a:cubicBezTo>
                  <a:cubicBezTo>
                    <a:pt x="5747724" y="1594642"/>
                    <a:pt x="5524390" y="1635884"/>
                    <a:pt x="5327378" y="1796519"/>
                  </a:cubicBezTo>
                  <a:cubicBezTo>
                    <a:pt x="5130367" y="1957154"/>
                    <a:pt x="4908930" y="2150384"/>
                    <a:pt x="4732651" y="2441488"/>
                  </a:cubicBezTo>
                  <a:cubicBezTo>
                    <a:pt x="4556373" y="2732592"/>
                    <a:pt x="4412588" y="3464624"/>
                    <a:pt x="4269706" y="3543142"/>
                  </a:cubicBezTo>
                  <a:cubicBezTo>
                    <a:pt x="4126824" y="3621660"/>
                    <a:pt x="4040305" y="3372776"/>
                    <a:pt x="3875360" y="2912595"/>
                  </a:cubicBezTo>
                  <a:cubicBezTo>
                    <a:pt x="3789600" y="2673332"/>
                    <a:pt x="3601753" y="2341322"/>
                    <a:pt x="3448326" y="2195731"/>
                  </a:cubicBezTo>
                  <a:cubicBezTo>
                    <a:pt x="3294899" y="2050139"/>
                    <a:pt x="3126027" y="2093695"/>
                    <a:pt x="2954794" y="2039049"/>
                  </a:cubicBezTo>
                  <a:cubicBezTo>
                    <a:pt x="2783562" y="1984403"/>
                    <a:pt x="2625043" y="1921579"/>
                    <a:pt x="2420929" y="1867853"/>
                  </a:cubicBezTo>
                  <a:cubicBezTo>
                    <a:pt x="2216816" y="1814128"/>
                    <a:pt x="1848543" y="1859065"/>
                    <a:pt x="1730114" y="1716698"/>
                  </a:cubicBezTo>
                  <a:cubicBezTo>
                    <a:pt x="1611684" y="1574331"/>
                    <a:pt x="1754907" y="1146255"/>
                    <a:pt x="1710348" y="1013651"/>
                  </a:cubicBezTo>
                  <a:cubicBezTo>
                    <a:pt x="1665789" y="881047"/>
                    <a:pt x="1566456" y="940523"/>
                    <a:pt x="1462758" y="921077"/>
                  </a:cubicBezTo>
                  <a:cubicBezTo>
                    <a:pt x="1359061" y="901632"/>
                    <a:pt x="1222647" y="923840"/>
                    <a:pt x="1088161" y="896979"/>
                  </a:cubicBezTo>
                  <a:cubicBezTo>
                    <a:pt x="953675" y="870118"/>
                    <a:pt x="832259" y="814673"/>
                    <a:pt x="655842" y="759911"/>
                  </a:cubicBezTo>
                  <a:cubicBezTo>
                    <a:pt x="439883" y="635952"/>
                    <a:pt x="138899" y="346288"/>
                    <a:pt x="0" y="0"/>
                  </a:cubicBezTo>
                </a:path>
              </a:pathLst>
            </a:custGeom>
            <a:noFill/>
            <a:ln w="6350" cap="rnd">
              <a:solidFill>
                <a:schemeClr val="tx1">
                  <a:alpha val="35000"/>
                </a:schemeClr>
              </a:solidFill>
              <a:prstDash val="dash"/>
              <a:round/>
            </a:ln>
          </p:spPr>
          <p:txBody>
            <a:bodyPr wrap="square" rtlCol="0" anchor="ctr">
              <a:noAutofit/>
            </a:bodyPr>
            <a:lstStyle/>
            <a:p>
              <a:endParaRPr lang="en-US"/>
            </a:p>
          </p:txBody>
        </p:sp>
      </p:grpSp>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920028" y="1337483"/>
            <a:ext cx="4490172" cy="4217159"/>
          </a:xfrm>
        </p:spPr>
        <p:txBody>
          <a:bodyPr anchor="ctr">
            <a:normAutofit/>
          </a:bodyPr>
          <a:lstStyle>
            <a:lvl1pPr>
              <a:defRPr sz="6600">
                <a:solidFill>
                  <a:schemeClr val="accent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6146511" y="743804"/>
            <a:ext cx="5013714" cy="5365844"/>
          </a:xfrm>
        </p:spPr>
        <p:txBody>
          <a:bodyPr anchor="ct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39" name="Freeform: Shape 38">
            <a:extLst>
              <a:ext uri="{FF2B5EF4-FFF2-40B4-BE49-F238E27FC236}">
                <a16:creationId xmlns:a16="http://schemas.microsoft.com/office/drawing/2014/main" id="{84299209-2CB1-07F5-19CB-8D6FDC6D490B}"/>
              </a:ext>
            </a:extLst>
          </p:cNvPr>
          <p:cNvSpPr/>
          <p:nvPr userDrawn="1"/>
        </p:nvSpPr>
        <p:spPr>
          <a:xfrm rot="2875594" flipV="1">
            <a:off x="-139593" y="4316825"/>
            <a:ext cx="5424654" cy="2036018"/>
          </a:xfrm>
          <a:custGeom>
            <a:avLst/>
            <a:gdLst>
              <a:gd name="connsiteX0" fmla="*/ 0 w 4932034"/>
              <a:gd name="connsiteY0" fmla="*/ 1666689 h 3665353"/>
              <a:gd name="connsiteX1" fmla="*/ 87829 w 4932034"/>
              <a:gd name="connsiteY1" fmla="*/ 1681964 h 3665353"/>
              <a:gd name="connsiteX2" fmla="*/ 748460 w 4932034"/>
              <a:gd name="connsiteY2" fmla="*/ 1877969 h 3665353"/>
              <a:gd name="connsiteX3" fmla="*/ 1172473 w 4932034"/>
              <a:gd name="connsiteY3" fmla="*/ 1538105 h 3665353"/>
              <a:gd name="connsiteX4" fmla="*/ 1391790 w 4932034"/>
              <a:gd name="connsiteY4" fmla="*/ 1498917 h 3665353"/>
              <a:gd name="connsiteX5" fmla="*/ 1749043 w 4932034"/>
              <a:gd name="connsiteY5" fmla="*/ 1570055 h 3665353"/>
              <a:gd name="connsiteX6" fmla="*/ 1903994 w 4932034"/>
              <a:gd name="connsiteY6" fmla="*/ 1642692 h 3665353"/>
              <a:gd name="connsiteX7" fmla="*/ 2034456 w 4932034"/>
              <a:gd name="connsiteY7" fmla="*/ 1821329 h 3665353"/>
              <a:gd name="connsiteX8" fmla="*/ 1960773 w 4932034"/>
              <a:gd name="connsiteY8" fmla="*/ 2188754 h 3665353"/>
              <a:gd name="connsiteX9" fmla="*/ 1885140 w 4932034"/>
              <a:gd name="connsiteY9" fmla="*/ 2576481 h 3665353"/>
              <a:gd name="connsiteX10" fmla="*/ 1991005 w 4932034"/>
              <a:gd name="connsiteY10" fmla="*/ 2842232 h 3665353"/>
              <a:gd name="connsiteX11" fmla="*/ 2172504 w 4932034"/>
              <a:gd name="connsiteY11" fmla="*/ 3139601 h 3665353"/>
              <a:gd name="connsiteX12" fmla="*/ 2394636 w 4932034"/>
              <a:gd name="connsiteY12" fmla="*/ 3418164 h 3665353"/>
              <a:gd name="connsiteX13" fmla="*/ 2811379 w 4932034"/>
              <a:gd name="connsiteY13" fmla="*/ 3584487 h 3665353"/>
              <a:gd name="connsiteX14" fmla="*/ 3088340 w 4932034"/>
              <a:gd name="connsiteY14" fmla="*/ 3606370 h 3665353"/>
              <a:gd name="connsiteX15" fmla="*/ 3727974 w 4932034"/>
              <a:gd name="connsiteY15" fmla="*/ 3606370 h 3665353"/>
              <a:gd name="connsiteX16" fmla="*/ 4326756 w 4932034"/>
              <a:gd name="connsiteY16" fmla="*/ 3664945 h 3665353"/>
              <a:gd name="connsiteX17" fmla="*/ 4650636 w 4932034"/>
              <a:gd name="connsiteY17" fmla="*/ 3598049 h 3665353"/>
              <a:gd name="connsiteX18" fmla="*/ 4858899 w 4932034"/>
              <a:gd name="connsiteY18" fmla="*/ 3463177 h 3665353"/>
              <a:gd name="connsiteX19" fmla="*/ 4932034 w 4932034"/>
              <a:gd name="connsiteY19" fmla="*/ 3418254 h 3665353"/>
              <a:gd name="connsiteX20" fmla="*/ 1846282 w 4932034"/>
              <a:gd name="connsiteY20" fmla="*/ 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21" fmla="*/ 1937722 w 4932034"/>
              <a:gd name="connsiteY21" fmla="*/ 91440 h 3665353"/>
              <a:gd name="connsiteX0" fmla="*/ 1846282 w 4932034"/>
              <a:gd name="connsiteY0" fmla="*/ 0 h 3665353"/>
              <a:gd name="connsiteX1" fmla="*/ 0 w 4932034"/>
              <a:gd name="connsiteY1" fmla="*/ 1666689 h 3665353"/>
              <a:gd name="connsiteX2" fmla="*/ 87829 w 4932034"/>
              <a:gd name="connsiteY2" fmla="*/ 1681964 h 3665353"/>
              <a:gd name="connsiteX3" fmla="*/ 748460 w 4932034"/>
              <a:gd name="connsiteY3" fmla="*/ 1877969 h 3665353"/>
              <a:gd name="connsiteX4" fmla="*/ 1172473 w 4932034"/>
              <a:gd name="connsiteY4" fmla="*/ 1538105 h 3665353"/>
              <a:gd name="connsiteX5" fmla="*/ 1391790 w 4932034"/>
              <a:gd name="connsiteY5" fmla="*/ 1498917 h 3665353"/>
              <a:gd name="connsiteX6" fmla="*/ 1749043 w 4932034"/>
              <a:gd name="connsiteY6" fmla="*/ 1570055 h 3665353"/>
              <a:gd name="connsiteX7" fmla="*/ 1903994 w 4932034"/>
              <a:gd name="connsiteY7" fmla="*/ 1642692 h 3665353"/>
              <a:gd name="connsiteX8" fmla="*/ 2034456 w 4932034"/>
              <a:gd name="connsiteY8" fmla="*/ 1821329 h 3665353"/>
              <a:gd name="connsiteX9" fmla="*/ 1960773 w 4932034"/>
              <a:gd name="connsiteY9" fmla="*/ 2188754 h 3665353"/>
              <a:gd name="connsiteX10" fmla="*/ 1885140 w 4932034"/>
              <a:gd name="connsiteY10" fmla="*/ 2576481 h 3665353"/>
              <a:gd name="connsiteX11" fmla="*/ 1991005 w 4932034"/>
              <a:gd name="connsiteY11" fmla="*/ 2842232 h 3665353"/>
              <a:gd name="connsiteX12" fmla="*/ 2172504 w 4932034"/>
              <a:gd name="connsiteY12" fmla="*/ 3139601 h 3665353"/>
              <a:gd name="connsiteX13" fmla="*/ 2394636 w 4932034"/>
              <a:gd name="connsiteY13" fmla="*/ 3418164 h 3665353"/>
              <a:gd name="connsiteX14" fmla="*/ 2811379 w 4932034"/>
              <a:gd name="connsiteY14" fmla="*/ 3584487 h 3665353"/>
              <a:gd name="connsiteX15" fmla="*/ 3088340 w 4932034"/>
              <a:gd name="connsiteY15" fmla="*/ 3606370 h 3665353"/>
              <a:gd name="connsiteX16" fmla="*/ 3727974 w 4932034"/>
              <a:gd name="connsiteY16" fmla="*/ 3606370 h 3665353"/>
              <a:gd name="connsiteX17" fmla="*/ 4326756 w 4932034"/>
              <a:gd name="connsiteY17" fmla="*/ 3664945 h 3665353"/>
              <a:gd name="connsiteX18" fmla="*/ 4650636 w 4932034"/>
              <a:gd name="connsiteY18" fmla="*/ 3598049 h 3665353"/>
              <a:gd name="connsiteX19" fmla="*/ 4858899 w 4932034"/>
              <a:gd name="connsiteY19" fmla="*/ 3463177 h 3665353"/>
              <a:gd name="connsiteX20" fmla="*/ 4932034 w 4932034"/>
              <a:gd name="connsiteY20" fmla="*/ 3418254 h 3665353"/>
              <a:gd name="connsiteX0" fmla="*/ 0 w 4932034"/>
              <a:gd name="connsiteY0" fmla="*/ 171031 h 2169695"/>
              <a:gd name="connsiteX1" fmla="*/ 87829 w 4932034"/>
              <a:gd name="connsiteY1" fmla="*/ 186306 h 2169695"/>
              <a:gd name="connsiteX2" fmla="*/ 748460 w 4932034"/>
              <a:gd name="connsiteY2" fmla="*/ 382311 h 2169695"/>
              <a:gd name="connsiteX3" fmla="*/ 1172473 w 4932034"/>
              <a:gd name="connsiteY3" fmla="*/ 42447 h 2169695"/>
              <a:gd name="connsiteX4" fmla="*/ 1391790 w 4932034"/>
              <a:gd name="connsiteY4" fmla="*/ 3259 h 2169695"/>
              <a:gd name="connsiteX5" fmla="*/ 1749043 w 4932034"/>
              <a:gd name="connsiteY5" fmla="*/ 74397 h 2169695"/>
              <a:gd name="connsiteX6" fmla="*/ 1903994 w 4932034"/>
              <a:gd name="connsiteY6" fmla="*/ 147034 h 2169695"/>
              <a:gd name="connsiteX7" fmla="*/ 2034456 w 4932034"/>
              <a:gd name="connsiteY7" fmla="*/ 325671 h 2169695"/>
              <a:gd name="connsiteX8" fmla="*/ 1960773 w 4932034"/>
              <a:gd name="connsiteY8" fmla="*/ 693096 h 2169695"/>
              <a:gd name="connsiteX9" fmla="*/ 1885140 w 4932034"/>
              <a:gd name="connsiteY9" fmla="*/ 1080823 h 2169695"/>
              <a:gd name="connsiteX10" fmla="*/ 1991005 w 4932034"/>
              <a:gd name="connsiteY10" fmla="*/ 1346574 h 2169695"/>
              <a:gd name="connsiteX11" fmla="*/ 2172504 w 4932034"/>
              <a:gd name="connsiteY11" fmla="*/ 1643943 h 2169695"/>
              <a:gd name="connsiteX12" fmla="*/ 2394636 w 4932034"/>
              <a:gd name="connsiteY12" fmla="*/ 1922506 h 2169695"/>
              <a:gd name="connsiteX13" fmla="*/ 2811379 w 4932034"/>
              <a:gd name="connsiteY13" fmla="*/ 2088829 h 2169695"/>
              <a:gd name="connsiteX14" fmla="*/ 3088340 w 4932034"/>
              <a:gd name="connsiteY14" fmla="*/ 2110712 h 2169695"/>
              <a:gd name="connsiteX15" fmla="*/ 3727974 w 4932034"/>
              <a:gd name="connsiteY15" fmla="*/ 2110712 h 2169695"/>
              <a:gd name="connsiteX16" fmla="*/ 4326756 w 4932034"/>
              <a:gd name="connsiteY16" fmla="*/ 2169287 h 2169695"/>
              <a:gd name="connsiteX17" fmla="*/ 4650636 w 4932034"/>
              <a:gd name="connsiteY17" fmla="*/ 2102391 h 2169695"/>
              <a:gd name="connsiteX18" fmla="*/ 4858899 w 4932034"/>
              <a:gd name="connsiteY18" fmla="*/ 1967519 h 2169695"/>
              <a:gd name="connsiteX19" fmla="*/ 4932034 w 4932034"/>
              <a:gd name="connsiteY19" fmla="*/ 1922596 h 2169695"/>
              <a:gd name="connsiteX0" fmla="*/ 0 w 4932034"/>
              <a:gd name="connsiteY0" fmla="*/ 177342 h 2176006"/>
              <a:gd name="connsiteX1" fmla="*/ 87829 w 4932034"/>
              <a:gd name="connsiteY1" fmla="*/ 192617 h 2176006"/>
              <a:gd name="connsiteX2" fmla="*/ 678759 w 4932034"/>
              <a:gd name="connsiteY2" fmla="*/ 493177 h 2176006"/>
              <a:gd name="connsiteX3" fmla="*/ 1172473 w 4932034"/>
              <a:gd name="connsiteY3" fmla="*/ 48758 h 2176006"/>
              <a:gd name="connsiteX4" fmla="*/ 1391790 w 4932034"/>
              <a:gd name="connsiteY4" fmla="*/ 9570 h 2176006"/>
              <a:gd name="connsiteX5" fmla="*/ 1749043 w 4932034"/>
              <a:gd name="connsiteY5" fmla="*/ 80708 h 2176006"/>
              <a:gd name="connsiteX6" fmla="*/ 1903994 w 4932034"/>
              <a:gd name="connsiteY6" fmla="*/ 153345 h 2176006"/>
              <a:gd name="connsiteX7" fmla="*/ 2034456 w 4932034"/>
              <a:gd name="connsiteY7" fmla="*/ 331982 h 2176006"/>
              <a:gd name="connsiteX8" fmla="*/ 1960773 w 4932034"/>
              <a:gd name="connsiteY8" fmla="*/ 699407 h 2176006"/>
              <a:gd name="connsiteX9" fmla="*/ 1885140 w 4932034"/>
              <a:gd name="connsiteY9" fmla="*/ 1087134 h 2176006"/>
              <a:gd name="connsiteX10" fmla="*/ 1991005 w 4932034"/>
              <a:gd name="connsiteY10" fmla="*/ 1352885 h 2176006"/>
              <a:gd name="connsiteX11" fmla="*/ 2172504 w 4932034"/>
              <a:gd name="connsiteY11" fmla="*/ 1650254 h 2176006"/>
              <a:gd name="connsiteX12" fmla="*/ 2394636 w 4932034"/>
              <a:gd name="connsiteY12" fmla="*/ 1928817 h 2176006"/>
              <a:gd name="connsiteX13" fmla="*/ 2811379 w 4932034"/>
              <a:gd name="connsiteY13" fmla="*/ 2095140 h 2176006"/>
              <a:gd name="connsiteX14" fmla="*/ 3088340 w 4932034"/>
              <a:gd name="connsiteY14" fmla="*/ 2117023 h 2176006"/>
              <a:gd name="connsiteX15" fmla="*/ 3727974 w 4932034"/>
              <a:gd name="connsiteY15" fmla="*/ 2117023 h 2176006"/>
              <a:gd name="connsiteX16" fmla="*/ 4326756 w 4932034"/>
              <a:gd name="connsiteY16" fmla="*/ 2175598 h 2176006"/>
              <a:gd name="connsiteX17" fmla="*/ 4650636 w 4932034"/>
              <a:gd name="connsiteY17" fmla="*/ 2108702 h 2176006"/>
              <a:gd name="connsiteX18" fmla="*/ 4858899 w 4932034"/>
              <a:gd name="connsiteY18" fmla="*/ 1973830 h 2176006"/>
              <a:gd name="connsiteX19" fmla="*/ 4932034 w 4932034"/>
              <a:gd name="connsiteY19" fmla="*/ 1928907 h 2176006"/>
              <a:gd name="connsiteX0" fmla="*/ 0 w 4932034"/>
              <a:gd name="connsiteY0" fmla="*/ 169326 h 2167990"/>
              <a:gd name="connsiteX1" fmla="*/ 87829 w 4932034"/>
              <a:gd name="connsiteY1" fmla="*/ 184601 h 2167990"/>
              <a:gd name="connsiteX2" fmla="*/ 678759 w 4932034"/>
              <a:gd name="connsiteY2" fmla="*/ 485161 h 2167990"/>
              <a:gd name="connsiteX3" fmla="*/ 1111131 w 4932034"/>
              <a:gd name="connsiteY3" fmla="*/ 132853 h 2167990"/>
              <a:gd name="connsiteX4" fmla="*/ 1391790 w 4932034"/>
              <a:gd name="connsiteY4" fmla="*/ 1554 h 2167990"/>
              <a:gd name="connsiteX5" fmla="*/ 1749043 w 4932034"/>
              <a:gd name="connsiteY5" fmla="*/ 72692 h 2167990"/>
              <a:gd name="connsiteX6" fmla="*/ 1903994 w 4932034"/>
              <a:gd name="connsiteY6" fmla="*/ 145329 h 2167990"/>
              <a:gd name="connsiteX7" fmla="*/ 2034456 w 4932034"/>
              <a:gd name="connsiteY7" fmla="*/ 323966 h 2167990"/>
              <a:gd name="connsiteX8" fmla="*/ 1960773 w 4932034"/>
              <a:gd name="connsiteY8" fmla="*/ 691391 h 2167990"/>
              <a:gd name="connsiteX9" fmla="*/ 1885140 w 4932034"/>
              <a:gd name="connsiteY9" fmla="*/ 1079118 h 2167990"/>
              <a:gd name="connsiteX10" fmla="*/ 1991005 w 4932034"/>
              <a:gd name="connsiteY10" fmla="*/ 1344869 h 2167990"/>
              <a:gd name="connsiteX11" fmla="*/ 2172504 w 4932034"/>
              <a:gd name="connsiteY11" fmla="*/ 1642238 h 2167990"/>
              <a:gd name="connsiteX12" fmla="*/ 2394636 w 4932034"/>
              <a:gd name="connsiteY12" fmla="*/ 1920801 h 2167990"/>
              <a:gd name="connsiteX13" fmla="*/ 2811379 w 4932034"/>
              <a:gd name="connsiteY13" fmla="*/ 2087124 h 2167990"/>
              <a:gd name="connsiteX14" fmla="*/ 3088340 w 4932034"/>
              <a:gd name="connsiteY14" fmla="*/ 2109007 h 2167990"/>
              <a:gd name="connsiteX15" fmla="*/ 3727974 w 4932034"/>
              <a:gd name="connsiteY15" fmla="*/ 2109007 h 2167990"/>
              <a:gd name="connsiteX16" fmla="*/ 4326756 w 4932034"/>
              <a:gd name="connsiteY16" fmla="*/ 2167582 h 2167990"/>
              <a:gd name="connsiteX17" fmla="*/ 4650636 w 4932034"/>
              <a:gd name="connsiteY17" fmla="*/ 2100686 h 2167990"/>
              <a:gd name="connsiteX18" fmla="*/ 4858899 w 4932034"/>
              <a:gd name="connsiteY18" fmla="*/ 1965814 h 2167990"/>
              <a:gd name="connsiteX19" fmla="*/ 4932034 w 4932034"/>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2092611 w 4990189"/>
              <a:gd name="connsiteY7" fmla="*/ 323966 h 2167990"/>
              <a:gd name="connsiteX8" fmla="*/ 2018928 w 4990189"/>
              <a:gd name="connsiteY8" fmla="*/ 691391 h 2167990"/>
              <a:gd name="connsiteX9" fmla="*/ 1943295 w 4990189"/>
              <a:gd name="connsiteY9" fmla="*/ 1079118 h 2167990"/>
              <a:gd name="connsiteX10" fmla="*/ 2049160 w 4990189"/>
              <a:gd name="connsiteY10" fmla="*/ 1344869 h 2167990"/>
              <a:gd name="connsiteX11" fmla="*/ 2230659 w 4990189"/>
              <a:gd name="connsiteY11" fmla="*/ 1642238 h 2167990"/>
              <a:gd name="connsiteX12" fmla="*/ 2452791 w 4990189"/>
              <a:gd name="connsiteY12" fmla="*/ 1920801 h 2167990"/>
              <a:gd name="connsiteX13" fmla="*/ 2869534 w 4990189"/>
              <a:gd name="connsiteY13" fmla="*/ 2087124 h 2167990"/>
              <a:gd name="connsiteX14" fmla="*/ 3146495 w 4990189"/>
              <a:gd name="connsiteY14" fmla="*/ 2109007 h 2167990"/>
              <a:gd name="connsiteX15" fmla="*/ 3786129 w 4990189"/>
              <a:gd name="connsiteY15" fmla="*/ 2109007 h 2167990"/>
              <a:gd name="connsiteX16" fmla="*/ 4384911 w 4990189"/>
              <a:gd name="connsiteY16" fmla="*/ 2167582 h 2167990"/>
              <a:gd name="connsiteX17" fmla="*/ 4708791 w 4990189"/>
              <a:gd name="connsiteY17" fmla="*/ 2100686 h 2167990"/>
              <a:gd name="connsiteX18" fmla="*/ 4917054 w 4990189"/>
              <a:gd name="connsiteY18" fmla="*/ 1965814 h 2167990"/>
              <a:gd name="connsiteX19" fmla="*/ 4990189 w 4990189"/>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1698686 w 4990189"/>
              <a:gd name="connsiteY7" fmla="*/ 449768 h 2167990"/>
              <a:gd name="connsiteX8" fmla="*/ 2018928 w 4990189"/>
              <a:gd name="connsiteY8" fmla="*/ 691391 h 2167990"/>
              <a:gd name="connsiteX9" fmla="*/ 1943295 w 4990189"/>
              <a:gd name="connsiteY9" fmla="*/ 1079118 h 2167990"/>
              <a:gd name="connsiteX10" fmla="*/ 2049160 w 4990189"/>
              <a:gd name="connsiteY10" fmla="*/ 1344869 h 2167990"/>
              <a:gd name="connsiteX11" fmla="*/ 2230659 w 4990189"/>
              <a:gd name="connsiteY11" fmla="*/ 1642238 h 2167990"/>
              <a:gd name="connsiteX12" fmla="*/ 2452791 w 4990189"/>
              <a:gd name="connsiteY12" fmla="*/ 1920801 h 2167990"/>
              <a:gd name="connsiteX13" fmla="*/ 2869534 w 4990189"/>
              <a:gd name="connsiteY13" fmla="*/ 2087124 h 2167990"/>
              <a:gd name="connsiteX14" fmla="*/ 3146495 w 4990189"/>
              <a:gd name="connsiteY14" fmla="*/ 2109007 h 2167990"/>
              <a:gd name="connsiteX15" fmla="*/ 3786129 w 4990189"/>
              <a:gd name="connsiteY15" fmla="*/ 2109007 h 2167990"/>
              <a:gd name="connsiteX16" fmla="*/ 4384911 w 4990189"/>
              <a:gd name="connsiteY16" fmla="*/ 2167582 h 2167990"/>
              <a:gd name="connsiteX17" fmla="*/ 4708791 w 4990189"/>
              <a:gd name="connsiteY17" fmla="*/ 2100686 h 2167990"/>
              <a:gd name="connsiteX18" fmla="*/ 4917054 w 4990189"/>
              <a:gd name="connsiteY18" fmla="*/ 1965814 h 2167990"/>
              <a:gd name="connsiteX19" fmla="*/ 4990189 w 4990189"/>
              <a:gd name="connsiteY19"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1698686 w 4990189"/>
              <a:gd name="connsiteY7" fmla="*/ 449768 h 2167990"/>
              <a:gd name="connsiteX8" fmla="*/ 1943295 w 4990189"/>
              <a:gd name="connsiteY8" fmla="*/ 1079118 h 2167990"/>
              <a:gd name="connsiteX9" fmla="*/ 2049160 w 4990189"/>
              <a:gd name="connsiteY9" fmla="*/ 1344869 h 2167990"/>
              <a:gd name="connsiteX10" fmla="*/ 2230659 w 4990189"/>
              <a:gd name="connsiteY10" fmla="*/ 1642238 h 2167990"/>
              <a:gd name="connsiteX11" fmla="*/ 2452791 w 4990189"/>
              <a:gd name="connsiteY11" fmla="*/ 1920801 h 2167990"/>
              <a:gd name="connsiteX12" fmla="*/ 2869534 w 4990189"/>
              <a:gd name="connsiteY12" fmla="*/ 2087124 h 2167990"/>
              <a:gd name="connsiteX13" fmla="*/ 3146495 w 4990189"/>
              <a:gd name="connsiteY13" fmla="*/ 2109007 h 2167990"/>
              <a:gd name="connsiteX14" fmla="*/ 3786129 w 4990189"/>
              <a:gd name="connsiteY14" fmla="*/ 2109007 h 2167990"/>
              <a:gd name="connsiteX15" fmla="*/ 4384911 w 4990189"/>
              <a:gd name="connsiteY15" fmla="*/ 2167582 h 2167990"/>
              <a:gd name="connsiteX16" fmla="*/ 4708791 w 4990189"/>
              <a:gd name="connsiteY16" fmla="*/ 2100686 h 2167990"/>
              <a:gd name="connsiteX17" fmla="*/ 4917054 w 4990189"/>
              <a:gd name="connsiteY17" fmla="*/ 1965814 h 2167990"/>
              <a:gd name="connsiteX18" fmla="*/ 4990189 w 4990189"/>
              <a:gd name="connsiteY18"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1698686 w 4990189"/>
              <a:gd name="connsiteY7" fmla="*/ 449768 h 2167990"/>
              <a:gd name="connsiteX8" fmla="*/ 1781461 w 4990189"/>
              <a:gd name="connsiteY8" fmla="*/ 1173504 h 2167990"/>
              <a:gd name="connsiteX9" fmla="*/ 2049160 w 4990189"/>
              <a:gd name="connsiteY9" fmla="*/ 1344869 h 2167990"/>
              <a:gd name="connsiteX10" fmla="*/ 2230659 w 4990189"/>
              <a:gd name="connsiteY10" fmla="*/ 1642238 h 2167990"/>
              <a:gd name="connsiteX11" fmla="*/ 2452791 w 4990189"/>
              <a:gd name="connsiteY11" fmla="*/ 1920801 h 2167990"/>
              <a:gd name="connsiteX12" fmla="*/ 2869534 w 4990189"/>
              <a:gd name="connsiteY12" fmla="*/ 2087124 h 2167990"/>
              <a:gd name="connsiteX13" fmla="*/ 3146495 w 4990189"/>
              <a:gd name="connsiteY13" fmla="*/ 2109007 h 2167990"/>
              <a:gd name="connsiteX14" fmla="*/ 3786129 w 4990189"/>
              <a:gd name="connsiteY14" fmla="*/ 2109007 h 2167990"/>
              <a:gd name="connsiteX15" fmla="*/ 4384911 w 4990189"/>
              <a:gd name="connsiteY15" fmla="*/ 2167582 h 2167990"/>
              <a:gd name="connsiteX16" fmla="*/ 4708791 w 4990189"/>
              <a:gd name="connsiteY16" fmla="*/ 2100686 h 2167990"/>
              <a:gd name="connsiteX17" fmla="*/ 4917054 w 4990189"/>
              <a:gd name="connsiteY17" fmla="*/ 1965814 h 2167990"/>
              <a:gd name="connsiteX18" fmla="*/ 4990189 w 4990189"/>
              <a:gd name="connsiteY18"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1698686 w 4990189"/>
              <a:gd name="connsiteY7" fmla="*/ 449768 h 2167990"/>
              <a:gd name="connsiteX8" fmla="*/ 1781461 w 4990189"/>
              <a:gd name="connsiteY8" fmla="*/ 1173504 h 2167990"/>
              <a:gd name="connsiteX9" fmla="*/ 2230659 w 4990189"/>
              <a:gd name="connsiteY9" fmla="*/ 1642238 h 2167990"/>
              <a:gd name="connsiteX10" fmla="*/ 2452791 w 4990189"/>
              <a:gd name="connsiteY10" fmla="*/ 1920801 h 2167990"/>
              <a:gd name="connsiteX11" fmla="*/ 2869534 w 4990189"/>
              <a:gd name="connsiteY11" fmla="*/ 2087124 h 2167990"/>
              <a:gd name="connsiteX12" fmla="*/ 3146495 w 4990189"/>
              <a:gd name="connsiteY12" fmla="*/ 2109007 h 2167990"/>
              <a:gd name="connsiteX13" fmla="*/ 3786129 w 4990189"/>
              <a:gd name="connsiteY13" fmla="*/ 2109007 h 2167990"/>
              <a:gd name="connsiteX14" fmla="*/ 4384911 w 4990189"/>
              <a:gd name="connsiteY14" fmla="*/ 2167582 h 2167990"/>
              <a:gd name="connsiteX15" fmla="*/ 4708791 w 4990189"/>
              <a:gd name="connsiteY15" fmla="*/ 2100686 h 2167990"/>
              <a:gd name="connsiteX16" fmla="*/ 4917054 w 4990189"/>
              <a:gd name="connsiteY16" fmla="*/ 1965814 h 2167990"/>
              <a:gd name="connsiteX17" fmla="*/ 4990189 w 4990189"/>
              <a:gd name="connsiteY17" fmla="*/ 1920891 h 2167990"/>
              <a:gd name="connsiteX0" fmla="*/ 0 w 4990189"/>
              <a:gd name="connsiteY0" fmla="*/ 224272 h 2167990"/>
              <a:gd name="connsiteX1" fmla="*/ 145984 w 4990189"/>
              <a:gd name="connsiteY1" fmla="*/ 184601 h 2167990"/>
              <a:gd name="connsiteX2" fmla="*/ 736914 w 4990189"/>
              <a:gd name="connsiteY2" fmla="*/ 485161 h 2167990"/>
              <a:gd name="connsiteX3" fmla="*/ 1169286 w 4990189"/>
              <a:gd name="connsiteY3" fmla="*/ 132853 h 2167990"/>
              <a:gd name="connsiteX4" fmla="*/ 1449945 w 4990189"/>
              <a:gd name="connsiteY4" fmla="*/ 1554 h 2167990"/>
              <a:gd name="connsiteX5" fmla="*/ 1807198 w 4990189"/>
              <a:gd name="connsiteY5" fmla="*/ 72692 h 2167990"/>
              <a:gd name="connsiteX6" fmla="*/ 1962149 w 4990189"/>
              <a:gd name="connsiteY6" fmla="*/ 145329 h 2167990"/>
              <a:gd name="connsiteX7" fmla="*/ 1698686 w 4990189"/>
              <a:gd name="connsiteY7" fmla="*/ 449768 h 2167990"/>
              <a:gd name="connsiteX8" fmla="*/ 1781461 w 4990189"/>
              <a:gd name="connsiteY8" fmla="*/ 1173504 h 2167990"/>
              <a:gd name="connsiteX9" fmla="*/ 2069525 w 4990189"/>
              <a:gd name="connsiteY9" fmla="*/ 1781951 h 2167990"/>
              <a:gd name="connsiteX10" fmla="*/ 2452791 w 4990189"/>
              <a:gd name="connsiteY10" fmla="*/ 1920801 h 2167990"/>
              <a:gd name="connsiteX11" fmla="*/ 2869534 w 4990189"/>
              <a:gd name="connsiteY11" fmla="*/ 2087124 h 2167990"/>
              <a:gd name="connsiteX12" fmla="*/ 3146495 w 4990189"/>
              <a:gd name="connsiteY12" fmla="*/ 2109007 h 2167990"/>
              <a:gd name="connsiteX13" fmla="*/ 3786129 w 4990189"/>
              <a:gd name="connsiteY13" fmla="*/ 2109007 h 2167990"/>
              <a:gd name="connsiteX14" fmla="*/ 4384911 w 4990189"/>
              <a:gd name="connsiteY14" fmla="*/ 2167582 h 2167990"/>
              <a:gd name="connsiteX15" fmla="*/ 4708791 w 4990189"/>
              <a:gd name="connsiteY15" fmla="*/ 2100686 h 2167990"/>
              <a:gd name="connsiteX16" fmla="*/ 4917054 w 4990189"/>
              <a:gd name="connsiteY16" fmla="*/ 1965814 h 2167990"/>
              <a:gd name="connsiteX17" fmla="*/ 4990189 w 4990189"/>
              <a:gd name="connsiteY17" fmla="*/ 1920891 h 2167990"/>
              <a:gd name="connsiteX0" fmla="*/ 0 w 4990189"/>
              <a:gd name="connsiteY0" fmla="*/ 226392 h 2170110"/>
              <a:gd name="connsiteX1" fmla="*/ 145984 w 4990189"/>
              <a:gd name="connsiteY1" fmla="*/ 186721 h 2170110"/>
              <a:gd name="connsiteX2" fmla="*/ 736914 w 4990189"/>
              <a:gd name="connsiteY2" fmla="*/ 487281 h 2170110"/>
              <a:gd name="connsiteX3" fmla="*/ 1169286 w 4990189"/>
              <a:gd name="connsiteY3" fmla="*/ 134973 h 2170110"/>
              <a:gd name="connsiteX4" fmla="*/ 1449945 w 4990189"/>
              <a:gd name="connsiteY4" fmla="*/ 3674 h 2170110"/>
              <a:gd name="connsiteX5" fmla="*/ 1807198 w 4990189"/>
              <a:gd name="connsiteY5" fmla="*/ 74812 h 2170110"/>
              <a:gd name="connsiteX6" fmla="*/ 1698686 w 4990189"/>
              <a:gd name="connsiteY6" fmla="*/ 451888 h 2170110"/>
              <a:gd name="connsiteX7" fmla="*/ 1781461 w 4990189"/>
              <a:gd name="connsiteY7" fmla="*/ 1175624 h 2170110"/>
              <a:gd name="connsiteX8" fmla="*/ 2069525 w 4990189"/>
              <a:gd name="connsiteY8" fmla="*/ 1784071 h 2170110"/>
              <a:gd name="connsiteX9" fmla="*/ 2452791 w 4990189"/>
              <a:gd name="connsiteY9" fmla="*/ 1922921 h 2170110"/>
              <a:gd name="connsiteX10" fmla="*/ 2869534 w 4990189"/>
              <a:gd name="connsiteY10" fmla="*/ 2089244 h 2170110"/>
              <a:gd name="connsiteX11" fmla="*/ 3146495 w 4990189"/>
              <a:gd name="connsiteY11" fmla="*/ 2111127 h 2170110"/>
              <a:gd name="connsiteX12" fmla="*/ 3786129 w 4990189"/>
              <a:gd name="connsiteY12" fmla="*/ 2111127 h 2170110"/>
              <a:gd name="connsiteX13" fmla="*/ 4384911 w 4990189"/>
              <a:gd name="connsiteY13" fmla="*/ 2169702 h 2170110"/>
              <a:gd name="connsiteX14" fmla="*/ 4708791 w 4990189"/>
              <a:gd name="connsiteY14" fmla="*/ 2102806 h 2170110"/>
              <a:gd name="connsiteX15" fmla="*/ 4917054 w 4990189"/>
              <a:gd name="connsiteY15" fmla="*/ 1967934 h 2170110"/>
              <a:gd name="connsiteX16" fmla="*/ 4990189 w 4990189"/>
              <a:gd name="connsiteY16" fmla="*/ 1923011 h 2170110"/>
              <a:gd name="connsiteX0" fmla="*/ 0 w 4990189"/>
              <a:gd name="connsiteY0" fmla="*/ 227362 h 2171080"/>
              <a:gd name="connsiteX1" fmla="*/ 145984 w 4990189"/>
              <a:gd name="connsiteY1" fmla="*/ 187691 h 2171080"/>
              <a:gd name="connsiteX2" fmla="*/ 736914 w 4990189"/>
              <a:gd name="connsiteY2" fmla="*/ 488251 h 2171080"/>
              <a:gd name="connsiteX3" fmla="*/ 1169286 w 4990189"/>
              <a:gd name="connsiteY3" fmla="*/ 135943 h 2171080"/>
              <a:gd name="connsiteX4" fmla="*/ 1449945 w 4990189"/>
              <a:gd name="connsiteY4" fmla="*/ 4644 h 2171080"/>
              <a:gd name="connsiteX5" fmla="*/ 1562164 w 4990189"/>
              <a:gd name="connsiteY5" fmla="*/ 281661 h 2171080"/>
              <a:gd name="connsiteX6" fmla="*/ 1698686 w 4990189"/>
              <a:gd name="connsiteY6" fmla="*/ 452858 h 2171080"/>
              <a:gd name="connsiteX7" fmla="*/ 1781461 w 4990189"/>
              <a:gd name="connsiteY7" fmla="*/ 1176594 h 2171080"/>
              <a:gd name="connsiteX8" fmla="*/ 2069525 w 4990189"/>
              <a:gd name="connsiteY8" fmla="*/ 1785041 h 2171080"/>
              <a:gd name="connsiteX9" fmla="*/ 2452791 w 4990189"/>
              <a:gd name="connsiteY9" fmla="*/ 1923891 h 2171080"/>
              <a:gd name="connsiteX10" fmla="*/ 2869534 w 4990189"/>
              <a:gd name="connsiteY10" fmla="*/ 2090214 h 2171080"/>
              <a:gd name="connsiteX11" fmla="*/ 3146495 w 4990189"/>
              <a:gd name="connsiteY11" fmla="*/ 2112097 h 2171080"/>
              <a:gd name="connsiteX12" fmla="*/ 3786129 w 4990189"/>
              <a:gd name="connsiteY12" fmla="*/ 2112097 h 2171080"/>
              <a:gd name="connsiteX13" fmla="*/ 4384911 w 4990189"/>
              <a:gd name="connsiteY13" fmla="*/ 2170672 h 2171080"/>
              <a:gd name="connsiteX14" fmla="*/ 4708791 w 4990189"/>
              <a:gd name="connsiteY14" fmla="*/ 2103776 h 2171080"/>
              <a:gd name="connsiteX15" fmla="*/ 4917054 w 4990189"/>
              <a:gd name="connsiteY15" fmla="*/ 1968904 h 2171080"/>
              <a:gd name="connsiteX16" fmla="*/ 4990189 w 4990189"/>
              <a:gd name="connsiteY16" fmla="*/ 1923981 h 2171080"/>
              <a:gd name="connsiteX0" fmla="*/ 0 w 4990189"/>
              <a:gd name="connsiteY0" fmla="*/ 227362 h 2171080"/>
              <a:gd name="connsiteX1" fmla="*/ 145984 w 4990189"/>
              <a:gd name="connsiteY1" fmla="*/ 187691 h 2171080"/>
              <a:gd name="connsiteX2" fmla="*/ 736914 w 4990189"/>
              <a:gd name="connsiteY2" fmla="*/ 488251 h 2171080"/>
              <a:gd name="connsiteX3" fmla="*/ 1169286 w 4990189"/>
              <a:gd name="connsiteY3" fmla="*/ 135943 h 2171080"/>
              <a:gd name="connsiteX4" fmla="*/ 1449945 w 4990189"/>
              <a:gd name="connsiteY4" fmla="*/ 4644 h 2171080"/>
              <a:gd name="connsiteX5" fmla="*/ 1562164 w 4990189"/>
              <a:gd name="connsiteY5" fmla="*/ 281661 h 2171080"/>
              <a:gd name="connsiteX6" fmla="*/ 1579670 w 4990189"/>
              <a:gd name="connsiteY6" fmla="*/ 634985 h 2171080"/>
              <a:gd name="connsiteX7" fmla="*/ 1781461 w 4990189"/>
              <a:gd name="connsiteY7" fmla="*/ 1176594 h 2171080"/>
              <a:gd name="connsiteX8" fmla="*/ 2069525 w 4990189"/>
              <a:gd name="connsiteY8" fmla="*/ 1785041 h 2171080"/>
              <a:gd name="connsiteX9" fmla="*/ 2452791 w 4990189"/>
              <a:gd name="connsiteY9" fmla="*/ 1923891 h 2171080"/>
              <a:gd name="connsiteX10" fmla="*/ 2869534 w 4990189"/>
              <a:gd name="connsiteY10" fmla="*/ 2090214 h 2171080"/>
              <a:gd name="connsiteX11" fmla="*/ 3146495 w 4990189"/>
              <a:gd name="connsiteY11" fmla="*/ 2112097 h 2171080"/>
              <a:gd name="connsiteX12" fmla="*/ 3786129 w 4990189"/>
              <a:gd name="connsiteY12" fmla="*/ 2112097 h 2171080"/>
              <a:gd name="connsiteX13" fmla="*/ 4384911 w 4990189"/>
              <a:gd name="connsiteY13" fmla="*/ 2170672 h 2171080"/>
              <a:gd name="connsiteX14" fmla="*/ 4708791 w 4990189"/>
              <a:gd name="connsiteY14" fmla="*/ 2103776 h 2171080"/>
              <a:gd name="connsiteX15" fmla="*/ 4917054 w 4990189"/>
              <a:gd name="connsiteY15" fmla="*/ 1968904 h 2171080"/>
              <a:gd name="connsiteX16" fmla="*/ 4990189 w 4990189"/>
              <a:gd name="connsiteY16" fmla="*/ 1923981 h 2171080"/>
              <a:gd name="connsiteX0" fmla="*/ 0 w 4990189"/>
              <a:gd name="connsiteY0" fmla="*/ 227362 h 2171080"/>
              <a:gd name="connsiteX1" fmla="*/ 145984 w 4990189"/>
              <a:gd name="connsiteY1" fmla="*/ 187691 h 2171080"/>
              <a:gd name="connsiteX2" fmla="*/ 736914 w 4990189"/>
              <a:gd name="connsiteY2" fmla="*/ 488251 h 2171080"/>
              <a:gd name="connsiteX3" fmla="*/ 1169286 w 4990189"/>
              <a:gd name="connsiteY3" fmla="*/ 135943 h 2171080"/>
              <a:gd name="connsiteX4" fmla="*/ 1449945 w 4990189"/>
              <a:gd name="connsiteY4" fmla="*/ 4644 h 2171080"/>
              <a:gd name="connsiteX5" fmla="*/ 1562164 w 4990189"/>
              <a:gd name="connsiteY5" fmla="*/ 281661 h 2171080"/>
              <a:gd name="connsiteX6" fmla="*/ 1579670 w 4990189"/>
              <a:gd name="connsiteY6" fmla="*/ 634985 h 2171080"/>
              <a:gd name="connsiteX7" fmla="*/ 1671504 w 4990189"/>
              <a:gd name="connsiteY7" fmla="*/ 1201168 h 2171080"/>
              <a:gd name="connsiteX8" fmla="*/ 2069525 w 4990189"/>
              <a:gd name="connsiteY8" fmla="*/ 1785041 h 2171080"/>
              <a:gd name="connsiteX9" fmla="*/ 2452791 w 4990189"/>
              <a:gd name="connsiteY9" fmla="*/ 1923891 h 2171080"/>
              <a:gd name="connsiteX10" fmla="*/ 2869534 w 4990189"/>
              <a:gd name="connsiteY10" fmla="*/ 2090214 h 2171080"/>
              <a:gd name="connsiteX11" fmla="*/ 3146495 w 4990189"/>
              <a:gd name="connsiteY11" fmla="*/ 2112097 h 2171080"/>
              <a:gd name="connsiteX12" fmla="*/ 3786129 w 4990189"/>
              <a:gd name="connsiteY12" fmla="*/ 2112097 h 2171080"/>
              <a:gd name="connsiteX13" fmla="*/ 4384911 w 4990189"/>
              <a:gd name="connsiteY13" fmla="*/ 2170672 h 2171080"/>
              <a:gd name="connsiteX14" fmla="*/ 4708791 w 4990189"/>
              <a:gd name="connsiteY14" fmla="*/ 2103776 h 2171080"/>
              <a:gd name="connsiteX15" fmla="*/ 4917054 w 4990189"/>
              <a:gd name="connsiteY15" fmla="*/ 1968904 h 2171080"/>
              <a:gd name="connsiteX16" fmla="*/ 4990189 w 4990189"/>
              <a:gd name="connsiteY16" fmla="*/ 1923981 h 2171080"/>
              <a:gd name="connsiteX0" fmla="*/ 0 w 4990189"/>
              <a:gd name="connsiteY0" fmla="*/ 227362 h 2171080"/>
              <a:gd name="connsiteX1" fmla="*/ 145984 w 4990189"/>
              <a:gd name="connsiteY1" fmla="*/ 187691 h 2171080"/>
              <a:gd name="connsiteX2" fmla="*/ 736914 w 4990189"/>
              <a:gd name="connsiteY2" fmla="*/ 488251 h 2171080"/>
              <a:gd name="connsiteX3" fmla="*/ 1169286 w 4990189"/>
              <a:gd name="connsiteY3" fmla="*/ 135943 h 2171080"/>
              <a:gd name="connsiteX4" fmla="*/ 1449945 w 4990189"/>
              <a:gd name="connsiteY4" fmla="*/ 4644 h 2171080"/>
              <a:gd name="connsiteX5" fmla="*/ 1562164 w 4990189"/>
              <a:gd name="connsiteY5" fmla="*/ 281661 h 2171080"/>
              <a:gd name="connsiteX6" fmla="*/ 1558111 w 4990189"/>
              <a:gd name="connsiteY6" fmla="*/ 702323 h 2171080"/>
              <a:gd name="connsiteX7" fmla="*/ 1671504 w 4990189"/>
              <a:gd name="connsiteY7" fmla="*/ 1201168 h 2171080"/>
              <a:gd name="connsiteX8" fmla="*/ 2069525 w 4990189"/>
              <a:gd name="connsiteY8" fmla="*/ 1785041 h 2171080"/>
              <a:gd name="connsiteX9" fmla="*/ 2452791 w 4990189"/>
              <a:gd name="connsiteY9" fmla="*/ 1923891 h 2171080"/>
              <a:gd name="connsiteX10" fmla="*/ 2869534 w 4990189"/>
              <a:gd name="connsiteY10" fmla="*/ 2090214 h 2171080"/>
              <a:gd name="connsiteX11" fmla="*/ 3146495 w 4990189"/>
              <a:gd name="connsiteY11" fmla="*/ 2112097 h 2171080"/>
              <a:gd name="connsiteX12" fmla="*/ 3786129 w 4990189"/>
              <a:gd name="connsiteY12" fmla="*/ 2112097 h 2171080"/>
              <a:gd name="connsiteX13" fmla="*/ 4384911 w 4990189"/>
              <a:gd name="connsiteY13" fmla="*/ 2170672 h 2171080"/>
              <a:gd name="connsiteX14" fmla="*/ 4708791 w 4990189"/>
              <a:gd name="connsiteY14" fmla="*/ 2103776 h 2171080"/>
              <a:gd name="connsiteX15" fmla="*/ 4917054 w 4990189"/>
              <a:gd name="connsiteY15" fmla="*/ 1968904 h 2171080"/>
              <a:gd name="connsiteX16" fmla="*/ 4990189 w 4990189"/>
              <a:gd name="connsiteY16" fmla="*/ 1923981 h 2171080"/>
              <a:gd name="connsiteX0" fmla="*/ 0 w 4990189"/>
              <a:gd name="connsiteY0" fmla="*/ 99184 h 2042902"/>
              <a:gd name="connsiteX1" fmla="*/ 145984 w 4990189"/>
              <a:gd name="connsiteY1" fmla="*/ 59513 h 2042902"/>
              <a:gd name="connsiteX2" fmla="*/ 736914 w 4990189"/>
              <a:gd name="connsiteY2" fmla="*/ 360073 h 2042902"/>
              <a:gd name="connsiteX3" fmla="*/ 1169286 w 4990189"/>
              <a:gd name="connsiteY3" fmla="*/ 7765 h 2042902"/>
              <a:gd name="connsiteX4" fmla="*/ 1562164 w 4990189"/>
              <a:gd name="connsiteY4" fmla="*/ 153483 h 2042902"/>
              <a:gd name="connsiteX5" fmla="*/ 1558111 w 4990189"/>
              <a:gd name="connsiteY5" fmla="*/ 574145 h 2042902"/>
              <a:gd name="connsiteX6" fmla="*/ 1671504 w 4990189"/>
              <a:gd name="connsiteY6" fmla="*/ 1072990 h 2042902"/>
              <a:gd name="connsiteX7" fmla="*/ 2069525 w 4990189"/>
              <a:gd name="connsiteY7" fmla="*/ 1656863 h 2042902"/>
              <a:gd name="connsiteX8" fmla="*/ 2452791 w 4990189"/>
              <a:gd name="connsiteY8" fmla="*/ 1795713 h 2042902"/>
              <a:gd name="connsiteX9" fmla="*/ 2869534 w 4990189"/>
              <a:gd name="connsiteY9" fmla="*/ 1962036 h 2042902"/>
              <a:gd name="connsiteX10" fmla="*/ 3146495 w 4990189"/>
              <a:gd name="connsiteY10" fmla="*/ 1983919 h 2042902"/>
              <a:gd name="connsiteX11" fmla="*/ 3786129 w 4990189"/>
              <a:gd name="connsiteY11" fmla="*/ 1983919 h 2042902"/>
              <a:gd name="connsiteX12" fmla="*/ 4384911 w 4990189"/>
              <a:gd name="connsiteY12" fmla="*/ 2042494 h 2042902"/>
              <a:gd name="connsiteX13" fmla="*/ 4708791 w 4990189"/>
              <a:gd name="connsiteY13" fmla="*/ 1975598 h 2042902"/>
              <a:gd name="connsiteX14" fmla="*/ 4917054 w 4990189"/>
              <a:gd name="connsiteY14" fmla="*/ 1840726 h 2042902"/>
              <a:gd name="connsiteX15" fmla="*/ 4990189 w 4990189"/>
              <a:gd name="connsiteY15" fmla="*/ 1795803 h 2042902"/>
              <a:gd name="connsiteX0" fmla="*/ 0 w 4990189"/>
              <a:gd name="connsiteY0" fmla="*/ 105709 h 2049427"/>
              <a:gd name="connsiteX1" fmla="*/ 145984 w 4990189"/>
              <a:gd name="connsiteY1" fmla="*/ 66038 h 2049427"/>
              <a:gd name="connsiteX2" fmla="*/ 736914 w 4990189"/>
              <a:gd name="connsiteY2" fmla="*/ 366598 h 2049427"/>
              <a:gd name="connsiteX3" fmla="*/ 1169286 w 4990189"/>
              <a:gd name="connsiteY3" fmla="*/ 14290 h 2049427"/>
              <a:gd name="connsiteX4" fmla="*/ 1236777 w 4990189"/>
              <a:gd name="connsiteY4" fmla="*/ 77505 h 2049427"/>
              <a:gd name="connsiteX5" fmla="*/ 1562164 w 4990189"/>
              <a:gd name="connsiteY5" fmla="*/ 160008 h 2049427"/>
              <a:gd name="connsiteX6" fmla="*/ 1558111 w 4990189"/>
              <a:gd name="connsiteY6" fmla="*/ 580670 h 2049427"/>
              <a:gd name="connsiteX7" fmla="*/ 1671504 w 4990189"/>
              <a:gd name="connsiteY7" fmla="*/ 1079515 h 2049427"/>
              <a:gd name="connsiteX8" fmla="*/ 2069525 w 4990189"/>
              <a:gd name="connsiteY8" fmla="*/ 1663388 h 2049427"/>
              <a:gd name="connsiteX9" fmla="*/ 2452791 w 4990189"/>
              <a:gd name="connsiteY9" fmla="*/ 1802238 h 2049427"/>
              <a:gd name="connsiteX10" fmla="*/ 2869534 w 4990189"/>
              <a:gd name="connsiteY10" fmla="*/ 1968561 h 2049427"/>
              <a:gd name="connsiteX11" fmla="*/ 3146495 w 4990189"/>
              <a:gd name="connsiteY11" fmla="*/ 1990444 h 2049427"/>
              <a:gd name="connsiteX12" fmla="*/ 3786129 w 4990189"/>
              <a:gd name="connsiteY12" fmla="*/ 1990444 h 2049427"/>
              <a:gd name="connsiteX13" fmla="*/ 4384911 w 4990189"/>
              <a:gd name="connsiteY13" fmla="*/ 2049019 h 2049427"/>
              <a:gd name="connsiteX14" fmla="*/ 4708791 w 4990189"/>
              <a:gd name="connsiteY14" fmla="*/ 1982123 h 2049427"/>
              <a:gd name="connsiteX15" fmla="*/ 4917054 w 4990189"/>
              <a:gd name="connsiteY15" fmla="*/ 1847251 h 2049427"/>
              <a:gd name="connsiteX16" fmla="*/ 4990189 w 4990189"/>
              <a:gd name="connsiteY16" fmla="*/ 1802328 h 2049427"/>
              <a:gd name="connsiteX0" fmla="*/ 0 w 4990189"/>
              <a:gd name="connsiteY0" fmla="*/ 99184 h 2042902"/>
              <a:gd name="connsiteX1" fmla="*/ 145984 w 4990189"/>
              <a:gd name="connsiteY1" fmla="*/ 59513 h 2042902"/>
              <a:gd name="connsiteX2" fmla="*/ 736914 w 4990189"/>
              <a:gd name="connsiteY2" fmla="*/ 360073 h 2042902"/>
              <a:gd name="connsiteX3" fmla="*/ 1169286 w 4990189"/>
              <a:gd name="connsiteY3" fmla="*/ 7765 h 2042902"/>
              <a:gd name="connsiteX4" fmla="*/ 1562164 w 4990189"/>
              <a:gd name="connsiteY4" fmla="*/ 153483 h 2042902"/>
              <a:gd name="connsiteX5" fmla="*/ 1558111 w 4990189"/>
              <a:gd name="connsiteY5" fmla="*/ 574145 h 2042902"/>
              <a:gd name="connsiteX6" fmla="*/ 1671504 w 4990189"/>
              <a:gd name="connsiteY6" fmla="*/ 1072990 h 2042902"/>
              <a:gd name="connsiteX7" fmla="*/ 2069525 w 4990189"/>
              <a:gd name="connsiteY7" fmla="*/ 1656863 h 2042902"/>
              <a:gd name="connsiteX8" fmla="*/ 2452791 w 4990189"/>
              <a:gd name="connsiteY8" fmla="*/ 1795713 h 2042902"/>
              <a:gd name="connsiteX9" fmla="*/ 2869534 w 4990189"/>
              <a:gd name="connsiteY9" fmla="*/ 1962036 h 2042902"/>
              <a:gd name="connsiteX10" fmla="*/ 3146495 w 4990189"/>
              <a:gd name="connsiteY10" fmla="*/ 1983919 h 2042902"/>
              <a:gd name="connsiteX11" fmla="*/ 3786129 w 4990189"/>
              <a:gd name="connsiteY11" fmla="*/ 1983919 h 2042902"/>
              <a:gd name="connsiteX12" fmla="*/ 4384911 w 4990189"/>
              <a:gd name="connsiteY12" fmla="*/ 2042494 h 2042902"/>
              <a:gd name="connsiteX13" fmla="*/ 4708791 w 4990189"/>
              <a:gd name="connsiteY13" fmla="*/ 1975598 h 2042902"/>
              <a:gd name="connsiteX14" fmla="*/ 4917054 w 4990189"/>
              <a:gd name="connsiteY14" fmla="*/ 1840726 h 2042902"/>
              <a:gd name="connsiteX15" fmla="*/ 4990189 w 4990189"/>
              <a:gd name="connsiteY15" fmla="*/ 1795803 h 2042902"/>
              <a:gd name="connsiteX0" fmla="*/ 0 w 4990189"/>
              <a:gd name="connsiteY0" fmla="*/ 39671 h 1983389"/>
              <a:gd name="connsiteX1" fmla="*/ 145984 w 4990189"/>
              <a:gd name="connsiteY1" fmla="*/ 0 h 1983389"/>
              <a:gd name="connsiteX2" fmla="*/ 736914 w 4990189"/>
              <a:gd name="connsiteY2" fmla="*/ 300560 h 1983389"/>
              <a:gd name="connsiteX3" fmla="*/ 1283589 w 4990189"/>
              <a:gd name="connsiteY3" fmla="*/ 74872 h 1983389"/>
              <a:gd name="connsiteX4" fmla="*/ 1562164 w 4990189"/>
              <a:gd name="connsiteY4" fmla="*/ 93970 h 1983389"/>
              <a:gd name="connsiteX5" fmla="*/ 1558111 w 4990189"/>
              <a:gd name="connsiteY5" fmla="*/ 514632 h 1983389"/>
              <a:gd name="connsiteX6" fmla="*/ 1671504 w 4990189"/>
              <a:gd name="connsiteY6" fmla="*/ 1013477 h 1983389"/>
              <a:gd name="connsiteX7" fmla="*/ 2069525 w 4990189"/>
              <a:gd name="connsiteY7" fmla="*/ 1597350 h 1983389"/>
              <a:gd name="connsiteX8" fmla="*/ 2452791 w 4990189"/>
              <a:gd name="connsiteY8" fmla="*/ 1736200 h 1983389"/>
              <a:gd name="connsiteX9" fmla="*/ 2869534 w 4990189"/>
              <a:gd name="connsiteY9" fmla="*/ 1902523 h 1983389"/>
              <a:gd name="connsiteX10" fmla="*/ 3146495 w 4990189"/>
              <a:gd name="connsiteY10" fmla="*/ 1924406 h 1983389"/>
              <a:gd name="connsiteX11" fmla="*/ 3786129 w 4990189"/>
              <a:gd name="connsiteY11" fmla="*/ 1924406 h 1983389"/>
              <a:gd name="connsiteX12" fmla="*/ 4384911 w 4990189"/>
              <a:gd name="connsiteY12" fmla="*/ 1982981 h 1983389"/>
              <a:gd name="connsiteX13" fmla="*/ 4708791 w 4990189"/>
              <a:gd name="connsiteY13" fmla="*/ 1916085 h 1983389"/>
              <a:gd name="connsiteX14" fmla="*/ 4917054 w 4990189"/>
              <a:gd name="connsiteY14" fmla="*/ 1781213 h 1983389"/>
              <a:gd name="connsiteX15" fmla="*/ 4990189 w 4990189"/>
              <a:gd name="connsiteY15" fmla="*/ 1736290 h 1983389"/>
              <a:gd name="connsiteX0" fmla="*/ 0 w 4990189"/>
              <a:gd name="connsiteY0" fmla="*/ 39671 h 1983389"/>
              <a:gd name="connsiteX1" fmla="*/ 145984 w 4990189"/>
              <a:gd name="connsiteY1" fmla="*/ 0 h 1983389"/>
              <a:gd name="connsiteX2" fmla="*/ 736914 w 4990189"/>
              <a:gd name="connsiteY2" fmla="*/ 300560 h 1983389"/>
              <a:gd name="connsiteX3" fmla="*/ 1283589 w 4990189"/>
              <a:gd name="connsiteY3" fmla="*/ 74872 h 1983389"/>
              <a:gd name="connsiteX4" fmla="*/ 1487613 w 4990189"/>
              <a:gd name="connsiteY4" fmla="*/ 193826 h 1983389"/>
              <a:gd name="connsiteX5" fmla="*/ 1558111 w 4990189"/>
              <a:gd name="connsiteY5" fmla="*/ 514632 h 1983389"/>
              <a:gd name="connsiteX6" fmla="*/ 1671504 w 4990189"/>
              <a:gd name="connsiteY6" fmla="*/ 1013477 h 1983389"/>
              <a:gd name="connsiteX7" fmla="*/ 2069525 w 4990189"/>
              <a:gd name="connsiteY7" fmla="*/ 1597350 h 1983389"/>
              <a:gd name="connsiteX8" fmla="*/ 2452791 w 4990189"/>
              <a:gd name="connsiteY8" fmla="*/ 1736200 h 1983389"/>
              <a:gd name="connsiteX9" fmla="*/ 2869534 w 4990189"/>
              <a:gd name="connsiteY9" fmla="*/ 1902523 h 1983389"/>
              <a:gd name="connsiteX10" fmla="*/ 3146495 w 4990189"/>
              <a:gd name="connsiteY10" fmla="*/ 1924406 h 1983389"/>
              <a:gd name="connsiteX11" fmla="*/ 3786129 w 4990189"/>
              <a:gd name="connsiteY11" fmla="*/ 1924406 h 1983389"/>
              <a:gd name="connsiteX12" fmla="*/ 4384911 w 4990189"/>
              <a:gd name="connsiteY12" fmla="*/ 1982981 h 1983389"/>
              <a:gd name="connsiteX13" fmla="*/ 4708791 w 4990189"/>
              <a:gd name="connsiteY13" fmla="*/ 1916085 h 1983389"/>
              <a:gd name="connsiteX14" fmla="*/ 4917054 w 4990189"/>
              <a:gd name="connsiteY14" fmla="*/ 1781213 h 1983389"/>
              <a:gd name="connsiteX15" fmla="*/ 4990189 w 4990189"/>
              <a:gd name="connsiteY15" fmla="*/ 1736290 h 1983389"/>
              <a:gd name="connsiteX0" fmla="*/ 0 w 5211651"/>
              <a:gd name="connsiteY0" fmla="*/ 40426 h 1983389"/>
              <a:gd name="connsiteX1" fmla="*/ 367446 w 5211651"/>
              <a:gd name="connsiteY1" fmla="*/ 0 h 1983389"/>
              <a:gd name="connsiteX2" fmla="*/ 958376 w 5211651"/>
              <a:gd name="connsiteY2" fmla="*/ 300560 h 1983389"/>
              <a:gd name="connsiteX3" fmla="*/ 1505051 w 5211651"/>
              <a:gd name="connsiteY3" fmla="*/ 74872 h 1983389"/>
              <a:gd name="connsiteX4" fmla="*/ 1709075 w 5211651"/>
              <a:gd name="connsiteY4" fmla="*/ 193826 h 1983389"/>
              <a:gd name="connsiteX5" fmla="*/ 1779573 w 5211651"/>
              <a:gd name="connsiteY5" fmla="*/ 514632 h 1983389"/>
              <a:gd name="connsiteX6" fmla="*/ 1892966 w 5211651"/>
              <a:gd name="connsiteY6" fmla="*/ 1013477 h 1983389"/>
              <a:gd name="connsiteX7" fmla="*/ 2290987 w 5211651"/>
              <a:gd name="connsiteY7" fmla="*/ 1597350 h 1983389"/>
              <a:gd name="connsiteX8" fmla="*/ 2674253 w 5211651"/>
              <a:gd name="connsiteY8" fmla="*/ 1736200 h 1983389"/>
              <a:gd name="connsiteX9" fmla="*/ 3090996 w 5211651"/>
              <a:gd name="connsiteY9" fmla="*/ 1902523 h 1983389"/>
              <a:gd name="connsiteX10" fmla="*/ 3367957 w 5211651"/>
              <a:gd name="connsiteY10" fmla="*/ 1924406 h 1983389"/>
              <a:gd name="connsiteX11" fmla="*/ 4007591 w 5211651"/>
              <a:gd name="connsiteY11" fmla="*/ 1924406 h 1983389"/>
              <a:gd name="connsiteX12" fmla="*/ 4606373 w 5211651"/>
              <a:gd name="connsiteY12" fmla="*/ 1982981 h 1983389"/>
              <a:gd name="connsiteX13" fmla="*/ 4930253 w 5211651"/>
              <a:gd name="connsiteY13" fmla="*/ 1916085 h 1983389"/>
              <a:gd name="connsiteX14" fmla="*/ 5138516 w 5211651"/>
              <a:gd name="connsiteY14" fmla="*/ 1781213 h 1983389"/>
              <a:gd name="connsiteX15" fmla="*/ 5211651 w 5211651"/>
              <a:gd name="connsiteY15" fmla="*/ 1736290 h 1983389"/>
              <a:gd name="connsiteX0" fmla="*/ 0 w 5211651"/>
              <a:gd name="connsiteY0" fmla="*/ 0 h 1942963"/>
              <a:gd name="connsiteX1" fmla="*/ 349961 w 5211651"/>
              <a:gd name="connsiteY1" fmla="*/ 65366 h 1942963"/>
              <a:gd name="connsiteX2" fmla="*/ 958376 w 5211651"/>
              <a:gd name="connsiteY2" fmla="*/ 260134 h 1942963"/>
              <a:gd name="connsiteX3" fmla="*/ 1505051 w 5211651"/>
              <a:gd name="connsiteY3" fmla="*/ 34446 h 1942963"/>
              <a:gd name="connsiteX4" fmla="*/ 1709075 w 5211651"/>
              <a:gd name="connsiteY4" fmla="*/ 153400 h 1942963"/>
              <a:gd name="connsiteX5" fmla="*/ 1779573 w 5211651"/>
              <a:gd name="connsiteY5" fmla="*/ 474206 h 1942963"/>
              <a:gd name="connsiteX6" fmla="*/ 1892966 w 5211651"/>
              <a:gd name="connsiteY6" fmla="*/ 973051 h 1942963"/>
              <a:gd name="connsiteX7" fmla="*/ 2290987 w 5211651"/>
              <a:gd name="connsiteY7" fmla="*/ 1556924 h 1942963"/>
              <a:gd name="connsiteX8" fmla="*/ 2674253 w 5211651"/>
              <a:gd name="connsiteY8" fmla="*/ 1695774 h 1942963"/>
              <a:gd name="connsiteX9" fmla="*/ 3090996 w 5211651"/>
              <a:gd name="connsiteY9" fmla="*/ 1862097 h 1942963"/>
              <a:gd name="connsiteX10" fmla="*/ 3367957 w 5211651"/>
              <a:gd name="connsiteY10" fmla="*/ 1883980 h 1942963"/>
              <a:gd name="connsiteX11" fmla="*/ 4007591 w 5211651"/>
              <a:gd name="connsiteY11" fmla="*/ 1883980 h 1942963"/>
              <a:gd name="connsiteX12" fmla="*/ 4606373 w 5211651"/>
              <a:gd name="connsiteY12" fmla="*/ 1942555 h 1942963"/>
              <a:gd name="connsiteX13" fmla="*/ 4930253 w 5211651"/>
              <a:gd name="connsiteY13" fmla="*/ 1875659 h 1942963"/>
              <a:gd name="connsiteX14" fmla="*/ 5138516 w 5211651"/>
              <a:gd name="connsiteY14" fmla="*/ 1740787 h 1942963"/>
              <a:gd name="connsiteX15" fmla="*/ 5211651 w 5211651"/>
              <a:gd name="connsiteY15"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05051 w 5211651"/>
              <a:gd name="connsiteY3" fmla="*/ 34446 h 1942963"/>
              <a:gd name="connsiteX4" fmla="*/ 1709075 w 5211651"/>
              <a:gd name="connsiteY4" fmla="*/ 153400 h 1942963"/>
              <a:gd name="connsiteX5" fmla="*/ 1779573 w 5211651"/>
              <a:gd name="connsiteY5" fmla="*/ 474206 h 1942963"/>
              <a:gd name="connsiteX6" fmla="*/ 1892966 w 5211651"/>
              <a:gd name="connsiteY6" fmla="*/ 973051 h 1942963"/>
              <a:gd name="connsiteX7" fmla="*/ 2290987 w 5211651"/>
              <a:gd name="connsiteY7" fmla="*/ 1556924 h 1942963"/>
              <a:gd name="connsiteX8" fmla="*/ 2674253 w 5211651"/>
              <a:gd name="connsiteY8" fmla="*/ 1695774 h 1942963"/>
              <a:gd name="connsiteX9" fmla="*/ 3090996 w 5211651"/>
              <a:gd name="connsiteY9" fmla="*/ 1862097 h 1942963"/>
              <a:gd name="connsiteX10" fmla="*/ 3367957 w 5211651"/>
              <a:gd name="connsiteY10" fmla="*/ 1883980 h 1942963"/>
              <a:gd name="connsiteX11" fmla="*/ 4007591 w 5211651"/>
              <a:gd name="connsiteY11" fmla="*/ 1883980 h 1942963"/>
              <a:gd name="connsiteX12" fmla="*/ 4606373 w 5211651"/>
              <a:gd name="connsiteY12" fmla="*/ 1942555 h 1942963"/>
              <a:gd name="connsiteX13" fmla="*/ 4930253 w 5211651"/>
              <a:gd name="connsiteY13" fmla="*/ 1875659 h 1942963"/>
              <a:gd name="connsiteX14" fmla="*/ 5138516 w 5211651"/>
              <a:gd name="connsiteY14" fmla="*/ 1740787 h 1942963"/>
              <a:gd name="connsiteX15" fmla="*/ 5211651 w 5211651"/>
              <a:gd name="connsiteY15"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709075 w 5211651"/>
              <a:gd name="connsiteY3" fmla="*/ 153400 h 1942963"/>
              <a:gd name="connsiteX4" fmla="*/ 1779573 w 5211651"/>
              <a:gd name="connsiteY4" fmla="*/ 474206 h 1942963"/>
              <a:gd name="connsiteX5" fmla="*/ 1892966 w 5211651"/>
              <a:gd name="connsiteY5" fmla="*/ 973051 h 1942963"/>
              <a:gd name="connsiteX6" fmla="*/ 2290987 w 5211651"/>
              <a:gd name="connsiteY6" fmla="*/ 155692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79573 w 5211651"/>
              <a:gd name="connsiteY4" fmla="*/ 474206 h 1942963"/>
              <a:gd name="connsiteX5" fmla="*/ 1892966 w 5211651"/>
              <a:gd name="connsiteY5" fmla="*/ 973051 h 1942963"/>
              <a:gd name="connsiteX6" fmla="*/ 2290987 w 5211651"/>
              <a:gd name="connsiteY6" fmla="*/ 155692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46527 w 5211651"/>
              <a:gd name="connsiteY4" fmla="*/ 490633 h 1942963"/>
              <a:gd name="connsiteX5" fmla="*/ 1892966 w 5211651"/>
              <a:gd name="connsiteY5" fmla="*/ 973051 h 1942963"/>
              <a:gd name="connsiteX6" fmla="*/ 2290987 w 5211651"/>
              <a:gd name="connsiteY6" fmla="*/ 155692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46527 w 5211651"/>
              <a:gd name="connsiteY4" fmla="*/ 490633 h 1942963"/>
              <a:gd name="connsiteX5" fmla="*/ 1892966 w 5211651"/>
              <a:gd name="connsiteY5" fmla="*/ 973051 h 1942963"/>
              <a:gd name="connsiteX6" fmla="*/ 2126269 w 5211651"/>
              <a:gd name="connsiteY6" fmla="*/ 149113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46527 w 5211651"/>
              <a:gd name="connsiteY4" fmla="*/ 490633 h 1942963"/>
              <a:gd name="connsiteX5" fmla="*/ 1829891 w 5211651"/>
              <a:gd name="connsiteY5" fmla="*/ 1045312 h 1942963"/>
              <a:gd name="connsiteX6" fmla="*/ 2126269 w 5211651"/>
              <a:gd name="connsiteY6" fmla="*/ 149113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46527 w 5211651"/>
              <a:gd name="connsiteY4" fmla="*/ 490633 h 1942963"/>
              <a:gd name="connsiteX5" fmla="*/ 1829891 w 5211651"/>
              <a:gd name="connsiteY5" fmla="*/ 1045312 h 1942963"/>
              <a:gd name="connsiteX6" fmla="*/ 2126269 w 5211651"/>
              <a:gd name="connsiteY6" fmla="*/ 1491134 h 1942963"/>
              <a:gd name="connsiteX7" fmla="*/ 2674253 w 5211651"/>
              <a:gd name="connsiteY7" fmla="*/ 1695774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42963"/>
              <a:gd name="connsiteX1" fmla="*/ 349961 w 5211651"/>
              <a:gd name="connsiteY1" fmla="*/ 65366 h 1942963"/>
              <a:gd name="connsiteX2" fmla="*/ 954180 w 5211651"/>
              <a:gd name="connsiteY2" fmla="*/ 420955 h 1942963"/>
              <a:gd name="connsiteX3" fmla="*/ 1523427 w 5211651"/>
              <a:gd name="connsiteY3" fmla="*/ 221408 h 1942963"/>
              <a:gd name="connsiteX4" fmla="*/ 1746527 w 5211651"/>
              <a:gd name="connsiteY4" fmla="*/ 490633 h 1942963"/>
              <a:gd name="connsiteX5" fmla="*/ 1829891 w 5211651"/>
              <a:gd name="connsiteY5" fmla="*/ 1045312 h 1942963"/>
              <a:gd name="connsiteX6" fmla="*/ 2126269 w 5211651"/>
              <a:gd name="connsiteY6" fmla="*/ 1491134 h 1942963"/>
              <a:gd name="connsiteX7" fmla="*/ 2628396 w 5211651"/>
              <a:gd name="connsiteY7" fmla="*/ 1765895 h 1942963"/>
              <a:gd name="connsiteX8" fmla="*/ 3090996 w 5211651"/>
              <a:gd name="connsiteY8" fmla="*/ 1862097 h 1942963"/>
              <a:gd name="connsiteX9" fmla="*/ 3367957 w 5211651"/>
              <a:gd name="connsiteY9" fmla="*/ 1883980 h 1942963"/>
              <a:gd name="connsiteX10" fmla="*/ 4007591 w 5211651"/>
              <a:gd name="connsiteY10" fmla="*/ 1883980 h 1942963"/>
              <a:gd name="connsiteX11" fmla="*/ 4606373 w 5211651"/>
              <a:gd name="connsiteY11" fmla="*/ 1942555 h 1942963"/>
              <a:gd name="connsiteX12" fmla="*/ 4930253 w 5211651"/>
              <a:gd name="connsiteY12" fmla="*/ 1875659 h 1942963"/>
              <a:gd name="connsiteX13" fmla="*/ 5138516 w 5211651"/>
              <a:gd name="connsiteY13" fmla="*/ 1740787 h 1942963"/>
              <a:gd name="connsiteX14" fmla="*/ 5211651 w 5211651"/>
              <a:gd name="connsiteY14" fmla="*/ 1695864 h 1942963"/>
              <a:gd name="connsiteX0" fmla="*/ 0 w 5211651"/>
              <a:gd name="connsiteY0" fmla="*/ 0 h 1950628"/>
              <a:gd name="connsiteX1" fmla="*/ 349961 w 5211651"/>
              <a:gd name="connsiteY1" fmla="*/ 65366 h 1950628"/>
              <a:gd name="connsiteX2" fmla="*/ 954180 w 5211651"/>
              <a:gd name="connsiteY2" fmla="*/ 420955 h 1950628"/>
              <a:gd name="connsiteX3" fmla="*/ 1523427 w 5211651"/>
              <a:gd name="connsiteY3" fmla="*/ 221408 h 1950628"/>
              <a:gd name="connsiteX4" fmla="*/ 1746527 w 5211651"/>
              <a:gd name="connsiteY4" fmla="*/ 490633 h 1950628"/>
              <a:gd name="connsiteX5" fmla="*/ 1829891 w 5211651"/>
              <a:gd name="connsiteY5" fmla="*/ 1045312 h 1950628"/>
              <a:gd name="connsiteX6" fmla="*/ 2126269 w 5211651"/>
              <a:gd name="connsiteY6" fmla="*/ 1491134 h 1950628"/>
              <a:gd name="connsiteX7" fmla="*/ 2628396 w 5211651"/>
              <a:gd name="connsiteY7" fmla="*/ 1765895 h 1950628"/>
              <a:gd name="connsiteX8" fmla="*/ 3090996 w 5211651"/>
              <a:gd name="connsiteY8" fmla="*/ 1862097 h 1950628"/>
              <a:gd name="connsiteX9" fmla="*/ 3370592 w 5211651"/>
              <a:gd name="connsiteY9" fmla="*/ 1950543 h 1950628"/>
              <a:gd name="connsiteX10" fmla="*/ 4007591 w 5211651"/>
              <a:gd name="connsiteY10" fmla="*/ 1883980 h 1950628"/>
              <a:gd name="connsiteX11" fmla="*/ 4606373 w 5211651"/>
              <a:gd name="connsiteY11" fmla="*/ 1942555 h 1950628"/>
              <a:gd name="connsiteX12" fmla="*/ 4930253 w 5211651"/>
              <a:gd name="connsiteY12" fmla="*/ 1875659 h 1950628"/>
              <a:gd name="connsiteX13" fmla="*/ 5138516 w 5211651"/>
              <a:gd name="connsiteY13" fmla="*/ 1740787 h 1950628"/>
              <a:gd name="connsiteX14" fmla="*/ 5211651 w 5211651"/>
              <a:gd name="connsiteY14" fmla="*/ 1695864 h 1950628"/>
              <a:gd name="connsiteX0" fmla="*/ 0 w 5211651"/>
              <a:gd name="connsiteY0" fmla="*/ 0 h 1952861"/>
              <a:gd name="connsiteX1" fmla="*/ 349961 w 5211651"/>
              <a:gd name="connsiteY1" fmla="*/ 65366 h 1952861"/>
              <a:gd name="connsiteX2" fmla="*/ 954180 w 5211651"/>
              <a:gd name="connsiteY2" fmla="*/ 420955 h 1952861"/>
              <a:gd name="connsiteX3" fmla="*/ 1523427 w 5211651"/>
              <a:gd name="connsiteY3" fmla="*/ 221408 h 1952861"/>
              <a:gd name="connsiteX4" fmla="*/ 1746527 w 5211651"/>
              <a:gd name="connsiteY4" fmla="*/ 490633 h 1952861"/>
              <a:gd name="connsiteX5" fmla="*/ 1829891 w 5211651"/>
              <a:gd name="connsiteY5" fmla="*/ 1045312 h 1952861"/>
              <a:gd name="connsiteX6" fmla="*/ 2126269 w 5211651"/>
              <a:gd name="connsiteY6" fmla="*/ 1491134 h 1952861"/>
              <a:gd name="connsiteX7" fmla="*/ 2628396 w 5211651"/>
              <a:gd name="connsiteY7" fmla="*/ 1765895 h 1952861"/>
              <a:gd name="connsiteX8" fmla="*/ 3061817 w 5211651"/>
              <a:gd name="connsiteY8" fmla="*/ 1920994 h 1952861"/>
              <a:gd name="connsiteX9" fmla="*/ 3370592 w 5211651"/>
              <a:gd name="connsiteY9" fmla="*/ 1950543 h 1952861"/>
              <a:gd name="connsiteX10" fmla="*/ 4007591 w 5211651"/>
              <a:gd name="connsiteY10" fmla="*/ 1883980 h 1952861"/>
              <a:gd name="connsiteX11" fmla="*/ 4606373 w 5211651"/>
              <a:gd name="connsiteY11" fmla="*/ 1942555 h 1952861"/>
              <a:gd name="connsiteX12" fmla="*/ 4930253 w 5211651"/>
              <a:gd name="connsiteY12" fmla="*/ 1875659 h 1952861"/>
              <a:gd name="connsiteX13" fmla="*/ 5138516 w 5211651"/>
              <a:gd name="connsiteY13" fmla="*/ 1740787 h 1952861"/>
              <a:gd name="connsiteX14" fmla="*/ 5211651 w 5211651"/>
              <a:gd name="connsiteY14" fmla="*/ 1695864 h 1952861"/>
              <a:gd name="connsiteX0" fmla="*/ 0 w 5211651"/>
              <a:gd name="connsiteY0" fmla="*/ 0 h 1956072"/>
              <a:gd name="connsiteX1" fmla="*/ 349961 w 5211651"/>
              <a:gd name="connsiteY1" fmla="*/ 65366 h 1956072"/>
              <a:gd name="connsiteX2" fmla="*/ 954180 w 5211651"/>
              <a:gd name="connsiteY2" fmla="*/ 420955 h 1956072"/>
              <a:gd name="connsiteX3" fmla="*/ 1523427 w 5211651"/>
              <a:gd name="connsiteY3" fmla="*/ 221408 h 1956072"/>
              <a:gd name="connsiteX4" fmla="*/ 1746527 w 5211651"/>
              <a:gd name="connsiteY4" fmla="*/ 490633 h 1956072"/>
              <a:gd name="connsiteX5" fmla="*/ 1829891 w 5211651"/>
              <a:gd name="connsiteY5" fmla="*/ 1045312 h 1956072"/>
              <a:gd name="connsiteX6" fmla="*/ 2126269 w 5211651"/>
              <a:gd name="connsiteY6" fmla="*/ 1491134 h 1956072"/>
              <a:gd name="connsiteX7" fmla="*/ 2628396 w 5211651"/>
              <a:gd name="connsiteY7" fmla="*/ 1765895 h 1956072"/>
              <a:gd name="connsiteX8" fmla="*/ 3061817 w 5211651"/>
              <a:gd name="connsiteY8" fmla="*/ 1920994 h 1956072"/>
              <a:gd name="connsiteX9" fmla="*/ 3370592 w 5211651"/>
              <a:gd name="connsiteY9" fmla="*/ 1950543 h 1956072"/>
              <a:gd name="connsiteX10" fmla="*/ 3989773 w 5211651"/>
              <a:gd name="connsiteY10" fmla="*/ 1838783 h 1956072"/>
              <a:gd name="connsiteX11" fmla="*/ 4606373 w 5211651"/>
              <a:gd name="connsiteY11" fmla="*/ 1942555 h 1956072"/>
              <a:gd name="connsiteX12" fmla="*/ 4930253 w 5211651"/>
              <a:gd name="connsiteY12" fmla="*/ 1875659 h 1956072"/>
              <a:gd name="connsiteX13" fmla="*/ 5138516 w 5211651"/>
              <a:gd name="connsiteY13" fmla="*/ 1740787 h 1956072"/>
              <a:gd name="connsiteX14" fmla="*/ 5211651 w 5211651"/>
              <a:gd name="connsiteY14" fmla="*/ 1695864 h 195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11651" h="1956072">
                <a:moveTo>
                  <a:pt x="0" y="0"/>
                </a:moveTo>
                <a:lnTo>
                  <a:pt x="349961" y="65366"/>
                </a:lnTo>
                <a:cubicBezTo>
                  <a:pt x="561047" y="105725"/>
                  <a:pt x="762404" y="330140"/>
                  <a:pt x="954180" y="420955"/>
                </a:cubicBezTo>
                <a:cubicBezTo>
                  <a:pt x="1180699" y="435627"/>
                  <a:pt x="1391369" y="209795"/>
                  <a:pt x="1523427" y="221408"/>
                </a:cubicBezTo>
                <a:cubicBezTo>
                  <a:pt x="1655485" y="233021"/>
                  <a:pt x="1695450" y="353316"/>
                  <a:pt x="1746527" y="490633"/>
                </a:cubicBezTo>
                <a:cubicBezTo>
                  <a:pt x="1797604" y="627950"/>
                  <a:pt x="1771479" y="896129"/>
                  <a:pt x="1829891" y="1045312"/>
                </a:cubicBezTo>
                <a:cubicBezTo>
                  <a:pt x="1904293" y="1247353"/>
                  <a:pt x="1993185" y="1371037"/>
                  <a:pt x="2126269" y="1491134"/>
                </a:cubicBezTo>
                <a:cubicBezTo>
                  <a:pt x="2259353" y="1611231"/>
                  <a:pt x="2472471" y="1694252"/>
                  <a:pt x="2628396" y="1765895"/>
                </a:cubicBezTo>
                <a:cubicBezTo>
                  <a:pt x="2784321" y="1837538"/>
                  <a:pt x="2938118" y="1890219"/>
                  <a:pt x="3061817" y="1920994"/>
                </a:cubicBezTo>
                <a:cubicBezTo>
                  <a:pt x="3185516" y="1951769"/>
                  <a:pt x="3215933" y="1964245"/>
                  <a:pt x="3370592" y="1950543"/>
                </a:cubicBezTo>
                <a:cubicBezTo>
                  <a:pt x="3525251" y="1936841"/>
                  <a:pt x="3783810" y="1840114"/>
                  <a:pt x="3989773" y="1838783"/>
                </a:cubicBezTo>
                <a:cubicBezTo>
                  <a:pt x="4195737" y="1837452"/>
                  <a:pt x="4449626" y="1936409"/>
                  <a:pt x="4606373" y="1942555"/>
                </a:cubicBezTo>
                <a:cubicBezTo>
                  <a:pt x="4763120" y="1948701"/>
                  <a:pt x="4832515" y="1920007"/>
                  <a:pt x="4930253" y="1875659"/>
                </a:cubicBezTo>
                <a:cubicBezTo>
                  <a:pt x="5008704" y="1840048"/>
                  <a:pt x="5038798" y="1803174"/>
                  <a:pt x="5138516" y="1740787"/>
                </a:cubicBezTo>
                <a:lnTo>
                  <a:pt x="5211651" y="1695864"/>
                </a:lnTo>
              </a:path>
            </a:pathLst>
          </a:custGeom>
          <a:noFill/>
          <a:ln w="6350" cap="rnd">
            <a:solidFill>
              <a:schemeClr val="tx1">
                <a:alpha val="35000"/>
              </a:schemeClr>
            </a:solidFill>
            <a:prstDash val="dash"/>
            <a:round/>
          </a:ln>
        </p:spPr>
        <p:txBody>
          <a:bodyPr wrap="square" rtlCol="0" anchor="ctr">
            <a:noAutofit/>
          </a:bodyPr>
          <a:lstStyle/>
          <a:p>
            <a:endParaRPr lang="en-US"/>
          </a:p>
        </p:txBody>
      </p:sp>
    </p:spTree>
    <p:extLst>
      <p:ext uri="{BB962C8B-B14F-4D97-AF65-F5344CB8AC3E}">
        <p14:creationId xmlns:p14="http://schemas.microsoft.com/office/powerpoint/2010/main" val="41435614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 Content + Photo_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5" y="293580"/>
            <a:ext cx="5663734" cy="1709124"/>
          </a:xfrm>
        </p:spPr>
        <p:txBody>
          <a:bodyPr>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294064" y="2195398"/>
            <a:ext cx="5663735" cy="389499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21" name="Freeform: Shape 20">
            <a:extLst>
              <a:ext uri="{FF2B5EF4-FFF2-40B4-BE49-F238E27FC236}">
                <a16:creationId xmlns:a16="http://schemas.microsoft.com/office/drawing/2014/main" id="{62993535-71FD-2107-4562-075B30E63C26}"/>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7A897459-6330-D03E-C0E0-8E1BD7FE97CC}"/>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E21C4BD6-5094-CD4B-F047-02DF2A6CD8BD}"/>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A05B25A8-396E-5CFF-86B4-DCF05296154F}"/>
              </a:ext>
            </a:extLst>
          </p:cNvPr>
          <p:cNvSpPr/>
          <p:nvPr userDrawn="1"/>
        </p:nvSpPr>
        <p:spPr>
          <a:xfrm rot="10720826" flipV="1">
            <a:off x="9767172" y="6096286"/>
            <a:ext cx="829959" cy="795078"/>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470576 w 1307563"/>
              <a:gd name="connsiteY0" fmla="*/ 936185 h 936186"/>
              <a:gd name="connsiteX1" fmla="*/ 3647 w 1307563"/>
              <a:gd name="connsiteY1" fmla="*/ 524232 h 936186"/>
              <a:gd name="connsiteX2" fmla="*/ 269942 w 1307563"/>
              <a:gd name="connsiteY2" fmla="*/ 446086 h 936186"/>
              <a:gd name="connsiteX3" fmla="*/ 571445 w 1307563"/>
              <a:gd name="connsiteY3" fmla="*/ 302609 h 936186"/>
              <a:gd name="connsiteX4" fmla="*/ 863386 w 1307563"/>
              <a:gd name="connsiteY4" fmla="*/ 360045 h 936186"/>
              <a:gd name="connsiteX5" fmla="*/ 1073888 w 1307563"/>
              <a:gd name="connsiteY5" fmla="*/ 386334 h 936186"/>
              <a:gd name="connsiteX6" fmla="*/ 1250768 w 1307563"/>
              <a:gd name="connsiteY6" fmla="*/ 0 h 936186"/>
              <a:gd name="connsiteX0" fmla="*/ 200708 w 1037695"/>
              <a:gd name="connsiteY0" fmla="*/ 936185 h 936185"/>
              <a:gd name="connsiteX1" fmla="*/ 272161 w 1037695"/>
              <a:gd name="connsiteY1" fmla="*/ 747256 h 936185"/>
              <a:gd name="connsiteX2" fmla="*/ 74 w 1037695"/>
              <a:gd name="connsiteY2" fmla="*/ 446086 h 936185"/>
              <a:gd name="connsiteX3" fmla="*/ 301577 w 1037695"/>
              <a:gd name="connsiteY3" fmla="*/ 302609 h 936185"/>
              <a:gd name="connsiteX4" fmla="*/ 593518 w 1037695"/>
              <a:gd name="connsiteY4" fmla="*/ 360045 h 936185"/>
              <a:gd name="connsiteX5" fmla="*/ 804020 w 1037695"/>
              <a:gd name="connsiteY5" fmla="*/ 386334 h 936185"/>
              <a:gd name="connsiteX6" fmla="*/ 980900 w 1037695"/>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100869 w 836987"/>
              <a:gd name="connsiteY3" fmla="*/ 302609 h 936185"/>
              <a:gd name="connsiteX4" fmla="*/ 392810 w 836987"/>
              <a:gd name="connsiteY4" fmla="*/ 360045 h 936185"/>
              <a:gd name="connsiteX5" fmla="*/ 603312 w 836987"/>
              <a:gd name="connsiteY5" fmla="*/ 386334 h 936185"/>
              <a:gd name="connsiteX6" fmla="*/ 780192 w 836987"/>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283628 w 836987"/>
              <a:gd name="connsiteY3" fmla="*/ 544868 h 936185"/>
              <a:gd name="connsiteX4" fmla="*/ 392810 w 836987"/>
              <a:gd name="connsiteY4" fmla="*/ 360045 h 936185"/>
              <a:gd name="connsiteX5" fmla="*/ 603312 w 836987"/>
              <a:gd name="connsiteY5" fmla="*/ 386334 h 936185"/>
              <a:gd name="connsiteX6" fmla="*/ 780192 w 836987"/>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283628 w 836987"/>
              <a:gd name="connsiteY3" fmla="*/ 544868 h 936185"/>
              <a:gd name="connsiteX4" fmla="*/ 557950 w 836987"/>
              <a:gd name="connsiteY4" fmla="*/ 541785 h 936185"/>
              <a:gd name="connsiteX5" fmla="*/ 603312 w 836987"/>
              <a:gd name="connsiteY5" fmla="*/ 386334 h 936185"/>
              <a:gd name="connsiteX6" fmla="*/ 780192 w 836987"/>
              <a:gd name="connsiteY6" fmla="*/ 0 h 936185"/>
              <a:gd name="connsiteX0" fmla="*/ 0 w 889309"/>
              <a:gd name="connsiteY0" fmla="*/ 936185 h 936185"/>
              <a:gd name="connsiteX1" fmla="*/ 71453 w 889309"/>
              <a:gd name="connsiteY1" fmla="*/ 747256 h 936185"/>
              <a:gd name="connsiteX2" fmla="*/ 167425 w 889309"/>
              <a:gd name="connsiteY2" fmla="*/ 641608 h 936185"/>
              <a:gd name="connsiteX3" fmla="*/ 283628 w 889309"/>
              <a:gd name="connsiteY3" fmla="*/ 544868 h 936185"/>
              <a:gd name="connsiteX4" fmla="*/ 557950 w 889309"/>
              <a:gd name="connsiteY4" fmla="*/ 541785 h 936185"/>
              <a:gd name="connsiteX5" fmla="*/ 815260 w 889309"/>
              <a:gd name="connsiteY5" fmla="*/ 441608 h 936185"/>
              <a:gd name="connsiteX6" fmla="*/ 780192 w 889309"/>
              <a:gd name="connsiteY6" fmla="*/ 0 h 936185"/>
              <a:gd name="connsiteX0" fmla="*/ 0 w 879885"/>
              <a:gd name="connsiteY0" fmla="*/ 936185 h 936185"/>
              <a:gd name="connsiteX1" fmla="*/ 71453 w 879885"/>
              <a:gd name="connsiteY1" fmla="*/ 747256 h 936185"/>
              <a:gd name="connsiteX2" fmla="*/ 167425 w 879885"/>
              <a:gd name="connsiteY2" fmla="*/ 641608 h 936185"/>
              <a:gd name="connsiteX3" fmla="*/ 283628 w 879885"/>
              <a:gd name="connsiteY3" fmla="*/ 544868 h 936185"/>
              <a:gd name="connsiteX4" fmla="*/ 557950 w 879885"/>
              <a:gd name="connsiteY4" fmla="*/ 541785 h 936185"/>
              <a:gd name="connsiteX5" fmla="*/ 815260 w 879885"/>
              <a:gd name="connsiteY5" fmla="*/ 441608 h 936185"/>
              <a:gd name="connsiteX6" fmla="*/ 780192 w 879885"/>
              <a:gd name="connsiteY6" fmla="*/ 0 h 936185"/>
              <a:gd name="connsiteX0" fmla="*/ 0 w 879885"/>
              <a:gd name="connsiteY0" fmla="*/ 936185 h 936185"/>
              <a:gd name="connsiteX1" fmla="*/ 71453 w 879885"/>
              <a:gd name="connsiteY1" fmla="*/ 747256 h 936185"/>
              <a:gd name="connsiteX2" fmla="*/ 167425 w 879885"/>
              <a:gd name="connsiteY2" fmla="*/ 641608 h 936185"/>
              <a:gd name="connsiteX3" fmla="*/ 283628 w 879885"/>
              <a:gd name="connsiteY3" fmla="*/ 544868 h 936185"/>
              <a:gd name="connsiteX4" fmla="*/ 557950 w 879885"/>
              <a:gd name="connsiteY4" fmla="*/ 541785 h 936185"/>
              <a:gd name="connsiteX5" fmla="*/ 815260 w 879885"/>
              <a:gd name="connsiteY5" fmla="*/ 441608 h 936185"/>
              <a:gd name="connsiteX6" fmla="*/ 780192 w 879885"/>
              <a:gd name="connsiteY6" fmla="*/ 0 h 936185"/>
              <a:gd name="connsiteX0" fmla="*/ 0 w 859173"/>
              <a:gd name="connsiteY0" fmla="*/ 883812 h 883812"/>
              <a:gd name="connsiteX1" fmla="*/ 71453 w 859173"/>
              <a:gd name="connsiteY1" fmla="*/ 694883 h 883812"/>
              <a:gd name="connsiteX2" fmla="*/ 167425 w 859173"/>
              <a:gd name="connsiteY2" fmla="*/ 589235 h 883812"/>
              <a:gd name="connsiteX3" fmla="*/ 283628 w 859173"/>
              <a:gd name="connsiteY3" fmla="*/ 492495 h 883812"/>
              <a:gd name="connsiteX4" fmla="*/ 557950 w 859173"/>
              <a:gd name="connsiteY4" fmla="*/ 489412 h 883812"/>
              <a:gd name="connsiteX5" fmla="*/ 815260 w 859173"/>
              <a:gd name="connsiteY5" fmla="*/ 389235 h 883812"/>
              <a:gd name="connsiteX6" fmla="*/ 742883 w 859173"/>
              <a:gd name="connsiteY6" fmla="*/ 0 h 883812"/>
              <a:gd name="connsiteX0" fmla="*/ 0 w 819837"/>
              <a:gd name="connsiteY0" fmla="*/ 883812 h 883812"/>
              <a:gd name="connsiteX1" fmla="*/ 71453 w 819837"/>
              <a:gd name="connsiteY1" fmla="*/ 694883 h 883812"/>
              <a:gd name="connsiteX2" fmla="*/ 167425 w 819837"/>
              <a:gd name="connsiteY2" fmla="*/ 589235 h 883812"/>
              <a:gd name="connsiteX3" fmla="*/ 283628 w 819837"/>
              <a:gd name="connsiteY3" fmla="*/ 492495 h 883812"/>
              <a:gd name="connsiteX4" fmla="*/ 557950 w 819837"/>
              <a:gd name="connsiteY4" fmla="*/ 489412 h 883812"/>
              <a:gd name="connsiteX5" fmla="*/ 815260 w 819837"/>
              <a:gd name="connsiteY5" fmla="*/ 389235 h 883812"/>
              <a:gd name="connsiteX6" fmla="*/ 742883 w 819837"/>
              <a:gd name="connsiteY6" fmla="*/ 0 h 88381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5260 w 834934"/>
              <a:gd name="connsiteY5" fmla="*/ 443085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5260 w 834934"/>
              <a:gd name="connsiteY5" fmla="*/ 443085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319 w 834934"/>
              <a:gd name="connsiteY4" fmla="*/ 511175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283628 w 834934"/>
              <a:gd name="connsiteY2" fmla="*/ 546345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98382 w 834934"/>
              <a:gd name="connsiteY1" fmla="*/ 725533 h 937662"/>
              <a:gd name="connsiteX2" fmla="*/ 283628 w 834934"/>
              <a:gd name="connsiteY2" fmla="*/ 546345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98382 w 834934"/>
              <a:gd name="connsiteY1" fmla="*/ 725533 h 937662"/>
              <a:gd name="connsiteX2" fmla="*/ 277586 w 834934"/>
              <a:gd name="connsiteY2" fmla="*/ 517614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111625 w 834934"/>
              <a:gd name="connsiteY1" fmla="*/ 702703 h 937662"/>
              <a:gd name="connsiteX2" fmla="*/ 277586 w 834934"/>
              <a:gd name="connsiteY2" fmla="*/ 517614 h 937662"/>
              <a:gd name="connsiteX3" fmla="*/ 557319 w 834934"/>
              <a:gd name="connsiteY3" fmla="*/ 511175 h 937662"/>
              <a:gd name="connsiteX4" fmla="*/ 816484 w 834934"/>
              <a:gd name="connsiteY4" fmla="*/ 366003 h 937662"/>
              <a:gd name="connsiteX5" fmla="*/ 834934 w 834934"/>
              <a:gd name="connsiteY5" fmla="*/ 0 h 93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934" h="937662">
                <a:moveTo>
                  <a:pt x="0" y="937662"/>
                </a:moveTo>
                <a:cubicBezTo>
                  <a:pt x="77438" y="915659"/>
                  <a:pt x="65361" y="772711"/>
                  <a:pt x="111625" y="702703"/>
                </a:cubicBezTo>
                <a:cubicBezTo>
                  <a:pt x="157889" y="632695"/>
                  <a:pt x="203304" y="549535"/>
                  <a:pt x="277586" y="517614"/>
                </a:cubicBezTo>
                <a:cubicBezTo>
                  <a:pt x="351868" y="485693"/>
                  <a:pt x="467503" y="536443"/>
                  <a:pt x="557319" y="511175"/>
                </a:cubicBezTo>
                <a:cubicBezTo>
                  <a:pt x="647135" y="485907"/>
                  <a:pt x="806309" y="531520"/>
                  <a:pt x="816484" y="366003"/>
                </a:cubicBezTo>
                <a:cubicBezTo>
                  <a:pt x="852530" y="289801"/>
                  <a:pt x="680318" y="210849"/>
                  <a:pt x="834934" y="0"/>
                </a:cubicBezTo>
              </a:path>
            </a:pathLst>
          </a:custGeom>
          <a:noFill/>
          <a:ln w="9525" cap="rnd">
            <a:solidFill>
              <a:schemeClr val="tx1">
                <a:alpha val="35000"/>
              </a:schemeClr>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DBB5723A-FDA7-D27F-6E13-11787E54A850}"/>
              </a:ext>
            </a:extLst>
          </p:cNvPr>
          <p:cNvSpPr/>
          <p:nvPr userDrawn="1"/>
        </p:nvSpPr>
        <p:spPr>
          <a:xfrm rot="5400000" flipV="1">
            <a:off x="10139862" y="5837752"/>
            <a:ext cx="278097" cy="618392"/>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8E5CA126-F4D9-0EFF-49BF-C06E4434BE58}"/>
              </a:ext>
            </a:extLst>
          </p:cNvPr>
          <p:cNvSpPr/>
          <p:nvPr userDrawn="1"/>
        </p:nvSpPr>
        <p:spPr>
          <a:xfrm rot="10720826">
            <a:off x="6514278" y="3886689"/>
            <a:ext cx="632480" cy="295079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883526"/>
              <a:gd name="connsiteY0" fmla="*/ 4384769 h 4389130"/>
              <a:gd name="connsiteX1" fmla="*/ 601587 w 5883526"/>
              <a:gd name="connsiteY1" fmla="*/ 3723457 h 4389130"/>
              <a:gd name="connsiteX2" fmla="*/ 1080723 w 5883526"/>
              <a:gd name="connsiteY2" fmla="*/ 3384914 h 4389130"/>
              <a:gd name="connsiteX3" fmla="*/ 1782538 w 5883526"/>
              <a:gd name="connsiteY3" fmla="*/ 2893678 h 4389130"/>
              <a:gd name="connsiteX4" fmla="*/ 2151149 w 5883526"/>
              <a:gd name="connsiteY4" fmla="*/ 2979146 h 4389130"/>
              <a:gd name="connsiteX5" fmla="*/ 2442597 w 5883526"/>
              <a:gd name="connsiteY5" fmla="*/ 3469754 h 4389130"/>
              <a:gd name="connsiteX6" fmla="*/ 2781847 w 5883526"/>
              <a:gd name="connsiteY6" fmla="*/ 3941165 h 4389130"/>
              <a:gd name="connsiteX7" fmla="*/ 2973780 w 5883526"/>
              <a:gd name="connsiteY7" fmla="*/ 4176258 h 4389130"/>
              <a:gd name="connsiteX8" fmla="*/ 3213049 w 5883526"/>
              <a:gd name="connsiteY8" fmla="*/ 4205024 h 4389130"/>
              <a:gd name="connsiteX9" fmla="*/ 3866654 w 5883526"/>
              <a:gd name="connsiteY9" fmla="*/ 4180640 h 4389130"/>
              <a:gd name="connsiteX10" fmla="*/ 4122400 w 5883526"/>
              <a:gd name="connsiteY10" fmla="*/ 4230646 h 4389130"/>
              <a:gd name="connsiteX11" fmla="*/ 4409054 w 5883526"/>
              <a:gd name="connsiteY11" fmla="*/ 3948939 h 4389130"/>
              <a:gd name="connsiteX12" fmla="*/ 4876205 w 5883526"/>
              <a:gd name="connsiteY12" fmla="*/ 3841244 h 4389130"/>
              <a:gd name="connsiteX13" fmla="*/ 5434084 w 5883526"/>
              <a:gd name="connsiteY13" fmla="*/ 3646097 h 4389130"/>
              <a:gd name="connsiteX14" fmla="*/ 5713764 w 5883526"/>
              <a:gd name="connsiteY14" fmla="*/ 3465757 h 4389130"/>
              <a:gd name="connsiteX15" fmla="*/ 5883470 w 5883526"/>
              <a:gd name="connsiteY15" fmla="*/ 2870843 h 4389130"/>
              <a:gd name="connsiteX16" fmla="*/ 5697278 w 5883526"/>
              <a:gd name="connsiteY16" fmla="*/ 1932693 h 4389130"/>
              <a:gd name="connsiteX17" fmla="*/ 5247641 w 5883526"/>
              <a:gd name="connsiteY17" fmla="*/ 1192785 h 4389130"/>
              <a:gd name="connsiteX18" fmla="*/ 5272837 w 5883526"/>
              <a:gd name="connsiteY18" fmla="*/ 428256 h 4389130"/>
              <a:gd name="connsiteX19" fmla="*/ 5737927 w 5883526"/>
              <a:gd name="connsiteY19" fmla="*/ 0 h 4389130"/>
              <a:gd name="connsiteX0" fmla="*/ 0 w 5864971"/>
              <a:gd name="connsiteY0" fmla="*/ 4889230 h 4891788"/>
              <a:gd name="connsiteX1" fmla="*/ 583032 w 5864971"/>
              <a:gd name="connsiteY1" fmla="*/ 3723457 h 4891788"/>
              <a:gd name="connsiteX2" fmla="*/ 1062168 w 5864971"/>
              <a:gd name="connsiteY2" fmla="*/ 3384914 h 4891788"/>
              <a:gd name="connsiteX3" fmla="*/ 1763983 w 5864971"/>
              <a:gd name="connsiteY3" fmla="*/ 289367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060598 w 5864971"/>
              <a:gd name="connsiteY4" fmla="*/ 3212940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663"/>
              <a:gd name="connsiteX1" fmla="*/ 583032 w 5864971"/>
              <a:gd name="connsiteY1" fmla="*/ 3723457 h 4891663"/>
              <a:gd name="connsiteX2" fmla="*/ 1182804 w 5864971"/>
              <a:gd name="connsiteY2" fmla="*/ 3702371 h 4891663"/>
              <a:gd name="connsiteX3" fmla="*/ 1674024 w 5864971"/>
              <a:gd name="connsiteY3" fmla="*/ 3202208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91663"/>
              <a:gd name="connsiteX1" fmla="*/ 583032 w 5864971"/>
              <a:gd name="connsiteY1" fmla="*/ 3723457 h 4891663"/>
              <a:gd name="connsiteX2" fmla="*/ 1182804 w 5864971"/>
              <a:gd name="connsiteY2" fmla="*/ 3702371 h 4891663"/>
              <a:gd name="connsiteX3" fmla="*/ 1768128 w 5864971"/>
              <a:gd name="connsiteY3" fmla="*/ 3190017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89230"/>
              <a:gd name="connsiteX1" fmla="*/ 240977 w 5864971"/>
              <a:gd name="connsiteY1" fmla="*/ 4400768 h 4889230"/>
              <a:gd name="connsiteX2" fmla="*/ 583032 w 5864971"/>
              <a:gd name="connsiteY2" fmla="*/ 3723457 h 4889230"/>
              <a:gd name="connsiteX3" fmla="*/ 1182804 w 5864971"/>
              <a:gd name="connsiteY3" fmla="*/ 3702371 h 4889230"/>
              <a:gd name="connsiteX4" fmla="*/ 1768128 w 5864971"/>
              <a:gd name="connsiteY4" fmla="*/ 3190017 h 4889230"/>
              <a:gd name="connsiteX5" fmla="*/ 2060598 w 5864971"/>
              <a:gd name="connsiteY5" fmla="*/ 3212940 h 4889230"/>
              <a:gd name="connsiteX6" fmla="*/ 2424042 w 5864971"/>
              <a:gd name="connsiteY6" fmla="*/ 3469754 h 4889230"/>
              <a:gd name="connsiteX7" fmla="*/ 2763292 w 5864971"/>
              <a:gd name="connsiteY7" fmla="*/ 3941165 h 4889230"/>
              <a:gd name="connsiteX8" fmla="*/ 2955225 w 5864971"/>
              <a:gd name="connsiteY8" fmla="*/ 4176258 h 4889230"/>
              <a:gd name="connsiteX9" fmla="*/ 3194494 w 5864971"/>
              <a:gd name="connsiteY9" fmla="*/ 4205024 h 4889230"/>
              <a:gd name="connsiteX10" fmla="*/ 3848099 w 5864971"/>
              <a:gd name="connsiteY10" fmla="*/ 4180640 h 4889230"/>
              <a:gd name="connsiteX11" fmla="*/ 4103845 w 5864971"/>
              <a:gd name="connsiteY11" fmla="*/ 4230646 h 4889230"/>
              <a:gd name="connsiteX12" fmla="*/ 4390499 w 5864971"/>
              <a:gd name="connsiteY12" fmla="*/ 3948939 h 4889230"/>
              <a:gd name="connsiteX13" fmla="*/ 4857650 w 5864971"/>
              <a:gd name="connsiteY13" fmla="*/ 3841244 h 4889230"/>
              <a:gd name="connsiteX14" fmla="*/ 5415529 w 5864971"/>
              <a:gd name="connsiteY14" fmla="*/ 3646097 h 4889230"/>
              <a:gd name="connsiteX15" fmla="*/ 5695209 w 5864971"/>
              <a:gd name="connsiteY15" fmla="*/ 3465757 h 4889230"/>
              <a:gd name="connsiteX16" fmla="*/ 5864915 w 5864971"/>
              <a:gd name="connsiteY16" fmla="*/ 2870843 h 4889230"/>
              <a:gd name="connsiteX17" fmla="*/ 5678723 w 5864971"/>
              <a:gd name="connsiteY17" fmla="*/ 1932693 h 4889230"/>
              <a:gd name="connsiteX18" fmla="*/ 5229086 w 5864971"/>
              <a:gd name="connsiteY18" fmla="*/ 1192785 h 4889230"/>
              <a:gd name="connsiteX19" fmla="*/ 5254282 w 5864971"/>
              <a:gd name="connsiteY19" fmla="*/ 428256 h 4889230"/>
              <a:gd name="connsiteX20" fmla="*/ 5719372 w 5864971"/>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68128 w 5728123"/>
              <a:gd name="connsiteY4" fmla="*/ 3190017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44326 w 5728123"/>
              <a:gd name="connsiteY4" fmla="*/ 3461015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11955"/>
              <a:gd name="connsiteY0" fmla="*/ 4733714 h 4733714"/>
              <a:gd name="connsiteX1" fmla="*/ 240977 w 5711955"/>
              <a:gd name="connsiteY1" fmla="*/ 4245252 h 4733714"/>
              <a:gd name="connsiteX2" fmla="*/ 583032 w 5711955"/>
              <a:gd name="connsiteY2" fmla="*/ 3567941 h 4733714"/>
              <a:gd name="connsiteX3" fmla="*/ 1182804 w 5711955"/>
              <a:gd name="connsiteY3" fmla="*/ 3546855 h 4733714"/>
              <a:gd name="connsiteX4" fmla="*/ 1744326 w 5711955"/>
              <a:gd name="connsiteY4" fmla="*/ 3305499 h 4733714"/>
              <a:gd name="connsiteX5" fmla="*/ 2060598 w 5711955"/>
              <a:gd name="connsiteY5" fmla="*/ 3057424 h 4733714"/>
              <a:gd name="connsiteX6" fmla="*/ 2424042 w 5711955"/>
              <a:gd name="connsiteY6" fmla="*/ 3314238 h 4733714"/>
              <a:gd name="connsiteX7" fmla="*/ 2763292 w 5711955"/>
              <a:gd name="connsiteY7" fmla="*/ 3785649 h 4733714"/>
              <a:gd name="connsiteX8" fmla="*/ 2955225 w 5711955"/>
              <a:gd name="connsiteY8" fmla="*/ 4020742 h 4733714"/>
              <a:gd name="connsiteX9" fmla="*/ 3194494 w 5711955"/>
              <a:gd name="connsiteY9" fmla="*/ 4049508 h 4733714"/>
              <a:gd name="connsiteX10" fmla="*/ 3848099 w 5711955"/>
              <a:gd name="connsiteY10" fmla="*/ 4025124 h 4733714"/>
              <a:gd name="connsiteX11" fmla="*/ 4103845 w 5711955"/>
              <a:gd name="connsiteY11" fmla="*/ 4075130 h 4733714"/>
              <a:gd name="connsiteX12" fmla="*/ 4390499 w 5711955"/>
              <a:gd name="connsiteY12" fmla="*/ 3793423 h 4733714"/>
              <a:gd name="connsiteX13" fmla="*/ 4857650 w 5711955"/>
              <a:gd name="connsiteY13" fmla="*/ 3685728 h 4733714"/>
              <a:gd name="connsiteX14" fmla="*/ 5415529 w 5711955"/>
              <a:gd name="connsiteY14" fmla="*/ 3490581 h 4733714"/>
              <a:gd name="connsiteX15" fmla="*/ 5695209 w 5711955"/>
              <a:gd name="connsiteY15" fmla="*/ 3310241 h 4733714"/>
              <a:gd name="connsiteX16" fmla="*/ 5679984 w 5711955"/>
              <a:gd name="connsiteY16" fmla="*/ 2645148 h 4733714"/>
              <a:gd name="connsiteX17" fmla="*/ 5678723 w 5711955"/>
              <a:gd name="connsiteY17" fmla="*/ 1777177 h 4733714"/>
              <a:gd name="connsiteX18" fmla="*/ 5229086 w 5711955"/>
              <a:gd name="connsiteY18" fmla="*/ 1037269 h 4733714"/>
              <a:gd name="connsiteX19" fmla="*/ 5254282 w 5711955"/>
              <a:gd name="connsiteY19" fmla="*/ 272740 h 4733714"/>
              <a:gd name="connsiteX20" fmla="*/ 5353227 w 5711955"/>
              <a:gd name="connsiteY20" fmla="*/ 1 h 4733714"/>
              <a:gd name="connsiteX0" fmla="*/ 0 w 5711955"/>
              <a:gd name="connsiteY0" fmla="*/ 4733712 h 4733712"/>
              <a:gd name="connsiteX1" fmla="*/ 240977 w 5711955"/>
              <a:gd name="connsiteY1" fmla="*/ 4245250 h 4733712"/>
              <a:gd name="connsiteX2" fmla="*/ 583032 w 5711955"/>
              <a:gd name="connsiteY2" fmla="*/ 3567939 h 4733712"/>
              <a:gd name="connsiteX3" fmla="*/ 1182804 w 5711955"/>
              <a:gd name="connsiteY3" fmla="*/ 3546853 h 4733712"/>
              <a:gd name="connsiteX4" fmla="*/ 1744326 w 5711955"/>
              <a:gd name="connsiteY4" fmla="*/ 3305497 h 4733712"/>
              <a:gd name="connsiteX5" fmla="*/ 2060598 w 5711955"/>
              <a:gd name="connsiteY5" fmla="*/ 3057422 h 4733712"/>
              <a:gd name="connsiteX6" fmla="*/ 2424042 w 5711955"/>
              <a:gd name="connsiteY6" fmla="*/ 3314236 h 4733712"/>
              <a:gd name="connsiteX7" fmla="*/ 2763292 w 5711955"/>
              <a:gd name="connsiteY7" fmla="*/ 3785647 h 4733712"/>
              <a:gd name="connsiteX8" fmla="*/ 2955225 w 5711955"/>
              <a:gd name="connsiteY8" fmla="*/ 4020740 h 4733712"/>
              <a:gd name="connsiteX9" fmla="*/ 3194494 w 5711955"/>
              <a:gd name="connsiteY9" fmla="*/ 4049506 h 4733712"/>
              <a:gd name="connsiteX10" fmla="*/ 3848099 w 5711955"/>
              <a:gd name="connsiteY10" fmla="*/ 4025122 h 4733712"/>
              <a:gd name="connsiteX11" fmla="*/ 4103845 w 5711955"/>
              <a:gd name="connsiteY11" fmla="*/ 4075128 h 4733712"/>
              <a:gd name="connsiteX12" fmla="*/ 4390499 w 5711955"/>
              <a:gd name="connsiteY12" fmla="*/ 3793421 h 4733712"/>
              <a:gd name="connsiteX13" fmla="*/ 4857650 w 5711955"/>
              <a:gd name="connsiteY13" fmla="*/ 3685726 h 4733712"/>
              <a:gd name="connsiteX14" fmla="*/ 5415529 w 5711955"/>
              <a:gd name="connsiteY14" fmla="*/ 3490579 h 4733712"/>
              <a:gd name="connsiteX15" fmla="*/ 5695209 w 5711955"/>
              <a:gd name="connsiteY15" fmla="*/ 3310239 h 4733712"/>
              <a:gd name="connsiteX16" fmla="*/ 5679984 w 5711955"/>
              <a:gd name="connsiteY16" fmla="*/ 2645146 h 4733712"/>
              <a:gd name="connsiteX17" fmla="*/ 5678723 w 5711955"/>
              <a:gd name="connsiteY17" fmla="*/ 1777175 h 4733712"/>
              <a:gd name="connsiteX18" fmla="*/ 5229086 w 5711955"/>
              <a:gd name="connsiteY18" fmla="*/ 1037267 h 4733712"/>
              <a:gd name="connsiteX19" fmla="*/ 5312400 w 5711955"/>
              <a:gd name="connsiteY19" fmla="*/ 302821 h 4733712"/>
              <a:gd name="connsiteX20" fmla="*/ 5353227 w 5711955"/>
              <a:gd name="connsiteY20" fmla="*/ -1 h 4733712"/>
              <a:gd name="connsiteX0" fmla="*/ 0 w 5733300"/>
              <a:gd name="connsiteY0" fmla="*/ 4733714 h 4733714"/>
              <a:gd name="connsiteX1" fmla="*/ 240977 w 5733300"/>
              <a:gd name="connsiteY1" fmla="*/ 4245252 h 4733714"/>
              <a:gd name="connsiteX2" fmla="*/ 583032 w 5733300"/>
              <a:gd name="connsiteY2" fmla="*/ 3567941 h 4733714"/>
              <a:gd name="connsiteX3" fmla="*/ 1182804 w 5733300"/>
              <a:gd name="connsiteY3" fmla="*/ 3546855 h 4733714"/>
              <a:gd name="connsiteX4" fmla="*/ 1744326 w 5733300"/>
              <a:gd name="connsiteY4" fmla="*/ 3305499 h 4733714"/>
              <a:gd name="connsiteX5" fmla="*/ 2060598 w 5733300"/>
              <a:gd name="connsiteY5" fmla="*/ 3057424 h 4733714"/>
              <a:gd name="connsiteX6" fmla="*/ 2424042 w 5733300"/>
              <a:gd name="connsiteY6" fmla="*/ 3314238 h 4733714"/>
              <a:gd name="connsiteX7" fmla="*/ 2763292 w 5733300"/>
              <a:gd name="connsiteY7" fmla="*/ 3785649 h 4733714"/>
              <a:gd name="connsiteX8" fmla="*/ 2955225 w 5733300"/>
              <a:gd name="connsiteY8" fmla="*/ 4020742 h 4733714"/>
              <a:gd name="connsiteX9" fmla="*/ 3194494 w 5733300"/>
              <a:gd name="connsiteY9" fmla="*/ 4049508 h 4733714"/>
              <a:gd name="connsiteX10" fmla="*/ 3848099 w 5733300"/>
              <a:gd name="connsiteY10" fmla="*/ 4025124 h 4733714"/>
              <a:gd name="connsiteX11" fmla="*/ 4103845 w 5733300"/>
              <a:gd name="connsiteY11" fmla="*/ 4075130 h 4733714"/>
              <a:gd name="connsiteX12" fmla="*/ 4390499 w 5733300"/>
              <a:gd name="connsiteY12" fmla="*/ 3793423 h 4733714"/>
              <a:gd name="connsiteX13" fmla="*/ 4857650 w 5733300"/>
              <a:gd name="connsiteY13" fmla="*/ 3685728 h 4733714"/>
              <a:gd name="connsiteX14" fmla="*/ 5124156 w 5733300"/>
              <a:gd name="connsiteY14" fmla="*/ 3391573 h 4733714"/>
              <a:gd name="connsiteX15" fmla="*/ 5695209 w 5733300"/>
              <a:gd name="connsiteY15" fmla="*/ 3310241 h 4733714"/>
              <a:gd name="connsiteX16" fmla="*/ 5679984 w 5733300"/>
              <a:gd name="connsiteY16" fmla="*/ 2645148 h 4733714"/>
              <a:gd name="connsiteX17" fmla="*/ 5678723 w 5733300"/>
              <a:gd name="connsiteY17" fmla="*/ 1777177 h 4733714"/>
              <a:gd name="connsiteX18" fmla="*/ 5229086 w 5733300"/>
              <a:gd name="connsiteY18" fmla="*/ 1037269 h 4733714"/>
              <a:gd name="connsiteX19" fmla="*/ 5312400 w 5733300"/>
              <a:gd name="connsiteY19" fmla="*/ 302823 h 4733714"/>
              <a:gd name="connsiteX20" fmla="*/ 5353227 w 5733300"/>
              <a:gd name="connsiteY20" fmla="*/ 1 h 4733714"/>
              <a:gd name="connsiteX0" fmla="*/ 0 w 5718652"/>
              <a:gd name="connsiteY0" fmla="*/ 4733712 h 4733712"/>
              <a:gd name="connsiteX1" fmla="*/ 240977 w 5718652"/>
              <a:gd name="connsiteY1" fmla="*/ 4245250 h 4733712"/>
              <a:gd name="connsiteX2" fmla="*/ 583032 w 5718652"/>
              <a:gd name="connsiteY2" fmla="*/ 3567939 h 4733712"/>
              <a:gd name="connsiteX3" fmla="*/ 1182804 w 5718652"/>
              <a:gd name="connsiteY3" fmla="*/ 3546853 h 4733712"/>
              <a:gd name="connsiteX4" fmla="*/ 1744326 w 5718652"/>
              <a:gd name="connsiteY4" fmla="*/ 3305497 h 4733712"/>
              <a:gd name="connsiteX5" fmla="*/ 2060598 w 5718652"/>
              <a:gd name="connsiteY5" fmla="*/ 3057422 h 4733712"/>
              <a:gd name="connsiteX6" fmla="*/ 2424042 w 5718652"/>
              <a:gd name="connsiteY6" fmla="*/ 3314236 h 4733712"/>
              <a:gd name="connsiteX7" fmla="*/ 2763292 w 5718652"/>
              <a:gd name="connsiteY7" fmla="*/ 3785647 h 4733712"/>
              <a:gd name="connsiteX8" fmla="*/ 2955225 w 5718652"/>
              <a:gd name="connsiteY8" fmla="*/ 4020740 h 4733712"/>
              <a:gd name="connsiteX9" fmla="*/ 3194494 w 5718652"/>
              <a:gd name="connsiteY9" fmla="*/ 4049506 h 4733712"/>
              <a:gd name="connsiteX10" fmla="*/ 3848099 w 5718652"/>
              <a:gd name="connsiteY10" fmla="*/ 4025122 h 4733712"/>
              <a:gd name="connsiteX11" fmla="*/ 4103845 w 5718652"/>
              <a:gd name="connsiteY11" fmla="*/ 4075128 h 4733712"/>
              <a:gd name="connsiteX12" fmla="*/ 4390499 w 5718652"/>
              <a:gd name="connsiteY12" fmla="*/ 3793421 h 4733712"/>
              <a:gd name="connsiteX13" fmla="*/ 4857650 w 5718652"/>
              <a:gd name="connsiteY13" fmla="*/ 3685726 h 4733712"/>
              <a:gd name="connsiteX14" fmla="*/ 5124156 w 5718652"/>
              <a:gd name="connsiteY14" fmla="*/ 3391571 h 4733712"/>
              <a:gd name="connsiteX15" fmla="*/ 5532541 w 5718652"/>
              <a:gd name="connsiteY15" fmla="*/ 3262479 h 4733712"/>
              <a:gd name="connsiteX16" fmla="*/ 5679984 w 5718652"/>
              <a:gd name="connsiteY16" fmla="*/ 2645146 h 4733712"/>
              <a:gd name="connsiteX17" fmla="*/ 5678723 w 5718652"/>
              <a:gd name="connsiteY17" fmla="*/ 1777175 h 4733712"/>
              <a:gd name="connsiteX18" fmla="*/ 5229086 w 5718652"/>
              <a:gd name="connsiteY18" fmla="*/ 1037267 h 4733712"/>
              <a:gd name="connsiteX19" fmla="*/ 5312400 w 5718652"/>
              <a:gd name="connsiteY19" fmla="*/ 302821 h 4733712"/>
              <a:gd name="connsiteX20" fmla="*/ 5353227 w 5718652"/>
              <a:gd name="connsiteY20" fmla="*/ -1 h 4733712"/>
              <a:gd name="connsiteX0" fmla="*/ 0 w 5706674"/>
              <a:gd name="connsiteY0" fmla="*/ 4733714 h 4733714"/>
              <a:gd name="connsiteX1" fmla="*/ 240977 w 5706674"/>
              <a:gd name="connsiteY1" fmla="*/ 4245252 h 4733714"/>
              <a:gd name="connsiteX2" fmla="*/ 583032 w 5706674"/>
              <a:gd name="connsiteY2" fmla="*/ 3567941 h 4733714"/>
              <a:gd name="connsiteX3" fmla="*/ 1182804 w 5706674"/>
              <a:gd name="connsiteY3" fmla="*/ 3546855 h 4733714"/>
              <a:gd name="connsiteX4" fmla="*/ 1744326 w 5706674"/>
              <a:gd name="connsiteY4" fmla="*/ 3305499 h 4733714"/>
              <a:gd name="connsiteX5" fmla="*/ 2060598 w 5706674"/>
              <a:gd name="connsiteY5" fmla="*/ 3057424 h 4733714"/>
              <a:gd name="connsiteX6" fmla="*/ 2424042 w 5706674"/>
              <a:gd name="connsiteY6" fmla="*/ 3314238 h 4733714"/>
              <a:gd name="connsiteX7" fmla="*/ 2763292 w 5706674"/>
              <a:gd name="connsiteY7" fmla="*/ 3785649 h 4733714"/>
              <a:gd name="connsiteX8" fmla="*/ 2955225 w 5706674"/>
              <a:gd name="connsiteY8" fmla="*/ 4020742 h 4733714"/>
              <a:gd name="connsiteX9" fmla="*/ 3194494 w 5706674"/>
              <a:gd name="connsiteY9" fmla="*/ 4049508 h 4733714"/>
              <a:gd name="connsiteX10" fmla="*/ 3848099 w 5706674"/>
              <a:gd name="connsiteY10" fmla="*/ 4025124 h 4733714"/>
              <a:gd name="connsiteX11" fmla="*/ 4103845 w 5706674"/>
              <a:gd name="connsiteY11" fmla="*/ 4075130 h 4733714"/>
              <a:gd name="connsiteX12" fmla="*/ 4390499 w 5706674"/>
              <a:gd name="connsiteY12" fmla="*/ 3793423 h 4733714"/>
              <a:gd name="connsiteX13" fmla="*/ 4857650 w 5706674"/>
              <a:gd name="connsiteY13" fmla="*/ 3685728 h 4733714"/>
              <a:gd name="connsiteX14" fmla="*/ 5124156 w 5706674"/>
              <a:gd name="connsiteY14" fmla="*/ 3391573 h 4733714"/>
              <a:gd name="connsiteX15" fmla="*/ 5532541 w 5706674"/>
              <a:gd name="connsiteY15" fmla="*/ 3262481 h 4733714"/>
              <a:gd name="connsiteX16" fmla="*/ 5645168 w 5706674"/>
              <a:gd name="connsiteY16" fmla="*/ 2704710 h 4733714"/>
              <a:gd name="connsiteX17" fmla="*/ 5678723 w 5706674"/>
              <a:gd name="connsiteY17" fmla="*/ 1777177 h 4733714"/>
              <a:gd name="connsiteX18" fmla="*/ 5229086 w 5706674"/>
              <a:gd name="connsiteY18" fmla="*/ 1037269 h 4733714"/>
              <a:gd name="connsiteX19" fmla="*/ 5312400 w 5706674"/>
              <a:gd name="connsiteY19" fmla="*/ 302823 h 4733714"/>
              <a:gd name="connsiteX20" fmla="*/ 5353227 w 5706674"/>
              <a:gd name="connsiteY20" fmla="*/ 1 h 4733714"/>
              <a:gd name="connsiteX0" fmla="*/ 0 w 5465697"/>
              <a:gd name="connsiteY0" fmla="*/ 4245250 h 4245250"/>
              <a:gd name="connsiteX1" fmla="*/ 342055 w 5465697"/>
              <a:gd name="connsiteY1" fmla="*/ 3567939 h 4245250"/>
              <a:gd name="connsiteX2" fmla="*/ 941827 w 5465697"/>
              <a:gd name="connsiteY2" fmla="*/ 3546853 h 4245250"/>
              <a:gd name="connsiteX3" fmla="*/ 1503349 w 5465697"/>
              <a:gd name="connsiteY3" fmla="*/ 3305497 h 4245250"/>
              <a:gd name="connsiteX4" fmla="*/ 1819621 w 5465697"/>
              <a:gd name="connsiteY4" fmla="*/ 3057422 h 4245250"/>
              <a:gd name="connsiteX5" fmla="*/ 2183065 w 5465697"/>
              <a:gd name="connsiteY5" fmla="*/ 3314236 h 4245250"/>
              <a:gd name="connsiteX6" fmla="*/ 2522315 w 5465697"/>
              <a:gd name="connsiteY6" fmla="*/ 3785647 h 4245250"/>
              <a:gd name="connsiteX7" fmla="*/ 2714248 w 5465697"/>
              <a:gd name="connsiteY7" fmla="*/ 4020740 h 4245250"/>
              <a:gd name="connsiteX8" fmla="*/ 2953517 w 5465697"/>
              <a:gd name="connsiteY8" fmla="*/ 4049506 h 4245250"/>
              <a:gd name="connsiteX9" fmla="*/ 3607122 w 5465697"/>
              <a:gd name="connsiteY9" fmla="*/ 4025122 h 4245250"/>
              <a:gd name="connsiteX10" fmla="*/ 3862868 w 5465697"/>
              <a:gd name="connsiteY10" fmla="*/ 4075128 h 4245250"/>
              <a:gd name="connsiteX11" fmla="*/ 4149522 w 5465697"/>
              <a:gd name="connsiteY11" fmla="*/ 3793421 h 4245250"/>
              <a:gd name="connsiteX12" fmla="*/ 4616673 w 5465697"/>
              <a:gd name="connsiteY12" fmla="*/ 3685726 h 4245250"/>
              <a:gd name="connsiteX13" fmla="*/ 4883179 w 5465697"/>
              <a:gd name="connsiteY13" fmla="*/ 3391571 h 4245250"/>
              <a:gd name="connsiteX14" fmla="*/ 5291564 w 5465697"/>
              <a:gd name="connsiteY14" fmla="*/ 3262479 h 4245250"/>
              <a:gd name="connsiteX15" fmla="*/ 5404191 w 5465697"/>
              <a:gd name="connsiteY15" fmla="*/ 2704708 h 4245250"/>
              <a:gd name="connsiteX16" fmla="*/ 5437746 w 5465697"/>
              <a:gd name="connsiteY16" fmla="*/ 1777175 h 4245250"/>
              <a:gd name="connsiteX17" fmla="*/ 4988109 w 5465697"/>
              <a:gd name="connsiteY17" fmla="*/ 1037267 h 4245250"/>
              <a:gd name="connsiteX18" fmla="*/ 5071423 w 5465697"/>
              <a:gd name="connsiteY18" fmla="*/ 302821 h 4245250"/>
              <a:gd name="connsiteX19" fmla="*/ 5112250 w 5465697"/>
              <a:gd name="connsiteY19" fmla="*/ -1 h 4245250"/>
              <a:gd name="connsiteX0" fmla="*/ 0 w 5123642"/>
              <a:gd name="connsiteY0" fmla="*/ 3567941 h 4085222"/>
              <a:gd name="connsiteX1" fmla="*/ 599772 w 5123642"/>
              <a:gd name="connsiteY1" fmla="*/ 3546855 h 4085222"/>
              <a:gd name="connsiteX2" fmla="*/ 1161294 w 5123642"/>
              <a:gd name="connsiteY2" fmla="*/ 3305499 h 4085222"/>
              <a:gd name="connsiteX3" fmla="*/ 1477566 w 5123642"/>
              <a:gd name="connsiteY3" fmla="*/ 3057424 h 4085222"/>
              <a:gd name="connsiteX4" fmla="*/ 1841010 w 5123642"/>
              <a:gd name="connsiteY4" fmla="*/ 3314238 h 4085222"/>
              <a:gd name="connsiteX5" fmla="*/ 2180260 w 5123642"/>
              <a:gd name="connsiteY5" fmla="*/ 3785649 h 4085222"/>
              <a:gd name="connsiteX6" fmla="*/ 2372193 w 5123642"/>
              <a:gd name="connsiteY6" fmla="*/ 4020742 h 4085222"/>
              <a:gd name="connsiteX7" fmla="*/ 2611462 w 5123642"/>
              <a:gd name="connsiteY7" fmla="*/ 4049508 h 4085222"/>
              <a:gd name="connsiteX8" fmla="*/ 3265067 w 5123642"/>
              <a:gd name="connsiteY8" fmla="*/ 4025124 h 4085222"/>
              <a:gd name="connsiteX9" fmla="*/ 3520813 w 5123642"/>
              <a:gd name="connsiteY9" fmla="*/ 4075130 h 4085222"/>
              <a:gd name="connsiteX10" fmla="*/ 3807467 w 5123642"/>
              <a:gd name="connsiteY10" fmla="*/ 3793423 h 4085222"/>
              <a:gd name="connsiteX11" fmla="*/ 4274618 w 5123642"/>
              <a:gd name="connsiteY11" fmla="*/ 3685728 h 4085222"/>
              <a:gd name="connsiteX12" fmla="*/ 4541124 w 5123642"/>
              <a:gd name="connsiteY12" fmla="*/ 3391573 h 4085222"/>
              <a:gd name="connsiteX13" fmla="*/ 4949509 w 5123642"/>
              <a:gd name="connsiteY13" fmla="*/ 3262481 h 4085222"/>
              <a:gd name="connsiteX14" fmla="*/ 5062136 w 5123642"/>
              <a:gd name="connsiteY14" fmla="*/ 2704710 h 4085222"/>
              <a:gd name="connsiteX15" fmla="*/ 5095691 w 5123642"/>
              <a:gd name="connsiteY15" fmla="*/ 1777177 h 4085222"/>
              <a:gd name="connsiteX16" fmla="*/ 4646054 w 5123642"/>
              <a:gd name="connsiteY16" fmla="*/ 1037269 h 4085222"/>
              <a:gd name="connsiteX17" fmla="*/ 4729368 w 5123642"/>
              <a:gd name="connsiteY17" fmla="*/ 302823 h 4085222"/>
              <a:gd name="connsiteX18" fmla="*/ 4770195 w 5123642"/>
              <a:gd name="connsiteY18" fmla="*/ 1 h 4085222"/>
              <a:gd name="connsiteX0" fmla="*/ 0 w 4523870"/>
              <a:gd name="connsiteY0" fmla="*/ 3546853 h 4085220"/>
              <a:gd name="connsiteX1" fmla="*/ 561522 w 4523870"/>
              <a:gd name="connsiteY1" fmla="*/ 3305497 h 4085220"/>
              <a:gd name="connsiteX2" fmla="*/ 877794 w 4523870"/>
              <a:gd name="connsiteY2" fmla="*/ 3057422 h 4085220"/>
              <a:gd name="connsiteX3" fmla="*/ 1241238 w 4523870"/>
              <a:gd name="connsiteY3" fmla="*/ 3314236 h 4085220"/>
              <a:gd name="connsiteX4" fmla="*/ 1580488 w 4523870"/>
              <a:gd name="connsiteY4" fmla="*/ 3785647 h 4085220"/>
              <a:gd name="connsiteX5" fmla="*/ 1772421 w 4523870"/>
              <a:gd name="connsiteY5" fmla="*/ 4020740 h 4085220"/>
              <a:gd name="connsiteX6" fmla="*/ 2011690 w 4523870"/>
              <a:gd name="connsiteY6" fmla="*/ 4049506 h 4085220"/>
              <a:gd name="connsiteX7" fmla="*/ 2665295 w 4523870"/>
              <a:gd name="connsiteY7" fmla="*/ 4025122 h 4085220"/>
              <a:gd name="connsiteX8" fmla="*/ 2921041 w 4523870"/>
              <a:gd name="connsiteY8" fmla="*/ 4075128 h 4085220"/>
              <a:gd name="connsiteX9" fmla="*/ 3207695 w 4523870"/>
              <a:gd name="connsiteY9" fmla="*/ 3793421 h 4085220"/>
              <a:gd name="connsiteX10" fmla="*/ 3674846 w 4523870"/>
              <a:gd name="connsiteY10" fmla="*/ 3685726 h 4085220"/>
              <a:gd name="connsiteX11" fmla="*/ 3941352 w 4523870"/>
              <a:gd name="connsiteY11" fmla="*/ 3391571 h 4085220"/>
              <a:gd name="connsiteX12" fmla="*/ 4349737 w 4523870"/>
              <a:gd name="connsiteY12" fmla="*/ 3262479 h 4085220"/>
              <a:gd name="connsiteX13" fmla="*/ 4462364 w 4523870"/>
              <a:gd name="connsiteY13" fmla="*/ 2704708 h 4085220"/>
              <a:gd name="connsiteX14" fmla="*/ 4495919 w 4523870"/>
              <a:gd name="connsiteY14" fmla="*/ 1777175 h 4085220"/>
              <a:gd name="connsiteX15" fmla="*/ 4046282 w 4523870"/>
              <a:gd name="connsiteY15" fmla="*/ 1037267 h 4085220"/>
              <a:gd name="connsiteX16" fmla="*/ 4129596 w 4523870"/>
              <a:gd name="connsiteY16" fmla="*/ 302821 h 4085220"/>
              <a:gd name="connsiteX17" fmla="*/ 4170423 w 4523870"/>
              <a:gd name="connsiteY17" fmla="*/ -1 h 4085220"/>
              <a:gd name="connsiteX0" fmla="*/ 0 w 3962348"/>
              <a:gd name="connsiteY0" fmla="*/ 3305499 h 4085222"/>
              <a:gd name="connsiteX1" fmla="*/ 316272 w 3962348"/>
              <a:gd name="connsiteY1" fmla="*/ 3057424 h 4085222"/>
              <a:gd name="connsiteX2" fmla="*/ 679716 w 3962348"/>
              <a:gd name="connsiteY2" fmla="*/ 3314238 h 4085222"/>
              <a:gd name="connsiteX3" fmla="*/ 1018966 w 3962348"/>
              <a:gd name="connsiteY3" fmla="*/ 3785649 h 4085222"/>
              <a:gd name="connsiteX4" fmla="*/ 1210899 w 3962348"/>
              <a:gd name="connsiteY4" fmla="*/ 4020742 h 4085222"/>
              <a:gd name="connsiteX5" fmla="*/ 1450168 w 3962348"/>
              <a:gd name="connsiteY5" fmla="*/ 4049508 h 4085222"/>
              <a:gd name="connsiteX6" fmla="*/ 2103773 w 3962348"/>
              <a:gd name="connsiteY6" fmla="*/ 4025124 h 4085222"/>
              <a:gd name="connsiteX7" fmla="*/ 2359519 w 3962348"/>
              <a:gd name="connsiteY7" fmla="*/ 4075130 h 4085222"/>
              <a:gd name="connsiteX8" fmla="*/ 2646173 w 3962348"/>
              <a:gd name="connsiteY8" fmla="*/ 3793423 h 4085222"/>
              <a:gd name="connsiteX9" fmla="*/ 3113324 w 3962348"/>
              <a:gd name="connsiteY9" fmla="*/ 3685728 h 4085222"/>
              <a:gd name="connsiteX10" fmla="*/ 3379830 w 3962348"/>
              <a:gd name="connsiteY10" fmla="*/ 3391573 h 4085222"/>
              <a:gd name="connsiteX11" fmla="*/ 3788215 w 3962348"/>
              <a:gd name="connsiteY11" fmla="*/ 3262481 h 4085222"/>
              <a:gd name="connsiteX12" fmla="*/ 3900842 w 3962348"/>
              <a:gd name="connsiteY12" fmla="*/ 2704710 h 4085222"/>
              <a:gd name="connsiteX13" fmla="*/ 3934397 w 3962348"/>
              <a:gd name="connsiteY13" fmla="*/ 1777177 h 4085222"/>
              <a:gd name="connsiteX14" fmla="*/ 3484760 w 3962348"/>
              <a:gd name="connsiteY14" fmla="*/ 1037269 h 4085222"/>
              <a:gd name="connsiteX15" fmla="*/ 3568074 w 3962348"/>
              <a:gd name="connsiteY15" fmla="*/ 302823 h 4085222"/>
              <a:gd name="connsiteX16" fmla="*/ 3608901 w 3962348"/>
              <a:gd name="connsiteY16" fmla="*/ 1 h 4085222"/>
              <a:gd name="connsiteX0" fmla="*/ 0 w 3646076"/>
              <a:gd name="connsiteY0" fmla="*/ 3057422 h 4085220"/>
              <a:gd name="connsiteX1" fmla="*/ 363444 w 3646076"/>
              <a:gd name="connsiteY1" fmla="*/ 3314236 h 4085220"/>
              <a:gd name="connsiteX2" fmla="*/ 702694 w 3646076"/>
              <a:gd name="connsiteY2" fmla="*/ 3785647 h 4085220"/>
              <a:gd name="connsiteX3" fmla="*/ 894627 w 3646076"/>
              <a:gd name="connsiteY3" fmla="*/ 4020740 h 4085220"/>
              <a:gd name="connsiteX4" fmla="*/ 1133896 w 3646076"/>
              <a:gd name="connsiteY4" fmla="*/ 4049506 h 4085220"/>
              <a:gd name="connsiteX5" fmla="*/ 1787501 w 3646076"/>
              <a:gd name="connsiteY5" fmla="*/ 4025122 h 4085220"/>
              <a:gd name="connsiteX6" fmla="*/ 2043247 w 3646076"/>
              <a:gd name="connsiteY6" fmla="*/ 4075128 h 4085220"/>
              <a:gd name="connsiteX7" fmla="*/ 2329901 w 3646076"/>
              <a:gd name="connsiteY7" fmla="*/ 3793421 h 4085220"/>
              <a:gd name="connsiteX8" fmla="*/ 2797052 w 3646076"/>
              <a:gd name="connsiteY8" fmla="*/ 3685726 h 4085220"/>
              <a:gd name="connsiteX9" fmla="*/ 3063558 w 3646076"/>
              <a:gd name="connsiteY9" fmla="*/ 3391571 h 4085220"/>
              <a:gd name="connsiteX10" fmla="*/ 3471943 w 3646076"/>
              <a:gd name="connsiteY10" fmla="*/ 3262479 h 4085220"/>
              <a:gd name="connsiteX11" fmla="*/ 3584570 w 3646076"/>
              <a:gd name="connsiteY11" fmla="*/ 2704708 h 4085220"/>
              <a:gd name="connsiteX12" fmla="*/ 3618125 w 3646076"/>
              <a:gd name="connsiteY12" fmla="*/ 1777175 h 4085220"/>
              <a:gd name="connsiteX13" fmla="*/ 3168488 w 3646076"/>
              <a:gd name="connsiteY13" fmla="*/ 1037267 h 4085220"/>
              <a:gd name="connsiteX14" fmla="*/ 3251802 w 3646076"/>
              <a:gd name="connsiteY14" fmla="*/ 302821 h 4085220"/>
              <a:gd name="connsiteX15" fmla="*/ 3292629 w 3646076"/>
              <a:gd name="connsiteY15" fmla="*/ -1 h 4085220"/>
              <a:gd name="connsiteX0" fmla="*/ 0 w 3282632"/>
              <a:gd name="connsiteY0" fmla="*/ 3314238 h 4085222"/>
              <a:gd name="connsiteX1" fmla="*/ 339250 w 3282632"/>
              <a:gd name="connsiteY1" fmla="*/ 3785649 h 4085222"/>
              <a:gd name="connsiteX2" fmla="*/ 531183 w 3282632"/>
              <a:gd name="connsiteY2" fmla="*/ 4020742 h 4085222"/>
              <a:gd name="connsiteX3" fmla="*/ 770452 w 3282632"/>
              <a:gd name="connsiteY3" fmla="*/ 4049508 h 4085222"/>
              <a:gd name="connsiteX4" fmla="*/ 1424057 w 3282632"/>
              <a:gd name="connsiteY4" fmla="*/ 4025124 h 4085222"/>
              <a:gd name="connsiteX5" fmla="*/ 1679803 w 3282632"/>
              <a:gd name="connsiteY5" fmla="*/ 4075130 h 4085222"/>
              <a:gd name="connsiteX6" fmla="*/ 1966457 w 3282632"/>
              <a:gd name="connsiteY6" fmla="*/ 3793423 h 4085222"/>
              <a:gd name="connsiteX7" fmla="*/ 2433608 w 3282632"/>
              <a:gd name="connsiteY7" fmla="*/ 3685728 h 4085222"/>
              <a:gd name="connsiteX8" fmla="*/ 2700114 w 3282632"/>
              <a:gd name="connsiteY8" fmla="*/ 3391573 h 4085222"/>
              <a:gd name="connsiteX9" fmla="*/ 3108499 w 3282632"/>
              <a:gd name="connsiteY9" fmla="*/ 3262481 h 4085222"/>
              <a:gd name="connsiteX10" fmla="*/ 3221126 w 3282632"/>
              <a:gd name="connsiteY10" fmla="*/ 2704710 h 4085222"/>
              <a:gd name="connsiteX11" fmla="*/ 3254681 w 3282632"/>
              <a:gd name="connsiteY11" fmla="*/ 1777177 h 4085222"/>
              <a:gd name="connsiteX12" fmla="*/ 2805044 w 3282632"/>
              <a:gd name="connsiteY12" fmla="*/ 1037269 h 4085222"/>
              <a:gd name="connsiteX13" fmla="*/ 2888358 w 3282632"/>
              <a:gd name="connsiteY13" fmla="*/ 302823 h 4085222"/>
              <a:gd name="connsiteX14" fmla="*/ 2929185 w 3282632"/>
              <a:gd name="connsiteY14" fmla="*/ 1 h 4085222"/>
              <a:gd name="connsiteX0" fmla="*/ 0 w 2943382"/>
              <a:gd name="connsiteY0" fmla="*/ 3785647 h 4085220"/>
              <a:gd name="connsiteX1" fmla="*/ 191933 w 2943382"/>
              <a:gd name="connsiteY1" fmla="*/ 4020740 h 4085220"/>
              <a:gd name="connsiteX2" fmla="*/ 431202 w 2943382"/>
              <a:gd name="connsiteY2" fmla="*/ 4049506 h 4085220"/>
              <a:gd name="connsiteX3" fmla="*/ 1084807 w 2943382"/>
              <a:gd name="connsiteY3" fmla="*/ 4025122 h 4085220"/>
              <a:gd name="connsiteX4" fmla="*/ 1340553 w 2943382"/>
              <a:gd name="connsiteY4" fmla="*/ 4075128 h 4085220"/>
              <a:gd name="connsiteX5" fmla="*/ 1627207 w 2943382"/>
              <a:gd name="connsiteY5" fmla="*/ 3793421 h 4085220"/>
              <a:gd name="connsiteX6" fmla="*/ 2094358 w 2943382"/>
              <a:gd name="connsiteY6" fmla="*/ 3685726 h 4085220"/>
              <a:gd name="connsiteX7" fmla="*/ 2360864 w 2943382"/>
              <a:gd name="connsiteY7" fmla="*/ 3391571 h 4085220"/>
              <a:gd name="connsiteX8" fmla="*/ 2769249 w 2943382"/>
              <a:gd name="connsiteY8" fmla="*/ 3262479 h 4085220"/>
              <a:gd name="connsiteX9" fmla="*/ 2881876 w 2943382"/>
              <a:gd name="connsiteY9" fmla="*/ 2704708 h 4085220"/>
              <a:gd name="connsiteX10" fmla="*/ 2915431 w 2943382"/>
              <a:gd name="connsiteY10" fmla="*/ 1777175 h 4085220"/>
              <a:gd name="connsiteX11" fmla="*/ 2465794 w 2943382"/>
              <a:gd name="connsiteY11" fmla="*/ 1037267 h 4085220"/>
              <a:gd name="connsiteX12" fmla="*/ 2549108 w 2943382"/>
              <a:gd name="connsiteY12" fmla="*/ 302821 h 4085220"/>
              <a:gd name="connsiteX13" fmla="*/ 2589935 w 2943382"/>
              <a:gd name="connsiteY13" fmla="*/ -1 h 4085220"/>
              <a:gd name="connsiteX0" fmla="*/ 0 w 2751449"/>
              <a:gd name="connsiteY0" fmla="*/ 4020742 h 4085222"/>
              <a:gd name="connsiteX1" fmla="*/ 239269 w 2751449"/>
              <a:gd name="connsiteY1" fmla="*/ 4049508 h 4085222"/>
              <a:gd name="connsiteX2" fmla="*/ 892874 w 2751449"/>
              <a:gd name="connsiteY2" fmla="*/ 4025124 h 4085222"/>
              <a:gd name="connsiteX3" fmla="*/ 1148620 w 2751449"/>
              <a:gd name="connsiteY3" fmla="*/ 4075130 h 4085222"/>
              <a:gd name="connsiteX4" fmla="*/ 1435274 w 2751449"/>
              <a:gd name="connsiteY4" fmla="*/ 3793423 h 4085222"/>
              <a:gd name="connsiteX5" fmla="*/ 1902425 w 2751449"/>
              <a:gd name="connsiteY5" fmla="*/ 3685728 h 4085222"/>
              <a:gd name="connsiteX6" fmla="*/ 2168931 w 2751449"/>
              <a:gd name="connsiteY6" fmla="*/ 3391573 h 4085222"/>
              <a:gd name="connsiteX7" fmla="*/ 2577316 w 2751449"/>
              <a:gd name="connsiteY7" fmla="*/ 3262481 h 4085222"/>
              <a:gd name="connsiteX8" fmla="*/ 2689943 w 2751449"/>
              <a:gd name="connsiteY8" fmla="*/ 2704710 h 4085222"/>
              <a:gd name="connsiteX9" fmla="*/ 2723498 w 2751449"/>
              <a:gd name="connsiteY9" fmla="*/ 1777177 h 4085222"/>
              <a:gd name="connsiteX10" fmla="*/ 2273861 w 2751449"/>
              <a:gd name="connsiteY10" fmla="*/ 1037269 h 4085222"/>
              <a:gd name="connsiteX11" fmla="*/ 2357175 w 2751449"/>
              <a:gd name="connsiteY11" fmla="*/ 302823 h 4085222"/>
              <a:gd name="connsiteX12" fmla="*/ 2398002 w 2751449"/>
              <a:gd name="connsiteY12" fmla="*/ 1 h 4085222"/>
              <a:gd name="connsiteX0" fmla="*/ 0 w 2512180"/>
              <a:gd name="connsiteY0" fmla="*/ 4049506 h 4085220"/>
              <a:gd name="connsiteX1" fmla="*/ 653605 w 2512180"/>
              <a:gd name="connsiteY1" fmla="*/ 4025122 h 4085220"/>
              <a:gd name="connsiteX2" fmla="*/ 909351 w 2512180"/>
              <a:gd name="connsiteY2" fmla="*/ 4075128 h 4085220"/>
              <a:gd name="connsiteX3" fmla="*/ 1196005 w 2512180"/>
              <a:gd name="connsiteY3" fmla="*/ 3793421 h 4085220"/>
              <a:gd name="connsiteX4" fmla="*/ 1663156 w 2512180"/>
              <a:gd name="connsiteY4" fmla="*/ 3685726 h 4085220"/>
              <a:gd name="connsiteX5" fmla="*/ 1929662 w 2512180"/>
              <a:gd name="connsiteY5" fmla="*/ 3391571 h 4085220"/>
              <a:gd name="connsiteX6" fmla="*/ 2338047 w 2512180"/>
              <a:gd name="connsiteY6" fmla="*/ 3262479 h 4085220"/>
              <a:gd name="connsiteX7" fmla="*/ 2450674 w 2512180"/>
              <a:gd name="connsiteY7" fmla="*/ 2704708 h 4085220"/>
              <a:gd name="connsiteX8" fmla="*/ 2484229 w 2512180"/>
              <a:gd name="connsiteY8" fmla="*/ 1777175 h 4085220"/>
              <a:gd name="connsiteX9" fmla="*/ 2034592 w 2512180"/>
              <a:gd name="connsiteY9" fmla="*/ 1037267 h 4085220"/>
              <a:gd name="connsiteX10" fmla="*/ 2117906 w 2512180"/>
              <a:gd name="connsiteY10" fmla="*/ 302821 h 4085220"/>
              <a:gd name="connsiteX11" fmla="*/ 2158733 w 2512180"/>
              <a:gd name="connsiteY11" fmla="*/ -1 h 4085220"/>
              <a:gd name="connsiteX0" fmla="*/ 0 w 1858575"/>
              <a:gd name="connsiteY0" fmla="*/ 4025124 h 4085222"/>
              <a:gd name="connsiteX1" fmla="*/ 255746 w 1858575"/>
              <a:gd name="connsiteY1" fmla="*/ 4075130 h 4085222"/>
              <a:gd name="connsiteX2" fmla="*/ 542400 w 1858575"/>
              <a:gd name="connsiteY2" fmla="*/ 3793423 h 4085222"/>
              <a:gd name="connsiteX3" fmla="*/ 1009551 w 1858575"/>
              <a:gd name="connsiteY3" fmla="*/ 3685728 h 4085222"/>
              <a:gd name="connsiteX4" fmla="*/ 1276057 w 1858575"/>
              <a:gd name="connsiteY4" fmla="*/ 3391573 h 4085222"/>
              <a:gd name="connsiteX5" fmla="*/ 1684442 w 1858575"/>
              <a:gd name="connsiteY5" fmla="*/ 3262481 h 4085222"/>
              <a:gd name="connsiteX6" fmla="*/ 1797069 w 1858575"/>
              <a:gd name="connsiteY6" fmla="*/ 2704710 h 4085222"/>
              <a:gd name="connsiteX7" fmla="*/ 1830624 w 1858575"/>
              <a:gd name="connsiteY7" fmla="*/ 1777177 h 4085222"/>
              <a:gd name="connsiteX8" fmla="*/ 1380987 w 1858575"/>
              <a:gd name="connsiteY8" fmla="*/ 1037269 h 4085222"/>
              <a:gd name="connsiteX9" fmla="*/ 1464301 w 1858575"/>
              <a:gd name="connsiteY9" fmla="*/ 302823 h 4085222"/>
              <a:gd name="connsiteX10" fmla="*/ 1505128 w 1858575"/>
              <a:gd name="connsiteY10" fmla="*/ 1 h 4085222"/>
              <a:gd name="connsiteX0" fmla="*/ 0 w 1602829"/>
              <a:gd name="connsiteY0" fmla="*/ 4075128 h 4075128"/>
              <a:gd name="connsiteX1" fmla="*/ 286654 w 1602829"/>
              <a:gd name="connsiteY1" fmla="*/ 3793421 h 4075128"/>
              <a:gd name="connsiteX2" fmla="*/ 753805 w 1602829"/>
              <a:gd name="connsiteY2" fmla="*/ 3685726 h 4075128"/>
              <a:gd name="connsiteX3" fmla="*/ 1020311 w 1602829"/>
              <a:gd name="connsiteY3" fmla="*/ 3391571 h 4075128"/>
              <a:gd name="connsiteX4" fmla="*/ 1428696 w 1602829"/>
              <a:gd name="connsiteY4" fmla="*/ 3262479 h 4075128"/>
              <a:gd name="connsiteX5" fmla="*/ 1541323 w 1602829"/>
              <a:gd name="connsiteY5" fmla="*/ 2704708 h 4075128"/>
              <a:gd name="connsiteX6" fmla="*/ 1574878 w 1602829"/>
              <a:gd name="connsiteY6" fmla="*/ 1777175 h 4075128"/>
              <a:gd name="connsiteX7" fmla="*/ 1125241 w 1602829"/>
              <a:gd name="connsiteY7" fmla="*/ 1037267 h 4075128"/>
              <a:gd name="connsiteX8" fmla="*/ 1208555 w 1602829"/>
              <a:gd name="connsiteY8" fmla="*/ 302821 h 4075128"/>
              <a:gd name="connsiteX9" fmla="*/ 1249382 w 1602829"/>
              <a:gd name="connsiteY9" fmla="*/ -1 h 4075128"/>
              <a:gd name="connsiteX0" fmla="*/ 0 w 1316175"/>
              <a:gd name="connsiteY0" fmla="*/ 3793423 h 3793423"/>
              <a:gd name="connsiteX1" fmla="*/ 467151 w 1316175"/>
              <a:gd name="connsiteY1" fmla="*/ 3685728 h 3793423"/>
              <a:gd name="connsiteX2" fmla="*/ 733657 w 1316175"/>
              <a:gd name="connsiteY2" fmla="*/ 3391573 h 3793423"/>
              <a:gd name="connsiteX3" fmla="*/ 1142042 w 1316175"/>
              <a:gd name="connsiteY3" fmla="*/ 3262481 h 3793423"/>
              <a:gd name="connsiteX4" fmla="*/ 1254669 w 1316175"/>
              <a:gd name="connsiteY4" fmla="*/ 2704710 h 3793423"/>
              <a:gd name="connsiteX5" fmla="*/ 1288224 w 1316175"/>
              <a:gd name="connsiteY5" fmla="*/ 1777177 h 3793423"/>
              <a:gd name="connsiteX6" fmla="*/ 838587 w 1316175"/>
              <a:gd name="connsiteY6" fmla="*/ 1037269 h 3793423"/>
              <a:gd name="connsiteX7" fmla="*/ 921901 w 1316175"/>
              <a:gd name="connsiteY7" fmla="*/ 302823 h 3793423"/>
              <a:gd name="connsiteX8" fmla="*/ 962728 w 1316175"/>
              <a:gd name="connsiteY8" fmla="*/ 1 h 3793423"/>
              <a:gd name="connsiteX0" fmla="*/ 0 w 1622049"/>
              <a:gd name="connsiteY0" fmla="*/ 3025339 h 3694243"/>
              <a:gd name="connsiteX1" fmla="*/ 773025 w 1622049"/>
              <a:gd name="connsiteY1" fmla="*/ 3685726 h 3694243"/>
              <a:gd name="connsiteX2" fmla="*/ 1039531 w 1622049"/>
              <a:gd name="connsiteY2" fmla="*/ 3391571 h 3694243"/>
              <a:gd name="connsiteX3" fmla="*/ 1447916 w 1622049"/>
              <a:gd name="connsiteY3" fmla="*/ 3262479 h 3694243"/>
              <a:gd name="connsiteX4" fmla="*/ 1560543 w 1622049"/>
              <a:gd name="connsiteY4" fmla="*/ 2704708 h 3694243"/>
              <a:gd name="connsiteX5" fmla="*/ 1594098 w 1622049"/>
              <a:gd name="connsiteY5" fmla="*/ 1777175 h 3694243"/>
              <a:gd name="connsiteX6" fmla="*/ 1144461 w 1622049"/>
              <a:gd name="connsiteY6" fmla="*/ 1037267 h 3694243"/>
              <a:gd name="connsiteX7" fmla="*/ 1227775 w 1622049"/>
              <a:gd name="connsiteY7" fmla="*/ 302821 h 3694243"/>
              <a:gd name="connsiteX8" fmla="*/ 1268602 w 1622049"/>
              <a:gd name="connsiteY8" fmla="*/ -1 h 3694243"/>
              <a:gd name="connsiteX0" fmla="*/ 0 w 1622049"/>
              <a:gd name="connsiteY0" fmla="*/ 3025341 h 3409899"/>
              <a:gd name="connsiteX1" fmla="*/ 571559 w 1622049"/>
              <a:gd name="connsiteY1" fmla="*/ 2944671 h 3409899"/>
              <a:gd name="connsiteX2" fmla="*/ 1039531 w 1622049"/>
              <a:gd name="connsiteY2" fmla="*/ 3391573 h 3409899"/>
              <a:gd name="connsiteX3" fmla="*/ 1447916 w 1622049"/>
              <a:gd name="connsiteY3" fmla="*/ 3262481 h 3409899"/>
              <a:gd name="connsiteX4" fmla="*/ 1560543 w 1622049"/>
              <a:gd name="connsiteY4" fmla="*/ 2704710 h 3409899"/>
              <a:gd name="connsiteX5" fmla="*/ 1594098 w 1622049"/>
              <a:gd name="connsiteY5" fmla="*/ 1777177 h 3409899"/>
              <a:gd name="connsiteX6" fmla="*/ 1144461 w 1622049"/>
              <a:gd name="connsiteY6" fmla="*/ 1037269 h 3409899"/>
              <a:gd name="connsiteX7" fmla="*/ 1227775 w 1622049"/>
              <a:gd name="connsiteY7" fmla="*/ 302823 h 3409899"/>
              <a:gd name="connsiteX8" fmla="*/ 1268602 w 1622049"/>
              <a:gd name="connsiteY8" fmla="*/ 1 h 3409899"/>
              <a:gd name="connsiteX0" fmla="*/ 0 w 1622049"/>
              <a:gd name="connsiteY0" fmla="*/ 3025339 h 3276453"/>
              <a:gd name="connsiteX1" fmla="*/ 571559 w 1622049"/>
              <a:gd name="connsiteY1" fmla="*/ 2944669 h 3276453"/>
              <a:gd name="connsiteX2" fmla="*/ 837486 w 1622049"/>
              <a:gd name="connsiteY2" fmla="*/ 3094647 h 3276453"/>
              <a:gd name="connsiteX3" fmla="*/ 1447916 w 1622049"/>
              <a:gd name="connsiteY3" fmla="*/ 3262479 h 3276453"/>
              <a:gd name="connsiteX4" fmla="*/ 1560543 w 1622049"/>
              <a:gd name="connsiteY4" fmla="*/ 2704708 h 3276453"/>
              <a:gd name="connsiteX5" fmla="*/ 1594098 w 1622049"/>
              <a:gd name="connsiteY5" fmla="*/ 1777175 h 3276453"/>
              <a:gd name="connsiteX6" fmla="*/ 1144461 w 1622049"/>
              <a:gd name="connsiteY6" fmla="*/ 1037267 h 3276453"/>
              <a:gd name="connsiteX7" fmla="*/ 1227775 w 1622049"/>
              <a:gd name="connsiteY7" fmla="*/ 302821 h 3276453"/>
              <a:gd name="connsiteX8" fmla="*/ 1268602 w 1622049"/>
              <a:gd name="connsiteY8" fmla="*/ -1 h 3276453"/>
              <a:gd name="connsiteX0" fmla="*/ 0 w 1622698"/>
              <a:gd name="connsiteY0" fmla="*/ 3025341 h 3240575"/>
              <a:gd name="connsiteX1" fmla="*/ 571559 w 1622698"/>
              <a:gd name="connsiteY1" fmla="*/ 2944671 h 3240575"/>
              <a:gd name="connsiteX2" fmla="*/ 837486 w 1622698"/>
              <a:gd name="connsiteY2" fmla="*/ 3094649 h 3240575"/>
              <a:gd name="connsiteX3" fmla="*/ 1426914 w 1622698"/>
              <a:gd name="connsiteY3" fmla="*/ 3224346 h 3240575"/>
              <a:gd name="connsiteX4" fmla="*/ 1560543 w 1622698"/>
              <a:gd name="connsiteY4" fmla="*/ 2704710 h 3240575"/>
              <a:gd name="connsiteX5" fmla="*/ 1594098 w 1622698"/>
              <a:gd name="connsiteY5" fmla="*/ 1777177 h 3240575"/>
              <a:gd name="connsiteX6" fmla="*/ 1144461 w 1622698"/>
              <a:gd name="connsiteY6" fmla="*/ 1037269 h 3240575"/>
              <a:gd name="connsiteX7" fmla="*/ 1227775 w 1622698"/>
              <a:gd name="connsiteY7" fmla="*/ 302823 h 3240575"/>
              <a:gd name="connsiteX8" fmla="*/ 1268602 w 1622698"/>
              <a:gd name="connsiteY8" fmla="*/ 1 h 3240575"/>
              <a:gd name="connsiteX0" fmla="*/ 0 w 1051139"/>
              <a:gd name="connsiteY0" fmla="*/ 2944669 h 3240575"/>
              <a:gd name="connsiteX1" fmla="*/ 265927 w 1051139"/>
              <a:gd name="connsiteY1" fmla="*/ 3094647 h 3240575"/>
              <a:gd name="connsiteX2" fmla="*/ 855355 w 1051139"/>
              <a:gd name="connsiteY2" fmla="*/ 3224344 h 3240575"/>
              <a:gd name="connsiteX3" fmla="*/ 988984 w 1051139"/>
              <a:gd name="connsiteY3" fmla="*/ 2704708 h 3240575"/>
              <a:gd name="connsiteX4" fmla="*/ 1022539 w 1051139"/>
              <a:gd name="connsiteY4" fmla="*/ 1777175 h 3240575"/>
              <a:gd name="connsiteX5" fmla="*/ 572902 w 1051139"/>
              <a:gd name="connsiteY5" fmla="*/ 1037267 h 3240575"/>
              <a:gd name="connsiteX6" fmla="*/ 656216 w 1051139"/>
              <a:gd name="connsiteY6" fmla="*/ 302821 h 3240575"/>
              <a:gd name="connsiteX7" fmla="*/ 697043 w 1051139"/>
              <a:gd name="connsiteY7" fmla="*/ -1 h 3240575"/>
              <a:gd name="connsiteX0" fmla="*/ 0 w 785212"/>
              <a:gd name="connsiteY0" fmla="*/ 3094649 h 3240575"/>
              <a:gd name="connsiteX1" fmla="*/ 589428 w 785212"/>
              <a:gd name="connsiteY1" fmla="*/ 3224346 h 3240575"/>
              <a:gd name="connsiteX2" fmla="*/ 723057 w 785212"/>
              <a:gd name="connsiteY2" fmla="*/ 2704710 h 3240575"/>
              <a:gd name="connsiteX3" fmla="*/ 756612 w 785212"/>
              <a:gd name="connsiteY3" fmla="*/ 1777177 h 3240575"/>
              <a:gd name="connsiteX4" fmla="*/ 306975 w 785212"/>
              <a:gd name="connsiteY4" fmla="*/ 1037269 h 3240575"/>
              <a:gd name="connsiteX5" fmla="*/ 390289 w 785212"/>
              <a:gd name="connsiteY5" fmla="*/ 302823 h 3240575"/>
              <a:gd name="connsiteX6" fmla="*/ 431116 w 785212"/>
              <a:gd name="connsiteY6" fmla="*/ 1 h 3240575"/>
              <a:gd name="connsiteX0" fmla="*/ 0 w 817128"/>
              <a:gd name="connsiteY0" fmla="*/ 4112793 h 4115012"/>
              <a:gd name="connsiteX1" fmla="*/ 621344 w 817128"/>
              <a:gd name="connsiteY1" fmla="*/ 3224344 h 4115012"/>
              <a:gd name="connsiteX2" fmla="*/ 754973 w 817128"/>
              <a:gd name="connsiteY2" fmla="*/ 2704708 h 4115012"/>
              <a:gd name="connsiteX3" fmla="*/ 788528 w 817128"/>
              <a:gd name="connsiteY3" fmla="*/ 1777175 h 4115012"/>
              <a:gd name="connsiteX4" fmla="*/ 338891 w 817128"/>
              <a:gd name="connsiteY4" fmla="*/ 1037267 h 4115012"/>
              <a:gd name="connsiteX5" fmla="*/ 422205 w 817128"/>
              <a:gd name="connsiteY5" fmla="*/ 302821 h 4115012"/>
              <a:gd name="connsiteX6" fmla="*/ 463032 w 817128"/>
              <a:gd name="connsiteY6" fmla="*/ -1 h 4115012"/>
              <a:gd name="connsiteX0" fmla="*/ 0 w 817128"/>
              <a:gd name="connsiteY0" fmla="*/ 4112795 h 4112794"/>
              <a:gd name="connsiteX1" fmla="*/ 621344 w 817128"/>
              <a:gd name="connsiteY1" fmla="*/ 3224346 h 4112794"/>
              <a:gd name="connsiteX2" fmla="*/ 754973 w 817128"/>
              <a:gd name="connsiteY2" fmla="*/ 2704710 h 4112794"/>
              <a:gd name="connsiteX3" fmla="*/ 788528 w 817128"/>
              <a:gd name="connsiteY3" fmla="*/ 1777177 h 4112794"/>
              <a:gd name="connsiteX4" fmla="*/ 338891 w 817128"/>
              <a:gd name="connsiteY4" fmla="*/ 1037269 h 4112794"/>
              <a:gd name="connsiteX5" fmla="*/ 422205 w 817128"/>
              <a:gd name="connsiteY5" fmla="*/ 302823 h 4112794"/>
              <a:gd name="connsiteX6" fmla="*/ 463032 w 817128"/>
              <a:gd name="connsiteY6" fmla="*/ 1 h 4112794"/>
              <a:gd name="connsiteX0" fmla="*/ 0 w 823639"/>
              <a:gd name="connsiteY0" fmla="*/ 4112793 h 4112794"/>
              <a:gd name="connsiteX1" fmla="*/ 442535 w 823639"/>
              <a:gd name="connsiteY1" fmla="*/ 3392726 h 4112794"/>
              <a:gd name="connsiteX2" fmla="*/ 754973 w 823639"/>
              <a:gd name="connsiteY2" fmla="*/ 2704708 h 4112794"/>
              <a:gd name="connsiteX3" fmla="*/ 788528 w 823639"/>
              <a:gd name="connsiteY3" fmla="*/ 1777175 h 4112794"/>
              <a:gd name="connsiteX4" fmla="*/ 338891 w 823639"/>
              <a:gd name="connsiteY4" fmla="*/ 1037267 h 4112794"/>
              <a:gd name="connsiteX5" fmla="*/ 422205 w 823639"/>
              <a:gd name="connsiteY5" fmla="*/ 302821 h 4112794"/>
              <a:gd name="connsiteX6" fmla="*/ 463032 w 823639"/>
              <a:gd name="connsiteY6" fmla="*/ -1 h 4112794"/>
              <a:gd name="connsiteX0" fmla="*/ 0 w 769379"/>
              <a:gd name="connsiteY0" fmla="*/ 4253682 h 4253682"/>
              <a:gd name="connsiteX1" fmla="*/ 388275 w 769379"/>
              <a:gd name="connsiteY1" fmla="*/ 3392728 h 4253682"/>
              <a:gd name="connsiteX2" fmla="*/ 700713 w 769379"/>
              <a:gd name="connsiteY2" fmla="*/ 2704710 h 4253682"/>
              <a:gd name="connsiteX3" fmla="*/ 734268 w 769379"/>
              <a:gd name="connsiteY3" fmla="*/ 1777177 h 4253682"/>
              <a:gd name="connsiteX4" fmla="*/ 284631 w 769379"/>
              <a:gd name="connsiteY4" fmla="*/ 1037269 h 4253682"/>
              <a:gd name="connsiteX5" fmla="*/ 367945 w 769379"/>
              <a:gd name="connsiteY5" fmla="*/ 302823 h 4253682"/>
              <a:gd name="connsiteX6" fmla="*/ 408772 w 769379"/>
              <a:gd name="connsiteY6" fmla="*/ 1 h 4253682"/>
              <a:gd name="connsiteX0" fmla="*/ 0 w 771001"/>
              <a:gd name="connsiteY0" fmla="*/ 4253680 h 4253680"/>
              <a:gd name="connsiteX1" fmla="*/ 350262 w 771001"/>
              <a:gd name="connsiteY1" fmla="*/ 3419908 h 4253680"/>
              <a:gd name="connsiteX2" fmla="*/ 700713 w 771001"/>
              <a:gd name="connsiteY2" fmla="*/ 2704708 h 4253680"/>
              <a:gd name="connsiteX3" fmla="*/ 734268 w 771001"/>
              <a:gd name="connsiteY3" fmla="*/ 1777175 h 4253680"/>
              <a:gd name="connsiteX4" fmla="*/ 284631 w 771001"/>
              <a:gd name="connsiteY4" fmla="*/ 1037267 h 4253680"/>
              <a:gd name="connsiteX5" fmla="*/ 367945 w 771001"/>
              <a:gd name="connsiteY5" fmla="*/ 302821 h 4253680"/>
              <a:gd name="connsiteX6" fmla="*/ 408772 w 771001"/>
              <a:gd name="connsiteY6" fmla="*/ -1 h 4253680"/>
              <a:gd name="connsiteX0" fmla="*/ 0 w 705972"/>
              <a:gd name="connsiteY0" fmla="*/ 4459093 h 4459092"/>
              <a:gd name="connsiteX1" fmla="*/ 285233 w 705972"/>
              <a:gd name="connsiteY1" fmla="*/ 3419910 h 4459092"/>
              <a:gd name="connsiteX2" fmla="*/ 635684 w 705972"/>
              <a:gd name="connsiteY2" fmla="*/ 2704710 h 4459092"/>
              <a:gd name="connsiteX3" fmla="*/ 669239 w 705972"/>
              <a:gd name="connsiteY3" fmla="*/ 1777177 h 4459092"/>
              <a:gd name="connsiteX4" fmla="*/ 219602 w 705972"/>
              <a:gd name="connsiteY4" fmla="*/ 1037269 h 4459092"/>
              <a:gd name="connsiteX5" fmla="*/ 302916 w 705972"/>
              <a:gd name="connsiteY5" fmla="*/ 302823 h 4459092"/>
              <a:gd name="connsiteX6" fmla="*/ 343743 w 705972"/>
              <a:gd name="connsiteY6" fmla="*/ 1 h 4459092"/>
              <a:gd name="connsiteX0" fmla="*/ 0 w 705972"/>
              <a:gd name="connsiteY0" fmla="*/ 4459091 h 4459092"/>
              <a:gd name="connsiteX1" fmla="*/ 285233 w 705972"/>
              <a:gd name="connsiteY1" fmla="*/ 3419908 h 4459092"/>
              <a:gd name="connsiteX2" fmla="*/ 635684 w 705972"/>
              <a:gd name="connsiteY2" fmla="*/ 2704708 h 4459092"/>
              <a:gd name="connsiteX3" fmla="*/ 669239 w 705972"/>
              <a:gd name="connsiteY3" fmla="*/ 1777175 h 4459092"/>
              <a:gd name="connsiteX4" fmla="*/ 219602 w 705972"/>
              <a:gd name="connsiteY4" fmla="*/ 1037267 h 4459092"/>
              <a:gd name="connsiteX5" fmla="*/ 302916 w 705972"/>
              <a:gd name="connsiteY5" fmla="*/ 302821 h 4459092"/>
              <a:gd name="connsiteX6" fmla="*/ 343743 w 705972"/>
              <a:gd name="connsiteY6" fmla="*/ -1 h 4459092"/>
              <a:gd name="connsiteX0" fmla="*/ 0 w 704561"/>
              <a:gd name="connsiteY0" fmla="*/ 4459093 h 4459092"/>
              <a:gd name="connsiteX1" fmla="*/ 285233 w 704561"/>
              <a:gd name="connsiteY1" fmla="*/ 3419910 h 4459092"/>
              <a:gd name="connsiteX2" fmla="*/ 631982 w 704561"/>
              <a:gd name="connsiteY2" fmla="*/ 2793677 h 4459092"/>
              <a:gd name="connsiteX3" fmla="*/ 669239 w 704561"/>
              <a:gd name="connsiteY3" fmla="*/ 1777177 h 4459092"/>
              <a:gd name="connsiteX4" fmla="*/ 219602 w 704561"/>
              <a:gd name="connsiteY4" fmla="*/ 1037269 h 4459092"/>
              <a:gd name="connsiteX5" fmla="*/ 302916 w 704561"/>
              <a:gd name="connsiteY5" fmla="*/ 302823 h 4459092"/>
              <a:gd name="connsiteX6" fmla="*/ 343743 w 704561"/>
              <a:gd name="connsiteY6" fmla="*/ 1 h 4459092"/>
              <a:gd name="connsiteX0" fmla="*/ 0 w 704561"/>
              <a:gd name="connsiteY0" fmla="*/ 4459091 h 4459092"/>
              <a:gd name="connsiteX1" fmla="*/ 285233 w 704561"/>
              <a:gd name="connsiteY1" fmla="*/ 3419908 h 4459092"/>
              <a:gd name="connsiteX2" fmla="*/ 631982 w 704561"/>
              <a:gd name="connsiteY2" fmla="*/ 2793675 h 4459092"/>
              <a:gd name="connsiteX3" fmla="*/ 669239 w 704561"/>
              <a:gd name="connsiteY3" fmla="*/ 1777175 h 4459092"/>
              <a:gd name="connsiteX4" fmla="*/ 219602 w 704561"/>
              <a:gd name="connsiteY4" fmla="*/ 1037267 h 4459092"/>
              <a:gd name="connsiteX5" fmla="*/ 411556 w 704561"/>
              <a:gd name="connsiteY5" fmla="*/ 267412 h 4459092"/>
              <a:gd name="connsiteX6" fmla="*/ 343743 w 704561"/>
              <a:gd name="connsiteY6" fmla="*/ -1 h 4459092"/>
              <a:gd name="connsiteX0" fmla="*/ 0 w 692105"/>
              <a:gd name="connsiteY0" fmla="*/ 4459093 h 4459092"/>
              <a:gd name="connsiteX1" fmla="*/ 285233 w 692105"/>
              <a:gd name="connsiteY1" fmla="*/ 3419910 h 4459092"/>
              <a:gd name="connsiteX2" fmla="*/ 590743 w 692105"/>
              <a:gd name="connsiteY2" fmla="*/ 2767956 h 4459092"/>
              <a:gd name="connsiteX3" fmla="*/ 669239 w 692105"/>
              <a:gd name="connsiteY3" fmla="*/ 1777177 h 4459092"/>
              <a:gd name="connsiteX4" fmla="*/ 219602 w 692105"/>
              <a:gd name="connsiteY4" fmla="*/ 1037269 h 4459092"/>
              <a:gd name="connsiteX5" fmla="*/ 411556 w 692105"/>
              <a:gd name="connsiteY5" fmla="*/ 267414 h 4459092"/>
              <a:gd name="connsiteX6" fmla="*/ 343743 w 692105"/>
              <a:gd name="connsiteY6" fmla="*/ 1 h 445909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60346 w 640895"/>
              <a:gd name="connsiteY5" fmla="*/ 267412 h 4460880"/>
              <a:gd name="connsiteX6" fmla="*/ 292533 w 640895"/>
              <a:gd name="connsiteY6" fmla="*/ -1 h 4460880"/>
              <a:gd name="connsiteX0" fmla="*/ 0 w 640895"/>
              <a:gd name="connsiteY0" fmla="*/ 4460882 h 4460882"/>
              <a:gd name="connsiteX1" fmla="*/ 234023 w 640895"/>
              <a:gd name="connsiteY1" fmla="*/ 3419910 h 4460882"/>
              <a:gd name="connsiteX2" fmla="*/ 539533 w 640895"/>
              <a:gd name="connsiteY2" fmla="*/ 2767956 h 4460882"/>
              <a:gd name="connsiteX3" fmla="*/ 618029 w 640895"/>
              <a:gd name="connsiteY3" fmla="*/ 1777177 h 4460882"/>
              <a:gd name="connsiteX4" fmla="*/ 168392 w 640895"/>
              <a:gd name="connsiteY4" fmla="*/ 1037269 h 4460882"/>
              <a:gd name="connsiteX5" fmla="*/ 360346 w 640895"/>
              <a:gd name="connsiteY5" fmla="*/ 267414 h 4460882"/>
              <a:gd name="connsiteX6" fmla="*/ 292533 w 640895"/>
              <a:gd name="connsiteY6" fmla="*/ 1 h 446088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07808 w 640895"/>
              <a:gd name="connsiteY5" fmla="*/ 352990 h 4460880"/>
              <a:gd name="connsiteX6" fmla="*/ 292533 w 640895"/>
              <a:gd name="connsiteY6" fmla="*/ -1 h 4460880"/>
              <a:gd name="connsiteX0" fmla="*/ 0 w 640895"/>
              <a:gd name="connsiteY0" fmla="*/ 4449562 h 4449562"/>
              <a:gd name="connsiteX1" fmla="*/ 234023 w 640895"/>
              <a:gd name="connsiteY1" fmla="*/ 3408590 h 4449562"/>
              <a:gd name="connsiteX2" fmla="*/ 539533 w 640895"/>
              <a:gd name="connsiteY2" fmla="*/ 2756636 h 4449562"/>
              <a:gd name="connsiteX3" fmla="*/ 618029 w 640895"/>
              <a:gd name="connsiteY3" fmla="*/ 1765857 h 4449562"/>
              <a:gd name="connsiteX4" fmla="*/ 168392 w 640895"/>
              <a:gd name="connsiteY4" fmla="*/ 1025949 h 4449562"/>
              <a:gd name="connsiteX5" fmla="*/ 307808 w 640895"/>
              <a:gd name="connsiteY5" fmla="*/ 341672 h 4449562"/>
              <a:gd name="connsiteX6" fmla="*/ 199493 w 640895"/>
              <a:gd name="connsiteY6" fmla="*/ 0 h 4449562"/>
              <a:gd name="connsiteX0" fmla="*/ 0 w 628896"/>
              <a:gd name="connsiteY0" fmla="*/ 4449562 h 4449562"/>
              <a:gd name="connsiteX1" fmla="*/ 234023 w 628896"/>
              <a:gd name="connsiteY1" fmla="*/ 3408590 h 4449562"/>
              <a:gd name="connsiteX2" fmla="*/ 539533 w 628896"/>
              <a:gd name="connsiteY2" fmla="*/ 2756636 h 4449562"/>
              <a:gd name="connsiteX3" fmla="*/ 618029 w 628896"/>
              <a:gd name="connsiteY3" fmla="*/ 1765857 h 4449562"/>
              <a:gd name="connsiteX4" fmla="*/ 340222 w 628896"/>
              <a:gd name="connsiteY4" fmla="*/ 1321421 h 4449562"/>
              <a:gd name="connsiteX5" fmla="*/ 168392 w 628896"/>
              <a:gd name="connsiteY5" fmla="*/ 1025949 h 4449562"/>
              <a:gd name="connsiteX6" fmla="*/ 307808 w 628896"/>
              <a:gd name="connsiteY6" fmla="*/ 341672 h 4449562"/>
              <a:gd name="connsiteX7" fmla="*/ 199493 w 628896"/>
              <a:gd name="connsiteY7" fmla="*/ 0 h 4449562"/>
              <a:gd name="connsiteX0" fmla="*/ 0 w 628896"/>
              <a:gd name="connsiteY0" fmla="*/ 4449562 h 4449562"/>
              <a:gd name="connsiteX1" fmla="*/ 234023 w 628896"/>
              <a:gd name="connsiteY1" fmla="*/ 3408590 h 4449562"/>
              <a:gd name="connsiteX2" fmla="*/ 539533 w 628896"/>
              <a:gd name="connsiteY2" fmla="*/ 2756636 h 4449562"/>
              <a:gd name="connsiteX3" fmla="*/ 618029 w 628896"/>
              <a:gd name="connsiteY3" fmla="*/ 1765857 h 4449562"/>
              <a:gd name="connsiteX4" fmla="*/ 340222 w 628896"/>
              <a:gd name="connsiteY4" fmla="*/ 1321421 h 4449562"/>
              <a:gd name="connsiteX5" fmla="*/ 191331 w 628896"/>
              <a:gd name="connsiteY5" fmla="*/ 812267 h 4449562"/>
              <a:gd name="connsiteX6" fmla="*/ 307808 w 628896"/>
              <a:gd name="connsiteY6" fmla="*/ 341672 h 4449562"/>
              <a:gd name="connsiteX7" fmla="*/ 199493 w 628896"/>
              <a:gd name="connsiteY7" fmla="*/ 0 h 444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8896" h="4449562">
                <a:moveTo>
                  <a:pt x="0" y="4449562"/>
                </a:moveTo>
                <a:cubicBezTo>
                  <a:pt x="108450" y="3956842"/>
                  <a:pt x="144101" y="3690744"/>
                  <a:pt x="234023" y="3408590"/>
                </a:cubicBezTo>
                <a:cubicBezTo>
                  <a:pt x="323945" y="3126436"/>
                  <a:pt x="475532" y="3030425"/>
                  <a:pt x="539533" y="2756636"/>
                </a:cubicBezTo>
                <a:cubicBezTo>
                  <a:pt x="603534" y="2482847"/>
                  <a:pt x="651247" y="2005059"/>
                  <a:pt x="618029" y="1765857"/>
                </a:cubicBezTo>
                <a:cubicBezTo>
                  <a:pt x="584811" y="1526655"/>
                  <a:pt x="415162" y="1444739"/>
                  <a:pt x="340222" y="1321421"/>
                </a:cubicBezTo>
                <a:cubicBezTo>
                  <a:pt x="265283" y="1198103"/>
                  <a:pt x="196733" y="975558"/>
                  <a:pt x="191331" y="812267"/>
                </a:cubicBezTo>
                <a:cubicBezTo>
                  <a:pt x="185929" y="648976"/>
                  <a:pt x="346499" y="544480"/>
                  <a:pt x="307808" y="341672"/>
                </a:cubicBezTo>
                <a:cubicBezTo>
                  <a:pt x="269117" y="138864"/>
                  <a:pt x="257576" y="95623"/>
                  <a:pt x="199493"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AD58132F-6C69-FC6B-87CF-6253197193DB}"/>
              </a:ext>
            </a:extLst>
          </p:cNvPr>
          <p:cNvSpPr/>
          <p:nvPr userDrawn="1"/>
        </p:nvSpPr>
        <p:spPr>
          <a:xfrm rot="11226050" flipV="1">
            <a:off x="6561266" y="4331140"/>
            <a:ext cx="846255" cy="2479828"/>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241649 w 1563565"/>
              <a:gd name="connsiteY11" fmla="*/ 2847214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87914 w 1563565"/>
              <a:gd name="connsiteY12" fmla="*/ 3198009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456687 w 1563565"/>
              <a:gd name="connsiteY10" fmla="*/ 2924466 h 3270982"/>
              <a:gd name="connsiteX11" fmla="*/ 187914 w 1563565"/>
              <a:gd name="connsiteY11" fmla="*/ 3198009 h 3270982"/>
              <a:gd name="connsiteX12" fmla="*/ 0 w 1563565"/>
              <a:gd name="connsiteY12"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32109 w 1563565"/>
              <a:gd name="connsiteY7" fmla="*/ 196800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732109 w 1563565"/>
              <a:gd name="connsiteY6" fmla="*/ 1968009 h 3270982"/>
              <a:gd name="connsiteX7" fmla="*/ 512193 w 1563565"/>
              <a:gd name="connsiteY7" fmla="*/ 2270745 h 3270982"/>
              <a:gd name="connsiteX8" fmla="*/ 456687 w 1563565"/>
              <a:gd name="connsiteY8" fmla="*/ 2924466 h 3270982"/>
              <a:gd name="connsiteX9" fmla="*/ 187914 w 1563565"/>
              <a:gd name="connsiteY9" fmla="*/ 3198009 h 3270982"/>
              <a:gd name="connsiteX10" fmla="*/ 0 w 1563565"/>
              <a:gd name="connsiteY10" fmla="*/ 3270982 h 3270982"/>
              <a:gd name="connsiteX0" fmla="*/ 967331 w 1563837"/>
              <a:gd name="connsiteY0" fmla="*/ 0 h 3270982"/>
              <a:gd name="connsiteX1" fmla="*/ 1209867 w 1563837"/>
              <a:gd name="connsiteY1" fmla="*/ 370350 h 3270982"/>
              <a:gd name="connsiteX2" fmla="*/ 1433322 w 1563837"/>
              <a:gd name="connsiteY2" fmla="*/ 616269 h 3270982"/>
              <a:gd name="connsiteX3" fmla="*/ 1562481 w 1563837"/>
              <a:gd name="connsiteY3" fmla="*/ 913068 h 3270982"/>
              <a:gd name="connsiteX4" fmla="*/ 1488281 w 1563837"/>
              <a:gd name="connsiteY4" fmla="*/ 1219487 h 3270982"/>
              <a:gd name="connsiteX5" fmla="*/ 1218273 w 1563837"/>
              <a:gd name="connsiteY5" fmla="*/ 1616958 h 3270982"/>
              <a:gd name="connsiteX6" fmla="*/ 732109 w 1563837"/>
              <a:gd name="connsiteY6" fmla="*/ 1968009 h 3270982"/>
              <a:gd name="connsiteX7" fmla="*/ 512193 w 1563837"/>
              <a:gd name="connsiteY7" fmla="*/ 2270745 h 3270982"/>
              <a:gd name="connsiteX8" fmla="*/ 456687 w 1563837"/>
              <a:gd name="connsiteY8" fmla="*/ 2924466 h 3270982"/>
              <a:gd name="connsiteX9" fmla="*/ 187914 w 1563837"/>
              <a:gd name="connsiteY9" fmla="*/ 3198009 h 3270982"/>
              <a:gd name="connsiteX10" fmla="*/ 0 w 1563837"/>
              <a:gd name="connsiteY10" fmla="*/ 3270982 h 3270982"/>
              <a:gd name="connsiteX0" fmla="*/ 1209867 w 1563837"/>
              <a:gd name="connsiteY0" fmla="*/ 0 h 2900632"/>
              <a:gd name="connsiteX1" fmla="*/ 1433322 w 1563837"/>
              <a:gd name="connsiteY1" fmla="*/ 245919 h 2900632"/>
              <a:gd name="connsiteX2" fmla="*/ 1562481 w 1563837"/>
              <a:gd name="connsiteY2" fmla="*/ 542718 h 2900632"/>
              <a:gd name="connsiteX3" fmla="*/ 1488281 w 1563837"/>
              <a:gd name="connsiteY3" fmla="*/ 849137 h 2900632"/>
              <a:gd name="connsiteX4" fmla="*/ 1218273 w 1563837"/>
              <a:gd name="connsiteY4" fmla="*/ 1246608 h 2900632"/>
              <a:gd name="connsiteX5" fmla="*/ 732109 w 1563837"/>
              <a:gd name="connsiteY5" fmla="*/ 1597659 h 2900632"/>
              <a:gd name="connsiteX6" fmla="*/ 512193 w 1563837"/>
              <a:gd name="connsiteY6" fmla="*/ 1900395 h 2900632"/>
              <a:gd name="connsiteX7" fmla="*/ 456687 w 1563837"/>
              <a:gd name="connsiteY7" fmla="*/ 2554116 h 2900632"/>
              <a:gd name="connsiteX8" fmla="*/ 187914 w 1563837"/>
              <a:gd name="connsiteY8" fmla="*/ 2827659 h 2900632"/>
              <a:gd name="connsiteX9" fmla="*/ 0 w 1563837"/>
              <a:gd name="connsiteY9" fmla="*/ 2900632 h 2900632"/>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255624 w 1563837"/>
              <a:gd name="connsiteY1" fmla="*/ 274827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488504"/>
              <a:gd name="connsiteY0" fmla="*/ 0 h 2961654"/>
              <a:gd name="connsiteX1" fmla="*/ 1255624 w 1488504"/>
              <a:gd name="connsiteY1" fmla="*/ 274827 h 2961654"/>
              <a:gd name="connsiteX2" fmla="*/ 1488281 w 1488504"/>
              <a:gd name="connsiteY2" fmla="*/ 910159 h 2961654"/>
              <a:gd name="connsiteX3" fmla="*/ 1218273 w 1488504"/>
              <a:gd name="connsiteY3" fmla="*/ 1307630 h 2961654"/>
              <a:gd name="connsiteX4" fmla="*/ 732109 w 1488504"/>
              <a:gd name="connsiteY4" fmla="*/ 1658681 h 2961654"/>
              <a:gd name="connsiteX5" fmla="*/ 512193 w 1488504"/>
              <a:gd name="connsiteY5" fmla="*/ 1961417 h 2961654"/>
              <a:gd name="connsiteX6" fmla="*/ 456687 w 1488504"/>
              <a:gd name="connsiteY6" fmla="*/ 2615138 h 2961654"/>
              <a:gd name="connsiteX7" fmla="*/ 187914 w 1488504"/>
              <a:gd name="connsiteY7" fmla="*/ 2888681 h 2961654"/>
              <a:gd name="connsiteX8" fmla="*/ 0 w 1488504"/>
              <a:gd name="connsiteY8" fmla="*/ 2961654 h 2961654"/>
              <a:gd name="connsiteX0" fmla="*/ 804435 w 1376011"/>
              <a:gd name="connsiteY0" fmla="*/ 0 h 2961654"/>
              <a:gd name="connsiteX1" fmla="*/ 1255624 w 1376011"/>
              <a:gd name="connsiteY1" fmla="*/ 274827 h 2961654"/>
              <a:gd name="connsiteX2" fmla="*/ 1375240 w 1376011"/>
              <a:gd name="connsiteY2" fmla="*/ 839095 h 2961654"/>
              <a:gd name="connsiteX3" fmla="*/ 1218273 w 1376011"/>
              <a:gd name="connsiteY3" fmla="*/ 1307630 h 2961654"/>
              <a:gd name="connsiteX4" fmla="*/ 732109 w 1376011"/>
              <a:gd name="connsiteY4" fmla="*/ 1658681 h 2961654"/>
              <a:gd name="connsiteX5" fmla="*/ 512193 w 1376011"/>
              <a:gd name="connsiteY5" fmla="*/ 1961417 h 2961654"/>
              <a:gd name="connsiteX6" fmla="*/ 456687 w 1376011"/>
              <a:gd name="connsiteY6" fmla="*/ 2615138 h 2961654"/>
              <a:gd name="connsiteX7" fmla="*/ 187914 w 1376011"/>
              <a:gd name="connsiteY7" fmla="*/ 2888681 h 2961654"/>
              <a:gd name="connsiteX8" fmla="*/ 0 w 1376011"/>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512193 w 1384277"/>
              <a:gd name="connsiteY5" fmla="*/ 1961417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50195 w 1384277"/>
              <a:gd name="connsiteY5" fmla="*/ 1993868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40533"/>
              <a:gd name="connsiteY0" fmla="*/ 0 h 2961654"/>
              <a:gd name="connsiteX1" fmla="*/ 1255624 w 1340533"/>
              <a:gd name="connsiteY1" fmla="*/ 274827 h 2961654"/>
              <a:gd name="connsiteX2" fmla="*/ 1324904 w 1340533"/>
              <a:gd name="connsiteY2" fmla="*/ 791064 h 2961654"/>
              <a:gd name="connsiteX3" fmla="*/ 1063021 w 1340533"/>
              <a:gd name="connsiteY3" fmla="*/ 1230569 h 2961654"/>
              <a:gd name="connsiteX4" fmla="*/ 644801 w 1340533"/>
              <a:gd name="connsiteY4" fmla="*/ 1557015 h 2961654"/>
              <a:gd name="connsiteX5" fmla="*/ 450195 w 1340533"/>
              <a:gd name="connsiteY5" fmla="*/ 1993868 h 2961654"/>
              <a:gd name="connsiteX6" fmla="*/ 456687 w 1340533"/>
              <a:gd name="connsiteY6" fmla="*/ 2615138 h 2961654"/>
              <a:gd name="connsiteX7" fmla="*/ 187914 w 1340533"/>
              <a:gd name="connsiteY7" fmla="*/ 2888681 h 2961654"/>
              <a:gd name="connsiteX8" fmla="*/ 0 w 1340533"/>
              <a:gd name="connsiteY8" fmla="*/ 2961654 h 2961654"/>
              <a:gd name="connsiteX0" fmla="*/ 631492 w 1167590"/>
              <a:gd name="connsiteY0" fmla="*/ 0 h 3058096"/>
              <a:gd name="connsiteX1" fmla="*/ 1082681 w 1167590"/>
              <a:gd name="connsiteY1" fmla="*/ 274827 h 3058096"/>
              <a:gd name="connsiteX2" fmla="*/ 1151961 w 1167590"/>
              <a:gd name="connsiteY2" fmla="*/ 791064 h 3058096"/>
              <a:gd name="connsiteX3" fmla="*/ 890078 w 1167590"/>
              <a:gd name="connsiteY3" fmla="*/ 1230569 h 3058096"/>
              <a:gd name="connsiteX4" fmla="*/ 471858 w 1167590"/>
              <a:gd name="connsiteY4" fmla="*/ 1557015 h 3058096"/>
              <a:gd name="connsiteX5" fmla="*/ 277252 w 1167590"/>
              <a:gd name="connsiteY5" fmla="*/ 1993868 h 3058096"/>
              <a:gd name="connsiteX6" fmla="*/ 283744 w 1167590"/>
              <a:gd name="connsiteY6" fmla="*/ 2615138 h 3058096"/>
              <a:gd name="connsiteX7" fmla="*/ 14971 w 1167590"/>
              <a:gd name="connsiteY7" fmla="*/ 2888681 h 3058096"/>
              <a:gd name="connsiteX8" fmla="*/ 140567 w 116759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0512 w 1100850"/>
              <a:gd name="connsiteY5" fmla="*/ 1993868 h 3058096"/>
              <a:gd name="connsiteX6" fmla="*/ 217004 w 1100850"/>
              <a:gd name="connsiteY6" fmla="*/ 2615138 h 3058096"/>
              <a:gd name="connsiteX7" fmla="*/ 19936 w 1100850"/>
              <a:gd name="connsiteY7" fmla="*/ 2845485 h 3058096"/>
              <a:gd name="connsiteX8" fmla="*/ 73827 w 1100850"/>
              <a:gd name="connsiteY8" fmla="*/ 3058096 h 3058096"/>
              <a:gd name="connsiteX0" fmla="*/ 177635 w 1119539"/>
              <a:gd name="connsiteY0" fmla="*/ -1 h 3016929"/>
              <a:gd name="connsiteX1" fmla="*/ 1015941 w 1119539"/>
              <a:gd name="connsiteY1" fmla="*/ 233660 h 3016929"/>
              <a:gd name="connsiteX2" fmla="*/ 1085221 w 1119539"/>
              <a:gd name="connsiteY2" fmla="*/ 749897 h 3016929"/>
              <a:gd name="connsiteX3" fmla="*/ 823338 w 1119539"/>
              <a:gd name="connsiteY3" fmla="*/ 1189402 h 3016929"/>
              <a:gd name="connsiteX4" fmla="*/ 405118 w 1119539"/>
              <a:gd name="connsiteY4" fmla="*/ 1515848 h 3016929"/>
              <a:gd name="connsiteX5" fmla="*/ 210512 w 1119539"/>
              <a:gd name="connsiteY5" fmla="*/ 1952701 h 3016929"/>
              <a:gd name="connsiteX6" fmla="*/ 217004 w 1119539"/>
              <a:gd name="connsiteY6" fmla="*/ 2573971 h 3016929"/>
              <a:gd name="connsiteX7" fmla="*/ 19936 w 1119539"/>
              <a:gd name="connsiteY7" fmla="*/ 2804318 h 3016929"/>
              <a:gd name="connsiteX8" fmla="*/ 73827 w 1119539"/>
              <a:gd name="connsiteY8" fmla="*/ 3016929 h 3016929"/>
              <a:gd name="connsiteX0" fmla="*/ 177635 w 1090217"/>
              <a:gd name="connsiteY0" fmla="*/ 0 h 3016930"/>
              <a:gd name="connsiteX1" fmla="*/ 595987 w 1090217"/>
              <a:gd name="connsiteY1" fmla="*/ 134318 h 3016930"/>
              <a:gd name="connsiteX2" fmla="*/ 1085221 w 1090217"/>
              <a:gd name="connsiteY2" fmla="*/ 749898 h 3016930"/>
              <a:gd name="connsiteX3" fmla="*/ 823338 w 1090217"/>
              <a:gd name="connsiteY3" fmla="*/ 1189403 h 3016930"/>
              <a:gd name="connsiteX4" fmla="*/ 405118 w 1090217"/>
              <a:gd name="connsiteY4" fmla="*/ 1515849 h 3016930"/>
              <a:gd name="connsiteX5" fmla="*/ 210512 w 1090217"/>
              <a:gd name="connsiteY5" fmla="*/ 1952702 h 3016930"/>
              <a:gd name="connsiteX6" fmla="*/ 217004 w 1090217"/>
              <a:gd name="connsiteY6" fmla="*/ 2573972 h 3016930"/>
              <a:gd name="connsiteX7" fmla="*/ 19936 w 1090217"/>
              <a:gd name="connsiteY7" fmla="*/ 2804319 h 3016930"/>
              <a:gd name="connsiteX8" fmla="*/ 73827 w 1090217"/>
              <a:gd name="connsiteY8" fmla="*/ 3016930 h 3016930"/>
              <a:gd name="connsiteX0" fmla="*/ 177635 w 862837"/>
              <a:gd name="connsiteY0" fmla="*/ 0 h 3016930"/>
              <a:gd name="connsiteX1" fmla="*/ 595987 w 862837"/>
              <a:gd name="connsiteY1" fmla="*/ 134318 h 3016930"/>
              <a:gd name="connsiteX2" fmla="*/ 819622 w 862837"/>
              <a:gd name="connsiteY2" fmla="*/ 596247 h 3016930"/>
              <a:gd name="connsiteX3" fmla="*/ 823338 w 862837"/>
              <a:gd name="connsiteY3" fmla="*/ 1189403 h 3016930"/>
              <a:gd name="connsiteX4" fmla="*/ 405118 w 862837"/>
              <a:gd name="connsiteY4" fmla="*/ 1515849 h 3016930"/>
              <a:gd name="connsiteX5" fmla="*/ 210512 w 862837"/>
              <a:gd name="connsiteY5" fmla="*/ 1952702 h 3016930"/>
              <a:gd name="connsiteX6" fmla="*/ 217004 w 862837"/>
              <a:gd name="connsiteY6" fmla="*/ 2573972 h 3016930"/>
              <a:gd name="connsiteX7" fmla="*/ 19936 w 862837"/>
              <a:gd name="connsiteY7" fmla="*/ 2804319 h 3016930"/>
              <a:gd name="connsiteX8" fmla="*/ 73827 w 862837"/>
              <a:gd name="connsiteY8" fmla="*/ 3016930 h 3016930"/>
              <a:gd name="connsiteX0" fmla="*/ 177635 w 823106"/>
              <a:gd name="connsiteY0" fmla="*/ 0 h 3016930"/>
              <a:gd name="connsiteX1" fmla="*/ 595987 w 823106"/>
              <a:gd name="connsiteY1" fmla="*/ 134318 h 3016930"/>
              <a:gd name="connsiteX2" fmla="*/ 819622 w 823106"/>
              <a:gd name="connsiteY2" fmla="*/ 596247 h 3016930"/>
              <a:gd name="connsiteX3" fmla="*/ 708960 w 823106"/>
              <a:gd name="connsiteY3" fmla="*/ 1196662 h 3016930"/>
              <a:gd name="connsiteX4" fmla="*/ 405118 w 823106"/>
              <a:gd name="connsiteY4" fmla="*/ 1515849 h 3016930"/>
              <a:gd name="connsiteX5" fmla="*/ 210512 w 823106"/>
              <a:gd name="connsiteY5" fmla="*/ 1952702 h 3016930"/>
              <a:gd name="connsiteX6" fmla="*/ 217004 w 823106"/>
              <a:gd name="connsiteY6" fmla="*/ 2573972 h 3016930"/>
              <a:gd name="connsiteX7" fmla="*/ 19936 w 823106"/>
              <a:gd name="connsiteY7" fmla="*/ 2804319 h 3016930"/>
              <a:gd name="connsiteX8" fmla="*/ 73827 w 823106"/>
              <a:gd name="connsiteY8" fmla="*/ 3016930 h 3016930"/>
              <a:gd name="connsiteX0" fmla="*/ 157699 w 803170"/>
              <a:gd name="connsiteY0" fmla="*/ 0 h 2804319"/>
              <a:gd name="connsiteX1" fmla="*/ 576051 w 803170"/>
              <a:gd name="connsiteY1" fmla="*/ 134318 h 2804319"/>
              <a:gd name="connsiteX2" fmla="*/ 799686 w 803170"/>
              <a:gd name="connsiteY2" fmla="*/ 596247 h 2804319"/>
              <a:gd name="connsiteX3" fmla="*/ 689024 w 803170"/>
              <a:gd name="connsiteY3" fmla="*/ 1196662 h 2804319"/>
              <a:gd name="connsiteX4" fmla="*/ 385182 w 803170"/>
              <a:gd name="connsiteY4" fmla="*/ 1515849 h 2804319"/>
              <a:gd name="connsiteX5" fmla="*/ 190576 w 803170"/>
              <a:gd name="connsiteY5" fmla="*/ 1952702 h 2804319"/>
              <a:gd name="connsiteX6" fmla="*/ 197068 w 803170"/>
              <a:gd name="connsiteY6" fmla="*/ 2573972 h 2804319"/>
              <a:gd name="connsiteX7" fmla="*/ 0 w 803170"/>
              <a:gd name="connsiteY7" fmla="*/ 2804319 h 2804319"/>
              <a:gd name="connsiteX0" fmla="*/ 231289 w 876760"/>
              <a:gd name="connsiteY0" fmla="*/ 0 h 2791635"/>
              <a:gd name="connsiteX1" fmla="*/ 649641 w 876760"/>
              <a:gd name="connsiteY1" fmla="*/ 134318 h 2791635"/>
              <a:gd name="connsiteX2" fmla="*/ 873276 w 876760"/>
              <a:gd name="connsiteY2" fmla="*/ 596247 h 2791635"/>
              <a:gd name="connsiteX3" fmla="*/ 762614 w 876760"/>
              <a:gd name="connsiteY3" fmla="*/ 1196662 h 2791635"/>
              <a:gd name="connsiteX4" fmla="*/ 458772 w 876760"/>
              <a:gd name="connsiteY4" fmla="*/ 1515849 h 2791635"/>
              <a:gd name="connsiteX5" fmla="*/ 264166 w 876760"/>
              <a:gd name="connsiteY5" fmla="*/ 1952702 h 2791635"/>
              <a:gd name="connsiteX6" fmla="*/ 270658 w 876760"/>
              <a:gd name="connsiteY6" fmla="*/ 2573972 h 2791635"/>
              <a:gd name="connsiteX7" fmla="*/ 0 w 876760"/>
              <a:gd name="connsiteY7" fmla="*/ 2791636 h 2791635"/>
              <a:gd name="connsiteX0" fmla="*/ 336286 w 876760"/>
              <a:gd name="connsiteY0" fmla="*/ 0 h 3380021"/>
              <a:gd name="connsiteX1" fmla="*/ 649641 w 876760"/>
              <a:gd name="connsiteY1" fmla="*/ 722703 h 3380021"/>
              <a:gd name="connsiteX2" fmla="*/ 873276 w 876760"/>
              <a:gd name="connsiteY2" fmla="*/ 1184632 h 3380021"/>
              <a:gd name="connsiteX3" fmla="*/ 762614 w 876760"/>
              <a:gd name="connsiteY3" fmla="*/ 1785047 h 3380021"/>
              <a:gd name="connsiteX4" fmla="*/ 458772 w 876760"/>
              <a:gd name="connsiteY4" fmla="*/ 2104234 h 3380021"/>
              <a:gd name="connsiteX5" fmla="*/ 264166 w 876760"/>
              <a:gd name="connsiteY5" fmla="*/ 2541087 h 3380021"/>
              <a:gd name="connsiteX6" fmla="*/ 270658 w 876760"/>
              <a:gd name="connsiteY6" fmla="*/ 3162357 h 3380021"/>
              <a:gd name="connsiteX7" fmla="*/ 0 w 876760"/>
              <a:gd name="connsiteY7" fmla="*/ 3380021 h 3380021"/>
              <a:gd name="connsiteX0" fmla="*/ 336286 w 876760"/>
              <a:gd name="connsiteY0" fmla="*/ 0 h 3380021"/>
              <a:gd name="connsiteX1" fmla="*/ 649641 w 876760"/>
              <a:gd name="connsiteY1" fmla="*/ 722703 h 3380021"/>
              <a:gd name="connsiteX2" fmla="*/ 873276 w 876760"/>
              <a:gd name="connsiteY2" fmla="*/ 1184632 h 3380021"/>
              <a:gd name="connsiteX3" fmla="*/ 762614 w 876760"/>
              <a:gd name="connsiteY3" fmla="*/ 1785047 h 3380021"/>
              <a:gd name="connsiteX4" fmla="*/ 458772 w 876760"/>
              <a:gd name="connsiteY4" fmla="*/ 2104234 h 3380021"/>
              <a:gd name="connsiteX5" fmla="*/ 264166 w 876760"/>
              <a:gd name="connsiteY5" fmla="*/ 2541087 h 3380021"/>
              <a:gd name="connsiteX6" fmla="*/ 270658 w 876760"/>
              <a:gd name="connsiteY6" fmla="*/ 3162357 h 3380021"/>
              <a:gd name="connsiteX7" fmla="*/ 0 w 876760"/>
              <a:gd name="connsiteY7" fmla="*/ 3380021 h 3380021"/>
              <a:gd name="connsiteX0" fmla="*/ 372212 w 876760"/>
              <a:gd name="connsiteY0" fmla="*/ -1 h 3531445"/>
              <a:gd name="connsiteX1" fmla="*/ 649641 w 876760"/>
              <a:gd name="connsiteY1" fmla="*/ 874127 h 3531445"/>
              <a:gd name="connsiteX2" fmla="*/ 873276 w 876760"/>
              <a:gd name="connsiteY2" fmla="*/ 1336056 h 3531445"/>
              <a:gd name="connsiteX3" fmla="*/ 762614 w 876760"/>
              <a:gd name="connsiteY3" fmla="*/ 1936471 h 3531445"/>
              <a:gd name="connsiteX4" fmla="*/ 458772 w 876760"/>
              <a:gd name="connsiteY4" fmla="*/ 2255658 h 3531445"/>
              <a:gd name="connsiteX5" fmla="*/ 264166 w 876760"/>
              <a:gd name="connsiteY5" fmla="*/ 2692511 h 3531445"/>
              <a:gd name="connsiteX6" fmla="*/ 270658 w 876760"/>
              <a:gd name="connsiteY6" fmla="*/ 3313781 h 3531445"/>
              <a:gd name="connsiteX7" fmla="*/ 0 w 876760"/>
              <a:gd name="connsiteY7" fmla="*/ 3531445 h 3531445"/>
              <a:gd name="connsiteX0" fmla="*/ 372212 w 880289"/>
              <a:gd name="connsiteY0" fmla="*/ 0 h 3531446"/>
              <a:gd name="connsiteX1" fmla="*/ 582826 w 880289"/>
              <a:gd name="connsiteY1" fmla="*/ 708427 h 3531446"/>
              <a:gd name="connsiteX2" fmla="*/ 873276 w 880289"/>
              <a:gd name="connsiteY2" fmla="*/ 1336057 h 3531446"/>
              <a:gd name="connsiteX3" fmla="*/ 762614 w 880289"/>
              <a:gd name="connsiteY3" fmla="*/ 1936472 h 3531446"/>
              <a:gd name="connsiteX4" fmla="*/ 458772 w 880289"/>
              <a:gd name="connsiteY4" fmla="*/ 2255659 h 3531446"/>
              <a:gd name="connsiteX5" fmla="*/ 264166 w 880289"/>
              <a:gd name="connsiteY5" fmla="*/ 2692512 h 3531446"/>
              <a:gd name="connsiteX6" fmla="*/ 270658 w 880289"/>
              <a:gd name="connsiteY6" fmla="*/ 3313782 h 3531446"/>
              <a:gd name="connsiteX7" fmla="*/ 0 w 880289"/>
              <a:gd name="connsiteY7" fmla="*/ 3531446 h 3531446"/>
              <a:gd name="connsiteX0" fmla="*/ 395368 w 880289"/>
              <a:gd name="connsiteY0" fmla="*/ 0 h 3568572"/>
              <a:gd name="connsiteX1" fmla="*/ 582826 w 880289"/>
              <a:gd name="connsiteY1" fmla="*/ 745553 h 3568572"/>
              <a:gd name="connsiteX2" fmla="*/ 873276 w 880289"/>
              <a:gd name="connsiteY2" fmla="*/ 1373183 h 3568572"/>
              <a:gd name="connsiteX3" fmla="*/ 762614 w 880289"/>
              <a:gd name="connsiteY3" fmla="*/ 1973598 h 3568572"/>
              <a:gd name="connsiteX4" fmla="*/ 458772 w 880289"/>
              <a:gd name="connsiteY4" fmla="*/ 2292785 h 3568572"/>
              <a:gd name="connsiteX5" fmla="*/ 264166 w 880289"/>
              <a:gd name="connsiteY5" fmla="*/ 2729638 h 3568572"/>
              <a:gd name="connsiteX6" fmla="*/ 270658 w 880289"/>
              <a:gd name="connsiteY6" fmla="*/ 3350908 h 3568572"/>
              <a:gd name="connsiteX7" fmla="*/ 0 w 880289"/>
              <a:gd name="connsiteY7" fmla="*/ 3568572 h 3568572"/>
              <a:gd name="connsiteX0" fmla="*/ 395368 w 880289"/>
              <a:gd name="connsiteY0" fmla="*/ 0 h 3568572"/>
              <a:gd name="connsiteX1" fmla="*/ 582826 w 880289"/>
              <a:gd name="connsiteY1" fmla="*/ 745553 h 3568572"/>
              <a:gd name="connsiteX2" fmla="*/ 873276 w 880289"/>
              <a:gd name="connsiteY2" fmla="*/ 1373183 h 3568572"/>
              <a:gd name="connsiteX3" fmla="*/ 762614 w 880289"/>
              <a:gd name="connsiteY3" fmla="*/ 1973598 h 3568572"/>
              <a:gd name="connsiteX4" fmla="*/ 458772 w 880289"/>
              <a:gd name="connsiteY4" fmla="*/ 2292785 h 3568572"/>
              <a:gd name="connsiteX5" fmla="*/ 264166 w 880289"/>
              <a:gd name="connsiteY5" fmla="*/ 2729638 h 3568572"/>
              <a:gd name="connsiteX6" fmla="*/ 270658 w 880289"/>
              <a:gd name="connsiteY6" fmla="*/ 3350908 h 3568572"/>
              <a:gd name="connsiteX7" fmla="*/ 0 w 880289"/>
              <a:gd name="connsiteY7" fmla="*/ 3568572 h 356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9" h="3568572">
                <a:moveTo>
                  <a:pt x="395368" y="0"/>
                </a:moveTo>
                <a:cubicBezTo>
                  <a:pt x="405492" y="290259"/>
                  <a:pt x="503175" y="516689"/>
                  <a:pt x="582826" y="745553"/>
                </a:cubicBezTo>
                <a:cubicBezTo>
                  <a:pt x="662477" y="974417"/>
                  <a:pt x="843311" y="1168509"/>
                  <a:pt x="873276" y="1373183"/>
                </a:cubicBezTo>
                <a:cubicBezTo>
                  <a:pt x="903241" y="1577857"/>
                  <a:pt x="831698" y="1820331"/>
                  <a:pt x="762614" y="1973598"/>
                </a:cubicBezTo>
                <a:cubicBezTo>
                  <a:pt x="693530" y="2126865"/>
                  <a:pt x="541847" y="2166778"/>
                  <a:pt x="458772" y="2292785"/>
                </a:cubicBezTo>
                <a:cubicBezTo>
                  <a:pt x="375697" y="2418792"/>
                  <a:pt x="366213" y="2451930"/>
                  <a:pt x="264166" y="2729638"/>
                </a:cubicBezTo>
                <a:cubicBezTo>
                  <a:pt x="162119" y="3007346"/>
                  <a:pt x="314686" y="3211086"/>
                  <a:pt x="270658" y="3350908"/>
                </a:cubicBezTo>
                <a:cubicBezTo>
                  <a:pt x="226630" y="3490730"/>
                  <a:pt x="76114" y="3510819"/>
                  <a:pt x="0" y="3568572"/>
                </a:cubicBezTo>
              </a:path>
            </a:pathLst>
          </a:custGeom>
          <a:noFill/>
          <a:ln w="9525" cap="rnd">
            <a:solidFill>
              <a:schemeClr val="tx1">
                <a:alpha val="35000"/>
              </a:schemeClr>
            </a:solidFill>
            <a:prstDash val="solid"/>
            <a:round/>
          </a:ln>
        </p:spPr>
        <p:txBody>
          <a:bodyPr rtlCol="0" anchor="ctr"/>
          <a:lstStyle/>
          <a:p>
            <a:endParaRPr lang="en-US"/>
          </a:p>
        </p:txBody>
      </p:sp>
      <p:sp>
        <p:nvSpPr>
          <p:cNvPr id="30" name="Freeform: Shape 29">
            <a:extLst>
              <a:ext uri="{FF2B5EF4-FFF2-40B4-BE49-F238E27FC236}">
                <a16:creationId xmlns:a16="http://schemas.microsoft.com/office/drawing/2014/main" id="{7E8E8864-9C51-D04A-E819-5A02C235F9B2}"/>
              </a:ext>
            </a:extLst>
          </p:cNvPr>
          <p:cNvSpPr/>
          <p:nvPr userDrawn="1"/>
        </p:nvSpPr>
        <p:spPr>
          <a:xfrm rot="10720826" flipV="1">
            <a:off x="6878800" y="4952348"/>
            <a:ext cx="3530123" cy="1960273"/>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110138"/>
              <a:gd name="connsiteX1" fmla="*/ 47086 w 4202879"/>
              <a:gd name="connsiteY1" fmla="*/ 1923802 h 2110138"/>
              <a:gd name="connsiteX2" fmla="*/ 355521 w 4202879"/>
              <a:gd name="connsiteY2" fmla="*/ 1735407 h 2110138"/>
              <a:gd name="connsiteX3" fmla="*/ 565423 w 4202879"/>
              <a:gd name="connsiteY3" fmla="*/ 1682785 h 2110138"/>
              <a:gd name="connsiteX4" fmla="*/ 797364 w 4202879"/>
              <a:gd name="connsiteY4" fmla="*/ 1582355 h 2110138"/>
              <a:gd name="connsiteX5" fmla="*/ 869791 w 4202879"/>
              <a:gd name="connsiteY5" fmla="*/ 1456680 h 2110138"/>
              <a:gd name="connsiteX6" fmla="*/ 893970 w 4202879"/>
              <a:gd name="connsiteY6" fmla="*/ 1329821 h 2110138"/>
              <a:gd name="connsiteX7" fmla="*/ 878993 w 4202879"/>
              <a:gd name="connsiteY7" fmla="*/ 1171168 h 2110138"/>
              <a:gd name="connsiteX8" fmla="*/ 920075 w 4202879"/>
              <a:gd name="connsiteY8" fmla="*/ 1077917 h 2110138"/>
              <a:gd name="connsiteX9" fmla="*/ 1077769 w 4202879"/>
              <a:gd name="connsiteY9" fmla="*/ 961551 h 2110138"/>
              <a:gd name="connsiteX10" fmla="*/ 1341270 w 4202879"/>
              <a:gd name="connsiteY10" fmla="*/ 806212 h 2110138"/>
              <a:gd name="connsiteX11" fmla="*/ 1660937 w 4202879"/>
              <a:gd name="connsiteY11" fmla="*/ 603063 h 2110138"/>
              <a:gd name="connsiteX12" fmla="*/ 1859607 w 4202879"/>
              <a:gd name="connsiteY12" fmla="*/ 391079 h 2110138"/>
              <a:gd name="connsiteX13" fmla="*/ 2084273 w 4202879"/>
              <a:gd name="connsiteY13" fmla="*/ 157636 h 2110138"/>
              <a:gd name="connsiteX14" fmla="*/ 2272244 w 4202879"/>
              <a:gd name="connsiteY14" fmla="*/ 55628 h 2110138"/>
              <a:gd name="connsiteX15" fmla="*/ 2624328 w 4202879"/>
              <a:gd name="connsiteY15" fmla="*/ 7030 h 2110138"/>
              <a:gd name="connsiteX16" fmla="*/ 3032578 w 4202879"/>
              <a:gd name="connsiteY16" fmla="*/ 7030 h 2110138"/>
              <a:gd name="connsiteX17" fmla="*/ 3381452 w 4202879"/>
              <a:gd name="connsiteY17" fmla="*/ 69987 h 2110138"/>
              <a:gd name="connsiteX18" fmla="*/ 3825990 w 4202879"/>
              <a:gd name="connsiteY18" fmla="*/ 84724 h 2110138"/>
              <a:gd name="connsiteX19" fmla="*/ 4202879 w 4202879"/>
              <a:gd name="connsiteY19" fmla="*/ 260337 h 2110138"/>
              <a:gd name="connsiteX20" fmla="*/ 3993793 w 4202879"/>
              <a:gd name="connsiteY20" fmla="*/ 795302 h 2110138"/>
              <a:gd name="connsiteX21" fmla="*/ 3795052 w 4202879"/>
              <a:gd name="connsiteY21" fmla="*/ 1300394 h 2110138"/>
              <a:gd name="connsiteX22" fmla="*/ 3713591 w 4202879"/>
              <a:gd name="connsiteY22" fmla="*/ 1701868 h 2110138"/>
              <a:gd name="connsiteX23" fmla="*/ 3740594 w 4202879"/>
              <a:gd name="connsiteY23" fmla="*/ 1984338 h 2110138"/>
              <a:gd name="connsiteX24" fmla="*/ 3562819 w 4202879"/>
              <a:gd name="connsiteY24" fmla="*/ 2110139 h 2110138"/>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22" fmla="*/ 3713591 w 4202879"/>
              <a:gd name="connsiteY22" fmla="*/ 1701868 h 2055307"/>
              <a:gd name="connsiteX23" fmla="*/ 3740594 w 4202879"/>
              <a:gd name="connsiteY23" fmla="*/ 1984338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22" fmla="*/ 3713591 w 4202879"/>
              <a:gd name="connsiteY22" fmla="*/ 1701868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608104 w 4202879"/>
              <a:gd name="connsiteY21" fmla="*/ 1236826 h 2055307"/>
              <a:gd name="connsiteX22" fmla="*/ 3713591 w 4202879"/>
              <a:gd name="connsiteY22" fmla="*/ 1701868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608104 w 4202879"/>
              <a:gd name="connsiteY21" fmla="*/ 1236826 h 2055307"/>
              <a:gd name="connsiteX22" fmla="*/ 3617438 w 4202879"/>
              <a:gd name="connsiteY22" fmla="*/ 1623802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832566 w 4202879"/>
              <a:gd name="connsiteY20" fmla="*/ 791513 h 2055307"/>
              <a:gd name="connsiteX21" fmla="*/ 3608104 w 4202879"/>
              <a:gd name="connsiteY21" fmla="*/ 1236826 h 2055307"/>
              <a:gd name="connsiteX22" fmla="*/ 3617438 w 4202879"/>
              <a:gd name="connsiteY22" fmla="*/ 1623802 h 2055307"/>
              <a:gd name="connsiteX23" fmla="*/ 3434389 w 4202879"/>
              <a:gd name="connsiteY23" fmla="*/ 1738519 h 2055307"/>
              <a:gd name="connsiteX24" fmla="*/ 3153345 w 4202879"/>
              <a:gd name="connsiteY24" fmla="*/ 1955731 h 2055307"/>
              <a:gd name="connsiteX0" fmla="*/ 0 w 3993599"/>
              <a:gd name="connsiteY0" fmla="*/ 2055307 h 2055307"/>
              <a:gd name="connsiteX1" fmla="*/ 47086 w 3993599"/>
              <a:gd name="connsiteY1" fmla="*/ 1923802 h 2055307"/>
              <a:gd name="connsiteX2" fmla="*/ 355521 w 3993599"/>
              <a:gd name="connsiteY2" fmla="*/ 1735407 h 2055307"/>
              <a:gd name="connsiteX3" fmla="*/ 565423 w 3993599"/>
              <a:gd name="connsiteY3" fmla="*/ 1682785 h 2055307"/>
              <a:gd name="connsiteX4" fmla="*/ 797364 w 3993599"/>
              <a:gd name="connsiteY4" fmla="*/ 1582355 h 2055307"/>
              <a:gd name="connsiteX5" fmla="*/ 869791 w 3993599"/>
              <a:gd name="connsiteY5" fmla="*/ 1456680 h 2055307"/>
              <a:gd name="connsiteX6" fmla="*/ 893970 w 3993599"/>
              <a:gd name="connsiteY6" fmla="*/ 1329821 h 2055307"/>
              <a:gd name="connsiteX7" fmla="*/ 878993 w 3993599"/>
              <a:gd name="connsiteY7" fmla="*/ 1171168 h 2055307"/>
              <a:gd name="connsiteX8" fmla="*/ 920075 w 3993599"/>
              <a:gd name="connsiteY8" fmla="*/ 1077917 h 2055307"/>
              <a:gd name="connsiteX9" fmla="*/ 1077769 w 3993599"/>
              <a:gd name="connsiteY9" fmla="*/ 961551 h 2055307"/>
              <a:gd name="connsiteX10" fmla="*/ 1341270 w 3993599"/>
              <a:gd name="connsiteY10" fmla="*/ 806212 h 2055307"/>
              <a:gd name="connsiteX11" fmla="*/ 1660937 w 3993599"/>
              <a:gd name="connsiteY11" fmla="*/ 603063 h 2055307"/>
              <a:gd name="connsiteX12" fmla="*/ 1859607 w 3993599"/>
              <a:gd name="connsiteY12" fmla="*/ 391079 h 2055307"/>
              <a:gd name="connsiteX13" fmla="*/ 2084273 w 3993599"/>
              <a:gd name="connsiteY13" fmla="*/ 157636 h 2055307"/>
              <a:gd name="connsiteX14" fmla="*/ 2272244 w 3993599"/>
              <a:gd name="connsiteY14" fmla="*/ 55628 h 2055307"/>
              <a:gd name="connsiteX15" fmla="*/ 2624328 w 3993599"/>
              <a:gd name="connsiteY15" fmla="*/ 7030 h 2055307"/>
              <a:gd name="connsiteX16" fmla="*/ 3032578 w 3993599"/>
              <a:gd name="connsiteY16" fmla="*/ 7030 h 2055307"/>
              <a:gd name="connsiteX17" fmla="*/ 3381452 w 3993599"/>
              <a:gd name="connsiteY17" fmla="*/ 69987 h 2055307"/>
              <a:gd name="connsiteX18" fmla="*/ 3825990 w 3993599"/>
              <a:gd name="connsiteY18" fmla="*/ 84724 h 2055307"/>
              <a:gd name="connsiteX19" fmla="*/ 3993600 w 3993599"/>
              <a:gd name="connsiteY19" fmla="*/ 306192 h 2055307"/>
              <a:gd name="connsiteX20" fmla="*/ 3832566 w 3993599"/>
              <a:gd name="connsiteY20" fmla="*/ 791513 h 2055307"/>
              <a:gd name="connsiteX21" fmla="*/ 3608104 w 3993599"/>
              <a:gd name="connsiteY21" fmla="*/ 1236826 h 2055307"/>
              <a:gd name="connsiteX22" fmla="*/ 3617438 w 3993599"/>
              <a:gd name="connsiteY22" fmla="*/ 1623802 h 2055307"/>
              <a:gd name="connsiteX23" fmla="*/ 3434389 w 3993599"/>
              <a:gd name="connsiteY23" fmla="*/ 1738519 h 2055307"/>
              <a:gd name="connsiteX24" fmla="*/ 3153345 w 3993599"/>
              <a:gd name="connsiteY24" fmla="*/ 1955731 h 2055307"/>
              <a:gd name="connsiteX0" fmla="*/ 90989 w 3952469"/>
              <a:gd name="connsiteY0" fmla="*/ 2048267 h 2048267"/>
              <a:gd name="connsiteX1" fmla="*/ 5955 w 3952469"/>
              <a:gd name="connsiteY1" fmla="*/ 1923802 h 2048267"/>
              <a:gd name="connsiteX2" fmla="*/ 314390 w 3952469"/>
              <a:gd name="connsiteY2" fmla="*/ 1735407 h 2048267"/>
              <a:gd name="connsiteX3" fmla="*/ 524292 w 3952469"/>
              <a:gd name="connsiteY3" fmla="*/ 1682785 h 2048267"/>
              <a:gd name="connsiteX4" fmla="*/ 756233 w 3952469"/>
              <a:gd name="connsiteY4" fmla="*/ 1582355 h 2048267"/>
              <a:gd name="connsiteX5" fmla="*/ 828660 w 3952469"/>
              <a:gd name="connsiteY5" fmla="*/ 1456680 h 2048267"/>
              <a:gd name="connsiteX6" fmla="*/ 852839 w 3952469"/>
              <a:gd name="connsiteY6" fmla="*/ 1329821 h 2048267"/>
              <a:gd name="connsiteX7" fmla="*/ 837862 w 3952469"/>
              <a:gd name="connsiteY7" fmla="*/ 1171168 h 2048267"/>
              <a:gd name="connsiteX8" fmla="*/ 878944 w 3952469"/>
              <a:gd name="connsiteY8" fmla="*/ 1077917 h 2048267"/>
              <a:gd name="connsiteX9" fmla="*/ 1036638 w 3952469"/>
              <a:gd name="connsiteY9" fmla="*/ 961551 h 2048267"/>
              <a:gd name="connsiteX10" fmla="*/ 1300139 w 3952469"/>
              <a:gd name="connsiteY10" fmla="*/ 806212 h 2048267"/>
              <a:gd name="connsiteX11" fmla="*/ 1619806 w 3952469"/>
              <a:gd name="connsiteY11" fmla="*/ 603063 h 2048267"/>
              <a:gd name="connsiteX12" fmla="*/ 1818476 w 3952469"/>
              <a:gd name="connsiteY12" fmla="*/ 391079 h 2048267"/>
              <a:gd name="connsiteX13" fmla="*/ 2043142 w 3952469"/>
              <a:gd name="connsiteY13" fmla="*/ 157636 h 2048267"/>
              <a:gd name="connsiteX14" fmla="*/ 2231113 w 3952469"/>
              <a:gd name="connsiteY14" fmla="*/ 55628 h 2048267"/>
              <a:gd name="connsiteX15" fmla="*/ 2583197 w 3952469"/>
              <a:gd name="connsiteY15" fmla="*/ 7030 h 2048267"/>
              <a:gd name="connsiteX16" fmla="*/ 2991447 w 3952469"/>
              <a:gd name="connsiteY16" fmla="*/ 7030 h 2048267"/>
              <a:gd name="connsiteX17" fmla="*/ 3340321 w 3952469"/>
              <a:gd name="connsiteY17" fmla="*/ 69987 h 2048267"/>
              <a:gd name="connsiteX18" fmla="*/ 3784859 w 3952469"/>
              <a:gd name="connsiteY18" fmla="*/ 84724 h 2048267"/>
              <a:gd name="connsiteX19" fmla="*/ 3952469 w 3952469"/>
              <a:gd name="connsiteY19" fmla="*/ 306192 h 2048267"/>
              <a:gd name="connsiteX20" fmla="*/ 3791435 w 3952469"/>
              <a:gd name="connsiteY20" fmla="*/ 791513 h 2048267"/>
              <a:gd name="connsiteX21" fmla="*/ 3566973 w 3952469"/>
              <a:gd name="connsiteY21" fmla="*/ 1236826 h 2048267"/>
              <a:gd name="connsiteX22" fmla="*/ 3576307 w 3952469"/>
              <a:gd name="connsiteY22" fmla="*/ 1623802 h 2048267"/>
              <a:gd name="connsiteX23" fmla="*/ 3393258 w 3952469"/>
              <a:gd name="connsiteY23" fmla="*/ 1738519 h 2048267"/>
              <a:gd name="connsiteX24" fmla="*/ 3112214 w 3952469"/>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665244 w 3861480"/>
              <a:gd name="connsiteY4" fmla="*/ 1582355 h 2048267"/>
              <a:gd name="connsiteX5" fmla="*/ 737671 w 3861480"/>
              <a:gd name="connsiteY5" fmla="*/ 1456680 h 2048267"/>
              <a:gd name="connsiteX6" fmla="*/ 761850 w 3861480"/>
              <a:gd name="connsiteY6" fmla="*/ 1329821 h 2048267"/>
              <a:gd name="connsiteX7" fmla="*/ 746873 w 3861480"/>
              <a:gd name="connsiteY7" fmla="*/ 1171168 h 2048267"/>
              <a:gd name="connsiteX8" fmla="*/ 787955 w 3861480"/>
              <a:gd name="connsiteY8" fmla="*/ 1077917 h 2048267"/>
              <a:gd name="connsiteX9" fmla="*/ 945649 w 3861480"/>
              <a:gd name="connsiteY9" fmla="*/ 961551 h 2048267"/>
              <a:gd name="connsiteX10" fmla="*/ 1209150 w 3861480"/>
              <a:gd name="connsiteY10" fmla="*/ 806212 h 2048267"/>
              <a:gd name="connsiteX11" fmla="*/ 1528817 w 3861480"/>
              <a:gd name="connsiteY11" fmla="*/ 603063 h 2048267"/>
              <a:gd name="connsiteX12" fmla="*/ 1727487 w 3861480"/>
              <a:gd name="connsiteY12" fmla="*/ 391079 h 2048267"/>
              <a:gd name="connsiteX13" fmla="*/ 1952153 w 3861480"/>
              <a:gd name="connsiteY13" fmla="*/ 157636 h 2048267"/>
              <a:gd name="connsiteX14" fmla="*/ 2140124 w 3861480"/>
              <a:gd name="connsiteY14" fmla="*/ 55628 h 2048267"/>
              <a:gd name="connsiteX15" fmla="*/ 2492208 w 3861480"/>
              <a:gd name="connsiteY15" fmla="*/ 7030 h 2048267"/>
              <a:gd name="connsiteX16" fmla="*/ 2900458 w 3861480"/>
              <a:gd name="connsiteY16" fmla="*/ 7030 h 2048267"/>
              <a:gd name="connsiteX17" fmla="*/ 3249332 w 3861480"/>
              <a:gd name="connsiteY17" fmla="*/ 69987 h 2048267"/>
              <a:gd name="connsiteX18" fmla="*/ 3693870 w 3861480"/>
              <a:gd name="connsiteY18" fmla="*/ 84724 h 2048267"/>
              <a:gd name="connsiteX19" fmla="*/ 3861480 w 3861480"/>
              <a:gd name="connsiteY19" fmla="*/ 306192 h 2048267"/>
              <a:gd name="connsiteX20" fmla="*/ 3700446 w 3861480"/>
              <a:gd name="connsiteY20" fmla="*/ 791513 h 2048267"/>
              <a:gd name="connsiteX21" fmla="*/ 3475984 w 3861480"/>
              <a:gd name="connsiteY21" fmla="*/ 1236826 h 2048267"/>
              <a:gd name="connsiteX22" fmla="*/ 3485318 w 3861480"/>
              <a:gd name="connsiteY22" fmla="*/ 1623802 h 2048267"/>
              <a:gd name="connsiteX23" fmla="*/ 3302269 w 3861480"/>
              <a:gd name="connsiteY23" fmla="*/ 1738519 h 2048267"/>
              <a:gd name="connsiteX24" fmla="*/ 3021225 w 3861480"/>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46873 w 3861480"/>
              <a:gd name="connsiteY7" fmla="*/ 1171168 h 2048267"/>
              <a:gd name="connsiteX8" fmla="*/ 787955 w 3861480"/>
              <a:gd name="connsiteY8" fmla="*/ 1077917 h 2048267"/>
              <a:gd name="connsiteX9" fmla="*/ 945649 w 3861480"/>
              <a:gd name="connsiteY9" fmla="*/ 961551 h 2048267"/>
              <a:gd name="connsiteX10" fmla="*/ 1209150 w 3861480"/>
              <a:gd name="connsiteY10" fmla="*/ 806212 h 2048267"/>
              <a:gd name="connsiteX11" fmla="*/ 1528817 w 3861480"/>
              <a:gd name="connsiteY11" fmla="*/ 603063 h 2048267"/>
              <a:gd name="connsiteX12" fmla="*/ 1727487 w 3861480"/>
              <a:gd name="connsiteY12" fmla="*/ 391079 h 2048267"/>
              <a:gd name="connsiteX13" fmla="*/ 1952153 w 3861480"/>
              <a:gd name="connsiteY13" fmla="*/ 157636 h 2048267"/>
              <a:gd name="connsiteX14" fmla="*/ 2140124 w 3861480"/>
              <a:gd name="connsiteY14" fmla="*/ 55628 h 2048267"/>
              <a:gd name="connsiteX15" fmla="*/ 2492208 w 3861480"/>
              <a:gd name="connsiteY15" fmla="*/ 7030 h 2048267"/>
              <a:gd name="connsiteX16" fmla="*/ 2900458 w 3861480"/>
              <a:gd name="connsiteY16" fmla="*/ 7030 h 2048267"/>
              <a:gd name="connsiteX17" fmla="*/ 3249332 w 3861480"/>
              <a:gd name="connsiteY17" fmla="*/ 69987 h 2048267"/>
              <a:gd name="connsiteX18" fmla="*/ 3693870 w 3861480"/>
              <a:gd name="connsiteY18" fmla="*/ 84724 h 2048267"/>
              <a:gd name="connsiteX19" fmla="*/ 3861480 w 3861480"/>
              <a:gd name="connsiteY19" fmla="*/ 306192 h 2048267"/>
              <a:gd name="connsiteX20" fmla="*/ 3700446 w 3861480"/>
              <a:gd name="connsiteY20" fmla="*/ 791513 h 2048267"/>
              <a:gd name="connsiteX21" fmla="*/ 3475984 w 3861480"/>
              <a:gd name="connsiteY21" fmla="*/ 1236826 h 2048267"/>
              <a:gd name="connsiteX22" fmla="*/ 3485318 w 3861480"/>
              <a:gd name="connsiteY22" fmla="*/ 1623802 h 2048267"/>
              <a:gd name="connsiteX23" fmla="*/ 3302269 w 3861480"/>
              <a:gd name="connsiteY23" fmla="*/ 1738519 h 2048267"/>
              <a:gd name="connsiteX24" fmla="*/ 3021225 w 3861480"/>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945649 w 3861480"/>
              <a:gd name="connsiteY8" fmla="*/ 961551 h 2048267"/>
              <a:gd name="connsiteX9" fmla="*/ 1209150 w 3861480"/>
              <a:gd name="connsiteY9" fmla="*/ 806212 h 2048267"/>
              <a:gd name="connsiteX10" fmla="*/ 1528817 w 3861480"/>
              <a:gd name="connsiteY10" fmla="*/ 603063 h 2048267"/>
              <a:gd name="connsiteX11" fmla="*/ 1727487 w 3861480"/>
              <a:gd name="connsiteY11" fmla="*/ 391079 h 2048267"/>
              <a:gd name="connsiteX12" fmla="*/ 1952153 w 3861480"/>
              <a:gd name="connsiteY12" fmla="*/ 157636 h 2048267"/>
              <a:gd name="connsiteX13" fmla="*/ 2140124 w 3861480"/>
              <a:gd name="connsiteY13" fmla="*/ 55628 h 2048267"/>
              <a:gd name="connsiteX14" fmla="*/ 2492208 w 3861480"/>
              <a:gd name="connsiteY14" fmla="*/ 7030 h 2048267"/>
              <a:gd name="connsiteX15" fmla="*/ 2900458 w 3861480"/>
              <a:gd name="connsiteY15" fmla="*/ 7030 h 2048267"/>
              <a:gd name="connsiteX16" fmla="*/ 3249332 w 3861480"/>
              <a:gd name="connsiteY16" fmla="*/ 69987 h 2048267"/>
              <a:gd name="connsiteX17" fmla="*/ 3693870 w 3861480"/>
              <a:gd name="connsiteY17" fmla="*/ 84724 h 2048267"/>
              <a:gd name="connsiteX18" fmla="*/ 3861480 w 3861480"/>
              <a:gd name="connsiteY18" fmla="*/ 306192 h 2048267"/>
              <a:gd name="connsiteX19" fmla="*/ 3700446 w 3861480"/>
              <a:gd name="connsiteY19" fmla="*/ 791513 h 2048267"/>
              <a:gd name="connsiteX20" fmla="*/ 3475984 w 3861480"/>
              <a:gd name="connsiteY20" fmla="*/ 1236826 h 2048267"/>
              <a:gd name="connsiteX21" fmla="*/ 3485318 w 3861480"/>
              <a:gd name="connsiteY21" fmla="*/ 1623802 h 2048267"/>
              <a:gd name="connsiteX22" fmla="*/ 3302269 w 3861480"/>
              <a:gd name="connsiteY22" fmla="*/ 1738519 h 2048267"/>
              <a:gd name="connsiteX23" fmla="*/ 3021225 w 3861480"/>
              <a:gd name="connsiteY23"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209150 w 3861480"/>
              <a:gd name="connsiteY8" fmla="*/ 806212 h 2048267"/>
              <a:gd name="connsiteX9" fmla="*/ 1528817 w 3861480"/>
              <a:gd name="connsiteY9" fmla="*/ 603063 h 2048267"/>
              <a:gd name="connsiteX10" fmla="*/ 1727487 w 3861480"/>
              <a:gd name="connsiteY10" fmla="*/ 391079 h 2048267"/>
              <a:gd name="connsiteX11" fmla="*/ 1952153 w 3861480"/>
              <a:gd name="connsiteY11" fmla="*/ 157636 h 2048267"/>
              <a:gd name="connsiteX12" fmla="*/ 2140124 w 3861480"/>
              <a:gd name="connsiteY12" fmla="*/ 55628 h 2048267"/>
              <a:gd name="connsiteX13" fmla="*/ 2492208 w 3861480"/>
              <a:gd name="connsiteY13" fmla="*/ 7030 h 2048267"/>
              <a:gd name="connsiteX14" fmla="*/ 2900458 w 3861480"/>
              <a:gd name="connsiteY14" fmla="*/ 7030 h 2048267"/>
              <a:gd name="connsiteX15" fmla="*/ 3249332 w 3861480"/>
              <a:gd name="connsiteY15" fmla="*/ 69987 h 2048267"/>
              <a:gd name="connsiteX16" fmla="*/ 3693870 w 3861480"/>
              <a:gd name="connsiteY16" fmla="*/ 84724 h 2048267"/>
              <a:gd name="connsiteX17" fmla="*/ 3861480 w 3861480"/>
              <a:gd name="connsiteY17" fmla="*/ 306192 h 2048267"/>
              <a:gd name="connsiteX18" fmla="*/ 3700446 w 3861480"/>
              <a:gd name="connsiteY18" fmla="*/ 791513 h 2048267"/>
              <a:gd name="connsiteX19" fmla="*/ 3475984 w 3861480"/>
              <a:gd name="connsiteY19" fmla="*/ 1236826 h 2048267"/>
              <a:gd name="connsiteX20" fmla="*/ 3485318 w 3861480"/>
              <a:gd name="connsiteY20" fmla="*/ 1623802 h 2048267"/>
              <a:gd name="connsiteX21" fmla="*/ 3302269 w 3861480"/>
              <a:gd name="connsiteY21" fmla="*/ 1738519 h 2048267"/>
              <a:gd name="connsiteX22" fmla="*/ 3021225 w 3861480"/>
              <a:gd name="connsiteY22"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528817 w 3861480"/>
              <a:gd name="connsiteY8" fmla="*/ 603063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916188 w 3861480"/>
              <a:gd name="connsiteY5" fmla="*/ 1462565 h 2048267"/>
              <a:gd name="connsiteX6" fmla="*/ 761850 w 3861480"/>
              <a:gd name="connsiteY6" fmla="*/ 1329821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125879 w 3861480"/>
              <a:gd name="connsiteY1" fmla="*/ 1858052 h 2048267"/>
              <a:gd name="connsiteX2" fmla="*/ 223401 w 3861480"/>
              <a:gd name="connsiteY2" fmla="*/ 1735407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125879 w 3861480"/>
              <a:gd name="connsiteY1" fmla="*/ 1858052 h 2048267"/>
              <a:gd name="connsiteX2" fmla="*/ 301035 w 3861480"/>
              <a:gd name="connsiteY2" fmla="*/ 1772278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475185 h 2475185"/>
              <a:gd name="connsiteX1" fmla="*/ 125879 w 3861480"/>
              <a:gd name="connsiteY1" fmla="*/ 2284970 h 2475185"/>
              <a:gd name="connsiteX2" fmla="*/ 301035 w 3861480"/>
              <a:gd name="connsiteY2" fmla="*/ 2199196 h 2475185"/>
              <a:gd name="connsiteX3" fmla="*/ 501786 w 3861480"/>
              <a:gd name="connsiteY3" fmla="*/ 2150353 h 2475185"/>
              <a:gd name="connsiteX4" fmla="*/ 851184 w 3861480"/>
              <a:gd name="connsiteY4" fmla="*/ 2078664 h 2475185"/>
              <a:gd name="connsiteX5" fmla="*/ 916188 w 3861480"/>
              <a:gd name="connsiteY5" fmla="*/ 1889483 h 2475185"/>
              <a:gd name="connsiteX6" fmla="*/ 883401 w 3861480"/>
              <a:gd name="connsiteY6" fmla="*/ 1682740 h 2475185"/>
              <a:gd name="connsiteX7" fmla="*/ 1011521 w 3861480"/>
              <a:gd name="connsiteY7" fmla="*/ 1456443 h 2475185"/>
              <a:gd name="connsiteX8" fmla="*/ 1505556 w 3861480"/>
              <a:gd name="connsiteY8" fmla="*/ 789954 h 2475185"/>
              <a:gd name="connsiteX9" fmla="*/ 1727487 w 3861480"/>
              <a:gd name="connsiteY9" fmla="*/ 817997 h 2475185"/>
              <a:gd name="connsiteX10" fmla="*/ 1952153 w 3861480"/>
              <a:gd name="connsiteY10" fmla="*/ 584554 h 2475185"/>
              <a:gd name="connsiteX11" fmla="*/ 2140124 w 3861480"/>
              <a:gd name="connsiteY11" fmla="*/ 482546 h 2475185"/>
              <a:gd name="connsiteX12" fmla="*/ 2492208 w 3861480"/>
              <a:gd name="connsiteY12" fmla="*/ 433948 h 2475185"/>
              <a:gd name="connsiteX13" fmla="*/ 2900458 w 3861480"/>
              <a:gd name="connsiteY13" fmla="*/ 433948 h 2475185"/>
              <a:gd name="connsiteX14" fmla="*/ 3437007 w 3861480"/>
              <a:gd name="connsiteY14" fmla="*/ 329 h 2475185"/>
              <a:gd name="connsiteX15" fmla="*/ 3693870 w 3861480"/>
              <a:gd name="connsiteY15" fmla="*/ 511642 h 2475185"/>
              <a:gd name="connsiteX16" fmla="*/ 3861480 w 3861480"/>
              <a:gd name="connsiteY16" fmla="*/ 733110 h 2475185"/>
              <a:gd name="connsiteX17" fmla="*/ 3700446 w 3861480"/>
              <a:gd name="connsiteY17" fmla="*/ 1218431 h 2475185"/>
              <a:gd name="connsiteX18" fmla="*/ 3475984 w 3861480"/>
              <a:gd name="connsiteY18" fmla="*/ 1663744 h 2475185"/>
              <a:gd name="connsiteX19" fmla="*/ 3485318 w 3861480"/>
              <a:gd name="connsiteY19" fmla="*/ 2050720 h 2475185"/>
              <a:gd name="connsiteX20" fmla="*/ 3302269 w 3861480"/>
              <a:gd name="connsiteY20" fmla="*/ 2165437 h 2475185"/>
              <a:gd name="connsiteX21" fmla="*/ 3021225 w 3861480"/>
              <a:gd name="connsiteY21" fmla="*/ 2382649 h 2475185"/>
              <a:gd name="connsiteX0" fmla="*/ 0 w 3972458"/>
              <a:gd name="connsiteY0" fmla="*/ 2476339 h 2476339"/>
              <a:gd name="connsiteX1" fmla="*/ 125879 w 3972458"/>
              <a:gd name="connsiteY1" fmla="*/ 2286124 h 2476339"/>
              <a:gd name="connsiteX2" fmla="*/ 301035 w 3972458"/>
              <a:gd name="connsiteY2" fmla="*/ 2200350 h 2476339"/>
              <a:gd name="connsiteX3" fmla="*/ 501786 w 3972458"/>
              <a:gd name="connsiteY3" fmla="*/ 2151507 h 2476339"/>
              <a:gd name="connsiteX4" fmla="*/ 851184 w 3972458"/>
              <a:gd name="connsiteY4" fmla="*/ 2079818 h 2476339"/>
              <a:gd name="connsiteX5" fmla="*/ 916188 w 3972458"/>
              <a:gd name="connsiteY5" fmla="*/ 1890637 h 2476339"/>
              <a:gd name="connsiteX6" fmla="*/ 883401 w 3972458"/>
              <a:gd name="connsiteY6" fmla="*/ 1683894 h 2476339"/>
              <a:gd name="connsiteX7" fmla="*/ 1011521 w 3972458"/>
              <a:gd name="connsiteY7" fmla="*/ 1457597 h 2476339"/>
              <a:gd name="connsiteX8" fmla="*/ 1505556 w 3972458"/>
              <a:gd name="connsiteY8" fmla="*/ 791108 h 2476339"/>
              <a:gd name="connsiteX9" fmla="*/ 1727487 w 3972458"/>
              <a:gd name="connsiteY9" fmla="*/ 819151 h 2476339"/>
              <a:gd name="connsiteX10" fmla="*/ 1952153 w 3972458"/>
              <a:gd name="connsiteY10" fmla="*/ 585708 h 2476339"/>
              <a:gd name="connsiteX11" fmla="*/ 2140124 w 3972458"/>
              <a:gd name="connsiteY11" fmla="*/ 483700 h 2476339"/>
              <a:gd name="connsiteX12" fmla="*/ 2492208 w 3972458"/>
              <a:gd name="connsiteY12" fmla="*/ 435102 h 2476339"/>
              <a:gd name="connsiteX13" fmla="*/ 2900458 w 3972458"/>
              <a:gd name="connsiteY13" fmla="*/ 435102 h 2476339"/>
              <a:gd name="connsiteX14" fmla="*/ 3437007 w 3972458"/>
              <a:gd name="connsiteY14" fmla="*/ 1483 h 2476339"/>
              <a:gd name="connsiteX15" fmla="*/ 3956841 w 3972458"/>
              <a:gd name="connsiteY15" fmla="*/ 309186 h 2476339"/>
              <a:gd name="connsiteX16" fmla="*/ 3861480 w 3972458"/>
              <a:gd name="connsiteY16" fmla="*/ 734264 h 2476339"/>
              <a:gd name="connsiteX17" fmla="*/ 3700446 w 3972458"/>
              <a:gd name="connsiteY17" fmla="*/ 1219585 h 2476339"/>
              <a:gd name="connsiteX18" fmla="*/ 3475984 w 3972458"/>
              <a:gd name="connsiteY18" fmla="*/ 1664898 h 2476339"/>
              <a:gd name="connsiteX19" fmla="*/ 3485318 w 3972458"/>
              <a:gd name="connsiteY19" fmla="*/ 2051874 h 2476339"/>
              <a:gd name="connsiteX20" fmla="*/ 3302269 w 3972458"/>
              <a:gd name="connsiteY20" fmla="*/ 2166591 h 2476339"/>
              <a:gd name="connsiteX21" fmla="*/ 3021225 w 3972458"/>
              <a:gd name="connsiteY21" fmla="*/ 2383803 h 2476339"/>
              <a:gd name="connsiteX0" fmla="*/ 0 w 3980651"/>
              <a:gd name="connsiteY0" fmla="*/ 2476339 h 2476339"/>
              <a:gd name="connsiteX1" fmla="*/ 125879 w 3980651"/>
              <a:gd name="connsiteY1" fmla="*/ 2286124 h 2476339"/>
              <a:gd name="connsiteX2" fmla="*/ 301035 w 3980651"/>
              <a:gd name="connsiteY2" fmla="*/ 2200350 h 2476339"/>
              <a:gd name="connsiteX3" fmla="*/ 501786 w 3980651"/>
              <a:gd name="connsiteY3" fmla="*/ 2151507 h 2476339"/>
              <a:gd name="connsiteX4" fmla="*/ 851184 w 3980651"/>
              <a:gd name="connsiteY4" fmla="*/ 2079818 h 2476339"/>
              <a:gd name="connsiteX5" fmla="*/ 916188 w 3980651"/>
              <a:gd name="connsiteY5" fmla="*/ 1890637 h 2476339"/>
              <a:gd name="connsiteX6" fmla="*/ 883401 w 3980651"/>
              <a:gd name="connsiteY6" fmla="*/ 1683894 h 2476339"/>
              <a:gd name="connsiteX7" fmla="*/ 1011521 w 3980651"/>
              <a:gd name="connsiteY7" fmla="*/ 1457597 h 2476339"/>
              <a:gd name="connsiteX8" fmla="*/ 1505556 w 3980651"/>
              <a:gd name="connsiteY8" fmla="*/ 791108 h 2476339"/>
              <a:gd name="connsiteX9" fmla="*/ 1727487 w 3980651"/>
              <a:gd name="connsiteY9" fmla="*/ 819151 h 2476339"/>
              <a:gd name="connsiteX10" fmla="*/ 1952153 w 3980651"/>
              <a:gd name="connsiteY10" fmla="*/ 585708 h 2476339"/>
              <a:gd name="connsiteX11" fmla="*/ 2140124 w 3980651"/>
              <a:gd name="connsiteY11" fmla="*/ 483700 h 2476339"/>
              <a:gd name="connsiteX12" fmla="*/ 2492208 w 3980651"/>
              <a:gd name="connsiteY12" fmla="*/ 435102 h 2476339"/>
              <a:gd name="connsiteX13" fmla="*/ 2900458 w 3980651"/>
              <a:gd name="connsiteY13" fmla="*/ 435102 h 2476339"/>
              <a:gd name="connsiteX14" fmla="*/ 3437007 w 3980651"/>
              <a:gd name="connsiteY14" fmla="*/ 1483 h 2476339"/>
              <a:gd name="connsiteX15" fmla="*/ 3956841 w 3980651"/>
              <a:gd name="connsiteY15" fmla="*/ 309186 h 2476339"/>
              <a:gd name="connsiteX16" fmla="*/ 3861480 w 3980651"/>
              <a:gd name="connsiteY16" fmla="*/ 734264 h 2476339"/>
              <a:gd name="connsiteX17" fmla="*/ 3700446 w 3980651"/>
              <a:gd name="connsiteY17" fmla="*/ 1219585 h 2476339"/>
              <a:gd name="connsiteX18" fmla="*/ 3475984 w 3980651"/>
              <a:gd name="connsiteY18" fmla="*/ 1664898 h 2476339"/>
              <a:gd name="connsiteX19" fmla="*/ 3485318 w 3980651"/>
              <a:gd name="connsiteY19" fmla="*/ 2051874 h 2476339"/>
              <a:gd name="connsiteX20" fmla="*/ 3302269 w 3980651"/>
              <a:gd name="connsiteY20" fmla="*/ 2166591 h 2476339"/>
              <a:gd name="connsiteX21" fmla="*/ 3021225 w 3980651"/>
              <a:gd name="connsiteY21" fmla="*/ 2383803 h 2476339"/>
              <a:gd name="connsiteX0" fmla="*/ 0 w 3980651"/>
              <a:gd name="connsiteY0" fmla="*/ 2476339 h 2476339"/>
              <a:gd name="connsiteX1" fmla="*/ 125879 w 3980651"/>
              <a:gd name="connsiteY1" fmla="*/ 2286124 h 2476339"/>
              <a:gd name="connsiteX2" fmla="*/ 301035 w 3980651"/>
              <a:gd name="connsiteY2" fmla="*/ 2200350 h 2476339"/>
              <a:gd name="connsiteX3" fmla="*/ 501786 w 3980651"/>
              <a:gd name="connsiteY3" fmla="*/ 2151507 h 2476339"/>
              <a:gd name="connsiteX4" fmla="*/ 851184 w 3980651"/>
              <a:gd name="connsiteY4" fmla="*/ 2079818 h 2476339"/>
              <a:gd name="connsiteX5" fmla="*/ 916188 w 3980651"/>
              <a:gd name="connsiteY5" fmla="*/ 1890637 h 2476339"/>
              <a:gd name="connsiteX6" fmla="*/ 883401 w 3980651"/>
              <a:gd name="connsiteY6" fmla="*/ 1683894 h 2476339"/>
              <a:gd name="connsiteX7" fmla="*/ 1011521 w 3980651"/>
              <a:gd name="connsiteY7" fmla="*/ 1457597 h 2476339"/>
              <a:gd name="connsiteX8" fmla="*/ 1505556 w 3980651"/>
              <a:gd name="connsiteY8" fmla="*/ 791108 h 2476339"/>
              <a:gd name="connsiteX9" fmla="*/ 1727487 w 3980651"/>
              <a:gd name="connsiteY9" fmla="*/ 819151 h 2476339"/>
              <a:gd name="connsiteX10" fmla="*/ 1952153 w 3980651"/>
              <a:gd name="connsiteY10" fmla="*/ 585708 h 2476339"/>
              <a:gd name="connsiteX11" fmla="*/ 2140124 w 3980651"/>
              <a:gd name="connsiteY11" fmla="*/ 483700 h 2476339"/>
              <a:gd name="connsiteX12" fmla="*/ 2492208 w 3980651"/>
              <a:gd name="connsiteY12" fmla="*/ 435102 h 2476339"/>
              <a:gd name="connsiteX13" fmla="*/ 2900458 w 3980651"/>
              <a:gd name="connsiteY13" fmla="*/ 435102 h 2476339"/>
              <a:gd name="connsiteX14" fmla="*/ 3437007 w 3980651"/>
              <a:gd name="connsiteY14" fmla="*/ 1483 h 2476339"/>
              <a:gd name="connsiteX15" fmla="*/ 3956841 w 3980651"/>
              <a:gd name="connsiteY15" fmla="*/ 309186 h 2476339"/>
              <a:gd name="connsiteX16" fmla="*/ 3861480 w 3980651"/>
              <a:gd name="connsiteY16" fmla="*/ 734264 h 2476339"/>
              <a:gd name="connsiteX17" fmla="*/ 3700446 w 3980651"/>
              <a:gd name="connsiteY17" fmla="*/ 1219585 h 2476339"/>
              <a:gd name="connsiteX18" fmla="*/ 3475984 w 3980651"/>
              <a:gd name="connsiteY18" fmla="*/ 1664898 h 2476339"/>
              <a:gd name="connsiteX19" fmla="*/ 3485318 w 3980651"/>
              <a:gd name="connsiteY19" fmla="*/ 2051874 h 2476339"/>
              <a:gd name="connsiteX20" fmla="*/ 3302269 w 3980651"/>
              <a:gd name="connsiteY20" fmla="*/ 2166591 h 2476339"/>
              <a:gd name="connsiteX21" fmla="*/ 3021225 w 3980651"/>
              <a:gd name="connsiteY21" fmla="*/ 2383803 h 2476339"/>
              <a:gd name="connsiteX0" fmla="*/ 0 w 3992624"/>
              <a:gd name="connsiteY0" fmla="*/ 2476339 h 2476339"/>
              <a:gd name="connsiteX1" fmla="*/ 125879 w 3992624"/>
              <a:gd name="connsiteY1" fmla="*/ 2286124 h 2476339"/>
              <a:gd name="connsiteX2" fmla="*/ 301035 w 3992624"/>
              <a:gd name="connsiteY2" fmla="*/ 2200350 h 2476339"/>
              <a:gd name="connsiteX3" fmla="*/ 501786 w 3992624"/>
              <a:gd name="connsiteY3" fmla="*/ 2151507 h 2476339"/>
              <a:gd name="connsiteX4" fmla="*/ 851184 w 3992624"/>
              <a:gd name="connsiteY4" fmla="*/ 2079818 h 2476339"/>
              <a:gd name="connsiteX5" fmla="*/ 916188 w 3992624"/>
              <a:gd name="connsiteY5" fmla="*/ 1890637 h 2476339"/>
              <a:gd name="connsiteX6" fmla="*/ 883401 w 3992624"/>
              <a:gd name="connsiteY6" fmla="*/ 1683894 h 2476339"/>
              <a:gd name="connsiteX7" fmla="*/ 1011521 w 3992624"/>
              <a:gd name="connsiteY7" fmla="*/ 1457597 h 2476339"/>
              <a:gd name="connsiteX8" fmla="*/ 1505556 w 3992624"/>
              <a:gd name="connsiteY8" fmla="*/ 791108 h 2476339"/>
              <a:gd name="connsiteX9" fmla="*/ 1727487 w 3992624"/>
              <a:gd name="connsiteY9" fmla="*/ 819151 h 2476339"/>
              <a:gd name="connsiteX10" fmla="*/ 1952153 w 3992624"/>
              <a:gd name="connsiteY10" fmla="*/ 585708 h 2476339"/>
              <a:gd name="connsiteX11" fmla="*/ 2140124 w 3992624"/>
              <a:gd name="connsiteY11" fmla="*/ 483700 h 2476339"/>
              <a:gd name="connsiteX12" fmla="*/ 2492208 w 3992624"/>
              <a:gd name="connsiteY12" fmla="*/ 435102 h 2476339"/>
              <a:gd name="connsiteX13" fmla="*/ 2900458 w 3992624"/>
              <a:gd name="connsiteY13" fmla="*/ 435102 h 2476339"/>
              <a:gd name="connsiteX14" fmla="*/ 3437007 w 3992624"/>
              <a:gd name="connsiteY14" fmla="*/ 1483 h 2476339"/>
              <a:gd name="connsiteX15" fmla="*/ 3956841 w 3992624"/>
              <a:gd name="connsiteY15" fmla="*/ 309186 h 2476339"/>
              <a:gd name="connsiteX16" fmla="*/ 3906855 w 3992624"/>
              <a:gd name="connsiteY16" fmla="*/ 733062 h 2476339"/>
              <a:gd name="connsiteX17" fmla="*/ 3700446 w 3992624"/>
              <a:gd name="connsiteY17" fmla="*/ 1219585 h 2476339"/>
              <a:gd name="connsiteX18" fmla="*/ 3475984 w 3992624"/>
              <a:gd name="connsiteY18" fmla="*/ 1664898 h 2476339"/>
              <a:gd name="connsiteX19" fmla="*/ 3485318 w 3992624"/>
              <a:gd name="connsiteY19" fmla="*/ 2051874 h 2476339"/>
              <a:gd name="connsiteX20" fmla="*/ 3302269 w 3992624"/>
              <a:gd name="connsiteY20" fmla="*/ 2166591 h 2476339"/>
              <a:gd name="connsiteX21" fmla="*/ 3021225 w 3992624"/>
              <a:gd name="connsiteY21" fmla="*/ 2383803 h 2476339"/>
              <a:gd name="connsiteX0" fmla="*/ 0 w 3988763"/>
              <a:gd name="connsiteY0" fmla="*/ 2538886 h 2538886"/>
              <a:gd name="connsiteX1" fmla="*/ 125879 w 3988763"/>
              <a:gd name="connsiteY1" fmla="*/ 2348671 h 2538886"/>
              <a:gd name="connsiteX2" fmla="*/ 301035 w 3988763"/>
              <a:gd name="connsiteY2" fmla="*/ 2262897 h 2538886"/>
              <a:gd name="connsiteX3" fmla="*/ 501786 w 3988763"/>
              <a:gd name="connsiteY3" fmla="*/ 2214054 h 2538886"/>
              <a:gd name="connsiteX4" fmla="*/ 851184 w 3988763"/>
              <a:gd name="connsiteY4" fmla="*/ 2142365 h 2538886"/>
              <a:gd name="connsiteX5" fmla="*/ 916188 w 3988763"/>
              <a:gd name="connsiteY5" fmla="*/ 1953184 h 2538886"/>
              <a:gd name="connsiteX6" fmla="*/ 883401 w 3988763"/>
              <a:gd name="connsiteY6" fmla="*/ 1746441 h 2538886"/>
              <a:gd name="connsiteX7" fmla="*/ 1011521 w 3988763"/>
              <a:gd name="connsiteY7" fmla="*/ 1520144 h 2538886"/>
              <a:gd name="connsiteX8" fmla="*/ 1505556 w 3988763"/>
              <a:gd name="connsiteY8" fmla="*/ 853655 h 2538886"/>
              <a:gd name="connsiteX9" fmla="*/ 1727487 w 3988763"/>
              <a:gd name="connsiteY9" fmla="*/ 881698 h 2538886"/>
              <a:gd name="connsiteX10" fmla="*/ 1952153 w 3988763"/>
              <a:gd name="connsiteY10" fmla="*/ 648255 h 2538886"/>
              <a:gd name="connsiteX11" fmla="*/ 2140124 w 3988763"/>
              <a:gd name="connsiteY11" fmla="*/ 546247 h 2538886"/>
              <a:gd name="connsiteX12" fmla="*/ 2492208 w 3988763"/>
              <a:gd name="connsiteY12" fmla="*/ 497649 h 2538886"/>
              <a:gd name="connsiteX13" fmla="*/ 2900458 w 3988763"/>
              <a:gd name="connsiteY13" fmla="*/ 497649 h 2538886"/>
              <a:gd name="connsiteX14" fmla="*/ 3489159 w 3988763"/>
              <a:gd name="connsiteY14" fmla="*/ 1201 h 2538886"/>
              <a:gd name="connsiteX15" fmla="*/ 3956841 w 3988763"/>
              <a:gd name="connsiteY15" fmla="*/ 371733 h 2538886"/>
              <a:gd name="connsiteX16" fmla="*/ 3906855 w 3988763"/>
              <a:gd name="connsiteY16" fmla="*/ 795609 h 2538886"/>
              <a:gd name="connsiteX17" fmla="*/ 3700446 w 3988763"/>
              <a:gd name="connsiteY17" fmla="*/ 1282132 h 2538886"/>
              <a:gd name="connsiteX18" fmla="*/ 3475984 w 3988763"/>
              <a:gd name="connsiteY18" fmla="*/ 1727445 h 2538886"/>
              <a:gd name="connsiteX19" fmla="*/ 3485318 w 3988763"/>
              <a:gd name="connsiteY19" fmla="*/ 2114421 h 2538886"/>
              <a:gd name="connsiteX20" fmla="*/ 3302269 w 3988763"/>
              <a:gd name="connsiteY20" fmla="*/ 2229138 h 2538886"/>
              <a:gd name="connsiteX21" fmla="*/ 3021225 w 3988763"/>
              <a:gd name="connsiteY21" fmla="*/ 2446350 h 2538886"/>
              <a:gd name="connsiteX0" fmla="*/ 0 w 3988763"/>
              <a:gd name="connsiteY0" fmla="*/ 2555610 h 2555610"/>
              <a:gd name="connsiteX1" fmla="*/ 125879 w 3988763"/>
              <a:gd name="connsiteY1" fmla="*/ 2365395 h 2555610"/>
              <a:gd name="connsiteX2" fmla="*/ 301035 w 3988763"/>
              <a:gd name="connsiteY2" fmla="*/ 2279621 h 2555610"/>
              <a:gd name="connsiteX3" fmla="*/ 501786 w 3988763"/>
              <a:gd name="connsiteY3" fmla="*/ 2230778 h 2555610"/>
              <a:gd name="connsiteX4" fmla="*/ 851184 w 3988763"/>
              <a:gd name="connsiteY4" fmla="*/ 2159089 h 2555610"/>
              <a:gd name="connsiteX5" fmla="*/ 916188 w 3988763"/>
              <a:gd name="connsiteY5" fmla="*/ 1969908 h 2555610"/>
              <a:gd name="connsiteX6" fmla="*/ 883401 w 3988763"/>
              <a:gd name="connsiteY6" fmla="*/ 1763165 h 2555610"/>
              <a:gd name="connsiteX7" fmla="*/ 1011521 w 3988763"/>
              <a:gd name="connsiteY7" fmla="*/ 1536868 h 2555610"/>
              <a:gd name="connsiteX8" fmla="*/ 1505556 w 3988763"/>
              <a:gd name="connsiteY8" fmla="*/ 870379 h 2555610"/>
              <a:gd name="connsiteX9" fmla="*/ 1727487 w 3988763"/>
              <a:gd name="connsiteY9" fmla="*/ 898422 h 2555610"/>
              <a:gd name="connsiteX10" fmla="*/ 1952153 w 3988763"/>
              <a:gd name="connsiteY10" fmla="*/ 664979 h 2555610"/>
              <a:gd name="connsiteX11" fmla="*/ 2140124 w 3988763"/>
              <a:gd name="connsiteY11" fmla="*/ 562971 h 2555610"/>
              <a:gd name="connsiteX12" fmla="*/ 2492208 w 3988763"/>
              <a:gd name="connsiteY12" fmla="*/ 514373 h 2555610"/>
              <a:gd name="connsiteX13" fmla="*/ 2916302 w 3988763"/>
              <a:gd name="connsiteY13" fmla="*/ 105309 h 2555610"/>
              <a:gd name="connsiteX14" fmla="*/ 3489159 w 3988763"/>
              <a:gd name="connsiteY14" fmla="*/ 17925 h 2555610"/>
              <a:gd name="connsiteX15" fmla="*/ 3956841 w 3988763"/>
              <a:gd name="connsiteY15" fmla="*/ 388457 h 2555610"/>
              <a:gd name="connsiteX16" fmla="*/ 3906855 w 3988763"/>
              <a:gd name="connsiteY16" fmla="*/ 812333 h 2555610"/>
              <a:gd name="connsiteX17" fmla="*/ 3700446 w 3988763"/>
              <a:gd name="connsiteY17" fmla="*/ 1298856 h 2555610"/>
              <a:gd name="connsiteX18" fmla="*/ 3475984 w 3988763"/>
              <a:gd name="connsiteY18" fmla="*/ 1744169 h 2555610"/>
              <a:gd name="connsiteX19" fmla="*/ 3485318 w 3988763"/>
              <a:gd name="connsiteY19" fmla="*/ 2131145 h 2555610"/>
              <a:gd name="connsiteX20" fmla="*/ 3302269 w 3988763"/>
              <a:gd name="connsiteY20" fmla="*/ 2245862 h 2555610"/>
              <a:gd name="connsiteX21" fmla="*/ 3021225 w 3988763"/>
              <a:gd name="connsiteY21" fmla="*/ 2463074 h 25556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700446 w 3988763"/>
              <a:gd name="connsiteY17" fmla="*/ 1291656 h 2548410"/>
              <a:gd name="connsiteX18" fmla="*/ 3475984 w 3988763"/>
              <a:gd name="connsiteY18" fmla="*/ 1736969 h 2548410"/>
              <a:gd name="connsiteX19" fmla="*/ 3485318 w 3988763"/>
              <a:gd name="connsiteY19" fmla="*/ 212394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75984 w 3988763"/>
              <a:gd name="connsiteY18" fmla="*/ 1736969 h 2548410"/>
              <a:gd name="connsiteX19" fmla="*/ 3485318 w 3988763"/>
              <a:gd name="connsiteY19" fmla="*/ 212394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75984 w 3988763"/>
              <a:gd name="connsiteY18" fmla="*/ 1736969 h 2548410"/>
              <a:gd name="connsiteX19" fmla="*/ 3444465 w 3988763"/>
              <a:gd name="connsiteY19" fmla="*/ 211566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50648 w 3988763"/>
              <a:gd name="connsiteY18" fmla="*/ 1690827 h 2548410"/>
              <a:gd name="connsiteX19" fmla="*/ 3444465 w 3988763"/>
              <a:gd name="connsiteY19" fmla="*/ 2115665 h 2548410"/>
              <a:gd name="connsiteX20" fmla="*/ 3302269 w 3988763"/>
              <a:gd name="connsiteY20" fmla="*/ 2238662 h 2548410"/>
              <a:gd name="connsiteX21" fmla="*/ 3021225 w 3988763"/>
              <a:gd name="connsiteY21" fmla="*/ 2455874 h 254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88763" h="2548410">
                <a:moveTo>
                  <a:pt x="0" y="2548410"/>
                </a:moveTo>
                <a:cubicBezTo>
                  <a:pt x="28419" y="2448521"/>
                  <a:pt x="75707" y="2404193"/>
                  <a:pt x="125879" y="2358195"/>
                </a:cubicBezTo>
                <a:cubicBezTo>
                  <a:pt x="176052" y="2312197"/>
                  <a:pt x="238384" y="2294857"/>
                  <a:pt x="301035" y="2272421"/>
                </a:cubicBezTo>
                <a:cubicBezTo>
                  <a:pt x="363686" y="2249985"/>
                  <a:pt x="410095" y="2243667"/>
                  <a:pt x="501786" y="2223578"/>
                </a:cubicBezTo>
                <a:cubicBezTo>
                  <a:pt x="593477" y="2203489"/>
                  <a:pt x="782117" y="2195367"/>
                  <a:pt x="851184" y="2151889"/>
                </a:cubicBezTo>
                <a:cubicBezTo>
                  <a:pt x="920251" y="2108411"/>
                  <a:pt x="910819" y="2028695"/>
                  <a:pt x="916188" y="1962708"/>
                </a:cubicBezTo>
                <a:cubicBezTo>
                  <a:pt x="921557" y="1896721"/>
                  <a:pt x="884364" y="1798804"/>
                  <a:pt x="883401" y="1755965"/>
                </a:cubicBezTo>
                <a:cubicBezTo>
                  <a:pt x="891782" y="1692838"/>
                  <a:pt x="907829" y="1678466"/>
                  <a:pt x="1011521" y="1529668"/>
                </a:cubicBezTo>
                <a:cubicBezTo>
                  <a:pt x="1115213" y="1380870"/>
                  <a:pt x="1386228" y="969587"/>
                  <a:pt x="1505556" y="863179"/>
                </a:cubicBezTo>
                <a:cubicBezTo>
                  <a:pt x="1624884" y="756771"/>
                  <a:pt x="1653054" y="925455"/>
                  <a:pt x="1727487" y="891222"/>
                </a:cubicBezTo>
                <a:cubicBezTo>
                  <a:pt x="1801920" y="856989"/>
                  <a:pt x="1862607" y="726968"/>
                  <a:pt x="1952153" y="657779"/>
                </a:cubicBezTo>
                <a:cubicBezTo>
                  <a:pt x="2006393" y="615808"/>
                  <a:pt x="2044866" y="652191"/>
                  <a:pt x="2140124" y="555771"/>
                </a:cubicBezTo>
                <a:cubicBezTo>
                  <a:pt x="2235382" y="459351"/>
                  <a:pt x="2394335" y="155535"/>
                  <a:pt x="2523698" y="79258"/>
                </a:cubicBezTo>
                <a:cubicBezTo>
                  <a:pt x="2653061" y="2981"/>
                  <a:pt x="2755392" y="109531"/>
                  <a:pt x="2916302" y="98109"/>
                </a:cubicBezTo>
                <a:cubicBezTo>
                  <a:pt x="3077212" y="86687"/>
                  <a:pt x="3315736" y="-36466"/>
                  <a:pt x="3489159" y="10725"/>
                </a:cubicBezTo>
                <a:cubicBezTo>
                  <a:pt x="3662582" y="57916"/>
                  <a:pt x="3887225" y="248856"/>
                  <a:pt x="3956841" y="381257"/>
                </a:cubicBezTo>
                <a:cubicBezTo>
                  <a:pt x="4026457" y="513658"/>
                  <a:pt x="3969521" y="698879"/>
                  <a:pt x="3906855" y="805133"/>
                </a:cubicBezTo>
                <a:cubicBezTo>
                  <a:pt x="3821574" y="954895"/>
                  <a:pt x="3714987" y="1096902"/>
                  <a:pt x="3606351" y="1266061"/>
                </a:cubicBezTo>
                <a:cubicBezTo>
                  <a:pt x="3527727" y="1406178"/>
                  <a:pt x="3460490" y="1574381"/>
                  <a:pt x="3450648" y="1690827"/>
                </a:cubicBezTo>
                <a:cubicBezTo>
                  <a:pt x="3441234" y="1801118"/>
                  <a:pt x="3469195" y="2024359"/>
                  <a:pt x="3444465" y="2115665"/>
                </a:cubicBezTo>
                <a:cubicBezTo>
                  <a:pt x="3419735" y="2206971"/>
                  <a:pt x="3372809" y="2181961"/>
                  <a:pt x="3302269" y="2238662"/>
                </a:cubicBezTo>
                <a:cubicBezTo>
                  <a:pt x="3231729" y="2295363"/>
                  <a:pt x="3075386" y="2397671"/>
                  <a:pt x="3021225" y="2455874"/>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1" name="Freeform: Shape 30">
            <a:extLst>
              <a:ext uri="{FF2B5EF4-FFF2-40B4-BE49-F238E27FC236}">
                <a16:creationId xmlns:a16="http://schemas.microsoft.com/office/drawing/2014/main" id="{4296936C-18C5-F205-E585-2F23CF4A08FE}"/>
              </a:ext>
            </a:extLst>
          </p:cNvPr>
          <p:cNvSpPr/>
          <p:nvPr userDrawn="1"/>
        </p:nvSpPr>
        <p:spPr>
          <a:xfrm rot="11158482" flipV="1">
            <a:off x="9264181" y="6061557"/>
            <a:ext cx="1068885" cy="726091"/>
          </a:xfrm>
          <a:custGeom>
            <a:avLst/>
            <a:gdLst>
              <a:gd name="connsiteX0" fmla="*/ 1270948 w 1270948"/>
              <a:gd name="connsiteY0" fmla="*/ 18895 h 864379"/>
              <a:gd name="connsiteX1" fmla="*/ 1090410 w 1270948"/>
              <a:gd name="connsiteY1" fmla="*/ 0 h 864379"/>
              <a:gd name="connsiteX2" fmla="*/ 1081005 w 1270948"/>
              <a:gd name="connsiteY2" fmla="*/ 24843 h 864379"/>
              <a:gd name="connsiteX3" fmla="*/ 1052548 w 1270948"/>
              <a:gd name="connsiteY3" fmla="*/ 110510 h 864379"/>
              <a:gd name="connsiteX4" fmla="*/ 942565 w 1270948"/>
              <a:gd name="connsiteY4" fmla="*/ 279800 h 864379"/>
              <a:gd name="connsiteX5" fmla="*/ 970877 w 1270948"/>
              <a:gd name="connsiteY5" fmla="*/ 468452 h 864379"/>
              <a:gd name="connsiteX6" fmla="*/ 823644 w 1270948"/>
              <a:gd name="connsiteY6" fmla="*/ 673283 h 864379"/>
              <a:gd name="connsiteX7" fmla="*/ 685692 w 1270948"/>
              <a:gd name="connsiteY7" fmla="*/ 744953 h 864379"/>
              <a:gd name="connsiteX8" fmla="*/ 547738 w 1270948"/>
              <a:gd name="connsiteY8" fmla="*/ 744953 h 864379"/>
              <a:gd name="connsiteX9" fmla="*/ 383804 w 1270948"/>
              <a:gd name="connsiteY9" fmla="*/ 672268 h 864379"/>
              <a:gd name="connsiteX10" fmla="*/ 153103 w 1270948"/>
              <a:gd name="connsiteY10" fmla="*/ 663264 h 864379"/>
              <a:gd name="connsiteX11" fmla="*/ 21525 w 1270948"/>
              <a:gd name="connsiteY11" fmla="*/ 726091 h 864379"/>
              <a:gd name="connsiteX12" fmla="*/ 0 w 1270948"/>
              <a:gd name="connsiteY12" fmla="*/ 740625 h 864379"/>
              <a:gd name="connsiteX13" fmla="*/ 1182461 w 1270948"/>
              <a:gd name="connsiteY13" fmla="*/ 864379 h 864379"/>
              <a:gd name="connsiteX0" fmla="*/ 1270948 w 1362388"/>
              <a:gd name="connsiteY0" fmla="*/ 18895 h 864379"/>
              <a:gd name="connsiteX1" fmla="*/ 1090410 w 1362388"/>
              <a:gd name="connsiteY1" fmla="*/ 0 h 864379"/>
              <a:gd name="connsiteX2" fmla="*/ 1081005 w 1362388"/>
              <a:gd name="connsiteY2" fmla="*/ 24843 h 864379"/>
              <a:gd name="connsiteX3" fmla="*/ 1052548 w 1362388"/>
              <a:gd name="connsiteY3" fmla="*/ 110510 h 864379"/>
              <a:gd name="connsiteX4" fmla="*/ 942565 w 1362388"/>
              <a:gd name="connsiteY4" fmla="*/ 279800 h 864379"/>
              <a:gd name="connsiteX5" fmla="*/ 970877 w 1362388"/>
              <a:gd name="connsiteY5" fmla="*/ 468452 h 864379"/>
              <a:gd name="connsiteX6" fmla="*/ 823644 w 1362388"/>
              <a:gd name="connsiteY6" fmla="*/ 673283 h 864379"/>
              <a:gd name="connsiteX7" fmla="*/ 685692 w 1362388"/>
              <a:gd name="connsiteY7" fmla="*/ 744953 h 864379"/>
              <a:gd name="connsiteX8" fmla="*/ 547738 w 1362388"/>
              <a:gd name="connsiteY8" fmla="*/ 744953 h 864379"/>
              <a:gd name="connsiteX9" fmla="*/ 383804 w 1362388"/>
              <a:gd name="connsiteY9" fmla="*/ 672268 h 864379"/>
              <a:gd name="connsiteX10" fmla="*/ 153103 w 1362388"/>
              <a:gd name="connsiteY10" fmla="*/ 663264 h 864379"/>
              <a:gd name="connsiteX11" fmla="*/ 21525 w 1362388"/>
              <a:gd name="connsiteY11" fmla="*/ 726091 h 864379"/>
              <a:gd name="connsiteX12" fmla="*/ 0 w 1362388"/>
              <a:gd name="connsiteY12" fmla="*/ 740625 h 864379"/>
              <a:gd name="connsiteX13" fmla="*/ 1182461 w 1362388"/>
              <a:gd name="connsiteY13" fmla="*/ 864379 h 864379"/>
              <a:gd name="connsiteX14" fmla="*/ 1362388 w 1362388"/>
              <a:gd name="connsiteY14" fmla="*/ 110335 h 864379"/>
              <a:gd name="connsiteX0" fmla="*/ 1270948 w 1270948"/>
              <a:gd name="connsiteY0" fmla="*/ 18895 h 864379"/>
              <a:gd name="connsiteX1" fmla="*/ 1090410 w 1270948"/>
              <a:gd name="connsiteY1" fmla="*/ 0 h 864379"/>
              <a:gd name="connsiteX2" fmla="*/ 1081005 w 1270948"/>
              <a:gd name="connsiteY2" fmla="*/ 24843 h 864379"/>
              <a:gd name="connsiteX3" fmla="*/ 1052548 w 1270948"/>
              <a:gd name="connsiteY3" fmla="*/ 110510 h 864379"/>
              <a:gd name="connsiteX4" fmla="*/ 942565 w 1270948"/>
              <a:gd name="connsiteY4" fmla="*/ 279800 h 864379"/>
              <a:gd name="connsiteX5" fmla="*/ 970877 w 1270948"/>
              <a:gd name="connsiteY5" fmla="*/ 468452 h 864379"/>
              <a:gd name="connsiteX6" fmla="*/ 823644 w 1270948"/>
              <a:gd name="connsiteY6" fmla="*/ 673283 h 864379"/>
              <a:gd name="connsiteX7" fmla="*/ 685692 w 1270948"/>
              <a:gd name="connsiteY7" fmla="*/ 744953 h 864379"/>
              <a:gd name="connsiteX8" fmla="*/ 547738 w 1270948"/>
              <a:gd name="connsiteY8" fmla="*/ 744953 h 864379"/>
              <a:gd name="connsiteX9" fmla="*/ 383804 w 1270948"/>
              <a:gd name="connsiteY9" fmla="*/ 672268 h 864379"/>
              <a:gd name="connsiteX10" fmla="*/ 153103 w 1270948"/>
              <a:gd name="connsiteY10" fmla="*/ 663264 h 864379"/>
              <a:gd name="connsiteX11" fmla="*/ 21525 w 1270948"/>
              <a:gd name="connsiteY11" fmla="*/ 726091 h 864379"/>
              <a:gd name="connsiteX12" fmla="*/ 0 w 1270948"/>
              <a:gd name="connsiteY12" fmla="*/ 740625 h 864379"/>
              <a:gd name="connsiteX13" fmla="*/ 1182461 w 1270948"/>
              <a:gd name="connsiteY13" fmla="*/ 864379 h 864379"/>
              <a:gd name="connsiteX0" fmla="*/ 1270948 w 1270948"/>
              <a:gd name="connsiteY0" fmla="*/ 18895 h 752575"/>
              <a:gd name="connsiteX1" fmla="*/ 1090410 w 1270948"/>
              <a:gd name="connsiteY1" fmla="*/ 0 h 752575"/>
              <a:gd name="connsiteX2" fmla="*/ 1081005 w 1270948"/>
              <a:gd name="connsiteY2" fmla="*/ 24843 h 752575"/>
              <a:gd name="connsiteX3" fmla="*/ 1052548 w 1270948"/>
              <a:gd name="connsiteY3" fmla="*/ 110510 h 752575"/>
              <a:gd name="connsiteX4" fmla="*/ 942565 w 1270948"/>
              <a:gd name="connsiteY4" fmla="*/ 279800 h 752575"/>
              <a:gd name="connsiteX5" fmla="*/ 970877 w 1270948"/>
              <a:gd name="connsiteY5" fmla="*/ 468452 h 752575"/>
              <a:gd name="connsiteX6" fmla="*/ 823644 w 1270948"/>
              <a:gd name="connsiteY6" fmla="*/ 673283 h 752575"/>
              <a:gd name="connsiteX7" fmla="*/ 685692 w 1270948"/>
              <a:gd name="connsiteY7" fmla="*/ 744953 h 752575"/>
              <a:gd name="connsiteX8" fmla="*/ 547738 w 1270948"/>
              <a:gd name="connsiteY8" fmla="*/ 744953 h 752575"/>
              <a:gd name="connsiteX9" fmla="*/ 383804 w 1270948"/>
              <a:gd name="connsiteY9" fmla="*/ 672268 h 752575"/>
              <a:gd name="connsiteX10" fmla="*/ 153103 w 1270948"/>
              <a:gd name="connsiteY10" fmla="*/ 663264 h 752575"/>
              <a:gd name="connsiteX11" fmla="*/ 21525 w 1270948"/>
              <a:gd name="connsiteY11" fmla="*/ 726091 h 752575"/>
              <a:gd name="connsiteX12" fmla="*/ 0 w 1270948"/>
              <a:gd name="connsiteY12" fmla="*/ 740625 h 752575"/>
              <a:gd name="connsiteX0" fmla="*/ 1090410 w 1090410"/>
              <a:gd name="connsiteY0" fmla="*/ 0 h 752575"/>
              <a:gd name="connsiteX1" fmla="*/ 1081005 w 1090410"/>
              <a:gd name="connsiteY1" fmla="*/ 24843 h 752575"/>
              <a:gd name="connsiteX2" fmla="*/ 1052548 w 1090410"/>
              <a:gd name="connsiteY2" fmla="*/ 110510 h 752575"/>
              <a:gd name="connsiteX3" fmla="*/ 942565 w 1090410"/>
              <a:gd name="connsiteY3" fmla="*/ 279800 h 752575"/>
              <a:gd name="connsiteX4" fmla="*/ 970877 w 1090410"/>
              <a:gd name="connsiteY4" fmla="*/ 468452 h 752575"/>
              <a:gd name="connsiteX5" fmla="*/ 823644 w 1090410"/>
              <a:gd name="connsiteY5" fmla="*/ 673283 h 752575"/>
              <a:gd name="connsiteX6" fmla="*/ 685692 w 1090410"/>
              <a:gd name="connsiteY6" fmla="*/ 744953 h 752575"/>
              <a:gd name="connsiteX7" fmla="*/ 547738 w 1090410"/>
              <a:gd name="connsiteY7" fmla="*/ 744953 h 752575"/>
              <a:gd name="connsiteX8" fmla="*/ 383804 w 1090410"/>
              <a:gd name="connsiteY8" fmla="*/ 672268 h 752575"/>
              <a:gd name="connsiteX9" fmla="*/ 153103 w 1090410"/>
              <a:gd name="connsiteY9" fmla="*/ 663264 h 752575"/>
              <a:gd name="connsiteX10" fmla="*/ 21525 w 1090410"/>
              <a:gd name="connsiteY10" fmla="*/ 726091 h 752575"/>
              <a:gd name="connsiteX11" fmla="*/ 0 w 1090410"/>
              <a:gd name="connsiteY11" fmla="*/ 740625 h 752575"/>
              <a:gd name="connsiteX0" fmla="*/ 1068885 w 1068885"/>
              <a:gd name="connsiteY0" fmla="*/ 0 h 752575"/>
              <a:gd name="connsiteX1" fmla="*/ 1059480 w 1068885"/>
              <a:gd name="connsiteY1" fmla="*/ 24843 h 752575"/>
              <a:gd name="connsiteX2" fmla="*/ 1031023 w 1068885"/>
              <a:gd name="connsiteY2" fmla="*/ 110510 h 752575"/>
              <a:gd name="connsiteX3" fmla="*/ 921040 w 1068885"/>
              <a:gd name="connsiteY3" fmla="*/ 279800 h 752575"/>
              <a:gd name="connsiteX4" fmla="*/ 949352 w 1068885"/>
              <a:gd name="connsiteY4" fmla="*/ 468452 h 752575"/>
              <a:gd name="connsiteX5" fmla="*/ 802119 w 1068885"/>
              <a:gd name="connsiteY5" fmla="*/ 673283 h 752575"/>
              <a:gd name="connsiteX6" fmla="*/ 664167 w 1068885"/>
              <a:gd name="connsiteY6" fmla="*/ 744953 h 752575"/>
              <a:gd name="connsiteX7" fmla="*/ 526213 w 1068885"/>
              <a:gd name="connsiteY7" fmla="*/ 744953 h 752575"/>
              <a:gd name="connsiteX8" fmla="*/ 362279 w 1068885"/>
              <a:gd name="connsiteY8" fmla="*/ 672268 h 752575"/>
              <a:gd name="connsiteX9" fmla="*/ 131578 w 1068885"/>
              <a:gd name="connsiteY9" fmla="*/ 663264 h 752575"/>
              <a:gd name="connsiteX10" fmla="*/ 0 w 1068885"/>
              <a:gd name="connsiteY10" fmla="*/ 726091 h 752575"/>
              <a:gd name="connsiteX0" fmla="*/ 1068885 w 1068885"/>
              <a:gd name="connsiteY0" fmla="*/ 0 h 746530"/>
              <a:gd name="connsiteX1" fmla="*/ 1059480 w 1068885"/>
              <a:gd name="connsiteY1" fmla="*/ 24843 h 746530"/>
              <a:gd name="connsiteX2" fmla="*/ 1031023 w 1068885"/>
              <a:gd name="connsiteY2" fmla="*/ 110510 h 746530"/>
              <a:gd name="connsiteX3" fmla="*/ 921040 w 1068885"/>
              <a:gd name="connsiteY3" fmla="*/ 279800 h 746530"/>
              <a:gd name="connsiteX4" fmla="*/ 949352 w 1068885"/>
              <a:gd name="connsiteY4" fmla="*/ 468452 h 746530"/>
              <a:gd name="connsiteX5" fmla="*/ 802119 w 1068885"/>
              <a:gd name="connsiteY5" fmla="*/ 673283 h 746530"/>
              <a:gd name="connsiteX6" fmla="*/ 666748 w 1068885"/>
              <a:gd name="connsiteY6" fmla="*/ 720291 h 746530"/>
              <a:gd name="connsiteX7" fmla="*/ 526213 w 1068885"/>
              <a:gd name="connsiteY7" fmla="*/ 744953 h 746530"/>
              <a:gd name="connsiteX8" fmla="*/ 362279 w 1068885"/>
              <a:gd name="connsiteY8" fmla="*/ 672268 h 746530"/>
              <a:gd name="connsiteX9" fmla="*/ 131578 w 1068885"/>
              <a:gd name="connsiteY9" fmla="*/ 663264 h 746530"/>
              <a:gd name="connsiteX10" fmla="*/ 0 w 1068885"/>
              <a:gd name="connsiteY10" fmla="*/ 726091 h 746530"/>
              <a:gd name="connsiteX0" fmla="*/ 1068885 w 1068885"/>
              <a:gd name="connsiteY0" fmla="*/ 0 h 753134"/>
              <a:gd name="connsiteX1" fmla="*/ 1059480 w 1068885"/>
              <a:gd name="connsiteY1" fmla="*/ 24843 h 753134"/>
              <a:gd name="connsiteX2" fmla="*/ 1031023 w 1068885"/>
              <a:gd name="connsiteY2" fmla="*/ 110510 h 753134"/>
              <a:gd name="connsiteX3" fmla="*/ 921040 w 1068885"/>
              <a:gd name="connsiteY3" fmla="*/ 279800 h 753134"/>
              <a:gd name="connsiteX4" fmla="*/ 949352 w 1068885"/>
              <a:gd name="connsiteY4" fmla="*/ 468452 h 753134"/>
              <a:gd name="connsiteX5" fmla="*/ 666748 w 1068885"/>
              <a:gd name="connsiteY5" fmla="*/ 720291 h 753134"/>
              <a:gd name="connsiteX6" fmla="*/ 526213 w 1068885"/>
              <a:gd name="connsiteY6" fmla="*/ 744953 h 753134"/>
              <a:gd name="connsiteX7" fmla="*/ 362279 w 1068885"/>
              <a:gd name="connsiteY7" fmla="*/ 672268 h 753134"/>
              <a:gd name="connsiteX8" fmla="*/ 131578 w 1068885"/>
              <a:gd name="connsiteY8" fmla="*/ 663264 h 753134"/>
              <a:gd name="connsiteX9" fmla="*/ 0 w 1068885"/>
              <a:gd name="connsiteY9" fmla="*/ 726091 h 753134"/>
              <a:gd name="connsiteX0" fmla="*/ 1068885 w 1068885"/>
              <a:gd name="connsiteY0" fmla="*/ 0 h 744994"/>
              <a:gd name="connsiteX1" fmla="*/ 1059480 w 1068885"/>
              <a:gd name="connsiteY1" fmla="*/ 24843 h 744994"/>
              <a:gd name="connsiteX2" fmla="*/ 1031023 w 1068885"/>
              <a:gd name="connsiteY2" fmla="*/ 110510 h 744994"/>
              <a:gd name="connsiteX3" fmla="*/ 921040 w 1068885"/>
              <a:gd name="connsiteY3" fmla="*/ 279800 h 744994"/>
              <a:gd name="connsiteX4" fmla="*/ 949352 w 1068885"/>
              <a:gd name="connsiteY4" fmla="*/ 468452 h 744994"/>
              <a:gd name="connsiteX5" fmla="*/ 757083 w 1068885"/>
              <a:gd name="connsiteY5" fmla="*/ 661181 h 744994"/>
              <a:gd name="connsiteX6" fmla="*/ 526213 w 1068885"/>
              <a:gd name="connsiteY6" fmla="*/ 744953 h 744994"/>
              <a:gd name="connsiteX7" fmla="*/ 362279 w 1068885"/>
              <a:gd name="connsiteY7" fmla="*/ 672268 h 744994"/>
              <a:gd name="connsiteX8" fmla="*/ 131578 w 1068885"/>
              <a:gd name="connsiteY8" fmla="*/ 663264 h 744994"/>
              <a:gd name="connsiteX9" fmla="*/ 0 w 1068885"/>
              <a:gd name="connsiteY9" fmla="*/ 726091 h 744994"/>
              <a:gd name="connsiteX0" fmla="*/ 1068885 w 1068885"/>
              <a:gd name="connsiteY0" fmla="*/ 0 h 726091"/>
              <a:gd name="connsiteX1" fmla="*/ 1059480 w 1068885"/>
              <a:gd name="connsiteY1" fmla="*/ 24843 h 726091"/>
              <a:gd name="connsiteX2" fmla="*/ 1031023 w 1068885"/>
              <a:gd name="connsiteY2" fmla="*/ 110510 h 726091"/>
              <a:gd name="connsiteX3" fmla="*/ 921040 w 1068885"/>
              <a:gd name="connsiteY3" fmla="*/ 279800 h 726091"/>
              <a:gd name="connsiteX4" fmla="*/ 949352 w 1068885"/>
              <a:gd name="connsiteY4" fmla="*/ 468452 h 726091"/>
              <a:gd name="connsiteX5" fmla="*/ 757083 w 1068885"/>
              <a:gd name="connsiteY5" fmla="*/ 661181 h 726091"/>
              <a:gd name="connsiteX6" fmla="*/ 542739 w 1068885"/>
              <a:gd name="connsiteY6" fmla="*/ 706166 h 726091"/>
              <a:gd name="connsiteX7" fmla="*/ 362279 w 1068885"/>
              <a:gd name="connsiteY7" fmla="*/ 672268 h 726091"/>
              <a:gd name="connsiteX8" fmla="*/ 131578 w 1068885"/>
              <a:gd name="connsiteY8" fmla="*/ 663264 h 726091"/>
              <a:gd name="connsiteX9" fmla="*/ 0 w 1068885"/>
              <a:gd name="connsiteY9" fmla="*/ 726091 h 72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8885" h="726091">
                <a:moveTo>
                  <a:pt x="1068885" y="0"/>
                </a:moveTo>
                <a:lnTo>
                  <a:pt x="1059480" y="24843"/>
                </a:lnTo>
                <a:cubicBezTo>
                  <a:pt x="1051742" y="51064"/>
                  <a:pt x="1046314" y="78134"/>
                  <a:pt x="1031023" y="110510"/>
                </a:cubicBezTo>
                <a:cubicBezTo>
                  <a:pt x="1007636" y="159908"/>
                  <a:pt x="934652" y="220143"/>
                  <a:pt x="921040" y="279800"/>
                </a:cubicBezTo>
                <a:cubicBezTo>
                  <a:pt x="907429" y="339457"/>
                  <a:pt x="976678" y="404889"/>
                  <a:pt x="949352" y="468452"/>
                </a:cubicBezTo>
                <a:cubicBezTo>
                  <a:pt x="922026" y="532015"/>
                  <a:pt x="824852" y="621562"/>
                  <a:pt x="757083" y="661181"/>
                </a:cubicBezTo>
                <a:cubicBezTo>
                  <a:pt x="689314" y="700800"/>
                  <a:pt x="608540" y="704318"/>
                  <a:pt x="542739" y="706166"/>
                </a:cubicBezTo>
                <a:cubicBezTo>
                  <a:pt x="476938" y="708014"/>
                  <a:pt x="430806" y="679418"/>
                  <a:pt x="362279" y="672268"/>
                </a:cubicBezTo>
                <a:cubicBezTo>
                  <a:pt x="293752" y="665118"/>
                  <a:pt x="197125" y="650805"/>
                  <a:pt x="131578" y="663264"/>
                </a:cubicBezTo>
                <a:cubicBezTo>
                  <a:pt x="82417" y="672609"/>
                  <a:pt x="35304" y="702253"/>
                  <a:pt x="0" y="726091"/>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2" name="Freeform: Shape 31">
            <a:extLst>
              <a:ext uri="{FF2B5EF4-FFF2-40B4-BE49-F238E27FC236}">
                <a16:creationId xmlns:a16="http://schemas.microsoft.com/office/drawing/2014/main" id="{8251B69D-8C88-29C3-5767-53E6140708E3}"/>
              </a:ext>
            </a:extLst>
          </p:cNvPr>
          <p:cNvSpPr/>
          <p:nvPr userDrawn="1"/>
        </p:nvSpPr>
        <p:spPr>
          <a:xfrm rot="10720826" flipV="1">
            <a:off x="7557642" y="5387344"/>
            <a:ext cx="1860463" cy="1495033"/>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95664 w 2058039"/>
              <a:gd name="connsiteY4" fmla="*/ 125746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60201"/>
              <a:gd name="connsiteY0" fmla="*/ 1940306 h 2057019"/>
              <a:gd name="connsiteX1" fmla="*/ 4023 w 2060201"/>
              <a:gd name="connsiteY1" fmla="*/ 1931975 h 2057019"/>
              <a:gd name="connsiteX2" fmla="*/ 35315 w 2060201"/>
              <a:gd name="connsiteY2" fmla="*/ 1830687 h 2057019"/>
              <a:gd name="connsiteX3" fmla="*/ 109241 w 2060201"/>
              <a:gd name="connsiteY3" fmla="*/ 1467230 h 2057019"/>
              <a:gd name="connsiteX4" fmla="*/ 195664 w 2060201"/>
              <a:gd name="connsiteY4" fmla="*/ 1257467 h 2057019"/>
              <a:gd name="connsiteX5" fmla="*/ 203387 w 2060201"/>
              <a:gd name="connsiteY5" fmla="*/ 923660 h 2057019"/>
              <a:gd name="connsiteX6" fmla="*/ 404945 w 2060201"/>
              <a:gd name="connsiteY6" fmla="*/ 642803 h 2057019"/>
              <a:gd name="connsiteX7" fmla="*/ 774468 w 2060201"/>
              <a:gd name="connsiteY7" fmla="*/ 330546 h 2057019"/>
              <a:gd name="connsiteX8" fmla="*/ 1197696 w 2060201"/>
              <a:gd name="connsiteY8" fmla="*/ 71147 h 2057019"/>
              <a:gd name="connsiteX9" fmla="*/ 1448466 w 2060201"/>
              <a:gd name="connsiteY9" fmla="*/ 1722 h 2057019"/>
              <a:gd name="connsiteX10" fmla="*/ 1723950 w 2060201"/>
              <a:gd name="connsiteY10" fmla="*/ 44719 h 2057019"/>
              <a:gd name="connsiteX11" fmla="*/ 1952360 w 2060201"/>
              <a:gd name="connsiteY11" fmla="*/ 241319 h 2057019"/>
              <a:gd name="connsiteX12" fmla="*/ 1889866 w 2060201"/>
              <a:gd name="connsiteY12" fmla="*/ 608007 h 2057019"/>
              <a:gd name="connsiteX13" fmla="*/ 2037412 w 2060201"/>
              <a:gd name="connsiteY13" fmla="*/ 925395 h 2057019"/>
              <a:gd name="connsiteX14" fmla="*/ 2053139 w 2060201"/>
              <a:gd name="connsiteY14" fmla="*/ 1222821 h 2057019"/>
              <a:gd name="connsiteX15" fmla="*/ 1952360 w 2060201"/>
              <a:gd name="connsiteY15" fmla="*/ 1540047 h 2057019"/>
              <a:gd name="connsiteX16" fmla="*/ 1436465 w 2060201"/>
              <a:gd name="connsiteY16" fmla="*/ 2057019 h 2057019"/>
              <a:gd name="connsiteX0" fmla="*/ 42624 w 2102825"/>
              <a:gd name="connsiteY0" fmla="*/ 1940306 h 2057019"/>
              <a:gd name="connsiteX1" fmla="*/ 46647 w 2102825"/>
              <a:gd name="connsiteY1" fmla="*/ 1931975 h 2057019"/>
              <a:gd name="connsiteX2" fmla="*/ 839 w 2102825"/>
              <a:gd name="connsiteY2" fmla="*/ 1793678 h 2057019"/>
              <a:gd name="connsiteX3" fmla="*/ 151865 w 2102825"/>
              <a:gd name="connsiteY3" fmla="*/ 1467230 h 2057019"/>
              <a:gd name="connsiteX4" fmla="*/ 238288 w 2102825"/>
              <a:gd name="connsiteY4" fmla="*/ 1257467 h 2057019"/>
              <a:gd name="connsiteX5" fmla="*/ 246011 w 2102825"/>
              <a:gd name="connsiteY5" fmla="*/ 923660 h 2057019"/>
              <a:gd name="connsiteX6" fmla="*/ 447569 w 2102825"/>
              <a:gd name="connsiteY6" fmla="*/ 642803 h 2057019"/>
              <a:gd name="connsiteX7" fmla="*/ 817092 w 2102825"/>
              <a:gd name="connsiteY7" fmla="*/ 330546 h 2057019"/>
              <a:gd name="connsiteX8" fmla="*/ 1240320 w 2102825"/>
              <a:gd name="connsiteY8" fmla="*/ 71147 h 2057019"/>
              <a:gd name="connsiteX9" fmla="*/ 1491090 w 2102825"/>
              <a:gd name="connsiteY9" fmla="*/ 1722 h 2057019"/>
              <a:gd name="connsiteX10" fmla="*/ 1766574 w 2102825"/>
              <a:gd name="connsiteY10" fmla="*/ 44719 h 2057019"/>
              <a:gd name="connsiteX11" fmla="*/ 1994984 w 2102825"/>
              <a:gd name="connsiteY11" fmla="*/ 241319 h 2057019"/>
              <a:gd name="connsiteX12" fmla="*/ 1932490 w 2102825"/>
              <a:gd name="connsiteY12" fmla="*/ 608007 h 2057019"/>
              <a:gd name="connsiteX13" fmla="*/ 2080036 w 2102825"/>
              <a:gd name="connsiteY13" fmla="*/ 925395 h 2057019"/>
              <a:gd name="connsiteX14" fmla="*/ 2095763 w 2102825"/>
              <a:gd name="connsiteY14" fmla="*/ 1222821 h 2057019"/>
              <a:gd name="connsiteX15" fmla="*/ 1994984 w 2102825"/>
              <a:gd name="connsiteY15" fmla="*/ 1540047 h 2057019"/>
              <a:gd name="connsiteX16" fmla="*/ 1479089 w 2102825"/>
              <a:gd name="connsiteY16" fmla="*/ 2057019 h 2057019"/>
              <a:gd name="connsiteX0" fmla="*/ 42624 w 2102825"/>
              <a:gd name="connsiteY0" fmla="*/ 1940306 h 1940306"/>
              <a:gd name="connsiteX1" fmla="*/ 46647 w 2102825"/>
              <a:gd name="connsiteY1" fmla="*/ 1931975 h 1940306"/>
              <a:gd name="connsiteX2" fmla="*/ 839 w 2102825"/>
              <a:gd name="connsiteY2" fmla="*/ 1793678 h 1940306"/>
              <a:gd name="connsiteX3" fmla="*/ 151865 w 2102825"/>
              <a:gd name="connsiteY3" fmla="*/ 1467230 h 1940306"/>
              <a:gd name="connsiteX4" fmla="*/ 238288 w 2102825"/>
              <a:gd name="connsiteY4" fmla="*/ 1257467 h 1940306"/>
              <a:gd name="connsiteX5" fmla="*/ 246011 w 2102825"/>
              <a:gd name="connsiteY5" fmla="*/ 923660 h 1940306"/>
              <a:gd name="connsiteX6" fmla="*/ 447569 w 2102825"/>
              <a:gd name="connsiteY6" fmla="*/ 642803 h 1940306"/>
              <a:gd name="connsiteX7" fmla="*/ 817092 w 2102825"/>
              <a:gd name="connsiteY7" fmla="*/ 330546 h 1940306"/>
              <a:gd name="connsiteX8" fmla="*/ 1240320 w 2102825"/>
              <a:gd name="connsiteY8" fmla="*/ 71147 h 1940306"/>
              <a:gd name="connsiteX9" fmla="*/ 1491090 w 2102825"/>
              <a:gd name="connsiteY9" fmla="*/ 1722 h 1940306"/>
              <a:gd name="connsiteX10" fmla="*/ 1766574 w 2102825"/>
              <a:gd name="connsiteY10" fmla="*/ 44719 h 1940306"/>
              <a:gd name="connsiteX11" fmla="*/ 1994984 w 2102825"/>
              <a:gd name="connsiteY11" fmla="*/ 241319 h 1940306"/>
              <a:gd name="connsiteX12" fmla="*/ 1932490 w 2102825"/>
              <a:gd name="connsiteY12" fmla="*/ 608007 h 1940306"/>
              <a:gd name="connsiteX13" fmla="*/ 2080036 w 2102825"/>
              <a:gd name="connsiteY13" fmla="*/ 925395 h 1940306"/>
              <a:gd name="connsiteX14" fmla="*/ 2095763 w 2102825"/>
              <a:gd name="connsiteY14" fmla="*/ 1222821 h 1940306"/>
              <a:gd name="connsiteX15" fmla="*/ 1994984 w 2102825"/>
              <a:gd name="connsiteY15" fmla="*/ 1540047 h 1940306"/>
              <a:gd name="connsiteX16" fmla="*/ 1583923 w 2102825"/>
              <a:gd name="connsiteY16" fmla="*/ 1873692 h 1940306"/>
              <a:gd name="connsiteX0" fmla="*/ 41784 w 2101985"/>
              <a:gd name="connsiteY0" fmla="*/ 1940306 h 1940306"/>
              <a:gd name="connsiteX1" fmla="*/ -1 w 2101985"/>
              <a:gd name="connsiteY1" fmla="*/ 1793678 h 1940306"/>
              <a:gd name="connsiteX2" fmla="*/ 151025 w 2101985"/>
              <a:gd name="connsiteY2" fmla="*/ 1467230 h 1940306"/>
              <a:gd name="connsiteX3" fmla="*/ 237448 w 2101985"/>
              <a:gd name="connsiteY3" fmla="*/ 1257467 h 1940306"/>
              <a:gd name="connsiteX4" fmla="*/ 245171 w 2101985"/>
              <a:gd name="connsiteY4" fmla="*/ 923660 h 1940306"/>
              <a:gd name="connsiteX5" fmla="*/ 446729 w 2101985"/>
              <a:gd name="connsiteY5" fmla="*/ 642803 h 1940306"/>
              <a:gd name="connsiteX6" fmla="*/ 816252 w 2101985"/>
              <a:gd name="connsiteY6" fmla="*/ 330546 h 1940306"/>
              <a:gd name="connsiteX7" fmla="*/ 1239480 w 2101985"/>
              <a:gd name="connsiteY7" fmla="*/ 71147 h 1940306"/>
              <a:gd name="connsiteX8" fmla="*/ 1490250 w 2101985"/>
              <a:gd name="connsiteY8" fmla="*/ 1722 h 1940306"/>
              <a:gd name="connsiteX9" fmla="*/ 1765734 w 2101985"/>
              <a:gd name="connsiteY9" fmla="*/ 44719 h 1940306"/>
              <a:gd name="connsiteX10" fmla="*/ 1994144 w 2101985"/>
              <a:gd name="connsiteY10" fmla="*/ 241319 h 1940306"/>
              <a:gd name="connsiteX11" fmla="*/ 1931650 w 2101985"/>
              <a:gd name="connsiteY11" fmla="*/ 608007 h 1940306"/>
              <a:gd name="connsiteX12" fmla="*/ 2079196 w 2101985"/>
              <a:gd name="connsiteY12" fmla="*/ 925395 h 1940306"/>
              <a:gd name="connsiteX13" fmla="*/ 2094923 w 2101985"/>
              <a:gd name="connsiteY13" fmla="*/ 1222821 h 1940306"/>
              <a:gd name="connsiteX14" fmla="*/ 1994144 w 2101985"/>
              <a:gd name="connsiteY14" fmla="*/ 1540047 h 1940306"/>
              <a:gd name="connsiteX15" fmla="*/ 1583083 w 2101985"/>
              <a:gd name="connsiteY15" fmla="*/ 1873692 h 1940306"/>
              <a:gd name="connsiteX0" fmla="*/ 188152 w 2102178"/>
              <a:gd name="connsiteY0" fmla="*/ 1893339 h 1893340"/>
              <a:gd name="connsiteX1" fmla="*/ 192 w 2102178"/>
              <a:gd name="connsiteY1" fmla="*/ 1793678 h 1893340"/>
              <a:gd name="connsiteX2" fmla="*/ 151218 w 2102178"/>
              <a:gd name="connsiteY2" fmla="*/ 1467230 h 1893340"/>
              <a:gd name="connsiteX3" fmla="*/ 237641 w 2102178"/>
              <a:gd name="connsiteY3" fmla="*/ 1257467 h 1893340"/>
              <a:gd name="connsiteX4" fmla="*/ 245364 w 2102178"/>
              <a:gd name="connsiteY4" fmla="*/ 923660 h 1893340"/>
              <a:gd name="connsiteX5" fmla="*/ 446922 w 2102178"/>
              <a:gd name="connsiteY5" fmla="*/ 642803 h 1893340"/>
              <a:gd name="connsiteX6" fmla="*/ 816445 w 2102178"/>
              <a:gd name="connsiteY6" fmla="*/ 330546 h 1893340"/>
              <a:gd name="connsiteX7" fmla="*/ 1239673 w 2102178"/>
              <a:gd name="connsiteY7" fmla="*/ 71147 h 1893340"/>
              <a:gd name="connsiteX8" fmla="*/ 1490443 w 2102178"/>
              <a:gd name="connsiteY8" fmla="*/ 1722 h 1893340"/>
              <a:gd name="connsiteX9" fmla="*/ 1765927 w 2102178"/>
              <a:gd name="connsiteY9" fmla="*/ 44719 h 1893340"/>
              <a:gd name="connsiteX10" fmla="*/ 1994337 w 2102178"/>
              <a:gd name="connsiteY10" fmla="*/ 241319 h 1893340"/>
              <a:gd name="connsiteX11" fmla="*/ 1931843 w 2102178"/>
              <a:gd name="connsiteY11" fmla="*/ 608007 h 1893340"/>
              <a:gd name="connsiteX12" fmla="*/ 2079389 w 2102178"/>
              <a:gd name="connsiteY12" fmla="*/ 925395 h 1893340"/>
              <a:gd name="connsiteX13" fmla="*/ 2095116 w 2102178"/>
              <a:gd name="connsiteY13" fmla="*/ 1222821 h 1893340"/>
              <a:gd name="connsiteX14" fmla="*/ 1994337 w 2102178"/>
              <a:gd name="connsiteY14" fmla="*/ 1540047 h 1893340"/>
              <a:gd name="connsiteX15" fmla="*/ 1583276 w 2102178"/>
              <a:gd name="connsiteY15" fmla="*/ 1873692 h 189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2178" h="1893340">
                <a:moveTo>
                  <a:pt x="188152" y="1893339"/>
                </a:moveTo>
                <a:cubicBezTo>
                  <a:pt x="125499" y="1860119"/>
                  <a:pt x="6348" y="1864696"/>
                  <a:pt x="192" y="1793678"/>
                </a:cubicBezTo>
                <a:cubicBezTo>
                  <a:pt x="-5964" y="1722660"/>
                  <a:pt x="137845" y="1589434"/>
                  <a:pt x="151218" y="1467230"/>
                </a:cubicBezTo>
                <a:cubicBezTo>
                  <a:pt x="159777" y="1388653"/>
                  <a:pt x="229189" y="1336122"/>
                  <a:pt x="237641" y="1257467"/>
                </a:cubicBezTo>
                <a:cubicBezTo>
                  <a:pt x="248767" y="1153092"/>
                  <a:pt x="210484" y="1026104"/>
                  <a:pt x="245364" y="923660"/>
                </a:cubicBezTo>
                <a:cubicBezTo>
                  <a:pt x="280244" y="821216"/>
                  <a:pt x="363261" y="729663"/>
                  <a:pt x="446922" y="642803"/>
                </a:cubicBezTo>
                <a:cubicBezTo>
                  <a:pt x="555617" y="529908"/>
                  <a:pt x="683250" y="428137"/>
                  <a:pt x="816445" y="330546"/>
                </a:cubicBezTo>
                <a:cubicBezTo>
                  <a:pt x="947072" y="234850"/>
                  <a:pt x="1081658" y="140573"/>
                  <a:pt x="1239673" y="71147"/>
                </a:cubicBezTo>
                <a:cubicBezTo>
                  <a:pt x="1317450" y="36987"/>
                  <a:pt x="1400683" y="8586"/>
                  <a:pt x="1490443" y="1722"/>
                </a:cubicBezTo>
                <a:cubicBezTo>
                  <a:pt x="1585872" y="-5536"/>
                  <a:pt x="1681730" y="10401"/>
                  <a:pt x="1765927" y="44719"/>
                </a:cubicBezTo>
                <a:cubicBezTo>
                  <a:pt x="1871947" y="87873"/>
                  <a:pt x="1966684" y="147438"/>
                  <a:pt x="1994337" y="241319"/>
                </a:cubicBezTo>
                <a:cubicBezTo>
                  <a:pt x="2021990" y="335200"/>
                  <a:pt x="1927029" y="486670"/>
                  <a:pt x="1931843" y="608007"/>
                </a:cubicBezTo>
                <a:cubicBezTo>
                  <a:pt x="1936229" y="717510"/>
                  <a:pt x="2052177" y="822926"/>
                  <a:pt x="2079389" y="925395"/>
                </a:cubicBezTo>
                <a:cubicBezTo>
                  <a:pt x="2106601" y="1027864"/>
                  <a:pt x="2106134" y="1123653"/>
                  <a:pt x="2095116" y="1222821"/>
                </a:cubicBezTo>
                <a:cubicBezTo>
                  <a:pt x="2082919" y="1331613"/>
                  <a:pt x="2046651" y="1437882"/>
                  <a:pt x="1994337" y="1540047"/>
                </a:cubicBezTo>
                <a:cubicBezTo>
                  <a:pt x="1935281" y="1655467"/>
                  <a:pt x="1686622" y="1776733"/>
                  <a:pt x="1583276" y="1873692"/>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3" name="Freeform: Shape 32">
            <a:extLst>
              <a:ext uri="{FF2B5EF4-FFF2-40B4-BE49-F238E27FC236}">
                <a16:creationId xmlns:a16="http://schemas.microsoft.com/office/drawing/2014/main" id="{5A44C0AE-787D-2202-CFF8-3F243C249853}"/>
              </a:ext>
            </a:extLst>
          </p:cNvPr>
          <p:cNvSpPr/>
          <p:nvPr userDrawn="1"/>
        </p:nvSpPr>
        <p:spPr>
          <a:xfrm rot="10720826" flipV="1">
            <a:off x="7818437" y="5513482"/>
            <a:ext cx="1316240" cy="1355311"/>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56 h 2037856"/>
              <a:gd name="connsiteX1" fmla="*/ 683 w 1324130"/>
              <a:gd name="connsiteY1" fmla="*/ 1829690 h 2037856"/>
              <a:gd name="connsiteX2" fmla="*/ 14495 w 1324130"/>
              <a:gd name="connsiteY2" fmla="*/ 1664146 h 2037856"/>
              <a:gd name="connsiteX3" fmla="*/ 97839 w 1324130"/>
              <a:gd name="connsiteY3" fmla="*/ 1271049 h 2037856"/>
              <a:gd name="connsiteX4" fmla="*/ 97839 w 1324130"/>
              <a:gd name="connsiteY4" fmla="*/ 991109 h 2037856"/>
              <a:gd name="connsiteX5" fmla="*/ 195756 w 1324130"/>
              <a:gd name="connsiteY5" fmla="*/ 588964 h 2037856"/>
              <a:gd name="connsiteX6" fmla="*/ 373778 w 1324130"/>
              <a:gd name="connsiteY6" fmla="*/ 336170 h 2037856"/>
              <a:gd name="connsiteX7" fmla="*/ 706867 w 1324130"/>
              <a:gd name="connsiteY7" fmla="*/ 86234 h 2037856"/>
              <a:gd name="connsiteX8" fmla="*/ 953755 w 1324130"/>
              <a:gd name="connsiteY8" fmla="*/ 33 h 2037856"/>
              <a:gd name="connsiteX9" fmla="*/ 1105965 w 1324130"/>
              <a:gd name="connsiteY9" fmla="*/ 60326 h 2037856"/>
              <a:gd name="connsiteX10" fmla="*/ 1146160 w 1324130"/>
              <a:gd name="connsiteY10" fmla="*/ 221204 h 2037856"/>
              <a:gd name="connsiteX11" fmla="*/ 1177783 w 1324130"/>
              <a:gd name="connsiteY11" fmla="*/ 448089 h 2037856"/>
              <a:gd name="connsiteX12" fmla="*/ 1281129 w 1324130"/>
              <a:gd name="connsiteY12" fmla="*/ 789941 h 2037856"/>
              <a:gd name="connsiteX13" fmla="*/ 1306942 w 1324130"/>
              <a:gd name="connsiteY13" fmla="*/ 942151 h 2037856"/>
              <a:gd name="connsiteX14" fmla="*/ 1321325 w 1324130"/>
              <a:gd name="connsiteY14" fmla="*/ 1272478 h 2037856"/>
              <a:gd name="connsiteX15" fmla="*/ 1215121 w 1324130"/>
              <a:gd name="connsiteY15" fmla="*/ 1660240 h 2037856"/>
              <a:gd name="connsiteX16" fmla="*/ 1085962 w 1324130"/>
              <a:gd name="connsiteY16" fmla="*/ 1844073 h 2037856"/>
              <a:gd name="connsiteX17" fmla="*/ 714153 w 1324130"/>
              <a:gd name="connsiteY17" fmla="*/ 1984661 h 203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130" h="2037856">
                <a:moveTo>
                  <a:pt x="203012" y="2037856"/>
                </a:moveTo>
                <a:cubicBezTo>
                  <a:pt x="123669" y="1957083"/>
                  <a:pt x="5922" y="1943228"/>
                  <a:pt x="683" y="1829690"/>
                </a:cubicBezTo>
                <a:cubicBezTo>
                  <a:pt x="-2079" y="1774255"/>
                  <a:pt x="3732" y="1718819"/>
                  <a:pt x="14495" y="1664146"/>
                </a:cubicBez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63395" y="1767679"/>
                  <a:pt x="1085962" y="1844073"/>
                </a:cubicBezTo>
                <a:cubicBezTo>
                  <a:pt x="1008529" y="1920467"/>
                  <a:pt x="801688" y="1914843"/>
                  <a:pt x="714153" y="1984661"/>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34" name="Freeform: Shape 33">
            <a:extLst>
              <a:ext uri="{FF2B5EF4-FFF2-40B4-BE49-F238E27FC236}">
                <a16:creationId xmlns:a16="http://schemas.microsoft.com/office/drawing/2014/main" id="{42F24F31-FB0C-27DD-4764-772D74E68880}"/>
              </a:ext>
            </a:extLst>
          </p:cNvPr>
          <p:cNvSpPr/>
          <p:nvPr userDrawn="1"/>
        </p:nvSpPr>
        <p:spPr>
          <a:xfrm rot="12239251" flipV="1">
            <a:off x="8248180" y="5979849"/>
            <a:ext cx="453889" cy="573641"/>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922910"/>
              <a:gd name="connsiteX1" fmla="*/ 132310 w 708590"/>
              <a:gd name="connsiteY1" fmla="*/ 280859 h 922910"/>
              <a:gd name="connsiteX2" fmla="*/ 255754 w 708590"/>
              <a:gd name="connsiteY2" fmla="*/ 97026 h 922910"/>
              <a:gd name="connsiteX3" fmla="*/ 445206 w 708590"/>
              <a:gd name="connsiteY3" fmla="*/ 2253 h 922910"/>
              <a:gd name="connsiteX4" fmla="*/ 597415 w 708590"/>
              <a:gd name="connsiteY4" fmla="*/ 33875 h 922910"/>
              <a:gd name="connsiteX5" fmla="*/ 703619 w 708590"/>
              <a:gd name="connsiteY5" fmla="*/ 214851 h 922910"/>
              <a:gd name="connsiteX6" fmla="*/ 686379 w 708590"/>
              <a:gd name="connsiteY6" fmla="*/ 418781 h 922910"/>
              <a:gd name="connsiteX7" fmla="*/ 585890 w 708590"/>
              <a:gd name="connsiteY7" fmla="*/ 616996 h 922910"/>
              <a:gd name="connsiteX8" fmla="*/ 347574 w 708590"/>
              <a:gd name="connsiteY8" fmla="*/ 780731 h 922910"/>
              <a:gd name="connsiteX9" fmla="*/ 54609 w 708590"/>
              <a:gd name="connsiteY9" fmla="*/ 922577 h 922910"/>
              <a:gd name="connsiteX10" fmla="*/ 14485 w 708590"/>
              <a:gd name="connsiteY10" fmla="*/ 720438 h 922910"/>
              <a:gd name="connsiteX11" fmla="*/ 23248 w 708590"/>
              <a:gd name="connsiteY11" fmla="*/ 533652 h 922910"/>
              <a:gd name="connsiteX0" fmla="*/ 23248 w 708590"/>
              <a:gd name="connsiteY0" fmla="*/ 533652 h 1042220"/>
              <a:gd name="connsiteX1" fmla="*/ 132310 w 708590"/>
              <a:gd name="connsiteY1" fmla="*/ 280859 h 1042220"/>
              <a:gd name="connsiteX2" fmla="*/ 255754 w 708590"/>
              <a:gd name="connsiteY2" fmla="*/ 97026 h 1042220"/>
              <a:gd name="connsiteX3" fmla="*/ 445206 w 708590"/>
              <a:gd name="connsiteY3" fmla="*/ 2253 h 1042220"/>
              <a:gd name="connsiteX4" fmla="*/ 597415 w 708590"/>
              <a:gd name="connsiteY4" fmla="*/ 33875 h 1042220"/>
              <a:gd name="connsiteX5" fmla="*/ 703619 w 708590"/>
              <a:gd name="connsiteY5" fmla="*/ 214851 h 1042220"/>
              <a:gd name="connsiteX6" fmla="*/ 686379 w 708590"/>
              <a:gd name="connsiteY6" fmla="*/ 418781 h 1042220"/>
              <a:gd name="connsiteX7" fmla="*/ 585890 w 708590"/>
              <a:gd name="connsiteY7" fmla="*/ 616996 h 1042220"/>
              <a:gd name="connsiteX8" fmla="*/ 282716 w 708590"/>
              <a:gd name="connsiteY8" fmla="*/ 1031884 h 1042220"/>
              <a:gd name="connsiteX9" fmla="*/ 54609 w 708590"/>
              <a:gd name="connsiteY9" fmla="*/ 922577 h 1042220"/>
              <a:gd name="connsiteX10" fmla="*/ 14485 w 708590"/>
              <a:gd name="connsiteY10" fmla="*/ 720438 h 1042220"/>
              <a:gd name="connsiteX11" fmla="*/ 23248 w 708590"/>
              <a:gd name="connsiteY11" fmla="*/ 533652 h 1042220"/>
              <a:gd name="connsiteX0" fmla="*/ 23248 w 707938"/>
              <a:gd name="connsiteY0" fmla="*/ 533652 h 1039077"/>
              <a:gd name="connsiteX1" fmla="*/ 132310 w 707938"/>
              <a:gd name="connsiteY1" fmla="*/ 280859 h 1039077"/>
              <a:gd name="connsiteX2" fmla="*/ 255754 w 707938"/>
              <a:gd name="connsiteY2" fmla="*/ 97026 h 1039077"/>
              <a:gd name="connsiteX3" fmla="*/ 445206 w 707938"/>
              <a:gd name="connsiteY3" fmla="*/ 2253 h 1039077"/>
              <a:gd name="connsiteX4" fmla="*/ 597415 w 707938"/>
              <a:gd name="connsiteY4" fmla="*/ 33875 h 1039077"/>
              <a:gd name="connsiteX5" fmla="*/ 703619 w 707938"/>
              <a:gd name="connsiteY5" fmla="*/ 214851 h 1039077"/>
              <a:gd name="connsiteX6" fmla="*/ 686379 w 707938"/>
              <a:gd name="connsiteY6" fmla="*/ 418781 h 1039077"/>
              <a:gd name="connsiteX7" fmla="*/ 610598 w 707938"/>
              <a:gd name="connsiteY7" fmla="*/ 679900 h 1039077"/>
              <a:gd name="connsiteX8" fmla="*/ 282716 w 707938"/>
              <a:gd name="connsiteY8" fmla="*/ 1031884 h 1039077"/>
              <a:gd name="connsiteX9" fmla="*/ 54609 w 707938"/>
              <a:gd name="connsiteY9" fmla="*/ 922577 h 1039077"/>
              <a:gd name="connsiteX10" fmla="*/ 14485 w 707938"/>
              <a:gd name="connsiteY10" fmla="*/ 720438 h 1039077"/>
              <a:gd name="connsiteX11" fmla="*/ 23248 w 707938"/>
              <a:gd name="connsiteY11" fmla="*/ 533652 h 103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7938" h="1039077">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1882" y="341273"/>
                  <a:pt x="686379" y="418781"/>
                </a:cubicBezTo>
                <a:cubicBezTo>
                  <a:pt x="670876" y="496289"/>
                  <a:pt x="677875" y="577716"/>
                  <a:pt x="610598" y="679900"/>
                </a:cubicBezTo>
                <a:cubicBezTo>
                  <a:pt x="543321" y="782084"/>
                  <a:pt x="375381" y="991438"/>
                  <a:pt x="282716" y="1031884"/>
                </a:cubicBezTo>
                <a:cubicBezTo>
                  <a:pt x="190051" y="1072330"/>
                  <a:pt x="116902" y="929339"/>
                  <a:pt x="54609" y="922577"/>
                </a:cubicBezTo>
                <a:cubicBezTo>
                  <a:pt x="-9590" y="915623"/>
                  <a:pt x="41631" y="778445"/>
                  <a:pt x="14485" y="720438"/>
                </a:cubicBezTo>
                <a:cubicBezTo>
                  <a:pt x="-12661" y="662145"/>
                  <a:pt x="3055" y="595660"/>
                  <a:pt x="23248" y="533652"/>
                </a:cubicBezTo>
                <a:close/>
              </a:path>
            </a:pathLst>
          </a:custGeom>
          <a:noFill/>
          <a:ln w="6350" cap="rnd">
            <a:solidFill>
              <a:schemeClr val="tx1">
                <a:lumMod val="85000"/>
                <a:alpha val="40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D39B791D-DDCC-C111-4009-0E30C23146A4}"/>
              </a:ext>
            </a:extLst>
          </p:cNvPr>
          <p:cNvSpPr/>
          <p:nvPr userDrawn="1"/>
        </p:nvSpPr>
        <p:spPr>
          <a:xfrm rot="17415290" flipV="1">
            <a:off x="8073253" y="5744070"/>
            <a:ext cx="866781" cy="114222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14856"/>
              <a:gd name="connsiteY0" fmla="*/ 586052 h 709446"/>
              <a:gd name="connsiteX1" fmla="*/ 236740 w 414856"/>
              <a:gd name="connsiteY1" fmla="*/ 705276 h 709446"/>
              <a:gd name="connsiteX2" fmla="*/ 344373 w 414856"/>
              <a:gd name="connsiteY2" fmla="*/ 667367 h 709446"/>
              <a:gd name="connsiteX3" fmla="*/ 414544 w 414856"/>
              <a:gd name="connsiteY3" fmla="*/ 524171 h 709446"/>
              <a:gd name="connsiteX4" fmla="*/ 399074 w 414856"/>
              <a:gd name="connsiteY4" fmla="*/ 339844 h 709446"/>
              <a:gd name="connsiteX5" fmla="*/ 300911 w 414856"/>
              <a:gd name="connsiteY5" fmla="*/ 158927 h 709446"/>
              <a:gd name="connsiteX6" fmla="*/ 162385 w 414856"/>
              <a:gd name="connsiteY6" fmla="*/ 80015 h 709446"/>
              <a:gd name="connsiteX7" fmla="*/ 35526 w 414856"/>
              <a:gd name="connsiteY7" fmla="*/ 2100 h 709446"/>
              <a:gd name="connsiteX8" fmla="*/ 3817 w 414856"/>
              <a:gd name="connsiteY8" fmla="*/ 176362 h 709446"/>
              <a:gd name="connsiteX9" fmla="*/ 85286 w 414856"/>
              <a:gd name="connsiteY9" fmla="*/ 586052 h 709446"/>
              <a:gd name="connsiteX0" fmla="*/ 111688 w 441258"/>
              <a:gd name="connsiteY0" fmla="*/ 586052 h 709446"/>
              <a:gd name="connsiteX1" fmla="*/ 263142 w 441258"/>
              <a:gd name="connsiteY1" fmla="*/ 705276 h 709446"/>
              <a:gd name="connsiteX2" fmla="*/ 370775 w 441258"/>
              <a:gd name="connsiteY2" fmla="*/ 667367 h 709446"/>
              <a:gd name="connsiteX3" fmla="*/ 440946 w 441258"/>
              <a:gd name="connsiteY3" fmla="*/ 524171 h 709446"/>
              <a:gd name="connsiteX4" fmla="*/ 425476 w 441258"/>
              <a:gd name="connsiteY4" fmla="*/ 339844 h 709446"/>
              <a:gd name="connsiteX5" fmla="*/ 327313 w 441258"/>
              <a:gd name="connsiteY5" fmla="*/ 158927 h 709446"/>
              <a:gd name="connsiteX6" fmla="*/ 188787 w 441258"/>
              <a:gd name="connsiteY6" fmla="*/ 80015 h 709446"/>
              <a:gd name="connsiteX7" fmla="*/ 61928 w 441258"/>
              <a:gd name="connsiteY7" fmla="*/ 2100 h 709446"/>
              <a:gd name="connsiteX8" fmla="*/ 30219 w 441258"/>
              <a:gd name="connsiteY8" fmla="*/ 176362 h 709446"/>
              <a:gd name="connsiteX9" fmla="*/ 3032 w 441258"/>
              <a:gd name="connsiteY9" fmla="*/ 347209 h 709446"/>
              <a:gd name="connsiteX10" fmla="*/ 111688 w 441258"/>
              <a:gd name="connsiteY10" fmla="*/ 586052 h 709446"/>
              <a:gd name="connsiteX0" fmla="*/ 111688 w 441258"/>
              <a:gd name="connsiteY0" fmla="*/ 586052 h 728682"/>
              <a:gd name="connsiteX1" fmla="*/ 263142 w 441258"/>
              <a:gd name="connsiteY1" fmla="*/ 705276 h 728682"/>
              <a:gd name="connsiteX2" fmla="*/ 398393 w 441258"/>
              <a:gd name="connsiteY2" fmla="*/ 711948 h 728682"/>
              <a:gd name="connsiteX3" fmla="*/ 440946 w 441258"/>
              <a:gd name="connsiteY3" fmla="*/ 524171 h 728682"/>
              <a:gd name="connsiteX4" fmla="*/ 425476 w 441258"/>
              <a:gd name="connsiteY4" fmla="*/ 339844 h 728682"/>
              <a:gd name="connsiteX5" fmla="*/ 327313 w 441258"/>
              <a:gd name="connsiteY5" fmla="*/ 158927 h 728682"/>
              <a:gd name="connsiteX6" fmla="*/ 188787 w 441258"/>
              <a:gd name="connsiteY6" fmla="*/ 80015 h 728682"/>
              <a:gd name="connsiteX7" fmla="*/ 61928 w 441258"/>
              <a:gd name="connsiteY7" fmla="*/ 2100 h 728682"/>
              <a:gd name="connsiteX8" fmla="*/ 30219 w 441258"/>
              <a:gd name="connsiteY8" fmla="*/ 176362 h 728682"/>
              <a:gd name="connsiteX9" fmla="*/ 3032 w 441258"/>
              <a:gd name="connsiteY9" fmla="*/ 347209 h 728682"/>
              <a:gd name="connsiteX10" fmla="*/ 111688 w 441258"/>
              <a:gd name="connsiteY10" fmla="*/ 586052 h 728682"/>
              <a:gd name="connsiteX0" fmla="*/ 111688 w 441258"/>
              <a:gd name="connsiteY0" fmla="*/ 586052 h 728682"/>
              <a:gd name="connsiteX1" fmla="*/ 263142 w 441258"/>
              <a:gd name="connsiteY1" fmla="*/ 705276 h 728682"/>
              <a:gd name="connsiteX2" fmla="*/ 398393 w 441258"/>
              <a:gd name="connsiteY2" fmla="*/ 711948 h 728682"/>
              <a:gd name="connsiteX3" fmla="*/ 440946 w 441258"/>
              <a:gd name="connsiteY3" fmla="*/ 524171 h 728682"/>
              <a:gd name="connsiteX4" fmla="*/ 425476 w 441258"/>
              <a:gd name="connsiteY4" fmla="*/ 339844 h 728682"/>
              <a:gd name="connsiteX5" fmla="*/ 404698 w 441258"/>
              <a:gd name="connsiteY5" fmla="*/ 158879 h 728682"/>
              <a:gd name="connsiteX6" fmla="*/ 188787 w 441258"/>
              <a:gd name="connsiteY6" fmla="*/ 80015 h 728682"/>
              <a:gd name="connsiteX7" fmla="*/ 61928 w 441258"/>
              <a:gd name="connsiteY7" fmla="*/ 2100 h 728682"/>
              <a:gd name="connsiteX8" fmla="*/ 30219 w 441258"/>
              <a:gd name="connsiteY8" fmla="*/ 176362 h 728682"/>
              <a:gd name="connsiteX9" fmla="*/ 3032 w 441258"/>
              <a:gd name="connsiteY9" fmla="*/ 347209 h 728682"/>
              <a:gd name="connsiteX10" fmla="*/ 111688 w 441258"/>
              <a:gd name="connsiteY10" fmla="*/ 586052 h 728682"/>
              <a:gd name="connsiteX0" fmla="*/ 111688 w 441258"/>
              <a:gd name="connsiteY0" fmla="*/ 621404 h 764034"/>
              <a:gd name="connsiteX1" fmla="*/ 263142 w 441258"/>
              <a:gd name="connsiteY1" fmla="*/ 740628 h 764034"/>
              <a:gd name="connsiteX2" fmla="*/ 398393 w 441258"/>
              <a:gd name="connsiteY2" fmla="*/ 747300 h 764034"/>
              <a:gd name="connsiteX3" fmla="*/ 440946 w 441258"/>
              <a:gd name="connsiteY3" fmla="*/ 559523 h 764034"/>
              <a:gd name="connsiteX4" fmla="*/ 425476 w 441258"/>
              <a:gd name="connsiteY4" fmla="*/ 375196 h 764034"/>
              <a:gd name="connsiteX5" fmla="*/ 404698 w 441258"/>
              <a:gd name="connsiteY5" fmla="*/ 194231 h 764034"/>
              <a:gd name="connsiteX6" fmla="*/ 188787 w 441258"/>
              <a:gd name="connsiteY6" fmla="*/ 115367 h 764034"/>
              <a:gd name="connsiteX7" fmla="*/ 97245 w 441258"/>
              <a:gd name="connsiteY7" fmla="*/ 1512 h 764034"/>
              <a:gd name="connsiteX8" fmla="*/ 30219 w 441258"/>
              <a:gd name="connsiteY8" fmla="*/ 211714 h 764034"/>
              <a:gd name="connsiteX9" fmla="*/ 3032 w 441258"/>
              <a:gd name="connsiteY9" fmla="*/ 382561 h 764034"/>
              <a:gd name="connsiteX10" fmla="*/ 111688 w 441258"/>
              <a:gd name="connsiteY10" fmla="*/ 621404 h 764034"/>
              <a:gd name="connsiteX0" fmla="*/ 111688 w 441258"/>
              <a:gd name="connsiteY0" fmla="*/ 621896 h 764526"/>
              <a:gd name="connsiteX1" fmla="*/ 263142 w 441258"/>
              <a:gd name="connsiteY1" fmla="*/ 741120 h 764526"/>
              <a:gd name="connsiteX2" fmla="*/ 398393 w 441258"/>
              <a:gd name="connsiteY2" fmla="*/ 747792 h 764526"/>
              <a:gd name="connsiteX3" fmla="*/ 440946 w 441258"/>
              <a:gd name="connsiteY3" fmla="*/ 560015 h 764526"/>
              <a:gd name="connsiteX4" fmla="*/ 425476 w 441258"/>
              <a:gd name="connsiteY4" fmla="*/ 375688 h 764526"/>
              <a:gd name="connsiteX5" fmla="*/ 404698 w 441258"/>
              <a:gd name="connsiteY5" fmla="*/ 194723 h 764526"/>
              <a:gd name="connsiteX6" fmla="*/ 251455 w 441258"/>
              <a:gd name="connsiteY6" fmla="*/ 84343 h 764526"/>
              <a:gd name="connsiteX7" fmla="*/ 97245 w 441258"/>
              <a:gd name="connsiteY7" fmla="*/ 2004 h 764526"/>
              <a:gd name="connsiteX8" fmla="*/ 30219 w 441258"/>
              <a:gd name="connsiteY8" fmla="*/ 212206 h 764526"/>
              <a:gd name="connsiteX9" fmla="*/ 3032 w 441258"/>
              <a:gd name="connsiteY9" fmla="*/ 383053 h 764526"/>
              <a:gd name="connsiteX10" fmla="*/ 111688 w 441258"/>
              <a:gd name="connsiteY10" fmla="*/ 621896 h 76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258" h="764526">
                <a:moveTo>
                  <a:pt x="111688" y="621896"/>
                </a:moveTo>
                <a:cubicBezTo>
                  <a:pt x="150508" y="710048"/>
                  <a:pt x="215358" y="720137"/>
                  <a:pt x="263142" y="741120"/>
                </a:cubicBezTo>
                <a:cubicBezTo>
                  <a:pt x="310926" y="762103"/>
                  <a:pt x="368759" y="777976"/>
                  <a:pt x="398393" y="747792"/>
                </a:cubicBezTo>
                <a:cubicBezTo>
                  <a:pt x="428027" y="717608"/>
                  <a:pt x="439898" y="608783"/>
                  <a:pt x="440946" y="560015"/>
                </a:cubicBezTo>
                <a:cubicBezTo>
                  <a:pt x="442565" y="486482"/>
                  <a:pt x="437953" y="447982"/>
                  <a:pt x="425476" y="375688"/>
                </a:cubicBezTo>
                <a:cubicBezTo>
                  <a:pt x="414712" y="313585"/>
                  <a:pt x="433701" y="243280"/>
                  <a:pt x="404698" y="194723"/>
                </a:cubicBezTo>
                <a:cubicBezTo>
                  <a:pt x="375695" y="146166"/>
                  <a:pt x="293415" y="97439"/>
                  <a:pt x="251455" y="84343"/>
                </a:cubicBezTo>
                <a:cubicBezTo>
                  <a:pt x="209495" y="71247"/>
                  <a:pt x="123673" y="-14054"/>
                  <a:pt x="97245" y="2004"/>
                </a:cubicBezTo>
                <a:cubicBezTo>
                  <a:pt x="70817" y="18062"/>
                  <a:pt x="34841" y="161637"/>
                  <a:pt x="30219" y="212206"/>
                </a:cubicBezTo>
                <a:cubicBezTo>
                  <a:pt x="25597" y="262775"/>
                  <a:pt x="-10546" y="314771"/>
                  <a:pt x="3032" y="383053"/>
                </a:cubicBezTo>
                <a:cubicBezTo>
                  <a:pt x="16610" y="451335"/>
                  <a:pt x="73531" y="555270"/>
                  <a:pt x="111688" y="621896"/>
                </a:cubicBezTo>
                <a:close/>
              </a:path>
            </a:pathLst>
          </a:custGeom>
          <a:noFill/>
          <a:ln w="9525" cap="rnd">
            <a:solidFill>
              <a:schemeClr val="tx1">
                <a:alpha val="35000"/>
              </a:schemeClr>
            </a:solidFill>
            <a:prstDash val="solid"/>
            <a:round/>
          </a:ln>
        </p:spPr>
        <p:txBody>
          <a:bodyPr rtlCol="0" anchor="ctr"/>
          <a:lstStyle/>
          <a:p>
            <a:endParaRPr lang="en-US"/>
          </a:p>
        </p:txBody>
      </p:sp>
      <p:sp>
        <p:nvSpPr>
          <p:cNvPr id="36" name="Freeform: Shape 35">
            <a:extLst>
              <a:ext uri="{FF2B5EF4-FFF2-40B4-BE49-F238E27FC236}">
                <a16:creationId xmlns:a16="http://schemas.microsoft.com/office/drawing/2014/main" id="{171EB893-8828-897A-BED4-2338FEF622F4}"/>
              </a:ext>
            </a:extLst>
          </p:cNvPr>
          <p:cNvSpPr/>
          <p:nvPr userDrawn="1"/>
        </p:nvSpPr>
        <p:spPr>
          <a:xfrm rot="21520826" flipV="1">
            <a:off x="6728401" y="4743096"/>
            <a:ext cx="851385" cy="2131355"/>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092228 w 1092228"/>
              <a:gd name="connsiteY0" fmla="*/ 0 h 2407027"/>
              <a:gd name="connsiteX1" fmla="*/ 943318 w 1092228"/>
              <a:gd name="connsiteY1" fmla="*/ 125642 h 2407027"/>
              <a:gd name="connsiteX2" fmla="*/ 660269 w 1092228"/>
              <a:gd name="connsiteY2" fmla="*/ 340823 h 2407027"/>
              <a:gd name="connsiteX3" fmla="*/ 634602 w 1092228"/>
              <a:gd name="connsiteY3" fmla="*/ 797649 h 2407027"/>
              <a:gd name="connsiteX4" fmla="*/ 450864 w 1092228"/>
              <a:gd name="connsiteY4" fmla="*/ 1403208 h 2407027"/>
              <a:gd name="connsiteX5" fmla="*/ 7978 w 1092228"/>
              <a:gd name="connsiteY5" fmla="*/ 1812513 h 2407027"/>
              <a:gd name="connsiteX6" fmla="*/ 431980 w 1092228"/>
              <a:gd name="connsiteY6" fmla="*/ 2385546 h 2407027"/>
              <a:gd name="connsiteX7" fmla="*/ 652340 w 1092228"/>
              <a:gd name="connsiteY7" fmla="*/ 2396853 h 2407027"/>
              <a:gd name="connsiteX0" fmla="*/ 908937 w 908937"/>
              <a:gd name="connsiteY0" fmla="*/ 0 h 2407026"/>
              <a:gd name="connsiteX1" fmla="*/ 760027 w 908937"/>
              <a:gd name="connsiteY1" fmla="*/ 125642 h 2407026"/>
              <a:gd name="connsiteX2" fmla="*/ 476978 w 908937"/>
              <a:gd name="connsiteY2" fmla="*/ 340823 h 2407026"/>
              <a:gd name="connsiteX3" fmla="*/ 451311 w 908937"/>
              <a:gd name="connsiteY3" fmla="*/ 797649 h 2407026"/>
              <a:gd name="connsiteX4" fmla="*/ 267573 w 908937"/>
              <a:gd name="connsiteY4" fmla="*/ 1403208 h 2407026"/>
              <a:gd name="connsiteX5" fmla="*/ 15698 w 908937"/>
              <a:gd name="connsiteY5" fmla="*/ 1833626 h 2407026"/>
              <a:gd name="connsiteX6" fmla="*/ 248689 w 908937"/>
              <a:gd name="connsiteY6" fmla="*/ 2385546 h 2407026"/>
              <a:gd name="connsiteX7" fmla="*/ 469049 w 908937"/>
              <a:gd name="connsiteY7" fmla="*/ 2396853 h 2407026"/>
              <a:gd name="connsiteX0" fmla="*/ 908937 w 908937"/>
              <a:gd name="connsiteY0" fmla="*/ 0 h 3047700"/>
              <a:gd name="connsiteX1" fmla="*/ 760027 w 908937"/>
              <a:gd name="connsiteY1" fmla="*/ 125642 h 3047700"/>
              <a:gd name="connsiteX2" fmla="*/ 476978 w 908937"/>
              <a:gd name="connsiteY2" fmla="*/ 340823 h 3047700"/>
              <a:gd name="connsiteX3" fmla="*/ 451311 w 908937"/>
              <a:gd name="connsiteY3" fmla="*/ 797649 h 3047700"/>
              <a:gd name="connsiteX4" fmla="*/ 267573 w 908937"/>
              <a:gd name="connsiteY4" fmla="*/ 1403208 h 3047700"/>
              <a:gd name="connsiteX5" fmla="*/ 15698 w 908937"/>
              <a:gd name="connsiteY5" fmla="*/ 1833626 h 3047700"/>
              <a:gd name="connsiteX6" fmla="*/ 248689 w 908937"/>
              <a:gd name="connsiteY6" fmla="*/ 2385546 h 3047700"/>
              <a:gd name="connsiteX7" fmla="*/ 418986 w 908937"/>
              <a:gd name="connsiteY7" fmla="*/ 3047700 h 3047700"/>
              <a:gd name="connsiteX0" fmla="*/ 908937 w 908937"/>
              <a:gd name="connsiteY0" fmla="*/ 0 h 3047700"/>
              <a:gd name="connsiteX1" fmla="*/ 760027 w 908937"/>
              <a:gd name="connsiteY1" fmla="*/ 125642 h 3047700"/>
              <a:gd name="connsiteX2" fmla="*/ 476978 w 908937"/>
              <a:gd name="connsiteY2" fmla="*/ 340823 h 3047700"/>
              <a:gd name="connsiteX3" fmla="*/ 451311 w 908937"/>
              <a:gd name="connsiteY3" fmla="*/ 797649 h 3047700"/>
              <a:gd name="connsiteX4" fmla="*/ 267573 w 908937"/>
              <a:gd name="connsiteY4" fmla="*/ 1403208 h 3047700"/>
              <a:gd name="connsiteX5" fmla="*/ 15698 w 908937"/>
              <a:gd name="connsiteY5" fmla="*/ 1833626 h 3047700"/>
              <a:gd name="connsiteX6" fmla="*/ 248689 w 908937"/>
              <a:gd name="connsiteY6" fmla="*/ 2385546 h 3047700"/>
              <a:gd name="connsiteX7" fmla="*/ 418986 w 908937"/>
              <a:gd name="connsiteY7" fmla="*/ 3047700 h 3047700"/>
              <a:gd name="connsiteX0" fmla="*/ 918455 w 918455"/>
              <a:gd name="connsiteY0" fmla="*/ 0 h 3047700"/>
              <a:gd name="connsiteX1" fmla="*/ 769545 w 918455"/>
              <a:gd name="connsiteY1" fmla="*/ 125642 h 3047700"/>
              <a:gd name="connsiteX2" fmla="*/ 486496 w 918455"/>
              <a:gd name="connsiteY2" fmla="*/ 340823 h 3047700"/>
              <a:gd name="connsiteX3" fmla="*/ 460829 w 918455"/>
              <a:gd name="connsiteY3" fmla="*/ 797649 h 3047700"/>
              <a:gd name="connsiteX4" fmla="*/ 277091 w 918455"/>
              <a:gd name="connsiteY4" fmla="*/ 1403208 h 3047700"/>
              <a:gd name="connsiteX5" fmla="*/ 25216 w 918455"/>
              <a:gd name="connsiteY5" fmla="*/ 1833626 h 3047700"/>
              <a:gd name="connsiteX6" fmla="*/ 177638 w 918455"/>
              <a:gd name="connsiteY6" fmla="*/ 2594171 h 3047700"/>
              <a:gd name="connsiteX7" fmla="*/ 428504 w 918455"/>
              <a:gd name="connsiteY7" fmla="*/ 3047700 h 3047700"/>
              <a:gd name="connsiteX0" fmla="*/ 918455 w 918455"/>
              <a:gd name="connsiteY0" fmla="*/ 0 h 3098096"/>
              <a:gd name="connsiteX1" fmla="*/ 769545 w 918455"/>
              <a:gd name="connsiteY1" fmla="*/ 125642 h 3098096"/>
              <a:gd name="connsiteX2" fmla="*/ 486496 w 918455"/>
              <a:gd name="connsiteY2" fmla="*/ 340823 h 3098096"/>
              <a:gd name="connsiteX3" fmla="*/ 460829 w 918455"/>
              <a:gd name="connsiteY3" fmla="*/ 797649 h 3098096"/>
              <a:gd name="connsiteX4" fmla="*/ 277091 w 918455"/>
              <a:gd name="connsiteY4" fmla="*/ 1403208 h 3098096"/>
              <a:gd name="connsiteX5" fmla="*/ 25216 w 918455"/>
              <a:gd name="connsiteY5" fmla="*/ 1833626 h 3098096"/>
              <a:gd name="connsiteX6" fmla="*/ 177638 w 918455"/>
              <a:gd name="connsiteY6" fmla="*/ 2594171 h 3098096"/>
              <a:gd name="connsiteX7" fmla="*/ 465061 w 918455"/>
              <a:gd name="connsiteY7" fmla="*/ 3098095 h 3098096"/>
              <a:gd name="connsiteX0" fmla="*/ 918455 w 918455"/>
              <a:gd name="connsiteY0" fmla="*/ 0 h 3098095"/>
              <a:gd name="connsiteX1" fmla="*/ 769545 w 918455"/>
              <a:gd name="connsiteY1" fmla="*/ 125642 h 3098095"/>
              <a:gd name="connsiteX2" fmla="*/ 486496 w 918455"/>
              <a:gd name="connsiteY2" fmla="*/ 340823 h 3098095"/>
              <a:gd name="connsiteX3" fmla="*/ 547989 w 918455"/>
              <a:gd name="connsiteY3" fmla="*/ 897012 h 3098095"/>
              <a:gd name="connsiteX4" fmla="*/ 277091 w 918455"/>
              <a:gd name="connsiteY4" fmla="*/ 1403208 h 3098095"/>
              <a:gd name="connsiteX5" fmla="*/ 25216 w 918455"/>
              <a:gd name="connsiteY5" fmla="*/ 1833626 h 3098095"/>
              <a:gd name="connsiteX6" fmla="*/ 177638 w 918455"/>
              <a:gd name="connsiteY6" fmla="*/ 2594171 h 3098095"/>
              <a:gd name="connsiteX7" fmla="*/ 465061 w 918455"/>
              <a:gd name="connsiteY7" fmla="*/ 3098095 h 3098095"/>
              <a:gd name="connsiteX0" fmla="*/ 918455 w 918455"/>
              <a:gd name="connsiteY0" fmla="*/ 0 h 3098095"/>
              <a:gd name="connsiteX1" fmla="*/ 769545 w 918455"/>
              <a:gd name="connsiteY1" fmla="*/ 125642 h 3098095"/>
              <a:gd name="connsiteX2" fmla="*/ 486496 w 918455"/>
              <a:gd name="connsiteY2" fmla="*/ 340823 h 3098095"/>
              <a:gd name="connsiteX3" fmla="*/ 547989 w 918455"/>
              <a:gd name="connsiteY3" fmla="*/ 897012 h 3098095"/>
              <a:gd name="connsiteX4" fmla="*/ 241638 w 918455"/>
              <a:gd name="connsiteY4" fmla="*/ 1488056 h 3098095"/>
              <a:gd name="connsiteX5" fmla="*/ 25216 w 918455"/>
              <a:gd name="connsiteY5" fmla="*/ 1833626 h 3098095"/>
              <a:gd name="connsiteX6" fmla="*/ 177638 w 918455"/>
              <a:gd name="connsiteY6" fmla="*/ 2594171 h 3098095"/>
              <a:gd name="connsiteX7" fmla="*/ 465061 w 918455"/>
              <a:gd name="connsiteY7" fmla="*/ 3098095 h 309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8455" h="3098095">
                <a:moveTo>
                  <a:pt x="918455" y="0"/>
                </a:moveTo>
                <a:cubicBezTo>
                  <a:pt x="887432" y="26176"/>
                  <a:pt x="841538" y="68838"/>
                  <a:pt x="769545" y="125642"/>
                </a:cubicBezTo>
                <a:cubicBezTo>
                  <a:pt x="697552" y="182446"/>
                  <a:pt x="523422" y="212261"/>
                  <a:pt x="486496" y="340823"/>
                </a:cubicBezTo>
                <a:cubicBezTo>
                  <a:pt x="449570" y="469385"/>
                  <a:pt x="588799" y="705807"/>
                  <a:pt x="547989" y="897012"/>
                </a:cubicBezTo>
                <a:cubicBezTo>
                  <a:pt x="507179" y="1088218"/>
                  <a:pt x="328767" y="1331954"/>
                  <a:pt x="241638" y="1488056"/>
                </a:cubicBezTo>
                <a:cubicBezTo>
                  <a:pt x="154509" y="1644158"/>
                  <a:pt x="158898" y="1616087"/>
                  <a:pt x="25216" y="1833626"/>
                </a:cubicBezTo>
                <a:cubicBezTo>
                  <a:pt x="-38075" y="2029052"/>
                  <a:pt x="19609" y="2497365"/>
                  <a:pt x="177638" y="2594171"/>
                </a:cubicBezTo>
                <a:cubicBezTo>
                  <a:pt x="263917" y="2646861"/>
                  <a:pt x="455149" y="2835128"/>
                  <a:pt x="465061" y="3098095"/>
                </a:cubicBezTo>
              </a:path>
            </a:pathLst>
          </a:custGeom>
          <a:noFill/>
          <a:ln w="6350">
            <a:solidFill>
              <a:schemeClr val="tx1">
                <a:lumMod val="85000"/>
                <a:alpha val="4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3FF6FCB8-BD75-F553-574E-61664255CA92}"/>
              </a:ext>
            </a:extLst>
          </p:cNvPr>
          <p:cNvSpPr/>
          <p:nvPr userDrawn="1"/>
        </p:nvSpPr>
        <p:spPr>
          <a:xfrm rot="20045519" flipV="1">
            <a:off x="10501280" y="5848749"/>
            <a:ext cx="1603540" cy="75709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1026316"/>
              <a:gd name="connsiteY0" fmla="*/ 10606 h 458838"/>
              <a:gd name="connsiteX1" fmla="*/ 73251 w 1026316"/>
              <a:gd name="connsiteY1" fmla="*/ 423358 h 458838"/>
              <a:gd name="connsiteX2" fmla="*/ 383956 w 1026316"/>
              <a:gd name="connsiteY2" fmla="*/ 417781 h 458838"/>
              <a:gd name="connsiteX3" fmla="*/ 609623 w 1026316"/>
              <a:gd name="connsiteY3" fmla="*/ 254899 h 458838"/>
              <a:gd name="connsiteX4" fmla="*/ 1026316 w 1026316"/>
              <a:gd name="connsiteY4" fmla="*/ 3 h 458838"/>
              <a:gd name="connsiteX0" fmla="*/ 17446 w 1011877"/>
              <a:gd name="connsiteY0" fmla="*/ 103853 h 452083"/>
              <a:gd name="connsiteX1" fmla="*/ 58812 w 1011877"/>
              <a:gd name="connsiteY1" fmla="*/ 423358 h 452083"/>
              <a:gd name="connsiteX2" fmla="*/ 369517 w 1011877"/>
              <a:gd name="connsiteY2" fmla="*/ 417781 h 452083"/>
              <a:gd name="connsiteX3" fmla="*/ 595184 w 1011877"/>
              <a:gd name="connsiteY3" fmla="*/ 254899 h 452083"/>
              <a:gd name="connsiteX4" fmla="*/ 1011877 w 1011877"/>
              <a:gd name="connsiteY4" fmla="*/ 3 h 452083"/>
              <a:gd name="connsiteX0" fmla="*/ 11719 w 1006150"/>
              <a:gd name="connsiteY0" fmla="*/ 103853 h 452083"/>
              <a:gd name="connsiteX1" fmla="*/ 53085 w 1006150"/>
              <a:gd name="connsiteY1" fmla="*/ 423358 h 452083"/>
              <a:gd name="connsiteX2" fmla="*/ 363790 w 1006150"/>
              <a:gd name="connsiteY2" fmla="*/ 417781 h 452083"/>
              <a:gd name="connsiteX3" fmla="*/ 589457 w 1006150"/>
              <a:gd name="connsiteY3" fmla="*/ 254899 h 452083"/>
              <a:gd name="connsiteX4" fmla="*/ 1006150 w 1006150"/>
              <a:gd name="connsiteY4" fmla="*/ 3 h 452083"/>
              <a:gd name="connsiteX0" fmla="*/ 5009 w 999440"/>
              <a:gd name="connsiteY0" fmla="*/ 103853 h 451396"/>
              <a:gd name="connsiteX1" fmla="*/ 91310 w 999440"/>
              <a:gd name="connsiteY1" fmla="*/ 422367 h 451396"/>
              <a:gd name="connsiteX2" fmla="*/ 357080 w 999440"/>
              <a:gd name="connsiteY2" fmla="*/ 417781 h 451396"/>
              <a:gd name="connsiteX3" fmla="*/ 582747 w 999440"/>
              <a:gd name="connsiteY3" fmla="*/ 254899 h 451396"/>
              <a:gd name="connsiteX4" fmla="*/ 999440 w 999440"/>
              <a:gd name="connsiteY4" fmla="*/ 3 h 451396"/>
              <a:gd name="connsiteX0" fmla="*/ 5009 w 1022005"/>
              <a:gd name="connsiteY0" fmla="*/ 54797 h 402340"/>
              <a:gd name="connsiteX1" fmla="*/ 91310 w 1022005"/>
              <a:gd name="connsiteY1" fmla="*/ 373311 h 402340"/>
              <a:gd name="connsiteX2" fmla="*/ 357080 w 1022005"/>
              <a:gd name="connsiteY2" fmla="*/ 368725 h 402340"/>
              <a:gd name="connsiteX3" fmla="*/ 582747 w 1022005"/>
              <a:gd name="connsiteY3" fmla="*/ 205843 h 402340"/>
              <a:gd name="connsiteX4" fmla="*/ 1022005 w 1022005"/>
              <a:gd name="connsiteY4" fmla="*/ 3 h 402340"/>
              <a:gd name="connsiteX0" fmla="*/ 5451 w 1022447"/>
              <a:gd name="connsiteY0" fmla="*/ 54797 h 466039"/>
              <a:gd name="connsiteX1" fmla="*/ 91752 w 1022447"/>
              <a:gd name="connsiteY1" fmla="*/ 373311 h 466039"/>
              <a:gd name="connsiteX2" fmla="*/ 394828 w 1022447"/>
              <a:gd name="connsiteY2" fmla="*/ 457640 h 466039"/>
              <a:gd name="connsiteX3" fmla="*/ 583189 w 1022447"/>
              <a:gd name="connsiteY3" fmla="*/ 205843 h 466039"/>
              <a:gd name="connsiteX4" fmla="*/ 1022447 w 1022447"/>
              <a:gd name="connsiteY4" fmla="*/ 3 h 466039"/>
              <a:gd name="connsiteX0" fmla="*/ 2427 w 1019423"/>
              <a:gd name="connsiteY0" fmla="*/ 54797 h 466039"/>
              <a:gd name="connsiteX1" fmla="*/ 88728 w 1019423"/>
              <a:gd name="connsiteY1" fmla="*/ 373311 h 466039"/>
              <a:gd name="connsiteX2" fmla="*/ 391804 w 1019423"/>
              <a:gd name="connsiteY2" fmla="*/ 457640 h 466039"/>
              <a:gd name="connsiteX3" fmla="*/ 580165 w 1019423"/>
              <a:gd name="connsiteY3" fmla="*/ 205843 h 466039"/>
              <a:gd name="connsiteX4" fmla="*/ 1019423 w 1019423"/>
              <a:gd name="connsiteY4" fmla="*/ 3 h 466039"/>
              <a:gd name="connsiteX0" fmla="*/ 3420 w 1003131"/>
              <a:gd name="connsiteY0" fmla="*/ 46533 h 466180"/>
              <a:gd name="connsiteX1" fmla="*/ 72436 w 1003131"/>
              <a:gd name="connsiteY1" fmla="*/ 373311 h 466180"/>
              <a:gd name="connsiteX2" fmla="*/ 375512 w 1003131"/>
              <a:gd name="connsiteY2" fmla="*/ 457640 h 466180"/>
              <a:gd name="connsiteX3" fmla="*/ 563873 w 1003131"/>
              <a:gd name="connsiteY3" fmla="*/ 205843 h 466180"/>
              <a:gd name="connsiteX4" fmla="*/ 1003131 w 1003131"/>
              <a:gd name="connsiteY4" fmla="*/ 3 h 466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31" h="466180">
                <a:moveTo>
                  <a:pt x="3420" y="46533"/>
                </a:moveTo>
                <a:cubicBezTo>
                  <a:pt x="-8630" y="245166"/>
                  <a:pt x="10421" y="304793"/>
                  <a:pt x="72436" y="373311"/>
                </a:cubicBezTo>
                <a:cubicBezTo>
                  <a:pt x="134451" y="441829"/>
                  <a:pt x="293606" y="485551"/>
                  <a:pt x="375512" y="457640"/>
                </a:cubicBezTo>
                <a:cubicBezTo>
                  <a:pt x="457418" y="429729"/>
                  <a:pt x="461731" y="244777"/>
                  <a:pt x="563873" y="205843"/>
                </a:cubicBezTo>
                <a:cubicBezTo>
                  <a:pt x="667549" y="166324"/>
                  <a:pt x="944769" y="-803"/>
                  <a:pt x="1003131" y="3"/>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1D8D5688-2BE1-90EE-09DD-033011ADCC60}"/>
              </a:ext>
            </a:extLst>
          </p:cNvPr>
          <p:cNvSpPr/>
          <p:nvPr userDrawn="1"/>
        </p:nvSpPr>
        <p:spPr>
          <a:xfrm rot="10720826">
            <a:off x="6375690" y="3298854"/>
            <a:ext cx="711334" cy="3557306"/>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883526"/>
              <a:gd name="connsiteY0" fmla="*/ 4384769 h 4389130"/>
              <a:gd name="connsiteX1" fmla="*/ 601587 w 5883526"/>
              <a:gd name="connsiteY1" fmla="*/ 3723457 h 4389130"/>
              <a:gd name="connsiteX2" fmla="*/ 1080723 w 5883526"/>
              <a:gd name="connsiteY2" fmla="*/ 3384914 h 4389130"/>
              <a:gd name="connsiteX3" fmla="*/ 1782538 w 5883526"/>
              <a:gd name="connsiteY3" fmla="*/ 2893678 h 4389130"/>
              <a:gd name="connsiteX4" fmla="*/ 2151149 w 5883526"/>
              <a:gd name="connsiteY4" fmla="*/ 2979146 h 4389130"/>
              <a:gd name="connsiteX5" fmla="*/ 2442597 w 5883526"/>
              <a:gd name="connsiteY5" fmla="*/ 3469754 h 4389130"/>
              <a:gd name="connsiteX6" fmla="*/ 2781847 w 5883526"/>
              <a:gd name="connsiteY6" fmla="*/ 3941165 h 4389130"/>
              <a:gd name="connsiteX7" fmla="*/ 2973780 w 5883526"/>
              <a:gd name="connsiteY7" fmla="*/ 4176258 h 4389130"/>
              <a:gd name="connsiteX8" fmla="*/ 3213049 w 5883526"/>
              <a:gd name="connsiteY8" fmla="*/ 4205024 h 4389130"/>
              <a:gd name="connsiteX9" fmla="*/ 3866654 w 5883526"/>
              <a:gd name="connsiteY9" fmla="*/ 4180640 h 4389130"/>
              <a:gd name="connsiteX10" fmla="*/ 4122400 w 5883526"/>
              <a:gd name="connsiteY10" fmla="*/ 4230646 h 4389130"/>
              <a:gd name="connsiteX11" fmla="*/ 4409054 w 5883526"/>
              <a:gd name="connsiteY11" fmla="*/ 3948939 h 4389130"/>
              <a:gd name="connsiteX12" fmla="*/ 4876205 w 5883526"/>
              <a:gd name="connsiteY12" fmla="*/ 3841244 h 4389130"/>
              <a:gd name="connsiteX13" fmla="*/ 5434084 w 5883526"/>
              <a:gd name="connsiteY13" fmla="*/ 3646097 h 4389130"/>
              <a:gd name="connsiteX14" fmla="*/ 5713764 w 5883526"/>
              <a:gd name="connsiteY14" fmla="*/ 3465757 h 4389130"/>
              <a:gd name="connsiteX15" fmla="*/ 5883470 w 5883526"/>
              <a:gd name="connsiteY15" fmla="*/ 2870843 h 4389130"/>
              <a:gd name="connsiteX16" fmla="*/ 5697278 w 5883526"/>
              <a:gd name="connsiteY16" fmla="*/ 1932693 h 4389130"/>
              <a:gd name="connsiteX17" fmla="*/ 5247641 w 5883526"/>
              <a:gd name="connsiteY17" fmla="*/ 1192785 h 4389130"/>
              <a:gd name="connsiteX18" fmla="*/ 5272837 w 5883526"/>
              <a:gd name="connsiteY18" fmla="*/ 428256 h 4389130"/>
              <a:gd name="connsiteX19" fmla="*/ 5737927 w 5883526"/>
              <a:gd name="connsiteY19" fmla="*/ 0 h 4389130"/>
              <a:gd name="connsiteX0" fmla="*/ 0 w 5864971"/>
              <a:gd name="connsiteY0" fmla="*/ 4889230 h 4891788"/>
              <a:gd name="connsiteX1" fmla="*/ 583032 w 5864971"/>
              <a:gd name="connsiteY1" fmla="*/ 3723457 h 4891788"/>
              <a:gd name="connsiteX2" fmla="*/ 1062168 w 5864971"/>
              <a:gd name="connsiteY2" fmla="*/ 3384914 h 4891788"/>
              <a:gd name="connsiteX3" fmla="*/ 1763983 w 5864971"/>
              <a:gd name="connsiteY3" fmla="*/ 289367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060598 w 5864971"/>
              <a:gd name="connsiteY4" fmla="*/ 3212940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663"/>
              <a:gd name="connsiteX1" fmla="*/ 583032 w 5864971"/>
              <a:gd name="connsiteY1" fmla="*/ 3723457 h 4891663"/>
              <a:gd name="connsiteX2" fmla="*/ 1182804 w 5864971"/>
              <a:gd name="connsiteY2" fmla="*/ 3702371 h 4891663"/>
              <a:gd name="connsiteX3" fmla="*/ 1674024 w 5864971"/>
              <a:gd name="connsiteY3" fmla="*/ 3202208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91663"/>
              <a:gd name="connsiteX1" fmla="*/ 583032 w 5864971"/>
              <a:gd name="connsiteY1" fmla="*/ 3723457 h 4891663"/>
              <a:gd name="connsiteX2" fmla="*/ 1182804 w 5864971"/>
              <a:gd name="connsiteY2" fmla="*/ 3702371 h 4891663"/>
              <a:gd name="connsiteX3" fmla="*/ 1768128 w 5864971"/>
              <a:gd name="connsiteY3" fmla="*/ 3190017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89230"/>
              <a:gd name="connsiteX1" fmla="*/ 240977 w 5864971"/>
              <a:gd name="connsiteY1" fmla="*/ 4400768 h 4889230"/>
              <a:gd name="connsiteX2" fmla="*/ 583032 w 5864971"/>
              <a:gd name="connsiteY2" fmla="*/ 3723457 h 4889230"/>
              <a:gd name="connsiteX3" fmla="*/ 1182804 w 5864971"/>
              <a:gd name="connsiteY3" fmla="*/ 3702371 h 4889230"/>
              <a:gd name="connsiteX4" fmla="*/ 1768128 w 5864971"/>
              <a:gd name="connsiteY4" fmla="*/ 3190017 h 4889230"/>
              <a:gd name="connsiteX5" fmla="*/ 2060598 w 5864971"/>
              <a:gd name="connsiteY5" fmla="*/ 3212940 h 4889230"/>
              <a:gd name="connsiteX6" fmla="*/ 2424042 w 5864971"/>
              <a:gd name="connsiteY6" fmla="*/ 3469754 h 4889230"/>
              <a:gd name="connsiteX7" fmla="*/ 2763292 w 5864971"/>
              <a:gd name="connsiteY7" fmla="*/ 3941165 h 4889230"/>
              <a:gd name="connsiteX8" fmla="*/ 2955225 w 5864971"/>
              <a:gd name="connsiteY8" fmla="*/ 4176258 h 4889230"/>
              <a:gd name="connsiteX9" fmla="*/ 3194494 w 5864971"/>
              <a:gd name="connsiteY9" fmla="*/ 4205024 h 4889230"/>
              <a:gd name="connsiteX10" fmla="*/ 3848099 w 5864971"/>
              <a:gd name="connsiteY10" fmla="*/ 4180640 h 4889230"/>
              <a:gd name="connsiteX11" fmla="*/ 4103845 w 5864971"/>
              <a:gd name="connsiteY11" fmla="*/ 4230646 h 4889230"/>
              <a:gd name="connsiteX12" fmla="*/ 4390499 w 5864971"/>
              <a:gd name="connsiteY12" fmla="*/ 3948939 h 4889230"/>
              <a:gd name="connsiteX13" fmla="*/ 4857650 w 5864971"/>
              <a:gd name="connsiteY13" fmla="*/ 3841244 h 4889230"/>
              <a:gd name="connsiteX14" fmla="*/ 5415529 w 5864971"/>
              <a:gd name="connsiteY14" fmla="*/ 3646097 h 4889230"/>
              <a:gd name="connsiteX15" fmla="*/ 5695209 w 5864971"/>
              <a:gd name="connsiteY15" fmla="*/ 3465757 h 4889230"/>
              <a:gd name="connsiteX16" fmla="*/ 5864915 w 5864971"/>
              <a:gd name="connsiteY16" fmla="*/ 2870843 h 4889230"/>
              <a:gd name="connsiteX17" fmla="*/ 5678723 w 5864971"/>
              <a:gd name="connsiteY17" fmla="*/ 1932693 h 4889230"/>
              <a:gd name="connsiteX18" fmla="*/ 5229086 w 5864971"/>
              <a:gd name="connsiteY18" fmla="*/ 1192785 h 4889230"/>
              <a:gd name="connsiteX19" fmla="*/ 5254282 w 5864971"/>
              <a:gd name="connsiteY19" fmla="*/ 428256 h 4889230"/>
              <a:gd name="connsiteX20" fmla="*/ 5719372 w 5864971"/>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68128 w 5728123"/>
              <a:gd name="connsiteY4" fmla="*/ 3190017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44326 w 5728123"/>
              <a:gd name="connsiteY4" fmla="*/ 3461015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11955"/>
              <a:gd name="connsiteY0" fmla="*/ 4733714 h 4733714"/>
              <a:gd name="connsiteX1" fmla="*/ 240977 w 5711955"/>
              <a:gd name="connsiteY1" fmla="*/ 4245252 h 4733714"/>
              <a:gd name="connsiteX2" fmla="*/ 583032 w 5711955"/>
              <a:gd name="connsiteY2" fmla="*/ 3567941 h 4733714"/>
              <a:gd name="connsiteX3" fmla="*/ 1182804 w 5711955"/>
              <a:gd name="connsiteY3" fmla="*/ 3546855 h 4733714"/>
              <a:gd name="connsiteX4" fmla="*/ 1744326 w 5711955"/>
              <a:gd name="connsiteY4" fmla="*/ 3305499 h 4733714"/>
              <a:gd name="connsiteX5" fmla="*/ 2060598 w 5711955"/>
              <a:gd name="connsiteY5" fmla="*/ 3057424 h 4733714"/>
              <a:gd name="connsiteX6" fmla="*/ 2424042 w 5711955"/>
              <a:gd name="connsiteY6" fmla="*/ 3314238 h 4733714"/>
              <a:gd name="connsiteX7" fmla="*/ 2763292 w 5711955"/>
              <a:gd name="connsiteY7" fmla="*/ 3785649 h 4733714"/>
              <a:gd name="connsiteX8" fmla="*/ 2955225 w 5711955"/>
              <a:gd name="connsiteY8" fmla="*/ 4020742 h 4733714"/>
              <a:gd name="connsiteX9" fmla="*/ 3194494 w 5711955"/>
              <a:gd name="connsiteY9" fmla="*/ 4049508 h 4733714"/>
              <a:gd name="connsiteX10" fmla="*/ 3848099 w 5711955"/>
              <a:gd name="connsiteY10" fmla="*/ 4025124 h 4733714"/>
              <a:gd name="connsiteX11" fmla="*/ 4103845 w 5711955"/>
              <a:gd name="connsiteY11" fmla="*/ 4075130 h 4733714"/>
              <a:gd name="connsiteX12" fmla="*/ 4390499 w 5711955"/>
              <a:gd name="connsiteY12" fmla="*/ 3793423 h 4733714"/>
              <a:gd name="connsiteX13" fmla="*/ 4857650 w 5711955"/>
              <a:gd name="connsiteY13" fmla="*/ 3685728 h 4733714"/>
              <a:gd name="connsiteX14" fmla="*/ 5415529 w 5711955"/>
              <a:gd name="connsiteY14" fmla="*/ 3490581 h 4733714"/>
              <a:gd name="connsiteX15" fmla="*/ 5695209 w 5711955"/>
              <a:gd name="connsiteY15" fmla="*/ 3310241 h 4733714"/>
              <a:gd name="connsiteX16" fmla="*/ 5679984 w 5711955"/>
              <a:gd name="connsiteY16" fmla="*/ 2645148 h 4733714"/>
              <a:gd name="connsiteX17" fmla="*/ 5678723 w 5711955"/>
              <a:gd name="connsiteY17" fmla="*/ 1777177 h 4733714"/>
              <a:gd name="connsiteX18" fmla="*/ 5229086 w 5711955"/>
              <a:gd name="connsiteY18" fmla="*/ 1037269 h 4733714"/>
              <a:gd name="connsiteX19" fmla="*/ 5254282 w 5711955"/>
              <a:gd name="connsiteY19" fmla="*/ 272740 h 4733714"/>
              <a:gd name="connsiteX20" fmla="*/ 5353227 w 5711955"/>
              <a:gd name="connsiteY20" fmla="*/ 1 h 4733714"/>
              <a:gd name="connsiteX0" fmla="*/ 0 w 5711955"/>
              <a:gd name="connsiteY0" fmla="*/ 4733712 h 4733712"/>
              <a:gd name="connsiteX1" fmla="*/ 240977 w 5711955"/>
              <a:gd name="connsiteY1" fmla="*/ 4245250 h 4733712"/>
              <a:gd name="connsiteX2" fmla="*/ 583032 w 5711955"/>
              <a:gd name="connsiteY2" fmla="*/ 3567939 h 4733712"/>
              <a:gd name="connsiteX3" fmla="*/ 1182804 w 5711955"/>
              <a:gd name="connsiteY3" fmla="*/ 3546853 h 4733712"/>
              <a:gd name="connsiteX4" fmla="*/ 1744326 w 5711955"/>
              <a:gd name="connsiteY4" fmla="*/ 3305497 h 4733712"/>
              <a:gd name="connsiteX5" fmla="*/ 2060598 w 5711955"/>
              <a:gd name="connsiteY5" fmla="*/ 3057422 h 4733712"/>
              <a:gd name="connsiteX6" fmla="*/ 2424042 w 5711955"/>
              <a:gd name="connsiteY6" fmla="*/ 3314236 h 4733712"/>
              <a:gd name="connsiteX7" fmla="*/ 2763292 w 5711955"/>
              <a:gd name="connsiteY7" fmla="*/ 3785647 h 4733712"/>
              <a:gd name="connsiteX8" fmla="*/ 2955225 w 5711955"/>
              <a:gd name="connsiteY8" fmla="*/ 4020740 h 4733712"/>
              <a:gd name="connsiteX9" fmla="*/ 3194494 w 5711955"/>
              <a:gd name="connsiteY9" fmla="*/ 4049506 h 4733712"/>
              <a:gd name="connsiteX10" fmla="*/ 3848099 w 5711955"/>
              <a:gd name="connsiteY10" fmla="*/ 4025122 h 4733712"/>
              <a:gd name="connsiteX11" fmla="*/ 4103845 w 5711955"/>
              <a:gd name="connsiteY11" fmla="*/ 4075128 h 4733712"/>
              <a:gd name="connsiteX12" fmla="*/ 4390499 w 5711955"/>
              <a:gd name="connsiteY12" fmla="*/ 3793421 h 4733712"/>
              <a:gd name="connsiteX13" fmla="*/ 4857650 w 5711955"/>
              <a:gd name="connsiteY13" fmla="*/ 3685726 h 4733712"/>
              <a:gd name="connsiteX14" fmla="*/ 5415529 w 5711955"/>
              <a:gd name="connsiteY14" fmla="*/ 3490579 h 4733712"/>
              <a:gd name="connsiteX15" fmla="*/ 5695209 w 5711955"/>
              <a:gd name="connsiteY15" fmla="*/ 3310239 h 4733712"/>
              <a:gd name="connsiteX16" fmla="*/ 5679984 w 5711955"/>
              <a:gd name="connsiteY16" fmla="*/ 2645146 h 4733712"/>
              <a:gd name="connsiteX17" fmla="*/ 5678723 w 5711955"/>
              <a:gd name="connsiteY17" fmla="*/ 1777175 h 4733712"/>
              <a:gd name="connsiteX18" fmla="*/ 5229086 w 5711955"/>
              <a:gd name="connsiteY18" fmla="*/ 1037267 h 4733712"/>
              <a:gd name="connsiteX19" fmla="*/ 5312400 w 5711955"/>
              <a:gd name="connsiteY19" fmla="*/ 302821 h 4733712"/>
              <a:gd name="connsiteX20" fmla="*/ 5353227 w 5711955"/>
              <a:gd name="connsiteY20" fmla="*/ -1 h 4733712"/>
              <a:gd name="connsiteX0" fmla="*/ 0 w 5733300"/>
              <a:gd name="connsiteY0" fmla="*/ 4733714 h 4733714"/>
              <a:gd name="connsiteX1" fmla="*/ 240977 w 5733300"/>
              <a:gd name="connsiteY1" fmla="*/ 4245252 h 4733714"/>
              <a:gd name="connsiteX2" fmla="*/ 583032 w 5733300"/>
              <a:gd name="connsiteY2" fmla="*/ 3567941 h 4733714"/>
              <a:gd name="connsiteX3" fmla="*/ 1182804 w 5733300"/>
              <a:gd name="connsiteY3" fmla="*/ 3546855 h 4733714"/>
              <a:gd name="connsiteX4" fmla="*/ 1744326 w 5733300"/>
              <a:gd name="connsiteY4" fmla="*/ 3305499 h 4733714"/>
              <a:gd name="connsiteX5" fmla="*/ 2060598 w 5733300"/>
              <a:gd name="connsiteY5" fmla="*/ 3057424 h 4733714"/>
              <a:gd name="connsiteX6" fmla="*/ 2424042 w 5733300"/>
              <a:gd name="connsiteY6" fmla="*/ 3314238 h 4733714"/>
              <a:gd name="connsiteX7" fmla="*/ 2763292 w 5733300"/>
              <a:gd name="connsiteY7" fmla="*/ 3785649 h 4733714"/>
              <a:gd name="connsiteX8" fmla="*/ 2955225 w 5733300"/>
              <a:gd name="connsiteY8" fmla="*/ 4020742 h 4733714"/>
              <a:gd name="connsiteX9" fmla="*/ 3194494 w 5733300"/>
              <a:gd name="connsiteY9" fmla="*/ 4049508 h 4733714"/>
              <a:gd name="connsiteX10" fmla="*/ 3848099 w 5733300"/>
              <a:gd name="connsiteY10" fmla="*/ 4025124 h 4733714"/>
              <a:gd name="connsiteX11" fmla="*/ 4103845 w 5733300"/>
              <a:gd name="connsiteY11" fmla="*/ 4075130 h 4733714"/>
              <a:gd name="connsiteX12" fmla="*/ 4390499 w 5733300"/>
              <a:gd name="connsiteY12" fmla="*/ 3793423 h 4733714"/>
              <a:gd name="connsiteX13" fmla="*/ 4857650 w 5733300"/>
              <a:gd name="connsiteY13" fmla="*/ 3685728 h 4733714"/>
              <a:gd name="connsiteX14" fmla="*/ 5124156 w 5733300"/>
              <a:gd name="connsiteY14" fmla="*/ 3391573 h 4733714"/>
              <a:gd name="connsiteX15" fmla="*/ 5695209 w 5733300"/>
              <a:gd name="connsiteY15" fmla="*/ 3310241 h 4733714"/>
              <a:gd name="connsiteX16" fmla="*/ 5679984 w 5733300"/>
              <a:gd name="connsiteY16" fmla="*/ 2645148 h 4733714"/>
              <a:gd name="connsiteX17" fmla="*/ 5678723 w 5733300"/>
              <a:gd name="connsiteY17" fmla="*/ 1777177 h 4733714"/>
              <a:gd name="connsiteX18" fmla="*/ 5229086 w 5733300"/>
              <a:gd name="connsiteY18" fmla="*/ 1037269 h 4733714"/>
              <a:gd name="connsiteX19" fmla="*/ 5312400 w 5733300"/>
              <a:gd name="connsiteY19" fmla="*/ 302823 h 4733714"/>
              <a:gd name="connsiteX20" fmla="*/ 5353227 w 5733300"/>
              <a:gd name="connsiteY20" fmla="*/ 1 h 4733714"/>
              <a:gd name="connsiteX0" fmla="*/ 0 w 5718652"/>
              <a:gd name="connsiteY0" fmla="*/ 4733712 h 4733712"/>
              <a:gd name="connsiteX1" fmla="*/ 240977 w 5718652"/>
              <a:gd name="connsiteY1" fmla="*/ 4245250 h 4733712"/>
              <a:gd name="connsiteX2" fmla="*/ 583032 w 5718652"/>
              <a:gd name="connsiteY2" fmla="*/ 3567939 h 4733712"/>
              <a:gd name="connsiteX3" fmla="*/ 1182804 w 5718652"/>
              <a:gd name="connsiteY3" fmla="*/ 3546853 h 4733712"/>
              <a:gd name="connsiteX4" fmla="*/ 1744326 w 5718652"/>
              <a:gd name="connsiteY4" fmla="*/ 3305497 h 4733712"/>
              <a:gd name="connsiteX5" fmla="*/ 2060598 w 5718652"/>
              <a:gd name="connsiteY5" fmla="*/ 3057422 h 4733712"/>
              <a:gd name="connsiteX6" fmla="*/ 2424042 w 5718652"/>
              <a:gd name="connsiteY6" fmla="*/ 3314236 h 4733712"/>
              <a:gd name="connsiteX7" fmla="*/ 2763292 w 5718652"/>
              <a:gd name="connsiteY7" fmla="*/ 3785647 h 4733712"/>
              <a:gd name="connsiteX8" fmla="*/ 2955225 w 5718652"/>
              <a:gd name="connsiteY8" fmla="*/ 4020740 h 4733712"/>
              <a:gd name="connsiteX9" fmla="*/ 3194494 w 5718652"/>
              <a:gd name="connsiteY9" fmla="*/ 4049506 h 4733712"/>
              <a:gd name="connsiteX10" fmla="*/ 3848099 w 5718652"/>
              <a:gd name="connsiteY10" fmla="*/ 4025122 h 4733712"/>
              <a:gd name="connsiteX11" fmla="*/ 4103845 w 5718652"/>
              <a:gd name="connsiteY11" fmla="*/ 4075128 h 4733712"/>
              <a:gd name="connsiteX12" fmla="*/ 4390499 w 5718652"/>
              <a:gd name="connsiteY12" fmla="*/ 3793421 h 4733712"/>
              <a:gd name="connsiteX13" fmla="*/ 4857650 w 5718652"/>
              <a:gd name="connsiteY13" fmla="*/ 3685726 h 4733712"/>
              <a:gd name="connsiteX14" fmla="*/ 5124156 w 5718652"/>
              <a:gd name="connsiteY14" fmla="*/ 3391571 h 4733712"/>
              <a:gd name="connsiteX15" fmla="*/ 5532541 w 5718652"/>
              <a:gd name="connsiteY15" fmla="*/ 3262479 h 4733712"/>
              <a:gd name="connsiteX16" fmla="*/ 5679984 w 5718652"/>
              <a:gd name="connsiteY16" fmla="*/ 2645146 h 4733712"/>
              <a:gd name="connsiteX17" fmla="*/ 5678723 w 5718652"/>
              <a:gd name="connsiteY17" fmla="*/ 1777175 h 4733712"/>
              <a:gd name="connsiteX18" fmla="*/ 5229086 w 5718652"/>
              <a:gd name="connsiteY18" fmla="*/ 1037267 h 4733712"/>
              <a:gd name="connsiteX19" fmla="*/ 5312400 w 5718652"/>
              <a:gd name="connsiteY19" fmla="*/ 302821 h 4733712"/>
              <a:gd name="connsiteX20" fmla="*/ 5353227 w 5718652"/>
              <a:gd name="connsiteY20" fmla="*/ -1 h 4733712"/>
              <a:gd name="connsiteX0" fmla="*/ 0 w 5706674"/>
              <a:gd name="connsiteY0" fmla="*/ 4733714 h 4733714"/>
              <a:gd name="connsiteX1" fmla="*/ 240977 w 5706674"/>
              <a:gd name="connsiteY1" fmla="*/ 4245252 h 4733714"/>
              <a:gd name="connsiteX2" fmla="*/ 583032 w 5706674"/>
              <a:gd name="connsiteY2" fmla="*/ 3567941 h 4733714"/>
              <a:gd name="connsiteX3" fmla="*/ 1182804 w 5706674"/>
              <a:gd name="connsiteY3" fmla="*/ 3546855 h 4733714"/>
              <a:gd name="connsiteX4" fmla="*/ 1744326 w 5706674"/>
              <a:gd name="connsiteY4" fmla="*/ 3305499 h 4733714"/>
              <a:gd name="connsiteX5" fmla="*/ 2060598 w 5706674"/>
              <a:gd name="connsiteY5" fmla="*/ 3057424 h 4733714"/>
              <a:gd name="connsiteX6" fmla="*/ 2424042 w 5706674"/>
              <a:gd name="connsiteY6" fmla="*/ 3314238 h 4733714"/>
              <a:gd name="connsiteX7" fmla="*/ 2763292 w 5706674"/>
              <a:gd name="connsiteY7" fmla="*/ 3785649 h 4733714"/>
              <a:gd name="connsiteX8" fmla="*/ 2955225 w 5706674"/>
              <a:gd name="connsiteY8" fmla="*/ 4020742 h 4733714"/>
              <a:gd name="connsiteX9" fmla="*/ 3194494 w 5706674"/>
              <a:gd name="connsiteY9" fmla="*/ 4049508 h 4733714"/>
              <a:gd name="connsiteX10" fmla="*/ 3848099 w 5706674"/>
              <a:gd name="connsiteY10" fmla="*/ 4025124 h 4733714"/>
              <a:gd name="connsiteX11" fmla="*/ 4103845 w 5706674"/>
              <a:gd name="connsiteY11" fmla="*/ 4075130 h 4733714"/>
              <a:gd name="connsiteX12" fmla="*/ 4390499 w 5706674"/>
              <a:gd name="connsiteY12" fmla="*/ 3793423 h 4733714"/>
              <a:gd name="connsiteX13" fmla="*/ 4857650 w 5706674"/>
              <a:gd name="connsiteY13" fmla="*/ 3685728 h 4733714"/>
              <a:gd name="connsiteX14" fmla="*/ 5124156 w 5706674"/>
              <a:gd name="connsiteY14" fmla="*/ 3391573 h 4733714"/>
              <a:gd name="connsiteX15" fmla="*/ 5532541 w 5706674"/>
              <a:gd name="connsiteY15" fmla="*/ 3262481 h 4733714"/>
              <a:gd name="connsiteX16" fmla="*/ 5645168 w 5706674"/>
              <a:gd name="connsiteY16" fmla="*/ 2704710 h 4733714"/>
              <a:gd name="connsiteX17" fmla="*/ 5678723 w 5706674"/>
              <a:gd name="connsiteY17" fmla="*/ 1777177 h 4733714"/>
              <a:gd name="connsiteX18" fmla="*/ 5229086 w 5706674"/>
              <a:gd name="connsiteY18" fmla="*/ 1037269 h 4733714"/>
              <a:gd name="connsiteX19" fmla="*/ 5312400 w 5706674"/>
              <a:gd name="connsiteY19" fmla="*/ 302823 h 4733714"/>
              <a:gd name="connsiteX20" fmla="*/ 5353227 w 5706674"/>
              <a:gd name="connsiteY20" fmla="*/ 1 h 4733714"/>
              <a:gd name="connsiteX0" fmla="*/ 0 w 5465697"/>
              <a:gd name="connsiteY0" fmla="*/ 4245250 h 4245250"/>
              <a:gd name="connsiteX1" fmla="*/ 342055 w 5465697"/>
              <a:gd name="connsiteY1" fmla="*/ 3567939 h 4245250"/>
              <a:gd name="connsiteX2" fmla="*/ 941827 w 5465697"/>
              <a:gd name="connsiteY2" fmla="*/ 3546853 h 4245250"/>
              <a:gd name="connsiteX3" fmla="*/ 1503349 w 5465697"/>
              <a:gd name="connsiteY3" fmla="*/ 3305497 h 4245250"/>
              <a:gd name="connsiteX4" fmla="*/ 1819621 w 5465697"/>
              <a:gd name="connsiteY4" fmla="*/ 3057422 h 4245250"/>
              <a:gd name="connsiteX5" fmla="*/ 2183065 w 5465697"/>
              <a:gd name="connsiteY5" fmla="*/ 3314236 h 4245250"/>
              <a:gd name="connsiteX6" fmla="*/ 2522315 w 5465697"/>
              <a:gd name="connsiteY6" fmla="*/ 3785647 h 4245250"/>
              <a:gd name="connsiteX7" fmla="*/ 2714248 w 5465697"/>
              <a:gd name="connsiteY7" fmla="*/ 4020740 h 4245250"/>
              <a:gd name="connsiteX8" fmla="*/ 2953517 w 5465697"/>
              <a:gd name="connsiteY8" fmla="*/ 4049506 h 4245250"/>
              <a:gd name="connsiteX9" fmla="*/ 3607122 w 5465697"/>
              <a:gd name="connsiteY9" fmla="*/ 4025122 h 4245250"/>
              <a:gd name="connsiteX10" fmla="*/ 3862868 w 5465697"/>
              <a:gd name="connsiteY10" fmla="*/ 4075128 h 4245250"/>
              <a:gd name="connsiteX11" fmla="*/ 4149522 w 5465697"/>
              <a:gd name="connsiteY11" fmla="*/ 3793421 h 4245250"/>
              <a:gd name="connsiteX12" fmla="*/ 4616673 w 5465697"/>
              <a:gd name="connsiteY12" fmla="*/ 3685726 h 4245250"/>
              <a:gd name="connsiteX13" fmla="*/ 4883179 w 5465697"/>
              <a:gd name="connsiteY13" fmla="*/ 3391571 h 4245250"/>
              <a:gd name="connsiteX14" fmla="*/ 5291564 w 5465697"/>
              <a:gd name="connsiteY14" fmla="*/ 3262479 h 4245250"/>
              <a:gd name="connsiteX15" fmla="*/ 5404191 w 5465697"/>
              <a:gd name="connsiteY15" fmla="*/ 2704708 h 4245250"/>
              <a:gd name="connsiteX16" fmla="*/ 5437746 w 5465697"/>
              <a:gd name="connsiteY16" fmla="*/ 1777175 h 4245250"/>
              <a:gd name="connsiteX17" fmla="*/ 4988109 w 5465697"/>
              <a:gd name="connsiteY17" fmla="*/ 1037267 h 4245250"/>
              <a:gd name="connsiteX18" fmla="*/ 5071423 w 5465697"/>
              <a:gd name="connsiteY18" fmla="*/ 302821 h 4245250"/>
              <a:gd name="connsiteX19" fmla="*/ 5112250 w 5465697"/>
              <a:gd name="connsiteY19" fmla="*/ -1 h 4245250"/>
              <a:gd name="connsiteX0" fmla="*/ 0 w 5123642"/>
              <a:gd name="connsiteY0" fmla="*/ 3567941 h 4085222"/>
              <a:gd name="connsiteX1" fmla="*/ 599772 w 5123642"/>
              <a:gd name="connsiteY1" fmla="*/ 3546855 h 4085222"/>
              <a:gd name="connsiteX2" fmla="*/ 1161294 w 5123642"/>
              <a:gd name="connsiteY2" fmla="*/ 3305499 h 4085222"/>
              <a:gd name="connsiteX3" fmla="*/ 1477566 w 5123642"/>
              <a:gd name="connsiteY3" fmla="*/ 3057424 h 4085222"/>
              <a:gd name="connsiteX4" fmla="*/ 1841010 w 5123642"/>
              <a:gd name="connsiteY4" fmla="*/ 3314238 h 4085222"/>
              <a:gd name="connsiteX5" fmla="*/ 2180260 w 5123642"/>
              <a:gd name="connsiteY5" fmla="*/ 3785649 h 4085222"/>
              <a:gd name="connsiteX6" fmla="*/ 2372193 w 5123642"/>
              <a:gd name="connsiteY6" fmla="*/ 4020742 h 4085222"/>
              <a:gd name="connsiteX7" fmla="*/ 2611462 w 5123642"/>
              <a:gd name="connsiteY7" fmla="*/ 4049508 h 4085222"/>
              <a:gd name="connsiteX8" fmla="*/ 3265067 w 5123642"/>
              <a:gd name="connsiteY8" fmla="*/ 4025124 h 4085222"/>
              <a:gd name="connsiteX9" fmla="*/ 3520813 w 5123642"/>
              <a:gd name="connsiteY9" fmla="*/ 4075130 h 4085222"/>
              <a:gd name="connsiteX10" fmla="*/ 3807467 w 5123642"/>
              <a:gd name="connsiteY10" fmla="*/ 3793423 h 4085222"/>
              <a:gd name="connsiteX11" fmla="*/ 4274618 w 5123642"/>
              <a:gd name="connsiteY11" fmla="*/ 3685728 h 4085222"/>
              <a:gd name="connsiteX12" fmla="*/ 4541124 w 5123642"/>
              <a:gd name="connsiteY12" fmla="*/ 3391573 h 4085222"/>
              <a:gd name="connsiteX13" fmla="*/ 4949509 w 5123642"/>
              <a:gd name="connsiteY13" fmla="*/ 3262481 h 4085222"/>
              <a:gd name="connsiteX14" fmla="*/ 5062136 w 5123642"/>
              <a:gd name="connsiteY14" fmla="*/ 2704710 h 4085222"/>
              <a:gd name="connsiteX15" fmla="*/ 5095691 w 5123642"/>
              <a:gd name="connsiteY15" fmla="*/ 1777177 h 4085222"/>
              <a:gd name="connsiteX16" fmla="*/ 4646054 w 5123642"/>
              <a:gd name="connsiteY16" fmla="*/ 1037269 h 4085222"/>
              <a:gd name="connsiteX17" fmla="*/ 4729368 w 5123642"/>
              <a:gd name="connsiteY17" fmla="*/ 302823 h 4085222"/>
              <a:gd name="connsiteX18" fmla="*/ 4770195 w 5123642"/>
              <a:gd name="connsiteY18" fmla="*/ 1 h 4085222"/>
              <a:gd name="connsiteX0" fmla="*/ 0 w 4523870"/>
              <a:gd name="connsiteY0" fmla="*/ 3546853 h 4085220"/>
              <a:gd name="connsiteX1" fmla="*/ 561522 w 4523870"/>
              <a:gd name="connsiteY1" fmla="*/ 3305497 h 4085220"/>
              <a:gd name="connsiteX2" fmla="*/ 877794 w 4523870"/>
              <a:gd name="connsiteY2" fmla="*/ 3057422 h 4085220"/>
              <a:gd name="connsiteX3" fmla="*/ 1241238 w 4523870"/>
              <a:gd name="connsiteY3" fmla="*/ 3314236 h 4085220"/>
              <a:gd name="connsiteX4" fmla="*/ 1580488 w 4523870"/>
              <a:gd name="connsiteY4" fmla="*/ 3785647 h 4085220"/>
              <a:gd name="connsiteX5" fmla="*/ 1772421 w 4523870"/>
              <a:gd name="connsiteY5" fmla="*/ 4020740 h 4085220"/>
              <a:gd name="connsiteX6" fmla="*/ 2011690 w 4523870"/>
              <a:gd name="connsiteY6" fmla="*/ 4049506 h 4085220"/>
              <a:gd name="connsiteX7" fmla="*/ 2665295 w 4523870"/>
              <a:gd name="connsiteY7" fmla="*/ 4025122 h 4085220"/>
              <a:gd name="connsiteX8" fmla="*/ 2921041 w 4523870"/>
              <a:gd name="connsiteY8" fmla="*/ 4075128 h 4085220"/>
              <a:gd name="connsiteX9" fmla="*/ 3207695 w 4523870"/>
              <a:gd name="connsiteY9" fmla="*/ 3793421 h 4085220"/>
              <a:gd name="connsiteX10" fmla="*/ 3674846 w 4523870"/>
              <a:gd name="connsiteY10" fmla="*/ 3685726 h 4085220"/>
              <a:gd name="connsiteX11" fmla="*/ 3941352 w 4523870"/>
              <a:gd name="connsiteY11" fmla="*/ 3391571 h 4085220"/>
              <a:gd name="connsiteX12" fmla="*/ 4349737 w 4523870"/>
              <a:gd name="connsiteY12" fmla="*/ 3262479 h 4085220"/>
              <a:gd name="connsiteX13" fmla="*/ 4462364 w 4523870"/>
              <a:gd name="connsiteY13" fmla="*/ 2704708 h 4085220"/>
              <a:gd name="connsiteX14" fmla="*/ 4495919 w 4523870"/>
              <a:gd name="connsiteY14" fmla="*/ 1777175 h 4085220"/>
              <a:gd name="connsiteX15" fmla="*/ 4046282 w 4523870"/>
              <a:gd name="connsiteY15" fmla="*/ 1037267 h 4085220"/>
              <a:gd name="connsiteX16" fmla="*/ 4129596 w 4523870"/>
              <a:gd name="connsiteY16" fmla="*/ 302821 h 4085220"/>
              <a:gd name="connsiteX17" fmla="*/ 4170423 w 4523870"/>
              <a:gd name="connsiteY17" fmla="*/ -1 h 4085220"/>
              <a:gd name="connsiteX0" fmla="*/ 0 w 3962348"/>
              <a:gd name="connsiteY0" fmla="*/ 3305499 h 4085222"/>
              <a:gd name="connsiteX1" fmla="*/ 316272 w 3962348"/>
              <a:gd name="connsiteY1" fmla="*/ 3057424 h 4085222"/>
              <a:gd name="connsiteX2" fmla="*/ 679716 w 3962348"/>
              <a:gd name="connsiteY2" fmla="*/ 3314238 h 4085222"/>
              <a:gd name="connsiteX3" fmla="*/ 1018966 w 3962348"/>
              <a:gd name="connsiteY3" fmla="*/ 3785649 h 4085222"/>
              <a:gd name="connsiteX4" fmla="*/ 1210899 w 3962348"/>
              <a:gd name="connsiteY4" fmla="*/ 4020742 h 4085222"/>
              <a:gd name="connsiteX5" fmla="*/ 1450168 w 3962348"/>
              <a:gd name="connsiteY5" fmla="*/ 4049508 h 4085222"/>
              <a:gd name="connsiteX6" fmla="*/ 2103773 w 3962348"/>
              <a:gd name="connsiteY6" fmla="*/ 4025124 h 4085222"/>
              <a:gd name="connsiteX7" fmla="*/ 2359519 w 3962348"/>
              <a:gd name="connsiteY7" fmla="*/ 4075130 h 4085222"/>
              <a:gd name="connsiteX8" fmla="*/ 2646173 w 3962348"/>
              <a:gd name="connsiteY8" fmla="*/ 3793423 h 4085222"/>
              <a:gd name="connsiteX9" fmla="*/ 3113324 w 3962348"/>
              <a:gd name="connsiteY9" fmla="*/ 3685728 h 4085222"/>
              <a:gd name="connsiteX10" fmla="*/ 3379830 w 3962348"/>
              <a:gd name="connsiteY10" fmla="*/ 3391573 h 4085222"/>
              <a:gd name="connsiteX11" fmla="*/ 3788215 w 3962348"/>
              <a:gd name="connsiteY11" fmla="*/ 3262481 h 4085222"/>
              <a:gd name="connsiteX12" fmla="*/ 3900842 w 3962348"/>
              <a:gd name="connsiteY12" fmla="*/ 2704710 h 4085222"/>
              <a:gd name="connsiteX13" fmla="*/ 3934397 w 3962348"/>
              <a:gd name="connsiteY13" fmla="*/ 1777177 h 4085222"/>
              <a:gd name="connsiteX14" fmla="*/ 3484760 w 3962348"/>
              <a:gd name="connsiteY14" fmla="*/ 1037269 h 4085222"/>
              <a:gd name="connsiteX15" fmla="*/ 3568074 w 3962348"/>
              <a:gd name="connsiteY15" fmla="*/ 302823 h 4085222"/>
              <a:gd name="connsiteX16" fmla="*/ 3608901 w 3962348"/>
              <a:gd name="connsiteY16" fmla="*/ 1 h 4085222"/>
              <a:gd name="connsiteX0" fmla="*/ 0 w 3646076"/>
              <a:gd name="connsiteY0" fmla="*/ 3057422 h 4085220"/>
              <a:gd name="connsiteX1" fmla="*/ 363444 w 3646076"/>
              <a:gd name="connsiteY1" fmla="*/ 3314236 h 4085220"/>
              <a:gd name="connsiteX2" fmla="*/ 702694 w 3646076"/>
              <a:gd name="connsiteY2" fmla="*/ 3785647 h 4085220"/>
              <a:gd name="connsiteX3" fmla="*/ 894627 w 3646076"/>
              <a:gd name="connsiteY3" fmla="*/ 4020740 h 4085220"/>
              <a:gd name="connsiteX4" fmla="*/ 1133896 w 3646076"/>
              <a:gd name="connsiteY4" fmla="*/ 4049506 h 4085220"/>
              <a:gd name="connsiteX5" fmla="*/ 1787501 w 3646076"/>
              <a:gd name="connsiteY5" fmla="*/ 4025122 h 4085220"/>
              <a:gd name="connsiteX6" fmla="*/ 2043247 w 3646076"/>
              <a:gd name="connsiteY6" fmla="*/ 4075128 h 4085220"/>
              <a:gd name="connsiteX7" fmla="*/ 2329901 w 3646076"/>
              <a:gd name="connsiteY7" fmla="*/ 3793421 h 4085220"/>
              <a:gd name="connsiteX8" fmla="*/ 2797052 w 3646076"/>
              <a:gd name="connsiteY8" fmla="*/ 3685726 h 4085220"/>
              <a:gd name="connsiteX9" fmla="*/ 3063558 w 3646076"/>
              <a:gd name="connsiteY9" fmla="*/ 3391571 h 4085220"/>
              <a:gd name="connsiteX10" fmla="*/ 3471943 w 3646076"/>
              <a:gd name="connsiteY10" fmla="*/ 3262479 h 4085220"/>
              <a:gd name="connsiteX11" fmla="*/ 3584570 w 3646076"/>
              <a:gd name="connsiteY11" fmla="*/ 2704708 h 4085220"/>
              <a:gd name="connsiteX12" fmla="*/ 3618125 w 3646076"/>
              <a:gd name="connsiteY12" fmla="*/ 1777175 h 4085220"/>
              <a:gd name="connsiteX13" fmla="*/ 3168488 w 3646076"/>
              <a:gd name="connsiteY13" fmla="*/ 1037267 h 4085220"/>
              <a:gd name="connsiteX14" fmla="*/ 3251802 w 3646076"/>
              <a:gd name="connsiteY14" fmla="*/ 302821 h 4085220"/>
              <a:gd name="connsiteX15" fmla="*/ 3292629 w 3646076"/>
              <a:gd name="connsiteY15" fmla="*/ -1 h 4085220"/>
              <a:gd name="connsiteX0" fmla="*/ 0 w 3282632"/>
              <a:gd name="connsiteY0" fmla="*/ 3314238 h 4085222"/>
              <a:gd name="connsiteX1" fmla="*/ 339250 w 3282632"/>
              <a:gd name="connsiteY1" fmla="*/ 3785649 h 4085222"/>
              <a:gd name="connsiteX2" fmla="*/ 531183 w 3282632"/>
              <a:gd name="connsiteY2" fmla="*/ 4020742 h 4085222"/>
              <a:gd name="connsiteX3" fmla="*/ 770452 w 3282632"/>
              <a:gd name="connsiteY3" fmla="*/ 4049508 h 4085222"/>
              <a:gd name="connsiteX4" fmla="*/ 1424057 w 3282632"/>
              <a:gd name="connsiteY4" fmla="*/ 4025124 h 4085222"/>
              <a:gd name="connsiteX5" fmla="*/ 1679803 w 3282632"/>
              <a:gd name="connsiteY5" fmla="*/ 4075130 h 4085222"/>
              <a:gd name="connsiteX6" fmla="*/ 1966457 w 3282632"/>
              <a:gd name="connsiteY6" fmla="*/ 3793423 h 4085222"/>
              <a:gd name="connsiteX7" fmla="*/ 2433608 w 3282632"/>
              <a:gd name="connsiteY7" fmla="*/ 3685728 h 4085222"/>
              <a:gd name="connsiteX8" fmla="*/ 2700114 w 3282632"/>
              <a:gd name="connsiteY8" fmla="*/ 3391573 h 4085222"/>
              <a:gd name="connsiteX9" fmla="*/ 3108499 w 3282632"/>
              <a:gd name="connsiteY9" fmla="*/ 3262481 h 4085222"/>
              <a:gd name="connsiteX10" fmla="*/ 3221126 w 3282632"/>
              <a:gd name="connsiteY10" fmla="*/ 2704710 h 4085222"/>
              <a:gd name="connsiteX11" fmla="*/ 3254681 w 3282632"/>
              <a:gd name="connsiteY11" fmla="*/ 1777177 h 4085222"/>
              <a:gd name="connsiteX12" fmla="*/ 2805044 w 3282632"/>
              <a:gd name="connsiteY12" fmla="*/ 1037269 h 4085222"/>
              <a:gd name="connsiteX13" fmla="*/ 2888358 w 3282632"/>
              <a:gd name="connsiteY13" fmla="*/ 302823 h 4085222"/>
              <a:gd name="connsiteX14" fmla="*/ 2929185 w 3282632"/>
              <a:gd name="connsiteY14" fmla="*/ 1 h 4085222"/>
              <a:gd name="connsiteX0" fmla="*/ 0 w 2943382"/>
              <a:gd name="connsiteY0" fmla="*/ 3785647 h 4085220"/>
              <a:gd name="connsiteX1" fmla="*/ 191933 w 2943382"/>
              <a:gd name="connsiteY1" fmla="*/ 4020740 h 4085220"/>
              <a:gd name="connsiteX2" fmla="*/ 431202 w 2943382"/>
              <a:gd name="connsiteY2" fmla="*/ 4049506 h 4085220"/>
              <a:gd name="connsiteX3" fmla="*/ 1084807 w 2943382"/>
              <a:gd name="connsiteY3" fmla="*/ 4025122 h 4085220"/>
              <a:gd name="connsiteX4" fmla="*/ 1340553 w 2943382"/>
              <a:gd name="connsiteY4" fmla="*/ 4075128 h 4085220"/>
              <a:gd name="connsiteX5" fmla="*/ 1627207 w 2943382"/>
              <a:gd name="connsiteY5" fmla="*/ 3793421 h 4085220"/>
              <a:gd name="connsiteX6" fmla="*/ 2094358 w 2943382"/>
              <a:gd name="connsiteY6" fmla="*/ 3685726 h 4085220"/>
              <a:gd name="connsiteX7" fmla="*/ 2360864 w 2943382"/>
              <a:gd name="connsiteY7" fmla="*/ 3391571 h 4085220"/>
              <a:gd name="connsiteX8" fmla="*/ 2769249 w 2943382"/>
              <a:gd name="connsiteY8" fmla="*/ 3262479 h 4085220"/>
              <a:gd name="connsiteX9" fmla="*/ 2881876 w 2943382"/>
              <a:gd name="connsiteY9" fmla="*/ 2704708 h 4085220"/>
              <a:gd name="connsiteX10" fmla="*/ 2915431 w 2943382"/>
              <a:gd name="connsiteY10" fmla="*/ 1777175 h 4085220"/>
              <a:gd name="connsiteX11" fmla="*/ 2465794 w 2943382"/>
              <a:gd name="connsiteY11" fmla="*/ 1037267 h 4085220"/>
              <a:gd name="connsiteX12" fmla="*/ 2549108 w 2943382"/>
              <a:gd name="connsiteY12" fmla="*/ 302821 h 4085220"/>
              <a:gd name="connsiteX13" fmla="*/ 2589935 w 2943382"/>
              <a:gd name="connsiteY13" fmla="*/ -1 h 4085220"/>
              <a:gd name="connsiteX0" fmla="*/ 0 w 2751449"/>
              <a:gd name="connsiteY0" fmla="*/ 4020742 h 4085222"/>
              <a:gd name="connsiteX1" fmla="*/ 239269 w 2751449"/>
              <a:gd name="connsiteY1" fmla="*/ 4049508 h 4085222"/>
              <a:gd name="connsiteX2" fmla="*/ 892874 w 2751449"/>
              <a:gd name="connsiteY2" fmla="*/ 4025124 h 4085222"/>
              <a:gd name="connsiteX3" fmla="*/ 1148620 w 2751449"/>
              <a:gd name="connsiteY3" fmla="*/ 4075130 h 4085222"/>
              <a:gd name="connsiteX4" fmla="*/ 1435274 w 2751449"/>
              <a:gd name="connsiteY4" fmla="*/ 3793423 h 4085222"/>
              <a:gd name="connsiteX5" fmla="*/ 1902425 w 2751449"/>
              <a:gd name="connsiteY5" fmla="*/ 3685728 h 4085222"/>
              <a:gd name="connsiteX6" fmla="*/ 2168931 w 2751449"/>
              <a:gd name="connsiteY6" fmla="*/ 3391573 h 4085222"/>
              <a:gd name="connsiteX7" fmla="*/ 2577316 w 2751449"/>
              <a:gd name="connsiteY7" fmla="*/ 3262481 h 4085222"/>
              <a:gd name="connsiteX8" fmla="*/ 2689943 w 2751449"/>
              <a:gd name="connsiteY8" fmla="*/ 2704710 h 4085222"/>
              <a:gd name="connsiteX9" fmla="*/ 2723498 w 2751449"/>
              <a:gd name="connsiteY9" fmla="*/ 1777177 h 4085222"/>
              <a:gd name="connsiteX10" fmla="*/ 2273861 w 2751449"/>
              <a:gd name="connsiteY10" fmla="*/ 1037269 h 4085222"/>
              <a:gd name="connsiteX11" fmla="*/ 2357175 w 2751449"/>
              <a:gd name="connsiteY11" fmla="*/ 302823 h 4085222"/>
              <a:gd name="connsiteX12" fmla="*/ 2398002 w 2751449"/>
              <a:gd name="connsiteY12" fmla="*/ 1 h 4085222"/>
              <a:gd name="connsiteX0" fmla="*/ 0 w 2512180"/>
              <a:gd name="connsiteY0" fmla="*/ 4049506 h 4085220"/>
              <a:gd name="connsiteX1" fmla="*/ 653605 w 2512180"/>
              <a:gd name="connsiteY1" fmla="*/ 4025122 h 4085220"/>
              <a:gd name="connsiteX2" fmla="*/ 909351 w 2512180"/>
              <a:gd name="connsiteY2" fmla="*/ 4075128 h 4085220"/>
              <a:gd name="connsiteX3" fmla="*/ 1196005 w 2512180"/>
              <a:gd name="connsiteY3" fmla="*/ 3793421 h 4085220"/>
              <a:gd name="connsiteX4" fmla="*/ 1663156 w 2512180"/>
              <a:gd name="connsiteY4" fmla="*/ 3685726 h 4085220"/>
              <a:gd name="connsiteX5" fmla="*/ 1929662 w 2512180"/>
              <a:gd name="connsiteY5" fmla="*/ 3391571 h 4085220"/>
              <a:gd name="connsiteX6" fmla="*/ 2338047 w 2512180"/>
              <a:gd name="connsiteY6" fmla="*/ 3262479 h 4085220"/>
              <a:gd name="connsiteX7" fmla="*/ 2450674 w 2512180"/>
              <a:gd name="connsiteY7" fmla="*/ 2704708 h 4085220"/>
              <a:gd name="connsiteX8" fmla="*/ 2484229 w 2512180"/>
              <a:gd name="connsiteY8" fmla="*/ 1777175 h 4085220"/>
              <a:gd name="connsiteX9" fmla="*/ 2034592 w 2512180"/>
              <a:gd name="connsiteY9" fmla="*/ 1037267 h 4085220"/>
              <a:gd name="connsiteX10" fmla="*/ 2117906 w 2512180"/>
              <a:gd name="connsiteY10" fmla="*/ 302821 h 4085220"/>
              <a:gd name="connsiteX11" fmla="*/ 2158733 w 2512180"/>
              <a:gd name="connsiteY11" fmla="*/ -1 h 4085220"/>
              <a:gd name="connsiteX0" fmla="*/ 0 w 1858575"/>
              <a:gd name="connsiteY0" fmla="*/ 4025124 h 4085222"/>
              <a:gd name="connsiteX1" fmla="*/ 255746 w 1858575"/>
              <a:gd name="connsiteY1" fmla="*/ 4075130 h 4085222"/>
              <a:gd name="connsiteX2" fmla="*/ 542400 w 1858575"/>
              <a:gd name="connsiteY2" fmla="*/ 3793423 h 4085222"/>
              <a:gd name="connsiteX3" fmla="*/ 1009551 w 1858575"/>
              <a:gd name="connsiteY3" fmla="*/ 3685728 h 4085222"/>
              <a:gd name="connsiteX4" fmla="*/ 1276057 w 1858575"/>
              <a:gd name="connsiteY4" fmla="*/ 3391573 h 4085222"/>
              <a:gd name="connsiteX5" fmla="*/ 1684442 w 1858575"/>
              <a:gd name="connsiteY5" fmla="*/ 3262481 h 4085222"/>
              <a:gd name="connsiteX6" fmla="*/ 1797069 w 1858575"/>
              <a:gd name="connsiteY6" fmla="*/ 2704710 h 4085222"/>
              <a:gd name="connsiteX7" fmla="*/ 1830624 w 1858575"/>
              <a:gd name="connsiteY7" fmla="*/ 1777177 h 4085222"/>
              <a:gd name="connsiteX8" fmla="*/ 1380987 w 1858575"/>
              <a:gd name="connsiteY8" fmla="*/ 1037269 h 4085222"/>
              <a:gd name="connsiteX9" fmla="*/ 1464301 w 1858575"/>
              <a:gd name="connsiteY9" fmla="*/ 302823 h 4085222"/>
              <a:gd name="connsiteX10" fmla="*/ 1505128 w 1858575"/>
              <a:gd name="connsiteY10" fmla="*/ 1 h 4085222"/>
              <a:gd name="connsiteX0" fmla="*/ 0 w 1602829"/>
              <a:gd name="connsiteY0" fmla="*/ 4075128 h 4075128"/>
              <a:gd name="connsiteX1" fmla="*/ 286654 w 1602829"/>
              <a:gd name="connsiteY1" fmla="*/ 3793421 h 4075128"/>
              <a:gd name="connsiteX2" fmla="*/ 753805 w 1602829"/>
              <a:gd name="connsiteY2" fmla="*/ 3685726 h 4075128"/>
              <a:gd name="connsiteX3" fmla="*/ 1020311 w 1602829"/>
              <a:gd name="connsiteY3" fmla="*/ 3391571 h 4075128"/>
              <a:gd name="connsiteX4" fmla="*/ 1428696 w 1602829"/>
              <a:gd name="connsiteY4" fmla="*/ 3262479 h 4075128"/>
              <a:gd name="connsiteX5" fmla="*/ 1541323 w 1602829"/>
              <a:gd name="connsiteY5" fmla="*/ 2704708 h 4075128"/>
              <a:gd name="connsiteX6" fmla="*/ 1574878 w 1602829"/>
              <a:gd name="connsiteY6" fmla="*/ 1777175 h 4075128"/>
              <a:gd name="connsiteX7" fmla="*/ 1125241 w 1602829"/>
              <a:gd name="connsiteY7" fmla="*/ 1037267 h 4075128"/>
              <a:gd name="connsiteX8" fmla="*/ 1208555 w 1602829"/>
              <a:gd name="connsiteY8" fmla="*/ 302821 h 4075128"/>
              <a:gd name="connsiteX9" fmla="*/ 1249382 w 1602829"/>
              <a:gd name="connsiteY9" fmla="*/ -1 h 4075128"/>
              <a:gd name="connsiteX0" fmla="*/ 0 w 1316175"/>
              <a:gd name="connsiteY0" fmla="*/ 3793423 h 3793423"/>
              <a:gd name="connsiteX1" fmla="*/ 467151 w 1316175"/>
              <a:gd name="connsiteY1" fmla="*/ 3685728 h 3793423"/>
              <a:gd name="connsiteX2" fmla="*/ 733657 w 1316175"/>
              <a:gd name="connsiteY2" fmla="*/ 3391573 h 3793423"/>
              <a:gd name="connsiteX3" fmla="*/ 1142042 w 1316175"/>
              <a:gd name="connsiteY3" fmla="*/ 3262481 h 3793423"/>
              <a:gd name="connsiteX4" fmla="*/ 1254669 w 1316175"/>
              <a:gd name="connsiteY4" fmla="*/ 2704710 h 3793423"/>
              <a:gd name="connsiteX5" fmla="*/ 1288224 w 1316175"/>
              <a:gd name="connsiteY5" fmla="*/ 1777177 h 3793423"/>
              <a:gd name="connsiteX6" fmla="*/ 838587 w 1316175"/>
              <a:gd name="connsiteY6" fmla="*/ 1037269 h 3793423"/>
              <a:gd name="connsiteX7" fmla="*/ 921901 w 1316175"/>
              <a:gd name="connsiteY7" fmla="*/ 302823 h 3793423"/>
              <a:gd name="connsiteX8" fmla="*/ 962728 w 1316175"/>
              <a:gd name="connsiteY8" fmla="*/ 1 h 3793423"/>
              <a:gd name="connsiteX0" fmla="*/ 0 w 1622049"/>
              <a:gd name="connsiteY0" fmla="*/ 3025339 h 3694243"/>
              <a:gd name="connsiteX1" fmla="*/ 773025 w 1622049"/>
              <a:gd name="connsiteY1" fmla="*/ 3685726 h 3694243"/>
              <a:gd name="connsiteX2" fmla="*/ 1039531 w 1622049"/>
              <a:gd name="connsiteY2" fmla="*/ 3391571 h 3694243"/>
              <a:gd name="connsiteX3" fmla="*/ 1447916 w 1622049"/>
              <a:gd name="connsiteY3" fmla="*/ 3262479 h 3694243"/>
              <a:gd name="connsiteX4" fmla="*/ 1560543 w 1622049"/>
              <a:gd name="connsiteY4" fmla="*/ 2704708 h 3694243"/>
              <a:gd name="connsiteX5" fmla="*/ 1594098 w 1622049"/>
              <a:gd name="connsiteY5" fmla="*/ 1777175 h 3694243"/>
              <a:gd name="connsiteX6" fmla="*/ 1144461 w 1622049"/>
              <a:gd name="connsiteY6" fmla="*/ 1037267 h 3694243"/>
              <a:gd name="connsiteX7" fmla="*/ 1227775 w 1622049"/>
              <a:gd name="connsiteY7" fmla="*/ 302821 h 3694243"/>
              <a:gd name="connsiteX8" fmla="*/ 1268602 w 1622049"/>
              <a:gd name="connsiteY8" fmla="*/ -1 h 3694243"/>
              <a:gd name="connsiteX0" fmla="*/ 0 w 1622049"/>
              <a:gd name="connsiteY0" fmla="*/ 3025341 h 3409899"/>
              <a:gd name="connsiteX1" fmla="*/ 571559 w 1622049"/>
              <a:gd name="connsiteY1" fmla="*/ 2944671 h 3409899"/>
              <a:gd name="connsiteX2" fmla="*/ 1039531 w 1622049"/>
              <a:gd name="connsiteY2" fmla="*/ 3391573 h 3409899"/>
              <a:gd name="connsiteX3" fmla="*/ 1447916 w 1622049"/>
              <a:gd name="connsiteY3" fmla="*/ 3262481 h 3409899"/>
              <a:gd name="connsiteX4" fmla="*/ 1560543 w 1622049"/>
              <a:gd name="connsiteY4" fmla="*/ 2704710 h 3409899"/>
              <a:gd name="connsiteX5" fmla="*/ 1594098 w 1622049"/>
              <a:gd name="connsiteY5" fmla="*/ 1777177 h 3409899"/>
              <a:gd name="connsiteX6" fmla="*/ 1144461 w 1622049"/>
              <a:gd name="connsiteY6" fmla="*/ 1037269 h 3409899"/>
              <a:gd name="connsiteX7" fmla="*/ 1227775 w 1622049"/>
              <a:gd name="connsiteY7" fmla="*/ 302823 h 3409899"/>
              <a:gd name="connsiteX8" fmla="*/ 1268602 w 1622049"/>
              <a:gd name="connsiteY8" fmla="*/ 1 h 3409899"/>
              <a:gd name="connsiteX0" fmla="*/ 0 w 1622049"/>
              <a:gd name="connsiteY0" fmla="*/ 3025339 h 3276453"/>
              <a:gd name="connsiteX1" fmla="*/ 571559 w 1622049"/>
              <a:gd name="connsiteY1" fmla="*/ 2944669 h 3276453"/>
              <a:gd name="connsiteX2" fmla="*/ 837486 w 1622049"/>
              <a:gd name="connsiteY2" fmla="*/ 3094647 h 3276453"/>
              <a:gd name="connsiteX3" fmla="*/ 1447916 w 1622049"/>
              <a:gd name="connsiteY3" fmla="*/ 3262479 h 3276453"/>
              <a:gd name="connsiteX4" fmla="*/ 1560543 w 1622049"/>
              <a:gd name="connsiteY4" fmla="*/ 2704708 h 3276453"/>
              <a:gd name="connsiteX5" fmla="*/ 1594098 w 1622049"/>
              <a:gd name="connsiteY5" fmla="*/ 1777175 h 3276453"/>
              <a:gd name="connsiteX6" fmla="*/ 1144461 w 1622049"/>
              <a:gd name="connsiteY6" fmla="*/ 1037267 h 3276453"/>
              <a:gd name="connsiteX7" fmla="*/ 1227775 w 1622049"/>
              <a:gd name="connsiteY7" fmla="*/ 302821 h 3276453"/>
              <a:gd name="connsiteX8" fmla="*/ 1268602 w 1622049"/>
              <a:gd name="connsiteY8" fmla="*/ -1 h 3276453"/>
              <a:gd name="connsiteX0" fmla="*/ 0 w 1622698"/>
              <a:gd name="connsiteY0" fmla="*/ 3025341 h 3240575"/>
              <a:gd name="connsiteX1" fmla="*/ 571559 w 1622698"/>
              <a:gd name="connsiteY1" fmla="*/ 2944671 h 3240575"/>
              <a:gd name="connsiteX2" fmla="*/ 837486 w 1622698"/>
              <a:gd name="connsiteY2" fmla="*/ 3094649 h 3240575"/>
              <a:gd name="connsiteX3" fmla="*/ 1426914 w 1622698"/>
              <a:gd name="connsiteY3" fmla="*/ 3224346 h 3240575"/>
              <a:gd name="connsiteX4" fmla="*/ 1560543 w 1622698"/>
              <a:gd name="connsiteY4" fmla="*/ 2704710 h 3240575"/>
              <a:gd name="connsiteX5" fmla="*/ 1594098 w 1622698"/>
              <a:gd name="connsiteY5" fmla="*/ 1777177 h 3240575"/>
              <a:gd name="connsiteX6" fmla="*/ 1144461 w 1622698"/>
              <a:gd name="connsiteY6" fmla="*/ 1037269 h 3240575"/>
              <a:gd name="connsiteX7" fmla="*/ 1227775 w 1622698"/>
              <a:gd name="connsiteY7" fmla="*/ 302823 h 3240575"/>
              <a:gd name="connsiteX8" fmla="*/ 1268602 w 1622698"/>
              <a:gd name="connsiteY8" fmla="*/ 1 h 3240575"/>
              <a:gd name="connsiteX0" fmla="*/ 0 w 1051139"/>
              <a:gd name="connsiteY0" fmla="*/ 2944669 h 3240575"/>
              <a:gd name="connsiteX1" fmla="*/ 265927 w 1051139"/>
              <a:gd name="connsiteY1" fmla="*/ 3094647 h 3240575"/>
              <a:gd name="connsiteX2" fmla="*/ 855355 w 1051139"/>
              <a:gd name="connsiteY2" fmla="*/ 3224344 h 3240575"/>
              <a:gd name="connsiteX3" fmla="*/ 988984 w 1051139"/>
              <a:gd name="connsiteY3" fmla="*/ 2704708 h 3240575"/>
              <a:gd name="connsiteX4" fmla="*/ 1022539 w 1051139"/>
              <a:gd name="connsiteY4" fmla="*/ 1777175 h 3240575"/>
              <a:gd name="connsiteX5" fmla="*/ 572902 w 1051139"/>
              <a:gd name="connsiteY5" fmla="*/ 1037267 h 3240575"/>
              <a:gd name="connsiteX6" fmla="*/ 656216 w 1051139"/>
              <a:gd name="connsiteY6" fmla="*/ 302821 h 3240575"/>
              <a:gd name="connsiteX7" fmla="*/ 697043 w 1051139"/>
              <a:gd name="connsiteY7" fmla="*/ -1 h 3240575"/>
              <a:gd name="connsiteX0" fmla="*/ 0 w 785212"/>
              <a:gd name="connsiteY0" fmla="*/ 3094649 h 3240575"/>
              <a:gd name="connsiteX1" fmla="*/ 589428 w 785212"/>
              <a:gd name="connsiteY1" fmla="*/ 3224346 h 3240575"/>
              <a:gd name="connsiteX2" fmla="*/ 723057 w 785212"/>
              <a:gd name="connsiteY2" fmla="*/ 2704710 h 3240575"/>
              <a:gd name="connsiteX3" fmla="*/ 756612 w 785212"/>
              <a:gd name="connsiteY3" fmla="*/ 1777177 h 3240575"/>
              <a:gd name="connsiteX4" fmla="*/ 306975 w 785212"/>
              <a:gd name="connsiteY4" fmla="*/ 1037269 h 3240575"/>
              <a:gd name="connsiteX5" fmla="*/ 390289 w 785212"/>
              <a:gd name="connsiteY5" fmla="*/ 302823 h 3240575"/>
              <a:gd name="connsiteX6" fmla="*/ 431116 w 785212"/>
              <a:gd name="connsiteY6" fmla="*/ 1 h 3240575"/>
              <a:gd name="connsiteX0" fmla="*/ 0 w 817128"/>
              <a:gd name="connsiteY0" fmla="*/ 4112793 h 4115012"/>
              <a:gd name="connsiteX1" fmla="*/ 621344 w 817128"/>
              <a:gd name="connsiteY1" fmla="*/ 3224344 h 4115012"/>
              <a:gd name="connsiteX2" fmla="*/ 754973 w 817128"/>
              <a:gd name="connsiteY2" fmla="*/ 2704708 h 4115012"/>
              <a:gd name="connsiteX3" fmla="*/ 788528 w 817128"/>
              <a:gd name="connsiteY3" fmla="*/ 1777175 h 4115012"/>
              <a:gd name="connsiteX4" fmla="*/ 338891 w 817128"/>
              <a:gd name="connsiteY4" fmla="*/ 1037267 h 4115012"/>
              <a:gd name="connsiteX5" fmla="*/ 422205 w 817128"/>
              <a:gd name="connsiteY5" fmla="*/ 302821 h 4115012"/>
              <a:gd name="connsiteX6" fmla="*/ 463032 w 817128"/>
              <a:gd name="connsiteY6" fmla="*/ -1 h 4115012"/>
              <a:gd name="connsiteX0" fmla="*/ 0 w 817128"/>
              <a:gd name="connsiteY0" fmla="*/ 4112795 h 4112794"/>
              <a:gd name="connsiteX1" fmla="*/ 621344 w 817128"/>
              <a:gd name="connsiteY1" fmla="*/ 3224346 h 4112794"/>
              <a:gd name="connsiteX2" fmla="*/ 754973 w 817128"/>
              <a:gd name="connsiteY2" fmla="*/ 2704710 h 4112794"/>
              <a:gd name="connsiteX3" fmla="*/ 788528 w 817128"/>
              <a:gd name="connsiteY3" fmla="*/ 1777177 h 4112794"/>
              <a:gd name="connsiteX4" fmla="*/ 338891 w 817128"/>
              <a:gd name="connsiteY4" fmla="*/ 1037269 h 4112794"/>
              <a:gd name="connsiteX5" fmla="*/ 422205 w 817128"/>
              <a:gd name="connsiteY5" fmla="*/ 302823 h 4112794"/>
              <a:gd name="connsiteX6" fmla="*/ 463032 w 817128"/>
              <a:gd name="connsiteY6" fmla="*/ 1 h 4112794"/>
              <a:gd name="connsiteX0" fmla="*/ 0 w 823639"/>
              <a:gd name="connsiteY0" fmla="*/ 4112793 h 4112794"/>
              <a:gd name="connsiteX1" fmla="*/ 442535 w 823639"/>
              <a:gd name="connsiteY1" fmla="*/ 3392726 h 4112794"/>
              <a:gd name="connsiteX2" fmla="*/ 754973 w 823639"/>
              <a:gd name="connsiteY2" fmla="*/ 2704708 h 4112794"/>
              <a:gd name="connsiteX3" fmla="*/ 788528 w 823639"/>
              <a:gd name="connsiteY3" fmla="*/ 1777175 h 4112794"/>
              <a:gd name="connsiteX4" fmla="*/ 338891 w 823639"/>
              <a:gd name="connsiteY4" fmla="*/ 1037267 h 4112794"/>
              <a:gd name="connsiteX5" fmla="*/ 422205 w 823639"/>
              <a:gd name="connsiteY5" fmla="*/ 302821 h 4112794"/>
              <a:gd name="connsiteX6" fmla="*/ 463032 w 823639"/>
              <a:gd name="connsiteY6" fmla="*/ -1 h 4112794"/>
              <a:gd name="connsiteX0" fmla="*/ 0 w 769379"/>
              <a:gd name="connsiteY0" fmla="*/ 4253682 h 4253682"/>
              <a:gd name="connsiteX1" fmla="*/ 388275 w 769379"/>
              <a:gd name="connsiteY1" fmla="*/ 3392728 h 4253682"/>
              <a:gd name="connsiteX2" fmla="*/ 700713 w 769379"/>
              <a:gd name="connsiteY2" fmla="*/ 2704710 h 4253682"/>
              <a:gd name="connsiteX3" fmla="*/ 734268 w 769379"/>
              <a:gd name="connsiteY3" fmla="*/ 1777177 h 4253682"/>
              <a:gd name="connsiteX4" fmla="*/ 284631 w 769379"/>
              <a:gd name="connsiteY4" fmla="*/ 1037269 h 4253682"/>
              <a:gd name="connsiteX5" fmla="*/ 367945 w 769379"/>
              <a:gd name="connsiteY5" fmla="*/ 302823 h 4253682"/>
              <a:gd name="connsiteX6" fmla="*/ 408772 w 769379"/>
              <a:gd name="connsiteY6" fmla="*/ 1 h 4253682"/>
              <a:gd name="connsiteX0" fmla="*/ 0 w 771001"/>
              <a:gd name="connsiteY0" fmla="*/ 4253680 h 4253680"/>
              <a:gd name="connsiteX1" fmla="*/ 350262 w 771001"/>
              <a:gd name="connsiteY1" fmla="*/ 3419908 h 4253680"/>
              <a:gd name="connsiteX2" fmla="*/ 700713 w 771001"/>
              <a:gd name="connsiteY2" fmla="*/ 2704708 h 4253680"/>
              <a:gd name="connsiteX3" fmla="*/ 734268 w 771001"/>
              <a:gd name="connsiteY3" fmla="*/ 1777175 h 4253680"/>
              <a:gd name="connsiteX4" fmla="*/ 284631 w 771001"/>
              <a:gd name="connsiteY4" fmla="*/ 1037267 h 4253680"/>
              <a:gd name="connsiteX5" fmla="*/ 367945 w 771001"/>
              <a:gd name="connsiteY5" fmla="*/ 302821 h 4253680"/>
              <a:gd name="connsiteX6" fmla="*/ 408772 w 771001"/>
              <a:gd name="connsiteY6" fmla="*/ -1 h 4253680"/>
              <a:gd name="connsiteX0" fmla="*/ 0 w 705972"/>
              <a:gd name="connsiteY0" fmla="*/ 4459093 h 4459092"/>
              <a:gd name="connsiteX1" fmla="*/ 285233 w 705972"/>
              <a:gd name="connsiteY1" fmla="*/ 3419910 h 4459092"/>
              <a:gd name="connsiteX2" fmla="*/ 635684 w 705972"/>
              <a:gd name="connsiteY2" fmla="*/ 2704710 h 4459092"/>
              <a:gd name="connsiteX3" fmla="*/ 669239 w 705972"/>
              <a:gd name="connsiteY3" fmla="*/ 1777177 h 4459092"/>
              <a:gd name="connsiteX4" fmla="*/ 219602 w 705972"/>
              <a:gd name="connsiteY4" fmla="*/ 1037269 h 4459092"/>
              <a:gd name="connsiteX5" fmla="*/ 302916 w 705972"/>
              <a:gd name="connsiteY5" fmla="*/ 302823 h 4459092"/>
              <a:gd name="connsiteX6" fmla="*/ 343743 w 705972"/>
              <a:gd name="connsiteY6" fmla="*/ 1 h 4459092"/>
              <a:gd name="connsiteX0" fmla="*/ 0 w 705972"/>
              <a:gd name="connsiteY0" fmla="*/ 4459091 h 4459092"/>
              <a:gd name="connsiteX1" fmla="*/ 285233 w 705972"/>
              <a:gd name="connsiteY1" fmla="*/ 3419908 h 4459092"/>
              <a:gd name="connsiteX2" fmla="*/ 635684 w 705972"/>
              <a:gd name="connsiteY2" fmla="*/ 2704708 h 4459092"/>
              <a:gd name="connsiteX3" fmla="*/ 669239 w 705972"/>
              <a:gd name="connsiteY3" fmla="*/ 1777175 h 4459092"/>
              <a:gd name="connsiteX4" fmla="*/ 219602 w 705972"/>
              <a:gd name="connsiteY4" fmla="*/ 1037267 h 4459092"/>
              <a:gd name="connsiteX5" fmla="*/ 302916 w 705972"/>
              <a:gd name="connsiteY5" fmla="*/ 302821 h 4459092"/>
              <a:gd name="connsiteX6" fmla="*/ 343743 w 705972"/>
              <a:gd name="connsiteY6" fmla="*/ -1 h 4459092"/>
              <a:gd name="connsiteX0" fmla="*/ 0 w 704561"/>
              <a:gd name="connsiteY0" fmla="*/ 4459093 h 4459092"/>
              <a:gd name="connsiteX1" fmla="*/ 285233 w 704561"/>
              <a:gd name="connsiteY1" fmla="*/ 3419910 h 4459092"/>
              <a:gd name="connsiteX2" fmla="*/ 631982 w 704561"/>
              <a:gd name="connsiteY2" fmla="*/ 2793677 h 4459092"/>
              <a:gd name="connsiteX3" fmla="*/ 669239 w 704561"/>
              <a:gd name="connsiteY3" fmla="*/ 1777177 h 4459092"/>
              <a:gd name="connsiteX4" fmla="*/ 219602 w 704561"/>
              <a:gd name="connsiteY4" fmla="*/ 1037269 h 4459092"/>
              <a:gd name="connsiteX5" fmla="*/ 302916 w 704561"/>
              <a:gd name="connsiteY5" fmla="*/ 302823 h 4459092"/>
              <a:gd name="connsiteX6" fmla="*/ 343743 w 704561"/>
              <a:gd name="connsiteY6" fmla="*/ 1 h 4459092"/>
              <a:gd name="connsiteX0" fmla="*/ 0 w 704561"/>
              <a:gd name="connsiteY0" fmla="*/ 4459091 h 4459092"/>
              <a:gd name="connsiteX1" fmla="*/ 285233 w 704561"/>
              <a:gd name="connsiteY1" fmla="*/ 3419908 h 4459092"/>
              <a:gd name="connsiteX2" fmla="*/ 631982 w 704561"/>
              <a:gd name="connsiteY2" fmla="*/ 2793675 h 4459092"/>
              <a:gd name="connsiteX3" fmla="*/ 669239 w 704561"/>
              <a:gd name="connsiteY3" fmla="*/ 1777175 h 4459092"/>
              <a:gd name="connsiteX4" fmla="*/ 219602 w 704561"/>
              <a:gd name="connsiteY4" fmla="*/ 1037267 h 4459092"/>
              <a:gd name="connsiteX5" fmla="*/ 411556 w 704561"/>
              <a:gd name="connsiteY5" fmla="*/ 267412 h 4459092"/>
              <a:gd name="connsiteX6" fmla="*/ 343743 w 704561"/>
              <a:gd name="connsiteY6" fmla="*/ -1 h 4459092"/>
              <a:gd name="connsiteX0" fmla="*/ 0 w 692105"/>
              <a:gd name="connsiteY0" fmla="*/ 4459093 h 4459092"/>
              <a:gd name="connsiteX1" fmla="*/ 285233 w 692105"/>
              <a:gd name="connsiteY1" fmla="*/ 3419910 h 4459092"/>
              <a:gd name="connsiteX2" fmla="*/ 590743 w 692105"/>
              <a:gd name="connsiteY2" fmla="*/ 2767956 h 4459092"/>
              <a:gd name="connsiteX3" fmla="*/ 669239 w 692105"/>
              <a:gd name="connsiteY3" fmla="*/ 1777177 h 4459092"/>
              <a:gd name="connsiteX4" fmla="*/ 219602 w 692105"/>
              <a:gd name="connsiteY4" fmla="*/ 1037269 h 4459092"/>
              <a:gd name="connsiteX5" fmla="*/ 411556 w 692105"/>
              <a:gd name="connsiteY5" fmla="*/ 267414 h 4459092"/>
              <a:gd name="connsiteX6" fmla="*/ 343743 w 692105"/>
              <a:gd name="connsiteY6" fmla="*/ 1 h 445909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60346 w 640895"/>
              <a:gd name="connsiteY5" fmla="*/ 267412 h 4460880"/>
              <a:gd name="connsiteX6" fmla="*/ 292533 w 640895"/>
              <a:gd name="connsiteY6" fmla="*/ -1 h 4460880"/>
              <a:gd name="connsiteX0" fmla="*/ 0 w 640895"/>
              <a:gd name="connsiteY0" fmla="*/ 4460882 h 4460882"/>
              <a:gd name="connsiteX1" fmla="*/ 234023 w 640895"/>
              <a:gd name="connsiteY1" fmla="*/ 3419910 h 4460882"/>
              <a:gd name="connsiteX2" fmla="*/ 539533 w 640895"/>
              <a:gd name="connsiteY2" fmla="*/ 2767956 h 4460882"/>
              <a:gd name="connsiteX3" fmla="*/ 618029 w 640895"/>
              <a:gd name="connsiteY3" fmla="*/ 1777177 h 4460882"/>
              <a:gd name="connsiteX4" fmla="*/ 168392 w 640895"/>
              <a:gd name="connsiteY4" fmla="*/ 1037269 h 4460882"/>
              <a:gd name="connsiteX5" fmla="*/ 360346 w 640895"/>
              <a:gd name="connsiteY5" fmla="*/ 267414 h 4460882"/>
              <a:gd name="connsiteX6" fmla="*/ 292533 w 640895"/>
              <a:gd name="connsiteY6" fmla="*/ 1 h 446088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07808 w 640895"/>
              <a:gd name="connsiteY5" fmla="*/ 352990 h 4460880"/>
              <a:gd name="connsiteX6" fmla="*/ 292533 w 640895"/>
              <a:gd name="connsiteY6" fmla="*/ -1 h 4460880"/>
              <a:gd name="connsiteX0" fmla="*/ 0 w 640895"/>
              <a:gd name="connsiteY0" fmla="*/ 4449562 h 4449562"/>
              <a:gd name="connsiteX1" fmla="*/ 234023 w 640895"/>
              <a:gd name="connsiteY1" fmla="*/ 3408590 h 4449562"/>
              <a:gd name="connsiteX2" fmla="*/ 539533 w 640895"/>
              <a:gd name="connsiteY2" fmla="*/ 2756636 h 4449562"/>
              <a:gd name="connsiteX3" fmla="*/ 618029 w 640895"/>
              <a:gd name="connsiteY3" fmla="*/ 1765857 h 4449562"/>
              <a:gd name="connsiteX4" fmla="*/ 168392 w 640895"/>
              <a:gd name="connsiteY4" fmla="*/ 1025949 h 4449562"/>
              <a:gd name="connsiteX5" fmla="*/ 307808 w 640895"/>
              <a:gd name="connsiteY5" fmla="*/ 341672 h 4449562"/>
              <a:gd name="connsiteX6" fmla="*/ 199493 w 640895"/>
              <a:gd name="connsiteY6" fmla="*/ 0 h 4449562"/>
              <a:gd name="connsiteX0" fmla="*/ 0 w 698974"/>
              <a:gd name="connsiteY0" fmla="*/ 5321680 h 5321680"/>
              <a:gd name="connsiteX1" fmla="*/ 292102 w 698974"/>
              <a:gd name="connsiteY1" fmla="*/ 3408590 h 5321680"/>
              <a:gd name="connsiteX2" fmla="*/ 597612 w 698974"/>
              <a:gd name="connsiteY2" fmla="*/ 2756636 h 5321680"/>
              <a:gd name="connsiteX3" fmla="*/ 676108 w 698974"/>
              <a:gd name="connsiteY3" fmla="*/ 1765857 h 5321680"/>
              <a:gd name="connsiteX4" fmla="*/ 226471 w 698974"/>
              <a:gd name="connsiteY4" fmla="*/ 1025949 h 5321680"/>
              <a:gd name="connsiteX5" fmla="*/ 365887 w 698974"/>
              <a:gd name="connsiteY5" fmla="*/ 341672 h 5321680"/>
              <a:gd name="connsiteX6" fmla="*/ 257572 w 698974"/>
              <a:gd name="connsiteY6" fmla="*/ 0 h 5321680"/>
              <a:gd name="connsiteX0" fmla="*/ 0 w 701996"/>
              <a:gd name="connsiteY0" fmla="*/ 5321680 h 5321680"/>
              <a:gd name="connsiteX1" fmla="*/ 182562 w 701996"/>
              <a:gd name="connsiteY1" fmla="*/ 4084655 h 5321680"/>
              <a:gd name="connsiteX2" fmla="*/ 597612 w 701996"/>
              <a:gd name="connsiteY2" fmla="*/ 2756636 h 5321680"/>
              <a:gd name="connsiteX3" fmla="*/ 676108 w 701996"/>
              <a:gd name="connsiteY3" fmla="*/ 1765857 h 5321680"/>
              <a:gd name="connsiteX4" fmla="*/ 226471 w 701996"/>
              <a:gd name="connsiteY4" fmla="*/ 1025949 h 5321680"/>
              <a:gd name="connsiteX5" fmla="*/ 365887 w 701996"/>
              <a:gd name="connsiteY5" fmla="*/ 341672 h 5321680"/>
              <a:gd name="connsiteX6" fmla="*/ 257572 w 701996"/>
              <a:gd name="connsiteY6" fmla="*/ 0 h 5321680"/>
              <a:gd name="connsiteX0" fmla="*/ 0 w 692123"/>
              <a:gd name="connsiteY0" fmla="*/ 5321680 h 5321680"/>
              <a:gd name="connsiteX1" fmla="*/ 182562 w 692123"/>
              <a:gd name="connsiteY1" fmla="*/ 4084655 h 5321680"/>
              <a:gd name="connsiteX2" fmla="*/ 597612 w 692123"/>
              <a:gd name="connsiteY2" fmla="*/ 2756636 h 5321680"/>
              <a:gd name="connsiteX3" fmla="*/ 676108 w 692123"/>
              <a:gd name="connsiteY3" fmla="*/ 1765857 h 5321680"/>
              <a:gd name="connsiteX4" fmla="*/ 362002 w 692123"/>
              <a:gd name="connsiteY4" fmla="*/ 957838 h 5321680"/>
              <a:gd name="connsiteX5" fmla="*/ 365887 w 692123"/>
              <a:gd name="connsiteY5" fmla="*/ 341672 h 5321680"/>
              <a:gd name="connsiteX6" fmla="*/ 257572 w 692123"/>
              <a:gd name="connsiteY6" fmla="*/ 0 h 5321680"/>
              <a:gd name="connsiteX0" fmla="*/ 0 w 692123"/>
              <a:gd name="connsiteY0" fmla="*/ 5321680 h 5321680"/>
              <a:gd name="connsiteX1" fmla="*/ 182562 w 692123"/>
              <a:gd name="connsiteY1" fmla="*/ 4084655 h 5321680"/>
              <a:gd name="connsiteX2" fmla="*/ 597612 w 692123"/>
              <a:gd name="connsiteY2" fmla="*/ 2756636 h 5321680"/>
              <a:gd name="connsiteX3" fmla="*/ 676108 w 692123"/>
              <a:gd name="connsiteY3" fmla="*/ 1765857 h 5321680"/>
              <a:gd name="connsiteX4" fmla="*/ 362002 w 692123"/>
              <a:gd name="connsiteY4" fmla="*/ 957838 h 5321680"/>
              <a:gd name="connsiteX5" fmla="*/ 395725 w 692123"/>
              <a:gd name="connsiteY5" fmla="*/ 274726 h 5321680"/>
              <a:gd name="connsiteX6" fmla="*/ 257572 w 692123"/>
              <a:gd name="connsiteY6" fmla="*/ 0 h 5321680"/>
              <a:gd name="connsiteX0" fmla="*/ 0 w 692123"/>
              <a:gd name="connsiteY0" fmla="*/ 5364136 h 5364136"/>
              <a:gd name="connsiteX1" fmla="*/ 182562 w 692123"/>
              <a:gd name="connsiteY1" fmla="*/ 4127111 h 5364136"/>
              <a:gd name="connsiteX2" fmla="*/ 597612 w 692123"/>
              <a:gd name="connsiteY2" fmla="*/ 2799092 h 5364136"/>
              <a:gd name="connsiteX3" fmla="*/ 676108 w 692123"/>
              <a:gd name="connsiteY3" fmla="*/ 1808313 h 5364136"/>
              <a:gd name="connsiteX4" fmla="*/ 362002 w 692123"/>
              <a:gd name="connsiteY4" fmla="*/ 1000294 h 5364136"/>
              <a:gd name="connsiteX5" fmla="*/ 395725 w 692123"/>
              <a:gd name="connsiteY5" fmla="*/ 317182 h 5364136"/>
              <a:gd name="connsiteX6" fmla="*/ 293443 w 692123"/>
              <a:gd name="connsiteY6" fmla="*/ 0 h 5364136"/>
              <a:gd name="connsiteX0" fmla="*/ 0 w 707303"/>
              <a:gd name="connsiteY0" fmla="*/ 5364136 h 5364136"/>
              <a:gd name="connsiteX1" fmla="*/ 182562 w 707303"/>
              <a:gd name="connsiteY1" fmla="*/ 4127111 h 5364136"/>
              <a:gd name="connsiteX2" fmla="*/ 597612 w 707303"/>
              <a:gd name="connsiteY2" fmla="*/ 2799092 h 5364136"/>
              <a:gd name="connsiteX3" fmla="*/ 693734 w 707303"/>
              <a:gd name="connsiteY3" fmla="*/ 1702088 h 5364136"/>
              <a:gd name="connsiteX4" fmla="*/ 362002 w 707303"/>
              <a:gd name="connsiteY4" fmla="*/ 1000294 h 5364136"/>
              <a:gd name="connsiteX5" fmla="*/ 395725 w 707303"/>
              <a:gd name="connsiteY5" fmla="*/ 317182 h 5364136"/>
              <a:gd name="connsiteX6" fmla="*/ 293443 w 707303"/>
              <a:gd name="connsiteY6" fmla="*/ 0 h 536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303" h="5364136">
                <a:moveTo>
                  <a:pt x="0" y="5364136"/>
                </a:moveTo>
                <a:cubicBezTo>
                  <a:pt x="108450" y="4871416"/>
                  <a:pt x="82960" y="4554618"/>
                  <a:pt x="182562" y="4127111"/>
                </a:cubicBezTo>
                <a:cubicBezTo>
                  <a:pt x="282164" y="3699604"/>
                  <a:pt x="512417" y="3203262"/>
                  <a:pt x="597612" y="2799092"/>
                </a:cubicBezTo>
                <a:cubicBezTo>
                  <a:pt x="682807" y="2394922"/>
                  <a:pt x="733002" y="2001888"/>
                  <a:pt x="693734" y="1702088"/>
                </a:cubicBezTo>
                <a:cubicBezTo>
                  <a:pt x="654466" y="1402288"/>
                  <a:pt x="411670" y="1231112"/>
                  <a:pt x="362002" y="1000294"/>
                </a:cubicBezTo>
                <a:cubicBezTo>
                  <a:pt x="312334" y="769476"/>
                  <a:pt x="434416" y="519990"/>
                  <a:pt x="395725" y="317182"/>
                </a:cubicBezTo>
                <a:cubicBezTo>
                  <a:pt x="357034" y="114374"/>
                  <a:pt x="351526" y="95623"/>
                  <a:pt x="293443"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8" name="Picture Placeholder 7">
            <a:extLst>
              <a:ext uri="{FF2B5EF4-FFF2-40B4-BE49-F238E27FC236}">
                <a16:creationId xmlns:a16="http://schemas.microsoft.com/office/drawing/2014/main" id="{00B223AC-2579-70E4-F42C-13F9C0649133}"/>
              </a:ext>
            </a:extLst>
          </p:cNvPr>
          <p:cNvSpPr>
            <a:spLocks noGrp="1"/>
          </p:cNvSpPr>
          <p:nvPr>
            <p:ph type="pic" sz="quarter" idx="13"/>
          </p:nvPr>
        </p:nvSpPr>
        <p:spPr>
          <a:xfrm>
            <a:off x="7086600" y="0"/>
            <a:ext cx="5105400" cy="6096000"/>
          </a:xfrm>
        </p:spPr>
        <p:txBody>
          <a:bodyPr/>
          <a:lstStyle/>
          <a:p>
            <a:r>
              <a:rPr lang="en-US"/>
              <a:t>Click icon to add picture</a:t>
            </a:r>
          </a:p>
        </p:txBody>
      </p:sp>
    </p:spTree>
    <p:extLst>
      <p:ext uri="{BB962C8B-B14F-4D97-AF65-F5344CB8AC3E}">
        <p14:creationId xmlns:p14="http://schemas.microsoft.com/office/powerpoint/2010/main" val="20882770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Title + Content + Photo_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5105401" y="293580"/>
            <a:ext cx="6212425" cy="1709124"/>
          </a:xfrm>
        </p:spPr>
        <p:txBody>
          <a:bodyPr>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5105401" y="2195398"/>
            <a:ext cx="6212426" cy="389499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21" name="Freeform: Shape 20">
            <a:extLst>
              <a:ext uri="{FF2B5EF4-FFF2-40B4-BE49-F238E27FC236}">
                <a16:creationId xmlns:a16="http://schemas.microsoft.com/office/drawing/2014/main" id="{62993535-71FD-2107-4562-075B30E63C26}"/>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7A897459-6330-D03E-C0E0-8E1BD7FE97CC}"/>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E21C4BD6-5094-CD4B-F047-02DF2A6CD8BD}"/>
              </a:ext>
            </a:extLst>
          </p:cNvPr>
          <p:cNvSpPr/>
          <p:nvPr userDrawn="1"/>
        </p:nvSpPr>
        <p:spPr>
          <a:xfrm rot="10720826" flipV="1">
            <a:off x="12056433" y="4379140"/>
            <a:ext cx="9468" cy="8076"/>
          </a:xfrm>
          <a:custGeom>
            <a:avLst/>
            <a:gdLst/>
            <a:ahLst/>
            <a:cxnLst/>
            <a:rect l="l" t="t" r="r" b="b"/>
            <a:pathLst>
              <a:path w="9525" h="9525"/>
            </a:pathLst>
          </a:custGeom>
          <a:noFill/>
          <a:ln w="6350" cap="rnd">
            <a:solidFill>
              <a:schemeClr val="tx1">
                <a:lumMod val="85000"/>
                <a:alpha val="40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A05B25A8-396E-5CFF-86B4-DCF05296154F}"/>
              </a:ext>
            </a:extLst>
          </p:cNvPr>
          <p:cNvSpPr/>
          <p:nvPr userDrawn="1"/>
        </p:nvSpPr>
        <p:spPr>
          <a:xfrm rot="10720826" flipV="1">
            <a:off x="9767172" y="6096286"/>
            <a:ext cx="829959" cy="795078"/>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470576 w 1307563"/>
              <a:gd name="connsiteY0" fmla="*/ 936185 h 936186"/>
              <a:gd name="connsiteX1" fmla="*/ 3647 w 1307563"/>
              <a:gd name="connsiteY1" fmla="*/ 524232 h 936186"/>
              <a:gd name="connsiteX2" fmla="*/ 269942 w 1307563"/>
              <a:gd name="connsiteY2" fmla="*/ 446086 h 936186"/>
              <a:gd name="connsiteX3" fmla="*/ 571445 w 1307563"/>
              <a:gd name="connsiteY3" fmla="*/ 302609 h 936186"/>
              <a:gd name="connsiteX4" fmla="*/ 863386 w 1307563"/>
              <a:gd name="connsiteY4" fmla="*/ 360045 h 936186"/>
              <a:gd name="connsiteX5" fmla="*/ 1073888 w 1307563"/>
              <a:gd name="connsiteY5" fmla="*/ 386334 h 936186"/>
              <a:gd name="connsiteX6" fmla="*/ 1250768 w 1307563"/>
              <a:gd name="connsiteY6" fmla="*/ 0 h 936186"/>
              <a:gd name="connsiteX0" fmla="*/ 200708 w 1037695"/>
              <a:gd name="connsiteY0" fmla="*/ 936185 h 936185"/>
              <a:gd name="connsiteX1" fmla="*/ 272161 w 1037695"/>
              <a:gd name="connsiteY1" fmla="*/ 747256 h 936185"/>
              <a:gd name="connsiteX2" fmla="*/ 74 w 1037695"/>
              <a:gd name="connsiteY2" fmla="*/ 446086 h 936185"/>
              <a:gd name="connsiteX3" fmla="*/ 301577 w 1037695"/>
              <a:gd name="connsiteY3" fmla="*/ 302609 h 936185"/>
              <a:gd name="connsiteX4" fmla="*/ 593518 w 1037695"/>
              <a:gd name="connsiteY4" fmla="*/ 360045 h 936185"/>
              <a:gd name="connsiteX5" fmla="*/ 804020 w 1037695"/>
              <a:gd name="connsiteY5" fmla="*/ 386334 h 936185"/>
              <a:gd name="connsiteX6" fmla="*/ 980900 w 1037695"/>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100869 w 836987"/>
              <a:gd name="connsiteY3" fmla="*/ 302609 h 936185"/>
              <a:gd name="connsiteX4" fmla="*/ 392810 w 836987"/>
              <a:gd name="connsiteY4" fmla="*/ 360045 h 936185"/>
              <a:gd name="connsiteX5" fmla="*/ 603312 w 836987"/>
              <a:gd name="connsiteY5" fmla="*/ 386334 h 936185"/>
              <a:gd name="connsiteX6" fmla="*/ 780192 w 836987"/>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283628 w 836987"/>
              <a:gd name="connsiteY3" fmla="*/ 544868 h 936185"/>
              <a:gd name="connsiteX4" fmla="*/ 392810 w 836987"/>
              <a:gd name="connsiteY4" fmla="*/ 360045 h 936185"/>
              <a:gd name="connsiteX5" fmla="*/ 603312 w 836987"/>
              <a:gd name="connsiteY5" fmla="*/ 386334 h 936185"/>
              <a:gd name="connsiteX6" fmla="*/ 780192 w 836987"/>
              <a:gd name="connsiteY6" fmla="*/ 0 h 936185"/>
              <a:gd name="connsiteX0" fmla="*/ 0 w 836987"/>
              <a:gd name="connsiteY0" fmla="*/ 936185 h 936185"/>
              <a:gd name="connsiteX1" fmla="*/ 71453 w 836987"/>
              <a:gd name="connsiteY1" fmla="*/ 747256 h 936185"/>
              <a:gd name="connsiteX2" fmla="*/ 167425 w 836987"/>
              <a:gd name="connsiteY2" fmla="*/ 641608 h 936185"/>
              <a:gd name="connsiteX3" fmla="*/ 283628 w 836987"/>
              <a:gd name="connsiteY3" fmla="*/ 544868 h 936185"/>
              <a:gd name="connsiteX4" fmla="*/ 557950 w 836987"/>
              <a:gd name="connsiteY4" fmla="*/ 541785 h 936185"/>
              <a:gd name="connsiteX5" fmla="*/ 603312 w 836987"/>
              <a:gd name="connsiteY5" fmla="*/ 386334 h 936185"/>
              <a:gd name="connsiteX6" fmla="*/ 780192 w 836987"/>
              <a:gd name="connsiteY6" fmla="*/ 0 h 936185"/>
              <a:gd name="connsiteX0" fmla="*/ 0 w 889309"/>
              <a:gd name="connsiteY0" fmla="*/ 936185 h 936185"/>
              <a:gd name="connsiteX1" fmla="*/ 71453 w 889309"/>
              <a:gd name="connsiteY1" fmla="*/ 747256 h 936185"/>
              <a:gd name="connsiteX2" fmla="*/ 167425 w 889309"/>
              <a:gd name="connsiteY2" fmla="*/ 641608 h 936185"/>
              <a:gd name="connsiteX3" fmla="*/ 283628 w 889309"/>
              <a:gd name="connsiteY3" fmla="*/ 544868 h 936185"/>
              <a:gd name="connsiteX4" fmla="*/ 557950 w 889309"/>
              <a:gd name="connsiteY4" fmla="*/ 541785 h 936185"/>
              <a:gd name="connsiteX5" fmla="*/ 815260 w 889309"/>
              <a:gd name="connsiteY5" fmla="*/ 441608 h 936185"/>
              <a:gd name="connsiteX6" fmla="*/ 780192 w 889309"/>
              <a:gd name="connsiteY6" fmla="*/ 0 h 936185"/>
              <a:gd name="connsiteX0" fmla="*/ 0 w 879885"/>
              <a:gd name="connsiteY0" fmla="*/ 936185 h 936185"/>
              <a:gd name="connsiteX1" fmla="*/ 71453 w 879885"/>
              <a:gd name="connsiteY1" fmla="*/ 747256 h 936185"/>
              <a:gd name="connsiteX2" fmla="*/ 167425 w 879885"/>
              <a:gd name="connsiteY2" fmla="*/ 641608 h 936185"/>
              <a:gd name="connsiteX3" fmla="*/ 283628 w 879885"/>
              <a:gd name="connsiteY3" fmla="*/ 544868 h 936185"/>
              <a:gd name="connsiteX4" fmla="*/ 557950 w 879885"/>
              <a:gd name="connsiteY4" fmla="*/ 541785 h 936185"/>
              <a:gd name="connsiteX5" fmla="*/ 815260 w 879885"/>
              <a:gd name="connsiteY5" fmla="*/ 441608 h 936185"/>
              <a:gd name="connsiteX6" fmla="*/ 780192 w 879885"/>
              <a:gd name="connsiteY6" fmla="*/ 0 h 936185"/>
              <a:gd name="connsiteX0" fmla="*/ 0 w 879885"/>
              <a:gd name="connsiteY0" fmla="*/ 936185 h 936185"/>
              <a:gd name="connsiteX1" fmla="*/ 71453 w 879885"/>
              <a:gd name="connsiteY1" fmla="*/ 747256 h 936185"/>
              <a:gd name="connsiteX2" fmla="*/ 167425 w 879885"/>
              <a:gd name="connsiteY2" fmla="*/ 641608 h 936185"/>
              <a:gd name="connsiteX3" fmla="*/ 283628 w 879885"/>
              <a:gd name="connsiteY3" fmla="*/ 544868 h 936185"/>
              <a:gd name="connsiteX4" fmla="*/ 557950 w 879885"/>
              <a:gd name="connsiteY4" fmla="*/ 541785 h 936185"/>
              <a:gd name="connsiteX5" fmla="*/ 815260 w 879885"/>
              <a:gd name="connsiteY5" fmla="*/ 441608 h 936185"/>
              <a:gd name="connsiteX6" fmla="*/ 780192 w 879885"/>
              <a:gd name="connsiteY6" fmla="*/ 0 h 936185"/>
              <a:gd name="connsiteX0" fmla="*/ 0 w 859173"/>
              <a:gd name="connsiteY0" fmla="*/ 883812 h 883812"/>
              <a:gd name="connsiteX1" fmla="*/ 71453 w 859173"/>
              <a:gd name="connsiteY1" fmla="*/ 694883 h 883812"/>
              <a:gd name="connsiteX2" fmla="*/ 167425 w 859173"/>
              <a:gd name="connsiteY2" fmla="*/ 589235 h 883812"/>
              <a:gd name="connsiteX3" fmla="*/ 283628 w 859173"/>
              <a:gd name="connsiteY3" fmla="*/ 492495 h 883812"/>
              <a:gd name="connsiteX4" fmla="*/ 557950 w 859173"/>
              <a:gd name="connsiteY4" fmla="*/ 489412 h 883812"/>
              <a:gd name="connsiteX5" fmla="*/ 815260 w 859173"/>
              <a:gd name="connsiteY5" fmla="*/ 389235 h 883812"/>
              <a:gd name="connsiteX6" fmla="*/ 742883 w 859173"/>
              <a:gd name="connsiteY6" fmla="*/ 0 h 883812"/>
              <a:gd name="connsiteX0" fmla="*/ 0 w 819837"/>
              <a:gd name="connsiteY0" fmla="*/ 883812 h 883812"/>
              <a:gd name="connsiteX1" fmla="*/ 71453 w 819837"/>
              <a:gd name="connsiteY1" fmla="*/ 694883 h 883812"/>
              <a:gd name="connsiteX2" fmla="*/ 167425 w 819837"/>
              <a:gd name="connsiteY2" fmla="*/ 589235 h 883812"/>
              <a:gd name="connsiteX3" fmla="*/ 283628 w 819837"/>
              <a:gd name="connsiteY3" fmla="*/ 492495 h 883812"/>
              <a:gd name="connsiteX4" fmla="*/ 557950 w 819837"/>
              <a:gd name="connsiteY4" fmla="*/ 489412 h 883812"/>
              <a:gd name="connsiteX5" fmla="*/ 815260 w 819837"/>
              <a:gd name="connsiteY5" fmla="*/ 389235 h 883812"/>
              <a:gd name="connsiteX6" fmla="*/ 742883 w 819837"/>
              <a:gd name="connsiteY6" fmla="*/ 0 h 88381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5260 w 834934"/>
              <a:gd name="connsiteY5" fmla="*/ 443085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5260 w 834934"/>
              <a:gd name="connsiteY5" fmla="*/ 443085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950 w 834934"/>
              <a:gd name="connsiteY4" fmla="*/ 543262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167425 w 834934"/>
              <a:gd name="connsiteY2" fmla="*/ 643085 h 937662"/>
              <a:gd name="connsiteX3" fmla="*/ 283628 w 834934"/>
              <a:gd name="connsiteY3" fmla="*/ 546345 h 937662"/>
              <a:gd name="connsiteX4" fmla="*/ 557319 w 834934"/>
              <a:gd name="connsiteY4" fmla="*/ 511175 h 937662"/>
              <a:gd name="connsiteX5" fmla="*/ 816484 w 834934"/>
              <a:gd name="connsiteY5" fmla="*/ 366003 h 937662"/>
              <a:gd name="connsiteX6" fmla="*/ 834934 w 834934"/>
              <a:gd name="connsiteY6" fmla="*/ 0 h 937662"/>
              <a:gd name="connsiteX0" fmla="*/ 0 w 834934"/>
              <a:gd name="connsiteY0" fmla="*/ 937662 h 937662"/>
              <a:gd name="connsiteX1" fmla="*/ 71453 w 834934"/>
              <a:gd name="connsiteY1" fmla="*/ 748733 h 937662"/>
              <a:gd name="connsiteX2" fmla="*/ 283628 w 834934"/>
              <a:gd name="connsiteY2" fmla="*/ 546345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98382 w 834934"/>
              <a:gd name="connsiteY1" fmla="*/ 725533 h 937662"/>
              <a:gd name="connsiteX2" fmla="*/ 283628 w 834934"/>
              <a:gd name="connsiteY2" fmla="*/ 546345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98382 w 834934"/>
              <a:gd name="connsiteY1" fmla="*/ 725533 h 937662"/>
              <a:gd name="connsiteX2" fmla="*/ 277586 w 834934"/>
              <a:gd name="connsiteY2" fmla="*/ 517614 h 937662"/>
              <a:gd name="connsiteX3" fmla="*/ 557319 w 834934"/>
              <a:gd name="connsiteY3" fmla="*/ 511175 h 937662"/>
              <a:gd name="connsiteX4" fmla="*/ 816484 w 834934"/>
              <a:gd name="connsiteY4" fmla="*/ 366003 h 937662"/>
              <a:gd name="connsiteX5" fmla="*/ 834934 w 834934"/>
              <a:gd name="connsiteY5" fmla="*/ 0 h 937662"/>
              <a:gd name="connsiteX0" fmla="*/ 0 w 834934"/>
              <a:gd name="connsiteY0" fmla="*/ 937662 h 937662"/>
              <a:gd name="connsiteX1" fmla="*/ 111625 w 834934"/>
              <a:gd name="connsiteY1" fmla="*/ 702703 h 937662"/>
              <a:gd name="connsiteX2" fmla="*/ 277586 w 834934"/>
              <a:gd name="connsiteY2" fmla="*/ 517614 h 937662"/>
              <a:gd name="connsiteX3" fmla="*/ 557319 w 834934"/>
              <a:gd name="connsiteY3" fmla="*/ 511175 h 937662"/>
              <a:gd name="connsiteX4" fmla="*/ 816484 w 834934"/>
              <a:gd name="connsiteY4" fmla="*/ 366003 h 937662"/>
              <a:gd name="connsiteX5" fmla="*/ 834934 w 834934"/>
              <a:gd name="connsiteY5" fmla="*/ 0 h 93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934" h="937662">
                <a:moveTo>
                  <a:pt x="0" y="937662"/>
                </a:moveTo>
                <a:cubicBezTo>
                  <a:pt x="77438" y="915659"/>
                  <a:pt x="65361" y="772711"/>
                  <a:pt x="111625" y="702703"/>
                </a:cubicBezTo>
                <a:cubicBezTo>
                  <a:pt x="157889" y="632695"/>
                  <a:pt x="203304" y="549535"/>
                  <a:pt x="277586" y="517614"/>
                </a:cubicBezTo>
                <a:cubicBezTo>
                  <a:pt x="351868" y="485693"/>
                  <a:pt x="467503" y="536443"/>
                  <a:pt x="557319" y="511175"/>
                </a:cubicBezTo>
                <a:cubicBezTo>
                  <a:pt x="647135" y="485907"/>
                  <a:pt x="806309" y="531520"/>
                  <a:pt x="816484" y="366003"/>
                </a:cubicBezTo>
                <a:cubicBezTo>
                  <a:pt x="852530" y="289801"/>
                  <a:pt x="680318" y="210849"/>
                  <a:pt x="834934" y="0"/>
                </a:cubicBezTo>
              </a:path>
            </a:pathLst>
          </a:custGeom>
          <a:noFill/>
          <a:ln w="9525" cap="rnd">
            <a:solidFill>
              <a:schemeClr val="tx1">
                <a:alpha val="35000"/>
              </a:schemeClr>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DBB5723A-FDA7-D27F-6E13-11787E54A850}"/>
              </a:ext>
            </a:extLst>
          </p:cNvPr>
          <p:cNvSpPr/>
          <p:nvPr userDrawn="1"/>
        </p:nvSpPr>
        <p:spPr>
          <a:xfrm rot="5400000" flipV="1">
            <a:off x="10139862" y="5837752"/>
            <a:ext cx="278097" cy="618392"/>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8E5CA126-F4D9-0EFF-49BF-C06E4434BE58}"/>
              </a:ext>
            </a:extLst>
          </p:cNvPr>
          <p:cNvSpPr/>
          <p:nvPr userDrawn="1"/>
        </p:nvSpPr>
        <p:spPr>
          <a:xfrm rot="10720826">
            <a:off x="6514278" y="3886689"/>
            <a:ext cx="632480" cy="295079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883526"/>
              <a:gd name="connsiteY0" fmla="*/ 4384769 h 4389130"/>
              <a:gd name="connsiteX1" fmla="*/ 601587 w 5883526"/>
              <a:gd name="connsiteY1" fmla="*/ 3723457 h 4389130"/>
              <a:gd name="connsiteX2" fmla="*/ 1080723 w 5883526"/>
              <a:gd name="connsiteY2" fmla="*/ 3384914 h 4389130"/>
              <a:gd name="connsiteX3" fmla="*/ 1782538 w 5883526"/>
              <a:gd name="connsiteY3" fmla="*/ 2893678 h 4389130"/>
              <a:gd name="connsiteX4" fmla="*/ 2151149 w 5883526"/>
              <a:gd name="connsiteY4" fmla="*/ 2979146 h 4389130"/>
              <a:gd name="connsiteX5" fmla="*/ 2442597 w 5883526"/>
              <a:gd name="connsiteY5" fmla="*/ 3469754 h 4389130"/>
              <a:gd name="connsiteX6" fmla="*/ 2781847 w 5883526"/>
              <a:gd name="connsiteY6" fmla="*/ 3941165 h 4389130"/>
              <a:gd name="connsiteX7" fmla="*/ 2973780 w 5883526"/>
              <a:gd name="connsiteY7" fmla="*/ 4176258 h 4389130"/>
              <a:gd name="connsiteX8" fmla="*/ 3213049 w 5883526"/>
              <a:gd name="connsiteY8" fmla="*/ 4205024 h 4389130"/>
              <a:gd name="connsiteX9" fmla="*/ 3866654 w 5883526"/>
              <a:gd name="connsiteY9" fmla="*/ 4180640 h 4389130"/>
              <a:gd name="connsiteX10" fmla="*/ 4122400 w 5883526"/>
              <a:gd name="connsiteY10" fmla="*/ 4230646 h 4389130"/>
              <a:gd name="connsiteX11" fmla="*/ 4409054 w 5883526"/>
              <a:gd name="connsiteY11" fmla="*/ 3948939 h 4389130"/>
              <a:gd name="connsiteX12" fmla="*/ 4876205 w 5883526"/>
              <a:gd name="connsiteY12" fmla="*/ 3841244 h 4389130"/>
              <a:gd name="connsiteX13" fmla="*/ 5434084 w 5883526"/>
              <a:gd name="connsiteY13" fmla="*/ 3646097 h 4389130"/>
              <a:gd name="connsiteX14" fmla="*/ 5713764 w 5883526"/>
              <a:gd name="connsiteY14" fmla="*/ 3465757 h 4389130"/>
              <a:gd name="connsiteX15" fmla="*/ 5883470 w 5883526"/>
              <a:gd name="connsiteY15" fmla="*/ 2870843 h 4389130"/>
              <a:gd name="connsiteX16" fmla="*/ 5697278 w 5883526"/>
              <a:gd name="connsiteY16" fmla="*/ 1932693 h 4389130"/>
              <a:gd name="connsiteX17" fmla="*/ 5247641 w 5883526"/>
              <a:gd name="connsiteY17" fmla="*/ 1192785 h 4389130"/>
              <a:gd name="connsiteX18" fmla="*/ 5272837 w 5883526"/>
              <a:gd name="connsiteY18" fmla="*/ 428256 h 4389130"/>
              <a:gd name="connsiteX19" fmla="*/ 5737927 w 5883526"/>
              <a:gd name="connsiteY19" fmla="*/ 0 h 4389130"/>
              <a:gd name="connsiteX0" fmla="*/ 0 w 5864971"/>
              <a:gd name="connsiteY0" fmla="*/ 4889230 h 4891788"/>
              <a:gd name="connsiteX1" fmla="*/ 583032 w 5864971"/>
              <a:gd name="connsiteY1" fmla="*/ 3723457 h 4891788"/>
              <a:gd name="connsiteX2" fmla="*/ 1062168 w 5864971"/>
              <a:gd name="connsiteY2" fmla="*/ 3384914 h 4891788"/>
              <a:gd name="connsiteX3" fmla="*/ 1763983 w 5864971"/>
              <a:gd name="connsiteY3" fmla="*/ 289367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060598 w 5864971"/>
              <a:gd name="connsiteY4" fmla="*/ 3212940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663"/>
              <a:gd name="connsiteX1" fmla="*/ 583032 w 5864971"/>
              <a:gd name="connsiteY1" fmla="*/ 3723457 h 4891663"/>
              <a:gd name="connsiteX2" fmla="*/ 1182804 w 5864971"/>
              <a:gd name="connsiteY2" fmla="*/ 3702371 h 4891663"/>
              <a:gd name="connsiteX3" fmla="*/ 1674024 w 5864971"/>
              <a:gd name="connsiteY3" fmla="*/ 3202208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91663"/>
              <a:gd name="connsiteX1" fmla="*/ 583032 w 5864971"/>
              <a:gd name="connsiteY1" fmla="*/ 3723457 h 4891663"/>
              <a:gd name="connsiteX2" fmla="*/ 1182804 w 5864971"/>
              <a:gd name="connsiteY2" fmla="*/ 3702371 h 4891663"/>
              <a:gd name="connsiteX3" fmla="*/ 1768128 w 5864971"/>
              <a:gd name="connsiteY3" fmla="*/ 3190017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89230"/>
              <a:gd name="connsiteX1" fmla="*/ 240977 w 5864971"/>
              <a:gd name="connsiteY1" fmla="*/ 4400768 h 4889230"/>
              <a:gd name="connsiteX2" fmla="*/ 583032 w 5864971"/>
              <a:gd name="connsiteY2" fmla="*/ 3723457 h 4889230"/>
              <a:gd name="connsiteX3" fmla="*/ 1182804 w 5864971"/>
              <a:gd name="connsiteY3" fmla="*/ 3702371 h 4889230"/>
              <a:gd name="connsiteX4" fmla="*/ 1768128 w 5864971"/>
              <a:gd name="connsiteY4" fmla="*/ 3190017 h 4889230"/>
              <a:gd name="connsiteX5" fmla="*/ 2060598 w 5864971"/>
              <a:gd name="connsiteY5" fmla="*/ 3212940 h 4889230"/>
              <a:gd name="connsiteX6" fmla="*/ 2424042 w 5864971"/>
              <a:gd name="connsiteY6" fmla="*/ 3469754 h 4889230"/>
              <a:gd name="connsiteX7" fmla="*/ 2763292 w 5864971"/>
              <a:gd name="connsiteY7" fmla="*/ 3941165 h 4889230"/>
              <a:gd name="connsiteX8" fmla="*/ 2955225 w 5864971"/>
              <a:gd name="connsiteY8" fmla="*/ 4176258 h 4889230"/>
              <a:gd name="connsiteX9" fmla="*/ 3194494 w 5864971"/>
              <a:gd name="connsiteY9" fmla="*/ 4205024 h 4889230"/>
              <a:gd name="connsiteX10" fmla="*/ 3848099 w 5864971"/>
              <a:gd name="connsiteY10" fmla="*/ 4180640 h 4889230"/>
              <a:gd name="connsiteX11" fmla="*/ 4103845 w 5864971"/>
              <a:gd name="connsiteY11" fmla="*/ 4230646 h 4889230"/>
              <a:gd name="connsiteX12" fmla="*/ 4390499 w 5864971"/>
              <a:gd name="connsiteY12" fmla="*/ 3948939 h 4889230"/>
              <a:gd name="connsiteX13" fmla="*/ 4857650 w 5864971"/>
              <a:gd name="connsiteY13" fmla="*/ 3841244 h 4889230"/>
              <a:gd name="connsiteX14" fmla="*/ 5415529 w 5864971"/>
              <a:gd name="connsiteY14" fmla="*/ 3646097 h 4889230"/>
              <a:gd name="connsiteX15" fmla="*/ 5695209 w 5864971"/>
              <a:gd name="connsiteY15" fmla="*/ 3465757 h 4889230"/>
              <a:gd name="connsiteX16" fmla="*/ 5864915 w 5864971"/>
              <a:gd name="connsiteY16" fmla="*/ 2870843 h 4889230"/>
              <a:gd name="connsiteX17" fmla="*/ 5678723 w 5864971"/>
              <a:gd name="connsiteY17" fmla="*/ 1932693 h 4889230"/>
              <a:gd name="connsiteX18" fmla="*/ 5229086 w 5864971"/>
              <a:gd name="connsiteY18" fmla="*/ 1192785 h 4889230"/>
              <a:gd name="connsiteX19" fmla="*/ 5254282 w 5864971"/>
              <a:gd name="connsiteY19" fmla="*/ 428256 h 4889230"/>
              <a:gd name="connsiteX20" fmla="*/ 5719372 w 5864971"/>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68128 w 5728123"/>
              <a:gd name="connsiteY4" fmla="*/ 3190017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44326 w 5728123"/>
              <a:gd name="connsiteY4" fmla="*/ 3461015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11955"/>
              <a:gd name="connsiteY0" fmla="*/ 4733714 h 4733714"/>
              <a:gd name="connsiteX1" fmla="*/ 240977 w 5711955"/>
              <a:gd name="connsiteY1" fmla="*/ 4245252 h 4733714"/>
              <a:gd name="connsiteX2" fmla="*/ 583032 w 5711955"/>
              <a:gd name="connsiteY2" fmla="*/ 3567941 h 4733714"/>
              <a:gd name="connsiteX3" fmla="*/ 1182804 w 5711955"/>
              <a:gd name="connsiteY3" fmla="*/ 3546855 h 4733714"/>
              <a:gd name="connsiteX4" fmla="*/ 1744326 w 5711955"/>
              <a:gd name="connsiteY4" fmla="*/ 3305499 h 4733714"/>
              <a:gd name="connsiteX5" fmla="*/ 2060598 w 5711955"/>
              <a:gd name="connsiteY5" fmla="*/ 3057424 h 4733714"/>
              <a:gd name="connsiteX6" fmla="*/ 2424042 w 5711955"/>
              <a:gd name="connsiteY6" fmla="*/ 3314238 h 4733714"/>
              <a:gd name="connsiteX7" fmla="*/ 2763292 w 5711955"/>
              <a:gd name="connsiteY7" fmla="*/ 3785649 h 4733714"/>
              <a:gd name="connsiteX8" fmla="*/ 2955225 w 5711955"/>
              <a:gd name="connsiteY8" fmla="*/ 4020742 h 4733714"/>
              <a:gd name="connsiteX9" fmla="*/ 3194494 w 5711955"/>
              <a:gd name="connsiteY9" fmla="*/ 4049508 h 4733714"/>
              <a:gd name="connsiteX10" fmla="*/ 3848099 w 5711955"/>
              <a:gd name="connsiteY10" fmla="*/ 4025124 h 4733714"/>
              <a:gd name="connsiteX11" fmla="*/ 4103845 w 5711955"/>
              <a:gd name="connsiteY11" fmla="*/ 4075130 h 4733714"/>
              <a:gd name="connsiteX12" fmla="*/ 4390499 w 5711955"/>
              <a:gd name="connsiteY12" fmla="*/ 3793423 h 4733714"/>
              <a:gd name="connsiteX13" fmla="*/ 4857650 w 5711955"/>
              <a:gd name="connsiteY13" fmla="*/ 3685728 h 4733714"/>
              <a:gd name="connsiteX14" fmla="*/ 5415529 w 5711955"/>
              <a:gd name="connsiteY14" fmla="*/ 3490581 h 4733714"/>
              <a:gd name="connsiteX15" fmla="*/ 5695209 w 5711955"/>
              <a:gd name="connsiteY15" fmla="*/ 3310241 h 4733714"/>
              <a:gd name="connsiteX16" fmla="*/ 5679984 w 5711955"/>
              <a:gd name="connsiteY16" fmla="*/ 2645148 h 4733714"/>
              <a:gd name="connsiteX17" fmla="*/ 5678723 w 5711955"/>
              <a:gd name="connsiteY17" fmla="*/ 1777177 h 4733714"/>
              <a:gd name="connsiteX18" fmla="*/ 5229086 w 5711955"/>
              <a:gd name="connsiteY18" fmla="*/ 1037269 h 4733714"/>
              <a:gd name="connsiteX19" fmla="*/ 5254282 w 5711955"/>
              <a:gd name="connsiteY19" fmla="*/ 272740 h 4733714"/>
              <a:gd name="connsiteX20" fmla="*/ 5353227 w 5711955"/>
              <a:gd name="connsiteY20" fmla="*/ 1 h 4733714"/>
              <a:gd name="connsiteX0" fmla="*/ 0 w 5711955"/>
              <a:gd name="connsiteY0" fmla="*/ 4733712 h 4733712"/>
              <a:gd name="connsiteX1" fmla="*/ 240977 w 5711955"/>
              <a:gd name="connsiteY1" fmla="*/ 4245250 h 4733712"/>
              <a:gd name="connsiteX2" fmla="*/ 583032 w 5711955"/>
              <a:gd name="connsiteY2" fmla="*/ 3567939 h 4733712"/>
              <a:gd name="connsiteX3" fmla="*/ 1182804 w 5711955"/>
              <a:gd name="connsiteY3" fmla="*/ 3546853 h 4733712"/>
              <a:gd name="connsiteX4" fmla="*/ 1744326 w 5711955"/>
              <a:gd name="connsiteY4" fmla="*/ 3305497 h 4733712"/>
              <a:gd name="connsiteX5" fmla="*/ 2060598 w 5711955"/>
              <a:gd name="connsiteY5" fmla="*/ 3057422 h 4733712"/>
              <a:gd name="connsiteX6" fmla="*/ 2424042 w 5711955"/>
              <a:gd name="connsiteY6" fmla="*/ 3314236 h 4733712"/>
              <a:gd name="connsiteX7" fmla="*/ 2763292 w 5711955"/>
              <a:gd name="connsiteY7" fmla="*/ 3785647 h 4733712"/>
              <a:gd name="connsiteX8" fmla="*/ 2955225 w 5711955"/>
              <a:gd name="connsiteY8" fmla="*/ 4020740 h 4733712"/>
              <a:gd name="connsiteX9" fmla="*/ 3194494 w 5711955"/>
              <a:gd name="connsiteY9" fmla="*/ 4049506 h 4733712"/>
              <a:gd name="connsiteX10" fmla="*/ 3848099 w 5711955"/>
              <a:gd name="connsiteY10" fmla="*/ 4025122 h 4733712"/>
              <a:gd name="connsiteX11" fmla="*/ 4103845 w 5711955"/>
              <a:gd name="connsiteY11" fmla="*/ 4075128 h 4733712"/>
              <a:gd name="connsiteX12" fmla="*/ 4390499 w 5711955"/>
              <a:gd name="connsiteY12" fmla="*/ 3793421 h 4733712"/>
              <a:gd name="connsiteX13" fmla="*/ 4857650 w 5711955"/>
              <a:gd name="connsiteY13" fmla="*/ 3685726 h 4733712"/>
              <a:gd name="connsiteX14" fmla="*/ 5415529 w 5711955"/>
              <a:gd name="connsiteY14" fmla="*/ 3490579 h 4733712"/>
              <a:gd name="connsiteX15" fmla="*/ 5695209 w 5711955"/>
              <a:gd name="connsiteY15" fmla="*/ 3310239 h 4733712"/>
              <a:gd name="connsiteX16" fmla="*/ 5679984 w 5711955"/>
              <a:gd name="connsiteY16" fmla="*/ 2645146 h 4733712"/>
              <a:gd name="connsiteX17" fmla="*/ 5678723 w 5711955"/>
              <a:gd name="connsiteY17" fmla="*/ 1777175 h 4733712"/>
              <a:gd name="connsiteX18" fmla="*/ 5229086 w 5711955"/>
              <a:gd name="connsiteY18" fmla="*/ 1037267 h 4733712"/>
              <a:gd name="connsiteX19" fmla="*/ 5312400 w 5711955"/>
              <a:gd name="connsiteY19" fmla="*/ 302821 h 4733712"/>
              <a:gd name="connsiteX20" fmla="*/ 5353227 w 5711955"/>
              <a:gd name="connsiteY20" fmla="*/ -1 h 4733712"/>
              <a:gd name="connsiteX0" fmla="*/ 0 w 5733300"/>
              <a:gd name="connsiteY0" fmla="*/ 4733714 h 4733714"/>
              <a:gd name="connsiteX1" fmla="*/ 240977 w 5733300"/>
              <a:gd name="connsiteY1" fmla="*/ 4245252 h 4733714"/>
              <a:gd name="connsiteX2" fmla="*/ 583032 w 5733300"/>
              <a:gd name="connsiteY2" fmla="*/ 3567941 h 4733714"/>
              <a:gd name="connsiteX3" fmla="*/ 1182804 w 5733300"/>
              <a:gd name="connsiteY3" fmla="*/ 3546855 h 4733714"/>
              <a:gd name="connsiteX4" fmla="*/ 1744326 w 5733300"/>
              <a:gd name="connsiteY4" fmla="*/ 3305499 h 4733714"/>
              <a:gd name="connsiteX5" fmla="*/ 2060598 w 5733300"/>
              <a:gd name="connsiteY5" fmla="*/ 3057424 h 4733714"/>
              <a:gd name="connsiteX6" fmla="*/ 2424042 w 5733300"/>
              <a:gd name="connsiteY6" fmla="*/ 3314238 h 4733714"/>
              <a:gd name="connsiteX7" fmla="*/ 2763292 w 5733300"/>
              <a:gd name="connsiteY7" fmla="*/ 3785649 h 4733714"/>
              <a:gd name="connsiteX8" fmla="*/ 2955225 w 5733300"/>
              <a:gd name="connsiteY8" fmla="*/ 4020742 h 4733714"/>
              <a:gd name="connsiteX9" fmla="*/ 3194494 w 5733300"/>
              <a:gd name="connsiteY9" fmla="*/ 4049508 h 4733714"/>
              <a:gd name="connsiteX10" fmla="*/ 3848099 w 5733300"/>
              <a:gd name="connsiteY10" fmla="*/ 4025124 h 4733714"/>
              <a:gd name="connsiteX11" fmla="*/ 4103845 w 5733300"/>
              <a:gd name="connsiteY11" fmla="*/ 4075130 h 4733714"/>
              <a:gd name="connsiteX12" fmla="*/ 4390499 w 5733300"/>
              <a:gd name="connsiteY12" fmla="*/ 3793423 h 4733714"/>
              <a:gd name="connsiteX13" fmla="*/ 4857650 w 5733300"/>
              <a:gd name="connsiteY13" fmla="*/ 3685728 h 4733714"/>
              <a:gd name="connsiteX14" fmla="*/ 5124156 w 5733300"/>
              <a:gd name="connsiteY14" fmla="*/ 3391573 h 4733714"/>
              <a:gd name="connsiteX15" fmla="*/ 5695209 w 5733300"/>
              <a:gd name="connsiteY15" fmla="*/ 3310241 h 4733714"/>
              <a:gd name="connsiteX16" fmla="*/ 5679984 w 5733300"/>
              <a:gd name="connsiteY16" fmla="*/ 2645148 h 4733714"/>
              <a:gd name="connsiteX17" fmla="*/ 5678723 w 5733300"/>
              <a:gd name="connsiteY17" fmla="*/ 1777177 h 4733714"/>
              <a:gd name="connsiteX18" fmla="*/ 5229086 w 5733300"/>
              <a:gd name="connsiteY18" fmla="*/ 1037269 h 4733714"/>
              <a:gd name="connsiteX19" fmla="*/ 5312400 w 5733300"/>
              <a:gd name="connsiteY19" fmla="*/ 302823 h 4733714"/>
              <a:gd name="connsiteX20" fmla="*/ 5353227 w 5733300"/>
              <a:gd name="connsiteY20" fmla="*/ 1 h 4733714"/>
              <a:gd name="connsiteX0" fmla="*/ 0 w 5718652"/>
              <a:gd name="connsiteY0" fmla="*/ 4733712 h 4733712"/>
              <a:gd name="connsiteX1" fmla="*/ 240977 w 5718652"/>
              <a:gd name="connsiteY1" fmla="*/ 4245250 h 4733712"/>
              <a:gd name="connsiteX2" fmla="*/ 583032 w 5718652"/>
              <a:gd name="connsiteY2" fmla="*/ 3567939 h 4733712"/>
              <a:gd name="connsiteX3" fmla="*/ 1182804 w 5718652"/>
              <a:gd name="connsiteY3" fmla="*/ 3546853 h 4733712"/>
              <a:gd name="connsiteX4" fmla="*/ 1744326 w 5718652"/>
              <a:gd name="connsiteY4" fmla="*/ 3305497 h 4733712"/>
              <a:gd name="connsiteX5" fmla="*/ 2060598 w 5718652"/>
              <a:gd name="connsiteY5" fmla="*/ 3057422 h 4733712"/>
              <a:gd name="connsiteX6" fmla="*/ 2424042 w 5718652"/>
              <a:gd name="connsiteY6" fmla="*/ 3314236 h 4733712"/>
              <a:gd name="connsiteX7" fmla="*/ 2763292 w 5718652"/>
              <a:gd name="connsiteY7" fmla="*/ 3785647 h 4733712"/>
              <a:gd name="connsiteX8" fmla="*/ 2955225 w 5718652"/>
              <a:gd name="connsiteY8" fmla="*/ 4020740 h 4733712"/>
              <a:gd name="connsiteX9" fmla="*/ 3194494 w 5718652"/>
              <a:gd name="connsiteY9" fmla="*/ 4049506 h 4733712"/>
              <a:gd name="connsiteX10" fmla="*/ 3848099 w 5718652"/>
              <a:gd name="connsiteY10" fmla="*/ 4025122 h 4733712"/>
              <a:gd name="connsiteX11" fmla="*/ 4103845 w 5718652"/>
              <a:gd name="connsiteY11" fmla="*/ 4075128 h 4733712"/>
              <a:gd name="connsiteX12" fmla="*/ 4390499 w 5718652"/>
              <a:gd name="connsiteY12" fmla="*/ 3793421 h 4733712"/>
              <a:gd name="connsiteX13" fmla="*/ 4857650 w 5718652"/>
              <a:gd name="connsiteY13" fmla="*/ 3685726 h 4733712"/>
              <a:gd name="connsiteX14" fmla="*/ 5124156 w 5718652"/>
              <a:gd name="connsiteY14" fmla="*/ 3391571 h 4733712"/>
              <a:gd name="connsiteX15" fmla="*/ 5532541 w 5718652"/>
              <a:gd name="connsiteY15" fmla="*/ 3262479 h 4733712"/>
              <a:gd name="connsiteX16" fmla="*/ 5679984 w 5718652"/>
              <a:gd name="connsiteY16" fmla="*/ 2645146 h 4733712"/>
              <a:gd name="connsiteX17" fmla="*/ 5678723 w 5718652"/>
              <a:gd name="connsiteY17" fmla="*/ 1777175 h 4733712"/>
              <a:gd name="connsiteX18" fmla="*/ 5229086 w 5718652"/>
              <a:gd name="connsiteY18" fmla="*/ 1037267 h 4733712"/>
              <a:gd name="connsiteX19" fmla="*/ 5312400 w 5718652"/>
              <a:gd name="connsiteY19" fmla="*/ 302821 h 4733712"/>
              <a:gd name="connsiteX20" fmla="*/ 5353227 w 5718652"/>
              <a:gd name="connsiteY20" fmla="*/ -1 h 4733712"/>
              <a:gd name="connsiteX0" fmla="*/ 0 w 5706674"/>
              <a:gd name="connsiteY0" fmla="*/ 4733714 h 4733714"/>
              <a:gd name="connsiteX1" fmla="*/ 240977 w 5706674"/>
              <a:gd name="connsiteY1" fmla="*/ 4245252 h 4733714"/>
              <a:gd name="connsiteX2" fmla="*/ 583032 w 5706674"/>
              <a:gd name="connsiteY2" fmla="*/ 3567941 h 4733714"/>
              <a:gd name="connsiteX3" fmla="*/ 1182804 w 5706674"/>
              <a:gd name="connsiteY3" fmla="*/ 3546855 h 4733714"/>
              <a:gd name="connsiteX4" fmla="*/ 1744326 w 5706674"/>
              <a:gd name="connsiteY4" fmla="*/ 3305499 h 4733714"/>
              <a:gd name="connsiteX5" fmla="*/ 2060598 w 5706674"/>
              <a:gd name="connsiteY5" fmla="*/ 3057424 h 4733714"/>
              <a:gd name="connsiteX6" fmla="*/ 2424042 w 5706674"/>
              <a:gd name="connsiteY6" fmla="*/ 3314238 h 4733714"/>
              <a:gd name="connsiteX7" fmla="*/ 2763292 w 5706674"/>
              <a:gd name="connsiteY7" fmla="*/ 3785649 h 4733714"/>
              <a:gd name="connsiteX8" fmla="*/ 2955225 w 5706674"/>
              <a:gd name="connsiteY8" fmla="*/ 4020742 h 4733714"/>
              <a:gd name="connsiteX9" fmla="*/ 3194494 w 5706674"/>
              <a:gd name="connsiteY9" fmla="*/ 4049508 h 4733714"/>
              <a:gd name="connsiteX10" fmla="*/ 3848099 w 5706674"/>
              <a:gd name="connsiteY10" fmla="*/ 4025124 h 4733714"/>
              <a:gd name="connsiteX11" fmla="*/ 4103845 w 5706674"/>
              <a:gd name="connsiteY11" fmla="*/ 4075130 h 4733714"/>
              <a:gd name="connsiteX12" fmla="*/ 4390499 w 5706674"/>
              <a:gd name="connsiteY12" fmla="*/ 3793423 h 4733714"/>
              <a:gd name="connsiteX13" fmla="*/ 4857650 w 5706674"/>
              <a:gd name="connsiteY13" fmla="*/ 3685728 h 4733714"/>
              <a:gd name="connsiteX14" fmla="*/ 5124156 w 5706674"/>
              <a:gd name="connsiteY14" fmla="*/ 3391573 h 4733714"/>
              <a:gd name="connsiteX15" fmla="*/ 5532541 w 5706674"/>
              <a:gd name="connsiteY15" fmla="*/ 3262481 h 4733714"/>
              <a:gd name="connsiteX16" fmla="*/ 5645168 w 5706674"/>
              <a:gd name="connsiteY16" fmla="*/ 2704710 h 4733714"/>
              <a:gd name="connsiteX17" fmla="*/ 5678723 w 5706674"/>
              <a:gd name="connsiteY17" fmla="*/ 1777177 h 4733714"/>
              <a:gd name="connsiteX18" fmla="*/ 5229086 w 5706674"/>
              <a:gd name="connsiteY18" fmla="*/ 1037269 h 4733714"/>
              <a:gd name="connsiteX19" fmla="*/ 5312400 w 5706674"/>
              <a:gd name="connsiteY19" fmla="*/ 302823 h 4733714"/>
              <a:gd name="connsiteX20" fmla="*/ 5353227 w 5706674"/>
              <a:gd name="connsiteY20" fmla="*/ 1 h 4733714"/>
              <a:gd name="connsiteX0" fmla="*/ 0 w 5465697"/>
              <a:gd name="connsiteY0" fmla="*/ 4245250 h 4245250"/>
              <a:gd name="connsiteX1" fmla="*/ 342055 w 5465697"/>
              <a:gd name="connsiteY1" fmla="*/ 3567939 h 4245250"/>
              <a:gd name="connsiteX2" fmla="*/ 941827 w 5465697"/>
              <a:gd name="connsiteY2" fmla="*/ 3546853 h 4245250"/>
              <a:gd name="connsiteX3" fmla="*/ 1503349 w 5465697"/>
              <a:gd name="connsiteY3" fmla="*/ 3305497 h 4245250"/>
              <a:gd name="connsiteX4" fmla="*/ 1819621 w 5465697"/>
              <a:gd name="connsiteY4" fmla="*/ 3057422 h 4245250"/>
              <a:gd name="connsiteX5" fmla="*/ 2183065 w 5465697"/>
              <a:gd name="connsiteY5" fmla="*/ 3314236 h 4245250"/>
              <a:gd name="connsiteX6" fmla="*/ 2522315 w 5465697"/>
              <a:gd name="connsiteY6" fmla="*/ 3785647 h 4245250"/>
              <a:gd name="connsiteX7" fmla="*/ 2714248 w 5465697"/>
              <a:gd name="connsiteY7" fmla="*/ 4020740 h 4245250"/>
              <a:gd name="connsiteX8" fmla="*/ 2953517 w 5465697"/>
              <a:gd name="connsiteY8" fmla="*/ 4049506 h 4245250"/>
              <a:gd name="connsiteX9" fmla="*/ 3607122 w 5465697"/>
              <a:gd name="connsiteY9" fmla="*/ 4025122 h 4245250"/>
              <a:gd name="connsiteX10" fmla="*/ 3862868 w 5465697"/>
              <a:gd name="connsiteY10" fmla="*/ 4075128 h 4245250"/>
              <a:gd name="connsiteX11" fmla="*/ 4149522 w 5465697"/>
              <a:gd name="connsiteY11" fmla="*/ 3793421 h 4245250"/>
              <a:gd name="connsiteX12" fmla="*/ 4616673 w 5465697"/>
              <a:gd name="connsiteY12" fmla="*/ 3685726 h 4245250"/>
              <a:gd name="connsiteX13" fmla="*/ 4883179 w 5465697"/>
              <a:gd name="connsiteY13" fmla="*/ 3391571 h 4245250"/>
              <a:gd name="connsiteX14" fmla="*/ 5291564 w 5465697"/>
              <a:gd name="connsiteY14" fmla="*/ 3262479 h 4245250"/>
              <a:gd name="connsiteX15" fmla="*/ 5404191 w 5465697"/>
              <a:gd name="connsiteY15" fmla="*/ 2704708 h 4245250"/>
              <a:gd name="connsiteX16" fmla="*/ 5437746 w 5465697"/>
              <a:gd name="connsiteY16" fmla="*/ 1777175 h 4245250"/>
              <a:gd name="connsiteX17" fmla="*/ 4988109 w 5465697"/>
              <a:gd name="connsiteY17" fmla="*/ 1037267 h 4245250"/>
              <a:gd name="connsiteX18" fmla="*/ 5071423 w 5465697"/>
              <a:gd name="connsiteY18" fmla="*/ 302821 h 4245250"/>
              <a:gd name="connsiteX19" fmla="*/ 5112250 w 5465697"/>
              <a:gd name="connsiteY19" fmla="*/ -1 h 4245250"/>
              <a:gd name="connsiteX0" fmla="*/ 0 w 5123642"/>
              <a:gd name="connsiteY0" fmla="*/ 3567941 h 4085222"/>
              <a:gd name="connsiteX1" fmla="*/ 599772 w 5123642"/>
              <a:gd name="connsiteY1" fmla="*/ 3546855 h 4085222"/>
              <a:gd name="connsiteX2" fmla="*/ 1161294 w 5123642"/>
              <a:gd name="connsiteY2" fmla="*/ 3305499 h 4085222"/>
              <a:gd name="connsiteX3" fmla="*/ 1477566 w 5123642"/>
              <a:gd name="connsiteY3" fmla="*/ 3057424 h 4085222"/>
              <a:gd name="connsiteX4" fmla="*/ 1841010 w 5123642"/>
              <a:gd name="connsiteY4" fmla="*/ 3314238 h 4085222"/>
              <a:gd name="connsiteX5" fmla="*/ 2180260 w 5123642"/>
              <a:gd name="connsiteY5" fmla="*/ 3785649 h 4085222"/>
              <a:gd name="connsiteX6" fmla="*/ 2372193 w 5123642"/>
              <a:gd name="connsiteY6" fmla="*/ 4020742 h 4085222"/>
              <a:gd name="connsiteX7" fmla="*/ 2611462 w 5123642"/>
              <a:gd name="connsiteY7" fmla="*/ 4049508 h 4085222"/>
              <a:gd name="connsiteX8" fmla="*/ 3265067 w 5123642"/>
              <a:gd name="connsiteY8" fmla="*/ 4025124 h 4085222"/>
              <a:gd name="connsiteX9" fmla="*/ 3520813 w 5123642"/>
              <a:gd name="connsiteY9" fmla="*/ 4075130 h 4085222"/>
              <a:gd name="connsiteX10" fmla="*/ 3807467 w 5123642"/>
              <a:gd name="connsiteY10" fmla="*/ 3793423 h 4085222"/>
              <a:gd name="connsiteX11" fmla="*/ 4274618 w 5123642"/>
              <a:gd name="connsiteY11" fmla="*/ 3685728 h 4085222"/>
              <a:gd name="connsiteX12" fmla="*/ 4541124 w 5123642"/>
              <a:gd name="connsiteY12" fmla="*/ 3391573 h 4085222"/>
              <a:gd name="connsiteX13" fmla="*/ 4949509 w 5123642"/>
              <a:gd name="connsiteY13" fmla="*/ 3262481 h 4085222"/>
              <a:gd name="connsiteX14" fmla="*/ 5062136 w 5123642"/>
              <a:gd name="connsiteY14" fmla="*/ 2704710 h 4085222"/>
              <a:gd name="connsiteX15" fmla="*/ 5095691 w 5123642"/>
              <a:gd name="connsiteY15" fmla="*/ 1777177 h 4085222"/>
              <a:gd name="connsiteX16" fmla="*/ 4646054 w 5123642"/>
              <a:gd name="connsiteY16" fmla="*/ 1037269 h 4085222"/>
              <a:gd name="connsiteX17" fmla="*/ 4729368 w 5123642"/>
              <a:gd name="connsiteY17" fmla="*/ 302823 h 4085222"/>
              <a:gd name="connsiteX18" fmla="*/ 4770195 w 5123642"/>
              <a:gd name="connsiteY18" fmla="*/ 1 h 4085222"/>
              <a:gd name="connsiteX0" fmla="*/ 0 w 4523870"/>
              <a:gd name="connsiteY0" fmla="*/ 3546853 h 4085220"/>
              <a:gd name="connsiteX1" fmla="*/ 561522 w 4523870"/>
              <a:gd name="connsiteY1" fmla="*/ 3305497 h 4085220"/>
              <a:gd name="connsiteX2" fmla="*/ 877794 w 4523870"/>
              <a:gd name="connsiteY2" fmla="*/ 3057422 h 4085220"/>
              <a:gd name="connsiteX3" fmla="*/ 1241238 w 4523870"/>
              <a:gd name="connsiteY3" fmla="*/ 3314236 h 4085220"/>
              <a:gd name="connsiteX4" fmla="*/ 1580488 w 4523870"/>
              <a:gd name="connsiteY4" fmla="*/ 3785647 h 4085220"/>
              <a:gd name="connsiteX5" fmla="*/ 1772421 w 4523870"/>
              <a:gd name="connsiteY5" fmla="*/ 4020740 h 4085220"/>
              <a:gd name="connsiteX6" fmla="*/ 2011690 w 4523870"/>
              <a:gd name="connsiteY6" fmla="*/ 4049506 h 4085220"/>
              <a:gd name="connsiteX7" fmla="*/ 2665295 w 4523870"/>
              <a:gd name="connsiteY7" fmla="*/ 4025122 h 4085220"/>
              <a:gd name="connsiteX8" fmla="*/ 2921041 w 4523870"/>
              <a:gd name="connsiteY8" fmla="*/ 4075128 h 4085220"/>
              <a:gd name="connsiteX9" fmla="*/ 3207695 w 4523870"/>
              <a:gd name="connsiteY9" fmla="*/ 3793421 h 4085220"/>
              <a:gd name="connsiteX10" fmla="*/ 3674846 w 4523870"/>
              <a:gd name="connsiteY10" fmla="*/ 3685726 h 4085220"/>
              <a:gd name="connsiteX11" fmla="*/ 3941352 w 4523870"/>
              <a:gd name="connsiteY11" fmla="*/ 3391571 h 4085220"/>
              <a:gd name="connsiteX12" fmla="*/ 4349737 w 4523870"/>
              <a:gd name="connsiteY12" fmla="*/ 3262479 h 4085220"/>
              <a:gd name="connsiteX13" fmla="*/ 4462364 w 4523870"/>
              <a:gd name="connsiteY13" fmla="*/ 2704708 h 4085220"/>
              <a:gd name="connsiteX14" fmla="*/ 4495919 w 4523870"/>
              <a:gd name="connsiteY14" fmla="*/ 1777175 h 4085220"/>
              <a:gd name="connsiteX15" fmla="*/ 4046282 w 4523870"/>
              <a:gd name="connsiteY15" fmla="*/ 1037267 h 4085220"/>
              <a:gd name="connsiteX16" fmla="*/ 4129596 w 4523870"/>
              <a:gd name="connsiteY16" fmla="*/ 302821 h 4085220"/>
              <a:gd name="connsiteX17" fmla="*/ 4170423 w 4523870"/>
              <a:gd name="connsiteY17" fmla="*/ -1 h 4085220"/>
              <a:gd name="connsiteX0" fmla="*/ 0 w 3962348"/>
              <a:gd name="connsiteY0" fmla="*/ 3305499 h 4085222"/>
              <a:gd name="connsiteX1" fmla="*/ 316272 w 3962348"/>
              <a:gd name="connsiteY1" fmla="*/ 3057424 h 4085222"/>
              <a:gd name="connsiteX2" fmla="*/ 679716 w 3962348"/>
              <a:gd name="connsiteY2" fmla="*/ 3314238 h 4085222"/>
              <a:gd name="connsiteX3" fmla="*/ 1018966 w 3962348"/>
              <a:gd name="connsiteY3" fmla="*/ 3785649 h 4085222"/>
              <a:gd name="connsiteX4" fmla="*/ 1210899 w 3962348"/>
              <a:gd name="connsiteY4" fmla="*/ 4020742 h 4085222"/>
              <a:gd name="connsiteX5" fmla="*/ 1450168 w 3962348"/>
              <a:gd name="connsiteY5" fmla="*/ 4049508 h 4085222"/>
              <a:gd name="connsiteX6" fmla="*/ 2103773 w 3962348"/>
              <a:gd name="connsiteY6" fmla="*/ 4025124 h 4085222"/>
              <a:gd name="connsiteX7" fmla="*/ 2359519 w 3962348"/>
              <a:gd name="connsiteY7" fmla="*/ 4075130 h 4085222"/>
              <a:gd name="connsiteX8" fmla="*/ 2646173 w 3962348"/>
              <a:gd name="connsiteY8" fmla="*/ 3793423 h 4085222"/>
              <a:gd name="connsiteX9" fmla="*/ 3113324 w 3962348"/>
              <a:gd name="connsiteY9" fmla="*/ 3685728 h 4085222"/>
              <a:gd name="connsiteX10" fmla="*/ 3379830 w 3962348"/>
              <a:gd name="connsiteY10" fmla="*/ 3391573 h 4085222"/>
              <a:gd name="connsiteX11" fmla="*/ 3788215 w 3962348"/>
              <a:gd name="connsiteY11" fmla="*/ 3262481 h 4085222"/>
              <a:gd name="connsiteX12" fmla="*/ 3900842 w 3962348"/>
              <a:gd name="connsiteY12" fmla="*/ 2704710 h 4085222"/>
              <a:gd name="connsiteX13" fmla="*/ 3934397 w 3962348"/>
              <a:gd name="connsiteY13" fmla="*/ 1777177 h 4085222"/>
              <a:gd name="connsiteX14" fmla="*/ 3484760 w 3962348"/>
              <a:gd name="connsiteY14" fmla="*/ 1037269 h 4085222"/>
              <a:gd name="connsiteX15" fmla="*/ 3568074 w 3962348"/>
              <a:gd name="connsiteY15" fmla="*/ 302823 h 4085222"/>
              <a:gd name="connsiteX16" fmla="*/ 3608901 w 3962348"/>
              <a:gd name="connsiteY16" fmla="*/ 1 h 4085222"/>
              <a:gd name="connsiteX0" fmla="*/ 0 w 3646076"/>
              <a:gd name="connsiteY0" fmla="*/ 3057422 h 4085220"/>
              <a:gd name="connsiteX1" fmla="*/ 363444 w 3646076"/>
              <a:gd name="connsiteY1" fmla="*/ 3314236 h 4085220"/>
              <a:gd name="connsiteX2" fmla="*/ 702694 w 3646076"/>
              <a:gd name="connsiteY2" fmla="*/ 3785647 h 4085220"/>
              <a:gd name="connsiteX3" fmla="*/ 894627 w 3646076"/>
              <a:gd name="connsiteY3" fmla="*/ 4020740 h 4085220"/>
              <a:gd name="connsiteX4" fmla="*/ 1133896 w 3646076"/>
              <a:gd name="connsiteY4" fmla="*/ 4049506 h 4085220"/>
              <a:gd name="connsiteX5" fmla="*/ 1787501 w 3646076"/>
              <a:gd name="connsiteY5" fmla="*/ 4025122 h 4085220"/>
              <a:gd name="connsiteX6" fmla="*/ 2043247 w 3646076"/>
              <a:gd name="connsiteY6" fmla="*/ 4075128 h 4085220"/>
              <a:gd name="connsiteX7" fmla="*/ 2329901 w 3646076"/>
              <a:gd name="connsiteY7" fmla="*/ 3793421 h 4085220"/>
              <a:gd name="connsiteX8" fmla="*/ 2797052 w 3646076"/>
              <a:gd name="connsiteY8" fmla="*/ 3685726 h 4085220"/>
              <a:gd name="connsiteX9" fmla="*/ 3063558 w 3646076"/>
              <a:gd name="connsiteY9" fmla="*/ 3391571 h 4085220"/>
              <a:gd name="connsiteX10" fmla="*/ 3471943 w 3646076"/>
              <a:gd name="connsiteY10" fmla="*/ 3262479 h 4085220"/>
              <a:gd name="connsiteX11" fmla="*/ 3584570 w 3646076"/>
              <a:gd name="connsiteY11" fmla="*/ 2704708 h 4085220"/>
              <a:gd name="connsiteX12" fmla="*/ 3618125 w 3646076"/>
              <a:gd name="connsiteY12" fmla="*/ 1777175 h 4085220"/>
              <a:gd name="connsiteX13" fmla="*/ 3168488 w 3646076"/>
              <a:gd name="connsiteY13" fmla="*/ 1037267 h 4085220"/>
              <a:gd name="connsiteX14" fmla="*/ 3251802 w 3646076"/>
              <a:gd name="connsiteY14" fmla="*/ 302821 h 4085220"/>
              <a:gd name="connsiteX15" fmla="*/ 3292629 w 3646076"/>
              <a:gd name="connsiteY15" fmla="*/ -1 h 4085220"/>
              <a:gd name="connsiteX0" fmla="*/ 0 w 3282632"/>
              <a:gd name="connsiteY0" fmla="*/ 3314238 h 4085222"/>
              <a:gd name="connsiteX1" fmla="*/ 339250 w 3282632"/>
              <a:gd name="connsiteY1" fmla="*/ 3785649 h 4085222"/>
              <a:gd name="connsiteX2" fmla="*/ 531183 w 3282632"/>
              <a:gd name="connsiteY2" fmla="*/ 4020742 h 4085222"/>
              <a:gd name="connsiteX3" fmla="*/ 770452 w 3282632"/>
              <a:gd name="connsiteY3" fmla="*/ 4049508 h 4085222"/>
              <a:gd name="connsiteX4" fmla="*/ 1424057 w 3282632"/>
              <a:gd name="connsiteY4" fmla="*/ 4025124 h 4085222"/>
              <a:gd name="connsiteX5" fmla="*/ 1679803 w 3282632"/>
              <a:gd name="connsiteY5" fmla="*/ 4075130 h 4085222"/>
              <a:gd name="connsiteX6" fmla="*/ 1966457 w 3282632"/>
              <a:gd name="connsiteY6" fmla="*/ 3793423 h 4085222"/>
              <a:gd name="connsiteX7" fmla="*/ 2433608 w 3282632"/>
              <a:gd name="connsiteY7" fmla="*/ 3685728 h 4085222"/>
              <a:gd name="connsiteX8" fmla="*/ 2700114 w 3282632"/>
              <a:gd name="connsiteY8" fmla="*/ 3391573 h 4085222"/>
              <a:gd name="connsiteX9" fmla="*/ 3108499 w 3282632"/>
              <a:gd name="connsiteY9" fmla="*/ 3262481 h 4085222"/>
              <a:gd name="connsiteX10" fmla="*/ 3221126 w 3282632"/>
              <a:gd name="connsiteY10" fmla="*/ 2704710 h 4085222"/>
              <a:gd name="connsiteX11" fmla="*/ 3254681 w 3282632"/>
              <a:gd name="connsiteY11" fmla="*/ 1777177 h 4085222"/>
              <a:gd name="connsiteX12" fmla="*/ 2805044 w 3282632"/>
              <a:gd name="connsiteY12" fmla="*/ 1037269 h 4085222"/>
              <a:gd name="connsiteX13" fmla="*/ 2888358 w 3282632"/>
              <a:gd name="connsiteY13" fmla="*/ 302823 h 4085222"/>
              <a:gd name="connsiteX14" fmla="*/ 2929185 w 3282632"/>
              <a:gd name="connsiteY14" fmla="*/ 1 h 4085222"/>
              <a:gd name="connsiteX0" fmla="*/ 0 w 2943382"/>
              <a:gd name="connsiteY0" fmla="*/ 3785647 h 4085220"/>
              <a:gd name="connsiteX1" fmla="*/ 191933 w 2943382"/>
              <a:gd name="connsiteY1" fmla="*/ 4020740 h 4085220"/>
              <a:gd name="connsiteX2" fmla="*/ 431202 w 2943382"/>
              <a:gd name="connsiteY2" fmla="*/ 4049506 h 4085220"/>
              <a:gd name="connsiteX3" fmla="*/ 1084807 w 2943382"/>
              <a:gd name="connsiteY3" fmla="*/ 4025122 h 4085220"/>
              <a:gd name="connsiteX4" fmla="*/ 1340553 w 2943382"/>
              <a:gd name="connsiteY4" fmla="*/ 4075128 h 4085220"/>
              <a:gd name="connsiteX5" fmla="*/ 1627207 w 2943382"/>
              <a:gd name="connsiteY5" fmla="*/ 3793421 h 4085220"/>
              <a:gd name="connsiteX6" fmla="*/ 2094358 w 2943382"/>
              <a:gd name="connsiteY6" fmla="*/ 3685726 h 4085220"/>
              <a:gd name="connsiteX7" fmla="*/ 2360864 w 2943382"/>
              <a:gd name="connsiteY7" fmla="*/ 3391571 h 4085220"/>
              <a:gd name="connsiteX8" fmla="*/ 2769249 w 2943382"/>
              <a:gd name="connsiteY8" fmla="*/ 3262479 h 4085220"/>
              <a:gd name="connsiteX9" fmla="*/ 2881876 w 2943382"/>
              <a:gd name="connsiteY9" fmla="*/ 2704708 h 4085220"/>
              <a:gd name="connsiteX10" fmla="*/ 2915431 w 2943382"/>
              <a:gd name="connsiteY10" fmla="*/ 1777175 h 4085220"/>
              <a:gd name="connsiteX11" fmla="*/ 2465794 w 2943382"/>
              <a:gd name="connsiteY11" fmla="*/ 1037267 h 4085220"/>
              <a:gd name="connsiteX12" fmla="*/ 2549108 w 2943382"/>
              <a:gd name="connsiteY12" fmla="*/ 302821 h 4085220"/>
              <a:gd name="connsiteX13" fmla="*/ 2589935 w 2943382"/>
              <a:gd name="connsiteY13" fmla="*/ -1 h 4085220"/>
              <a:gd name="connsiteX0" fmla="*/ 0 w 2751449"/>
              <a:gd name="connsiteY0" fmla="*/ 4020742 h 4085222"/>
              <a:gd name="connsiteX1" fmla="*/ 239269 w 2751449"/>
              <a:gd name="connsiteY1" fmla="*/ 4049508 h 4085222"/>
              <a:gd name="connsiteX2" fmla="*/ 892874 w 2751449"/>
              <a:gd name="connsiteY2" fmla="*/ 4025124 h 4085222"/>
              <a:gd name="connsiteX3" fmla="*/ 1148620 w 2751449"/>
              <a:gd name="connsiteY3" fmla="*/ 4075130 h 4085222"/>
              <a:gd name="connsiteX4" fmla="*/ 1435274 w 2751449"/>
              <a:gd name="connsiteY4" fmla="*/ 3793423 h 4085222"/>
              <a:gd name="connsiteX5" fmla="*/ 1902425 w 2751449"/>
              <a:gd name="connsiteY5" fmla="*/ 3685728 h 4085222"/>
              <a:gd name="connsiteX6" fmla="*/ 2168931 w 2751449"/>
              <a:gd name="connsiteY6" fmla="*/ 3391573 h 4085222"/>
              <a:gd name="connsiteX7" fmla="*/ 2577316 w 2751449"/>
              <a:gd name="connsiteY7" fmla="*/ 3262481 h 4085222"/>
              <a:gd name="connsiteX8" fmla="*/ 2689943 w 2751449"/>
              <a:gd name="connsiteY8" fmla="*/ 2704710 h 4085222"/>
              <a:gd name="connsiteX9" fmla="*/ 2723498 w 2751449"/>
              <a:gd name="connsiteY9" fmla="*/ 1777177 h 4085222"/>
              <a:gd name="connsiteX10" fmla="*/ 2273861 w 2751449"/>
              <a:gd name="connsiteY10" fmla="*/ 1037269 h 4085222"/>
              <a:gd name="connsiteX11" fmla="*/ 2357175 w 2751449"/>
              <a:gd name="connsiteY11" fmla="*/ 302823 h 4085222"/>
              <a:gd name="connsiteX12" fmla="*/ 2398002 w 2751449"/>
              <a:gd name="connsiteY12" fmla="*/ 1 h 4085222"/>
              <a:gd name="connsiteX0" fmla="*/ 0 w 2512180"/>
              <a:gd name="connsiteY0" fmla="*/ 4049506 h 4085220"/>
              <a:gd name="connsiteX1" fmla="*/ 653605 w 2512180"/>
              <a:gd name="connsiteY1" fmla="*/ 4025122 h 4085220"/>
              <a:gd name="connsiteX2" fmla="*/ 909351 w 2512180"/>
              <a:gd name="connsiteY2" fmla="*/ 4075128 h 4085220"/>
              <a:gd name="connsiteX3" fmla="*/ 1196005 w 2512180"/>
              <a:gd name="connsiteY3" fmla="*/ 3793421 h 4085220"/>
              <a:gd name="connsiteX4" fmla="*/ 1663156 w 2512180"/>
              <a:gd name="connsiteY4" fmla="*/ 3685726 h 4085220"/>
              <a:gd name="connsiteX5" fmla="*/ 1929662 w 2512180"/>
              <a:gd name="connsiteY5" fmla="*/ 3391571 h 4085220"/>
              <a:gd name="connsiteX6" fmla="*/ 2338047 w 2512180"/>
              <a:gd name="connsiteY6" fmla="*/ 3262479 h 4085220"/>
              <a:gd name="connsiteX7" fmla="*/ 2450674 w 2512180"/>
              <a:gd name="connsiteY7" fmla="*/ 2704708 h 4085220"/>
              <a:gd name="connsiteX8" fmla="*/ 2484229 w 2512180"/>
              <a:gd name="connsiteY8" fmla="*/ 1777175 h 4085220"/>
              <a:gd name="connsiteX9" fmla="*/ 2034592 w 2512180"/>
              <a:gd name="connsiteY9" fmla="*/ 1037267 h 4085220"/>
              <a:gd name="connsiteX10" fmla="*/ 2117906 w 2512180"/>
              <a:gd name="connsiteY10" fmla="*/ 302821 h 4085220"/>
              <a:gd name="connsiteX11" fmla="*/ 2158733 w 2512180"/>
              <a:gd name="connsiteY11" fmla="*/ -1 h 4085220"/>
              <a:gd name="connsiteX0" fmla="*/ 0 w 1858575"/>
              <a:gd name="connsiteY0" fmla="*/ 4025124 h 4085222"/>
              <a:gd name="connsiteX1" fmla="*/ 255746 w 1858575"/>
              <a:gd name="connsiteY1" fmla="*/ 4075130 h 4085222"/>
              <a:gd name="connsiteX2" fmla="*/ 542400 w 1858575"/>
              <a:gd name="connsiteY2" fmla="*/ 3793423 h 4085222"/>
              <a:gd name="connsiteX3" fmla="*/ 1009551 w 1858575"/>
              <a:gd name="connsiteY3" fmla="*/ 3685728 h 4085222"/>
              <a:gd name="connsiteX4" fmla="*/ 1276057 w 1858575"/>
              <a:gd name="connsiteY4" fmla="*/ 3391573 h 4085222"/>
              <a:gd name="connsiteX5" fmla="*/ 1684442 w 1858575"/>
              <a:gd name="connsiteY5" fmla="*/ 3262481 h 4085222"/>
              <a:gd name="connsiteX6" fmla="*/ 1797069 w 1858575"/>
              <a:gd name="connsiteY6" fmla="*/ 2704710 h 4085222"/>
              <a:gd name="connsiteX7" fmla="*/ 1830624 w 1858575"/>
              <a:gd name="connsiteY7" fmla="*/ 1777177 h 4085222"/>
              <a:gd name="connsiteX8" fmla="*/ 1380987 w 1858575"/>
              <a:gd name="connsiteY8" fmla="*/ 1037269 h 4085222"/>
              <a:gd name="connsiteX9" fmla="*/ 1464301 w 1858575"/>
              <a:gd name="connsiteY9" fmla="*/ 302823 h 4085222"/>
              <a:gd name="connsiteX10" fmla="*/ 1505128 w 1858575"/>
              <a:gd name="connsiteY10" fmla="*/ 1 h 4085222"/>
              <a:gd name="connsiteX0" fmla="*/ 0 w 1602829"/>
              <a:gd name="connsiteY0" fmla="*/ 4075128 h 4075128"/>
              <a:gd name="connsiteX1" fmla="*/ 286654 w 1602829"/>
              <a:gd name="connsiteY1" fmla="*/ 3793421 h 4075128"/>
              <a:gd name="connsiteX2" fmla="*/ 753805 w 1602829"/>
              <a:gd name="connsiteY2" fmla="*/ 3685726 h 4075128"/>
              <a:gd name="connsiteX3" fmla="*/ 1020311 w 1602829"/>
              <a:gd name="connsiteY3" fmla="*/ 3391571 h 4075128"/>
              <a:gd name="connsiteX4" fmla="*/ 1428696 w 1602829"/>
              <a:gd name="connsiteY4" fmla="*/ 3262479 h 4075128"/>
              <a:gd name="connsiteX5" fmla="*/ 1541323 w 1602829"/>
              <a:gd name="connsiteY5" fmla="*/ 2704708 h 4075128"/>
              <a:gd name="connsiteX6" fmla="*/ 1574878 w 1602829"/>
              <a:gd name="connsiteY6" fmla="*/ 1777175 h 4075128"/>
              <a:gd name="connsiteX7" fmla="*/ 1125241 w 1602829"/>
              <a:gd name="connsiteY7" fmla="*/ 1037267 h 4075128"/>
              <a:gd name="connsiteX8" fmla="*/ 1208555 w 1602829"/>
              <a:gd name="connsiteY8" fmla="*/ 302821 h 4075128"/>
              <a:gd name="connsiteX9" fmla="*/ 1249382 w 1602829"/>
              <a:gd name="connsiteY9" fmla="*/ -1 h 4075128"/>
              <a:gd name="connsiteX0" fmla="*/ 0 w 1316175"/>
              <a:gd name="connsiteY0" fmla="*/ 3793423 h 3793423"/>
              <a:gd name="connsiteX1" fmla="*/ 467151 w 1316175"/>
              <a:gd name="connsiteY1" fmla="*/ 3685728 h 3793423"/>
              <a:gd name="connsiteX2" fmla="*/ 733657 w 1316175"/>
              <a:gd name="connsiteY2" fmla="*/ 3391573 h 3793423"/>
              <a:gd name="connsiteX3" fmla="*/ 1142042 w 1316175"/>
              <a:gd name="connsiteY3" fmla="*/ 3262481 h 3793423"/>
              <a:gd name="connsiteX4" fmla="*/ 1254669 w 1316175"/>
              <a:gd name="connsiteY4" fmla="*/ 2704710 h 3793423"/>
              <a:gd name="connsiteX5" fmla="*/ 1288224 w 1316175"/>
              <a:gd name="connsiteY5" fmla="*/ 1777177 h 3793423"/>
              <a:gd name="connsiteX6" fmla="*/ 838587 w 1316175"/>
              <a:gd name="connsiteY6" fmla="*/ 1037269 h 3793423"/>
              <a:gd name="connsiteX7" fmla="*/ 921901 w 1316175"/>
              <a:gd name="connsiteY7" fmla="*/ 302823 h 3793423"/>
              <a:gd name="connsiteX8" fmla="*/ 962728 w 1316175"/>
              <a:gd name="connsiteY8" fmla="*/ 1 h 3793423"/>
              <a:gd name="connsiteX0" fmla="*/ 0 w 1622049"/>
              <a:gd name="connsiteY0" fmla="*/ 3025339 h 3694243"/>
              <a:gd name="connsiteX1" fmla="*/ 773025 w 1622049"/>
              <a:gd name="connsiteY1" fmla="*/ 3685726 h 3694243"/>
              <a:gd name="connsiteX2" fmla="*/ 1039531 w 1622049"/>
              <a:gd name="connsiteY2" fmla="*/ 3391571 h 3694243"/>
              <a:gd name="connsiteX3" fmla="*/ 1447916 w 1622049"/>
              <a:gd name="connsiteY3" fmla="*/ 3262479 h 3694243"/>
              <a:gd name="connsiteX4" fmla="*/ 1560543 w 1622049"/>
              <a:gd name="connsiteY4" fmla="*/ 2704708 h 3694243"/>
              <a:gd name="connsiteX5" fmla="*/ 1594098 w 1622049"/>
              <a:gd name="connsiteY5" fmla="*/ 1777175 h 3694243"/>
              <a:gd name="connsiteX6" fmla="*/ 1144461 w 1622049"/>
              <a:gd name="connsiteY6" fmla="*/ 1037267 h 3694243"/>
              <a:gd name="connsiteX7" fmla="*/ 1227775 w 1622049"/>
              <a:gd name="connsiteY7" fmla="*/ 302821 h 3694243"/>
              <a:gd name="connsiteX8" fmla="*/ 1268602 w 1622049"/>
              <a:gd name="connsiteY8" fmla="*/ -1 h 3694243"/>
              <a:gd name="connsiteX0" fmla="*/ 0 w 1622049"/>
              <a:gd name="connsiteY0" fmla="*/ 3025341 h 3409899"/>
              <a:gd name="connsiteX1" fmla="*/ 571559 w 1622049"/>
              <a:gd name="connsiteY1" fmla="*/ 2944671 h 3409899"/>
              <a:gd name="connsiteX2" fmla="*/ 1039531 w 1622049"/>
              <a:gd name="connsiteY2" fmla="*/ 3391573 h 3409899"/>
              <a:gd name="connsiteX3" fmla="*/ 1447916 w 1622049"/>
              <a:gd name="connsiteY3" fmla="*/ 3262481 h 3409899"/>
              <a:gd name="connsiteX4" fmla="*/ 1560543 w 1622049"/>
              <a:gd name="connsiteY4" fmla="*/ 2704710 h 3409899"/>
              <a:gd name="connsiteX5" fmla="*/ 1594098 w 1622049"/>
              <a:gd name="connsiteY5" fmla="*/ 1777177 h 3409899"/>
              <a:gd name="connsiteX6" fmla="*/ 1144461 w 1622049"/>
              <a:gd name="connsiteY6" fmla="*/ 1037269 h 3409899"/>
              <a:gd name="connsiteX7" fmla="*/ 1227775 w 1622049"/>
              <a:gd name="connsiteY7" fmla="*/ 302823 h 3409899"/>
              <a:gd name="connsiteX8" fmla="*/ 1268602 w 1622049"/>
              <a:gd name="connsiteY8" fmla="*/ 1 h 3409899"/>
              <a:gd name="connsiteX0" fmla="*/ 0 w 1622049"/>
              <a:gd name="connsiteY0" fmla="*/ 3025339 h 3276453"/>
              <a:gd name="connsiteX1" fmla="*/ 571559 w 1622049"/>
              <a:gd name="connsiteY1" fmla="*/ 2944669 h 3276453"/>
              <a:gd name="connsiteX2" fmla="*/ 837486 w 1622049"/>
              <a:gd name="connsiteY2" fmla="*/ 3094647 h 3276453"/>
              <a:gd name="connsiteX3" fmla="*/ 1447916 w 1622049"/>
              <a:gd name="connsiteY3" fmla="*/ 3262479 h 3276453"/>
              <a:gd name="connsiteX4" fmla="*/ 1560543 w 1622049"/>
              <a:gd name="connsiteY4" fmla="*/ 2704708 h 3276453"/>
              <a:gd name="connsiteX5" fmla="*/ 1594098 w 1622049"/>
              <a:gd name="connsiteY5" fmla="*/ 1777175 h 3276453"/>
              <a:gd name="connsiteX6" fmla="*/ 1144461 w 1622049"/>
              <a:gd name="connsiteY6" fmla="*/ 1037267 h 3276453"/>
              <a:gd name="connsiteX7" fmla="*/ 1227775 w 1622049"/>
              <a:gd name="connsiteY7" fmla="*/ 302821 h 3276453"/>
              <a:gd name="connsiteX8" fmla="*/ 1268602 w 1622049"/>
              <a:gd name="connsiteY8" fmla="*/ -1 h 3276453"/>
              <a:gd name="connsiteX0" fmla="*/ 0 w 1622698"/>
              <a:gd name="connsiteY0" fmla="*/ 3025341 h 3240575"/>
              <a:gd name="connsiteX1" fmla="*/ 571559 w 1622698"/>
              <a:gd name="connsiteY1" fmla="*/ 2944671 h 3240575"/>
              <a:gd name="connsiteX2" fmla="*/ 837486 w 1622698"/>
              <a:gd name="connsiteY2" fmla="*/ 3094649 h 3240575"/>
              <a:gd name="connsiteX3" fmla="*/ 1426914 w 1622698"/>
              <a:gd name="connsiteY3" fmla="*/ 3224346 h 3240575"/>
              <a:gd name="connsiteX4" fmla="*/ 1560543 w 1622698"/>
              <a:gd name="connsiteY4" fmla="*/ 2704710 h 3240575"/>
              <a:gd name="connsiteX5" fmla="*/ 1594098 w 1622698"/>
              <a:gd name="connsiteY5" fmla="*/ 1777177 h 3240575"/>
              <a:gd name="connsiteX6" fmla="*/ 1144461 w 1622698"/>
              <a:gd name="connsiteY6" fmla="*/ 1037269 h 3240575"/>
              <a:gd name="connsiteX7" fmla="*/ 1227775 w 1622698"/>
              <a:gd name="connsiteY7" fmla="*/ 302823 h 3240575"/>
              <a:gd name="connsiteX8" fmla="*/ 1268602 w 1622698"/>
              <a:gd name="connsiteY8" fmla="*/ 1 h 3240575"/>
              <a:gd name="connsiteX0" fmla="*/ 0 w 1051139"/>
              <a:gd name="connsiteY0" fmla="*/ 2944669 h 3240575"/>
              <a:gd name="connsiteX1" fmla="*/ 265927 w 1051139"/>
              <a:gd name="connsiteY1" fmla="*/ 3094647 h 3240575"/>
              <a:gd name="connsiteX2" fmla="*/ 855355 w 1051139"/>
              <a:gd name="connsiteY2" fmla="*/ 3224344 h 3240575"/>
              <a:gd name="connsiteX3" fmla="*/ 988984 w 1051139"/>
              <a:gd name="connsiteY3" fmla="*/ 2704708 h 3240575"/>
              <a:gd name="connsiteX4" fmla="*/ 1022539 w 1051139"/>
              <a:gd name="connsiteY4" fmla="*/ 1777175 h 3240575"/>
              <a:gd name="connsiteX5" fmla="*/ 572902 w 1051139"/>
              <a:gd name="connsiteY5" fmla="*/ 1037267 h 3240575"/>
              <a:gd name="connsiteX6" fmla="*/ 656216 w 1051139"/>
              <a:gd name="connsiteY6" fmla="*/ 302821 h 3240575"/>
              <a:gd name="connsiteX7" fmla="*/ 697043 w 1051139"/>
              <a:gd name="connsiteY7" fmla="*/ -1 h 3240575"/>
              <a:gd name="connsiteX0" fmla="*/ 0 w 785212"/>
              <a:gd name="connsiteY0" fmla="*/ 3094649 h 3240575"/>
              <a:gd name="connsiteX1" fmla="*/ 589428 w 785212"/>
              <a:gd name="connsiteY1" fmla="*/ 3224346 h 3240575"/>
              <a:gd name="connsiteX2" fmla="*/ 723057 w 785212"/>
              <a:gd name="connsiteY2" fmla="*/ 2704710 h 3240575"/>
              <a:gd name="connsiteX3" fmla="*/ 756612 w 785212"/>
              <a:gd name="connsiteY3" fmla="*/ 1777177 h 3240575"/>
              <a:gd name="connsiteX4" fmla="*/ 306975 w 785212"/>
              <a:gd name="connsiteY4" fmla="*/ 1037269 h 3240575"/>
              <a:gd name="connsiteX5" fmla="*/ 390289 w 785212"/>
              <a:gd name="connsiteY5" fmla="*/ 302823 h 3240575"/>
              <a:gd name="connsiteX6" fmla="*/ 431116 w 785212"/>
              <a:gd name="connsiteY6" fmla="*/ 1 h 3240575"/>
              <a:gd name="connsiteX0" fmla="*/ 0 w 817128"/>
              <a:gd name="connsiteY0" fmla="*/ 4112793 h 4115012"/>
              <a:gd name="connsiteX1" fmla="*/ 621344 w 817128"/>
              <a:gd name="connsiteY1" fmla="*/ 3224344 h 4115012"/>
              <a:gd name="connsiteX2" fmla="*/ 754973 w 817128"/>
              <a:gd name="connsiteY2" fmla="*/ 2704708 h 4115012"/>
              <a:gd name="connsiteX3" fmla="*/ 788528 w 817128"/>
              <a:gd name="connsiteY3" fmla="*/ 1777175 h 4115012"/>
              <a:gd name="connsiteX4" fmla="*/ 338891 w 817128"/>
              <a:gd name="connsiteY4" fmla="*/ 1037267 h 4115012"/>
              <a:gd name="connsiteX5" fmla="*/ 422205 w 817128"/>
              <a:gd name="connsiteY5" fmla="*/ 302821 h 4115012"/>
              <a:gd name="connsiteX6" fmla="*/ 463032 w 817128"/>
              <a:gd name="connsiteY6" fmla="*/ -1 h 4115012"/>
              <a:gd name="connsiteX0" fmla="*/ 0 w 817128"/>
              <a:gd name="connsiteY0" fmla="*/ 4112795 h 4112794"/>
              <a:gd name="connsiteX1" fmla="*/ 621344 w 817128"/>
              <a:gd name="connsiteY1" fmla="*/ 3224346 h 4112794"/>
              <a:gd name="connsiteX2" fmla="*/ 754973 w 817128"/>
              <a:gd name="connsiteY2" fmla="*/ 2704710 h 4112794"/>
              <a:gd name="connsiteX3" fmla="*/ 788528 w 817128"/>
              <a:gd name="connsiteY3" fmla="*/ 1777177 h 4112794"/>
              <a:gd name="connsiteX4" fmla="*/ 338891 w 817128"/>
              <a:gd name="connsiteY4" fmla="*/ 1037269 h 4112794"/>
              <a:gd name="connsiteX5" fmla="*/ 422205 w 817128"/>
              <a:gd name="connsiteY5" fmla="*/ 302823 h 4112794"/>
              <a:gd name="connsiteX6" fmla="*/ 463032 w 817128"/>
              <a:gd name="connsiteY6" fmla="*/ 1 h 4112794"/>
              <a:gd name="connsiteX0" fmla="*/ 0 w 823639"/>
              <a:gd name="connsiteY0" fmla="*/ 4112793 h 4112794"/>
              <a:gd name="connsiteX1" fmla="*/ 442535 w 823639"/>
              <a:gd name="connsiteY1" fmla="*/ 3392726 h 4112794"/>
              <a:gd name="connsiteX2" fmla="*/ 754973 w 823639"/>
              <a:gd name="connsiteY2" fmla="*/ 2704708 h 4112794"/>
              <a:gd name="connsiteX3" fmla="*/ 788528 w 823639"/>
              <a:gd name="connsiteY3" fmla="*/ 1777175 h 4112794"/>
              <a:gd name="connsiteX4" fmla="*/ 338891 w 823639"/>
              <a:gd name="connsiteY4" fmla="*/ 1037267 h 4112794"/>
              <a:gd name="connsiteX5" fmla="*/ 422205 w 823639"/>
              <a:gd name="connsiteY5" fmla="*/ 302821 h 4112794"/>
              <a:gd name="connsiteX6" fmla="*/ 463032 w 823639"/>
              <a:gd name="connsiteY6" fmla="*/ -1 h 4112794"/>
              <a:gd name="connsiteX0" fmla="*/ 0 w 769379"/>
              <a:gd name="connsiteY0" fmla="*/ 4253682 h 4253682"/>
              <a:gd name="connsiteX1" fmla="*/ 388275 w 769379"/>
              <a:gd name="connsiteY1" fmla="*/ 3392728 h 4253682"/>
              <a:gd name="connsiteX2" fmla="*/ 700713 w 769379"/>
              <a:gd name="connsiteY2" fmla="*/ 2704710 h 4253682"/>
              <a:gd name="connsiteX3" fmla="*/ 734268 w 769379"/>
              <a:gd name="connsiteY3" fmla="*/ 1777177 h 4253682"/>
              <a:gd name="connsiteX4" fmla="*/ 284631 w 769379"/>
              <a:gd name="connsiteY4" fmla="*/ 1037269 h 4253682"/>
              <a:gd name="connsiteX5" fmla="*/ 367945 w 769379"/>
              <a:gd name="connsiteY5" fmla="*/ 302823 h 4253682"/>
              <a:gd name="connsiteX6" fmla="*/ 408772 w 769379"/>
              <a:gd name="connsiteY6" fmla="*/ 1 h 4253682"/>
              <a:gd name="connsiteX0" fmla="*/ 0 w 771001"/>
              <a:gd name="connsiteY0" fmla="*/ 4253680 h 4253680"/>
              <a:gd name="connsiteX1" fmla="*/ 350262 w 771001"/>
              <a:gd name="connsiteY1" fmla="*/ 3419908 h 4253680"/>
              <a:gd name="connsiteX2" fmla="*/ 700713 w 771001"/>
              <a:gd name="connsiteY2" fmla="*/ 2704708 h 4253680"/>
              <a:gd name="connsiteX3" fmla="*/ 734268 w 771001"/>
              <a:gd name="connsiteY3" fmla="*/ 1777175 h 4253680"/>
              <a:gd name="connsiteX4" fmla="*/ 284631 w 771001"/>
              <a:gd name="connsiteY4" fmla="*/ 1037267 h 4253680"/>
              <a:gd name="connsiteX5" fmla="*/ 367945 w 771001"/>
              <a:gd name="connsiteY5" fmla="*/ 302821 h 4253680"/>
              <a:gd name="connsiteX6" fmla="*/ 408772 w 771001"/>
              <a:gd name="connsiteY6" fmla="*/ -1 h 4253680"/>
              <a:gd name="connsiteX0" fmla="*/ 0 w 705972"/>
              <a:gd name="connsiteY0" fmla="*/ 4459093 h 4459092"/>
              <a:gd name="connsiteX1" fmla="*/ 285233 w 705972"/>
              <a:gd name="connsiteY1" fmla="*/ 3419910 h 4459092"/>
              <a:gd name="connsiteX2" fmla="*/ 635684 w 705972"/>
              <a:gd name="connsiteY2" fmla="*/ 2704710 h 4459092"/>
              <a:gd name="connsiteX3" fmla="*/ 669239 w 705972"/>
              <a:gd name="connsiteY3" fmla="*/ 1777177 h 4459092"/>
              <a:gd name="connsiteX4" fmla="*/ 219602 w 705972"/>
              <a:gd name="connsiteY4" fmla="*/ 1037269 h 4459092"/>
              <a:gd name="connsiteX5" fmla="*/ 302916 w 705972"/>
              <a:gd name="connsiteY5" fmla="*/ 302823 h 4459092"/>
              <a:gd name="connsiteX6" fmla="*/ 343743 w 705972"/>
              <a:gd name="connsiteY6" fmla="*/ 1 h 4459092"/>
              <a:gd name="connsiteX0" fmla="*/ 0 w 705972"/>
              <a:gd name="connsiteY0" fmla="*/ 4459091 h 4459092"/>
              <a:gd name="connsiteX1" fmla="*/ 285233 w 705972"/>
              <a:gd name="connsiteY1" fmla="*/ 3419908 h 4459092"/>
              <a:gd name="connsiteX2" fmla="*/ 635684 w 705972"/>
              <a:gd name="connsiteY2" fmla="*/ 2704708 h 4459092"/>
              <a:gd name="connsiteX3" fmla="*/ 669239 w 705972"/>
              <a:gd name="connsiteY3" fmla="*/ 1777175 h 4459092"/>
              <a:gd name="connsiteX4" fmla="*/ 219602 w 705972"/>
              <a:gd name="connsiteY4" fmla="*/ 1037267 h 4459092"/>
              <a:gd name="connsiteX5" fmla="*/ 302916 w 705972"/>
              <a:gd name="connsiteY5" fmla="*/ 302821 h 4459092"/>
              <a:gd name="connsiteX6" fmla="*/ 343743 w 705972"/>
              <a:gd name="connsiteY6" fmla="*/ -1 h 4459092"/>
              <a:gd name="connsiteX0" fmla="*/ 0 w 704561"/>
              <a:gd name="connsiteY0" fmla="*/ 4459093 h 4459092"/>
              <a:gd name="connsiteX1" fmla="*/ 285233 w 704561"/>
              <a:gd name="connsiteY1" fmla="*/ 3419910 h 4459092"/>
              <a:gd name="connsiteX2" fmla="*/ 631982 w 704561"/>
              <a:gd name="connsiteY2" fmla="*/ 2793677 h 4459092"/>
              <a:gd name="connsiteX3" fmla="*/ 669239 w 704561"/>
              <a:gd name="connsiteY3" fmla="*/ 1777177 h 4459092"/>
              <a:gd name="connsiteX4" fmla="*/ 219602 w 704561"/>
              <a:gd name="connsiteY4" fmla="*/ 1037269 h 4459092"/>
              <a:gd name="connsiteX5" fmla="*/ 302916 w 704561"/>
              <a:gd name="connsiteY5" fmla="*/ 302823 h 4459092"/>
              <a:gd name="connsiteX6" fmla="*/ 343743 w 704561"/>
              <a:gd name="connsiteY6" fmla="*/ 1 h 4459092"/>
              <a:gd name="connsiteX0" fmla="*/ 0 w 704561"/>
              <a:gd name="connsiteY0" fmla="*/ 4459091 h 4459092"/>
              <a:gd name="connsiteX1" fmla="*/ 285233 w 704561"/>
              <a:gd name="connsiteY1" fmla="*/ 3419908 h 4459092"/>
              <a:gd name="connsiteX2" fmla="*/ 631982 w 704561"/>
              <a:gd name="connsiteY2" fmla="*/ 2793675 h 4459092"/>
              <a:gd name="connsiteX3" fmla="*/ 669239 w 704561"/>
              <a:gd name="connsiteY3" fmla="*/ 1777175 h 4459092"/>
              <a:gd name="connsiteX4" fmla="*/ 219602 w 704561"/>
              <a:gd name="connsiteY4" fmla="*/ 1037267 h 4459092"/>
              <a:gd name="connsiteX5" fmla="*/ 411556 w 704561"/>
              <a:gd name="connsiteY5" fmla="*/ 267412 h 4459092"/>
              <a:gd name="connsiteX6" fmla="*/ 343743 w 704561"/>
              <a:gd name="connsiteY6" fmla="*/ -1 h 4459092"/>
              <a:gd name="connsiteX0" fmla="*/ 0 w 692105"/>
              <a:gd name="connsiteY0" fmla="*/ 4459093 h 4459092"/>
              <a:gd name="connsiteX1" fmla="*/ 285233 w 692105"/>
              <a:gd name="connsiteY1" fmla="*/ 3419910 h 4459092"/>
              <a:gd name="connsiteX2" fmla="*/ 590743 w 692105"/>
              <a:gd name="connsiteY2" fmla="*/ 2767956 h 4459092"/>
              <a:gd name="connsiteX3" fmla="*/ 669239 w 692105"/>
              <a:gd name="connsiteY3" fmla="*/ 1777177 h 4459092"/>
              <a:gd name="connsiteX4" fmla="*/ 219602 w 692105"/>
              <a:gd name="connsiteY4" fmla="*/ 1037269 h 4459092"/>
              <a:gd name="connsiteX5" fmla="*/ 411556 w 692105"/>
              <a:gd name="connsiteY5" fmla="*/ 267414 h 4459092"/>
              <a:gd name="connsiteX6" fmla="*/ 343743 w 692105"/>
              <a:gd name="connsiteY6" fmla="*/ 1 h 445909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60346 w 640895"/>
              <a:gd name="connsiteY5" fmla="*/ 267412 h 4460880"/>
              <a:gd name="connsiteX6" fmla="*/ 292533 w 640895"/>
              <a:gd name="connsiteY6" fmla="*/ -1 h 4460880"/>
              <a:gd name="connsiteX0" fmla="*/ 0 w 640895"/>
              <a:gd name="connsiteY0" fmla="*/ 4460882 h 4460882"/>
              <a:gd name="connsiteX1" fmla="*/ 234023 w 640895"/>
              <a:gd name="connsiteY1" fmla="*/ 3419910 h 4460882"/>
              <a:gd name="connsiteX2" fmla="*/ 539533 w 640895"/>
              <a:gd name="connsiteY2" fmla="*/ 2767956 h 4460882"/>
              <a:gd name="connsiteX3" fmla="*/ 618029 w 640895"/>
              <a:gd name="connsiteY3" fmla="*/ 1777177 h 4460882"/>
              <a:gd name="connsiteX4" fmla="*/ 168392 w 640895"/>
              <a:gd name="connsiteY4" fmla="*/ 1037269 h 4460882"/>
              <a:gd name="connsiteX5" fmla="*/ 360346 w 640895"/>
              <a:gd name="connsiteY5" fmla="*/ 267414 h 4460882"/>
              <a:gd name="connsiteX6" fmla="*/ 292533 w 640895"/>
              <a:gd name="connsiteY6" fmla="*/ 1 h 446088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07808 w 640895"/>
              <a:gd name="connsiteY5" fmla="*/ 352990 h 4460880"/>
              <a:gd name="connsiteX6" fmla="*/ 292533 w 640895"/>
              <a:gd name="connsiteY6" fmla="*/ -1 h 4460880"/>
              <a:gd name="connsiteX0" fmla="*/ 0 w 640895"/>
              <a:gd name="connsiteY0" fmla="*/ 4449562 h 4449562"/>
              <a:gd name="connsiteX1" fmla="*/ 234023 w 640895"/>
              <a:gd name="connsiteY1" fmla="*/ 3408590 h 4449562"/>
              <a:gd name="connsiteX2" fmla="*/ 539533 w 640895"/>
              <a:gd name="connsiteY2" fmla="*/ 2756636 h 4449562"/>
              <a:gd name="connsiteX3" fmla="*/ 618029 w 640895"/>
              <a:gd name="connsiteY3" fmla="*/ 1765857 h 4449562"/>
              <a:gd name="connsiteX4" fmla="*/ 168392 w 640895"/>
              <a:gd name="connsiteY4" fmla="*/ 1025949 h 4449562"/>
              <a:gd name="connsiteX5" fmla="*/ 307808 w 640895"/>
              <a:gd name="connsiteY5" fmla="*/ 341672 h 4449562"/>
              <a:gd name="connsiteX6" fmla="*/ 199493 w 640895"/>
              <a:gd name="connsiteY6" fmla="*/ 0 h 4449562"/>
              <a:gd name="connsiteX0" fmla="*/ 0 w 628896"/>
              <a:gd name="connsiteY0" fmla="*/ 4449562 h 4449562"/>
              <a:gd name="connsiteX1" fmla="*/ 234023 w 628896"/>
              <a:gd name="connsiteY1" fmla="*/ 3408590 h 4449562"/>
              <a:gd name="connsiteX2" fmla="*/ 539533 w 628896"/>
              <a:gd name="connsiteY2" fmla="*/ 2756636 h 4449562"/>
              <a:gd name="connsiteX3" fmla="*/ 618029 w 628896"/>
              <a:gd name="connsiteY3" fmla="*/ 1765857 h 4449562"/>
              <a:gd name="connsiteX4" fmla="*/ 340222 w 628896"/>
              <a:gd name="connsiteY4" fmla="*/ 1321421 h 4449562"/>
              <a:gd name="connsiteX5" fmla="*/ 168392 w 628896"/>
              <a:gd name="connsiteY5" fmla="*/ 1025949 h 4449562"/>
              <a:gd name="connsiteX6" fmla="*/ 307808 w 628896"/>
              <a:gd name="connsiteY6" fmla="*/ 341672 h 4449562"/>
              <a:gd name="connsiteX7" fmla="*/ 199493 w 628896"/>
              <a:gd name="connsiteY7" fmla="*/ 0 h 4449562"/>
              <a:gd name="connsiteX0" fmla="*/ 0 w 628896"/>
              <a:gd name="connsiteY0" fmla="*/ 4449562 h 4449562"/>
              <a:gd name="connsiteX1" fmla="*/ 234023 w 628896"/>
              <a:gd name="connsiteY1" fmla="*/ 3408590 h 4449562"/>
              <a:gd name="connsiteX2" fmla="*/ 539533 w 628896"/>
              <a:gd name="connsiteY2" fmla="*/ 2756636 h 4449562"/>
              <a:gd name="connsiteX3" fmla="*/ 618029 w 628896"/>
              <a:gd name="connsiteY3" fmla="*/ 1765857 h 4449562"/>
              <a:gd name="connsiteX4" fmla="*/ 340222 w 628896"/>
              <a:gd name="connsiteY4" fmla="*/ 1321421 h 4449562"/>
              <a:gd name="connsiteX5" fmla="*/ 191331 w 628896"/>
              <a:gd name="connsiteY5" fmla="*/ 812267 h 4449562"/>
              <a:gd name="connsiteX6" fmla="*/ 307808 w 628896"/>
              <a:gd name="connsiteY6" fmla="*/ 341672 h 4449562"/>
              <a:gd name="connsiteX7" fmla="*/ 199493 w 628896"/>
              <a:gd name="connsiteY7" fmla="*/ 0 h 444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8896" h="4449562">
                <a:moveTo>
                  <a:pt x="0" y="4449562"/>
                </a:moveTo>
                <a:cubicBezTo>
                  <a:pt x="108450" y="3956842"/>
                  <a:pt x="144101" y="3690744"/>
                  <a:pt x="234023" y="3408590"/>
                </a:cubicBezTo>
                <a:cubicBezTo>
                  <a:pt x="323945" y="3126436"/>
                  <a:pt x="475532" y="3030425"/>
                  <a:pt x="539533" y="2756636"/>
                </a:cubicBezTo>
                <a:cubicBezTo>
                  <a:pt x="603534" y="2482847"/>
                  <a:pt x="651247" y="2005059"/>
                  <a:pt x="618029" y="1765857"/>
                </a:cubicBezTo>
                <a:cubicBezTo>
                  <a:pt x="584811" y="1526655"/>
                  <a:pt x="415162" y="1444739"/>
                  <a:pt x="340222" y="1321421"/>
                </a:cubicBezTo>
                <a:cubicBezTo>
                  <a:pt x="265283" y="1198103"/>
                  <a:pt x="196733" y="975558"/>
                  <a:pt x="191331" y="812267"/>
                </a:cubicBezTo>
                <a:cubicBezTo>
                  <a:pt x="185929" y="648976"/>
                  <a:pt x="346499" y="544480"/>
                  <a:pt x="307808" y="341672"/>
                </a:cubicBezTo>
                <a:cubicBezTo>
                  <a:pt x="269117" y="138864"/>
                  <a:pt x="257576" y="95623"/>
                  <a:pt x="199493"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AD58132F-6C69-FC6B-87CF-6253197193DB}"/>
              </a:ext>
            </a:extLst>
          </p:cNvPr>
          <p:cNvSpPr/>
          <p:nvPr userDrawn="1"/>
        </p:nvSpPr>
        <p:spPr>
          <a:xfrm rot="11226050" flipV="1">
            <a:off x="6561266" y="4331140"/>
            <a:ext cx="846255" cy="2479828"/>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241649 w 1563565"/>
              <a:gd name="connsiteY11" fmla="*/ 2847214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87914 w 1563565"/>
              <a:gd name="connsiteY12" fmla="*/ 3198009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456687 w 1563565"/>
              <a:gd name="connsiteY10" fmla="*/ 2924466 h 3270982"/>
              <a:gd name="connsiteX11" fmla="*/ 187914 w 1563565"/>
              <a:gd name="connsiteY11" fmla="*/ 3198009 h 3270982"/>
              <a:gd name="connsiteX12" fmla="*/ 0 w 1563565"/>
              <a:gd name="connsiteY12"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32109 w 1563565"/>
              <a:gd name="connsiteY7" fmla="*/ 196800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732109 w 1563565"/>
              <a:gd name="connsiteY6" fmla="*/ 1968009 h 3270982"/>
              <a:gd name="connsiteX7" fmla="*/ 512193 w 1563565"/>
              <a:gd name="connsiteY7" fmla="*/ 2270745 h 3270982"/>
              <a:gd name="connsiteX8" fmla="*/ 456687 w 1563565"/>
              <a:gd name="connsiteY8" fmla="*/ 2924466 h 3270982"/>
              <a:gd name="connsiteX9" fmla="*/ 187914 w 1563565"/>
              <a:gd name="connsiteY9" fmla="*/ 3198009 h 3270982"/>
              <a:gd name="connsiteX10" fmla="*/ 0 w 1563565"/>
              <a:gd name="connsiteY10" fmla="*/ 3270982 h 3270982"/>
              <a:gd name="connsiteX0" fmla="*/ 967331 w 1563837"/>
              <a:gd name="connsiteY0" fmla="*/ 0 h 3270982"/>
              <a:gd name="connsiteX1" fmla="*/ 1209867 w 1563837"/>
              <a:gd name="connsiteY1" fmla="*/ 370350 h 3270982"/>
              <a:gd name="connsiteX2" fmla="*/ 1433322 w 1563837"/>
              <a:gd name="connsiteY2" fmla="*/ 616269 h 3270982"/>
              <a:gd name="connsiteX3" fmla="*/ 1562481 w 1563837"/>
              <a:gd name="connsiteY3" fmla="*/ 913068 h 3270982"/>
              <a:gd name="connsiteX4" fmla="*/ 1488281 w 1563837"/>
              <a:gd name="connsiteY4" fmla="*/ 1219487 h 3270982"/>
              <a:gd name="connsiteX5" fmla="*/ 1218273 w 1563837"/>
              <a:gd name="connsiteY5" fmla="*/ 1616958 h 3270982"/>
              <a:gd name="connsiteX6" fmla="*/ 732109 w 1563837"/>
              <a:gd name="connsiteY6" fmla="*/ 1968009 h 3270982"/>
              <a:gd name="connsiteX7" fmla="*/ 512193 w 1563837"/>
              <a:gd name="connsiteY7" fmla="*/ 2270745 h 3270982"/>
              <a:gd name="connsiteX8" fmla="*/ 456687 w 1563837"/>
              <a:gd name="connsiteY8" fmla="*/ 2924466 h 3270982"/>
              <a:gd name="connsiteX9" fmla="*/ 187914 w 1563837"/>
              <a:gd name="connsiteY9" fmla="*/ 3198009 h 3270982"/>
              <a:gd name="connsiteX10" fmla="*/ 0 w 1563837"/>
              <a:gd name="connsiteY10" fmla="*/ 3270982 h 3270982"/>
              <a:gd name="connsiteX0" fmla="*/ 1209867 w 1563837"/>
              <a:gd name="connsiteY0" fmla="*/ 0 h 2900632"/>
              <a:gd name="connsiteX1" fmla="*/ 1433322 w 1563837"/>
              <a:gd name="connsiteY1" fmla="*/ 245919 h 2900632"/>
              <a:gd name="connsiteX2" fmla="*/ 1562481 w 1563837"/>
              <a:gd name="connsiteY2" fmla="*/ 542718 h 2900632"/>
              <a:gd name="connsiteX3" fmla="*/ 1488281 w 1563837"/>
              <a:gd name="connsiteY3" fmla="*/ 849137 h 2900632"/>
              <a:gd name="connsiteX4" fmla="*/ 1218273 w 1563837"/>
              <a:gd name="connsiteY4" fmla="*/ 1246608 h 2900632"/>
              <a:gd name="connsiteX5" fmla="*/ 732109 w 1563837"/>
              <a:gd name="connsiteY5" fmla="*/ 1597659 h 2900632"/>
              <a:gd name="connsiteX6" fmla="*/ 512193 w 1563837"/>
              <a:gd name="connsiteY6" fmla="*/ 1900395 h 2900632"/>
              <a:gd name="connsiteX7" fmla="*/ 456687 w 1563837"/>
              <a:gd name="connsiteY7" fmla="*/ 2554116 h 2900632"/>
              <a:gd name="connsiteX8" fmla="*/ 187914 w 1563837"/>
              <a:gd name="connsiteY8" fmla="*/ 2827659 h 2900632"/>
              <a:gd name="connsiteX9" fmla="*/ 0 w 1563837"/>
              <a:gd name="connsiteY9" fmla="*/ 2900632 h 2900632"/>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255624 w 1563837"/>
              <a:gd name="connsiteY1" fmla="*/ 274827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488504"/>
              <a:gd name="connsiteY0" fmla="*/ 0 h 2961654"/>
              <a:gd name="connsiteX1" fmla="*/ 1255624 w 1488504"/>
              <a:gd name="connsiteY1" fmla="*/ 274827 h 2961654"/>
              <a:gd name="connsiteX2" fmla="*/ 1488281 w 1488504"/>
              <a:gd name="connsiteY2" fmla="*/ 910159 h 2961654"/>
              <a:gd name="connsiteX3" fmla="*/ 1218273 w 1488504"/>
              <a:gd name="connsiteY3" fmla="*/ 1307630 h 2961654"/>
              <a:gd name="connsiteX4" fmla="*/ 732109 w 1488504"/>
              <a:gd name="connsiteY4" fmla="*/ 1658681 h 2961654"/>
              <a:gd name="connsiteX5" fmla="*/ 512193 w 1488504"/>
              <a:gd name="connsiteY5" fmla="*/ 1961417 h 2961654"/>
              <a:gd name="connsiteX6" fmla="*/ 456687 w 1488504"/>
              <a:gd name="connsiteY6" fmla="*/ 2615138 h 2961654"/>
              <a:gd name="connsiteX7" fmla="*/ 187914 w 1488504"/>
              <a:gd name="connsiteY7" fmla="*/ 2888681 h 2961654"/>
              <a:gd name="connsiteX8" fmla="*/ 0 w 1488504"/>
              <a:gd name="connsiteY8" fmla="*/ 2961654 h 2961654"/>
              <a:gd name="connsiteX0" fmla="*/ 804435 w 1376011"/>
              <a:gd name="connsiteY0" fmla="*/ 0 h 2961654"/>
              <a:gd name="connsiteX1" fmla="*/ 1255624 w 1376011"/>
              <a:gd name="connsiteY1" fmla="*/ 274827 h 2961654"/>
              <a:gd name="connsiteX2" fmla="*/ 1375240 w 1376011"/>
              <a:gd name="connsiteY2" fmla="*/ 839095 h 2961654"/>
              <a:gd name="connsiteX3" fmla="*/ 1218273 w 1376011"/>
              <a:gd name="connsiteY3" fmla="*/ 1307630 h 2961654"/>
              <a:gd name="connsiteX4" fmla="*/ 732109 w 1376011"/>
              <a:gd name="connsiteY4" fmla="*/ 1658681 h 2961654"/>
              <a:gd name="connsiteX5" fmla="*/ 512193 w 1376011"/>
              <a:gd name="connsiteY5" fmla="*/ 1961417 h 2961654"/>
              <a:gd name="connsiteX6" fmla="*/ 456687 w 1376011"/>
              <a:gd name="connsiteY6" fmla="*/ 2615138 h 2961654"/>
              <a:gd name="connsiteX7" fmla="*/ 187914 w 1376011"/>
              <a:gd name="connsiteY7" fmla="*/ 2888681 h 2961654"/>
              <a:gd name="connsiteX8" fmla="*/ 0 w 1376011"/>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512193 w 1384277"/>
              <a:gd name="connsiteY5" fmla="*/ 1961417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50195 w 1384277"/>
              <a:gd name="connsiteY5" fmla="*/ 1993868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40533"/>
              <a:gd name="connsiteY0" fmla="*/ 0 h 2961654"/>
              <a:gd name="connsiteX1" fmla="*/ 1255624 w 1340533"/>
              <a:gd name="connsiteY1" fmla="*/ 274827 h 2961654"/>
              <a:gd name="connsiteX2" fmla="*/ 1324904 w 1340533"/>
              <a:gd name="connsiteY2" fmla="*/ 791064 h 2961654"/>
              <a:gd name="connsiteX3" fmla="*/ 1063021 w 1340533"/>
              <a:gd name="connsiteY3" fmla="*/ 1230569 h 2961654"/>
              <a:gd name="connsiteX4" fmla="*/ 644801 w 1340533"/>
              <a:gd name="connsiteY4" fmla="*/ 1557015 h 2961654"/>
              <a:gd name="connsiteX5" fmla="*/ 450195 w 1340533"/>
              <a:gd name="connsiteY5" fmla="*/ 1993868 h 2961654"/>
              <a:gd name="connsiteX6" fmla="*/ 456687 w 1340533"/>
              <a:gd name="connsiteY6" fmla="*/ 2615138 h 2961654"/>
              <a:gd name="connsiteX7" fmla="*/ 187914 w 1340533"/>
              <a:gd name="connsiteY7" fmla="*/ 2888681 h 2961654"/>
              <a:gd name="connsiteX8" fmla="*/ 0 w 1340533"/>
              <a:gd name="connsiteY8" fmla="*/ 2961654 h 2961654"/>
              <a:gd name="connsiteX0" fmla="*/ 631492 w 1167590"/>
              <a:gd name="connsiteY0" fmla="*/ 0 h 3058096"/>
              <a:gd name="connsiteX1" fmla="*/ 1082681 w 1167590"/>
              <a:gd name="connsiteY1" fmla="*/ 274827 h 3058096"/>
              <a:gd name="connsiteX2" fmla="*/ 1151961 w 1167590"/>
              <a:gd name="connsiteY2" fmla="*/ 791064 h 3058096"/>
              <a:gd name="connsiteX3" fmla="*/ 890078 w 1167590"/>
              <a:gd name="connsiteY3" fmla="*/ 1230569 h 3058096"/>
              <a:gd name="connsiteX4" fmla="*/ 471858 w 1167590"/>
              <a:gd name="connsiteY4" fmla="*/ 1557015 h 3058096"/>
              <a:gd name="connsiteX5" fmla="*/ 277252 w 1167590"/>
              <a:gd name="connsiteY5" fmla="*/ 1993868 h 3058096"/>
              <a:gd name="connsiteX6" fmla="*/ 283744 w 1167590"/>
              <a:gd name="connsiteY6" fmla="*/ 2615138 h 3058096"/>
              <a:gd name="connsiteX7" fmla="*/ 14971 w 1167590"/>
              <a:gd name="connsiteY7" fmla="*/ 2888681 h 3058096"/>
              <a:gd name="connsiteX8" fmla="*/ 140567 w 116759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0512 w 1100850"/>
              <a:gd name="connsiteY5" fmla="*/ 1993868 h 3058096"/>
              <a:gd name="connsiteX6" fmla="*/ 217004 w 1100850"/>
              <a:gd name="connsiteY6" fmla="*/ 2615138 h 3058096"/>
              <a:gd name="connsiteX7" fmla="*/ 19936 w 1100850"/>
              <a:gd name="connsiteY7" fmla="*/ 2845485 h 3058096"/>
              <a:gd name="connsiteX8" fmla="*/ 73827 w 1100850"/>
              <a:gd name="connsiteY8" fmla="*/ 3058096 h 3058096"/>
              <a:gd name="connsiteX0" fmla="*/ 177635 w 1119539"/>
              <a:gd name="connsiteY0" fmla="*/ -1 h 3016929"/>
              <a:gd name="connsiteX1" fmla="*/ 1015941 w 1119539"/>
              <a:gd name="connsiteY1" fmla="*/ 233660 h 3016929"/>
              <a:gd name="connsiteX2" fmla="*/ 1085221 w 1119539"/>
              <a:gd name="connsiteY2" fmla="*/ 749897 h 3016929"/>
              <a:gd name="connsiteX3" fmla="*/ 823338 w 1119539"/>
              <a:gd name="connsiteY3" fmla="*/ 1189402 h 3016929"/>
              <a:gd name="connsiteX4" fmla="*/ 405118 w 1119539"/>
              <a:gd name="connsiteY4" fmla="*/ 1515848 h 3016929"/>
              <a:gd name="connsiteX5" fmla="*/ 210512 w 1119539"/>
              <a:gd name="connsiteY5" fmla="*/ 1952701 h 3016929"/>
              <a:gd name="connsiteX6" fmla="*/ 217004 w 1119539"/>
              <a:gd name="connsiteY6" fmla="*/ 2573971 h 3016929"/>
              <a:gd name="connsiteX7" fmla="*/ 19936 w 1119539"/>
              <a:gd name="connsiteY7" fmla="*/ 2804318 h 3016929"/>
              <a:gd name="connsiteX8" fmla="*/ 73827 w 1119539"/>
              <a:gd name="connsiteY8" fmla="*/ 3016929 h 3016929"/>
              <a:gd name="connsiteX0" fmla="*/ 177635 w 1090217"/>
              <a:gd name="connsiteY0" fmla="*/ 0 h 3016930"/>
              <a:gd name="connsiteX1" fmla="*/ 595987 w 1090217"/>
              <a:gd name="connsiteY1" fmla="*/ 134318 h 3016930"/>
              <a:gd name="connsiteX2" fmla="*/ 1085221 w 1090217"/>
              <a:gd name="connsiteY2" fmla="*/ 749898 h 3016930"/>
              <a:gd name="connsiteX3" fmla="*/ 823338 w 1090217"/>
              <a:gd name="connsiteY3" fmla="*/ 1189403 h 3016930"/>
              <a:gd name="connsiteX4" fmla="*/ 405118 w 1090217"/>
              <a:gd name="connsiteY4" fmla="*/ 1515849 h 3016930"/>
              <a:gd name="connsiteX5" fmla="*/ 210512 w 1090217"/>
              <a:gd name="connsiteY5" fmla="*/ 1952702 h 3016930"/>
              <a:gd name="connsiteX6" fmla="*/ 217004 w 1090217"/>
              <a:gd name="connsiteY6" fmla="*/ 2573972 h 3016930"/>
              <a:gd name="connsiteX7" fmla="*/ 19936 w 1090217"/>
              <a:gd name="connsiteY7" fmla="*/ 2804319 h 3016930"/>
              <a:gd name="connsiteX8" fmla="*/ 73827 w 1090217"/>
              <a:gd name="connsiteY8" fmla="*/ 3016930 h 3016930"/>
              <a:gd name="connsiteX0" fmla="*/ 177635 w 862837"/>
              <a:gd name="connsiteY0" fmla="*/ 0 h 3016930"/>
              <a:gd name="connsiteX1" fmla="*/ 595987 w 862837"/>
              <a:gd name="connsiteY1" fmla="*/ 134318 h 3016930"/>
              <a:gd name="connsiteX2" fmla="*/ 819622 w 862837"/>
              <a:gd name="connsiteY2" fmla="*/ 596247 h 3016930"/>
              <a:gd name="connsiteX3" fmla="*/ 823338 w 862837"/>
              <a:gd name="connsiteY3" fmla="*/ 1189403 h 3016930"/>
              <a:gd name="connsiteX4" fmla="*/ 405118 w 862837"/>
              <a:gd name="connsiteY4" fmla="*/ 1515849 h 3016930"/>
              <a:gd name="connsiteX5" fmla="*/ 210512 w 862837"/>
              <a:gd name="connsiteY5" fmla="*/ 1952702 h 3016930"/>
              <a:gd name="connsiteX6" fmla="*/ 217004 w 862837"/>
              <a:gd name="connsiteY6" fmla="*/ 2573972 h 3016930"/>
              <a:gd name="connsiteX7" fmla="*/ 19936 w 862837"/>
              <a:gd name="connsiteY7" fmla="*/ 2804319 h 3016930"/>
              <a:gd name="connsiteX8" fmla="*/ 73827 w 862837"/>
              <a:gd name="connsiteY8" fmla="*/ 3016930 h 3016930"/>
              <a:gd name="connsiteX0" fmla="*/ 177635 w 823106"/>
              <a:gd name="connsiteY0" fmla="*/ 0 h 3016930"/>
              <a:gd name="connsiteX1" fmla="*/ 595987 w 823106"/>
              <a:gd name="connsiteY1" fmla="*/ 134318 h 3016930"/>
              <a:gd name="connsiteX2" fmla="*/ 819622 w 823106"/>
              <a:gd name="connsiteY2" fmla="*/ 596247 h 3016930"/>
              <a:gd name="connsiteX3" fmla="*/ 708960 w 823106"/>
              <a:gd name="connsiteY3" fmla="*/ 1196662 h 3016930"/>
              <a:gd name="connsiteX4" fmla="*/ 405118 w 823106"/>
              <a:gd name="connsiteY4" fmla="*/ 1515849 h 3016930"/>
              <a:gd name="connsiteX5" fmla="*/ 210512 w 823106"/>
              <a:gd name="connsiteY5" fmla="*/ 1952702 h 3016930"/>
              <a:gd name="connsiteX6" fmla="*/ 217004 w 823106"/>
              <a:gd name="connsiteY6" fmla="*/ 2573972 h 3016930"/>
              <a:gd name="connsiteX7" fmla="*/ 19936 w 823106"/>
              <a:gd name="connsiteY7" fmla="*/ 2804319 h 3016930"/>
              <a:gd name="connsiteX8" fmla="*/ 73827 w 823106"/>
              <a:gd name="connsiteY8" fmla="*/ 3016930 h 3016930"/>
              <a:gd name="connsiteX0" fmla="*/ 157699 w 803170"/>
              <a:gd name="connsiteY0" fmla="*/ 0 h 2804319"/>
              <a:gd name="connsiteX1" fmla="*/ 576051 w 803170"/>
              <a:gd name="connsiteY1" fmla="*/ 134318 h 2804319"/>
              <a:gd name="connsiteX2" fmla="*/ 799686 w 803170"/>
              <a:gd name="connsiteY2" fmla="*/ 596247 h 2804319"/>
              <a:gd name="connsiteX3" fmla="*/ 689024 w 803170"/>
              <a:gd name="connsiteY3" fmla="*/ 1196662 h 2804319"/>
              <a:gd name="connsiteX4" fmla="*/ 385182 w 803170"/>
              <a:gd name="connsiteY4" fmla="*/ 1515849 h 2804319"/>
              <a:gd name="connsiteX5" fmla="*/ 190576 w 803170"/>
              <a:gd name="connsiteY5" fmla="*/ 1952702 h 2804319"/>
              <a:gd name="connsiteX6" fmla="*/ 197068 w 803170"/>
              <a:gd name="connsiteY6" fmla="*/ 2573972 h 2804319"/>
              <a:gd name="connsiteX7" fmla="*/ 0 w 803170"/>
              <a:gd name="connsiteY7" fmla="*/ 2804319 h 2804319"/>
              <a:gd name="connsiteX0" fmla="*/ 231289 w 876760"/>
              <a:gd name="connsiteY0" fmla="*/ 0 h 2791635"/>
              <a:gd name="connsiteX1" fmla="*/ 649641 w 876760"/>
              <a:gd name="connsiteY1" fmla="*/ 134318 h 2791635"/>
              <a:gd name="connsiteX2" fmla="*/ 873276 w 876760"/>
              <a:gd name="connsiteY2" fmla="*/ 596247 h 2791635"/>
              <a:gd name="connsiteX3" fmla="*/ 762614 w 876760"/>
              <a:gd name="connsiteY3" fmla="*/ 1196662 h 2791635"/>
              <a:gd name="connsiteX4" fmla="*/ 458772 w 876760"/>
              <a:gd name="connsiteY4" fmla="*/ 1515849 h 2791635"/>
              <a:gd name="connsiteX5" fmla="*/ 264166 w 876760"/>
              <a:gd name="connsiteY5" fmla="*/ 1952702 h 2791635"/>
              <a:gd name="connsiteX6" fmla="*/ 270658 w 876760"/>
              <a:gd name="connsiteY6" fmla="*/ 2573972 h 2791635"/>
              <a:gd name="connsiteX7" fmla="*/ 0 w 876760"/>
              <a:gd name="connsiteY7" fmla="*/ 2791636 h 2791635"/>
              <a:gd name="connsiteX0" fmla="*/ 336286 w 876760"/>
              <a:gd name="connsiteY0" fmla="*/ 0 h 3380021"/>
              <a:gd name="connsiteX1" fmla="*/ 649641 w 876760"/>
              <a:gd name="connsiteY1" fmla="*/ 722703 h 3380021"/>
              <a:gd name="connsiteX2" fmla="*/ 873276 w 876760"/>
              <a:gd name="connsiteY2" fmla="*/ 1184632 h 3380021"/>
              <a:gd name="connsiteX3" fmla="*/ 762614 w 876760"/>
              <a:gd name="connsiteY3" fmla="*/ 1785047 h 3380021"/>
              <a:gd name="connsiteX4" fmla="*/ 458772 w 876760"/>
              <a:gd name="connsiteY4" fmla="*/ 2104234 h 3380021"/>
              <a:gd name="connsiteX5" fmla="*/ 264166 w 876760"/>
              <a:gd name="connsiteY5" fmla="*/ 2541087 h 3380021"/>
              <a:gd name="connsiteX6" fmla="*/ 270658 w 876760"/>
              <a:gd name="connsiteY6" fmla="*/ 3162357 h 3380021"/>
              <a:gd name="connsiteX7" fmla="*/ 0 w 876760"/>
              <a:gd name="connsiteY7" fmla="*/ 3380021 h 3380021"/>
              <a:gd name="connsiteX0" fmla="*/ 336286 w 876760"/>
              <a:gd name="connsiteY0" fmla="*/ 0 h 3380021"/>
              <a:gd name="connsiteX1" fmla="*/ 649641 w 876760"/>
              <a:gd name="connsiteY1" fmla="*/ 722703 h 3380021"/>
              <a:gd name="connsiteX2" fmla="*/ 873276 w 876760"/>
              <a:gd name="connsiteY2" fmla="*/ 1184632 h 3380021"/>
              <a:gd name="connsiteX3" fmla="*/ 762614 w 876760"/>
              <a:gd name="connsiteY3" fmla="*/ 1785047 h 3380021"/>
              <a:gd name="connsiteX4" fmla="*/ 458772 w 876760"/>
              <a:gd name="connsiteY4" fmla="*/ 2104234 h 3380021"/>
              <a:gd name="connsiteX5" fmla="*/ 264166 w 876760"/>
              <a:gd name="connsiteY5" fmla="*/ 2541087 h 3380021"/>
              <a:gd name="connsiteX6" fmla="*/ 270658 w 876760"/>
              <a:gd name="connsiteY6" fmla="*/ 3162357 h 3380021"/>
              <a:gd name="connsiteX7" fmla="*/ 0 w 876760"/>
              <a:gd name="connsiteY7" fmla="*/ 3380021 h 3380021"/>
              <a:gd name="connsiteX0" fmla="*/ 372212 w 876760"/>
              <a:gd name="connsiteY0" fmla="*/ -1 h 3531445"/>
              <a:gd name="connsiteX1" fmla="*/ 649641 w 876760"/>
              <a:gd name="connsiteY1" fmla="*/ 874127 h 3531445"/>
              <a:gd name="connsiteX2" fmla="*/ 873276 w 876760"/>
              <a:gd name="connsiteY2" fmla="*/ 1336056 h 3531445"/>
              <a:gd name="connsiteX3" fmla="*/ 762614 w 876760"/>
              <a:gd name="connsiteY3" fmla="*/ 1936471 h 3531445"/>
              <a:gd name="connsiteX4" fmla="*/ 458772 w 876760"/>
              <a:gd name="connsiteY4" fmla="*/ 2255658 h 3531445"/>
              <a:gd name="connsiteX5" fmla="*/ 264166 w 876760"/>
              <a:gd name="connsiteY5" fmla="*/ 2692511 h 3531445"/>
              <a:gd name="connsiteX6" fmla="*/ 270658 w 876760"/>
              <a:gd name="connsiteY6" fmla="*/ 3313781 h 3531445"/>
              <a:gd name="connsiteX7" fmla="*/ 0 w 876760"/>
              <a:gd name="connsiteY7" fmla="*/ 3531445 h 3531445"/>
              <a:gd name="connsiteX0" fmla="*/ 372212 w 880289"/>
              <a:gd name="connsiteY0" fmla="*/ 0 h 3531446"/>
              <a:gd name="connsiteX1" fmla="*/ 582826 w 880289"/>
              <a:gd name="connsiteY1" fmla="*/ 708427 h 3531446"/>
              <a:gd name="connsiteX2" fmla="*/ 873276 w 880289"/>
              <a:gd name="connsiteY2" fmla="*/ 1336057 h 3531446"/>
              <a:gd name="connsiteX3" fmla="*/ 762614 w 880289"/>
              <a:gd name="connsiteY3" fmla="*/ 1936472 h 3531446"/>
              <a:gd name="connsiteX4" fmla="*/ 458772 w 880289"/>
              <a:gd name="connsiteY4" fmla="*/ 2255659 h 3531446"/>
              <a:gd name="connsiteX5" fmla="*/ 264166 w 880289"/>
              <a:gd name="connsiteY5" fmla="*/ 2692512 h 3531446"/>
              <a:gd name="connsiteX6" fmla="*/ 270658 w 880289"/>
              <a:gd name="connsiteY6" fmla="*/ 3313782 h 3531446"/>
              <a:gd name="connsiteX7" fmla="*/ 0 w 880289"/>
              <a:gd name="connsiteY7" fmla="*/ 3531446 h 3531446"/>
              <a:gd name="connsiteX0" fmla="*/ 395368 w 880289"/>
              <a:gd name="connsiteY0" fmla="*/ 0 h 3568572"/>
              <a:gd name="connsiteX1" fmla="*/ 582826 w 880289"/>
              <a:gd name="connsiteY1" fmla="*/ 745553 h 3568572"/>
              <a:gd name="connsiteX2" fmla="*/ 873276 w 880289"/>
              <a:gd name="connsiteY2" fmla="*/ 1373183 h 3568572"/>
              <a:gd name="connsiteX3" fmla="*/ 762614 w 880289"/>
              <a:gd name="connsiteY3" fmla="*/ 1973598 h 3568572"/>
              <a:gd name="connsiteX4" fmla="*/ 458772 w 880289"/>
              <a:gd name="connsiteY4" fmla="*/ 2292785 h 3568572"/>
              <a:gd name="connsiteX5" fmla="*/ 264166 w 880289"/>
              <a:gd name="connsiteY5" fmla="*/ 2729638 h 3568572"/>
              <a:gd name="connsiteX6" fmla="*/ 270658 w 880289"/>
              <a:gd name="connsiteY6" fmla="*/ 3350908 h 3568572"/>
              <a:gd name="connsiteX7" fmla="*/ 0 w 880289"/>
              <a:gd name="connsiteY7" fmla="*/ 3568572 h 3568572"/>
              <a:gd name="connsiteX0" fmla="*/ 395368 w 880289"/>
              <a:gd name="connsiteY0" fmla="*/ 0 h 3568572"/>
              <a:gd name="connsiteX1" fmla="*/ 582826 w 880289"/>
              <a:gd name="connsiteY1" fmla="*/ 745553 h 3568572"/>
              <a:gd name="connsiteX2" fmla="*/ 873276 w 880289"/>
              <a:gd name="connsiteY2" fmla="*/ 1373183 h 3568572"/>
              <a:gd name="connsiteX3" fmla="*/ 762614 w 880289"/>
              <a:gd name="connsiteY3" fmla="*/ 1973598 h 3568572"/>
              <a:gd name="connsiteX4" fmla="*/ 458772 w 880289"/>
              <a:gd name="connsiteY4" fmla="*/ 2292785 h 3568572"/>
              <a:gd name="connsiteX5" fmla="*/ 264166 w 880289"/>
              <a:gd name="connsiteY5" fmla="*/ 2729638 h 3568572"/>
              <a:gd name="connsiteX6" fmla="*/ 270658 w 880289"/>
              <a:gd name="connsiteY6" fmla="*/ 3350908 h 3568572"/>
              <a:gd name="connsiteX7" fmla="*/ 0 w 880289"/>
              <a:gd name="connsiteY7" fmla="*/ 3568572 h 356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9" h="3568572">
                <a:moveTo>
                  <a:pt x="395368" y="0"/>
                </a:moveTo>
                <a:cubicBezTo>
                  <a:pt x="405492" y="290259"/>
                  <a:pt x="503175" y="516689"/>
                  <a:pt x="582826" y="745553"/>
                </a:cubicBezTo>
                <a:cubicBezTo>
                  <a:pt x="662477" y="974417"/>
                  <a:pt x="843311" y="1168509"/>
                  <a:pt x="873276" y="1373183"/>
                </a:cubicBezTo>
                <a:cubicBezTo>
                  <a:pt x="903241" y="1577857"/>
                  <a:pt x="831698" y="1820331"/>
                  <a:pt x="762614" y="1973598"/>
                </a:cubicBezTo>
                <a:cubicBezTo>
                  <a:pt x="693530" y="2126865"/>
                  <a:pt x="541847" y="2166778"/>
                  <a:pt x="458772" y="2292785"/>
                </a:cubicBezTo>
                <a:cubicBezTo>
                  <a:pt x="375697" y="2418792"/>
                  <a:pt x="366213" y="2451930"/>
                  <a:pt x="264166" y="2729638"/>
                </a:cubicBezTo>
                <a:cubicBezTo>
                  <a:pt x="162119" y="3007346"/>
                  <a:pt x="314686" y="3211086"/>
                  <a:pt x="270658" y="3350908"/>
                </a:cubicBezTo>
                <a:cubicBezTo>
                  <a:pt x="226630" y="3490730"/>
                  <a:pt x="76114" y="3510819"/>
                  <a:pt x="0" y="3568572"/>
                </a:cubicBezTo>
              </a:path>
            </a:pathLst>
          </a:custGeom>
          <a:noFill/>
          <a:ln w="9525" cap="rnd">
            <a:solidFill>
              <a:schemeClr val="tx1">
                <a:alpha val="35000"/>
              </a:schemeClr>
            </a:solidFill>
            <a:prstDash val="solid"/>
            <a:round/>
          </a:ln>
        </p:spPr>
        <p:txBody>
          <a:bodyPr rtlCol="0" anchor="ctr"/>
          <a:lstStyle/>
          <a:p>
            <a:endParaRPr lang="en-US"/>
          </a:p>
        </p:txBody>
      </p:sp>
      <p:sp>
        <p:nvSpPr>
          <p:cNvPr id="30" name="Freeform: Shape 29">
            <a:extLst>
              <a:ext uri="{FF2B5EF4-FFF2-40B4-BE49-F238E27FC236}">
                <a16:creationId xmlns:a16="http://schemas.microsoft.com/office/drawing/2014/main" id="{7E8E8864-9C51-D04A-E819-5A02C235F9B2}"/>
              </a:ext>
            </a:extLst>
          </p:cNvPr>
          <p:cNvSpPr/>
          <p:nvPr userDrawn="1"/>
        </p:nvSpPr>
        <p:spPr>
          <a:xfrm rot="10720826" flipV="1">
            <a:off x="6878800" y="4952348"/>
            <a:ext cx="3530123" cy="1960273"/>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110138"/>
              <a:gd name="connsiteX1" fmla="*/ 47086 w 4202879"/>
              <a:gd name="connsiteY1" fmla="*/ 1923802 h 2110138"/>
              <a:gd name="connsiteX2" fmla="*/ 355521 w 4202879"/>
              <a:gd name="connsiteY2" fmla="*/ 1735407 h 2110138"/>
              <a:gd name="connsiteX3" fmla="*/ 565423 w 4202879"/>
              <a:gd name="connsiteY3" fmla="*/ 1682785 h 2110138"/>
              <a:gd name="connsiteX4" fmla="*/ 797364 w 4202879"/>
              <a:gd name="connsiteY4" fmla="*/ 1582355 h 2110138"/>
              <a:gd name="connsiteX5" fmla="*/ 869791 w 4202879"/>
              <a:gd name="connsiteY5" fmla="*/ 1456680 h 2110138"/>
              <a:gd name="connsiteX6" fmla="*/ 893970 w 4202879"/>
              <a:gd name="connsiteY6" fmla="*/ 1329821 h 2110138"/>
              <a:gd name="connsiteX7" fmla="*/ 878993 w 4202879"/>
              <a:gd name="connsiteY7" fmla="*/ 1171168 h 2110138"/>
              <a:gd name="connsiteX8" fmla="*/ 920075 w 4202879"/>
              <a:gd name="connsiteY8" fmla="*/ 1077917 h 2110138"/>
              <a:gd name="connsiteX9" fmla="*/ 1077769 w 4202879"/>
              <a:gd name="connsiteY9" fmla="*/ 961551 h 2110138"/>
              <a:gd name="connsiteX10" fmla="*/ 1341270 w 4202879"/>
              <a:gd name="connsiteY10" fmla="*/ 806212 h 2110138"/>
              <a:gd name="connsiteX11" fmla="*/ 1660937 w 4202879"/>
              <a:gd name="connsiteY11" fmla="*/ 603063 h 2110138"/>
              <a:gd name="connsiteX12" fmla="*/ 1859607 w 4202879"/>
              <a:gd name="connsiteY12" fmla="*/ 391079 h 2110138"/>
              <a:gd name="connsiteX13" fmla="*/ 2084273 w 4202879"/>
              <a:gd name="connsiteY13" fmla="*/ 157636 h 2110138"/>
              <a:gd name="connsiteX14" fmla="*/ 2272244 w 4202879"/>
              <a:gd name="connsiteY14" fmla="*/ 55628 h 2110138"/>
              <a:gd name="connsiteX15" fmla="*/ 2624328 w 4202879"/>
              <a:gd name="connsiteY15" fmla="*/ 7030 h 2110138"/>
              <a:gd name="connsiteX16" fmla="*/ 3032578 w 4202879"/>
              <a:gd name="connsiteY16" fmla="*/ 7030 h 2110138"/>
              <a:gd name="connsiteX17" fmla="*/ 3381452 w 4202879"/>
              <a:gd name="connsiteY17" fmla="*/ 69987 h 2110138"/>
              <a:gd name="connsiteX18" fmla="*/ 3825990 w 4202879"/>
              <a:gd name="connsiteY18" fmla="*/ 84724 h 2110138"/>
              <a:gd name="connsiteX19" fmla="*/ 4202879 w 4202879"/>
              <a:gd name="connsiteY19" fmla="*/ 260337 h 2110138"/>
              <a:gd name="connsiteX20" fmla="*/ 3993793 w 4202879"/>
              <a:gd name="connsiteY20" fmla="*/ 795302 h 2110138"/>
              <a:gd name="connsiteX21" fmla="*/ 3795052 w 4202879"/>
              <a:gd name="connsiteY21" fmla="*/ 1300394 h 2110138"/>
              <a:gd name="connsiteX22" fmla="*/ 3713591 w 4202879"/>
              <a:gd name="connsiteY22" fmla="*/ 1701868 h 2110138"/>
              <a:gd name="connsiteX23" fmla="*/ 3740594 w 4202879"/>
              <a:gd name="connsiteY23" fmla="*/ 1984338 h 2110138"/>
              <a:gd name="connsiteX24" fmla="*/ 3562819 w 4202879"/>
              <a:gd name="connsiteY24" fmla="*/ 2110139 h 2110138"/>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22" fmla="*/ 3713591 w 4202879"/>
              <a:gd name="connsiteY22" fmla="*/ 1701868 h 2055307"/>
              <a:gd name="connsiteX23" fmla="*/ 3740594 w 4202879"/>
              <a:gd name="connsiteY23" fmla="*/ 1984338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795052 w 4202879"/>
              <a:gd name="connsiteY21" fmla="*/ 1300394 h 2055307"/>
              <a:gd name="connsiteX22" fmla="*/ 3713591 w 4202879"/>
              <a:gd name="connsiteY22" fmla="*/ 1701868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608104 w 4202879"/>
              <a:gd name="connsiteY21" fmla="*/ 1236826 h 2055307"/>
              <a:gd name="connsiteX22" fmla="*/ 3713591 w 4202879"/>
              <a:gd name="connsiteY22" fmla="*/ 1701868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993793 w 4202879"/>
              <a:gd name="connsiteY20" fmla="*/ 795302 h 2055307"/>
              <a:gd name="connsiteX21" fmla="*/ 3608104 w 4202879"/>
              <a:gd name="connsiteY21" fmla="*/ 1236826 h 2055307"/>
              <a:gd name="connsiteX22" fmla="*/ 3617438 w 4202879"/>
              <a:gd name="connsiteY22" fmla="*/ 1623802 h 2055307"/>
              <a:gd name="connsiteX23" fmla="*/ 3434389 w 4202879"/>
              <a:gd name="connsiteY23" fmla="*/ 1738519 h 2055307"/>
              <a:gd name="connsiteX24" fmla="*/ 3153345 w 4202879"/>
              <a:gd name="connsiteY24" fmla="*/ 1955731 h 2055307"/>
              <a:gd name="connsiteX0" fmla="*/ 0 w 4202879"/>
              <a:gd name="connsiteY0" fmla="*/ 2055307 h 2055307"/>
              <a:gd name="connsiteX1" fmla="*/ 47086 w 4202879"/>
              <a:gd name="connsiteY1" fmla="*/ 1923802 h 2055307"/>
              <a:gd name="connsiteX2" fmla="*/ 355521 w 4202879"/>
              <a:gd name="connsiteY2" fmla="*/ 1735407 h 2055307"/>
              <a:gd name="connsiteX3" fmla="*/ 565423 w 4202879"/>
              <a:gd name="connsiteY3" fmla="*/ 1682785 h 2055307"/>
              <a:gd name="connsiteX4" fmla="*/ 797364 w 4202879"/>
              <a:gd name="connsiteY4" fmla="*/ 1582355 h 2055307"/>
              <a:gd name="connsiteX5" fmla="*/ 869791 w 4202879"/>
              <a:gd name="connsiteY5" fmla="*/ 1456680 h 2055307"/>
              <a:gd name="connsiteX6" fmla="*/ 893970 w 4202879"/>
              <a:gd name="connsiteY6" fmla="*/ 1329821 h 2055307"/>
              <a:gd name="connsiteX7" fmla="*/ 878993 w 4202879"/>
              <a:gd name="connsiteY7" fmla="*/ 1171168 h 2055307"/>
              <a:gd name="connsiteX8" fmla="*/ 920075 w 4202879"/>
              <a:gd name="connsiteY8" fmla="*/ 1077917 h 2055307"/>
              <a:gd name="connsiteX9" fmla="*/ 1077769 w 4202879"/>
              <a:gd name="connsiteY9" fmla="*/ 961551 h 2055307"/>
              <a:gd name="connsiteX10" fmla="*/ 1341270 w 4202879"/>
              <a:gd name="connsiteY10" fmla="*/ 806212 h 2055307"/>
              <a:gd name="connsiteX11" fmla="*/ 1660937 w 4202879"/>
              <a:gd name="connsiteY11" fmla="*/ 603063 h 2055307"/>
              <a:gd name="connsiteX12" fmla="*/ 1859607 w 4202879"/>
              <a:gd name="connsiteY12" fmla="*/ 391079 h 2055307"/>
              <a:gd name="connsiteX13" fmla="*/ 2084273 w 4202879"/>
              <a:gd name="connsiteY13" fmla="*/ 157636 h 2055307"/>
              <a:gd name="connsiteX14" fmla="*/ 2272244 w 4202879"/>
              <a:gd name="connsiteY14" fmla="*/ 55628 h 2055307"/>
              <a:gd name="connsiteX15" fmla="*/ 2624328 w 4202879"/>
              <a:gd name="connsiteY15" fmla="*/ 7030 h 2055307"/>
              <a:gd name="connsiteX16" fmla="*/ 3032578 w 4202879"/>
              <a:gd name="connsiteY16" fmla="*/ 7030 h 2055307"/>
              <a:gd name="connsiteX17" fmla="*/ 3381452 w 4202879"/>
              <a:gd name="connsiteY17" fmla="*/ 69987 h 2055307"/>
              <a:gd name="connsiteX18" fmla="*/ 3825990 w 4202879"/>
              <a:gd name="connsiteY18" fmla="*/ 84724 h 2055307"/>
              <a:gd name="connsiteX19" fmla="*/ 4202879 w 4202879"/>
              <a:gd name="connsiteY19" fmla="*/ 260337 h 2055307"/>
              <a:gd name="connsiteX20" fmla="*/ 3832566 w 4202879"/>
              <a:gd name="connsiteY20" fmla="*/ 791513 h 2055307"/>
              <a:gd name="connsiteX21" fmla="*/ 3608104 w 4202879"/>
              <a:gd name="connsiteY21" fmla="*/ 1236826 h 2055307"/>
              <a:gd name="connsiteX22" fmla="*/ 3617438 w 4202879"/>
              <a:gd name="connsiteY22" fmla="*/ 1623802 h 2055307"/>
              <a:gd name="connsiteX23" fmla="*/ 3434389 w 4202879"/>
              <a:gd name="connsiteY23" fmla="*/ 1738519 h 2055307"/>
              <a:gd name="connsiteX24" fmla="*/ 3153345 w 4202879"/>
              <a:gd name="connsiteY24" fmla="*/ 1955731 h 2055307"/>
              <a:gd name="connsiteX0" fmla="*/ 0 w 3993599"/>
              <a:gd name="connsiteY0" fmla="*/ 2055307 h 2055307"/>
              <a:gd name="connsiteX1" fmla="*/ 47086 w 3993599"/>
              <a:gd name="connsiteY1" fmla="*/ 1923802 h 2055307"/>
              <a:gd name="connsiteX2" fmla="*/ 355521 w 3993599"/>
              <a:gd name="connsiteY2" fmla="*/ 1735407 h 2055307"/>
              <a:gd name="connsiteX3" fmla="*/ 565423 w 3993599"/>
              <a:gd name="connsiteY3" fmla="*/ 1682785 h 2055307"/>
              <a:gd name="connsiteX4" fmla="*/ 797364 w 3993599"/>
              <a:gd name="connsiteY4" fmla="*/ 1582355 h 2055307"/>
              <a:gd name="connsiteX5" fmla="*/ 869791 w 3993599"/>
              <a:gd name="connsiteY5" fmla="*/ 1456680 h 2055307"/>
              <a:gd name="connsiteX6" fmla="*/ 893970 w 3993599"/>
              <a:gd name="connsiteY6" fmla="*/ 1329821 h 2055307"/>
              <a:gd name="connsiteX7" fmla="*/ 878993 w 3993599"/>
              <a:gd name="connsiteY7" fmla="*/ 1171168 h 2055307"/>
              <a:gd name="connsiteX8" fmla="*/ 920075 w 3993599"/>
              <a:gd name="connsiteY8" fmla="*/ 1077917 h 2055307"/>
              <a:gd name="connsiteX9" fmla="*/ 1077769 w 3993599"/>
              <a:gd name="connsiteY9" fmla="*/ 961551 h 2055307"/>
              <a:gd name="connsiteX10" fmla="*/ 1341270 w 3993599"/>
              <a:gd name="connsiteY10" fmla="*/ 806212 h 2055307"/>
              <a:gd name="connsiteX11" fmla="*/ 1660937 w 3993599"/>
              <a:gd name="connsiteY11" fmla="*/ 603063 h 2055307"/>
              <a:gd name="connsiteX12" fmla="*/ 1859607 w 3993599"/>
              <a:gd name="connsiteY12" fmla="*/ 391079 h 2055307"/>
              <a:gd name="connsiteX13" fmla="*/ 2084273 w 3993599"/>
              <a:gd name="connsiteY13" fmla="*/ 157636 h 2055307"/>
              <a:gd name="connsiteX14" fmla="*/ 2272244 w 3993599"/>
              <a:gd name="connsiteY14" fmla="*/ 55628 h 2055307"/>
              <a:gd name="connsiteX15" fmla="*/ 2624328 w 3993599"/>
              <a:gd name="connsiteY15" fmla="*/ 7030 h 2055307"/>
              <a:gd name="connsiteX16" fmla="*/ 3032578 w 3993599"/>
              <a:gd name="connsiteY16" fmla="*/ 7030 h 2055307"/>
              <a:gd name="connsiteX17" fmla="*/ 3381452 w 3993599"/>
              <a:gd name="connsiteY17" fmla="*/ 69987 h 2055307"/>
              <a:gd name="connsiteX18" fmla="*/ 3825990 w 3993599"/>
              <a:gd name="connsiteY18" fmla="*/ 84724 h 2055307"/>
              <a:gd name="connsiteX19" fmla="*/ 3993600 w 3993599"/>
              <a:gd name="connsiteY19" fmla="*/ 306192 h 2055307"/>
              <a:gd name="connsiteX20" fmla="*/ 3832566 w 3993599"/>
              <a:gd name="connsiteY20" fmla="*/ 791513 h 2055307"/>
              <a:gd name="connsiteX21" fmla="*/ 3608104 w 3993599"/>
              <a:gd name="connsiteY21" fmla="*/ 1236826 h 2055307"/>
              <a:gd name="connsiteX22" fmla="*/ 3617438 w 3993599"/>
              <a:gd name="connsiteY22" fmla="*/ 1623802 h 2055307"/>
              <a:gd name="connsiteX23" fmla="*/ 3434389 w 3993599"/>
              <a:gd name="connsiteY23" fmla="*/ 1738519 h 2055307"/>
              <a:gd name="connsiteX24" fmla="*/ 3153345 w 3993599"/>
              <a:gd name="connsiteY24" fmla="*/ 1955731 h 2055307"/>
              <a:gd name="connsiteX0" fmla="*/ 90989 w 3952469"/>
              <a:gd name="connsiteY0" fmla="*/ 2048267 h 2048267"/>
              <a:gd name="connsiteX1" fmla="*/ 5955 w 3952469"/>
              <a:gd name="connsiteY1" fmla="*/ 1923802 h 2048267"/>
              <a:gd name="connsiteX2" fmla="*/ 314390 w 3952469"/>
              <a:gd name="connsiteY2" fmla="*/ 1735407 h 2048267"/>
              <a:gd name="connsiteX3" fmla="*/ 524292 w 3952469"/>
              <a:gd name="connsiteY3" fmla="*/ 1682785 h 2048267"/>
              <a:gd name="connsiteX4" fmla="*/ 756233 w 3952469"/>
              <a:gd name="connsiteY4" fmla="*/ 1582355 h 2048267"/>
              <a:gd name="connsiteX5" fmla="*/ 828660 w 3952469"/>
              <a:gd name="connsiteY5" fmla="*/ 1456680 h 2048267"/>
              <a:gd name="connsiteX6" fmla="*/ 852839 w 3952469"/>
              <a:gd name="connsiteY6" fmla="*/ 1329821 h 2048267"/>
              <a:gd name="connsiteX7" fmla="*/ 837862 w 3952469"/>
              <a:gd name="connsiteY7" fmla="*/ 1171168 h 2048267"/>
              <a:gd name="connsiteX8" fmla="*/ 878944 w 3952469"/>
              <a:gd name="connsiteY8" fmla="*/ 1077917 h 2048267"/>
              <a:gd name="connsiteX9" fmla="*/ 1036638 w 3952469"/>
              <a:gd name="connsiteY9" fmla="*/ 961551 h 2048267"/>
              <a:gd name="connsiteX10" fmla="*/ 1300139 w 3952469"/>
              <a:gd name="connsiteY10" fmla="*/ 806212 h 2048267"/>
              <a:gd name="connsiteX11" fmla="*/ 1619806 w 3952469"/>
              <a:gd name="connsiteY11" fmla="*/ 603063 h 2048267"/>
              <a:gd name="connsiteX12" fmla="*/ 1818476 w 3952469"/>
              <a:gd name="connsiteY12" fmla="*/ 391079 h 2048267"/>
              <a:gd name="connsiteX13" fmla="*/ 2043142 w 3952469"/>
              <a:gd name="connsiteY13" fmla="*/ 157636 h 2048267"/>
              <a:gd name="connsiteX14" fmla="*/ 2231113 w 3952469"/>
              <a:gd name="connsiteY14" fmla="*/ 55628 h 2048267"/>
              <a:gd name="connsiteX15" fmla="*/ 2583197 w 3952469"/>
              <a:gd name="connsiteY15" fmla="*/ 7030 h 2048267"/>
              <a:gd name="connsiteX16" fmla="*/ 2991447 w 3952469"/>
              <a:gd name="connsiteY16" fmla="*/ 7030 h 2048267"/>
              <a:gd name="connsiteX17" fmla="*/ 3340321 w 3952469"/>
              <a:gd name="connsiteY17" fmla="*/ 69987 h 2048267"/>
              <a:gd name="connsiteX18" fmla="*/ 3784859 w 3952469"/>
              <a:gd name="connsiteY18" fmla="*/ 84724 h 2048267"/>
              <a:gd name="connsiteX19" fmla="*/ 3952469 w 3952469"/>
              <a:gd name="connsiteY19" fmla="*/ 306192 h 2048267"/>
              <a:gd name="connsiteX20" fmla="*/ 3791435 w 3952469"/>
              <a:gd name="connsiteY20" fmla="*/ 791513 h 2048267"/>
              <a:gd name="connsiteX21" fmla="*/ 3566973 w 3952469"/>
              <a:gd name="connsiteY21" fmla="*/ 1236826 h 2048267"/>
              <a:gd name="connsiteX22" fmla="*/ 3576307 w 3952469"/>
              <a:gd name="connsiteY22" fmla="*/ 1623802 h 2048267"/>
              <a:gd name="connsiteX23" fmla="*/ 3393258 w 3952469"/>
              <a:gd name="connsiteY23" fmla="*/ 1738519 h 2048267"/>
              <a:gd name="connsiteX24" fmla="*/ 3112214 w 3952469"/>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665244 w 3861480"/>
              <a:gd name="connsiteY4" fmla="*/ 1582355 h 2048267"/>
              <a:gd name="connsiteX5" fmla="*/ 737671 w 3861480"/>
              <a:gd name="connsiteY5" fmla="*/ 1456680 h 2048267"/>
              <a:gd name="connsiteX6" fmla="*/ 761850 w 3861480"/>
              <a:gd name="connsiteY6" fmla="*/ 1329821 h 2048267"/>
              <a:gd name="connsiteX7" fmla="*/ 746873 w 3861480"/>
              <a:gd name="connsiteY7" fmla="*/ 1171168 h 2048267"/>
              <a:gd name="connsiteX8" fmla="*/ 787955 w 3861480"/>
              <a:gd name="connsiteY8" fmla="*/ 1077917 h 2048267"/>
              <a:gd name="connsiteX9" fmla="*/ 945649 w 3861480"/>
              <a:gd name="connsiteY9" fmla="*/ 961551 h 2048267"/>
              <a:gd name="connsiteX10" fmla="*/ 1209150 w 3861480"/>
              <a:gd name="connsiteY10" fmla="*/ 806212 h 2048267"/>
              <a:gd name="connsiteX11" fmla="*/ 1528817 w 3861480"/>
              <a:gd name="connsiteY11" fmla="*/ 603063 h 2048267"/>
              <a:gd name="connsiteX12" fmla="*/ 1727487 w 3861480"/>
              <a:gd name="connsiteY12" fmla="*/ 391079 h 2048267"/>
              <a:gd name="connsiteX13" fmla="*/ 1952153 w 3861480"/>
              <a:gd name="connsiteY13" fmla="*/ 157636 h 2048267"/>
              <a:gd name="connsiteX14" fmla="*/ 2140124 w 3861480"/>
              <a:gd name="connsiteY14" fmla="*/ 55628 h 2048267"/>
              <a:gd name="connsiteX15" fmla="*/ 2492208 w 3861480"/>
              <a:gd name="connsiteY15" fmla="*/ 7030 h 2048267"/>
              <a:gd name="connsiteX16" fmla="*/ 2900458 w 3861480"/>
              <a:gd name="connsiteY16" fmla="*/ 7030 h 2048267"/>
              <a:gd name="connsiteX17" fmla="*/ 3249332 w 3861480"/>
              <a:gd name="connsiteY17" fmla="*/ 69987 h 2048267"/>
              <a:gd name="connsiteX18" fmla="*/ 3693870 w 3861480"/>
              <a:gd name="connsiteY18" fmla="*/ 84724 h 2048267"/>
              <a:gd name="connsiteX19" fmla="*/ 3861480 w 3861480"/>
              <a:gd name="connsiteY19" fmla="*/ 306192 h 2048267"/>
              <a:gd name="connsiteX20" fmla="*/ 3700446 w 3861480"/>
              <a:gd name="connsiteY20" fmla="*/ 791513 h 2048267"/>
              <a:gd name="connsiteX21" fmla="*/ 3475984 w 3861480"/>
              <a:gd name="connsiteY21" fmla="*/ 1236826 h 2048267"/>
              <a:gd name="connsiteX22" fmla="*/ 3485318 w 3861480"/>
              <a:gd name="connsiteY22" fmla="*/ 1623802 h 2048267"/>
              <a:gd name="connsiteX23" fmla="*/ 3302269 w 3861480"/>
              <a:gd name="connsiteY23" fmla="*/ 1738519 h 2048267"/>
              <a:gd name="connsiteX24" fmla="*/ 3021225 w 3861480"/>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46873 w 3861480"/>
              <a:gd name="connsiteY7" fmla="*/ 1171168 h 2048267"/>
              <a:gd name="connsiteX8" fmla="*/ 787955 w 3861480"/>
              <a:gd name="connsiteY8" fmla="*/ 1077917 h 2048267"/>
              <a:gd name="connsiteX9" fmla="*/ 945649 w 3861480"/>
              <a:gd name="connsiteY9" fmla="*/ 961551 h 2048267"/>
              <a:gd name="connsiteX10" fmla="*/ 1209150 w 3861480"/>
              <a:gd name="connsiteY10" fmla="*/ 806212 h 2048267"/>
              <a:gd name="connsiteX11" fmla="*/ 1528817 w 3861480"/>
              <a:gd name="connsiteY11" fmla="*/ 603063 h 2048267"/>
              <a:gd name="connsiteX12" fmla="*/ 1727487 w 3861480"/>
              <a:gd name="connsiteY12" fmla="*/ 391079 h 2048267"/>
              <a:gd name="connsiteX13" fmla="*/ 1952153 w 3861480"/>
              <a:gd name="connsiteY13" fmla="*/ 157636 h 2048267"/>
              <a:gd name="connsiteX14" fmla="*/ 2140124 w 3861480"/>
              <a:gd name="connsiteY14" fmla="*/ 55628 h 2048267"/>
              <a:gd name="connsiteX15" fmla="*/ 2492208 w 3861480"/>
              <a:gd name="connsiteY15" fmla="*/ 7030 h 2048267"/>
              <a:gd name="connsiteX16" fmla="*/ 2900458 w 3861480"/>
              <a:gd name="connsiteY16" fmla="*/ 7030 h 2048267"/>
              <a:gd name="connsiteX17" fmla="*/ 3249332 w 3861480"/>
              <a:gd name="connsiteY17" fmla="*/ 69987 h 2048267"/>
              <a:gd name="connsiteX18" fmla="*/ 3693870 w 3861480"/>
              <a:gd name="connsiteY18" fmla="*/ 84724 h 2048267"/>
              <a:gd name="connsiteX19" fmla="*/ 3861480 w 3861480"/>
              <a:gd name="connsiteY19" fmla="*/ 306192 h 2048267"/>
              <a:gd name="connsiteX20" fmla="*/ 3700446 w 3861480"/>
              <a:gd name="connsiteY20" fmla="*/ 791513 h 2048267"/>
              <a:gd name="connsiteX21" fmla="*/ 3475984 w 3861480"/>
              <a:gd name="connsiteY21" fmla="*/ 1236826 h 2048267"/>
              <a:gd name="connsiteX22" fmla="*/ 3485318 w 3861480"/>
              <a:gd name="connsiteY22" fmla="*/ 1623802 h 2048267"/>
              <a:gd name="connsiteX23" fmla="*/ 3302269 w 3861480"/>
              <a:gd name="connsiteY23" fmla="*/ 1738519 h 2048267"/>
              <a:gd name="connsiteX24" fmla="*/ 3021225 w 3861480"/>
              <a:gd name="connsiteY24"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945649 w 3861480"/>
              <a:gd name="connsiteY8" fmla="*/ 961551 h 2048267"/>
              <a:gd name="connsiteX9" fmla="*/ 1209150 w 3861480"/>
              <a:gd name="connsiteY9" fmla="*/ 806212 h 2048267"/>
              <a:gd name="connsiteX10" fmla="*/ 1528817 w 3861480"/>
              <a:gd name="connsiteY10" fmla="*/ 603063 h 2048267"/>
              <a:gd name="connsiteX11" fmla="*/ 1727487 w 3861480"/>
              <a:gd name="connsiteY11" fmla="*/ 391079 h 2048267"/>
              <a:gd name="connsiteX12" fmla="*/ 1952153 w 3861480"/>
              <a:gd name="connsiteY12" fmla="*/ 157636 h 2048267"/>
              <a:gd name="connsiteX13" fmla="*/ 2140124 w 3861480"/>
              <a:gd name="connsiteY13" fmla="*/ 55628 h 2048267"/>
              <a:gd name="connsiteX14" fmla="*/ 2492208 w 3861480"/>
              <a:gd name="connsiteY14" fmla="*/ 7030 h 2048267"/>
              <a:gd name="connsiteX15" fmla="*/ 2900458 w 3861480"/>
              <a:gd name="connsiteY15" fmla="*/ 7030 h 2048267"/>
              <a:gd name="connsiteX16" fmla="*/ 3249332 w 3861480"/>
              <a:gd name="connsiteY16" fmla="*/ 69987 h 2048267"/>
              <a:gd name="connsiteX17" fmla="*/ 3693870 w 3861480"/>
              <a:gd name="connsiteY17" fmla="*/ 84724 h 2048267"/>
              <a:gd name="connsiteX18" fmla="*/ 3861480 w 3861480"/>
              <a:gd name="connsiteY18" fmla="*/ 306192 h 2048267"/>
              <a:gd name="connsiteX19" fmla="*/ 3700446 w 3861480"/>
              <a:gd name="connsiteY19" fmla="*/ 791513 h 2048267"/>
              <a:gd name="connsiteX20" fmla="*/ 3475984 w 3861480"/>
              <a:gd name="connsiteY20" fmla="*/ 1236826 h 2048267"/>
              <a:gd name="connsiteX21" fmla="*/ 3485318 w 3861480"/>
              <a:gd name="connsiteY21" fmla="*/ 1623802 h 2048267"/>
              <a:gd name="connsiteX22" fmla="*/ 3302269 w 3861480"/>
              <a:gd name="connsiteY22" fmla="*/ 1738519 h 2048267"/>
              <a:gd name="connsiteX23" fmla="*/ 3021225 w 3861480"/>
              <a:gd name="connsiteY23"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209150 w 3861480"/>
              <a:gd name="connsiteY8" fmla="*/ 806212 h 2048267"/>
              <a:gd name="connsiteX9" fmla="*/ 1528817 w 3861480"/>
              <a:gd name="connsiteY9" fmla="*/ 603063 h 2048267"/>
              <a:gd name="connsiteX10" fmla="*/ 1727487 w 3861480"/>
              <a:gd name="connsiteY10" fmla="*/ 391079 h 2048267"/>
              <a:gd name="connsiteX11" fmla="*/ 1952153 w 3861480"/>
              <a:gd name="connsiteY11" fmla="*/ 157636 h 2048267"/>
              <a:gd name="connsiteX12" fmla="*/ 2140124 w 3861480"/>
              <a:gd name="connsiteY12" fmla="*/ 55628 h 2048267"/>
              <a:gd name="connsiteX13" fmla="*/ 2492208 w 3861480"/>
              <a:gd name="connsiteY13" fmla="*/ 7030 h 2048267"/>
              <a:gd name="connsiteX14" fmla="*/ 2900458 w 3861480"/>
              <a:gd name="connsiteY14" fmla="*/ 7030 h 2048267"/>
              <a:gd name="connsiteX15" fmla="*/ 3249332 w 3861480"/>
              <a:gd name="connsiteY15" fmla="*/ 69987 h 2048267"/>
              <a:gd name="connsiteX16" fmla="*/ 3693870 w 3861480"/>
              <a:gd name="connsiteY16" fmla="*/ 84724 h 2048267"/>
              <a:gd name="connsiteX17" fmla="*/ 3861480 w 3861480"/>
              <a:gd name="connsiteY17" fmla="*/ 306192 h 2048267"/>
              <a:gd name="connsiteX18" fmla="*/ 3700446 w 3861480"/>
              <a:gd name="connsiteY18" fmla="*/ 791513 h 2048267"/>
              <a:gd name="connsiteX19" fmla="*/ 3475984 w 3861480"/>
              <a:gd name="connsiteY19" fmla="*/ 1236826 h 2048267"/>
              <a:gd name="connsiteX20" fmla="*/ 3485318 w 3861480"/>
              <a:gd name="connsiteY20" fmla="*/ 1623802 h 2048267"/>
              <a:gd name="connsiteX21" fmla="*/ 3302269 w 3861480"/>
              <a:gd name="connsiteY21" fmla="*/ 1738519 h 2048267"/>
              <a:gd name="connsiteX22" fmla="*/ 3021225 w 3861480"/>
              <a:gd name="connsiteY22"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528817 w 3861480"/>
              <a:gd name="connsiteY8" fmla="*/ 603063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787955 w 3861480"/>
              <a:gd name="connsiteY7" fmla="*/ 1077917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737671 w 3861480"/>
              <a:gd name="connsiteY5" fmla="*/ 1456680 h 2048267"/>
              <a:gd name="connsiteX6" fmla="*/ 761850 w 3861480"/>
              <a:gd name="connsiteY6" fmla="*/ 1329821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916188 w 3861480"/>
              <a:gd name="connsiteY5" fmla="*/ 1462565 h 2048267"/>
              <a:gd name="connsiteX6" fmla="*/ 761850 w 3861480"/>
              <a:gd name="connsiteY6" fmla="*/ 1329821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788212 w 3861480"/>
              <a:gd name="connsiteY4" fmla="*/ 1579097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433303 w 3861480"/>
              <a:gd name="connsiteY3" fmla="*/ 168278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42594 w 3861480"/>
              <a:gd name="connsiteY1" fmla="*/ 1846104 h 2048267"/>
              <a:gd name="connsiteX2" fmla="*/ 223401 w 3861480"/>
              <a:gd name="connsiteY2" fmla="*/ 1735407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125879 w 3861480"/>
              <a:gd name="connsiteY1" fmla="*/ 1858052 h 2048267"/>
              <a:gd name="connsiteX2" fmla="*/ 223401 w 3861480"/>
              <a:gd name="connsiteY2" fmla="*/ 1735407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048267 h 2048267"/>
              <a:gd name="connsiteX1" fmla="*/ 125879 w 3861480"/>
              <a:gd name="connsiteY1" fmla="*/ 1858052 h 2048267"/>
              <a:gd name="connsiteX2" fmla="*/ 301035 w 3861480"/>
              <a:gd name="connsiteY2" fmla="*/ 1772278 h 2048267"/>
              <a:gd name="connsiteX3" fmla="*/ 501786 w 3861480"/>
              <a:gd name="connsiteY3" fmla="*/ 1723435 h 2048267"/>
              <a:gd name="connsiteX4" fmla="*/ 851184 w 3861480"/>
              <a:gd name="connsiteY4" fmla="*/ 1651746 h 2048267"/>
              <a:gd name="connsiteX5" fmla="*/ 916188 w 3861480"/>
              <a:gd name="connsiteY5" fmla="*/ 1462565 h 2048267"/>
              <a:gd name="connsiteX6" fmla="*/ 883401 w 3861480"/>
              <a:gd name="connsiteY6" fmla="*/ 1255822 h 2048267"/>
              <a:gd name="connsiteX7" fmla="*/ 1011521 w 3861480"/>
              <a:gd name="connsiteY7" fmla="*/ 1029525 h 2048267"/>
              <a:gd name="connsiteX8" fmla="*/ 1505556 w 3861480"/>
              <a:gd name="connsiteY8" fmla="*/ 363036 h 2048267"/>
              <a:gd name="connsiteX9" fmla="*/ 1727487 w 3861480"/>
              <a:gd name="connsiteY9" fmla="*/ 391079 h 2048267"/>
              <a:gd name="connsiteX10" fmla="*/ 1952153 w 3861480"/>
              <a:gd name="connsiteY10" fmla="*/ 157636 h 2048267"/>
              <a:gd name="connsiteX11" fmla="*/ 2140124 w 3861480"/>
              <a:gd name="connsiteY11" fmla="*/ 55628 h 2048267"/>
              <a:gd name="connsiteX12" fmla="*/ 2492208 w 3861480"/>
              <a:gd name="connsiteY12" fmla="*/ 7030 h 2048267"/>
              <a:gd name="connsiteX13" fmla="*/ 2900458 w 3861480"/>
              <a:gd name="connsiteY13" fmla="*/ 7030 h 2048267"/>
              <a:gd name="connsiteX14" fmla="*/ 3249332 w 3861480"/>
              <a:gd name="connsiteY14" fmla="*/ 69987 h 2048267"/>
              <a:gd name="connsiteX15" fmla="*/ 3693870 w 3861480"/>
              <a:gd name="connsiteY15" fmla="*/ 84724 h 2048267"/>
              <a:gd name="connsiteX16" fmla="*/ 3861480 w 3861480"/>
              <a:gd name="connsiteY16" fmla="*/ 306192 h 2048267"/>
              <a:gd name="connsiteX17" fmla="*/ 3700446 w 3861480"/>
              <a:gd name="connsiteY17" fmla="*/ 791513 h 2048267"/>
              <a:gd name="connsiteX18" fmla="*/ 3475984 w 3861480"/>
              <a:gd name="connsiteY18" fmla="*/ 1236826 h 2048267"/>
              <a:gd name="connsiteX19" fmla="*/ 3485318 w 3861480"/>
              <a:gd name="connsiteY19" fmla="*/ 1623802 h 2048267"/>
              <a:gd name="connsiteX20" fmla="*/ 3302269 w 3861480"/>
              <a:gd name="connsiteY20" fmla="*/ 1738519 h 2048267"/>
              <a:gd name="connsiteX21" fmla="*/ 3021225 w 3861480"/>
              <a:gd name="connsiteY21" fmla="*/ 1955731 h 2048267"/>
              <a:gd name="connsiteX0" fmla="*/ 0 w 3861480"/>
              <a:gd name="connsiteY0" fmla="*/ 2475185 h 2475185"/>
              <a:gd name="connsiteX1" fmla="*/ 125879 w 3861480"/>
              <a:gd name="connsiteY1" fmla="*/ 2284970 h 2475185"/>
              <a:gd name="connsiteX2" fmla="*/ 301035 w 3861480"/>
              <a:gd name="connsiteY2" fmla="*/ 2199196 h 2475185"/>
              <a:gd name="connsiteX3" fmla="*/ 501786 w 3861480"/>
              <a:gd name="connsiteY3" fmla="*/ 2150353 h 2475185"/>
              <a:gd name="connsiteX4" fmla="*/ 851184 w 3861480"/>
              <a:gd name="connsiteY4" fmla="*/ 2078664 h 2475185"/>
              <a:gd name="connsiteX5" fmla="*/ 916188 w 3861480"/>
              <a:gd name="connsiteY5" fmla="*/ 1889483 h 2475185"/>
              <a:gd name="connsiteX6" fmla="*/ 883401 w 3861480"/>
              <a:gd name="connsiteY6" fmla="*/ 1682740 h 2475185"/>
              <a:gd name="connsiteX7" fmla="*/ 1011521 w 3861480"/>
              <a:gd name="connsiteY7" fmla="*/ 1456443 h 2475185"/>
              <a:gd name="connsiteX8" fmla="*/ 1505556 w 3861480"/>
              <a:gd name="connsiteY8" fmla="*/ 789954 h 2475185"/>
              <a:gd name="connsiteX9" fmla="*/ 1727487 w 3861480"/>
              <a:gd name="connsiteY9" fmla="*/ 817997 h 2475185"/>
              <a:gd name="connsiteX10" fmla="*/ 1952153 w 3861480"/>
              <a:gd name="connsiteY10" fmla="*/ 584554 h 2475185"/>
              <a:gd name="connsiteX11" fmla="*/ 2140124 w 3861480"/>
              <a:gd name="connsiteY11" fmla="*/ 482546 h 2475185"/>
              <a:gd name="connsiteX12" fmla="*/ 2492208 w 3861480"/>
              <a:gd name="connsiteY12" fmla="*/ 433948 h 2475185"/>
              <a:gd name="connsiteX13" fmla="*/ 2900458 w 3861480"/>
              <a:gd name="connsiteY13" fmla="*/ 433948 h 2475185"/>
              <a:gd name="connsiteX14" fmla="*/ 3437007 w 3861480"/>
              <a:gd name="connsiteY14" fmla="*/ 329 h 2475185"/>
              <a:gd name="connsiteX15" fmla="*/ 3693870 w 3861480"/>
              <a:gd name="connsiteY15" fmla="*/ 511642 h 2475185"/>
              <a:gd name="connsiteX16" fmla="*/ 3861480 w 3861480"/>
              <a:gd name="connsiteY16" fmla="*/ 733110 h 2475185"/>
              <a:gd name="connsiteX17" fmla="*/ 3700446 w 3861480"/>
              <a:gd name="connsiteY17" fmla="*/ 1218431 h 2475185"/>
              <a:gd name="connsiteX18" fmla="*/ 3475984 w 3861480"/>
              <a:gd name="connsiteY18" fmla="*/ 1663744 h 2475185"/>
              <a:gd name="connsiteX19" fmla="*/ 3485318 w 3861480"/>
              <a:gd name="connsiteY19" fmla="*/ 2050720 h 2475185"/>
              <a:gd name="connsiteX20" fmla="*/ 3302269 w 3861480"/>
              <a:gd name="connsiteY20" fmla="*/ 2165437 h 2475185"/>
              <a:gd name="connsiteX21" fmla="*/ 3021225 w 3861480"/>
              <a:gd name="connsiteY21" fmla="*/ 2382649 h 2475185"/>
              <a:gd name="connsiteX0" fmla="*/ 0 w 3972458"/>
              <a:gd name="connsiteY0" fmla="*/ 2476339 h 2476339"/>
              <a:gd name="connsiteX1" fmla="*/ 125879 w 3972458"/>
              <a:gd name="connsiteY1" fmla="*/ 2286124 h 2476339"/>
              <a:gd name="connsiteX2" fmla="*/ 301035 w 3972458"/>
              <a:gd name="connsiteY2" fmla="*/ 2200350 h 2476339"/>
              <a:gd name="connsiteX3" fmla="*/ 501786 w 3972458"/>
              <a:gd name="connsiteY3" fmla="*/ 2151507 h 2476339"/>
              <a:gd name="connsiteX4" fmla="*/ 851184 w 3972458"/>
              <a:gd name="connsiteY4" fmla="*/ 2079818 h 2476339"/>
              <a:gd name="connsiteX5" fmla="*/ 916188 w 3972458"/>
              <a:gd name="connsiteY5" fmla="*/ 1890637 h 2476339"/>
              <a:gd name="connsiteX6" fmla="*/ 883401 w 3972458"/>
              <a:gd name="connsiteY6" fmla="*/ 1683894 h 2476339"/>
              <a:gd name="connsiteX7" fmla="*/ 1011521 w 3972458"/>
              <a:gd name="connsiteY7" fmla="*/ 1457597 h 2476339"/>
              <a:gd name="connsiteX8" fmla="*/ 1505556 w 3972458"/>
              <a:gd name="connsiteY8" fmla="*/ 791108 h 2476339"/>
              <a:gd name="connsiteX9" fmla="*/ 1727487 w 3972458"/>
              <a:gd name="connsiteY9" fmla="*/ 819151 h 2476339"/>
              <a:gd name="connsiteX10" fmla="*/ 1952153 w 3972458"/>
              <a:gd name="connsiteY10" fmla="*/ 585708 h 2476339"/>
              <a:gd name="connsiteX11" fmla="*/ 2140124 w 3972458"/>
              <a:gd name="connsiteY11" fmla="*/ 483700 h 2476339"/>
              <a:gd name="connsiteX12" fmla="*/ 2492208 w 3972458"/>
              <a:gd name="connsiteY12" fmla="*/ 435102 h 2476339"/>
              <a:gd name="connsiteX13" fmla="*/ 2900458 w 3972458"/>
              <a:gd name="connsiteY13" fmla="*/ 435102 h 2476339"/>
              <a:gd name="connsiteX14" fmla="*/ 3437007 w 3972458"/>
              <a:gd name="connsiteY14" fmla="*/ 1483 h 2476339"/>
              <a:gd name="connsiteX15" fmla="*/ 3956841 w 3972458"/>
              <a:gd name="connsiteY15" fmla="*/ 309186 h 2476339"/>
              <a:gd name="connsiteX16" fmla="*/ 3861480 w 3972458"/>
              <a:gd name="connsiteY16" fmla="*/ 734264 h 2476339"/>
              <a:gd name="connsiteX17" fmla="*/ 3700446 w 3972458"/>
              <a:gd name="connsiteY17" fmla="*/ 1219585 h 2476339"/>
              <a:gd name="connsiteX18" fmla="*/ 3475984 w 3972458"/>
              <a:gd name="connsiteY18" fmla="*/ 1664898 h 2476339"/>
              <a:gd name="connsiteX19" fmla="*/ 3485318 w 3972458"/>
              <a:gd name="connsiteY19" fmla="*/ 2051874 h 2476339"/>
              <a:gd name="connsiteX20" fmla="*/ 3302269 w 3972458"/>
              <a:gd name="connsiteY20" fmla="*/ 2166591 h 2476339"/>
              <a:gd name="connsiteX21" fmla="*/ 3021225 w 3972458"/>
              <a:gd name="connsiteY21" fmla="*/ 2383803 h 2476339"/>
              <a:gd name="connsiteX0" fmla="*/ 0 w 3980651"/>
              <a:gd name="connsiteY0" fmla="*/ 2476339 h 2476339"/>
              <a:gd name="connsiteX1" fmla="*/ 125879 w 3980651"/>
              <a:gd name="connsiteY1" fmla="*/ 2286124 h 2476339"/>
              <a:gd name="connsiteX2" fmla="*/ 301035 w 3980651"/>
              <a:gd name="connsiteY2" fmla="*/ 2200350 h 2476339"/>
              <a:gd name="connsiteX3" fmla="*/ 501786 w 3980651"/>
              <a:gd name="connsiteY3" fmla="*/ 2151507 h 2476339"/>
              <a:gd name="connsiteX4" fmla="*/ 851184 w 3980651"/>
              <a:gd name="connsiteY4" fmla="*/ 2079818 h 2476339"/>
              <a:gd name="connsiteX5" fmla="*/ 916188 w 3980651"/>
              <a:gd name="connsiteY5" fmla="*/ 1890637 h 2476339"/>
              <a:gd name="connsiteX6" fmla="*/ 883401 w 3980651"/>
              <a:gd name="connsiteY6" fmla="*/ 1683894 h 2476339"/>
              <a:gd name="connsiteX7" fmla="*/ 1011521 w 3980651"/>
              <a:gd name="connsiteY7" fmla="*/ 1457597 h 2476339"/>
              <a:gd name="connsiteX8" fmla="*/ 1505556 w 3980651"/>
              <a:gd name="connsiteY8" fmla="*/ 791108 h 2476339"/>
              <a:gd name="connsiteX9" fmla="*/ 1727487 w 3980651"/>
              <a:gd name="connsiteY9" fmla="*/ 819151 h 2476339"/>
              <a:gd name="connsiteX10" fmla="*/ 1952153 w 3980651"/>
              <a:gd name="connsiteY10" fmla="*/ 585708 h 2476339"/>
              <a:gd name="connsiteX11" fmla="*/ 2140124 w 3980651"/>
              <a:gd name="connsiteY11" fmla="*/ 483700 h 2476339"/>
              <a:gd name="connsiteX12" fmla="*/ 2492208 w 3980651"/>
              <a:gd name="connsiteY12" fmla="*/ 435102 h 2476339"/>
              <a:gd name="connsiteX13" fmla="*/ 2900458 w 3980651"/>
              <a:gd name="connsiteY13" fmla="*/ 435102 h 2476339"/>
              <a:gd name="connsiteX14" fmla="*/ 3437007 w 3980651"/>
              <a:gd name="connsiteY14" fmla="*/ 1483 h 2476339"/>
              <a:gd name="connsiteX15" fmla="*/ 3956841 w 3980651"/>
              <a:gd name="connsiteY15" fmla="*/ 309186 h 2476339"/>
              <a:gd name="connsiteX16" fmla="*/ 3861480 w 3980651"/>
              <a:gd name="connsiteY16" fmla="*/ 734264 h 2476339"/>
              <a:gd name="connsiteX17" fmla="*/ 3700446 w 3980651"/>
              <a:gd name="connsiteY17" fmla="*/ 1219585 h 2476339"/>
              <a:gd name="connsiteX18" fmla="*/ 3475984 w 3980651"/>
              <a:gd name="connsiteY18" fmla="*/ 1664898 h 2476339"/>
              <a:gd name="connsiteX19" fmla="*/ 3485318 w 3980651"/>
              <a:gd name="connsiteY19" fmla="*/ 2051874 h 2476339"/>
              <a:gd name="connsiteX20" fmla="*/ 3302269 w 3980651"/>
              <a:gd name="connsiteY20" fmla="*/ 2166591 h 2476339"/>
              <a:gd name="connsiteX21" fmla="*/ 3021225 w 3980651"/>
              <a:gd name="connsiteY21" fmla="*/ 2383803 h 2476339"/>
              <a:gd name="connsiteX0" fmla="*/ 0 w 3980651"/>
              <a:gd name="connsiteY0" fmla="*/ 2476339 h 2476339"/>
              <a:gd name="connsiteX1" fmla="*/ 125879 w 3980651"/>
              <a:gd name="connsiteY1" fmla="*/ 2286124 h 2476339"/>
              <a:gd name="connsiteX2" fmla="*/ 301035 w 3980651"/>
              <a:gd name="connsiteY2" fmla="*/ 2200350 h 2476339"/>
              <a:gd name="connsiteX3" fmla="*/ 501786 w 3980651"/>
              <a:gd name="connsiteY3" fmla="*/ 2151507 h 2476339"/>
              <a:gd name="connsiteX4" fmla="*/ 851184 w 3980651"/>
              <a:gd name="connsiteY4" fmla="*/ 2079818 h 2476339"/>
              <a:gd name="connsiteX5" fmla="*/ 916188 w 3980651"/>
              <a:gd name="connsiteY5" fmla="*/ 1890637 h 2476339"/>
              <a:gd name="connsiteX6" fmla="*/ 883401 w 3980651"/>
              <a:gd name="connsiteY6" fmla="*/ 1683894 h 2476339"/>
              <a:gd name="connsiteX7" fmla="*/ 1011521 w 3980651"/>
              <a:gd name="connsiteY7" fmla="*/ 1457597 h 2476339"/>
              <a:gd name="connsiteX8" fmla="*/ 1505556 w 3980651"/>
              <a:gd name="connsiteY8" fmla="*/ 791108 h 2476339"/>
              <a:gd name="connsiteX9" fmla="*/ 1727487 w 3980651"/>
              <a:gd name="connsiteY9" fmla="*/ 819151 h 2476339"/>
              <a:gd name="connsiteX10" fmla="*/ 1952153 w 3980651"/>
              <a:gd name="connsiteY10" fmla="*/ 585708 h 2476339"/>
              <a:gd name="connsiteX11" fmla="*/ 2140124 w 3980651"/>
              <a:gd name="connsiteY11" fmla="*/ 483700 h 2476339"/>
              <a:gd name="connsiteX12" fmla="*/ 2492208 w 3980651"/>
              <a:gd name="connsiteY12" fmla="*/ 435102 h 2476339"/>
              <a:gd name="connsiteX13" fmla="*/ 2900458 w 3980651"/>
              <a:gd name="connsiteY13" fmla="*/ 435102 h 2476339"/>
              <a:gd name="connsiteX14" fmla="*/ 3437007 w 3980651"/>
              <a:gd name="connsiteY14" fmla="*/ 1483 h 2476339"/>
              <a:gd name="connsiteX15" fmla="*/ 3956841 w 3980651"/>
              <a:gd name="connsiteY15" fmla="*/ 309186 h 2476339"/>
              <a:gd name="connsiteX16" fmla="*/ 3861480 w 3980651"/>
              <a:gd name="connsiteY16" fmla="*/ 734264 h 2476339"/>
              <a:gd name="connsiteX17" fmla="*/ 3700446 w 3980651"/>
              <a:gd name="connsiteY17" fmla="*/ 1219585 h 2476339"/>
              <a:gd name="connsiteX18" fmla="*/ 3475984 w 3980651"/>
              <a:gd name="connsiteY18" fmla="*/ 1664898 h 2476339"/>
              <a:gd name="connsiteX19" fmla="*/ 3485318 w 3980651"/>
              <a:gd name="connsiteY19" fmla="*/ 2051874 h 2476339"/>
              <a:gd name="connsiteX20" fmla="*/ 3302269 w 3980651"/>
              <a:gd name="connsiteY20" fmla="*/ 2166591 h 2476339"/>
              <a:gd name="connsiteX21" fmla="*/ 3021225 w 3980651"/>
              <a:gd name="connsiteY21" fmla="*/ 2383803 h 2476339"/>
              <a:gd name="connsiteX0" fmla="*/ 0 w 3992624"/>
              <a:gd name="connsiteY0" fmla="*/ 2476339 h 2476339"/>
              <a:gd name="connsiteX1" fmla="*/ 125879 w 3992624"/>
              <a:gd name="connsiteY1" fmla="*/ 2286124 h 2476339"/>
              <a:gd name="connsiteX2" fmla="*/ 301035 w 3992624"/>
              <a:gd name="connsiteY2" fmla="*/ 2200350 h 2476339"/>
              <a:gd name="connsiteX3" fmla="*/ 501786 w 3992624"/>
              <a:gd name="connsiteY3" fmla="*/ 2151507 h 2476339"/>
              <a:gd name="connsiteX4" fmla="*/ 851184 w 3992624"/>
              <a:gd name="connsiteY4" fmla="*/ 2079818 h 2476339"/>
              <a:gd name="connsiteX5" fmla="*/ 916188 w 3992624"/>
              <a:gd name="connsiteY5" fmla="*/ 1890637 h 2476339"/>
              <a:gd name="connsiteX6" fmla="*/ 883401 w 3992624"/>
              <a:gd name="connsiteY6" fmla="*/ 1683894 h 2476339"/>
              <a:gd name="connsiteX7" fmla="*/ 1011521 w 3992624"/>
              <a:gd name="connsiteY7" fmla="*/ 1457597 h 2476339"/>
              <a:gd name="connsiteX8" fmla="*/ 1505556 w 3992624"/>
              <a:gd name="connsiteY8" fmla="*/ 791108 h 2476339"/>
              <a:gd name="connsiteX9" fmla="*/ 1727487 w 3992624"/>
              <a:gd name="connsiteY9" fmla="*/ 819151 h 2476339"/>
              <a:gd name="connsiteX10" fmla="*/ 1952153 w 3992624"/>
              <a:gd name="connsiteY10" fmla="*/ 585708 h 2476339"/>
              <a:gd name="connsiteX11" fmla="*/ 2140124 w 3992624"/>
              <a:gd name="connsiteY11" fmla="*/ 483700 h 2476339"/>
              <a:gd name="connsiteX12" fmla="*/ 2492208 w 3992624"/>
              <a:gd name="connsiteY12" fmla="*/ 435102 h 2476339"/>
              <a:gd name="connsiteX13" fmla="*/ 2900458 w 3992624"/>
              <a:gd name="connsiteY13" fmla="*/ 435102 h 2476339"/>
              <a:gd name="connsiteX14" fmla="*/ 3437007 w 3992624"/>
              <a:gd name="connsiteY14" fmla="*/ 1483 h 2476339"/>
              <a:gd name="connsiteX15" fmla="*/ 3956841 w 3992624"/>
              <a:gd name="connsiteY15" fmla="*/ 309186 h 2476339"/>
              <a:gd name="connsiteX16" fmla="*/ 3906855 w 3992624"/>
              <a:gd name="connsiteY16" fmla="*/ 733062 h 2476339"/>
              <a:gd name="connsiteX17" fmla="*/ 3700446 w 3992624"/>
              <a:gd name="connsiteY17" fmla="*/ 1219585 h 2476339"/>
              <a:gd name="connsiteX18" fmla="*/ 3475984 w 3992624"/>
              <a:gd name="connsiteY18" fmla="*/ 1664898 h 2476339"/>
              <a:gd name="connsiteX19" fmla="*/ 3485318 w 3992624"/>
              <a:gd name="connsiteY19" fmla="*/ 2051874 h 2476339"/>
              <a:gd name="connsiteX20" fmla="*/ 3302269 w 3992624"/>
              <a:gd name="connsiteY20" fmla="*/ 2166591 h 2476339"/>
              <a:gd name="connsiteX21" fmla="*/ 3021225 w 3992624"/>
              <a:gd name="connsiteY21" fmla="*/ 2383803 h 2476339"/>
              <a:gd name="connsiteX0" fmla="*/ 0 w 3988763"/>
              <a:gd name="connsiteY0" fmla="*/ 2538886 h 2538886"/>
              <a:gd name="connsiteX1" fmla="*/ 125879 w 3988763"/>
              <a:gd name="connsiteY1" fmla="*/ 2348671 h 2538886"/>
              <a:gd name="connsiteX2" fmla="*/ 301035 w 3988763"/>
              <a:gd name="connsiteY2" fmla="*/ 2262897 h 2538886"/>
              <a:gd name="connsiteX3" fmla="*/ 501786 w 3988763"/>
              <a:gd name="connsiteY3" fmla="*/ 2214054 h 2538886"/>
              <a:gd name="connsiteX4" fmla="*/ 851184 w 3988763"/>
              <a:gd name="connsiteY4" fmla="*/ 2142365 h 2538886"/>
              <a:gd name="connsiteX5" fmla="*/ 916188 w 3988763"/>
              <a:gd name="connsiteY5" fmla="*/ 1953184 h 2538886"/>
              <a:gd name="connsiteX6" fmla="*/ 883401 w 3988763"/>
              <a:gd name="connsiteY6" fmla="*/ 1746441 h 2538886"/>
              <a:gd name="connsiteX7" fmla="*/ 1011521 w 3988763"/>
              <a:gd name="connsiteY7" fmla="*/ 1520144 h 2538886"/>
              <a:gd name="connsiteX8" fmla="*/ 1505556 w 3988763"/>
              <a:gd name="connsiteY8" fmla="*/ 853655 h 2538886"/>
              <a:gd name="connsiteX9" fmla="*/ 1727487 w 3988763"/>
              <a:gd name="connsiteY9" fmla="*/ 881698 h 2538886"/>
              <a:gd name="connsiteX10" fmla="*/ 1952153 w 3988763"/>
              <a:gd name="connsiteY10" fmla="*/ 648255 h 2538886"/>
              <a:gd name="connsiteX11" fmla="*/ 2140124 w 3988763"/>
              <a:gd name="connsiteY11" fmla="*/ 546247 h 2538886"/>
              <a:gd name="connsiteX12" fmla="*/ 2492208 w 3988763"/>
              <a:gd name="connsiteY12" fmla="*/ 497649 h 2538886"/>
              <a:gd name="connsiteX13" fmla="*/ 2900458 w 3988763"/>
              <a:gd name="connsiteY13" fmla="*/ 497649 h 2538886"/>
              <a:gd name="connsiteX14" fmla="*/ 3489159 w 3988763"/>
              <a:gd name="connsiteY14" fmla="*/ 1201 h 2538886"/>
              <a:gd name="connsiteX15" fmla="*/ 3956841 w 3988763"/>
              <a:gd name="connsiteY15" fmla="*/ 371733 h 2538886"/>
              <a:gd name="connsiteX16" fmla="*/ 3906855 w 3988763"/>
              <a:gd name="connsiteY16" fmla="*/ 795609 h 2538886"/>
              <a:gd name="connsiteX17" fmla="*/ 3700446 w 3988763"/>
              <a:gd name="connsiteY17" fmla="*/ 1282132 h 2538886"/>
              <a:gd name="connsiteX18" fmla="*/ 3475984 w 3988763"/>
              <a:gd name="connsiteY18" fmla="*/ 1727445 h 2538886"/>
              <a:gd name="connsiteX19" fmla="*/ 3485318 w 3988763"/>
              <a:gd name="connsiteY19" fmla="*/ 2114421 h 2538886"/>
              <a:gd name="connsiteX20" fmla="*/ 3302269 w 3988763"/>
              <a:gd name="connsiteY20" fmla="*/ 2229138 h 2538886"/>
              <a:gd name="connsiteX21" fmla="*/ 3021225 w 3988763"/>
              <a:gd name="connsiteY21" fmla="*/ 2446350 h 2538886"/>
              <a:gd name="connsiteX0" fmla="*/ 0 w 3988763"/>
              <a:gd name="connsiteY0" fmla="*/ 2555610 h 2555610"/>
              <a:gd name="connsiteX1" fmla="*/ 125879 w 3988763"/>
              <a:gd name="connsiteY1" fmla="*/ 2365395 h 2555610"/>
              <a:gd name="connsiteX2" fmla="*/ 301035 w 3988763"/>
              <a:gd name="connsiteY2" fmla="*/ 2279621 h 2555610"/>
              <a:gd name="connsiteX3" fmla="*/ 501786 w 3988763"/>
              <a:gd name="connsiteY3" fmla="*/ 2230778 h 2555610"/>
              <a:gd name="connsiteX4" fmla="*/ 851184 w 3988763"/>
              <a:gd name="connsiteY4" fmla="*/ 2159089 h 2555610"/>
              <a:gd name="connsiteX5" fmla="*/ 916188 w 3988763"/>
              <a:gd name="connsiteY5" fmla="*/ 1969908 h 2555610"/>
              <a:gd name="connsiteX6" fmla="*/ 883401 w 3988763"/>
              <a:gd name="connsiteY6" fmla="*/ 1763165 h 2555610"/>
              <a:gd name="connsiteX7" fmla="*/ 1011521 w 3988763"/>
              <a:gd name="connsiteY7" fmla="*/ 1536868 h 2555610"/>
              <a:gd name="connsiteX8" fmla="*/ 1505556 w 3988763"/>
              <a:gd name="connsiteY8" fmla="*/ 870379 h 2555610"/>
              <a:gd name="connsiteX9" fmla="*/ 1727487 w 3988763"/>
              <a:gd name="connsiteY9" fmla="*/ 898422 h 2555610"/>
              <a:gd name="connsiteX10" fmla="*/ 1952153 w 3988763"/>
              <a:gd name="connsiteY10" fmla="*/ 664979 h 2555610"/>
              <a:gd name="connsiteX11" fmla="*/ 2140124 w 3988763"/>
              <a:gd name="connsiteY11" fmla="*/ 562971 h 2555610"/>
              <a:gd name="connsiteX12" fmla="*/ 2492208 w 3988763"/>
              <a:gd name="connsiteY12" fmla="*/ 514373 h 2555610"/>
              <a:gd name="connsiteX13" fmla="*/ 2916302 w 3988763"/>
              <a:gd name="connsiteY13" fmla="*/ 105309 h 2555610"/>
              <a:gd name="connsiteX14" fmla="*/ 3489159 w 3988763"/>
              <a:gd name="connsiteY14" fmla="*/ 17925 h 2555610"/>
              <a:gd name="connsiteX15" fmla="*/ 3956841 w 3988763"/>
              <a:gd name="connsiteY15" fmla="*/ 388457 h 2555610"/>
              <a:gd name="connsiteX16" fmla="*/ 3906855 w 3988763"/>
              <a:gd name="connsiteY16" fmla="*/ 812333 h 2555610"/>
              <a:gd name="connsiteX17" fmla="*/ 3700446 w 3988763"/>
              <a:gd name="connsiteY17" fmla="*/ 1298856 h 2555610"/>
              <a:gd name="connsiteX18" fmla="*/ 3475984 w 3988763"/>
              <a:gd name="connsiteY18" fmla="*/ 1744169 h 2555610"/>
              <a:gd name="connsiteX19" fmla="*/ 3485318 w 3988763"/>
              <a:gd name="connsiteY19" fmla="*/ 2131145 h 2555610"/>
              <a:gd name="connsiteX20" fmla="*/ 3302269 w 3988763"/>
              <a:gd name="connsiteY20" fmla="*/ 2245862 h 2555610"/>
              <a:gd name="connsiteX21" fmla="*/ 3021225 w 3988763"/>
              <a:gd name="connsiteY21" fmla="*/ 2463074 h 25556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700446 w 3988763"/>
              <a:gd name="connsiteY17" fmla="*/ 1291656 h 2548410"/>
              <a:gd name="connsiteX18" fmla="*/ 3475984 w 3988763"/>
              <a:gd name="connsiteY18" fmla="*/ 1736969 h 2548410"/>
              <a:gd name="connsiteX19" fmla="*/ 3485318 w 3988763"/>
              <a:gd name="connsiteY19" fmla="*/ 212394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75984 w 3988763"/>
              <a:gd name="connsiteY18" fmla="*/ 1736969 h 2548410"/>
              <a:gd name="connsiteX19" fmla="*/ 3485318 w 3988763"/>
              <a:gd name="connsiteY19" fmla="*/ 212394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75984 w 3988763"/>
              <a:gd name="connsiteY18" fmla="*/ 1736969 h 2548410"/>
              <a:gd name="connsiteX19" fmla="*/ 3444465 w 3988763"/>
              <a:gd name="connsiteY19" fmla="*/ 2115665 h 2548410"/>
              <a:gd name="connsiteX20" fmla="*/ 3302269 w 3988763"/>
              <a:gd name="connsiteY20" fmla="*/ 2238662 h 2548410"/>
              <a:gd name="connsiteX21" fmla="*/ 3021225 w 3988763"/>
              <a:gd name="connsiteY21" fmla="*/ 2455874 h 2548410"/>
              <a:gd name="connsiteX0" fmla="*/ 0 w 3988763"/>
              <a:gd name="connsiteY0" fmla="*/ 2548410 h 2548410"/>
              <a:gd name="connsiteX1" fmla="*/ 125879 w 3988763"/>
              <a:gd name="connsiteY1" fmla="*/ 2358195 h 2548410"/>
              <a:gd name="connsiteX2" fmla="*/ 301035 w 3988763"/>
              <a:gd name="connsiteY2" fmla="*/ 2272421 h 2548410"/>
              <a:gd name="connsiteX3" fmla="*/ 501786 w 3988763"/>
              <a:gd name="connsiteY3" fmla="*/ 2223578 h 2548410"/>
              <a:gd name="connsiteX4" fmla="*/ 851184 w 3988763"/>
              <a:gd name="connsiteY4" fmla="*/ 2151889 h 2548410"/>
              <a:gd name="connsiteX5" fmla="*/ 916188 w 3988763"/>
              <a:gd name="connsiteY5" fmla="*/ 1962708 h 2548410"/>
              <a:gd name="connsiteX6" fmla="*/ 883401 w 3988763"/>
              <a:gd name="connsiteY6" fmla="*/ 1755965 h 2548410"/>
              <a:gd name="connsiteX7" fmla="*/ 1011521 w 3988763"/>
              <a:gd name="connsiteY7" fmla="*/ 1529668 h 2548410"/>
              <a:gd name="connsiteX8" fmla="*/ 1505556 w 3988763"/>
              <a:gd name="connsiteY8" fmla="*/ 863179 h 2548410"/>
              <a:gd name="connsiteX9" fmla="*/ 1727487 w 3988763"/>
              <a:gd name="connsiteY9" fmla="*/ 891222 h 2548410"/>
              <a:gd name="connsiteX10" fmla="*/ 1952153 w 3988763"/>
              <a:gd name="connsiteY10" fmla="*/ 657779 h 2548410"/>
              <a:gd name="connsiteX11" fmla="*/ 2140124 w 3988763"/>
              <a:gd name="connsiteY11" fmla="*/ 555771 h 2548410"/>
              <a:gd name="connsiteX12" fmla="*/ 2523698 w 3988763"/>
              <a:gd name="connsiteY12" fmla="*/ 79258 h 2548410"/>
              <a:gd name="connsiteX13" fmla="*/ 2916302 w 3988763"/>
              <a:gd name="connsiteY13" fmla="*/ 98109 h 2548410"/>
              <a:gd name="connsiteX14" fmla="*/ 3489159 w 3988763"/>
              <a:gd name="connsiteY14" fmla="*/ 10725 h 2548410"/>
              <a:gd name="connsiteX15" fmla="*/ 3956841 w 3988763"/>
              <a:gd name="connsiteY15" fmla="*/ 381257 h 2548410"/>
              <a:gd name="connsiteX16" fmla="*/ 3906855 w 3988763"/>
              <a:gd name="connsiteY16" fmla="*/ 805133 h 2548410"/>
              <a:gd name="connsiteX17" fmla="*/ 3606351 w 3988763"/>
              <a:gd name="connsiteY17" fmla="*/ 1266061 h 2548410"/>
              <a:gd name="connsiteX18" fmla="*/ 3450648 w 3988763"/>
              <a:gd name="connsiteY18" fmla="*/ 1690827 h 2548410"/>
              <a:gd name="connsiteX19" fmla="*/ 3444465 w 3988763"/>
              <a:gd name="connsiteY19" fmla="*/ 2115665 h 2548410"/>
              <a:gd name="connsiteX20" fmla="*/ 3302269 w 3988763"/>
              <a:gd name="connsiteY20" fmla="*/ 2238662 h 2548410"/>
              <a:gd name="connsiteX21" fmla="*/ 3021225 w 3988763"/>
              <a:gd name="connsiteY21" fmla="*/ 2455874 h 254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88763" h="2548410">
                <a:moveTo>
                  <a:pt x="0" y="2548410"/>
                </a:moveTo>
                <a:cubicBezTo>
                  <a:pt x="28419" y="2448521"/>
                  <a:pt x="75707" y="2404193"/>
                  <a:pt x="125879" y="2358195"/>
                </a:cubicBezTo>
                <a:cubicBezTo>
                  <a:pt x="176052" y="2312197"/>
                  <a:pt x="238384" y="2294857"/>
                  <a:pt x="301035" y="2272421"/>
                </a:cubicBezTo>
                <a:cubicBezTo>
                  <a:pt x="363686" y="2249985"/>
                  <a:pt x="410095" y="2243667"/>
                  <a:pt x="501786" y="2223578"/>
                </a:cubicBezTo>
                <a:cubicBezTo>
                  <a:pt x="593477" y="2203489"/>
                  <a:pt x="782117" y="2195367"/>
                  <a:pt x="851184" y="2151889"/>
                </a:cubicBezTo>
                <a:cubicBezTo>
                  <a:pt x="920251" y="2108411"/>
                  <a:pt x="910819" y="2028695"/>
                  <a:pt x="916188" y="1962708"/>
                </a:cubicBezTo>
                <a:cubicBezTo>
                  <a:pt x="921557" y="1896721"/>
                  <a:pt x="884364" y="1798804"/>
                  <a:pt x="883401" y="1755965"/>
                </a:cubicBezTo>
                <a:cubicBezTo>
                  <a:pt x="891782" y="1692838"/>
                  <a:pt x="907829" y="1678466"/>
                  <a:pt x="1011521" y="1529668"/>
                </a:cubicBezTo>
                <a:cubicBezTo>
                  <a:pt x="1115213" y="1380870"/>
                  <a:pt x="1386228" y="969587"/>
                  <a:pt x="1505556" y="863179"/>
                </a:cubicBezTo>
                <a:cubicBezTo>
                  <a:pt x="1624884" y="756771"/>
                  <a:pt x="1653054" y="925455"/>
                  <a:pt x="1727487" y="891222"/>
                </a:cubicBezTo>
                <a:cubicBezTo>
                  <a:pt x="1801920" y="856989"/>
                  <a:pt x="1862607" y="726968"/>
                  <a:pt x="1952153" y="657779"/>
                </a:cubicBezTo>
                <a:cubicBezTo>
                  <a:pt x="2006393" y="615808"/>
                  <a:pt x="2044866" y="652191"/>
                  <a:pt x="2140124" y="555771"/>
                </a:cubicBezTo>
                <a:cubicBezTo>
                  <a:pt x="2235382" y="459351"/>
                  <a:pt x="2394335" y="155535"/>
                  <a:pt x="2523698" y="79258"/>
                </a:cubicBezTo>
                <a:cubicBezTo>
                  <a:pt x="2653061" y="2981"/>
                  <a:pt x="2755392" y="109531"/>
                  <a:pt x="2916302" y="98109"/>
                </a:cubicBezTo>
                <a:cubicBezTo>
                  <a:pt x="3077212" y="86687"/>
                  <a:pt x="3315736" y="-36466"/>
                  <a:pt x="3489159" y="10725"/>
                </a:cubicBezTo>
                <a:cubicBezTo>
                  <a:pt x="3662582" y="57916"/>
                  <a:pt x="3887225" y="248856"/>
                  <a:pt x="3956841" y="381257"/>
                </a:cubicBezTo>
                <a:cubicBezTo>
                  <a:pt x="4026457" y="513658"/>
                  <a:pt x="3969521" y="698879"/>
                  <a:pt x="3906855" y="805133"/>
                </a:cubicBezTo>
                <a:cubicBezTo>
                  <a:pt x="3821574" y="954895"/>
                  <a:pt x="3714987" y="1096902"/>
                  <a:pt x="3606351" y="1266061"/>
                </a:cubicBezTo>
                <a:cubicBezTo>
                  <a:pt x="3527727" y="1406178"/>
                  <a:pt x="3460490" y="1574381"/>
                  <a:pt x="3450648" y="1690827"/>
                </a:cubicBezTo>
                <a:cubicBezTo>
                  <a:pt x="3441234" y="1801118"/>
                  <a:pt x="3469195" y="2024359"/>
                  <a:pt x="3444465" y="2115665"/>
                </a:cubicBezTo>
                <a:cubicBezTo>
                  <a:pt x="3419735" y="2206971"/>
                  <a:pt x="3372809" y="2181961"/>
                  <a:pt x="3302269" y="2238662"/>
                </a:cubicBezTo>
                <a:cubicBezTo>
                  <a:pt x="3231729" y="2295363"/>
                  <a:pt x="3075386" y="2397671"/>
                  <a:pt x="3021225" y="2455874"/>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1" name="Freeform: Shape 30">
            <a:extLst>
              <a:ext uri="{FF2B5EF4-FFF2-40B4-BE49-F238E27FC236}">
                <a16:creationId xmlns:a16="http://schemas.microsoft.com/office/drawing/2014/main" id="{4296936C-18C5-F205-E585-2F23CF4A08FE}"/>
              </a:ext>
            </a:extLst>
          </p:cNvPr>
          <p:cNvSpPr/>
          <p:nvPr userDrawn="1"/>
        </p:nvSpPr>
        <p:spPr>
          <a:xfrm rot="11158482" flipV="1">
            <a:off x="9264181" y="6061557"/>
            <a:ext cx="1068885" cy="726091"/>
          </a:xfrm>
          <a:custGeom>
            <a:avLst/>
            <a:gdLst>
              <a:gd name="connsiteX0" fmla="*/ 1270948 w 1270948"/>
              <a:gd name="connsiteY0" fmla="*/ 18895 h 864379"/>
              <a:gd name="connsiteX1" fmla="*/ 1090410 w 1270948"/>
              <a:gd name="connsiteY1" fmla="*/ 0 h 864379"/>
              <a:gd name="connsiteX2" fmla="*/ 1081005 w 1270948"/>
              <a:gd name="connsiteY2" fmla="*/ 24843 h 864379"/>
              <a:gd name="connsiteX3" fmla="*/ 1052548 w 1270948"/>
              <a:gd name="connsiteY3" fmla="*/ 110510 h 864379"/>
              <a:gd name="connsiteX4" fmla="*/ 942565 w 1270948"/>
              <a:gd name="connsiteY4" fmla="*/ 279800 h 864379"/>
              <a:gd name="connsiteX5" fmla="*/ 970877 w 1270948"/>
              <a:gd name="connsiteY5" fmla="*/ 468452 h 864379"/>
              <a:gd name="connsiteX6" fmla="*/ 823644 w 1270948"/>
              <a:gd name="connsiteY6" fmla="*/ 673283 h 864379"/>
              <a:gd name="connsiteX7" fmla="*/ 685692 w 1270948"/>
              <a:gd name="connsiteY7" fmla="*/ 744953 h 864379"/>
              <a:gd name="connsiteX8" fmla="*/ 547738 w 1270948"/>
              <a:gd name="connsiteY8" fmla="*/ 744953 h 864379"/>
              <a:gd name="connsiteX9" fmla="*/ 383804 w 1270948"/>
              <a:gd name="connsiteY9" fmla="*/ 672268 h 864379"/>
              <a:gd name="connsiteX10" fmla="*/ 153103 w 1270948"/>
              <a:gd name="connsiteY10" fmla="*/ 663264 h 864379"/>
              <a:gd name="connsiteX11" fmla="*/ 21525 w 1270948"/>
              <a:gd name="connsiteY11" fmla="*/ 726091 h 864379"/>
              <a:gd name="connsiteX12" fmla="*/ 0 w 1270948"/>
              <a:gd name="connsiteY12" fmla="*/ 740625 h 864379"/>
              <a:gd name="connsiteX13" fmla="*/ 1182461 w 1270948"/>
              <a:gd name="connsiteY13" fmla="*/ 864379 h 864379"/>
              <a:gd name="connsiteX0" fmla="*/ 1270948 w 1362388"/>
              <a:gd name="connsiteY0" fmla="*/ 18895 h 864379"/>
              <a:gd name="connsiteX1" fmla="*/ 1090410 w 1362388"/>
              <a:gd name="connsiteY1" fmla="*/ 0 h 864379"/>
              <a:gd name="connsiteX2" fmla="*/ 1081005 w 1362388"/>
              <a:gd name="connsiteY2" fmla="*/ 24843 h 864379"/>
              <a:gd name="connsiteX3" fmla="*/ 1052548 w 1362388"/>
              <a:gd name="connsiteY3" fmla="*/ 110510 h 864379"/>
              <a:gd name="connsiteX4" fmla="*/ 942565 w 1362388"/>
              <a:gd name="connsiteY4" fmla="*/ 279800 h 864379"/>
              <a:gd name="connsiteX5" fmla="*/ 970877 w 1362388"/>
              <a:gd name="connsiteY5" fmla="*/ 468452 h 864379"/>
              <a:gd name="connsiteX6" fmla="*/ 823644 w 1362388"/>
              <a:gd name="connsiteY6" fmla="*/ 673283 h 864379"/>
              <a:gd name="connsiteX7" fmla="*/ 685692 w 1362388"/>
              <a:gd name="connsiteY7" fmla="*/ 744953 h 864379"/>
              <a:gd name="connsiteX8" fmla="*/ 547738 w 1362388"/>
              <a:gd name="connsiteY8" fmla="*/ 744953 h 864379"/>
              <a:gd name="connsiteX9" fmla="*/ 383804 w 1362388"/>
              <a:gd name="connsiteY9" fmla="*/ 672268 h 864379"/>
              <a:gd name="connsiteX10" fmla="*/ 153103 w 1362388"/>
              <a:gd name="connsiteY10" fmla="*/ 663264 h 864379"/>
              <a:gd name="connsiteX11" fmla="*/ 21525 w 1362388"/>
              <a:gd name="connsiteY11" fmla="*/ 726091 h 864379"/>
              <a:gd name="connsiteX12" fmla="*/ 0 w 1362388"/>
              <a:gd name="connsiteY12" fmla="*/ 740625 h 864379"/>
              <a:gd name="connsiteX13" fmla="*/ 1182461 w 1362388"/>
              <a:gd name="connsiteY13" fmla="*/ 864379 h 864379"/>
              <a:gd name="connsiteX14" fmla="*/ 1362388 w 1362388"/>
              <a:gd name="connsiteY14" fmla="*/ 110335 h 864379"/>
              <a:gd name="connsiteX0" fmla="*/ 1270948 w 1270948"/>
              <a:gd name="connsiteY0" fmla="*/ 18895 h 864379"/>
              <a:gd name="connsiteX1" fmla="*/ 1090410 w 1270948"/>
              <a:gd name="connsiteY1" fmla="*/ 0 h 864379"/>
              <a:gd name="connsiteX2" fmla="*/ 1081005 w 1270948"/>
              <a:gd name="connsiteY2" fmla="*/ 24843 h 864379"/>
              <a:gd name="connsiteX3" fmla="*/ 1052548 w 1270948"/>
              <a:gd name="connsiteY3" fmla="*/ 110510 h 864379"/>
              <a:gd name="connsiteX4" fmla="*/ 942565 w 1270948"/>
              <a:gd name="connsiteY4" fmla="*/ 279800 h 864379"/>
              <a:gd name="connsiteX5" fmla="*/ 970877 w 1270948"/>
              <a:gd name="connsiteY5" fmla="*/ 468452 h 864379"/>
              <a:gd name="connsiteX6" fmla="*/ 823644 w 1270948"/>
              <a:gd name="connsiteY6" fmla="*/ 673283 h 864379"/>
              <a:gd name="connsiteX7" fmla="*/ 685692 w 1270948"/>
              <a:gd name="connsiteY7" fmla="*/ 744953 h 864379"/>
              <a:gd name="connsiteX8" fmla="*/ 547738 w 1270948"/>
              <a:gd name="connsiteY8" fmla="*/ 744953 h 864379"/>
              <a:gd name="connsiteX9" fmla="*/ 383804 w 1270948"/>
              <a:gd name="connsiteY9" fmla="*/ 672268 h 864379"/>
              <a:gd name="connsiteX10" fmla="*/ 153103 w 1270948"/>
              <a:gd name="connsiteY10" fmla="*/ 663264 h 864379"/>
              <a:gd name="connsiteX11" fmla="*/ 21525 w 1270948"/>
              <a:gd name="connsiteY11" fmla="*/ 726091 h 864379"/>
              <a:gd name="connsiteX12" fmla="*/ 0 w 1270948"/>
              <a:gd name="connsiteY12" fmla="*/ 740625 h 864379"/>
              <a:gd name="connsiteX13" fmla="*/ 1182461 w 1270948"/>
              <a:gd name="connsiteY13" fmla="*/ 864379 h 864379"/>
              <a:gd name="connsiteX0" fmla="*/ 1270948 w 1270948"/>
              <a:gd name="connsiteY0" fmla="*/ 18895 h 752575"/>
              <a:gd name="connsiteX1" fmla="*/ 1090410 w 1270948"/>
              <a:gd name="connsiteY1" fmla="*/ 0 h 752575"/>
              <a:gd name="connsiteX2" fmla="*/ 1081005 w 1270948"/>
              <a:gd name="connsiteY2" fmla="*/ 24843 h 752575"/>
              <a:gd name="connsiteX3" fmla="*/ 1052548 w 1270948"/>
              <a:gd name="connsiteY3" fmla="*/ 110510 h 752575"/>
              <a:gd name="connsiteX4" fmla="*/ 942565 w 1270948"/>
              <a:gd name="connsiteY4" fmla="*/ 279800 h 752575"/>
              <a:gd name="connsiteX5" fmla="*/ 970877 w 1270948"/>
              <a:gd name="connsiteY5" fmla="*/ 468452 h 752575"/>
              <a:gd name="connsiteX6" fmla="*/ 823644 w 1270948"/>
              <a:gd name="connsiteY6" fmla="*/ 673283 h 752575"/>
              <a:gd name="connsiteX7" fmla="*/ 685692 w 1270948"/>
              <a:gd name="connsiteY7" fmla="*/ 744953 h 752575"/>
              <a:gd name="connsiteX8" fmla="*/ 547738 w 1270948"/>
              <a:gd name="connsiteY8" fmla="*/ 744953 h 752575"/>
              <a:gd name="connsiteX9" fmla="*/ 383804 w 1270948"/>
              <a:gd name="connsiteY9" fmla="*/ 672268 h 752575"/>
              <a:gd name="connsiteX10" fmla="*/ 153103 w 1270948"/>
              <a:gd name="connsiteY10" fmla="*/ 663264 h 752575"/>
              <a:gd name="connsiteX11" fmla="*/ 21525 w 1270948"/>
              <a:gd name="connsiteY11" fmla="*/ 726091 h 752575"/>
              <a:gd name="connsiteX12" fmla="*/ 0 w 1270948"/>
              <a:gd name="connsiteY12" fmla="*/ 740625 h 752575"/>
              <a:gd name="connsiteX0" fmla="*/ 1090410 w 1090410"/>
              <a:gd name="connsiteY0" fmla="*/ 0 h 752575"/>
              <a:gd name="connsiteX1" fmla="*/ 1081005 w 1090410"/>
              <a:gd name="connsiteY1" fmla="*/ 24843 h 752575"/>
              <a:gd name="connsiteX2" fmla="*/ 1052548 w 1090410"/>
              <a:gd name="connsiteY2" fmla="*/ 110510 h 752575"/>
              <a:gd name="connsiteX3" fmla="*/ 942565 w 1090410"/>
              <a:gd name="connsiteY3" fmla="*/ 279800 h 752575"/>
              <a:gd name="connsiteX4" fmla="*/ 970877 w 1090410"/>
              <a:gd name="connsiteY4" fmla="*/ 468452 h 752575"/>
              <a:gd name="connsiteX5" fmla="*/ 823644 w 1090410"/>
              <a:gd name="connsiteY5" fmla="*/ 673283 h 752575"/>
              <a:gd name="connsiteX6" fmla="*/ 685692 w 1090410"/>
              <a:gd name="connsiteY6" fmla="*/ 744953 h 752575"/>
              <a:gd name="connsiteX7" fmla="*/ 547738 w 1090410"/>
              <a:gd name="connsiteY7" fmla="*/ 744953 h 752575"/>
              <a:gd name="connsiteX8" fmla="*/ 383804 w 1090410"/>
              <a:gd name="connsiteY8" fmla="*/ 672268 h 752575"/>
              <a:gd name="connsiteX9" fmla="*/ 153103 w 1090410"/>
              <a:gd name="connsiteY9" fmla="*/ 663264 h 752575"/>
              <a:gd name="connsiteX10" fmla="*/ 21525 w 1090410"/>
              <a:gd name="connsiteY10" fmla="*/ 726091 h 752575"/>
              <a:gd name="connsiteX11" fmla="*/ 0 w 1090410"/>
              <a:gd name="connsiteY11" fmla="*/ 740625 h 752575"/>
              <a:gd name="connsiteX0" fmla="*/ 1068885 w 1068885"/>
              <a:gd name="connsiteY0" fmla="*/ 0 h 752575"/>
              <a:gd name="connsiteX1" fmla="*/ 1059480 w 1068885"/>
              <a:gd name="connsiteY1" fmla="*/ 24843 h 752575"/>
              <a:gd name="connsiteX2" fmla="*/ 1031023 w 1068885"/>
              <a:gd name="connsiteY2" fmla="*/ 110510 h 752575"/>
              <a:gd name="connsiteX3" fmla="*/ 921040 w 1068885"/>
              <a:gd name="connsiteY3" fmla="*/ 279800 h 752575"/>
              <a:gd name="connsiteX4" fmla="*/ 949352 w 1068885"/>
              <a:gd name="connsiteY4" fmla="*/ 468452 h 752575"/>
              <a:gd name="connsiteX5" fmla="*/ 802119 w 1068885"/>
              <a:gd name="connsiteY5" fmla="*/ 673283 h 752575"/>
              <a:gd name="connsiteX6" fmla="*/ 664167 w 1068885"/>
              <a:gd name="connsiteY6" fmla="*/ 744953 h 752575"/>
              <a:gd name="connsiteX7" fmla="*/ 526213 w 1068885"/>
              <a:gd name="connsiteY7" fmla="*/ 744953 h 752575"/>
              <a:gd name="connsiteX8" fmla="*/ 362279 w 1068885"/>
              <a:gd name="connsiteY8" fmla="*/ 672268 h 752575"/>
              <a:gd name="connsiteX9" fmla="*/ 131578 w 1068885"/>
              <a:gd name="connsiteY9" fmla="*/ 663264 h 752575"/>
              <a:gd name="connsiteX10" fmla="*/ 0 w 1068885"/>
              <a:gd name="connsiteY10" fmla="*/ 726091 h 752575"/>
              <a:gd name="connsiteX0" fmla="*/ 1068885 w 1068885"/>
              <a:gd name="connsiteY0" fmla="*/ 0 h 746530"/>
              <a:gd name="connsiteX1" fmla="*/ 1059480 w 1068885"/>
              <a:gd name="connsiteY1" fmla="*/ 24843 h 746530"/>
              <a:gd name="connsiteX2" fmla="*/ 1031023 w 1068885"/>
              <a:gd name="connsiteY2" fmla="*/ 110510 h 746530"/>
              <a:gd name="connsiteX3" fmla="*/ 921040 w 1068885"/>
              <a:gd name="connsiteY3" fmla="*/ 279800 h 746530"/>
              <a:gd name="connsiteX4" fmla="*/ 949352 w 1068885"/>
              <a:gd name="connsiteY4" fmla="*/ 468452 h 746530"/>
              <a:gd name="connsiteX5" fmla="*/ 802119 w 1068885"/>
              <a:gd name="connsiteY5" fmla="*/ 673283 h 746530"/>
              <a:gd name="connsiteX6" fmla="*/ 666748 w 1068885"/>
              <a:gd name="connsiteY6" fmla="*/ 720291 h 746530"/>
              <a:gd name="connsiteX7" fmla="*/ 526213 w 1068885"/>
              <a:gd name="connsiteY7" fmla="*/ 744953 h 746530"/>
              <a:gd name="connsiteX8" fmla="*/ 362279 w 1068885"/>
              <a:gd name="connsiteY8" fmla="*/ 672268 h 746530"/>
              <a:gd name="connsiteX9" fmla="*/ 131578 w 1068885"/>
              <a:gd name="connsiteY9" fmla="*/ 663264 h 746530"/>
              <a:gd name="connsiteX10" fmla="*/ 0 w 1068885"/>
              <a:gd name="connsiteY10" fmla="*/ 726091 h 746530"/>
              <a:gd name="connsiteX0" fmla="*/ 1068885 w 1068885"/>
              <a:gd name="connsiteY0" fmla="*/ 0 h 753134"/>
              <a:gd name="connsiteX1" fmla="*/ 1059480 w 1068885"/>
              <a:gd name="connsiteY1" fmla="*/ 24843 h 753134"/>
              <a:gd name="connsiteX2" fmla="*/ 1031023 w 1068885"/>
              <a:gd name="connsiteY2" fmla="*/ 110510 h 753134"/>
              <a:gd name="connsiteX3" fmla="*/ 921040 w 1068885"/>
              <a:gd name="connsiteY3" fmla="*/ 279800 h 753134"/>
              <a:gd name="connsiteX4" fmla="*/ 949352 w 1068885"/>
              <a:gd name="connsiteY4" fmla="*/ 468452 h 753134"/>
              <a:gd name="connsiteX5" fmla="*/ 666748 w 1068885"/>
              <a:gd name="connsiteY5" fmla="*/ 720291 h 753134"/>
              <a:gd name="connsiteX6" fmla="*/ 526213 w 1068885"/>
              <a:gd name="connsiteY6" fmla="*/ 744953 h 753134"/>
              <a:gd name="connsiteX7" fmla="*/ 362279 w 1068885"/>
              <a:gd name="connsiteY7" fmla="*/ 672268 h 753134"/>
              <a:gd name="connsiteX8" fmla="*/ 131578 w 1068885"/>
              <a:gd name="connsiteY8" fmla="*/ 663264 h 753134"/>
              <a:gd name="connsiteX9" fmla="*/ 0 w 1068885"/>
              <a:gd name="connsiteY9" fmla="*/ 726091 h 753134"/>
              <a:gd name="connsiteX0" fmla="*/ 1068885 w 1068885"/>
              <a:gd name="connsiteY0" fmla="*/ 0 h 744994"/>
              <a:gd name="connsiteX1" fmla="*/ 1059480 w 1068885"/>
              <a:gd name="connsiteY1" fmla="*/ 24843 h 744994"/>
              <a:gd name="connsiteX2" fmla="*/ 1031023 w 1068885"/>
              <a:gd name="connsiteY2" fmla="*/ 110510 h 744994"/>
              <a:gd name="connsiteX3" fmla="*/ 921040 w 1068885"/>
              <a:gd name="connsiteY3" fmla="*/ 279800 h 744994"/>
              <a:gd name="connsiteX4" fmla="*/ 949352 w 1068885"/>
              <a:gd name="connsiteY4" fmla="*/ 468452 h 744994"/>
              <a:gd name="connsiteX5" fmla="*/ 757083 w 1068885"/>
              <a:gd name="connsiteY5" fmla="*/ 661181 h 744994"/>
              <a:gd name="connsiteX6" fmla="*/ 526213 w 1068885"/>
              <a:gd name="connsiteY6" fmla="*/ 744953 h 744994"/>
              <a:gd name="connsiteX7" fmla="*/ 362279 w 1068885"/>
              <a:gd name="connsiteY7" fmla="*/ 672268 h 744994"/>
              <a:gd name="connsiteX8" fmla="*/ 131578 w 1068885"/>
              <a:gd name="connsiteY8" fmla="*/ 663264 h 744994"/>
              <a:gd name="connsiteX9" fmla="*/ 0 w 1068885"/>
              <a:gd name="connsiteY9" fmla="*/ 726091 h 744994"/>
              <a:gd name="connsiteX0" fmla="*/ 1068885 w 1068885"/>
              <a:gd name="connsiteY0" fmla="*/ 0 h 726091"/>
              <a:gd name="connsiteX1" fmla="*/ 1059480 w 1068885"/>
              <a:gd name="connsiteY1" fmla="*/ 24843 h 726091"/>
              <a:gd name="connsiteX2" fmla="*/ 1031023 w 1068885"/>
              <a:gd name="connsiteY2" fmla="*/ 110510 h 726091"/>
              <a:gd name="connsiteX3" fmla="*/ 921040 w 1068885"/>
              <a:gd name="connsiteY3" fmla="*/ 279800 h 726091"/>
              <a:gd name="connsiteX4" fmla="*/ 949352 w 1068885"/>
              <a:gd name="connsiteY4" fmla="*/ 468452 h 726091"/>
              <a:gd name="connsiteX5" fmla="*/ 757083 w 1068885"/>
              <a:gd name="connsiteY5" fmla="*/ 661181 h 726091"/>
              <a:gd name="connsiteX6" fmla="*/ 542739 w 1068885"/>
              <a:gd name="connsiteY6" fmla="*/ 706166 h 726091"/>
              <a:gd name="connsiteX7" fmla="*/ 362279 w 1068885"/>
              <a:gd name="connsiteY7" fmla="*/ 672268 h 726091"/>
              <a:gd name="connsiteX8" fmla="*/ 131578 w 1068885"/>
              <a:gd name="connsiteY8" fmla="*/ 663264 h 726091"/>
              <a:gd name="connsiteX9" fmla="*/ 0 w 1068885"/>
              <a:gd name="connsiteY9" fmla="*/ 726091 h 72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8885" h="726091">
                <a:moveTo>
                  <a:pt x="1068885" y="0"/>
                </a:moveTo>
                <a:lnTo>
                  <a:pt x="1059480" y="24843"/>
                </a:lnTo>
                <a:cubicBezTo>
                  <a:pt x="1051742" y="51064"/>
                  <a:pt x="1046314" y="78134"/>
                  <a:pt x="1031023" y="110510"/>
                </a:cubicBezTo>
                <a:cubicBezTo>
                  <a:pt x="1007636" y="159908"/>
                  <a:pt x="934652" y="220143"/>
                  <a:pt x="921040" y="279800"/>
                </a:cubicBezTo>
                <a:cubicBezTo>
                  <a:pt x="907429" y="339457"/>
                  <a:pt x="976678" y="404889"/>
                  <a:pt x="949352" y="468452"/>
                </a:cubicBezTo>
                <a:cubicBezTo>
                  <a:pt x="922026" y="532015"/>
                  <a:pt x="824852" y="621562"/>
                  <a:pt x="757083" y="661181"/>
                </a:cubicBezTo>
                <a:cubicBezTo>
                  <a:pt x="689314" y="700800"/>
                  <a:pt x="608540" y="704318"/>
                  <a:pt x="542739" y="706166"/>
                </a:cubicBezTo>
                <a:cubicBezTo>
                  <a:pt x="476938" y="708014"/>
                  <a:pt x="430806" y="679418"/>
                  <a:pt x="362279" y="672268"/>
                </a:cubicBezTo>
                <a:cubicBezTo>
                  <a:pt x="293752" y="665118"/>
                  <a:pt x="197125" y="650805"/>
                  <a:pt x="131578" y="663264"/>
                </a:cubicBezTo>
                <a:cubicBezTo>
                  <a:pt x="82417" y="672609"/>
                  <a:pt x="35304" y="702253"/>
                  <a:pt x="0" y="726091"/>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2" name="Freeform: Shape 31">
            <a:extLst>
              <a:ext uri="{FF2B5EF4-FFF2-40B4-BE49-F238E27FC236}">
                <a16:creationId xmlns:a16="http://schemas.microsoft.com/office/drawing/2014/main" id="{8251B69D-8C88-29C3-5767-53E6140708E3}"/>
              </a:ext>
            </a:extLst>
          </p:cNvPr>
          <p:cNvSpPr/>
          <p:nvPr userDrawn="1"/>
        </p:nvSpPr>
        <p:spPr>
          <a:xfrm rot="10720826" flipV="1">
            <a:off x="7557642" y="5387344"/>
            <a:ext cx="1860463" cy="1495033"/>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95664 w 2058039"/>
              <a:gd name="connsiteY4" fmla="*/ 125746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60201"/>
              <a:gd name="connsiteY0" fmla="*/ 1940306 h 2057019"/>
              <a:gd name="connsiteX1" fmla="*/ 4023 w 2060201"/>
              <a:gd name="connsiteY1" fmla="*/ 1931975 h 2057019"/>
              <a:gd name="connsiteX2" fmla="*/ 35315 w 2060201"/>
              <a:gd name="connsiteY2" fmla="*/ 1830687 h 2057019"/>
              <a:gd name="connsiteX3" fmla="*/ 109241 w 2060201"/>
              <a:gd name="connsiteY3" fmla="*/ 1467230 h 2057019"/>
              <a:gd name="connsiteX4" fmla="*/ 195664 w 2060201"/>
              <a:gd name="connsiteY4" fmla="*/ 1257467 h 2057019"/>
              <a:gd name="connsiteX5" fmla="*/ 203387 w 2060201"/>
              <a:gd name="connsiteY5" fmla="*/ 923660 h 2057019"/>
              <a:gd name="connsiteX6" fmla="*/ 404945 w 2060201"/>
              <a:gd name="connsiteY6" fmla="*/ 642803 h 2057019"/>
              <a:gd name="connsiteX7" fmla="*/ 774468 w 2060201"/>
              <a:gd name="connsiteY7" fmla="*/ 330546 h 2057019"/>
              <a:gd name="connsiteX8" fmla="*/ 1197696 w 2060201"/>
              <a:gd name="connsiteY8" fmla="*/ 71147 h 2057019"/>
              <a:gd name="connsiteX9" fmla="*/ 1448466 w 2060201"/>
              <a:gd name="connsiteY9" fmla="*/ 1722 h 2057019"/>
              <a:gd name="connsiteX10" fmla="*/ 1723950 w 2060201"/>
              <a:gd name="connsiteY10" fmla="*/ 44719 h 2057019"/>
              <a:gd name="connsiteX11" fmla="*/ 1952360 w 2060201"/>
              <a:gd name="connsiteY11" fmla="*/ 241319 h 2057019"/>
              <a:gd name="connsiteX12" fmla="*/ 1889866 w 2060201"/>
              <a:gd name="connsiteY12" fmla="*/ 608007 h 2057019"/>
              <a:gd name="connsiteX13" fmla="*/ 2037412 w 2060201"/>
              <a:gd name="connsiteY13" fmla="*/ 925395 h 2057019"/>
              <a:gd name="connsiteX14" fmla="*/ 2053139 w 2060201"/>
              <a:gd name="connsiteY14" fmla="*/ 1222821 h 2057019"/>
              <a:gd name="connsiteX15" fmla="*/ 1952360 w 2060201"/>
              <a:gd name="connsiteY15" fmla="*/ 1540047 h 2057019"/>
              <a:gd name="connsiteX16" fmla="*/ 1436465 w 2060201"/>
              <a:gd name="connsiteY16" fmla="*/ 2057019 h 2057019"/>
              <a:gd name="connsiteX0" fmla="*/ 42624 w 2102825"/>
              <a:gd name="connsiteY0" fmla="*/ 1940306 h 2057019"/>
              <a:gd name="connsiteX1" fmla="*/ 46647 w 2102825"/>
              <a:gd name="connsiteY1" fmla="*/ 1931975 h 2057019"/>
              <a:gd name="connsiteX2" fmla="*/ 839 w 2102825"/>
              <a:gd name="connsiteY2" fmla="*/ 1793678 h 2057019"/>
              <a:gd name="connsiteX3" fmla="*/ 151865 w 2102825"/>
              <a:gd name="connsiteY3" fmla="*/ 1467230 h 2057019"/>
              <a:gd name="connsiteX4" fmla="*/ 238288 w 2102825"/>
              <a:gd name="connsiteY4" fmla="*/ 1257467 h 2057019"/>
              <a:gd name="connsiteX5" fmla="*/ 246011 w 2102825"/>
              <a:gd name="connsiteY5" fmla="*/ 923660 h 2057019"/>
              <a:gd name="connsiteX6" fmla="*/ 447569 w 2102825"/>
              <a:gd name="connsiteY6" fmla="*/ 642803 h 2057019"/>
              <a:gd name="connsiteX7" fmla="*/ 817092 w 2102825"/>
              <a:gd name="connsiteY7" fmla="*/ 330546 h 2057019"/>
              <a:gd name="connsiteX8" fmla="*/ 1240320 w 2102825"/>
              <a:gd name="connsiteY8" fmla="*/ 71147 h 2057019"/>
              <a:gd name="connsiteX9" fmla="*/ 1491090 w 2102825"/>
              <a:gd name="connsiteY9" fmla="*/ 1722 h 2057019"/>
              <a:gd name="connsiteX10" fmla="*/ 1766574 w 2102825"/>
              <a:gd name="connsiteY10" fmla="*/ 44719 h 2057019"/>
              <a:gd name="connsiteX11" fmla="*/ 1994984 w 2102825"/>
              <a:gd name="connsiteY11" fmla="*/ 241319 h 2057019"/>
              <a:gd name="connsiteX12" fmla="*/ 1932490 w 2102825"/>
              <a:gd name="connsiteY12" fmla="*/ 608007 h 2057019"/>
              <a:gd name="connsiteX13" fmla="*/ 2080036 w 2102825"/>
              <a:gd name="connsiteY13" fmla="*/ 925395 h 2057019"/>
              <a:gd name="connsiteX14" fmla="*/ 2095763 w 2102825"/>
              <a:gd name="connsiteY14" fmla="*/ 1222821 h 2057019"/>
              <a:gd name="connsiteX15" fmla="*/ 1994984 w 2102825"/>
              <a:gd name="connsiteY15" fmla="*/ 1540047 h 2057019"/>
              <a:gd name="connsiteX16" fmla="*/ 1479089 w 2102825"/>
              <a:gd name="connsiteY16" fmla="*/ 2057019 h 2057019"/>
              <a:gd name="connsiteX0" fmla="*/ 42624 w 2102825"/>
              <a:gd name="connsiteY0" fmla="*/ 1940306 h 1940306"/>
              <a:gd name="connsiteX1" fmla="*/ 46647 w 2102825"/>
              <a:gd name="connsiteY1" fmla="*/ 1931975 h 1940306"/>
              <a:gd name="connsiteX2" fmla="*/ 839 w 2102825"/>
              <a:gd name="connsiteY2" fmla="*/ 1793678 h 1940306"/>
              <a:gd name="connsiteX3" fmla="*/ 151865 w 2102825"/>
              <a:gd name="connsiteY3" fmla="*/ 1467230 h 1940306"/>
              <a:gd name="connsiteX4" fmla="*/ 238288 w 2102825"/>
              <a:gd name="connsiteY4" fmla="*/ 1257467 h 1940306"/>
              <a:gd name="connsiteX5" fmla="*/ 246011 w 2102825"/>
              <a:gd name="connsiteY5" fmla="*/ 923660 h 1940306"/>
              <a:gd name="connsiteX6" fmla="*/ 447569 w 2102825"/>
              <a:gd name="connsiteY6" fmla="*/ 642803 h 1940306"/>
              <a:gd name="connsiteX7" fmla="*/ 817092 w 2102825"/>
              <a:gd name="connsiteY7" fmla="*/ 330546 h 1940306"/>
              <a:gd name="connsiteX8" fmla="*/ 1240320 w 2102825"/>
              <a:gd name="connsiteY8" fmla="*/ 71147 h 1940306"/>
              <a:gd name="connsiteX9" fmla="*/ 1491090 w 2102825"/>
              <a:gd name="connsiteY9" fmla="*/ 1722 h 1940306"/>
              <a:gd name="connsiteX10" fmla="*/ 1766574 w 2102825"/>
              <a:gd name="connsiteY10" fmla="*/ 44719 h 1940306"/>
              <a:gd name="connsiteX11" fmla="*/ 1994984 w 2102825"/>
              <a:gd name="connsiteY11" fmla="*/ 241319 h 1940306"/>
              <a:gd name="connsiteX12" fmla="*/ 1932490 w 2102825"/>
              <a:gd name="connsiteY12" fmla="*/ 608007 h 1940306"/>
              <a:gd name="connsiteX13" fmla="*/ 2080036 w 2102825"/>
              <a:gd name="connsiteY13" fmla="*/ 925395 h 1940306"/>
              <a:gd name="connsiteX14" fmla="*/ 2095763 w 2102825"/>
              <a:gd name="connsiteY14" fmla="*/ 1222821 h 1940306"/>
              <a:gd name="connsiteX15" fmla="*/ 1994984 w 2102825"/>
              <a:gd name="connsiteY15" fmla="*/ 1540047 h 1940306"/>
              <a:gd name="connsiteX16" fmla="*/ 1583923 w 2102825"/>
              <a:gd name="connsiteY16" fmla="*/ 1873692 h 1940306"/>
              <a:gd name="connsiteX0" fmla="*/ 41784 w 2101985"/>
              <a:gd name="connsiteY0" fmla="*/ 1940306 h 1940306"/>
              <a:gd name="connsiteX1" fmla="*/ -1 w 2101985"/>
              <a:gd name="connsiteY1" fmla="*/ 1793678 h 1940306"/>
              <a:gd name="connsiteX2" fmla="*/ 151025 w 2101985"/>
              <a:gd name="connsiteY2" fmla="*/ 1467230 h 1940306"/>
              <a:gd name="connsiteX3" fmla="*/ 237448 w 2101985"/>
              <a:gd name="connsiteY3" fmla="*/ 1257467 h 1940306"/>
              <a:gd name="connsiteX4" fmla="*/ 245171 w 2101985"/>
              <a:gd name="connsiteY4" fmla="*/ 923660 h 1940306"/>
              <a:gd name="connsiteX5" fmla="*/ 446729 w 2101985"/>
              <a:gd name="connsiteY5" fmla="*/ 642803 h 1940306"/>
              <a:gd name="connsiteX6" fmla="*/ 816252 w 2101985"/>
              <a:gd name="connsiteY6" fmla="*/ 330546 h 1940306"/>
              <a:gd name="connsiteX7" fmla="*/ 1239480 w 2101985"/>
              <a:gd name="connsiteY7" fmla="*/ 71147 h 1940306"/>
              <a:gd name="connsiteX8" fmla="*/ 1490250 w 2101985"/>
              <a:gd name="connsiteY8" fmla="*/ 1722 h 1940306"/>
              <a:gd name="connsiteX9" fmla="*/ 1765734 w 2101985"/>
              <a:gd name="connsiteY9" fmla="*/ 44719 h 1940306"/>
              <a:gd name="connsiteX10" fmla="*/ 1994144 w 2101985"/>
              <a:gd name="connsiteY10" fmla="*/ 241319 h 1940306"/>
              <a:gd name="connsiteX11" fmla="*/ 1931650 w 2101985"/>
              <a:gd name="connsiteY11" fmla="*/ 608007 h 1940306"/>
              <a:gd name="connsiteX12" fmla="*/ 2079196 w 2101985"/>
              <a:gd name="connsiteY12" fmla="*/ 925395 h 1940306"/>
              <a:gd name="connsiteX13" fmla="*/ 2094923 w 2101985"/>
              <a:gd name="connsiteY13" fmla="*/ 1222821 h 1940306"/>
              <a:gd name="connsiteX14" fmla="*/ 1994144 w 2101985"/>
              <a:gd name="connsiteY14" fmla="*/ 1540047 h 1940306"/>
              <a:gd name="connsiteX15" fmla="*/ 1583083 w 2101985"/>
              <a:gd name="connsiteY15" fmla="*/ 1873692 h 1940306"/>
              <a:gd name="connsiteX0" fmla="*/ 188152 w 2102178"/>
              <a:gd name="connsiteY0" fmla="*/ 1893339 h 1893340"/>
              <a:gd name="connsiteX1" fmla="*/ 192 w 2102178"/>
              <a:gd name="connsiteY1" fmla="*/ 1793678 h 1893340"/>
              <a:gd name="connsiteX2" fmla="*/ 151218 w 2102178"/>
              <a:gd name="connsiteY2" fmla="*/ 1467230 h 1893340"/>
              <a:gd name="connsiteX3" fmla="*/ 237641 w 2102178"/>
              <a:gd name="connsiteY3" fmla="*/ 1257467 h 1893340"/>
              <a:gd name="connsiteX4" fmla="*/ 245364 w 2102178"/>
              <a:gd name="connsiteY4" fmla="*/ 923660 h 1893340"/>
              <a:gd name="connsiteX5" fmla="*/ 446922 w 2102178"/>
              <a:gd name="connsiteY5" fmla="*/ 642803 h 1893340"/>
              <a:gd name="connsiteX6" fmla="*/ 816445 w 2102178"/>
              <a:gd name="connsiteY6" fmla="*/ 330546 h 1893340"/>
              <a:gd name="connsiteX7" fmla="*/ 1239673 w 2102178"/>
              <a:gd name="connsiteY7" fmla="*/ 71147 h 1893340"/>
              <a:gd name="connsiteX8" fmla="*/ 1490443 w 2102178"/>
              <a:gd name="connsiteY8" fmla="*/ 1722 h 1893340"/>
              <a:gd name="connsiteX9" fmla="*/ 1765927 w 2102178"/>
              <a:gd name="connsiteY9" fmla="*/ 44719 h 1893340"/>
              <a:gd name="connsiteX10" fmla="*/ 1994337 w 2102178"/>
              <a:gd name="connsiteY10" fmla="*/ 241319 h 1893340"/>
              <a:gd name="connsiteX11" fmla="*/ 1931843 w 2102178"/>
              <a:gd name="connsiteY11" fmla="*/ 608007 h 1893340"/>
              <a:gd name="connsiteX12" fmla="*/ 2079389 w 2102178"/>
              <a:gd name="connsiteY12" fmla="*/ 925395 h 1893340"/>
              <a:gd name="connsiteX13" fmla="*/ 2095116 w 2102178"/>
              <a:gd name="connsiteY13" fmla="*/ 1222821 h 1893340"/>
              <a:gd name="connsiteX14" fmla="*/ 1994337 w 2102178"/>
              <a:gd name="connsiteY14" fmla="*/ 1540047 h 1893340"/>
              <a:gd name="connsiteX15" fmla="*/ 1583276 w 2102178"/>
              <a:gd name="connsiteY15" fmla="*/ 1873692 h 189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2178" h="1893340">
                <a:moveTo>
                  <a:pt x="188152" y="1893339"/>
                </a:moveTo>
                <a:cubicBezTo>
                  <a:pt x="125499" y="1860119"/>
                  <a:pt x="6348" y="1864696"/>
                  <a:pt x="192" y="1793678"/>
                </a:cubicBezTo>
                <a:cubicBezTo>
                  <a:pt x="-5964" y="1722660"/>
                  <a:pt x="137845" y="1589434"/>
                  <a:pt x="151218" y="1467230"/>
                </a:cubicBezTo>
                <a:cubicBezTo>
                  <a:pt x="159777" y="1388653"/>
                  <a:pt x="229189" y="1336122"/>
                  <a:pt x="237641" y="1257467"/>
                </a:cubicBezTo>
                <a:cubicBezTo>
                  <a:pt x="248767" y="1153092"/>
                  <a:pt x="210484" y="1026104"/>
                  <a:pt x="245364" y="923660"/>
                </a:cubicBezTo>
                <a:cubicBezTo>
                  <a:pt x="280244" y="821216"/>
                  <a:pt x="363261" y="729663"/>
                  <a:pt x="446922" y="642803"/>
                </a:cubicBezTo>
                <a:cubicBezTo>
                  <a:pt x="555617" y="529908"/>
                  <a:pt x="683250" y="428137"/>
                  <a:pt x="816445" y="330546"/>
                </a:cubicBezTo>
                <a:cubicBezTo>
                  <a:pt x="947072" y="234850"/>
                  <a:pt x="1081658" y="140573"/>
                  <a:pt x="1239673" y="71147"/>
                </a:cubicBezTo>
                <a:cubicBezTo>
                  <a:pt x="1317450" y="36987"/>
                  <a:pt x="1400683" y="8586"/>
                  <a:pt x="1490443" y="1722"/>
                </a:cubicBezTo>
                <a:cubicBezTo>
                  <a:pt x="1585872" y="-5536"/>
                  <a:pt x="1681730" y="10401"/>
                  <a:pt x="1765927" y="44719"/>
                </a:cubicBezTo>
                <a:cubicBezTo>
                  <a:pt x="1871947" y="87873"/>
                  <a:pt x="1966684" y="147438"/>
                  <a:pt x="1994337" y="241319"/>
                </a:cubicBezTo>
                <a:cubicBezTo>
                  <a:pt x="2021990" y="335200"/>
                  <a:pt x="1927029" y="486670"/>
                  <a:pt x="1931843" y="608007"/>
                </a:cubicBezTo>
                <a:cubicBezTo>
                  <a:pt x="1936229" y="717510"/>
                  <a:pt x="2052177" y="822926"/>
                  <a:pt x="2079389" y="925395"/>
                </a:cubicBezTo>
                <a:cubicBezTo>
                  <a:pt x="2106601" y="1027864"/>
                  <a:pt x="2106134" y="1123653"/>
                  <a:pt x="2095116" y="1222821"/>
                </a:cubicBezTo>
                <a:cubicBezTo>
                  <a:pt x="2082919" y="1331613"/>
                  <a:pt x="2046651" y="1437882"/>
                  <a:pt x="1994337" y="1540047"/>
                </a:cubicBezTo>
                <a:cubicBezTo>
                  <a:pt x="1935281" y="1655467"/>
                  <a:pt x="1686622" y="1776733"/>
                  <a:pt x="1583276" y="1873692"/>
                </a:cubicBezTo>
              </a:path>
            </a:pathLst>
          </a:custGeom>
          <a:noFill/>
          <a:ln w="6350" cap="rnd">
            <a:solidFill>
              <a:schemeClr val="tx1">
                <a:lumMod val="85000"/>
                <a:alpha val="40000"/>
              </a:schemeClr>
            </a:solidFill>
            <a:prstDash val="dash"/>
            <a:round/>
          </a:ln>
        </p:spPr>
        <p:txBody>
          <a:bodyPr wrap="square" rtlCol="0" anchor="ctr">
            <a:noAutofit/>
          </a:bodyPr>
          <a:lstStyle/>
          <a:p>
            <a:endParaRPr lang="en-US"/>
          </a:p>
        </p:txBody>
      </p:sp>
      <p:sp>
        <p:nvSpPr>
          <p:cNvPr id="33" name="Freeform: Shape 32">
            <a:extLst>
              <a:ext uri="{FF2B5EF4-FFF2-40B4-BE49-F238E27FC236}">
                <a16:creationId xmlns:a16="http://schemas.microsoft.com/office/drawing/2014/main" id="{5A44C0AE-787D-2202-CFF8-3F243C249853}"/>
              </a:ext>
            </a:extLst>
          </p:cNvPr>
          <p:cNvSpPr/>
          <p:nvPr userDrawn="1"/>
        </p:nvSpPr>
        <p:spPr>
          <a:xfrm rot="10720826" flipV="1">
            <a:off x="7818437" y="5513482"/>
            <a:ext cx="1316240" cy="1355311"/>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56 h 2037856"/>
              <a:gd name="connsiteX1" fmla="*/ 683 w 1324130"/>
              <a:gd name="connsiteY1" fmla="*/ 1829690 h 2037856"/>
              <a:gd name="connsiteX2" fmla="*/ 14495 w 1324130"/>
              <a:gd name="connsiteY2" fmla="*/ 1664146 h 2037856"/>
              <a:gd name="connsiteX3" fmla="*/ 97839 w 1324130"/>
              <a:gd name="connsiteY3" fmla="*/ 1271049 h 2037856"/>
              <a:gd name="connsiteX4" fmla="*/ 97839 w 1324130"/>
              <a:gd name="connsiteY4" fmla="*/ 991109 h 2037856"/>
              <a:gd name="connsiteX5" fmla="*/ 195756 w 1324130"/>
              <a:gd name="connsiteY5" fmla="*/ 588964 h 2037856"/>
              <a:gd name="connsiteX6" fmla="*/ 373778 w 1324130"/>
              <a:gd name="connsiteY6" fmla="*/ 336170 h 2037856"/>
              <a:gd name="connsiteX7" fmla="*/ 706867 w 1324130"/>
              <a:gd name="connsiteY7" fmla="*/ 86234 h 2037856"/>
              <a:gd name="connsiteX8" fmla="*/ 953755 w 1324130"/>
              <a:gd name="connsiteY8" fmla="*/ 33 h 2037856"/>
              <a:gd name="connsiteX9" fmla="*/ 1105965 w 1324130"/>
              <a:gd name="connsiteY9" fmla="*/ 60326 h 2037856"/>
              <a:gd name="connsiteX10" fmla="*/ 1146160 w 1324130"/>
              <a:gd name="connsiteY10" fmla="*/ 221204 h 2037856"/>
              <a:gd name="connsiteX11" fmla="*/ 1177783 w 1324130"/>
              <a:gd name="connsiteY11" fmla="*/ 448089 h 2037856"/>
              <a:gd name="connsiteX12" fmla="*/ 1281129 w 1324130"/>
              <a:gd name="connsiteY12" fmla="*/ 789941 h 2037856"/>
              <a:gd name="connsiteX13" fmla="*/ 1306942 w 1324130"/>
              <a:gd name="connsiteY13" fmla="*/ 942151 h 2037856"/>
              <a:gd name="connsiteX14" fmla="*/ 1321325 w 1324130"/>
              <a:gd name="connsiteY14" fmla="*/ 1272478 h 2037856"/>
              <a:gd name="connsiteX15" fmla="*/ 1215121 w 1324130"/>
              <a:gd name="connsiteY15" fmla="*/ 1660240 h 2037856"/>
              <a:gd name="connsiteX16" fmla="*/ 1085962 w 1324130"/>
              <a:gd name="connsiteY16" fmla="*/ 1844073 h 2037856"/>
              <a:gd name="connsiteX17" fmla="*/ 714153 w 1324130"/>
              <a:gd name="connsiteY17" fmla="*/ 1984661 h 203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130" h="2037856">
                <a:moveTo>
                  <a:pt x="203012" y="2037856"/>
                </a:moveTo>
                <a:cubicBezTo>
                  <a:pt x="123669" y="1957083"/>
                  <a:pt x="5922" y="1943228"/>
                  <a:pt x="683" y="1829690"/>
                </a:cubicBezTo>
                <a:cubicBezTo>
                  <a:pt x="-2079" y="1774255"/>
                  <a:pt x="3732" y="1718819"/>
                  <a:pt x="14495" y="1664146"/>
                </a:cubicBez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63395" y="1767679"/>
                  <a:pt x="1085962" y="1844073"/>
                </a:cubicBezTo>
                <a:cubicBezTo>
                  <a:pt x="1008529" y="1920467"/>
                  <a:pt x="801688" y="1914843"/>
                  <a:pt x="714153" y="1984661"/>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34" name="Freeform: Shape 33">
            <a:extLst>
              <a:ext uri="{FF2B5EF4-FFF2-40B4-BE49-F238E27FC236}">
                <a16:creationId xmlns:a16="http://schemas.microsoft.com/office/drawing/2014/main" id="{42F24F31-FB0C-27DD-4764-772D74E68880}"/>
              </a:ext>
            </a:extLst>
          </p:cNvPr>
          <p:cNvSpPr/>
          <p:nvPr userDrawn="1"/>
        </p:nvSpPr>
        <p:spPr>
          <a:xfrm rot="12239251" flipV="1">
            <a:off x="8248180" y="5979849"/>
            <a:ext cx="453889" cy="573641"/>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922910"/>
              <a:gd name="connsiteX1" fmla="*/ 132310 w 708590"/>
              <a:gd name="connsiteY1" fmla="*/ 280859 h 922910"/>
              <a:gd name="connsiteX2" fmla="*/ 255754 w 708590"/>
              <a:gd name="connsiteY2" fmla="*/ 97026 h 922910"/>
              <a:gd name="connsiteX3" fmla="*/ 445206 w 708590"/>
              <a:gd name="connsiteY3" fmla="*/ 2253 h 922910"/>
              <a:gd name="connsiteX4" fmla="*/ 597415 w 708590"/>
              <a:gd name="connsiteY4" fmla="*/ 33875 h 922910"/>
              <a:gd name="connsiteX5" fmla="*/ 703619 w 708590"/>
              <a:gd name="connsiteY5" fmla="*/ 214851 h 922910"/>
              <a:gd name="connsiteX6" fmla="*/ 686379 w 708590"/>
              <a:gd name="connsiteY6" fmla="*/ 418781 h 922910"/>
              <a:gd name="connsiteX7" fmla="*/ 585890 w 708590"/>
              <a:gd name="connsiteY7" fmla="*/ 616996 h 922910"/>
              <a:gd name="connsiteX8" fmla="*/ 347574 w 708590"/>
              <a:gd name="connsiteY8" fmla="*/ 780731 h 922910"/>
              <a:gd name="connsiteX9" fmla="*/ 54609 w 708590"/>
              <a:gd name="connsiteY9" fmla="*/ 922577 h 922910"/>
              <a:gd name="connsiteX10" fmla="*/ 14485 w 708590"/>
              <a:gd name="connsiteY10" fmla="*/ 720438 h 922910"/>
              <a:gd name="connsiteX11" fmla="*/ 23248 w 708590"/>
              <a:gd name="connsiteY11" fmla="*/ 533652 h 922910"/>
              <a:gd name="connsiteX0" fmla="*/ 23248 w 708590"/>
              <a:gd name="connsiteY0" fmla="*/ 533652 h 1042220"/>
              <a:gd name="connsiteX1" fmla="*/ 132310 w 708590"/>
              <a:gd name="connsiteY1" fmla="*/ 280859 h 1042220"/>
              <a:gd name="connsiteX2" fmla="*/ 255754 w 708590"/>
              <a:gd name="connsiteY2" fmla="*/ 97026 h 1042220"/>
              <a:gd name="connsiteX3" fmla="*/ 445206 w 708590"/>
              <a:gd name="connsiteY3" fmla="*/ 2253 h 1042220"/>
              <a:gd name="connsiteX4" fmla="*/ 597415 w 708590"/>
              <a:gd name="connsiteY4" fmla="*/ 33875 h 1042220"/>
              <a:gd name="connsiteX5" fmla="*/ 703619 w 708590"/>
              <a:gd name="connsiteY5" fmla="*/ 214851 h 1042220"/>
              <a:gd name="connsiteX6" fmla="*/ 686379 w 708590"/>
              <a:gd name="connsiteY6" fmla="*/ 418781 h 1042220"/>
              <a:gd name="connsiteX7" fmla="*/ 585890 w 708590"/>
              <a:gd name="connsiteY7" fmla="*/ 616996 h 1042220"/>
              <a:gd name="connsiteX8" fmla="*/ 282716 w 708590"/>
              <a:gd name="connsiteY8" fmla="*/ 1031884 h 1042220"/>
              <a:gd name="connsiteX9" fmla="*/ 54609 w 708590"/>
              <a:gd name="connsiteY9" fmla="*/ 922577 h 1042220"/>
              <a:gd name="connsiteX10" fmla="*/ 14485 w 708590"/>
              <a:gd name="connsiteY10" fmla="*/ 720438 h 1042220"/>
              <a:gd name="connsiteX11" fmla="*/ 23248 w 708590"/>
              <a:gd name="connsiteY11" fmla="*/ 533652 h 1042220"/>
              <a:gd name="connsiteX0" fmla="*/ 23248 w 707938"/>
              <a:gd name="connsiteY0" fmla="*/ 533652 h 1039077"/>
              <a:gd name="connsiteX1" fmla="*/ 132310 w 707938"/>
              <a:gd name="connsiteY1" fmla="*/ 280859 h 1039077"/>
              <a:gd name="connsiteX2" fmla="*/ 255754 w 707938"/>
              <a:gd name="connsiteY2" fmla="*/ 97026 h 1039077"/>
              <a:gd name="connsiteX3" fmla="*/ 445206 w 707938"/>
              <a:gd name="connsiteY3" fmla="*/ 2253 h 1039077"/>
              <a:gd name="connsiteX4" fmla="*/ 597415 w 707938"/>
              <a:gd name="connsiteY4" fmla="*/ 33875 h 1039077"/>
              <a:gd name="connsiteX5" fmla="*/ 703619 w 707938"/>
              <a:gd name="connsiteY5" fmla="*/ 214851 h 1039077"/>
              <a:gd name="connsiteX6" fmla="*/ 686379 w 707938"/>
              <a:gd name="connsiteY6" fmla="*/ 418781 h 1039077"/>
              <a:gd name="connsiteX7" fmla="*/ 610598 w 707938"/>
              <a:gd name="connsiteY7" fmla="*/ 679900 h 1039077"/>
              <a:gd name="connsiteX8" fmla="*/ 282716 w 707938"/>
              <a:gd name="connsiteY8" fmla="*/ 1031884 h 1039077"/>
              <a:gd name="connsiteX9" fmla="*/ 54609 w 707938"/>
              <a:gd name="connsiteY9" fmla="*/ 922577 h 1039077"/>
              <a:gd name="connsiteX10" fmla="*/ 14485 w 707938"/>
              <a:gd name="connsiteY10" fmla="*/ 720438 h 1039077"/>
              <a:gd name="connsiteX11" fmla="*/ 23248 w 707938"/>
              <a:gd name="connsiteY11" fmla="*/ 533652 h 103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7938" h="1039077">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1882" y="341273"/>
                  <a:pt x="686379" y="418781"/>
                </a:cubicBezTo>
                <a:cubicBezTo>
                  <a:pt x="670876" y="496289"/>
                  <a:pt x="677875" y="577716"/>
                  <a:pt x="610598" y="679900"/>
                </a:cubicBezTo>
                <a:cubicBezTo>
                  <a:pt x="543321" y="782084"/>
                  <a:pt x="375381" y="991438"/>
                  <a:pt x="282716" y="1031884"/>
                </a:cubicBezTo>
                <a:cubicBezTo>
                  <a:pt x="190051" y="1072330"/>
                  <a:pt x="116902" y="929339"/>
                  <a:pt x="54609" y="922577"/>
                </a:cubicBezTo>
                <a:cubicBezTo>
                  <a:pt x="-9590" y="915623"/>
                  <a:pt x="41631" y="778445"/>
                  <a:pt x="14485" y="720438"/>
                </a:cubicBezTo>
                <a:cubicBezTo>
                  <a:pt x="-12661" y="662145"/>
                  <a:pt x="3055" y="595660"/>
                  <a:pt x="23248" y="533652"/>
                </a:cubicBezTo>
                <a:close/>
              </a:path>
            </a:pathLst>
          </a:custGeom>
          <a:noFill/>
          <a:ln w="6350" cap="rnd">
            <a:solidFill>
              <a:schemeClr val="tx1">
                <a:lumMod val="85000"/>
                <a:alpha val="40000"/>
              </a:schemeClr>
            </a:solidFill>
            <a:prstDash val="dash"/>
            <a:round/>
          </a:ln>
        </p:spPr>
        <p:txBody>
          <a:bodyPr rtlCol="0" anchor="ctr"/>
          <a:lstStyle/>
          <a:p>
            <a:endParaRPr lang="en-US"/>
          </a:p>
        </p:txBody>
      </p:sp>
      <p:sp>
        <p:nvSpPr>
          <p:cNvPr id="35" name="Freeform: Shape 34">
            <a:extLst>
              <a:ext uri="{FF2B5EF4-FFF2-40B4-BE49-F238E27FC236}">
                <a16:creationId xmlns:a16="http://schemas.microsoft.com/office/drawing/2014/main" id="{D39B791D-DDCC-C111-4009-0E30C23146A4}"/>
              </a:ext>
            </a:extLst>
          </p:cNvPr>
          <p:cNvSpPr/>
          <p:nvPr userDrawn="1"/>
        </p:nvSpPr>
        <p:spPr>
          <a:xfrm rot="17415290" flipV="1">
            <a:off x="8073253" y="5744070"/>
            <a:ext cx="866781" cy="114222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85286 w 414856"/>
              <a:gd name="connsiteY0" fmla="*/ 586052 h 709446"/>
              <a:gd name="connsiteX1" fmla="*/ 236740 w 414856"/>
              <a:gd name="connsiteY1" fmla="*/ 705276 h 709446"/>
              <a:gd name="connsiteX2" fmla="*/ 344373 w 414856"/>
              <a:gd name="connsiteY2" fmla="*/ 667367 h 709446"/>
              <a:gd name="connsiteX3" fmla="*/ 414544 w 414856"/>
              <a:gd name="connsiteY3" fmla="*/ 524171 h 709446"/>
              <a:gd name="connsiteX4" fmla="*/ 399074 w 414856"/>
              <a:gd name="connsiteY4" fmla="*/ 339844 h 709446"/>
              <a:gd name="connsiteX5" fmla="*/ 300911 w 414856"/>
              <a:gd name="connsiteY5" fmla="*/ 158927 h 709446"/>
              <a:gd name="connsiteX6" fmla="*/ 162385 w 414856"/>
              <a:gd name="connsiteY6" fmla="*/ 80015 h 709446"/>
              <a:gd name="connsiteX7" fmla="*/ 35526 w 414856"/>
              <a:gd name="connsiteY7" fmla="*/ 2100 h 709446"/>
              <a:gd name="connsiteX8" fmla="*/ 3817 w 414856"/>
              <a:gd name="connsiteY8" fmla="*/ 176362 h 709446"/>
              <a:gd name="connsiteX9" fmla="*/ 85286 w 414856"/>
              <a:gd name="connsiteY9" fmla="*/ 586052 h 709446"/>
              <a:gd name="connsiteX0" fmla="*/ 111688 w 441258"/>
              <a:gd name="connsiteY0" fmla="*/ 586052 h 709446"/>
              <a:gd name="connsiteX1" fmla="*/ 263142 w 441258"/>
              <a:gd name="connsiteY1" fmla="*/ 705276 h 709446"/>
              <a:gd name="connsiteX2" fmla="*/ 370775 w 441258"/>
              <a:gd name="connsiteY2" fmla="*/ 667367 h 709446"/>
              <a:gd name="connsiteX3" fmla="*/ 440946 w 441258"/>
              <a:gd name="connsiteY3" fmla="*/ 524171 h 709446"/>
              <a:gd name="connsiteX4" fmla="*/ 425476 w 441258"/>
              <a:gd name="connsiteY4" fmla="*/ 339844 h 709446"/>
              <a:gd name="connsiteX5" fmla="*/ 327313 w 441258"/>
              <a:gd name="connsiteY5" fmla="*/ 158927 h 709446"/>
              <a:gd name="connsiteX6" fmla="*/ 188787 w 441258"/>
              <a:gd name="connsiteY6" fmla="*/ 80015 h 709446"/>
              <a:gd name="connsiteX7" fmla="*/ 61928 w 441258"/>
              <a:gd name="connsiteY7" fmla="*/ 2100 h 709446"/>
              <a:gd name="connsiteX8" fmla="*/ 30219 w 441258"/>
              <a:gd name="connsiteY8" fmla="*/ 176362 h 709446"/>
              <a:gd name="connsiteX9" fmla="*/ 3032 w 441258"/>
              <a:gd name="connsiteY9" fmla="*/ 347209 h 709446"/>
              <a:gd name="connsiteX10" fmla="*/ 111688 w 441258"/>
              <a:gd name="connsiteY10" fmla="*/ 586052 h 709446"/>
              <a:gd name="connsiteX0" fmla="*/ 111688 w 441258"/>
              <a:gd name="connsiteY0" fmla="*/ 586052 h 728682"/>
              <a:gd name="connsiteX1" fmla="*/ 263142 w 441258"/>
              <a:gd name="connsiteY1" fmla="*/ 705276 h 728682"/>
              <a:gd name="connsiteX2" fmla="*/ 398393 w 441258"/>
              <a:gd name="connsiteY2" fmla="*/ 711948 h 728682"/>
              <a:gd name="connsiteX3" fmla="*/ 440946 w 441258"/>
              <a:gd name="connsiteY3" fmla="*/ 524171 h 728682"/>
              <a:gd name="connsiteX4" fmla="*/ 425476 w 441258"/>
              <a:gd name="connsiteY4" fmla="*/ 339844 h 728682"/>
              <a:gd name="connsiteX5" fmla="*/ 327313 w 441258"/>
              <a:gd name="connsiteY5" fmla="*/ 158927 h 728682"/>
              <a:gd name="connsiteX6" fmla="*/ 188787 w 441258"/>
              <a:gd name="connsiteY6" fmla="*/ 80015 h 728682"/>
              <a:gd name="connsiteX7" fmla="*/ 61928 w 441258"/>
              <a:gd name="connsiteY7" fmla="*/ 2100 h 728682"/>
              <a:gd name="connsiteX8" fmla="*/ 30219 w 441258"/>
              <a:gd name="connsiteY8" fmla="*/ 176362 h 728682"/>
              <a:gd name="connsiteX9" fmla="*/ 3032 w 441258"/>
              <a:gd name="connsiteY9" fmla="*/ 347209 h 728682"/>
              <a:gd name="connsiteX10" fmla="*/ 111688 w 441258"/>
              <a:gd name="connsiteY10" fmla="*/ 586052 h 728682"/>
              <a:gd name="connsiteX0" fmla="*/ 111688 w 441258"/>
              <a:gd name="connsiteY0" fmla="*/ 586052 h 728682"/>
              <a:gd name="connsiteX1" fmla="*/ 263142 w 441258"/>
              <a:gd name="connsiteY1" fmla="*/ 705276 h 728682"/>
              <a:gd name="connsiteX2" fmla="*/ 398393 w 441258"/>
              <a:gd name="connsiteY2" fmla="*/ 711948 h 728682"/>
              <a:gd name="connsiteX3" fmla="*/ 440946 w 441258"/>
              <a:gd name="connsiteY3" fmla="*/ 524171 h 728682"/>
              <a:gd name="connsiteX4" fmla="*/ 425476 w 441258"/>
              <a:gd name="connsiteY4" fmla="*/ 339844 h 728682"/>
              <a:gd name="connsiteX5" fmla="*/ 404698 w 441258"/>
              <a:gd name="connsiteY5" fmla="*/ 158879 h 728682"/>
              <a:gd name="connsiteX6" fmla="*/ 188787 w 441258"/>
              <a:gd name="connsiteY6" fmla="*/ 80015 h 728682"/>
              <a:gd name="connsiteX7" fmla="*/ 61928 w 441258"/>
              <a:gd name="connsiteY7" fmla="*/ 2100 h 728682"/>
              <a:gd name="connsiteX8" fmla="*/ 30219 w 441258"/>
              <a:gd name="connsiteY8" fmla="*/ 176362 h 728682"/>
              <a:gd name="connsiteX9" fmla="*/ 3032 w 441258"/>
              <a:gd name="connsiteY9" fmla="*/ 347209 h 728682"/>
              <a:gd name="connsiteX10" fmla="*/ 111688 w 441258"/>
              <a:gd name="connsiteY10" fmla="*/ 586052 h 728682"/>
              <a:gd name="connsiteX0" fmla="*/ 111688 w 441258"/>
              <a:gd name="connsiteY0" fmla="*/ 621404 h 764034"/>
              <a:gd name="connsiteX1" fmla="*/ 263142 w 441258"/>
              <a:gd name="connsiteY1" fmla="*/ 740628 h 764034"/>
              <a:gd name="connsiteX2" fmla="*/ 398393 w 441258"/>
              <a:gd name="connsiteY2" fmla="*/ 747300 h 764034"/>
              <a:gd name="connsiteX3" fmla="*/ 440946 w 441258"/>
              <a:gd name="connsiteY3" fmla="*/ 559523 h 764034"/>
              <a:gd name="connsiteX4" fmla="*/ 425476 w 441258"/>
              <a:gd name="connsiteY4" fmla="*/ 375196 h 764034"/>
              <a:gd name="connsiteX5" fmla="*/ 404698 w 441258"/>
              <a:gd name="connsiteY5" fmla="*/ 194231 h 764034"/>
              <a:gd name="connsiteX6" fmla="*/ 188787 w 441258"/>
              <a:gd name="connsiteY6" fmla="*/ 115367 h 764034"/>
              <a:gd name="connsiteX7" fmla="*/ 97245 w 441258"/>
              <a:gd name="connsiteY7" fmla="*/ 1512 h 764034"/>
              <a:gd name="connsiteX8" fmla="*/ 30219 w 441258"/>
              <a:gd name="connsiteY8" fmla="*/ 211714 h 764034"/>
              <a:gd name="connsiteX9" fmla="*/ 3032 w 441258"/>
              <a:gd name="connsiteY9" fmla="*/ 382561 h 764034"/>
              <a:gd name="connsiteX10" fmla="*/ 111688 w 441258"/>
              <a:gd name="connsiteY10" fmla="*/ 621404 h 764034"/>
              <a:gd name="connsiteX0" fmla="*/ 111688 w 441258"/>
              <a:gd name="connsiteY0" fmla="*/ 621896 h 764526"/>
              <a:gd name="connsiteX1" fmla="*/ 263142 w 441258"/>
              <a:gd name="connsiteY1" fmla="*/ 741120 h 764526"/>
              <a:gd name="connsiteX2" fmla="*/ 398393 w 441258"/>
              <a:gd name="connsiteY2" fmla="*/ 747792 h 764526"/>
              <a:gd name="connsiteX3" fmla="*/ 440946 w 441258"/>
              <a:gd name="connsiteY3" fmla="*/ 560015 h 764526"/>
              <a:gd name="connsiteX4" fmla="*/ 425476 w 441258"/>
              <a:gd name="connsiteY4" fmla="*/ 375688 h 764526"/>
              <a:gd name="connsiteX5" fmla="*/ 404698 w 441258"/>
              <a:gd name="connsiteY5" fmla="*/ 194723 h 764526"/>
              <a:gd name="connsiteX6" fmla="*/ 251455 w 441258"/>
              <a:gd name="connsiteY6" fmla="*/ 84343 h 764526"/>
              <a:gd name="connsiteX7" fmla="*/ 97245 w 441258"/>
              <a:gd name="connsiteY7" fmla="*/ 2004 h 764526"/>
              <a:gd name="connsiteX8" fmla="*/ 30219 w 441258"/>
              <a:gd name="connsiteY8" fmla="*/ 212206 h 764526"/>
              <a:gd name="connsiteX9" fmla="*/ 3032 w 441258"/>
              <a:gd name="connsiteY9" fmla="*/ 383053 h 764526"/>
              <a:gd name="connsiteX10" fmla="*/ 111688 w 441258"/>
              <a:gd name="connsiteY10" fmla="*/ 621896 h 76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258" h="764526">
                <a:moveTo>
                  <a:pt x="111688" y="621896"/>
                </a:moveTo>
                <a:cubicBezTo>
                  <a:pt x="150508" y="710048"/>
                  <a:pt x="215358" y="720137"/>
                  <a:pt x="263142" y="741120"/>
                </a:cubicBezTo>
                <a:cubicBezTo>
                  <a:pt x="310926" y="762103"/>
                  <a:pt x="368759" y="777976"/>
                  <a:pt x="398393" y="747792"/>
                </a:cubicBezTo>
                <a:cubicBezTo>
                  <a:pt x="428027" y="717608"/>
                  <a:pt x="439898" y="608783"/>
                  <a:pt x="440946" y="560015"/>
                </a:cubicBezTo>
                <a:cubicBezTo>
                  <a:pt x="442565" y="486482"/>
                  <a:pt x="437953" y="447982"/>
                  <a:pt x="425476" y="375688"/>
                </a:cubicBezTo>
                <a:cubicBezTo>
                  <a:pt x="414712" y="313585"/>
                  <a:pt x="433701" y="243280"/>
                  <a:pt x="404698" y="194723"/>
                </a:cubicBezTo>
                <a:cubicBezTo>
                  <a:pt x="375695" y="146166"/>
                  <a:pt x="293415" y="97439"/>
                  <a:pt x="251455" y="84343"/>
                </a:cubicBezTo>
                <a:cubicBezTo>
                  <a:pt x="209495" y="71247"/>
                  <a:pt x="123673" y="-14054"/>
                  <a:pt x="97245" y="2004"/>
                </a:cubicBezTo>
                <a:cubicBezTo>
                  <a:pt x="70817" y="18062"/>
                  <a:pt x="34841" y="161637"/>
                  <a:pt x="30219" y="212206"/>
                </a:cubicBezTo>
                <a:cubicBezTo>
                  <a:pt x="25597" y="262775"/>
                  <a:pt x="-10546" y="314771"/>
                  <a:pt x="3032" y="383053"/>
                </a:cubicBezTo>
                <a:cubicBezTo>
                  <a:pt x="16610" y="451335"/>
                  <a:pt x="73531" y="555270"/>
                  <a:pt x="111688" y="621896"/>
                </a:cubicBezTo>
                <a:close/>
              </a:path>
            </a:pathLst>
          </a:custGeom>
          <a:noFill/>
          <a:ln w="9525" cap="rnd">
            <a:solidFill>
              <a:schemeClr val="tx1">
                <a:alpha val="35000"/>
              </a:schemeClr>
            </a:solidFill>
            <a:prstDash val="solid"/>
            <a:round/>
          </a:ln>
        </p:spPr>
        <p:txBody>
          <a:bodyPr rtlCol="0" anchor="ctr"/>
          <a:lstStyle/>
          <a:p>
            <a:endParaRPr lang="en-US"/>
          </a:p>
        </p:txBody>
      </p:sp>
      <p:sp>
        <p:nvSpPr>
          <p:cNvPr id="36" name="Freeform: Shape 35">
            <a:extLst>
              <a:ext uri="{FF2B5EF4-FFF2-40B4-BE49-F238E27FC236}">
                <a16:creationId xmlns:a16="http://schemas.microsoft.com/office/drawing/2014/main" id="{171EB893-8828-897A-BED4-2338FEF622F4}"/>
              </a:ext>
            </a:extLst>
          </p:cNvPr>
          <p:cNvSpPr/>
          <p:nvPr userDrawn="1"/>
        </p:nvSpPr>
        <p:spPr>
          <a:xfrm rot="21520826" flipV="1">
            <a:off x="6728401" y="4743096"/>
            <a:ext cx="851385" cy="2131355"/>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092228 w 1092228"/>
              <a:gd name="connsiteY0" fmla="*/ 0 h 2407027"/>
              <a:gd name="connsiteX1" fmla="*/ 943318 w 1092228"/>
              <a:gd name="connsiteY1" fmla="*/ 125642 h 2407027"/>
              <a:gd name="connsiteX2" fmla="*/ 660269 w 1092228"/>
              <a:gd name="connsiteY2" fmla="*/ 340823 h 2407027"/>
              <a:gd name="connsiteX3" fmla="*/ 634602 w 1092228"/>
              <a:gd name="connsiteY3" fmla="*/ 797649 h 2407027"/>
              <a:gd name="connsiteX4" fmla="*/ 450864 w 1092228"/>
              <a:gd name="connsiteY4" fmla="*/ 1403208 h 2407027"/>
              <a:gd name="connsiteX5" fmla="*/ 7978 w 1092228"/>
              <a:gd name="connsiteY5" fmla="*/ 1812513 h 2407027"/>
              <a:gd name="connsiteX6" fmla="*/ 431980 w 1092228"/>
              <a:gd name="connsiteY6" fmla="*/ 2385546 h 2407027"/>
              <a:gd name="connsiteX7" fmla="*/ 652340 w 1092228"/>
              <a:gd name="connsiteY7" fmla="*/ 2396853 h 2407027"/>
              <a:gd name="connsiteX0" fmla="*/ 908937 w 908937"/>
              <a:gd name="connsiteY0" fmla="*/ 0 h 2407026"/>
              <a:gd name="connsiteX1" fmla="*/ 760027 w 908937"/>
              <a:gd name="connsiteY1" fmla="*/ 125642 h 2407026"/>
              <a:gd name="connsiteX2" fmla="*/ 476978 w 908937"/>
              <a:gd name="connsiteY2" fmla="*/ 340823 h 2407026"/>
              <a:gd name="connsiteX3" fmla="*/ 451311 w 908937"/>
              <a:gd name="connsiteY3" fmla="*/ 797649 h 2407026"/>
              <a:gd name="connsiteX4" fmla="*/ 267573 w 908937"/>
              <a:gd name="connsiteY4" fmla="*/ 1403208 h 2407026"/>
              <a:gd name="connsiteX5" fmla="*/ 15698 w 908937"/>
              <a:gd name="connsiteY5" fmla="*/ 1833626 h 2407026"/>
              <a:gd name="connsiteX6" fmla="*/ 248689 w 908937"/>
              <a:gd name="connsiteY6" fmla="*/ 2385546 h 2407026"/>
              <a:gd name="connsiteX7" fmla="*/ 469049 w 908937"/>
              <a:gd name="connsiteY7" fmla="*/ 2396853 h 2407026"/>
              <a:gd name="connsiteX0" fmla="*/ 908937 w 908937"/>
              <a:gd name="connsiteY0" fmla="*/ 0 h 3047700"/>
              <a:gd name="connsiteX1" fmla="*/ 760027 w 908937"/>
              <a:gd name="connsiteY1" fmla="*/ 125642 h 3047700"/>
              <a:gd name="connsiteX2" fmla="*/ 476978 w 908937"/>
              <a:gd name="connsiteY2" fmla="*/ 340823 h 3047700"/>
              <a:gd name="connsiteX3" fmla="*/ 451311 w 908937"/>
              <a:gd name="connsiteY3" fmla="*/ 797649 h 3047700"/>
              <a:gd name="connsiteX4" fmla="*/ 267573 w 908937"/>
              <a:gd name="connsiteY4" fmla="*/ 1403208 h 3047700"/>
              <a:gd name="connsiteX5" fmla="*/ 15698 w 908937"/>
              <a:gd name="connsiteY5" fmla="*/ 1833626 h 3047700"/>
              <a:gd name="connsiteX6" fmla="*/ 248689 w 908937"/>
              <a:gd name="connsiteY6" fmla="*/ 2385546 h 3047700"/>
              <a:gd name="connsiteX7" fmla="*/ 418986 w 908937"/>
              <a:gd name="connsiteY7" fmla="*/ 3047700 h 3047700"/>
              <a:gd name="connsiteX0" fmla="*/ 908937 w 908937"/>
              <a:gd name="connsiteY0" fmla="*/ 0 h 3047700"/>
              <a:gd name="connsiteX1" fmla="*/ 760027 w 908937"/>
              <a:gd name="connsiteY1" fmla="*/ 125642 h 3047700"/>
              <a:gd name="connsiteX2" fmla="*/ 476978 w 908937"/>
              <a:gd name="connsiteY2" fmla="*/ 340823 h 3047700"/>
              <a:gd name="connsiteX3" fmla="*/ 451311 w 908937"/>
              <a:gd name="connsiteY3" fmla="*/ 797649 h 3047700"/>
              <a:gd name="connsiteX4" fmla="*/ 267573 w 908937"/>
              <a:gd name="connsiteY4" fmla="*/ 1403208 h 3047700"/>
              <a:gd name="connsiteX5" fmla="*/ 15698 w 908937"/>
              <a:gd name="connsiteY5" fmla="*/ 1833626 h 3047700"/>
              <a:gd name="connsiteX6" fmla="*/ 248689 w 908937"/>
              <a:gd name="connsiteY6" fmla="*/ 2385546 h 3047700"/>
              <a:gd name="connsiteX7" fmla="*/ 418986 w 908937"/>
              <a:gd name="connsiteY7" fmla="*/ 3047700 h 3047700"/>
              <a:gd name="connsiteX0" fmla="*/ 918455 w 918455"/>
              <a:gd name="connsiteY0" fmla="*/ 0 h 3047700"/>
              <a:gd name="connsiteX1" fmla="*/ 769545 w 918455"/>
              <a:gd name="connsiteY1" fmla="*/ 125642 h 3047700"/>
              <a:gd name="connsiteX2" fmla="*/ 486496 w 918455"/>
              <a:gd name="connsiteY2" fmla="*/ 340823 h 3047700"/>
              <a:gd name="connsiteX3" fmla="*/ 460829 w 918455"/>
              <a:gd name="connsiteY3" fmla="*/ 797649 h 3047700"/>
              <a:gd name="connsiteX4" fmla="*/ 277091 w 918455"/>
              <a:gd name="connsiteY4" fmla="*/ 1403208 h 3047700"/>
              <a:gd name="connsiteX5" fmla="*/ 25216 w 918455"/>
              <a:gd name="connsiteY5" fmla="*/ 1833626 h 3047700"/>
              <a:gd name="connsiteX6" fmla="*/ 177638 w 918455"/>
              <a:gd name="connsiteY6" fmla="*/ 2594171 h 3047700"/>
              <a:gd name="connsiteX7" fmla="*/ 428504 w 918455"/>
              <a:gd name="connsiteY7" fmla="*/ 3047700 h 3047700"/>
              <a:gd name="connsiteX0" fmla="*/ 918455 w 918455"/>
              <a:gd name="connsiteY0" fmla="*/ 0 h 3098096"/>
              <a:gd name="connsiteX1" fmla="*/ 769545 w 918455"/>
              <a:gd name="connsiteY1" fmla="*/ 125642 h 3098096"/>
              <a:gd name="connsiteX2" fmla="*/ 486496 w 918455"/>
              <a:gd name="connsiteY2" fmla="*/ 340823 h 3098096"/>
              <a:gd name="connsiteX3" fmla="*/ 460829 w 918455"/>
              <a:gd name="connsiteY3" fmla="*/ 797649 h 3098096"/>
              <a:gd name="connsiteX4" fmla="*/ 277091 w 918455"/>
              <a:gd name="connsiteY4" fmla="*/ 1403208 h 3098096"/>
              <a:gd name="connsiteX5" fmla="*/ 25216 w 918455"/>
              <a:gd name="connsiteY5" fmla="*/ 1833626 h 3098096"/>
              <a:gd name="connsiteX6" fmla="*/ 177638 w 918455"/>
              <a:gd name="connsiteY6" fmla="*/ 2594171 h 3098096"/>
              <a:gd name="connsiteX7" fmla="*/ 465061 w 918455"/>
              <a:gd name="connsiteY7" fmla="*/ 3098095 h 3098096"/>
              <a:gd name="connsiteX0" fmla="*/ 918455 w 918455"/>
              <a:gd name="connsiteY0" fmla="*/ 0 h 3098095"/>
              <a:gd name="connsiteX1" fmla="*/ 769545 w 918455"/>
              <a:gd name="connsiteY1" fmla="*/ 125642 h 3098095"/>
              <a:gd name="connsiteX2" fmla="*/ 486496 w 918455"/>
              <a:gd name="connsiteY2" fmla="*/ 340823 h 3098095"/>
              <a:gd name="connsiteX3" fmla="*/ 547989 w 918455"/>
              <a:gd name="connsiteY3" fmla="*/ 897012 h 3098095"/>
              <a:gd name="connsiteX4" fmla="*/ 277091 w 918455"/>
              <a:gd name="connsiteY4" fmla="*/ 1403208 h 3098095"/>
              <a:gd name="connsiteX5" fmla="*/ 25216 w 918455"/>
              <a:gd name="connsiteY5" fmla="*/ 1833626 h 3098095"/>
              <a:gd name="connsiteX6" fmla="*/ 177638 w 918455"/>
              <a:gd name="connsiteY6" fmla="*/ 2594171 h 3098095"/>
              <a:gd name="connsiteX7" fmla="*/ 465061 w 918455"/>
              <a:gd name="connsiteY7" fmla="*/ 3098095 h 3098095"/>
              <a:gd name="connsiteX0" fmla="*/ 918455 w 918455"/>
              <a:gd name="connsiteY0" fmla="*/ 0 h 3098095"/>
              <a:gd name="connsiteX1" fmla="*/ 769545 w 918455"/>
              <a:gd name="connsiteY1" fmla="*/ 125642 h 3098095"/>
              <a:gd name="connsiteX2" fmla="*/ 486496 w 918455"/>
              <a:gd name="connsiteY2" fmla="*/ 340823 h 3098095"/>
              <a:gd name="connsiteX3" fmla="*/ 547989 w 918455"/>
              <a:gd name="connsiteY3" fmla="*/ 897012 h 3098095"/>
              <a:gd name="connsiteX4" fmla="*/ 241638 w 918455"/>
              <a:gd name="connsiteY4" fmla="*/ 1488056 h 3098095"/>
              <a:gd name="connsiteX5" fmla="*/ 25216 w 918455"/>
              <a:gd name="connsiteY5" fmla="*/ 1833626 h 3098095"/>
              <a:gd name="connsiteX6" fmla="*/ 177638 w 918455"/>
              <a:gd name="connsiteY6" fmla="*/ 2594171 h 3098095"/>
              <a:gd name="connsiteX7" fmla="*/ 465061 w 918455"/>
              <a:gd name="connsiteY7" fmla="*/ 3098095 h 309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8455" h="3098095">
                <a:moveTo>
                  <a:pt x="918455" y="0"/>
                </a:moveTo>
                <a:cubicBezTo>
                  <a:pt x="887432" y="26176"/>
                  <a:pt x="841538" y="68838"/>
                  <a:pt x="769545" y="125642"/>
                </a:cubicBezTo>
                <a:cubicBezTo>
                  <a:pt x="697552" y="182446"/>
                  <a:pt x="523422" y="212261"/>
                  <a:pt x="486496" y="340823"/>
                </a:cubicBezTo>
                <a:cubicBezTo>
                  <a:pt x="449570" y="469385"/>
                  <a:pt x="588799" y="705807"/>
                  <a:pt x="547989" y="897012"/>
                </a:cubicBezTo>
                <a:cubicBezTo>
                  <a:pt x="507179" y="1088218"/>
                  <a:pt x="328767" y="1331954"/>
                  <a:pt x="241638" y="1488056"/>
                </a:cubicBezTo>
                <a:cubicBezTo>
                  <a:pt x="154509" y="1644158"/>
                  <a:pt x="158898" y="1616087"/>
                  <a:pt x="25216" y="1833626"/>
                </a:cubicBezTo>
                <a:cubicBezTo>
                  <a:pt x="-38075" y="2029052"/>
                  <a:pt x="19609" y="2497365"/>
                  <a:pt x="177638" y="2594171"/>
                </a:cubicBezTo>
                <a:cubicBezTo>
                  <a:pt x="263917" y="2646861"/>
                  <a:pt x="455149" y="2835128"/>
                  <a:pt x="465061" y="3098095"/>
                </a:cubicBezTo>
              </a:path>
            </a:pathLst>
          </a:custGeom>
          <a:noFill/>
          <a:ln w="6350">
            <a:solidFill>
              <a:schemeClr val="tx1">
                <a:lumMod val="85000"/>
                <a:alpha val="4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3FF6FCB8-BD75-F553-574E-61664255CA92}"/>
              </a:ext>
            </a:extLst>
          </p:cNvPr>
          <p:cNvSpPr/>
          <p:nvPr userDrawn="1"/>
        </p:nvSpPr>
        <p:spPr>
          <a:xfrm rot="20045519" flipV="1">
            <a:off x="10501280" y="5848749"/>
            <a:ext cx="1603540" cy="75709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1026316"/>
              <a:gd name="connsiteY0" fmla="*/ 10606 h 458838"/>
              <a:gd name="connsiteX1" fmla="*/ 73251 w 1026316"/>
              <a:gd name="connsiteY1" fmla="*/ 423358 h 458838"/>
              <a:gd name="connsiteX2" fmla="*/ 383956 w 1026316"/>
              <a:gd name="connsiteY2" fmla="*/ 417781 h 458838"/>
              <a:gd name="connsiteX3" fmla="*/ 609623 w 1026316"/>
              <a:gd name="connsiteY3" fmla="*/ 254899 h 458838"/>
              <a:gd name="connsiteX4" fmla="*/ 1026316 w 1026316"/>
              <a:gd name="connsiteY4" fmla="*/ 3 h 458838"/>
              <a:gd name="connsiteX0" fmla="*/ 17446 w 1011877"/>
              <a:gd name="connsiteY0" fmla="*/ 103853 h 452083"/>
              <a:gd name="connsiteX1" fmla="*/ 58812 w 1011877"/>
              <a:gd name="connsiteY1" fmla="*/ 423358 h 452083"/>
              <a:gd name="connsiteX2" fmla="*/ 369517 w 1011877"/>
              <a:gd name="connsiteY2" fmla="*/ 417781 h 452083"/>
              <a:gd name="connsiteX3" fmla="*/ 595184 w 1011877"/>
              <a:gd name="connsiteY3" fmla="*/ 254899 h 452083"/>
              <a:gd name="connsiteX4" fmla="*/ 1011877 w 1011877"/>
              <a:gd name="connsiteY4" fmla="*/ 3 h 452083"/>
              <a:gd name="connsiteX0" fmla="*/ 11719 w 1006150"/>
              <a:gd name="connsiteY0" fmla="*/ 103853 h 452083"/>
              <a:gd name="connsiteX1" fmla="*/ 53085 w 1006150"/>
              <a:gd name="connsiteY1" fmla="*/ 423358 h 452083"/>
              <a:gd name="connsiteX2" fmla="*/ 363790 w 1006150"/>
              <a:gd name="connsiteY2" fmla="*/ 417781 h 452083"/>
              <a:gd name="connsiteX3" fmla="*/ 589457 w 1006150"/>
              <a:gd name="connsiteY3" fmla="*/ 254899 h 452083"/>
              <a:gd name="connsiteX4" fmla="*/ 1006150 w 1006150"/>
              <a:gd name="connsiteY4" fmla="*/ 3 h 452083"/>
              <a:gd name="connsiteX0" fmla="*/ 5009 w 999440"/>
              <a:gd name="connsiteY0" fmla="*/ 103853 h 451396"/>
              <a:gd name="connsiteX1" fmla="*/ 91310 w 999440"/>
              <a:gd name="connsiteY1" fmla="*/ 422367 h 451396"/>
              <a:gd name="connsiteX2" fmla="*/ 357080 w 999440"/>
              <a:gd name="connsiteY2" fmla="*/ 417781 h 451396"/>
              <a:gd name="connsiteX3" fmla="*/ 582747 w 999440"/>
              <a:gd name="connsiteY3" fmla="*/ 254899 h 451396"/>
              <a:gd name="connsiteX4" fmla="*/ 999440 w 999440"/>
              <a:gd name="connsiteY4" fmla="*/ 3 h 451396"/>
              <a:gd name="connsiteX0" fmla="*/ 5009 w 1022005"/>
              <a:gd name="connsiteY0" fmla="*/ 54797 h 402340"/>
              <a:gd name="connsiteX1" fmla="*/ 91310 w 1022005"/>
              <a:gd name="connsiteY1" fmla="*/ 373311 h 402340"/>
              <a:gd name="connsiteX2" fmla="*/ 357080 w 1022005"/>
              <a:gd name="connsiteY2" fmla="*/ 368725 h 402340"/>
              <a:gd name="connsiteX3" fmla="*/ 582747 w 1022005"/>
              <a:gd name="connsiteY3" fmla="*/ 205843 h 402340"/>
              <a:gd name="connsiteX4" fmla="*/ 1022005 w 1022005"/>
              <a:gd name="connsiteY4" fmla="*/ 3 h 402340"/>
              <a:gd name="connsiteX0" fmla="*/ 5451 w 1022447"/>
              <a:gd name="connsiteY0" fmla="*/ 54797 h 466039"/>
              <a:gd name="connsiteX1" fmla="*/ 91752 w 1022447"/>
              <a:gd name="connsiteY1" fmla="*/ 373311 h 466039"/>
              <a:gd name="connsiteX2" fmla="*/ 394828 w 1022447"/>
              <a:gd name="connsiteY2" fmla="*/ 457640 h 466039"/>
              <a:gd name="connsiteX3" fmla="*/ 583189 w 1022447"/>
              <a:gd name="connsiteY3" fmla="*/ 205843 h 466039"/>
              <a:gd name="connsiteX4" fmla="*/ 1022447 w 1022447"/>
              <a:gd name="connsiteY4" fmla="*/ 3 h 466039"/>
              <a:gd name="connsiteX0" fmla="*/ 2427 w 1019423"/>
              <a:gd name="connsiteY0" fmla="*/ 54797 h 466039"/>
              <a:gd name="connsiteX1" fmla="*/ 88728 w 1019423"/>
              <a:gd name="connsiteY1" fmla="*/ 373311 h 466039"/>
              <a:gd name="connsiteX2" fmla="*/ 391804 w 1019423"/>
              <a:gd name="connsiteY2" fmla="*/ 457640 h 466039"/>
              <a:gd name="connsiteX3" fmla="*/ 580165 w 1019423"/>
              <a:gd name="connsiteY3" fmla="*/ 205843 h 466039"/>
              <a:gd name="connsiteX4" fmla="*/ 1019423 w 1019423"/>
              <a:gd name="connsiteY4" fmla="*/ 3 h 466039"/>
              <a:gd name="connsiteX0" fmla="*/ 3420 w 1003131"/>
              <a:gd name="connsiteY0" fmla="*/ 46533 h 466180"/>
              <a:gd name="connsiteX1" fmla="*/ 72436 w 1003131"/>
              <a:gd name="connsiteY1" fmla="*/ 373311 h 466180"/>
              <a:gd name="connsiteX2" fmla="*/ 375512 w 1003131"/>
              <a:gd name="connsiteY2" fmla="*/ 457640 h 466180"/>
              <a:gd name="connsiteX3" fmla="*/ 563873 w 1003131"/>
              <a:gd name="connsiteY3" fmla="*/ 205843 h 466180"/>
              <a:gd name="connsiteX4" fmla="*/ 1003131 w 1003131"/>
              <a:gd name="connsiteY4" fmla="*/ 3 h 466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31" h="466180">
                <a:moveTo>
                  <a:pt x="3420" y="46533"/>
                </a:moveTo>
                <a:cubicBezTo>
                  <a:pt x="-8630" y="245166"/>
                  <a:pt x="10421" y="304793"/>
                  <a:pt x="72436" y="373311"/>
                </a:cubicBezTo>
                <a:cubicBezTo>
                  <a:pt x="134451" y="441829"/>
                  <a:pt x="293606" y="485551"/>
                  <a:pt x="375512" y="457640"/>
                </a:cubicBezTo>
                <a:cubicBezTo>
                  <a:pt x="457418" y="429729"/>
                  <a:pt x="461731" y="244777"/>
                  <a:pt x="563873" y="205843"/>
                </a:cubicBezTo>
                <a:cubicBezTo>
                  <a:pt x="667549" y="166324"/>
                  <a:pt x="944769" y="-803"/>
                  <a:pt x="1003131" y="3"/>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38" name="Freeform: Shape 37">
            <a:extLst>
              <a:ext uri="{FF2B5EF4-FFF2-40B4-BE49-F238E27FC236}">
                <a16:creationId xmlns:a16="http://schemas.microsoft.com/office/drawing/2014/main" id="{1D8D5688-2BE1-90EE-09DD-033011ADCC60}"/>
              </a:ext>
            </a:extLst>
          </p:cNvPr>
          <p:cNvSpPr/>
          <p:nvPr userDrawn="1"/>
        </p:nvSpPr>
        <p:spPr>
          <a:xfrm rot="10720826">
            <a:off x="6375690" y="3298854"/>
            <a:ext cx="711334" cy="3557306"/>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883526"/>
              <a:gd name="connsiteY0" fmla="*/ 4384769 h 4389130"/>
              <a:gd name="connsiteX1" fmla="*/ 601587 w 5883526"/>
              <a:gd name="connsiteY1" fmla="*/ 3723457 h 4389130"/>
              <a:gd name="connsiteX2" fmla="*/ 1080723 w 5883526"/>
              <a:gd name="connsiteY2" fmla="*/ 3384914 h 4389130"/>
              <a:gd name="connsiteX3" fmla="*/ 1782538 w 5883526"/>
              <a:gd name="connsiteY3" fmla="*/ 2893678 h 4389130"/>
              <a:gd name="connsiteX4" fmla="*/ 2151149 w 5883526"/>
              <a:gd name="connsiteY4" fmla="*/ 2979146 h 4389130"/>
              <a:gd name="connsiteX5" fmla="*/ 2442597 w 5883526"/>
              <a:gd name="connsiteY5" fmla="*/ 3469754 h 4389130"/>
              <a:gd name="connsiteX6" fmla="*/ 2781847 w 5883526"/>
              <a:gd name="connsiteY6" fmla="*/ 3941165 h 4389130"/>
              <a:gd name="connsiteX7" fmla="*/ 2973780 w 5883526"/>
              <a:gd name="connsiteY7" fmla="*/ 4176258 h 4389130"/>
              <a:gd name="connsiteX8" fmla="*/ 3213049 w 5883526"/>
              <a:gd name="connsiteY8" fmla="*/ 4205024 h 4389130"/>
              <a:gd name="connsiteX9" fmla="*/ 3866654 w 5883526"/>
              <a:gd name="connsiteY9" fmla="*/ 4180640 h 4389130"/>
              <a:gd name="connsiteX10" fmla="*/ 4122400 w 5883526"/>
              <a:gd name="connsiteY10" fmla="*/ 4230646 h 4389130"/>
              <a:gd name="connsiteX11" fmla="*/ 4409054 w 5883526"/>
              <a:gd name="connsiteY11" fmla="*/ 3948939 h 4389130"/>
              <a:gd name="connsiteX12" fmla="*/ 4876205 w 5883526"/>
              <a:gd name="connsiteY12" fmla="*/ 3841244 h 4389130"/>
              <a:gd name="connsiteX13" fmla="*/ 5434084 w 5883526"/>
              <a:gd name="connsiteY13" fmla="*/ 3646097 h 4389130"/>
              <a:gd name="connsiteX14" fmla="*/ 5713764 w 5883526"/>
              <a:gd name="connsiteY14" fmla="*/ 3465757 h 4389130"/>
              <a:gd name="connsiteX15" fmla="*/ 5883470 w 5883526"/>
              <a:gd name="connsiteY15" fmla="*/ 2870843 h 4389130"/>
              <a:gd name="connsiteX16" fmla="*/ 5697278 w 5883526"/>
              <a:gd name="connsiteY16" fmla="*/ 1932693 h 4389130"/>
              <a:gd name="connsiteX17" fmla="*/ 5247641 w 5883526"/>
              <a:gd name="connsiteY17" fmla="*/ 1192785 h 4389130"/>
              <a:gd name="connsiteX18" fmla="*/ 5272837 w 5883526"/>
              <a:gd name="connsiteY18" fmla="*/ 428256 h 4389130"/>
              <a:gd name="connsiteX19" fmla="*/ 5737927 w 5883526"/>
              <a:gd name="connsiteY19" fmla="*/ 0 h 4389130"/>
              <a:gd name="connsiteX0" fmla="*/ 0 w 5864971"/>
              <a:gd name="connsiteY0" fmla="*/ 4889230 h 4891788"/>
              <a:gd name="connsiteX1" fmla="*/ 583032 w 5864971"/>
              <a:gd name="connsiteY1" fmla="*/ 3723457 h 4891788"/>
              <a:gd name="connsiteX2" fmla="*/ 1062168 w 5864971"/>
              <a:gd name="connsiteY2" fmla="*/ 3384914 h 4891788"/>
              <a:gd name="connsiteX3" fmla="*/ 1763983 w 5864971"/>
              <a:gd name="connsiteY3" fmla="*/ 289367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132594 w 5864971"/>
              <a:gd name="connsiteY4" fmla="*/ 2979146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788"/>
              <a:gd name="connsiteX1" fmla="*/ 583032 w 5864971"/>
              <a:gd name="connsiteY1" fmla="*/ 3723457 h 4891788"/>
              <a:gd name="connsiteX2" fmla="*/ 1062168 w 5864971"/>
              <a:gd name="connsiteY2" fmla="*/ 3384914 h 4891788"/>
              <a:gd name="connsiteX3" fmla="*/ 1674024 w 5864971"/>
              <a:gd name="connsiteY3" fmla="*/ 3202208 h 4891788"/>
              <a:gd name="connsiteX4" fmla="*/ 2060598 w 5864971"/>
              <a:gd name="connsiteY4" fmla="*/ 3212940 h 4891788"/>
              <a:gd name="connsiteX5" fmla="*/ 2424042 w 5864971"/>
              <a:gd name="connsiteY5" fmla="*/ 3469754 h 4891788"/>
              <a:gd name="connsiteX6" fmla="*/ 2763292 w 5864971"/>
              <a:gd name="connsiteY6" fmla="*/ 3941165 h 4891788"/>
              <a:gd name="connsiteX7" fmla="*/ 2955225 w 5864971"/>
              <a:gd name="connsiteY7" fmla="*/ 4176258 h 4891788"/>
              <a:gd name="connsiteX8" fmla="*/ 3194494 w 5864971"/>
              <a:gd name="connsiteY8" fmla="*/ 4205024 h 4891788"/>
              <a:gd name="connsiteX9" fmla="*/ 3848099 w 5864971"/>
              <a:gd name="connsiteY9" fmla="*/ 4180640 h 4891788"/>
              <a:gd name="connsiteX10" fmla="*/ 4103845 w 5864971"/>
              <a:gd name="connsiteY10" fmla="*/ 4230646 h 4891788"/>
              <a:gd name="connsiteX11" fmla="*/ 4390499 w 5864971"/>
              <a:gd name="connsiteY11" fmla="*/ 3948939 h 4891788"/>
              <a:gd name="connsiteX12" fmla="*/ 4857650 w 5864971"/>
              <a:gd name="connsiteY12" fmla="*/ 3841244 h 4891788"/>
              <a:gd name="connsiteX13" fmla="*/ 5415529 w 5864971"/>
              <a:gd name="connsiteY13" fmla="*/ 3646097 h 4891788"/>
              <a:gd name="connsiteX14" fmla="*/ 5695209 w 5864971"/>
              <a:gd name="connsiteY14" fmla="*/ 3465757 h 4891788"/>
              <a:gd name="connsiteX15" fmla="*/ 5864915 w 5864971"/>
              <a:gd name="connsiteY15" fmla="*/ 2870843 h 4891788"/>
              <a:gd name="connsiteX16" fmla="*/ 5678723 w 5864971"/>
              <a:gd name="connsiteY16" fmla="*/ 1932693 h 4891788"/>
              <a:gd name="connsiteX17" fmla="*/ 5229086 w 5864971"/>
              <a:gd name="connsiteY17" fmla="*/ 1192785 h 4891788"/>
              <a:gd name="connsiteX18" fmla="*/ 5254282 w 5864971"/>
              <a:gd name="connsiteY18" fmla="*/ 428256 h 4891788"/>
              <a:gd name="connsiteX19" fmla="*/ 5719372 w 5864971"/>
              <a:gd name="connsiteY19" fmla="*/ 0 h 4891788"/>
              <a:gd name="connsiteX0" fmla="*/ 0 w 5864971"/>
              <a:gd name="connsiteY0" fmla="*/ 4889230 h 4891663"/>
              <a:gd name="connsiteX1" fmla="*/ 583032 w 5864971"/>
              <a:gd name="connsiteY1" fmla="*/ 3723457 h 4891663"/>
              <a:gd name="connsiteX2" fmla="*/ 1182804 w 5864971"/>
              <a:gd name="connsiteY2" fmla="*/ 3702371 h 4891663"/>
              <a:gd name="connsiteX3" fmla="*/ 1674024 w 5864971"/>
              <a:gd name="connsiteY3" fmla="*/ 3202208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91663"/>
              <a:gd name="connsiteX1" fmla="*/ 583032 w 5864971"/>
              <a:gd name="connsiteY1" fmla="*/ 3723457 h 4891663"/>
              <a:gd name="connsiteX2" fmla="*/ 1182804 w 5864971"/>
              <a:gd name="connsiteY2" fmla="*/ 3702371 h 4891663"/>
              <a:gd name="connsiteX3" fmla="*/ 1768128 w 5864971"/>
              <a:gd name="connsiteY3" fmla="*/ 3190017 h 4891663"/>
              <a:gd name="connsiteX4" fmla="*/ 2060598 w 5864971"/>
              <a:gd name="connsiteY4" fmla="*/ 3212940 h 4891663"/>
              <a:gd name="connsiteX5" fmla="*/ 2424042 w 5864971"/>
              <a:gd name="connsiteY5" fmla="*/ 3469754 h 4891663"/>
              <a:gd name="connsiteX6" fmla="*/ 2763292 w 5864971"/>
              <a:gd name="connsiteY6" fmla="*/ 3941165 h 4891663"/>
              <a:gd name="connsiteX7" fmla="*/ 2955225 w 5864971"/>
              <a:gd name="connsiteY7" fmla="*/ 4176258 h 4891663"/>
              <a:gd name="connsiteX8" fmla="*/ 3194494 w 5864971"/>
              <a:gd name="connsiteY8" fmla="*/ 4205024 h 4891663"/>
              <a:gd name="connsiteX9" fmla="*/ 3848099 w 5864971"/>
              <a:gd name="connsiteY9" fmla="*/ 4180640 h 4891663"/>
              <a:gd name="connsiteX10" fmla="*/ 4103845 w 5864971"/>
              <a:gd name="connsiteY10" fmla="*/ 4230646 h 4891663"/>
              <a:gd name="connsiteX11" fmla="*/ 4390499 w 5864971"/>
              <a:gd name="connsiteY11" fmla="*/ 3948939 h 4891663"/>
              <a:gd name="connsiteX12" fmla="*/ 4857650 w 5864971"/>
              <a:gd name="connsiteY12" fmla="*/ 3841244 h 4891663"/>
              <a:gd name="connsiteX13" fmla="*/ 5415529 w 5864971"/>
              <a:gd name="connsiteY13" fmla="*/ 3646097 h 4891663"/>
              <a:gd name="connsiteX14" fmla="*/ 5695209 w 5864971"/>
              <a:gd name="connsiteY14" fmla="*/ 3465757 h 4891663"/>
              <a:gd name="connsiteX15" fmla="*/ 5864915 w 5864971"/>
              <a:gd name="connsiteY15" fmla="*/ 2870843 h 4891663"/>
              <a:gd name="connsiteX16" fmla="*/ 5678723 w 5864971"/>
              <a:gd name="connsiteY16" fmla="*/ 1932693 h 4891663"/>
              <a:gd name="connsiteX17" fmla="*/ 5229086 w 5864971"/>
              <a:gd name="connsiteY17" fmla="*/ 1192785 h 4891663"/>
              <a:gd name="connsiteX18" fmla="*/ 5254282 w 5864971"/>
              <a:gd name="connsiteY18" fmla="*/ 428256 h 4891663"/>
              <a:gd name="connsiteX19" fmla="*/ 5719372 w 5864971"/>
              <a:gd name="connsiteY19" fmla="*/ 0 h 4891663"/>
              <a:gd name="connsiteX0" fmla="*/ 0 w 5864971"/>
              <a:gd name="connsiteY0" fmla="*/ 4889230 h 4889230"/>
              <a:gd name="connsiteX1" fmla="*/ 240977 w 5864971"/>
              <a:gd name="connsiteY1" fmla="*/ 4400768 h 4889230"/>
              <a:gd name="connsiteX2" fmla="*/ 583032 w 5864971"/>
              <a:gd name="connsiteY2" fmla="*/ 3723457 h 4889230"/>
              <a:gd name="connsiteX3" fmla="*/ 1182804 w 5864971"/>
              <a:gd name="connsiteY3" fmla="*/ 3702371 h 4889230"/>
              <a:gd name="connsiteX4" fmla="*/ 1768128 w 5864971"/>
              <a:gd name="connsiteY4" fmla="*/ 3190017 h 4889230"/>
              <a:gd name="connsiteX5" fmla="*/ 2060598 w 5864971"/>
              <a:gd name="connsiteY5" fmla="*/ 3212940 h 4889230"/>
              <a:gd name="connsiteX6" fmla="*/ 2424042 w 5864971"/>
              <a:gd name="connsiteY6" fmla="*/ 3469754 h 4889230"/>
              <a:gd name="connsiteX7" fmla="*/ 2763292 w 5864971"/>
              <a:gd name="connsiteY7" fmla="*/ 3941165 h 4889230"/>
              <a:gd name="connsiteX8" fmla="*/ 2955225 w 5864971"/>
              <a:gd name="connsiteY8" fmla="*/ 4176258 h 4889230"/>
              <a:gd name="connsiteX9" fmla="*/ 3194494 w 5864971"/>
              <a:gd name="connsiteY9" fmla="*/ 4205024 h 4889230"/>
              <a:gd name="connsiteX10" fmla="*/ 3848099 w 5864971"/>
              <a:gd name="connsiteY10" fmla="*/ 4180640 h 4889230"/>
              <a:gd name="connsiteX11" fmla="*/ 4103845 w 5864971"/>
              <a:gd name="connsiteY11" fmla="*/ 4230646 h 4889230"/>
              <a:gd name="connsiteX12" fmla="*/ 4390499 w 5864971"/>
              <a:gd name="connsiteY12" fmla="*/ 3948939 h 4889230"/>
              <a:gd name="connsiteX13" fmla="*/ 4857650 w 5864971"/>
              <a:gd name="connsiteY13" fmla="*/ 3841244 h 4889230"/>
              <a:gd name="connsiteX14" fmla="*/ 5415529 w 5864971"/>
              <a:gd name="connsiteY14" fmla="*/ 3646097 h 4889230"/>
              <a:gd name="connsiteX15" fmla="*/ 5695209 w 5864971"/>
              <a:gd name="connsiteY15" fmla="*/ 3465757 h 4889230"/>
              <a:gd name="connsiteX16" fmla="*/ 5864915 w 5864971"/>
              <a:gd name="connsiteY16" fmla="*/ 2870843 h 4889230"/>
              <a:gd name="connsiteX17" fmla="*/ 5678723 w 5864971"/>
              <a:gd name="connsiteY17" fmla="*/ 1932693 h 4889230"/>
              <a:gd name="connsiteX18" fmla="*/ 5229086 w 5864971"/>
              <a:gd name="connsiteY18" fmla="*/ 1192785 h 4889230"/>
              <a:gd name="connsiteX19" fmla="*/ 5254282 w 5864971"/>
              <a:gd name="connsiteY19" fmla="*/ 428256 h 4889230"/>
              <a:gd name="connsiteX20" fmla="*/ 5719372 w 5864971"/>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68128 w 5728123"/>
              <a:gd name="connsiteY4" fmla="*/ 3190017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28123"/>
              <a:gd name="connsiteY0" fmla="*/ 4889230 h 4889230"/>
              <a:gd name="connsiteX1" fmla="*/ 240977 w 5728123"/>
              <a:gd name="connsiteY1" fmla="*/ 4400768 h 4889230"/>
              <a:gd name="connsiteX2" fmla="*/ 583032 w 5728123"/>
              <a:gd name="connsiteY2" fmla="*/ 3723457 h 4889230"/>
              <a:gd name="connsiteX3" fmla="*/ 1182804 w 5728123"/>
              <a:gd name="connsiteY3" fmla="*/ 3702371 h 4889230"/>
              <a:gd name="connsiteX4" fmla="*/ 1744326 w 5728123"/>
              <a:gd name="connsiteY4" fmla="*/ 3461015 h 4889230"/>
              <a:gd name="connsiteX5" fmla="*/ 2060598 w 5728123"/>
              <a:gd name="connsiteY5" fmla="*/ 3212940 h 4889230"/>
              <a:gd name="connsiteX6" fmla="*/ 2424042 w 5728123"/>
              <a:gd name="connsiteY6" fmla="*/ 3469754 h 4889230"/>
              <a:gd name="connsiteX7" fmla="*/ 2763292 w 5728123"/>
              <a:gd name="connsiteY7" fmla="*/ 3941165 h 4889230"/>
              <a:gd name="connsiteX8" fmla="*/ 2955225 w 5728123"/>
              <a:gd name="connsiteY8" fmla="*/ 4176258 h 4889230"/>
              <a:gd name="connsiteX9" fmla="*/ 3194494 w 5728123"/>
              <a:gd name="connsiteY9" fmla="*/ 4205024 h 4889230"/>
              <a:gd name="connsiteX10" fmla="*/ 3848099 w 5728123"/>
              <a:gd name="connsiteY10" fmla="*/ 4180640 h 4889230"/>
              <a:gd name="connsiteX11" fmla="*/ 4103845 w 5728123"/>
              <a:gd name="connsiteY11" fmla="*/ 4230646 h 4889230"/>
              <a:gd name="connsiteX12" fmla="*/ 4390499 w 5728123"/>
              <a:gd name="connsiteY12" fmla="*/ 3948939 h 4889230"/>
              <a:gd name="connsiteX13" fmla="*/ 4857650 w 5728123"/>
              <a:gd name="connsiteY13" fmla="*/ 3841244 h 4889230"/>
              <a:gd name="connsiteX14" fmla="*/ 5415529 w 5728123"/>
              <a:gd name="connsiteY14" fmla="*/ 3646097 h 4889230"/>
              <a:gd name="connsiteX15" fmla="*/ 5695209 w 5728123"/>
              <a:gd name="connsiteY15" fmla="*/ 3465757 h 4889230"/>
              <a:gd name="connsiteX16" fmla="*/ 5679984 w 5728123"/>
              <a:gd name="connsiteY16" fmla="*/ 2800664 h 4889230"/>
              <a:gd name="connsiteX17" fmla="*/ 5678723 w 5728123"/>
              <a:gd name="connsiteY17" fmla="*/ 1932693 h 4889230"/>
              <a:gd name="connsiteX18" fmla="*/ 5229086 w 5728123"/>
              <a:gd name="connsiteY18" fmla="*/ 1192785 h 4889230"/>
              <a:gd name="connsiteX19" fmla="*/ 5254282 w 5728123"/>
              <a:gd name="connsiteY19" fmla="*/ 428256 h 4889230"/>
              <a:gd name="connsiteX20" fmla="*/ 5719372 w 5728123"/>
              <a:gd name="connsiteY20" fmla="*/ 0 h 4889230"/>
              <a:gd name="connsiteX0" fmla="*/ 0 w 5711955"/>
              <a:gd name="connsiteY0" fmla="*/ 4733714 h 4733714"/>
              <a:gd name="connsiteX1" fmla="*/ 240977 w 5711955"/>
              <a:gd name="connsiteY1" fmla="*/ 4245252 h 4733714"/>
              <a:gd name="connsiteX2" fmla="*/ 583032 w 5711955"/>
              <a:gd name="connsiteY2" fmla="*/ 3567941 h 4733714"/>
              <a:gd name="connsiteX3" fmla="*/ 1182804 w 5711955"/>
              <a:gd name="connsiteY3" fmla="*/ 3546855 h 4733714"/>
              <a:gd name="connsiteX4" fmla="*/ 1744326 w 5711955"/>
              <a:gd name="connsiteY4" fmla="*/ 3305499 h 4733714"/>
              <a:gd name="connsiteX5" fmla="*/ 2060598 w 5711955"/>
              <a:gd name="connsiteY5" fmla="*/ 3057424 h 4733714"/>
              <a:gd name="connsiteX6" fmla="*/ 2424042 w 5711955"/>
              <a:gd name="connsiteY6" fmla="*/ 3314238 h 4733714"/>
              <a:gd name="connsiteX7" fmla="*/ 2763292 w 5711955"/>
              <a:gd name="connsiteY7" fmla="*/ 3785649 h 4733714"/>
              <a:gd name="connsiteX8" fmla="*/ 2955225 w 5711955"/>
              <a:gd name="connsiteY8" fmla="*/ 4020742 h 4733714"/>
              <a:gd name="connsiteX9" fmla="*/ 3194494 w 5711955"/>
              <a:gd name="connsiteY9" fmla="*/ 4049508 h 4733714"/>
              <a:gd name="connsiteX10" fmla="*/ 3848099 w 5711955"/>
              <a:gd name="connsiteY10" fmla="*/ 4025124 h 4733714"/>
              <a:gd name="connsiteX11" fmla="*/ 4103845 w 5711955"/>
              <a:gd name="connsiteY11" fmla="*/ 4075130 h 4733714"/>
              <a:gd name="connsiteX12" fmla="*/ 4390499 w 5711955"/>
              <a:gd name="connsiteY12" fmla="*/ 3793423 h 4733714"/>
              <a:gd name="connsiteX13" fmla="*/ 4857650 w 5711955"/>
              <a:gd name="connsiteY13" fmla="*/ 3685728 h 4733714"/>
              <a:gd name="connsiteX14" fmla="*/ 5415529 w 5711955"/>
              <a:gd name="connsiteY14" fmla="*/ 3490581 h 4733714"/>
              <a:gd name="connsiteX15" fmla="*/ 5695209 w 5711955"/>
              <a:gd name="connsiteY15" fmla="*/ 3310241 h 4733714"/>
              <a:gd name="connsiteX16" fmla="*/ 5679984 w 5711955"/>
              <a:gd name="connsiteY16" fmla="*/ 2645148 h 4733714"/>
              <a:gd name="connsiteX17" fmla="*/ 5678723 w 5711955"/>
              <a:gd name="connsiteY17" fmla="*/ 1777177 h 4733714"/>
              <a:gd name="connsiteX18" fmla="*/ 5229086 w 5711955"/>
              <a:gd name="connsiteY18" fmla="*/ 1037269 h 4733714"/>
              <a:gd name="connsiteX19" fmla="*/ 5254282 w 5711955"/>
              <a:gd name="connsiteY19" fmla="*/ 272740 h 4733714"/>
              <a:gd name="connsiteX20" fmla="*/ 5353227 w 5711955"/>
              <a:gd name="connsiteY20" fmla="*/ 1 h 4733714"/>
              <a:gd name="connsiteX0" fmla="*/ 0 w 5711955"/>
              <a:gd name="connsiteY0" fmla="*/ 4733712 h 4733712"/>
              <a:gd name="connsiteX1" fmla="*/ 240977 w 5711955"/>
              <a:gd name="connsiteY1" fmla="*/ 4245250 h 4733712"/>
              <a:gd name="connsiteX2" fmla="*/ 583032 w 5711955"/>
              <a:gd name="connsiteY2" fmla="*/ 3567939 h 4733712"/>
              <a:gd name="connsiteX3" fmla="*/ 1182804 w 5711955"/>
              <a:gd name="connsiteY3" fmla="*/ 3546853 h 4733712"/>
              <a:gd name="connsiteX4" fmla="*/ 1744326 w 5711955"/>
              <a:gd name="connsiteY4" fmla="*/ 3305497 h 4733712"/>
              <a:gd name="connsiteX5" fmla="*/ 2060598 w 5711955"/>
              <a:gd name="connsiteY5" fmla="*/ 3057422 h 4733712"/>
              <a:gd name="connsiteX6" fmla="*/ 2424042 w 5711955"/>
              <a:gd name="connsiteY6" fmla="*/ 3314236 h 4733712"/>
              <a:gd name="connsiteX7" fmla="*/ 2763292 w 5711955"/>
              <a:gd name="connsiteY7" fmla="*/ 3785647 h 4733712"/>
              <a:gd name="connsiteX8" fmla="*/ 2955225 w 5711955"/>
              <a:gd name="connsiteY8" fmla="*/ 4020740 h 4733712"/>
              <a:gd name="connsiteX9" fmla="*/ 3194494 w 5711955"/>
              <a:gd name="connsiteY9" fmla="*/ 4049506 h 4733712"/>
              <a:gd name="connsiteX10" fmla="*/ 3848099 w 5711955"/>
              <a:gd name="connsiteY10" fmla="*/ 4025122 h 4733712"/>
              <a:gd name="connsiteX11" fmla="*/ 4103845 w 5711955"/>
              <a:gd name="connsiteY11" fmla="*/ 4075128 h 4733712"/>
              <a:gd name="connsiteX12" fmla="*/ 4390499 w 5711955"/>
              <a:gd name="connsiteY12" fmla="*/ 3793421 h 4733712"/>
              <a:gd name="connsiteX13" fmla="*/ 4857650 w 5711955"/>
              <a:gd name="connsiteY13" fmla="*/ 3685726 h 4733712"/>
              <a:gd name="connsiteX14" fmla="*/ 5415529 w 5711955"/>
              <a:gd name="connsiteY14" fmla="*/ 3490579 h 4733712"/>
              <a:gd name="connsiteX15" fmla="*/ 5695209 w 5711955"/>
              <a:gd name="connsiteY15" fmla="*/ 3310239 h 4733712"/>
              <a:gd name="connsiteX16" fmla="*/ 5679984 w 5711955"/>
              <a:gd name="connsiteY16" fmla="*/ 2645146 h 4733712"/>
              <a:gd name="connsiteX17" fmla="*/ 5678723 w 5711955"/>
              <a:gd name="connsiteY17" fmla="*/ 1777175 h 4733712"/>
              <a:gd name="connsiteX18" fmla="*/ 5229086 w 5711955"/>
              <a:gd name="connsiteY18" fmla="*/ 1037267 h 4733712"/>
              <a:gd name="connsiteX19" fmla="*/ 5312400 w 5711955"/>
              <a:gd name="connsiteY19" fmla="*/ 302821 h 4733712"/>
              <a:gd name="connsiteX20" fmla="*/ 5353227 w 5711955"/>
              <a:gd name="connsiteY20" fmla="*/ -1 h 4733712"/>
              <a:gd name="connsiteX0" fmla="*/ 0 w 5733300"/>
              <a:gd name="connsiteY0" fmla="*/ 4733714 h 4733714"/>
              <a:gd name="connsiteX1" fmla="*/ 240977 w 5733300"/>
              <a:gd name="connsiteY1" fmla="*/ 4245252 h 4733714"/>
              <a:gd name="connsiteX2" fmla="*/ 583032 w 5733300"/>
              <a:gd name="connsiteY2" fmla="*/ 3567941 h 4733714"/>
              <a:gd name="connsiteX3" fmla="*/ 1182804 w 5733300"/>
              <a:gd name="connsiteY3" fmla="*/ 3546855 h 4733714"/>
              <a:gd name="connsiteX4" fmla="*/ 1744326 w 5733300"/>
              <a:gd name="connsiteY4" fmla="*/ 3305499 h 4733714"/>
              <a:gd name="connsiteX5" fmla="*/ 2060598 w 5733300"/>
              <a:gd name="connsiteY5" fmla="*/ 3057424 h 4733714"/>
              <a:gd name="connsiteX6" fmla="*/ 2424042 w 5733300"/>
              <a:gd name="connsiteY6" fmla="*/ 3314238 h 4733714"/>
              <a:gd name="connsiteX7" fmla="*/ 2763292 w 5733300"/>
              <a:gd name="connsiteY7" fmla="*/ 3785649 h 4733714"/>
              <a:gd name="connsiteX8" fmla="*/ 2955225 w 5733300"/>
              <a:gd name="connsiteY8" fmla="*/ 4020742 h 4733714"/>
              <a:gd name="connsiteX9" fmla="*/ 3194494 w 5733300"/>
              <a:gd name="connsiteY9" fmla="*/ 4049508 h 4733714"/>
              <a:gd name="connsiteX10" fmla="*/ 3848099 w 5733300"/>
              <a:gd name="connsiteY10" fmla="*/ 4025124 h 4733714"/>
              <a:gd name="connsiteX11" fmla="*/ 4103845 w 5733300"/>
              <a:gd name="connsiteY11" fmla="*/ 4075130 h 4733714"/>
              <a:gd name="connsiteX12" fmla="*/ 4390499 w 5733300"/>
              <a:gd name="connsiteY12" fmla="*/ 3793423 h 4733714"/>
              <a:gd name="connsiteX13" fmla="*/ 4857650 w 5733300"/>
              <a:gd name="connsiteY13" fmla="*/ 3685728 h 4733714"/>
              <a:gd name="connsiteX14" fmla="*/ 5124156 w 5733300"/>
              <a:gd name="connsiteY14" fmla="*/ 3391573 h 4733714"/>
              <a:gd name="connsiteX15" fmla="*/ 5695209 w 5733300"/>
              <a:gd name="connsiteY15" fmla="*/ 3310241 h 4733714"/>
              <a:gd name="connsiteX16" fmla="*/ 5679984 w 5733300"/>
              <a:gd name="connsiteY16" fmla="*/ 2645148 h 4733714"/>
              <a:gd name="connsiteX17" fmla="*/ 5678723 w 5733300"/>
              <a:gd name="connsiteY17" fmla="*/ 1777177 h 4733714"/>
              <a:gd name="connsiteX18" fmla="*/ 5229086 w 5733300"/>
              <a:gd name="connsiteY18" fmla="*/ 1037269 h 4733714"/>
              <a:gd name="connsiteX19" fmla="*/ 5312400 w 5733300"/>
              <a:gd name="connsiteY19" fmla="*/ 302823 h 4733714"/>
              <a:gd name="connsiteX20" fmla="*/ 5353227 w 5733300"/>
              <a:gd name="connsiteY20" fmla="*/ 1 h 4733714"/>
              <a:gd name="connsiteX0" fmla="*/ 0 w 5718652"/>
              <a:gd name="connsiteY0" fmla="*/ 4733712 h 4733712"/>
              <a:gd name="connsiteX1" fmla="*/ 240977 w 5718652"/>
              <a:gd name="connsiteY1" fmla="*/ 4245250 h 4733712"/>
              <a:gd name="connsiteX2" fmla="*/ 583032 w 5718652"/>
              <a:gd name="connsiteY2" fmla="*/ 3567939 h 4733712"/>
              <a:gd name="connsiteX3" fmla="*/ 1182804 w 5718652"/>
              <a:gd name="connsiteY3" fmla="*/ 3546853 h 4733712"/>
              <a:gd name="connsiteX4" fmla="*/ 1744326 w 5718652"/>
              <a:gd name="connsiteY4" fmla="*/ 3305497 h 4733712"/>
              <a:gd name="connsiteX5" fmla="*/ 2060598 w 5718652"/>
              <a:gd name="connsiteY5" fmla="*/ 3057422 h 4733712"/>
              <a:gd name="connsiteX6" fmla="*/ 2424042 w 5718652"/>
              <a:gd name="connsiteY6" fmla="*/ 3314236 h 4733712"/>
              <a:gd name="connsiteX7" fmla="*/ 2763292 w 5718652"/>
              <a:gd name="connsiteY7" fmla="*/ 3785647 h 4733712"/>
              <a:gd name="connsiteX8" fmla="*/ 2955225 w 5718652"/>
              <a:gd name="connsiteY8" fmla="*/ 4020740 h 4733712"/>
              <a:gd name="connsiteX9" fmla="*/ 3194494 w 5718652"/>
              <a:gd name="connsiteY9" fmla="*/ 4049506 h 4733712"/>
              <a:gd name="connsiteX10" fmla="*/ 3848099 w 5718652"/>
              <a:gd name="connsiteY10" fmla="*/ 4025122 h 4733712"/>
              <a:gd name="connsiteX11" fmla="*/ 4103845 w 5718652"/>
              <a:gd name="connsiteY11" fmla="*/ 4075128 h 4733712"/>
              <a:gd name="connsiteX12" fmla="*/ 4390499 w 5718652"/>
              <a:gd name="connsiteY12" fmla="*/ 3793421 h 4733712"/>
              <a:gd name="connsiteX13" fmla="*/ 4857650 w 5718652"/>
              <a:gd name="connsiteY13" fmla="*/ 3685726 h 4733712"/>
              <a:gd name="connsiteX14" fmla="*/ 5124156 w 5718652"/>
              <a:gd name="connsiteY14" fmla="*/ 3391571 h 4733712"/>
              <a:gd name="connsiteX15" fmla="*/ 5532541 w 5718652"/>
              <a:gd name="connsiteY15" fmla="*/ 3262479 h 4733712"/>
              <a:gd name="connsiteX16" fmla="*/ 5679984 w 5718652"/>
              <a:gd name="connsiteY16" fmla="*/ 2645146 h 4733712"/>
              <a:gd name="connsiteX17" fmla="*/ 5678723 w 5718652"/>
              <a:gd name="connsiteY17" fmla="*/ 1777175 h 4733712"/>
              <a:gd name="connsiteX18" fmla="*/ 5229086 w 5718652"/>
              <a:gd name="connsiteY18" fmla="*/ 1037267 h 4733712"/>
              <a:gd name="connsiteX19" fmla="*/ 5312400 w 5718652"/>
              <a:gd name="connsiteY19" fmla="*/ 302821 h 4733712"/>
              <a:gd name="connsiteX20" fmla="*/ 5353227 w 5718652"/>
              <a:gd name="connsiteY20" fmla="*/ -1 h 4733712"/>
              <a:gd name="connsiteX0" fmla="*/ 0 w 5706674"/>
              <a:gd name="connsiteY0" fmla="*/ 4733714 h 4733714"/>
              <a:gd name="connsiteX1" fmla="*/ 240977 w 5706674"/>
              <a:gd name="connsiteY1" fmla="*/ 4245252 h 4733714"/>
              <a:gd name="connsiteX2" fmla="*/ 583032 w 5706674"/>
              <a:gd name="connsiteY2" fmla="*/ 3567941 h 4733714"/>
              <a:gd name="connsiteX3" fmla="*/ 1182804 w 5706674"/>
              <a:gd name="connsiteY3" fmla="*/ 3546855 h 4733714"/>
              <a:gd name="connsiteX4" fmla="*/ 1744326 w 5706674"/>
              <a:gd name="connsiteY4" fmla="*/ 3305499 h 4733714"/>
              <a:gd name="connsiteX5" fmla="*/ 2060598 w 5706674"/>
              <a:gd name="connsiteY5" fmla="*/ 3057424 h 4733714"/>
              <a:gd name="connsiteX6" fmla="*/ 2424042 w 5706674"/>
              <a:gd name="connsiteY6" fmla="*/ 3314238 h 4733714"/>
              <a:gd name="connsiteX7" fmla="*/ 2763292 w 5706674"/>
              <a:gd name="connsiteY7" fmla="*/ 3785649 h 4733714"/>
              <a:gd name="connsiteX8" fmla="*/ 2955225 w 5706674"/>
              <a:gd name="connsiteY8" fmla="*/ 4020742 h 4733714"/>
              <a:gd name="connsiteX9" fmla="*/ 3194494 w 5706674"/>
              <a:gd name="connsiteY9" fmla="*/ 4049508 h 4733714"/>
              <a:gd name="connsiteX10" fmla="*/ 3848099 w 5706674"/>
              <a:gd name="connsiteY10" fmla="*/ 4025124 h 4733714"/>
              <a:gd name="connsiteX11" fmla="*/ 4103845 w 5706674"/>
              <a:gd name="connsiteY11" fmla="*/ 4075130 h 4733714"/>
              <a:gd name="connsiteX12" fmla="*/ 4390499 w 5706674"/>
              <a:gd name="connsiteY12" fmla="*/ 3793423 h 4733714"/>
              <a:gd name="connsiteX13" fmla="*/ 4857650 w 5706674"/>
              <a:gd name="connsiteY13" fmla="*/ 3685728 h 4733714"/>
              <a:gd name="connsiteX14" fmla="*/ 5124156 w 5706674"/>
              <a:gd name="connsiteY14" fmla="*/ 3391573 h 4733714"/>
              <a:gd name="connsiteX15" fmla="*/ 5532541 w 5706674"/>
              <a:gd name="connsiteY15" fmla="*/ 3262481 h 4733714"/>
              <a:gd name="connsiteX16" fmla="*/ 5645168 w 5706674"/>
              <a:gd name="connsiteY16" fmla="*/ 2704710 h 4733714"/>
              <a:gd name="connsiteX17" fmla="*/ 5678723 w 5706674"/>
              <a:gd name="connsiteY17" fmla="*/ 1777177 h 4733714"/>
              <a:gd name="connsiteX18" fmla="*/ 5229086 w 5706674"/>
              <a:gd name="connsiteY18" fmla="*/ 1037269 h 4733714"/>
              <a:gd name="connsiteX19" fmla="*/ 5312400 w 5706674"/>
              <a:gd name="connsiteY19" fmla="*/ 302823 h 4733714"/>
              <a:gd name="connsiteX20" fmla="*/ 5353227 w 5706674"/>
              <a:gd name="connsiteY20" fmla="*/ 1 h 4733714"/>
              <a:gd name="connsiteX0" fmla="*/ 0 w 5465697"/>
              <a:gd name="connsiteY0" fmla="*/ 4245250 h 4245250"/>
              <a:gd name="connsiteX1" fmla="*/ 342055 w 5465697"/>
              <a:gd name="connsiteY1" fmla="*/ 3567939 h 4245250"/>
              <a:gd name="connsiteX2" fmla="*/ 941827 w 5465697"/>
              <a:gd name="connsiteY2" fmla="*/ 3546853 h 4245250"/>
              <a:gd name="connsiteX3" fmla="*/ 1503349 w 5465697"/>
              <a:gd name="connsiteY3" fmla="*/ 3305497 h 4245250"/>
              <a:gd name="connsiteX4" fmla="*/ 1819621 w 5465697"/>
              <a:gd name="connsiteY4" fmla="*/ 3057422 h 4245250"/>
              <a:gd name="connsiteX5" fmla="*/ 2183065 w 5465697"/>
              <a:gd name="connsiteY5" fmla="*/ 3314236 h 4245250"/>
              <a:gd name="connsiteX6" fmla="*/ 2522315 w 5465697"/>
              <a:gd name="connsiteY6" fmla="*/ 3785647 h 4245250"/>
              <a:gd name="connsiteX7" fmla="*/ 2714248 w 5465697"/>
              <a:gd name="connsiteY7" fmla="*/ 4020740 h 4245250"/>
              <a:gd name="connsiteX8" fmla="*/ 2953517 w 5465697"/>
              <a:gd name="connsiteY8" fmla="*/ 4049506 h 4245250"/>
              <a:gd name="connsiteX9" fmla="*/ 3607122 w 5465697"/>
              <a:gd name="connsiteY9" fmla="*/ 4025122 h 4245250"/>
              <a:gd name="connsiteX10" fmla="*/ 3862868 w 5465697"/>
              <a:gd name="connsiteY10" fmla="*/ 4075128 h 4245250"/>
              <a:gd name="connsiteX11" fmla="*/ 4149522 w 5465697"/>
              <a:gd name="connsiteY11" fmla="*/ 3793421 h 4245250"/>
              <a:gd name="connsiteX12" fmla="*/ 4616673 w 5465697"/>
              <a:gd name="connsiteY12" fmla="*/ 3685726 h 4245250"/>
              <a:gd name="connsiteX13" fmla="*/ 4883179 w 5465697"/>
              <a:gd name="connsiteY13" fmla="*/ 3391571 h 4245250"/>
              <a:gd name="connsiteX14" fmla="*/ 5291564 w 5465697"/>
              <a:gd name="connsiteY14" fmla="*/ 3262479 h 4245250"/>
              <a:gd name="connsiteX15" fmla="*/ 5404191 w 5465697"/>
              <a:gd name="connsiteY15" fmla="*/ 2704708 h 4245250"/>
              <a:gd name="connsiteX16" fmla="*/ 5437746 w 5465697"/>
              <a:gd name="connsiteY16" fmla="*/ 1777175 h 4245250"/>
              <a:gd name="connsiteX17" fmla="*/ 4988109 w 5465697"/>
              <a:gd name="connsiteY17" fmla="*/ 1037267 h 4245250"/>
              <a:gd name="connsiteX18" fmla="*/ 5071423 w 5465697"/>
              <a:gd name="connsiteY18" fmla="*/ 302821 h 4245250"/>
              <a:gd name="connsiteX19" fmla="*/ 5112250 w 5465697"/>
              <a:gd name="connsiteY19" fmla="*/ -1 h 4245250"/>
              <a:gd name="connsiteX0" fmla="*/ 0 w 5123642"/>
              <a:gd name="connsiteY0" fmla="*/ 3567941 h 4085222"/>
              <a:gd name="connsiteX1" fmla="*/ 599772 w 5123642"/>
              <a:gd name="connsiteY1" fmla="*/ 3546855 h 4085222"/>
              <a:gd name="connsiteX2" fmla="*/ 1161294 w 5123642"/>
              <a:gd name="connsiteY2" fmla="*/ 3305499 h 4085222"/>
              <a:gd name="connsiteX3" fmla="*/ 1477566 w 5123642"/>
              <a:gd name="connsiteY3" fmla="*/ 3057424 h 4085222"/>
              <a:gd name="connsiteX4" fmla="*/ 1841010 w 5123642"/>
              <a:gd name="connsiteY4" fmla="*/ 3314238 h 4085222"/>
              <a:gd name="connsiteX5" fmla="*/ 2180260 w 5123642"/>
              <a:gd name="connsiteY5" fmla="*/ 3785649 h 4085222"/>
              <a:gd name="connsiteX6" fmla="*/ 2372193 w 5123642"/>
              <a:gd name="connsiteY6" fmla="*/ 4020742 h 4085222"/>
              <a:gd name="connsiteX7" fmla="*/ 2611462 w 5123642"/>
              <a:gd name="connsiteY7" fmla="*/ 4049508 h 4085222"/>
              <a:gd name="connsiteX8" fmla="*/ 3265067 w 5123642"/>
              <a:gd name="connsiteY8" fmla="*/ 4025124 h 4085222"/>
              <a:gd name="connsiteX9" fmla="*/ 3520813 w 5123642"/>
              <a:gd name="connsiteY9" fmla="*/ 4075130 h 4085222"/>
              <a:gd name="connsiteX10" fmla="*/ 3807467 w 5123642"/>
              <a:gd name="connsiteY10" fmla="*/ 3793423 h 4085222"/>
              <a:gd name="connsiteX11" fmla="*/ 4274618 w 5123642"/>
              <a:gd name="connsiteY11" fmla="*/ 3685728 h 4085222"/>
              <a:gd name="connsiteX12" fmla="*/ 4541124 w 5123642"/>
              <a:gd name="connsiteY12" fmla="*/ 3391573 h 4085222"/>
              <a:gd name="connsiteX13" fmla="*/ 4949509 w 5123642"/>
              <a:gd name="connsiteY13" fmla="*/ 3262481 h 4085222"/>
              <a:gd name="connsiteX14" fmla="*/ 5062136 w 5123642"/>
              <a:gd name="connsiteY14" fmla="*/ 2704710 h 4085222"/>
              <a:gd name="connsiteX15" fmla="*/ 5095691 w 5123642"/>
              <a:gd name="connsiteY15" fmla="*/ 1777177 h 4085222"/>
              <a:gd name="connsiteX16" fmla="*/ 4646054 w 5123642"/>
              <a:gd name="connsiteY16" fmla="*/ 1037269 h 4085222"/>
              <a:gd name="connsiteX17" fmla="*/ 4729368 w 5123642"/>
              <a:gd name="connsiteY17" fmla="*/ 302823 h 4085222"/>
              <a:gd name="connsiteX18" fmla="*/ 4770195 w 5123642"/>
              <a:gd name="connsiteY18" fmla="*/ 1 h 4085222"/>
              <a:gd name="connsiteX0" fmla="*/ 0 w 4523870"/>
              <a:gd name="connsiteY0" fmla="*/ 3546853 h 4085220"/>
              <a:gd name="connsiteX1" fmla="*/ 561522 w 4523870"/>
              <a:gd name="connsiteY1" fmla="*/ 3305497 h 4085220"/>
              <a:gd name="connsiteX2" fmla="*/ 877794 w 4523870"/>
              <a:gd name="connsiteY2" fmla="*/ 3057422 h 4085220"/>
              <a:gd name="connsiteX3" fmla="*/ 1241238 w 4523870"/>
              <a:gd name="connsiteY3" fmla="*/ 3314236 h 4085220"/>
              <a:gd name="connsiteX4" fmla="*/ 1580488 w 4523870"/>
              <a:gd name="connsiteY4" fmla="*/ 3785647 h 4085220"/>
              <a:gd name="connsiteX5" fmla="*/ 1772421 w 4523870"/>
              <a:gd name="connsiteY5" fmla="*/ 4020740 h 4085220"/>
              <a:gd name="connsiteX6" fmla="*/ 2011690 w 4523870"/>
              <a:gd name="connsiteY6" fmla="*/ 4049506 h 4085220"/>
              <a:gd name="connsiteX7" fmla="*/ 2665295 w 4523870"/>
              <a:gd name="connsiteY7" fmla="*/ 4025122 h 4085220"/>
              <a:gd name="connsiteX8" fmla="*/ 2921041 w 4523870"/>
              <a:gd name="connsiteY8" fmla="*/ 4075128 h 4085220"/>
              <a:gd name="connsiteX9" fmla="*/ 3207695 w 4523870"/>
              <a:gd name="connsiteY9" fmla="*/ 3793421 h 4085220"/>
              <a:gd name="connsiteX10" fmla="*/ 3674846 w 4523870"/>
              <a:gd name="connsiteY10" fmla="*/ 3685726 h 4085220"/>
              <a:gd name="connsiteX11" fmla="*/ 3941352 w 4523870"/>
              <a:gd name="connsiteY11" fmla="*/ 3391571 h 4085220"/>
              <a:gd name="connsiteX12" fmla="*/ 4349737 w 4523870"/>
              <a:gd name="connsiteY12" fmla="*/ 3262479 h 4085220"/>
              <a:gd name="connsiteX13" fmla="*/ 4462364 w 4523870"/>
              <a:gd name="connsiteY13" fmla="*/ 2704708 h 4085220"/>
              <a:gd name="connsiteX14" fmla="*/ 4495919 w 4523870"/>
              <a:gd name="connsiteY14" fmla="*/ 1777175 h 4085220"/>
              <a:gd name="connsiteX15" fmla="*/ 4046282 w 4523870"/>
              <a:gd name="connsiteY15" fmla="*/ 1037267 h 4085220"/>
              <a:gd name="connsiteX16" fmla="*/ 4129596 w 4523870"/>
              <a:gd name="connsiteY16" fmla="*/ 302821 h 4085220"/>
              <a:gd name="connsiteX17" fmla="*/ 4170423 w 4523870"/>
              <a:gd name="connsiteY17" fmla="*/ -1 h 4085220"/>
              <a:gd name="connsiteX0" fmla="*/ 0 w 3962348"/>
              <a:gd name="connsiteY0" fmla="*/ 3305499 h 4085222"/>
              <a:gd name="connsiteX1" fmla="*/ 316272 w 3962348"/>
              <a:gd name="connsiteY1" fmla="*/ 3057424 h 4085222"/>
              <a:gd name="connsiteX2" fmla="*/ 679716 w 3962348"/>
              <a:gd name="connsiteY2" fmla="*/ 3314238 h 4085222"/>
              <a:gd name="connsiteX3" fmla="*/ 1018966 w 3962348"/>
              <a:gd name="connsiteY3" fmla="*/ 3785649 h 4085222"/>
              <a:gd name="connsiteX4" fmla="*/ 1210899 w 3962348"/>
              <a:gd name="connsiteY4" fmla="*/ 4020742 h 4085222"/>
              <a:gd name="connsiteX5" fmla="*/ 1450168 w 3962348"/>
              <a:gd name="connsiteY5" fmla="*/ 4049508 h 4085222"/>
              <a:gd name="connsiteX6" fmla="*/ 2103773 w 3962348"/>
              <a:gd name="connsiteY6" fmla="*/ 4025124 h 4085222"/>
              <a:gd name="connsiteX7" fmla="*/ 2359519 w 3962348"/>
              <a:gd name="connsiteY7" fmla="*/ 4075130 h 4085222"/>
              <a:gd name="connsiteX8" fmla="*/ 2646173 w 3962348"/>
              <a:gd name="connsiteY8" fmla="*/ 3793423 h 4085222"/>
              <a:gd name="connsiteX9" fmla="*/ 3113324 w 3962348"/>
              <a:gd name="connsiteY9" fmla="*/ 3685728 h 4085222"/>
              <a:gd name="connsiteX10" fmla="*/ 3379830 w 3962348"/>
              <a:gd name="connsiteY10" fmla="*/ 3391573 h 4085222"/>
              <a:gd name="connsiteX11" fmla="*/ 3788215 w 3962348"/>
              <a:gd name="connsiteY11" fmla="*/ 3262481 h 4085222"/>
              <a:gd name="connsiteX12" fmla="*/ 3900842 w 3962348"/>
              <a:gd name="connsiteY12" fmla="*/ 2704710 h 4085222"/>
              <a:gd name="connsiteX13" fmla="*/ 3934397 w 3962348"/>
              <a:gd name="connsiteY13" fmla="*/ 1777177 h 4085222"/>
              <a:gd name="connsiteX14" fmla="*/ 3484760 w 3962348"/>
              <a:gd name="connsiteY14" fmla="*/ 1037269 h 4085222"/>
              <a:gd name="connsiteX15" fmla="*/ 3568074 w 3962348"/>
              <a:gd name="connsiteY15" fmla="*/ 302823 h 4085222"/>
              <a:gd name="connsiteX16" fmla="*/ 3608901 w 3962348"/>
              <a:gd name="connsiteY16" fmla="*/ 1 h 4085222"/>
              <a:gd name="connsiteX0" fmla="*/ 0 w 3646076"/>
              <a:gd name="connsiteY0" fmla="*/ 3057422 h 4085220"/>
              <a:gd name="connsiteX1" fmla="*/ 363444 w 3646076"/>
              <a:gd name="connsiteY1" fmla="*/ 3314236 h 4085220"/>
              <a:gd name="connsiteX2" fmla="*/ 702694 w 3646076"/>
              <a:gd name="connsiteY2" fmla="*/ 3785647 h 4085220"/>
              <a:gd name="connsiteX3" fmla="*/ 894627 w 3646076"/>
              <a:gd name="connsiteY3" fmla="*/ 4020740 h 4085220"/>
              <a:gd name="connsiteX4" fmla="*/ 1133896 w 3646076"/>
              <a:gd name="connsiteY4" fmla="*/ 4049506 h 4085220"/>
              <a:gd name="connsiteX5" fmla="*/ 1787501 w 3646076"/>
              <a:gd name="connsiteY5" fmla="*/ 4025122 h 4085220"/>
              <a:gd name="connsiteX6" fmla="*/ 2043247 w 3646076"/>
              <a:gd name="connsiteY6" fmla="*/ 4075128 h 4085220"/>
              <a:gd name="connsiteX7" fmla="*/ 2329901 w 3646076"/>
              <a:gd name="connsiteY7" fmla="*/ 3793421 h 4085220"/>
              <a:gd name="connsiteX8" fmla="*/ 2797052 w 3646076"/>
              <a:gd name="connsiteY8" fmla="*/ 3685726 h 4085220"/>
              <a:gd name="connsiteX9" fmla="*/ 3063558 w 3646076"/>
              <a:gd name="connsiteY9" fmla="*/ 3391571 h 4085220"/>
              <a:gd name="connsiteX10" fmla="*/ 3471943 w 3646076"/>
              <a:gd name="connsiteY10" fmla="*/ 3262479 h 4085220"/>
              <a:gd name="connsiteX11" fmla="*/ 3584570 w 3646076"/>
              <a:gd name="connsiteY11" fmla="*/ 2704708 h 4085220"/>
              <a:gd name="connsiteX12" fmla="*/ 3618125 w 3646076"/>
              <a:gd name="connsiteY12" fmla="*/ 1777175 h 4085220"/>
              <a:gd name="connsiteX13" fmla="*/ 3168488 w 3646076"/>
              <a:gd name="connsiteY13" fmla="*/ 1037267 h 4085220"/>
              <a:gd name="connsiteX14" fmla="*/ 3251802 w 3646076"/>
              <a:gd name="connsiteY14" fmla="*/ 302821 h 4085220"/>
              <a:gd name="connsiteX15" fmla="*/ 3292629 w 3646076"/>
              <a:gd name="connsiteY15" fmla="*/ -1 h 4085220"/>
              <a:gd name="connsiteX0" fmla="*/ 0 w 3282632"/>
              <a:gd name="connsiteY0" fmla="*/ 3314238 h 4085222"/>
              <a:gd name="connsiteX1" fmla="*/ 339250 w 3282632"/>
              <a:gd name="connsiteY1" fmla="*/ 3785649 h 4085222"/>
              <a:gd name="connsiteX2" fmla="*/ 531183 w 3282632"/>
              <a:gd name="connsiteY2" fmla="*/ 4020742 h 4085222"/>
              <a:gd name="connsiteX3" fmla="*/ 770452 w 3282632"/>
              <a:gd name="connsiteY3" fmla="*/ 4049508 h 4085222"/>
              <a:gd name="connsiteX4" fmla="*/ 1424057 w 3282632"/>
              <a:gd name="connsiteY4" fmla="*/ 4025124 h 4085222"/>
              <a:gd name="connsiteX5" fmla="*/ 1679803 w 3282632"/>
              <a:gd name="connsiteY5" fmla="*/ 4075130 h 4085222"/>
              <a:gd name="connsiteX6" fmla="*/ 1966457 w 3282632"/>
              <a:gd name="connsiteY6" fmla="*/ 3793423 h 4085222"/>
              <a:gd name="connsiteX7" fmla="*/ 2433608 w 3282632"/>
              <a:gd name="connsiteY7" fmla="*/ 3685728 h 4085222"/>
              <a:gd name="connsiteX8" fmla="*/ 2700114 w 3282632"/>
              <a:gd name="connsiteY8" fmla="*/ 3391573 h 4085222"/>
              <a:gd name="connsiteX9" fmla="*/ 3108499 w 3282632"/>
              <a:gd name="connsiteY9" fmla="*/ 3262481 h 4085222"/>
              <a:gd name="connsiteX10" fmla="*/ 3221126 w 3282632"/>
              <a:gd name="connsiteY10" fmla="*/ 2704710 h 4085222"/>
              <a:gd name="connsiteX11" fmla="*/ 3254681 w 3282632"/>
              <a:gd name="connsiteY11" fmla="*/ 1777177 h 4085222"/>
              <a:gd name="connsiteX12" fmla="*/ 2805044 w 3282632"/>
              <a:gd name="connsiteY12" fmla="*/ 1037269 h 4085222"/>
              <a:gd name="connsiteX13" fmla="*/ 2888358 w 3282632"/>
              <a:gd name="connsiteY13" fmla="*/ 302823 h 4085222"/>
              <a:gd name="connsiteX14" fmla="*/ 2929185 w 3282632"/>
              <a:gd name="connsiteY14" fmla="*/ 1 h 4085222"/>
              <a:gd name="connsiteX0" fmla="*/ 0 w 2943382"/>
              <a:gd name="connsiteY0" fmla="*/ 3785647 h 4085220"/>
              <a:gd name="connsiteX1" fmla="*/ 191933 w 2943382"/>
              <a:gd name="connsiteY1" fmla="*/ 4020740 h 4085220"/>
              <a:gd name="connsiteX2" fmla="*/ 431202 w 2943382"/>
              <a:gd name="connsiteY2" fmla="*/ 4049506 h 4085220"/>
              <a:gd name="connsiteX3" fmla="*/ 1084807 w 2943382"/>
              <a:gd name="connsiteY3" fmla="*/ 4025122 h 4085220"/>
              <a:gd name="connsiteX4" fmla="*/ 1340553 w 2943382"/>
              <a:gd name="connsiteY4" fmla="*/ 4075128 h 4085220"/>
              <a:gd name="connsiteX5" fmla="*/ 1627207 w 2943382"/>
              <a:gd name="connsiteY5" fmla="*/ 3793421 h 4085220"/>
              <a:gd name="connsiteX6" fmla="*/ 2094358 w 2943382"/>
              <a:gd name="connsiteY6" fmla="*/ 3685726 h 4085220"/>
              <a:gd name="connsiteX7" fmla="*/ 2360864 w 2943382"/>
              <a:gd name="connsiteY7" fmla="*/ 3391571 h 4085220"/>
              <a:gd name="connsiteX8" fmla="*/ 2769249 w 2943382"/>
              <a:gd name="connsiteY8" fmla="*/ 3262479 h 4085220"/>
              <a:gd name="connsiteX9" fmla="*/ 2881876 w 2943382"/>
              <a:gd name="connsiteY9" fmla="*/ 2704708 h 4085220"/>
              <a:gd name="connsiteX10" fmla="*/ 2915431 w 2943382"/>
              <a:gd name="connsiteY10" fmla="*/ 1777175 h 4085220"/>
              <a:gd name="connsiteX11" fmla="*/ 2465794 w 2943382"/>
              <a:gd name="connsiteY11" fmla="*/ 1037267 h 4085220"/>
              <a:gd name="connsiteX12" fmla="*/ 2549108 w 2943382"/>
              <a:gd name="connsiteY12" fmla="*/ 302821 h 4085220"/>
              <a:gd name="connsiteX13" fmla="*/ 2589935 w 2943382"/>
              <a:gd name="connsiteY13" fmla="*/ -1 h 4085220"/>
              <a:gd name="connsiteX0" fmla="*/ 0 w 2751449"/>
              <a:gd name="connsiteY0" fmla="*/ 4020742 h 4085222"/>
              <a:gd name="connsiteX1" fmla="*/ 239269 w 2751449"/>
              <a:gd name="connsiteY1" fmla="*/ 4049508 h 4085222"/>
              <a:gd name="connsiteX2" fmla="*/ 892874 w 2751449"/>
              <a:gd name="connsiteY2" fmla="*/ 4025124 h 4085222"/>
              <a:gd name="connsiteX3" fmla="*/ 1148620 w 2751449"/>
              <a:gd name="connsiteY3" fmla="*/ 4075130 h 4085222"/>
              <a:gd name="connsiteX4" fmla="*/ 1435274 w 2751449"/>
              <a:gd name="connsiteY4" fmla="*/ 3793423 h 4085222"/>
              <a:gd name="connsiteX5" fmla="*/ 1902425 w 2751449"/>
              <a:gd name="connsiteY5" fmla="*/ 3685728 h 4085222"/>
              <a:gd name="connsiteX6" fmla="*/ 2168931 w 2751449"/>
              <a:gd name="connsiteY6" fmla="*/ 3391573 h 4085222"/>
              <a:gd name="connsiteX7" fmla="*/ 2577316 w 2751449"/>
              <a:gd name="connsiteY7" fmla="*/ 3262481 h 4085222"/>
              <a:gd name="connsiteX8" fmla="*/ 2689943 w 2751449"/>
              <a:gd name="connsiteY8" fmla="*/ 2704710 h 4085222"/>
              <a:gd name="connsiteX9" fmla="*/ 2723498 w 2751449"/>
              <a:gd name="connsiteY9" fmla="*/ 1777177 h 4085222"/>
              <a:gd name="connsiteX10" fmla="*/ 2273861 w 2751449"/>
              <a:gd name="connsiteY10" fmla="*/ 1037269 h 4085222"/>
              <a:gd name="connsiteX11" fmla="*/ 2357175 w 2751449"/>
              <a:gd name="connsiteY11" fmla="*/ 302823 h 4085222"/>
              <a:gd name="connsiteX12" fmla="*/ 2398002 w 2751449"/>
              <a:gd name="connsiteY12" fmla="*/ 1 h 4085222"/>
              <a:gd name="connsiteX0" fmla="*/ 0 w 2512180"/>
              <a:gd name="connsiteY0" fmla="*/ 4049506 h 4085220"/>
              <a:gd name="connsiteX1" fmla="*/ 653605 w 2512180"/>
              <a:gd name="connsiteY1" fmla="*/ 4025122 h 4085220"/>
              <a:gd name="connsiteX2" fmla="*/ 909351 w 2512180"/>
              <a:gd name="connsiteY2" fmla="*/ 4075128 h 4085220"/>
              <a:gd name="connsiteX3" fmla="*/ 1196005 w 2512180"/>
              <a:gd name="connsiteY3" fmla="*/ 3793421 h 4085220"/>
              <a:gd name="connsiteX4" fmla="*/ 1663156 w 2512180"/>
              <a:gd name="connsiteY4" fmla="*/ 3685726 h 4085220"/>
              <a:gd name="connsiteX5" fmla="*/ 1929662 w 2512180"/>
              <a:gd name="connsiteY5" fmla="*/ 3391571 h 4085220"/>
              <a:gd name="connsiteX6" fmla="*/ 2338047 w 2512180"/>
              <a:gd name="connsiteY6" fmla="*/ 3262479 h 4085220"/>
              <a:gd name="connsiteX7" fmla="*/ 2450674 w 2512180"/>
              <a:gd name="connsiteY7" fmla="*/ 2704708 h 4085220"/>
              <a:gd name="connsiteX8" fmla="*/ 2484229 w 2512180"/>
              <a:gd name="connsiteY8" fmla="*/ 1777175 h 4085220"/>
              <a:gd name="connsiteX9" fmla="*/ 2034592 w 2512180"/>
              <a:gd name="connsiteY9" fmla="*/ 1037267 h 4085220"/>
              <a:gd name="connsiteX10" fmla="*/ 2117906 w 2512180"/>
              <a:gd name="connsiteY10" fmla="*/ 302821 h 4085220"/>
              <a:gd name="connsiteX11" fmla="*/ 2158733 w 2512180"/>
              <a:gd name="connsiteY11" fmla="*/ -1 h 4085220"/>
              <a:gd name="connsiteX0" fmla="*/ 0 w 1858575"/>
              <a:gd name="connsiteY0" fmla="*/ 4025124 h 4085222"/>
              <a:gd name="connsiteX1" fmla="*/ 255746 w 1858575"/>
              <a:gd name="connsiteY1" fmla="*/ 4075130 h 4085222"/>
              <a:gd name="connsiteX2" fmla="*/ 542400 w 1858575"/>
              <a:gd name="connsiteY2" fmla="*/ 3793423 h 4085222"/>
              <a:gd name="connsiteX3" fmla="*/ 1009551 w 1858575"/>
              <a:gd name="connsiteY3" fmla="*/ 3685728 h 4085222"/>
              <a:gd name="connsiteX4" fmla="*/ 1276057 w 1858575"/>
              <a:gd name="connsiteY4" fmla="*/ 3391573 h 4085222"/>
              <a:gd name="connsiteX5" fmla="*/ 1684442 w 1858575"/>
              <a:gd name="connsiteY5" fmla="*/ 3262481 h 4085222"/>
              <a:gd name="connsiteX6" fmla="*/ 1797069 w 1858575"/>
              <a:gd name="connsiteY6" fmla="*/ 2704710 h 4085222"/>
              <a:gd name="connsiteX7" fmla="*/ 1830624 w 1858575"/>
              <a:gd name="connsiteY7" fmla="*/ 1777177 h 4085222"/>
              <a:gd name="connsiteX8" fmla="*/ 1380987 w 1858575"/>
              <a:gd name="connsiteY8" fmla="*/ 1037269 h 4085222"/>
              <a:gd name="connsiteX9" fmla="*/ 1464301 w 1858575"/>
              <a:gd name="connsiteY9" fmla="*/ 302823 h 4085222"/>
              <a:gd name="connsiteX10" fmla="*/ 1505128 w 1858575"/>
              <a:gd name="connsiteY10" fmla="*/ 1 h 4085222"/>
              <a:gd name="connsiteX0" fmla="*/ 0 w 1602829"/>
              <a:gd name="connsiteY0" fmla="*/ 4075128 h 4075128"/>
              <a:gd name="connsiteX1" fmla="*/ 286654 w 1602829"/>
              <a:gd name="connsiteY1" fmla="*/ 3793421 h 4075128"/>
              <a:gd name="connsiteX2" fmla="*/ 753805 w 1602829"/>
              <a:gd name="connsiteY2" fmla="*/ 3685726 h 4075128"/>
              <a:gd name="connsiteX3" fmla="*/ 1020311 w 1602829"/>
              <a:gd name="connsiteY3" fmla="*/ 3391571 h 4075128"/>
              <a:gd name="connsiteX4" fmla="*/ 1428696 w 1602829"/>
              <a:gd name="connsiteY4" fmla="*/ 3262479 h 4075128"/>
              <a:gd name="connsiteX5" fmla="*/ 1541323 w 1602829"/>
              <a:gd name="connsiteY5" fmla="*/ 2704708 h 4075128"/>
              <a:gd name="connsiteX6" fmla="*/ 1574878 w 1602829"/>
              <a:gd name="connsiteY6" fmla="*/ 1777175 h 4075128"/>
              <a:gd name="connsiteX7" fmla="*/ 1125241 w 1602829"/>
              <a:gd name="connsiteY7" fmla="*/ 1037267 h 4075128"/>
              <a:gd name="connsiteX8" fmla="*/ 1208555 w 1602829"/>
              <a:gd name="connsiteY8" fmla="*/ 302821 h 4075128"/>
              <a:gd name="connsiteX9" fmla="*/ 1249382 w 1602829"/>
              <a:gd name="connsiteY9" fmla="*/ -1 h 4075128"/>
              <a:gd name="connsiteX0" fmla="*/ 0 w 1316175"/>
              <a:gd name="connsiteY0" fmla="*/ 3793423 h 3793423"/>
              <a:gd name="connsiteX1" fmla="*/ 467151 w 1316175"/>
              <a:gd name="connsiteY1" fmla="*/ 3685728 h 3793423"/>
              <a:gd name="connsiteX2" fmla="*/ 733657 w 1316175"/>
              <a:gd name="connsiteY2" fmla="*/ 3391573 h 3793423"/>
              <a:gd name="connsiteX3" fmla="*/ 1142042 w 1316175"/>
              <a:gd name="connsiteY3" fmla="*/ 3262481 h 3793423"/>
              <a:gd name="connsiteX4" fmla="*/ 1254669 w 1316175"/>
              <a:gd name="connsiteY4" fmla="*/ 2704710 h 3793423"/>
              <a:gd name="connsiteX5" fmla="*/ 1288224 w 1316175"/>
              <a:gd name="connsiteY5" fmla="*/ 1777177 h 3793423"/>
              <a:gd name="connsiteX6" fmla="*/ 838587 w 1316175"/>
              <a:gd name="connsiteY6" fmla="*/ 1037269 h 3793423"/>
              <a:gd name="connsiteX7" fmla="*/ 921901 w 1316175"/>
              <a:gd name="connsiteY7" fmla="*/ 302823 h 3793423"/>
              <a:gd name="connsiteX8" fmla="*/ 962728 w 1316175"/>
              <a:gd name="connsiteY8" fmla="*/ 1 h 3793423"/>
              <a:gd name="connsiteX0" fmla="*/ 0 w 1622049"/>
              <a:gd name="connsiteY0" fmla="*/ 3025339 h 3694243"/>
              <a:gd name="connsiteX1" fmla="*/ 773025 w 1622049"/>
              <a:gd name="connsiteY1" fmla="*/ 3685726 h 3694243"/>
              <a:gd name="connsiteX2" fmla="*/ 1039531 w 1622049"/>
              <a:gd name="connsiteY2" fmla="*/ 3391571 h 3694243"/>
              <a:gd name="connsiteX3" fmla="*/ 1447916 w 1622049"/>
              <a:gd name="connsiteY3" fmla="*/ 3262479 h 3694243"/>
              <a:gd name="connsiteX4" fmla="*/ 1560543 w 1622049"/>
              <a:gd name="connsiteY4" fmla="*/ 2704708 h 3694243"/>
              <a:gd name="connsiteX5" fmla="*/ 1594098 w 1622049"/>
              <a:gd name="connsiteY5" fmla="*/ 1777175 h 3694243"/>
              <a:gd name="connsiteX6" fmla="*/ 1144461 w 1622049"/>
              <a:gd name="connsiteY6" fmla="*/ 1037267 h 3694243"/>
              <a:gd name="connsiteX7" fmla="*/ 1227775 w 1622049"/>
              <a:gd name="connsiteY7" fmla="*/ 302821 h 3694243"/>
              <a:gd name="connsiteX8" fmla="*/ 1268602 w 1622049"/>
              <a:gd name="connsiteY8" fmla="*/ -1 h 3694243"/>
              <a:gd name="connsiteX0" fmla="*/ 0 w 1622049"/>
              <a:gd name="connsiteY0" fmla="*/ 3025341 h 3409899"/>
              <a:gd name="connsiteX1" fmla="*/ 571559 w 1622049"/>
              <a:gd name="connsiteY1" fmla="*/ 2944671 h 3409899"/>
              <a:gd name="connsiteX2" fmla="*/ 1039531 w 1622049"/>
              <a:gd name="connsiteY2" fmla="*/ 3391573 h 3409899"/>
              <a:gd name="connsiteX3" fmla="*/ 1447916 w 1622049"/>
              <a:gd name="connsiteY3" fmla="*/ 3262481 h 3409899"/>
              <a:gd name="connsiteX4" fmla="*/ 1560543 w 1622049"/>
              <a:gd name="connsiteY4" fmla="*/ 2704710 h 3409899"/>
              <a:gd name="connsiteX5" fmla="*/ 1594098 w 1622049"/>
              <a:gd name="connsiteY5" fmla="*/ 1777177 h 3409899"/>
              <a:gd name="connsiteX6" fmla="*/ 1144461 w 1622049"/>
              <a:gd name="connsiteY6" fmla="*/ 1037269 h 3409899"/>
              <a:gd name="connsiteX7" fmla="*/ 1227775 w 1622049"/>
              <a:gd name="connsiteY7" fmla="*/ 302823 h 3409899"/>
              <a:gd name="connsiteX8" fmla="*/ 1268602 w 1622049"/>
              <a:gd name="connsiteY8" fmla="*/ 1 h 3409899"/>
              <a:gd name="connsiteX0" fmla="*/ 0 w 1622049"/>
              <a:gd name="connsiteY0" fmla="*/ 3025339 h 3276453"/>
              <a:gd name="connsiteX1" fmla="*/ 571559 w 1622049"/>
              <a:gd name="connsiteY1" fmla="*/ 2944669 h 3276453"/>
              <a:gd name="connsiteX2" fmla="*/ 837486 w 1622049"/>
              <a:gd name="connsiteY2" fmla="*/ 3094647 h 3276453"/>
              <a:gd name="connsiteX3" fmla="*/ 1447916 w 1622049"/>
              <a:gd name="connsiteY3" fmla="*/ 3262479 h 3276453"/>
              <a:gd name="connsiteX4" fmla="*/ 1560543 w 1622049"/>
              <a:gd name="connsiteY4" fmla="*/ 2704708 h 3276453"/>
              <a:gd name="connsiteX5" fmla="*/ 1594098 w 1622049"/>
              <a:gd name="connsiteY5" fmla="*/ 1777175 h 3276453"/>
              <a:gd name="connsiteX6" fmla="*/ 1144461 w 1622049"/>
              <a:gd name="connsiteY6" fmla="*/ 1037267 h 3276453"/>
              <a:gd name="connsiteX7" fmla="*/ 1227775 w 1622049"/>
              <a:gd name="connsiteY7" fmla="*/ 302821 h 3276453"/>
              <a:gd name="connsiteX8" fmla="*/ 1268602 w 1622049"/>
              <a:gd name="connsiteY8" fmla="*/ -1 h 3276453"/>
              <a:gd name="connsiteX0" fmla="*/ 0 w 1622698"/>
              <a:gd name="connsiteY0" fmla="*/ 3025341 h 3240575"/>
              <a:gd name="connsiteX1" fmla="*/ 571559 w 1622698"/>
              <a:gd name="connsiteY1" fmla="*/ 2944671 h 3240575"/>
              <a:gd name="connsiteX2" fmla="*/ 837486 w 1622698"/>
              <a:gd name="connsiteY2" fmla="*/ 3094649 h 3240575"/>
              <a:gd name="connsiteX3" fmla="*/ 1426914 w 1622698"/>
              <a:gd name="connsiteY3" fmla="*/ 3224346 h 3240575"/>
              <a:gd name="connsiteX4" fmla="*/ 1560543 w 1622698"/>
              <a:gd name="connsiteY4" fmla="*/ 2704710 h 3240575"/>
              <a:gd name="connsiteX5" fmla="*/ 1594098 w 1622698"/>
              <a:gd name="connsiteY5" fmla="*/ 1777177 h 3240575"/>
              <a:gd name="connsiteX6" fmla="*/ 1144461 w 1622698"/>
              <a:gd name="connsiteY6" fmla="*/ 1037269 h 3240575"/>
              <a:gd name="connsiteX7" fmla="*/ 1227775 w 1622698"/>
              <a:gd name="connsiteY7" fmla="*/ 302823 h 3240575"/>
              <a:gd name="connsiteX8" fmla="*/ 1268602 w 1622698"/>
              <a:gd name="connsiteY8" fmla="*/ 1 h 3240575"/>
              <a:gd name="connsiteX0" fmla="*/ 0 w 1051139"/>
              <a:gd name="connsiteY0" fmla="*/ 2944669 h 3240575"/>
              <a:gd name="connsiteX1" fmla="*/ 265927 w 1051139"/>
              <a:gd name="connsiteY1" fmla="*/ 3094647 h 3240575"/>
              <a:gd name="connsiteX2" fmla="*/ 855355 w 1051139"/>
              <a:gd name="connsiteY2" fmla="*/ 3224344 h 3240575"/>
              <a:gd name="connsiteX3" fmla="*/ 988984 w 1051139"/>
              <a:gd name="connsiteY3" fmla="*/ 2704708 h 3240575"/>
              <a:gd name="connsiteX4" fmla="*/ 1022539 w 1051139"/>
              <a:gd name="connsiteY4" fmla="*/ 1777175 h 3240575"/>
              <a:gd name="connsiteX5" fmla="*/ 572902 w 1051139"/>
              <a:gd name="connsiteY5" fmla="*/ 1037267 h 3240575"/>
              <a:gd name="connsiteX6" fmla="*/ 656216 w 1051139"/>
              <a:gd name="connsiteY6" fmla="*/ 302821 h 3240575"/>
              <a:gd name="connsiteX7" fmla="*/ 697043 w 1051139"/>
              <a:gd name="connsiteY7" fmla="*/ -1 h 3240575"/>
              <a:gd name="connsiteX0" fmla="*/ 0 w 785212"/>
              <a:gd name="connsiteY0" fmla="*/ 3094649 h 3240575"/>
              <a:gd name="connsiteX1" fmla="*/ 589428 w 785212"/>
              <a:gd name="connsiteY1" fmla="*/ 3224346 h 3240575"/>
              <a:gd name="connsiteX2" fmla="*/ 723057 w 785212"/>
              <a:gd name="connsiteY2" fmla="*/ 2704710 h 3240575"/>
              <a:gd name="connsiteX3" fmla="*/ 756612 w 785212"/>
              <a:gd name="connsiteY3" fmla="*/ 1777177 h 3240575"/>
              <a:gd name="connsiteX4" fmla="*/ 306975 w 785212"/>
              <a:gd name="connsiteY4" fmla="*/ 1037269 h 3240575"/>
              <a:gd name="connsiteX5" fmla="*/ 390289 w 785212"/>
              <a:gd name="connsiteY5" fmla="*/ 302823 h 3240575"/>
              <a:gd name="connsiteX6" fmla="*/ 431116 w 785212"/>
              <a:gd name="connsiteY6" fmla="*/ 1 h 3240575"/>
              <a:gd name="connsiteX0" fmla="*/ 0 w 817128"/>
              <a:gd name="connsiteY0" fmla="*/ 4112793 h 4115012"/>
              <a:gd name="connsiteX1" fmla="*/ 621344 w 817128"/>
              <a:gd name="connsiteY1" fmla="*/ 3224344 h 4115012"/>
              <a:gd name="connsiteX2" fmla="*/ 754973 w 817128"/>
              <a:gd name="connsiteY2" fmla="*/ 2704708 h 4115012"/>
              <a:gd name="connsiteX3" fmla="*/ 788528 w 817128"/>
              <a:gd name="connsiteY3" fmla="*/ 1777175 h 4115012"/>
              <a:gd name="connsiteX4" fmla="*/ 338891 w 817128"/>
              <a:gd name="connsiteY4" fmla="*/ 1037267 h 4115012"/>
              <a:gd name="connsiteX5" fmla="*/ 422205 w 817128"/>
              <a:gd name="connsiteY5" fmla="*/ 302821 h 4115012"/>
              <a:gd name="connsiteX6" fmla="*/ 463032 w 817128"/>
              <a:gd name="connsiteY6" fmla="*/ -1 h 4115012"/>
              <a:gd name="connsiteX0" fmla="*/ 0 w 817128"/>
              <a:gd name="connsiteY0" fmla="*/ 4112795 h 4112794"/>
              <a:gd name="connsiteX1" fmla="*/ 621344 w 817128"/>
              <a:gd name="connsiteY1" fmla="*/ 3224346 h 4112794"/>
              <a:gd name="connsiteX2" fmla="*/ 754973 w 817128"/>
              <a:gd name="connsiteY2" fmla="*/ 2704710 h 4112794"/>
              <a:gd name="connsiteX3" fmla="*/ 788528 w 817128"/>
              <a:gd name="connsiteY3" fmla="*/ 1777177 h 4112794"/>
              <a:gd name="connsiteX4" fmla="*/ 338891 w 817128"/>
              <a:gd name="connsiteY4" fmla="*/ 1037269 h 4112794"/>
              <a:gd name="connsiteX5" fmla="*/ 422205 w 817128"/>
              <a:gd name="connsiteY5" fmla="*/ 302823 h 4112794"/>
              <a:gd name="connsiteX6" fmla="*/ 463032 w 817128"/>
              <a:gd name="connsiteY6" fmla="*/ 1 h 4112794"/>
              <a:gd name="connsiteX0" fmla="*/ 0 w 823639"/>
              <a:gd name="connsiteY0" fmla="*/ 4112793 h 4112794"/>
              <a:gd name="connsiteX1" fmla="*/ 442535 w 823639"/>
              <a:gd name="connsiteY1" fmla="*/ 3392726 h 4112794"/>
              <a:gd name="connsiteX2" fmla="*/ 754973 w 823639"/>
              <a:gd name="connsiteY2" fmla="*/ 2704708 h 4112794"/>
              <a:gd name="connsiteX3" fmla="*/ 788528 w 823639"/>
              <a:gd name="connsiteY3" fmla="*/ 1777175 h 4112794"/>
              <a:gd name="connsiteX4" fmla="*/ 338891 w 823639"/>
              <a:gd name="connsiteY4" fmla="*/ 1037267 h 4112794"/>
              <a:gd name="connsiteX5" fmla="*/ 422205 w 823639"/>
              <a:gd name="connsiteY5" fmla="*/ 302821 h 4112794"/>
              <a:gd name="connsiteX6" fmla="*/ 463032 w 823639"/>
              <a:gd name="connsiteY6" fmla="*/ -1 h 4112794"/>
              <a:gd name="connsiteX0" fmla="*/ 0 w 769379"/>
              <a:gd name="connsiteY0" fmla="*/ 4253682 h 4253682"/>
              <a:gd name="connsiteX1" fmla="*/ 388275 w 769379"/>
              <a:gd name="connsiteY1" fmla="*/ 3392728 h 4253682"/>
              <a:gd name="connsiteX2" fmla="*/ 700713 w 769379"/>
              <a:gd name="connsiteY2" fmla="*/ 2704710 h 4253682"/>
              <a:gd name="connsiteX3" fmla="*/ 734268 w 769379"/>
              <a:gd name="connsiteY3" fmla="*/ 1777177 h 4253682"/>
              <a:gd name="connsiteX4" fmla="*/ 284631 w 769379"/>
              <a:gd name="connsiteY4" fmla="*/ 1037269 h 4253682"/>
              <a:gd name="connsiteX5" fmla="*/ 367945 w 769379"/>
              <a:gd name="connsiteY5" fmla="*/ 302823 h 4253682"/>
              <a:gd name="connsiteX6" fmla="*/ 408772 w 769379"/>
              <a:gd name="connsiteY6" fmla="*/ 1 h 4253682"/>
              <a:gd name="connsiteX0" fmla="*/ 0 w 771001"/>
              <a:gd name="connsiteY0" fmla="*/ 4253680 h 4253680"/>
              <a:gd name="connsiteX1" fmla="*/ 350262 w 771001"/>
              <a:gd name="connsiteY1" fmla="*/ 3419908 h 4253680"/>
              <a:gd name="connsiteX2" fmla="*/ 700713 w 771001"/>
              <a:gd name="connsiteY2" fmla="*/ 2704708 h 4253680"/>
              <a:gd name="connsiteX3" fmla="*/ 734268 w 771001"/>
              <a:gd name="connsiteY3" fmla="*/ 1777175 h 4253680"/>
              <a:gd name="connsiteX4" fmla="*/ 284631 w 771001"/>
              <a:gd name="connsiteY4" fmla="*/ 1037267 h 4253680"/>
              <a:gd name="connsiteX5" fmla="*/ 367945 w 771001"/>
              <a:gd name="connsiteY5" fmla="*/ 302821 h 4253680"/>
              <a:gd name="connsiteX6" fmla="*/ 408772 w 771001"/>
              <a:gd name="connsiteY6" fmla="*/ -1 h 4253680"/>
              <a:gd name="connsiteX0" fmla="*/ 0 w 705972"/>
              <a:gd name="connsiteY0" fmla="*/ 4459093 h 4459092"/>
              <a:gd name="connsiteX1" fmla="*/ 285233 w 705972"/>
              <a:gd name="connsiteY1" fmla="*/ 3419910 h 4459092"/>
              <a:gd name="connsiteX2" fmla="*/ 635684 w 705972"/>
              <a:gd name="connsiteY2" fmla="*/ 2704710 h 4459092"/>
              <a:gd name="connsiteX3" fmla="*/ 669239 w 705972"/>
              <a:gd name="connsiteY3" fmla="*/ 1777177 h 4459092"/>
              <a:gd name="connsiteX4" fmla="*/ 219602 w 705972"/>
              <a:gd name="connsiteY4" fmla="*/ 1037269 h 4459092"/>
              <a:gd name="connsiteX5" fmla="*/ 302916 w 705972"/>
              <a:gd name="connsiteY5" fmla="*/ 302823 h 4459092"/>
              <a:gd name="connsiteX6" fmla="*/ 343743 w 705972"/>
              <a:gd name="connsiteY6" fmla="*/ 1 h 4459092"/>
              <a:gd name="connsiteX0" fmla="*/ 0 w 705972"/>
              <a:gd name="connsiteY0" fmla="*/ 4459091 h 4459092"/>
              <a:gd name="connsiteX1" fmla="*/ 285233 w 705972"/>
              <a:gd name="connsiteY1" fmla="*/ 3419908 h 4459092"/>
              <a:gd name="connsiteX2" fmla="*/ 635684 w 705972"/>
              <a:gd name="connsiteY2" fmla="*/ 2704708 h 4459092"/>
              <a:gd name="connsiteX3" fmla="*/ 669239 w 705972"/>
              <a:gd name="connsiteY3" fmla="*/ 1777175 h 4459092"/>
              <a:gd name="connsiteX4" fmla="*/ 219602 w 705972"/>
              <a:gd name="connsiteY4" fmla="*/ 1037267 h 4459092"/>
              <a:gd name="connsiteX5" fmla="*/ 302916 w 705972"/>
              <a:gd name="connsiteY5" fmla="*/ 302821 h 4459092"/>
              <a:gd name="connsiteX6" fmla="*/ 343743 w 705972"/>
              <a:gd name="connsiteY6" fmla="*/ -1 h 4459092"/>
              <a:gd name="connsiteX0" fmla="*/ 0 w 704561"/>
              <a:gd name="connsiteY0" fmla="*/ 4459093 h 4459092"/>
              <a:gd name="connsiteX1" fmla="*/ 285233 w 704561"/>
              <a:gd name="connsiteY1" fmla="*/ 3419910 h 4459092"/>
              <a:gd name="connsiteX2" fmla="*/ 631982 w 704561"/>
              <a:gd name="connsiteY2" fmla="*/ 2793677 h 4459092"/>
              <a:gd name="connsiteX3" fmla="*/ 669239 w 704561"/>
              <a:gd name="connsiteY3" fmla="*/ 1777177 h 4459092"/>
              <a:gd name="connsiteX4" fmla="*/ 219602 w 704561"/>
              <a:gd name="connsiteY4" fmla="*/ 1037269 h 4459092"/>
              <a:gd name="connsiteX5" fmla="*/ 302916 w 704561"/>
              <a:gd name="connsiteY5" fmla="*/ 302823 h 4459092"/>
              <a:gd name="connsiteX6" fmla="*/ 343743 w 704561"/>
              <a:gd name="connsiteY6" fmla="*/ 1 h 4459092"/>
              <a:gd name="connsiteX0" fmla="*/ 0 w 704561"/>
              <a:gd name="connsiteY0" fmla="*/ 4459091 h 4459092"/>
              <a:gd name="connsiteX1" fmla="*/ 285233 w 704561"/>
              <a:gd name="connsiteY1" fmla="*/ 3419908 h 4459092"/>
              <a:gd name="connsiteX2" fmla="*/ 631982 w 704561"/>
              <a:gd name="connsiteY2" fmla="*/ 2793675 h 4459092"/>
              <a:gd name="connsiteX3" fmla="*/ 669239 w 704561"/>
              <a:gd name="connsiteY3" fmla="*/ 1777175 h 4459092"/>
              <a:gd name="connsiteX4" fmla="*/ 219602 w 704561"/>
              <a:gd name="connsiteY4" fmla="*/ 1037267 h 4459092"/>
              <a:gd name="connsiteX5" fmla="*/ 411556 w 704561"/>
              <a:gd name="connsiteY5" fmla="*/ 267412 h 4459092"/>
              <a:gd name="connsiteX6" fmla="*/ 343743 w 704561"/>
              <a:gd name="connsiteY6" fmla="*/ -1 h 4459092"/>
              <a:gd name="connsiteX0" fmla="*/ 0 w 692105"/>
              <a:gd name="connsiteY0" fmla="*/ 4459093 h 4459092"/>
              <a:gd name="connsiteX1" fmla="*/ 285233 w 692105"/>
              <a:gd name="connsiteY1" fmla="*/ 3419910 h 4459092"/>
              <a:gd name="connsiteX2" fmla="*/ 590743 w 692105"/>
              <a:gd name="connsiteY2" fmla="*/ 2767956 h 4459092"/>
              <a:gd name="connsiteX3" fmla="*/ 669239 w 692105"/>
              <a:gd name="connsiteY3" fmla="*/ 1777177 h 4459092"/>
              <a:gd name="connsiteX4" fmla="*/ 219602 w 692105"/>
              <a:gd name="connsiteY4" fmla="*/ 1037269 h 4459092"/>
              <a:gd name="connsiteX5" fmla="*/ 411556 w 692105"/>
              <a:gd name="connsiteY5" fmla="*/ 267414 h 4459092"/>
              <a:gd name="connsiteX6" fmla="*/ 343743 w 692105"/>
              <a:gd name="connsiteY6" fmla="*/ 1 h 445909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60346 w 640895"/>
              <a:gd name="connsiteY5" fmla="*/ 267412 h 4460880"/>
              <a:gd name="connsiteX6" fmla="*/ 292533 w 640895"/>
              <a:gd name="connsiteY6" fmla="*/ -1 h 4460880"/>
              <a:gd name="connsiteX0" fmla="*/ 0 w 640895"/>
              <a:gd name="connsiteY0" fmla="*/ 4460882 h 4460882"/>
              <a:gd name="connsiteX1" fmla="*/ 234023 w 640895"/>
              <a:gd name="connsiteY1" fmla="*/ 3419910 h 4460882"/>
              <a:gd name="connsiteX2" fmla="*/ 539533 w 640895"/>
              <a:gd name="connsiteY2" fmla="*/ 2767956 h 4460882"/>
              <a:gd name="connsiteX3" fmla="*/ 618029 w 640895"/>
              <a:gd name="connsiteY3" fmla="*/ 1777177 h 4460882"/>
              <a:gd name="connsiteX4" fmla="*/ 168392 w 640895"/>
              <a:gd name="connsiteY4" fmla="*/ 1037269 h 4460882"/>
              <a:gd name="connsiteX5" fmla="*/ 360346 w 640895"/>
              <a:gd name="connsiteY5" fmla="*/ 267414 h 4460882"/>
              <a:gd name="connsiteX6" fmla="*/ 292533 w 640895"/>
              <a:gd name="connsiteY6" fmla="*/ 1 h 4460882"/>
              <a:gd name="connsiteX0" fmla="*/ 0 w 640895"/>
              <a:gd name="connsiteY0" fmla="*/ 4460880 h 4460880"/>
              <a:gd name="connsiteX1" fmla="*/ 234023 w 640895"/>
              <a:gd name="connsiteY1" fmla="*/ 3419908 h 4460880"/>
              <a:gd name="connsiteX2" fmla="*/ 539533 w 640895"/>
              <a:gd name="connsiteY2" fmla="*/ 2767954 h 4460880"/>
              <a:gd name="connsiteX3" fmla="*/ 618029 w 640895"/>
              <a:gd name="connsiteY3" fmla="*/ 1777175 h 4460880"/>
              <a:gd name="connsiteX4" fmla="*/ 168392 w 640895"/>
              <a:gd name="connsiteY4" fmla="*/ 1037267 h 4460880"/>
              <a:gd name="connsiteX5" fmla="*/ 307808 w 640895"/>
              <a:gd name="connsiteY5" fmla="*/ 352990 h 4460880"/>
              <a:gd name="connsiteX6" fmla="*/ 292533 w 640895"/>
              <a:gd name="connsiteY6" fmla="*/ -1 h 4460880"/>
              <a:gd name="connsiteX0" fmla="*/ 0 w 640895"/>
              <a:gd name="connsiteY0" fmla="*/ 4449562 h 4449562"/>
              <a:gd name="connsiteX1" fmla="*/ 234023 w 640895"/>
              <a:gd name="connsiteY1" fmla="*/ 3408590 h 4449562"/>
              <a:gd name="connsiteX2" fmla="*/ 539533 w 640895"/>
              <a:gd name="connsiteY2" fmla="*/ 2756636 h 4449562"/>
              <a:gd name="connsiteX3" fmla="*/ 618029 w 640895"/>
              <a:gd name="connsiteY3" fmla="*/ 1765857 h 4449562"/>
              <a:gd name="connsiteX4" fmla="*/ 168392 w 640895"/>
              <a:gd name="connsiteY4" fmla="*/ 1025949 h 4449562"/>
              <a:gd name="connsiteX5" fmla="*/ 307808 w 640895"/>
              <a:gd name="connsiteY5" fmla="*/ 341672 h 4449562"/>
              <a:gd name="connsiteX6" fmla="*/ 199493 w 640895"/>
              <a:gd name="connsiteY6" fmla="*/ 0 h 4449562"/>
              <a:gd name="connsiteX0" fmla="*/ 0 w 698974"/>
              <a:gd name="connsiteY0" fmla="*/ 5321680 h 5321680"/>
              <a:gd name="connsiteX1" fmla="*/ 292102 w 698974"/>
              <a:gd name="connsiteY1" fmla="*/ 3408590 h 5321680"/>
              <a:gd name="connsiteX2" fmla="*/ 597612 w 698974"/>
              <a:gd name="connsiteY2" fmla="*/ 2756636 h 5321680"/>
              <a:gd name="connsiteX3" fmla="*/ 676108 w 698974"/>
              <a:gd name="connsiteY3" fmla="*/ 1765857 h 5321680"/>
              <a:gd name="connsiteX4" fmla="*/ 226471 w 698974"/>
              <a:gd name="connsiteY4" fmla="*/ 1025949 h 5321680"/>
              <a:gd name="connsiteX5" fmla="*/ 365887 w 698974"/>
              <a:gd name="connsiteY5" fmla="*/ 341672 h 5321680"/>
              <a:gd name="connsiteX6" fmla="*/ 257572 w 698974"/>
              <a:gd name="connsiteY6" fmla="*/ 0 h 5321680"/>
              <a:gd name="connsiteX0" fmla="*/ 0 w 701996"/>
              <a:gd name="connsiteY0" fmla="*/ 5321680 h 5321680"/>
              <a:gd name="connsiteX1" fmla="*/ 182562 w 701996"/>
              <a:gd name="connsiteY1" fmla="*/ 4084655 h 5321680"/>
              <a:gd name="connsiteX2" fmla="*/ 597612 w 701996"/>
              <a:gd name="connsiteY2" fmla="*/ 2756636 h 5321680"/>
              <a:gd name="connsiteX3" fmla="*/ 676108 w 701996"/>
              <a:gd name="connsiteY3" fmla="*/ 1765857 h 5321680"/>
              <a:gd name="connsiteX4" fmla="*/ 226471 w 701996"/>
              <a:gd name="connsiteY4" fmla="*/ 1025949 h 5321680"/>
              <a:gd name="connsiteX5" fmla="*/ 365887 w 701996"/>
              <a:gd name="connsiteY5" fmla="*/ 341672 h 5321680"/>
              <a:gd name="connsiteX6" fmla="*/ 257572 w 701996"/>
              <a:gd name="connsiteY6" fmla="*/ 0 h 5321680"/>
              <a:gd name="connsiteX0" fmla="*/ 0 w 692123"/>
              <a:gd name="connsiteY0" fmla="*/ 5321680 h 5321680"/>
              <a:gd name="connsiteX1" fmla="*/ 182562 w 692123"/>
              <a:gd name="connsiteY1" fmla="*/ 4084655 h 5321680"/>
              <a:gd name="connsiteX2" fmla="*/ 597612 w 692123"/>
              <a:gd name="connsiteY2" fmla="*/ 2756636 h 5321680"/>
              <a:gd name="connsiteX3" fmla="*/ 676108 w 692123"/>
              <a:gd name="connsiteY3" fmla="*/ 1765857 h 5321680"/>
              <a:gd name="connsiteX4" fmla="*/ 362002 w 692123"/>
              <a:gd name="connsiteY4" fmla="*/ 957838 h 5321680"/>
              <a:gd name="connsiteX5" fmla="*/ 365887 w 692123"/>
              <a:gd name="connsiteY5" fmla="*/ 341672 h 5321680"/>
              <a:gd name="connsiteX6" fmla="*/ 257572 w 692123"/>
              <a:gd name="connsiteY6" fmla="*/ 0 h 5321680"/>
              <a:gd name="connsiteX0" fmla="*/ 0 w 692123"/>
              <a:gd name="connsiteY0" fmla="*/ 5321680 h 5321680"/>
              <a:gd name="connsiteX1" fmla="*/ 182562 w 692123"/>
              <a:gd name="connsiteY1" fmla="*/ 4084655 h 5321680"/>
              <a:gd name="connsiteX2" fmla="*/ 597612 w 692123"/>
              <a:gd name="connsiteY2" fmla="*/ 2756636 h 5321680"/>
              <a:gd name="connsiteX3" fmla="*/ 676108 w 692123"/>
              <a:gd name="connsiteY3" fmla="*/ 1765857 h 5321680"/>
              <a:gd name="connsiteX4" fmla="*/ 362002 w 692123"/>
              <a:gd name="connsiteY4" fmla="*/ 957838 h 5321680"/>
              <a:gd name="connsiteX5" fmla="*/ 395725 w 692123"/>
              <a:gd name="connsiteY5" fmla="*/ 274726 h 5321680"/>
              <a:gd name="connsiteX6" fmla="*/ 257572 w 692123"/>
              <a:gd name="connsiteY6" fmla="*/ 0 h 5321680"/>
              <a:gd name="connsiteX0" fmla="*/ 0 w 692123"/>
              <a:gd name="connsiteY0" fmla="*/ 5364136 h 5364136"/>
              <a:gd name="connsiteX1" fmla="*/ 182562 w 692123"/>
              <a:gd name="connsiteY1" fmla="*/ 4127111 h 5364136"/>
              <a:gd name="connsiteX2" fmla="*/ 597612 w 692123"/>
              <a:gd name="connsiteY2" fmla="*/ 2799092 h 5364136"/>
              <a:gd name="connsiteX3" fmla="*/ 676108 w 692123"/>
              <a:gd name="connsiteY3" fmla="*/ 1808313 h 5364136"/>
              <a:gd name="connsiteX4" fmla="*/ 362002 w 692123"/>
              <a:gd name="connsiteY4" fmla="*/ 1000294 h 5364136"/>
              <a:gd name="connsiteX5" fmla="*/ 395725 w 692123"/>
              <a:gd name="connsiteY5" fmla="*/ 317182 h 5364136"/>
              <a:gd name="connsiteX6" fmla="*/ 293443 w 692123"/>
              <a:gd name="connsiteY6" fmla="*/ 0 h 5364136"/>
              <a:gd name="connsiteX0" fmla="*/ 0 w 707303"/>
              <a:gd name="connsiteY0" fmla="*/ 5364136 h 5364136"/>
              <a:gd name="connsiteX1" fmla="*/ 182562 w 707303"/>
              <a:gd name="connsiteY1" fmla="*/ 4127111 h 5364136"/>
              <a:gd name="connsiteX2" fmla="*/ 597612 w 707303"/>
              <a:gd name="connsiteY2" fmla="*/ 2799092 h 5364136"/>
              <a:gd name="connsiteX3" fmla="*/ 693734 w 707303"/>
              <a:gd name="connsiteY3" fmla="*/ 1702088 h 5364136"/>
              <a:gd name="connsiteX4" fmla="*/ 362002 w 707303"/>
              <a:gd name="connsiteY4" fmla="*/ 1000294 h 5364136"/>
              <a:gd name="connsiteX5" fmla="*/ 395725 w 707303"/>
              <a:gd name="connsiteY5" fmla="*/ 317182 h 5364136"/>
              <a:gd name="connsiteX6" fmla="*/ 293443 w 707303"/>
              <a:gd name="connsiteY6" fmla="*/ 0 h 536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303" h="5364136">
                <a:moveTo>
                  <a:pt x="0" y="5364136"/>
                </a:moveTo>
                <a:cubicBezTo>
                  <a:pt x="108450" y="4871416"/>
                  <a:pt x="82960" y="4554618"/>
                  <a:pt x="182562" y="4127111"/>
                </a:cubicBezTo>
                <a:cubicBezTo>
                  <a:pt x="282164" y="3699604"/>
                  <a:pt x="512417" y="3203262"/>
                  <a:pt x="597612" y="2799092"/>
                </a:cubicBezTo>
                <a:cubicBezTo>
                  <a:pt x="682807" y="2394922"/>
                  <a:pt x="733002" y="2001888"/>
                  <a:pt x="693734" y="1702088"/>
                </a:cubicBezTo>
                <a:cubicBezTo>
                  <a:pt x="654466" y="1402288"/>
                  <a:pt x="411670" y="1231112"/>
                  <a:pt x="362002" y="1000294"/>
                </a:cubicBezTo>
                <a:cubicBezTo>
                  <a:pt x="312334" y="769476"/>
                  <a:pt x="434416" y="519990"/>
                  <a:pt x="395725" y="317182"/>
                </a:cubicBezTo>
                <a:cubicBezTo>
                  <a:pt x="357034" y="114374"/>
                  <a:pt x="351526" y="95623"/>
                  <a:pt x="293443" y="0"/>
                </a:cubicBezTo>
              </a:path>
            </a:pathLst>
          </a:custGeom>
          <a:noFill/>
          <a:ln w="6350" cap="rnd">
            <a:solidFill>
              <a:schemeClr val="tx1">
                <a:lumMod val="85000"/>
                <a:alpha val="40000"/>
              </a:schemeClr>
            </a:solidFill>
            <a:prstDash val="dash"/>
            <a:round/>
          </a:ln>
        </p:spPr>
        <p:txBody>
          <a:bodyPr rtlCol="0" anchor="ctr"/>
          <a:lstStyle/>
          <a:p>
            <a:endParaRPr lang="en-US"/>
          </a:p>
        </p:txBody>
      </p:sp>
      <p:sp>
        <p:nvSpPr>
          <p:cNvPr id="8" name="Picture Placeholder 7">
            <a:extLst>
              <a:ext uri="{FF2B5EF4-FFF2-40B4-BE49-F238E27FC236}">
                <a16:creationId xmlns:a16="http://schemas.microsoft.com/office/drawing/2014/main" id="{00B223AC-2579-70E4-F42C-13F9C0649133}"/>
              </a:ext>
            </a:extLst>
          </p:cNvPr>
          <p:cNvSpPr>
            <a:spLocks noGrp="1"/>
          </p:cNvSpPr>
          <p:nvPr>
            <p:ph type="pic" sz="quarter" idx="13"/>
          </p:nvPr>
        </p:nvSpPr>
        <p:spPr>
          <a:xfrm>
            <a:off x="0" y="0"/>
            <a:ext cx="4446514" cy="6096000"/>
          </a:xfrm>
        </p:spPr>
        <p:txBody>
          <a:bodyPr/>
          <a:lstStyle/>
          <a:p>
            <a:r>
              <a:rPr lang="en-US"/>
              <a:t>Click icon to add picture</a:t>
            </a:r>
          </a:p>
        </p:txBody>
      </p:sp>
    </p:spTree>
    <p:extLst>
      <p:ext uri="{BB962C8B-B14F-4D97-AF65-F5344CB8AC3E}">
        <p14:creationId xmlns:p14="http://schemas.microsoft.com/office/powerpoint/2010/main" val="406237641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 Content + Photo_3">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0812A643-0B16-B9FD-7FB3-9DA72D6A871B}"/>
              </a:ext>
            </a:extLst>
          </p:cNvPr>
          <p:cNvSpPr/>
          <p:nvPr userDrawn="1"/>
        </p:nvSpPr>
        <p:spPr>
          <a:xfrm rot="8568214">
            <a:off x="5601587" y="6428050"/>
            <a:ext cx="1361652" cy="111996"/>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780109"/>
              <a:gd name="connsiteY0" fmla="*/ 4256013 h 4317900"/>
              <a:gd name="connsiteX1" fmla="*/ 498170 w 5780109"/>
              <a:gd name="connsiteY1" fmla="*/ 3800619 h 4317900"/>
              <a:gd name="connsiteX2" fmla="*/ 977306 w 5780109"/>
              <a:gd name="connsiteY2" fmla="*/ 3462076 h 4317900"/>
              <a:gd name="connsiteX3" fmla="*/ 1679121 w 5780109"/>
              <a:gd name="connsiteY3" fmla="*/ 2970840 h 4317900"/>
              <a:gd name="connsiteX4" fmla="*/ 2047732 w 5780109"/>
              <a:gd name="connsiteY4" fmla="*/ 3056308 h 4317900"/>
              <a:gd name="connsiteX5" fmla="*/ 2339180 w 5780109"/>
              <a:gd name="connsiteY5" fmla="*/ 3546916 h 4317900"/>
              <a:gd name="connsiteX6" fmla="*/ 2678430 w 5780109"/>
              <a:gd name="connsiteY6" fmla="*/ 4018327 h 4317900"/>
              <a:gd name="connsiteX7" fmla="*/ 2870363 w 5780109"/>
              <a:gd name="connsiteY7" fmla="*/ 4253420 h 4317900"/>
              <a:gd name="connsiteX8" fmla="*/ 3109632 w 5780109"/>
              <a:gd name="connsiteY8" fmla="*/ 4282186 h 4317900"/>
              <a:gd name="connsiteX9" fmla="*/ 3763237 w 5780109"/>
              <a:gd name="connsiteY9" fmla="*/ 4257802 h 4317900"/>
              <a:gd name="connsiteX10" fmla="*/ 4018983 w 5780109"/>
              <a:gd name="connsiteY10" fmla="*/ 4307808 h 4317900"/>
              <a:gd name="connsiteX11" fmla="*/ 4305637 w 5780109"/>
              <a:gd name="connsiteY11" fmla="*/ 4026101 h 4317900"/>
              <a:gd name="connsiteX12" fmla="*/ 4772788 w 5780109"/>
              <a:gd name="connsiteY12" fmla="*/ 3918406 h 4317900"/>
              <a:gd name="connsiteX13" fmla="*/ 5330667 w 5780109"/>
              <a:gd name="connsiteY13" fmla="*/ 3723259 h 4317900"/>
              <a:gd name="connsiteX14" fmla="*/ 5610347 w 5780109"/>
              <a:gd name="connsiteY14" fmla="*/ 3542919 h 4317900"/>
              <a:gd name="connsiteX15" fmla="*/ 5780053 w 5780109"/>
              <a:gd name="connsiteY15" fmla="*/ 2948005 h 4317900"/>
              <a:gd name="connsiteX16" fmla="*/ 5593861 w 5780109"/>
              <a:gd name="connsiteY16" fmla="*/ 2009855 h 4317900"/>
              <a:gd name="connsiteX17" fmla="*/ 5144224 w 5780109"/>
              <a:gd name="connsiteY17" fmla="*/ 1269947 h 4317900"/>
              <a:gd name="connsiteX18" fmla="*/ 5169420 w 5780109"/>
              <a:gd name="connsiteY18" fmla="*/ 505418 h 4317900"/>
              <a:gd name="connsiteX19" fmla="*/ 5391689 w 5780109"/>
              <a:gd name="connsiteY19" fmla="*/ 0 h 4317900"/>
              <a:gd name="connsiteX0" fmla="*/ 0 w 5780109"/>
              <a:gd name="connsiteY0" fmla="*/ 4256013 h 4317900"/>
              <a:gd name="connsiteX1" fmla="*/ 498170 w 5780109"/>
              <a:gd name="connsiteY1" fmla="*/ 3800619 h 4317900"/>
              <a:gd name="connsiteX2" fmla="*/ 977306 w 5780109"/>
              <a:gd name="connsiteY2" fmla="*/ 3462076 h 4317900"/>
              <a:gd name="connsiteX3" fmla="*/ 1679121 w 5780109"/>
              <a:gd name="connsiteY3" fmla="*/ 2970840 h 4317900"/>
              <a:gd name="connsiteX4" fmla="*/ 2047732 w 5780109"/>
              <a:gd name="connsiteY4" fmla="*/ 3056308 h 4317900"/>
              <a:gd name="connsiteX5" fmla="*/ 2339180 w 5780109"/>
              <a:gd name="connsiteY5" fmla="*/ 3546916 h 4317900"/>
              <a:gd name="connsiteX6" fmla="*/ 2678430 w 5780109"/>
              <a:gd name="connsiteY6" fmla="*/ 4018327 h 4317900"/>
              <a:gd name="connsiteX7" fmla="*/ 2877472 w 5780109"/>
              <a:gd name="connsiteY7" fmla="*/ 4180898 h 4317900"/>
              <a:gd name="connsiteX8" fmla="*/ 3109632 w 5780109"/>
              <a:gd name="connsiteY8" fmla="*/ 4282186 h 4317900"/>
              <a:gd name="connsiteX9" fmla="*/ 3763237 w 5780109"/>
              <a:gd name="connsiteY9" fmla="*/ 4257802 h 4317900"/>
              <a:gd name="connsiteX10" fmla="*/ 4018983 w 5780109"/>
              <a:gd name="connsiteY10" fmla="*/ 4307808 h 4317900"/>
              <a:gd name="connsiteX11" fmla="*/ 4305637 w 5780109"/>
              <a:gd name="connsiteY11" fmla="*/ 4026101 h 4317900"/>
              <a:gd name="connsiteX12" fmla="*/ 4772788 w 5780109"/>
              <a:gd name="connsiteY12" fmla="*/ 3918406 h 4317900"/>
              <a:gd name="connsiteX13" fmla="*/ 5330667 w 5780109"/>
              <a:gd name="connsiteY13" fmla="*/ 3723259 h 4317900"/>
              <a:gd name="connsiteX14" fmla="*/ 5610347 w 5780109"/>
              <a:gd name="connsiteY14" fmla="*/ 3542919 h 4317900"/>
              <a:gd name="connsiteX15" fmla="*/ 5780053 w 5780109"/>
              <a:gd name="connsiteY15" fmla="*/ 2948005 h 4317900"/>
              <a:gd name="connsiteX16" fmla="*/ 5593861 w 5780109"/>
              <a:gd name="connsiteY16" fmla="*/ 2009855 h 4317900"/>
              <a:gd name="connsiteX17" fmla="*/ 5144224 w 5780109"/>
              <a:gd name="connsiteY17" fmla="*/ 1269947 h 4317900"/>
              <a:gd name="connsiteX18" fmla="*/ 5169420 w 5780109"/>
              <a:gd name="connsiteY18" fmla="*/ 505418 h 4317900"/>
              <a:gd name="connsiteX19" fmla="*/ 5391689 w 5780109"/>
              <a:gd name="connsiteY19" fmla="*/ 0 h 4317900"/>
              <a:gd name="connsiteX0" fmla="*/ 0 w 5692438"/>
              <a:gd name="connsiteY0" fmla="*/ 3947948 h 4317900"/>
              <a:gd name="connsiteX1" fmla="*/ 410499 w 5692438"/>
              <a:gd name="connsiteY1" fmla="*/ 3800619 h 4317900"/>
              <a:gd name="connsiteX2" fmla="*/ 889635 w 5692438"/>
              <a:gd name="connsiteY2" fmla="*/ 3462076 h 4317900"/>
              <a:gd name="connsiteX3" fmla="*/ 1591450 w 5692438"/>
              <a:gd name="connsiteY3" fmla="*/ 2970840 h 4317900"/>
              <a:gd name="connsiteX4" fmla="*/ 1960061 w 5692438"/>
              <a:gd name="connsiteY4" fmla="*/ 3056308 h 4317900"/>
              <a:gd name="connsiteX5" fmla="*/ 2251509 w 5692438"/>
              <a:gd name="connsiteY5" fmla="*/ 3546916 h 4317900"/>
              <a:gd name="connsiteX6" fmla="*/ 2590759 w 5692438"/>
              <a:gd name="connsiteY6" fmla="*/ 4018327 h 4317900"/>
              <a:gd name="connsiteX7" fmla="*/ 2789801 w 5692438"/>
              <a:gd name="connsiteY7" fmla="*/ 4180898 h 4317900"/>
              <a:gd name="connsiteX8" fmla="*/ 3021961 w 5692438"/>
              <a:gd name="connsiteY8" fmla="*/ 4282186 h 4317900"/>
              <a:gd name="connsiteX9" fmla="*/ 3675566 w 5692438"/>
              <a:gd name="connsiteY9" fmla="*/ 4257802 h 4317900"/>
              <a:gd name="connsiteX10" fmla="*/ 3931312 w 5692438"/>
              <a:gd name="connsiteY10" fmla="*/ 4307808 h 4317900"/>
              <a:gd name="connsiteX11" fmla="*/ 4217966 w 5692438"/>
              <a:gd name="connsiteY11" fmla="*/ 4026101 h 4317900"/>
              <a:gd name="connsiteX12" fmla="*/ 4685117 w 5692438"/>
              <a:gd name="connsiteY12" fmla="*/ 3918406 h 4317900"/>
              <a:gd name="connsiteX13" fmla="*/ 5242996 w 5692438"/>
              <a:gd name="connsiteY13" fmla="*/ 3723259 h 4317900"/>
              <a:gd name="connsiteX14" fmla="*/ 5522676 w 5692438"/>
              <a:gd name="connsiteY14" fmla="*/ 3542919 h 4317900"/>
              <a:gd name="connsiteX15" fmla="*/ 5692382 w 5692438"/>
              <a:gd name="connsiteY15" fmla="*/ 2948005 h 4317900"/>
              <a:gd name="connsiteX16" fmla="*/ 5506190 w 5692438"/>
              <a:gd name="connsiteY16" fmla="*/ 2009855 h 4317900"/>
              <a:gd name="connsiteX17" fmla="*/ 5056553 w 5692438"/>
              <a:gd name="connsiteY17" fmla="*/ 1269947 h 4317900"/>
              <a:gd name="connsiteX18" fmla="*/ 5081749 w 5692438"/>
              <a:gd name="connsiteY18" fmla="*/ 505418 h 4317900"/>
              <a:gd name="connsiteX19" fmla="*/ 5304018 w 5692438"/>
              <a:gd name="connsiteY19" fmla="*/ 0 h 4317900"/>
              <a:gd name="connsiteX0" fmla="*/ 0 w 5692438"/>
              <a:gd name="connsiteY0" fmla="*/ 3947948 h 4317900"/>
              <a:gd name="connsiteX1" fmla="*/ 409916 w 5692438"/>
              <a:gd name="connsiteY1" fmla="*/ 3622116 h 4317900"/>
              <a:gd name="connsiteX2" fmla="*/ 889635 w 5692438"/>
              <a:gd name="connsiteY2" fmla="*/ 3462076 h 4317900"/>
              <a:gd name="connsiteX3" fmla="*/ 1591450 w 5692438"/>
              <a:gd name="connsiteY3" fmla="*/ 2970840 h 4317900"/>
              <a:gd name="connsiteX4" fmla="*/ 1960061 w 5692438"/>
              <a:gd name="connsiteY4" fmla="*/ 3056308 h 4317900"/>
              <a:gd name="connsiteX5" fmla="*/ 2251509 w 5692438"/>
              <a:gd name="connsiteY5" fmla="*/ 3546916 h 4317900"/>
              <a:gd name="connsiteX6" fmla="*/ 2590759 w 5692438"/>
              <a:gd name="connsiteY6" fmla="*/ 4018327 h 4317900"/>
              <a:gd name="connsiteX7" fmla="*/ 2789801 w 5692438"/>
              <a:gd name="connsiteY7" fmla="*/ 4180898 h 4317900"/>
              <a:gd name="connsiteX8" fmla="*/ 3021961 w 5692438"/>
              <a:gd name="connsiteY8" fmla="*/ 4282186 h 4317900"/>
              <a:gd name="connsiteX9" fmla="*/ 3675566 w 5692438"/>
              <a:gd name="connsiteY9" fmla="*/ 4257802 h 4317900"/>
              <a:gd name="connsiteX10" fmla="*/ 3931312 w 5692438"/>
              <a:gd name="connsiteY10" fmla="*/ 4307808 h 4317900"/>
              <a:gd name="connsiteX11" fmla="*/ 4217966 w 5692438"/>
              <a:gd name="connsiteY11" fmla="*/ 4026101 h 4317900"/>
              <a:gd name="connsiteX12" fmla="*/ 4685117 w 5692438"/>
              <a:gd name="connsiteY12" fmla="*/ 3918406 h 4317900"/>
              <a:gd name="connsiteX13" fmla="*/ 5242996 w 5692438"/>
              <a:gd name="connsiteY13" fmla="*/ 3723259 h 4317900"/>
              <a:gd name="connsiteX14" fmla="*/ 5522676 w 5692438"/>
              <a:gd name="connsiteY14" fmla="*/ 3542919 h 4317900"/>
              <a:gd name="connsiteX15" fmla="*/ 5692382 w 5692438"/>
              <a:gd name="connsiteY15" fmla="*/ 2948005 h 4317900"/>
              <a:gd name="connsiteX16" fmla="*/ 5506190 w 5692438"/>
              <a:gd name="connsiteY16" fmla="*/ 2009855 h 4317900"/>
              <a:gd name="connsiteX17" fmla="*/ 5056553 w 5692438"/>
              <a:gd name="connsiteY17" fmla="*/ 1269947 h 4317900"/>
              <a:gd name="connsiteX18" fmla="*/ 5081749 w 5692438"/>
              <a:gd name="connsiteY18" fmla="*/ 505418 h 4317900"/>
              <a:gd name="connsiteX19" fmla="*/ 5304018 w 5692438"/>
              <a:gd name="connsiteY19" fmla="*/ 0 h 4317900"/>
              <a:gd name="connsiteX0" fmla="*/ 0 w 5692438"/>
              <a:gd name="connsiteY0" fmla="*/ 3947948 h 4297199"/>
              <a:gd name="connsiteX1" fmla="*/ 409916 w 5692438"/>
              <a:gd name="connsiteY1" fmla="*/ 3622116 h 4297199"/>
              <a:gd name="connsiteX2" fmla="*/ 889635 w 5692438"/>
              <a:gd name="connsiteY2" fmla="*/ 3462076 h 4297199"/>
              <a:gd name="connsiteX3" fmla="*/ 1591450 w 5692438"/>
              <a:gd name="connsiteY3" fmla="*/ 2970840 h 4297199"/>
              <a:gd name="connsiteX4" fmla="*/ 1960061 w 5692438"/>
              <a:gd name="connsiteY4" fmla="*/ 3056308 h 4297199"/>
              <a:gd name="connsiteX5" fmla="*/ 2251509 w 5692438"/>
              <a:gd name="connsiteY5" fmla="*/ 3546916 h 4297199"/>
              <a:gd name="connsiteX6" fmla="*/ 2590759 w 5692438"/>
              <a:gd name="connsiteY6" fmla="*/ 4018327 h 4297199"/>
              <a:gd name="connsiteX7" fmla="*/ 2789801 w 5692438"/>
              <a:gd name="connsiteY7" fmla="*/ 4180898 h 4297199"/>
              <a:gd name="connsiteX8" fmla="*/ 3021961 w 5692438"/>
              <a:gd name="connsiteY8" fmla="*/ 4282186 h 4297199"/>
              <a:gd name="connsiteX9" fmla="*/ 3675566 w 5692438"/>
              <a:gd name="connsiteY9" fmla="*/ 4257802 h 4297199"/>
              <a:gd name="connsiteX10" fmla="*/ 3892102 w 5692438"/>
              <a:gd name="connsiteY10" fmla="*/ 3923868 h 4297199"/>
              <a:gd name="connsiteX11" fmla="*/ 4217966 w 5692438"/>
              <a:gd name="connsiteY11" fmla="*/ 4026101 h 4297199"/>
              <a:gd name="connsiteX12" fmla="*/ 4685117 w 5692438"/>
              <a:gd name="connsiteY12" fmla="*/ 3918406 h 4297199"/>
              <a:gd name="connsiteX13" fmla="*/ 5242996 w 5692438"/>
              <a:gd name="connsiteY13" fmla="*/ 3723259 h 4297199"/>
              <a:gd name="connsiteX14" fmla="*/ 5522676 w 5692438"/>
              <a:gd name="connsiteY14" fmla="*/ 3542919 h 4297199"/>
              <a:gd name="connsiteX15" fmla="*/ 5692382 w 5692438"/>
              <a:gd name="connsiteY15" fmla="*/ 2948005 h 4297199"/>
              <a:gd name="connsiteX16" fmla="*/ 5506190 w 5692438"/>
              <a:gd name="connsiteY16" fmla="*/ 2009855 h 4297199"/>
              <a:gd name="connsiteX17" fmla="*/ 5056553 w 5692438"/>
              <a:gd name="connsiteY17" fmla="*/ 1269947 h 4297199"/>
              <a:gd name="connsiteX18" fmla="*/ 5081749 w 5692438"/>
              <a:gd name="connsiteY18" fmla="*/ 505418 h 4297199"/>
              <a:gd name="connsiteX19" fmla="*/ 5304018 w 5692438"/>
              <a:gd name="connsiteY19" fmla="*/ 0 h 4297199"/>
              <a:gd name="connsiteX0" fmla="*/ 0 w 5692438"/>
              <a:gd name="connsiteY0" fmla="*/ 3947948 h 4289904"/>
              <a:gd name="connsiteX1" fmla="*/ 409916 w 5692438"/>
              <a:gd name="connsiteY1" fmla="*/ 3622116 h 4289904"/>
              <a:gd name="connsiteX2" fmla="*/ 889635 w 5692438"/>
              <a:gd name="connsiteY2" fmla="*/ 3462076 h 4289904"/>
              <a:gd name="connsiteX3" fmla="*/ 1591450 w 5692438"/>
              <a:gd name="connsiteY3" fmla="*/ 2970840 h 4289904"/>
              <a:gd name="connsiteX4" fmla="*/ 1960061 w 5692438"/>
              <a:gd name="connsiteY4" fmla="*/ 3056308 h 4289904"/>
              <a:gd name="connsiteX5" fmla="*/ 2251509 w 5692438"/>
              <a:gd name="connsiteY5" fmla="*/ 3546916 h 4289904"/>
              <a:gd name="connsiteX6" fmla="*/ 2590759 w 5692438"/>
              <a:gd name="connsiteY6" fmla="*/ 4018327 h 4289904"/>
              <a:gd name="connsiteX7" fmla="*/ 2789801 w 5692438"/>
              <a:gd name="connsiteY7" fmla="*/ 4180898 h 4289904"/>
              <a:gd name="connsiteX8" fmla="*/ 3021961 w 5692438"/>
              <a:gd name="connsiteY8" fmla="*/ 4282186 h 4289904"/>
              <a:gd name="connsiteX9" fmla="*/ 3386554 w 5692438"/>
              <a:gd name="connsiteY9" fmla="*/ 3971533 h 4289904"/>
              <a:gd name="connsiteX10" fmla="*/ 3892102 w 5692438"/>
              <a:gd name="connsiteY10" fmla="*/ 3923868 h 4289904"/>
              <a:gd name="connsiteX11" fmla="*/ 4217966 w 5692438"/>
              <a:gd name="connsiteY11" fmla="*/ 4026101 h 4289904"/>
              <a:gd name="connsiteX12" fmla="*/ 4685117 w 5692438"/>
              <a:gd name="connsiteY12" fmla="*/ 3918406 h 4289904"/>
              <a:gd name="connsiteX13" fmla="*/ 5242996 w 5692438"/>
              <a:gd name="connsiteY13" fmla="*/ 3723259 h 4289904"/>
              <a:gd name="connsiteX14" fmla="*/ 5522676 w 5692438"/>
              <a:gd name="connsiteY14" fmla="*/ 3542919 h 4289904"/>
              <a:gd name="connsiteX15" fmla="*/ 5692382 w 5692438"/>
              <a:gd name="connsiteY15" fmla="*/ 2948005 h 4289904"/>
              <a:gd name="connsiteX16" fmla="*/ 5506190 w 5692438"/>
              <a:gd name="connsiteY16" fmla="*/ 2009855 h 4289904"/>
              <a:gd name="connsiteX17" fmla="*/ 5056553 w 5692438"/>
              <a:gd name="connsiteY17" fmla="*/ 1269947 h 4289904"/>
              <a:gd name="connsiteX18" fmla="*/ 5081749 w 5692438"/>
              <a:gd name="connsiteY18" fmla="*/ 505418 h 4289904"/>
              <a:gd name="connsiteX19" fmla="*/ 5304018 w 5692438"/>
              <a:gd name="connsiteY19" fmla="*/ 0 h 4289904"/>
              <a:gd name="connsiteX0" fmla="*/ 0 w 5692438"/>
              <a:gd name="connsiteY0" fmla="*/ 3442530 h 3784486"/>
              <a:gd name="connsiteX1" fmla="*/ 409916 w 5692438"/>
              <a:gd name="connsiteY1" fmla="*/ 3116698 h 3784486"/>
              <a:gd name="connsiteX2" fmla="*/ 889635 w 5692438"/>
              <a:gd name="connsiteY2" fmla="*/ 2956658 h 3784486"/>
              <a:gd name="connsiteX3" fmla="*/ 1591450 w 5692438"/>
              <a:gd name="connsiteY3" fmla="*/ 2465422 h 3784486"/>
              <a:gd name="connsiteX4" fmla="*/ 1960061 w 5692438"/>
              <a:gd name="connsiteY4" fmla="*/ 2550890 h 3784486"/>
              <a:gd name="connsiteX5" fmla="*/ 2251509 w 5692438"/>
              <a:gd name="connsiteY5" fmla="*/ 3041498 h 3784486"/>
              <a:gd name="connsiteX6" fmla="*/ 2590759 w 5692438"/>
              <a:gd name="connsiteY6" fmla="*/ 3512909 h 3784486"/>
              <a:gd name="connsiteX7" fmla="*/ 2789801 w 5692438"/>
              <a:gd name="connsiteY7" fmla="*/ 3675480 h 3784486"/>
              <a:gd name="connsiteX8" fmla="*/ 3021961 w 5692438"/>
              <a:gd name="connsiteY8" fmla="*/ 3776768 h 3784486"/>
              <a:gd name="connsiteX9" fmla="*/ 3386554 w 5692438"/>
              <a:gd name="connsiteY9" fmla="*/ 3466115 h 3784486"/>
              <a:gd name="connsiteX10" fmla="*/ 3892102 w 5692438"/>
              <a:gd name="connsiteY10" fmla="*/ 3418450 h 3784486"/>
              <a:gd name="connsiteX11" fmla="*/ 4217966 w 5692438"/>
              <a:gd name="connsiteY11" fmla="*/ 3520683 h 3784486"/>
              <a:gd name="connsiteX12" fmla="*/ 4685117 w 5692438"/>
              <a:gd name="connsiteY12" fmla="*/ 3412988 h 3784486"/>
              <a:gd name="connsiteX13" fmla="*/ 5242996 w 5692438"/>
              <a:gd name="connsiteY13" fmla="*/ 3217841 h 3784486"/>
              <a:gd name="connsiteX14" fmla="*/ 5522676 w 5692438"/>
              <a:gd name="connsiteY14" fmla="*/ 3037501 h 3784486"/>
              <a:gd name="connsiteX15" fmla="*/ 5692382 w 5692438"/>
              <a:gd name="connsiteY15" fmla="*/ 2442587 h 3784486"/>
              <a:gd name="connsiteX16" fmla="*/ 5506190 w 5692438"/>
              <a:gd name="connsiteY16" fmla="*/ 1504437 h 3784486"/>
              <a:gd name="connsiteX17" fmla="*/ 5056553 w 5692438"/>
              <a:gd name="connsiteY17" fmla="*/ 764529 h 3784486"/>
              <a:gd name="connsiteX18" fmla="*/ 5081749 w 5692438"/>
              <a:gd name="connsiteY18" fmla="*/ 0 h 3784486"/>
              <a:gd name="connsiteX0" fmla="*/ 0 w 5692438"/>
              <a:gd name="connsiteY0" fmla="*/ 2678001 h 3019957"/>
              <a:gd name="connsiteX1" fmla="*/ 409916 w 5692438"/>
              <a:gd name="connsiteY1" fmla="*/ 2352169 h 3019957"/>
              <a:gd name="connsiteX2" fmla="*/ 889635 w 5692438"/>
              <a:gd name="connsiteY2" fmla="*/ 2192129 h 3019957"/>
              <a:gd name="connsiteX3" fmla="*/ 1591450 w 5692438"/>
              <a:gd name="connsiteY3" fmla="*/ 1700893 h 3019957"/>
              <a:gd name="connsiteX4" fmla="*/ 1960061 w 5692438"/>
              <a:gd name="connsiteY4" fmla="*/ 1786361 h 3019957"/>
              <a:gd name="connsiteX5" fmla="*/ 2251509 w 5692438"/>
              <a:gd name="connsiteY5" fmla="*/ 2276969 h 3019957"/>
              <a:gd name="connsiteX6" fmla="*/ 2590759 w 5692438"/>
              <a:gd name="connsiteY6" fmla="*/ 2748380 h 3019957"/>
              <a:gd name="connsiteX7" fmla="*/ 2789801 w 5692438"/>
              <a:gd name="connsiteY7" fmla="*/ 2910951 h 3019957"/>
              <a:gd name="connsiteX8" fmla="*/ 3021961 w 5692438"/>
              <a:gd name="connsiteY8" fmla="*/ 3012239 h 3019957"/>
              <a:gd name="connsiteX9" fmla="*/ 3386554 w 5692438"/>
              <a:gd name="connsiteY9" fmla="*/ 2701586 h 3019957"/>
              <a:gd name="connsiteX10" fmla="*/ 3892102 w 5692438"/>
              <a:gd name="connsiteY10" fmla="*/ 2653921 h 3019957"/>
              <a:gd name="connsiteX11" fmla="*/ 4217966 w 5692438"/>
              <a:gd name="connsiteY11" fmla="*/ 2756154 h 3019957"/>
              <a:gd name="connsiteX12" fmla="*/ 4685117 w 5692438"/>
              <a:gd name="connsiteY12" fmla="*/ 2648459 h 3019957"/>
              <a:gd name="connsiteX13" fmla="*/ 5242996 w 5692438"/>
              <a:gd name="connsiteY13" fmla="*/ 2453312 h 3019957"/>
              <a:gd name="connsiteX14" fmla="*/ 5522676 w 5692438"/>
              <a:gd name="connsiteY14" fmla="*/ 2272972 h 3019957"/>
              <a:gd name="connsiteX15" fmla="*/ 5692382 w 5692438"/>
              <a:gd name="connsiteY15" fmla="*/ 1678058 h 3019957"/>
              <a:gd name="connsiteX16" fmla="*/ 5506190 w 5692438"/>
              <a:gd name="connsiteY16" fmla="*/ 739908 h 3019957"/>
              <a:gd name="connsiteX17" fmla="*/ 5056553 w 5692438"/>
              <a:gd name="connsiteY17" fmla="*/ 0 h 3019957"/>
              <a:gd name="connsiteX0" fmla="*/ 0 w 5692438"/>
              <a:gd name="connsiteY0" fmla="*/ 1938093 h 2280049"/>
              <a:gd name="connsiteX1" fmla="*/ 409916 w 5692438"/>
              <a:gd name="connsiteY1" fmla="*/ 1612261 h 2280049"/>
              <a:gd name="connsiteX2" fmla="*/ 889635 w 5692438"/>
              <a:gd name="connsiteY2" fmla="*/ 1452221 h 2280049"/>
              <a:gd name="connsiteX3" fmla="*/ 1591450 w 5692438"/>
              <a:gd name="connsiteY3" fmla="*/ 960985 h 2280049"/>
              <a:gd name="connsiteX4" fmla="*/ 1960061 w 5692438"/>
              <a:gd name="connsiteY4" fmla="*/ 1046453 h 2280049"/>
              <a:gd name="connsiteX5" fmla="*/ 2251509 w 5692438"/>
              <a:gd name="connsiteY5" fmla="*/ 1537061 h 2280049"/>
              <a:gd name="connsiteX6" fmla="*/ 2590759 w 5692438"/>
              <a:gd name="connsiteY6" fmla="*/ 2008472 h 2280049"/>
              <a:gd name="connsiteX7" fmla="*/ 2789801 w 5692438"/>
              <a:gd name="connsiteY7" fmla="*/ 2171043 h 2280049"/>
              <a:gd name="connsiteX8" fmla="*/ 3021961 w 5692438"/>
              <a:gd name="connsiteY8" fmla="*/ 2272331 h 2280049"/>
              <a:gd name="connsiteX9" fmla="*/ 3386554 w 5692438"/>
              <a:gd name="connsiteY9" fmla="*/ 1961678 h 2280049"/>
              <a:gd name="connsiteX10" fmla="*/ 3892102 w 5692438"/>
              <a:gd name="connsiteY10" fmla="*/ 1914013 h 2280049"/>
              <a:gd name="connsiteX11" fmla="*/ 4217966 w 5692438"/>
              <a:gd name="connsiteY11" fmla="*/ 2016246 h 2280049"/>
              <a:gd name="connsiteX12" fmla="*/ 4685117 w 5692438"/>
              <a:gd name="connsiteY12" fmla="*/ 1908551 h 2280049"/>
              <a:gd name="connsiteX13" fmla="*/ 5242996 w 5692438"/>
              <a:gd name="connsiteY13" fmla="*/ 1713404 h 2280049"/>
              <a:gd name="connsiteX14" fmla="*/ 5522676 w 5692438"/>
              <a:gd name="connsiteY14" fmla="*/ 1533064 h 2280049"/>
              <a:gd name="connsiteX15" fmla="*/ 5692382 w 5692438"/>
              <a:gd name="connsiteY15" fmla="*/ 938150 h 2280049"/>
              <a:gd name="connsiteX16" fmla="*/ 5506190 w 5692438"/>
              <a:gd name="connsiteY16" fmla="*/ 0 h 2280049"/>
              <a:gd name="connsiteX0" fmla="*/ 0 w 5692438"/>
              <a:gd name="connsiteY0" fmla="*/ 1006621 h 1348577"/>
              <a:gd name="connsiteX1" fmla="*/ 409916 w 5692438"/>
              <a:gd name="connsiteY1" fmla="*/ 680789 h 1348577"/>
              <a:gd name="connsiteX2" fmla="*/ 889635 w 5692438"/>
              <a:gd name="connsiteY2" fmla="*/ 520749 h 1348577"/>
              <a:gd name="connsiteX3" fmla="*/ 1591450 w 5692438"/>
              <a:gd name="connsiteY3" fmla="*/ 29513 h 1348577"/>
              <a:gd name="connsiteX4" fmla="*/ 1960061 w 5692438"/>
              <a:gd name="connsiteY4" fmla="*/ 114981 h 1348577"/>
              <a:gd name="connsiteX5" fmla="*/ 2251509 w 5692438"/>
              <a:gd name="connsiteY5" fmla="*/ 605589 h 1348577"/>
              <a:gd name="connsiteX6" fmla="*/ 2590759 w 5692438"/>
              <a:gd name="connsiteY6" fmla="*/ 1077000 h 1348577"/>
              <a:gd name="connsiteX7" fmla="*/ 2789801 w 5692438"/>
              <a:gd name="connsiteY7" fmla="*/ 1239571 h 1348577"/>
              <a:gd name="connsiteX8" fmla="*/ 3021961 w 5692438"/>
              <a:gd name="connsiteY8" fmla="*/ 1340859 h 1348577"/>
              <a:gd name="connsiteX9" fmla="*/ 3386554 w 5692438"/>
              <a:gd name="connsiteY9" fmla="*/ 1030206 h 1348577"/>
              <a:gd name="connsiteX10" fmla="*/ 3892102 w 5692438"/>
              <a:gd name="connsiteY10" fmla="*/ 982541 h 1348577"/>
              <a:gd name="connsiteX11" fmla="*/ 4217966 w 5692438"/>
              <a:gd name="connsiteY11" fmla="*/ 1084774 h 1348577"/>
              <a:gd name="connsiteX12" fmla="*/ 4685117 w 5692438"/>
              <a:gd name="connsiteY12" fmla="*/ 977079 h 1348577"/>
              <a:gd name="connsiteX13" fmla="*/ 5242996 w 5692438"/>
              <a:gd name="connsiteY13" fmla="*/ 781932 h 1348577"/>
              <a:gd name="connsiteX14" fmla="*/ 5522676 w 5692438"/>
              <a:gd name="connsiteY14" fmla="*/ 601592 h 1348577"/>
              <a:gd name="connsiteX15" fmla="*/ 5692382 w 5692438"/>
              <a:gd name="connsiteY15" fmla="*/ 6678 h 1348577"/>
              <a:gd name="connsiteX0" fmla="*/ 0 w 5522676"/>
              <a:gd name="connsiteY0" fmla="*/ 1006620 h 1348576"/>
              <a:gd name="connsiteX1" fmla="*/ 409916 w 5522676"/>
              <a:gd name="connsiteY1" fmla="*/ 680788 h 1348576"/>
              <a:gd name="connsiteX2" fmla="*/ 889635 w 5522676"/>
              <a:gd name="connsiteY2" fmla="*/ 520748 h 1348576"/>
              <a:gd name="connsiteX3" fmla="*/ 1591450 w 5522676"/>
              <a:gd name="connsiteY3" fmla="*/ 29512 h 1348576"/>
              <a:gd name="connsiteX4" fmla="*/ 1960061 w 5522676"/>
              <a:gd name="connsiteY4" fmla="*/ 114980 h 1348576"/>
              <a:gd name="connsiteX5" fmla="*/ 2251509 w 5522676"/>
              <a:gd name="connsiteY5" fmla="*/ 605588 h 1348576"/>
              <a:gd name="connsiteX6" fmla="*/ 2590759 w 5522676"/>
              <a:gd name="connsiteY6" fmla="*/ 1076999 h 1348576"/>
              <a:gd name="connsiteX7" fmla="*/ 2789801 w 5522676"/>
              <a:gd name="connsiteY7" fmla="*/ 1239570 h 1348576"/>
              <a:gd name="connsiteX8" fmla="*/ 3021961 w 5522676"/>
              <a:gd name="connsiteY8" fmla="*/ 1340858 h 1348576"/>
              <a:gd name="connsiteX9" fmla="*/ 3386554 w 5522676"/>
              <a:gd name="connsiteY9" fmla="*/ 1030205 h 1348576"/>
              <a:gd name="connsiteX10" fmla="*/ 3892102 w 5522676"/>
              <a:gd name="connsiteY10" fmla="*/ 982540 h 1348576"/>
              <a:gd name="connsiteX11" fmla="*/ 4217966 w 5522676"/>
              <a:gd name="connsiteY11" fmla="*/ 1084773 h 1348576"/>
              <a:gd name="connsiteX12" fmla="*/ 4685117 w 5522676"/>
              <a:gd name="connsiteY12" fmla="*/ 977078 h 1348576"/>
              <a:gd name="connsiteX13" fmla="*/ 5242996 w 5522676"/>
              <a:gd name="connsiteY13" fmla="*/ 781931 h 1348576"/>
              <a:gd name="connsiteX14" fmla="*/ 5522676 w 5522676"/>
              <a:gd name="connsiteY14" fmla="*/ 601591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242996 w 5632522"/>
              <a:gd name="connsiteY13" fmla="*/ 781931 h 1348576"/>
              <a:gd name="connsiteX14" fmla="*/ 5632522 w 5632522"/>
              <a:gd name="connsiteY14" fmla="*/ 495522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242996 w 5632522"/>
              <a:gd name="connsiteY13" fmla="*/ 781931 h 1348576"/>
              <a:gd name="connsiteX14" fmla="*/ 5632522 w 5632522"/>
              <a:gd name="connsiteY14" fmla="*/ 495522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161664 w 5632522"/>
              <a:gd name="connsiteY13" fmla="*/ 728864 h 1348576"/>
              <a:gd name="connsiteX14" fmla="*/ 5632522 w 5632522"/>
              <a:gd name="connsiteY14" fmla="*/ 495522 h 1348576"/>
              <a:gd name="connsiteX0" fmla="*/ 0 w 5632522"/>
              <a:gd name="connsiteY0" fmla="*/ 1006620 h 1277079"/>
              <a:gd name="connsiteX1" fmla="*/ 409916 w 5632522"/>
              <a:gd name="connsiteY1" fmla="*/ 680788 h 1277079"/>
              <a:gd name="connsiteX2" fmla="*/ 889635 w 5632522"/>
              <a:gd name="connsiteY2" fmla="*/ 520748 h 1277079"/>
              <a:gd name="connsiteX3" fmla="*/ 1591450 w 5632522"/>
              <a:gd name="connsiteY3" fmla="*/ 29512 h 1277079"/>
              <a:gd name="connsiteX4" fmla="*/ 1960061 w 5632522"/>
              <a:gd name="connsiteY4" fmla="*/ 114980 h 1277079"/>
              <a:gd name="connsiteX5" fmla="*/ 2251509 w 5632522"/>
              <a:gd name="connsiteY5" fmla="*/ 605588 h 1277079"/>
              <a:gd name="connsiteX6" fmla="*/ 2590759 w 5632522"/>
              <a:gd name="connsiteY6" fmla="*/ 1076999 h 1277079"/>
              <a:gd name="connsiteX7" fmla="*/ 2789801 w 5632522"/>
              <a:gd name="connsiteY7" fmla="*/ 1239570 h 1277079"/>
              <a:gd name="connsiteX8" fmla="*/ 3044086 w 5632522"/>
              <a:gd name="connsiteY8" fmla="*/ 1260089 h 1277079"/>
              <a:gd name="connsiteX9" fmla="*/ 3386554 w 5632522"/>
              <a:gd name="connsiteY9" fmla="*/ 1030205 h 1277079"/>
              <a:gd name="connsiteX10" fmla="*/ 3892102 w 5632522"/>
              <a:gd name="connsiteY10" fmla="*/ 982540 h 1277079"/>
              <a:gd name="connsiteX11" fmla="*/ 4217966 w 5632522"/>
              <a:gd name="connsiteY11" fmla="*/ 1084773 h 1277079"/>
              <a:gd name="connsiteX12" fmla="*/ 4685117 w 5632522"/>
              <a:gd name="connsiteY12" fmla="*/ 977078 h 1277079"/>
              <a:gd name="connsiteX13" fmla="*/ 5161664 w 5632522"/>
              <a:gd name="connsiteY13" fmla="*/ 728864 h 1277079"/>
              <a:gd name="connsiteX14" fmla="*/ 5632522 w 5632522"/>
              <a:gd name="connsiteY14" fmla="*/ 495522 h 1277079"/>
              <a:gd name="connsiteX0" fmla="*/ 0 w 5632522"/>
              <a:gd name="connsiteY0" fmla="*/ 1006620 h 1282495"/>
              <a:gd name="connsiteX1" fmla="*/ 409916 w 5632522"/>
              <a:gd name="connsiteY1" fmla="*/ 680788 h 1282495"/>
              <a:gd name="connsiteX2" fmla="*/ 889635 w 5632522"/>
              <a:gd name="connsiteY2" fmla="*/ 520748 h 1282495"/>
              <a:gd name="connsiteX3" fmla="*/ 1591450 w 5632522"/>
              <a:gd name="connsiteY3" fmla="*/ 29512 h 1282495"/>
              <a:gd name="connsiteX4" fmla="*/ 1960061 w 5632522"/>
              <a:gd name="connsiteY4" fmla="*/ 114980 h 1282495"/>
              <a:gd name="connsiteX5" fmla="*/ 2251509 w 5632522"/>
              <a:gd name="connsiteY5" fmla="*/ 605588 h 1282495"/>
              <a:gd name="connsiteX6" fmla="*/ 2568158 w 5632522"/>
              <a:gd name="connsiteY6" fmla="*/ 958412 h 1282495"/>
              <a:gd name="connsiteX7" fmla="*/ 2789801 w 5632522"/>
              <a:gd name="connsiteY7" fmla="*/ 1239570 h 1282495"/>
              <a:gd name="connsiteX8" fmla="*/ 3044086 w 5632522"/>
              <a:gd name="connsiteY8" fmla="*/ 1260089 h 1282495"/>
              <a:gd name="connsiteX9" fmla="*/ 3386554 w 5632522"/>
              <a:gd name="connsiteY9" fmla="*/ 1030205 h 1282495"/>
              <a:gd name="connsiteX10" fmla="*/ 3892102 w 5632522"/>
              <a:gd name="connsiteY10" fmla="*/ 982540 h 1282495"/>
              <a:gd name="connsiteX11" fmla="*/ 4217966 w 5632522"/>
              <a:gd name="connsiteY11" fmla="*/ 1084773 h 1282495"/>
              <a:gd name="connsiteX12" fmla="*/ 4685117 w 5632522"/>
              <a:gd name="connsiteY12" fmla="*/ 977078 h 1282495"/>
              <a:gd name="connsiteX13" fmla="*/ 5161664 w 5632522"/>
              <a:gd name="connsiteY13" fmla="*/ 728864 h 1282495"/>
              <a:gd name="connsiteX14" fmla="*/ 5632522 w 5632522"/>
              <a:gd name="connsiteY14" fmla="*/ 495522 h 1282495"/>
              <a:gd name="connsiteX0" fmla="*/ 0 w 5632522"/>
              <a:gd name="connsiteY0" fmla="*/ 1006620 h 1260615"/>
              <a:gd name="connsiteX1" fmla="*/ 409916 w 5632522"/>
              <a:gd name="connsiteY1" fmla="*/ 680788 h 1260615"/>
              <a:gd name="connsiteX2" fmla="*/ 889635 w 5632522"/>
              <a:gd name="connsiteY2" fmla="*/ 520748 h 1260615"/>
              <a:gd name="connsiteX3" fmla="*/ 1591450 w 5632522"/>
              <a:gd name="connsiteY3" fmla="*/ 29512 h 1260615"/>
              <a:gd name="connsiteX4" fmla="*/ 1960061 w 5632522"/>
              <a:gd name="connsiteY4" fmla="*/ 114980 h 1260615"/>
              <a:gd name="connsiteX5" fmla="*/ 2251509 w 5632522"/>
              <a:gd name="connsiteY5" fmla="*/ 605588 h 1260615"/>
              <a:gd name="connsiteX6" fmla="*/ 2568158 w 5632522"/>
              <a:gd name="connsiteY6" fmla="*/ 958412 h 1260615"/>
              <a:gd name="connsiteX7" fmla="*/ 3044086 w 5632522"/>
              <a:gd name="connsiteY7" fmla="*/ 1260089 h 1260615"/>
              <a:gd name="connsiteX8" fmla="*/ 3386554 w 5632522"/>
              <a:gd name="connsiteY8" fmla="*/ 1030205 h 1260615"/>
              <a:gd name="connsiteX9" fmla="*/ 3892102 w 5632522"/>
              <a:gd name="connsiteY9" fmla="*/ 982540 h 1260615"/>
              <a:gd name="connsiteX10" fmla="*/ 4217966 w 5632522"/>
              <a:gd name="connsiteY10" fmla="*/ 1084773 h 1260615"/>
              <a:gd name="connsiteX11" fmla="*/ 4685117 w 5632522"/>
              <a:gd name="connsiteY11" fmla="*/ 977078 h 1260615"/>
              <a:gd name="connsiteX12" fmla="*/ 5161664 w 5632522"/>
              <a:gd name="connsiteY12" fmla="*/ 728864 h 1260615"/>
              <a:gd name="connsiteX13" fmla="*/ 5632522 w 5632522"/>
              <a:gd name="connsiteY13" fmla="*/ 495522 h 1260615"/>
              <a:gd name="connsiteX0" fmla="*/ 0 w 5632522"/>
              <a:gd name="connsiteY0" fmla="*/ 1000962 h 1254957"/>
              <a:gd name="connsiteX1" fmla="*/ 409916 w 5632522"/>
              <a:gd name="connsiteY1" fmla="*/ 675130 h 1254957"/>
              <a:gd name="connsiteX2" fmla="*/ 984359 w 5632522"/>
              <a:gd name="connsiteY2" fmla="*/ 438119 h 1254957"/>
              <a:gd name="connsiteX3" fmla="*/ 1591450 w 5632522"/>
              <a:gd name="connsiteY3" fmla="*/ 23854 h 1254957"/>
              <a:gd name="connsiteX4" fmla="*/ 1960061 w 5632522"/>
              <a:gd name="connsiteY4" fmla="*/ 109322 h 1254957"/>
              <a:gd name="connsiteX5" fmla="*/ 2251509 w 5632522"/>
              <a:gd name="connsiteY5" fmla="*/ 599930 h 1254957"/>
              <a:gd name="connsiteX6" fmla="*/ 2568158 w 5632522"/>
              <a:gd name="connsiteY6" fmla="*/ 952754 h 1254957"/>
              <a:gd name="connsiteX7" fmla="*/ 3044086 w 5632522"/>
              <a:gd name="connsiteY7" fmla="*/ 1254431 h 1254957"/>
              <a:gd name="connsiteX8" fmla="*/ 3386554 w 5632522"/>
              <a:gd name="connsiteY8" fmla="*/ 1024547 h 1254957"/>
              <a:gd name="connsiteX9" fmla="*/ 3892102 w 5632522"/>
              <a:gd name="connsiteY9" fmla="*/ 976882 h 1254957"/>
              <a:gd name="connsiteX10" fmla="*/ 4217966 w 5632522"/>
              <a:gd name="connsiteY10" fmla="*/ 1079115 h 1254957"/>
              <a:gd name="connsiteX11" fmla="*/ 4685117 w 5632522"/>
              <a:gd name="connsiteY11" fmla="*/ 971420 h 1254957"/>
              <a:gd name="connsiteX12" fmla="*/ 5161664 w 5632522"/>
              <a:gd name="connsiteY12" fmla="*/ 723206 h 1254957"/>
              <a:gd name="connsiteX13" fmla="*/ 5632522 w 5632522"/>
              <a:gd name="connsiteY13" fmla="*/ 489864 h 1254957"/>
              <a:gd name="connsiteX0" fmla="*/ 0 w 5632522"/>
              <a:gd name="connsiteY0" fmla="*/ 1000962 h 1254957"/>
              <a:gd name="connsiteX1" fmla="*/ 693048 w 5632522"/>
              <a:gd name="connsiteY1" fmla="*/ 500930 h 1254957"/>
              <a:gd name="connsiteX2" fmla="*/ 984359 w 5632522"/>
              <a:gd name="connsiteY2" fmla="*/ 438119 h 1254957"/>
              <a:gd name="connsiteX3" fmla="*/ 1591450 w 5632522"/>
              <a:gd name="connsiteY3" fmla="*/ 23854 h 1254957"/>
              <a:gd name="connsiteX4" fmla="*/ 1960061 w 5632522"/>
              <a:gd name="connsiteY4" fmla="*/ 109322 h 1254957"/>
              <a:gd name="connsiteX5" fmla="*/ 2251509 w 5632522"/>
              <a:gd name="connsiteY5" fmla="*/ 599930 h 1254957"/>
              <a:gd name="connsiteX6" fmla="*/ 2568158 w 5632522"/>
              <a:gd name="connsiteY6" fmla="*/ 952754 h 1254957"/>
              <a:gd name="connsiteX7" fmla="*/ 3044086 w 5632522"/>
              <a:gd name="connsiteY7" fmla="*/ 1254431 h 1254957"/>
              <a:gd name="connsiteX8" fmla="*/ 3386554 w 5632522"/>
              <a:gd name="connsiteY8" fmla="*/ 1024547 h 1254957"/>
              <a:gd name="connsiteX9" fmla="*/ 3892102 w 5632522"/>
              <a:gd name="connsiteY9" fmla="*/ 976882 h 1254957"/>
              <a:gd name="connsiteX10" fmla="*/ 4217966 w 5632522"/>
              <a:gd name="connsiteY10" fmla="*/ 1079115 h 1254957"/>
              <a:gd name="connsiteX11" fmla="*/ 4685117 w 5632522"/>
              <a:gd name="connsiteY11" fmla="*/ 971420 h 1254957"/>
              <a:gd name="connsiteX12" fmla="*/ 5161664 w 5632522"/>
              <a:gd name="connsiteY12" fmla="*/ 723206 h 1254957"/>
              <a:gd name="connsiteX13" fmla="*/ 5632522 w 5632522"/>
              <a:gd name="connsiteY13" fmla="*/ 489864 h 1254957"/>
              <a:gd name="connsiteX0" fmla="*/ 0 w 5414562"/>
              <a:gd name="connsiteY0" fmla="*/ 687884 h 1254957"/>
              <a:gd name="connsiteX1" fmla="*/ 475088 w 5414562"/>
              <a:gd name="connsiteY1" fmla="*/ 500930 h 1254957"/>
              <a:gd name="connsiteX2" fmla="*/ 766399 w 5414562"/>
              <a:gd name="connsiteY2" fmla="*/ 438119 h 1254957"/>
              <a:gd name="connsiteX3" fmla="*/ 1373490 w 5414562"/>
              <a:gd name="connsiteY3" fmla="*/ 23854 h 1254957"/>
              <a:gd name="connsiteX4" fmla="*/ 1742101 w 5414562"/>
              <a:gd name="connsiteY4" fmla="*/ 109322 h 1254957"/>
              <a:gd name="connsiteX5" fmla="*/ 2033549 w 5414562"/>
              <a:gd name="connsiteY5" fmla="*/ 599930 h 1254957"/>
              <a:gd name="connsiteX6" fmla="*/ 2350198 w 5414562"/>
              <a:gd name="connsiteY6" fmla="*/ 952754 h 1254957"/>
              <a:gd name="connsiteX7" fmla="*/ 2826126 w 5414562"/>
              <a:gd name="connsiteY7" fmla="*/ 1254431 h 1254957"/>
              <a:gd name="connsiteX8" fmla="*/ 3168594 w 5414562"/>
              <a:gd name="connsiteY8" fmla="*/ 1024547 h 1254957"/>
              <a:gd name="connsiteX9" fmla="*/ 3674142 w 5414562"/>
              <a:gd name="connsiteY9" fmla="*/ 976882 h 1254957"/>
              <a:gd name="connsiteX10" fmla="*/ 4000006 w 5414562"/>
              <a:gd name="connsiteY10" fmla="*/ 1079115 h 1254957"/>
              <a:gd name="connsiteX11" fmla="*/ 4467157 w 5414562"/>
              <a:gd name="connsiteY11" fmla="*/ 971420 h 1254957"/>
              <a:gd name="connsiteX12" fmla="*/ 4943704 w 5414562"/>
              <a:gd name="connsiteY12" fmla="*/ 723206 h 1254957"/>
              <a:gd name="connsiteX13" fmla="*/ 5414562 w 5414562"/>
              <a:gd name="connsiteY13" fmla="*/ 489864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4943704 w 6020765"/>
              <a:gd name="connsiteY12" fmla="*/ 723206 h 1254957"/>
              <a:gd name="connsiteX13" fmla="*/ 6020765 w 6020765"/>
              <a:gd name="connsiteY13" fmla="*/ 1033938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5027767 w 6020765"/>
              <a:gd name="connsiteY12" fmla="*/ 884232 h 1254957"/>
              <a:gd name="connsiteX13" fmla="*/ 6020765 w 6020765"/>
              <a:gd name="connsiteY13" fmla="*/ 1033938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5027767 w 6020765"/>
              <a:gd name="connsiteY12" fmla="*/ 884232 h 1254957"/>
              <a:gd name="connsiteX13" fmla="*/ 6020765 w 6020765"/>
              <a:gd name="connsiteY13" fmla="*/ 1033938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6047179 w 6047179"/>
              <a:gd name="connsiteY13"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6047179 w 6047179"/>
              <a:gd name="connsiteY13"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5731462 w 6047179"/>
              <a:gd name="connsiteY13" fmla="*/ 1001444 h 1254957"/>
              <a:gd name="connsiteX14" fmla="*/ 6047179 w 6047179"/>
              <a:gd name="connsiteY14"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5731462 w 6047179"/>
              <a:gd name="connsiteY13" fmla="*/ 1001444 h 1254957"/>
              <a:gd name="connsiteX14" fmla="*/ 6047179 w 6047179"/>
              <a:gd name="connsiteY14" fmla="*/ 1024792 h 1254957"/>
              <a:gd name="connsiteX0" fmla="*/ 0 w 5572091"/>
              <a:gd name="connsiteY0" fmla="*/ 500930 h 1254957"/>
              <a:gd name="connsiteX1" fmla="*/ 291311 w 5572091"/>
              <a:gd name="connsiteY1" fmla="*/ 438119 h 1254957"/>
              <a:gd name="connsiteX2" fmla="*/ 898402 w 5572091"/>
              <a:gd name="connsiteY2" fmla="*/ 23854 h 1254957"/>
              <a:gd name="connsiteX3" fmla="*/ 1267013 w 5572091"/>
              <a:gd name="connsiteY3" fmla="*/ 109322 h 1254957"/>
              <a:gd name="connsiteX4" fmla="*/ 1558461 w 5572091"/>
              <a:gd name="connsiteY4" fmla="*/ 599930 h 1254957"/>
              <a:gd name="connsiteX5" fmla="*/ 1875110 w 5572091"/>
              <a:gd name="connsiteY5" fmla="*/ 952754 h 1254957"/>
              <a:gd name="connsiteX6" fmla="*/ 2351038 w 5572091"/>
              <a:gd name="connsiteY6" fmla="*/ 1254431 h 1254957"/>
              <a:gd name="connsiteX7" fmla="*/ 2693506 w 5572091"/>
              <a:gd name="connsiteY7" fmla="*/ 1024547 h 1254957"/>
              <a:gd name="connsiteX8" fmla="*/ 3199054 w 5572091"/>
              <a:gd name="connsiteY8" fmla="*/ 976882 h 1254957"/>
              <a:gd name="connsiteX9" fmla="*/ 3524918 w 5572091"/>
              <a:gd name="connsiteY9" fmla="*/ 1079115 h 1254957"/>
              <a:gd name="connsiteX10" fmla="*/ 3992069 w 5572091"/>
              <a:gd name="connsiteY10" fmla="*/ 971420 h 1254957"/>
              <a:gd name="connsiteX11" fmla="*/ 4552679 w 5572091"/>
              <a:gd name="connsiteY11" fmla="*/ 884232 h 1254957"/>
              <a:gd name="connsiteX12" fmla="*/ 5256374 w 5572091"/>
              <a:gd name="connsiteY12" fmla="*/ 1001444 h 1254957"/>
              <a:gd name="connsiteX13" fmla="*/ 5572091 w 5572091"/>
              <a:gd name="connsiteY13" fmla="*/ 1024792 h 1254957"/>
              <a:gd name="connsiteX0" fmla="*/ 0 w 5280780"/>
              <a:gd name="connsiteY0" fmla="*/ 438119 h 1254957"/>
              <a:gd name="connsiteX1" fmla="*/ 607091 w 5280780"/>
              <a:gd name="connsiteY1" fmla="*/ 23854 h 1254957"/>
              <a:gd name="connsiteX2" fmla="*/ 975702 w 5280780"/>
              <a:gd name="connsiteY2" fmla="*/ 109322 h 1254957"/>
              <a:gd name="connsiteX3" fmla="*/ 1267150 w 5280780"/>
              <a:gd name="connsiteY3" fmla="*/ 599930 h 1254957"/>
              <a:gd name="connsiteX4" fmla="*/ 1583799 w 5280780"/>
              <a:gd name="connsiteY4" fmla="*/ 952754 h 1254957"/>
              <a:gd name="connsiteX5" fmla="*/ 2059727 w 5280780"/>
              <a:gd name="connsiteY5" fmla="*/ 1254431 h 1254957"/>
              <a:gd name="connsiteX6" fmla="*/ 2402195 w 5280780"/>
              <a:gd name="connsiteY6" fmla="*/ 1024547 h 1254957"/>
              <a:gd name="connsiteX7" fmla="*/ 2907743 w 5280780"/>
              <a:gd name="connsiteY7" fmla="*/ 976882 h 1254957"/>
              <a:gd name="connsiteX8" fmla="*/ 3233607 w 5280780"/>
              <a:gd name="connsiteY8" fmla="*/ 1079115 h 1254957"/>
              <a:gd name="connsiteX9" fmla="*/ 3700758 w 5280780"/>
              <a:gd name="connsiteY9" fmla="*/ 971420 h 1254957"/>
              <a:gd name="connsiteX10" fmla="*/ 4261368 w 5280780"/>
              <a:gd name="connsiteY10" fmla="*/ 884232 h 1254957"/>
              <a:gd name="connsiteX11" fmla="*/ 4965063 w 5280780"/>
              <a:gd name="connsiteY11" fmla="*/ 1001444 h 1254957"/>
              <a:gd name="connsiteX12" fmla="*/ 5280780 w 5280780"/>
              <a:gd name="connsiteY12" fmla="*/ 1024792 h 1254957"/>
              <a:gd name="connsiteX0" fmla="*/ -1 w 4673688"/>
              <a:gd name="connsiteY0" fmla="*/ 23854 h 1254957"/>
              <a:gd name="connsiteX1" fmla="*/ 368610 w 4673688"/>
              <a:gd name="connsiteY1" fmla="*/ 109322 h 1254957"/>
              <a:gd name="connsiteX2" fmla="*/ 660058 w 4673688"/>
              <a:gd name="connsiteY2" fmla="*/ 599930 h 1254957"/>
              <a:gd name="connsiteX3" fmla="*/ 976707 w 4673688"/>
              <a:gd name="connsiteY3" fmla="*/ 952754 h 1254957"/>
              <a:gd name="connsiteX4" fmla="*/ 1452635 w 4673688"/>
              <a:gd name="connsiteY4" fmla="*/ 1254431 h 1254957"/>
              <a:gd name="connsiteX5" fmla="*/ 1795103 w 4673688"/>
              <a:gd name="connsiteY5" fmla="*/ 1024547 h 1254957"/>
              <a:gd name="connsiteX6" fmla="*/ 2300651 w 4673688"/>
              <a:gd name="connsiteY6" fmla="*/ 976882 h 1254957"/>
              <a:gd name="connsiteX7" fmla="*/ 2626515 w 4673688"/>
              <a:gd name="connsiteY7" fmla="*/ 1079115 h 1254957"/>
              <a:gd name="connsiteX8" fmla="*/ 3093666 w 4673688"/>
              <a:gd name="connsiteY8" fmla="*/ 971420 h 1254957"/>
              <a:gd name="connsiteX9" fmla="*/ 3654276 w 4673688"/>
              <a:gd name="connsiteY9" fmla="*/ 884232 h 1254957"/>
              <a:gd name="connsiteX10" fmla="*/ 4357971 w 4673688"/>
              <a:gd name="connsiteY10" fmla="*/ 1001444 h 1254957"/>
              <a:gd name="connsiteX11" fmla="*/ 4673688 w 4673688"/>
              <a:gd name="connsiteY11" fmla="*/ 1024792 h 1254957"/>
              <a:gd name="connsiteX0" fmla="*/ 0 w 4305078"/>
              <a:gd name="connsiteY0" fmla="*/ 0 h 1145635"/>
              <a:gd name="connsiteX1" fmla="*/ 291448 w 4305078"/>
              <a:gd name="connsiteY1" fmla="*/ 490608 h 1145635"/>
              <a:gd name="connsiteX2" fmla="*/ 608097 w 4305078"/>
              <a:gd name="connsiteY2" fmla="*/ 843432 h 1145635"/>
              <a:gd name="connsiteX3" fmla="*/ 1084025 w 4305078"/>
              <a:gd name="connsiteY3" fmla="*/ 1145109 h 1145635"/>
              <a:gd name="connsiteX4" fmla="*/ 1426493 w 4305078"/>
              <a:gd name="connsiteY4" fmla="*/ 915225 h 1145635"/>
              <a:gd name="connsiteX5" fmla="*/ 1932041 w 4305078"/>
              <a:gd name="connsiteY5" fmla="*/ 867560 h 1145635"/>
              <a:gd name="connsiteX6" fmla="*/ 2257905 w 4305078"/>
              <a:gd name="connsiteY6" fmla="*/ 969793 h 1145635"/>
              <a:gd name="connsiteX7" fmla="*/ 2725056 w 4305078"/>
              <a:gd name="connsiteY7" fmla="*/ 862098 h 1145635"/>
              <a:gd name="connsiteX8" fmla="*/ 3285666 w 4305078"/>
              <a:gd name="connsiteY8" fmla="*/ 774910 h 1145635"/>
              <a:gd name="connsiteX9" fmla="*/ 3989361 w 4305078"/>
              <a:gd name="connsiteY9" fmla="*/ 892122 h 1145635"/>
              <a:gd name="connsiteX10" fmla="*/ 4305078 w 4305078"/>
              <a:gd name="connsiteY10" fmla="*/ 915470 h 1145635"/>
              <a:gd name="connsiteX0" fmla="*/ 0 w 4013630"/>
              <a:gd name="connsiteY0" fmla="*/ 0 h 655027"/>
              <a:gd name="connsiteX1" fmla="*/ 316649 w 4013630"/>
              <a:gd name="connsiteY1" fmla="*/ 352824 h 655027"/>
              <a:gd name="connsiteX2" fmla="*/ 792577 w 4013630"/>
              <a:gd name="connsiteY2" fmla="*/ 654501 h 655027"/>
              <a:gd name="connsiteX3" fmla="*/ 1135045 w 4013630"/>
              <a:gd name="connsiteY3" fmla="*/ 424617 h 655027"/>
              <a:gd name="connsiteX4" fmla="*/ 1640593 w 4013630"/>
              <a:gd name="connsiteY4" fmla="*/ 376952 h 655027"/>
              <a:gd name="connsiteX5" fmla="*/ 1966457 w 4013630"/>
              <a:gd name="connsiteY5" fmla="*/ 479185 h 655027"/>
              <a:gd name="connsiteX6" fmla="*/ 2433608 w 4013630"/>
              <a:gd name="connsiteY6" fmla="*/ 371490 h 655027"/>
              <a:gd name="connsiteX7" fmla="*/ 2994218 w 4013630"/>
              <a:gd name="connsiteY7" fmla="*/ 284302 h 655027"/>
              <a:gd name="connsiteX8" fmla="*/ 3697913 w 4013630"/>
              <a:gd name="connsiteY8" fmla="*/ 401514 h 655027"/>
              <a:gd name="connsiteX9" fmla="*/ 4013630 w 4013630"/>
              <a:gd name="connsiteY9" fmla="*/ 424862 h 655027"/>
              <a:gd name="connsiteX0" fmla="*/ 0 w 3696981"/>
              <a:gd name="connsiteY0" fmla="*/ 69677 h 371880"/>
              <a:gd name="connsiteX1" fmla="*/ 475928 w 3696981"/>
              <a:gd name="connsiteY1" fmla="*/ 371354 h 371880"/>
              <a:gd name="connsiteX2" fmla="*/ 818396 w 3696981"/>
              <a:gd name="connsiteY2" fmla="*/ 141470 h 371880"/>
              <a:gd name="connsiteX3" fmla="*/ 1323944 w 3696981"/>
              <a:gd name="connsiteY3" fmla="*/ 93805 h 371880"/>
              <a:gd name="connsiteX4" fmla="*/ 1649808 w 3696981"/>
              <a:gd name="connsiteY4" fmla="*/ 196038 h 371880"/>
              <a:gd name="connsiteX5" fmla="*/ 2116959 w 3696981"/>
              <a:gd name="connsiteY5" fmla="*/ 88343 h 371880"/>
              <a:gd name="connsiteX6" fmla="*/ 2677569 w 3696981"/>
              <a:gd name="connsiteY6" fmla="*/ 1155 h 371880"/>
              <a:gd name="connsiteX7" fmla="*/ 3381264 w 3696981"/>
              <a:gd name="connsiteY7" fmla="*/ 118367 h 371880"/>
              <a:gd name="connsiteX8" fmla="*/ 3696981 w 3696981"/>
              <a:gd name="connsiteY8" fmla="*/ 141715 h 371880"/>
              <a:gd name="connsiteX0" fmla="*/ 0 w 3221053"/>
              <a:gd name="connsiteY0" fmla="*/ 371354 h 371880"/>
              <a:gd name="connsiteX1" fmla="*/ 342468 w 3221053"/>
              <a:gd name="connsiteY1" fmla="*/ 141470 h 371880"/>
              <a:gd name="connsiteX2" fmla="*/ 848016 w 3221053"/>
              <a:gd name="connsiteY2" fmla="*/ 93805 h 371880"/>
              <a:gd name="connsiteX3" fmla="*/ 1173880 w 3221053"/>
              <a:gd name="connsiteY3" fmla="*/ 196038 h 371880"/>
              <a:gd name="connsiteX4" fmla="*/ 1641031 w 3221053"/>
              <a:gd name="connsiteY4" fmla="*/ 88343 h 371880"/>
              <a:gd name="connsiteX5" fmla="*/ 2201641 w 3221053"/>
              <a:gd name="connsiteY5" fmla="*/ 1155 h 371880"/>
              <a:gd name="connsiteX6" fmla="*/ 2905336 w 3221053"/>
              <a:gd name="connsiteY6" fmla="*/ 118367 h 371880"/>
              <a:gd name="connsiteX7" fmla="*/ 3221053 w 3221053"/>
              <a:gd name="connsiteY7" fmla="*/ 141715 h 371880"/>
              <a:gd name="connsiteX0" fmla="*/ 0 w 2878585"/>
              <a:gd name="connsiteY0" fmla="*/ 141470 h 196044"/>
              <a:gd name="connsiteX1" fmla="*/ 505548 w 2878585"/>
              <a:gd name="connsiteY1" fmla="*/ 93805 h 196044"/>
              <a:gd name="connsiteX2" fmla="*/ 831412 w 2878585"/>
              <a:gd name="connsiteY2" fmla="*/ 196038 h 196044"/>
              <a:gd name="connsiteX3" fmla="*/ 1298563 w 2878585"/>
              <a:gd name="connsiteY3" fmla="*/ 88343 h 196044"/>
              <a:gd name="connsiteX4" fmla="*/ 1859173 w 2878585"/>
              <a:gd name="connsiteY4" fmla="*/ 1155 h 196044"/>
              <a:gd name="connsiteX5" fmla="*/ 2562868 w 2878585"/>
              <a:gd name="connsiteY5" fmla="*/ 118367 h 196044"/>
              <a:gd name="connsiteX6" fmla="*/ 2878585 w 2878585"/>
              <a:gd name="connsiteY6" fmla="*/ 141715 h 196044"/>
              <a:gd name="connsiteX0" fmla="*/ 0 w 2373037"/>
              <a:gd name="connsiteY0" fmla="*/ 93805 h 196044"/>
              <a:gd name="connsiteX1" fmla="*/ 325864 w 2373037"/>
              <a:gd name="connsiteY1" fmla="*/ 196038 h 196044"/>
              <a:gd name="connsiteX2" fmla="*/ 793015 w 2373037"/>
              <a:gd name="connsiteY2" fmla="*/ 88343 h 196044"/>
              <a:gd name="connsiteX3" fmla="*/ 1353625 w 2373037"/>
              <a:gd name="connsiteY3" fmla="*/ 1155 h 196044"/>
              <a:gd name="connsiteX4" fmla="*/ 2057320 w 2373037"/>
              <a:gd name="connsiteY4" fmla="*/ 118367 h 196044"/>
              <a:gd name="connsiteX5" fmla="*/ 2373037 w 2373037"/>
              <a:gd name="connsiteY5" fmla="*/ 141715 h 196044"/>
              <a:gd name="connsiteX0" fmla="*/ 0 w 2047173"/>
              <a:gd name="connsiteY0" fmla="*/ 196038 h 196038"/>
              <a:gd name="connsiteX1" fmla="*/ 467151 w 2047173"/>
              <a:gd name="connsiteY1" fmla="*/ 88343 h 196038"/>
              <a:gd name="connsiteX2" fmla="*/ 1027761 w 2047173"/>
              <a:gd name="connsiteY2" fmla="*/ 1155 h 196038"/>
              <a:gd name="connsiteX3" fmla="*/ 1731456 w 2047173"/>
              <a:gd name="connsiteY3" fmla="*/ 118367 h 196038"/>
              <a:gd name="connsiteX4" fmla="*/ 2047173 w 2047173"/>
              <a:gd name="connsiteY4" fmla="*/ 141715 h 196038"/>
              <a:gd name="connsiteX0" fmla="*/ 0 w 1580022"/>
              <a:gd name="connsiteY0" fmla="*/ 88343 h 144793"/>
              <a:gd name="connsiteX1" fmla="*/ 560610 w 1580022"/>
              <a:gd name="connsiteY1" fmla="*/ 1155 h 144793"/>
              <a:gd name="connsiteX2" fmla="*/ 1264305 w 1580022"/>
              <a:gd name="connsiteY2" fmla="*/ 118367 h 144793"/>
              <a:gd name="connsiteX3" fmla="*/ 1580022 w 1580022"/>
              <a:gd name="connsiteY3" fmla="*/ 141715 h 144793"/>
            </a:gdLst>
            <a:ahLst/>
            <a:cxnLst>
              <a:cxn ang="0">
                <a:pos x="connsiteX0" y="connsiteY0"/>
              </a:cxn>
              <a:cxn ang="0">
                <a:pos x="connsiteX1" y="connsiteY1"/>
              </a:cxn>
              <a:cxn ang="0">
                <a:pos x="connsiteX2" y="connsiteY2"/>
              </a:cxn>
              <a:cxn ang="0">
                <a:pos x="connsiteX3" y="connsiteY3"/>
              </a:cxn>
            </a:cxnLst>
            <a:rect l="l" t="t" r="r" b="b"/>
            <a:pathLst>
              <a:path w="1580022" h="144793">
                <a:moveTo>
                  <a:pt x="0" y="88343"/>
                </a:moveTo>
                <a:cubicBezTo>
                  <a:pt x="345019" y="162289"/>
                  <a:pt x="336557" y="-15875"/>
                  <a:pt x="560610" y="1155"/>
                </a:cubicBezTo>
                <a:cubicBezTo>
                  <a:pt x="784663" y="18185"/>
                  <a:pt x="1094403" y="94940"/>
                  <a:pt x="1264305" y="118367"/>
                </a:cubicBezTo>
                <a:cubicBezTo>
                  <a:pt x="1434207" y="141794"/>
                  <a:pt x="1540738" y="149850"/>
                  <a:pt x="1580022" y="141715"/>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A0AE1A17-11E3-C469-BE1D-F71EBD365C9D}"/>
              </a:ext>
            </a:extLst>
          </p:cNvPr>
          <p:cNvSpPr/>
          <p:nvPr userDrawn="1"/>
        </p:nvSpPr>
        <p:spPr>
          <a:xfrm rot="6974240" flipV="1">
            <a:off x="10030862" y="5673379"/>
            <a:ext cx="539357" cy="928593"/>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78019 w 2024747"/>
              <a:gd name="connsiteY0" fmla="*/ 1851594 h 2145194"/>
              <a:gd name="connsiteX1" fmla="*/ 327134 w 2024747"/>
              <a:gd name="connsiteY1" fmla="*/ 1830221 h 2145194"/>
              <a:gd name="connsiteX2" fmla="*/ 521121 w 2024747"/>
              <a:gd name="connsiteY2" fmla="*/ 1714581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27134 w 2024747"/>
              <a:gd name="connsiteY1" fmla="*/ 1830221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39324 w 2024747"/>
              <a:gd name="connsiteY1" fmla="*/ 1805047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0 w 1946728"/>
              <a:gd name="connsiteY0" fmla="*/ 1577443 h 1871043"/>
              <a:gd name="connsiteX1" fmla="*/ 261305 w 1946728"/>
              <a:gd name="connsiteY1" fmla="*/ 1530896 h 1871043"/>
              <a:gd name="connsiteX2" fmla="*/ 571311 w 1946728"/>
              <a:gd name="connsiteY2" fmla="*/ 1403755 h 1871043"/>
              <a:gd name="connsiteX3" fmla="*/ 903817 w 1946728"/>
              <a:gd name="connsiteY3" fmla="*/ 1376975 h 1871043"/>
              <a:gd name="connsiteX4" fmla="*/ 1232344 w 1946728"/>
              <a:gd name="connsiteY4" fmla="*/ 1660846 h 1871043"/>
              <a:gd name="connsiteX5" fmla="*/ 1668055 w 1946728"/>
              <a:gd name="connsiteY5" fmla="*/ 1865933 h 1871043"/>
              <a:gd name="connsiteX6" fmla="*/ 1927152 w 1946728"/>
              <a:gd name="connsiteY6" fmla="*/ 1447251 h 1871043"/>
              <a:gd name="connsiteX7" fmla="*/ 1921599 w 1946728"/>
              <a:gd name="connsiteY7" fmla="*/ 1175992 h 1871043"/>
              <a:gd name="connsiteX8" fmla="*/ 1748463 w 1946728"/>
              <a:gd name="connsiteY8" fmla="*/ 875179 h 1871043"/>
              <a:gd name="connsiteX9" fmla="*/ 1096191 w 1946728"/>
              <a:gd name="connsiteY9" fmla="*/ 391976 h 1871043"/>
              <a:gd name="connsiteX10" fmla="*/ 856447 w 1946728"/>
              <a:gd name="connsiteY10" fmla="*/ 248720 h 1871043"/>
              <a:gd name="connsiteX11" fmla="*/ 576793 w 1946728"/>
              <a:gd name="connsiteY11" fmla="*/ 78318 h 1871043"/>
              <a:gd name="connsiteX12" fmla="*/ 324441 w 1946728"/>
              <a:gd name="connsiteY12" fmla="*/ 0 h 1871043"/>
              <a:gd name="connsiteX0" fmla="*/ 0 w 1946728"/>
              <a:gd name="connsiteY0" fmla="*/ 1499125 h 1792725"/>
              <a:gd name="connsiteX1" fmla="*/ 261305 w 1946728"/>
              <a:gd name="connsiteY1" fmla="*/ 1452578 h 1792725"/>
              <a:gd name="connsiteX2" fmla="*/ 571311 w 1946728"/>
              <a:gd name="connsiteY2" fmla="*/ 1325437 h 1792725"/>
              <a:gd name="connsiteX3" fmla="*/ 903817 w 1946728"/>
              <a:gd name="connsiteY3" fmla="*/ 1298657 h 1792725"/>
              <a:gd name="connsiteX4" fmla="*/ 1232344 w 1946728"/>
              <a:gd name="connsiteY4" fmla="*/ 1582528 h 1792725"/>
              <a:gd name="connsiteX5" fmla="*/ 1668055 w 1946728"/>
              <a:gd name="connsiteY5" fmla="*/ 1787615 h 1792725"/>
              <a:gd name="connsiteX6" fmla="*/ 1927152 w 1946728"/>
              <a:gd name="connsiteY6" fmla="*/ 1368933 h 1792725"/>
              <a:gd name="connsiteX7" fmla="*/ 1921599 w 1946728"/>
              <a:gd name="connsiteY7" fmla="*/ 1097674 h 1792725"/>
              <a:gd name="connsiteX8" fmla="*/ 1748463 w 1946728"/>
              <a:gd name="connsiteY8" fmla="*/ 796861 h 1792725"/>
              <a:gd name="connsiteX9" fmla="*/ 1096191 w 1946728"/>
              <a:gd name="connsiteY9" fmla="*/ 313658 h 1792725"/>
              <a:gd name="connsiteX10" fmla="*/ 856447 w 1946728"/>
              <a:gd name="connsiteY10" fmla="*/ 170402 h 1792725"/>
              <a:gd name="connsiteX11" fmla="*/ 576793 w 1946728"/>
              <a:gd name="connsiteY11" fmla="*/ 0 h 1792725"/>
              <a:gd name="connsiteX0" fmla="*/ 0 w 1685423"/>
              <a:gd name="connsiteY0" fmla="*/ 1452578 h 1792725"/>
              <a:gd name="connsiteX1" fmla="*/ 310006 w 1685423"/>
              <a:gd name="connsiteY1" fmla="*/ 1325437 h 1792725"/>
              <a:gd name="connsiteX2" fmla="*/ 642512 w 1685423"/>
              <a:gd name="connsiteY2" fmla="*/ 1298657 h 1792725"/>
              <a:gd name="connsiteX3" fmla="*/ 971039 w 1685423"/>
              <a:gd name="connsiteY3" fmla="*/ 1582528 h 1792725"/>
              <a:gd name="connsiteX4" fmla="*/ 1406750 w 1685423"/>
              <a:gd name="connsiteY4" fmla="*/ 1787615 h 1792725"/>
              <a:gd name="connsiteX5" fmla="*/ 1665847 w 1685423"/>
              <a:gd name="connsiteY5" fmla="*/ 1368933 h 1792725"/>
              <a:gd name="connsiteX6" fmla="*/ 1660294 w 1685423"/>
              <a:gd name="connsiteY6" fmla="*/ 1097674 h 1792725"/>
              <a:gd name="connsiteX7" fmla="*/ 1487158 w 1685423"/>
              <a:gd name="connsiteY7" fmla="*/ 796861 h 1792725"/>
              <a:gd name="connsiteX8" fmla="*/ 834886 w 1685423"/>
              <a:gd name="connsiteY8" fmla="*/ 313658 h 1792725"/>
              <a:gd name="connsiteX9" fmla="*/ 595142 w 1685423"/>
              <a:gd name="connsiteY9" fmla="*/ 170402 h 1792725"/>
              <a:gd name="connsiteX10" fmla="*/ 315488 w 1685423"/>
              <a:gd name="connsiteY10" fmla="*/ 0 h 1792725"/>
              <a:gd name="connsiteX0" fmla="*/ 0 w 1375417"/>
              <a:gd name="connsiteY0" fmla="*/ 1325437 h 1792725"/>
              <a:gd name="connsiteX1" fmla="*/ 332506 w 1375417"/>
              <a:gd name="connsiteY1" fmla="*/ 1298657 h 1792725"/>
              <a:gd name="connsiteX2" fmla="*/ 661033 w 1375417"/>
              <a:gd name="connsiteY2" fmla="*/ 1582528 h 1792725"/>
              <a:gd name="connsiteX3" fmla="*/ 1096744 w 1375417"/>
              <a:gd name="connsiteY3" fmla="*/ 1787615 h 1792725"/>
              <a:gd name="connsiteX4" fmla="*/ 1355841 w 1375417"/>
              <a:gd name="connsiteY4" fmla="*/ 1368933 h 1792725"/>
              <a:gd name="connsiteX5" fmla="*/ 1350288 w 1375417"/>
              <a:gd name="connsiteY5" fmla="*/ 1097674 h 1792725"/>
              <a:gd name="connsiteX6" fmla="*/ 1177152 w 1375417"/>
              <a:gd name="connsiteY6" fmla="*/ 796861 h 1792725"/>
              <a:gd name="connsiteX7" fmla="*/ 524880 w 1375417"/>
              <a:gd name="connsiteY7" fmla="*/ 313658 h 1792725"/>
              <a:gd name="connsiteX8" fmla="*/ 285136 w 1375417"/>
              <a:gd name="connsiteY8" fmla="*/ 170402 h 1792725"/>
              <a:gd name="connsiteX9" fmla="*/ 5482 w 1375417"/>
              <a:gd name="connsiteY9" fmla="*/ 0 h 1792725"/>
              <a:gd name="connsiteX0" fmla="*/ 327024 w 1369935"/>
              <a:gd name="connsiteY0" fmla="*/ 1298657 h 1792725"/>
              <a:gd name="connsiteX1" fmla="*/ 655551 w 1369935"/>
              <a:gd name="connsiteY1" fmla="*/ 1582528 h 1792725"/>
              <a:gd name="connsiteX2" fmla="*/ 1091262 w 1369935"/>
              <a:gd name="connsiteY2" fmla="*/ 1787615 h 1792725"/>
              <a:gd name="connsiteX3" fmla="*/ 1350359 w 1369935"/>
              <a:gd name="connsiteY3" fmla="*/ 1368933 h 1792725"/>
              <a:gd name="connsiteX4" fmla="*/ 1344806 w 1369935"/>
              <a:gd name="connsiteY4" fmla="*/ 1097674 h 1792725"/>
              <a:gd name="connsiteX5" fmla="*/ 1171670 w 1369935"/>
              <a:gd name="connsiteY5" fmla="*/ 796861 h 1792725"/>
              <a:gd name="connsiteX6" fmla="*/ 519398 w 1369935"/>
              <a:gd name="connsiteY6" fmla="*/ 313658 h 1792725"/>
              <a:gd name="connsiteX7" fmla="*/ 279654 w 1369935"/>
              <a:gd name="connsiteY7" fmla="*/ 170402 h 1792725"/>
              <a:gd name="connsiteX8" fmla="*/ 0 w 1369935"/>
              <a:gd name="connsiteY8" fmla="*/ 0 h 1792725"/>
              <a:gd name="connsiteX0" fmla="*/ 655551 w 1369935"/>
              <a:gd name="connsiteY0" fmla="*/ 1582528 h 1792725"/>
              <a:gd name="connsiteX1" fmla="*/ 1091262 w 1369935"/>
              <a:gd name="connsiteY1" fmla="*/ 1787615 h 1792725"/>
              <a:gd name="connsiteX2" fmla="*/ 1350359 w 1369935"/>
              <a:gd name="connsiteY2" fmla="*/ 1368933 h 1792725"/>
              <a:gd name="connsiteX3" fmla="*/ 1344806 w 1369935"/>
              <a:gd name="connsiteY3" fmla="*/ 1097674 h 1792725"/>
              <a:gd name="connsiteX4" fmla="*/ 1171670 w 1369935"/>
              <a:gd name="connsiteY4" fmla="*/ 796861 h 1792725"/>
              <a:gd name="connsiteX5" fmla="*/ 519398 w 1369935"/>
              <a:gd name="connsiteY5" fmla="*/ 313658 h 1792725"/>
              <a:gd name="connsiteX6" fmla="*/ 279654 w 1369935"/>
              <a:gd name="connsiteY6" fmla="*/ 170402 h 1792725"/>
              <a:gd name="connsiteX7" fmla="*/ 0 w 1369935"/>
              <a:gd name="connsiteY7" fmla="*/ 0 h 1792725"/>
              <a:gd name="connsiteX0" fmla="*/ 1091262 w 1369935"/>
              <a:gd name="connsiteY0" fmla="*/ 1787615 h 1787615"/>
              <a:gd name="connsiteX1" fmla="*/ 1350359 w 1369935"/>
              <a:gd name="connsiteY1" fmla="*/ 1368933 h 1787615"/>
              <a:gd name="connsiteX2" fmla="*/ 1344806 w 1369935"/>
              <a:gd name="connsiteY2" fmla="*/ 1097674 h 1787615"/>
              <a:gd name="connsiteX3" fmla="*/ 1171670 w 1369935"/>
              <a:gd name="connsiteY3" fmla="*/ 796861 h 1787615"/>
              <a:gd name="connsiteX4" fmla="*/ 519398 w 1369935"/>
              <a:gd name="connsiteY4" fmla="*/ 313658 h 1787615"/>
              <a:gd name="connsiteX5" fmla="*/ 279654 w 1369935"/>
              <a:gd name="connsiteY5" fmla="*/ 170402 h 1787615"/>
              <a:gd name="connsiteX6" fmla="*/ 0 w 1369935"/>
              <a:gd name="connsiteY6" fmla="*/ 0 h 1787615"/>
              <a:gd name="connsiteX0" fmla="*/ 1051863 w 1372852"/>
              <a:gd name="connsiteY0" fmla="*/ 1570515 h 1570515"/>
              <a:gd name="connsiteX1" fmla="*/ 1350359 w 1372852"/>
              <a:gd name="connsiteY1" fmla="*/ 1368933 h 1570515"/>
              <a:gd name="connsiteX2" fmla="*/ 1344806 w 1372852"/>
              <a:gd name="connsiteY2" fmla="*/ 1097674 h 1570515"/>
              <a:gd name="connsiteX3" fmla="*/ 1171670 w 1372852"/>
              <a:gd name="connsiteY3" fmla="*/ 796861 h 1570515"/>
              <a:gd name="connsiteX4" fmla="*/ 519398 w 1372852"/>
              <a:gd name="connsiteY4" fmla="*/ 313658 h 1570515"/>
              <a:gd name="connsiteX5" fmla="*/ 279654 w 1372852"/>
              <a:gd name="connsiteY5" fmla="*/ 170402 h 1570515"/>
              <a:gd name="connsiteX6" fmla="*/ 0 w 1372852"/>
              <a:gd name="connsiteY6" fmla="*/ 0 h 1570515"/>
              <a:gd name="connsiteX0" fmla="*/ 1051863 w 1372852"/>
              <a:gd name="connsiteY0" fmla="*/ 1570515 h 1577142"/>
              <a:gd name="connsiteX1" fmla="*/ 1350359 w 1372852"/>
              <a:gd name="connsiteY1" fmla="*/ 1368933 h 1577142"/>
              <a:gd name="connsiteX2" fmla="*/ 1344806 w 1372852"/>
              <a:gd name="connsiteY2" fmla="*/ 1097674 h 1577142"/>
              <a:gd name="connsiteX3" fmla="*/ 1171670 w 1372852"/>
              <a:gd name="connsiteY3" fmla="*/ 796861 h 1577142"/>
              <a:gd name="connsiteX4" fmla="*/ 519398 w 1372852"/>
              <a:gd name="connsiteY4" fmla="*/ 313658 h 1577142"/>
              <a:gd name="connsiteX5" fmla="*/ 279654 w 1372852"/>
              <a:gd name="connsiteY5" fmla="*/ 170402 h 1577142"/>
              <a:gd name="connsiteX6" fmla="*/ 0 w 1372852"/>
              <a:gd name="connsiteY6" fmla="*/ 0 h 1577142"/>
              <a:gd name="connsiteX0" fmla="*/ 992433 w 1313422"/>
              <a:gd name="connsiteY0" fmla="*/ 1436984 h 1443609"/>
              <a:gd name="connsiteX1" fmla="*/ 1290929 w 1313422"/>
              <a:gd name="connsiteY1" fmla="*/ 1235402 h 1443609"/>
              <a:gd name="connsiteX2" fmla="*/ 1285376 w 1313422"/>
              <a:gd name="connsiteY2" fmla="*/ 964143 h 1443609"/>
              <a:gd name="connsiteX3" fmla="*/ 1112240 w 1313422"/>
              <a:gd name="connsiteY3" fmla="*/ 663330 h 1443609"/>
              <a:gd name="connsiteX4" fmla="*/ 459968 w 1313422"/>
              <a:gd name="connsiteY4" fmla="*/ 180127 h 1443609"/>
              <a:gd name="connsiteX5" fmla="*/ 220224 w 1313422"/>
              <a:gd name="connsiteY5" fmla="*/ 36871 h 1443609"/>
              <a:gd name="connsiteX6" fmla="*/ 0 w 1313422"/>
              <a:gd name="connsiteY6" fmla="*/ 0 h 1443609"/>
              <a:gd name="connsiteX0" fmla="*/ 992433 w 1428040"/>
              <a:gd name="connsiteY0" fmla="*/ 1436984 h 1589980"/>
              <a:gd name="connsiteX1" fmla="*/ 1417256 w 1428040"/>
              <a:gd name="connsiteY1" fmla="*/ 1569366 h 1589980"/>
              <a:gd name="connsiteX2" fmla="*/ 1285376 w 1428040"/>
              <a:gd name="connsiteY2" fmla="*/ 964143 h 1589980"/>
              <a:gd name="connsiteX3" fmla="*/ 1112240 w 1428040"/>
              <a:gd name="connsiteY3" fmla="*/ 663330 h 1589980"/>
              <a:gd name="connsiteX4" fmla="*/ 459968 w 1428040"/>
              <a:gd name="connsiteY4" fmla="*/ 180127 h 1589980"/>
              <a:gd name="connsiteX5" fmla="*/ 220224 w 1428040"/>
              <a:gd name="connsiteY5" fmla="*/ 36871 h 1589980"/>
              <a:gd name="connsiteX6" fmla="*/ 0 w 1428040"/>
              <a:gd name="connsiteY6" fmla="*/ 0 h 1589980"/>
              <a:gd name="connsiteX0" fmla="*/ 992433 w 1443740"/>
              <a:gd name="connsiteY0" fmla="*/ 1436984 h 1626020"/>
              <a:gd name="connsiteX1" fmla="*/ 1417256 w 1443740"/>
              <a:gd name="connsiteY1" fmla="*/ 1569366 h 1626020"/>
              <a:gd name="connsiteX2" fmla="*/ 1285376 w 1443740"/>
              <a:gd name="connsiteY2" fmla="*/ 964143 h 1626020"/>
              <a:gd name="connsiteX3" fmla="*/ 1112240 w 1443740"/>
              <a:gd name="connsiteY3" fmla="*/ 663330 h 1626020"/>
              <a:gd name="connsiteX4" fmla="*/ 459968 w 1443740"/>
              <a:gd name="connsiteY4" fmla="*/ 180127 h 1626020"/>
              <a:gd name="connsiteX5" fmla="*/ 220224 w 1443740"/>
              <a:gd name="connsiteY5" fmla="*/ 36871 h 1626020"/>
              <a:gd name="connsiteX6" fmla="*/ 0 w 1443740"/>
              <a:gd name="connsiteY6" fmla="*/ 0 h 1626020"/>
              <a:gd name="connsiteX0" fmla="*/ 992433 w 1406714"/>
              <a:gd name="connsiteY0" fmla="*/ 1436984 h 1693518"/>
              <a:gd name="connsiteX1" fmla="*/ 1375834 w 1406714"/>
              <a:gd name="connsiteY1" fmla="*/ 1646276 h 1693518"/>
              <a:gd name="connsiteX2" fmla="*/ 1285376 w 1406714"/>
              <a:gd name="connsiteY2" fmla="*/ 964143 h 1693518"/>
              <a:gd name="connsiteX3" fmla="*/ 1112240 w 1406714"/>
              <a:gd name="connsiteY3" fmla="*/ 663330 h 1693518"/>
              <a:gd name="connsiteX4" fmla="*/ 459968 w 1406714"/>
              <a:gd name="connsiteY4" fmla="*/ 180127 h 1693518"/>
              <a:gd name="connsiteX5" fmla="*/ 220224 w 1406714"/>
              <a:gd name="connsiteY5" fmla="*/ 36871 h 1693518"/>
              <a:gd name="connsiteX6" fmla="*/ 0 w 1406714"/>
              <a:gd name="connsiteY6" fmla="*/ 0 h 1693518"/>
              <a:gd name="connsiteX0" fmla="*/ 992433 w 1495058"/>
              <a:gd name="connsiteY0" fmla="*/ 1436984 h 1655651"/>
              <a:gd name="connsiteX1" fmla="*/ 1375834 w 1495058"/>
              <a:gd name="connsiteY1" fmla="*/ 1646276 h 1655651"/>
              <a:gd name="connsiteX2" fmla="*/ 1492317 w 1495058"/>
              <a:gd name="connsiteY2" fmla="*/ 1091072 h 1655651"/>
              <a:gd name="connsiteX3" fmla="*/ 1285376 w 1495058"/>
              <a:gd name="connsiteY3" fmla="*/ 964143 h 1655651"/>
              <a:gd name="connsiteX4" fmla="*/ 1112240 w 1495058"/>
              <a:gd name="connsiteY4" fmla="*/ 663330 h 1655651"/>
              <a:gd name="connsiteX5" fmla="*/ 459968 w 1495058"/>
              <a:gd name="connsiteY5" fmla="*/ 180127 h 1655651"/>
              <a:gd name="connsiteX6" fmla="*/ 220224 w 1495058"/>
              <a:gd name="connsiteY6" fmla="*/ 36871 h 1655651"/>
              <a:gd name="connsiteX7" fmla="*/ 0 w 1495058"/>
              <a:gd name="connsiteY7" fmla="*/ 0 h 1655651"/>
              <a:gd name="connsiteX0" fmla="*/ 992433 w 1492317"/>
              <a:gd name="connsiteY0" fmla="*/ 1436984 h 1655651"/>
              <a:gd name="connsiteX1" fmla="*/ 1375834 w 1492317"/>
              <a:gd name="connsiteY1" fmla="*/ 1646276 h 1655651"/>
              <a:gd name="connsiteX2" fmla="*/ 1492317 w 1492317"/>
              <a:gd name="connsiteY2" fmla="*/ 1091072 h 1655651"/>
              <a:gd name="connsiteX3" fmla="*/ 1285376 w 1492317"/>
              <a:gd name="connsiteY3" fmla="*/ 964143 h 1655651"/>
              <a:gd name="connsiteX4" fmla="*/ 1112240 w 1492317"/>
              <a:gd name="connsiteY4" fmla="*/ 663330 h 1655651"/>
              <a:gd name="connsiteX5" fmla="*/ 459968 w 1492317"/>
              <a:gd name="connsiteY5" fmla="*/ 180127 h 1655651"/>
              <a:gd name="connsiteX6" fmla="*/ 220224 w 1492317"/>
              <a:gd name="connsiteY6" fmla="*/ 36871 h 1655651"/>
              <a:gd name="connsiteX7" fmla="*/ 0 w 1492317"/>
              <a:gd name="connsiteY7" fmla="*/ 0 h 1655651"/>
              <a:gd name="connsiteX0" fmla="*/ 878744 w 1492317"/>
              <a:gd name="connsiteY0" fmla="*/ 1594240 h 1679907"/>
              <a:gd name="connsiteX1" fmla="*/ 1375834 w 1492317"/>
              <a:gd name="connsiteY1" fmla="*/ 1646276 h 1679907"/>
              <a:gd name="connsiteX2" fmla="*/ 1492317 w 1492317"/>
              <a:gd name="connsiteY2" fmla="*/ 1091072 h 1679907"/>
              <a:gd name="connsiteX3" fmla="*/ 1285376 w 1492317"/>
              <a:gd name="connsiteY3" fmla="*/ 964143 h 1679907"/>
              <a:gd name="connsiteX4" fmla="*/ 1112240 w 1492317"/>
              <a:gd name="connsiteY4" fmla="*/ 663330 h 1679907"/>
              <a:gd name="connsiteX5" fmla="*/ 459968 w 1492317"/>
              <a:gd name="connsiteY5" fmla="*/ 180127 h 1679907"/>
              <a:gd name="connsiteX6" fmla="*/ 220224 w 1492317"/>
              <a:gd name="connsiteY6" fmla="*/ 36871 h 1679907"/>
              <a:gd name="connsiteX7" fmla="*/ 0 w 1492317"/>
              <a:gd name="connsiteY7" fmla="*/ 0 h 1679907"/>
              <a:gd name="connsiteX0" fmla="*/ 878744 w 1492317"/>
              <a:gd name="connsiteY0" fmla="*/ 1594240 h 1668181"/>
              <a:gd name="connsiteX1" fmla="*/ 1375834 w 1492317"/>
              <a:gd name="connsiteY1" fmla="*/ 1646276 h 1668181"/>
              <a:gd name="connsiteX2" fmla="*/ 1492317 w 1492317"/>
              <a:gd name="connsiteY2" fmla="*/ 1091072 h 1668181"/>
              <a:gd name="connsiteX3" fmla="*/ 1285376 w 1492317"/>
              <a:gd name="connsiteY3" fmla="*/ 964143 h 1668181"/>
              <a:gd name="connsiteX4" fmla="*/ 1112240 w 1492317"/>
              <a:gd name="connsiteY4" fmla="*/ 663330 h 1668181"/>
              <a:gd name="connsiteX5" fmla="*/ 459968 w 1492317"/>
              <a:gd name="connsiteY5" fmla="*/ 180127 h 1668181"/>
              <a:gd name="connsiteX6" fmla="*/ 220224 w 1492317"/>
              <a:gd name="connsiteY6" fmla="*/ 36871 h 1668181"/>
              <a:gd name="connsiteX7" fmla="*/ 0 w 1492317"/>
              <a:gd name="connsiteY7" fmla="*/ 0 h 1668181"/>
              <a:gd name="connsiteX0" fmla="*/ 658520 w 1272093"/>
              <a:gd name="connsiteY0" fmla="*/ 1557369 h 1631310"/>
              <a:gd name="connsiteX1" fmla="*/ 1155610 w 1272093"/>
              <a:gd name="connsiteY1" fmla="*/ 1609405 h 1631310"/>
              <a:gd name="connsiteX2" fmla="*/ 1272093 w 1272093"/>
              <a:gd name="connsiteY2" fmla="*/ 1054201 h 1631310"/>
              <a:gd name="connsiteX3" fmla="*/ 1065152 w 1272093"/>
              <a:gd name="connsiteY3" fmla="*/ 927272 h 1631310"/>
              <a:gd name="connsiteX4" fmla="*/ 892016 w 1272093"/>
              <a:gd name="connsiteY4" fmla="*/ 626459 h 1631310"/>
              <a:gd name="connsiteX5" fmla="*/ 239744 w 1272093"/>
              <a:gd name="connsiteY5" fmla="*/ 143256 h 1631310"/>
              <a:gd name="connsiteX6" fmla="*/ 0 w 1272093"/>
              <a:gd name="connsiteY6" fmla="*/ 0 h 1631310"/>
              <a:gd name="connsiteX0" fmla="*/ 418776 w 1032349"/>
              <a:gd name="connsiteY0" fmla="*/ 1414114 h 1488055"/>
              <a:gd name="connsiteX1" fmla="*/ 915866 w 1032349"/>
              <a:gd name="connsiteY1" fmla="*/ 1466150 h 1488055"/>
              <a:gd name="connsiteX2" fmla="*/ 1032349 w 1032349"/>
              <a:gd name="connsiteY2" fmla="*/ 910946 h 1488055"/>
              <a:gd name="connsiteX3" fmla="*/ 825408 w 1032349"/>
              <a:gd name="connsiteY3" fmla="*/ 784017 h 1488055"/>
              <a:gd name="connsiteX4" fmla="*/ 652272 w 1032349"/>
              <a:gd name="connsiteY4" fmla="*/ 483204 h 1488055"/>
              <a:gd name="connsiteX5" fmla="*/ 0 w 1032349"/>
              <a:gd name="connsiteY5" fmla="*/ 1 h 1488055"/>
              <a:gd name="connsiteX0" fmla="*/ 0 w 613573"/>
              <a:gd name="connsiteY0" fmla="*/ 930909 h 1004850"/>
              <a:gd name="connsiteX1" fmla="*/ 497090 w 613573"/>
              <a:gd name="connsiteY1" fmla="*/ 982945 h 1004850"/>
              <a:gd name="connsiteX2" fmla="*/ 613573 w 613573"/>
              <a:gd name="connsiteY2" fmla="*/ 427741 h 1004850"/>
              <a:gd name="connsiteX3" fmla="*/ 406632 w 613573"/>
              <a:gd name="connsiteY3" fmla="*/ 300812 h 1004850"/>
              <a:gd name="connsiteX4" fmla="*/ 233496 w 613573"/>
              <a:gd name="connsiteY4" fmla="*/ -1 h 1004850"/>
              <a:gd name="connsiteX0" fmla="*/ 0 w 613573"/>
              <a:gd name="connsiteY0" fmla="*/ 926184 h 1000125"/>
              <a:gd name="connsiteX1" fmla="*/ 497090 w 613573"/>
              <a:gd name="connsiteY1" fmla="*/ 978220 h 1000125"/>
              <a:gd name="connsiteX2" fmla="*/ 613573 w 613573"/>
              <a:gd name="connsiteY2" fmla="*/ 423016 h 1000125"/>
              <a:gd name="connsiteX3" fmla="*/ 406632 w 613573"/>
              <a:gd name="connsiteY3" fmla="*/ 296087 h 1000125"/>
              <a:gd name="connsiteX4" fmla="*/ 371965 w 613573"/>
              <a:gd name="connsiteY4" fmla="*/ 0 h 1000125"/>
              <a:gd name="connsiteX0" fmla="*/ 0 w 617588"/>
              <a:gd name="connsiteY0" fmla="*/ 926184 h 987360"/>
              <a:gd name="connsiteX1" fmla="*/ 497090 w 617588"/>
              <a:gd name="connsiteY1" fmla="*/ 978220 h 987360"/>
              <a:gd name="connsiteX2" fmla="*/ 491676 w 617588"/>
              <a:gd name="connsiteY2" fmla="*/ 645549 h 987360"/>
              <a:gd name="connsiteX3" fmla="*/ 613573 w 617588"/>
              <a:gd name="connsiteY3" fmla="*/ 423016 h 987360"/>
              <a:gd name="connsiteX4" fmla="*/ 406632 w 617588"/>
              <a:gd name="connsiteY4" fmla="*/ 296087 h 987360"/>
              <a:gd name="connsiteX5" fmla="*/ 371965 w 617588"/>
              <a:gd name="connsiteY5" fmla="*/ 0 h 987360"/>
              <a:gd name="connsiteX0" fmla="*/ 0 w 655918"/>
              <a:gd name="connsiteY0" fmla="*/ 926184 h 987360"/>
              <a:gd name="connsiteX1" fmla="*/ 497090 w 655918"/>
              <a:gd name="connsiteY1" fmla="*/ 978220 h 987360"/>
              <a:gd name="connsiteX2" fmla="*/ 491676 w 655918"/>
              <a:gd name="connsiteY2" fmla="*/ 645549 h 987360"/>
              <a:gd name="connsiteX3" fmla="*/ 652728 w 655918"/>
              <a:gd name="connsiteY3" fmla="*/ 392953 h 987360"/>
              <a:gd name="connsiteX4" fmla="*/ 406632 w 655918"/>
              <a:gd name="connsiteY4" fmla="*/ 296087 h 987360"/>
              <a:gd name="connsiteX5" fmla="*/ 371965 w 655918"/>
              <a:gd name="connsiteY5" fmla="*/ 0 h 987360"/>
              <a:gd name="connsiteX0" fmla="*/ 0 w 655918"/>
              <a:gd name="connsiteY0" fmla="*/ 1250629 h 1311805"/>
              <a:gd name="connsiteX1" fmla="*/ 497090 w 655918"/>
              <a:gd name="connsiteY1" fmla="*/ 1302665 h 1311805"/>
              <a:gd name="connsiteX2" fmla="*/ 491676 w 655918"/>
              <a:gd name="connsiteY2" fmla="*/ 969994 h 1311805"/>
              <a:gd name="connsiteX3" fmla="*/ 652728 w 655918"/>
              <a:gd name="connsiteY3" fmla="*/ 717398 h 1311805"/>
              <a:gd name="connsiteX4" fmla="*/ 406632 w 655918"/>
              <a:gd name="connsiteY4" fmla="*/ 620532 h 1311805"/>
              <a:gd name="connsiteX5" fmla="*/ 399320 w 655918"/>
              <a:gd name="connsiteY5" fmla="*/ 0 h 1311805"/>
              <a:gd name="connsiteX0" fmla="*/ 0 w 655918"/>
              <a:gd name="connsiteY0" fmla="*/ 1250629 h 1311805"/>
              <a:gd name="connsiteX1" fmla="*/ 497090 w 655918"/>
              <a:gd name="connsiteY1" fmla="*/ 1302665 h 1311805"/>
              <a:gd name="connsiteX2" fmla="*/ 491676 w 655918"/>
              <a:gd name="connsiteY2" fmla="*/ 969994 h 1311805"/>
              <a:gd name="connsiteX3" fmla="*/ 652728 w 655918"/>
              <a:gd name="connsiteY3" fmla="*/ 717398 h 1311805"/>
              <a:gd name="connsiteX4" fmla="*/ 406632 w 655918"/>
              <a:gd name="connsiteY4" fmla="*/ 620532 h 1311805"/>
              <a:gd name="connsiteX5" fmla="*/ 399320 w 655918"/>
              <a:gd name="connsiteY5" fmla="*/ 0 h 1311805"/>
              <a:gd name="connsiteX0" fmla="*/ 0 w 738904"/>
              <a:gd name="connsiteY0" fmla="*/ 1396511 h 1396511"/>
              <a:gd name="connsiteX1" fmla="*/ 580076 w 738904"/>
              <a:gd name="connsiteY1" fmla="*/ 1302665 h 1396511"/>
              <a:gd name="connsiteX2" fmla="*/ 574662 w 738904"/>
              <a:gd name="connsiteY2" fmla="*/ 969994 h 1396511"/>
              <a:gd name="connsiteX3" fmla="*/ 735714 w 738904"/>
              <a:gd name="connsiteY3" fmla="*/ 717398 h 1396511"/>
              <a:gd name="connsiteX4" fmla="*/ 489618 w 738904"/>
              <a:gd name="connsiteY4" fmla="*/ 620532 h 1396511"/>
              <a:gd name="connsiteX5" fmla="*/ 482306 w 738904"/>
              <a:gd name="connsiteY5" fmla="*/ 0 h 1396511"/>
              <a:gd name="connsiteX0" fmla="*/ 0 w 738904"/>
              <a:gd name="connsiteY0" fmla="*/ 1396511 h 1396511"/>
              <a:gd name="connsiteX1" fmla="*/ 580076 w 738904"/>
              <a:gd name="connsiteY1" fmla="*/ 1302665 h 1396511"/>
              <a:gd name="connsiteX2" fmla="*/ 574662 w 738904"/>
              <a:gd name="connsiteY2" fmla="*/ 969994 h 1396511"/>
              <a:gd name="connsiteX3" fmla="*/ 735714 w 738904"/>
              <a:gd name="connsiteY3" fmla="*/ 717398 h 1396511"/>
              <a:gd name="connsiteX4" fmla="*/ 489618 w 738904"/>
              <a:gd name="connsiteY4" fmla="*/ 620532 h 1396511"/>
              <a:gd name="connsiteX5" fmla="*/ 482306 w 738904"/>
              <a:gd name="connsiteY5" fmla="*/ 0 h 1396511"/>
              <a:gd name="connsiteX0" fmla="*/ 0 w 743913"/>
              <a:gd name="connsiteY0" fmla="*/ 1396511 h 1396511"/>
              <a:gd name="connsiteX1" fmla="*/ 580076 w 743913"/>
              <a:gd name="connsiteY1" fmla="*/ 1302665 h 1396511"/>
              <a:gd name="connsiteX2" fmla="*/ 574662 w 743913"/>
              <a:gd name="connsiteY2" fmla="*/ 969994 h 1396511"/>
              <a:gd name="connsiteX3" fmla="*/ 687202 w 743913"/>
              <a:gd name="connsiteY3" fmla="*/ 918974 h 1396511"/>
              <a:gd name="connsiteX4" fmla="*/ 735714 w 743913"/>
              <a:gd name="connsiteY4" fmla="*/ 717398 h 1396511"/>
              <a:gd name="connsiteX5" fmla="*/ 489618 w 743913"/>
              <a:gd name="connsiteY5" fmla="*/ 620532 h 1396511"/>
              <a:gd name="connsiteX6" fmla="*/ 482306 w 743913"/>
              <a:gd name="connsiteY6" fmla="*/ 0 h 1396511"/>
              <a:gd name="connsiteX0" fmla="*/ 0 w 743913"/>
              <a:gd name="connsiteY0" fmla="*/ 1396511 h 1396511"/>
              <a:gd name="connsiteX1" fmla="*/ 580076 w 743913"/>
              <a:gd name="connsiteY1" fmla="*/ 1302665 h 1396511"/>
              <a:gd name="connsiteX2" fmla="*/ 602477 w 743913"/>
              <a:gd name="connsiteY2" fmla="*/ 1059275 h 1396511"/>
              <a:gd name="connsiteX3" fmla="*/ 687202 w 743913"/>
              <a:gd name="connsiteY3" fmla="*/ 918974 h 1396511"/>
              <a:gd name="connsiteX4" fmla="*/ 735714 w 743913"/>
              <a:gd name="connsiteY4" fmla="*/ 717398 h 1396511"/>
              <a:gd name="connsiteX5" fmla="*/ 489618 w 743913"/>
              <a:gd name="connsiteY5" fmla="*/ 620532 h 1396511"/>
              <a:gd name="connsiteX6" fmla="*/ 482306 w 743913"/>
              <a:gd name="connsiteY6" fmla="*/ 0 h 139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3913" h="1396511">
                <a:moveTo>
                  <a:pt x="0" y="1396511"/>
                </a:moveTo>
                <a:cubicBezTo>
                  <a:pt x="237121" y="1271914"/>
                  <a:pt x="479663" y="1358871"/>
                  <a:pt x="580076" y="1302665"/>
                </a:cubicBezTo>
                <a:cubicBezTo>
                  <a:pt x="680489" y="1246459"/>
                  <a:pt x="589797" y="1132199"/>
                  <a:pt x="602477" y="1059275"/>
                </a:cubicBezTo>
                <a:cubicBezTo>
                  <a:pt x="615157" y="986351"/>
                  <a:pt x="660360" y="961073"/>
                  <a:pt x="687202" y="918974"/>
                </a:cubicBezTo>
                <a:cubicBezTo>
                  <a:pt x="714044" y="876875"/>
                  <a:pt x="763470" y="758163"/>
                  <a:pt x="735714" y="717398"/>
                </a:cubicBezTo>
                <a:cubicBezTo>
                  <a:pt x="720638" y="603709"/>
                  <a:pt x="531853" y="740098"/>
                  <a:pt x="489618" y="620532"/>
                </a:cubicBezTo>
                <a:cubicBezTo>
                  <a:pt x="447383" y="500966"/>
                  <a:pt x="400550" y="351945"/>
                  <a:pt x="482306"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1C43AD59-8810-20DB-B949-DED610774E29}"/>
              </a:ext>
            </a:extLst>
          </p:cNvPr>
          <p:cNvSpPr/>
          <p:nvPr userDrawn="1"/>
        </p:nvSpPr>
        <p:spPr>
          <a:xfrm rot="8568214" flipV="1">
            <a:off x="10299041" y="5879370"/>
            <a:ext cx="376418" cy="433257"/>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Lst>
            <a:ahLst/>
            <a:cxnLst>
              <a:cxn ang="0">
                <a:pos x="connsiteX0" y="connsiteY0"/>
              </a:cxn>
              <a:cxn ang="0">
                <a:pos x="connsiteX1" y="connsiteY1"/>
              </a:cxn>
              <a:cxn ang="0">
                <a:pos x="connsiteX2" y="connsiteY2"/>
              </a:cxn>
              <a:cxn ang="0">
                <a:pos x="connsiteX3" y="connsiteY3"/>
              </a:cxn>
            </a:cxnLst>
            <a:rect l="l" t="t" r="r" b="b"/>
            <a:pathLst>
              <a:path w="418035" h="583034">
                <a:moveTo>
                  <a:pt x="0" y="430255"/>
                </a:moveTo>
                <a:cubicBezTo>
                  <a:pt x="117747" y="425036"/>
                  <a:pt x="253413" y="603350"/>
                  <a:pt x="319013" y="581114"/>
                </a:cubicBezTo>
                <a:cubicBezTo>
                  <a:pt x="384613" y="558878"/>
                  <a:pt x="456929" y="353117"/>
                  <a:pt x="393602" y="296841"/>
                </a:cubicBezTo>
                <a:cubicBezTo>
                  <a:pt x="330275" y="240565"/>
                  <a:pt x="393264" y="139716"/>
                  <a:pt x="203796"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152E27E7-AD15-6027-1395-0CF2BCBBFC03}"/>
              </a:ext>
            </a:extLst>
          </p:cNvPr>
          <p:cNvSpPr/>
          <p:nvPr userDrawn="1"/>
        </p:nvSpPr>
        <p:spPr>
          <a:xfrm rot="8886342" flipV="1">
            <a:off x="6854771" y="6262325"/>
            <a:ext cx="1169330" cy="303130"/>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623855"/>
              <a:gd name="connsiteY0" fmla="*/ 0 h 1340931"/>
              <a:gd name="connsiteX1" fmla="*/ 957418 w 4623855"/>
              <a:gd name="connsiteY1" fmla="*/ 537574 h 1340931"/>
              <a:gd name="connsiteX2" fmla="*/ 1255517 w 4623855"/>
              <a:gd name="connsiteY2" fmla="*/ 734955 h 1340931"/>
              <a:gd name="connsiteX3" fmla="*/ 1437595 w 4623855"/>
              <a:gd name="connsiteY3" fmla="*/ 883118 h 1340931"/>
              <a:gd name="connsiteX4" fmla="*/ 1748300 w 4623855"/>
              <a:gd name="connsiteY4" fmla="*/ 1080952 h 1340931"/>
              <a:gd name="connsiteX5" fmla="*/ 1892931 w 4623855"/>
              <a:gd name="connsiteY5" fmla="*/ 1331621 h 1340931"/>
              <a:gd name="connsiteX6" fmla="*/ 2128824 w 4623855"/>
              <a:gd name="connsiteY6" fmla="*/ 1237162 h 1340931"/>
              <a:gd name="connsiteX7" fmla="*/ 2421242 w 4623855"/>
              <a:gd name="connsiteY7" fmla="*/ 1094192 h 1340931"/>
              <a:gd name="connsiteX8" fmla="*/ 2579071 w 4623855"/>
              <a:gd name="connsiteY8" fmla="*/ 848161 h 1340931"/>
              <a:gd name="connsiteX9" fmla="*/ 2714135 w 4623855"/>
              <a:gd name="connsiteY9" fmla="*/ 540980 h 1340931"/>
              <a:gd name="connsiteX10" fmla="*/ 2842914 w 4623855"/>
              <a:gd name="connsiteY10" fmla="*/ 377531 h 1340931"/>
              <a:gd name="connsiteX11" fmla="*/ 3107093 w 4623855"/>
              <a:gd name="connsiteY11" fmla="*/ 114374 h 1340931"/>
              <a:gd name="connsiteX12" fmla="*/ 3334404 w 4623855"/>
              <a:gd name="connsiteY12" fmla="*/ 291616 h 1340931"/>
              <a:gd name="connsiteX13" fmla="*/ 3631919 w 4623855"/>
              <a:gd name="connsiteY13" fmla="*/ 248305 h 1340931"/>
              <a:gd name="connsiteX14" fmla="*/ 4051965 w 4623855"/>
              <a:gd name="connsiteY14" fmla="*/ 292938 h 1340931"/>
              <a:gd name="connsiteX15" fmla="*/ 4357484 w 4623855"/>
              <a:gd name="connsiteY15" fmla="*/ 386485 h 1340931"/>
              <a:gd name="connsiteX16" fmla="*/ 4623855 w 4623855"/>
              <a:gd name="connsiteY16" fmla="*/ 366696 h 1340931"/>
              <a:gd name="connsiteX0" fmla="*/ 0 w 4609141"/>
              <a:gd name="connsiteY0" fmla="*/ 0 h 1348204"/>
              <a:gd name="connsiteX1" fmla="*/ 942704 w 4609141"/>
              <a:gd name="connsiteY1" fmla="*/ 544847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141"/>
              <a:gd name="connsiteY0" fmla="*/ 0 h 1348204"/>
              <a:gd name="connsiteX1" fmla="*/ 999616 w 4609141"/>
              <a:gd name="connsiteY1" fmla="*/ 513654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0841"/>
              <a:gd name="connsiteX1" fmla="*/ 999993 w 4609518"/>
              <a:gd name="connsiteY1" fmla="*/ 524600 h 1350841"/>
              <a:gd name="connsiteX2" fmla="*/ 1241180 w 4609518"/>
              <a:gd name="connsiteY2" fmla="*/ 753174 h 1350841"/>
              <a:gd name="connsiteX3" fmla="*/ 1423258 w 4609518"/>
              <a:gd name="connsiteY3" fmla="*/ 901337 h 1350841"/>
              <a:gd name="connsiteX4" fmla="*/ 1603929 w 4609518"/>
              <a:gd name="connsiteY4" fmla="*/ 1196434 h 1350841"/>
              <a:gd name="connsiteX5" fmla="*/ 1878594 w 4609518"/>
              <a:gd name="connsiteY5" fmla="*/ 1349840 h 1350841"/>
              <a:gd name="connsiteX6" fmla="*/ 2114487 w 4609518"/>
              <a:gd name="connsiteY6" fmla="*/ 1255381 h 1350841"/>
              <a:gd name="connsiteX7" fmla="*/ 2406905 w 4609518"/>
              <a:gd name="connsiteY7" fmla="*/ 1112411 h 1350841"/>
              <a:gd name="connsiteX8" fmla="*/ 2564734 w 4609518"/>
              <a:gd name="connsiteY8" fmla="*/ 866380 h 1350841"/>
              <a:gd name="connsiteX9" fmla="*/ 2699798 w 4609518"/>
              <a:gd name="connsiteY9" fmla="*/ 559199 h 1350841"/>
              <a:gd name="connsiteX10" fmla="*/ 2828577 w 4609518"/>
              <a:gd name="connsiteY10" fmla="*/ 395750 h 1350841"/>
              <a:gd name="connsiteX11" fmla="*/ 3092756 w 4609518"/>
              <a:gd name="connsiteY11" fmla="*/ 132593 h 1350841"/>
              <a:gd name="connsiteX12" fmla="*/ 3320067 w 4609518"/>
              <a:gd name="connsiteY12" fmla="*/ 309835 h 1350841"/>
              <a:gd name="connsiteX13" fmla="*/ 3617582 w 4609518"/>
              <a:gd name="connsiteY13" fmla="*/ 266524 h 1350841"/>
              <a:gd name="connsiteX14" fmla="*/ 4037628 w 4609518"/>
              <a:gd name="connsiteY14" fmla="*/ 311157 h 1350841"/>
              <a:gd name="connsiteX15" fmla="*/ 4343147 w 4609518"/>
              <a:gd name="connsiteY15" fmla="*/ 404704 h 1350841"/>
              <a:gd name="connsiteX16" fmla="*/ 4609518 w 4609518"/>
              <a:gd name="connsiteY16" fmla="*/ 384915 h 1350841"/>
              <a:gd name="connsiteX0" fmla="*/ 0 w 4185389"/>
              <a:gd name="connsiteY0" fmla="*/ 16749 h 1218319"/>
              <a:gd name="connsiteX1" fmla="*/ 575864 w 4185389"/>
              <a:gd name="connsiteY1" fmla="*/ 392078 h 1218319"/>
              <a:gd name="connsiteX2" fmla="*/ 817051 w 4185389"/>
              <a:gd name="connsiteY2" fmla="*/ 620652 h 1218319"/>
              <a:gd name="connsiteX3" fmla="*/ 999129 w 4185389"/>
              <a:gd name="connsiteY3" fmla="*/ 768815 h 1218319"/>
              <a:gd name="connsiteX4" fmla="*/ 1179800 w 4185389"/>
              <a:gd name="connsiteY4" fmla="*/ 1063912 h 1218319"/>
              <a:gd name="connsiteX5" fmla="*/ 1454465 w 4185389"/>
              <a:gd name="connsiteY5" fmla="*/ 1217318 h 1218319"/>
              <a:gd name="connsiteX6" fmla="*/ 1690358 w 4185389"/>
              <a:gd name="connsiteY6" fmla="*/ 1122859 h 1218319"/>
              <a:gd name="connsiteX7" fmla="*/ 1982776 w 4185389"/>
              <a:gd name="connsiteY7" fmla="*/ 979889 h 1218319"/>
              <a:gd name="connsiteX8" fmla="*/ 2140605 w 4185389"/>
              <a:gd name="connsiteY8" fmla="*/ 733858 h 1218319"/>
              <a:gd name="connsiteX9" fmla="*/ 2275669 w 4185389"/>
              <a:gd name="connsiteY9" fmla="*/ 426677 h 1218319"/>
              <a:gd name="connsiteX10" fmla="*/ 2404448 w 4185389"/>
              <a:gd name="connsiteY10" fmla="*/ 263228 h 1218319"/>
              <a:gd name="connsiteX11" fmla="*/ 2668627 w 4185389"/>
              <a:gd name="connsiteY11" fmla="*/ 71 h 1218319"/>
              <a:gd name="connsiteX12" fmla="*/ 2895938 w 4185389"/>
              <a:gd name="connsiteY12" fmla="*/ 177313 h 1218319"/>
              <a:gd name="connsiteX13" fmla="*/ 3193453 w 4185389"/>
              <a:gd name="connsiteY13" fmla="*/ 134002 h 1218319"/>
              <a:gd name="connsiteX14" fmla="*/ 3613499 w 4185389"/>
              <a:gd name="connsiteY14" fmla="*/ 178635 h 1218319"/>
              <a:gd name="connsiteX15" fmla="*/ 3919018 w 4185389"/>
              <a:gd name="connsiteY15" fmla="*/ 272182 h 1218319"/>
              <a:gd name="connsiteX16" fmla="*/ 4185389 w 4185389"/>
              <a:gd name="connsiteY16" fmla="*/ 2523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3919018 w 4776428"/>
              <a:gd name="connsiteY15" fmla="*/ 272182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3919018 w 4776428"/>
              <a:gd name="connsiteY15" fmla="*/ 272182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4151133 w 4776428"/>
              <a:gd name="connsiteY15" fmla="*/ 274803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4151133 w 4776428"/>
              <a:gd name="connsiteY15" fmla="*/ 274803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83999 w 4776428"/>
              <a:gd name="connsiteY14" fmla="*/ 286590 h 1218319"/>
              <a:gd name="connsiteX15" fmla="*/ 4151133 w 4776428"/>
              <a:gd name="connsiteY15" fmla="*/ 274803 h 1218319"/>
              <a:gd name="connsiteX16" fmla="*/ 4776428 w 4776428"/>
              <a:gd name="connsiteY16" fmla="*/ 535993 h 1218319"/>
              <a:gd name="connsiteX0" fmla="*/ 0 w 4776428"/>
              <a:gd name="connsiteY0" fmla="*/ 16688 h 1218258"/>
              <a:gd name="connsiteX1" fmla="*/ 575864 w 4776428"/>
              <a:gd name="connsiteY1" fmla="*/ 392017 h 1218258"/>
              <a:gd name="connsiteX2" fmla="*/ 817051 w 4776428"/>
              <a:gd name="connsiteY2" fmla="*/ 620591 h 1218258"/>
              <a:gd name="connsiteX3" fmla="*/ 999129 w 4776428"/>
              <a:gd name="connsiteY3" fmla="*/ 768754 h 1218258"/>
              <a:gd name="connsiteX4" fmla="*/ 1179800 w 4776428"/>
              <a:gd name="connsiteY4" fmla="*/ 1063851 h 1218258"/>
              <a:gd name="connsiteX5" fmla="*/ 1454465 w 4776428"/>
              <a:gd name="connsiteY5" fmla="*/ 1217257 h 1218258"/>
              <a:gd name="connsiteX6" fmla="*/ 1690358 w 4776428"/>
              <a:gd name="connsiteY6" fmla="*/ 1122798 h 1218258"/>
              <a:gd name="connsiteX7" fmla="*/ 1982776 w 4776428"/>
              <a:gd name="connsiteY7" fmla="*/ 979828 h 1218258"/>
              <a:gd name="connsiteX8" fmla="*/ 2140605 w 4776428"/>
              <a:gd name="connsiteY8" fmla="*/ 733797 h 1218258"/>
              <a:gd name="connsiteX9" fmla="*/ 2275669 w 4776428"/>
              <a:gd name="connsiteY9" fmla="*/ 426616 h 1218258"/>
              <a:gd name="connsiteX10" fmla="*/ 2355746 w 4776428"/>
              <a:gd name="connsiteY10" fmla="*/ 185558 h 1218258"/>
              <a:gd name="connsiteX11" fmla="*/ 2668627 w 4776428"/>
              <a:gd name="connsiteY11" fmla="*/ 10 h 1218258"/>
              <a:gd name="connsiteX12" fmla="*/ 2895938 w 4776428"/>
              <a:gd name="connsiteY12" fmla="*/ 177252 h 1218258"/>
              <a:gd name="connsiteX13" fmla="*/ 3193453 w 4776428"/>
              <a:gd name="connsiteY13" fmla="*/ 133941 h 1218258"/>
              <a:gd name="connsiteX14" fmla="*/ 3683999 w 4776428"/>
              <a:gd name="connsiteY14" fmla="*/ 286529 h 1218258"/>
              <a:gd name="connsiteX15" fmla="*/ 4151133 w 4776428"/>
              <a:gd name="connsiteY15" fmla="*/ 274742 h 1218258"/>
              <a:gd name="connsiteX16" fmla="*/ 4776428 w 4776428"/>
              <a:gd name="connsiteY16" fmla="*/ 535932 h 1218258"/>
              <a:gd name="connsiteX0" fmla="*/ 0 w 4776428"/>
              <a:gd name="connsiteY0" fmla="*/ 16688 h 1218258"/>
              <a:gd name="connsiteX1" fmla="*/ 575864 w 4776428"/>
              <a:gd name="connsiteY1" fmla="*/ 392017 h 1218258"/>
              <a:gd name="connsiteX2" fmla="*/ 817051 w 4776428"/>
              <a:gd name="connsiteY2" fmla="*/ 620591 h 1218258"/>
              <a:gd name="connsiteX3" fmla="*/ 999129 w 4776428"/>
              <a:gd name="connsiteY3" fmla="*/ 768754 h 1218258"/>
              <a:gd name="connsiteX4" fmla="*/ 1179800 w 4776428"/>
              <a:gd name="connsiteY4" fmla="*/ 1063851 h 1218258"/>
              <a:gd name="connsiteX5" fmla="*/ 1454465 w 4776428"/>
              <a:gd name="connsiteY5" fmla="*/ 1217257 h 1218258"/>
              <a:gd name="connsiteX6" fmla="*/ 1690358 w 4776428"/>
              <a:gd name="connsiteY6" fmla="*/ 1122798 h 1218258"/>
              <a:gd name="connsiteX7" fmla="*/ 1982776 w 4776428"/>
              <a:gd name="connsiteY7" fmla="*/ 979828 h 1218258"/>
              <a:gd name="connsiteX8" fmla="*/ 2140605 w 4776428"/>
              <a:gd name="connsiteY8" fmla="*/ 733797 h 1218258"/>
              <a:gd name="connsiteX9" fmla="*/ 2177054 w 4776428"/>
              <a:gd name="connsiteY9" fmla="*/ 412259 h 1218258"/>
              <a:gd name="connsiteX10" fmla="*/ 2355746 w 4776428"/>
              <a:gd name="connsiteY10" fmla="*/ 185558 h 1218258"/>
              <a:gd name="connsiteX11" fmla="*/ 2668627 w 4776428"/>
              <a:gd name="connsiteY11" fmla="*/ 10 h 1218258"/>
              <a:gd name="connsiteX12" fmla="*/ 2895938 w 4776428"/>
              <a:gd name="connsiteY12" fmla="*/ 177252 h 1218258"/>
              <a:gd name="connsiteX13" fmla="*/ 3193453 w 4776428"/>
              <a:gd name="connsiteY13" fmla="*/ 133941 h 1218258"/>
              <a:gd name="connsiteX14" fmla="*/ 3683999 w 4776428"/>
              <a:gd name="connsiteY14" fmla="*/ 286529 h 1218258"/>
              <a:gd name="connsiteX15" fmla="*/ 4151133 w 4776428"/>
              <a:gd name="connsiteY15" fmla="*/ 274742 h 1218258"/>
              <a:gd name="connsiteX16" fmla="*/ 4776428 w 4776428"/>
              <a:gd name="connsiteY16" fmla="*/ 535932 h 1218258"/>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51133 w 4776428"/>
              <a:gd name="connsiteY15" fmla="*/ 274741 h 1218257"/>
              <a:gd name="connsiteX16" fmla="*/ 4776428 w 4776428"/>
              <a:gd name="connsiteY16" fmla="*/ 535931 h 1218257"/>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97040 w 4776428"/>
              <a:gd name="connsiteY15" fmla="*/ 188568 h 1218257"/>
              <a:gd name="connsiteX16" fmla="*/ 4776428 w 4776428"/>
              <a:gd name="connsiteY16" fmla="*/ 535931 h 1218257"/>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97040 w 4776428"/>
              <a:gd name="connsiteY15" fmla="*/ 188568 h 1218257"/>
              <a:gd name="connsiteX16" fmla="*/ 4776428 w 4776428"/>
              <a:gd name="connsiteY16" fmla="*/ 535931 h 1218257"/>
              <a:gd name="connsiteX0" fmla="*/ 0 w 4776428"/>
              <a:gd name="connsiteY0" fmla="*/ 18519 h 1220089"/>
              <a:gd name="connsiteX1" fmla="*/ 575864 w 4776428"/>
              <a:gd name="connsiteY1" fmla="*/ 393848 h 1220089"/>
              <a:gd name="connsiteX2" fmla="*/ 817051 w 4776428"/>
              <a:gd name="connsiteY2" fmla="*/ 622422 h 1220089"/>
              <a:gd name="connsiteX3" fmla="*/ 999129 w 4776428"/>
              <a:gd name="connsiteY3" fmla="*/ 770585 h 1220089"/>
              <a:gd name="connsiteX4" fmla="*/ 1179800 w 4776428"/>
              <a:gd name="connsiteY4" fmla="*/ 1065682 h 1220089"/>
              <a:gd name="connsiteX5" fmla="*/ 1454465 w 4776428"/>
              <a:gd name="connsiteY5" fmla="*/ 1219088 h 1220089"/>
              <a:gd name="connsiteX6" fmla="*/ 1690358 w 4776428"/>
              <a:gd name="connsiteY6" fmla="*/ 1124629 h 1220089"/>
              <a:gd name="connsiteX7" fmla="*/ 1982776 w 4776428"/>
              <a:gd name="connsiteY7" fmla="*/ 981659 h 1220089"/>
              <a:gd name="connsiteX8" fmla="*/ 2140605 w 4776428"/>
              <a:gd name="connsiteY8" fmla="*/ 735628 h 1220089"/>
              <a:gd name="connsiteX9" fmla="*/ 2177054 w 4776428"/>
              <a:gd name="connsiteY9" fmla="*/ 414090 h 1220089"/>
              <a:gd name="connsiteX10" fmla="*/ 2355746 w 4776428"/>
              <a:gd name="connsiteY10" fmla="*/ 187389 h 1220089"/>
              <a:gd name="connsiteX11" fmla="*/ 2668627 w 4776428"/>
              <a:gd name="connsiteY11" fmla="*/ 1841 h 1220089"/>
              <a:gd name="connsiteX12" fmla="*/ 2958671 w 4776428"/>
              <a:gd name="connsiteY12" fmla="*/ 90692 h 1220089"/>
              <a:gd name="connsiteX13" fmla="*/ 3206678 w 4776428"/>
              <a:gd name="connsiteY13" fmla="*/ 63680 h 1220089"/>
              <a:gd name="connsiteX14" fmla="*/ 3683999 w 4776428"/>
              <a:gd name="connsiteY14" fmla="*/ 288360 h 1220089"/>
              <a:gd name="connsiteX15" fmla="*/ 4197040 w 4776428"/>
              <a:gd name="connsiteY15" fmla="*/ 190400 h 1220089"/>
              <a:gd name="connsiteX16" fmla="*/ 4776428 w 4776428"/>
              <a:gd name="connsiteY16" fmla="*/ 537763 h 1220089"/>
              <a:gd name="connsiteX0" fmla="*/ 0 w 4776428"/>
              <a:gd name="connsiteY0" fmla="*/ 18519 h 1235723"/>
              <a:gd name="connsiteX1" fmla="*/ 575864 w 4776428"/>
              <a:gd name="connsiteY1" fmla="*/ 393848 h 1235723"/>
              <a:gd name="connsiteX2" fmla="*/ 817051 w 4776428"/>
              <a:gd name="connsiteY2" fmla="*/ 622422 h 1235723"/>
              <a:gd name="connsiteX3" fmla="*/ 999129 w 4776428"/>
              <a:gd name="connsiteY3" fmla="*/ 770585 h 1235723"/>
              <a:gd name="connsiteX4" fmla="*/ 1454465 w 4776428"/>
              <a:gd name="connsiteY4" fmla="*/ 1219088 h 1235723"/>
              <a:gd name="connsiteX5" fmla="*/ 1690358 w 4776428"/>
              <a:gd name="connsiteY5" fmla="*/ 1124629 h 1235723"/>
              <a:gd name="connsiteX6" fmla="*/ 1982776 w 4776428"/>
              <a:gd name="connsiteY6" fmla="*/ 981659 h 1235723"/>
              <a:gd name="connsiteX7" fmla="*/ 2140605 w 4776428"/>
              <a:gd name="connsiteY7" fmla="*/ 735628 h 1235723"/>
              <a:gd name="connsiteX8" fmla="*/ 2177054 w 4776428"/>
              <a:gd name="connsiteY8" fmla="*/ 414090 h 1235723"/>
              <a:gd name="connsiteX9" fmla="*/ 2355746 w 4776428"/>
              <a:gd name="connsiteY9" fmla="*/ 187389 h 1235723"/>
              <a:gd name="connsiteX10" fmla="*/ 2668627 w 4776428"/>
              <a:gd name="connsiteY10" fmla="*/ 1841 h 1235723"/>
              <a:gd name="connsiteX11" fmla="*/ 2958671 w 4776428"/>
              <a:gd name="connsiteY11" fmla="*/ 90692 h 1235723"/>
              <a:gd name="connsiteX12" fmla="*/ 3206678 w 4776428"/>
              <a:gd name="connsiteY12" fmla="*/ 63680 h 1235723"/>
              <a:gd name="connsiteX13" fmla="*/ 3683999 w 4776428"/>
              <a:gd name="connsiteY13" fmla="*/ 288360 h 1235723"/>
              <a:gd name="connsiteX14" fmla="*/ 4197040 w 4776428"/>
              <a:gd name="connsiteY14" fmla="*/ 190400 h 1235723"/>
              <a:gd name="connsiteX15" fmla="*/ 4776428 w 4776428"/>
              <a:gd name="connsiteY15" fmla="*/ 537763 h 1235723"/>
              <a:gd name="connsiteX0" fmla="*/ 0 w 4776428"/>
              <a:gd name="connsiteY0" fmla="*/ 18519 h 1230653"/>
              <a:gd name="connsiteX1" fmla="*/ 575864 w 4776428"/>
              <a:gd name="connsiteY1" fmla="*/ 393848 h 1230653"/>
              <a:gd name="connsiteX2" fmla="*/ 817051 w 4776428"/>
              <a:gd name="connsiteY2" fmla="*/ 622422 h 1230653"/>
              <a:gd name="connsiteX3" fmla="*/ 1077207 w 4776428"/>
              <a:gd name="connsiteY3" fmla="*/ 852138 h 1230653"/>
              <a:gd name="connsiteX4" fmla="*/ 1454465 w 4776428"/>
              <a:gd name="connsiteY4" fmla="*/ 1219088 h 1230653"/>
              <a:gd name="connsiteX5" fmla="*/ 1690358 w 4776428"/>
              <a:gd name="connsiteY5" fmla="*/ 1124629 h 1230653"/>
              <a:gd name="connsiteX6" fmla="*/ 1982776 w 4776428"/>
              <a:gd name="connsiteY6" fmla="*/ 981659 h 1230653"/>
              <a:gd name="connsiteX7" fmla="*/ 2140605 w 4776428"/>
              <a:gd name="connsiteY7" fmla="*/ 735628 h 1230653"/>
              <a:gd name="connsiteX8" fmla="*/ 2177054 w 4776428"/>
              <a:gd name="connsiteY8" fmla="*/ 414090 h 1230653"/>
              <a:gd name="connsiteX9" fmla="*/ 2355746 w 4776428"/>
              <a:gd name="connsiteY9" fmla="*/ 187389 h 1230653"/>
              <a:gd name="connsiteX10" fmla="*/ 2668627 w 4776428"/>
              <a:gd name="connsiteY10" fmla="*/ 1841 h 1230653"/>
              <a:gd name="connsiteX11" fmla="*/ 2958671 w 4776428"/>
              <a:gd name="connsiteY11" fmla="*/ 90692 h 1230653"/>
              <a:gd name="connsiteX12" fmla="*/ 3206678 w 4776428"/>
              <a:gd name="connsiteY12" fmla="*/ 63680 h 1230653"/>
              <a:gd name="connsiteX13" fmla="*/ 3683999 w 4776428"/>
              <a:gd name="connsiteY13" fmla="*/ 288360 h 1230653"/>
              <a:gd name="connsiteX14" fmla="*/ 4197040 w 4776428"/>
              <a:gd name="connsiteY14" fmla="*/ 190400 h 1230653"/>
              <a:gd name="connsiteX15" fmla="*/ 4776428 w 4776428"/>
              <a:gd name="connsiteY15" fmla="*/ 537763 h 1230653"/>
              <a:gd name="connsiteX0" fmla="*/ 0 w 4776428"/>
              <a:gd name="connsiteY0" fmla="*/ 18519 h 1137527"/>
              <a:gd name="connsiteX1" fmla="*/ 575864 w 4776428"/>
              <a:gd name="connsiteY1" fmla="*/ 393848 h 1137527"/>
              <a:gd name="connsiteX2" fmla="*/ 817051 w 4776428"/>
              <a:gd name="connsiteY2" fmla="*/ 622422 h 1137527"/>
              <a:gd name="connsiteX3" fmla="*/ 1077207 w 4776428"/>
              <a:gd name="connsiteY3" fmla="*/ 852138 h 1137527"/>
              <a:gd name="connsiteX4" fmla="*/ 1350449 w 4776428"/>
              <a:gd name="connsiteY4" fmla="*/ 1099920 h 1137527"/>
              <a:gd name="connsiteX5" fmla="*/ 1690358 w 4776428"/>
              <a:gd name="connsiteY5" fmla="*/ 1124629 h 1137527"/>
              <a:gd name="connsiteX6" fmla="*/ 1982776 w 4776428"/>
              <a:gd name="connsiteY6" fmla="*/ 981659 h 1137527"/>
              <a:gd name="connsiteX7" fmla="*/ 2140605 w 4776428"/>
              <a:gd name="connsiteY7" fmla="*/ 735628 h 1137527"/>
              <a:gd name="connsiteX8" fmla="*/ 2177054 w 4776428"/>
              <a:gd name="connsiteY8" fmla="*/ 414090 h 1137527"/>
              <a:gd name="connsiteX9" fmla="*/ 2355746 w 4776428"/>
              <a:gd name="connsiteY9" fmla="*/ 187389 h 1137527"/>
              <a:gd name="connsiteX10" fmla="*/ 2668627 w 4776428"/>
              <a:gd name="connsiteY10" fmla="*/ 1841 h 1137527"/>
              <a:gd name="connsiteX11" fmla="*/ 2958671 w 4776428"/>
              <a:gd name="connsiteY11" fmla="*/ 90692 h 1137527"/>
              <a:gd name="connsiteX12" fmla="*/ 3206678 w 4776428"/>
              <a:gd name="connsiteY12" fmla="*/ 63680 h 1137527"/>
              <a:gd name="connsiteX13" fmla="*/ 3683999 w 4776428"/>
              <a:gd name="connsiteY13" fmla="*/ 288360 h 1137527"/>
              <a:gd name="connsiteX14" fmla="*/ 4197040 w 4776428"/>
              <a:gd name="connsiteY14" fmla="*/ 190400 h 1137527"/>
              <a:gd name="connsiteX15" fmla="*/ 4776428 w 4776428"/>
              <a:gd name="connsiteY15" fmla="*/ 537763 h 1137527"/>
              <a:gd name="connsiteX0" fmla="*/ 0 w 4776428"/>
              <a:gd name="connsiteY0" fmla="*/ 18519 h 1137528"/>
              <a:gd name="connsiteX1" fmla="*/ 575864 w 4776428"/>
              <a:gd name="connsiteY1" fmla="*/ 393848 h 1137528"/>
              <a:gd name="connsiteX2" fmla="*/ 817051 w 4776428"/>
              <a:gd name="connsiteY2" fmla="*/ 622422 h 1137528"/>
              <a:gd name="connsiteX3" fmla="*/ 1077207 w 4776428"/>
              <a:gd name="connsiteY3" fmla="*/ 852138 h 1137528"/>
              <a:gd name="connsiteX4" fmla="*/ 1350449 w 4776428"/>
              <a:gd name="connsiteY4" fmla="*/ 1099920 h 1137528"/>
              <a:gd name="connsiteX5" fmla="*/ 1690358 w 4776428"/>
              <a:gd name="connsiteY5" fmla="*/ 1124629 h 1137528"/>
              <a:gd name="connsiteX6" fmla="*/ 1982776 w 4776428"/>
              <a:gd name="connsiteY6" fmla="*/ 981659 h 1137528"/>
              <a:gd name="connsiteX7" fmla="*/ 2140605 w 4776428"/>
              <a:gd name="connsiteY7" fmla="*/ 735628 h 1137528"/>
              <a:gd name="connsiteX8" fmla="*/ 2177054 w 4776428"/>
              <a:gd name="connsiteY8" fmla="*/ 414090 h 1137528"/>
              <a:gd name="connsiteX9" fmla="*/ 2355746 w 4776428"/>
              <a:gd name="connsiteY9" fmla="*/ 187389 h 1137528"/>
              <a:gd name="connsiteX10" fmla="*/ 2668627 w 4776428"/>
              <a:gd name="connsiteY10" fmla="*/ 1841 h 1137528"/>
              <a:gd name="connsiteX11" fmla="*/ 2958671 w 4776428"/>
              <a:gd name="connsiteY11" fmla="*/ 90692 h 1137528"/>
              <a:gd name="connsiteX12" fmla="*/ 3206678 w 4776428"/>
              <a:gd name="connsiteY12" fmla="*/ 63680 h 1137528"/>
              <a:gd name="connsiteX13" fmla="*/ 3683999 w 4776428"/>
              <a:gd name="connsiteY13" fmla="*/ 288360 h 1137528"/>
              <a:gd name="connsiteX14" fmla="*/ 3962596 w 4776428"/>
              <a:gd name="connsiteY14" fmla="*/ 417947 h 1137528"/>
              <a:gd name="connsiteX15" fmla="*/ 4197040 w 4776428"/>
              <a:gd name="connsiteY15" fmla="*/ 190400 h 1137528"/>
              <a:gd name="connsiteX16" fmla="*/ 4776428 w 4776428"/>
              <a:gd name="connsiteY16" fmla="*/ 537763 h 1137528"/>
              <a:gd name="connsiteX0" fmla="*/ 0 w 4776428"/>
              <a:gd name="connsiteY0" fmla="*/ 18519 h 1137528"/>
              <a:gd name="connsiteX1" fmla="*/ 575864 w 4776428"/>
              <a:gd name="connsiteY1" fmla="*/ 393848 h 1137528"/>
              <a:gd name="connsiteX2" fmla="*/ 817051 w 4776428"/>
              <a:gd name="connsiteY2" fmla="*/ 622422 h 1137528"/>
              <a:gd name="connsiteX3" fmla="*/ 1077207 w 4776428"/>
              <a:gd name="connsiteY3" fmla="*/ 852138 h 1137528"/>
              <a:gd name="connsiteX4" fmla="*/ 1350449 w 4776428"/>
              <a:gd name="connsiteY4" fmla="*/ 1099920 h 1137528"/>
              <a:gd name="connsiteX5" fmla="*/ 1690358 w 4776428"/>
              <a:gd name="connsiteY5" fmla="*/ 1124629 h 1137528"/>
              <a:gd name="connsiteX6" fmla="*/ 1982776 w 4776428"/>
              <a:gd name="connsiteY6" fmla="*/ 981659 h 1137528"/>
              <a:gd name="connsiteX7" fmla="*/ 2140605 w 4776428"/>
              <a:gd name="connsiteY7" fmla="*/ 735628 h 1137528"/>
              <a:gd name="connsiteX8" fmla="*/ 2177054 w 4776428"/>
              <a:gd name="connsiteY8" fmla="*/ 414090 h 1137528"/>
              <a:gd name="connsiteX9" fmla="*/ 2355746 w 4776428"/>
              <a:gd name="connsiteY9" fmla="*/ 187389 h 1137528"/>
              <a:gd name="connsiteX10" fmla="*/ 2668627 w 4776428"/>
              <a:gd name="connsiteY10" fmla="*/ 1841 h 1137528"/>
              <a:gd name="connsiteX11" fmla="*/ 2958671 w 4776428"/>
              <a:gd name="connsiteY11" fmla="*/ 90692 h 1137528"/>
              <a:gd name="connsiteX12" fmla="*/ 3206678 w 4776428"/>
              <a:gd name="connsiteY12" fmla="*/ 63680 h 1137528"/>
              <a:gd name="connsiteX13" fmla="*/ 3790014 w 4776428"/>
              <a:gd name="connsiteY13" fmla="*/ 235777 h 1137528"/>
              <a:gd name="connsiteX14" fmla="*/ 3962596 w 4776428"/>
              <a:gd name="connsiteY14" fmla="*/ 417947 h 1137528"/>
              <a:gd name="connsiteX15" fmla="*/ 4197040 w 4776428"/>
              <a:gd name="connsiteY15" fmla="*/ 190400 h 1137528"/>
              <a:gd name="connsiteX16" fmla="*/ 4776428 w 4776428"/>
              <a:gd name="connsiteY16" fmla="*/ 537763 h 1137528"/>
              <a:gd name="connsiteX0" fmla="*/ 0 w 4776428"/>
              <a:gd name="connsiteY0" fmla="*/ 18974 h 1137983"/>
              <a:gd name="connsiteX1" fmla="*/ 575864 w 4776428"/>
              <a:gd name="connsiteY1" fmla="*/ 394303 h 1137983"/>
              <a:gd name="connsiteX2" fmla="*/ 817051 w 4776428"/>
              <a:gd name="connsiteY2" fmla="*/ 622877 h 1137983"/>
              <a:gd name="connsiteX3" fmla="*/ 1077207 w 4776428"/>
              <a:gd name="connsiteY3" fmla="*/ 852593 h 1137983"/>
              <a:gd name="connsiteX4" fmla="*/ 1350449 w 4776428"/>
              <a:gd name="connsiteY4" fmla="*/ 1100375 h 1137983"/>
              <a:gd name="connsiteX5" fmla="*/ 1690358 w 4776428"/>
              <a:gd name="connsiteY5" fmla="*/ 1125084 h 1137983"/>
              <a:gd name="connsiteX6" fmla="*/ 1982776 w 4776428"/>
              <a:gd name="connsiteY6" fmla="*/ 982114 h 1137983"/>
              <a:gd name="connsiteX7" fmla="*/ 2140605 w 4776428"/>
              <a:gd name="connsiteY7" fmla="*/ 736083 h 1137983"/>
              <a:gd name="connsiteX8" fmla="*/ 2177054 w 4776428"/>
              <a:gd name="connsiteY8" fmla="*/ 414545 h 1137983"/>
              <a:gd name="connsiteX9" fmla="*/ 2355746 w 4776428"/>
              <a:gd name="connsiteY9" fmla="*/ 187844 h 1137983"/>
              <a:gd name="connsiteX10" fmla="*/ 2668627 w 4776428"/>
              <a:gd name="connsiteY10" fmla="*/ 2296 h 1137983"/>
              <a:gd name="connsiteX11" fmla="*/ 2958671 w 4776428"/>
              <a:gd name="connsiteY11" fmla="*/ 91147 h 1137983"/>
              <a:gd name="connsiteX12" fmla="*/ 3424805 w 4776428"/>
              <a:gd name="connsiteY12" fmla="*/ 194843 h 1137983"/>
              <a:gd name="connsiteX13" fmla="*/ 3790014 w 4776428"/>
              <a:gd name="connsiteY13" fmla="*/ 236232 h 1137983"/>
              <a:gd name="connsiteX14" fmla="*/ 3962596 w 4776428"/>
              <a:gd name="connsiteY14" fmla="*/ 418402 h 1137983"/>
              <a:gd name="connsiteX15" fmla="*/ 4197040 w 4776428"/>
              <a:gd name="connsiteY15" fmla="*/ 190855 h 1137983"/>
              <a:gd name="connsiteX16" fmla="*/ 4776428 w 4776428"/>
              <a:gd name="connsiteY16" fmla="*/ 538218 h 1137983"/>
              <a:gd name="connsiteX0" fmla="*/ 1 w 4200565"/>
              <a:gd name="connsiteY0" fmla="*/ 394303 h 1137983"/>
              <a:gd name="connsiteX1" fmla="*/ 241188 w 4200565"/>
              <a:gd name="connsiteY1" fmla="*/ 622877 h 1137983"/>
              <a:gd name="connsiteX2" fmla="*/ 501344 w 4200565"/>
              <a:gd name="connsiteY2" fmla="*/ 852593 h 1137983"/>
              <a:gd name="connsiteX3" fmla="*/ 774586 w 4200565"/>
              <a:gd name="connsiteY3" fmla="*/ 1100375 h 1137983"/>
              <a:gd name="connsiteX4" fmla="*/ 1114495 w 4200565"/>
              <a:gd name="connsiteY4" fmla="*/ 1125084 h 1137983"/>
              <a:gd name="connsiteX5" fmla="*/ 1406913 w 4200565"/>
              <a:gd name="connsiteY5" fmla="*/ 982114 h 1137983"/>
              <a:gd name="connsiteX6" fmla="*/ 1564742 w 4200565"/>
              <a:gd name="connsiteY6" fmla="*/ 736083 h 1137983"/>
              <a:gd name="connsiteX7" fmla="*/ 1601191 w 4200565"/>
              <a:gd name="connsiteY7" fmla="*/ 414545 h 1137983"/>
              <a:gd name="connsiteX8" fmla="*/ 1779883 w 4200565"/>
              <a:gd name="connsiteY8" fmla="*/ 187844 h 1137983"/>
              <a:gd name="connsiteX9" fmla="*/ 2092764 w 4200565"/>
              <a:gd name="connsiteY9" fmla="*/ 2296 h 1137983"/>
              <a:gd name="connsiteX10" fmla="*/ 2382808 w 4200565"/>
              <a:gd name="connsiteY10" fmla="*/ 91147 h 1137983"/>
              <a:gd name="connsiteX11" fmla="*/ 2848942 w 4200565"/>
              <a:gd name="connsiteY11" fmla="*/ 194843 h 1137983"/>
              <a:gd name="connsiteX12" fmla="*/ 3214151 w 4200565"/>
              <a:gd name="connsiteY12" fmla="*/ 236232 h 1137983"/>
              <a:gd name="connsiteX13" fmla="*/ 3386733 w 4200565"/>
              <a:gd name="connsiteY13" fmla="*/ 418402 h 1137983"/>
              <a:gd name="connsiteX14" fmla="*/ 3621177 w 4200565"/>
              <a:gd name="connsiteY14" fmla="*/ 190855 h 1137983"/>
              <a:gd name="connsiteX15" fmla="*/ 4200565 w 4200565"/>
              <a:gd name="connsiteY15" fmla="*/ 538218 h 1137983"/>
              <a:gd name="connsiteX0" fmla="*/ -1 w 3959376"/>
              <a:gd name="connsiteY0" fmla="*/ 622877 h 1137983"/>
              <a:gd name="connsiteX1" fmla="*/ 260155 w 3959376"/>
              <a:gd name="connsiteY1" fmla="*/ 852593 h 1137983"/>
              <a:gd name="connsiteX2" fmla="*/ 533397 w 3959376"/>
              <a:gd name="connsiteY2" fmla="*/ 1100375 h 1137983"/>
              <a:gd name="connsiteX3" fmla="*/ 873306 w 3959376"/>
              <a:gd name="connsiteY3" fmla="*/ 1125084 h 1137983"/>
              <a:gd name="connsiteX4" fmla="*/ 1165724 w 3959376"/>
              <a:gd name="connsiteY4" fmla="*/ 982114 h 1137983"/>
              <a:gd name="connsiteX5" fmla="*/ 1323553 w 3959376"/>
              <a:gd name="connsiteY5" fmla="*/ 736083 h 1137983"/>
              <a:gd name="connsiteX6" fmla="*/ 1360002 w 3959376"/>
              <a:gd name="connsiteY6" fmla="*/ 414545 h 1137983"/>
              <a:gd name="connsiteX7" fmla="*/ 1538694 w 3959376"/>
              <a:gd name="connsiteY7" fmla="*/ 187844 h 1137983"/>
              <a:gd name="connsiteX8" fmla="*/ 1851575 w 3959376"/>
              <a:gd name="connsiteY8" fmla="*/ 2296 h 1137983"/>
              <a:gd name="connsiteX9" fmla="*/ 2141619 w 3959376"/>
              <a:gd name="connsiteY9" fmla="*/ 91147 h 1137983"/>
              <a:gd name="connsiteX10" fmla="*/ 2607753 w 3959376"/>
              <a:gd name="connsiteY10" fmla="*/ 194843 h 1137983"/>
              <a:gd name="connsiteX11" fmla="*/ 2972962 w 3959376"/>
              <a:gd name="connsiteY11" fmla="*/ 236232 h 1137983"/>
              <a:gd name="connsiteX12" fmla="*/ 3145544 w 3959376"/>
              <a:gd name="connsiteY12" fmla="*/ 418402 h 1137983"/>
              <a:gd name="connsiteX13" fmla="*/ 3379988 w 3959376"/>
              <a:gd name="connsiteY13" fmla="*/ 190855 h 1137983"/>
              <a:gd name="connsiteX14" fmla="*/ 3959376 w 3959376"/>
              <a:gd name="connsiteY14" fmla="*/ 538218 h 1137983"/>
              <a:gd name="connsiteX0" fmla="*/ 0 w 3699221"/>
              <a:gd name="connsiteY0" fmla="*/ 852593 h 1137983"/>
              <a:gd name="connsiteX1" fmla="*/ 273242 w 3699221"/>
              <a:gd name="connsiteY1" fmla="*/ 1100375 h 1137983"/>
              <a:gd name="connsiteX2" fmla="*/ 613151 w 3699221"/>
              <a:gd name="connsiteY2" fmla="*/ 1125084 h 1137983"/>
              <a:gd name="connsiteX3" fmla="*/ 905569 w 3699221"/>
              <a:gd name="connsiteY3" fmla="*/ 982114 h 1137983"/>
              <a:gd name="connsiteX4" fmla="*/ 1063398 w 3699221"/>
              <a:gd name="connsiteY4" fmla="*/ 736083 h 1137983"/>
              <a:gd name="connsiteX5" fmla="*/ 1099847 w 3699221"/>
              <a:gd name="connsiteY5" fmla="*/ 414545 h 1137983"/>
              <a:gd name="connsiteX6" fmla="*/ 1278539 w 3699221"/>
              <a:gd name="connsiteY6" fmla="*/ 187844 h 1137983"/>
              <a:gd name="connsiteX7" fmla="*/ 1591420 w 3699221"/>
              <a:gd name="connsiteY7" fmla="*/ 2296 h 1137983"/>
              <a:gd name="connsiteX8" fmla="*/ 1881464 w 3699221"/>
              <a:gd name="connsiteY8" fmla="*/ 91147 h 1137983"/>
              <a:gd name="connsiteX9" fmla="*/ 2347598 w 3699221"/>
              <a:gd name="connsiteY9" fmla="*/ 194843 h 1137983"/>
              <a:gd name="connsiteX10" fmla="*/ 2712807 w 3699221"/>
              <a:gd name="connsiteY10" fmla="*/ 236232 h 1137983"/>
              <a:gd name="connsiteX11" fmla="*/ 2885389 w 3699221"/>
              <a:gd name="connsiteY11" fmla="*/ 418402 h 1137983"/>
              <a:gd name="connsiteX12" fmla="*/ 3119833 w 3699221"/>
              <a:gd name="connsiteY12" fmla="*/ 190855 h 1137983"/>
              <a:gd name="connsiteX13" fmla="*/ 3699221 w 3699221"/>
              <a:gd name="connsiteY13" fmla="*/ 538218 h 1137983"/>
              <a:gd name="connsiteX0" fmla="*/ 0 w 3425979"/>
              <a:gd name="connsiteY0" fmla="*/ 1100375 h 1137983"/>
              <a:gd name="connsiteX1" fmla="*/ 339909 w 3425979"/>
              <a:gd name="connsiteY1" fmla="*/ 1125084 h 1137983"/>
              <a:gd name="connsiteX2" fmla="*/ 632327 w 3425979"/>
              <a:gd name="connsiteY2" fmla="*/ 982114 h 1137983"/>
              <a:gd name="connsiteX3" fmla="*/ 790156 w 3425979"/>
              <a:gd name="connsiteY3" fmla="*/ 736083 h 1137983"/>
              <a:gd name="connsiteX4" fmla="*/ 826605 w 3425979"/>
              <a:gd name="connsiteY4" fmla="*/ 414545 h 1137983"/>
              <a:gd name="connsiteX5" fmla="*/ 1005297 w 3425979"/>
              <a:gd name="connsiteY5" fmla="*/ 187844 h 1137983"/>
              <a:gd name="connsiteX6" fmla="*/ 1318178 w 3425979"/>
              <a:gd name="connsiteY6" fmla="*/ 2296 h 1137983"/>
              <a:gd name="connsiteX7" fmla="*/ 1608222 w 3425979"/>
              <a:gd name="connsiteY7" fmla="*/ 91147 h 1137983"/>
              <a:gd name="connsiteX8" fmla="*/ 2074356 w 3425979"/>
              <a:gd name="connsiteY8" fmla="*/ 194843 h 1137983"/>
              <a:gd name="connsiteX9" fmla="*/ 2439565 w 3425979"/>
              <a:gd name="connsiteY9" fmla="*/ 236232 h 1137983"/>
              <a:gd name="connsiteX10" fmla="*/ 2612147 w 3425979"/>
              <a:gd name="connsiteY10" fmla="*/ 418402 h 1137983"/>
              <a:gd name="connsiteX11" fmla="*/ 2846591 w 3425979"/>
              <a:gd name="connsiteY11" fmla="*/ 190855 h 1137983"/>
              <a:gd name="connsiteX12" fmla="*/ 3425979 w 3425979"/>
              <a:gd name="connsiteY12" fmla="*/ 538218 h 1137983"/>
              <a:gd name="connsiteX0" fmla="*/ 0 w 3086070"/>
              <a:gd name="connsiteY0" fmla="*/ 1125084 h 1125084"/>
              <a:gd name="connsiteX1" fmla="*/ 292418 w 3086070"/>
              <a:gd name="connsiteY1" fmla="*/ 982114 h 1125084"/>
              <a:gd name="connsiteX2" fmla="*/ 450247 w 3086070"/>
              <a:gd name="connsiteY2" fmla="*/ 736083 h 1125084"/>
              <a:gd name="connsiteX3" fmla="*/ 486696 w 3086070"/>
              <a:gd name="connsiteY3" fmla="*/ 414545 h 1125084"/>
              <a:gd name="connsiteX4" fmla="*/ 665388 w 3086070"/>
              <a:gd name="connsiteY4" fmla="*/ 187844 h 1125084"/>
              <a:gd name="connsiteX5" fmla="*/ 978269 w 3086070"/>
              <a:gd name="connsiteY5" fmla="*/ 2296 h 1125084"/>
              <a:gd name="connsiteX6" fmla="*/ 1268313 w 3086070"/>
              <a:gd name="connsiteY6" fmla="*/ 91147 h 1125084"/>
              <a:gd name="connsiteX7" fmla="*/ 1734447 w 3086070"/>
              <a:gd name="connsiteY7" fmla="*/ 194843 h 1125084"/>
              <a:gd name="connsiteX8" fmla="*/ 2099656 w 3086070"/>
              <a:gd name="connsiteY8" fmla="*/ 236232 h 1125084"/>
              <a:gd name="connsiteX9" fmla="*/ 2272238 w 3086070"/>
              <a:gd name="connsiteY9" fmla="*/ 418402 h 1125084"/>
              <a:gd name="connsiteX10" fmla="*/ 2506682 w 3086070"/>
              <a:gd name="connsiteY10" fmla="*/ 190855 h 1125084"/>
              <a:gd name="connsiteX11" fmla="*/ 3086070 w 3086070"/>
              <a:gd name="connsiteY11" fmla="*/ 538218 h 1125084"/>
              <a:gd name="connsiteX0" fmla="*/ 1 w 2793653"/>
              <a:gd name="connsiteY0" fmla="*/ 982114 h 982114"/>
              <a:gd name="connsiteX1" fmla="*/ 157830 w 2793653"/>
              <a:gd name="connsiteY1" fmla="*/ 736083 h 982114"/>
              <a:gd name="connsiteX2" fmla="*/ 194279 w 2793653"/>
              <a:gd name="connsiteY2" fmla="*/ 414545 h 982114"/>
              <a:gd name="connsiteX3" fmla="*/ 372971 w 2793653"/>
              <a:gd name="connsiteY3" fmla="*/ 187844 h 982114"/>
              <a:gd name="connsiteX4" fmla="*/ 685852 w 2793653"/>
              <a:gd name="connsiteY4" fmla="*/ 2296 h 982114"/>
              <a:gd name="connsiteX5" fmla="*/ 975896 w 2793653"/>
              <a:gd name="connsiteY5" fmla="*/ 91147 h 982114"/>
              <a:gd name="connsiteX6" fmla="*/ 1442030 w 2793653"/>
              <a:gd name="connsiteY6" fmla="*/ 194843 h 982114"/>
              <a:gd name="connsiteX7" fmla="*/ 1807239 w 2793653"/>
              <a:gd name="connsiteY7" fmla="*/ 236232 h 982114"/>
              <a:gd name="connsiteX8" fmla="*/ 1979821 w 2793653"/>
              <a:gd name="connsiteY8" fmla="*/ 418402 h 982114"/>
              <a:gd name="connsiteX9" fmla="*/ 2214265 w 2793653"/>
              <a:gd name="connsiteY9" fmla="*/ 190855 h 982114"/>
              <a:gd name="connsiteX10" fmla="*/ 2793653 w 2793653"/>
              <a:gd name="connsiteY10" fmla="*/ 538218 h 982114"/>
              <a:gd name="connsiteX0" fmla="*/ 0 w 2635823"/>
              <a:gd name="connsiteY0" fmla="*/ 736083 h 736083"/>
              <a:gd name="connsiteX1" fmla="*/ 36449 w 2635823"/>
              <a:gd name="connsiteY1" fmla="*/ 414545 h 736083"/>
              <a:gd name="connsiteX2" fmla="*/ 215141 w 2635823"/>
              <a:gd name="connsiteY2" fmla="*/ 187844 h 736083"/>
              <a:gd name="connsiteX3" fmla="*/ 528022 w 2635823"/>
              <a:gd name="connsiteY3" fmla="*/ 2296 h 736083"/>
              <a:gd name="connsiteX4" fmla="*/ 818066 w 2635823"/>
              <a:gd name="connsiteY4" fmla="*/ 91147 h 736083"/>
              <a:gd name="connsiteX5" fmla="*/ 1284200 w 2635823"/>
              <a:gd name="connsiteY5" fmla="*/ 194843 h 736083"/>
              <a:gd name="connsiteX6" fmla="*/ 1649409 w 2635823"/>
              <a:gd name="connsiteY6" fmla="*/ 236232 h 736083"/>
              <a:gd name="connsiteX7" fmla="*/ 1821991 w 2635823"/>
              <a:gd name="connsiteY7" fmla="*/ 418402 h 736083"/>
              <a:gd name="connsiteX8" fmla="*/ 2056435 w 2635823"/>
              <a:gd name="connsiteY8" fmla="*/ 190855 h 736083"/>
              <a:gd name="connsiteX9" fmla="*/ 2635823 w 2635823"/>
              <a:gd name="connsiteY9" fmla="*/ 538218 h 736083"/>
              <a:gd name="connsiteX0" fmla="*/ 0 w 2635823"/>
              <a:gd name="connsiteY0" fmla="*/ 736083 h 736083"/>
              <a:gd name="connsiteX1" fmla="*/ 215141 w 2635823"/>
              <a:gd name="connsiteY1" fmla="*/ 187844 h 736083"/>
              <a:gd name="connsiteX2" fmla="*/ 528022 w 2635823"/>
              <a:gd name="connsiteY2" fmla="*/ 2296 h 736083"/>
              <a:gd name="connsiteX3" fmla="*/ 818066 w 2635823"/>
              <a:gd name="connsiteY3" fmla="*/ 91147 h 736083"/>
              <a:gd name="connsiteX4" fmla="*/ 1284200 w 2635823"/>
              <a:gd name="connsiteY4" fmla="*/ 194843 h 736083"/>
              <a:gd name="connsiteX5" fmla="*/ 1649409 w 2635823"/>
              <a:gd name="connsiteY5" fmla="*/ 236232 h 736083"/>
              <a:gd name="connsiteX6" fmla="*/ 1821991 w 2635823"/>
              <a:gd name="connsiteY6" fmla="*/ 418402 h 736083"/>
              <a:gd name="connsiteX7" fmla="*/ 2056435 w 2635823"/>
              <a:gd name="connsiteY7" fmla="*/ 190855 h 736083"/>
              <a:gd name="connsiteX8" fmla="*/ 2635823 w 2635823"/>
              <a:gd name="connsiteY8" fmla="*/ 538218 h 736083"/>
              <a:gd name="connsiteX0" fmla="*/ 0 w 2635823"/>
              <a:gd name="connsiteY0" fmla="*/ 645658 h 645658"/>
              <a:gd name="connsiteX1" fmla="*/ 215141 w 2635823"/>
              <a:gd name="connsiteY1" fmla="*/ 97419 h 645658"/>
              <a:gd name="connsiteX2" fmla="*/ 818066 w 2635823"/>
              <a:gd name="connsiteY2" fmla="*/ 722 h 645658"/>
              <a:gd name="connsiteX3" fmla="*/ 1284200 w 2635823"/>
              <a:gd name="connsiteY3" fmla="*/ 104418 h 645658"/>
              <a:gd name="connsiteX4" fmla="*/ 1649409 w 2635823"/>
              <a:gd name="connsiteY4" fmla="*/ 145807 h 645658"/>
              <a:gd name="connsiteX5" fmla="*/ 1821991 w 2635823"/>
              <a:gd name="connsiteY5" fmla="*/ 327977 h 645658"/>
              <a:gd name="connsiteX6" fmla="*/ 2056435 w 2635823"/>
              <a:gd name="connsiteY6" fmla="*/ 100430 h 645658"/>
              <a:gd name="connsiteX7" fmla="*/ 2635823 w 2635823"/>
              <a:gd name="connsiteY7" fmla="*/ 447793 h 645658"/>
              <a:gd name="connsiteX0" fmla="*/ 0 w 2635823"/>
              <a:gd name="connsiteY0" fmla="*/ 671137 h 671137"/>
              <a:gd name="connsiteX1" fmla="*/ 818066 w 2635823"/>
              <a:gd name="connsiteY1" fmla="*/ 26201 h 671137"/>
              <a:gd name="connsiteX2" fmla="*/ 1284200 w 2635823"/>
              <a:gd name="connsiteY2" fmla="*/ 129897 h 671137"/>
              <a:gd name="connsiteX3" fmla="*/ 1649409 w 2635823"/>
              <a:gd name="connsiteY3" fmla="*/ 171286 h 671137"/>
              <a:gd name="connsiteX4" fmla="*/ 1821991 w 2635823"/>
              <a:gd name="connsiteY4" fmla="*/ 353456 h 671137"/>
              <a:gd name="connsiteX5" fmla="*/ 2056435 w 2635823"/>
              <a:gd name="connsiteY5" fmla="*/ 125909 h 671137"/>
              <a:gd name="connsiteX6" fmla="*/ 2635823 w 2635823"/>
              <a:gd name="connsiteY6" fmla="*/ 473272 h 671137"/>
              <a:gd name="connsiteX0" fmla="*/ 0 w 1817757"/>
              <a:gd name="connsiteY0" fmla="*/ 26201 h 473272"/>
              <a:gd name="connsiteX1" fmla="*/ 466134 w 1817757"/>
              <a:gd name="connsiteY1" fmla="*/ 129897 h 473272"/>
              <a:gd name="connsiteX2" fmla="*/ 831343 w 1817757"/>
              <a:gd name="connsiteY2" fmla="*/ 171286 h 473272"/>
              <a:gd name="connsiteX3" fmla="*/ 1003925 w 1817757"/>
              <a:gd name="connsiteY3" fmla="*/ 353456 h 473272"/>
              <a:gd name="connsiteX4" fmla="*/ 1238369 w 1817757"/>
              <a:gd name="connsiteY4" fmla="*/ 125909 h 473272"/>
              <a:gd name="connsiteX5" fmla="*/ 1817757 w 1817757"/>
              <a:gd name="connsiteY5" fmla="*/ 473272 h 473272"/>
              <a:gd name="connsiteX0" fmla="*/ 0 w 1351623"/>
              <a:gd name="connsiteY0" fmla="*/ 8051 h 351426"/>
              <a:gd name="connsiteX1" fmla="*/ 365209 w 1351623"/>
              <a:gd name="connsiteY1" fmla="*/ 49440 h 351426"/>
              <a:gd name="connsiteX2" fmla="*/ 537791 w 1351623"/>
              <a:gd name="connsiteY2" fmla="*/ 231610 h 351426"/>
              <a:gd name="connsiteX3" fmla="*/ 772235 w 1351623"/>
              <a:gd name="connsiteY3" fmla="*/ 4063 h 351426"/>
              <a:gd name="connsiteX4" fmla="*/ 1351623 w 1351623"/>
              <a:gd name="connsiteY4" fmla="*/ 351426 h 351426"/>
              <a:gd name="connsiteX0" fmla="*/ 0 w 1372771"/>
              <a:gd name="connsiteY0" fmla="*/ 0 h 407921"/>
              <a:gd name="connsiteX1" fmla="*/ 386357 w 1372771"/>
              <a:gd name="connsiteY1" fmla="*/ 105935 h 407921"/>
              <a:gd name="connsiteX2" fmla="*/ 558939 w 1372771"/>
              <a:gd name="connsiteY2" fmla="*/ 288105 h 407921"/>
              <a:gd name="connsiteX3" fmla="*/ 793383 w 1372771"/>
              <a:gd name="connsiteY3" fmla="*/ 60558 h 407921"/>
              <a:gd name="connsiteX4" fmla="*/ 1372771 w 1372771"/>
              <a:gd name="connsiteY4" fmla="*/ 407921 h 407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2771" h="407921">
                <a:moveTo>
                  <a:pt x="0" y="0"/>
                </a:moveTo>
                <a:cubicBezTo>
                  <a:pt x="138557" y="24181"/>
                  <a:pt x="293201" y="57918"/>
                  <a:pt x="386357" y="105935"/>
                </a:cubicBezTo>
                <a:cubicBezTo>
                  <a:pt x="479513" y="153952"/>
                  <a:pt x="473432" y="304432"/>
                  <a:pt x="558939" y="288105"/>
                </a:cubicBezTo>
                <a:cubicBezTo>
                  <a:pt x="644446" y="271778"/>
                  <a:pt x="649033" y="21874"/>
                  <a:pt x="793383" y="60558"/>
                </a:cubicBezTo>
                <a:cubicBezTo>
                  <a:pt x="888698" y="72851"/>
                  <a:pt x="1173722" y="289936"/>
                  <a:pt x="1372771" y="40792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4047E6B7-E28C-EB46-BB34-CD6EBD65F5BB}"/>
              </a:ext>
            </a:extLst>
          </p:cNvPr>
          <p:cNvSpPr/>
          <p:nvPr userDrawn="1"/>
        </p:nvSpPr>
        <p:spPr>
          <a:xfrm rot="8779590" flipV="1">
            <a:off x="6392354" y="6277053"/>
            <a:ext cx="1427945" cy="268598"/>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700671"/>
              <a:gd name="connsiteY0" fmla="*/ 0 h 1062437"/>
              <a:gd name="connsiteX1" fmla="*/ 370853 w 4700671"/>
              <a:gd name="connsiteY1" fmla="*/ 314064 h 1062437"/>
              <a:gd name="connsiteX2" fmla="*/ 1155449 w 4700671"/>
              <a:gd name="connsiteY2" fmla="*/ 556217 h 1062437"/>
              <a:gd name="connsiteX3" fmla="*/ 1536762 w 4700671"/>
              <a:gd name="connsiteY3" fmla="*/ 869317 h 1062437"/>
              <a:gd name="connsiteX4" fmla="*/ 1912250 w 4700671"/>
              <a:gd name="connsiteY4" fmla="*/ 1061010 h 1062437"/>
              <a:gd name="connsiteX5" fmla="*/ 2182842 w 4700671"/>
              <a:gd name="connsiteY5" fmla="*/ 924372 h 1062437"/>
              <a:gd name="connsiteX6" fmla="*/ 2333623 w 4700671"/>
              <a:gd name="connsiteY6" fmla="*/ 687390 h 1062437"/>
              <a:gd name="connsiteX7" fmla="*/ 2542503 w 4700671"/>
              <a:gd name="connsiteY7" fmla="*/ 505079 h 1062437"/>
              <a:gd name="connsiteX8" fmla="*/ 2747484 w 4700671"/>
              <a:gd name="connsiteY8" fmla="*/ 143988 h 1062437"/>
              <a:gd name="connsiteX9" fmla="*/ 3094385 w 4700671"/>
              <a:gd name="connsiteY9" fmla="*/ 112842 h 1062437"/>
              <a:gd name="connsiteX10" fmla="*/ 3318623 w 4700671"/>
              <a:gd name="connsiteY10" fmla="*/ 317915 h 1062437"/>
              <a:gd name="connsiteX11" fmla="*/ 3958595 w 4700671"/>
              <a:gd name="connsiteY11" fmla="*/ 228306 h 1062437"/>
              <a:gd name="connsiteX12" fmla="*/ 4334218 w 4700671"/>
              <a:gd name="connsiteY12" fmla="*/ 328091 h 1062437"/>
              <a:gd name="connsiteX13" fmla="*/ 4700671 w 4700671"/>
              <a:gd name="connsiteY13" fmla="*/ 325355 h 1062437"/>
              <a:gd name="connsiteX0" fmla="*/ 0 w 4718894"/>
              <a:gd name="connsiteY0" fmla="*/ 0 h 1063428"/>
              <a:gd name="connsiteX1" fmla="*/ 389076 w 4718894"/>
              <a:gd name="connsiteY1" fmla="*/ 315055 h 1063428"/>
              <a:gd name="connsiteX2" fmla="*/ 1173672 w 4718894"/>
              <a:gd name="connsiteY2" fmla="*/ 557208 h 1063428"/>
              <a:gd name="connsiteX3" fmla="*/ 1554985 w 4718894"/>
              <a:gd name="connsiteY3" fmla="*/ 870308 h 1063428"/>
              <a:gd name="connsiteX4" fmla="*/ 1930473 w 4718894"/>
              <a:gd name="connsiteY4" fmla="*/ 1062001 h 1063428"/>
              <a:gd name="connsiteX5" fmla="*/ 2201065 w 4718894"/>
              <a:gd name="connsiteY5" fmla="*/ 925363 h 1063428"/>
              <a:gd name="connsiteX6" fmla="*/ 2351846 w 4718894"/>
              <a:gd name="connsiteY6" fmla="*/ 688381 h 1063428"/>
              <a:gd name="connsiteX7" fmla="*/ 2560726 w 4718894"/>
              <a:gd name="connsiteY7" fmla="*/ 506070 h 1063428"/>
              <a:gd name="connsiteX8" fmla="*/ 2765707 w 4718894"/>
              <a:gd name="connsiteY8" fmla="*/ 144979 h 1063428"/>
              <a:gd name="connsiteX9" fmla="*/ 3112608 w 4718894"/>
              <a:gd name="connsiteY9" fmla="*/ 113833 h 1063428"/>
              <a:gd name="connsiteX10" fmla="*/ 3336846 w 4718894"/>
              <a:gd name="connsiteY10" fmla="*/ 318906 h 1063428"/>
              <a:gd name="connsiteX11" fmla="*/ 3976818 w 4718894"/>
              <a:gd name="connsiteY11" fmla="*/ 229297 h 1063428"/>
              <a:gd name="connsiteX12" fmla="*/ 4352441 w 4718894"/>
              <a:gd name="connsiteY12" fmla="*/ 329082 h 1063428"/>
              <a:gd name="connsiteX13" fmla="*/ 4718894 w 4718894"/>
              <a:gd name="connsiteY13" fmla="*/ 326346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3976818 w 5208803"/>
              <a:gd name="connsiteY11" fmla="*/ 229297 h 1063428"/>
              <a:gd name="connsiteX12" fmla="*/ 4352441 w 5208803"/>
              <a:gd name="connsiteY12" fmla="*/ 329082 h 1063428"/>
              <a:gd name="connsiteX13" fmla="*/ 5208803 w 5208803"/>
              <a:gd name="connsiteY13" fmla="*/ 639738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3976818 w 5208803"/>
              <a:gd name="connsiteY11" fmla="*/ 229297 h 1063428"/>
              <a:gd name="connsiteX12" fmla="*/ 4499424 w 5208803"/>
              <a:gd name="connsiteY12" fmla="*/ 395793 h 1063428"/>
              <a:gd name="connsiteX13" fmla="*/ 5208803 w 5208803"/>
              <a:gd name="connsiteY13" fmla="*/ 639738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4014540 w 5208803"/>
              <a:gd name="connsiteY11" fmla="*/ 380916 h 1063428"/>
              <a:gd name="connsiteX12" fmla="*/ 4499424 w 5208803"/>
              <a:gd name="connsiteY12" fmla="*/ 395793 h 1063428"/>
              <a:gd name="connsiteX13" fmla="*/ 5208803 w 5208803"/>
              <a:gd name="connsiteY13" fmla="*/ 639738 h 1063428"/>
              <a:gd name="connsiteX0" fmla="*/ 0 w 5208803"/>
              <a:gd name="connsiteY0" fmla="*/ 0 h 1057958"/>
              <a:gd name="connsiteX1" fmla="*/ 389076 w 5208803"/>
              <a:gd name="connsiteY1" fmla="*/ 315055 h 1057958"/>
              <a:gd name="connsiteX2" fmla="*/ 1173672 w 5208803"/>
              <a:gd name="connsiteY2" fmla="*/ 557208 h 1057958"/>
              <a:gd name="connsiteX3" fmla="*/ 1554985 w 5208803"/>
              <a:gd name="connsiteY3" fmla="*/ 870308 h 1057958"/>
              <a:gd name="connsiteX4" fmla="*/ 1700783 w 5208803"/>
              <a:gd name="connsiteY4" fmla="*/ 1056462 h 1057958"/>
              <a:gd name="connsiteX5" fmla="*/ 2201065 w 5208803"/>
              <a:gd name="connsiteY5" fmla="*/ 925363 h 1057958"/>
              <a:gd name="connsiteX6" fmla="*/ 2351846 w 5208803"/>
              <a:gd name="connsiteY6" fmla="*/ 688381 h 1057958"/>
              <a:gd name="connsiteX7" fmla="*/ 2560726 w 5208803"/>
              <a:gd name="connsiteY7" fmla="*/ 506070 h 1057958"/>
              <a:gd name="connsiteX8" fmla="*/ 2765707 w 5208803"/>
              <a:gd name="connsiteY8" fmla="*/ 144979 h 1057958"/>
              <a:gd name="connsiteX9" fmla="*/ 3112608 w 5208803"/>
              <a:gd name="connsiteY9" fmla="*/ 113833 h 1057958"/>
              <a:gd name="connsiteX10" fmla="*/ 3336846 w 5208803"/>
              <a:gd name="connsiteY10" fmla="*/ 318906 h 1057958"/>
              <a:gd name="connsiteX11" fmla="*/ 4014540 w 5208803"/>
              <a:gd name="connsiteY11" fmla="*/ 380916 h 1057958"/>
              <a:gd name="connsiteX12" fmla="*/ 4499424 w 5208803"/>
              <a:gd name="connsiteY12" fmla="*/ 395793 h 1057958"/>
              <a:gd name="connsiteX13" fmla="*/ 5208803 w 5208803"/>
              <a:gd name="connsiteY13" fmla="*/ 639738 h 1057958"/>
              <a:gd name="connsiteX0" fmla="*/ 0 w 5208803"/>
              <a:gd name="connsiteY0" fmla="*/ 0 h 1057958"/>
              <a:gd name="connsiteX1" fmla="*/ 389076 w 5208803"/>
              <a:gd name="connsiteY1" fmla="*/ 315055 h 1057958"/>
              <a:gd name="connsiteX2" fmla="*/ 1102197 w 5208803"/>
              <a:gd name="connsiteY2" fmla="*/ 603767 h 1057958"/>
              <a:gd name="connsiteX3" fmla="*/ 1554985 w 5208803"/>
              <a:gd name="connsiteY3" fmla="*/ 870308 h 1057958"/>
              <a:gd name="connsiteX4" fmla="*/ 1700783 w 5208803"/>
              <a:gd name="connsiteY4" fmla="*/ 1056462 h 1057958"/>
              <a:gd name="connsiteX5" fmla="*/ 2201065 w 5208803"/>
              <a:gd name="connsiteY5" fmla="*/ 925363 h 1057958"/>
              <a:gd name="connsiteX6" fmla="*/ 2351846 w 5208803"/>
              <a:gd name="connsiteY6" fmla="*/ 688381 h 1057958"/>
              <a:gd name="connsiteX7" fmla="*/ 2560726 w 5208803"/>
              <a:gd name="connsiteY7" fmla="*/ 506070 h 1057958"/>
              <a:gd name="connsiteX8" fmla="*/ 2765707 w 5208803"/>
              <a:gd name="connsiteY8" fmla="*/ 144979 h 1057958"/>
              <a:gd name="connsiteX9" fmla="*/ 3112608 w 5208803"/>
              <a:gd name="connsiteY9" fmla="*/ 113833 h 1057958"/>
              <a:gd name="connsiteX10" fmla="*/ 3336846 w 5208803"/>
              <a:gd name="connsiteY10" fmla="*/ 318906 h 1057958"/>
              <a:gd name="connsiteX11" fmla="*/ 4014540 w 5208803"/>
              <a:gd name="connsiteY11" fmla="*/ 380916 h 1057958"/>
              <a:gd name="connsiteX12" fmla="*/ 4499424 w 5208803"/>
              <a:gd name="connsiteY12" fmla="*/ 395793 h 1057958"/>
              <a:gd name="connsiteX13" fmla="*/ 5208803 w 5208803"/>
              <a:gd name="connsiteY13" fmla="*/ 639738 h 1057958"/>
              <a:gd name="connsiteX0" fmla="*/ 0 w 5208803"/>
              <a:gd name="connsiteY0" fmla="*/ 0 h 1058023"/>
              <a:gd name="connsiteX1" fmla="*/ 389076 w 5208803"/>
              <a:gd name="connsiteY1" fmla="*/ 315055 h 1058023"/>
              <a:gd name="connsiteX2" fmla="*/ 1102197 w 5208803"/>
              <a:gd name="connsiteY2" fmla="*/ 603767 h 1058023"/>
              <a:gd name="connsiteX3" fmla="*/ 1378386 w 5208803"/>
              <a:gd name="connsiteY3" fmla="*/ 841036 h 1058023"/>
              <a:gd name="connsiteX4" fmla="*/ 1700783 w 5208803"/>
              <a:gd name="connsiteY4" fmla="*/ 1056462 h 1058023"/>
              <a:gd name="connsiteX5" fmla="*/ 2201065 w 5208803"/>
              <a:gd name="connsiteY5" fmla="*/ 925363 h 1058023"/>
              <a:gd name="connsiteX6" fmla="*/ 2351846 w 5208803"/>
              <a:gd name="connsiteY6" fmla="*/ 688381 h 1058023"/>
              <a:gd name="connsiteX7" fmla="*/ 2560726 w 5208803"/>
              <a:gd name="connsiteY7" fmla="*/ 506070 h 1058023"/>
              <a:gd name="connsiteX8" fmla="*/ 2765707 w 5208803"/>
              <a:gd name="connsiteY8" fmla="*/ 144979 h 1058023"/>
              <a:gd name="connsiteX9" fmla="*/ 3112608 w 5208803"/>
              <a:gd name="connsiteY9" fmla="*/ 113833 h 1058023"/>
              <a:gd name="connsiteX10" fmla="*/ 3336846 w 5208803"/>
              <a:gd name="connsiteY10" fmla="*/ 318906 h 1058023"/>
              <a:gd name="connsiteX11" fmla="*/ 4014540 w 5208803"/>
              <a:gd name="connsiteY11" fmla="*/ 380916 h 1058023"/>
              <a:gd name="connsiteX12" fmla="*/ 4499424 w 5208803"/>
              <a:gd name="connsiteY12" fmla="*/ 395793 h 1058023"/>
              <a:gd name="connsiteX13" fmla="*/ 5208803 w 5208803"/>
              <a:gd name="connsiteY13" fmla="*/ 639738 h 1058023"/>
              <a:gd name="connsiteX0" fmla="*/ 0 w 4819727"/>
              <a:gd name="connsiteY0" fmla="*/ 221718 h 964686"/>
              <a:gd name="connsiteX1" fmla="*/ 713121 w 4819727"/>
              <a:gd name="connsiteY1" fmla="*/ 510430 h 964686"/>
              <a:gd name="connsiteX2" fmla="*/ 989310 w 4819727"/>
              <a:gd name="connsiteY2" fmla="*/ 747699 h 964686"/>
              <a:gd name="connsiteX3" fmla="*/ 1311707 w 4819727"/>
              <a:gd name="connsiteY3" fmla="*/ 963125 h 964686"/>
              <a:gd name="connsiteX4" fmla="*/ 1811989 w 4819727"/>
              <a:gd name="connsiteY4" fmla="*/ 832026 h 964686"/>
              <a:gd name="connsiteX5" fmla="*/ 1962770 w 4819727"/>
              <a:gd name="connsiteY5" fmla="*/ 595044 h 964686"/>
              <a:gd name="connsiteX6" fmla="*/ 2171650 w 4819727"/>
              <a:gd name="connsiteY6" fmla="*/ 412733 h 964686"/>
              <a:gd name="connsiteX7" fmla="*/ 2376631 w 4819727"/>
              <a:gd name="connsiteY7" fmla="*/ 51642 h 964686"/>
              <a:gd name="connsiteX8" fmla="*/ 2723532 w 4819727"/>
              <a:gd name="connsiteY8" fmla="*/ 20496 h 964686"/>
              <a:gd name="connsiteX9" fmla="*/ 2947770 w 4819727"/>
              <a:gd name="connsiteY9" fmla="*/ 225569 h 964686"/>
              <a:gd name="connsiteX10" fmla="*/ 3625464 w 4819727"/>
              <a:gd name="connsiteY10" fmla="*/ 287579 h 964686"/>
              <a:gd name="connsiteX11" fmla="*/ 4110348 w 4819727"/>
              <a:gd name="connsiteY11" fmla="*/ 302456 h 964686"/>
              <a:gd name="connsiteX12" fmla="*/ 4819727 w 4819727"/>
              <a:gd name="connsiteY12" fmla="*/ 546401 h 964686"/>
              <a:gd name="connsiteX0" fmla="*/ 0 w 4819727"/>
              <a:gd name="connsiteY0" fmla="*/ 221718 h 964686"/>
              <a:gd name="connsiteX1" fmla="*/ 713121 w 4819727"/>
              <a:gd name="connsiteY1" fmla="*/ 510430 h 964686"/>
              <a:gd name="connsiteX2" fmla="*/ 989310 w 4819727"/>
              <a:gd name="connsiteY2" fmla="*/ 747699 h 964686"/>
              <a:gd name="connsiteX3" fmla="*/ 1311707 w 4819727"/>
              <a:gd name="connsiteY3" fmla="*/ 963125 h 964686"/>
              <a:gd name="connsiteX4" fmla="*/ 1811989 w 4819727"/>
              <a:gd name="connsiteY4" fmla="*/ 832026 h 964686"/>
              <a:gd name="connsiteX5" fmla="*/ 1962770 w 4819727"/>
              <a:gd name="connsiteY5" fmla="*/ 595044 h 964686"/>
              <a:gd name="connsiteX6" fmla="*/ 2171650 w 4819727"/>
              <a:gd name="connsiteY6" fmla="*/ 412733 h 964686"/>
              <a:gd name="connsiteX7" fmla="*/ 2376631 w 4819727"/>
              <a:gd name="connsiteY7" fmla="*/ 51642 h 964686"/>
              <a:gd name="connsiteX8" fmla="*/ 2723532 w 4819727"/>
              <a:gd name="connsiteY8" fmla="*/ 20496 h 964686"/>
              <a:gd name="connsiteX9" fmla="*/ 2947770 w 4819727"/>
              <a:gd name="connsiteY9" fmla="*/ 225569 h 964686"/>
              <a:gd name="connsiteX10" fmla="*/ 3625464 w 4819727"/>
              <a:gd name="connsiteY10" fmla="*/ 287579 h 964686"/>
              <a:gd name="connsiteX11" fmla="*/ 4110348 w 4819727"/>
              <a:gd name="connsiteY11" fmla="*/ 302456 h 964686"/>
              <a:gd name="connsiteX12" fmla="*/ 4819727 w 4819727"/>
              <a:gd name="connsiteY12" fmla="*/ 546401 h 964686"/>
              <a:gd name="connsiteX0" fmla="*/ 0 w 4887090"/>
              <a:gd name="connsiteY0" fmla="*/ 178775 h 964686"/>
              <a:gd name="connsiteX1" fmla="*/ 780484 w 4887090"/>
              <a:gd name="connsiteY1" fmla="*/ 510430 h 964686"/>
              <a:gd name="connsiteX2" fmla="*/ 1056673 w 4887090"/>
              <a:gd name="connsiteY2" fmla="*/ 747699 h 964686"/>
              <a:gd name="connsiteX3" fmla="*/ 1379070 w 4887090"/>
              <a:gd name="connsiteY3" fmla="*/ 963125 h 964686"/>
              <a:gd name="connsiteX4" fmla="*/ 1879352 w 4887090"/>
              <a:gd name="connsiteY4" fmla="*/ 832026 h 964686"/>
              <a:gd name="connsiteX5" fmla="*/ 2030133 w 4887090"/>
              <a:gd name="connsiteY5" fmla="*/ 595044 h 964686"/>
              <a:gd name="connsiteX6" fmla="*/ 2239013 w 4887090"/>
              <a:gd name="connsiteY6" fmla="*/ 412733 h 964686"/>
              <a:gd name="connsiteX7" fmla="*/ 2443994 w 4887090"/>
              <a:gd name="connsiteY7" fmla="*/ 51642 h 964686"/>
              <a:gd name="connsiteX8" fmla="*/ 2790895 w 4887090"/>
              <a:gd name="connsiteY8" fmla="*/ 20496 h 964686"/>
              <a:gd name="connsiteX9" fmla="*/ 3015133 w 4887090"/>
              <a:gd name="connsiteY9" fmla="*/ 225569 h 964686"/>
              <a:gd name="connsiteX10" fmla="*/ 3692827 w 4887090"/>
              <a:gd name="connsiteY10" fmla="*/ 287579 h 964686"/>
              <a:gd name="connsiteX11" fmla="*/ 4177711 w 4887090"/>
              <a:gd name="connsiteY11" fmla="*/ 302456 h 964686"/>
              <a:gd name="connsiteX12" fmla="*/ 4887090 w 4887090"/>
              <a:gd name="connsiteY12" fmla="*/ 546401 h 964686"/>
              <a:gd name="connsiteX0" fmla="*/ 0 w 4887090"/>
              <a:gd name="connsiteY0" fmla="*/ 178775 h 964686"/>
              <a:gd name="connsiteX1" fmla="*/ 764141 w 4887090"/>
              <a:gd name="connsiteY1" fmla="*/ 535999 h 964686"/>
              <a:gd name="connsiteX2" fmla="*/ 1056673 w 4887090"/>
              <a:gd name="connsiteY2" fmla="*/ 747699 h 964686"/>
              <a:gd name="connsiteX3" fmla="*/ 1379070 w 4887090"/>
              <a:gd name="connsiteY3" fmla="*/ 963125 h 964686"/>
              <a:gd name="connsiteX4" fmla="*/ 1879352 w 4887090"/>
              <a:gd name="connsiteY4" fmla="*/ 832026 h 964686"/>
              <a:gd name="connsiteX5" fmla="*/ 2030133 w 4887090"/>
              <a:gd name="connsiteY5" fmla="*/ 595044 h 964686"/>
              <a:gd name="connsiteX6" fmla="*/ 2239013 w 4887090"/>
              <a:gd name="connsiteY6" fmla="*/ 412733 h 964686"/>
              <a:gd name="connsiteX7" fmla="*/ 2443994 w 4887090"/>
              <a:gd name="connsiteY7" fmla="*/ 51642 h 964686"/>
              <a:gd name="connsiteX8" fmla="*/ 2790895 w 4887090"/>
              <a:gd name="connsiteY8" fmla="*/ 20496 h 964686"/>
              <a:gd name="connsiteX9" fmla="*/ 3015133 w 4887090"/>
              <a:gd name="connsiteY9" fmla="*/ 225569 h 964686"/>
              <a:gd name="connsiteX10" fmla="*/ 3692827 w 4887090"/>
              <a:gd name="connsiteY10" fmla="*/ 287579 h 964686"/>
              <a:gd name="connsiteX11" fmla="*/ 4177711 w 4887090"/>
              <a:gd name="connsiteY11" fmla="*/ 302456 h 964686"/>
              <a:gd name="connsiteX12" fmla="*/ 4887090 w 4887090"/>
              <a:gd name="connsiteY12" fmla="*/ 546401 h 964686"/>
              <a:gd name="connsiteX0" fmla="*/ 0 w 4887090"/>
              <a:gd name="connsiteY0" fmla="*/ 176649 h 962560"/>
              <a:gd name="connsiteX1" fmla="*/ 764141 w 4887090"/>
              <a:gd name="connsiteY1" fmla="*/ 533873 h 962560"/>
              <a:gd name="connsiteX2" fmla="*/ 1056673 w 4887090"/>
              <a:gd name="connsiteY2" fmla="*/ 745573 h 962560"/>
              <a:gd name="connsiteX3" fmla="*/ 1379070 w 4887090"/>
              <a:gd name="connsiteY3" fmla="*/ 960999 h 962560"/>
              <a:gd name="connsiteX4" fmla="*/ 1879352 w 4887090"/>
              <a:gd name="connsiteY4" fmla="*/ 829900 h 962560"/>
              <a:gd name="connsiteX5" fmla="*/ 2030133 w 4887090"/>
              <a:gd name="connsiteY5" fmla="*/ 592918 h 962560"/>
              <a:gd name="connsiteX6" fmla="*/ 2136941 w 4887090"/>
              <a:gd name="connsiteY6" fmla="*/ 368568 h 962560"/>
              <a:gd name="connsiteX7" fmla="*/ 2443994 w 4887090"/>
              <a:gd name="connsiteY7" fmla="*/ 49516 h 962560"/>
              <a:gd name="connsiteX8" fmla="*/ 2790895 w 4887090"/>
              <a:gd name="connsiteY8" fmla="*/ 18370 h 962560"/>
              <a:gd name="connsiteX9" fmla="*/ 3015133 w 4887090"/>
              <a:gd name="connsiteY9" fmla="*/ 223443 h 962560"/>
              <a:gd name="connsiteX10" fmla="*/ 3692827 w 4887090"/>
              <a:gd name="connsiteY10" fmla="*/ 285453 h 962560"/>
              <a:gd name="connsiteX11" fmla="*/ 4177711 w 4887090"/>
              <a:gd name="connsiteY11" fmla="*/ 300330 h 962560"/>
              <a:gd name="connsiteX12" fmla="*/ 4887090 w 4887090"/>
              <a:gd name="connsiteY12" fmla="*/ 544275 h 962560"/>
              <a:gd name="connsiteX0" fmla="*/ 0 w 4887090"/>
              <a:gd name="connsiteY0" fmla="*/ 174234 h 960145"/>
              <a:gd name="connsiteX1" fmla="*/ 764141 w 4887090"/>
              <a:gd name="connsiteY1" fmla="*/ 531458 h 960145"/>
              <a:gd name="connsiteX2" fmla="*/ 1056673 w 4887090"/>
              <a:gd name="connsiteY2" fmla="*/ 743158 h 960145"/>
              <a:gd name="connsiteX3" fmla="*/ 1379070 w 4887090"/>
              <a:gd name="connsiteY3" fmla="*/ 958584 h 960145"/>
              <a:gd name="connsiteX4" fmla="*/ 1879352 w 4887090"/>
              <a:gd name="connsiteY4" fmla="*/ 827485 h 960145"/>
              <a:gd name="connsiteX5" fmla="*/ 2030133 w 4887090"/>
              <a:gd name="connsiteY5" fmla="*/ 590503 h 960145"/>
              <a:gd name="connsiteX6" fmla="*/ 2136941 w 4887090"/>
              <a:gd name="connsiteY6" fmla="*/ 366153 h 960145"/>
              <a:gd name="connsiteX7" fmla="*/ 2443994 w 4887090"/>
              <a:gd name="connsiteY7" fmla="*/ 47101 h 960145"/>
              <a:gd name="connsiteX8" fmla="*/ 2790895 w 4887090"/>
              <a:gd name="connsiteY8" fmla="*/ 15955 h 960145"/>
              <a:gd name="connsiteX9" fmla="*/ 3091708 w 4887090"/>
              <a:gd name="connsiteY9" fmla="*/ 187255 h 960145"/>
              <a:gd name="connsiteX10" fmla="*/ 3692827 w 4887090"/>
              <a:gd name="connsiteY10" fmla="*/ 283038 h 960145"/>
              <a:gd name="connsiteX11" fmla="*/ 4177711 w 4887090"/>
              <a:gd name="connsiteY11" fmla="*/ 297915 h 960145"/>
              <a:gd name="connsiteX12" fmla="*/ 4887090 w 4887090"/>
              <a:gd name="connsiteY12" fmla="*/ 541860 h 960145"/>
              <a:gd name="connsiteX0" fmla="*/ 0 w 4887090"/>
              <a:gd name="connsiteY0" fmla="*/ 174234 h 960145"/>
              <a:gd name="connsiteX1" fmla="*/ 764141 w 4887090"/>
              <a:gd name="connsiteY1" fmla="*/ 531458 h 960145"/>
              <a:gd name="connsiteX2" fmla="*/ 1056673 w 4887090"/>
              <a:gd name="connsiteY2" fmla="*/ 743158 h 960145"/>
              <a:gd name="connsiteX3" fmla="*/ 1379070 w 4887090"/>
              <a:gd name="connsiteY3" fmla="*/ 958584 h 960145"/>
              <a:gd name="connsiteX4" fmla="*/ 1879352 w 4887090"/>
              <a:gd name="connsiteY4" fmla="*/ 827485 h 960145"/>
              <a:gd name="connsiteX5" fmla="*/ 2030133 w 4887090"/>
              <a:gd name="connsiteY5" fmla="*/ 590503 h 960145"/>
              <a:gd name="connsiteX6" fmla="*/ 2136941 w 4887090"/>
              <a:gd name="connsiteY6" fmla="*/ 366153 h 960145"/>
              <a:gd name="connsiteX7" fmla="*/ 2443994 w 4887090"/>
              <a:gd name="connsiteY7" fmla="*/ 47101 h 960145"/>
              <a:gd name="connsiteX8" fmla="*/ 2790895 w 4887090"/>
              <a:gd name="connsiteY8" fmla="*/ 15955 h 960145"/>
              <a:gd name="connsiteX9" fmla="*/ 3091708 w 4887090"/>
              <a:gd name="connsiteY9" fmla="*/ 187255 h 960145"/>
              <a:gd name="connsiteX10" fmla="*/ 3704030 w 4887090"/>
              <a:gd name="connsiteY10" fmla="*/ 363412 h 960145"/>
              <a:gd name="connsiteX11" fmla="*/ 4177711 w 4887090"/>
              <a:gd name="connsiteY11" fmla="*/ 297915 h 960145"/>
              <a:gd name="connsiteX12" fmla="*/ 4887090 w 4887090"/>
              <a:gd name="connsiteY12" fmla="*/ 541860 h 960145"/>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77711 w 4887090"/>
              <a:gd name="connsiteY11" fmla="*/ 303367 h 965597"/>
              <a:gd name="connsiteX12" fmla="*/ 4887090 w 4887090"/>
              <a:gd name="connsiteY12" fmla="*/ 547312 h 965597"/>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77711 w 4887090"/>
              <a:gd name="connsiteY11" fmla="*/ 303367 h 965597"/>
              <a:gd name="connsiteX12" fmla="*/ 4887090 w 4887090"/>
              <a:gd name="connsiteY12" fmla="*/ 547312 h 965597"/>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32813 w 4887090"/>
              <a:gd name="connsiteY11" fmla="*/ 243077 h 965597"/>
              <a:gd name="connsiteX12" fmla="*/ 4887090 w 4887090"/>
              <a:gd name="connsiteY12" fmla="*/ 547312 h 965597"/>
              <a:gd name="connsiteX0" fmla="*/ 0 w 4954626"/>
              <a:gd name="connsiteY0" fmla="*/ 179686 h 965597"/>
              <a:gd name="connsiteX1" fmla="*/ 764141 w 4954626"/>
              <a:gd name="connsiteY1" fmla="*/ 536910 h 965597"/>
              <a:gd name="connsiteX2" fmla="*/ 1056673 w 4954626"/>
              <a:gd name="connsiteY2" fmla="*/ 748610 h 965597"/>
              <a:gd name="connsiteX3" fmla="*/ 1379070 w 4954626"/>
              <a:gd name="connsiteY3" fmla="*/ 964036 h 965597"/>
              <a:gd name="connsiteX4" fmla="*/ 1879352 w 4954626"/>
              <a:gd name="connsiteY4" fmla="*/ 832937 h 965597"/>
              <a:gd name="connsiteX5" fmla="*/ 2030133 w 4954626"/>
              <a:gd name="connsiteY5" fmla="*/ 595955 h 965597"/>
              <a:gd name="connsiteX6" fmla="*/ 2136941 w 4954626"/>
              <a:gd name="connsiteY6" fmla="*/ 371605 h 965597"/>
              <a:gd name="connsiteX7" fmla="*/ 2443994 w 4954626"/>
              <a:gd name="connsiteY7" fmla="*/ 52553 h 965597"/>
              <a:gd name="connsiteX8" fmla="*/ 2790895 w 4954626"/>
              <a:gd name="connsiteY8" fmla="*/ 21407 h 965597"/>
              <a:gd name="connsiteX9" fmla="*/ 3448985 w 4954626"/>
              <a:gd name="connsiteY9" fmla="*/ 268604 h 965597"/>
              <a:gd name="connsiteX10" fmla="*/ 3704030 w 4954626"/>
              <a:gd name="connsiteY10" fmla="*/ 368864 h 965597"/>
              <a:gd name="connsiteX11" fmla="*/ 4132813 w 4954626"/>
              <a:gd name="connsiteY11" fmla="*/ 243077 h 965597"/>
              <a:gd name="connsiteX12" fmla="*/ 4954626 w 4954626"/>
              <a:gd name="connsiteY12" fmla="*/ 500258 h 965597"/>
              <a:gd name="connsiteX0" fmla="*/ 0 w 4954626"/>
              <a:gd name="connsiteY0" fmla="*/ 179686 h 965597"/>
              <a:gd name="connsiteX1" fmla="*/ 764141 w 4954626"/>
              <a:gd name="connsiteY1" fmla="*/ 536910 h 965597"/>
              <a:gd name="connsiteX2" fmla="*/ 1056673 w 4954626"/>
              <a:gd name="connsiteY2" fmla="*/ 748610 h 965597"/>
              <a:gd name="connsiteX3" fmla="*/ 1379070 w 4954626"/>
              <a:gd name="connsiteY3" fmla="*/ 964036 h 965597"/>
              <a:gd name="connsiteX4" fmla="*/ 1879352 w 4954626"/>
              <a:gd name="connsiteY4" fmla="*/ 832937 h 965597"/>
              <a:gd name="connsiteX5" fmla="*/ 2030133 w 4954626"/>
              <a:gd name="connsiteY5" fmla="*/ 595955 h 965597"/>
              <a:gd name="connsiteX6" fmla="*/ 2136941 w 4954626"/>
              <a:gd name="connsiteY6" fmla="*/ 371605 h 965597"/>
              <a:gd name="connsiteX7" fmla="*/ 2443994 w 4954626"/>
              <a:gd name="connsiteY7" fmla="*/ 52553 h 965597"/>
              <a:gd name="connsiteX8" fmla="*/ 2790895 w 4954626"/>
              <a:gd name="connsiteY8" fmla="*/ 21407 h 965597"/>
              <a:gd name="connsiteX9" fmla="*/ 3448985 w 4954626"/>
              <a:gd name="connsiteY9" fmla="*/ 268604 h 965597"/>
              <a:gd name="connsiteX10" fmla="*/ 3704030 w 4954626"/>
              <a:gd name="connsiteY10" fmla="*/ 368864 h 965597"/>
              <a:gd name="connsiteX11" fmla="*/ 4132813 w 4954626"/>
              <a:gd name="connsiteY11" fmla="*/ 243077 h 965597"/>
              <a:gd name="connsiteX12" fmla="*/ 4613480 w 4954626"/>
              <a:gd name="connsiteY12" fmla="*/ 465775 h 965597"/>
              <a:gd name="connsiteX13" fmla="*/ 4954626 w 4954626"/>
              <a:gd name="connsiteY13" fmla="*/ 500258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132813 w 5078300"/>
              <a:gd name="connsiteY11" fmla="*/ 243077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132813 w 5078300"/>
              <a:gd name="connsiteY11" fmla="*/ 243077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286280 w 5078300"/>
              <a:gd name="connsiteY11" fmla="*/ 209383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915426 w 5078300"/>
              <a:gd name="connsiteY10" fmla="*/ 168085 h 965597"/>
              <a:gd name="connsiteX11" fmla="*/ 4286280 w 5078300"/>
              <a:gd name="connsiteY11" fmla="*/ 209383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15426 w 5078300"/>
              <a:gd name="connsiteY11" fmla="*/ 168085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4314159"/>
              <a:gd name="connsiteY0" fmla="*/ 536910 h 965597"/>
              <a:gd name="connsiteX1" fmla="*/ 292532 w 4314159"/>
              <a:gd name="connsiteY1" fmla="*/ 748610 h 965597"/>
              <a:gd name="connsiteX2" fmla="*/ 614929 w 4314159"/>
              <a:gd name="connsiteY2" fmla="*/ 964036 h 965597"/>
              <a:gd name="connsiteX3" fmla="*/ 1115211 w 4314159"/>
              <a:gd name="connsiteY3" fmla="*/ 832937 h 965597"/>
              <a:gd name="connsiteX4" fmla="*/ 1265992 w 4314159"/>
              <a:gd name="connsiteY4" fmla="*/ 595955 h 965597"/>
              <a:gd name="connsiteX5" fmla="*/ 1372800 w 4314159"/>
              <a:gd name="connsiteY5" fmla="*/ 371605 h 965597"/>
              <a:gd name="connsiteX6" fmla="*/ 1679853 w 4314159"/>
              <a:gd name="connsiteY6" fmla="*/ 52553 h 965597"/>
              <a:gd name="connsiteX7" fmla="*/ 2026754 w 4314159"/>
              <a:gd name="connsiteY7" fmla="*/ 21407 h 965597"/>
              <a:gd name="connsiteX8" fmla="*/ 2684844 w 4314159"/>
              <a:gd name="connsiteY8" fmla="*/ 268604 h 965597"/>
              <a:gd name="connsiteX9" fmla="*/ 3036514 w 4314159"/>
              <a:gd name="connsiteY9" fmla="*/ 307879 h 965597"/>
              <a:gd name="connsiteX10" fmla="*/ 3210865 w 4314159"/>
              <a:gd name="connsiteY10" fmla="*/ 319510 h 965597"/>
              <a:gd name="connsiteX11" fmla="*/ 3522139 w 4314159"/>
              <a:gd name="connsiteY11" fmla="*/ 209383 h 965597"/>
              <a:gd name="connsiteX12" fmla="*/ 3849339 w 4314159"/>
              <a:gd name="connsiteY12" fmla="*/ 465775 h 965597"/>
              <a:gd name="connsiteX13" fmla="*/ 4314159 w 4314159"/>
              <a:gd name="connsiteY13" fmla="*/ 395951 h 965597"/>
              <a:gd name="connsiteX0" fmla="*/ 1 w 4021628"/>
              <a:gd name="connsiteY0" fmla="*/ 748610 h 965597"/>
              <a:gd name="connsiteX1" fmla="*/ 322398 w 4021628"/>
              <a:gd name="connsiteY1" fmla="*/ 964036 h 965597"/>
              <a:gd name="connsiteX2" fmla="*/ 822680 w 4021628"/>
              <a:gd name="connsiteY2" fmla="*/ 832937 h 965597"/>
              <a:gd name="connsiteX3" fmla="*/ 973461 w 4021628"/>
              <a:gd name="connsiteY3" fmla="*/ 595955 h 965597"/>
              <a:gd name="connsiteX4" fmla="*/ 1080269 w 4021628"/>
              <a:gd name="connsiteY4" fmla="*/ 371605 h 965597"/>
              <a:gd name="connsiteX5" fmla="*/ 1387322 w 4021628"/>
              <a:gd name="connsiteY5" fmla="*/ 52553 h 965597"/>
              <a:gd name="connsiteX6" fmla="*/ 1734223 w 4021628"/>
              <a:gd name="connsiteY6" fmla="*/ 21407 h 965597"/>
              <a:gd name="connsiteX7" fmla="*/ 2392313 w 4021628"/>
              <a:gd name="connsiteY7" fmla="*/ 268604 h 965597"/>
              <a:gd name="connsiteX8" fmla="*/ 2743983 w 4021628"/>
              <a:gd name="connsiteY8" fmla="*/ 307879 h 965597"/>
              <a:gd name="connsiteX9" fmla="*/ 2918334 w 4021628"/>
              <a:gd name="connsiteY9" fmla="*/ 319510 h 965597"/>
              <a:gd name="connsiteX10" fmla="*/ 3229608 w 4021628"/>
              <a:gd name="connsiteY10" fmla="*/ 209383 h 965597"/>
              <a:gd name="connsiteX11" fmla="*/ 3556808 w 4021628"/>
              <a:gd name="connsiteY11" fmla="*/ 465775 h 965597"/>
              <a:gd name="connsiteX12" fmla="*/ 4021628 w 4021628"/>
              <a:gd name="connsiteY12" fmla="*/ 395951 h 965597"/>
              <a:gd name="connsiteX0" fmla="*/ 0 w 3699230"/>
              <a:gd name="connsiteY0" fmla="*/ 964036 h 965597"/>
              <a:gd name="connsiteX1" fmla="*/ 500282 w 3699230"/>
              <a:gd name="connsiteY1" fmla="*/ 832937 h 965597"/>
              <a:gd name="connsiteX2" fmla="*/ 651063 w 3699230"/>
              <a:gd name="connsiteY2" fmla="*/ 595955 h 965597"/>
              <a:gd name="connsiteX3" fmla="*/ 757871 w 3699230"/>
              <a:gd name="connsiteY3" fmla="*/ 371605 h 965597"/>
              <a:gd name="connsiteX4" fmla="*/ 1064924 w 3699230"/>
              <a:gd name="connsiteY4" fmla="*/ 52553 h 965597"/>
              <a:gd name="connsiteX5" fmla="*/ 1411825 w 3699230"/>
              <a:gd name="connsiteY5" fmla="*/ 21407 h 965597"/>
              <a:gd name="connsiteX6" fmla="*/ 2069915 w 3699230"/>
              <a:gd name="connsiteY6" fmla="*/ 268604 h 965597"/>
              <a:gd name="connsiteX7" fmla="*/ 2421585 w 3699230"/>
              <a:gd name="connsiteY7" fmla="*/ 307879 h 965597"/>
              <a:gd name="connsiteX8" fmla="*/ 2595936 w 3699230"/>
              <a:gd name="connsiteY8" fmla="*/ 319510 h 965597"/>
              <a:gd name="connsiteX9" fmla="*/ 2907210 w 3699230"/>
              <a:gd name="connsiteY9" fmla="*/ 209383 h 965597"/>
              <a:gd name="connsiteX10" fmla="*/ 3234410 w 3699230"/>
              <a:gd name="connsiteY10" fmla="*/ 465775 h 965597"/>
              <a:gd name="connsiteX11" fmla="*/ 3699230 w 3699230"/>
              <a:gd name="connsiteY11" fmla="*/ 395951 h 965597"/>
              <a:gd name="connsiteX0" fmla="*/ 0 w 3198948"/>
              <a:gd name="connsiteY0" fmla="*/ 832937 h 832937"/>
              <a:gd name="connsiteX1" fmla="*/ 150781 w 3198948"/>
              <a:gd name="connsiteY1" fmla="*/ 595955 h 832937"/>
              <a:gd name="connsiteX2" fmla="*/ 257589 w 3198948"/>
              <a:gd name="connsiteY2" fmla="*/ 371605 h 832937"/>
              <a:gd name="connsiteX3" fmla="*/ 564642 w 3198948"/>
              <a:gd name="connsiteY3" fmla="*/ 52553 h 832937"/>
              <a:gd name="connsiteX4" fmla="*/ 911543 w 3198948"/>
              <a:gd name="connsiteY4" fmla="*/ 21407 h 832937"/>
              <a:gd name="connsiteX5" fmla="*/ 1569633 w 3198948"/>
              <a:gd name="connsiteY5" fmla="*/ 268604 h 832937"/>
              <a:gd name="connsiteX6" fmla="*/ 1921303 w 3198948"/>
              <a:gd name="connsiteY6" fmla="*/ 307879 h 832937"/>
              <a:gd name="connsiteX7" fmla="*/ 2095654 w 3198948"/>
              <a:gd name="connsiteY7" fmla="*/ 319510 h 832937"/>
              <a:gd name="connsiteX8" fmla="*/ 2406928 w 3198948"/>
              <a:gd name="connsiteY8" fmla="*/ 209383 h 832937"/>
              <a:gd name="connsiteX9" fmla="*/ 2734128 w 3198948"/>
              <a:gd name="connsiteY9" fmla="*/ 465775 h 832937"/>
              <a:gd name="connsiteX10" fmla="*/ 3198948 w 3198948"/>
              <a:gd name="connsiteY10" fmla="*/ 395951 h 832937"/>
              <a:gd name="connsiteX0" fmla="*/ 0 w 3048167"/>
              <a:gd name="connsiteY0" fmla="*/ 595955 h 595955"/>
              <a:gd name="connsiteX1" fmla="*/ 106808 w 3048167"/>
              <a:gd name="connsiteY1" fmla="*/ 371605 h 595955"/>
              <a:gd name="connsiteX2" fmla="*/ 413861 w 3048167"/>
              <a:gd name="connsiteY2" fmla="*/ 52553 h 595955"/>
              <a:gd name="connsiteX3" fmla="*/ 760762 w 3048167"/>
              <a:gd name="connsiteY3" fmla="*/ 21407 h 595955"/>
              <a:gd name="connsiteX4" fmla="*/ 1418852 w 3048167"/>
              <a:gd name="connsiteY4" fmla="*/ 268604 h 595955"/>
              <a:gd name="connsiteX5" fmla="*/ 1770522 w 3048167"/>
              <a:gd name="connsiteY5" fmla="*/ 307879 h 595955"/>
              <a:gd name="connsiteX6" fmla="*/ 1944873 w 3048167"/>
              <a:gd name="connsiteY6" fmla="*/ 319510 h 595955"/>
              <a:gd name="connsiteX7" fmla="*/ 2256147 w 3048167"/>
              <a:gd name="connsiteY7" fmla="*/ 209383 h 595955"/>
              <a:gd name="connsiteX8" fmla="*/ 2583347 w 3048167"/>
              <a:gd name="connsiteY8" fmla="*/ 465775 h 595955"/>
              <a:gd name="connsiteX9" fmla="*/ 3048167 w 3048167"/>
              <a:gd name="connsiteY9" fmla="*/ 395951 h 595955"/>
              <a:gd name="connsiteX0" fmla="*/ 0 w 2941359"/>
              <a:gd name="connsiteY0" fmla="*/ 371605 h 483436"/>
              <a:gd name="connsiteX1" fmla="*/ 307053 w 2941359"/>
              <a:gd name="connsiteY1" fmla="*/ 52553 h 483436"/>
              <a:gd name="connsiteX2" fmla="*/ 653954 w 2941359"/>
              <a:gd name="connsiteY2" fmla="*/ 21407 h 483436"/>
              <a:gd name="connsiteX3" fmla="*/ 1312044 w 2941359"/>
              <a:gd name="connsiteY3" fmla="*/ 268604 h 483436"/>
              <a:gd name="connsiteX4" fmla="*/ 1663714 w 2941359"/>
              <a:gd name="connsiteY4" fmla="*/ 307879 h 483436"/>
              <a:gd name="connsiteX5" fmla="*/ 1838065 w 2941359"/>
              <a:gd name="connsiteY5" fmla="*/ 319510 h 483436"/>
              <a:gd name="connsiteX6" fmla="*/ 2149339 w 2941359"/>
              <a:gd name="connsiteY6" fmla="*/ 209383 h 483436"/>
              <a:gd name="connsiteX7" fmla="*/ 2476539 w 2941359"/>
              <a:gd name="connsiteY7" fmla="*/ 465775 h 483436"/>
              <a:gd name="connsiteX8" fmla="*/ 2941359 w 2941359"/>
              <a:gd name="connsiteY8" fmla="*/ 395951 h 483436"/>
              <a:gd name="connsiteX0" fmla="*/ 0 w 2634306"/>
              <a:gd name="connsiteY0" fmla="*/ 52553 h 483436"/>
              <a:gd name="connsiteX1" fmla="*/ 346901 w 2634306"/>
              <a:gd name="connsiteY1" fmla="*/ 21407 h 483436"/>
              <a:gd name="connsiteX2" fmla="*/ 1004991 w 2634306"/>
              <a:gd name="connsiteY2" fmla="*/ 268604 h 483436"/>
              <a:gd name="connsiteX3" fmla="*/ 1356661 w 2634306"/>
              <a:gd name="connsiteY3" fmla="*/ 307879 h 483436"/>
              <a:gd name="connsiteX4" fmla="*/ 1531012 w 2634306"/>
              <a:gd name="connsiteY4" fmla="*/ 319510 h 483436"/>
              <a:gd name="connsiteX5" fmla="*/ 1842286 w 2634306"/>
              <a:gd name="connsiteY5" fmla="*/ 209383 h 483436"/>
              <a:gd name="connsiteX6" fmla="*/ 2169486 w 2634306"/>
              <a:gd name="connsiteY6" fmla="*/ 465775 h 483436"/>
              <a:gd name="connsiteX7" fmla="*/ 2634306 w 2634306"/>
              <a:gd name="connsiteY7" fmla="*/ 395951 h 483436"/>
              <a:gd name="connsiteX0" fmla="*/ 0 w 2287405"/>
              <a:gd name="connsiteY0" fmla="*/ 0 h 462029"/>
              <a:gd name="connsiteX1" fmla="*/ 658090 w 2287405"/>
              <a:gd name="connsiteY1" fmla="*/ 247197 h 462029"/>
              <a:gd name="connsiteX2" fmla="*/ 1009760 w 2287405"/>
              <a:gd name="connsiteY2" fmla="*/ 286472 h 462029"/>
              <a:gd name="connsiteX3" fmla="*/ 1184111 w 2287405"/>
              <a:gd name="connsiteY3" fmla="*/ 298103 h 462029"/>
              <a:gd name="connsiteX4" fmla="*/ 1495385 w 2287405"/>
              <a:gd name="connsiteY4" fmla="*/ 187976 h 462029"/>
              <a:gd name="connsiteX5" fmla="*/ 1822585 w 2287405"/>
              <a:gd name="connsiteY5" fmla="*/ 444368 h 462029"/>
              <a:gd name="connsiteX6" fmla="*/ 2287405 w 2287405"/>
              <a:gd name="connsiteY6" fmla="*/ 374544 h 462029"/>
              <a:gd name="connsiteX0" fmla="*/ 0 w 1629315"/>
              <a:gd name="connsiteY0" fmla="*/ 59356 h 274188"/>
              <a:gd name="connsiteX1" fmla="*/ 351670 w 1629315"/>
              <a:gd name="connsiteY1" fmla="*/ 98631 h 274188"/>
              <a:gd name="connsiteX2" fmla="*/ 526021 w 1629315"/>
              <a:gd name="connsiteY2" fmla="*/ 110262 h 274188"/>
              <a:gd name="connsiteX3" fmla="*/ 837295 w 1629315"/>
              <a:gd name="connsiteY3" fmla="*/ 135 h 274188"/>
              <a:gd name="connsiteX4" fmla="*/ 1164495 w 1629315"/>
              <a:gd name="connsiteY4" fmla="*/ 256527 h 274188"/>
              <a:gd name="connsiteX5" fmla="*/ 1629315 w 1629315"/>
              <a:gd name="connsiteY5" fmla="*/ 186703 h 274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9315" h="274188">
                <a:moveTo>
                  <a:pt x="0" y="59356"/>
                </a:moveTo>
                <a:cubicBezTo>
                  <a:pt x="168293" y="107101"/>
                  <a:pt x="235363" y="63596"/>
                  <a:pt x="351670" y="98631"/>
                </a:cubicBezTo>
                <a:cubicBezTo>
                  <a:pt x="425883" y="138361"/>
                  <a:pt x="434543" y="183943"/>
                  <a:pt x="526021" y="110262"/>
                </a:cubicBezTo>
                <a:cubicBezTo>
                  <a:pt x="617499" y="36581"/>
                  <a:pt x="706904" y="6478"/>
                  <a:pt x="837295" y="135"/>
                </a:cubicBezTo>
                <a:cubicBezTo>
                  <a:pt x="967686" y="-6208"/>
                  <a:pt x="1027526" y="213664"/>
                  <a:pt x="1164495" y="256527"/>
                </a:cubicBezTo>
                <a:cubicBezTo>
                  <a:pt x="1301464" y="299390"/>
                  <a:pt x="1467061" y="259641"/>
                  <a:pt x="1629315" y="18670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A8947407-FB76-5C9D-73D5-875096106935}"/>
              </a:ext>
            </a:extLst>
          </p:cNvPr>
          <p:cNvSpPr/>
          <p:nvPr userDrawn="1"/>
        </p:nvSpPr>
        <p:spPr>
          <a:xfrm rot="8568214" flipV="1">
            <a:off x="7527578" y="5431511"/>
            <a:ext cx="3369421" cy="2731759"/>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1 w 4155794"/>
              <a:gd name="connsiteY0" fmla="*/ 1923802 h 2376136"/>
              <a:gd name="connsiteX1" fmla="*/ 308436 w 4155794"/>
              <a:gd name="connsiteY1" fmla="*/ 1735407 h 2376136"/>
              <a:gd name="connsiteX2" fmla="*/ 518338 w 4155794"/>
              <a:gd name="connsiteY2" fmla="*/ 1682785 h 2376136"/>
              <a:gd name="connsiteX3" fmla="*/ 750279 w 4155794"/>
              <a:gd name="connsiteY3" fmla="*/ 1582355 h 2376136"/>
              <a:gd name="connsiteX4" fmla="*/ 822706 w 4155794"/>
              <a:gd name="connsiteY4" fmla="*/ 1456680 h 2376136"/>
              <a:gd name="connsiteX5" fmla="*/ 846885 w 4155794"/>
              <a:gd name="connsiteY5" fmla="*/ 1329821 h 2376136"/>
              <a:gd name="connsiteX6" fmla="*/ 831908 w 4155794"/>
              <a:gd name="connsiteY6" fmla="*/ 1171168 h 2376136"/>
              <a:gd name="connsiteX7" fmla="*/ 872990 w 4155794"/>
              <a:gd name="connsiteY7" fmla="*/ 1077917 h 2376136"/>
              <a:gd name="connsiteX8" fmla="*/ 1030684 w 4155794"/>
              <a:gd name="connsiteY8" fmla="*/ 961551 h 2376136"/>
              <a:gd name="connsiteX9" fmla="*/ 1294185 w 4155794"/>
              <a:gd name="connsiteY9" fmla="*/ 806212 h 2376136"/>
              <a:gd name="connsiteX10" fmla="*/ 1613852 w 4155794"/>
              <a:gd name="connsiteY10" fmla="*/ 603063 h 2376136"/>
              <a:gd name="connsiteX11" fmla="*/ 1812522 w 4155794"/>
              <a:gd name="connsiteY11" fmla="*/ 391079 h 2376136"/>
              <a:gd name="connsiteX12" fmla="*/ 2037188 w 4155794"/>
              <a:gd name="connsiteY12" fmla="*/ 157636 h 2376136"/>
              <a:gd name="connsiteX13" fmla="*/ 2225159 w 4155794"/>
              <a:gd name="connsiteY13" fmla="*/ 55628 h 2376136"/>
              <a:gd name="connsiteX14" fmla="*/ 2577243 w 4155794"/>
              <a:gd name="connsiteY14" fmla="*/ 7030 h 2376136"/>
              <a:gd name="connsiteX15" fmla="*/ 2985493 w 4155794"/>
              <a:gd name="connsiteY15" fmla="*/ 7030 h 2376136"/>
              <a:gd name="connsiteX16" fmla="*/ 3334367 w 4155794"/>
              <a:gd name="connsiteY16" fmla="*/ 69987 h 2376136"/>
              <a:gd name="connsiteX17" fmla="*/ 3778905 w 4155794"/>
              <a:gd name="connsiteY17" fmla="*/ 84724 h 2376136"/>
              <a:gd name="connsiteX18" fmla="*/ 4155794 w 4155794"/>
              <a:gd name="connsiteY18" fmla="*/ 260337 h 2376136"/>
              <a:gd name="connsiteX19" fmla="*/ 3946708 w 4155794"/>
              <a:gd name="connsiteY19" fmla="*/ 795302 h 2376136"/>
              <a:gd name="connsiteX20" fmla="*/ 3747967 w 4155794"/>
              <a:gd name="connsiteY20" fmla="*/ 1300394 h 2376136"/>
              <a:gd name="connsiteX21" fmla="*/ 3666506 w 4155794"/>
              <a:gd name="connsiteY21" fmla="*/ 1701868 h 2376136"/>
              <a:gd name="connsiteX22" fmla="*/ 3693509 w 4155794"/>
              <a:gd name="connsiteY22" fmla="*/ 1984338 h 2376136"/>
              <a:gd name="connsiteX23" fmla="*/ 3515734 w 4155794"/>
              <a:gd name="connsiteY23" fmla="*/ 2110139 h 2376136"/>
              <a:gd name="connsiteX24" fmla="*/ 3281568 w 4155794"/>
              <a:gd name="connsiteY24" fmla="*/ 2376136 h 2376136"/>
              <a:gd name="connsiteX0" fmla="*/ 0 w 3847358"/>
              <a:gd name="connsiteY0" fmla="*/ 1735407 h 2376136"/>
              <a:gd name="connsiteX1" fmla="*/ 209902 w 3847358"/>
              <a:gd name="connsiteY1" fmla="*/ 1682785 h 2376136"/>
              <a:gd name="connsiteX2" fmla="*/ 441843 w 3847358"/>
              <a:gd name="connsiteY2" fmla="*/ 1582355 h 2376136"/>
              <a:gd name="connsiteX3" fmla="*/ 514270 w 3847358"/>
              <a:gd name="connsiteY3" fmla="*/ 1456680 h 2376136"/>
              <a:gd name="connsiteX4" fmla="*/ 538449 w 3847358"/>
              <a:gd name="connsiteY4" fmla="*/ 1329821 h 2376136"/>
              <a:gd name="connsiteX5" fmla="*/ 523472 w 3847358"/>
              <a:gd name="connsiteY5" fmla="*/ 1171168 h 2376136"/>
              <a:gd name="connsiteX6" fmla="*/ 564554 w 3847358"/>
              <a:gd name="connsiteY6" fmla="*/ 1077917 h 2376136"/>
              <a:gd name="connsiteX7" fmla="*/ 722248 w 3847358"/>
              <a:gd name="connsiteY7" fmla="*/ 961551 h 2376136"/>
              <a:gd name="connsiteX8" fmla="*/ 985749 w 3847358"/>
              <a:gd name="connsiteY8" fmla="*/ 806212 h 2376136"/>
              <a:gd name="connsiteX9" fmla="*/ 1305416 w 3847358"/>
              <a:gd name="connsiteY9" fmla="*/ 603063 h 2376136"/>
              <a:gd name="connsiteX10" fmla="*/ 1504086 w 3847358"/>
              <a:gd name="connsiteY10" fmla="*/ 391079 h 2376136"/>
              <a:gd name="connsiteX11" fmla="*/ 1728752 w 3847358"/>
              <a:gd name="connsiteY11" fmla="*/ 157636 h 2376136"/>
              <a:gd name="connsiteX12" fmla="*/ 1916723 w 3847358"/>
              <a:gd name="connsiteY12" fmla="*/ 55628 h 2376136"/>
              <a:gd name="connsiteX13" fmla="*/ 2268807 w 3847358"/>
              <a:gd name="connsiteY13" fmla="*/ 7030 h 2376136"/>
              <a:gd name="connsiteX14" fmla="*/ 2677057 w 3847358"/>
              <a:gd name="connsiteY14" fmla="*/ 7030 h 2376136"/>
              <a:gd name="connsiteX15" fmla="*/ 3025931 w 3847358"/>
              <a:gd name="connsiteY15" fmla="*/ 69987 h 2376136"/>
              <a:gd name="connsiteX16" fmla="*/ 3470469 w 3847358"/>
              <a:gd name="connsiteY16" fmla="*/ 84724 h 2376136"/>
              <a:gd name="connsiteX17" fmla="*/ 3847358 w 3847358"/>
              <a:gd name="connsiteY17" fmla="*/ 260337 h 2376136"/>
              <a:gd name="connsiteX18" fmla="*/ 3638272 w 3847358"/>
              <a:gd name="connsiteY18" fmla="*/ 795302 h 2376136"/>
              <a:gd name="connsiteX19" fmla="*/ 3439531 w 3847358"/>
              <a:gd name="connsiteY19" fmla="*/ 1300394 h 2376136"/>
              <a:gd name="connsiteX20" fmla="*/ 3358070 w 3847358"/>
              <a:gd name="connsiteY20" fmla="*/ 1701868 h 2376136"/>
              <a:gd name="connsiteX21" fmla="*/ 3385073 w 3847358"/>
              <a:gd name="connsiteY21" fmla="*/ 1984338 h 2376136"/>
              <a:gd name="connsiteX22" fmla="*/ 3207298 w 3847358"/>
              <a:gd name="connsiteY22" fmla="*/ 2110139 h 2376136"/>
              <a:gd name="connsiteX23" fmla="*/ 2973132 w 3847358"/>
              <a:gd name="connsiteY23" fmla="*/ 2376136 h 2376136"/>
              <a:gd name="connsiteX0" fmla="*/ 0 w 3637456"/>
              <a:gd name="connsiteY0" fmla="*/ 1682785 h 2376136"/>
              <a:gd name="connsiteX1" fmla="*/ 231941 w 3637456"/>
              <a:gd name="connsiteY1" fmla="*/ 1582355 h 2376136"/>
              <a:gd name="connsiteX2" fmla="*/ 304368 w 3637456"/>
              <a:gd name="connsiteY2" fmla="*/ 1456680 h 2376136"/>
              <a:gd name="connsiteX3" fmla="*/ 328547 w 3637456"/>
              <a:gd name="connsiteY3" fmla="*/ 1329821 h 2376136"/>
              <a:gd name="connsiteX4" fmla="*/ 313570 w 3637456"/>
              <a:gd name="connsiteY4" fmla="*/ 1171168 h 2376136"/>
              <a:gd name="connsiteX5" fmla="*/ 354652 w 3637456"/>
              <a:gd name="connsiteY5" fmla="*/ 1077917 h 2376136"/>
              <a:gd name="connsiteX6" fmla="*/ 512346 w 3637456"/>
              <a:gd name="connsiteY6" fmla="*/ 961551 h 2376136"/>
              <a:gd name="connsiteX7" fmla="*/ 775847 w 3637456"/>
              <a:gd name="connsiteY7" fmla="*/ 806212 h 2376136"/>
              <a:gd name="connsiteX8" fmla="*/ 1095514 w 3637456"/>
              <a:gd name="connsiteY8" fmla="*/ 603063 h 2376136"/>
              <a:gd name="connsiteX9" fmla="*/ 1294184 w 3637456"/>
              <a:gd name="connsiteY9" fmla="*/ 391079 h 2376136"/>
              <a:gd name="connsiteX10" fmla="*/ 1518850 w 3637456"/>
              <a:gd name="connsiteY10" fmla="*/ 157636 h 2376136"/>
              <a:gd name="connsiteX11" fmla="*/ 1706821 w 3637456"/>
              <a:gd name="connsiteY11" fmla="*/ 55628 h 2376136"/>
              <a:gd name="connsiteX12" fmla="*/ 2058905 w 3637456"/>
              <a:gd name="connsiteY12" fmla="*/ 7030 h 2376136"/>
              <a:gd name="connsiteX13" fmla="*/ 2467155 w 3637456"/>
              <a:gd name="connsiteY13" fmla="*/ 7030 h 2376136"/>
              <a:gd name="connsiteX14" fmla="*/ 2816029 w 3637456"/>
              <a:gd name="connsiteY14" fmla="*/ 69987 h 2376136"/>
              <a:gd name="connsiteX15" fmla="*/ 3260567 w 3637456"/>
              <a:gd name="connsiteY15" fmla="*/ 84724 h 2376136"/>
              <a:gd name="connsiteX16" fmla="*/ 3637456 w 3637456"/>
              <a:gd name="connsiteY16" fmla="*/ 260337 h 2376136"/>
              <a:gd name="connsiteX17" fmla="*/ 3428370 w 3637456"/>
              <a:gd name="connsiteY17" fmla="*/ 795302 h 2376136"/>
              <a:gd name="connsiteX18" fmla="*/ 3229629 w 3637456"/>
              <a:gd name="connsiteY18" fmla="*/ 1300394 h 2376136"/>
              <a:gd name="connsiteX19" fmla="*/ 3148168 w 3637456"/>
              <a:gd name="connsiteY19" fmla="*/ 1701868 h 2376136"/>
              <a:gd name="connsiteX20" fmla="*/ 3175171 w 3637456"/>
              <a:gd name="connsiteY20" fmla="*/ 1984338 h 2376136"/>
              <a:gd name="connsiteX21" fmla="*/ 2997396 w 3637456"/>
              <a:gd name="connsiteY21" fmla="*/ 2110139 h 2376136"/>
              <a:gd name="connsiteX22" fmla="*/ 2763230 w 3637456"/>
              <a:gd name="connsiteY22" fmla="*/ 2376136 h 2376136"/>
              <a:gd name="connsiteX0" fmla="*/ 0 w 3405515"/>
              <a:gd name="connsiteY0" fmla="*/ 1582355 h 2376136"/>
              <a:gd name="connsiteX1" fmla="*/ 72427 w 3405515"/>
              <a:gd name="connsiteY1" fmla="*/ 1456680 h 2376136"/>
              <a:gd name="connsiteX2" fmla="*/ 96606 w 3405515"/>
              <a:gd name="connsiteY2" fmla="*/ 1329821 h 2376136"/>
              <a:gd name="connsiteX3" fmla="*/ 81629 w 3405515"/>
              <a:gd name="connsiteY3" fmla="*/ 1171168 h 2376136"/>
              <a:gd name="connsiteX4" fmla="*/ 122711 w 3405515"/>
              <a:gd name="connsiteY4" fmla="*/ 1077917 h 2376136"/>
              <a:gd name="connsiteX5" fmla="*/ 280405 w 3405515"/>
              <a:gd name="connsiteY5" fmla="*/ 961551 h 2376136"/>
              <a:gd name="connsiteX6" fmla="*/ 543906 w 3405515"/>
              <a:gd name="connsiteY6" fmla="*/ 806212 h 2376136"/>
              <a:gd name="connsiteX7" fmla="*/ 863573 w 3405515"/>
              <a:gd name="connsiteY7" fmla="*/ 603063 h 2376136"/>
              <a:gd name="connsiteX8" fmla="*/ 1062243 w 3405515"/>
              <a:gd name="connsiteY8" fmla="*/ 391079 h 2376136"/>
              <a:gd name="connsiteX9" fmla="*/ 1286909 w 3405515"/>
              <a:gd name="connsiteY9" fmla="*/ 157636 h 2376136"/>
              <a:gd name="connsiteX10" fmla="*/ 1474880 w 3405515"/>
              <a:gd name="connsiteY10" fmla="*/ 55628 h 2376136"/>
              <a:gd name="connsiteX11" fmla="*/ 1826964 w 3405515"/>
              <a:gd name="connsiteY11" fmla="*/ 7030 h 2376136"/>
              <a:gd name="connsiteX12" fmla="*/ 2235214 w 3405515"/>
              <a:gd name="connsiteY12" fmla="*/ 7030 h 2376136"/>
              <a:gd name="connsiteX13" fmla="*/ 2584088 w 3405515"/>
              <a:gd name="connsiteY13" fmla="*/ 69987 h 2376136"/>
              <a:gd name="connsiteX14" fmla="*/ 3028626 w 3405515"/>
              <a:gd name="connsiteY14" fmla="*/ 84724 h 2376136"/>
              <a:gd name="connsiteX15" fmla="*/ 3405515 w 3405515"/>
              <a:gd name="connsiteY15" fmla="*/ 260337 h 2376136"/>
              <a:gd name="connsiteX16" fmla="*/ 3196429 w 3405515"/>
              <a:gd name="connsiteY16" fmla="*/ 795302 h 2376136"/>
              <a:gd name="connsiteX17" fmla="*/ 2997688 w 3405515"/>
              <a:gd name="connsiteY17" fmla="*/ 1300394 h 2376136"/>
              <a:gd name="connsiteX18" fmla="*/ 2916227 w 3405515"/>
              <a:gd name="connsiteY18" fmla="*/ 1701868 h 2376136"/>
              <a:gd name="connsiteX19" fmla="*/ 2943230 w 3405515"/>
              <a:gd name="connsiteY19" fmla="*/ 1984338 h 2376136"/>
              <a:gd name="connsiteX20" fmla="*/ 2765455 w 3405515"/>
              <a:gd name="connsiteY20" fmla="*/ 2110139 h 2376136"/>
              <a:gd name="connsiteX21" fmla="*/ 2531289 w 3405515"/>
              <a:gd name="connsiteY21" fmla="*/ 2376136 h 2376136"/>
              <a:gd name="connsiteX0" fmla="*/ 1 w 3422757"/>
              <a:gd name="connsiteY0" fmla="*/ 1801050 h 2376136"/>
              <a:gd name="connsiteX1" fmla="*/ 89669 w 3422757"/>
              <a:gd name="connsiteY1" fmla="*/ 1456680 h 2376136"/>
              <a:gd name="connsiteX2" fmla="*/ 113848 w 3422757"/>
              <a:gd name="connsiteY2" fmla="*/ 1329821 h 2376136"/>
              <a:gd name="connsiteX3" fmla="*/ 98871 w 3422757"/>
              <a:gd name="connsiteY3" fmla="*/ 1171168 h 2376136"/>
              <a:gd name="connsiteX4" fmla="*/ 139953 w 3422757"/>
              <a:gd name="connsiteY4" fmla="*/ 1077917 h 2376136"/>
              <a:gd name="connsiteX5" fmla="*/ 297647 w 3422757"/>
              <a:gd name="connsiteY5" fmla="*/ 961551 h 2376136"/>
              <a:gd name="connsiteX6" fmla="*/ 561148 w 3422757"/>
              <a:gd name="connsiteY6" fmla="*/ 806212 h 2376136"/>
              <a:gd name="connsiteX7" fmla="*/ 880815 w 3422757"/>
              <a:gd name="connsiteY7" fmla="*/ 603063 h 2376136"/>
              <a:gd name="connsiteX8" fmla="*/ 1079485 w 3422757"/>
              <a:gd name="connsiteY8" fmla="*/ 391079 h 2376136"/>
              <a:gd name="connsiteX9" fmla="*/ 1304151 w 3422757"/>
              <a:gd name="connsiteY9" fmla="*/ 157636 h 2376136"/>
              <a:gd name="connsiteX10" fmla="*/ 1492122 w 3422757"/>
              <a:gd name="connsiteY10" fmla="*/ 55628 h 2376136"/>
              <a:gd name="connsiteX11" fmla="*/ 1844206 w 3422757"/>
              <a:gd name="connsiteY11" fmla="*/ 7030 h 2376136"/>
              <a:gd name="connsiteX12" fmla="*/ 2252456 w 3422757"/>
              <a:gd name="connsiteY12" fmla="*/ 7030 h 2376136"/>
              <a:gd name="connsiteX13" fmla="*/ 2601330 w 3422757"/>
              <a:gd name="connsiteY13" fmla="*/ 69987 h 2376136"/>
              <a:gd name="connsiteX14" fmla="*/ 3045868 w 3422757"/>
              <a:gd name="connsiteY14" fmla="*/ 84724 h 2376136"/>
              <a:gd name="connsiteX15" fmla="*/ 3422757 w 3422757"/>
              <a:gd name="connsiteY15" fmla="*/ 260337 h 2376136"/>
              <a:gd name="connsiteX16" fmla="*/ 3213671 w 3422757"/>
              <a:gd name="connsiteY16" fmla="*/ 795302 h 2376136"/>
              <a:gd name="connsiteX17" fmla="*/ 3014930 w 3422757"/>
              <a:gd name="connsiteY17" fmla="*/ 1300394 h 2376136"/>
              <a:gd name="connsiteX18" fmla="*/ 2933469 w 3422757"/>
              <a:gd name="connsiteY18" fmla="*/ 1701868 h 2376136"/>
              <a:gd name="connsiteX19" fmla="*/ 2960472 w 3422757"/>
              <a:gd name="connsiteY19" fmla="*/ 1984338 h 2376136"/>
              <a:gd name="connsiteX20" fmla="*/ 2782697 w 3422757"/>
              <a:gd name="connsiteY20" fmla="*/ 2110139 h 2376136"/>
              <a:gd name="connsiteX21" fmla="*/ 2548531 w 3422757"/>
              <a:gd name="connsiteY21" fmla="*/ 2376136 h 2376136"/>
              <a:gd name="connsiteX0" fmla="*/ 35092 w 3333176"/>
              <a:gd name="connsiteY0" fmla="*/ 1743640 h 2376136"/>
              <a:gd name="connsiteX1" fmla="*/ 88 w 3333176"/>
              <a:gd name="connsiteY1" fmla="*/ 1456680 h 2376136"/>
              <a:gd name="connsiteX2" fmla="*/ 24267 w 3333176"/>
              <a:gd name="connsiteY2" fmla="*/ 1329821 h 2376136"/>
              <a:gd name="connsiteX3" fmla="*/ 9290 w 3333176"/>
              <a:gd name="connsiteY3" fmla="*/ 1171168 h 2376136"/>
              <a:gd name="connsiteX4" fmla="*/ 50372 w 3333176"/>
              <a:gd name="connsiteY4" fmla="*/ 1077917 h 2376136"/>
              <a:gd name="connsiteX5" fmla="*/ 208066 w 3333176"/>
              <a:gd name="connsiteY5" fmla="*/ 961551 h 2376136"/>
              <a:gd name="connsiteX6" fmla="*/ 471567 w 3333176"/>
              <a:gd name="connsiteY6" fmla="*/ 806212 h 2376136"/>
              <a:gd name="connsiteX7" fmla="*/ 791234 w 3333176"/>
              <a:gd name="connsiteY7" fmla="*/ 603063 h 2376136"/>
              <a:gd name="connsiteX8" fmla="*/ 989904 w 3333176"/>
              <a:gd name="connsiteY8" fmla="*/ 391079 h 2376136"/>
              <a:gd name="connsiteX9" fmla="*/ 1214570 w 3333176"/>
              <a:gd name="connsiteY9" fmla="*/ 157636 h 2376136"/>
              <a:gd name="connsiteX10" fmla="*/ 1402541 w 3333176"/>
              <a:gd name="connsiteY10" fmla="*/ 55628 h 2376136"/>
              <a:gd name="connsiteX11" fmla="*/ 1754625 w 3333176"/>
              <a:gd name="connsiteY11" fmla="*/ 7030 h 2376136"/>
              <a:gd name="connsiteX12" fmla="*/ 2162875 w 3333176"/>
              <a:gd name="connsiteY12" fmla="*/ 7030 h 2376136"/>
              <a:gd name="connsiteX13" fmla="*/ 2511749 w 3333176"/>
              <a:gd name="connsiteY13" fmla="*/ 69987 h 2376136"/>
              <a:gd name="connsiteX14" fmla="*/ 2956287 w 3333176"/>
              <a:gd name="connsiteY14" fmla="*/ 84724 h 2376136"/>
              <a:gd name="connsiteX15" fmla="*/ 3333176 w 3333176"/>
              <a:gd name="connsiteY15" fmla="*/ 260337 h 2376136"/>
              <a:gd name="connsiteX16" fmla="*/ 3124090 w 3333176"/>
              <a:gd name="connsiteY16" fmla="*/ 795302 h 2376136"/>
              <a:gd name="connsiteX17" fmla="*/ 2925349 w 3333176"/>
              <a:gd name="connsiteY17" fmla="*/ 1300394 h 2376136"/>
              <a:gd name="connsiteX18" fmla="*/ 2843888 w 3333176"/>
              <a:gd name="connsiteY18" fmla="*/ 1701868 h 2376136"/>
              <a:gd name="connsiteX19" fmla="*/ 2870891 w 3333176"/>
              <a:gd name="connsiteY19" fmla="*/ 1984338 h 2376136"/>
              <a:gd name="connsiteX20" fmla="*/ 2693116 w 3333176"/>
              <a:gd name="connsiteY20" fmla="*/ 2110139 h 2376136"/>
              <a:gd name="connsiteX21" fmla="*/ 2458950 w 3333176"/>
              <a:gd name="connsiteY21" fmla="*/ 2376136 h 2376136"/>
              <a:gd name="connsiteX0" fmla="*/ 0 w 3413287"/>
              <a:gd name="connsiteY0" fmla="*/ 1817544 h 2376136"/>
              <a:gd name="connsiteX1" fmla="*/ 80199 w 3413287"/>
              <a:gd name="connsiteY1" fmla="*/ 1456680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376136"/>
              <a:gd name="connsiteX1" fmla="*/ 80199 w 3413287"/>
              <a:gd name="connsiteY1" fmla="*/ 1456680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376136"/>
              <a:gd name="connsiteX1" fmla="*/ 150446 w 3413287"/>
              <a:gd name="connsiteY1" fmla="*/ 1528973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110139"/>
              <a:gd name="connsiteX1" fmla="*/ 150446 w 3413287"/>
              <a:gd name="connsiteY1" fmla="*/ 1528973 h 2110139"/>
              <a:gd name="connsiteX2" fmla="*/ 104378 w 3413287"/>
              <a:gd name="connsiteY2" fmla="*/ 1329821 h 2110139"/>
              <a:gd name="connsiteX3" fmla="*/ 89401 w 3413287"/>
              <a:gd name="connsiteY3" fmla="*/ 1171168 h 2110139"/>
              <a:gd name="connsiteX4" fmla="*/ 130483 w 3413287"/>
              <a:gd name="connsiteY4" fmla="*/ 1077917 h 2110139"/>
              <a:gd name="connsiteX5" fmla="*/ 288177 w 3413287"/>
              <a:gd name="connsiteY5" fmla="*/ 961551 h 2110139"/>
              <a:gd name="connsiteX6" fmla="*/ 551678 w 3413287"/>
              <a:gd name="connsiteY6" fmla="*/ 806212 h 2110139"/>
              <a:gd name="connsiteX7" fmla="*/ 871345 w 3413287"/>
              <a:gd name="connsiteY7" fmla="*/ 603063 h 2110139"/>
              <a:gd name="connsiteX8" fmla="*/ 1070015 w 3413287"/>
              <a:gd name="connsiteY8" fmla="*/ 391079 h 2110139"/>
              <a:gd name="connsiteX9" fmla="*/ 1294681 w 3413287"/>
              <a:gd name="connsiteY9" fmla="*/ 157636 h 2110139"/>
              <a:gd name="connsiteX10" fmla="*/ 1482652 w 3413287"/>
              <a:gd name="connsiteY10" fmla="*/ 55628 h 2110139"/>
              <a:gd name="connsiteX11" fmla="*/ 1834736 w 3413287"/>
              <a:gd name="connsiteY11" fmla="*/ 7030 h 2110139"/>
              <a:gd name="connsiteX12" fmla="*/ 2242986 w 3413287"/>
              <a:gd name="connsiteY12" fmla="*/ 7030 h 2110139"/>
              <a:gd name="connsiteX13" fmla="*/ 2591860 w 3413287"/>
              <a:gd name="connsiteY13" fmla="*/ 69987 h 2110139"/>
              <a:gd name="connsiteX14" fmla="*/ 3036398 w 3413287"/>
              <a:gd name="connsiteY14" fmla="*/ 84724 h 2110139"/>
              <a:gd name="connsiteX15" fmla="*/ 3413287 w 3413287"/>
              <a:gd name="connsiteY15" fmla="*/ 260337 h 2110139"/>
              <a:gd name="connsiteX16" fmla="*/ 3204201 w 3413287"/>
              <a:gd name="connsiteY16" fmla="*/ 795302 h 2110139"/>
              <a:gd name="connsiteX17" fmla="*/ 3005460 w 3413287"/>
              <a:gd name="connsiteY17" fmla="*/ 1300394 h 2110139"/>
              <a:gd name="connsiteX18" fmla="*/ 2923999 w 3413287"/>
              <a:gd name="connsiteY18" fmla="*/ 1701868 h 2110139"/>
              <a:gd name="connsiteX19" fmla="*/ 2951002 w 3413287"/>
              <a:gd name="connsiteY19" fmla="*/ 1984338 h 2110139"/>
              <a:gd name="connsiteX20" fmla="*/ 2773227 w 3413287"/>
              <a:gd name="connsiteY20" fmla="*/ 2110139 h 2110139"/>
              <a:gd name="connsiteX0" fmla="*/ 0 w 3413287"/>
              <a:gd name="connsiteY0" fmla="*/ 1817544 h 1984338"/>
              <a:gd name="connsiteX1" fmla="*/ 150446 w 3413287"/>
              <a:gd name="connsiteY1" fmla="*/ 1528973 h 1984338"/>
              <a:gd name="connsiteX2" fmla="*/ 104378 w 3413287"/>
              <a:gd name="connsiteY2" fmla="*/ 1329821 h 1984338"/>
              <a:gd name="connsiteX3" fmla="*/ 89401 w 3413287"/>
              <a:gd name="connsiteY3" fmla="*/ 1171168 h 1984338"/>
              <a:gd name="connsiteX4" fmla="*/ 130483 w 3413287"/>
              <a:gd name="connsiteY4" fmla="*/ 1077917 h 1984338"/>
              <a:gd name="connsiteX5" fmla="*/ 288177 w 3413287"/>
              <a:gd name="connsiteY5" fmla="*/ 961551 h 1984338"/>
              <a:gd name="connsiteX6" fmla="*/ 551678 w 3413287"/>
              <a:gd name="connsiteY6" fmla="*/ 806212 h 1984338"/>
              <a:gd name="connsiteX7" fmla="*/ 871345 w 3413287"/>
              <a:gd name="connsiteY7" fmla="*/ 603063 h 1984338"/>
              <a:gd name="connsiteX8" fmla="*/ 1070015 w 3413287"/>
              <a:gd name="connsiteY8" fmla="*/ 391079 h 1984338"/>
              <a:gd name="connsiteX9" fmla="*/ 1294681 w 3413287"/>
              <a:gd name="connsiteY9" fmla="*/ 157636 h 1984338"/>
              <a:gd name="connsiteX10" fmla="*/ 1482652 w 3413287"/>
              <a:gd name="connsiteY10" fmla="*/ 55628 h 1984338"/>
              <a:gd name="connsiteX11" fmla="*/ 1834736 w 3413287"/>
              <a:gd name="connsiteY11" fmla="*/ 7030 h 1984338"/>
              <a:gd name="connsiteX12" fmla="*/ 2242986 w 3413287"/>
              <a:gd name="connsiteY12" fmla="*/ 7030 h 1984338"/>
              <a:gd name="connsiteX13" fmla="*/ 2591860 w 3413287"/>
              <a:gd name="connsiteY13" fmla="*/ 69987 h 1984338"/>
              <a:gd name="connsiteX14" fmla="*/ 3036398 w 3413287"/>
              <a:gd name="connsiteY14" fmla="*/ 84724 h 1984338"/>
              <a:gd name="connsiteX15" fmla="*/ 3413287 w 3413287"/>
              <a:gd name="connsiteY15" fmla="*/ 260337 h 1984338"/>
              <a:gd name="connsiteX16" fmla="*/ 3204201 w 3413287"/>
              <a:gd name="connsiteY16" fmla="*/ 795302 h 1984338"/>
              <a:gd name="connsiteX17" fmla="*/ 3005460 w 3413287"/>
              <a:gd name="connsiteY17" fmla="*/ 1300394 h 1984338"/>
              <a:gd name="connsiteX18" fmla="*/ 2923999 w 3413287"/>
              <a:gd name="connsiteY18" fmla="*/ 1701868 h 1984338"/>
              <a:gd name="connsiteX19" fmla="*/ 2951002 w 3413287"/>
              <a:gd name="connsiteY19" fmla="*/ 1984338 h 1984338"/>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17" fmla="*/ 3005460 w 3413287"/>
              <a:gd name="connsiteY17" fmla="*/ 1300394 h 1817544"/>
              <a:gd name="connsiteX18" fmla="*/ 2923999 w 3413287"/>
              <a:gd name="connsiteY18" fmla="*/ 1701868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17" fmla="*/ 3005460 w 3413287"/>
              <a:gd name="connsiteY17" fmla="*/ 1300394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618542 w 3413287"/>
              <a:gd name="connsiteY5" fmla="*/ 1079176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261457 w 3413287"/>
              <a:gd name="connsiteY3" fmla="*/ 1219757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0 w 3413287"/>
              <a:gd name="connsiteY0" fmla="*/ 1817544 h 1817544"/>
              <a:gd name="connsiteX1" fmla="*/ 298336 w 3413287"/>
              <a:gd name="connsiteY1" fmla="*/ 1678362 h 1817544"/>
              <a:gd name="connsiteX2" fmla="*/ 160197 w 3413287"/>
              <a:gd name="connsiteY2" fmla="*/ 1371555 h 1817544"/>
              <a:gd name="connsiteX3" fmla="*/ 261457 w 3413287"/>
              <a:gd name="connsiteY3" fmla="*/ 1219757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1 w 4014506"/>
              <a:gd name="connsiteY0" fmla="*/ 1955099 h 1955099"/>
              <a:gd name="connsiteX1" fmla="*/ 899555 w 4014506"/>
              <a:gd name="connsiteY1" fmla="*/ 1678362 h 1955099"/>
              <a:gd name="connsiteX2" fmla="*/ 761416 w 4014506"/>
              <a:gd name="connsiteY2" fmla="*/ 1371555 h 1955099"/>
              <a:gd name="connsiteX3" fmla="*/ 862676 w 4014506"/>
              <a:gd name="connsiteY3" fmla="*/ 1219757 h 1955099"/>
              <a:gd name="connsiteX4" fmla="*/ 1219761 w 4014506"/>
              <a:gd name="connsiteY4" fmla="*/ 1079176 h 1955099"/>
              <a:gd name="connsiteX5" fmla="*/ 1152897 w 4014506"/>
              <a:gd name="connsiteY5" fmla="*/ 806212 h 1955099"/>
              <a:gd name="connsiteX6" fmla="*/ 1472564 w 4014506"/>
              <a:gd name="connsiteY6" fmla="*/ 603063 h 1955099"/>
              <a:gd name="connsiteX7" fmla="*/ 1671234 w 4014506"/>
              <a:gd name="connsiteY7" fmla="*/ 391079 h 1955099"/>
              <a:gd name="connsiteX8" fmla="*/ 1895900 w 4014506"/>
              <a:gd name="connsiteY8" fmla="*/ 157636 h 1955099"/>
              <a:gd name="connsiteX9" fmla="*/ 2083871 w 4014506"/>
              <a:gd name="connsiteY9" fmla="*/ 55628 h 1955099"/>
              <a:gd name="connsiteX10" fmla="*/ 2435955 w 4014506"/>
              <a:gd name="connsiteY10" fmla="*/ 7030 h 1955099"/>
              <a:gd name="connsiteX11" fmla="*/ 2844205 w 4014506"/>
              <a:gd name="connsiteY11" fmla="*/ 7030 h 1955099"/>
              <a:gd name="connsiteX12" fmla="*/ 3193079 w 4014506"/>
              <a:gd name="connsiteY12" fmla="*/ 69987 h 1955099"/>
              <a:gd name="connsiteX13" fmla="*/ 3637617 w 4014506"/>
              <a:gd name="connsiteY13" fmla="*/ 84724 h 1955099"/>
              <a:gd name="connsiteX14" fmla="*/ 4014506 w 4014506"/>
              <a:gd name="connsiteY14" fmla="*/ 260337 h 1955099"/>
              <a:gd name="connsiteX0" fmla="*/ 0 w 4014505"/>
              <a:gd name="connsiteY0" fmla="*/ 1955099 h 1955099"/>
              <a:gd name="connsiteX1" fmla="*/ 395174 w 4014505"/>
              <a:gd name="connsiteY1" fmla="*/ 1907991 h 1955099"/>
              <a:gd name="connsiteX2" fmla="*/ 899554 w 4014505"/>
              <a:gd name="connsiteY2" fmla="*/ 1678362 h 1955099"/>
              <a:gd name="connsiteX3" fmla="*/ 761415 w 4014505"/>
              <a:gd name="connsiteY3" fmla="*/ 1371555 h 1955099"/>
              <a:gd name="connsiteX4" fmla="*/ 862675 w 4014505"/>
              <a:gd name="connsiteY4" fmla="*/ 1219757 h 1955099"/>
              <a:gd name="connsiteX5" fmla="*/ 1219760 w 4014505"/>
              <a:gd name="connsiteY5" fmla="*/ 1079176 h 1955099"/>
              <a:gd name="connsiteX6" fmla="*/ 1152896 w 4014505"/>
              <a:gd name="connsiteY6" fmla="*/ 806212 h 1955099"/>
              <a:gd name="connsiteX7" fmla="*/ 1472563 w 4014505"/>
              <a:gd name="connsiteY7" fmla="*/ 603063 h 1955099"/>
              <a:gd name="connsiteX8" fmla="*/ 1671233 w 4014505"/>
              <a:gd name="connsiteY8" fmla="*/ 391079 h 1955099"/>
              <a:gd name="connsiteX9" fmla="*/ 1895899 w 4014505"/>
              <a:gd name="connsiteY9" fmla="*/ 157636 h 1955099"/>
              <a:gd name="connsiteX10" fmla="*/ 2083870 w 4014505"/>
              <a:gd name="connsiteY10" fmla="*/ 55628 h 1955099"/>
              <a:gd name="connsiteX11" fmla="*/ 2435954 w 4014505"/>
              <a:gd name="connsiteY11" fmla="*/ 7030 h 1955099"/>
              <a:gd name="connsiteX12" fmla="*/ 2844204 w 4014505"/>
              <a:gd name="connsiteY12" fmla="*/ 7030 h 1955099"/>
              <a:gd name="connsiteX13" fmla="*/ 3193078 w 4014505"/>
              <a:gd name="connsiteY13" fmla="*/ 69987 h 1955099"/>
              <a:gd name="connsiteX14" fmla="*/ 3637616 w 4014505"/>
              <a:gd name="connsiteY14" fmla="*/ 84724 h 1955099"/>
              <a:gd name="connsiteX15" fmla="*/ 4014505 w 4014505"/>
              <a:gd name="connsiteY15" fmla="*/ 260337 h 1955099"/>
              <a:gd name="connsiteX0" fmla="*/ 0 w 4582838"/>
              <a:gd name="connsiteY0" fmla="*/ 3176560 h 3176560"/>
              <a:gd name="connsiteX1" fmla="*/ 963507 w 4582838"/>
              <a:gd name="connsiteY1" fmla="*/ 1907991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04046 w 4582838"/>
              <a:gd name="connsiteY1" fmla="*/ 1850967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87177 w 4582838"/>
              <a:gd name="connsiteY1" fmla="*/ 1933339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87177 w 4582838"/>
              <a:gd name="connsiteY1" fmla="*/ 1933339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744735 w 4582838"/>
              <a:gd name="connsiteY1" fmla="*/ 2517480 h 3176560"/>
              <a:gd name="connsiteX2" fmla="*/ 1087177 w 4582838"/>
              <a:gd name="connsiteY2" fmla="*/ 1933339 h 3176560"/>
              <a:gd name="connsiteX3" fmla="*/ 1467887 w 4582838"/>
              <a:gd name="connsiteY3" fmla="*/ 1678362 h 3176560"/>
              <a:gd name="connsiteX4" fmla="*/ 1329748 w 4582838"/>
              <a:gd name="connsiteY4" fmla="*/ 1371555 h 3176560"/>
              <a:gd name="connsiteX5" fmla="*/ 1431008 w 4582838"/>
              <a:gd name="connsiteY5" fmla="*/ 1219757 h 3176560"/>
              <a:gd name="connsiteX6" fmla="*/ 1788093 w 4582838"/>
              <a:gd name="connsiteY6" fmla="*/ 1079176 h 3176560"/>
              <a:gd name="connsiteX7" fmla="*/ 1721229 w 4582838"/>
              <a:gd name="connsiteY7" fmla="*/ 806212 h 3176560"/>
              <a:gd name="connsiteX8" fmla="*/ 2040896 w 4582838"/>
              <a:gd name="connsiteY8" fmla="*/ 603063 h 3176560"/>
              <a:gd name="connsiteX9" fmla="*/ 2239566 w 4582838"/>
              <a:gd name="connsiteY9" fmla="*/ 391079 h 3176560"/>
              <a:gd name="connsiteX10" fmla="*/ 2464232 w 4582838"/>
              <a:gd name="connsiteY10" fmla="*/ 157636 h 3176560"/>
              <a:gd name="connsiteX11" fmla="*/ 2652203 w 4582838"/>
              <a:gd name="connsiteY11" fmla="*/ 55628 h 3176560"/>
              <a:gd name="connsiteX12" fmla="*/ 3004287 w 4582838"/>
              <a:gd name="connsiteY12" fmla="*/ 7030 h 3176560"/>
              <a:gd name="connsiteX13" fmla="*/ 3412537 w 4582838"/>
              <a:gd name="connsiteY13" fmla="*/ 7030 h 3176560"/>
              <a:gd name="connsiteX14" fmla="*/ 3761411 w 4582838"/>
              <a:gd name="connsiteY14" fmla="*/ 69987 h 3176560"/>
              <a:gd name="connsiteX15" fmla="*/ 4205949 w 4582838"/>
              <a:gd name="connsiteY15" fmla="*/ 84724 h 3176560"/>
              <a:gd name="connsiteX16" fmla="*/ 4582838 w 4582838"/>
              <a:gd name="connsiteY16" fmla="*/ 260337 h 3176560"/>
              <a:gd name="connsiteX0" fmla="*/ 0 w 4321107"/>
              <a:gd name="connsiteY0" fmla="*/ 2977636 h 2977636"/>
              <a:gd name="connsiteX1" fmla="*/ 483004 w 4321107"/>
              <a:gd name="connsiteY1" fmla="*/ 2517480 h 2977636"/>
              <a:gd name="connsiteX2" fmla="*/ 825446 w 4321107"/>
              <a:gd name="connsiteY2" fmla="*/ 1933339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825446 w 4321107"/>
              <a:gd name="connsiteY2" fmla="*/ 1933339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52040 w 4321107"/>
              <a:gd name="connsiteY15" fmla="*/ 52565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759617 w 4321107"/>
              <a:gd name="connsiteY15" fmla="*/ 225468 h 2977636"/>
              <a:gd name="connsiteX16" fmla="*/ 3952040 w 4321107"/>
              <a:gd name="connsiteY16" fmla="*/ 52565 h 2977636"/>
              <a:gd name="connsiteX17" fmla="*/ 4321107 w 4321107"/>
              <a:gd name="connsiteY17"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780018 w 4321107"/>
              <a:gd name="connsiteY15" fmla="*/ 324819 h 2977636"/>
              <a:gd name="connsiteX16" fmla="*/ 3952040 w 4321107"/>
              <a:gd name="connsiteY16" fmla="*/ 52565 h 2977636"/>
              <a:gd name="connsiteX17" fmla="*/ 4321107 w 4321107"/>
              <a:gd name="connsiteY17" fmla="*/ 260337 h 2977636"/>
              <a:gd name="connsiteX0" fmla="*/ 0 w 4321107"/>
              <a:gd name="connsiteY0" fmla="*/ 2980771 h 2980771"/>
              <a:gd name="connsiteX1" fmla="*/ 552854 w 4321107"/>
              <a:gd name="connsiteY1" fmla="*/ 2475804 h 2980771"/>
              <a:gd name="connsiteX2" fmla="*/ 789325 w 4321107"/>
              <a:gd name="connsiteY2" fmla="*/ 1998418 h 2980771"/>
              <a:gd name="connsiteX3" fmla="*/ 1206156 w 4321107"/>
              <a:gd name="connsiteY3" fmla="*/ 1681497 h 2980771"/>
              <a:gd name="connsiteX4" fmla="*/ 1068017 w 4321107"/>
              <a:gd name="connsiteY4" fmla="*/ 1374690 h 2980771"/>
              <a:gd name="connsiteX5" fmla="*/ 1169277 w 4321107"/>
              <a:gd name="connsiteY5" fmla="*/ 1222892 h 2980771"/>
              <a:gd name="connsiteX6" fmla="*/ 1526362 w 4321107"/>
              <a:gd name="connsiteY6" fmla="*/ 1082311 h 2980771"/>
              <a:gd name="connsiteX7" fmla="*/ 1459498 w 4321107"/>
              <a:gd name="connsiteY7" fmla="*/ 809347 h 2980771"/>
              <a:gd name="connsiteX8" fmla="*/ 1779165 w 4321107"/>
              <a:gd name="connsiteY8" fmla="*/ 606198 h 2980771"/>
              <a:gd name="connsiteX9" fmla="*/ 1977835 w 4321107"/>
              <a:gd name="connsiteY9" fmla="*/ 394214 h 2980771"/>
              <a:gd name="connsiteX10" fmla="*/ 2202501 w 4321107"/>
              <a:gd name="connsiteY10" fmla="*/ 160771 h 2980771"/>
              <a:gd name="connsiteX11" fmla="*/ 2390472 w 4321107"/>
              <a:gd name="connsiteY11" fmla="*/ 58763 h 2980771"/>
              <a:gd name="connsiteX12" fmla="*/ 2742556 w 4321107"/>
              <a:gd name="connsiteY12" fmla="*/ 10165 h 2980771"/>
              <a:gd name="connsiteX13" fmla="*/ 3150806 w 4321107"/>
              <a:gd name="connsiteY13" fmla="*/ 10165 h 2980771"/>
              <a:gd name="connsiteX14" fmla="*/ 3472993 w 4321107"/>
              <a:gd name="connsiteY14" fmla="*/ 125137 h 2980771"/>
              <a:gd name="connsiteX15" fmla="*/ 3780018 w 4321107"/>
              <a:gd name="connsiteY15" fmla="*/ 327954 h 2980771"/>
              <a:gd name="connsiteX16" fmla="*/ 3952040 w 4321107"/>
              <a:gd name="connsiteY16" fmla="*/ 55700 h 2980771"/>
              <a:gd name="connsiteX17" fmla="*/ 4321107 w 4321107"/>
              <a:gd name="connsiteY17" fmla="*/ 263472 h 2980771"/>
              <a:gd name="connsiteX0" fmla="*/ 0 w 4321107"/>
              <a:gd name="connsiteY0" fmla="*/ 3007623 h 3007623"/>
              <a:gd name="connsiteX1" fmla="*/ 552854 w 4321107"/>
              <a:gd name="connsiteY1" fmla="*/ 2502656 h 3007623"/>
              <a:gd name="connsiteX2" fmla="*/ 789325 w 4321107"/>
              <a:gd name="connsiteY2" fmla="*/ 2025270 h 3007623"/>
              <a:gd name="connsiteX3" fmla="*/ 1206156 w 4321107"/>
              <a:gd name="connsiteY3" fmla="*/ 1708349 h 3007623"/>
              <a:gd name="connsiteX4" fmla="*/ 1068017 w 4321107"/>
              <a:gd name="connsiteY4" fmla="*/ 1401542 h 3007623"/>
              <a:gd name="connsiteX5" fmla="*/ 1169277 w 4321107"/>
              <a:gd name="connsiteY5" fmla="*/ 1249744 h 3007623"/>
              <a:gd name="connsiteX6" fmla="*/ 1526362 w 4321107"/>
              <a:gd name="connsiteY6" fmla="*/ 1109163 h 3007623"/>
              <a:gd name="connsiteX7" fmla="*/ 1459498 w 4321107"/>
              <a:gd name="connsiteY7" fmla="*/ 836199 h 3007623"/>
              <a:gd name="connsiteX8" fmla="*/ 1779165 w 4321107"/>
              <a:gd name="connsiteY8" fmla="*/ 633050 h 3007623"/>
              <a:gd name="connsiteX9" fmla="*/ 1977835 w 4321107"/>
              <a:gd name="connsiteY9" fmla="*/ 421066 h 3007623"/>
              <a:gd name="connsiteX10" fmla="*/ 2202501 w 4321107"/>
              <a:gd name="connsiteY10" fmla="*/ 187623 h 3007623"/>
              <a:gd name="connsiteX11" fmla="*/ 2390472 w 4321107"/>
              <a:gd name="connsiteY11" fmla="*/ 85615 h 3007623"/>
              <a:gd name="connsiteX12" fmla="*/ 2742556 w 4321107"/>
              <a:gd name="connsiteY12" fmla="*/ 37017 h 3007623"/>
              <a:gd name="connsiteX13" fmla="*/ 3150806 w 4321107"/>
              <a:gd name="connsiteY13" fmla="*/ 37017 h 3007623"/>
              <a:gd name="connsiteX14" fmla="*/ 3472993 w 4321107"/>
              <a:gd name="connsiteY14" fmla="*/ 151989 h 3007623"/>
              <a:gd name="connsiteX15" fmla="*/ 3780018 w 4321107"/>
              <a:gd name="connsiteY15" fmla="*/ 354806 h 3007623"/>
              <a:gd name="connsiteX16" fmla="*/ 3962460 w 4321107"/>
              <a:gd name="connsiteY16" fmla="*/ 2201 h 3007623"/>
              <a:gd name="connsiteX17" fmla="*/ 4321107 w 4321107"/>
              <a:gd name="connsiteY17" fmla="*/ 290324 h 3007623"/>
              <a:gd name="connsiteX0" fmla="*/ 0 w 4430587"/>
              <a:gd name="connsiteY0" fmla="*/ 3007623 h 3007623"/>
              <a:gd name="connsiteX1" fmla="*/ 552854 w 4430587"/>
              <a:gd name="connsiteY1" fmla="*/ 2502656 h 3007623"/>
              <a:gd name="connsiteX2" fmla="*/ 789325 w 4430587"/>
              <a:gd name="connsiteY2" fmla="*/ 2025270 h 3007623"/>
              <a:gd name="connsiteX3" fmla="*/ 1206156 w 4430587"/>
              <a:gd name="connsiteY3" fmla="*/ 1708349 h 3007623"/>
              <a:gd name="connsiteX4" fmla="*/ 1068017 w 4430587"/>
              <a:gd name="connsiteY4" fmla="*/ 1401542 h 3007623"/>
              <a:gd name="connsiteX5" fmla="*/ 1169277 w 4430587"/>
              <a:gd name="connsiteY5" fmla="*/ 1249744 h 3007623"/>
              <a:gd name="connsiteX6" fmla="*/ 1526362 w 4430587"/>
              <a:gd name="connsiteY6" fmla="*/ 1109163 h 3007623"/>
              <a:gd name="connsiteX7" fmla="*/ 1459498 w 4430587"/>
              <a:gd name="connsiteY7" fmla="*/ 836199 h 3007623"/>
              <a:gd name="connsiteX8" fmla="*/ 1779165 w 4430587"/>
              <a:gd name="connsiteY8" fmla="*/ 633050 h 3007623"/>
              <a:gd name="connsiteX9" fmla="*/ 1977835 w 4430587"/>
              <a:gd name="connsiteY9" fmla="*/ 421066 h 3007623"/>
              <a:gd name="connsiteX10" fmla="*/ 2202501 w 4430587"/>
              <a:gd name="connsiteY10" fmla="*/ 187623 h 3007623"/>
              <a:gd name="connsiteX11" fmla="*/ 2390472 w 4430587"/>
              <a:gd name="connsiteY11" fmla="*/ 85615 h 3007623"/>
              <a:gd name="connsiteX12" fmla="*/ 2742556 w 4430587"/>
              <a:gd name="connsiteY12" fmla="*/ 37017 h 3007623"/>
              <a:gd name="connsiteX13" fmla="*/ 3150806 w 4430587"/>
              <a:gd name="connsiteY13" fmla="*/ 37017 h 3007623"/>
              <a:gd name="connsiteX14" fmla="*/ 3472993 w 4430587"/>
              <a:gd name="connsiteY14" fmla="*/ 151989 h 3007623"/>
              <a:gd name="connsiteX15" fmla="*/ 3780018 w 4430587"/>
              <a:gd name="connsiteY15" fmla="*/ 354806 h 3007623"/>
              <a:gd name="connsiteX16" fmla="*/ 3962460 w 4430587"/>
              <a:gd name="connsiteY16" fmla="*/ 2201 h 3007623"/>
              <a:gd name="connsiteX17" fmla="*/ 4430587 w 4430587"/>
              <a:gd name="connsiteY17" fmla="*/ 161932 h 3007623"/>
              <a:gd name="connsiteX0" fmla="*/ 0 w 4430587"/>
              <a:gd name="connsiteY0" fmla="*/ 3007623 h 3007623"/>
              <a:gd name="connsiteX1" fmla="*/ 552854 w 4430587"/>
              <a:gd name="connsiteY1" fmla="*/ 2502656 h 3007623"/>
              <a:gd name="connsiteX2" fmla="*/ 789325 w 4430587"/>
              <a:gd name="connsiteY2" fmla="*/ 2025270 h 3007623"/>
              <a:gd name="connsiteX3" fmla="*/ 1206156 w 4430587"/>
              <a:gd name="connsiteY3" fmla="*/ 1708349 h 3007623"/>
              <a:gd name="connsiteX4" fmla="*/ 1068017 w 4430587"/>
              <a:gd name="connsiteY4" fmla="*/ 1401542 h 3007623"/>
              <a:gd name="connsiteX5" fmla="*/ 1169277 w 4430587"/>
              <a:gd name="connsiteY5" fmla="*/ 1249744 h 3007623"/>
              <a:gd name="connsiteX6" fmla="*/ 1526362 w 4430587"/>
              <a:gd name="connsiteY6" fmla="*/ 1109163 h 3007623"/>
              <a:gd name="connsiteX7" fmla="*/ 1459498 w 4430587"/>
              <a:gd name="connsiteY7" fmla="*/ 836199 h 3007623"/>
              <a:gd name="connsiteX8" fmla="*/ 1779165 w 4430587"/>
              <a:gd name="connsiteY8" fmla="*/ 633050 h 3007623"/>
              <a:gd name="connsiteX9" fmla="*/ 1977835 w 4430587"/>
              <a:gd name="connsiteY9" fmla="*/ 421066 h 3007623"/>
              <a:gd name="connsiteX10" fmla="*/ 2202501 w 4430587"/>
              <a:gd name="connsiteY10" fmla="*/ 187623 h 3007623"/>
              <a:gd name="connsiteX11" fmla="*/ 2390472 w 4430587"/>
              <a:gd name="connsiteY11" fmla="*/ 85615 h 3007623"/>
              <a:gd name="connsiteX12" fmla="*/ 2742556 w 4430587"/>
              <a:gd name="connsiteY12" fmla="*/ 37017 h 3007623"/>
              <a:gd name="connsiteX13" fmla="*/ 3150806 w 4430587"/>
              <a:gd name="connsiteY13" fmla="*/ 37017 h 3007623"/>
              <a:gd name="connsiteX14" fmla="*/ 3472993 w 4430587"/>
              <a:gd name="connsiteY14" fmla="*/ 151989 h 3007623"/>
              <a:gd name="connsiteX15" fmla="*/ 3780018 w 4430587"/>
              <a:gd name="connsiteY15" fmla="*/ 354806 h 3007623"/>
              <a:gd name="connsiteX16" fmla="*/ 3962460 w 4430587"/>
              <a:gd name="connsiteY16" fmla="*/ 2201 h 3007623"/>
              <a:gd name="connsiteX17" fmla="*/ 4430587 w 4430587"/>
              <a:gd name="connsiteY17" fmla="*/ 161932 h 3007623"/>
              <a:gd name="connsiteX0" fmla="*/ 0 w 4442932"/>
              <a:gd name="connsiteY0" fmla="*/ 3007623 h 3007623"/>
              <a:gd name="connsiteX1" fmla="*/ 552854 w 4442932"/>
              <a:gd name="connsiteY1" fmla="*/ 2502656 h 3007623"/>
              <a:gd name="connsiteX2" fmla="*/ 789325 w 4442932"/>
              <a:gd name="connsiteY2" fmla="*/ 2025270 h 3007623"/>
              <a:gd name="connsiteX3" fmla="*/ 1206156 w 4442932"/>
              <a:gd name="connsiteY3" fmla="*/ 1708349 h 3007623"/>
              <a:gd name="connsiteX4" fmla="*/ 1068017 w 4442932"/>
              <a:gd name="connsiteY4" fmla="*/ 1401542 h 3007623"/>
              <a:gd name="connsiteX5" fmla="*/ 1169277 w 4442932"/>
              <a:gd name="connsiteY5" fmla="*/ 1249744 h 3007623"/>
              <a:gd name="connsiteX6" fmla="*/ 1526362 w 4442932"/>
              <a:gd name="connsiteY6" fmla="*/ 1109163 h 3007623"/>
              <a:gd name="connsiteX7" fmla="*/ 1459498 w 4442932"/>
              <a:gd name="connsiteY7" fmla="*/ 836199 h 3007623"/>
              <a:gd name="connsiteX8" fmla="*/ 1779165 w 4442932"/>
              <a:gd name="connsiteY8" fmla="*/ 633050 h 3007623"/>
              <a:gd name="connsiteX9" fmla="*/ 1977835 w 4442932"/>
              <a:gd name="connsiteY9" fmla="*/ 421066 h 3007623"/>
              <a:gd name="connsiteX10" fmla="*/ 2202501 w 4442932"/>
              <a:gd name="connsiteY10" fmla="*/ 187623 h 3007623"/>
              <a:gd name="connsiteX11" fmla="*/ 2390472 w 4442932"/>
              <a:gd name="connsiteY11" fmla="*/ 85615 h 3007623"/>
              <a:gd name="connsiteX12" fmla="*/ 2742556 w 4442932"/>
              <a:gd name="connsiteY12" fmla="*/ 37017 h 3007623"/>
              <a:gd name="connsiteX13" fmla="*/ 3150806 w 4442932"/>
              <a:gd name="connsiteY13" fmla="*/ 37017 h 3007623"/>
              <a:gd name="connsiteX14" fmla="*/ 3472993 w 4442932"/>
              <a:gd name="connsiteY14" fmla="*/ 151989 h 3007623"/>
              <a:gd name="connsiteX15" fmla="*/ 3780018 w 4442932"/>
              <a:gd name="connsiteY15" fmla="*/ 354806 h 3007623"/>
              <a:gd name="connsiteX16" fmla="*/ 3962460 w 4442932"/>
              <a:gd name="connsiteY16" fmla="*/ 2201 h 3007623"/>
              <a:gd name="connsiteX17" fmla="*/ 4442932 w 4442932"/>
              <a:gd name="connsiteY17" fmla="*/ 150137 h 3007623"/>
              <a:gd name="connsiteX0" fmla="*/ 0 w 4442932"/>
              <a:gd name="connsiteY0" fmla="*/ 3042711 h 3042711"/>
              <a:gd name="connsiteX1" fmla="*/ 552854 w 4442932"/>
              <a:gd name="connsiteY1" fmla="*/ 2537744 h 3042711"/>
              <a:gd name="connsiteX2" fmla="*/ 789325 w 4442932"/>
              <a:gd name="connsiteY2" fmla="*/ 2060358 h 3042711"/>
              <a:gd name="connsiteX3" fmla="*/ 1206156 w 4442932"/>
              <a:gd name="connsiteY3" fmla="*/ 1743437 h 3042711"/>
              <a:gd name="connsiteX4" fmla="*/ 1068017 w 4442932"/>
              <a:gd name="connsiteY4" fmla="*/ 1436630 h 3042711"/>
              <a:gd name="connsiteX5" fmla="*/ 1169277 w 4442932"/>
              <a:gd name="connsiteY5" fmla="*/ 1284832 h 3042711"/>
              <a:gd name="connsiteX6" fmla="*/ 1526362 w 4442932"/>
              <a:gd name="connsiteY6" fmla="*/ 1144251 h 3042711"/>
              <a:gd name="connsiteX7" fmla="*/ 1459498 w 4442932"/>
              <a:gd name="connsiteY7" fmla="*/ 871287 h 3042711"/>
              <a:gd name="connsiteX8" fmla="*/ 1779165 w 4442932"/>
              <a:gd name="connsiteY8" fmla="*/ 668138 h 3042711"/>
              <a:gd name="connsiteX9" fmla="*/ 1977835 w 4442932"/>
              <a:gd name="connsiteY9" fmla="*/ 456154 h 3042711"/>
              <a:gd name="connsiteX10" fmla="*/ 2202501 w 4442932"/>
              <a:gd name="connsiteY10" fmla="*/ 222711 h 3042711"/>
              <a:gd name="connsiteX11" fmla="*/ 2390472 w 4442932"/>
              <a:gd name="connsiteY11" fmla="*/ 120703 h 3042711"/>
              <a:gd name="connsiteX12" fmla="*/ 2742556 w 4442932"/>
              <a:gd name="connsiteY12" fmla="*/ 72105 h 3042711"/>
              <a:gd name="connsiteX13" fmla="*/ 3150806 w 4442932"/>
              <a:gd name="connsiteY13" fmla="*/ 72105 h 3042711"/>
              <a:gd name="connsiteX14" fmla="*/ 3472993 w 4442932"/>
              <a:gd name="connsiteY14" fmla="*/ 187077 h 3042711"/>
              <a:gd name="connsiteX15" fmla="*/ 3780018 w 4442932"/>
              <a:gd name="connsiteY15" fmla="*/ 389894 h 3042711"/>
              <a:gd name="connsiteX16" fmla="*/ 3962460 w 4442932"/>
              <a:gd name="connsiteY16" fmla="*/ 37289 h 3042711"/>
              <a:gd name="connsiteX17" fmla="*/ 4107482 w 4442932"/>
              <a:gd name="connsiteY17" fmla="*/ 22975 h 3042711"/>
              <a:gd name="connsiteX18" fmla="*/ 4442932 w 4442932"/>
              <a:gd name="connsiteY18" fmla="*/ 185225 h 3042711"/>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780018 w 4442932"/>
              <a:gd name="connsiteY15" fmla="*/ 391998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759722 w 4442932"/>
              <a:gd name="connsiteY15" fmla="*/ 308088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969469 w 4442932"/>
              <a:gd name="connsiteY4" fmla="*/ 1463290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134914 w 4442932"/>
              <a:gd name="connsiteY3" fmla="*/ 1791244 h 3044815"/>
              <a:gd name="connsiteX4" fmla="*/ 969469 w 4442932"/>
              <a:gd name="connsiteY4" fmla="*/ 1463290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42932" h="3044815">
                <a:moveTo>
                  <a:pt x="0" y="3044815"/>
                </a:moveTo>
                <a:cubicBezTo>
                  <a:pt x="106469" y="2917861"/>
                  <a:pt x="371658" y="2747051"/>
                  <a:pt x="552854" y="2539848"/>
                </a:cubicBezTo>
                <a:cubicBezTo>
                  <a:pt x="734050" y="2332645"/>
                  <a:pt x="651146" y="2185207"/>
                  <a:pt x="789325" y="2062462"/>
                </a:cubicBezTo>
                <a:cubicBezTo>
                  <a:pt x="893358" y="1929464"/>
                  <a:pt x="1104890" y="1891106"/>
                  <a:pt x="1134914" y="1791244"/>
                </a:cubicBezTo>
                <a:cubicBezTo>
                  <a:pt x="1164938" y="1691382"/>
                  <a:pt x="928405" y="1561212"/>
                  <a:pt x="969469" y="1463290"/>
                </a:cubicBezTo>
                <a:cubicBezTo>
                  <a:pt x="968292" y="1410037"/>
                  <a:pt x="1163392" y="1339952"/>
                  <a:pt x="1169277" y="1286936"/>
                </a:cubicBezTo>
                <a:cubicBezTo>
                  <a:pt x="1254971" y="1245162"/>
                  <a:pt x="1449316" y="1207181"/>
                  <a:pt x="1526362" y="1146355"/>
                </a:cubicBezTo>
                <a:lnTo>
                  <a:pt x="1459498" y="873391"/>
                </a:lnTo>
                <a:cubicBezTo>
                  <a:pt x="1570975" y="809566"/>
                  <a:pt x="1686090" y="748267"/>
                  <a:pt x="1779165" y="670242"/>
                </a:cubicBezTo>
                <a:cubicBezTo>
                  <a:pt x="1856194" y="605629"/>
                  <a:pt x="1917282" y="531864"/>
                  <a:pt x="1977835" y="458258"/>
                </a:cubicBezTo>
                <a:cubicBezTo>
                  <a:pt x="2045235" y="376368"/>
                  <a:pt x="2112955" y="294004"/>
                  <a:pt x="2202501" y="224815"/>
                </a:cubicBezTo>
                <a:cubicBezTo>
                  <a:pt x="2256741" y="182844"/>
                  <a:pt x="2319006" y="146869"/>
                  <a:pt x="2390472" y="122807"/>
                </a:cubicBezTo>
                <a:cubicBezTo>
                  <a:pt x="2499809" y="85964"/>
                  <a:pt x="2622198" y="79968"/>
                  <a:pt x="2742556" y="74209"/>
                </a:cubicBezTo>
                <a:cubicBezTo>
                  <a:pt x="2878746" y="67661"/>
                  <a:pt x="3029067" y="55047"/>
                  <a:pt x="3150806" y="74209"/>
                </a:cubicBezTo>
                <a:cubicBezTo>
                  <a:pt x="3272545" y="93371"/>
                  <a:pt x="3382309" y="163776"/>
                  <a:pt x="3472993" y="189181"/>
                </a:cubicBezTo>
                <a:cubicBezTo>
                  <a:pt x="3563677" y="214586"/>
                  <a:pt x="3619518" y="229544"/>
                  <a:pt x="3694911" y="226640"/>
                </a:cubicBezTo>
                <a:cubicBezTo>
                  <a:pt x="3770304" y="223736"/>
                  <a:pt x="3839005" y="91098"/>
                  <a:pt x="3890087" y="35418"/>
                </a:cubicBezTo>
                <a:cubicBezTo>
                  <a:pt x="3941169" y="-20262"/>
                  <a:pt x="4027403" y="423"/>
                  <a:pt x="4107482" y="25079"/>
                </a:cubicBezTo>
                <a:cubicBezTo>
                  <a:pt x="4187561" y="49735"/>
                  <a:pt x="4383529" y="165760"/>
                  <a:pt x="4442932" y="187329"/>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5" name="Freeform: Shape 14">
            <a:extLst>
              <a:ext uri="{FF2B5EF4-FFF2-40B4-BE49-F238E27FC236}">
                <a16:creationId xmlns:a16="http://schemas.microsoft.com/office/drawing/2014/main" id="{870E26C4-7EBE-5792-8817-FD5F87663CF9}"/>
              </a:ext>
            </a:extLst>
          </p:cNvPr>
          <p:cNvSpPr/>
          <p:nvPr userDrawn="1"/>
        </p:nvSpPr>
        <p:spPr>
          <a:xfrm rot="8568214" flipV="1">
            <a:off x="8117745" y="5591986"/>
            <a:ext cx="2124331" cy="2120425"/>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076813 w 3462212"/>
              <a:gd name="connsiteY8" fmla="*/ 109951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991032 w 3462212"/>
              <a:gd name="connsiteY7" fmla="*/ 1385101 h 2250401"/>
              <a:gd name="connsiteX8" fmla="*/ 1076813 w 3462212"/>
              <a:gd name="connsiteY8" fmla="*/ 109951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278507"/>
              <a:gd name="connsiteY0" fmla="*/ 1829274 h 2250401"/>
              <a:gd name="connsiteX1" fmla="*/ 260675 w 3278507"/>
              <a:gd name="connsiteY1" fmla="*/ 1840980 h 2250401"/>
              <a:gd name="connsiteX2" fmla="*/ 445908 w 3278507"/>
              <a:gd name="connsiteY2" fmla="*/ 1935471 h 2250401"/>
              <a:gd name="connsiteX3" fmla="*/ 601784 w 3278507"/>
              <a:gd name="connsiteY3" fmla="*/ 1935471 h 2250401"/>
              <a:gd name="connsiteX4" fmla="*/ 757660 w 3278507"/>
              <a:gd name="connsiteY4" fmla="*/ 1842299 h 2250401"/>
              <a:gd name="connsiteX5" fmla="*/ 843675 w 3278507"/>
              <a:gd name="connsiteY5" fmla="*/ 1622189 h 2250401"/>
              <a:gd name="connsiteX6" fmla="*/ 807327 w 3278507"/>
              <a:gd name="connsiteY6" fmla="*/ 1385101 h 2250401"/>
              <a:gd name="connsiteX7" fmla="*/ 893108 w 3278507"/>
              <a:gd name="connsiteY7" fmla="*/ 1099519 h 2250401"/>
              <a:gd name="connsiteX8" fmla="*/ 1096263 w 3278507"/>
              <a:gd name="connsiteY8" fmla="*/ 894564 h 2250401"/>
              <a:gd name="connsiteX9" fmla="*/ 1348852 w 3278507"/>
              <a:gd name="connsiteY9" fmla="*/ 658596 h 2250401"/>
              <a:gd name="connsiteX10" fmla="*/ 1687456 w 3278507"/>
              <a:gd name="connsiteY10" fmla="*/ 375056 h 2250401"/>
              <a:gd name="connsiteX11" fmla="*/ 2038149 w 3278507"/>
              <a:gd name="connsiteY11" fmla="*/ 116289 h 2250401"/>
              <a:gd name="connsiteX12" fmla="*/ 2281323 w 3278507"/>
              <a:gd name="connsiteY12" fmla="*/ 26115 h 2250401"/>
              <a:gd name="connsiteX13" fmla="*/ 2544718 w 3278507"/>
              <a:gd name="connsiteY13" fmla="*/ 317 h 2250401"/>
              <a:gd name="connsiteX14" fmla="*/ 2840315 w 3278507"/>
              <a:gd name="connsiteY14" fmla="*/ 43945 h 2250401"/>
              <a:gd name="connsiteX15" fmla="*/ 3084879 w 3278507"/>
              <a:gd name="connsiteY15" fmla="*/ 147057 h 2250401"/>
              <a:gd name="connsiteX16" fmla="*/ 3216577 w 3278507"/>
              <a:gd name="connsiteY16" fmla="*/ 303659 h 2250401"/>
              <a:gd name="connsiteX17" fmla="*/ 3264933 w 3278507"/>
              <a:gd name="connsiteY17" fmla="*/ 505860 h 2250401"/>
              <a:gd name="connsiteX18" fmla="*/ 3257658 w 3278507"/>
              <a:gd name="connsiteY18" fmla="*/ 822851 h 2250401"/>
              <a:gd name="connsiteX19" fmla="*/ 3277450 w 3278507"/>
              <a:gd name="connsiteY19" fmla="*/ 1240033 h 2250401"/>
              <a:gd name="connsiteX20" fmla="*/ 3238187 w 3278507"/>
              <a:gd name="connsiteY20" fmla="*/ 1483338 h 2250401"/>
              <a:gd name="connsiteX21" fmla="*/ 3154312 w 3278507"/>
              <a:gd name="connsiteY21" fmla="*/ 1715677 h 2250401"/>
              <a:gd name="connsiteX22" fmla="*/ 2753042 w 3278507"/>
              <a:gd name="connsiteY22" fmla="*/ 2250401 h 2250401"/>
              <a:gd name="connsiteX0" fmla="*/ 1 w 3017833"/>
              <a:gd name="connsiteY0" fmla="*/ 1840980 h 2250401"/>
              <a:gd name="connsiteX1" fmla="*/ 185234 w 3017833"/>
              <a:gd name="connsiteY1" fmla="*/ 1935471 h 2250401"/>
              <a:gd name="connsiteX2" fmla="*/ 341110 w 3017833"/>
              <a:gd name="connsiteY2" fmla="*/ 1935471 h 2250401"/>
              <a:gd name="connsiteX3" fmla="*/ 496986 w 3017833"/>
              <a:gd name="connsiteY3" fmla="*/ 1842299 h 2250401"/>
              <a:gd name="connsiteX4" fmla="*/ 583001 w 3017833"/>
              <a:gd name="connsiteY4" fmla="*/ 1622189 h 2250401"/>
              <a:gd name="connsiteX5" fmla="*/ 546653 w 3017833"/>
              <a:gd name="connsiteY5" fmla="*/ 1385101 h 2250401"/>
              <a:gd name="connsiteX6" fmla="*/ 632434 w 3017833"/>
              <a:gd name="connsiteY6" fmla="*/ 1099519 h 2250401"/>
              <a:gd name="connsiteX7" fmla="*/ 835589 w 3017833"/>
              <a:gd name="connsiteY7" fmla="*/ 894564 h 2250401"/>
              <a:gd name="connsiteX8" fmla="*/ 1088178 w 3017833"/>
              <a:gd name="connsiteY8" fmla="*/ 658596 h 2250401"/>
              <a:gd name="connsiteX9" fmla="*/ 1426782 w 3017833"/>
              <a:gd name="connsiteY9" fmla="*/ 375056 h 2250401"/>
              <a:gd name="connsiteX10" fmla="*/ 1777475 w 3017833"/>
              <a:gd name="connsiteY10" fmla="*/ 116289 h 2250401"/>
              <a:gd name="connsiteX11" fmla="*/ 2020649 w 3017833"/>
              <a:gd name="connsiteY11" fmla="*/ 26115 h 2250401"/>
              <a:gd name="connsiteX12" fmla="*/ 2284044 w 3017833"/>
              <a:gd name="connsiteY12" fmla="*/ 317 h 2250401"/>
              <a:gd name="connsiteX13" fmla="*/ 2579641 w 3017833"/>
              <a:gd name="connsiteY13" fmla="*/ 43945 h 2250401"/>
              <a:gd name="connsiteX14" fmla="*/ 2824205 w 3017833"/>
              <a:gd name="connsiteY14" fmla="*/ 147057 h 2250401"/>
              <a:gd name="connsiteX15" fmla="*/ 2955903 w 3017833"/>
              <a:gd name="connsiteY15" fmla="*/ 303659 h 2250401"/>
              <a:gd name="connsiteX16" fmla="*/ 3004259 w 3017833"/>
              <a:gd name="connsiteY16" fmla="*/ 505860 h 2250401"/>
              <a:gd name="connsiteX17" fmla="*/ 2996984 w 3017833"/>
              <a:gd name="connsiteY17" fmla="*/ 822851 h 2250401"/>
              <a:gd name="connsiteX18" fmla="*/ 3016776 w 3017833"/>
              <a:gd name="connsiteY18" fmla="*/ 1240033 h 2250401"/>
              <a:gd name="connsiteX19" fmla="*/ 2977513 w 3017833"/>
              <a:gd name="connsiteY19" fmla="*/ 1483338 h 2250401"/>
              <a:gd name="connsiteX20" fmla="*/ 2893638 w 3017833"/>
              <a:gd name="connsiteY20" fmla="*/ 1715677 h 2250401"/>
              <a:gd name="connsiteX21" fmla="*/ 2492368 w 3017833"/>
              <a:gd name="connsiteY21" fmla="*/ 2250401 h 225040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19" fmla="*/ 2977512 w 3017832"/>
              <a:gd name="connsiteY19" fmla="*/ 1483338 h 1945381"/>
              <a:gd name="connsiteX20" fmla="*/ 2893637 w 3017832"/>
              <a:gd name="connsiteY20" fmla="*/ 1715677 h 194538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19" fmla="*/ 2977512 w 3017832"/>
              <a:gd name="connsiteY19" fmla="*/ 1483338 h 194538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0" fmla="*/ 0 w 3005941"/>
              <a:gd name="connsiteY0" fmla="*/ 1840980 h 1945381"/>
              <a:gd name="connsiteX1" fmla="*/ 185233 w 3005941"/>
              <a:gd name="connsiteY1" fmla="*/ 1935471 h 1945381"/>
              <a:gd name="connsiteX2" fmla="*/ 341109 w 3005941"/>
              <a:gd name="connsiteY2" fmla="*/ 1935471 h 1945381"/>
              <a:gd name="connsiteX3" fmla="*/ 496985 w 3005941"/>
              <a:gd name="connsiteY3" fmla="*/ 1842299 h 1945381"/>
              <a:gd name="connsiteX4" fmla="*/ 583000 w 3005941"/>
              <a:gd name="connsiteY4" fmla="*/ 1622189 h 1945381"/>
              <a:gd name="connsiteX5" fmla="*/ 546652 w 3005941"/>
              <a:gd name="connsiteY5" fmla="*/ 1385101 h 1945381"/>
              <a:gd name="connsiteX6" fmla="*/ 632433 w 3005941"/>
              <a:gd name="connsiteY6" fmla="*/ 1099519 h 1945381"/>
              <a:gd name="connsiteX7" fmla="*/ 835588 w 3005941"/>
              <a:gd name="connsiteY7" fmla="*/ 894564 h 1945381"/>
              <a:gd name="connsiteX8" fmla="*/ 1088177 w 3005941"/>
              <a:gd name="connsiteY8" fmla="*/ 658596 h 1945381"/>
              <a:gd name="connsiteX9" fmla="*/ 1426781 w 3005941"/>
              <a:gd name="connsiteY9" fmla="*/ 375056 h 1945381"/>
              <a:gd name="connsiteX10" fmla="*/ 1777474 w 3005941"/>
              <a:gd name="connsiteY10" fmla="*/ 116289 h 1945381"/>
              <a:gd name="connsiteX11" fmla="*/ 2020648 w 3005941"/>
              <a:gd name="connsiteY11" fmla="*/ 26115 h 1945381"/>
              <a:gd name="connsiteX12" fmla="*/ 2284043 w 3005941"/>
              <a:gd name="connsiteY12" fmla="*/ 317 h 1945381"/>
              <a:gd name="connsiteX13" fmla="*/ 2579640 w 3005941"/>
              <a:gd name="connsiteY13" fmla="*/ 43945 h 1945381"/>
              <a:gd name="connsiteX14" fmla="*/ 2824204 w 3005941"/>
              <a:gd name="connsiteY14" fmla="*/ 147057 h 1945381"/>
              <a:gd name="connsiteX15" fmla="*/ 2955902 w 3005941"/>
              <a:gd name="connsiteY15" fmla="*/ 303659 h 1945381"/>
              <a:gd name="connsiteX16" fmla="*/ 3004258 w 3005941"/>
              <a:gd name="connsiteY16" fmla="*/ 505860 h 1945381"/>
              <a:gd name="connsiteX17" fmla="*/ 2996983 w 3005941"/>
              <a:gd name="connsiteY17" fmla="*/ 822851 h 1945381"/>
              <a:gd name="connsiteX0" fmla="*/ 0 w 3004258"/>
              <a:gd name="connsiteY0" fmla="*/ 1840980 h 1945381"/>
              <a:gd name="connsiteX1" fmla="*/ 185233 w 3004258"/>
              <a:gd name="connsiteY1" fmla="*/ 1935471 h 1945381"/>
              <a:gd name="connsiteX2" fmla="*/ 341109 w 3004258"/>
              <a:gd name="connsiteY2" fmla="*/ 1935471 h 1945381"/>
              <a:gd name="connsiteX3" fmla="*/ 496985 w 3004258"/>
              <a:gd name="connsiteY3" fmla="*/ 1842299 h 1945381"/>
              <a:gd name="connsiteX4" fmla="*/ 583000 w 3004258"/>
              <a:gd name="connsiteY4" fmla="*/ 1622189 h 1945381"/>
              <a:gd name="connsiteX5" fmla="*/ 546652 w 3004258"/>
              <a:gd name="connsiteY5" fmla="*/ 1385101 h 1945381"/>
              <a:gd name="connsiteX6" fmla="*/ 632433 w 3004258"/>
              <a:gd name="connsiteY6" fmla="*/ 1099519 h 1945381"/>
              <a:gd name="connsiteX7" fmla="*/ 835588 w 3004258"/>
              <a:gd name="connsiteY7" fmla="*/ 894564 h 1945381"/>
              <a:gd name="connsiteX8" fmla="*/ 1088177 w 3004258"/>
              <a:gd name="connsiteY8" fmla="*/ 658596 h 1945381"/>
              <a:gd name="connsiteX9" fmla="*/ 1426781 w 3004258"/>
              <a:gd name="connsiteY9" fmla="*/ 375056 h 1945381"/>
              <a:gd name="connsiteX10" fmla="*/ 1777474 w 3004258"/>
              <a:gd name="connsiteY10" fmla="*/ 116289 h 1945381"/>
              <a:gd name="connsiteX11" fmla="*/ 2020648 w 3004258"/>
              <a:gd name="connsiteY11" fmla="*/ 26115 h 1945381"/>
              <a:gd name="connsiteX12" fmla="*/ 2284043 w 3004258"/>
              <a:gd name="connsiteY12" fmla="*/ 317 h 1945381"/>
              <a:gd name="connsiteX13" fmla="*/ 2579640 w 3004258"/>
              <a:gd name="connsiteY13" fmla="*/ 43945 h 1945381"/>
              <a:gd name="connsiteX14" fmla="*/ 2824204 w 3004258"/>
              <a:gd name="connsiteY14" fmla="*/ 147057 h 1945381"/>
              <a:gd name="connsiteX15" fmla="*/ 2955902 w 3004258"/>
              <a:gd name="connsiteY15" fmla="*/ 303659 h 1945381"/>
              <a:gd name="connsiteX16" fmla="*/ 3004258 w 3004258"/>
              <a:gd name="connsiteY16" fmla="*/ 505860 h 1945381"/>
              <a:gd name="connsiteX0" fmla="*/ 0 w 3296378"/>
              <a:gd name="connsiteY0" fmla="*/ 1840980 h 1945381"/>
              <a:gd name="connsiteX1" fmla="*/ 185233 w 3296378"/>
              <a:gd name="connsiteY1" fmla="*/ 1935471 h 1945381"/>
              <a:gd name="connsiteX2" fmla="*/ 341109 w 3296378"/>
              <a:gd name="connsiteY2" fmla="*/ 1935471 h 1945381"/>
              <a:gd name="connsiteX3" fmla="*/ 496985 w 3296378"/>
              <a:gd name="connsiteY3" fmla="*/ 1842299 h 1945381"/>
              <a:gd name="connsiteX4" fmla="*/ 583000 w 3296378"/>
              <a:gd name="connsiteY4" fmla="*/ 1622189 h 1945381"/>
              <a:gd name="connsiteX5" fmla="*/ 546652 w 3296378"/>
              <a:gd name="connsiteY5" fmla="*/ 1385101 h 1945381"/>
              <a:gd name="connsiteX6" fmla="*/ 632433 w 3296378"/>
              <a:gd name="connsiteY6" fmla="*/ 1099519 h 1945381"/>
              <a:gd name="connsiteX7" fmla="*/ 835588 w 3296378"/>
              <a:gd name="connsiteY7" fmla="*/ 894564 h 1945381"/>
              <a:gd name="connsiteX8" fmla="*/ 1088177 w 3296378"/>
              <a:gd name="connsiteY8" fmla="*/ 658596 h 1945381"/>
              <a:gd name="connsiteX9" fmla="*/ 1426781 w 3296378"/>
              <a:gd name="connsiteY9" fmla="*/ 375056 h 1945381"/>
              <a:gd name="connsiteX10" fmla="*/ 1777474 w 3296378"/>
              <a:gd name="connsiteY10" fmla="*/ 116289 h 1945381"/>
              <a:gd name="connsiteX11" fmla="*/ 2020648 w 3296378"/>
              <a:gd name="connsiteY11" fmla="*/ 26115 h 1945381"/>
              <a:gd name="connsiteX12" fmla="*/ 2284043 w 3296378"/>
              <a:gd name="connsiteY12" fmla="*/ 317 h 1945381"/>
              <a:gd name="connsiteX13" fmla="*/ 2579640 w 3296378"/>
              <a:gd name="connsiteY13" fmla="*/ 43945 h 1945381"/>
              <a:gd name="connsiteX14" fmla="*/ 2824204 w 3296378"/>
              <a:gd name="connsiteY14" fmla="*/ 147057 h 1945381"/>
              <a:gd name="connsiteX15" fmla="*/ 2955902 w 3296378"/>
              <a:gd name="connsiteY15" fmla="*/ 303659 h 1945381"/>
              <a:gd name="connsiteX16" fmla="*/ 3296378 w 3296378"/>
              <a:gd name="connsiteY16" fmla="*/ 426788 h 1945381"/>
              <a:gd name="connsiteX0" fmla="*/ 0 w 3296378"/>
              <a:gd name="connsiteY0" fmla="*/ 1840980 h 1945381"/>
              <a:gd name="connsiteX1" fmla="*/ 185233 w 3296378"/>
              <a:gd name="connsiteY1" fmla="*/ 1935471 h 1945381"/>
              <a:gd name="connsiteX2" fmla="*/ 341109 w 3296378"/>
              <a:gd name="connsiteY2" fmla="*/ 1935471 h 1945381"/>
              <a:gd name="connsiteX3" fmla="*/ 496985 w 3296378"/>
              <a:gd name="connsiteY3" fmla="*/ 1842299 h 1945381"/>
              <a:gd name="connsiteX4" fmla="*/ 583000 w 3296378"/>
              <a:gd name="connsiteY4" fmla="*/ 1622189 h 1945381"/>
              <a:gd name="connsiteX5" fmla="*/ 546652 w 3296378"/>
              <a:gd name="connsiteY5" fmla="*/ 1385101 h 1945381"/>
              <a:gd name="connsiteX6" fmla="*/ 632433 w 3296378"/>
              <a:gd name="connsiteY6" fmla="*/ 1099519 h 1945381"/>
              <a:gd name="connsiteX7" fmla="*/ 835588 w 3296378"/>
              <a:gd name="connsiteY7" fmla="*/ 894564 h 1945381"/>
              <a:gd name="connsiteX8" fmla="*/ 1088177 w 3296378"/>
              <a:gd name="connsiteY8" fmla="*/ 658596 h 1945381"/>
              <a:gd name="connsiteX9" fmla="*/ 1426781 w 3296378"/>
              <a:gd name="connsiteY9" fmla="*/ 375056 h 1945381"/>
              <a:gd name="connsiteX10" fmla="*/ 1777474 w 3296378"/>
              <a:gd name="connsiteY10" fmla="*/ 116289 h 1945381"/>
              <a:gd name="connsiteX11" fmla="*/ 2020648 w 3296378"/>
              <a:gd name="connsiteY11" fmla="*/ 26115 h 1945381"/>
              <a:gd name="connsiteX12" fmla="*/ 2284043 w 3296378"/>
              <a:gd name="connsiteY12" fmla="*/ 317 h 1945381"/>
              <a:gd name="connsiteX13" fmla="*/ 2579640 w 3296378"/>
              <a:gd name="connsiteY13" fmla="*/ 43945 h 1945381"/>
              <a:gd name="connsiteX14" fmla="*/ 2824204 w 3296378"/>
              <a:gd name="connsiteY14" fmla="*/ 147057 h 1945381"/>
              <a:gd name="connsiteX15" fmla="*/ 2955902 w 3296378"/>
              <a:gd name="connsiteY15" fmla="*/ 303659 h 1945381"/>
              <a:gd name="connsiteX16" fmla="*/ 3296378 w 3296378"/>
              <a:gd name="connsiteY16" fmla="*/ 426788 h 1945381"/>
              <a:gd name="connsiteX0" fmla="*/ 0 w 3296378"/>
              <a:gd name="connsiteY0" fmla="*/ 1840980 h 1935471"/>
              <a:gd name="connsiteX1" fmla="*/ 185233 w 3296378"/>
              <a:gd name="connsiteY1" fmla="*/ 1935471 h 1935471"/>
              <a:gd name="connsiteX2" fmla="*/ 496985 w 3296378"/>
              <a:gd name="connsiteY2" fmla="*/ 1842299 h 1935471"/>
              <a:gd name="connsiteX3" fmla="*/ 583000 w 3296378"/>
              <a:gd name="connsiteY3" fmla="*/ 1622189 h 1935471"/>
              <a:gd name="connsiteX4" fmla="*/ 546652 w 3296378"/>
              <a:gd name="connsiteY4" fmla="*/ 1385101 h 1935471"/>
              <a:gd name="connsiteX5" fmla="*/ 632433 w 3296378"/>
              <a:gd name="connsiteY5" fmla="*/ 1099519 h 1935471"/>
              <a:gd name="connsiteX6" fmla="*/ 835588 w 3296378"/>
              <a:gd name="connsiteY6" fmla="*/ 894564 h 1935471"/>
              <a:gd name="connsiteX7" fmla="*/ 1088177 w 3296378"/>
              <a:gd name="connsiteY7" fmla="*/ 658596 h 1935471"/>
              <a:gd name="connsiteX8" fmla="*/ 1426781 w 3296378"/>
              <a:gd name="connsiteY8" fmla="*/ 375056 h 1935471"/>
              <a:gd name="connsiteX9" fmla="*/ 1777474 w 3296378"/>
              <a:gd name="connsiteY9" fmla="*/ 116289 h 1935471"/>
              <a:gd name="connsiteX10" fmla="*/ 2020648 w 3296378"/>
              <a:gd name="connsiteY10" fmla="*/ 26115 h 1935471"/>
              <a:gd name="connsiteX11" fmla="*/ 2284043 w 3296378"/>
              <a:gd name="connsiteY11" fmla="*/ 317 h 1935471"/>
              <a:gd name="connsiteX12" fmla="*/ 2579640 w 3296378"/>
              <a:gd name="connsiteY12" fmla="*/ 43945 h 1935471"/>
              <a:gd name="connsiteX13" fmla="*/ 2824204 w 3296378"/>
              <a:gd name="connsiteY13" fmla="*/ 147057 h 1935471"/>
              <a:gd name="connsiteX14" fmla="*/ 2955902 w 3296378"/>
              <a:gd name="connsiteY14" fmla="*/ 303659 h 1935471"/>
              <a:gd name="connsiteX15" fmla="*/ 3296378 w 3296378"/>
              <a:gd name="connsiteY15" fmla="*/ 426788 h 1935471"/>
              <a:gd name="connsiteX0" fmla="*/ 0 w 3296378"/>
              <a:gd name="connsiteY0" fmla="*/ 1840980 h 1936915"/>
              <a:gd name="connsiteX1" fmla="*/ 185233 w 3296378"/>
              <a:gd name="connsiteY1" fmla="*/ 1935471 h 1936915"/>
              <a:gd name="connsiteX2" fmla="*/ 629129 w 3296378"/>
              <a:gd name="connsiteY2" fmla="*/ 1757526 h 1936915"/>
              <a:gd name="connsiteX3" fmla="*/ 583000 w 3296378"/>
              <a:gd name="connsiteY3" fmla="*/ 1622189 h 1936915"/>
              <a:gd name="connsiteX4" fmla="*/ 546652 w 3296378"/>
              <a:gd name="connsiteY4" fmla="*/ 1385101 h 1936915"/>
              <a:gd name="connsiteX5" fmla="*/ 632433 w 3296378"/>
              <a:gd name="connsiteY5" fmla="*/ 1099519 h 1936915"/>
              <a:gd name="connsiteX6" fmla="*/ 835588 w 3296378"/>
              <a:gd name="connsiteY6" fmla="*/ 894564 h 1936915"/>
              <a:gd name="connsiteX7" fmla="*/ 1088177 w 3296378"/>
              <a:gd name="connsiteY7" fmla="*/ 658596 h 1936915"/>
              <a:gd name="connsiteX8" fmla="*/ 1426781 w 3296378"/>
              <a:gd name="connsiteY8" fmla="*/ 375056 h 1936915"/>
              <a:gd name="connsiteX9" fmla="*/ 1777474 w 3296378"/>
              <a:gd name="connsiteY9" fmla="*/ 116289 h 1936915"/>
              <a:gd name="connsiteX10" fmla="*/ 2020648 w 3296378"/>
              <a:gd name="connsiteY10" fmla="*/ 26115 h 1936915"/>
              <a:gd name="connsiteX11" fmla="*/ 2284043 w 3296378"/>
              <a:gd name="connsiteY11" fmla="*/ 317 h 1936915"/>
              <a:gd name="connsiteX12" fmla="*/ 2579640 w 3296378"/>
              <a:gd name="connsiteY12" fmla="*/ 43945 h 1936915"/>
              <a:gd name="connsiteX13" fmla="*/ 2824204 w 3296378"/>
              <a:gd name="connsiteY13" fmla="*/ 147057 h 1936915"/>
              <a:gd name="connsiteX14" fmla="*/ 2955902 w 3296378"/>
              <a:gd name="connsiteY14" fmla="*/ 303659 h 1936915"/>
              <a:gd name="connsiteX15" fmla="*/ 3296378 w 3296378"/>
              <a:gd name="connsiteY15" fmla="*/ 426788 h 1936915"/>
              <a:gd name="connsiteX0" fmla="*/ 0 w 3296378"/>
              <a:gd name="connsiteY0" fmla="*/ 1840980 h 1936915"/>
              <a:gd name="connsiteX1" fmla="*/ 185233 w 3296378"/>
              <a:gd name="connsiteY1" fmla="*/ 1935471 h 1936915"/>
              <a:gd name="connsiteX2" fmla="*/ 629129 w 3296378"/>
              <a:gd name="connsiteY2" fmla="*/ 1757526 h 1936915"/>
              <a:gd name="connsiteX3" fmla="*/ 605659 w 3296378"/>
              <a:gd name="connsiteY3" fmla="*/ 1576056 h 1936915"/>
              <a:gd name="connsiteX4" fmla="*/ 546652 w 3296378"/>
              <a:gd name="connsiteY4" fmla="*/ 1385101 h 1936915"/>
              <a:gd name="connsiteX5" fmla="*/ 632433 w 3296378"/>
              <a:gd name="connsiteY5" fmla="*/ 1099519 h 1936915"/>
              <a:gd name="connsiteX6" fmla="*/ 835588 w 3296378"/>
              <a:gd name="connsiteY6" fmla="*/ 894564 h 1936915"/>
              <a:gd name="connsiteX7" fmla="*/ 1088177 w 3296378"/>
              <a:gd name="connsiteY7" fmla="*/ 658596 h 1936915"/>
              <a:gd name="connsiteX8" fmla="*/ 1426781 w 3296378"/>
              <a:gd name="connsiteY8" fmla="*/ 375056 h 1936915"/>
              <a:gd name="connsiteX9" fmla="*/ 1777474 w 3296378"/>
              <a:gd name="connsiteY9" fmla="*/ 116289 h 1936915"/>
              <a:gd name="connsiteX10" fmla="*/ 2020648 w 3296378"/>
              <a:gd name="connsiteY10" fmla="*/ 26115 h 1936915"/>
              <a:gd name="connsiteX11" fmla="*/ 2284043 w 3296378"/>
              <a:gd name="connsiteY11" fmla="*/ 317 h 1936915"/>
              <a:gd name="connsiteX12" fmla="*/ 2579640 w 3296378"/>
              <a:gd name="connsiteY12" fmla="*/ 43945 h 1936915"/>
              <a:gd name="connsiteX13" fmla="*/ 2824204 w 3296378"/>
              <a:gd name="connsiteY13" fmla="*/ 147057 h 1936915"/>
              <a:gd name="connsiteX14" fmla="*/ 2955902 w 3296378"/>
              <a:gd name="connsiteY14" fmla="*/ 303659 h 1936915"/>
              <a:gd name="connsiteX15" fmla="*/ 3296378 w 3296378"/>
              <a:gd name="connsiteY15" fmla="*/ 426788 h 1936915"/>
              <a:gd name="connsiteX0" fmla="*/ 0 w 3111145"/>
              <a:gd name="connsiteY0" fmla="*/ 1935471 h 1935471"/>
              <a:gd name="connsiteX1" fmla="*/ 443896 w 3111145"/>
              <a:gd name="connsiteY1" fmla="*/ 1757526 h 1935471"/>
              <a:gd name="connsiteX2" fmla="*/ 420426 w 3111145"/>
              <a:gd name="connsiteY2" fmla="*/ 1576056 h 1935471"/>
              <a:gd name="connsiteX3" fmla="*/ 361419 w 3111145"/>
              <a:gd name="connsiteY3" fmla="*/ 1385101 h 1935471"/>
              <a:gd name="connsiteX4" fmla="*/ 447200 w 3111145"/>
              <a:gd name="connsiteY4" fmla="*/ 1099519 h 1935471"/>
              <a:gd name="connsiteX5" fmla="*/ 650355 w 3111145"/>
              <a:gd name="connsiteY5" fmla="*/ 894564 h 1935471"/>
              <a:gd name="connsiteX6" fmla="*/ 902944 w 3111145"/>
              <a:gd name="connsiteY6" fmla="*/ 658596 h 1935471"/>
              <a:gd name="connsiteX7" fmla="*/ 1241548 w 3111145"/>
              <a:gd name="connsiteY7" fmla="*/ 375056 h 1935471"/>
              <a:gd name="connsiteX8" fmla="*/ 1592241 w 3111145"/>
              <a:gd name="connsiteY8" fmla="*/ 116289 h 1935471"/>
              <a:gd name="connsiteX9" fmla="*/ 1835415 w 3111145"/>
              <a:gd name="connsiteY9" fmla="*/ 26115 h 1935471"/>
              <a:gd name="connsiteX10" fmla="*/ 2098810 w 3111145"/>
              <a:gd name="connsiteY10" fmla="*/ 317 h 1935471"/>
              <a:gd name="connsiteX11" fmla="*/ 2394407 w 3111145"/>
              <a:gd name="connsiteY11" fmla="*/ 43945 h 1935471"/>
              <a:gd name="connsiteX12" fmla="*/ 2638971 w 3111145"/>
              <a:gd name="connsiteY12" fmla="*/ 147057 h 1935471"/>
              <a:gd name="connsiteX13" fmla="*/ 2770669 w 3111145"/>
              <a:gd name="connsiteY13" fmla="*/ 303659 h 1935471"/>
              <a:gd name="connsiteX14" fmla="*/ 3111145 w 3111145"/>
              <a:gd name="connsiteY14" fmla="*/ 426788 h 1935471"/>
              <a:gd name="connsiteX0" fmla="*/ 0 w 2923851"/>
              <a:gd name="connsiteY0" fmla="*/ 1828858 h 1828858"/>
              <a:gd name="connsiteX1" fmla="*/ 256602 w 2923851"/>
              <a:gd name="connsiteY1" fmla="*/ 1757526 h 1828858"/>
              <a:gd name="connsiteX2" fmla="*/ 233132 w 2923851"/>
              <a:gd name="connsiteY2" fmla="*/ 1576056 h 1828858"/>
              <a:gd name="connsiteX3" fmla="*/ 174125 w 2923851"/>
              <a:gd name="connsiteY3" fmla="*/ 1385101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256602 w 2923851"/>
              <a:gd name="connsiteY1" fmla="*/ 1757526 h 1828858"/>
              <a:gd name="connsiteX2" fmla="*/ 233132 w 2923851"/>
              <a:gd name="connsiteY2" fmla="*/ 1576056 h 1828858"/>
              <a:gd name="connsiteX3" fmla="*/ 278409 w 2923851"/>
              <a:gd name="connsiteY3" fmla="*/ 1353096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256602 w 2923851"/>
              <a:gd name="connsiteY1" fmla="*/ 1757526 h 1828858"/>
              <a:gd name="connsiteX2" fmla="*/ 340532 w 2923851"/>
              <a:gd name="connsiteY2" fmla="*/ 1573068 h 1828858"/>
              <a:gd name="connsiteX3" fmla="*/ 278409 w 2923851"/>
              <a:gd name="connsiteY3" fmla="*/ 1353096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76870 w 2923851"/>
              <a:gd name="connsiteY1" fmla="*/ 1720088 h 1828858"/>
              <a:gd name="connsiteX2" fmla="*/ 256602 w 2923851"/>
              <a:gd name="connsiteY2" fmla="*/ 1757526 h 1828858"/>
              <a:gd name="connsiteX3" fmla="*/ 340532 w 2923851"/>
              <a:gd name="connsiteY3" fmla="*/ 1573068 h 1828858"/>
              <a:gd name="connsiteX4" fmla="*/ 278409 w 2923851"/>
              <a:gd name="connsiteY4" fmla="*/ 1353096 h 1828858"/>
              <a:gd name="connsiteX5" fmla="*/ 259906 w 2923851"/>
              <a:gd name="connsiteY5" fmla="*/ 1099519 h 1828858"/>
              <a:gd name="connsiteX6" fmla="*/ 463061 w 2923851"/>
              <a:gd name="connsiteY6" fmla="*/ 894564 h 1828858"/>
              <a:gd name="connsiteX7" fmla="*/ 715650 w 2923851"/>
              <a:gd name="connsiteY7" fmla="*/ 658596 h 1828858"/>
              <a:gd name="connsiteX8" fmla="*/ 1054254 w 2923851"/>
              <a:gd name="connsiteY8" fmla="*/ 375056 h 1828858"/>
              <a:gd name="connsiteX9" fmla="*/ 1404947 w 2923851"/>
              <a:gd name="connsiteY9" fmla="*/ 116289 h 1828858"/>
              <a:gd name="connsiteX10" fmla="*/ 1648121 w 2923851"/>
              <a:gd name="connsiteY10" fmla="*/ 26115 h 1828858"/>
              <a:gd name="connsiteX11" fmla="*/ 1911516 w 2923851"/>
              <a:gd name="connsiteY11" fmla="*/ 317 h 1828858"/>
              <a:gd name="connsiteX12" fmla="*/ 2207113 w 2923851"/>
              <a:gd name="connsiteY12" fmla="*/ 43945 h 1828858"/>
              <a:gd name="connsiteX13" fmla="*/ 2451677 w 2923851"/>
              <a:gd name="connsiteY13" fmla="*/ 147057 h 1828858"/>
              <a:gd name="connsiteX14" fmla="*/ 2583375 w 2923851"/>
              <a:gd name="connsiteY14" fmla="*/ 303659 h 1828858"/>
              <a:gd name="connsiteX15" fmla="*/ 2923851 w 2923851"/>
              <a:gd name="connsiteY15" fmla="*/ 426788 h 1828858"/>
              <a:gd name="connsiteX0" fmla="*/ 1 w 3413529"/>
              <a:gd name="connsiteY0" fmla="*/ 2468684 h 2468684"/>
              <a:gd name="connsiteX1" fmla="*/ 566548 w 3413529"/>
              <a:gd name="connsiteY1" fmla="*/ 1720088 h 2468684"/>
              <a:gd name="connsiteX2" fmla="*/ 746280 w 3413529"/>
              <a:gd name="connsiteY2" fmla="*/ 1757526 h 2468684"/>
              <a:gd name="connsiteX3" fmla="*/ 830210 w 3413529"/>
              <a:gd name="connsiteY3" fmla="*/ 1573068 h 2468684"/>
              <a:gd name="connsiteX4" fmla="*/ 768087 w 3413529"/>
              <a:gd name="connsiteY4" fmla="*/ 1353096 h 2468684"/>
              <a:gd name="connsiteX5" fmla="*/ 749584 w 3413529"/>
              <a:gd name="connsiteY5" fmla="*/ 1099519 h 2468684"/>
              <a:gd name="connsiteX6" fmla="*/ 952739 w 3413529"/>
              <a:gd name="connsiteY6" fmla="*/ 894564 h 2468684"/>
              <a:gd name="connsiteX7" fmla="*/ 1205328 w 3413529"/>
              <a:gd name="connsiteY7" fmla="*/ 658596 h 2468684"/>
              <a:gd name="connsiteX8" fmla="*/ 1543932 w 3413529"/>
              <a:gd name="connsiteY8" fmla="*/ 375056 h 2468684"/>
              <a:gd name="connsiteX9" fmla="*/ 1894625 w 3413529"/>
              <a:gd name="connsiteY9" fmla="*/ 116289 h 2468684"/>
              <a:gd name="connsiteX10" fmla="*/ 2137799 w 3413529"/>
              <a:gd name="connsiteY10" fmla="*/ 26115 h 2468684"/>
              <a:gd name="connsiteX11" fmla="*/ 2401194 w 3413529"/>
              <a:gd name="connsiteY11" fmla="*/ 317 h 2468684"/>
              <a:gd name="connsiteX12" fmla="*/ 2696791 w 3413529"/>
              <a:gd name="connsiteY12" fmla="*/ 43945 h 2468684"/>
              <a:gd name="connsiteX13" fmla="*/ 2941355 w 3413529"/>
              <a:gd name="connsiteY13" fmla="*/ 147057 h 2468684"/>
              <a:gd name="connsiteX14" fmla="*/ 3073053 w 3413529"/>
              <a:gd name="connsiteY14" fmla="*/ 303659 h 2468684"/>
              <a:gd name="connsiteX15" fmla="*/ 3413529 w 3413529"/>
              <a:gd name="connsiteY15" fmla="*/ 426788 h 2468684"/>
              <a:gd name="connsiteX0" fmla="*/ 0 w 3413528"/>
              <a:gd name="connsiteY0" fmla="*/ 2468684 h 2468684"/>
              <a:gd name="connsiteX1" fmla="*/ 223322 w 3413528"/>
              <a:gd name="connsiteY1" fmla="*/ 1971294 h 2468684"/>
              <a:gd name="connsiteX2" fmla="*/ 566547 w 3413528"/>
              <a:gd name="connsiteY2" fmla="*/ 1720088 h 2468684"/>
              <a:gd name="connsiteX3" fmla="*/ 746279 w 3413528"/>
              <a:gd name="connsiteY3" fmla="*/ 1757526 h 2468684"/>
              <a:gd name="connsiteX4" fmla="*/ 830209 w 3413528"/>
              <a:gd name="connsiteY4" fmla="*/ 1573068 h 2468684"/>
              <a:gd name="connsiteX5" fmla="*/ 768086 w 3413528"/>
              <a:gd name="connsiteY5" fmla="*/ 1353096 h 2468684"/>
              <a:gd name="connsiteX6" fmla="*/ 749583 w 3413528"/>
              <a:gd name="connsiteY6" fmla="*/ 1099519 h 2468684"/>
              <a:gd name="connsiteX7" fmla="*/ 952738 w 3413528"/>
              <a:gd name="connsiteY7" fmla="*/ 894564 h 2468684"/>
              <a:gd name="connsiteX8" fmla="*/ 1205327 w 3413528"/>
              <a:gd name="connsiteY8" fmla="*/ 658596 h 2468684"/>
              <a:gd name="connsiteX9" fmla="*/ 1543931 w 3413528"/>
              <a:gd name="connsiteY9" fmla="*/ 375056 h 2468684"/>
              <a:gd name="connsiteX10" fmla="*/ 1894624 w 3413528"/>
              <a:gd name="connsiteY10" fmla="*/ 116289 h 2468684"/>
              <a:gd name="connsiteX11" fmla="*/ 2137798 w 3413528"/>
              <a:gd name="connsiteY11" fmla="*/ 26115 h 2468684"/>
              <a:gd name="connsiteX12" fmla="*/ 2401193 w 3413528"/>
              <a:gd name="connsiteY12" fmla="*/ 317 h 2468684"/>
              <a:gd name="connsiteX13" fmla="*/ 2696790 w 3413528"/>
              <a:gd name="connsiteY13" fmla="*/ 43945 h 2468684"/>
              <a:gd name="connsiteX14" fmla="*/ 2941354 w 3413528"/>
              <a:gd name="connsiteY14" fmla="*/ 147057 h 2468684"/>
              <a:gd name="connsiteX15" fmla="*/ 3073052 w 3413528"/>
              <a:gd name="connsiteY15" fmla="*/ 303659 h 2468684"/>
              <a:gd name="connsiteX16" fmla="*/ 3413528 w 3413528"/>
              <a:gd name="connsiteY16" fmla="*/ 426788 h 2468684"/>
              <a:gd name="connsiteX0" fmla="*/ 50208 w 3221442"/>
              <a:gd name="connsiteY0" fmla="*/ 2421808 h 2421808"/>
              <a:gd name="connsiteX1" fmla="*/ 31236 w 3221442"/>
              <a:gd name="connsiteY1" fmla="*/ 1971294 h 2421808"/>
              <a:gd name="connsiteX2" fmla="*/ 374461 w 3221442"/>
              <a:gd name="connsiteY2" fmla="*/ 1720088 h 2421808"/>
              <a:gd name="connsiteX3" fmla="*/ 554193 w 3221442"/>
              <a:gd name="connsiteY3" fmla="*/ 1757526 h 2421808"/>
              <a:gd name="connsiteX4" fmla="*/ 638123 w 3221442"/>
              <a:gd name="connsiteY4" fmla="*/ 1573068 h 2421808"/>
              <a:gd name="connsiteX5" fmla="*/ 576000 w 3221442"/>
              <a:gd name="connsiteY5" fmla="*/ 1353096 h 2421808"/>
              <a:gd name="connsiteX6" fmla="*/ 557497 w 3221442"/>
              <a:gd name="connsiteY6" fmla="*/ 1099519 h 2421808"/>
              <a:gd name="connsiteX7" fmla="*/ 760652 w 3221442"/>
              <a:gd name="connsiteY7" fmla="*/ 894564 h 2421808"/>
              <a:gd name="connsiteX8" fmla="*/ 1013241 w 3221442"/>
              <a:gd name="connsiteY8" fmla="*/ 658596 h 2421808"/>
              <a:gd name="connsiteX9" fmla="*/ 1351845 w 3221442"/>
              <a:gd name="connsiteY9" fmla="*/ 375056 h 2421808"/>
              <a:gd name="connsiteX10" fmla="*/ 1702538 w 3221442"/>
              <a:gd name="connsiteY10" fmla="*/ 116289 h 2421808"/>
              <a:gd name="connsiteX11" fmla="*/ 1945712 w 3221442"/>
              <a:gd name="connsiteY11" fmla="*/ 26115 h 2421808"/>
              <a:gd name="connsiteX12" fmla="*/ 2209107 w 3221442"/>
              <a:gd name="connsiteY12" fmla="*/ 317 h 2421808"/>
              <a:gd name="connsiteX13" fmla="*/ 2504704 w 3221442"/>
              <a:gd name="connsiteY13" fmla="*/ 43945 h 2421808"/>
              <a:gd name="connsiteX14" fmla="*/ 2749268 w 3221442"/>
              <a:gd name="connsiteY14" fmla="*/ 147057 h 2421808"/>
              <a:gd name="connsiteX15" fmla="*/ 2880966 w 3221442"/>
              <a:gd name="connsiteY15" fmla="*/ 303659 h 2421808"/>
              <a:gd name="connsiteX16" fmla="*/ 3221442 w 3221442"/>
              <a:gd name="connsiteY16" fmla="*/ 426788 h 2421808"/>
              <a:gd name="connsiteX0" fmla="*/ 0 w 3171234"/>
              <a:gd name="connsiteY0" fmla="*/ 2421808 h 2421808"/>
              <a:gd name="connsiteX1" fmla="*/ 109609 w 3171234"/>
              <a:gd name="connsiteY1" fmla="*/ 1966352 h 2421808"/>
              <a:gd name="connsiteX2" fmla="*/ 324253 w 3171234"/>
              <a:gd name="connsiteY2" fmla="*/ 1720088 h 2421808"/>
              <a:gd name="connsiteX3" fmla="*/ 503985 w 3171234"/>
              <a:gd name="connsiteY3" fmla="*/ 1757526 h 2421808"/>
              <a:gd name="connsiteX4" fmla="*/ 587915 w 3171234"/>
              <a:gd name="connsiteY4" fmla="*/ 1573068 h 2421808"/>
              <a:gd name="connsiteX5" fmla="*/ 525792 w 3171234"/>
              <a:gd name="connsiteY5" fmla="*/ 1353096 h 2421808"/>
              <a:gd name="connsiteX6" fmla="*/ 507289 w 3171234"/>
              <a:gd name="connsiteY6" fmla="*/ 1099519 h 2421808"/>
              <a:gd name="connsiteX7" fmla="*/ 710444 w 3171234"/>
              <a:gd name="connsiteY7" fmla="*/ 894564 h 2421808"/>
              <a:gd name="connsiteX8" fmla="*/ 963033 w 3171234"/>
              <a:gd name="connsiteY8" fmla="*/ 658596 h 2421808"/>
              <a:gd name="connsiteX9" fmla="*/ 1301637 w 3171234"/>
              <a:gd name="connsiteY9" fmla="*/ 375056 h 2421808"/>
              <a:gd name="connsiteX10" fmla="*/ 1652330 w 3171234"/>
              <a:gd name="connsiteY10" fmla="*/ 116289 h 2421808"/>
              <a:gd name="connsiteX11" fmla="*/ 1895504 w 3171234"/>
              <a:gd name="connsiteY11" fmla="*/ 26115 h 2421808"/>
              <a:gd name="connsiteX12" fmla="*/ 2158899 w 3171234"/>
              <a:gd name="connsiteY12" fmla="*/ 317 h 2421808"/>
              <a:gd name="connsiteX13" fmla="*/ 2454496 w 3171234"/>
              <a:gd name="connsiteY13" fmla="*/ 43945 h 2421808"/>
              <a:gd name="connsiteX14" fmla="*/ 2699060 w 3171234"/>
              <a:gd name="connsiteY14" fmla="*/ 147057 h 2421808"/>
              <a:gd name="connsiteX15" fmla="*/ 2830758 w 3171234"/>
              <a:gd name="connsiteY15" fmla="*/ 303659 h 2421808"/>
              <a:gd name="connsiteX16" fmla="*/ 3171234 w 3171234"/>
              <a:gd name="connsiteY16" fmla="*/ 426788 h 2421808"/>
              <a:gd name="connsiteX0" fmla="*/ 1652 w 3106051"/>
              <a:gd name="connsiteY0" fmla="*/ 2363421 h 2363421"/>
              <a:gd name="connsiteX1" fmla="*/ 44426 w 3106051"/>
              <a:gd name="connsiteY1" fmla="*/ 1966352 h 2363421"/>
              <a:gd name="connsiteX2" fmla="*/ 259070 w 3106051"/>
              <a:gd name="connsiteY2" fmla="*/ 1720088 h 2363421"/>
              <a:gd name="connsiteX3" fmla="*/ 438802 w 3106051"/>
              <a:gd name="connsiteY3" fmla="*/ 1757526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438802 w 3106051"/>
              <a:gd name="connsiteY3" fmla="*/ 1757526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442106 w 3106051"/>
              <a:gd name="connsiteY6" fmla="*/ 1099519 h 2363421"/>
              <a:gd name="connsiteX7" fmla="*/ 855777 w 3106051"/>
              <a:gd name="connsiteY7" fmla="*/ 1011531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516298 w 3106051"/>
              <a:gd name="connsiteY6" fmla="*/ 1156609 h 2363421"/>
              <a:gd name="connsiteX7" fmla="*/ 855777 w 3106051"/>
              <a:gd name="connsiteY7" fmla="*/ 1011531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2780566"/>
              <a:gd name="connsiteY0" fmla="*/ 2363421 h 2363421"/>
              <a:gd name="connsiteX1" fmla="*/ 44426 w 2780566"/>
              <a:gd name="connsiteY1" fmla="*/ 1966352 h 2363421"/>
              <a:gd name="connsiteX2" fmla="*/ 224457 w 2780566"/>
              <a:gd name="connsiteY2" fmla="*/ 1788821 h 2363421"/>
              <a:gd name="connsiteX3" fmla="*/ 515487 w 2780566"/>
              <a:gd name="connsiteY3" fmla="*/ 1750980 h 2363421"/>
              <a:gd name="connsiteX4" fmla="*/ 566390 w 2780566"/>
              <a:gd name="connsiteY4" fmla="*/ 1545060 h 2363421"/>
              <a:gd name="connsiteX5" fmla="*/ 460609 w 2780566"/>
              <a:gd name="connsiteY5" fmla="*/ 1353096 h 2363421"/>
              <a:gd name="connsiteX6" fmla="*/ 516298 w 2780566"/>
              <a:gd name="connsiteY6" fmla="*/ 1156609 h 2363421"/>
              <a:gd name="connsiteX7" fmla="*/ 855777 w 2780566"/>
              <a:gd name="connsiteY7" fmla="*/ 1011531 h 2363421"/>
              <a:gd name="connsiteX8" fmla="*/ 897850 w 2780566"/>
              <a:gd name="connsiteY8" fmla="*/ 658596 h 2363421"/>
              <a:gd name="connsiteX9" fmla="*/ 1236454 w 2780566"/>
              <a:gd name="connsiteY9" fmla="*/ 375056 h 2363421"/>
              <a:gd name="connsiteX10" fmla="*/ 1587147 w 2780566"/>
              <a:gd name="connsiteY10" fmla="*/ 116289 h 2363421"/>
              <a:gd name="connsiteX11" fmla="*/ 1830321 w 2780566"/>
              <a:gd name="connsiteY11" fmla="*/ 26115 h 2363421"/>
              <a:gd name="connsiteX12" fmla="*/ 2093716 w 2780566"/>
              <a:gd name="connsiteY12" fmla="*/ 317 h 2363421"/>
              <a:gd name="connsiteX13" fmla="*/ 2389313 w 2780566"/>
              <a:gd name="connsiteY13" fmla="*/ 43945 h 2363421"/>
              <a:gd name="connsiteX14" fmla="*/ 2633877 w 2780566"/>
              <a:gd name="connsiteY14" fmla="*/ 147057 h 2363421"/>
              <a:gd name="connsiteX15" fmla="*/ 2765575 w 2780566"/>
              <a:gd name="connsiteY15" fmla="*/ 303659 h 2363421"/>
              <a:gd name="connsiteX16" fmla="*/ 2773141 w 2780566"/>
              <a:gd name="connsiteY16" fmla="*/ 582199 h 2363421"/>
              <a:gd name="connsiteX0" fmla="*/ 1652 w 2806048"/>
              <a:gd name="connsiteY0" fmla="*/ 2363421 h 2363421"/>
              <a:gd name="connsiteX1" fmla="*/ 44426 w 2806048"/>
              <a:gd name="connsiteY1" fmla="*/ 1966352 h 2363421"/>
              <a:gd name="connsiteX2" fmla="*/ 224457 w 2806048"/>
              <a:gd name="connsiteY2" fmla="*/ 1788821 h 2363421"/>
              <a:gd name="connsiteX3" fmla="*/ 515487 w 2806048"/>
              <a:gd name="connsiteY3" fmla="*/ 1750980 h 2363421"/>
              <a:gd name="connsiteX4" fmla="*/ 566390 w 2806048"/>
              <a:gd name="connsiteY4" fmla="*/ 1545060 h 2363421"/>
              <a:gd name="connsiteX5" fmla="*/ 460609 w 2806048"/>
              <a:gd name="connsiteY5" fmla="*/ 1353096 h 2363421"/>
              <a:gd name="connsiteX6" fmla="*/ 516298 w 2806048"/>
              <a:gd name="connsiteY6" fmla="*/ 1156609 h 2363421"/>
              <a:gd name="connsiteX7" fmla="*/ 855777 w 2806048"/>
              <a:gd name="connsiteY7" fmla="*/ 1011531 h 2363421"/>
              <a:gd name="connsiteX8" fmla="*/ 897850 w 2806048"/>
              <a:gd name="connsiteY8" fmla="*/ 658596 h 2363421"/>
              <a:gd name="connsiteX9" fmla="*/ 1236454 w 2806048"/>
              <a:gd name="connsiteY9" fmla="*/ 375056 h 2363421"/>
              <a:gd name="connsiteX10" fmla="*/ 1587147 w 2806048"/>
              <a:gd name="connsiteY10" fmla="*/ 116289 h 2363421"/>
              <a:gd name="connsiteX11" fmla="*/ 1830321 w 2806048"/>
              <a:gd name="connsiteY11" fmla="*/ 26115 h 2363421"/>
              <a:gd name="connsiteX12" fmla="*/ 2093716 w 2806048"/>
              <a:gd name="connsiteY12" fmla="*/ 317 h 2363421"/>
              <a:gd name="connsiteX13" fmla="*/ 2389313 w 2806048"/>
              <a:gd name="connsiteY13" fmla="*/ 43945 h 2363421"/>
              <a:gd name="connsiteX14" fmla="*/ 2633877 w 2806048"/>
              <a:gd name="connsiteY14" fmla="*/ 147057 h 2363421"/>
              <a:gd name="connsiteX15" fmla="*/ 2765575 w 2806048"/>
              <a:gd name="connsiteY15" fmla="*/ 303659 h 2363421"/>
              <a:gd name="connsiteX16" fmla="*/ 2773141 w 2806048"/>
              <a:gd name="connsiteY16" fmla="*/ 582199 h 2363421"/>
              <a:gd name="connsiteX0" fmla="*/ 1652 w 2787551"/>
              <a:gd name="connsiteY0" fmla="*/ 2363421 h 2363421"/>
              <a:gd name="connsiteX1" fmla="*/ 44426 w 2787551"/>
              <a:gd name="connsiteY1" fmla="*/ 1966352 h 2363421"/>
              <a:gd name="connsiteX2" fmla="*/ 224457 w 2787551"/>
              <a:gd name="connsiteY2" fmla="*/ 1788821 h 2363421"/>
              <a:gd name="connsiteX3" fmla="*/ 515487 w 2787551"/>
              <a:gd name="connsiteY3" fmla="*/ 1750980 h 2363421"/>
              <a:gd name="connsiteX4" fmla="*/ 566390 w 2787551"/>
              <a:gd name="connsiteY4" fmla="*/ 1545060 h 2363421"/>
              <a:gd name="connsiteX5" fmla="*/ 460609 w 2787551"/>
              <a:gd name="connsiteY5" fmla="*/ 1353096 h 2363421"/>
              <a:gd name="connsiteX6" fmla="*/ 516298 w 2787551"/>
              <a:gd name="connsiteY6" fmla="*/ 1156609 h 2363421"/>
              <a:gd name="connsiteX7" fmla="*/ 855777 w 2787551"/>
              <a:gd name="connsiteY7" fmla="*/ 1011531 h 2363421"/>
              <a:gd name="connsiteX8" fmla="*/ 897850 w 2787551"/>
              <a:gd name="connsiteY8" fmla="*/ 658596 h 2363421"/>
              <a:gd name="connsiteX9" fmla="*/ 1236454 w 2787551"/>
              <a:gd name="connsiteY9" fmla="*/ 375056 h 2363421"/>
              <a:gd name="connsiteX10" fmla="*/ 1587147 w 2787551"/>
              <a:gd name="connsiteY10" fmla="*/ 116289 h 2363421"/>
              <a:gd name="connsiteX11" fmla="*/ 1830321 w 2787551"/>
              <a:gd name="connsiteY11" fmla="*/ 26115 h 2363421"/>
              <a:gd name="connsiteX12" fmla="*/ 2093716 w 2787551"/>
              <a:gd name="connsiteY12" fmla="*/ 317 h 2363421"/>
              <a:gd name="connsiteX13" fmla="*/ 2389313 w 2787551"/>
              <a:gd name="connsiteY13" fmla="*/ 43945 h 2363421"/>
              <a:gd name="connsiteX14" fmla="*/ 2633877 w 2787551"/>
              <a:gd name="connsiteY14" fmla="*/ 147057 h 2363421"/>
              <a:gd name="connsiteX15" fmla="*/ 2765575 w 2787551"/>
              <a:gd name="connsiteY15" fmla="*/ 303659 h 2363421"/>
              <a:gd name="connsiteX16" fmla="*/ 2674186 w 2787551"/>
              <a:gd name="connsiteY16" fmla="*/ 645681 h 2363421"/>
              <a:gd name="connsiteX0" fmla="*/ 1652 w 2801150"/>
              <a:gd name="connsiteY0" fmla="*/ 2363421 h 2363421"/>
              <a:gd name="connsiteX1" fmla="*/ 44426 w 2801150"/>
              <a:gd name="connsiteY1" fmla="*/ 1966352 h 2363421"/>
              <a:gd name="connsiteX2" fmla="*/ 224457 w 2801150"/>
              <a:gd name="connsiteY2" fmla="*/ 1788821 h 2363421"/>
              <a:gd name="connsiteX3" fmla="*/ 515487 w 2801150"/>
              <a:gd name="connsiteY3" fmla="*/ 1750980 h 2363421"/>
              <a:gd name="connsiteX4" fmla="*/ 566390 w 2801150"/>
              <a:gd name="connsiteY4" fmla="*/ 1545060 h 2363421"/>
              <a:gd name="connsiteX5" fmla="*/ 460609 w 2801150"/>
              <a:gd name="connsiteY5" fmla="*/ 1353096 h 2363421"/>
              <a:gd name="connsiteX6" fmla="*/ 516298 w 2801150"/>
              <a:gd name="connsiteY6" fmla="*/ 1156609 h 2363421"/>
              <a:gd name="connsiteX7" fmla="*/ 855777 w 2801150"/>
              <a:gd name="connsiteY7" fmla="*/ 1011531 h 2363421"/>
              <a:gd name="connsiteX8" fmla="*/ 897850 w 2801150"/>
              <a:gd name="connsiteY8" fmla="*/ 658596 h 2363421"/>
              <a:gd name="connsiteX9" fmla="*/ 1236454 w 2801150"/>
              <a:gd name="connsiteY9" fmla="*/ 375056 h 2363421"/>
              <a:gd name="connsiteX10" fmla="*/ 1587147 w 2801150"/>
              <a:gd name="connsiteY10" fmla="*/ 116289 h 2363421"/>
              <a:gd name="connsiteX11" fmla="*/ 1830321 w 2801150"/>
              <a:gd name="connsiteY11" fmla="*/ 26115 h 2363421"/>
              <a:gd name="connsiteX12" fmla="*/ 2093716 w 2801150"/>
              <a:gd name="connsiteY12" fmla="*/ 317 h 2363421"/>
              <a:gd name="connsiteX13" fmla="*/ 2389313 w 2801150"/>
              <a:gd name="connsiteY13" fmla="*/ 43945 h 2363421"/>
              <a:gd name="connsiteX14" fmla="*/ 2633877 w 2801150"/>
              <a:gd name="connsiteY14" fmla="*/ 147057 h 2363421"/>
              <a:gd name="connsiteX15" fmla="*/ 2780620 w 2801150"/>
              <a:gd name="connsiteY15" fmla="*/ 259111 h 2363421"/>
              <a:gd name="connsiteX16" fmla="*/ 2674186 w 2801150"/>
              <a:gd name="connsiteY16" fmla="*/ 645681 h 236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1150" h="2363421">
                <a:moveTo>
                  <a:pt x="1652" y="2363421"/>
                </a:moveTo>
                <a:cubicBezTo>
                  <a:pt x="41874" y="2310261"/>
                  <a:pt x="-49998" y="2091118"/>
                  <a:pt x="44426" y="1966352"/>
                </a:cubicBezTo>
                <a:cubicBezTo>
                  <a:pt x="138850" y="1841586"/>
                  <a:pt x="140299" y="1854187"/>
                  <a:pt x="224457" y="1788821"/>
                </a:cubicBezTo>
                <a:cubicBezTo>
                  <a:pt x="308615" y="1723455"/>
                  <a:pt x="458498" y="1791607"/>
                  <a:pt x="515487" y="1750980"/>
                </a:cubicBezTo>
                <a:cubicBezTo>
                  <a:pt x="572476" y="1710353"/>
                  <a:pt x="575536" y="1611374"/>
                  <a:pt x="566390" y="1545060"/>
                </a:cubicBezTo>
                <a:cubicBezTo>
                  <a:pt x="557244" y="1478746"/>
                  <a:pt x="468958" y="1417838"/>
                  <a:pt x="460609" y="1353096"/>
                </a:cubicBezTo>
                <a:cubicBezTo>
                  <a:pt x="452260" y="1288354"/>
                  <a:pt x="450437" y="1213537"/>
                  <a:pt x="516298" y="1156609"/>
                </a:cubicBezTo>
                <a:cubicBezTo>
                  <a:pt x="582159" y="1099682"/>
                  <a:pt x="792185" y="1094533"/>
                  <a:pt x="855777" y="1011531"/>
                </a:cubicBezTo>
                <a:cubicBezTo>
                  <a:pt x="919369" y="928529"/>
                  <a:pt x="807664" y="733859"/>
                  <a:pt x="897850" y="658596"/>
                </a:cubicBezTo>
                <a:lnTo>
                  <a:pt x="1236454" y="375056"/>
                </a:lnTo>
                <a:cubicBezTo>
                  <a:pt x="1345257" y="282437"/>
                  <a:pt x="1452241" y="187450"/>
                  <a:pt x="1587147" y="116289"/>
                </a:cubicBezTo>
                <a:cubicBezTo>
                  <a:pt x="1661501" y="77079"/>
                  <a:pt x="1743023" y="45917"/>
                  <a:pt x="1830321" y="26115"/>
                </a:cubicBezTo>
                <a:cubicBezTo>
                  <a:pt x="1915480" y="6786"/>
                  <a:pt x="2004599" y="-1813"/>
                  <a:pt x="2093716" y="317"/>
                </a:cubicBezTo>
                <a:cubicBezTo>
                  <a:pt x="2194709" y="2763"/>
                  <a:pt x="2293990" y="19015"/>
                  <a:pt x="2389313" y="43945"/>
                </a:cubicBezTo>
                <a:cubicBezTo>
                  <a:pt x="2478965" y="67375"/>
                  <a:pt x="2568659" y="111196"/>
                  <a:pt x="2633877" y="147057"/>
                </a:cubicBezTo>
                <a:cubicBezTo>
                  <a:pt x="2699095" y="182918"/>
                  <a:pt x="2701924" y="212489"/>
                  <a:pt x="2780620" y="259111"/>
                </a:cubicBezTo>
                <a:cubicBezTo>
                  <a:pt x="2859316" y="305733"/>
                  <a:pt x="2687325" y="536848"/>
                  <a:pt x="2674186" y="645681"/>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A93F1D6F-D7F9-888B-7ADA-A4065CCB8DC8}"/>
              </a:ext>
            </a:extLst>
          </p:cNvPr>
          <p:cNvSpPr/>
          <p:nvPr userDrawn="1"/>
        </p:nvSpPr>
        <p:spPr>
          <a:xfrm rot="8568214" flipV="1">
            <a:off x="8255990" y="5685764"/>
            <a:ext cx="1878620" cy="1932869"/>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289768 w 2347807"/>
              <a:gd name="connsiteY0" fmla="*/ 1940306 h 2057019"/>
              <a:gd name="connsiteX1" fmla="*/ 5 w 2347807"/>
              <a:gd name="connsiteY1" fmla="*/ 1891323 h 2057019"/>
              <a:gd name="connsiteX2" fmla="*/ 325083 w 2347807"/>
              <a:gd name="connsiteY2" fmla="*/ 1830687 h 2057019"/>
              <a:gd name="connsiteX3" fmla="*/ 399009 w 2347807"/>
              <a:gd name="connsiteY3" fmla="*/ 1467230 h 2057019"/>
              <a:gd name="connsiteX4" fmla="*/ 414736 w 2347807"/>
              <a:gd name="connsiteY4" fmla="*/ 1230947 h 2057019"/>
              <a:gd name="connsiteX5" fmla="*/ 493155 w 2347807"/>
              <a:gd name="connsiteY5" fmla="*/ 923660 h 2057019"/>
              <a:gd name="connsiteX6" fmla="*/ 694713 w 2347807"/>
              <a:gd name="connsiteY6" fmla="*/ 642803 h 2057019"/>
              <a:gd name="connsiteX7" fmla="*/ 1064236 w 2347807"/>
              <a:gd name="connsiteY7" fmla="*/ 330546 h 2057019"/>
              <a:gd name="connsiteX8" fmla="*/ 1487464 w 2347807"/>
              <a:gd name="connsiteY8" fmla="*/ 71147 h 2057019"/>
              <a:gd name="connsiteX9" fmla="*/ 1738234 w 2347807"/>
              <a:gd name="connsiteY9" fmla="*/ 1722 h 2057019"/>
              <a:gd name="connsiteX10" fmla="*/ 2013718 w 2347807"/>
              <a:gd name="connsiteY10" fmla="*/ 44719 h 2057019"/>
              <a:gd name="connsiteX11" fmla="*/ 2242128 w 2347807"/>
              <a:gd name="connsiteY11" fmla="*/ 241319 h 2057019"/>
              <a:gd name="connsiteX12" fmla="*/ 2266734 w 2347807"/>
              <a:gd name="connsiteY12" fmla="*/ 599885 h 2057019"/>
              <a:gd name="connsiteX13" fmla="*/ 2327180 w 2347807"/>
              <a:gd name="connsiteY13" fmla="*/ 925395 h 2057019"/>
              <a:gd name="connsiteX14" fmla="*/ 2342907 w 2347807"/>
              <a:gd name="connsiteY14" fmla="*/ 1222821 h 2057019"/>
              <a:gd name="connsiteX15" fmla="*/ 2242128 w 2347807"/>
              <a:gd name="connsiteY15" fmla="*/ 1540047 h 2057019"/>
              <a:gd name="connsiteX16" fmla="*/ 1726233 w 2347807"/>
              <a:gd name="connsiteY16" fmla="*/ 2057019 h 2057019"/>
              <a:gd name="connsiteX0" fmla="*/ 0 w 2347802"/>
              <a:gd name="connsiteY0" fmla="*/ 1891323 h 2057019"/>
              <a:gd name="connsiteX1" fmla="*/ 325078 w 2347802"/>
              <a:gd name="connsiteY1" fmla="*/ 1830687 h 2057019"/>
              <a:gd name="connsiteX2" fmla="*/ 399004 w 2347802"/>
              <a:gd name="connsiteY2" fmla="*/ 1467230 h 2057019"/>
              <a:gd name="connsiteX3" fmla="*/ 414731 w 2347802"/>
              <a:gd name="connsiteY3" fmla="*/ 1230947 h 2057019"/>
              <a:gd name="connsiteX4" fmla="*/ 493150 w 2347802"/>
              <a:gd name="connsiteY4" fmla="*/ 923660 h 2057019"/>
              <a:gd name="connsiteX5" fmla="*/ 694708 w 2347802"/>
              <a:gd name="connsiteY5" fmla="*/ 642803 h 2057019"/>
              <a:gd name="connsiteX6" fmla="*/ 1064231 w 2347802"/>
              <a:gd name="connsiteY6" fmla="*/ 330546 h 2057019"/>
              <a:gd name="connsiteX7" fmla="*/ 1487459 w 2347802"/>
              <a:gd name="connsiteY7" fmla="*/ 71147 h 2057019"/>
              <a:gd name="connsiteX8" fmla="*/ 1738229 w 2347802"/>
              <a:gd name="connsiteY8" fmla="*/ 1722 h 2057019"/>
              <a:gd name="connsiteX9" fmla="*/ 2013713 w 2347802"/>
              <a:gd name="connsiteY9" fmla="*/ 44719 h 2057019"/>
              <a:gd name="connsiteX10" fmla="*/ 2242123 w 2347802"/>
              <a:gd name="connsiteY10" fmla="*/ 241319 h 2057019"/>
              <a:gd name="connsiteX11" fmla="*/ 2266729 w 2347802"/>
              <a:gd name="connsiteY11" fmla="*/ 599885 h 2057019"/>
              <a:gd name="connsiteX12" fmla="*/ 2327175 w 2347802"/>
              <a:gd name="connsiteY12" fmla="*/ 925395 h 2057019"/>
              <a:gd name="connsiteX13" fmla="*/ 2342902 w 2347802"/>
              <a:gd name="connsiteY13" fmla="*/ 1222821 h 2057019"/>
              <a:gd name="connsiteX14" fmla="*/ 2242123 w 2347802"/>
              <a:gd name="connsiteY14" fmla="*/ 1540047 h 2057019"/>
              <a:gd name="connsiteX15" fmla="*/ 1726228 w 2347802"/>
              <a:gd name="connsiteY15" fmla="*/ 2057019 h 2057019"/>
              <a:gd name="connsiteX0" fmla="*/ 0 w 2372126"/>
              <a:gd name="connsiteY0" fmla="*/ 1818583 h 2057019"/>
              <a:gd name="connsiteX1" fmla="*/ 349402 w 2372126"/>
              <a:gd name="connsiteY1" fmla="*/ 1830687 h 2057019"/>
              <a:gd name="connsiteX2" fmla="*/ 423328 w 2372126"/>
              <a:gd name="connsiteY2" fmla="*/ 1467230 h 2057019"/>
              <a:gd name="connsiteX3" fmla="*/ 439055 w 2372126"/>
              <a:gd name="connsiteY3" fmla="*/ 1230947 h 2057019"/>
              <a:gd name="connsiteX4" fmla="*/ 517474 w 2372126"/>
              <a:gd name="connsiteY4" fmla="*/ 923660 h 2057019"/>
              <a:gd name="connsiteX5" fmla="*/ 719032 w 2372126"/>
              <a:gd name="connsiteY5" fmla="*/ 642803 h 2057019"/>
              <a:gd name="connsiteX6" fmla="*/ 1088555 w 2372126"/>
              <a:gd name="connsiteY6" fmla="*/ 330546 h 2057019"/>
              <a:gd name="connsiteX7" fmla="*/ 1511783 w 2372126"/>
              <a:gd name="connsiteY7" fmla="*/ 71147 h 2057019"/>
              <a:gd name="connsiteX8" fmla="*/ 1762553 w 2372126"/>
              <a:gd name="connsiteY8" fmla="*/ 1722 h 2057019"/>
              <a:gd name="connsiteX9" fmla="*/ 2038037 w 2372126"/>
              <a:gd name="connsiteY9" fmla="*/ 44719 h 2057019"/>
              <a:gd name="connsiteX10" fmla="*/ 2266447 w 2372126"/>
              <a:gd name="connsiteY10" fmla="*/ 241319 h 2057019"/>
              <a:gd name="connsiteX11" fmla="*/ 2291053 w 2372126"/>
              <a:gd name="connsiteY11" fmla="*/ 599885 h 2057019"/>
              <a:gd name="connsiteX12" fmla="*/ 2351499 w 2372126"/>
              <a:gd name="connsiteY12" fmla="*/ 925395 h 2057019"/>
              <a:gd name="connsiteX13" fmla="*/ 2367226 w 2372126"/>
              <a:gd name="connsiteY13" fmla="*/ 1222821 h 2057019"/>
              <a:gd name="connsiteX14" fmla="*/ 2266447 w 2372126"/>
              <a:gd name="connsiteY14" fmla="*/ 1540047 h 2057019"/>
              <a:gd name="connsiteX15" fmla="*/ 1750552 w 2372126"/>
              <a:gd name="connsiteY15" fmla="*/ 2057019 h 2057019"/>
              <a:gd name="connsiteX0" fmla="*/ 0 w 2372126"/>
              <a:gd name="connsiteY0" fmla="*/ 1818583 h 2057019"/>
              <a:gd name="connsiteX1" fmla="*/ 283812 w 2372126"/>
              <a:gd name="connsiteY1" fmla="*/ 1695794 h 2057019"/>
              <a:gd name="connsiteX2" fmla="*/ 423328 w 2372126"/>
              <a:gd name="connsiteY2" fmla="*/ 1467230 h 2057019"/>
              <a:gd name="connsiteX3" fmla="*/ 439055 w 2372126"/>
              <a:gd name="connsiteY3" fmla="*/ 1230947 h 2057019"/>
              <a:gd name="connsiteX4" fmla="*/ 517474 w 2372126"/>
              <a:gd name="connsiteY4" fmla="*/ 923660 h 2057019"/>
              <a:gd name="connsiteX5" fmla="*/ 719032 w 2372126"/>
              <a:gd name="connsiteY5" fmla="*/ 642803 h 2057019"/>
              <a:gd name="connsiteX6" fmla="*/ 1088555 w 2372126"/>
              <a:gd name="connsiteY6" fmla="*/ 330546 h 2057019"/>
              <a:gd name="connsiteX7" fmla="*/ 1511783 w 2372126"/>
              <a:gd name="connsiteY7" fmla="*/ 71147 h 2057019"/>
              <a:gd name="connsiteX8" fmla="*/ 1762553 w 2372126"/>
              <a:gd name="connsiteY8" fmla="*/ 1722 h 2057019"/>
              <a:gd name="connsiteX9" fmla="*/ 2038037 w 2372126"/>
              <a:gd name="connsiteY9" fmla="*/ 44719 h 2057019"/>
              <a:gd name="connsiteX10" fmla="*/ 2266447 w 2372126"/>
              <a:gd name="connsiteY10" fmla="*/ 241319 h 2057019"/>
              <a:gd name="connsiteX11" fmla="*/ 2291053 w 2372126"/>
              <a:gd name="connsiteY11" fmla="*/ 599885 h 2057019"/>
              <a:gd name="connsiteX12" fmla="*/ 2351499 w 2372126"/>
              <a:gd name="connsiteY12" fmla="*/ 925395 h 2057019"/>
              <a:gd name="connsiteX13" fmla="*/ 2367226 w 2372126"/>
              <a:gd name="connsiteY13" fmla="*/ 1222821 h 2057019"/>
              <a:gd name="connsiteX14" fmla="*/ 2266447 w 2372126"/>
              <a:gd name="connsiteY14" fmla="*/ 1540047 h 2057019"/>
              <a:gd name="connsiteX15" fmla="*/ 1750552 w 2372126"/>
              <a:gd name="connsiteY15" fmla="*/ 2057019 h 2057019"/>
              <a:gd name="connsiteX0" fmla="*/ 0 w 2372126"/>
              <a:gd name="connsiteY0" fmla="*/ 1818583 h 1818583"/>
              <a:gd name="connsiteX1" fmla="*/ 283812 w 2372126"/>
              <a:gd name="connsiteY1" fmla="*/ 1695794 h 1818583"/>
              <a:gd name="connsiteX2" fmla="*/ 423328 w 2372126"/>
              <a:gd name="connsiteY2" fmla="*/ 1467230 h 1818583"/>
              <a:gd name="connsiteX3" fmla="*/ 439055 w 2372126"/>
              <a:gd name="connsiteY3" fmla="*/ 1230947 h 1818583"/>
              <a:gd name="connsiteX4" fmla="*/ 517474 w 2372126"/>
              <a:gd name="connsiteY4" fmla="*/ 923660 h 1818583"/>
              <a:gd name="connsiteX5" fmla="*/ 719032 w 2372126"/>
              <a:gd name="connsiteY5" fmla="*/ 642803 h 1818583"/>
              <a:gd name="connsiteX6" fmla="*/ 1088555 w 2372126"/>
              <a:gd name="connsiteY6" fmla="*/ 330546 h 1818583"/>
              <a:gd name="connsiteX7" fmla="*/ 1511783 w 2372126"/>
              <a:gd name="connsiteY7" fmla="*/ 71147 h 1818583"/>
              <a:gd name="connsiteX8" fmla="*/ 1762553 w 2372126"/>
              <a:gd name="connsiteY8" fmla="*/ 1722 h 1818583"/>
              <a:gd name="connsiteX9" fmla="*/ 2038037 w 2372126"/>
              <a:gd name="connsiteY9" fmla="*/ 44719 h 1818583"/>
              <a:gd name="connsiteX10" fmla="*/ 2266447 w 2372126"/>
              <a:gd name="connsiteY10" fmla="*/ 241319 h 1818583"/>
              <a:gd name="connsiteX11" fmla="*/ 2291053 w 2372126"/>
              <a:gd name="connsiteY11" fmla="*/ 599885 h 1818583"/>
              <a:gd name="connsiteX12" fmla="*/ 2351499 w 2372126"/>
              <a:gd name="connsiteY12" fmla="*/ 925395 h 1818583"/>
              <a:gd name="connsiteX13" fmla="*/ 2367226 w 2372126"/>
              <a:gd name="connsiteY13" fmla="*/ 1222821 h 1818583"/>
              <a:gd name="connsiteX14" fmla="*/ 2266447 w 2372126"/>
              <a:gd name="connsiteY14" fmla="*/ 1540047 h 1818583"/>
              <a:gd name="connsiteX0" fmla="*/ 0 w 2372126"/>
              <a:gd name="connsiteY0" fmla="*/ 1818583 h 1818583"/>
              <a:gd name="connsiteX1" fmla="*/ 283812 w 2372126"/>
              <a:gd name="connsiteY1" fmla="*/ 1695794 h 1818583"/>
              <a:gd name="connsiteX2" fmla="*/ 423328 w 2372126"/>
              <a:gd name="connsiteY2" fmla="*/ 1467230 h 1818583"/>
              <a:gd name="connsiteX3" fmla="*/ 439055 w 2372126"/>
              <a:gd name="connsiteY3" fmla="*/ 1230947 h 1818583"/>
              <a:gd name="connsiteX4" fmla="*/ 517474 w 2372126"/>
              <a:gd name="connsiteY4" fmla="*/ 923660 h 1818583"/>
              <a:gd name="connsiteX5" fmla="*/ 719032 w 2372126"/>
              <a:gd name="connsiteY5" fmla="*/ 642803 h 1818583"/>
              <a:gd name="connsiteX6" fmla="*/ 1088555 w 2372126"/>
              <a:gd name="connsiteY6" fmla="*/ 330546 h 1818583"/>
              <a:gd name="connsiteX7" fmla="*/ 1511783 w 2372126"/>
              <a:gd name="connsiteY7" fmla="*/ 71147 h 1818583"/>
              <a:gd name="connsiteX8" fmla="*/ 1762553 w 2372126"/>
              <a:gd name="connsiteY8" fmla="*/ 1722 h 1818583"/>
              <a:gd name="connsiteX9" fmla="*/ 2038037 w 2372126"/>
              <a:gd name="connsiteY9" fmla="*/ 44719 h 1818583"/>
              <a:gd name="connsiteX10" fmla="*/ 2266447 w 2372126"/>
              <a:gd name="connsiteY10" fmla="*/ 241319 h 1818583"/>
              <a:gd name="connsiteX11" fmla="*/ 2291053 w 2372126"/>
              <a:gd name="connsiteY11" fmla="*/ 599885 h 1818583"/>
              <a:gd name="connsiteX12" fmla="*/ 2351499 w 2372126"/>
              <a:gd name="connsiteY12" fmla="*/ 925395 h 1818583"/>
              <a:gd name="connsiteX13" fmla="*/ 2367226 w 2372126"/>
              <a:gd name="connsiteY13" fmla="*/ 1222821 h 1818583"/>
              <a:gd name="connsiteX0" fmla="*/ 0 w 2351499"/>
              <a:gd name="connsiteY0" fmla="*/ 1818583 h 1818583"/>
              <a:gd name="connsiteX1" fmla="*/ 283812 w 2351499"/>
              <a:gd name="connsiteY1" fmla="*/ 1695794 h 1818583"/>
              <a:gd name="connsiteX2" fmla="*/ 423328 w 2351499"/>
              <a:gd name="connsiteY2" fmla="*/ 1467230 h 1818583"/>
              <a:gd name="connsiteX3" fmla="*/ 439055 w 2351499"/>
              <a:gd name="connsiteY3" fmla="*/ 1230947 h 1818583"/>
              <a:gd name="connsiteX4" fmla="*/ 517474 w 2351499"/>
              <a:gd name="connsiteY4" fmla="*/ 923660 h 1818583"/>
              <a:gd name="connsiteX5" fmla="*/ 719032 w 2351499"/>
              <a:gd name="connsiteY5" fmla="*/ 642803 h 1818583"/>
              <a:gd name="connsiteX6" fmla="*/ 1088555 w 2351499"/>
              <a:gd name="connsiteY6" fmla="*/ 330546 h 1818583"/>
              <a:gd name="connsiteX7" fmla="*/ 1511783 w 2351499"/>
              <a:gd name="connsiteY7" fmla="*/ 71147 h 1818583"/>
              <a:gd name="connsiteX8" fmla="*/ 1762553 w 2351499"/>
              <a:gd name="connsiteY8" fmla="*/ 1722 h 1818583"/>
              <a:gd name="connsiteX9" fmla="*/ 2038037 w 2351499"/>
              <a:gd name="connsiteY9" fmla="*/ 44719 h 1818583"/>
              <a:gd name="connsiteX10" fmla="*/ 2266447 w 2351499"/>
              <a:gd name="connsiteY10" fmla="*/ 241319 h 1818583"/>
              <a:gd name="connsiteX11" fmla="*/ 2291053 w 2351499"/>
              <a:gd name="connsiteY11" fmla="*/ 599885 h 1818583"/>
              <a:gd name="connsiteX12" fmla="*/ 2351499 w 2351499"/>
              <a:gd name="connsiteY12" fmla="*/ 925395 h 1818583"/>
              <a:gd name="connsiteX0" fmla="*/ 0 w 2296808"/>
              <a:gd name="connsiteY0" fmla="*/ 1818583 h 1818583"/>
              <a:gd name="connsiteX1" fmla="*/ 283812 w 2296808"/>
              <a:gd name="connsiteY1" fmla="*/ 1695794 h 1818583"/>
              <a:gd name="connsiteX2" fmla="*/ 423328 w 2296808"/>
              <a:gd name="connsiteY2" fmla="*/ 1467230 h 1818583"/>
              <a:gd name="connsiteX3" fmla="*/ 439055 w 2296808"/>
              <a:gd name="connsiteY3" fmla="*/ 1230947 h 1818583"/>
              <a:gd name="connsiteX4" fmla="*/ 517474 w 2296808"/>
              <a:gd name="connsiteY4" fmla="*/ 923660 h 1818583"/>
              <a:gd name="connsiteX5" fmla="*/ 719032 w 2296808"/>
              <a:gd name="connsiteY5" fmla="*/ 642803 h 1818583"/>
              <a:gd name="connsiteX6" fmla="*/ 1088555 w 2296808"/>
              <a:gd name="connsiteY6" fmla="*/ 330546 h 1818583"/>
              <a:gd name="connsiteX7" fmla="*/ 1511783 w 2296808"/>
              <a:gd name="connsiteY7" fmla="*/ 71147 h 1818583"/>
              <a:gd name="connsiteX8" fmla="*/ 1762553 w 2296808"/>
              <a:gd name="connsiteY8" fmla="*/ 1722 h 1818583"/>
              <a:gd name="connsiteX9" fmla="*/ 2038037 w 2296808"/>
              <a:gd name="connsiteY9" fmla="*/ 44719 h 1818583"/>
              <a:gd name="connsiteX10" fmla="*/ 2266447 w 2296808"/>
              <a:gd name="connsiteY10" fmla="*/ 241319 h 1818583"/>
              <a:gd name="connsiteX11" fmla="*/ 2291053 w 2296808"/>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719032 w 2296807"/>
              <a:gd name="connsiteY5" fmla="*/ 642803 h 1818583"/>
              <a:gd name="connsiteX6" fmla="*/ 1088555 w 2296807"/>
              <a:gd name="connsiteY6" fmla="*/ 330546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852940 w 2296807"/>
              <a:gd name="connsiteY5" fmla="*/ 668651 h 1818583"/>
              <a:gd name="connsiteX6" fmla="*/ 1088555 w 2296807"/>
              <a:gd name="connsiteY6" fmla="*/ 330546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852940 w 2296807"/>
              <a:gd name="connsiteY5" fmla="*/ 668651 h 1818583"/>
              <a:gd name="connsiteX6" fmla="*/ 1231193 w 2296807"/>
              <a:gd name="connsiteY6" fmla="*/ 350938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755955"/>
              <a:gd name="connsiteY0" fmla="*/ 2101745 h 2101744"/>
              <a:gd name="connsiteX1" fmla="*/ 742960 w 2755955"/>
              <a:gd name="connsiteY1" fmla="*/ 1695794 h 2101744"/>
              <a:gd name="connsiteX2" fmla="*/ 882476 w 2755955"/>
              <a:gd name="connsiteY2" fmla="*/ 1467230 h 2101744"/>
              <a:gd name="connsiteX3" fmla="*/ 898203 w 2755955"/>
              <a:gd name="connsiteY3" fmla="*/ 1230947 h 2101744"/>
              <a:gd name="connsiteX4" fmla="*/ 1197351 w 2755955"/>
              <a:gd name="connsiteY4" fmla="*/ 929242 h 2101744"/>
              <a:gd name="connsiteX5" fmla="*/ 1312088 w 2755955"/>
              <a:gd name="connsiteY5" fmla="*/ 668651 h 2101744"/>
              <a:gd name="connsiteX6" fmla="*/ 1690341 w 2755955"/>
              <a:gd name="connsiteY6" fmla="*/ 350938 h 2101744"/>
              <a:gd name="connsiteX7" fmla="*/ 1970931 w 2755955"/>
              <a:gd name="connsiteY7" fmla="*/ 71147 h 2101744"/>
              <a:gd name="connsiteX8" fmla="*/ 2221701 w 2755955"/>
              <a:gd name="connsiteY8" fmla="*/ 1722 h 2101744"/>
              <a:gd name="connsiteX9" fmla="*/ 2497185 w 2755955"/>
              <a:gd name="connsiteY9" fmla="*/ 44719 h 2101744"/>
              <a:gd name="connsiteX10" fmla="*/ 2725595 w 2755955"/>
              <a:gd name="connsiteY10" fmla="*/ 241319 h 2101744"/>
              <a:gd name="connsiteX11" fmla="*/ 2750201 w 2755955"/>
              <a:gd name="connsiteY11" fmla="*/ 599885 h 2101744"/>
              <a:gd name="connsiteX0" fmla="*/ 0 w 2755955"/>
              <a:gd name="connsiteY0" fmla="*/ 2101745 h 2101745"/>
              <a:gd name="connsiteX1" fmla="*/ 240543 w 2755955"/>
              <a:gd name="connsiteY1" fmla="*/ 1888524 h 2101745"/>
              <a:gd name="connsiteX2" fmla="*/ 742960 w 2755955"/>
              <a:gd name="connsiteY2" fmla="*/ 1695794 h 2101745"/>
              <a:gd name="connsiteX3" fmla="*/ 882476 w 2755955"/>
              <a:gd name="connsiteY3" fmla="*/ 1467230 h 2101745"/>
              <a:gd name="connsiteX4" fmla="*/ 898203 w 2755955"/>
              <a:gd name="connsiteY4" fmla="*/ 1230947 h 2101745"/>
              <a:gd name="connsiteX5" fmla="*/ 1197351 w 2755955"/>
              <a:gd name="connsiteY5" fmla="*/ 929242 h 2101745"/>
              <a:gd name="connsiteX6" fmla="*/ 1312088 w 2755955"/>
              <a:gd name="connsiteY6" fmla="*/ 668651 h 2101745"/>
              <a:gd name="connsiteX7" fmla="*/ 1690341 w 2755955"/>
              <a:gd name="connsiteY7" fmla="*/ 350938 h 2101745"/>
              <a:gd name="connsiteX8" fmla="*/ 1970931 w 2755955"/>
              <a:gd name="connsiteY8" fmla="*/ 71147 h 2101745"/>
              <a:gd name="connsiteX9" fmla="*/ 2221701 w 2755955"/>
              <a:gd name="connsiteY9" fmla="*/ 1722 h 2101745"/>
              <a:gd name="connsiteX10" fmla="*/ 2497185 w 2755955"/>
              <a:gd name="connsiteY10" fmla="*/ 44719 h 2101745"/>
              <a:gd name="connsiteX11" fmla="*/ 2725595 w 2755955"/>
              <a:gd name="connsiteY11" fmla="*/ 241319 h 2101745"/>
              <a:gd name="connsiteX12" fmla="*/ 2750201 w 2755955"/>
              <a:gd name="connsiteY12" fmla="*/ 599885 h 2101745"/>
              <a:gd name="connsiteX0" fmla="*/ 0 w 2609185"/>
              <a:gd name="connsiteY0" fmla="*/ 2191316 h 2191316"/>
              <a:gd name="connsiteX1" fmla="*/ 93773 w 2609185"/>
              <a:gd name="connsiteY1" fmla="*/ 1888524 h 2191316"/>
              <a:gd name="connsiteX2" fmla="*/ 596190 w 2609185"/>
              <a:gd name="connsiteY2" fmla="*/ 1695794 h 2191316"/>
              <a:gd name="connsiteX3" fmla="*/ 735706 w 2609185"/>
              <a:gd name="connsiteY3" fmla="*/ 1467230 h 2191316"/>
              <a:gd name="connsiteX4" fmla="*/ 751433 w 2609185"/>
              <a:gd name="connsiteY4" fmla="*/ 1230947 h 2191316"/>
              <a:gd name="connsiteX5" fmla="*/ 1050581 w 2609185"/>
              <a:gd name="connsiteY5" fmla="*/ 929242 h 2191316"/>
              <a:gd name="connsiteX6" fmla="*/ 1165318 w 2609185"/>
              <a:gd name="connsiteY6" fmla="*/ 668651 h 2191316"/>
              <a:gd name="connsiteX7" fmla="*/ 1543571 w 2609185"/>
              <a:gd name="connsiteY7" fmla="*/ 350938 h 2191316"/>
              <a:gd name="connsiteX8" fmla="*/ 1824161 w 2609185"/>
              <a:gd name="connsiteY8" fmla="*/ 71147 h 2191316"/>
              <a:gd name="connsiteX9" fmla="*/ 2074931 w 2609185"/>
              <a:gd name="connsiteY9" fmla="*/ 1722 h 2191316"/>
              <a:gd name="connsiteX10" fmla="*/ 2350415 w 2609185"/>
              <a:gd name="connsiteY10" fmla="*/ 44719 h 2191316"/>
              <a:gd name="connsiteX11" fmla="*/ 2578825 w 2609185"/>
              <a:gd name="connsiteY11" fmla="*/ 241319 h 2191316"/>
              <a:gd name="connsiteX12" fmla="*/ 2603431 w 2609185"/>
              <a:gd name="connsiteY12" fmla="*/ 599885 h 2191316"/>
              <a:gd name="connsiteX0" fmla="*/ 0 w 2609185"/>
              <a:gd name="connsiteY0" fmla="*/ 2191316 h 2191316"/>
              <a:gd name="connsiteX1" fmla="*/ 195742 w 2609185"/>
              <a:gd name="connsiteY1" fmla="*/ 1839907 h 2191316"/>
              <a:gd name="connsiteX2" fmla="*/ 596190 w 2609185"/>
              <a:gd name="connsiteY2" fmla="*/ 1695794 h 2191316"/>
              <a:gd name="connsiteX3" fmla="*/ 735706 w 2609185"/>
              <a:gd name="connsiteY3" fmla="*/ 1467230 h 2191316"/>
              <a:gd name="connsiteX4" fmla="*/ 751433 w 2609185"/>
              <a:gd name="connsiteY4" fmla="*/ 1230947 h 2191316"/>
              <a:gd name="connsiteX5" fmla="*/ 1050581 w 2609185"/>
              <a:gd name="connsiteY5" fmla="*/ 929242 h 2191316"/>
              <a:gd name="connsiteX6" fmla="*/ 1165318 w 2609185"/>
              <a:gd name="connsiteY6" fmla="*/ 668651 h 2191316"/>
              <a:gd name="connsiteX7" fmla="*/ 1543571 w 2609185"/>
              <a:gd name="connsiteY7" fmla="*/ 350938 h 2191316"/>
              <a:gd name="connsiteX8" fmla="*/ 1824161 w 2609185"/>
              <a:gd name="connsiteY8" fmla="*/ 71147 h 2191316"/>
              <a:gd name="connsiteX9" fmla="*/ 2074931 w 2609185"/>
              <a:gd name="connsiteY9" fmla="*/ 1722 h 2191316"/>
              <a:gd name="connsiteX10" fmla="*/ 2350415 w 2609185"/>
              <a:gd name="connsiteY10" fmla="*/ 44719 h 2191316"/>
              <a:gd name="connsiteX11" fmla="*/ 2578825 w 2609185"/>
              <a:gd name="connsiteY11" fmla="*/ 241319 h 2191316"/>
              <a:gd name="connsiteX12" fmla="*/ 2603431 w 2609185"/>
              <a:gd name="connsiteY12" fmla="*/ 599885 h 2191316"/>
              <a:gd name="connsiteX0" fmla="*/ 22986 w 2467680"/>
              <a:gd name="connsiteY0" fmla="*/ 2096072 h 2096072"/>
              <a:gd name="connsiteX1" fmla="*/ 54237 w 2467680"/>
              <a:gd name="connsiteY1" fmla="*/ 1839907 h 2096072"/>
              <a:gd name="connsiteX2" fmla="*/ 454685 w 2467680"/>
              <a:gd name="connsiteY2" fmla="*/ 1695794 h 2096072"/>
              <a:gd name="connsiteX3" fmla="*/ 594201 w 2467680"/>
              <a:gd name="connsiteY3" fmla="*/ 1467230 h 2096072"/>
              <a:gd name="connsiteX4" fmla="*/ 609928 w 2467680"/>
              <a:gd name="connsiteY4" fmla="*/ 1230947 h 2096072"/>
              <a:gd name="connsiteX5" fmla="*/ 909076 w 2467680"/>
              <a:gd name="connsiteY5" fmla="*/ 929242 h 2096072"/>
              <a:gd name="connsiteX6" fmla="*/ 1023813 w 2467680"/>
              <a:gd name="connsiteY6" fmla="*/ 668651 h 2096072"/>
              <a:gd name="connsiteX7" fmla="*/ 1402066 w 2467680"/>
              <a:gd name="connsiteY7" fmla="*/ 350938 h 2096072"/>
              <a:gd name="connsiteX8" fmla="*/ 1682656 w 2467680"/>
              <a:gd name="connsiteY8" fmla="*/ 71147 h 2096072"/>
              <a:gd name="connsiteX9" fmla="*/ 1933426 w 2467680"/>
              <a:gd name="connsiteY9" fmla="*/ 1722 h 2096072"/>
              <a:gd name="connsiteX10" fmla="*/ 2208910 w 2467680"/>
              <a:gd name="connsiteY10" fmla="*/ 44719 h 2096072"/>
              <a:gd name="connsiteX11" fmla="*/ 2437320 w 2467680"/>
              <a:gd name="connsiteY11" fmla="*/ 241319 h 2096072"/>
              <a:gd name="connsiteX12" fmla="*/ 2461926 w 2467680"/>
              <a:gd name="connsiteY12" fmla="*/ 599885 h 2096072"/>
              <a:gd name="connsiteX0" fmla="*/ 22986 w 2503942"/>
              <a:gd name="connsiteY0" fmla="*/ 2096335 h 2096335"/>
              <a:gd name="connsiteX1" fmla="*/ 54237 w 2503942"/>
              <a:gd name="connsiteY1" fmla="*/ 1840170 h 2096335"/>
              <a:gd name="connsiteX2" fmla="*/ 454685 w 2503942"/>
              <a:gd name="connsiteY2" fmla="*/ 1696057 h 2096335"/>
              <a:gd name="connsiteX3" fmla="*/ 594201 w 2503942"/>
              <a:gd name="connsiteY3" fmla="*/ 1467493 h 2096335"/>
              <a:gd name="connsiteX4" fmla="*/ 609928 w 2503942"/>
              <a:gd name="connsiteY4" fmla="*/ 1231210 h 2096335"/>
              <a:gd name="connsiteX5" fmla="*/ 909076 w 2503942"/>
              <a:gd name="connsiteY5" fmla="*/ 929505 h 2096335"/>
              <a:gd name="connsiteX6" fmla="*/ 1023813 w 2503942"/>
              <a:gd name="connsiteY6" fmla="*/ 668914 h 2096335"/>
              <a:gd name="connsiteX7" fmla="*/ 1402066 w 2503942"/>
              <a:gd name="connsiteY7" fmla="*/ 351201 h 2096335"/>
              <a:gd name="connsiteX8" fmla="*/ 1682656 w 2503942"/>
              <a:gd name="connsiteY8" fmla="*/ 71410 h 2096335"/>
              <a:gd name="connsiteX9" fmla="*/ 1933426 w 2503942"/>
              <a:gd name="connsiteY9" fmla="*/ 1985 h 2096335"/>
              <a:gd name="connsiteX10" fmla="*/ 2208910 w 2503942"/>
              <a:gd name="connsiteY10" fmla="*/ 44982 h 2096335"/>
              <a:gd name="connsiteX11" fmla="*/ 2486202 w 2503942"/>
              <a:gd name="connsiteY11" fmla="*/ 229920 h 2096335"/>
              <a:gd name="connsiteX12" fmla="*/ 2461926 w 2503942"/>
              <a:gd name="connsiteY12" fmla="*/ 600148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02066 w 2500140"/>
              <a:gd name="connsiteY7" fmla="*/ 351201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50452 w 2500140"/>
              <a:gd name="connsiteY7" fmla="*/ 373839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50452 w 2500140"/>
              <a:gd name="connsiteY7" fmla="*/ 373839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8677 h 2098677"/>
              <a:gd name="connsiteX1" fmla="*/ 54237 w 2500140"/>
              <a:gd name="connsiteY1" fmla="*/ 1842512 h 2098677"/>
              <a:gd name="connsiteX2" fmla="*/ 454685 w 2500140"/>
              <a:gd name="connsiteY2" fmla="*/ 1698399 h 2098677"/>
              <a:gd name="connsiteX3" fmla="*/ 594201 w 2500140"/>
              <a:gd name="connsiteY3" fmla="*/ 1469835 h 2098677"/>
              <a:gd name="connsiteX4" fmla="*/ 609928 w 2500140"/>
              <a:gd name="connsiteY4" fmla="*/ 1233552 h 2098677"/>
              <a:gd name="connsiteX5" fmla="*/ 909076 w 2500140"/>
              <a:gd name="connsiteY5" fmla="*/ 931847 h 2098677"/>
              <a:gd name="connsiteX6" fmla="*/ 1023813 w 2500140"/>
              <a:gd name="connsiteY6" fmla="*/ 671256 h 2098677"/>
              <a:gd name="connsiteX7" fmla="*/ 1450452 w 2500140"/>
              <a:gd name="connsiteY7" fmla="*/ 376181 h 2098677"/>
              <a:gd name="connsiteX8" fmla="*/ 1681564 w 2500140"/>
              <a:gd name="connsiteY8" fmla="*/ 127311 h 2098677"/>
              <a:gd name="connsiteX9" fmla="*/ 1933426 w 2500140"/>
              <a:gd name="connsiteY9" fmla="*/ 4327 h 2098677"/>
              <a:gd name="connsiteX10" fmla="*/ 2208910 w 2500140"/>
              <a:gd name="connsiteY10" fmla="*/ 47324 h 2098677"/>
              <a:gd name="connsiteX11" fmla="*/ 2486202 w 2500140"/>
              <a:gd name="connsiteY11" fmla="*/ 232262 h 2098677"/>
              <a:gd name="connsiteX12" fmla="*/ 2429912 w 2500140"/>
              <a:gd name="connsiteY12" fmla="*/ 622498 h 2098677"/>
              <a:gd name="connsiteX0" fmla="*/ 0 w 2477154"/>
              <a:gd name="connsiteY0" fmla="*/ 2098677 h 2098677"/>
              <a:gd name="connsiteX1" fmla="*/ 127984 w 2477154"/>
              <a:gd name="connsiteY1" fmla="*/ 1843695 h 2098677"/>
              <a:gd name="connsiteX2" fmla="*/ 431699 w 2477154"/>
              <a:gd name="connsiteY2" fmla="*/ 1698399 h 2098677"/>
              <a:gd name="connsiteX3" fmla="*/ 571215 w 2477154"/>
              <a:gd name="connsiteY3" fmla="*/ 1469835 h 2098677"/>
              <a:gd name="connsiteX4" fmla="*/ 586942 w 2477154"/>
              <a:gd name="connsiteY4" fmla="*/ 1233552 h 2098677"/>
              <a:gd name="connsiteX5" fmla="*/ 886090 w 2477154"/>
              <a:gd name="connsiteY5" fmla="*/ 931847 h 2098677"/>
              <a:gd name="connsiteX6" fmla="*/ 1000827 w 2477154"/>
              <a:gd name="connsiteY6" fmla="*/ 671256 h 2098677"/>
              <a:gd name="connsiteX7" fmla="*/ 1427466 w 2477154"/>
              <a:gd name="connsiteY7" fmla="*/ 376181 h 2098677"/>
              <a:gd name="connsiteX8" fmla="*/ 1658578 w 2477154"/>
              <a:gd name="connsiteY8" fmla="*/ 127311 h 2098677"/>
              <a:gd name="connsiteX9" fmla="*/ 1910440 w 2477154"/>
              <a:gd name="connsiteY9" fmla="*/ 4327 h 2098677"/>
              <a:gd name="connsiteX10" fmla="*/ 2185924 w 2477154"/>
              <a:gd name="connsiteY10" fmla="*/ 47324 h 2098677"/>
              <a:gd name="connsiteX11" fmla="*/ 2463216 w 2477154"/>
              <a:gd name="connsiteY11" fmla="*/ 232262 h 2098677"/>
              <a:gd name="connsiteX12" fmla="*/ 2406926 w 2477154"/>
              <a:gd name="connsiteY12" fmla="*/ 622498 h 20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77154" h="2098677">
                <a:moveTo>
                  <a:pt x="0" y="2098677"/>
                </a:moveTo>
                <a:cubicBezTo>
                  <a:pt x="40060" y="2076378"/>
                  <a:pt x="4157" y="1911353"/>
                  <a:pt x="127984" y="1843695"/>
                </a:cubicBezTo>
                <a:cubicBezTo>
                  <a:pt x="251811" y="1776037"/>
                  <a:pt x="357827" y="1760709"/>
                  <a:pt x="431699" y="1698399"/>
                </a:cubicBezTo>
                <a:cubicBezTo>
                  <a:pt x="505571" y="1636089"/>
                  <a:pt x="557842" y="1592039"/>
                  <a:pt x="571215" y="1469835"/>
                </a:cubicBezTo>
                <a:cubicBezTo>
                  <a:pt x="579774" y="1391258"/>
                  <a:pt x="578490" y="1312207"/>
                  <a:pt x="586942" y="1233552"/>
                </a:cubicBezTo>
                <a:cubicBezTo>
                  <a:pt x="598068" y="1129177"/>
                  <a:pt x="817109" y="1025563"/>
                  <a:pt x="886090" y="931847"/>
                </a:cubicBezTo>
                <a:cubicBezTo>
                  <a:pt x="955071" y="838131"/>
                  <a:pt x="910598" y="763867"/>
                  <a:pt x="1000827" y="671256"/>
                </a:cubicBezTo>
                <a:cubicBezTo>
                  <a:pt x="1091056" y="578645"/>
                  <a:pt x="1317841" y="466839"/>
                  <a:pt x="1427466" y="376181"/>
                </a:cubicBezTo>
                <a:cubicBezTo>
                  <a:pt x="1537091" y="285524"/>
                  <a:pt x="1578082" y="189287"/>
                  <a:pt x="1658578" y="127311"/>
                </a:cubicBezTo>
                <a:cubicBezTo>
                  <a:pt x="1739074" y="65335"/>
                  <a:pt x="1822549" y="17658"/>
                  <a:pt x="1910440" y="4327"/>
                </a:cubicBezTo>
                <a:cubicBezTo>
                  <a:pt x="1998331" y="-9004"/>
                  <a:pt x="2093795" y="9335"/>
                  <a:pt x="2185924" y="47324"/>
                </a:cubicBezTo>
                <a:cubicBezTo>
                  <a:pt x="2278053" y="85313"/>
                  <a:pt x="2424166" y="147768"/>
                  <a:pt x="2463216" y="232262"/>
                </a:cubicBezTo>
                <a:cubicBezTo>
                  <a:pt x="2515851" y="346340"/>
                  <a:pt x="2402112" y="501161"/>
                  <a:pt x="2406926" y="622498"/>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9453AC48-998A-8FC5-1A69-2C538FB02E9D}"/>
              </a:ext>
            </a:extLst>
          </p:cNvPr>
          <p:cNvSpPr/>
          <p:nvPr userDrawn="1"/>
        </p:nvSpPr>
        <p:spPr>
          <a:xfrm rot="8568214" flipV="1">
            <a:off x="8343929" y="5939511"/>
            <a:ext cx="1217890" cy="144085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683 w 1324130"/>
              <a:gd name="connsiteY0" fmla="*/ 1829690 h 2118604"/>
              <a:gd name="connsiteX1" fmla="*/ 14495 w 1324130"/>
              <a:gd name="connsiteY1" fmla="*/ 1664146 h 2118604"/>
              <a:gd name="connsiteX2" fmla="*/ 97839 w 1324130"/>
              <a:gd name="connsiteY2" fmla="*/ 1271049 h 2118604"/>
              <a:gd name="connsiteX3" fmla="*/ 97839 w 1324130"/>
              <a:gd name="connsiteY3" fmla="*/ 991109 h 2118604"/>
              <a:gd name="connsiteX4" fmla="*/ 195756 w 1324130"/>
              <a:gd name="connsiteY4" fmla="*/ 588964 h 2118604"/>
              <a:gd name="connsiteX5" fmla="*/ 373778 w 1324130"/>
              <a:gd name="connsiteY5" fmla="*/ 336170 h 2118604"/>
              <a:gd name="connsiteX6" fmla="*/ 706867 w 1324130"/>
              <a:gd name="connsiteY6" fmla="*/ 86234 h 2118604"/>
              <a:gd name="connsiteX7" fmla="*/ 953755 w 1324130"/>
              <a:gd name="connsiteY7" fmla="*/ 33 h 2118604"/>
              <a:gd name="connsiteX8" fmla="*/ 1105965 w 1324130"/>
              <a:gd name="connsiteY8" fmla="*/ 60326 h 2118604"/>
              <a:gd name="connsiteX9" fmla="*/ 1146160 w 1324130"/>
              <a:gd name="connsiteY9" fmla="*/ 221204 h 2118604"/>
              <a:gd name="connsiteX10" fmla="*/ 1177783 w 1324130"/>
              <a:gd name="connsiteY10" fmla="*/ 448089 h 2118604"/>
              <a:gd name="connsiteX11" fmla="*/ 1281129 w 1324130"/>
              <a:gd name="connsiteY11" fmla="*/ 789941 h 2118604"/>
              <a:gd name="connsiteX12" fmla="*/ 1306942 w 1324130"/>
              <a:gd name="connsiteY12" fmla="*/ 942151 h 2118604"/>
              <a:gd name="connsiteX13" fmla="*/ 1321325 w 1324130"/>
              <a:gd name="connsiteY13" fmla="*/ 1272478 h 2118604"/>
              <a:gd name="connsiteX14" fmla="*/ 1215121 w 1324130"/>
              <a:gd name="connsiteY14" fmla="*/ 1660240 h 2118604"/>
              <a:gd name="connsiteX15" fmla="*/ 1085962 w 1324130"/>
              <a:gd name="connsiteY15" fmla="*/ 1844073 h 2118604"/>
              <a:gd name="connsiteX16" fmla="*/ 750526 w 1324130"/>
              <a:gd name="connsiteY16" fmla="*/ 2118604 h 2118604"/>
              <a:gd name="connsiteX0" fmla="*/ 15 w 1750589"/>
              <a:gd name="connsiteY0" fmla="*/ 2133448 h 2133448"/>
              <a:gd name="connsiteX1" fmla="*/ 440954 w 1750589"/>
              <a:gd name="connsiteY1" fmla="*/ 1664146 h 2133448"/>
              <a:gd name="connsiteX2" fmla="*/ 524298 w 1750589"/>
              <a:gd name="connsiteY2" fmla="*/ 1271049 h 2133448"/>
              <a:gd name="connsiteX3" fmla="*/ 524298 w 1750589"/>
              <a:gd name="connsiteY3" fmla="*/ 991109 h 2133448"/>
              <a:gd name="connsiteX4" fmla="*/ 622215 w 1750589"/>
              <a:gd name="connsiteY4" fmla="*/ 588964 h 2133448"/>
              <a:gd name="connsiteX5" fmla="*/ 800237 w 1750589"/>
              <a:gd name="connsiteY5" fmla="*/ 336170 h 2133448"/>
              <a:gd name="connsiteX6" fmla="*/ 1133326 w 1750589"/>
              <a:gd name="connsiteY6" fmla="*/ 86234 h 2133448"/>
              <a:gd name="connsiteX7" fmla="*/ 1380214 w 1750589"/>
              <a:gd name="connsiteY7" fmla="*/ 33 h 2133448"/>
              <a:gd name="connsiteX8" fmla="*/ 1532424 w 1750589"/>
              <a:gd name="connsiteY8" fmla="*/ 60326 h 2133448"/>
              <a:gd name="connsiteX9" fmla="*/ 1572619 w 1750589"/>
              <a:gd name="connsiteY9" fmla="*/ 221204 h 2133448"/>
              <a:gd name="connsiteX10" fmla="*/ 1604242 w 1750589"/>
              <a:gd name="connsiteY10" fmla="*/ 448089 h 2133448"/>
              <a:gd name="connsiteX11" fmla="*/ 1707588 w 1750589"/>
              <a:gd name="connsiteY11" fmla="*/ 789941 h 2133448"/>
              <a:gd name="connsiteX12" fmla="*/ 1733401 w 1750589"/>
              <a:gd name="connsiteY12" fmla="*/ 942151 h 2133448"/>
              <a:gd name="connsiteX13" fmla="*/ 1747784 w 1750589"/>
              <a:gd name="connsiteY13" fmla="*/ 1272478 h 2133448"/>
              <a:gd name="connsiteX14" fmla="*/ 1641580 w 1750589"/>
              <a:gd name="connsiteY14" fmla="*/ 1660240 h 2133448"/>
              <a:gd name="connsiteX15" fmla="*/ 1512421 w 1750589"/>
              <a:gd name="connsiteY15" fmla="*/ 1844073 h 2133448"/>
              <a:gd name="connsiteX16" fmla="*/ 1176985 w 1750589"/>
              <a:gd name="connsiteY16" fmla="*/ 2118604 h 2133448"/>
              <a:gd name="connsiteX0" fmla="*/ 34 w 1750608"/>
              <a:gd name="connsiteY0" fmla="*/ 2133448 h 2133448"/>
              <a:gd name="connsiteX1" fmla="*/ 248632 w 1750608"/>
              <a:gd name="connsiteY1" fmla="*/ 1819220 h 2133448"/>
              <a:gd name="connsiteX2" fmla="*/ 524317 w 1750608"/>
              <a:gd name="connsiteY2" fmla="*/ 1271049 h 2133448"/>
              <a:gd name="connsiteX3" fmla="*/ 524317 w 1750608"/>
              <a:gd name="connsiteY3" fmla="*/ 991109 h 2133448"/>
              <a:gd name="connsiteX4" fmla="*/ 622234 w 1750608"/>
              <a:gd name="connsiteY4" fmla="*/ 588964 h 2133448"/>
              <a:gd name="connsiteX5" fmla="*/ 800256 w 1750608"/>
              <a:gd name="connsiteY5" fmla="*/ 336170 h 2133448"/>
              <a:gd name="connsiteX6" fmla="*/ 1133345 w 1750608"/>
              <a:gd name="connsiteY6" fmla="*/ 86234 h 2133448"/>
              <a:gd name="connsiteX7" fmla="*/ 1380233 w 1750608"/>
              <a:gd name="connsiteY7" fmla="*/ 33 h 2133448"/>
              <a:gd name="connsiteX8" fmla="*/ 1532443 w 1750608"/>
              <a:gd name="connsiteY8" fmla="*/ 60326 h 2133448"/>
              <a:gd name="connsiteX9" fmla="*/ 1572638 w 1750608"/>
              <a:gd name="connsiteY9" fmla="*/ 221204 h 2133448"/>
              <a:gd name="connsiteX10" fmla="*/ 1604261 w 1750608"/>
              <a:gd name="connsiteY10" fmla="*/ 448089 h 2133448"/>
              <a:gd name="connsiteX11" fmla="*/ 1707607 w 1750608"/>
              <a:gd name="connsiteY11" fmla="*/ 789941 h 2133448"/>
              <a:gd name="connsiteX12" fmla="*/ 1733420 w 1750608"/>
              <a:gd name="connsiteY12" fmla="*/ 942151 h 2133448"/>
              <a:gd name="connsiteX13" fmla="*/ 1747803 w 1750608"/>
              <a:gd name="connsiteY13" fmla="*/ 1272478 h 2133448"/>
              <a:gd name="connsiteX14" fmla="*/ 1641599 w 1750608"/>
              <a:gd name="connsiteY14" fmla="*/ 1660240 h 2133448"/>
              <a:gd name="connsiteX15" fmla="*/ 1512440 w 1750608"/>
              <a:gd name="connsiteY15" fmla="*/ 1844073 h 2133448"/>
              <a:gd name="connsiteX16" fmla="*/ 1177004 w 1750608"/>
              <a:gd name="connsiteY16" fmla="*/ 2118604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15" fmla="*/ 1512436 w 1750604"/>
              <a:gd name="connsiteY15" fmla="*/ 1844073 h 2133448"/>
              <a:gd name="connsiteX16" fmla="*/ 1177000 w 1750604"/>
              <a:gd name="connsiteY16" fmla="*/ 2118604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15" fmla="*/ 1512436 w 1750604"/>
              <a:gd name="connsiteY15" fmla="*/ 1844073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0" fmla="*/ 30 w 1733416"/>
              <a:gd name="connsiteY0" fmla="*/ 2133448 h 2133448"/>
              <a:gd name="connsiteX1" fmla="*/ 248628 w 1733416"/>
              <a:gd name="connsiteY1" fmla="*/ 1819220 h 2133448"/>
              <a:gd name="connsiteX2" fmla="*/ 338409 w 1733416"/>
              <a:gd name="connsiteY2" fmla="*/ 1352890 h 2133448"/>
              <a:gd name="connsiteX3" fmla="*/ 524313 w 1733416"/>
              <a:gd name="connsiteY3" fmla="*/ 991109 h 2133448"/>
              <a:gd name="connsiteX4" fmla="*/ 622230 w 1733416"/>
              <a:gd name="connsiteY4" fmla="*/ 588964 h 2133448"/>
              <a:gd name="connsiteX5" fmla="*/ 800252 w 1733416"/>
              <a:gd name="connsiteY5" fmla="*/ 336170 h 2133448"/>
              <a:gd name="connsiteX6" fmla="*/ 1133341 w 1733416"/>
              <a:gd name="connsiteY6" fmla="*/ 86234 h 2133448"/>
              <a:gd name="connsiteX7" fmla="*/ 1380229 w 1733416"/>
              <a:gd name="connsiteY7" fmla="*/ 33 h 2133448"/>
              <a:gd name="connsiteX8" fmla="*/ 1532439 w 1733416"/>
              <a:gd name="connsiteY8" fmla="*/ 60326 h 2133448"/>
              <a:gd name="connsiteX9" fmla="*/ 1572634 w 1733416"/>
              <a:gd name="connsiteY9" fmla="*/ 221204 h 2133448"/>
              <a:gd name="connsiteX10" fmla="*/ 1604257 w 1733416"/>
              <a:gd name="connsiteY10" fmla="*/ 448089 h 2133448"/>
              <a:gd name="connsiteX11" fmla="*/ 1707603 w 1733416"/>
              <a:gd name="connsiteY11" fmla="*/ 789941 h 2133448"/>
              <a:gd name="connsiteX12" fmla="*/ 1733416 w 1733416"/>
              <a:gd name="connsiteY12" fmla="*/ 942151 h 2133448"/>
              <a:gd name="connsiteX0" fmla="*/ 30 w 1707603"/>
              <a:gd name="connsiteY0" fmla="*/ 2133448 h 2133448"/>
              <a:gd name="connsiteX1" fmla="*/ 248628 w 1707603"/>
              <a:gd name="connsiteY1" fmla="*/ 1819220 h 2133448"/>
              <a:gd name="connsiteX2" fmla="*/ 338409 w 1707603"/>
              <a:gd name="connsiteY2" fmla="*/ 1352890 h 2133448"/>
              <a:gd name="connsiteX3" fmla="*/ 524313 w 1707603"/>
              <a:gd name="connsiteY3" fmla="*/ 991109 h 2133448"/>
              <a:gd name="connsiteX4" fmla="*/ 622230 w 1707603"/>
              <a:gd name="connsiteY4" fmla="*/ 588964 h 2133448"/>
              <a:gd name="connsiteX5" fmla="*/ 800252 w 1707603"/>
              <a:gd name="connsiteY5" fmla="*/ 336170 h 2133448"/>
              <a:gd name="connsiteX6" fmla="*/ 1133341 w 1707603"/>
              <a:gd name="connsiteY6" fmla="*/ 86234 h 2133448"/>
              <a:gd name="connsiteX7" fmla="*/ 1380229 w 1707603"/>
              <a:gd name="connsiteY7" fmla="*/ 33 h 2133448"/>
              <a:gd name="connsiteX8" fmla="*/ 1532439 w 1707603"/>
              <a:gd name="connsiteY8" fmla="*/ 60326 h 2133448"/>
              <a:gd name="connsiteX9" fmla="*/ 1572634 w 1707603"/>
              <a:gd name="connsiteY9" fmla="*/ 221204 h 2133448"/>
              <a:gd name="connsiteX10" fmla="*/ 1604257 w 1707603"/>
              <a:gd name="connsiteY10" fmla="*/ 448089 h 2133448"/>
              <a:gd name="connsiteX11" fmla="*/ 1707603 w 1707603"/>
              <a:gd name="connsiteY11" fmla="*/ 789941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00252 w 1610419"/>
              <a:gd name="connsiteY5" fmla="*/ 336170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32763 w 1610419"/>
              <a:gd name="connsiteY11" fmla="*/ 956342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00252 w 1610419"/>
              <a:gd name="connsiteY5" fmla="*/ 336170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72952 w 1610419"/>
              <a:gd name="connsiteY11" fmla="*/ 815867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49299 w 1610419"/>
              <a:gd name="connsiteY5" fmla="*/ 407137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72952 w 1610419"/>
              <a:gd name="connsiteY11" fmla="*/ 815867 h 2133448"/>
              <a:gd name="connsiteX0" fmla="*/ 1 w 1361792"/>
              <a:gd name="connsiteY0" fmla="*/ 1819220 h 1819220"/>
              <a:gd name="connsiteX1" fmla="*/ 89782 w 1361792"/>
              <a:gd name="connsiteY1" fmla="*/ 1352890 h 1819220"/>
              <a:gd name="connsiteX2" fmla="*/ 275686 w 1361792"/>
              <a:gd name="connsiteY2" fmla="*/ 991109 h 1819220"/>
              <a:gd name="connsiteX3" fmla="*/ 373603 w 1361792"/>
              <a:gd name="connsiteY3" fmla="*/ 588964 h 1819220"/>
              <a:gd name="connsiteX4" fmla="*/ 600672 w 1361792"/>
              <a:gd name="connsiteY4" fmla="*/ 407137 h 1819220"/>
              <a:gd name="connsiteX5" fmla="*/ 884714 w 1361792"/>
              <a:gd name="connsiteY5" fmla="*/ 86234 h 1819220"/>
              <a:gd name="connsiteX6" fmla="*/ 1131602 w 1361792"/>
              <a:gd name="connsiteY6" fmla="*/ 33 h 1819220"/>
              <a:gd name="connsiteX7" fmla="*/ 1283812 w 1361792"/>
              <a:gd name="connsiteY7" fmla="*/ 60326 h 1819220"/>
              <a:gd name="connsiteX8" fmla="*/ 1324007 w 1361792"/>
              <a:gd name="connsiteY8" fmla="*/ 221204 h 1819220"/>
              <a:gd name="connsiteX9" fmla="*/ 1355630 w 1361792"/>
              <a:gd name="connsiteY9" fmla="*/ 448089 h 1819220"/>
              <a:gd name="connsiteX10" fmla="*/ 1224325 w 1361792"/>
              <a:gd name="connsiteY10" fmla="*/ 815867 h 1819220"/>
              <a:gd name="connsiteX0" fmla="*/ 0 w 1313722"/>
              <a:gd name="connsiteY0" fmla="*/ 1837512 h 1837512"/>
              <a:gd name="connsiteX1" fmla="*/ 41712 w 1313722"/>
              <a:gd name="connsiteY1" fmla="*/ 1352890 h 1837512"/>
              <a:gd name="connsiteX2" fmla="*/ 227616 w 1313722"/>
              <a:gd name="connsiteY2" fmla="*/ 991109 h 1837512"/>
              <a:gd name="connsiteX3" fmla="*/ 325533 w 1313722"/>
              <a:gd name="connsiteY3" fmla="*/ 588964 h 1837512"/>
              <a:gd name="connsiteX4" fmla="*/ 552602 w 1313722"/>
              <a:gd name="connsiteY4" fmla="*/ 407137 h 1837512"/>
              <a:gd name="connsiteX5" fmla="*/ 836644 w 1313722"/>
              <a:gd name="connsiteY5" fmla="*/ 86234 h 1837512"/>
              <a:gd name="connsiteX6" fmla="*/ 1083532 w 1313722"/>
              <a:gd name="connsiteY6" fmla="*/ 33 h 1837512"/>
              <a:gd name="connsiteX7" fmla="*/ 1235742 w 1313722"/>
              <a:gd name="connsiteY7" fmla="*/ 60326 h 1837512"/>
              <a:gd name="connsiteX8" fmla="*/ 1275937 w 1313722"/>
              <a:gd name="connsiteY8" fmla="*/ 221204 h 1837512"/>
              <a:gd name="connsiteX9" fmla="*/ 1307560 w 1313722"/>
              <a:gd name="connsiteY9" fmla="*/ 448089 h 1837512"/>
              <a:gd name="connsiteX10" fmla="*/ 1176255 w 1313722"/>
              <a:gd name="connsiteY10" fmla="*/ 815867 h 1837512"/>
              <a:gd name="connsiteX0" fmla="*/ -1 w 1533134"/>
              <a:gd name="connsiteY0" fmla="*/ 2014220 h 2014221"/>
              <a:gd name="connsiteX1" fmla="*/ 261124 w 1533134"/>
              <a:gd name="connsiteY1" fmla="*/ 1352890 h 2014221"/>
              <a:gd name="connsiteX2" fmla="*/ 447028 w 1533134"/>
              <a:gd name="connsiteY2" fmla="*/ 991109 h 2014221"/>
              <a:gd name="connsiteX3" fmla="*/ 544945 w 1533134"/>
              <a:gd name="connsiteY3" fmla="*/ 588964 h 2014221"/>
              <a:gd name="connsiteX4" fmla="*/ 772014 w 1533134"/>
              <a:gd name="connsiteY4" fmla="*/ 407137 h 2014221"/>
              <a:gd name="connsiteX5" fmla="*/ 1056056 w 1533134"/>
              <a:gd name="connsiteY5" fmla="*/ 86234 h 2014221"/>
              <a:gd name="connsiteX6" fmla="*/ 1302944 w 1533134"/>
              <a:gd name="connsiteY6" fmla="*/ 33 h 2014221"/>
              <a:gd name="connsiteX7" fmla="*/ 1455154 w 1533134"/>
              <a:gd name="connsiteY7" fmla="*/ 60326 h 2014221"/>
              <a:gd name="connsiteX8" fmla="*/ 1495349 w 1533134"/>
              <a:gd name="connsiteY8" fmla="*/ 221204 h 2014221"/>
              <a:gd name="connsiteX9" fmla="*/ 1526972 w 1533134"/>
              <a:gd name="connsiteY9" fmla="*/ 448089 h 2014221"/>
              <a:gd name="connsiteX10" fmla="*/ 1395667 w 1533134"/>
              <a:gd name="connsiteY10" fmla="*/ 815867 h 2014221"/>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395668 w 1533135"/>
              <a:gd name="connsiteY11" fmla="*/ 815867 h 2014220"/>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395668 w 1533135"/>
              <a:gd name="connsiteY11" fmla="*/ 815867 h 2014220"/>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464447 w 1533135"/>
              <a:gd name="connsiteY11" fmla="*/ 758547 h 2014220"/>
              <a:gd name="connsiteX0" fmla="*/ 0 w 1550432"/>
              <a:gd name="connsiteY0" fmla="*/ 2014209 h 2014209"/>
              <a:gd name="connsiteX1" fmla="*/ 86576 w 1550432"/>
              <a:gd name="connsiteY1" fmla="*/ 1569140 h 2014209"/>
              <a:gd name="connsiteX2" fmla="*/ 261125 w 1550432"/>
              <a:gd name="connsiteY2" fmla="*/ 1352879 h 2014209"/>
              <a:gd name="connsiteX3" fmla="*/ 447029 w 1550432"/>
              <a:gd name="connsiteY3" fmla="*/ 991098 h 2014209"/>
              <a:gd name="connsiteX4" fmla="*/ 544946 w 1550432"/>
              <a:gd name="connsiteY4" fmla="*/ 588953 h 2014209"/>
              <a:gd name="connsiteX5" fmla="*/ 772015 w 1550432"/>
              <a:gd name="connsiteY5" fmla="*/ 407126 h 2014209"/>
              <a:gd name="connsiteX6" fmla="*/ 1056057 w 1550432"/>
              <a:gd name="connsiteY6" fmla="*/ 86223 h 2014209"/>
              <a:gd name="connsiteX7" fmla="*/ 1302945 w 1550432"/>
              <a:gd name="connsiteY7" fmla="*/ 22 h 2014209"/>
              <a:gd name="connsiteX8" fmla="*/ 1455155 w 1550432"/>
              <a:gd name="connsiteY8" fmla="*/ 60315 h 2014209"/>
              <a:gd name="connsiteX9" fmla="*/ 1548413 w 1550432"/>
              <a:gd name="connsiteY9" fmla="*/ 216646 h 2014209"/>
              <a:gd name="connsiteX10" fmla="*/ 1526973 w 1550432"/>
              <a:gd name="connsiteY10" fmla="*/ 448078 h 2014209"/>
              <a:gd name="connsiteX11" fmla="*/ 1464447 w 1550432"/>
              <a:gd name="connsiteY11" fmla="*/ 758536 h 2014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0432" h="2014209">
                <a:moveTo>
                  <a:pt x="0" y="2014209"/>
                </a:moveTo>
                <a:cubicBezTo>
                  <a:pt x="88435" y="1933690"/>
                  <a:pt x="43055" y="1679362"/>
                  <a:pt x="86576" y="1569140"/>
                </a:cubicBezTo>
                <a:cubicBezTo>
                  <a:pt x="130097" y="1458918"/>
                  <a:pt x="210978" y="1471686"/>
                  <a:pt x="261125" y="1352879"/>
                </a:cubicBezTo>
                <a:cubicBezTo>
                  <a:pt x="268268" y="1259725"/>
                  <a:pt x="443980" y="1084443"/>
                  <a:pt x="447029" y="991098"/>
                </a:cubicBezTo>
                <a:cubicBezTo>
                  <a:pt x="451601" y="851748"/>
                  <a:pt x="490782" y="686282"/>
                  <a:pt x="544946" y="588953"/>
                </a:cubicBezTo>
                <a:cubicBezTo>
                  <a:pt x="599110" y="491624"/>
                  <a:pt x="699911" y="481707"/>
                  <a:pt x="772015" y="407126"/>
                </a:cubicBezTo>
                <a:cubicBezTo>
                  <a:pt x="868979" y="306923"/>
                  <a:pt x="967569" y="154074"/>
                  <a:pt x="1056057" y="86223"/>
                </a:cubicBezTo>
                <a:cubicBezTo>
                  <a:pt x="1144545" y="18372"/>
                  <a:pt x="1214553" y="1356"/>
                  <a:pt x="1302945" y="22"/>
                </a:cubicBezTo>
                <a:cubicBezTo>
                  <a:pt x="1360857" y="-835"/>
                  <a:pt x="1414244" y="24211"/>
                  <a:pt x="1455155" y="60315"/>
                </a:cubicBezTo>
                <a:cubicBezTo>
                  <a:pt x="1496066" y="96419"/>
                  <a:pt x="1544698" y="159686"/>
                  <a:pt x="1548413" y="216646"/>
                </a:cubicBezTo>
                <a:cubicBezTo>
                  <a:pt x="1553366" y="293036"/>
                  <a:pt x="1550285" y="325555"/>
                  <a:pt x="1526973" y="448078"/>
                </a:cubicBezTo>
                <a:cubicBezTo>
                  <a:pt x="1503661" y="570601"/>
                  <a:pt x="1437206" y="642522"/>
                  <a:pt x="1464447" y="75853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70D77886-A34D-7E76-E791-692D0EC297C7}"/>
              </a:ext>
            </a:extLst>
          </p:cNvPr>
          <p:cNvSpPr/>
          <p:nvPr userDrawn="1"/>
        </p:nvSpPr>
        <p:spPr>
          <a:xfrm rot="13736097" flipV="1">
            <a:off x="8239919" y="6233936"/>
            <a:ext cx="1271188" cy="86857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3817 w 414856"/>
              <a:gd name="connsiteY0" fmla="*/ 98769 h 631853"/>
              <a:gd name="connsiteX1" fmla="*/ 85286 w 414856"/>
              <a:gd name="connsiteY1" fmla="*/ 508459 h 631853"/>
              <a:gd name="connsiteX2" fmla="*/ 236740 w 414856"/>
              <a:gd name="connsiteY2" fmla="*/ 627683 h 631853"/>
              <a:gd name="connsiteX3" fmla="*/ 344373 w 414856"/>
              <a:gd name="connsiteY3" fmla="*/ 589774 h 631853"/>
              <a:gd name="connsiteX4" fmla="*/ 414544 w 414856"/>
              <a:gd name="connsiteY4" fmla="*/ 446578 h 631853"/>
              <a:gd name="connsiteX5" fmla="*/ 399074 w 414856"/>
              <a:gd name="connsiteY5" fmla="*/ 262251 h 631853"/>
              <a:gd name="connsiteX6" fmla="*/ 300911 w 414856"/>
              <a:gd name="connsiteY6" fmla="*/ 81334 h 631853"/>
              <a:gd name="connsiteX7" fmla="*/ 162385 w 414856"/>
              <a:gd name="connsiteY7" fmla="*/ 2422 h 631853"/>
              <a:gd name="connsiteX8" fmla="*/ 39720 w 414856"/>
              <a:gd name="connsiteY8" fmla="*/ 197180 h 631853"/>
              <a:gd name="connsiteX0" fmla="*/ 90968 w 502007"/>
              <a:gd name="connsiteY0" fmla="*/ 350085 h 883169"/>
              <a:gd name="connsiteX1" fmla="*/ 172437 w 502007"/>
              <a:gd name="connsiteY1" fmla="*/ 759775 h 883169"/>
              <a:gd name="connsiteX2" fmla="*/ 323891 w 502007"/>
              <a:gd name="connsiteY2" fmla="*/ 878999 h 883169"/>
              <a:gd name="connsiteX3" fmla="*/ 431524 w 502007"/>
              <a:gd name="connsiteY3" fmla="*/ 841090 h 883169"/>
              <a:gd name="connsiteX4" fmla="*/ 501695 w 502007"/>
              <a:gd name="connsiteY4" fmla="*/ 697894 h 883169"/>
              <a:gd name="connsiteX5" fmla="*/ 486225 w 502007"/>
              <a:gd name="connsiteY5" fmla="*/ 513567 h 883169"/>
              <a:gd name="connsiteX6" fmla="*/ 388062 w 502007"/>
              <a:gd name="connsiteY6" fmla="*/ 332650 h 883169"/>
              <a:gd name="connsiteX7" fmla="*/ 249536 w 502007"/>
              <a:gd name="connsiteY7" fmla="*/ 253738 h 883169"/>
              <a:gd name="connsiteX8" fmla="*/ 536 w 502007"/>
              <a:gd name="connsiteY8" fmla="*/ 74552 h 883169"/>
              <a:gd name="connsiteX0" fmla="*/ 90432 w 501471"/>
              <a:gd name="connsiteY0" fmla="*/ 275533 h 808617"/>
              <a:gd name="connsiteX1" fmla="*/ 171901 w 501471"/>
              <a:gd name="connsiteY1" fmla="*/ 685223 h 808617"/>
              <a:gd name="connsiteX2" fmla="*/ 323355 w 501471"/>
              <a:gd name="connsiteY2" fmla="*/ 804447 h 808617"/>
              <a:gd name="connsiteX3" fmla="*/ 430988 w 501471"/>
              <a:gd name="connsiteY3" fmla="*/ 766538 h 808617"/>
              <a:gd name="connsiteX4" fmla="*/ 501159 w 501471"/>
              <a:gd name="connsiteY4" fmla="*/ 623342 h 808617"/>
              <a:gd name="connsiteX5" fmla="*/ 485689 w 501471"/>
              <a:gd name="connsiteY5" fmla="*/ 439015 h 808617"/>
              <a:gd name="connsiteX6" fmla="*/ 387526 w 501471"/>
              <a:gd name="connsiteY6" fmla="*/ 258098 h 808617"/>
              <a:gd name="connsiteX7" fmla="*/ 249000 w 501471"/>
              <a:gd name="connsiteY7" fmla="*/ 179186 h 808617"/>
              <a:gd name="connsiteX8" fmla="*/ 0 w 501471"/>
              <a:gd name="connsiteY8" fmla="*/ 0 h 808617"/>
              <a:gd name="connsiteX0" fmla="*/ 101909 w 512948"/>
              <a:gd name="connsiteY0" fmla="*/ 335138 h 868222"/>
              <a:gd name="connsiteX1" fmla="*/ 183378 w 512948"/>
              <a:gd name="connsiteY1" fmla="*/ 744828 h 868222"/>
              <a:gd name="connsiteX2" fmla="*/ 334832 w 512948"/>
              <a:gd name="connsiteY2" fmla="*/ 864052 h 868222"/>
              <a:gd name="connsiteX3" fmla="*/ 442465 w 512948"/>
              <a:gd name="connsiteY3" fmla="*/ 826143 h 868222"/>
              <a:gd name="connsiteX4" fmla="*/ 512636 w 512948"/>
              <a:gd name="connsiteY4" fmla="*/ 682947 h 868222"/>
              <a:gd name="connsiteX5" fmla="*/ 497166 w 512948"/>
              <a:gd name="connsiteY5" fmla="*/ 498620 h 868222"/>
              <a:gd name="connsiteX6" fmla="*/ 399003 w 512948"/>
              <a:gd name="connsiteY6" fmla="*/ 317703 h 868222"/>
              <a:gd name="connsiteX7" fmla="*/ 260477 w 512948"/>
              <a:gd name="connsiteY7" fmla="*/ 238791 h 868222"/>
              <a:gd name="connsiteX8" fmla="*/ 0 w 512948"/>
              <a:gd name="connsiteY8" fmla="*/ 0 h 868222"/>
              <a:gd name="connsiteX0" fmla="*/ 183378 w 512948"/>
              <a:gd name="connsiteY0" fmla="*/ 744828 h 868222"/>
              <a:gd name="connsiteX1" fmla="*/ 334832 w 512948"/>
              <a:gd name="connsiteY1" fmla="*/ 864052 h 868222"/>
              <a:gd name="connsiteX2" fmla="*/ 442465 w 512948"/>
              <a:gd name="connsiteY2" fmla="*/ 826143 h 868222"/>
              <a:gd name="connsiteX3" fmla="*/ 512636 w 512948"/>
              <a:gd name="connsiteY3" fmla="*/ 682947 h 868222"/>
              <a:gd name="connsiteX4" fmla="*/ 497166 w 512948"/>
              <a:gd name="connsiteY4" fmla="*/ 498620 h 868222"/>
              <a:gd name="connsiteX5" fmla="*/ 399003 w 512948"/>
              <a:gd name="connsiteY5" fmla="*/ 317703 h 868222"/>
              <a:gd name="connsiteX6" fmla="*/ 260477 w 512948"/>
              <a:gd name="connsiteY6" fmla="*/ 238791 h 868222"/>
              <a:gd name="connsiteX7" fmla="*/ 0 w 512948"/>
              <a:gd name="connsiteY7" fmla="*/ 0 h 868222"/>
              <a:gd name="connsiteX0" fmla="*/ 183378 w 512948"/>
              <a:gd name="connsiteY0" fmla="*/ 744828 h 911737"/>
              <a:gd name="connsiteX1" fmla="*/ 334832 w 512948"/>
              <a:gd name="connsiteY1" fmla="*/ 864052 h 911737"/>
              <a:gd name="connsiteX2" fmla="*/ 477507 w 512948"/>
              <a:gd name="connsiteY2" fmla="*/ 901134 h 911737"/>
              <a:gd name="connsiteX3" fmla="*/ 512636 w 512948"/>
              <a:gd name="connsiteY3" fmla="*/ 682947 h 911737"/>
              <a:gd name="connsiteX4" fmla="*/ 497166 w 512948"/>
              <a:gd name="connsiteY4" fmla="*/ 498620 h 911737"/>
              <a:gd name="connsiteX5" fmla="*/ 399003 w 512948"/>
              <a:gd name="connsiteY5" fmla="*/ 317703 h 911737"/>
              <a:gd name="connsiteX6" fmla="*/ 260477 w 512948"/>
              <a:gd name="connsiteY6" fmla="*/ 238791 h 911737"/>
              <a:gd name="connsiteX7" fmla="*/ 0 w 512948"/>
              <a:gd name="connsiteY7" fmla="*/ 0 h 911737"/>
              <a:gd name="connsiteX0" fmla="*/ 182579 w 512948"/>
              <a:gd name="connsiteY0" fmla="*/ 577823 h 916948"/>
              <a:gd name="connsiteX1" fmla="*/ 334832 w 512948"/>
              <a:gd name="connsiteY1" fmla="*/ 864052 h 916948"/>
              <a:gd name="connsiteX2" fmla="*/ 477507 w 512948"/>
              <a:gd name="connsiteY2" fmla="*/ 901134 h 916948"/>
              <a:gd name="connsiteX3" fmla="*/ 512636 w 512948"/>
              <a:gd name="connsiteY3" fmla="*/ 682947 h 916948"/>
              <a:gd name="connsiteX4" fmla="*/ 497166 w 512948"/>
              <a:gd name="connsiteY4" fmla="*/ 498620 h 916948"/>
              <a:gd name="connsiteX5" fmla="*/ 399003 w 512948"/>
              <a:gd name="connsiteY5" fmla="*/ 317703 h 916948"/>
              <a:gd name="connsiteX6" fmla="*/ 260477 w 512948"/>
              <a:gd name="connsiteY6" fmla="*/ 238791 h 916948"/>
              <a:gd name="connsiteX7" fmla="*/ 0 w 512948"/>
              <a:gd name="connsiteY7" fmla="*/ 0 h 916948"/>
              <a:gd name="connsiteX0" fmla="*/ 182579 w 512948"/>
              <a:gd name="connsiteY0" fmla="*/ 577823 h 904031"/>
              <a:gd name="connsiteX1" fmla="*/ 349589 w 512948"/>
              <a:gd name="connsiteY1" fmla="*/ 792980 h 904031"/>
              <a:gd name="connsiteX2" fmla="*/ 477507 w 512948"/>
              <a:gd name="connsiteY2" fmla="*/ 901134 h 904031"/>
              <a:gd name="connsiteX3" fmla="*/ 512636 w 512948"/>
              <a:gd name="connsiteY3" fmla="*/ 682947 h 904031"/>
              <a:gd name="connsiteX4" fmla="*/ 497166 w 512948"/>
              <a:gd name="connsiteY4" fmla="*/ 498620 h 904031"/>
              <a:gd name="connsiteX5" fmla="*/ 399003 w 512948"/>
              <a:gd name="connsiteY5" fmla="*/ 317703 h 904031"/>
              <a:gd name="connsiteX6" fmla="*/ 260477 w 512948"/>
              <a:gd name="connsiteY6" fmla="*/ 238791 h 904031"/>
              <a:gd name="connsiteX7" fmla="*/ 0 w 512948"/>
              <a:gd name="connsiteY7"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99003 w 512636"/>
              <a:gd name="connsiteY4" fmla="*/ 317703 h 904031"/>
              <a:gd name="connsiteX5" fmla="*/ 260477 w 512636"/>
              <a:gd name="connsiteY5" fmla="*/ 238791 h 904031"/>
              <a:gd name="connsiteX6" fmla="*/ 0 w 512636"/>
              <a:gd name="connsiteY6"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82733 w 512636"/>
              <a:gd name="connsiteY4" fmla="*/ 359348 h 904031"/>
              <a:gd name="connsiteX5" fmla="*/ 260477 w 512636"/>
              <a:gd name="connsiteY5" fmla="*/ 238791 h 904031"/>
              <a:gd name="connsiteX6" fmla="*/ 0 w 512636"/>
              <a:gd name="connsiteY6" fmla="*/ 0 h 904031"/>
              <a:gd name="connsiteX0" fmla="*/ 182579 w 512636"/>
              <a:gd name="connsiteY0" fmla="*/ 577823 h 869297"/>
              <a:gd name="connsiteX1" fmla="*/ 349589 w 512636"/>
              <a:gd name="connsiteY1" fmla="*/ 792980 h 869297"/>
              <a:gd name="connsiteX2" fmla="*/ 443616 w 512636"/>
              <a:gd name="connsiteY2" fmla="*/ 864935 h 869297"/>
              <a:gd name="connsiteX3" fmla="*/ 512636 w 512636"/>
              <a:gd name="connsiteY3" fmla="*/ 682947 h 869297"/>
              <a:gd name="connsiteX4" fmla="*/ 382733 w 512636"/>
              <a:gd name="connsiteY4" fmla="*/ 359348 h 869297"/>
              <a:gd name="connsiteX5" fmla="*/ 260477 w 512636"/>
              <a:gd name="connsiteY5" fmla="*/ 238791 h 869297"/>
              <a:gd name="connsiteX6" fmla="*/ 0 w 512636"/>
              <a:gd name="connsiteY6" fmla="*/ 0 h 869297"/>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126790 w 483859"/>
              <a:gd name="connsiteY6" fmla="*/ 29735 h 868921"/>
              <a:gd name="connsiteX7" fmla="*/ 0 w 483859"/>
              <a:gd name="connsiteY7" fmla="*/ 0 h 868921"/>
              <a:gd name="connsiteX0" fmla="*/ 193428 w 437909"/>
              <a:gd name="connsiteY0" fmla="*/ 741880 h 847891"/>
              <a:gd name="connsiteX1" fmla="*/ 303639 w 437909"/>
              <a:gd name="connsiteY1" fmla="*/ 771950 h 847891"/>
              <a:gd name="connsiteX2" fmla="*/ 397666 w 437909"/>
              <a:gd name="connsiteY2" fmla="*/ 843905 h 847891"/>
              <a:gd name="connsiteX3" fmla="*/ 437909 w 437909"/>
              <a:gd name="connsiteY3" fmla="*/ 638607 h 847891"/>
              <a:gd name="connsiteX4" fmla="*/ 336783 w 437909"/>
              <a:gd name="connsiteY4" fmla="*/ 338318 h 847891"/>
              <a:gd name="connsiteX5" fmla="*/ 154436 w 437909"/>
              <a:gd name="connsiteY5" fmla="*/ 185566 h 847891"/>
              <a:gd name="connsiteX6" fmla="*/ 80840 w 437909"/>
              <a:gd name="connsiteY6" fmla="*/ 8705 h 847891"/>
              <a:gd name="connsiteX7" fmla="*/ 0 w 437909"/>
              <a:gd name="connsiteY7" fmla="*/ 40615 h 847891"/>
              <a:gd name="connsiteX0" fmla="*/ 193428 w 496624"/>
              <a:gd name="connsiteY0" fmla="*/ 741880 h 891795"/>
              <a:gd name="connsiteX1" fmla="*/ 303639 w 496624"/>
              <a:gd name="connsiteY1" fmla="*/ 771950 h 891795"/>
              <a:gd name="connsiteX2" fmla="*/ 492592 w 496624"/>
              <a:gd name="connsiteY2" fmla="*/ 888955 h 891795"/>
              <a:gd name="connsiteX3" fmla="*/ 437909 w 496624"/>
              <a:gd name="connsiteY3" fmla="*/ 638607 h 891795"/>
              <a:gd name="connsiteX4" fmla="*/ 336783 w 496624"/>
              <a:gd name="connsiteY4" fmla="*/ 338318 h 891795"/>
              <a:gd name="connsiteX5" fmla="*/ 154436 w 496624"/>
              <a:gd name="connsiteY5" fmla="*/ 185566 h 891795"/>
              <a:gd name="connsiteX6" fmla="*/ 80840 w 496624"/>
              <a:gd name="connsiteY6" fmla="*/ 8705 h 891795"/>
              <a:gd name="connsiteX7" fmla="*/ 0 w 496624"/>
              <a:gd name="connsiteY7" fmla="*/ 40615 h 891795"/>
              <a:gd name="connsiteX0" fmla="*/ 193428 w 495230"/>
              <a:gd name="connsiteY0" fmla="*/ 741880 h 892469"/>
              <a:gd name="connsiteX1" fmla="*/ 334426 w 495230"/>
              <a:gd name="connsiteY1" fmla="*/ 782577 h 892469"/>
              <a:gd name="connsiteX2" fmla="*/ 492592 w 495230"/>
              <a:gd name="connsiteY2" fmla="*/ 888955 h 892469"/>
              <a:gd name="connsiteX3" fmla="*/ 437909 w 495230"/>
              <a:gd name="connsiteY3" fmla="*/ 638607 h 892469"/>
              <a:gd name="connsiteX4" fmla="*/ 336783 w 495230"/>
              <a:gd name="connsiteY4" fmla="*/ 338318 h 892469"/>
              <a:gd name="connsiteX5" fmla="*/ 154436 w 495230"/>
              <a:gd name="connsiteY5" fmla="*/ 185566 h 892469"/>
              <a:gd name="connsiteX6" fmla="*/ 80840 w 495230"/>
              <a:gd name="connsiteY6" fmla="*/ 8705 h 892469"/>
              <a:gd name="connsiteX7" fmla="*/ 0 w 495230"/>
              <a:gd name="connsiteY7" fmla="*/ 40615 h 892469"/>
              <a:gd name="connsiteX0" fmla="*/ 193428 w 498330"/>
              <a:gd name="connsiteY0" fmla="*/ 741880 h 892258"/>
              <a:gd name="connsiteX1" fmla="*/ 334426 w 498330"/>
              <a:gd name="connsiteY1" fmla="*/ 782577 h 892258"/>
              <a:gd name="connsiteX2" fmla="*/ 492592 w 498330"/>
              <a:gd name="connsiteY2" fmla="*/ 888955 h 892258"/>
              <a:gd name="connsiteX3" fmla="*/ 466896 w 498330"/>
              <a:gd name="connsiteY3" fmla="*/ 643827 h 892258"/>
              <a:gd name="connsiteX4" fmla="*/ 336783 w 498330"/>
              <a:gd name="connsiteY4" fmla="*/ 338318 h 892258"/>
              <a:gd name="connsiteX5" fmla="*/ 154436 w 498330"/>
              <a:gd name="connsiteY5" fmla="*/ 185566 h 892258"/>
              <a:gd name="connsiteX6" fmla="*/ 80840 w 498330"/>
              <a:gd name="connsiteY6" fmla="*/ 8705 h 892258"/>
              <a:gd name="connsiteX7" fmla="*/ 0 w 498330"/>
              <a:gd name="connsiteY7" fmla="*/ 40615 h 892258"/>
              <a:gd name="connsiteX0" fmla="*/ 193428 w 496296"/>
              <a:gd name="connsiteY0" fmla="*/ 741880 h 891285"/>
              <a:gd name="connsiteX1" fmla="*/ 368843 w 496296"/>
              <a:gd name="connsiteY1" fmla="*/ 765900 h 891285"/>
              <a:gd name="connsiteX2" fmla="*/ 492592 w 496296"/>
              <a:gd name="connsiteY2" fmla="*/ 888955 h 891285"/>
              <a:gd name="connsiteX3" fmla="*/ 466896 w 496296"/>
              <a:gd name="connsiteY3" fmla="*/ 643827 h 891285"/>
              <a:gd name="connsiteX4" fmla="*/ 336783 w 496296"/>
              <a:gd name="connsiteY4" fmla="*/ 338318 h 891285"/>
              <a:gd name="connsiteX5" fmla="*/ 154436 w 496296"/>
              <a:gd name="connsiteY5" fmla="*/ 185566 h 891285"/>
              <a:gd name="connsiteX6" fmla="*/ 80840 w 496296"/>
              <a:gd name="connsiteY6" fmla="*/ 8705 h 891285"/>
              <a:gd name="connsiteX7" fmla="*/ 0 w 496296"/>
              <a:gd name="connsiteY7" fmla="*/ 40615 h 891285"/>
              <a:gd name="connsiteX0" fmla="*/ 300256 w 496296"/>
              <a:gd name="connsiteY0" fmla="*/ 888192 h 890933"/>
              <a:gd name="connsiteX1" fmla="*/ 368843 w 496296"/>
              <a:gd name="connsiteY1" fmla="*/ 765900 h 890933"/>
              <a:gd name="connsiteX2" fmla="*/ 492592 w 496296"/>
              <a:gd name="connsiteY2" fmla="*/ 888955 h 890933"/>
              <a:gd name="connsiteX3" fmla="*/ 466896 w 496296"/>
              <a:gd name="connsiteY3" fmla="*/ 643827 h 890933"/>
              <a:gd name="connsiteX4" fmla="*/ 336783 w 496296"/>
              <a:gd name="connsiteY4" fmla="*/ 338318 h 890933"/>
              <a:gd name="connsiteX5" fmla="*/ 154436 w 496296"/>
              <a:gd name="connsiteY5" fmla="*/ 185566 h 890933"/>
              <a:gd name="connsiteX6" fmla="*/ 80840 w 496296"/>
              <a:gd name="connsiteY6" fmla="*/ 8705 h 890933"/>
              <a:gd name="connsiteX7" fmla="*/ 0 w 496296"/>
              <a:gd name="connsiteY7" fmla="*/ 40615 h 890933"/>
              <a:gd name="connsiteX0" fmla="*/ 300256 w 518287"/>
              <a:gd name="connsiteY0" fmla="*/ 888192 h 890188"/>
              <a:gd name="connsiteX1" fmla="*/ 368843 w 518287"/>
              <a:gd name="connsiteY1" fmla="*/ 765900 h 890188"/>
              <a:gd name="connsiteX2" fmla="*/ 492592 w 518287"/>
              <a:gd name="connsiteY2" fmla="*/ 888955 h 890188"/>
              <a:gd name="connsiteX3" fmla="*/ 466896 w 518287"/>
              <a:gd name="connsiteY3" fmla="*/ 643827 h 890188"/>
              <a:gd name="connsiteX4" fmla="*/ 336783 w 518287"/>
              <a:gd name="connsiteY4" fmla="*/ 338318 h 890188"/>
              <a:gd name="connsiteX5" fmla="*/ 154436 w 518287"/>
              <a:gd name="connsiteY5" fmla="*/ 185566 h 890188"/>
              <a:gd name="connsiteX6" fmla="*/ 80840 w 518287"/>
              <a:gd name="connsiteY6" fmla="*/ 8705 h 890188"/>
              <a:gd name="connsiteX7" fmla="*/ 0 w 518287"/>
              <a:gd name="connsiteY7" fmla="*/ 40615 h 890188"/>
              <a:gd name="connsiteX0" fmla="*/ 300256 w 552461"/>
              <a:gd name="connsiteY0" fmla="*/ 888192 h 932672"/>
              <a:gd name="connsiteX1" fmla="*/ 368843 w 552461"/>
              <a:gd name="connsiteY1" fmla="*/ 765900 h 932672"/>
              <a:gd name="connsiteX2" fmla="*/ 532244 w 552461"/>
              <a:gd name="connsiteY2" fmla="*/ 931677 h 932672"/>
              <a:gd name="connsiteX3" fmla="*/ 466896 w 552461"/>
              <a:gd name="connsiteY3" fmla="*/ 643827 h 932672"/>
              <a:gd name="connsiteX4" fmla="*/ 336783 w 552461"/>
              <a:gd name="connsiteY4" fmla="*/ 338318 h 932672"/>
              <a:gd name="connsiteX5" fmla="*/ 154436 w 552461"/>
              <a:gd name="connsiteY5" fmla="*/ 185566 h 932672"/>
              <a:gd name="connsiteX6" fmla="*/ 80840 w 552461"/>
              <a:gd name="connsiteY6" fmla="*/ 8705 h 932672"/>
              <a:gd name="connsiteX7" fmla="*/ 0 w 552461"/>
              <a:gd name="connsiteY7" fmla="*/ 40615 h 932672"/>
              <a:gd name="connsiteX0" fmla="*/ 300256 w 536252"/>
              <a:gd name="connsiteY0" fmla="*/ 888192 h 934482"/>
              <a:gd name="connsiteX1" fmla="*/ 368843 w 536252"/>
              <a:gd name="connsiteY1" fmla="*/ 765900 h 934482"/>
              <a:gd name="connsiteX2" fmla="*/ 532244 w 536252"/>
              <a:gd name="connsiteY2" fmla="*/ 931677 h 934482"/>
              <a:gd name="connsiteX3" fmla="*/ 490383 w 536252"/>
              <a:gd name="connsiteY3" fmla="*/ 599768 h 934482"/>
              <a:gd name="connsiteX4" fmla="*/ 336783 w 536252"/>
              <a:gd name="connsiteY4" fmla="*/ 338318 h 934482"/>
              <a:gd name="connsiteX5" fmla="*/ 154436 w 536252"/>
              <a:gd name="connsiteY5" fmla="*/ 185566 h 934482"/>
              <a:gd name="connsiteX6" fmla="*/ 80840 w 536252"/>
              <a:gd name="connsiteY6" fmla="*/ 8705 h 934482"/>
              <a:gd name="connsiteX7" fmla="*/ 0 w 536252"/>
              <a:gd name="connsiteY7" fmla="*/ 40615 h 934482"/>
              <a:gd name="connsiteX0" fmla="*/ 300256 w 562719"/>
              <a:gd name="connsiteY0" fmla="*/ 888192 h 953558"/>
              <a:gd name="connsiteX1" fmla="*/ 368843 w 562719"/>
              <a:gd name="connsiteY1" fmla="*/ 765900 h 953558"/>
              <a:gd name="connsiteX2" fmla="*/ 532244 w 562719"/>
              <a:gd name="connsiteY2" fmla="*/ 931677 h 953558"/>
              <a:gd name="connsiteX3" fmla="*/ 490383 w 562719"/>
              <a:gd name="connsiteY3" fmla="*/ 599768 h 953558"/>
              <a:gd name="connsiteX4" fmla="*/ 336783 w 562719"/>
              <a:gd name="connsiteY4" fmla="*/ 338318 h 953558"/>
              <a:gd name="connsiteX5" fmla="*/ 154436 w 562719"/>
              <a:gd name="connsiteY5" fmla="*/ 185566 h 953558"/>
              <a:gd name="connsiteX6" fmla="*/ 80840 w 562719"/>
              <a:gd name="connsiteY6" fmla="*/ 8705 h 953558"/>
              <a:gd name="connsiteX7" fmla="*/ 0 w 562719"/>
              <a:gd name="connsiteY7" fmla="*/ 40615 h 953558"/>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220083 w 628366"/>
              <a:gd name="connsiteY5" fmla="*/ 356001 h 1123993"/>
              <a:gd name="connsiteX6" fmla="*/ 146487 w 628366"/>
              <a:gd name="connsiteY6" fmla="*/ 179140 h 1123993"/>
              <a:gd name="connsiteX7" fmla="*/ 0 w 628366"/>
              <a:gd name="connsiteY7"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220083 w 628366"/>
              <a:gd name="connsiteY5" fmla="*/ 356001 h 1123993"/>
              <a:gd name="connsiteX6" fmla="*/ 107174 w 628366"/>
              <a:gd name="connsiteY6" fmla="*/ 40313 h 1123993"/>
              <a:gd name="connsiteX7" fmla="*/ 0 w 628366"/>
              <a:gd name="connsiteY7"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37012 w 628366"/>
              <a:gd name="connsiteY4" fmla="*/ 453926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37012 w 628366"/>
              <a:gd name="connsiteY4" fmla="*/ 453926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59132 w 628366"/>
              <a:gd name="connsiteY4" fmla="*/ 499685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59132 w 628366"/>
              <a:gd name="connsiteY4" fmla="*/ 499685 h 1123993"/>
              <a:gd name="connsiteX5" fmla="*/ 379288 w 628366"/>
              <a:gd name="connsiteY5" fmla="*/ 360202 h 1123993"/>
              <a:gd name="connsiteX6" fmla="*/ 328869 w 628366"/>
              <a:gd name="connsiteY6" fmla="*/ 457163 h 1123993"/>
              <a:gd name="connsiteX7" fmla="*/ 220083 w 628366"/>
              <a:gd name="connsiteY7" fmla="*/ 356001 h 1123993"/>
              <a:gd name="connsiteX8" fmla="*/ 107174 w 628366"/>
              <a:gd name="connsiteY8" fmla="*/ 40313 h 1123993"/>
              <a:gd name="connsiteX9" fmla="*/ 0 w 628366"/>
              <a:gd name="connsiteY9" fmla="*/ 0 h 1123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8366" h="1123993">
                <a:moveTo>
                  <a:pt x="365903" y="1058627"/>
                </a:moveTo>
                <a:cubicBezTo>
                  <a:pt x="406676" y="1047289"/>
                  <a:pt x="395825" y="929088"/>
                  <a:pt x="434490" y="936335"/>
                </a:cubicBezTo>
                <a:cubicBezTo>
                  <a:pt x="473155" y="943582"/>
                  <a:pt x="509803" y="1198916"/>
                  <a:pt x="597891" y="1102112"/>
                </a:cubicBezTo>
                <a:cubicBezTo>
                  <a:pt x="685979" y="1005308"/>
                  <a:pt x="554982" y="818971"/>
                  <a:pt x="556030" y="770203"/>
                </a:cubicBezTo>
                <a:cubicBezTo>
                  <a:pt x="542946" y="672965"/>
                  <a:pt x="483624" y="663526"/>
                  <a:pt x="459132" y="499685"/>
                </a:cubicBezTo>
                <a:cubicBezTo>
                  <a:pt x="434640" y="335844"/>
                  <a:pt x="400634" y="381148"/>
                  <a:pt x="379288" y="360202"/>
                </a:cubicBezTo>
                <a:cubicBezTo>
                  <a:pt x="357942" y="339256"/>
                  <a:pt x="355403" y="457863"/>
                  <a:pt x="328869" y="457163"/>
                </a:cubicBezTo>
                <a:cubicBezTo>
                  <a:pt x="302335" y="456463"/>
                  <a:pt x="257396" y="411617"/>
                  <a:pt x="220083" y="356001"/>
                </a:cubicBezTo>
                <a:cubicBezTo>
                  <a:pt x="182770" y="300385"/>
                  <a:pt x="140572" y="74746"/>
                  <a:pt x="107174" y="40313"/>
                </a:cubicBezTo>
                <a:cubicBezTo>
                  <a:pt x="73776" y="5880"/>
                  <a:pt x="13952" y="13405"/>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C64C6A4E-885B-421B-0282-573EAEED7E53}"/>
              </a:ext>
            </a:extLst>
          </p:cNvPr>
          <p:cNvSpPr/>
          <p:nvPr userDrawn="1"/>
        </p:nvSpPr>
        <p:spPr>
          <a:xfrm rot="8568214">
            <a:off x="5765392" y="6274294"/>
            <a:ext cx="1853711" cy="30806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3866654 w 6059421"/>
              <a:gd name="connsiteY7" fmla="*/ 420470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456347 w 6059421"/>
              <a:gd name="connsiteY8" fmla="*/ 4305003 h 4413195"/>
              <a:gd name="connsiteX9" fmla="*/ 4763433 w 6059421"/>
              <a:gd name="connsiteY9" fmla="*/ 4243185 h 4413195"/>
              <a:gd name="connsiteX10" fmla="*/ 5467403 w 6059421"/>
              <a:gd name="connsiteY10" fmla="*/ 3779622 h 4413195"/>
              <a:gd name="connsiteX11" fmla="*/ 5713764 w 6059421"/>
              <a:gd name="connsiteY11" fmla="*/ 3489822 h 4413195"/>
              <a:gd name="connsiteX12" fmla="*/ 6057499 w 6059421"/>
              <a:gd name="connsiteY12" fmla="*/ 2932545 h 4413195"/>
              <a:gd name="connsiteX13" fmla="*/ 5824274 w 6059421"/>
              <a:gd name="connsiteY13" fmla="*/ 1915138 h 4413195"/>
              <a:gd name="connsiteX14" fmla="*/ 5247641 w 6059421"/>
              <a:gd name="connsiteY14" fmla="*/ 1216850 h 4413195"/>
              <a:gd name="connsiteX15" fmla="*/ 5361323 w 6059421"/>
              <a:gd name="connsiteY15" fmla="*/ 444093 h 4413195"/>
              <a:gd name="connsiteX16" fmla="*/ 5015497 w 6059421"/>
              <a:gd name="connsiteY16" fmla="*/ 0 h 4413195"/>
              <a:gd name="connsiteX0" fmla="*/ 0 w 6059421"/>
              <a:gd name="connsiteY0" fmla="*/ 4408834 h 4413643"/>
              <a:gd name="connsiteX1" fmla="*/ 436266 w 6059421"/>
              <a:gd name="connsiteY1" fmla="*/ 3803273 h 4413643"/>
              <a:gd name="connsiteX2" fmla="*/ 1080723 w 6059421"/>
              <a:gd name="connsiteY2" fmla="*/ 3408979 h 4413643"/>
              <a:gd name="connsiteX3" fmla="*/ 1782538 w 6059421"/>
              <a:gd name="connsiteY3" fmla="*/ 2917743 h 4413643"/>
              <a:gd name="connsiteX4" fmla="*/ 2189343 w 6059421"/>
              <a:gd name="connsiteY4" fmla="*/ 2827673 h 4413643"/>
              <a:gd name="connsiteX5" fmla="*/ 2644019 w 6059421"/>
              <a:gd name="connsiteY5" fmla="*/ 3353419 h 4413643"/>
              <a:gd name="connsiteX6" fmla="*/ 3213049 w 6059421"/>
              <a:gd name="connsiteY6" fmla="*/ 4229089 h 4413643"/>
              <a:gd name="connsiteX7" fmla="*/ 4041360 w 6059421"/>
              <a:gd name="connsiteY7" fmla="*/ 3933245 h 4413643"/>
              <a:gd name="connsiteX8" fmla="*/ 4456347 w 6059421"/>
              <a:gd name="connsiteY8" fmla="*/ 4305003 h 4413643"/>
              <a:gd name="connsiteX9" fmla="*/ 4763433 w 6059421"/>
              <a:gd name="connsiteY9" fmla="*/ 4243185 h 4413643"/>
              <a:gd name="connsiteX10" fmla="*/ 5467403 w 6059421"/>
              <a:gd name="connsiteY10" fmla="*/ 3779622 h 4413643"/>
              <a:gd name="connsiteX11" fmla="*/ 5713764 w 6059421"/>
              <a:gd name="connsiteY11" fmla="*/ 3489822 h 4413643"/>
              <a:gd name="connsiteX12" fmla="*/ 6057499 w 6059421"/>
              <a:gd name="connsiteY12" fmla="*/ 2932545 h 4413643"/>
              <a:gd name="connsiteX13" fmla="*/ 5824274 w 6059421"/>
              <a:gd name="connsiteY13" fmla="*/ 1915138 h 4413643"/>
              <a:gd name="connsiteX14" fmla="*/ 5247641 w 6059421"/>
              <a:gd name="connsiteY14" fmla="*/ 1216850 h 4413643"/>
              <a:gd name="connsiteX15" fmla="*/ 5361323 w 6059421"/>
              <a:gd name="connsiteY15" fmla="*/ 444093 h 4413643"/>
              <a:gd name="connsiteX16" fmla="*/ 5015497 w 6059421"/>
              <a:gd name="connsiteY16" fmla="*/ 0 h 4413643"/>
              <a:gd name="connsiteX0" fmla="*/ 0 w 6059421"/>
              <a:gd name="connsiteY0" fmla="*/ 4408834 h 4413642"/>
              <a:gd name="connsiteX1" fmla="*/ 436266 w 6059421"/>
              <a:gd name="connsiteY1" fmla="*/ 3803273 h 4413642"/>
              <a:gd name="connsiteX2" fmla="*/ 1080723 w 6059421"/>
              <a:gd name="connsiteY2" fmla="*/ 3408979 h 4413642"/>
              <a:gd name="connsiteX3" fmla="*/ 1782538 w 6059421"/>
              <a:gd name="connsiteY3" fmla="*/ 2917743 h 4413642"/>
              <a:gd name="connsiteX4" fmla="*/ 2336788 w 6059421"/>
              <a:gd name="connsiteY4" fmla="*/ 2729273 h 4413642"/>
              <a:gd name="connsiteX5" fmla="*/ 2644019 w 6059421"/>
              <a:gd name="connsiteY5" fmla="*/ 3353419 h 4413642"/>
              <a:gd name="connsiteX6" fmla="*/ 3213049 w 6059421"/>
              <a:gd name="connsiteY6" fmla="*/ 4229089 h 4413642"/>
              <a:gd name="connsiteX7" fmla="*/ 4041360 w 6059421"/>
              <a:gd name="connsiteY7" fmla="*/ 3933245 h 4413642"/>
              <a:gd name="connsiteX8" fmla="*/ 4456347 w 6059421"/>
              <a:gd name="connsiteY8" fmla="*/ 4305003 h 4413642"/>
              <a:gd name="connsiteX9" fmla="*/ 4763433 w 6059421"/>
              <a:gd name="connsiteY9" fmla="*/ 4243185 h 4413642"/>
              <a:gd name="connsiteX10" fmla="*/ 5467403 w 6059421"/>
              <a:gd name="connsiteY10" fmla="*/ 3779622 h 4413642"/>
              <a:gd name="connsiteX11" fmla="*/ 5713764 w 6059421"/>
              <a:gd name="connsiteY11" fmla="*/ 3489822 h 4413642"/>
              <a:gd name="connsiteX12" fmla="*/ 6057499 w 6059421"/>
              <a:gd name="connsiteY12" fmla="*/ 2932545 h 4413642"/>
              <a:gd name="connsiteX13" fmla="*/ 5824274 w 6059421"/>
              <a:gd name="connsiteY13" fmla="*/ 1915138 h 4413642"/>
              <a:gd name="connsiteX14" fmla="*/ 5247641 w 6059421"/>
              <a:gd name="connsiteY14" fmla="*/ 1216850 h 4413642"/>
              <a:gd name="connsiteX15" fmla="*/ 5361323 w 6059421"/>
              <a:gd name="connsiteY15" fmla="*/ 444093 h 4413642"/>
              <a:gd name="connsiteX16" fmla="*/ 5015497 w 6059421"/>
              <a:gd name="connsiteY16" fmla="*/ 0 h 4413642"/>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361323 w 6059421"/>
              <a:gd name="connsiteY15" fmla="*/ 239241 h 4208790"/>
              <a:gd name="connsiteX16" fmla="*/ 4973492 w 6059421"/>
              <a:gd name="connsiteY16" fmla="*/ 0 h 4208790"/>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267809 w 6059421"/>
              <a:gd name="connsiteY15" fmla="*/ 380738 h 4208790"/>
              <a:gd name="connsiteX16" fmla="*/ 4973492 w 6059421"/>
              <a:gd name="connsiteY16" fmla="*/ 0 h 4208790"/>
              <a:gd name="connsiteX0" fmla="*/ 0 w 6057899"/>
              <a:gd name="connsiteY0" fmla="*/ 4203982 h 4208790"/>
              <a:gd name="connsiteX1" fmla="*/ 436266 w 6057899"/>
              <a:gd name="connsiteY1" fmla="*/ 3598421 h 4208790"/>
              <a:gd name="connsiteX2" fmla="*/ 1080723 w 6057899"/>
              <a:gd name="connsiteY2" fmla="*/ 3204127 h 4208790"/>
              <a:gd name="connsiteX3" fmla="*/ 1782538 w 6057899"/>
              <a:gd name="connsiteY3" fmla="*/ 2712891 h 4208790"/>
              <a:gd name="connsiteX4" fmla="*/ 2336788 w 6057899"/>
              <a:gd name="connsiteY4" fmla="*/ 2524421 h 4208790"/>
              <a:gd name="connsiteX5" fmla="*/ 2644019 w 6057899"/>
              <a:gd name="connsiteY5" fmla="*/ 3148567 h 4208790"/>
              <a:gd name="connsiteX6" fmla="*/ 3213049 w 6057899"/>
              <a:gd name="connsiteY6" fmla="*/ 4024237 h 4208790"/>
              <a:gd name="connsiteX7" fmla="*/ 4041360 w 6057899"/>
              <a:gd name="connsiteY7" fmla="*/ 3728393 h 4208790"/>
              <a:gd name="connsiteX8" fmla="*/ 4456347 w 6057899"/>
              <a:gd name="connsiteY8" fmla="*/ 4100151 h 4208790"/>
              <a:gd name="connsiteX9" fmla="*/ 4763433 w 6057899"/>
              <a:gd name="connsiteY9" fmla="*/ 4038333 h 4208790"/>
              <a:gd name="connsiteX10" fmla="*/ 5467403 w 6057899"/>
              <a:gd name="connsiteY10" fmla="*/ 3574770 h 4208790"/>
              <a:gd name="connsiteX11" fmla="*/ 5713764 w 6057899"/>
              <a:gd name="connsiteY11" fmla="*/ 3284970 h 4208790"/>
              <a:gd name="connsiteX12" fmla="*/ 6057499 w 6057899"/>
              <a:gd name="connsiteY12" fmla="*/ 2727693 h 4208790"/>
              <a:gd name="connsiteX13" fmla="*/ 5770753 w 6057899"/>
              <a:gd name="connsiteY13" fmla="*/ 1846743 h 4208790"/>
              <a:gd name="connsiteX14" fmla="*/ 5247641 w 6057899"/>
              <a:gd name="connsiteY14" fmla="*/ 1011998 h 4208790"/>
              <a:gd name="connsiteX15" fmla="*/ 5267809 w 6057899"/>
              <a:gd name="connsiteY15" fmla="*/ 380738 h 4208790"/>
              <a:gd name="connsiteX16" fmla="*/ 4973492 w 6057899"/>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63433 w 6057921"/>
              <a:gd name="connsiteY9" fmla="*/ 4038333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37"/>
              <a:gd name="connsiteY0" fmla="*/ 4203982 h 4208790"/>
              <a:gd name="connsiteX1" fmla="*/ 436266 w 6057937"/>
              <a:gd name="connsiteY1" fmla="*/ 3598421 h 4208790"/>
              <a:gd name="connsiteX2" fmla="*/ 1080723 w 6057937"/>
              <a:gd name="connsiteY2" fmla="*/ 3204127 h 4208790"/>
              <a:gd name="connsiteX3" fmla="*/ 1782538 w 6057937"/>
              <a:gd name="connsiteY3" fmla="*/ 2712891 h 4208790"/>
              <a:gd name="connsiteX4" fmla="*/ 2313457 w 6057937"/>
              <a:gd name="connsiteY4" fmla="*/ 2472483 h 4208790"/>
              <a:gd name="connsiteX5" fmla="*/ 2644019 w 6057937"/>
              <a:gd name="connsiteY5" fmla="*/ 3148567 h 4208790"/>
              <a:gd name="connsiteX6" fmla="*/ 3213049 w 6057937"/>
              <a:gd name="connsiteY6" fmla="*/ 4024237 h 4208790"/>
              <a:gd name="connsiteX7" fmla="*/ 4041360 w 6057937"/>
              <a:gd name="connsiteY7" fmla="*/ 3728393 h 4208790"/>
              <a:gd name="connsiteX8" fmla="*/ 4411294 w 6057937"/>
              <a:gd name="connsiteY8" fmla="*/ 3836425 h 4208790"/>
              <a:gd name="connsiteX9" fmla="*/ 4743432 w 6057937"/>
              <a:gd name="connsiteY9" fmla="*/ 3931096 h 4208790"/>
              <a:gd name="connsiteX10" fmla="*/ 5467403 w 6057937"/>
              <a:gd name="connsiteY10" fmla="*/ 3574770 h 4208790"/>
              <a:gd name="connsiteX11" fmla="*/ 5713764 w 6057937"/>
              <a:gd name="connsiteY11" fmla="*/ 3284970 h 4208790"/>
              <a:gd name="connsiteX12" fmla="*/ 6057499 w 6057937"/>
              <a:gd name="connsiteY12" fmla="*/ 2727693 h 4208790"/>
              <a:gd name="connsiteX13" fmla="*/ 5770753 w 6057937"/>
              <a:gd name="connsiteY13" fmla="*/ 1846743 h 4208790"/>
              <a:gd name="connsiteX14" fmla="*/ 5157158 w 6057937"/>
              <a:gd name="connsiteY14" fmla="*/ 1183046 h 4208790"/>
              <a:gd name="connsiteX15" fmla="*/ 5267809 w 6057937"/>
              <a:gd name="connsiteY15" fmla="*/ 380738 h 4208790"/>
              <a:gd name="connsiteX16" fmla="*/ 4973492 w 6057937"/>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644019 w 6057725"/>
              <a:gd name="connsiteY5" fmla="*/ 3148567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596253 w 6057725"/>
              <a:gd name="connsiteY5" fmla="*/ 3209465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62584"/>
              <a:gd name="connsiteY0" fmla="*/ 4203982 h 4208790"/>
              <a:gd name="connsiteX1" fmla="*/ 436266 w 6062584"/>
              <a:gd name="connsiteY1" fmla="*/ 3598421 h 4208790"/>
              <a:gd name="connsiteX2" fmla="*/ 1080723 w 6062584"/>
              <a:gd name="connsiteY2" fmla="*/ 3204127 h 4208790"/>
              <a:gd name="connsiteX3" fmla="*/ 1782538 w 6062584"/>
              <a:gd name="connsiteY3" fmla="*/ 2712891 h 4208790"/>
              <a:gd name="connsiteX4" fmla="*/ 2313457 w 6062584"/>
              <a:gd name="connsiteY4" fmla="*/ 2472483 h 4208790"/>
              <a:gd name="connsiteX5" fmla="*/ 2596253 w 6062584"/>
              <a:gd name="connsiteY5" fmla="*/ 3209465 h 4208790"/>
              <a:gd name="connsiteX6" fmla="*/ 3213049 w 6062584"/>
              <a:gd name="connsiteY6" fmla="*/ 4024237 h 4208790"/>
              <a:gd name="connsiteX7" fmla="*/ 4041360 w 6062584"/>
              <a:gd name="connsiteY7" fmla="*/ 3728393 h 4208790"/>
              <a:gd name="connsiteX8" fmla="*/ 4411294 w 6062584"/>
              <a:gd name="connsiteY8" fmla="*/ 3836425 h 4208790"/>
              <a:gd name="connsiteX9" fmla="*/ 4743432 w 6062584"/>
              <a:gd name="connsiteY9" fmla="*/ 3931096 h 4208790"/>
              <a:gd name="connsiteX10" fmla="*/ 5467403 w 6062584"/>
              <a:gd name="connsiteY10" fmla="*/ 3574770 h 4208790"/>
              <a:gd name="connsiteX11" fmla="*/ 5523798 w 6062584"/>
              <a:gd name="connsiteY11" fmla="*/ 3239393 h 4208790"/>
              <a:gd name="connsiteX12" fmla="*/ 6057499 w 6062584"/>
              <a:gd name="connsiteY12" fmla="*/ 2727693 h 4208790"/>
              <a:gd name="connsiteX13" fmla="*/ 5756011 w 6062584"/>
              <a:gd name="connsiteY13" fmla="*/ 1878536 h 4208790"/>
              <a:gd name="connsiteX14" fmla="*/ 5157158 w 6062584"/>
              <a:gd name="connsiteY14" fmla="*/ 1183046 h 4208790"/>
              <a:gd name="connsiteX15" fmla="*/ 5267809 w 6062584"/>
              <a:gd name="connsiteY15" fmla="*/ 380738 h 4208790"/>
              <a:gd name="connsiteX16" fmla="*/ 4973492 w 6062584"/>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411294 w 5848359"/>
              <a:gd name="connsiteY8" fmla="*/ 3836425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332252 w 5848359"/>
              <a:gd name="connsiteY10" fmla="*/ 3563361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92093 h 4296901"/>
              <a:gd name="connsiteX1" fmla="*/ 436266 w 5848359"/>
              <a:gd name="connsiteY1" fmla="*/ 3686532 h 4296901"/>
              <a:gd name="connsiteX2" fmla="*/ 1080723 w 5848359"/>
              <a:gd name="connsiteY2" fmla="*/ 3292238 h 4296901"/>
              <a:gd name="connsiteX3" fmla="*/ 1782538 w 5848359"/>
              <a:gd name="connsiteY3" fmla="*/ 2801002 h 4296901"/>
              <a:gd name="connsiteX4" fmla="*/ 2313457 w 5848359"/>
              <a:gd name="connsiteY4" fmla="*/ 2560594 h 4296901"/>
              <a:gd name="connsiteX5" fmla="*/ 2596253 w 5848359"/>
              <a:gd name="connsiteY5" fmla="*/ 3297576 h 4296901"/>
              <a:gd name="connsiteX6" fmla="*/ 3213049 w 5848359"/>
              <a:gd name="connsiteY6" fmla="*/ 4112348 h 4296901"/>
              <a:gd name="connsiteX7" fmla="*/ 4041360 w 5848359"/>
              <a:gd name="connsiteY7" fmla="*/ 3816504 h 4296901"/>
              <a:gd name="connsiteX8" fmla="*/ 4584303 w 5848359"/>
              <a:gd name="connsiteY8" fmla="*/ 3665761 h 4296901"/>
              <a:gd name="connsiteX9" fmla="*/ 4837574 w 5848359"/>
              <a:gd name="connsiteY9" fmla="*/ 3741932 h 4296901"/>
              <a:gd name="connsiteX10" fmla="*/ 5332252 w 5848359"/>
              <a:gd name="connsiteY10" fmla="*/ 3651472 h 4296901"/>
              <a:gd name="connsiteX11" fmla="*/ 5523798 w 5848359"/>
              <a:gd name="connsiteY11" fmla="*/ 3327504 h 4296901"/>
              <a:gd name="connsiteX12" fmla="*/ 5823340 w 5848359"/>
              <a:gd name="connsiteY12" fmla="*/ 2867426 h 4296901"/>
              <a:gd name="connsiteX13" fmla="*/ 5756011 w 5848359"/>
              <a:gd name="connsiteY13" fmla="*/ 1966647 h 4296901"/>
              <a:gd name="connsiteX14" fmla="*/ 5157158 w 5848359"/>
              <a:gd name="connsiteY14" fmla="*/ 1271157 h 4296901"/>
              <a:gd name="connsiteX15" fmla="*/ 5267809 w 5848359"/>
              <a:gd name="connsiteY15" fmla="*/ 468849 h 4296901"/>
              <a:gd name="connsiteX16" fmla="*/ 5359023 w 5848359"/>
              <a:gd name="connsiteY16" fmla="*/ 1 h 4296901"/>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67809 w 5848359"/>
              <a:gd name="connsiteY15" fmla="*/ 468848 h 4296900"/>
              <a:gd name="connsiteX16" fmla="*/ 5359023 w 5848359"/>
              <a:gd name="connsiteY16" fmla="*/ 0 h 4296900"/>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87119 w 5848359"/>
              <a:gd name="connsiteY15" fmla="*/ 570191 h 4296900"/>
              <a:gd name="connsiteX16" fmla="*/ 5359023 w 5848359"/>
              <a:gd name="connsiteY16" fmla="*/ 0 h 4296900"/>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46559"/>
              <a:gd name="connsiteY0" fmla="*/ 4081236 h 4127531"/>
              <a:gd name="connsiteX1" fmla="*/ 251845 w 5646559"/>
              <a:gd name="connsiteY1" fmla="*/ 3686531 h 4127531"/>
              <a:gd name="connsiteX2" fmla="*/ 896302 w 5646559"/>
              <a:gd name="connsiteY2" fmla="*/ 3292237 h 4127531"/>
              <a:gd name="connsiteX3" fmla="*/ 1598117 w 5646559"/>
              <a:gd name="connsiteY3" fmla="*/ 2801001 h 4127531"/>
              <a:gd name="connsiteX4" fmla="*/ 2129036 w 5646559"/>
              <a:gd name="connsiteY4" fmla="*/ 2560593 h 4127531"/>
              <a:gd name="connsiteX5" fmla="*/ 2411832 w 5646559"/>
              <a:gd name="connsiteY5" fmla="*/ 3297575 h 4127531"/>
              <a:gd name="connsiteX6" fmla="*/ 3028628 w 5646559"/>
              <a:gd name="connsiteY6" fmla="*/ 4112347 h 4127531"/>
              <a:gd name="connsiteX7" fmla="*/ 3856939 w 5646559"/>
              <a:gd name="connsiteY7" fmla="*/ 3816503 h 4127531"/>
              <a:gd name="connsiteX8" fmla="*/ 4399882 w 5646559"/>
              <a:gd name="connsiteY8" fmla="*/ 3665760 h 4127531"/>
              <a:gd name="connsiteX9" fmla="*/ 4653153 w 5646559"/>
              <a:gd name="connsiteY9" fmla="*/ 3741931 h 4127531"/>
              <a:gd name="connsiteX10" fmla="*/ 5147831 w 5646559"/>
              <a:gd name="connsiteY10" fmla="*/ 3651471 h 4127531"/>
              <a:gd name="connsiteX11" fmla="*/ 5583777 w 5646559"/>
              <a:gd name="connsiteY11" fmla="*/ 3392405 h 4127531"/>
              <a:gd name="connsiteX12" fmla="*/ 5638919 w 5646559"/>
              <a:gd name="connsiteY12" fmla="*/ 2867425 h 4127531"/>
              <a:gd name="connsiteX13" fmla="*/ 5571590 w 5646559"/>
              <a:gd name="connsiteY13" fmla="*/ 1966646 h 4127531"/>
              <a:gd name="connsiteX14" fmla="*/ 4972737 w 5646559"/>
              <a:gd name="connsiteY14" fmla="*/ 1271156 h 4127531"/>
              <a:gd name="connsiteX15" fmla="*/ 5102698 w 5646559"/>
              <a:gd name="connsiteY15" fmla="*/ 570191 h 4127531"/>
              <a:gd name="connsiteX16" fmla="*/ 5174602 w 5646559"/>
              <a:gd name="connsiteY16" fmla="*/ 0 h 4127531"/>
              <a:gd name="connsiteX0" fmla="*/ 0 w 5646559"/>
              <a:gd name="connsiteY0" fmla="*/ 4081236 h 4112346"/>
              <a:gd name="connsiteX1" fmla="*/ 251845 w 5646559"/>
              <a:gd name="connsiteY1" fmla="*/ 3686531 h 4112346"/>
              <a:gd name="connsiteX2" fmla="*/ 896302 w 5646559"/>
              <a:gd name="connsiteY2" fmla="*/ 3292237 h 4112346"/>
              <a:gd name="connsiteX3" fmla="*/ 1598117 w 5646559"/>
              <a:gd name="connsiteY3" fmla="*/ 2801001 h 4112346"/>
              <a:gd name="connsiteX4" fmla="*/ 2129036 w 5646559"/>
              <a:gd name="connsiteY4" fmla="*/ 2560593 h 4112346"/>
              <a:gd name="connsiteX5" fmla="*/ 2411832 w 5646559"/>
              <a:gd name="connsiteY5" fmla="*/ 3297575 h 4112346"/>
              <a:gd name="connsiteX6" fmla="*/ 3028628 w 5646559"/>
              <a:gd name="connsiteY6" fmla="*/ 4112347 h 4112346"/>
              <a:gd name="connsiteX7" fmla="*/ 3856939 w 5646559"/>
              <a:gd name="connsiteY7" fmla="*/ 3816503 h 4112346"/>
              <a:gd name="connsiteX8" fmla="*/ 4212874 w 5646559"/>
              <a:gd name="connsiteY8" fmla="*/ 3663772 h 4112346"/>
              <a:gd name="connsiteX9" fmla="*/ 4653153 w 5646559"/>
              <a:gd name="connsiteY9" fmla="*/ 3741931 h 4112346"/>
              <a:gd name="connsiteX10" fmla="*/ 5147831 w 5646559"/>
              <a:gd name="connsiteY10" fmla="*/ 3651471 h 4112346"/>
              <a:gd name="connsiteX11" fmla="*/ 5583777 w 5646559"/>
              <a:gd name="connsiteY11" fmla="*/ 3392405 h 4112346"/>
              <a:gd name="connsiteX12" fmla="*/ 5638919 w 5646559"/>
              <a:gd name="connsiteY12" fmla="*/ 2867425 h 4112346"/>
              <a:gd name="connsiteX13" fmla="*/ 5571590 w 5646559"/>
              <a:gd name="connsiteY13" fmla="*/ 1966646 h 4112346"/>
              <a:gd name="connsiteX14" fmla="*/ 4972737 w 5646559"/>
              <a:gd name="connsiteY14" fmla="*/ 1271156 h 4112346"/>
              <a:gd name="connsiteX15" fmla="*/ 5102698 w 5646559"/>
              <a:gd name="connsiteY15" fmla="*/ 570191 h 4112346"/>
              <a:gd name="connsiteX16" fmla="*/ 5174602 w 5646559"/>
              <a:gd name="connsiteY16" fmla="*/ 0 h 4112346"/>
              <a:gd name="connsiteX0" fmla="*/ 0 w 5646559"/>
              <a:gd name="connsiteY0" fmla="*/ 4081236 h 4112347"/>
              <a:gd name="connsiteX1" fmla="*/ 251845 w 5646559"/>
              <a:gd name="connsiteY1" fmla="*/ 3686531 h 4112347"/>
              <a:gd name="connsiteX2" fmla="*/ 896302 w 5646559"/>
              <a:gd name="connsiteY2" fmla="*/ 3292237 h 4112347"/>
              <a:gd name="connsiteX3" fmla="*/ 1598117 w 5646559"/>
              <a:gd name="connsiteY3" fmla="*/ 2801001 h 4112347"/>
              <a:gd name="connsiteX4" fmla="*/ 2099834 w 5646559"/>
              <a:gd name="connsiteY4" fmla="*/ 2698875 h 4112347"/>
              <a:gd name="connsiteX5" fmla="*/ 2411832 w 5646559"/>
              <a:gd name="connsiteY5" fmla="*/ 3297575 h 4112347"/>
              <a:gd name="connsiteX6" fmla="*/ 3028628 w 5646559"/>
              <a:gd name="connsiteY6" fmla="*/ 4112347 h 4112347"/>
              <a:gd name="connsiteX7" fmla="*/ 3856939 w 5646559"/>
              <a:gd name="connsiteY7" fmla="*/ 3816503 h 4112347"/>
              <a:gd name="connsiteX8" fmla="*/ 4212874 w 5646559"/>
              <a:gd name="connsiteY8" fmla="*/ 3663772 h 4112347"/>
              <a:gd name="connsiteX9" fmla="*/ 4653153 w 5646559"/>
              <a:gd name="connsiteY9" fmla="*/ 3741931 h 4112347"/>
              <a:gd name="connsiteX10" fmla="*/ 5147831 w 5646559"/>
              <a:gd name="connsiteY10" fmla="*/ 3651471 h 4112347"/>
              <a:gd name="connsiteX11" fmla="*/ 5583777 w 5646559"/>
              <a:gd name="connsiteY11" fmla="*/ 3392405 h 4112347"/>
              <a:gd name="connsiteX12" fmla="*/ 5638919 w 5646559"/>
              <a:gd name="connsiteY12" fmla="*/ 2867425 h 4112347"/>
              <a:gd name="connsiteX13" fmla="*/ 5571590 w 5646559"/>
              <a:gd name="connsiteY13" fmla="*/ 1966646 h 4112347"/>
              <a:gd name="connsiteX14" fmla="*/ 4972737 w 5646559"/>
              <a:gd name="connsiteY14" fmla="*/ 1271156 h 4112347"/>
              <a:gd name="connsiteX15" fmla="*/ 5102698 w 5646559"/>
              <a:gd name="connsiteY15" fmla="*/ 570191 h 4112347"/>
              <a:gd name="connsiteX16" fmla="*/ 5174602 w 5646559"/>
              <a:gd name="connsiteY16" fmla="*/ 0 h 4112347"/>
              <a:gd name="connsiteX0" fmla="*/ 0 w 5646559"/>
              <a:gd name="connsiteY0" fmla="*/ 4081236 h 4112347"/>
              <a:gd name="connsiteX1" fmla="*/ 251845 w 5646559"/>
              <a:gd name="connsiteY1" fmla="*/ 3686531 h 4112347"/>
              <a:gd name="connsiteX2" fmla="*/ 896302 w 5646559"/>
              <a:gd name="connsiteY2" fmla="*/ 3292237 h 4112347"/>
              <a:gd name="connsiteX3" fmla="*/ 1598117 w 5646559"/>
              <a:gd name="connsiteY3" fmla="*/ 2801001 h 4112347"/>
              <a:gd name="connsiteX4" fmla="*/ 2099834 w 5646559"/>
              <a:gd name="connsiteY4" fmla="*/ 2698875 h 4112347"/>
              <a:gd name="connsiteX5" fmla="*/ 2411832 w 5646559"/>
              <a:gd name="connsiteY5" fmla="*/ 3297575 h 4112347"/>
              <a:gd name="connsiteX6" fmla="*/ 3028628 w 5646559"/>
              <a:gd name="connsiteY6" fmla="*/ 4112347 h 4112347"/>
              <a:gd name="connsiteX7" fmla="*/ 3856939 w 5646559"/>
              <a:gd name="connsiteY7" fmla="*/ 3816503 h 4112347"/>
              <a:gd name="connsiteX8" fmla="*/ 4212874 w 5646559"/>
              <a:gd name="connsiteY8" fmla="*/ 3663772 h 4112347"/>
              <a:gd name="connsiteX9" fmla="*/ 4653153 w 5646559"/>
              <a:gd name="connsiteY9" fmla="*/ 3741931 h 4112347"/>
              <a:gd name="connsiteX10" fmla="*/ 5147831 w 5646559"/>
              <a:gd name="connsiteY10" fmla="*/ 3651471 h 4112347"/>
              <a:gd name="connsiteX11" fmla="*/ 5583777 w 5646559"/>
              <a:gd name="connsiteY11" fmla="*/ 3392405 h 4112347"/>
              <a:gd name="connsiteX12" fmla="*/ 5638919 w 5646559"/>
              <a:gd name="connsiteY12" fmla="*/ 2867425 h 4112347"/>
              <a:gd name="connsiteX13" fmla="*/ 5571590 w 5646559"/>
              <a:gd name="connsiteY13" fmla="*/ 1966646 h 4112347"/>
              <a:gd name="connsiteX14" fmla="*/ 4972737 w 5646559"/>
              <a:gd name="connsiteY14" fmla="*/ 1271156 h 4112347"/>
              <a:gd name="connsiteX15" fmla="*/ 5102698 w 5646559"/>
              <a:gd name="connsiteY15" fmla="*/ 570191 h 4112347"/>
              <a:gd name="connsiteX16" fmla="*/ 5174602 w 5646559"/>
              <a:gd name="connsiteY16" fmla="*/ 0 h 4112347"/>
              <a:gd name="connsiteX0" fmla="*/ 0 w 5394714"/>
              <a:gd name="connsiteY0" fmla="*/ 3686531 h 4112347"/>
              <a:gd name="connsiteX1" fmla="*/ 644457 w 5394714"/>
              <a:gd name="connsiteY1" fmla="*/ 3292237 h 4112347"/>
              <a:gd name="connsiteX2" fmla="*/ 1346272 w 5394714"/>
              <a:gd name="connsiteY2" fmla="*/ 2801001 h 4112347"/>
              <a:gd name="connsiteX3" fmla="*/ 1847989 w 5394714"/>
              <a:gd name="connsiteY3" fmla="*/ 2698875 h 4112347"/>
              <a:gd name="connsiteX4" fmla="*/ 2159987 w 5394714"/>
              <a:gd name="connsiteY4" fmla="*/ 3297575 h 4112347"/>
              <a:gd name="connsiteX5" fmla="*/ 2776783 w 5394714"/>
              <a:gd name="connsiteY5" fmla="*/ 4112347 h 4112347"/>
              <a:gd name="connsiteX6" fmla="*/ 3605094 w 5394714"/>
              <a:gd name="connsiteY6" fmla="*/ 3816503 h 4112347"/>
              <a:gd name="connsiteX7" fmla="*/ 3961029 w 5394714"/>
              <a:gd name="connsiteY7" fmla="*/ 3663772 h 4112347"/>
              <a:gd name="connsiteX8" fmla="*/ 4401308 w 5394714"/>
              <a:gd name="connsiteY8" fmla="*/ 3741931 h 4112347"/>
              <a:gd name="connsiteX9" fmla="*/ 4895986 w 5394714"/>
              <a:gd name="connsiteY9" fmla="*/ 3651471 h 4112347"/>
              <a:gd name="connsiteX10" fmla="*/ 5331932 w 5394714"/>
              <a:gd name="connsiteY10" fmla="*/ 3392405 h 4112347"/>
              <a:gd name="connsiteX11" fmla="*/ 5387074 w 5394714"/>
              <a:gd name="connsiteY11" fmla="*/ 2867425 h 4112347"/>
              <a:gd name="connsiteX12" fmla="*/ 5319745 w 5394714"/>
              <a:gd name="connsiteY12" fmla="*/ 1966646 h 4112347"/>
              <a:gd name="connsiteX13" fmla="*/ 4720892 w 5394714"/>
              <a:gd name="connsiteY13" fmla="*/ 1271156 h 4112347"/>
              <a:gd name="connsiteX14" fmla="*/ 4850853 w 5394714"/>
              <a:gd name="connsiteY14" fmla="*/ 570191 h 4112347"/>
              <a:gd name="connsiteX15" fmla="*/ 4922757 w 5394714"/>
              <a:gd name="connsiteY15" fmla="*/ 0 h 4112347"/>
              <a:gd name="connsiteX0" fmla="*/ 0 w 5394714"/>
              <a:gd name="connsiteY0" fmla="*/ 3686531 h 4112347"/>
              <a:gd name="connsiteX1" fmla="*/ 644457 w 5394714"/>
              <a:gd name="connsiteY1" fmla="*/ 3292237 h 4112347"/>
              <a:gd name="connsiteX2" fmla="*/ 1346272 w 5394714"/>
              <a:gd name="connsiteY2" fmla="*/ 2801001 h 4112347"/>
              <a:gd name="connsiteX3" fmla="*/ 1847989 w 5394714"/>
              <a:gd name="connsiteY3" fmla="*/ 2698875 h 4112347"/>
              <a:gd name="connsiteX4" fmla="*/ 2159987 w 5394714"/>
              <a:gd name="connsiteY4" fmla="*/ 3297575 h 4112347"/>
              <a:gd name="connsiteX5" fmla="*/ 2776783 w 5394714"/>
              <a:gd name="connsiteY5" fmla="*/ 4112347 h 4112347"/>
              <a:gd name="connsiteX6" fmla="*/ 3605094 w 5394714"/>
              <a:gd name="connsiteY6" fmla="*/ 3816503 h 4112347"/>
              <a:gd name="connsiteX7" fmla="*/ 3961029 w 5394714"/>
              <a:gd name="connsiteY7" fmla="*/ 3663772 h 4112347"/>
              <a:gd name="connsiteX8" fmla="*/ 4401308 w 5394714"/>
              <a:gd name="connsiteY8" fmla="*/ 3741931 h 4112347"/>
              <a:gd name="connsiteX9" fmla="*/ 4895986 w 5394714"/>
              <a:gd name="connsiteY9" fmla="*/ 3651471 h 4112347"/>
              <a:gd name="connsiteX10" fmla="*/ 5331932 w 5394714"/>
              <a:gd name="connsiteY10" fmla="*/ 3392405 h 4112347"/>
              <a:gd name="connsiteX11" fmla="*/ 5387074 w 5394714"/>
              <a:gd name="connsiteY11" fmla="*/ 2867425 h 4112347"/>
              <a:gd name="connsiteX12" fmla="*/ 5319745 w 5394714"/>
              <a:gd name="connsiteY12" fmla="*/ 1966646 h 4112347"/>
              <a:gd name="connsiteX13" fmla="*/ 4720892 w 5394714"/>
              <a:gd name="connsiteY13" fmla="*/ 1271156 h 4112347"/>
              <a:gd name="connsiteX14" fmla="*/ 4850853 w 5394714"/>
              <a:gd name="connsiteY14" fmla="*/ 570191 h 4112347"/>
              <a:gd name="connsiteX15" fmla="*/ 4922757 w 5394714"/>
              <a:gd name="connsiteY15" fmla="*/ 0 h 4112347"/>
              <a:gd name="connsiteX0" fmla="*/ 0 w 5300292"/>
              <a:gd name="connsiteY0" fmla="*/ 3586187 h 4112347"/>
              <a:gd name="connsiteX1" fmla="*/ 550035 w 5300292"/>
              <a:gd name="connsiteY1" fmla="*/ 3292237 h 4112347"/>
              <a:gd name="connsiteX2" fmla="*/ 1251850 w 5300292"/>
              <a:gd name="connsiteY2" fmla="*/ 2801001 h 4112347"/>
              <a:gd name="connsiteX3" fmla="*/ 1753567 w 5300292"/>
              <a:gd name="connsiteY3" fmla="*/ 2698875 h 4112347"/>
              <a:gd name="connsiteX4" fmla="*/ 2065565 w 5300292"/>
              <a:gd name="connsiteY4" fmla="*/ 3297575 h 4112347"/>
              <a:gd name="connsiteX5" fmla="*/ 2682361 w 5300292"/>
              <a:gd name="connsiteY5" fmla="*/ 4112347 h 4112347"/>
              <a:gd name="connsiteX6" fmla="*/ 3510672 w 5300292"/>
              <a:gd name="connsiteY6" fmla="*/ 3816503 h 4112347"/>
              <a:gd name="connsiteX7" fmla="*/ 3866607 w 5300292"/>
              <a:gd name="connsiteY7" fmla="*/ 3663772 h 4112347"/>
              <a:gd name="connsiteX8" fmla="*/ 4306886 w 5300292"/>
              <a:gd name="connsiteY8" fmla="*/ 3741931 h 4112347"/>
              <a:gd name="connsiteX9" fmla="*/ 4801564 w 5300292"/>
              <a:gd name="connsiteY9" fmla="*/ 3651471 h 4112347"/>
              <a:gd name="connsiteX10" fmla="*/ 5237510 w 5300292"/>
              <a:gd name="connsiteY10" fmla="*/ 3392405 h 4112347"/>
              <a:gd name="connsiteX11" fmla="*/ 5292652 w 5300292"/>
              <a:gd name="connsiteY11" fmla="*/ 2867425 h 4112347"/>
              <a:gd name="connsiteX12" fmla="*/ 5225323 w 5300292"/>
              <a:gd name="connsiteY12" fmla="*/ 1966646 h 4112347"/>
              <a:gd name="connsiteX13" fmla="*/ 4626470 w 5300292"/>
              <a:gd name="connsiteY13" fmla="*/ 1271156 h 4112347"/>
              <a:gd name="connsiteX14" fmla="*/ 4756431 w 5300292"/>
              <a:gd name="connsiteY14" fmla="*/ 570191 h 4112347"/>
              <a:gd name="connsiteX15" fmla="*/ 4828335 w 5300292"/>
              <a:gd name="connsiteY15" fmla="*/ 0 h 4112347"/>
              <a:gd name="connsiteX0" fmla="*/ 0 w 5300292"/>
              <a:gd name="connsiteY0" fmla="*/ 3586187 h 3853432"/>
              <a:gd name="connsiteX1" fmla="*/ 550035 w 5300292"/>
              <a:gd name="connsiteY1" fmla="*/ 3292237 h 3853432"/>
              <a:gd name="connsiteX2" fmla="*/ 1251850 w 5300292"/>
              <a:gd name="connsiteY2" fmla="*/ 2801001 h 3853432"/>
              <a:gd name="connsiteX3" fmla="*/ 1753567 w 5300292"/>
              <a:gd name="connsiteY3" fmla="*/ 2698875 h 3853432"/>
              <a:gd name="connsiteX4" fmla="*/ 2065565 w 5300292"/>
              <a:gd name="connsiteY4" fmla="*/ 3297575 h 3853432"/>
              <a:gd name="connsiteX5" fmla="*/ 2762225 w 5300292"/>
              <a:gd name="connsiteY5" fmla="*/ 3853431 h 3853432"/>
              <a:gd name="connsiteX6" fmla="*/ 3510672 w 5300292"/>
              <a:gd name="connsiteY6" fmla="*/ 3816503 h 3853432"/>
              <a:gd name="connsiteX7" fmla="*/ 3866607 w 5300292"/>
              <a:gd name="connsiteY7" fmla="*/ 3663772 h 3853432"/>
              <a:gd name="connsiteX8" fmla="*/ 4306886 w 5300292"/>
              <a:gd name="connsiteY8" fmla="*/ 3741931 h 3853432"/>
              <a:gd name="connsiteX9" fmla="*/ 4801564 w 5300292"/>
              <a:gd name="connsiteY9" fmla="*/ 3651471 h 3853432"/>
              <a:gd name="connsiteX10" fmla="*/ 5237510 w 5300292"/>
              <a:gd name="connsiteY10" fmla="*/ 3392405 h 3853432"/>
              <a:gd name="connsiteX11" fmla="*/ 5292652 w 5300292"/>
              <a:gd name="connsiteY11" fmla="*/ 2867425 h 3853432"/>
              <a:gd name="connsiteX12" fmla="*/ 5225323 w 5300292"/>
              <a:gd name="connsiteY12" fmla="*/ 1966646 h 3853432"/>
              <a:gd name="connsiteX13" fmla="*/ 4626470 w 5300292"/>
              <a:gd name="connsiteY13" fmla="*/ 1271156 h 3853432"/>
              <a:gd name="connsiteX14" fmla="*/ 4756431 w 5300292"/>
              <a:gd name="connsiteY14" fmla="*/ 570191 h 3853432"/>
              <a:gd name="connsiteX15" fmla="*/ 4828335 w 5300292"/>
              <a:gd name="connsiteY15" fmla="*/ 0 h 3853432"/>
              <a:gd name="connsiteX0" fmla="*/ 0 w 5371211"/>
              <a:gd name="connsiteY0" fmla="*/ 3586187 h 3853431"/>
              <a:gd name="connsiteX1" fmla="*/ 550035 w 5371211"/>
              <a:gd name="connsiteY1" fmla="*/ 3292237 h 3853431"/>
              <a:gd name="connsiteX2" fmla="*/ 1251850 w 5371211"/>
              <a:gd name="connsiteY2" fmla="*/ 2801001 h 3853431"/>
              <a:gd name="connsiteX3" fmla="*/ 1753567 w 5371211"/>
              <a:gd name="connsiteY3" fmla="*/ 2698875 h 3853431"/>
              <a:gd name="connsiteX4" fmla="*/ 2065565 w 5371211"/>
              <a:gd name="connsiteY4" fmla="*/ 3297575 h 3853431"/>
              <a:gd name="connsiteX5" fmla="*/ 2762225 w 5371211"/>
              <a:gd name="connsiteY5" fmla="*/ 3853431 h 3853431"/>
              <a:gd name="connsiteX6" fmla="*/ 3510672 w 5371211"/>
              <a:gd name="connsiteY6" fmla="*/ 3816503 h 3853431"/>
              <a:gd name="connsiteX7" fmla="*/ 3866607 w 5371211"/>
              <a:gd name="connsiteY7" fmla="*/ 3663772 h 3853431"/>
              <a:gd name="connsiteX8" fmla="*/ 4306886 w 5371211"/>
              <a:gd name="connsiteY8" fmla="*/ 3741931 h 3853431"/>
              <a:gd name="connsiteX9" fmla="*/ 4801564 w 5371211"/>
              <a:gd name="connsiteY9" fmla="*/ 3651471 h 3853431"/>
              <a:gd name="connsiteX10" fmla="*/ 5341538 w 5371211"/>
              <a:gd name="connsiteY10" fmla="*/ 3368025 h 3853431"/>
              <a:gd name="connsiteX11" fmla="*/ 5292652 w 5371211"/>
              <a:gd name="connsiteY11" fmla="*/ 2867425 h 3853431"/>
              <a:gd name="connsiteX12" fmla="*/ 5225323 w 5371211"/>
              <a:gd name="connsiteY12" fmla="*/ 1966646 h 3853431"/>
              <a:gd name="connsiteX13" fmla="*/ 4626470 w 5371211"/>
              <a:gd name="connsiteY13" fmla="*/ 1271156 h 3853431"/>
              <a:gd name="connsiteX14" fmla="*/ 4756431 w 5371211"/>
              <a:gd name="connsiteY14" fmla="*/ 570191 h 3853431"/>
              <a:gd name="connsiteX15" fmla="*/ 4828335 w 5371211"/>
              <a:gd name="connsiteY15" fmla="*/ 0 h 3853431"/>
              <a:gd name="connsiteX0" fmla="*/ 0 w 5371211"/>
              <a:gd name="connsiteY0" fmla="*/ 3586187 h 3985545"/>
              <a:gd name="connsiteX1" fmla="*/ 550035 w 5371211"/>
              <a:gd name="connsiteY1" fmla="*/ 3292237 h 3985545"/>
              <a:gd name="connsiteX2" fmla="*/ 1251850 w 5371211"/>
              <a:gd name="connsiteY2" fmla="*/ 2801001 h 3985545"/>
              <a:gd name="connsiteX3" fmla="*/ 1753567 w 5371211"/>
              <a:gd name="connsiteY3" fmla="*/ 2698875 h 3985545"/>
              <a:gd name="connsiteX4" fmla="*/ 2065565 w 5371211"/>
              <a:gd name="connsiteY4" fmla="*/ 3297575 h 3985545"/>
              <a:gd name="connsiteX5" fmla="*/ 2814635 w 5371211"/>
              <a:gd name="connsiteY5" fmla="*/ 3985544 h 3985545"/>
              <a:gd name="connsiteX6" fmla="*/ 3510672 w 5371211"/>
              <a:gd name="connsiteY6" fmla="*/ 3816503 h 3985545"/>
              <a:gd name="connsiteX7" fmla="*/ 3866607 w 5371211"/>
              <a:gd name="connsiteY7" fmla="*/ 3663772 h 3985545"/>
              <a:gd name="connsiteX8" fmla="*/ 4306886 w 5371211"/>
              <a:gd name="connsiteY8" fmla="*/ 3741931 h 3985545"/>
              <a:gd name="connsiteX9" fmla="*/ 4801564 w 5371211"/>
              <a:gd name="connsiteY9" fmla="*/ 3651471 h 3985545"/>
              <a:gd name="connsiteX10" fmla="*/ 5341538 w 5371211"/>
              <a:gd name="connsiteY10" fmla="*/ 3368025 h 3985545"/>
              <a:gd name="connsiteX11" fmla="*/ 5292652 w 5371211"/>
              <a:gd name="connsiteY11" fmla="*/ 2867425 h 3985545"/>
              <a:gd name="connsiteX12" fmla="*/ 5225323 w 5371211"/>
              <a:gd name="connsiteY12" fmla="*/ 1966646 h 3985545"/>
              <a:gd name="connsiteX13" fmla="*/ 4626470 w 5371211"/>
              <a:gd name="connsiteY13" fmla="*/ 1271156 h 3985545"/>
              <a:gd name="connsiteX14" fmla="*/ 4756431 w 5371211"/>
              <a:gd name="connsiteY14" fmla="*/ 570191 h 3985545"/>
              <a:gd name="connsiteX15" fmla="*/ 4828335 w 5371211"/>
              <a:gd name="connsiteY15" fmla="*/ 0 h 3985545"/>
              <a:gd name="connsiteX0" fmla="*/ 0 w 5371211"/>
              <a:gd name="connsiteY0" fmla="*/ 3586187 h 3985544"/>
              <a:gd name="connsiteX1" fmla="*/ 550035 w 5371211"/>
              <a:gd name="connsiteY1" fmla="*/ 3292237 h 3985544"/>
              <a:gd name="connsiteX2" fmla="*/ 1305957 w 5371211"/>
              <a:gd name="connsiteY2" fmla="*/ 2903097 h 3985544"/>
              <a:gd name="connsiteX3" fmla="*/ 1753567 w 5371211"/>
              <a:gd name="connsiteY3" fmla="*/ 2698875 h 3985544"/>
              <a:gd name="connsiteX4" fmla="*/ 2065565 w 5371211"/>
              <a:gd name="connsiteY4" fmla="*/ 3297575 h 3985544"/>
              <a:gd name="connsiteX5" fmla="*/ 2814635 w 5371211"/>
              <a:gd name="connsiteY5" fmla="*/ 3985544 h 3985544"/>
              <a:gd name="connsiteX6" fmla="*/ 3510672 w 5371211"/>
              <a:gd name="connsiteY6" fmla="*/ 3816503 h 3985544"/>
              <a:gd name="connsiteX7" fmla="*/ 3866607 w 5371211"/>
              <a:gd name="connsiteY7" fmla="*/ 3663772 h 3985544"/>
              <a:gd name="connsiteX8" fmla="*/ 4306886 w 5371211"/>
              <a:gd name="connsiteY8" fmla="*/ 3741931 h 3985544"/>
              <a:gd name="connsiteX9" fmla="*/ 4801564 w 5371211"/>
              <a:gd name="connsiteY9" fmla="*/ 3651471 h 3985544"/>
              <a:gd name="connsiteX10" fmla="*/ 5341538 w 5371211"/>
              <a:gd name="connsiteY10" fmla="*/ 3368025 h 3985544"/>
              <a:gd name="connsiteX11" fmla="*/ 5292652 w 5371211"/>
              <a:gd name="connsiteY11" fmla="*/ 2867425 h 3985544"/>
              <a:gd name="connsiteX12" fmla="*/ 5225323 w 5371211"/>
              <a:gd name="connsiteY12" fmla="*/ 1966646 h 3985544"/>
              <a:gd name="connsiteX13" fmla="*/ 4626470 w 5371211"/>
              <a:gd name="connsiteY13" fmla="*/ 1271156 h 3985544"/>
              <a:gd name="connsiteX14" fmla="*/ 4756431 w 5371211"/>
              <a:gd name="connsiteY14" fmla="*/ 570191 h 3985544"/>
              <a:gd name="connsiteX15" fmla="*/ 4828335 w 5371211"/>
              <a:gd name="connsiteY15" fmla="*/ 0 h 3985544"/>
              <a:gd name="connsiteX0" fmla="*/ 0 w 5371211"/>
              <a:gd name="connsiteY0" fmla="*/ 3586187 h 3985544"/>
              <a:gd name="connsiteX1" fmla="*/ 546530 w 5371211"/>
              <a:gd name="connsiteY1" fmla="*/ 3373124 h 3985544"/>
              <a:gd name="connsiteX2" fmla="*/ 1305957 w 5371211"/>
              <a:gd name="connsiteY2" fmla="*/ 2903097 h 3985544"/>
              <a:gd name="connsiteX3" fmla="*/ 1753567 w 5371211"/>
              <a:gd name="connsiteY3" fmla="*/ 2698875 h 3985544"/>
              <a:gd name="connsiteX4" fmla="*/ 2065565 w 5371211"/>
              <a:gd name="connsiteY4" fmla="*/ 3297575 h 3985544"/>
              <a:gd name="connsiteX5" fmla="*/ 2814635 w 5371211"/>
              <a:gd name="connsiteY5" fmla="*/ 3985544 h 3985544"/>
              <a:gd name="connsiteX6" fmla="*/ 3510672 w 5371211"/>
              <a:gd name="connsiteY6" fmla="*/ 3816503 h 3985544"/>
              <a:gd name="connsiteX7" fmla="*/ 3866607 w 5371211"/>
              <a:gd name="connsiteY7" fmla="*/ 3663772 h 3985544"/>
              <a:gd name="connsiteX8" fmla="*/ 4306886 w 5371211"/>
              <a:gd name="connsiteY8" fmla="*/ 3741931 h 3985544"/>
              <a:gd name="connsiteX9" fmla="*/ 4801564 w 5371211"/>
              <a:gd name="connsiteY9" fmla="*/ 3651471 h 3985544"/>
              <a:gd name="connsiteX10" fmla="*/ 5341538 w 5371211"/>
              <a:gd name="connsiteY10" fmla="*/ 3368025 h 3985544"/>
              <a:gd name="connsiteX11" fmla="*/ 5292652 w 5371211"/>
              <a:gd name="connsiteY11" fmla="*/ 2867425 h 3985544"/>
              <a:gd name="connsiteX12" fmla="*/ 5225323 w 5371211"/>
              <a:gd name="connsiteY12" fmla="*/ 1966646 h 3985544"/>
              <a:gd name="connsiteX13" fmla="*/ 4626470 w 5371211"/>
              <a:gd name="connsiteY13" fmla="*/ 1271156 h 3985544"/>
              <a:gd name="connsiteX14" fmla="*/ 4756431 w 5371211"/>
              <a:gd name="connsiteY14" fmla="*/ 570191 h 3985544"/>
              <a:gd name="connsiteX15" fmla="*/ 4828335 w 5371211"/>
              <a:gd name="connsiteY15" fmla="*/ 0 h 3985544"/>
              <a:gd name="connsiteX0" fmla="*/ 0 w 5392995"/>
              <a:gd name="connsiteY0" fmla="*/ 3631094 h 3985544"/>
              <a:gd name="connsiteX1" fmla="*/ 568314 w 5392995"/>
              <a:gd name="connsiteY1" fmla="*/ 3373124 h 3985544"/>
              <a:gd name="connsiteX2" fmla="*/ 1327741 w 5392995"/>
              <a:gd name="connsiteY2" fmla="*/ 2903097 h 3985544"/>
              <a:gd name="connsiteX3" fmla="*/ 1775351 w 5392995"/>
              <a:gd name="connsiteY3" fmla="*/ 2698875 h 3985544"/>
              <a:gd name="connsiteX4" fmla="*/ 2087349 w 5392995"/>
              <a:gd name="connsiteY4" fmla="*/ 3297575 h 3985544"/>
              <a:gd name="connsiteX5" fmla="*/ 2836419 w 5392995"/>
              <a:gd name="connsiteY5" fmla="*/ 3985544 h 3985544"/>
              <a:gd name="connsiteX6" fmla="*/ 3532456 w 5392995"/>
              <a:gd name="connsiteY6" fmla="*/ 3816503 h 3985544"/>
              <a:gd name="connsiteX7" fmla="*/ 3888391 w 5392995"/>
              <a:gd name="connsiteY7" fmla="*/ 3663772 h 3985544"/>
              <a:gd name="connsiteX8" fmla="*/ 4328670 w 5392995"/>
              <a:gd name="connsiteY8" fmla="*/ 3741931 h 3985544"/>
              <a:gd name="connsiteX9" fmla="*/ 4823348 w 5392995"/>
              <a:gd name="connsiteY9" fmla="*/ 3651471 h 3985544"/>
              <a:gd name="connsiteX10" fmla="*/ 5363322 w 5392995"/>
              <a:gd name="connsiteY10" fmla="*/ 3368025 h 3985544"/>
              <a:gd name="connsiteX11" fmla="*/ 5314436 w 5392995"/>
              <a:gd name="connsiteY11" fmla="*/ 2867425 h 3985544"/>
              <a:gd name="connsiteX12" fmla="*/ 5247107 w 5392995"/>
              <a:gd name="connsiteY12" fmla="*/ 1966646 h 3985544"/>
              <a:gd name="connsiteX13" fmla="*/ 4648254 w 5392995"/>
              <a:gd name="connsiteY13" fmla="*/ 1271156 h 3985544"/>
              <a:gd name="connsiteX14" fmla="*/ 4778215 w 5392995"/>
              <a:gd name="connsiteY14" fmla="*/ 570191 h 3985544"/>
              <a:gd name="connsiteX15" fmla="*/ 4850119 w 5392995"/>
              <a:gd name="connsiteY15" fmla="*/ 0 h 3985544"/>
              <a:gd name="connsiteX0" fmla="*/ 0 w 5392995"/>
              <a:gd name="connsiteY0" fmla="*/ 3060903 h 3415353"/>
              <a:gd name="connsiteX1" fmla="*/ 568314 w 5392995"/>
              <a:gd name="connsiteY1" fmla="*/ 2802933 h 3415353"/>
              <a:gd name="connsiteX2" fmla="*/ 1327741 w 5392995"/>
              <a:gd name="connsiteY2" fmla="*/ 2332906 h 3415353"/>
              <a:gd name="connsiteX3" fmla="*/ 1775351 w 5392995"/>
              <a:gd name="connsiteY3" fmla="*/ 2128684 h 3415353"/>
              <a:gd name="connsiteX4" fmla="*/ 2087349 w 5392995"/>
              <a:gd name="connsiteY4" fmla="*/ 2727384 h 3415353"/>
              <a:gd name="connsiteX5" fmla="*/ 2836419 w 5392995"/>
              <a:gd name="connsiteY5" fmla="*/ 3415353 h 3415353"/>
              <a:gd name="connsiteX6" fmla="*/ 3532456 w 5392995"/>
              <a:gd name="connsiteY6" fmla="*/ 3246312 h 3415353"/>
              <a:gd name="connsiteX7" fmla="*/ 3888391 w 5392995"/>
              <a:gd name="connsiteY7" fmla="*/ 3093581 h 3415353"/>
              <a:gd name="connsiteX8" fmla="*/ 4328670 w 5392995"/>
              <a:gd name="connsiteY8" fmla="*/ 3171740 h 3415353"/>
              <a:gd name="connsiteX9" fmla="*/ 4823348 w 5392995"/>
              <a:gd name="connsiteY9" fmla="*/ 3081280 h 3415353"/>
              <a:gd name="connsiteX10" fmla="*/ 5363322 w 5392995"/>
              <a:gd name="connsiteY10" fmla="*/ 2797834 h 3415353"/>
              <a:gd name="connsiteX11" fmla="*/ 5314436 w 5392995"/>
              <a:gd name="connsiteY11" fmla="*/ 2297234 h 3415353"/>
              <a:gd name="connsiteX12" fmla="*/ 5247107 w 5392995"/>
              <a:gd name="connsiteY12" fmla="*/ 1396455 h 3415353"/>
              <a:gd name="connsiteX13" fmla="*/ 4648254 w 5392995"/>
              <a:gd name="connsiteY13" fmla="*/ 700965 h 3415353"/>
              <a:gd name="connsiteX14" fmla="*/ 4778215 w 5392995"/>
              <a:gd name="connsiteY14" fmla="*/ 0 h 3415353"/>
              <a:gd name="connsiteX0" fmla="*/ 0 w 5392995"/>
              <a:gd name="connsiteY0" fmla="*/ 2359938 h 2714388"/>
              <a:gd name="connsiteX1" fmla="*/ 568314 w 5392995"/>
              <a:gd name="connsiteY1" fmla="*/ 2101968 h 2714388"/>
              <a:gd name="connsiteX2" fmla="*/ 1327741 w 5392995"/>
              <a:gd name="connsiteY2" fmla="*/ 1631941 h 2714388"/>
              <a:gd name="connsiteX3" fmla="*/ 1775351 w 5392995"/>
              <a:gd name="connsiteY3" fmla="*/ 1427719 h 2714388"/>
              <a:gd name="connsiteX4" fmla="*/ 2087349 w 5392995"/>
              <a:gd name="connsiteY4" fmla="*/ 2026419 h 2714388"/>
              <a:gd name="connsiteX5" fmla="*/ 2836419 w 5392995"/>
              <a:gd name="connsiteY5" fmla="*/ 2714388 h 2714388"/>
              <a:gd name="connsiteX6" fmla="*/ 3532456 w 5392995"/>
              <a:gd name="connsiteY6" fmla="*/ 2545347 h 2714388"/>
              <a:gd name="connsiteX7" fmla="*/ 3888391 w 5392995"/>
              <a:gd name="connsiteY7" fmla="*/ 2392616 h 2714388"/>
              <a:gd name="connsiteX8" fmla="*/ 4328670 w 5392995"/>
              <a:gd name="connsiteY8" fmla="*/ 2470775 h 2714388"/>
              <a:gd name="connsiteX9" fmla="*/ 4823348 w 5392995"/>
              <a:gd name="connsiteY9" fmla="*/ 2380315 h 2714388"/>
              <a:gd name="connsiteX10" fmla="*/ 5363322 w 5392995"/>
              <a:gd name="connsiteY10" fmla="*/ 2096869 h 2714388"/>
              <a:gd name="connsiteX11" fmla="*/ 5314436 w 5392995"/>
              <a:gd name="connsiteY11" fmla="*/ 1596269 h 2714388"/>
              <a:gd name="connsiteX12" fmla="*/ 5247107 w 5392995"/>
              <a:gd name="connsiteY12" fmla="*/ 695490 h 2714388"/>
              <a:gd name="connsiteX13" fmla="*/ 4648254 w 5392995"/>
              <a:gd name="connsiteY13" fmla="*/ 0 h 2714388"/>
              <a:gd name="connsiteX0" fmla="*/ 0 w 5392995"/>
              <a:gd name="connsiteY0" fmla="*/ 1664448 h 2018898"/>
              <a:gd name="connsiteX1" fmla="*/ 568314 w 5392995"/>
              <a:gd name="connsiteY1" fmla="*/ 1406478 h 2018898"/>
              <a:gd name="connsiteX2" fmla="*/ 1327741 w 5392995"/>
              <a:gd name="connsiteY2" fmla="*/ 936451 h 2018898"/>
              <a:gd name="connsiteX3" fmla="*/ 1775351 w 5392995"/>
              <a:gd name="connsiteY3" fmla="*/ 732229 h 2018898"/>
              <a:gd name="connsiteX4" fmla="*/ 2087349 w 5392995"/>
              <a:gd name="connsiteY4" fmla="*/ 1330929 h 2018898"/>
              <a:gd name="connsiteX5" fmla="*/ 2836419 w 5392995"/>
              <a:gd name="connsiteY5" fmla="*/ 2018898 h 2018898"/>
              <a:gd name="connsiteX6" fmla="*/ 3532456 w 5392995"/>
              <a:gd name="connsiteY6" fmla="*/ 1849857 h 2018898"/>
              <a:gd name="connsiteX7" fmla="*/ 3888391 w 5392995"/>
              <a:gd name="connsiteY7" fmla="*/ 1697126 h 2018898"/>
              <a:gd name="connsiteX8" fmla="*/ 4328670 w 5392995"/>
              <a:gd name="connsiteY8" fmla="*/ 1775285 h 2018898"/>
              <a:gd name="connsiteX9" fmla="*/ 4823348 w 5392995"/>
              <a:gd name="connsiteY9" fmla="*/ 1684825 h 2018898"/>
              <a:gd name="connsiteX10" fmla="*/ 5363322 w 5392995"/>
              <a:gd name="connsiteY10" fmla="*/ 1401379 h 2018898"/>
              <a:gd name="connsiteX11" fmla="*/ 5314436 w 5392995"/>
              <a:gd name="connsiteY11" fmla="*/ 900779 h 2018898"/>
              <a:gd name="connsiteX12" fmla="*/ 5247107 w 5392995"/>
              <a:gd name="connsiteY12" fmla="*/ 0 h 2018898"/>
              <a:gd name="connsiteX0" fmla="*/ 0 w 5392995"/>
              <a:gd name="connsiteY0" fmla="*/ 947731 h 1302181"/>
              <a:gd name="connsiteX1" fmla="*/ 568314 w 5392995"/>
              <a:gd name="connsiteY1" fmla="*/ 689761 h 1302181"/>
              <a:gd name="connsiteX2" fmla="*/ 1327741 w 5392995"/>
              <a:gd name="connsiteY2" fmla="*/ 219734 h 1302181"/>
              <a:gd name="connsiteX3" fmla="*/ 1775351 w 5392995"/>
              <a:gd name="connsiteY3" fmla="*/ 15512 h 1302181"/>
              <a:gd name="connsiteX4" fmla="*/ 2087349 w 5392995"/>
              <a:gd name="connsiteY4" fmla="*/ 614212 h 1302181"/>
              <a:gd name="connsiteX5" fmla="*/ 2836419 w 5392995"/>
              <a:gd name="connsiteY5" fmla="*/ 1302181 h 1302181"/>
              <a:gd name="connsiteX6" fmla="*/ 3532456 w 5392995"/>
              <a:gd name="connsiteY6" fmla="*/ 1133140 h 1302181"/>
              <a:gd name="connsiteX7" fmla="*/ 3888391 w 5392995"/>
              <a:gd name="connsiteY7" fmla="*/ 980409 h 1302181"/>
              <a:gd name="connsiteX8" fmla="*/ 4328670 w 5392995"/>
              <a:gd name="connsiteY8" fmla="*/ 1058568 h 1302181"/>
              <a:gd name="connsiteX9" fmla="*/ 4823348 w 5392995"/>
              <a:gd name="connsiteY9" fmla="*/ 968108 h 1302181"/>
              <a:gd name="connsiteX10" fmla="*/ 5363322 w 5392995"/>
              <a:gd name="connsiteY10" fmla="*/ 684662 h 1302181"/>
              <a:gd name="connsiteX11" fmla="*/ 5314436 w 5392995"/>
              <a:gd name="connsiteY11" fmla="*/ 184062 h 1302181"/>
              <a:gd name="connsiteX0" fmla="*/ 0 w 5397761"/>
              <a:gd name="connsiteY0" fmla="*/ 947731 h 1302181"/>
              <a:gd name="connsiteX1" fmla="*/ 568314 w 5397761"/>
              <a:gd name="connsiteY1" fmla="*/ 689761 h 1302181"/>
              <a:gd name="connsiteX2" fmla="*/ 1327741 w 5397761"/>
              <a:gd name="connsiteY2" fmla="*/ 219734 h 1302181"/>
              <a:gd name="connsiteX3" fmla="*/ 1775351 w 5397761"/>
              <a:gd name="connsiteY3" fmla="*/ 15512 h 1302181"/>
              <a:gd name="connsiteX4" fmla="*/ 2087349 w 5397761"/>
              <a:gd name="connsiteY4" fmla="*/ 614212 h 1302181"/>
              <a:gd name="connsiteX5" fmla="*/ 2836419 w 5397761"/>
              <a:gd name="connsiteY5" fmla="*/ 1302181 h 1302181"/>
              <a:gd name="connsiteX6" fmla="*/ 3532456 w 5397761"/>
              <a:gd name="connsiteY6" fmla="*/ 1133140 h 1302181"/>
              <a:gd name="connsiteX7" fmla="*/ 3888391 w 5397761"/>
              <a:gd name="connsiteY7" fmla="*/ 980409 h 1302181"/>
              <a:gd name="connsiteX8" fmla="*/ 4328670 w 5397761"/>
              <a:gd name="connsiteY8" fmla="*/ 1058568 h 1302181"/>
              <a:gd name="connsiteX9" fmla="*/ 4756843 w 5397761"/>
              <a:gd name="connsiteY9" fmla="*/ 1028589 h 1302181"/>
              <a:gd name="connsiteX10" fmla="*/ 5363322 w 5397761"/>
              <a:gd name="connsiteY10" fmla="*/ 684662 h 1302181"/>
              <a:gd name="connsiteX11" fmla="*/ 5314436 w 5397761"/>
              <a:gd name="connsiteY11" fmla="*/ 184062 h 1302181"/>
              <a:gd name="connsiteX0" fmla="*/ 0 w 5319584"/>
              <a:gd name="connsiteY0" fmla="*/ 947731 h 1302181"/>
              <a:gd name="connsiteX1" fmla="*/ 568314 w 5319584"/>
              <a:gd name="connsiteY1" fmla="*/ 689761 h 1302181"/>
              <a:gd name="connsiteX2" fmla="*/ 1327741 w 5319584"/>
              <a:gd name="connsiteY2" fmla="*/ 219734 h 1302181"/>
              <a:gd name="connsiteX3" fmla="*/ 1775351 w 5319584"/>
              <a:gd name="connsiteY3" fmla="*/ 15512 h 1302181"/>
              <a:gd name="connsiteX4" fmla="*/ 2087349 w 5319584"/>
              <a:gd name="connsiteY4" fmla="*/ 614212 h 1302181"/>
              <a:gd name="connsiteX5" fmla="*/ 2836419 w 5319584"/>
              <a:gd name="connsiteY5" fmla="*/ 1302181 h 1302181"/>
              <a:gd name="connsiteX6" fmla="*/ 3532456 w 5319584"/>
              <a:gd name="connsiteY6" fmla="*/ 1133140 h 1302181"/>
              <a:gd name="connsiteX7" fmla="*/ 3888391 w 5319584"/>
              <a:gd name="connsiteY7" fmla="*/ 980409 h 1302181"/>
              <a:gd name="connsiteX8" fmla="*/ 4328670 w 5319584"/>
              <a:gd name="connsiteY8" fmla="*/ 1058568 h 1302181"/>
              <a:gd name="connsiteX9" fmla="*/ 4756843 w 5319584"/>
              <a:gd name="connsiteY9" fmla="*/ 1028589 h 1302181"/>
              <a:gd name="connsiteX10" fmla="*/ 5205788 w 5319584"/>
              <a:gd name="connsiteY10" fmla="*/ 785452 h 1302181"/>
              <a:gd name="connsiteX11" fmla="*/ 5314436 w 5319584"/>
              <a:gd name="connsiteY11" fmla="*/ 184062 h 1302181"/>
              <a:gd name="connsiteX0" fmla="*/ 0 w 5399777"/>
              <a:gd name="connsiteY0" fmla="*/ 947731 h 1302181"/>
              <a:gd name="connsiteX1" fmla="*/ 568314 w 5399777"/>
              <a:gd name="connsiteY1" fmla="*/ 689761 h 1302181"/>
              <a:gd name="connsiteX2" fmla="*/ 1327741 w 5399777"/>
              <a:gd name="connsiteY2" fmla="*/ 219734 h 1302181"/>
              <a:gd name="connsiteX3" fmla="*/ 1775351 w 5399777"/>
              <a:gd name="connsiteY3" fmla="*/ 15512 h 1302181"/>
              <a:gd name="connsiteX4" fmla="*/ 2087349 w 5399777"/>
              <a:gd name="connsiteY4" fmla="*/ 614212 h 1302181"/>
              <a:gd name="connsiteX5" fmla="*/ 2836419 w 5399777"/>
              <a:gd name="connsiteY5" fmla="*/ 1302181 h 1302181"/>
              <a:gd name="connsiteX6" fmla="*/ 3532456 w 5399777"/>
              <a:gd name="connsiteY6" fmla="*/ 1133140 h 1302181"/>
              <a:gd name="connsiteX7" fmla="*/ 3888391 w 5399777"/>
              <a:gd name="connsiteY7" fmla="*/ 980409 h 1302181"/>
              <a:gd name="connsiteX8" fmla="*/ 4328670 w 5399777"/>
              <a:gd name="connsiteY8" fmla="*/ 1058568 h 1302181"/>
              <a:gd name="connsiteX9" fmla="*/ 4756843 w 5399777"/>
              <a:gd name="connsiteY9" fmla="*/ 1028589 h 1302181"/>
              <a:gd name="connsiteX10" fmla="*/ 5205788 w 5399777"/>
              <a:gd name="connsiteY10" fmla="*/ 785452 h 1302181"/>
              <a:gd name="connsiteX11" fmla="*/ 5397440 w 5399777"/>
              <a:gd name="connsiteY11" fmla="*/ 645006 h 1302181"/>
              <a:gd name="connsiteX0" fmla="*/ 0 w 5397440"/>
              <a:gd name="connsiteY0" fmla="*/ 947731 h 1302181"/>
              <a:gd name="connsiteX1" fmla="*/ 568314 w 5397440"/>
              <a:gd name="connsiteY1" fmla="*/ 689761 h 1302181"/>
              <a:gd name="connsiteX2" fmla="*/ 1327741 w 5397440"/>
              <a:gd name="connsiteY2" fmla="*/ 219734 h 1302181"/>
              <a:gd name="connsiteX3" fmla="*/ 1775351 w 5397440"/>
              <a:gd name="connsiteY3" fmla="*/ 15512 h 1302181"/>
              <a:gd name="connsiteX4" fmla="*/ 2087349 w 5397440"/>
              <a:gd name="connsiteY4" fmla="*/ 614212 h 1302181"/>
              <a:gd name="connsiteX5" fmla="*/ 2836419 w 5397440"/>
              <a:gd name="connsiteY5" fmla="*/ 1302181 h 1302181"/>
              <a:gd name="connsiteX6" fmla="*/ 3532456 w 5397440"/>
              <a:gd name="connsiteY6" fmla="*/ 1133140 h 1302181"/>
              <a:gd name="connsiteX7" fmla="*/ 3888391 w 5397440"/>
              <a:gd name="connsiteY7" fmla="*/ 980409 h 1302181"/>
              <a:gd name="connsiteX8" fmla="*/ 4328670 w 5397440"/>
              <a:gd name="connsiteY8" fmla="*/ 1058568 h 1302181"/>
              <a:gd name="connsiteX9" fmla="*/ 4756843 w 5397440"/>
              <a:gd name="connsiteY9" fmla="*/ 1028589 h 1302181"/>
              <a:gd name="connsiteX10" fmla="*/ 5205788 w 5397440"/>
              <a:gd name="connsiteY10" fmla="*/ 785452 h 1302181"/>
              <a:gd name="connsiteX11" fmla="*/ 5397440 w 5397440"/>
              <a:gd name="connsiteY11" fmla="*/ 645006 h 1302181"/>
              <a:gd name="connsiteX0" fmla="*/ 0 w 5449549"/>
              <a:gd name="connsiteY0" fmla="*/ 947731 h 1302181"/>
              <a:gd name="connsiteX1" fmla="*/ 568314 w 5449549"/>
              <a:gd name="connsiteY1" fmla="*/ 689761 h 1302181"/>
              <a:gd name="connsiteX2" fmla="*/ 1327741 w 5449549"/>
              <a:gd name="connsiteY2" fmla="*/ 219734 h 1302181"/>
              <a:gd name="connsiteX3" fmla="*/ 1775351 w 5449549"/>
              <a:gd name="connsiteY3" fmla="*/ 15512 h 1302181"/>
              <a:gd name="connsiteX4" fmla="*/ 2087349 w 5449549"/>
              <a:gd name="connsiteY4" fmla="*/ 614212 h 1302181"/>
              <a:gd name="connsiteX5" fmla="*/ 2836419 w 5449549"/>
              <a:gd name="connsiteY5" fmla="*/ 1302181 h 1302181"/>
              <a:gd name="connsiteX6" fmla="*/ 3532456 w 5449549"/>
              <a:gd name="connsiteY6" fmla="*/ 1133140 h 1302181"/>
              <a:gd name="connsiteX7" fmla="*/ 3888391 w 5449549"/>
              <a:gd name="connsiteY7" fmla="*/ 980409 h 1302181"/>
              <a:gd name="connsiteX8" fmla="*/ 4328670 w 5449549"/>
              <a:gd name="connsiteY8" fmla="*/ 1058568 h 1302181"/>
              <a:gd name="connsiteX9" fmla="*/ 4756843 w 5449549"/>
              <a:gd name="connsiteY9" fmla="*/ 1028589 h 1302181"/>
              <a:gd name="connsiteX10" fmla="*/ 5205788 w 5449549"/>
              <a:gd name="connsiteY10" fmla="*/ 785452 h 1302181"/>
              <a:gd name="connsiteX11" fmla="*/ 5449549 w 5449549"/>
              <a:gd name="connsiteY11" fmla="*/ 687869 h 1302181"/>
              <a:gd name="connsiteX0" fmla="*/ 0 w 5449549"/>
              <a:gd name="connsiteY0" fmla="*/ 956611 h 1311061"/>
              <a:gd name="connsiteX1" fmla="*/ 568314 w 5449549"/>
              <a:gd name="connsiteY1" fmla="*/ 698641 h 1311061"/>
              <a:gd name="connsiteX2" fmla="*/ 1327741 w 5449549"/>
              <a:gd name="connsiteY2" fmla="*/ 228614 h 1311061"/>
              <a:gd name="connsiteX3" fmla="*/ 1775351 w 5449549"/>
              <a:gd name="connsiteY3" fmla="*/ 24392 h 1311061"/>
              <a:gd name="connsiteX4" fmla="*/ 2087349 w 5449549"/>
              <a:gd name="connsiteY4" fmla="*/ 623092 h 1311061"/>
              <a:gd name="connsiteX5" fmla="*/ 2836419 w 5449549"/>
              <a:gd name="connsiteY5" fmla="*/ 1311061 h 1311061"/>
              <a:gd name="connsiteX6" fmla="*/ 3532456 w 5449549"/>
              <a:gd name="connsiteY6" fmla="*/ 1142020 h 1311061"/>
              <a:gd name="connsiteX7" fmla="*/ 3888391 w 5449549"/>
              <a:gd name="connsiteY7" fmla="*/ 989289 h 1311061"/>
              <a:gd name="connsiteX8" fmla="*/ 4328670 w 5449549"/>
              <a:gd name="connsiteY8" fmla="*/ 1067448 h 1311061"/>
              <a:gd name="connsiteX9" fmla="*/ 4756843 w 5449549"/>
              <a:gd name="connsiteY9" fmla="*/ 1037469 h 1311061"/>
              <a:gd name="connsiteX10" fmla="*/ 5205788 w 5449549"/>
              <a:gd name="connsiteY10" fmla="*/ 794332 h 1311061"/>
              <a:gd name="connsiteX11" fmla="*/ 5449549 w 5449549"/>
              <a:gd name="connsiteY11" fmla="*/ 696749 h 1311061"/>
              <a:gd name="connsiteX0" fmla="*/ 0 w 5449549"/>
              <a:gd name="connsiteY0" fmla="*/ 942262 h 1296712"/>
              <a:gd name="connsiteX1" fmla="*/ 568314 w 5449549"/>
              <a:gd name="connsiteY1" fmla="*/ 684292 h 1296712"/>
              <a:gd name="connsiteX2" fmla="*/ 1262603 w 5449549"/>
              <a:gd name="connsiteY2" fmla="*/ 307284 h 1296712"/>
              <a:gd name="connsiteX3" fmla="*/ 1775351 w 5449549"/>
              <a:gd name="connsiteY3" fmla="*/ 10043 h 1296712"/>
              <a:gd name="connsiteX4" fmla="*/ 2087349 w 5449549"/>
              <a:gd name="connsiteY4" fmla="*/ 608743 h 1296712"/>
              <a:gd name="connsiteX5" fmla="*/ 2836419 w 5449549"/>
              <a:gd name="connsiteY5" fmla="*/ 1296712 h 1296712"/>
              <a:gd name="connsiteX6" fmla="*/ 3532456 w 5449549"/>
              <a:gd name="connsiteY6" fmla="*/ 1127671 h 1296712"/>
              <a:gd name="connsiteX7" fmla="*/ 3888391 w 5449549"/>
              <a:gd name="connsiteY7" fmla="*/ 974940 h 1296712"/>
              <a:gd name="connsiteX8" fmla="*/ 4328670 w 5449549"/>
              <a:gd name="connsiteY8" fmla="*/ 1053099 h 1296712"/>
              <a:gd name="connsiteX9" fmla="*/ 4756843 w 5449549"/>
              <a:gd name="connsiteY9" fmla="*/ 1023120 h 1296712"/>
              <a:gd name="connsiteX10" fmla="*/ 5205788 w 5449549"/>
              <a:gd name="connsiteY10" fmla="*/ 779983 h 1296712"/>
              <a:gd name="connsiteX11" fmla="*/ 5449549 w 5449549"/>
              <a:gd name="connsiteY11" fmla="*/ 682400 h 1296712"/>
              <a:gd name="connsiteX0" fmla="*/ 0 w 5449549"/>
              <a:gd name="connsiteY0" fmla="*/ 942262 h 1296712"/>
              <a:gd name="connsiteX1" fmla="*/ 568314 w 5449549"/>
              <a:gd name="connsiteY1" fmla="*/ 684292 h 1296712"/>
              <a:gd name="connsiteX2" fmla="*/ 1262603 w 5449549"/>
              <a:gd name="connsiteY2" fmla="*/ 307284 h 1296712"/>
              <a:gd name="connsiteX3" fmla="*/ 1775351 w 5449549"/>
              <a:gd name="connsiteY3" fmla="*/ 10043 h 1296712"/>
              <a:gd name="connsiteX4" fmla="*/ 2087349 w 5449549"/>
              <a:gd name="connsiteY4" fmla="*/ 608743 h 1296712"/>
              <a:gd name="connsiteX5" fmla="*/ 2836419 w 5449549"/>
              <a:gd name="connsiteY5" fmla="*/ 1296712 h 1296712"/>
              <a:gd name="connsiteX6" fmla="*/ 3532456 w 5449549"/>
              <a:gd name="connsiteY6" fmla="*/ 1127671 h 1296712"/>
              <a:gd name="connsiteX7" fmla="*/ 3888391 w 5449549"/>
              <a:gd name="connsiteY7" fmla="*/ 974940 h 1296712"/>
              <a:gd name="connsiteX8" fmla="*/ 4328670 w 5449549"/>
              <a:gd name="connsiteY8" fmla="*/ 1053099 h 1296712"/>
              <a:gd name="connsiteX9" fmla="*/ 4756843 w 5449549"/>
              <a:gd name="connsiteY9" fmla="*/ 1023120 h 1296712"/>
              <a:gd name="connsiteX10" fmla="*/ 5349401 w 5449549"/>
              <a:gd name="connsiteY10" fmla="*/ 1001545 h 1296712"/>
              <a:gd name="connsiteX11" fmla="*/ 5449549 w 5449549"/>
              <a:gd name="connsiteY11" fmla="*/ 682400 h 1296712"/>
              <a:gd name="connsiteX0" fmla="*/ 0 w 6071024"/>
              <a:gd name="connsiteY0" fmla="*/ 942262 h 1296712"/>
              <a:gd name="connsiteX1" fmla="*/ 568314 w 6071024"/>
              <a:gd name="connsiteY1" fmla="*/ 684292 h 1296712"/>
              <a:gd name="connsiteX2" fmla="*/ 1262603 w 6071024"/>
              <a:gd name="connsiteY2" fmla="*/ 307284 h 1296712"/>
              <a:gd name="connsiteX3" fmla="*/ 1775351 w 6071024"/>
              <a:gd name="connsiteY3" fmla="*/ 10043 h 1296712"/>
              <a:gd name="connsiteX4" fmla="*/ 2087349 w 6071024"/>
              <a:gd name="connsiteY4" fmla="*/ 608743 h 1296712"/>
              <a:gd name="connsiteX5" fmla="*/ 2836419 w 6071024"/>
              <a:gd name="connsiteY5" fmla="*/ 1296712 h 1296712"/>
              <a:gd name="connsiteX6" fmla="*/ 3532456 w 6071024"/>
              <a:gd name="connsiteY6" fmla="*/ 1127671 h 1296712"/>
              <a:gd name="connsiteX7" fmla="*/ 3888391 w 6071024"/>
              <a:gd name="connsiteY7" fmla="*/ 974940 h 1296712"/>
              <a:gd name="connsiteX8" fmla="*/ 4328670 w 6071024"/>
              <a:gd name="connsiteY8" fmla="*/ 1053099 h 1296712"/>
              <a:gd name="connsiteX9" fmla="*/ 4756843 w 6071024"/>
              <a:gd name="connsiteY9" fmla="*/ 1023120 h 1296712"/>
              <a:gd name="connsiteX10" fmla="*/ 5349401 w 6071024"/>
              <a:gd name="connsiteY10" fmla="*/ 1001545 h 1296712"/>
              <a:gd name="connsiteX11" fmla="*/ 6071025 w 6071024"/>
              <a:gd name="connsiteY11"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349401 w 6071025"/>
              <a:gd name="connsiteY10" fmla="*/ 1001545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03773 w 6071025"/>
              <a:gd name="connsiteY8" fmla="*/ 1136056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03773 w 6071025"/>
              <a:gd name="connsiteY8" fmla="*/ 1136056 h 1296712"/>
              <a:gd name="connsiteX9" fmla="*/ 4799511 w 6071025"/>
              <a:gd name="connsiteY9" fmla="*/ 1080701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799511 w 6071025"/>
              <a:gd name="connsiteY9" fmla="*/ 1080701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799511 w 6071025"/>
              <a:gd name="connsiteY9" fmla="*/ 1080701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5502711"/>
              <a:gd name="connsiteY0" fmla="*/ 684292 h 1296712"/>
              <a:gd name="connsiteX1" fmla="*/ 694289 w 5502711"/>
              <a:gd name="connsiteY1" fmla="*/ 307284 h 1296712"/>
              <a:gd name="connsiteX2" fmla="*/ 1207037 w 5502711"/>
              <a:gd name="connsiteY2" fmla="*/ 10043 h 1296712"/>
              <a:gd name="connsiteX3" fmla="*/ 1519035 w 5502711"/>
              <a:gd name="connsiteY3" fmla="*/ 608743 h 1296712"/>
              <a:gd name="connsiteX4" fmla="*/ 2268105 w 5502711"/>
              <a:gd name="connsiteY4" fmla="*/ 1296712 h 1296712"/>
              <a:gd name="connsiteX5" fmla="*/ 2964142 w 5502711"/>
              <a:gd name="connsiteY5" fmla="*/ 1127671 h 1296712"/>
              <a:gd name="connsiteX6" fmla="*/ 3320077 w 5502711"/>
              <a:gd name="connsiteY6" fmla="*/ 974940 h 1296712"/>
              <a:gd name="connsiteX7" fmla="*/ 3706899 w 5502711"/>
              <a:gd name="connsiteY7" fmla="*/ 910189 h 1296712"/>
              <a:gd name="connsiteX8" fmla="*/ 4309834 w 5502711"/>
              <a:gd name="connsiteY8" fmla="*/ 1086918 h 1296712"/>
              <a:gd name="connsiteX9" fmla="*/ 4429702 w 5502711"/>
              <a:gd name="connsiteY9" fmla="*/ 887125 h 1296712"/>
              <a:gd name="connsiteX10" fmla="*/ 4720649 w 5502711"/>
              <a:gd name="connsiteY10" fmla="*/ 803423 h 1296712"/>
              <a:gd name="connsiteX11" fmla="*/ 4974235 w 5502711"/>
              <a:gd name="connsiteY11" fmla="*/ 1051697 h 1296712"/>
              <a:gd name="connsiteX12" fmla="*/ 5502711 w 5502711"/>
              <a:gd name="connsiteY12" fmla="*/ 1175593 h 1296712"/>
              <a:gd name="connsiteX0" fmla="*/ -1 w 4808421"/>
              <a:gd name="connsiteY0" fmla="*/ 307284 h 1296712"/>
              <a:gd name="connsiteX1" fmla="*/ 512747 w 4808421"/>
              <a:gd name="connsiteY1" fmla="*/ 10043 h 1296712"/>
              <a:gd name="connsiteX2" fmla="*/ 824745 w 4808421"/>
              <a:gd name="connsiteY2" fmla="*/ 608743 h 1296712"/>
              <a:gd name="connsiteX3" fmla="*/ 1573815 w 4808421"/>
              <a:gd name="connsiteY3" fmla="*/ 1296712 h 1296712"/>
              <a:gd name="connsiteX4" fmla="*/ 2269852 w 4808421"/>
              <a:gd name="connsiteY4" fmla="*/ 1127671 h 1296712"/>
              <a:gd name="connsiteX5" fmla="*/ 2625787 w 4808421"/>
              <a:gd name="connsiteY5" fmla="*/ 974940 h 1296712"/>
              <a:gd name="connsiteX6" fmla="*/ 3012609 w 4808421"/>
              <a:gd name="connsiteY6" fmla="*/ 910189 h 1296712"/>
              <a:gd name="connsiteX7" fmla="*/ 3615544 w 4808421"/>
              <a:gd name="connsiteY7" fmla="*/ 1086918 h 1296712"/>
              <a:gd name="connsiteX8" fmla="*/ 3735412 w 4808421"/>
              <a:gd name="connsiteY8" fmla="*/ 887125 h 1296712"/>
              <a:gd name="connsiteX9" fmla="*/ 4026359 w 4808421"/>
              <a:gd name="connsiteY9" fmla="*/ 803423 h 1296712"/>
              <a:gd name="connsiteX10" fmla="*/ 4279945 w 4808421"/>
              <a:gd name="connsiteY10" fmla="*/ 1051697 h 1296712"/>
              <a:gd name="connsiteX11" fmla="*/ 4808421 w 4808421"/>
              <a:gd name="connsiteY11" fmla="*/ 1175593 h 1296712"/>
              <a:gd name="connsiteX0" fmla="*/ 0 w 4295674"/>
              <a:gd name="connsiteY0" fmla="*/ 0 h 1286669"/>
              <a:gd name="connsiteX1" fmla="*/ 311998 w 4295674"/>
              <a:gd name="connsiteY1" fmla="*/ 598700 h 1286669"/>
              <a:gd name="connsiteX2" fmla="*/ 1061068 w 4295674"/>
              <a:gd name="connsiteY2" fmla="*/ 1286669 h 1286669"/>
              <a:gd name="connsiteX3" fmla="*/ 1757105 w 4295674"/>
              <a:gd name="connsiteY3" fmla="*/ 1117628 h 1286669"/>
              <a:gd name="connsiteX4" fmla="*/ 2113040 w 4295674"/>
              <a:gd name="connsiteY4" fmla="*/ 964897 h 1286669"/>
              <a:gd name="connsiteX5" fmla="*/ 2499862 w 4295674"/>
              <a:gd name="connsiteY5" fmla="*/ 900146 h 1286669"/>
              <a:gd name="connsiteX6" fmla="*/ 3102797 w 4295674"/>
              <a:gd name="connsiteY6" fmla="*/ 1076875 h 1286669"/>
              <a:gd name="connsiteX7" fmla="*/ 3222665 w 4295674"/>
              <a:gd name="connsiteY7" fmla="*/ 877082 h 1286669"/>
              <a:gd name="connsiteX8" fmla="*/ 3513612 w 4295674"/>
              <a:gd name="connsiteY8" fmla="*/ 793380 h 1286669"/>
              <a:gd name="connsiteX9" fmla="*/ 3767198 w 4295674"/>
              <a:gd name="connsiteY9" fmla="*/ 1041654 h 1286669"/>
              <a:gd name="connsiteX10" fmla="*/ 4295674 w 4295674"/>
              <a:gd name="connsiteY10" fmla="*/ 1165550 h 1286669"/>
              <a:gd name="connsiteX0" fmla="*/ -1 w 3983675"/>
              <a:gd name="connsiteY0" fmla="*/ -1 h 687968"/>
              <a:gd name="connsiteX1" fmla="*/ 749069 w 3983675"/>
              <a:gd name="connsiteY1" fmla="*/ 687968 h 687968"/>
              <a:gd name="connsiteX2" fmla="*/ 1445106 w 3983675"/>
              <a:gd name="connsiteY2" fmla="*/ 518927 h 687968"/>
              <a:gd name="connsiteX3" fmla="*/ 1801041 w 3983675"/>
              <a:gd name="connsiteY3" fmla="*/ 366196 h 687968"/>
              <a:gd name="connsiteX4" fmla="*/ 2187863 w 3983675"/>
              <a:gd name="connsiteY4" fmla="*/ 301445 h 687968"/>
              <a:gd name="connsiteX5" fmla="*/ 2790798 w 3983675"/>
              <a:gd name="connsiteY5" fmla="*/ 478174 h 687968"/>
              <a:gd name="connsiteX6" fmla="*/ 2910666 w 3983675"/>
              <a:gd name="connsiteY6" fmla="*/ 278381 h 687968"/>
              <a:gd name="connsiteX7" fmla="*/ 3201613 w 3983675"/>
              <a:gd name="connsiteY7" fmla="*/ 194679 h 687968"/>
              <a:gd name="connsiteX8" fmla="*/ 3455199 w 3983675"/>
              <a:gd name="connsiteY8" fmla="*/ 442953 h 687968"/>
              <a:gd name="connsiteX9" fmla="*/ 3983675 w 3983675"/>
              <a:gd name="connsiteY9" fmla="*/ 566849 h 687968"/>
              <a:gd name="connsiteX0" fmla="*/ 0 w 3234606"/>
              <a:gd name="connsiteY0" fmla="*/ 495832 h 495832"/>
              <a:gd name="connsiteX1" fmla="*/ 696037 w 3234606"/>
              <a:gd name="connsiteY1" fmla="*/ 326791 h 495832"/>
              <a:gd name="connsiteX2" fmla="*/ 1051972 w 3234606"/>
              <a:gd name="connsiteY2" fmla="*/ 174060 h 495832"/>
              <a:gd name="connsiteX3" fmla="*/ 1438794 w 3234606"/>
              <a:gd name="connsiteY3" fmla="*/ 109309 h 495832"/>
              <a:gd name="connsiteX4" fmla="*/ 2041729 w 3234606"/>
              <a:gd name="connsiteY4" fmla="*/ 286038 h 495832"/>
              <a:gd name="connsiteX5" fmla="*/ 2161597 w 3234606"/>
              <a:gd name="connsiteY5" fmla="*/ 86245 h 495832"/>
              <a:gd name="connsiteX6" fmla="*/ 2452544 w 3234606"/>
              <a:gd name="connsiteY6" fmla="*/ 2543 h 495832"/>
              <a:gd name="connsiteX7" fmla="*/ 2706130 w 3234606"/>
              <a:gd name="connsiteY7" fmla="*/ 250817 h 495832"/>
              <a:gd name="connsiteX8" fmla="*/ 3234606 w 3234606"/>
              <a:gd name="connsiteY8" fmla="*/ 374713 h 495832"/>
              <a:gd name="connsiteX0" fmla="*/ 0 w 2538569"/>
              <a:gd name="connsiteY0" fmla="*/ 326791 h 374712"/>
              <a:gd name="connsiteX1" fmla="*/ 355935 w 2538569"/>
              <a:gd name="connsiteY1" fmla="*/ 174060 h 374712"/>
              <a:gd name="connsiteX2" fmla="*/ 742757 w 2538569"/>
              <a:gd name="connsiteY2" fmla="*/ 109309 h 374712"/>
              <a:gd name="connsiteX3" fmla="*/ 1345692 w 2538569"/>
              <a:gd name="connsiteY3" fmla="*/ 286038 h 374712"/>
              <a:gd name="connsiteX4" fmla="*/ 1465560 w 2538569"/>
              <a:gd name="connsiteY4" fmla="*/ 86245 h 374712"/>
              <a:gd name="connsiteX5" fmla="*/ 1756507 w 2538569"/>
              <a:gd name="connsiteY5" fmla="*/ 2543 h 374712"/>
              <a:gd name="connsiteX6" fmla="*/ 2010093 w 2538569"/>
              <a:gd name="connsiteY6" fmla="*/ 250817 h 374712"/>
              <a:gd name="connsiteX7" fmla="*/ 2538569 w 2538569"/>
              <a:gd name="connsiteY7" fmla="*/ 374713 h 374712"/>
              <a:gd name="connsiteX0" fmla="*/ 0 w 2182634"/>
              <a:gd name="connsiteY0" fmla="*/ 174060 h 374713"/>
              <a:gd name="connsiteX1" fmla="*/ 386822 w 2182634"/>
              <a:gd name="connsiteY1" fmla="*/ 109309 h 374713"/>
              <a:gd name="connsiteX2" fmla="*/ 989757 w 2182634"/>
              <a:gd name="connsiteY2" fmla="*/ 286038 h 374713"/>
              <a:gd name="connsiteX3" fmla="*/ 1109625 w 2182634"/>
              <a:gd name="connsiteY3" fmla="*/ 86245 h 374713"/>
              <a:gd name="connsiteX4" fmla="*/ 1400572 w 2182634"/>
              <a:gd name="connsiteY4" fmla="*/ 2543 h 374713"/>
              <a:gd name="connsiteX5" fmla="*/ 1654158 w 2182634"/>
              <a:gd name="connsiteY5" fmla="*/ 250817 h 374713"/>
              <a:gd name="connsiteX6" fmla="*/ 2182634 w 2182634"/>
              <a:gd name="connsiteY6" fmla="*/ 374713 h 374713"/>
              <a:gd name="connsiteX0" fmla="*/ 0 w 2182634"/>
              <a:gd name="connsiteY0" fmla="*/ 174060 h 374713"/>
              <a:gd name="connsiteX1" fmla="*/ 386822 w 2182634"/>
              <a:gd name="connsiteY1" fmla="*/ 109309 h 374713"/>
              <a:gd name="connsiteX2" fmla="*/ 885535 w 2182634"/>
              <a:gd name="connsiteY2" fmla="*/ 273702 h 374713"/>
              <a:gd name="connsiteX3" fmla="*/ 1109625 w 2182634"/>
              <a:gd name="connsiteY3" fmla="*/ 86245 h 374713"/>
              <a:gd name="connsiteX4" fmla="*/ 1400572 w 2182634"/>
              <a:gd name="connsiteY4" fmla="*/ 2543 h 374713"/>
              <a:gd name="connsiteX5" fmla="*/ 1654158 w 2182634"/>
              <a:gd name="connsiteY5" fmla="*/ 250817 h 374713"/>
              <a:gd name="connsiteX6" fmla="*/ 2182634 w 2182634"/>
              <a:gd name="connsiteY6" fmla="*/ 374713 h 374713"/>
              <a:gd name="connsiteX0" fmla="*/ 0 w 2211278"/>
              <a:gd name="connsiteY0" fmla="*/ 174060 h 398274"/>
              <a:gd name="connsiteX1" fmla="*/ 386822 w 2211278"/>
              <a:gd name="connsiteY1" fmla="*/ 109309 h 398274"/>
              <a:gd name="connsiteX2" fmla="*/ 885535 w 2211278"/>
              <a:gd name="connsiteY2" fmla="*/ 273702 h 398274"/>
              <a:gd name="connsiteX3" fmla="*/ 1109625 w 2211278"/>
              <a:gd name="connsiteY3" fmla="*/ 86245 h 398274"/>
              <a:gd name="connsiteX4" fmla="*/ 1400572 w 2211278"/>
              <a:gd name="connsiteY4" fmla="*/ 2543 h 398274"/>
              <a:gd name="connsiteX5" fmla="*/ 1654158 w 2211278"/>
              <a:gd name="connsiteY5" fmla="*/ 250817 h 398274"/>
              <a:gd name="connsiteX6" fmla="*/ 2211278 w 2211278"/>
              <a:gd name="connsiteY6" fmla="*/ 398273 h 398274"/>
              <a:gd name="connsiteX0" fmla="*/ 0 w 2211278"/>
              <a:gd name="connsiteY0" fmla="*/ 174060 h 398278"/>
              <a:gd name="connsiteX1" fmla="*/ 386822 w 2211278"/>
              <a:gd name="connsiteY1" fmla="*/ 109309 h 398278"/>
              <a:gd name="connsiteX2" fmla="*/ 885535 w 2211278"/>
              <a:gd name="connsiteY2" fmla="*/ 273702 h 398278"/>
              <a:gd name="connsiteX3" fmla="*/ 1109625 w 2211278"/>
              <a:gd name="connsiteY3" fmla="*/ 86245 h 398278"/>
              <a:gd name="connsiteX4" fmla="*/ 1400572 w 2211278"/>
              <a:gd name="connsiteY4" fmla="*/ 2543 h 398278"/>
              <a:gd name="connsiteX5" fmla="*/ 1654158 w 2211278"/>
              <a:gd name="connsiteY5" fmla="*/ 250817 h 398278"/>
              <a:gd name="connsiteX6" fmla="*/ 2211278 w 2211278"/>
              <a:gd name="connsiteY6" fmla="*/ 398273 h 39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1278" h="398278">
                <a:moveTo>
                  <a:pt x="0" y="174060"/>
                </a:moveTo>
                <a:cubicBezTo>
                  <a:pt x="123793" y="137813"/>
                  <a:pt x="239233" y="92702"/>
                  <a:pt x="386822" y="109309"/>
                </a:cubicBezTo>
                <a:cubicBezTo>
                  <a:pt x="534411" y="125916"/>
                  <a:pt x="710668" y="313749"/>
                  <a:pt x="885535" y="273702"/>
                </a:cubicBezTo>
                <a:cubicBezTo>
                  <a:pt x="1060402" y="233655"/>
                  <a:pt x="1028050" y="132458"/>
                  <a:pt x="1109625" y="86245"/>
                </a:cubicBezTo>
                <a:cubicBezTo>
                  <a:pt x="1191200" y="40032"/>
                  <a:pt x="1313386" y="-12206"/>
                  <a:pt x="1400572" y="2543"/>
                </a:cubicBezTo>
                <a:cubicBezTo>
                  <a:pt x="1487758" y="17292"/>
                  <a:pt x="1533887" y="221809"/>
                  <a:pt x="1654158" y="250817"/>
                </a:cubicBezTo>
                <a:cubicBezTo>
                  <a:pt x="1774429" y="279825"/>
                  <a:pt x="2008906" y="399183"/>
                  <a:pt x="2211278" y="39827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4F336B63-19AA-71F6-B0C5-C393B0C64D05}"/>
              </a:ext>
            </a:extLst>
          </p:cNvPr>
          <p:cNvSpPr/>
          <p:nvPr/>
        </p:nvSpPr>
        <p:spPr>
          <a:xfrm rot="16768910" flipV="1">
            <a:off x="7483120" y="6419128"/>
            <a:ext cx="280806" cy="728360"/>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 name="connsiteX0" fmla="*/ 0 w 349076"/>
              <a:gd name="connsiteY0" fmla="*/ 576179 h 599596"/>
              <a:gd name="connsiteX1" fmla="*/ 251771 w 349076"/>
              <a:gd name="connsiteY1" fmla="*/ 581114 h 599596"/>
              <a:gd name="connsiteX2" fmla="*/ 326360 w 349076"/>
              <a:gd name="connsiteY2" fmla="*/ 296841 h 599596"/>
              <a:gd name="connsiteX3" fmla="*/ 136554 w 349076"/>
              <a:gd name="connsiteY3" fmla="*/ 0 h 599596"/>
              <a:gd name="connsiteX0" fmla="*/ 0 w 327282"/>
              <a:gd name="connsiteY0" fmla="*/ 576179 h 599596"/>
              <a:gd name="connsiteX1" fmla="*/ 251771 w 327282"/>
              <a:gd name="connsiteY1" fmla="*/ 581114 h 599596"/>
              <a:gd name="connsiteX2" fmla="*/ 326360 w 327282"/>
              <a:gd name="connsiteY2" fmla="*/ 296841 h 599596"/>
              <a:gd name="connsiteX3" fmla="*/ 213718 w 327282"/>
              <a:gd name="connsiteY3" fmla="*/ 143162 h 599596"/>
              <a:gd name="connsiteX4" fmla="*/ 136554 w 327282"/>
              <a:gd name="connsiteY4" fmla="*/ 0 h 599596"/>
              <a:gd name="connsiteX0" fmla="*/ 0 w 327282"/>
              <a:gd name="connsiteY0" fmla="*/ 936011 h 959428"/>
              <a:gd name="connsiteX1" fmla="*/ 251771 w 327282"/>
              <a:gd name="connsiteY1" fmla="*/ 940946 h 959428"/>
              <a:gd name="connsiteX2" fmla="*/ 326360 w 327282"/>
              <a:gd name="connsiteY2" fmla="*/ 656673 h 959428"/>
              <a:gd name="connsiteX3" fmla="*/ 213718 w 327282"/>
              <a:gd name="connsiteY3" fmla="*/ 502994 h 959428"/>
              <a:gd name="connsiteX4" fmla="*/ 151832 w 327282"/>
              <a:gd name="connsiteY4" fmla="*/ -1 h 959428"/>
              <a:gd name="connsiteX0" fmla="*/ 0 w 327282"/>
              <a:gd name="connsiteY0" fmla="*/ 936012 h 959429"/>
              <a:gd name="connsiteX1" fmla="*/ 251771 w 327282"/>
              <a:gd name="connsiteY1" fmla="*/ 940947 h 959429"/>
              <a:gd name="connsiteX2" fmla="*/ 326360 w 327282"/>
              <a:gd name="connsiteY2" fmla="*/ 656674 h 959429"/>
              <a:gd name="connsiteX3" fmla="*/ 213718 w 327282"/>
              <a:gd name="connsiteY3" fmla="*/ 502995 h 959429"/>
              <a:gd name="connsiteX4" fmla="*/ 230474 w 327282"/>
              <a:gd name="connsiteY4" fmla="*/ 290899 h 959429"/>
              <a:gd name="connsiteX5" fmla="*/ 151832 w 327282"/>
              <a:gd name="connsiteY5" fmla="*/ 0 h 959429"/>
              <a:gd name="connsiteX0" fmla="*/ 0 w 299133"/>
              <a:gd name="connsiteY0" fmla="*/ 936012 h 955171"/>
              <a:gd name="connsiteX1" fmla="*/ 251771 w 299133"/>
              <a:gd name="connsiteY1" fmla="*/ 940947 h 955171"/>
              <a:gd name="connsiteX2" fmla="*/ 296496 w 299133"/>
              <a:gd name="connsiteY2" fmla="*/ 714897 h 955171"/>
              <a:gd name="connsiteX3" fmla="*/ 213718 w 299133"/>
              <a:gd name="connsiteY3" fmla="*/ 502995 h 955171"/>
              <a:gd name="connsiteX4" fmla="*/ 230474 w 299133"/>
              <a:gd name="connsiteY4" fmla="*/ 290899 h 955171"/>
              <a:gd name="connsiteX5" fmla="*/ 151832 w 299133"/>
              <a:gd name="connsiteY5" fmla="*/ 0 h 955171"/>
              <a:gd name="connsiteX0" fmla="*/ 0 w 325418"/>
              <a:gd name="connsiteY0" fmla="*/ 936012 h 936012"/>
              <a:gd name="connsiteX1" fmla="*/ 301361 w 325418"/>
              <a:gd name="connsiteY1" fmla="*/ 898057 h 936012"/>
              <a:gd name="connsiteX2" fmla="*/ 296496 w 325418"/>
              <a:gd name="connsiteY2" fmla="*/ 714897 h 936012"/>
              <a:gd name="connsiteX3" fmla="*/ 213718 w 325418"/>
              <a:gd name="connsiteY3" fmla="*/ 502995 h 936012"/>
              <a:gd name="connsiteX4" fmla="*/ 230474 w 325418"/>
              <a:gd name="connsiteY4" fmla="*/ 290899 h 936012"/>
              <a:gd name="connsiteX5" fmla="*/ 151832 w 325418"/>
              <a:gd name="connsiteY5" fmla="*/ 0 h 936012"/>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217839 w 311852"/>
              <a:gd name="connsiteY4" fmla="*/ 290899 h 980154"/>
              <a:gd name="connsiteX5" fmla="*/ 139197 w 311852"/>
              <a:gd name="connsiteY5" fmla="*/ 0 h 98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852" h="980154">
                <a:moveTo>
                  <a:pt x="0" y="980153"/>
                </a:moveTo>
                <a:cubicBezTo>
                  <a:pt x="117747" y="974934"/>
                  <a:pt x="241416" y="942266"/>
                  <a:pt x="288726" y="898057"/>
                </a:cubicBezTo>
                <a:cubicBezTo>
                  <a:pt x="336036" y="853848"/>
                  <a:pt x="298468" y="780741"/>
                  <a:pt x="283861" y="714897"/>
                </a:cubicBezTo>
                <a:cubicBezTo>
                  <a:pt x="269254" y="649053"/>
                  <a:pt x="226084" y="570193"/>
                  <a:pt x="201083" y="502995"/>
                </a:cubicBezTo>
                <a:cubicBezTo>
                  <a:pt x="176082" y="435797"/>
                  <a:pt x="228153" y="374731"/>
                  <a:pt x="217839" y="290899"/>
                </a:cubicBezTo>
                <a:cubicBezTo>
                  <a:pt x="207525" y="207067"/>
                  <a:pt x="143284" y="42247"/>
                  <a:pt x="139197"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FE7E2B41-1B4F-C5F6-5104-3EADBF97566C}"/>
              </a:ext>
            </a:extLst>
          </p:cNvPr>
          <p:cNvSpPr/>
          <p:nvPr/>
        </p:nvSpPr>
        <p:spPr>
          <a:xfrm rot="16768910" flipV="1">
            <a:off x="7423135" y="6611204"/>
            <a:ext cx="167536" cy="386626"/>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 name="connsiteX0" fmla="*/ 0 w 349076"/>
              <a:gd name="connsiteY0" fmla="*/ 576179 h 599596"/>
              <a:gd name="connsiteX1" fmla="*/ 251771 w 349076"/>
              <a:gd name="connsiteY1" fmla="*/ 581114 h 599596"/>
              <a:gd name="connsiteX2" fmla="*/ 326360 w 349076"/>
              <a:gd name="connsiteY2" fmla="*/ 296841 h 599596"/>
              <a:gd name="connsiteX3" fmla="*/ 136554 w 349076"/>
              <a:gd name="connsiteY3" fmla="*/ 0 h 599596"/>
              <a:gd name="connsiteX0" fmla="*/ 0 w 327282"/>
              <a:gd name="connsiteY0" fmla="*/ 576179 h 599596"/>
              <a:gd name="connsiteX1" fmla="*/ 251771 w 327282"/>
              <a:gd name="connsiteY1" fmla="*/ 581114 h 599596"/>
              <a:gd name="connsiteX2" fmla="*/ 326360 w 327282"/>
              <a:gd name="connsiteY2" fmla="*/ 296841 h 599596"/>
              <a:gd name="connsiteX3" fmla="*/ 213718 w 327282"/>
              <a:gd name="connsiteY3" fmla="*/ 143162 h 599596"/>
              <a:gd name="connsiteX4" fmla="*/ 136554 w 327282"/>
              <a:gd name="connsiteY4" fmla="*/ 0 h 599596"/>
              <a:gd name="connsiteX0" fmla="*/ 0 w 327282"/>
              <a:gd name="connsiteY0" fmla="*/ 936011 h 959428"/>
              <a:gd name="connsiteX1" fmla="*/ 251771 w 327282"/>
              <a:gd name="connsiteY1" fmla="*/ 940946 h 959428"/>
              <a:gd name="connsiteX2" fmla="*/ 326360 w 327282"/>
              <a:gd name="connsiteY2" fmla="*/ 656673 h 959428"/>
              <a:gd name="connsiteX3" fmla="*/ 213718 w 327282"/>
              <a:gd name="connsiteY3" fmla="*/ 502994 h 959428"/>
              <a:gd name="connsiteX4" fmla="*/ 151832 w 327282"/>
              <a:gd name="connsiteY4" fmla="*/ -1 h 959428"/>
              <a:gd name="connsiteX0" fmla="*/ 0 w 327282"/>
              <a:gd name="connsiteY0" fmla="*/ 936012 h 959429"/>
              <a:gd name="connsiteX1" fmla="*/ 251771 w 327282"/>
              <a:gd name="connsiteY1" fmla="*/ 940947 h 959429"/>
              <a:gd name="connsiteX2" fmla="*/ 326360 w 327282"/>
              <a:gd name="connsiteY2" fmla="*/ 656674 h 959429"/>
              <a:gd name="connsiteX3" fmla="*/ 213718 w 327282"/>
              <a:gd name="connsiteY3" fmla="*/ 502995 h 959429"/>
              <a:gd name="connsiteX4" fmla="*/ 230474 w 327282"/>
              <a:gd name="connsiteY4" fmla="*/ 290899 h 959429"/>
              <a:gd name="connsiteX5" fmla="*/ 151832 w 327282"/>
              <a:gd name="connsiteY5" fmla="*/ 0 h 959429"/>
              <a:gd name="connsiteX0" fmla="*/ 0 w 299133"/>
              <a:gd name="connsiteY0" fmla="*/ 936012 h 955171"/>
              <a:gd name="connsiteX1" fmla="*/ 251771 w 299133"/>
              <a:gd name="connsiteY1" fmla="*/ 940947 h 955171"/>
              <a:gd name="connsiteX2" fmla="*/ 296496 w 299133"/>
              <a:gd name="connsiteY2" fmla="*/ 714897 h 955171"/>
              <a:gd name="connsiteX3" fmla="*/ 213718 w 299133"/>
              <a:gd name="connsiteY3" fmla="*/ 502995 h 955171"/>
              <a:gd name="connsiteX4" fmla="*/ 230474 w 299133"/>
              <a:gd name="connsiteY4" fmla="*/ 290899 h 955171"/>
              <a:gd name="connsiteX5" fmla="*/ 151832 w 299133"/>
              <a:gd name="connsiteY5" fmla="*/ 0 h 955171"/>
              <a:gd name="connsiteX0" fmla="*/ 0 w 325418"/>
              <a:gd name="connsiteY0" fmla="*/ 936012 h 936012"/>
              <a:gd name="connsiteX1" fmla="*/ 301361 w 325418"/>
              <a:gd name="connsiteY1" fmla="*/ 898057 h 936012"/>
              <a:gd name="connsiteX2" fmla="*/ 296496 w 325418"/>
              <a:gd name="connsiteY2" fmla="*/ 714897 h 936012"/>
              <a:gd name="connsiteX3" fmla="*/ 213718 w 325418"/>
              <a:gd name="connsiteY3" fmla="*/ 502995 h 936012"/>
              <a:gd name="connsiteX4" fmla="*/ 230474 w 325418"/>
              <a:gd name="connsiteY4" fmla="*/ 290899 h 936012"/>
              <a:gd name="connsiteX5" fmla="*/ 151832 w 325418"/>
              <a:gd name="connsiteY5" fmla="*/ 0 h 936012"/>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217839 w 311852"/>
              <a:gd name="connsiteY4" fmla="*/ 290899 h 980154"/>
              <a:gd name="connsiteX5" fmla="*/ 139197 w 311852"/>
              <a:gd name="connsiteY5" fmla="*/ 0 h 980154"/>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139197 w 311852"/>
              <a:gd name="connsiteY4" fmla="*/ 0 h 980154"/>
              <a:gd name="connsiteX0" fmla="*/ 0 w 283862"/>
              <a:gd name="connsiteY0" fmla="*/ 980153 h 980154"/>
              <a:gd name="connsiteX1" fmla="*/ 283861 w 283862"/>
              <a:gd name="connsiteY1" fmla="*/ 714897 h 980154"/>
              <a:gd name="connsiteX2" fmla="*/ 201083 w 283862"/>
              <a:gd name="connsiteY2" fmla="*/ 502995 h 980154"/>
              <a:gd name="connsiteX3" fmla="*/ 139197 w 283862"/>
              <a:gd name="connsiteY3" fmla="*/ 0 h 980154"/>
              <a:gd name="connsiteX0" fmla="*/ 0 w 273198"/>
              <a:gd name="connsiteY0" fmla="*/ 980153 h 980154"/>
              <a:gd name="connsiteX1" fmla="*/ 273197 w 273198"/>
              <a:gd name="connsiteY1" fmla="*/ 793056 h 980154"/>
              <a:gd name="connsiteX2" fmla="*/ 201083 w 273198"/>
              <a:gd name="connsiteY2" fmla="*/ 502995 h 980154"/>
              <a:gd name="connsiteX3" fmla="*/ 139197 w 273198"/>
              <a:gd name="connsiteY3" fmla="*/ 0 h 980154"/>
              <a:gd name="connsiteX0" fmla="*/ 1 w 301086"/>
              <a:gd name="connsiteY0" fmla="*/ 933051 h 933052"/>
              <a:gd name="connsiteX1" fmla="*/ 292015 w 301086"/>
              <a:gd name="connsiteY1" fmla="*/ 793056 h 933052"/>
              <a:gd name="connsiteX2" fmla="*/ 219901 w 301086"/>
              <a:gd name="connsiteY2" fmla="*/ 502995 h 933052"/>
              <a:gd name="connsiteX3" fmla="*/ 158015 w 301086"/>
              <a:gd name="connsiteY3" fmla="*/ 0 h 933052"/>
              <a:gd name="connsiteX0" fmla="*/ -1 w 301084"/>
              <a:gd name="connsiteY0" fmla="*/ 933051 h 949693"/>
              <a:gd name="connsiteX1" fmla="*/ 292013 w 301084"/>
              <a:gd name="connsiteY1" fmla="*/ 793056 h 949693"/>
              <a:gd name="connsiteX2" fmla="*/ 219899 w 301084"/>
              <a:gd name="connsiteY2" fmla="*/ 502995 h 949693"/>
              <a:gd name="connsiteX3" fmla="*/ 158013 w 301084"/>
              <a:gd name="connsiteY3" fmla="*/ 0 h 949693"/>
              <a:gd name="connsiteX0" fmla="*/ 1 w 301086"/>
              <a:gd name="connsiteY0" fmla="*/ 833858 h 850500"/>
              <a:gd name="connsiteX1" fmla="*/ 292015 w 301086"/>
              <a:gd name="connsiteY1" fmla="*/ 693863 h 850500"/>
              <a:gd name="connsiteX2" fmla="*/ 219901 w 301086"/>
              <a:gd name="connsiteY2" fmla="*/ 403802 h 850500"/>
              <a:gd name="connsiteX3" fmla="*/ 129332 w 301086"/>
              <a:gd name="connsiteY3" fmla="*/ 1 h 850500"/>
            </a:gdLst>
            <a:ahLst/>
            <a:cxnLst>
              <a:cxn ang="0">
                <a:pos x="connsiteX0" y="connsiteY0"/>
              </a:cxn>
              <a:cxn ang="0">
                <a:pos x="connsiteX1" y="connsiteY1"/>
              </a:cxn>
              <a:cxn ang="0">
                <a:pos x="connsiteX2" y="connsiteY2"/>
              </a:cxn>
              <a:cxn ang="0">
                <a:pos x="connsiteX3" y="connsiteY3"/>
              </a:cxn>
            </a:cxnLst>
            <a:rect l="l" t="t" r="r" b="b"/>
            <a:pathLst>
              <a:path w="301086" h="850500">
                <a:moveTo>
                  <a:pt x="1" y="833858"/>
                </a:moveTo>
                <a:cubicBezTo>
                  <a:pt x="244944" y="896918"/>
                  <a:pt x="255365" y="765539"/>
                  <a:pt x="292015" y="693863"/>
                </a:cubicBezTo>
                <a:cubicBezTo>
                  <a:pt x="328665" y="622187"/>
                  <a:pt x="244012" y="522951"/>
                  <a:pt x="219901" y="403802"/>
                </a:cubicBezTo>
                <a:cubicBezTo>
                  <a:pt x="195790" y="284653"/>
                  <a:pt x="142225" y="104792"/>
                  <a:pt x="129332" y="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AE3EBB9F-AE09-68E8-9572-445EC549E402}"/>
              </a:ext>
            </a:extLst>
          </p:cNvPr>
          <p:cNvSpPr/>
          <p:nvPr/>
        </p:nvSpPr>
        <p:spPr>
          <a:xfrm rot="13736097" flipV="1">
            <a:off x="8391862" y="6467111"/>
            <a:ext cx="827525" cy="517451"/>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3817 w 414856"/>
              <a:gd name="connsiteY0" fmla="*/ 98769 h 631853"/>
              <a:gd name="connsiteX1" fmla="*/ 85286 w 414856"/>
              <a:gd name="connsiteY1" fmla="*/ 508459 h 631853"/>
              <a:gd name="connsiteX2" fmla="*/ 236740 w 414856"/>
              <a:gd name="connsiteY2" fmla="*/ 627683 h 631853"/>
              <a:gd name="connsiteX3" fmla="*/ 344373 w 414856"/>
              <a:gd name="connsiteY3" fmla="*/ 589774 h 631853"/>
              <a:gd name="connsiteX4" fmla="*/ 414544 w 414856"/>
              <a:gd name="connsiteY4" fmla="*/ 446578 h 631853"/>
              <a:gd name="connsiteX5" fmla="*/ 399074 w 414856"/>
              <a:gd name="connsiteY5" fmla="*/ 262251 h 631853"/>
              <a:gd name="connsiteX6" fmla="*/ 300911 w 414856"/>
              <a:gd name="connsiteY6" fmla="*/ 81334 h 631853"/>
              <a:gd name="connsiteX7" fmla="*/ 162385 w 414856"/>
              <a:gd name="connsiteY7" fmla="*/ 2422 h 631853"/>
              <a:gd name="connsiteX8" fmla="*/ 39720 w 414856"/>
              <a:gd name="connsiteY8" fmla="*/ 197180 h 631853"/>
              <a:gd name="connsiteX0" fmla="*/ 90968 w 502007"/>
              <a:gd name="connsiteY0" fmla="*/ 350085 h 883169"/>
              <a:gd name="connsiteX1" fmla="*/ 172437 w 502007"/>
              <a:gd name="connsiteY1" fmla="*/ 759775 h 883169"/>
              <a:gd name="connsiteX2" fmla="*/ 323891 w 502007"/>
              <a:gd name="connsiteY2" fmla="*/ 878999 h 883169"/>
              <a:gd name="connsiteX3" fmla="*/ 431524 w 502007"/>
              <a:gd name="connsiteY3" fmla="*/ 841090 h 883169"/>
              <a:gd name="connsiteX4" fmla="*/ 501695 w 502007"/>
              <a:gd name="connsiteY4" fmla="*/ 697894 h 883169"/>
              <a:gd name="connsiteX5" fmla="*/ 486225 w 502007"/>
              <a:gd name="connsiteY5" fmla="*/ 513567 h 883169"/>
              <a:gd name="connsiteX6" fmla="*/ 388062 w 502007"/>
              <a:gd name="connsiteY6" fmla="*/ 332650 h 883169"/>
              <a:gd name="connsiteX7" fmla="*/ 249536 w 502007"/>
              <a:gd name="connsiteY7" fmla="*/ 253738 h 883169"/>
              <a:gd name="connsiteX8" fmla="*/ 536 w 502007"/>
              <a:gd name="connsiteY8" fmla="*/ 74552 h 883169"/>
              <a:gd name="connsiteX0" fmla="*/ 90432 w 501471"/>
              <a:gd name="connsiteY0" fmla="*/ 275533 h 808617"/>
              <a:gd name="connsiteX1" fmla="*/ 171901 w 501471"/>
              <a:gd name="connsiteY1" fmla="*/ 685223 h 808617"/>
              <a:gd name="connsiteX2" fmla="*/ 323355 w 501471"/>
              <a:gd name="connsiteY2" fmla="*/ 804447 h 808617"/>
              <a:gd name="connsiteX3" fmla="*/ 430988 w 501471"/>
              <a:gd name="connsiteY3" fmla="*/ 766538 h 808617"/>
              <a:gd name="connsiteX4" fmla="*/ 501159 w 501471"/>
              <a:gd name="connsiteY4" fmla="*/ 623342 h 808617"/>
              <a:gd name="connsiteX5" fmla="*/ 485689 w 501471"/>
              <a:gd name="connsiteY5" fmla="*/ 439015 h 808617"/>
              <a:gd name="connsiteX6" fmla="*/ 387526 w 501471"/>
              <a:gd name="connsiteY6" fmla="*/ 258098 h 808617"/>
              <a:gd name="connsiteX7" fmla="*/ 249000 w 501471"/>
              <a:gd name="connsiteY7" fmla="*/ 179186 h 808617"/>
              <a:gd name="connsiteX8" fmla="*/ 0 w 501471"/>
              <a:gd name="connsiteY8" fmla="*/ 0 h 808617"/>
              <a:gd name="connsiteX0" fmla="*/ 101909 w 512948"/>
              <a:gd name="connsiteY0" fmla="*/ 335138 h 868222"/>
              <a:gd name="connsiteX1" fmla="*/ 183378 w 512948"/>
              <a:gd name="connsiteY1" fmla="*/ 744828 h 868222"/>
              <a:gd name="connsiteX2" fmla="*/ 334832 w 512948"/>
              <a:gd name="connsiteY2" fmla="*/ 864052 h 868222"/>
              <a:gd name="connsiteX3" fmla="*/ 442465 w 512948"/>
              <a:gd name="connsiteY3" fmla="*/ 826143 h 868222"/>
              <a:gd name="connsiteX4" fmla="*/ 512636 w 512948"/>
              <a:gd name="connsiteY4" fmla="*/ 682947 h 868222"/>
              <a:gd name="connsiteX5" fmla="*/ 497166 w 512948"/>
              <a:gd name="connsiteY5" fmla="*/ 498620 h 868222"/>
              <a:gd name="connsiteX6" fmla="*/ 399003 w 512948"/>
              <a:gd name="connsiteY6" fmla="*/ 317703 h 868222"/>
              <a:gd name="connsiteX7" fmla="*/ 260477 w 512948"/>
              <a:gd name="connsiteY7" fmla="*/ 238791 h 868222"/>
              <a:gd name="connsiteX8" fmla="*/ 0 w 512948"/>
              <a:gd name="connsiteY8" fmla="*/ 0 h 868222"/>
              <a:gd name="connsiteX0" fmla="*/ 183378 w 512948"/>
              <a:gd name="connsiteY0" fmla="*/ 744828 h 868222"/>
              <a:gd name="connsiteX1" fmla="*/ 334832 w 512948"/>
              <a:gd name="connsiteY1" fmla="*/ 864052 h 868222"/>
              <a:gd name="connsiteX2" fmla="*/ 442465 w 512948"/>
              <a:gd name="connsiteY2" fmla="*/ 826143 h 868222"/>
              <a:gd name="connsiteX3" fmla="*/ 512636 w 512948"/>
              <a:gd name="connsiteY3" fmla="*/ 682947 h 868222"/>
              <a:gd name="connsiteX4" fmla="*/ 497166 w 512948"/>
              <a:gd name="connsiteY4" fmla="*/ 498620 h 868222"/>
              <a:gd name="connsiteX5" fmla="*/ 399003 w 512948"/>
              <a:gd name="connsiteY5" fmla="*/ 317703 h 868222"/>
              <a:gd name="connsiteX6" fmla="*/ 260477 w 512948"/>
              <a:gd name="connsiteY6" fmla="*/ 238791 h 868222"/>
              <a:gd name="connsiteX7" fmla="*/ 0 w 512948"/>
              <a:gd name="connsiteY7" fmla="*/ 0 h 868222"/>
              <a:gd name="connsiteX0" fmla="*/ 183378 w 512948"/>
              <a:gd name="connsiteY0" fmla="*/ 744828 h 911737"/>
              <a:gd name="connsiteX1" fmla="*/ 334832 w 512948"/>
              <a:gd name="connsiteY1" fmla="*/ 864052 h 911737"/>
              <a:gd name="connsiteX2" fmla="*/ 477507 w 512948"/>
              <a:gd name="connsiteY2" fmla="*/ 901134 h 911737"/>
              <a:gd name="connsiteX3" fmla="*/ 512636 w 512948"/>
              <a:gd name="connsiteY3" fmla="*/ 682947 h 911737"/>
              <a:gd name="connsiteX4" fmla="*/ 497166 w 512948"/>
              <a:gd name="connsiteY4" fmla="*/ 498620 h 911737"/>
              <a:gd name="connsiteX5" fmla="*/ 399003 w 512948"/>
              <a:gd name="connsiteY5" fmla="*/ 317703 h 911737"/>
              <a:gd name="connsiteX6" fmla="*/ 260477 w 512948"/>
              <a:gd name="connsiteY6" fmla="*/ 238791 h 911737"/>
              <a:gd name="connsiteX7" fmla="*/ 0 w 512948"/>
              <a:gd name="connsiteY7" fmla="*/ 0 h 911737"/>
              <a:gd name="connsiteX0" fmla="*/ 182579 w 512948"/>
              <a:gd name="connsiteY0" fmla="*/ 577823 h 916948"/>
              <a:gd name="connsiteX1" fmla="*/ 334832 w 512948"/>
              <a:gd name="connsiteY1" fmla="*/ 864052 h 916948"/>
              <a:gd name="connsiteX2" fmla="*/ 477507 w 512948"/>
              <a:gd name="connsiteY2" fmla="*/ 901134 h 916948"/>
              <a:gd name="connsiteX3" fmla="*/ 512636 w 512948"/>
              <a:gd name="connsiteY3" fmla="*/ 682947 h 916948"/>
              <a:gd name="connsiteX4" fmla="*/ 497166 w 512948"/>
              <a:gd name="connsiteY4" fmla="*/ 498620 h 916948"/>
              <a:gd name="connsiteX5" fmla="*/ 399003 w 512948"/>
              <a:gd name="connsiteY5" fmla="*/ 317703 h 916948"/>
              <a:gd name="connsiteX6" fmla="*/ 260477 w 512948"/>
              <a:gd name="connsiteY6" fmla="*/ 238791 h 916948"/>
              <a:gd name="connsiteX7" fmla="*/ 0 w 512948"/>
              <a:gd name="connsiteY7" fmla="*/ 0 h 916948"/>
              <a:gd name="connsiteX0" fmla="*/ 182579 w 512948"/>
              <a:gd name="connsiteY0" fmla="*/ 577823 h 904031"/>
              <a:gd name="connsiteX1" fmla="*/ 349589 w 512948"/>
              <a:gd name="connsiteY1" fmla="*/ 792980 h 904031"/>
              <a:gd name="connsiteX2" fmla="*/ 477507 w 512948"/>
              <a:gd name="connsiteY2" fmla="*/ 901134 h 904031"/>
              <a:gd name="connsiteX3" fmla="*/ 512636 w 512948"/>
              <a:gd name="connsiteY3" fmla="*/ 682947 h 904031"/>
              <a:gd name="connsiteX4" fmla="*/ 497166 w 512948"/>
              <a:gd name="connsiteY4" fmla="*/ 498620 h 904031"/>
              <a:gd name="connsiteX5" fmla="*/ 399003 w 512948"/>
              <a:gd name="connsiteY5" fmla="*/ 317703 h 904031"/>
              <a:gd name="connsiteX6" fmla="*/ 260477 w 512948"/>
              <a:gd name="connsiteY6" fmla="*/ 238791 h 904031"/>
              <a:gd name="connsiteX7" fmla="*/ 0 w 512948"/>
              <a:gd name="connsiteY7"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99003 w 512636"/>
              <a:gd name="connsiteY4" fmla="*/ 317703 h 904031"/>
              <a:gd name="connsiteX5" fmla="*/ 260477 w 512636"/>
              <a:gd name="connsiteY5" fmla="*/ 238791 h 904031"/>
              <a:gd name="connsiteX6" fmla="*/ 0 w 512636"/>
              <a:gd name="connsiteY6"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82733 w 512636"/>
              <a:gd name="connsiteY4" fmla="*/ 359348 h 904031"/>
              <a:gd name="connsiteX5" fmla="*/ 260477 w 512636"/>
              <a:gd name="connsiteY5" fmla="*/ 238791 h 904031"/>
              <a:gd name="connsiteX6" fmla="*/ 0 w 512636"/>
              <a:gd name="connsiteY6" fmla="*/ 0 h 904031"/>
              <a:gd name="connsiteX0" fmla="*/ 182579 w 512636"/>
              <a:gd name="connsiteY0" fmla="*/ 577823 h 869297"/>
              <a:gd name="connsiteX1" fmla="*/ 349589 w 512636"/>
              <a:gd name="connsiteY1" fmla="*/ 792980 h 869297"/>
              <a:gd name="connsiteX2" fmla="*/ 443616 w 512636"/>
              <a:gd name="connsiteY2" fmla="*/ 864935 h 869297"/>
              <a:gd name="connsiteX3" fmla="*/ 512636 w 512636"/>
              <a:gd name="connsiteY3" fmla="*/ 682947 h 869297"/>
              <a:gd name="connsiteX4" fmla="*/ 382733 w 512636"/>
              <a:gd name="connsiteY4" fmla="*/ 359348 h 869297"/>
              <a:gd name="connsiteX5" fmla="*/ 260477 w 512636"/>
              <a:gd name="connsiteY5" fmla="*/ 238791 h 869297"/>
              <a:gd name="connsiteX6" fmla="*/ 0 w 512636"/>
              <a:gd name="connsiteY6" fmla="*/ 0 h 869297"/>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126790 w 483859"/>
              <a:gd name="connsiteY6" fmla="*/ 29735 h 868921"/>
              <a:gd name="connsiteX7" fmla="*/ 0 w 483859"/>
              <a:gd name="connsiteY7" fmla="*/ 0 h 868921"/>
              <a:gd name="connsiteX0" fmla="*/ 193428 w 437909"/>
              <a:gd name="connsiteY0" fmla="*/ 741880 h 847891"/>
              <a:gd name="connsiteX1" fmla="*/ 303639 w 437909"/>
              <a:gd name="connsiteY1" fmla="*/ 771950 h 847891"/>
              <a:gd name="connsiteX2" fmla="*/ 397666 w 437909"/>
              <a:gd name="connsiteY2" fmla="*/ 843905 h 847891"/>
              <a:gd name="connsiteX3" fmla="*/ 437909 w 437909"/>
              <a:gd name="connsiteY3" fmla="*/ 638607 h 847891"/>
              <a:gd name="connsiteX4" fmla="*/ 336783 w 437909"/>
              <a:gd name="connsiteY4" fmla="*/ 338318 h 847891"/>
              <a:gd name="connsiteX5" fmla="*/ 154436 w 437909"/>
              <a:gd name="connsiteY5" fmla="*/ 185566 h 847891"/>
              <a:gd name="connsiteX6" fmla="*/ 80840 w 437909"/>
              <a:gd name="connsiteY6" fmla="*/ 8705 h 847891"/>
              <a:gd name="connsiteX7" fmla="*/ 0 w 437909"/>
              <a:gd name="connsiteY7" fmla="*/ 40615 h 847891"/>
              <a:gd name="connsiteX0" fmla="*/ 193428 w 496624"/>
              <a:gd name="connsiteY0" fmla="*/ 741880 h 891795"/>
              <a:gd name="connsiteX1" fmla="*/ 303639 w 496624"/>
              <a:gd name="connsiteY1" fmla="*/ 771950 h 891795"/>
              <a:gd name="connsiteX2" fmla="*/ 492592 w 496624"/>
              <a:gd name="connsiteY2" fmla="*/ 888955 h 891795"/>
              <a:gd name="connsiteX3" fmla="*/ 437909 w 496624"/>
              <a:gd name="connsiteY3" fmla="*/ 638607 h 891795"/>
              <a:gd name="connsiteX4" fmla="*/ 336783 w 496624"/>
              <a:gd name="connsiteY4" fmla="*/ 338318 h 891795"/>
              <a:gd name="connsiteX5" fmla="*/ 154436 w 496624"/>
              <a:gd name="connsiteY5" fmla="*/ 185566 h 891795"/>
              <a:gd name="connsiteX6" fmla="*/ 80840 w 496624"/>
              <a:gd name="connsiteY6" fmla="*/ 8705 h 891795"/>
              <a:gd name="connsiteX7" fmla="*/ 0 w 496624"/>
              <a:gd name="connsiteY7" fmla="*/ 40615 h 891795"/>
              <a:gd name="connsiteX0" fmla="*/ 193428 w 495230"/>
              <a:gd name="connsiteY0" fmla="*/ 741880 h 892469"/>
              <a:gd name="connsiteX1" fmla="*/ 334426 w 495230"/>
              <a:gd name="connsiteY1" fmla="*/ 782577 h 892469"/>
              <a:gd name="connsiteX2" fmla="*/ 492592 w 495230"/>
              <a:gd name="connsiteY2" fmla="*/ 888955 h 892469"/>
              <a:gd name="connsiteX3" fmla="*/ 437909 w 495230"/>
              <a:gd name="connsiteY3" fmla="*/ 638607 h 892469"/>
              <a:gd name="connsiteX4" fmla="*/ 336783 w 495230"/>
              <a:gd name="connsiteY4" fmla="*/ 338318 h 892469"/>
              <a:gd name="connsiteX5" fmla="*/ 154436 w 495230"/>
              <a:gd name="connsiteY5" fmla="*/ 185566 h 892469"/>
              <a:gd name="connsiteX6" fmla="*/ 80840 w 495230"/>
              <a:gd name="connsiteY6" fmla="*/ 8705 h 892469"/>
              <a:gd name="connsiteX7" fmla="*/ 0 w 495230"/>
              <a:gd name="connsiteY7" fmla="*/ 40615 h 892469"/>
              <a:gd name="connsiteX0" fmla="*/ 193428 w 498330"/>
              <a:gd name="connsiteY0" fmla="*/ 741880 h 892258"/>
              <a:gd name="connsiteX1" fmla="*/ 334426 w 498330"/>
              <a:gd name="connsiteY1" fmla="*/ 782577 h 892258"/>
              <a:gd name="connsiteX2" fmla="*/ 492592 w 498330"/>
              <a:gd name="connsiteY2" fmla="*/ 888955 h 892258"/>
              <a:gd name="connsiteX3" fmla="*/ 466896 w 498330"/>
              <a:gd name="connsiteY3" fmla="*/ 643827 h 892258"/>
              <a:gd name="connsiteX4" fmla="*/ 336783 w 498330"/>
              <a:gd name="connsiteY4" fmla="*/ 338318 h 892258"/>
              <a:gd name="connsiteX5" fmla="*/ 154436 w 498330"/>
              <a:gd name="connsiteY5" fmla="*/ 185566 h 892258"/>
              <a:gd name="connsiteX6" fmla="*/ 80840 w 498330"/>
              <a:gd name="connsiteY6" fmla="*/ 8705 h 892258"/>
              <a:gd name="connsiteX7" fmla="*/ 0 w 498330"/>
              <a:gd name="connsiteY7" fmla="*/ 40615 h 892258"/>
              <a:gd name="connsiteX0" fmla="*/ 193428 w 496296"/>
              <a:gd name="connsiteY0" fmla="*/ 741880 h 891285"/>
              <a:gd name="connsiteX1" fmla="*/ 368843 w 496296"/>
              <a:gd name="connsiteY1" fmla="*/ 765900 h 891285"/>
              <a:gd name="connsiteX2" fmla="*/ 492592 w 496296"/>
              <a:gd name="connsiteY2" fmla="*/ 888955 h 891285"/>
              <a:gd name="connsiteX3" fmla="*/ 466896 w 496296"/>
              <a:gd name="connsiteY3" fmla="*/ 643827 h 891285"/>
              <a:gd name="connsiteX4" fmla="*/ 336783 w 496296"/>
              <a:gd name="connsiteY4" fmla="*/ 338318 h 891285"/>
              <a:gd name="connsiteX5" fmla="*/ 154436 w 496296"/>
              <a:gd name="connsiteY5" fmla="*/ 185566 h 891285"/>
              <a:gd name="connsiteX6" fmla="*/ 80840 w 496296"/>
              <a:gd name="connsiteY6" fmla="*/ 8705 h 891285"/>
              <a:gd name="connsiteX7" fmla="*/ 0 w 496296"/>
              <a:gd name="connsiteY7" fmla="*/ 40615 h 891285"/>
              <a:gd name="connsiteX0" fmla="*/ 300256 w 496296"/>
              <a:gd name="connsiteY0" fmla="*/ 888192 h 890933"/>
              <a:gd name="connsiteX1" fmla="*/ 368843 w 496296"/>
              <a:gd name="connsiteY1" fmla="*/ 765900 h 890933"/>
              <a:gd name="connsiteX2" fmla="*/ 492592 w 496296"/>
              <a:gd name="connsiteY2" fmla="*/ 888955 h 890933"/>
              <a:gd name="connsiteX3" fmla="*/ 466896 w 496296"/>
              <a:gd name="connsiteY3" fmla="*/ 643827 h 890933"/>
              <a:gd name="connsiteX4" fmla="*/ 336783 w 496296"/>
              <a:gd name="connsiteY4" fmla="*/ 338318 h 890933"/>
              <a:gd name="connsiteX5" fmla="*/ 154436 w 496296"/>
              <a:gd name="connsiteY5" fmla="*/ 185566 h 890933"/>
              <a:gd name="connsiteX6" fmla="*/ 80840 w 496296"/>
              <a:gd name="connsiteY6" fmla="*/ 8705 h 890933"/>
              <a:gd name="connsiteX7" fmla="*/ 0 w 496296"/>
              <a:gd name="connsiteY7" fmla="*/ 40615 h 890933"/>
              <a:gd name="connsiteX0" fmla="*/ 300256 w 518287"/>
              <a:gd name="connsiteY0" fmla="*/ 888192 h 890188"/>
              <a:gd name="connsiteX1" fmla="*/ 368843 w 518287"/>
              <a:gd name="connsiteY1" fmla="*/ 765900 h 890188"/>
              <a:gd name="connsiteX2" fmla="*/ 492592 w 518287"/>
              <a:gd name="connsiteY2" fmla="*/ 888955 h 890188"/>
              <a:gd name="connsiteX3" fmla="*/ 466896 w 518287"/>
              <a:gd name="connsiteY3" fmla="*/ 643827 h 890188"/>
              <a:gd name="connsiteX4" fmla="*/ 336783 w 518287"/>
              <a:gd name="connsiteY4" fmla="*/ 338318 h 890188"/>
              <a:gd name="connsiteX5" fmla="*/ 154436 w 518287"/>
              <a:gd name="connsiteY5" fmla="*/ 185566 h 890188"/>
              <a:gd name="connsiteX6" fmla="*/ 80840 w 518287"/>
              <a:gd name="connsiteY6" fmla="*/ 8705 h 890188"/>
              <a:gd name="connsiteX7" fmla="*/ 0 w 518287"/>
              <a:gd name="connsiteY7" fmla="*/ 40615 h 890188"/>
              <a:gd name="connsiteX0" fmla="*/ 300256 w 552461"/>
              <a:gd name="connsiteY0" fmla="*/ 888192 h 932672"/>
              <a:gd name="connsiteX1" fmla="*/ 368843 w 552461"/>
              <a:gd name="connsiteY1" fmla="*/ 765900 h 932672"/>
              <a:gd name="connsiteX2" fmla="*/ 532244 w 552461"/>
              <a:gd name="connsiteY2" fmla="*/ 931677 h 932672"/>
              <a:gd name="connsiteX3" fmla="*/ 466896 w 552461"/>
              <a:gd name="connsiteY3" fmla="*/ 643827 h 932672"/>
              <a:gd name="connsiteX4" fmla="*/ 336783 w 552461"/>
              <a:gd name="connsiteY4" fmla="*/ 338318 h 932672"/>
              <a:gd name="connsiteX5" fmla="*/ 154436 w 552461"/>
              <a:gd name="connsiteY5" fmla="*/ 185566 h 932672"/>
              <a:gd name="connsiteX6" fmla="*/ 80840 w 552461"/>
              <a:gd name="connsiteY6" fmla="*/ 8705 h 932672"/>
              <a:gd name="connsiteX7" fmla="*/ 0 w 552461"/>
              <a:gd name="connsiteY7" fmla="*/ 40615 h 932672"/>
              <a:gd name="connsiteX0" fmla="*/ 300256 w 536252"/>
              <a:gd name="connsiteY0" fmla="*/ 888192 h 934482"/>
              <a:gd name="connsiteX1" fmla="*/ 368843 w 536252"/>
              <a:gd name="connsiteY1" fmla="*/ 765900 h 934482"/>
              <a:gd name="connsiteX2" fmla="*/ 532244 w 536252"/>
              <a:gd name="connsiteY2" fmla="*/ 931677 h 934482"/>
              <a:gd name="connsiteX3" fmla="*/ 490383 w 536252"/>
              <a:gd name="connsiteY3" fmla="*/ 599768 h 934482"/>
              <a:gd name="connsiteX4" fmla="*/ 336783 w 536252"/>
              <a:gd name="connsiteY4" fmla="*/ 338318 h 934482"/>
              <a:gd name="connsiteX5" fmla="*/ 154436 w 536252"/>
              <a:gd name="connsiteY5" fmla="*/ 185566 h 934482"/>
              <a:gd name="connsiteX6" fmla="*/ 80840 w 536252"/>
              <a:gd name="connsiteY6" fmla="*/ 8705 h 934482"/>
              <a:gd name="connsiteX7" fmla="*/ 0 w 536252"/>
              <a:gd name="connsiteY7" fmla="*/ 40615 h 934482"/>
              <a:gd name="connsiteX0" fmla="*/ 300256 w 562719"/>
              <a:gd name="connsiteY0" fmla="*/ 888192 h 953558"/>
              <a:gd name="connsiteX1" fmla="*/ 368843 w 562719"/>
              <a:gd name="connsiteY1" fmla="*/ 765900 h 953558"/>
              <a:gd name="connsiteX2" fmla="*/ 532244 w 562719"/>
              <a:gd name="connsiteY2" fmla="*/ 931677 h 953558"/>
              <a:gd name="connsiteX3" fmla="*/ 490383 w 562719"/>
              <a:gd name="connsiteY3" fmla="*/ 599768 h 953558"/>
              <a:gd name="connsiteX4" fmla="*/ 336783 w 562719"/>
              <a:gd name="connsiteY4" fmla="*/ 338318 h 953558"/>
              <a:gd name="connsiteX5" fmla="*/ 154436 w 562719"/>
              <a:gd name="connsiteY5" fmla="*/ 185566 h 953558"/>
              <a:gd name="connsiteX6" fmla="*/ 80840 w 562719"/>
              <a:gd name="connsiteY6" fmla="*/ 8705 h 953558"/>
              <a:gd name="connsiteX7" fmla="*/ 0 w 562719"/>
              <a:gd name="connsiteY7" fmla="*/ 40615 h 953558"/>
              <a:gd name="connsiteX0" fmla="*/ 300256 w 562719"/>
              <a:gd name="connsiteY0" fmla="*/ 888192 h 946620"/>
              <a:gd name="connsiteX1" fmla="*/ 532244 w 562719"/>
              <a:gd name="connsiteY1" fmla="*/ 931677 h 946620"/>
              <a:gd name="connsiteX2" fmla="*/ 490383 w 562719"/>
              <a:gd name="connsiteY2" fmla="*/ 599768 h 946620"/>
              <a:gd name="connsiteX3" fmla="*/ 336783 w 562719"/>
              <a:gd name="connsiteY3" fmla="*/ 338318 h 946620"/>
              <a:gd name="connsiteX4" fmla="*/ 154436 w 562719"/>
              <a:gd name="connsiteY4" fmla="*/ 185566 h 946620"/>
              <a:gd name="connsiteX5" fmla="*/ 80840 w 562719"/>
              <a:gd name="connsiteY5" fmla="*/ 8705 h 946620"/>
              <a:gd name="connsiteX6" fmla="*/ 0 w 562719"/>
              <a:gd name="connsiteY6" fmla="*/ 40615 h 946620"/>
              <a:gd name="connsiteX0" fmla="*/ 289364 w 540744"/>
              <a:gd name="connsiteY0" fmla="*/ 803876 h 936608"/>
              <a:gd name="connsiteX1" fmla="*/ 532244 w 540744"/>
              <a:gd name="connsiteY1" fmla="*/ 931677 h 936608"/>
              <a:gd name="connsiteX2" fmla="*/ 490383 w 540744"/>
              <a:gd name="connsiteY2" fmla="*/ 599768 h 936608"/>
              <a:gd name="connsiteX3" fmla="*/ 336783 w 540744"/>
              <a:gd name="connsiteY3" fmla="*/ 338318 h 936608"/>
              <a:gd name="connsiteX4" fmla="*/ 154436 w 540744"/>
              <a:gd name="connsiteY4" fmla="*/ 185566 h 936608"/>
              <a:gd name="connsiteX5" fmla="*/ 80840 w 540744"/>
              <a:gd name="connsiteY5" fmla="*/ 8705 h 936608"/>
              <a:gd name="connsiteX6" fmla="*/ 0 w 540744"/>
              <a:gd name="connsiteY6" fmla="*/ 40615 h 936608"/>
              <a:gd name="connsiteX0" fmla="*/ 289364 w 540744"/>
              <a:gd name="connsiteY0" fmla="*/ 803876 h 935196"/>
              <a:gd name="connsiteX1" fmla="*/ 532244 w 540744"/>
              <a:gd name="connsiteY1" fmla="*/ 931677 h 935196"/>
              <a:gd name="connsiteX2" fmla="*/ 490383 w 540744"/>
              <a:gd name="connsiteY2" fmla="*/ 599768 h 935196"/>
              <a:gd name="connsiteX3" fmla="*/ 336783 w 540744"/>
              <a:gd name="connsiteY3" fmla="*/ 338318 h 935196"/>
              <a:gd name="connsiteX4" fmla="*/ 154436 w 540744"/>
              <a:gd name="connsiteY4" fmla="*/ 185566 h 935196"/>
              <a:gd name="connsiteX5" fmla="*/ 80840 w 540744"/>
              <a:gd name="connsiteY5" fmla="*/ 8705 h 935196"/>
              <a:gd name="connsiteX6" fmla="*/ 0 w 540744"/>
              <a:gd name="connsiteY6" fmla="*/ 40615 h 935196"/>
              <a:gd name="connsiteX0" fmla="*/ 289364 w 572064"/>
              <a:gd name="connsiteY0" fmla="*/ 803876 h 860468"/>
              <a:gd name="connsiteX1" fmla="*/ 565707 w 572064"/>
              <a:gd name="connsiteY1" fmla="*/ 855347 h 860468"/>
              <a:gd name="connsiteX2" fmla="*/ 490383 w 572064"/>
              <a:gd name="connsiteY2" fmla="*/ 599768 h 860468"/>
              <a:gd name="connsiteX3" fmla="*/ 336783 w 572064"/>
              <a:gd name="connsiteY3" fmla="*/ 338318 h 860468"/>
              <a:gd name="connsiteX4" fmla="*/ 154436 w 572064"/>
              <a:gd name="connsiteY4" fmla="*/ 185566 h 860468"/>
              <a:gd name="connsiteX5" fmla="*/ 80840 w 572064"/>
              <a:gd name="connsiteY5" fmla="*/ 8705 h 860468"/>
              <a:gd name="connsiteX6" fmla="*/ 0 w 572064"/>
              <a:gd name="connsiteY6" fmla="*/ 40615 h 860468"/>
              <a:gd name="connsiteX0" fmla="*/ 289364 w 572064"/>
              <a:gd name="connsiteY0" fmla="*/ 803876 h 860466"/>
              <a:gd name="connsiteX1" fmla="*/ 565707 w 572064"/>
              <a:gd name="connsiteY1" fmla="*/ 855347 h 860466"/>
              <a:gd name="connsiteX2" fmla="*/ 490383 w 572064"/>
              <a:gd name="connsiteY2" fmla="*/ 599768 h 860466"/>
              <a:gd name="connsiteX3" fmla="*/ 327616 w 572064"/>
              <a:gd name="connsiteY3" fmla="*/ 487652 h 860466"/>
              <a:gd name="connsiteX4" fmla="*/ 154436 w 572064"/>
              <a:gd name="connsiteY4" fmla="*/ 185566 h 860466"/>
              <a:gd name="connsiteX5" fmla="*/ 80840 w 572064"/>
              <a:gd name="connsiteY5" fmla="*/ 8705 h 860466"/>
              <a:gd name="connsiteX6" fmla="*/ 0 w 572064"/>
              <a:gd name="connsiteY6" fmla="*/ 40615 h 860466"/>
              <a:gd name="connsiteX0" fmla="*/ 289364 w 572064"/>
              <a:gd name="connsiteY0" fmla="*/ 803876 h 860468"/>
              <a:gd name="connsiteX1" fmla="*/ 565707 w 572064"/>
              <a:gd name="connsiteY1" fmla="*/ 855347 h 860468"/>
              <a:gd name="connsiteX2" fmla="*/ 490383 w 572064"/>
              <a:gd name="connsiteY2" fmla="*/ 599768 h 860468"/>
              <a:gd name="connsiteX3" fmla="*/ 327616 w 572064"/>
              <a:gd name="connsiteY3" fmla="*/ 487652 h 860468"/>
              <a:gd name="connsiteX4" fmla="*/ 154436 w 572064"/>
              <a:gd name="connsiteY4" fmla="*/ 185566 h 860468"/>
              <a:gd name="connsiteX5" fmla="*/ 80840 w 572064"/>
              <a:gd name="connsiteY5" fmla="*/ 8705 h 860468"/>
              <a:gd name="connsiteX6" fmla="*/ 0 w 572064"/>
              <a:gd name="connsiteY6" fmla="*/ 40615 h 860468"/>
              <a:gd name="connsiteX0" fmla="*/ 271239 w 553939"/>
              <a:gd name="connsiteY0" fmla="*/ 809942 h 866533"/>
              <a:gd name="connsiteX1" fmla="*/ 547582 w 553939"/>
              <a:gd name="connsiteY1" fmla="*/ 861413 h 866533"/>
              <a:gd name="connsiteX2" fmla="*/ 472258 w 553939"/>
              <a:gd name="connsiteY2" fmla="*/ 605834 h 866533"/>
              <a:gd name="connsiteX3" fmla="*/ 309491 w 553939"/>
              <a:gd name="connsiteY3" fmla="*/ 493718 h 866533"/>
              <a:gd name="connsiteX4" fmla="*/ 136311 w 553939"/>
              <a:gd name="connsiteY4" fmla="*/ 191632 h 866533"/>
              <a:gd name="connsiteX5" fmla="*/ 62715 w 553939"/>
              <a:gd name="connsiteY5" fmla="*/ 14771 h 866533"/>
              <a:gd name="connsiteX6" fmla="*/ 0 w 553939"/>
              <a:gd name="connsiteY6" fmla="*/ 5338 h 866533"/>
              <a:gd name="connsiteX0" fmla="*/ 271239 w 553939"/>
              <a:gd name="connsiteY0" fmla="*/ 809944 h 866535"/>
              <a:gd name="connsiteX1" fmla="*/ 547582 w 553939"/>
              <a:gd name="connsiteY1" fmla="*/ 861415 h 866535"/>
              <a:gd name="connsiteX2" fmla="*/ 472258 w 553939"/>
              <a:gd name="connsiteY2" fmla="*/ 605836 h 866535"/>
              <a:gd name="connsiteX3" fmla="*/ 309491 w 553939"/>
              <a:gd name="connsiteY3" fmla="*/ 493720 h 866535"/>
              <a:gd name="connsiteX4" fmla="*/ 62715 w 553939"/>
              <a:gd name="connsiteY4" fmla="*/ 14773 h 866535"/>
              <a:gd name="connsiteX5" fmla="*/ 0 w 553939"/>
              <a:gd name="connsiteY5" fmla="*/ 5340 h 866535"/>
              <a:gd name="connsiteX0" fmla="*/ 271239 w 553939"/>
              <a:gd name="connsiteY0" fmla="*/ 804604 h 861195"/>
              <a:gd name="connsiteX1" fmla="*/ 547582 w 553939"/>
              <a:gd name="connsiteY1" fmla="*/ 856075 h 861195"/>
              <a:gd name="connsiteX2" fmla="*/ 472258 w 553939"/>
              <a:gd name="connsiteY2" fmla="*/ 600496 h 861195"/>
              <a:gd name="connsiteX3" fmla="*/ 309491 w 553939"/>
              <a:gd name="connsiteY3" fmla="*/ 488380 h 861195"/>
              <a:gd name="connsiteX4" fmla="*/ 83367 w 553939"/>
              <a:gd name="connsiteY4" fmla="*/ 71487 h 861195"/>
              <a:gd name="connsiteX5" fmla="*/ 0 w 553939"/>
              <a:gd name="connsiteY5" fmla="*/ 0 h 861195"/>
              <a:gd name="connsiteX0" fmla="*/ 271239 w 553939"/>
              <a:gd name="connsiteY0" fmla="*/ 804604 h 861195"/>
              <a:gd name="connsiteX1" fmla="*/ 547582 w 553939"/>
              <a:gd name="connsiteY1" fmla="*/ 856075 h 861195"/>
              <a:gd name="connsiteX2" fmla="*/ 472258 w 553939"/>
              <a:gd name="connsiteY2" fmla="*/ 600496 h 861195"/>
              <a:gd name="connsiteX3" fmla="*/ 309491 w 553939"/>
              <a:gd name="connsiteY3" fmla="*/ 488380 h 861195"/>
              <a:gd name="connsiteX4" fmla="*/ 83367 w 553939"/>
              <a:gd name="connsiteY4" fmla="*/ 71487 h 861195"/>
              <a:gd name="connsiteX5" fmla="*/ 0 w 553939"/>
              <a:gd name="connsiteY5" fmla="*/ 0 h 861195"/>
              <a:gd name="connsiteX0" fmla="*/ 271239 w 553939"/>
              <a:gd name="connsiteY0" fmla="*/ 804604 h 858459"/>
              <a:gd name="connsiteX1" fmla="*/ 547582 w 553939"/>
              <a:gd name="connsiteY1" fmla="*/ 856075 h 858459"/>
              <a:gd name="connsiteX2" fmla="*/ 472258 w 553939"/>
              <a:gd name="connsiteY2" fmla="*/ 600496 h 858459"/>
              <a:gd name="connsiteX3" fmla="*/ 309491 w 553939"/>
              <a:gd name="connsiteY3" fmla="*/ 488380 h 858459"/>
              <a:gd name="connsiteX4" fmla="*/ 83367 w 553939"/>
              <a:gd name="connsiteY4" fmla="*/ 71487 h 858459"/>
              <a:gd name="connsiteX5" fmla="*/ 0 w 553939"/>
              <a:gd name="connsiteY5" fmla="*/ 0 h 858459"/>
              <a:gd name="connsiteX0" fmla="*/ 271239 w 560116"/>
              <a:gd name="connsiteY0" fmla="*/ 804604 h 858581"/>
              <a:gd name="connsiteX1" fmla="*/ 547582 w 560116"/>
              <a:gd name="connsiteY1" fmla="*/ 856075 h 858581"/>
              <a:gd name="connsiteX2" fmla="*/ 516973 w 560116"/>
              <a:gd name="connsiteY2" fmla="*/ 594823 h 858581"/>
              <a:gd name="connsiteX3" fmla="*/ 309491 w 560116"/>
              <a:gd name="connsiteY3" fmla="*/ 488380 h 858581"/>
              <a:gd name="connsiteX4" fmla="*/ 83367 w 560116"/>
              <a:gd name="connsiteY4" fmla="*/ 71487 h 858581"/>
              <a:gd name="connsiteX5" fmla="*/ 0 w 560116"/>
              <a:gd name="connsiteY5" fmla="*/ 0 h 858581"/>
              <a:gd name="connsiteX0" fmla="*/ 271239 w 550410"/>
              <a:gd name="connsiteY0" fmla="*/ 804604 h 857492"/>
              <a:gd name="connsiteX1" fmla="*/ 429828 w 550410"/>
              <a:gd name="connsiteY1" fmla="*/ 703742 h 857492"/>
              <a:gd name="connsiteX2" fmla="*/ 547582 w 550410"/>
              <a:gd name="connsiteY2" fmla="*/ 856075 h 857492"/>
              <a:gd name="connsiteX3" fmla="*/ 516973 w 550410"/>
              <a:gd name="connsiteY3" fmla="*/ 594823 h 857492"/>
              <a:gd name="connsiteX4" fmla="*/ 309491 w 550410"/>
              <a:gd name="connsiteY4" fmla="*/ 488380 h 857492"/>
              <a:gd name="connsiteX5" fmla="*/ 83367 w 550410"/>
              <a:gd name="connsiteY5" fmla="*/ 71487 h 857492"/>
              <a:gd name="connsiteX6" fmla="*/ 0 w 550410"/>
              <a:gd name="connsiteY6" fmla="*/ 0 h 857492"/>
              <a:gd name="connsiteX0" fmla="*/ 309259 w 550410"/>
              <a:gd name="connsiteY0" fmla="*/ 904098 h 904097"/>
              <a:gd name="connsiteX1" fmla="*/ 429828 w 550410"/>
              <a:gd name="connsiteY1" fmla="*/ 703742 h 904097"/>
              <a:gd name="connsiteX2" fmla="*/ 547582 w 550410"/>
              <a:gd name="connsiteY2" fmla="*/ 856075 h 904097"/>
              <a:gd name="connsiteX3" fmla="*/ 516973 w 550410"/>
              <a:gd name="connsiteY3" fmla="*/ 594823 h 904097"/>
              <a:gd name="connsiteX4" fmla="*/ 309491 w 550410"/>
              <a:gd name="connsiteY4" fmla="*/ 488380 h 904097"/>
              <a:gd name="connsiteX5" fmla="*/ 83367 w 550410"/>
              <a:gd name="connsiteY5" fmla="*/ 71487 h 904097"/>
              <a:gd name="connsiteX6" fmla="*/ 0 w 550410"/>
              <a:gd name="connsiteY6" fmla="*/ 0 h 904097"/>
              <a:gd name="connsiteX0" fmla="*/ 309259 w 552300"/>
              <a:gd name="connsiteY0" fmla="*/ 904098 h 904099"/>
              <a:gd name="connsiteX1" fmla="*/ 429828 w 552300"/>
              <a:gd name="connsiteY1" fmla="*/ 703742 h 904099"/>
              <a:gd name="connsiteX2" fmla="*/ 547582 w 552300"/>
              <a:gd name="connsiteY2" fmla="*/ 856075 h 904099"/>
              <a:gd name="connsiteX3" fmla="*/ 516973 w 552300"/>
              <a:gd name="connsiteY3" fmla="*/ 594823 h 904099"/>
              <a:gd name="connsiteX4" fmla="*/ 403279 w 552300"/>
              <a:gd name="connsiteY4" fmla="*/ 387368 h 904099"/>
              <a:gd name="connsiteX5" fmla="*/ 309491 w 552300"/>
              <a:gd name="connsiteY5" fmla="*/ 488380 h 904099"/>
              <a:gd name="connsiteX6" fmla="*/ 83367 w 552300"/>
              <a:gd name="connsiteY6" fmla="*/ 71487 h 904099"/>
              <a:gd name="connsiteX7" fmla="*/ 0 w 552300"/>
              <a:gd name="connsiteY7" fmla="*/ 0 h 90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300" h="904099">
                <a:moveTo>
                  <a:pt x="309259" y="904098"/>
                </a:moveTo>
                <a:cubicBezTo>
                  <a:pt x="339335" y="898239"/>
                  <a:pt x="383771" y="695164"/>
                  <a:pt x="429828" y="703742"/>
                </a:cubicBezTo>
                <a:cubicBezTo>
                  <a:pt x="475885" y="712320"/>
                  <a:pt x="533058" y="874228"/>
                  <a:pt x="547582" y="856075"/>
                </a:cubicBezTo>
                <a:cubicBezTo>
                  <a:pt x="562106" y="837922"/>
                  <a:pt x="540605" y="646834"/>
                  <a:pt x="516973" y="594823"/>
                </a:cubicBezTo>
                <a:cubicBezTo>
                  <a:pt x="493341" y="542812"/>
                  <a:pt x="437859" y="405108"/>
                  <a:pt x="403279" y="387368"/>
                </a:cubicBezTo>
                <a:cubicBezTo>
                  <a:pt x="368699" y="369628"/>
                  <a:pt x="362810" y="541027"/>
                  <a:pt x="309491" y="488380"/>
                </a:cubicBezTo>
                <a:cubicBezTo>
                  <a:pt x="256172" y="435733"/>
                  <a:pt x="171712" y="300191"/>
                  <a:pt x="83367" y="71487"/>
                </a:cubicBezTo>
                <a:cubicBezTo>
                  <a:pt x="49969" y="37054"/>
                  <a:pt x="13952" y="13405"/>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5D66FA3B-7E1B-0654-F1DE-8508A0EDA34C}"/>
              </a:ext>
            </a:extLst>
          </p:cNvPr>
          <p:cNvSpPr>
            <a:spLocks noGrp="1"/>
          </p:cNvSpPr>
          <p:nvPr userDrawn="1">
            <p:ph type="title"/>
          </p:nvPr>
        </p:nvSpPr>
        <p:spPr>
          <a:xfrm>
            <a:off x="294064" y="326317"/>
            <a:ext cx="4199070" cy="1676386"/>
          </a:xfrm>
        </p:spPr>
        <p:txBody>
          <a:bodyPr anchor="b">
            <a:no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userDrawn="1">
            <p:ph idx="1"/>
          </p:nvPr>
        </p:nvSpPr>
        <p:spPr>
          <a:xfrm>
            <a:off x="294064" y="2201007"/>
            <a:ext cx="4199070" cy="389499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userDrawn="1">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158F7E82-1C50-6BA8-0C64-B6CF80CD972B}"/>
              </a:ext>
            </a:extLst>
          </p:cNvPr>
          <p:cNvSpPr>
            <a:spLocks noGrp="1"/>
          </p:cNvSpPr>
          <p:nvPr userDrawn="1">
            <p:ph type="pic" sz="quarter" idx="13"/>
          </p:nvPr>
        </p:nvSpPr>
        <p:spPr>
          <a:xfrm>
            <a:off x="5147441" y="1"/>
            <a:ext cx="7044558" cy="6096000"/>
          </a:xfrm>
        </p:spPr>
        <p:txBody>
          <a:bodyPr/>
          <a:lstStyle/>
          <a:p>
            <a:r>
              <a:rPr lang="en-US"/>
              <a:t>Click icon to add picture</a:t>
            </a:r>
          </a:p>
        </p:txBody>
      </p:sp>
    </p:spTree>
    <p:extLst>
      <p:ext uri="{BB962C8B-B14F-4D97-AF65-F5344CB8AC3E}">
        <p14:creationId xmlns:p14="http://schemas.microsoft.com/office/powerpoint/2010/main" val="333342365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Title + Content + Photo_3">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0812A643-0B16-B9FD-7FB3-9DA72D6A871B}"/>
              </a:ext>
            </a:extLst>
          </p:cNvPr>
          <p:cNvSpPr/>
          <p:nvPr userDrawn="1"/>
        </p:nvSpPr>
        <p:spPr>
          <a:xfrm rot="8568214">
            <a:off x="5508028" y="6133502"/>
            <a:ext cx="2172643" cy="18163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7781"/>
              <a:gd name="connsiteY0" fmla="*/ 4408834 h 4413195"/>
              <a:gd name="connsiteX1" fmla="*/ 601587 w 6057781"/>
              <a:gd name="connsiteY1" fmla="*/ 3747522 h 4413195"/>
              <a:gd name="connsiteX2" fmla="*/ 1080723 w 6057781"/>
              <a:gd name="connsiteY2" fmla="*/ 3408979 h 4413195"/>
              <a:gd name="connsiteX3" fmla="*/ 1782538 w 6057781"/>
              <a:gd name="connsiteY3" fmla="*/ 2917743 h 4413195"/>
              <a:gd name="connsiteX4" fmla="*/ 2189343 w 6057781"/>
              <a:gd name="connsiteY4" fmla="*/ 2827673 h 4413195"/>
              <a:gd name="connsiteX5" fmla="*/ 2544547 w 6057781"/>
              <a:gd name="connsiteY5" fmla="*/ 3480699 h 4413195"/>
              <a:gd name="connsiteX6" fmla="*/ 2815856 w 6057781"/>
              <a:gd name="connsiteY6" fmla="*/ 4109359 h 4413195"/>
              <a:gd name="connsiteX7" fmla="*/ 2973780 w 6057781"/>
              <a:gd name="connsiteY7" fmla="*/ 4200323 h 4413195"/>
              <a:gd name="connsiteX8" fmla="*/ 3213049 w 6057781"/>
              <a:gd name="connsiteY8" fmla="*/ 4229089 h 4413195"/>
              <a:gd name="connsiteX9" fmla="*/ 3866654 w 6057781"/>
              <a:gd name="connsiteY9" fmla="*/ 4204705 h 4413195"/>
              <a:gd name="connsiteX10" fmla="*/ 4122400 w 6057781"/>
              <a:gd name="connsiteY10" fmla="*/ 4254711 h 4413195"/>
              <a:gd name="connsiteX11" fmla="*/ 4456347 w 6057781"/>
              <a:gd name="connsiteY11" fmla="*/ 4305003 h 4413195"/>
              <a:gd name="connsiteX12" fmla="*/ 4763433 w 6057781"/>
              <a:gd name="connsiteY12" fmla="*/ 4243185 h 4413195"/>
              <a:gd name="connsiteX13" fmla="*/ 5467403 w 6057781"/>
              <a:gd name="connsiteY13" fmla="*/ 3779622 h 4413195"/>
              <a:gd name="connsiteX14" fmla="*/ 5713764 w 6057781"/>
              <a:gd name="connsiteY14" fmla="*/ 3489822 h 4413195"/>
              <a:gd name="connsiteX15" fmla="*/ 6057499 w 6057781"/>
              <a:gd name="connsiteY15" fmla="*/ 2932545 h 4413195"/>
              <a:gd name="connsiteX16" fmla="*/ 5762404 w 6057781"/>
              <a:gd name="connsiteY16" fmla="*/ 1910461 h 4413195"/>
              <a:gd name="connsiteX17" fmla="*/ 5247641 w 6057781"/>
              <a:gd name="connsiteY17" fmla="*/ 1216850 h 4413195"/>
              <a:gd name="connsiteX18" fmla="*/ 5361323 w 6057781"/>
              <a:gd name="connsiteY18" fmla="*/ 444093 h 4413195"/>
              <a:gd name="connsiteX19" fmla="*/ 5015497 w 6057781"/>
              <a:gd name="connsiteY19" fmla="*/ 0 h 4413195"/>
              <a:gd name="connsiteX0" fmla="*/ 0 w 5978046"/>
              <a:gd name="connsiteY0" fmla="*/ 4408834 h 4413195"/>
              <a:gd name="connsiteX1" fmla="*/ 601587 w 5978046"/>
              <a:gd name="connsiteY1" fmla="*/ 3747522 h 4413195"/>
              <a:gd name="connsiteX2" fmla="*/ 1080723 w 5978046"/>
              <a:gd name="connsiteY2" fmla="*/ 3408979 h 4413195"/>
              <a:gd name="connsiteX3" fmla="*/ 1782538 w 5978046"/>
              <a:gd name="connsiteY3" fmla="*/ 2917743 h 4413195"/>
              <a:gd name="connsiteX4" fmla="*/ 2189343 w 5978046"/>
              <a:gd name="connsiteY4" fmla="*/ 2827673 h 4413195"/>
              <a:gd name="connsiteX5" fmla="*/ 2544547 w 5978046"/>
              <a:gd name="connsiteY5" fmla="*/ 3480699 h 4413195"/>
              <a:gd name="connsiteX6" fmla="*/ 2815856 w 5978046"/>
              <a:gd name="connsiteY6" fmla="*/ 4109359 h 4413195"/>
              <a:gd name="connsiteX7" fmla="*/ 2973780 w 5978046"/>
              <a:gd name="connsiteY7" fmla="*/ 4200323 h 4413195"/>
              <a:gd name="connsiteX8" fmla="*/ 3213049 w 5978046"/>
              <a:gd name="connsiteY8" fmla="*/ 4229089 h 4413195"/>
              <a:gd name="connsiteX9" fmla="*/ 3866654 w 5978046"/>
              <a:gd name="connsiteY9" fmla="*/ 4204705 h 4413195"/>
              <a:gd name="connsiteX10" fmla="*/ 4122400 w 5978046"/>
              <a:gd name="connsiteY10" fmla="*/ 4254711 h 4413195"/>
              <a:gd name="connsiteX11" fmla="*/ 4456347 w 5978046"/>
              <a:gd name="connsiteY11" fmla="*/ 4305003 h 4413195"/>
              <a:gd name="connsiteX12" fmla="*/ 4763433 w 5978046"/>
              <a:gd name="connsiteY12" fmla="*/ 4243185 h 4413195"/>
              <a:gd name="connsiteX13" fmla="*/ 5467403 w 5978046"/>
              <a:gd name="connsiteY13" fmla="*/ 3779622 h 4413195"/>
              <a:gd name="connsiteX14" fmla="*/ 5713764 w 5978046"/>
              <a:gd name="connsiteY14" fmla="*/ 3489822 h 4413195"/>
              <a:gd name="connsiteX15" fmla="*/ 5977593 w 5978046"/>
              <a:gd name="connsiteY15" fmla="*/ 2942828 h 4413195"/>
              <a:gd name="connsiteX16" fmla="*/ 5762404 w 5978046"/>
              <a:gd name="connsiteY16" fmla="*/ 1910461 h 4413195"/>
              <a:gd name="connsiteX17" fmla="*/ 5247641 w 5978046"/>
              <a:gd name="connsiteY17" fmla="*/ 1216850 h 4413195"/>
              <a:gd name="connsiteX18" fmla="*/ 5361323 w 5978046"/>
              <a:gd name="connsiteY18" fmla="*/ 444093 h 4413195"/>
              <a:gd name="connsiteX19" fmla="*/ 5015497 w 5978046"/>
              <a:gd name="connsiteY19" fmla="*/ 0 h 4413195"/>
              <a:gd name="connsiteX0" fmla="*/ 0 w 5977594"/>
              <a:gd name="connsiteY0" fmla="*/ 4408834 h 4413195"/>
              <a:gd name="connsiteX1" fmla="*/ 601587 w 5977594"/>
              <a:gd name="connsiteY1" fmla="*/ 3747522 h 4413195"/>
              <a:gd name="connsiteX2" fmla="*/ 1080723 w 5977594"/>
              <a:gd name="connsiteY2" fmla="*/ 3408979 h 4413195"/>
              <a:gd name="connsiteX3" fmla="*/ 1782538 w 5977594"/>
              <a:gd name="connsiteY3" fmla="*/ 2917743 h 4413195"/>
              <a:gd name="connsiteX4" fmla="*/ 2189343 w 5977594"/>
              <a:gd name="connsiteY4" fmla="*/ 2827673 h 4413195"/>
              <a:gd name="connsiteX5" fmla="*/ 2544547 w 5977594"/>
              <a:gd name="connsiteY5" fmla="*/ 3480699 h 4413195"/>
              <a:gd name="connsiteX6" fmla="*/ 2815856 w 5977594"/>
              <a:gd name="connsiteY6" fmla="*/ 4109359 h 4413195"/>
              <a:gd name="connsiteX7" fmla="*/ 2973780 w 5977594"/>
              <a:gd name="connsiteY7" fmla="*/ 4200323 h 4413195"/>
              <a:gd name="connsiteX8" fmla="*/ 3213049 w 5977594"/>
              <a:gd name="connsiteY8" fmla="*/ 4229089 h 4413195"/>
              <a:gd name="connsiteX9" fmla="*/ 3866654 w 5977594"/>
              <a:gd name="connsiteY9" fmla="*/ 4204705 h 4413195"/>
              <a:gd name="connsiteX10" fmla="*/ 4122400 w 5977594"/>
              <a:gd name="connsiteY10" fmla="*/ 4254711 h 4413195"/>
              <a:gd name="connsiteX11" fmla="*/ 4456347 w 5977594"/>
              <a:gd name="connsiteY11" fmla="*/ 4305003 h 4413195"/>
              <a:gd name="connsiteX12" fmla="*/ 4763433 w 5977594"/>
              <a:gd name="connsiteY12" fmla="*/ 4243185 h 4413195"/>
              <a:gd name="connsiteX13" fmla="*/ 5467403 w 5977594"/>
              <a:gd name="connsiteY13" fmla="*/ 3779622 h 4413195"/>
              <a:gd name="connsiteX14" fmla="*/ 5713764 w 5977594"/>
              <a:gd name="connsiteY14" fmla="*/ 3489822 h 4413195"/>
              <a:gd name="connsiteX15" fmla="*/ 5977593 w 5977594"/>
              <a:gd name="connsiteY15" fmla="*/ 2942828 h 4413195"/>
              <a:gd name="connsiteX16" fmla="*/ 5716565 w 5977594"/>
              <a:gd name="connsiteY16" fmla="*/ 1954276 h 4413195"/>
              <a:gd name="connsiteX17" fmla="*/ 5247641 w 5977594"/>
              <a:gd name="connsiteY17" fmla="*/ 1216850 h 4413195"/>
              <a:gd name="connsiteX18" fmla="*/ 5361323 w 5977594"/>
              <a:gd name="connsiteY18" fmla="*/ 444093 h 4413195"/>
              <a:gd name="connsiteX19" fmla="*/ 5015497 w 5977594"/>
              <a:gd name="connsiteY19" fmla="*/ 0 h 4413195"/>
              <a:gd name="connsiteX0" fmla="*/ 0 w 5977594"/>
              <a:gd name="connsiteY0" fmla="*/ 4378921 h 4383282"/>
              <a:gd name="connsiteX1" fmla="*/ 601587 w 5977594"/>
              <a:gd name="connsiteY1" fmla="*/ 3717609 h 4383282"/>
              <a:gd name="connsiteX2" fmla="*/ 1080723 w 5977594"/>
              <a:gd name="connsiteY2" fmla="*/ 3379066 h 4383282"/>
              <a:gd name="connsiteX3" fmla="*/ 1782538 w 5977594"/>
              <a:gd name="connsiteY3" fmla="*/ 2887830 h 4383282"/>
              <a:gd name="connsiteX4" fmla="*/ 2189343 w 5977594"/>
              <a:gd name="connsiteY4" fmla="*/ 2797760 h 4383282"/>
              <a:gd name="connsiteX5" fmla="*/ 2544547 w 5977594"/>
              <a:gd name="connsiteY5" fmla="*/ 3450786 h 4383282"/>
              <a:gd name="connsiteX6" fmla="*/ 2815856 w 5977594"/>
              <a:gd name="connsiteY6" fmla="*/ 4079446 h 4383282"/>
              <a:gd name="connsiteX7" fmla="*/ 2973780 w 5977594"/>
              <a:gd name="connsiteY7" fmla="*/ 4170410 h 4383282"/>
              <a:gd name="connsiteX8" fmla="*/ 3213049 w 5977594"/>
              <a:gd name="connsiteY8" fmla="*/ 4199176 h 4383282"/>
              <a:gd name="connsiteX9" fmla="*/ 3866654 w 5977594"/>
              <a:gd name="connsiteY9" fmla="*/ 4174792 h 4383282"/>
              <a:gd name="connsiteX10" fmla="*/ 4122400 w 5977594"/>
              <a:gd name="connsiteY10" fmla="*/ 4224798 h 4383282"/>
              <a:gd name="connsiteX11" fmla="*/ 4456347 w 5977594"/>
              <a:gd name="connsiteY11" fmla="*/ 4275090 h 4383282"/>
              <a:gd name="connsiteX12" fmla="*/ 4763433 w 5977594"/>
              <a:gd name="connsiteY12" fmla="*/ 4213272 h 4383282"/>
              <a:gd name="connsiteX13" fmla="*/ 5467403 w 5977594"/>
              <a:gd name="connsiteY13" fmla="*/ 3749709 h 4383282"/>
              <a:gd name="connsiteX14" fmla="*/ 5713764 w 5977594"/>
              <a:gd name="connsiteY14" fmla="*/ 3459909 h 4383282"/>
              <a:gd name="connsiteX15" fmla="*/ 5977593 w 5977594"/>
              <a:gd name="connsiteY15" fmla="*/ 2912915 h 4383282"/>
              <a:gd name="connsiteX16" fmla="*/ 5716565 w 5977594"/>
              <a:gd name="connsiteY16" fmla="*/ 1924363 h 4383282"/>
              <a:gd name="connsiteX17" fmla="*/ 5247641 w 5977594"/>
              <a:gd name="connsiteY17" fmla="*/ 1186937 h 4383282"/>
              <a:gd name="connsiteX18" fmla="*/ 5361323 w 5977594"/>
              <a:gd name="connsiteY18" fmla="*/ 414180 h 4383282"/>
              <a:gd name="connsiteX19" fmla="*/ 5102229 w 5977594"/>
              <a:gd name="connsiteY19" fmla="*/ -1 h 4383282"/>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56347 w 5977594"/>
              <a:gd name="connsiteY11" fmla="*/ 4275091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763433 w 5977594"/>
              <a:gd name="connsiteY12" fmla="*/ 4213273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544547 w 5977594"/>
              <a:gd name="connsiteY5" fmla="*/ 345078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89343 w 5977594"/>
              <a:gd name="connsiteY4" fmla="*/ 2797761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815856 w 5977594"/>
              <a:gd name="connsiteY6" fmla="*/ 4079447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67403 w 5977594"/>
              <a:gd name="connsiteY13" fmla="*/ 374971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902447 w 5977594"/>
              <a:gd name="connsiteY12" fmla="*/ 3929971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29160 w 5977594"/>
              <a:gd name="connsiteY11" fmla="*/ 4032135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977594"/>
              <a:gd name="connsiteY0" fmla="*/ 4378922 h 4383283"/>
              <a:gd name="connsiteX1" fmla="*/ 601587 w 5977594"/>
              <a:gd name="connsiteY1" fmla="*/ 3717610 h 4383283"/>
              <a:gd name="connsiteX2" fmla="*/ 1080723 w 5977594"/>
              <a:gd name="connsiteY2" fmla="*/ 3379067 h 4383283"/>
              <a:gd name="connsiteX3" fmla="*/ 1782538 w 5977594"/>
              <a:gd name="connsiteY3" fmla="*/ 2887831 h 4383283"/>
              <a:gd name="connsiteX4" fmla="*/ 2151149 w 5977594"/>
              <a:gd name="connsiteY4" fmla="*/ 2973299 h 4383283"/>
              <a:gd name="connsiteX5" fmla="*/ 2442597 w 5977594"/>
              <a:gd name="connsiteY5" fmla="*/ 3463907 h 4383283"/>
              <a:gd name="connsiteX6" fmla="*/ 2781847 w 5977594"/>
              <a:gd name="connsiteY6" fmla="*/ 3935318 h 4383283"/>
              <a:gd name="connsiteX7" fmla="*/ 2973780 w 5977594"/>
              <a:gd name="connsiteY7" fmla="*/ 4170411 h 4383283"/>
              <a:gd name="connsiteX8" fmla="*/ 3213049 w 5977594"/>
              <a:gd name="connsiteY8" fmla="*/ 4199177 h 4383283"/>
              <a:gd name="connsiteX9" fmla="*/ 3866654 w 5977594"/>
              <a:gd name="connsiteY9" fmla="*/ 4174793 h 4383283"/>
              <a:gd name="connsiteX10" fmla="*/ 4122400 w 5977594"/>
              <a:gd name="connsiteY10" fmla="*/ 4224799 h 4383283"/>
              <a:gd name="connsiteX11" fmla="*/ 4409054 w 5977594"/>
              <a:gd name="connsiteY11" fmla="*/ 3943092 h 4383283"/>
              <a:gd name="connsiteX12" fmla="*/ 4876205 w 5977594"/>
              <a:gd name="connsiteY12" fmla="*/ 3835397 h 4383283"/>
              <a:gd name="connsiteX13" fmla="*/ 5434084 w 5977594"/>
              <a:gd name="connsiteY13" fmla="*/ 3640250 h 4383283"/>
              <a:gd name="connsiteX14" fmla="*/ 5713764 w 5977594"/>
              <a:gd name="connsiteY14" fmla="*/ 3459910 h 4383283"/>
              <a:gd name="connsiteX15" fmla="*/ 5977593 w 5977594"/>
              <a:gd name="connsiteY15" fmla="*/ 2912916 h 4383283"/>
              <a:gd name="connsiteX16" fmla="*/ 5716565 w 5977594"/>
              <a:gd name="connsiteY16" fmla="*/ 1924364 h 4383283"/>
              <a:gd name="connsiteX17" fmla="*/ 5247641 w 5977594"/>
              <a:gd name="connsiteY17" fmla="*/ 1186938 h 4383283"/>
              <a:gd name="connsiteX18" fmla="*/ 5272837 w 5977594"/>
              <a:gd name="connsiteY18" fmla="*/ 422409 h 4383283"/>
              <a:gd name="connsiteX19" fmla="*/ 5102229 w 5977594"/>
              <a:gd name="connsiteY19" fmla="*/ 0 h 4383283"/>
              <a:gd name="connsiteX0" fmla="*/ 0 w 5883472"/>
              <a:gd name="connsiteY0" fmla="*/ 4378922 h 4383283"/>
              <a:gd name="connsiteX1" fmla="*/ 601587 w 5883472"/>
              <a:gd name="connsiteY1" fmla="*/ 3717610 h 4383283"/>
              <a:gd name="connsiteX2" fmla="*/ 1080723 w 5883472"/>
              <a:gd name="connsiteY2" fmla="*/ 3379067 h 4383283"/>
              <a:gd name="connsiteX3" fmla="*/ 1782538 w 5883472"/>
              <a:gd name="connsiteY3" fmla="*/ 2887831 h 4383283"/>
              <a:gd name="connsiteX4" fmla="*/ 2151149 w 5883472"/>
              <a:gd name="connsiteY4" fmla="*/ 2973299 h 4383283"/>
              <a:gd name="connsiteX5" fmla="*/ 2442597 w 5883472"/>
              <a:gd name="connsiteY5" fmla="*/ 3463907 h 4383283"/>
              <a:gd name="connsiteX6" fmla="*/ 2781847 w 5883472"/>
              <a:gd name="connsiteY6" fmla="*/ 3935318 h 4383283"/>
              <a:gd name="connsiteX7" fmla="*/ 2973780 w 5883472"/>
              <a:gd name="connsiteY7" fmla="*/ 4170411 h 4383283"/>
              <a:gd name="connsiteX8" fmla="*/ 3213049 w 5883472"/>
              <a:gd name="connsiteY8" fmla="*/ 4199177 h 4383283"/>
              <a:gd name="connsiteX9" fmla="*/ 3866654 w 5883472"/>
              <a:gd name="connsiteY9" fmla="*/ 4174793 h 4383283"/>
              <a:gd name="connsiteX10" fmla="*/ 4122400 w 5883472"/>
              <a:gd name="connsiteY10" fmla="*/ 4224799 h 4383283"/>
              <a:gd name="connsiteX11" fmla="*/ 4409054 w 5883472"/>
              <a:gd name="connsiteY11" fmla="*/ 3943092 h 4383283"/>
              <a:gd name="connsiteX12" fmla="*/ 4876205 w 5883472"/>
              <a:gd name="connsiteY12" fmla="*/ 3835397 h 4383283"/>
              <a:gd name="connsiteX13" fmla="*/ 5434084 w 5883472"/>
              <a:gd name="connsiteY13" fmla="*/ 3640250 h 4383283"/>
              <a:gd name="connsiteX14" fmla="*/ 5713764 w 5883472"/>
              <a:gd name="connsiteY14" fmla="*/ 3459910 h 4383283"/>
              <a:gd name="connsiteX15" fmla="*/ 5883470 w 5883472"/>
              <a:gd name="connsiteY15" fmla="*/ 2864996 h 4383283"/>
              <a:gd name="connsiteX16" fmla="*/ 5716565 w 5883472"/>
              <a:gd name="connsiteY16" fmla="*/ 1924364 h 4383283"/>
              <a:gd name="connsiteX17" fmla="*/ 5247641 w 5883472"/>
              <a:gd name="connsiteY17" fmla="*/ 1186938 h 4383283"/>
              <a:gd name="connsiteX18" fmla="*/ 5272837 w 5883472"/>
              <a:gd name="connsiteY18" fmla="*/ 422409 h 4383283"/>
              <a:gd name="connsiteX19" fmla="*/ 5102229 w 5883472"/>
              <a:gd name="connsiteY19" fmla="*/ 0 h 4383283"/>
              <a:gd name="connsiteX0" fmla="*/ 0 w 5883526"/>
              <a:gd name="connsiteY0" fmla="*/ 4378922 h 4383283"/>
              <a:gd name="connsiteX1" fmla="*/ 601587 w 5883526"/>
              <a:gd name="connsiteY1" fmla="*/ 3717610 h 4383283"/>
              <a:gd name="connsiteX2" fmla="*/ 1080723 w 5883526"/>
              <a:gd name="connsiteY2" fmla="*/ 3379067 h 4383283"/>
              <a:gd name="connsiteX3" fmla="*/ 1782538 w 5883526"/>
              <a:gd name="connsiteY3" fmla="*/ 2887831 h 4383283"/>
              <a:gd name="connsiteX4" fmla="*/ 2151149 w 5883526"/>
              <a:gd name="connsiteY4" fmla="*/ 2973299 h 4383283"/>
              <a:gd name="connsiteX5" fmla="*/ 2442597 w 5883526"/>
              <a:gd name="connsiteY5" fmla="*/ 3463907 h 4383283"/>
              <a:gd name="connsiteX6" fmla="*/ 2781847 w 5883526"/>
              <a:gd name="connsiteY6" fmla="*/ 3935318 h 4383283"/>
              <a:gd name="connsiteX7" fmla="*/ 2973780 w 5883526"/>
              <a:gd name="connsiteY7" fmla="*/ 4170411 h 4383283"/>
              <a:gd name="connsiteX8" fmla="*/ 3213049 w 5883526"/>
              <a:gd name="connsiteY8" fmla="*/ 4199177 h 4383283"/>
              <a:gd name="connsiteX9" fmla="*/ 3866654 w 5883526"/>
              <a:gd name="connsiteY9" fmla="*/ 4174793 h 4383283"/>
              <a:gd name="connsiteX10" fmla="*/ 4122400 w 5883526"/>
              <a:gd name="connsiteY10" fmla="*/ 4224799 h 4383283"/>
              <a:gd name="connsiteX11" fmla="*/ 4409054 w 5883526"/>
              <a:gd name="connsiteY11" fmla="*/ 3943092 h 4383283"/>
              <a:gd name="connsiteX12" fmla="*/ 4876205 w 5883526"/>
              <a:gd name="connsiteY12" fmla="*/ 3835397 h 4383283"/>
              <a:gd name="connsiteX13" fmla="*/ 5434084 w 5883526"/>
              <a:gd name="connsiteY13" fmla="*/ 3640250 h 4383283"/>
              <a:gd name="connsiteX14" fmla="*/ 5713764 w 5883526"/>
              <a:gd name="connsiteY14" fmla="*/ 3459910 h 4383283"/>
              <a:gd name="connsiteX15" fmla="*/ 5883470 w 5883526"/>
              <a:gd name="connsiteY15" fmla="*/ 2864996 h 4383283"/>
              <a:gd name="connsiteX16" fmla="*/ 5697278 w 5883526"/>
              <a:gd name="connsiteY16" fmla="*/ 1926846 h 4383283"/>
              <a:gd name="connsiteX17" fmla="*/ 5247641 w 5883526"/>
              <a:gd name="connsiteY17" fmla="*/ 1186938 h 4383283"/>
              <a:gd name="connsiteX18" fmla="*/ 5272837 w 5883526"/>
              <a:gd name="connsiteY18" fmla="*/ 422409 h 4383283"/>
              <a:gd name="connsiteX19" fmla="*/ 5102229 w 5883526"/>
              <a:gd name="connsiteY19" fmla="*/ 0 h 4383283"/>
              <a:gd name="connsiteX0" fmla="*/ 0 w 5883526"/>
              <a:gd name="connsiteY0" fmla="*/ 4461931 h 4466292"/>
              <a:gd name="connsiteX1" fmla="*/ 601587 w 5883526"/>
              <a:gd name="connsiteY1" fmla="*/ 3800619 h 4466292"/>
              <a:gd name="connsiteX2" fmla="*/ 1080723 w 5883526"/>
              <a:gd name="connsiteY2" fmla="*/ 3462076 h 4466292"/>
              <a:gd name="connsiteX3" fmla="*/ 1782538 w 5883526"/>
              <a:gd name="connsiteY3" fmla="*/ 2970840 h 4466292"/>
              <a:gd name="connsiteX4" fmla="*/ 2151149 w 5883526"/>
              <a:gd name="connsiteY4" fmla="*/ 3056308 h 4466292"/>
              <a:gd name="connsiteX5" fmla="*/ 2442597 w 5883526"/>
              <a:gd name="connsiteY5" fmla="*/ 3546916 h 4466292"/>
              <a:gd name="connsiteX6" fmla="*/ 2781847 w 5883526"/>
              <a:gd name="connsiteY6" fmla="*/ 4018327 h 4466292"/>
              <a:gd name="connsiteX7" fmla="*/ 2973780 w 5883526"/>
              <a:gd name="connsiteY7" fmla="*/ 4253420 h 4466292"/>
              <a:gd name="connsiteX8" fmla="*/ 3213049 w 5883526"/>
              <a:gd name="connsiteY8" fmla="*/ 4282186 h 4466292"/>
              <a:gd name="connsiteX9" fmla="*/ 3866654 w 5883526"/>
              <a:gd name="connsiteY9" fmla="*/ 4257802 h 4466292"/>
              <a:gd name="connsiteX10" fmla="*/ 4122400 w 5883526"/>
              <a:gd name="connsiteY10" fmla="*/ 4307808 h 4466292"/>
              <a:gd name="connsiteX11" fmla="*/ 4409054 w 5883526"/>
              <a:gd name="connsiteY11" fmla="*/ 4026101 h 4466292"/>
              <a:gd name="connsiteX12" fmla="*/ 4876205 w 5883526"/>
              <a:gd name="connsiteY12" fmla="*/ 3918406 h 4466292"/>
              <a:gd name="connsiteX13" fmla="*/ 5434084 w 5883526"/>
              <a:gd name="connsiteY13" fmla="*/ 3723259 h 4466292"/>
              <a:gd name="connsiteX14" fmla="*/ 5713764 w 5883526"/>
              <a:gd name="connsiteY14" fmla="*/ 3542919 h 4466292"/>
              <a:gd name="connsiteX15" fmla="*/ 5883470 w 5883526"/>
              <a:gd name="connsiteY15" fmla="*/ 2948005 h 4466292"/>
              <a:gd name="connsiteX16" fmla="*/ 5697278 w 5883526"/>
              <a:gd name="connsiteY16" fmla="*/ 2009855 h 4466292"/>
              <a:gd name="connsiteX17" fmla="*/ 5247641 w 5883526"/>
              <a:gd name="connsiteY17" fmla="*/ 1269947 h 4466292"/>
              <a:gd name="connsiteX18" fmla="*/ 5272837 w 5883526"/>
              <a:gd name="connsiteY18" fmla="*/ 505418 h 4466292"/>
              <a:gd name="connsiteX19" fmla="*/ 5495106 w 5883526"/>
              <a:gd name="connsiteY19" fmla="*/ 0 h 4466292"/>
              <a:gd name="connsiteX0" fmla="*/ 0 w 5780109"/>
              <a:gd name="connsiteY0" fmla="*/ 4256013 h 4317900"/>
              <a:gd name="connsiteX1" fmla="*/ 498170 w 5780109"/>
              <a:gd name="connsiteY1" fmla="*/ 3800619 h 4317900"/>
              <a:gd name="connsiteX2" fmla="*/ 977306 w 5780109"/>
              <a:gd name="connsiteY2" fmla="*/ 3462076 h 4317900"/>
              <a:gd name="connsiteX3" fmla="*/ 1679121 w 5780109"/>
              <a:gd name="connsiteY3" fmla="*/ 2970840 h 4317900"/>
              <a:gd name="connsiteX4" fmla="*/ 2047732 w 5780109"/>
              <a:gd name="connsiteY4" fmla="*/ 3056308 h 4317900"/>
              <a:gd name="connsiteX5" fmla="*/ 2339180 w 5780109"/>
              <a:gd name="connsiteY5" fmla="*/ 3546916 h 4317900"/>
              <a:gd name="connsiteX6" fmla="*/ 2678430 w 5780109"/>
              <a:gd name="connsiteY6" fmla="*/ 4018327 h 4317900"/>
              <a:gd name="connsiteX7" fmla="*/ 2870363 w 5780109"/>
              <a:gd name="connsiteY7" fmla="*/ 4253420 h 4317900"/>
              <a:gd name="connsiteX8" fmla="*/ 3109632 w 5780109"/>
              <a:gd name="connsiteY8" fmla="*/ 4282186 h 4317900"/>
              <a:gd name="connsiteX9" fmla="*/ 3763237 w 5780109"/>
              <a:gd name="connsiteY9" fmla="*/ 4257802 h 4317900"/>
              <a:gd name="connsiteX10" fmla="*/ 4018983 w 5780109"/>
              <a:gd name="connsiteY10" fmla="*/ 4307808 h 4317900"/>
              <a:gd name="connsiteX11" fmla="*/ 4305637 w 5780109"/>
              <a:gd name="connsiteY11" fmla="*/ 4026101 h 4317900"/>
              <a:gd name="connsiteX12" fmla="*/ 4772788 w 5780109"/>
              <a:gd name="connsiteY12" fmla="*/ 3918406 h 4317900"/>
              <a:gd name="connsiteX13" fmla="*/ 5330667 w 5780109"/>
              <a:gd name="connsiteY13" fmla="*/ 3723259 h 4317900"/>
              <a:gd name="connsiteX14" fmla="*/ 5610347 w 5780109"/>
              <a:gd name="connsiteY14" fmla="*/ 3542919 h 4317900"/>
              <a:gd name="connsiteX15" fmla="*/ 5780053 w 5780109"/>
              <a:gd name="connsiteY15" fmla="*/ 2948005 h 4317900"/>
              <a:gd name="connsiteX16" fmla="*/ 5593861 w 5780109"/>
              <a:gd name="connsiteY16" fmla="*/ 2009855 h 4317900"/>
              <a:gd name="connsiteX17" fmla="*/ 5144224 w 5780109"/>
              <a:gd name="connsiteY17" fmla="*/ 1269947 h 4317900"/>
              <a:gd name="connsiteX18" fmla="*/ 5169420 w 5780109"/>
              <a:gd name="connsiteY18" fmla="*/ 505418 h 4317900"/>
              <a:gd name="connsiteX19" fmla="*/ 5391689 w 5780109"/>
              <a:gd name="connsiteY19" fmla="*/ 0 h 4317900"/>
              <a:gd name="connsiteX0" fmla="*/ 0 w 5780109"/>
              <a:gd name="connsiteY0" fmla="*/ 4256013 h 4317900"/>
              <a:gd name="connsiteX1" fmla="*/ 498170 w 5780109"/>
              <a:gd name="connsiteY1" fmla="*/ 3800619 h 4317900"/>
              <a:gd name="connsiteX2" fmla="*/ 977306 w 5780109"/>
              <a:gd name="connsiteY2" fmla="*/ 3462076 h 4317900"/>
              <a:gd name="connsiteX3" fmla="*/ 1679121 w 5780109"/>
              <a:gd name="connsiteY3" fmla="*/ 2970840 h 4317900"/>
              <a:gd name="connsiteX4" fmla="*/ 2047732 w 5780109"/>
              <a:gd name="connsiteY4" fmla="*/ 3056308 h 4317900"/>
              <a:gd name="connsiteX5" fmla="*/ 2339180 w 5780109"/>
              <a:gd name="connsiteY5" fmla="*/ 3546916 h 4317900"/>
              <a:gd name="connsiteX6" fmla="*/ 2678430 w 5780109"/>
              <a:gd name="connsiteY6" fmla="*/ 4018327 h 4317900"/>
              <a:gd name="connsiteX7" fmla="*/ 2877472 w 5780109"/>
              <a:gd name="connsiteY7" fmla="*/ 4180898 h 4317900"/>
              <a:gd name="connsiteX8" fmla="*/ 3109632 w 5780109"/>
              <a:gd name="connsiteY8" fmla="*/ 4282186 h 4317900"/>
              <a:gd name="connsiteX9" fmla="*/ 3763237 w 5780109"/>
              <a:gd name="connsiteY9" fmla="*/ 4257802 h 4317900"/>
              <a:gd name="connsiteX10" fmla="*/ 4018983 w 5780109"/>
              <a:gd name="connsiteY10" fmla="*/ 4307808 h 4317900"/>
              <a:gd name="connsiteX11" fmla="*/ 4305637 w 5780109"/>
              <a:gd name="connsiteY11" fmla="*/ 4026101 h 4317900"/>
              <a:gd name="connsiteX12" fmla="*/ 4772788 w 5780109"/>
              <a:gd name="connsiteY12" fmla="*/ 3918406 h 4317900"/>
              <a:gd name="connsiteX13" fmla="*/ 5330667 w 5780109"/>
              <a:gd name="connsiteY13" fmla="*/ 3723259 h 4317900"/>
              <a:gd name="connsiteX14" fmla="*/ 5610347 w 5780109"/>
              <a:gd name="connsiteY14" fmla="*/ 3542919 h 4317900"/>
              <a:gd name="connsiteX15" fmla="*/ 5780053 w 5780109"/>
              <a:gd name="connsiteY15" fmla="*/ 2948005 h 4317900"/>
              <a:gd name="connsiteX16" fmla="*/ 5593861 w 5780109"/>
              <a:gd name="connsiteY16" fmla="*/ 2009855 h 4317900"/>
              <a:gd name="connsiteX17" fmla="*/ 5144224 w 5780109"/>
              <a:gd name="connsiteY17" fmla="*/ 1269947 h 4317900"/>
              <a:gd name="connsiteX18" fmla="*/ 5169420 w 5780109"/>
              <a:gd name="connsiteY18" fmla="*/ 505418 h 4317900"/>
              <a:gd name="connsiteX19" fmla="*/ 5391689 w 5780109"/>
              <a:gd name="connsiteY19" fmla="*/ 0 h 4317900"/>
              <a:gd name="connsiteX0" fmla="*/ 0 w 5692438"/>
              <a:gd name="connsiteY0" fmla="*/ 3947948 h 4317900"/>
              <a:gd name="connsiteX1" fmla="*/ 410499 w 5692438"/>
              <a:gd name="connsiteY1" fmla="*/ 3800619 h 4317900"/>
              <a:gd name="connsiteX2" fmla="*/ 889635 w 5692438"/>
              <a:gd name="connsiteY2" fmla="*/ 3462076 h 4317900"/>
              <a:gd name="connsiteX3" fmla="*/ 1591450 w 5692438"/>
              <a:gd name="connsiteY3" fmla="*/ 2970840 h 4317900"/>
              <a:gd name="connsiteX4" fmla="*/ 1960061 w 5692438"/>
              <a:gd name="connsiteY4" fmla="*/ 3056308 h 4317900"/>
              <a:gd name="connsiteX5" fmla="*/ 2251509 w 5692438"/>
              <a:gd name="connsiteY5" fmla="*/ 3546916 h 4317900"/>
              <a:gd name="connsiteX6" fmla="*/ 2590759 w 5692438"/>
              <a:gd name="connsiteY6" fmla="*/ 4018327 h 4317900"/>
              <a:gd name="connsiteX7" fmla="*/ 2789801 w 5692438"/>
              <a:gd name="connsiteY7" fmla="*/ 4180898 h 4317900"/>
              <a:gd name="connsiteX8" fmla="*/ 3021961 w 5692438"/>
              <a:gd name="connsiteY8" fmla="*/ 4282186 h 4317900"/>
              <a:gd name="connsiteX9" fmla="*/ 3675566 w 5692438"/>
              <a:gd name="connsiteY9" fmla="*/ 4257802 h 4317900"/>
              <a:gd name="connsiteX10" fmla="*/ 3931312 w 5692438"/>
              <a:gd name="connsiteY10" fmla="*/ 4307808 h 4317900"/>
              <a:gd name="connsiteX11" fmla="*/ 4217966 w 5692438"/>
              <a:gd name="connsiteY11" fmla="*/ 4026101 h 4317900"/>
              <a:gd name="connsiteX12" fmla="*/ 4685117 w 5692438"/>
              <a:gd name="connsiteY12" fmla="*/ 3918406 h 4317900"/>
              <a:gd name="connsiteX13" fmla="*/ 5242996 w 5692438"/>
              <a:gd name="connsiteY13" fmla="*/ 3723259 h 4317900"/>
              <a:gd name="connsiteX14" fmla="*/ 5522676 w 5692438"/>
              <a:gd name="connsiteY14" fmla="*/ 3542919 h 4317900"/>
              <a:gd name="connsiteX15" fmla="*/ 5692382 w 5692438"/>
              <a:gd name="connsiteY15" fmla="*/ 2948005 h 4317900"/>
              <a:gd name="connsiteX16" fmla="*/ 5506190 w 5692438"/>
              <a:gd name="connsiteY16" fmla="*/ 2009855 h 4317900"/>
              <a:gd name="connsiteX17" fmla="*/ 5056553 w 5692438"/>
              <a:gd name="connsiteY17" fmla="*/ 1269947 h 4317900"/>
              <a:gd name="connsiteX18" fmla="*/ 5081749 w 5692438"/>
              <a:gd name="connsiteY18" fmla="*/ 505418 h 4317900"/>
              <a:gd name="connsiteX19" fmla="*/ 5304018 w 5692438"/>
              <a:gd name="connsiteY19" fmla="*/ 0 h 4317900"/>
              <a:gd name="connsiteX0" fmla="*/ 0 w 5692438"/>
              <a:gd name="connsiteY0" fmla="*/ 3947948 h 4317900"/>
              <a:gd name="connsiteX1" fmla="*/ 409916 w 5692438"/>
              <a:gd name="connsiteY1" fmla="*/ 3622116 h 4317900"/>
              <a:gd name="connsiteX2" fmla="*/ 889635 w 5692438"/>
              <a:gd name="connsiteY2" fmla="*/ 3462076 h 4317900"/>
              <a:gd name="connsiteX3" fmla="*/ 1591450 w 5692438"/>
              <a:gd name="connsiteY3" fmla="*/ 2970840 h 4317900"/>
              <a:gd name="connsiteX4" fmla="*/ 1960061 w 5692438"/>
              <a:gd name="connsiteY4" fmla="*/ 3056308 h 4317900"/>
              <a:gd name="connsiteX5" fmla="*/ 2251509 w 5692438"/>
              <a:gd name="connsiteY5" fmla="*/ 3546916 h 4317900"/>
              <a:gd name="connsiteX6" fmla="*/ 2590759 w 5692438"/>
              <a:gd name="connsiteY6" fmla="*/ 4018327 h 4317900"/>
              <a:gd name="connsiteX7" fmla="*/ 2789801 w 5692438"/>
              <a:gd name="connsiteY7" fmla="*/ 4180898 h 4317900"/>
              <a:gd name="connsiteX8" fmla="*/ 3021961 w 5692438"/>
              <a:gd name="connsiteY8" fmla="*/ 4282186 h 4317900"/>
              <a:gd name="connsiteX9" fmla="*/ 3675566 w 5692438"/>
              <a:gd name="connsiteY9" fmla="*/ 4257802 h 4317900"/>
              <a:gd name="connsiteX10" fmla="*/ 3931312 w 5692438"/>
              <a:gd name="connsiteY10" fmla="*/ 4307808 h 4317900"/>
              <a:gd name="connsiteX11" fmla="*/ 4217966 w 5692438"/>
              <a:gd name="connsiteY11" fmla="*/ 4026101 h 4317900"/>
              <a:gd name="connsiteX12" fmla="*/ 4685117 w 5692438"/>
              <a:gd name="connsiteY12" fmla="*/ 3918406 h 4317900"/>
              <a:gd name="connsiteX13" fmla="*/ 5242996 w 5692438"/>
              <a:gd name="connsiteY13" fmla="*/ 3723259 h 4317900"/>
              <a:gd name="connsiteX14" fmla="*/ 5522676 w 5692438"/>
              <a:gd name="connsiteY14" fmla="*/ 3542919 h 4317900"/>
              <a:gd name="connsiteX15" fmla="*/ 5692382 w 5692438"/>
              <a:gd name="connsiteY15" fmla="*/ 2948005 h 4317900"/>
              <a:gd name="connsiteX16" fmla="*/ 5506190 w 5692438"/>
              <a:gd name="connsiteY16" fmla="*/ 2009855 h 4317900"/>
              <a:gd name="connsiteX17" fmla="*/ 5056553 w 5692438"/>
              <a:gd name="connsiteY17" fmla="*/ 1269947 h 4317900"/>
              <a:gd name="connsiteX18" fmla="*/ 5081749 w 5692438"/>
              <a:gd name="connsiteY18" fmla="*/ 505418 h 4317900"/>
              <a:gd name="connsiteX19" fmla="*/ 5304018 w 5692438"/>
              <a:gd name="connsiteY19" fmla="*/ 0 h 4317900"/>
              <a:gd name="connsiteX0" fmla="*/ 0 w 5692438"/>
              <a:gd name="connsiteY0" fmla="*/ 3947948 h 4297199"/>
              <a:gd name="connsiteX1" fmla="*/ 409916 w 5692438"/>
              <a:gd name="connsiteY1" fmla="*/ 3622116 h 4297199"/>
              <a:gd name="connsiteX2" fmla="*/ 889635 w 5692438"/>
              <a:gd name="connsiteY2" fmla="*/ 3462076 h 4297199"/>
              <a:gd name="connsiteX3" fmla="*/ 1591450 w 5692438"/>
              <a:gd name="connsiteY3" fmla="*/ 2970840 h 4297199"/>
              <a:gd name="connsiteX4" fmla="*/ 1960061 w 5692438"/>
              <a:gd name="connsiteY4" fmla="*/ 3056308 h 4297199"/>
              <a:gd name="connsiteX5" fmla="*/ 2251509 w 5692438"/>
              <a:gd name="connsiteY5" fmla="*/ 3546916 h 4297199"/>
              <a:gd name="connsiteX6" fmla="*/ 2590759 w 5692438"/>
              <a:gd name="connsiteY6" fmla="*/ 4018327 h 4297199"/>
              <a:gd name="connsiteX7" fmla="*/ 2789801 w 5692438"/>
              <a:gd name="connsiteY7" fmla="*/ 4180898 h 4297199"/>
              <a:gd name="connsiteX8" fmla="*/ 3021961 w 5692438"/>
              <a:gd name="connsiteY8" fmla="*/ 4282186 h 4297199"/>
              <a:gd name="connsiteX9" fmla="*/ 3675566 w 5692438"/>
              <a:gd name="connsiteY9" fmla="*/ 4257802 h 4297199"/>
              <a:gd name="connsiteX10" fmla="*/ 3892102 w 5692438"/>
              <a:gd name="connsiteY10" fmla="*/ 3923868 h 4297199"/>
              <a:gd name="connsiteX11" fmla="*/ 4217966 w 5692438"/>
              <a:gd name="connsiteY11" fmla="*/ 4026101 h 4297199"/>
              <a:gd name="connsiteX12" fmla="*/ 4685117 w 5692438"/>
              <a:gd name="connsiteY12" fmla="*/ 3918406 h 4297199"/>
              <a:gd name="connsiteX13" fmla="*/ 5242996 w 5692438"/>
              <a:gd name="connsiteY13" fmla="*/ 3723259 h 4297199"/>
              <a:gd name="connsiteX14" fmla="*/ 5522676 w 5692438"/>
              <a:gd name="connsiteY14" fmla="*/ 3542919 h 4297199"/>
              <a:gd name="connsiteX15" fmla="*/ 5692382 w 5692438"/>
              <a:gd name="connsiteY15" fmla="*/ 2948005 h 4297199"/>
              <a:gd name="connsiteX16" fmla="*/ 5506190 w 5692438"/>
              <a:gd name="connsiteY16" fmla="*/ 2009855 h 4297199"/>
              <a:gd name="connsiteX17" fmla="*/ 5056553 w 5692438"/>
              <a:gd name="connsiteY17" fmla="*/ 1269947 h 4297199"/>
              <a:gd name="connsiteX18" fmla="*/ 5081749 w 5692438"/>
              <a:gd name="connsiteY18" fmla="*/ 505418 h 4297199"/>
              <a:gd name="connsiteX19" fmla="*/ 5304018 w 5692438"/>
              <a:gd name="connsiteY19" fmla="*/ 0 h 4297199"/>
              <a:gd name="connsiteX0" fmla="*/ 0 w 5692438"/>
              <a:gd name="connsiteY0" fmla="*/ 3947948 h 4289904"/>
              <a:gd name="connsiteX1" fmla="*/ 409916 w 5692438"/>
              <a:gd name="connsiteY1" fmla="*/ 3622116 h 4289904"/>
              <a:gd name="connsiteX2" fmla="*/ 889635 w 5692438"/>
              <a:gd name="connsiteY2" fmla="*/ 3462076 h 4289904"/>
              <a:gd name="connsiteX3" fmla="*/ 1591450 w 5692438"/>
              <a:gd name="connsiteY3" fmla="*/ 2970840 h 4289904"/>
              <a:gd name="connsiteX4" fmla="*/ 1960061 w 5692438"/>
              <a:gd name="connsiteY4" fmla="*/ 3056308 h 4289904"/>
              <a:gd name="connsiteX5" fmla="*/ 2251509 w 5692438"/>
              <a:gd name="connsiteY5" fmla="*/ 3546916 h 4289904"/>
              <a:gd name="connsiteX6" fmla="*/ 2590759 w 5692438"/>
              <a:gd name="connsiteY6" fmla="*/ 4018327 h 4289904"/>
              <a:gd name="connsiteX7" fmla="*/ 2789801 w 5692438"/>
              <a:gd name="connsiteY7" fmla="*/ 4180898 h 4289904"/>
              <a:gd name="connsiteX8" fmla="*/ 3021961 w 5692438"/>
              <a:gd name="connsiteY8" fmla="*/ 4282186 h 4289904"/>
              <a:gd name="connsiteX9" fmla="*/ 3386554 w 5692438"/>
              <a:gd name="connsiteY9" fmla="*/ 3971533 h 4289904"/>
              <a:gd name="connsiteX10" fmla="*/ 3892102 w 5692438"/>
              <a:gd name="connsiteY10" fmla="*/ 3923868 h 4289904"/>
              <a:gd name="connsiteX11" fmla="*/ 4217966 w 5692438"/>
              <a:gd name="connsiteY11" fmla="*/ 4026101 h 4289904"/>
              <a:gd name="connsiteX12" fmla="*/ 4685117 w 5692438"/>
              <a:gd name="connsiteY12" fmla="*/ 3918406 h 4289904"/>
              <a:gd name="connsiteX13" fmla="*/ 5242996 w 5692438"/>
              <a:gd name="connsiteY13" fmla="*/ 3723259 h 4289904"/>
              <a:gd name="connsiteX14" fmla="*/ 5522676 w 5692438"/>
              <a:gd name="connsiteY14" fmla="*/ 3542919 h 4289904"/>
              <a:gd name="connsiteX15" fmla="*/ 5692382 w 5692438"/>
              <a:gd name="connsiteY15" fmla="*/ 2948005 h 4289904"/>
              <a:gd name="connsiteX16" fmla="*/ 5506190 w 5692438"/>
              <a:gd name="connsiteY16" fmla="*/ 2009855 h 4289904"/>
              <a:gd name="connsiteX17" fmla="*/ 5056553 w 5692438"/>
              <a:gd name="connsiteY17" fmla="*/ 1269947 h 4289904"/>
              <a:gd name="connsiteX18" fmla="*/ 5081749 w 5692438"/>
              <a:gd name="connsiteY18" fmla="*/ 505418 h 4289904"/>
              <a:gd name="connsiteX19" fmla="*/ 5304018 w 5692438"/>
              <a:gd name="connsiteY19" fmla="*/ 0 h 4289904"/>
              <a:gd name="connsiteX0" fmla="*/ 0 w 5692438"/>
              <a:gd name="connsiteY0" fmla="*/ 3442530 h 3784486"/>
              <a:gd name="connsiteX1" fmla="*/ 409916 w 5692438"/>
              <a:gd name="connsiteY1" fmla="*/ 3116698 h 3784486"/>
              <a:gd name="connsiteX2" fmla="*/ 889635 w 5692438"/>
              <a:gd name="connsiteY2" fmla="*/ 2956658 h 3784486"/>
              <a:gd name="connsiteX3" fmla="*/ 1591450 w 5692438"/>
              <a:gd name="connsiteY3" fmla="*/ 2465422 h 3784486"/>
              <a:gd name="connsiteX4" fmla="*/ 1960061 w 5692438"/>
              <a:gd name="connsiteY4" fmla="*/ 2550890 h 3784486"/>
              <a:gd name="connsiteX5" fmla="*/ 2251509 w 5692438"/>
              <a:gd name="connsiteY5" fmla="*/ 3041498 h 3784486"/>
              <a:gd name="connsiteX6" fmla="*/ 2590759 w 5692438"/>
              <a:gd name="connsiteY6" fmla="*/ 3512909 h 3784486"/>
              <a:gd name="connsiteX7" fmla="*/ 2789801 w 5692438"/>
              <a:gd name="connsiteY7" fmla="*/ 3675480 h 3784486"/>
              <a:gd name="connsiteX8" fmla="*/ 3021961 w 5692438"/>
              <a:gd name="connsiteY8" fmla="*/ 3776768 h 3784486"/>
              <a:gd name="connsiteX9" fmla="*/ 3386554 w 5692438"/>
              <a:gd name="connsiteY9" fmla="*/ 3466115 h 3784486"/>
              <a:gd name="connsiteX10" fmla="*/ 3892102 w 5692438"/>
              <a:gd name="connsiteY10" fmla="*/ 3418450 h 3784486"/>
              <a:gd name="connsiteX11" fmla="*/ 4217966 w 5692438"/>
              <a:gd name="connsiteY11" fmla="*/ 3520683 h 3784486"/>
              <a:gd name="connsiteX12" fmla="*/ 4685117 w 5692438"/>
              <a:gd name="connsiteY12" fmla="*/ 3412988 h 3784486"/>
              <a:gd name="connsiteX13" fmla="*/ 5242996 w 5692438"/>
              <a:gd name="connsiteY13" fmla="*/ 3217841 h 3784486"/>
              <a:gd name="connsiteX14" fmla="*/ 5522676 w 5692438"/>
              <a:gd name="connsiteY14" fmla="*/ 3037501 h 3784486"/>
              <a:gd name="connsiteX15" fmla="*/ 5692382 w 5692438"/>
              <a:gd name="connsiteY15" fmla="*/ 2442587 h 3784486"/>
              <a:gd name="connsiteX16" fmla="*/ 5506190 w 5692438"/>
              <a:gd name="connsiteY16" fmla="*/ 1504437 h 3784486"/>
              <a:gd name="connsiteX17" fmla="*/ 5056553 w 5692438"/>
              <a:gd name="connsiteY17" fmla="*/ 764529 h 3784486"/>
              <a:gd name="connsiteX18" fmla="*/ 5081749 w 5692438"/>
              <a:gd name="connsiteY18" fmla="*/ 0 h 3784486"/>
              <a:gd name="connsiteX0" fmla="*/ 0 w 5692438"/>
              <a:gd name="connsiteY0" fmla="*/ 2678001 h 3019957"/>
              <a:gd name="connsiteX1" fmla="*/ 409916 w 5692438"/>
              <a:gd name="connsiteY1" fmla="*/ 2352169 h 3019957"/>
              <a:gd name="connsiteX2" fmla="*/ 889635 w 5692438"/>
              <a:gd name="connsiteY2" fmla="*/ 2192129 h 3019957"/>
              <a:gd name="connsiteX3" fmla="*/ 1591450 w 5692438"/>
              <a:gd name="connsiteY3" fmla="*/ 1700893 h 3019957"/>
              <a:gd name="connsiteX4" fmla="*/ 1960061 w 5692438"/>
              <a:gd name="connsiteY4" fmla="*/ 1786361 h 3019957"/>
              <a:gd name="connsiteX5" fmla="*/ 2251509 w 5692438"/>
              <a:gd name="connsiteY5" fmla="*/ 2276969 h 3019957"/>
              <a:gd name="connsiteX6" fmla="*/ 2590759 w 5692438"/>
              <a:gd name="connsiteY6" fmla="*/ 2748380 h 3019957"/>
              <a:gd name="connsiteX7" fmla="*/ 2789801 w 5692438"/>
              <a:gd name="connsiteY7" fmla="*/ 2910951 h 3019957"/>
              <a:gd name="connsiteX8" fmla="*/ 3021961 w 5692438"/>
              <a:gd name="connsiteY8" fmla="*/ 3012239 h 3019957"/>
              <a:gd name="connsiteX9" fmla="*/ 3386554 w 5692438"/>
              <a:gd name="connsiteY9" fmla="*/ 2701586 h 3019957"/>
              <a:gd name="connsiteX10" fmla="*/ 3892102 w 5692438"/>
              <a:gd name="connsiteY10" fmla="*/ 2653921 h 3019957"/>
              <a:gd name="connsiteX11" fmla="*/ 4217966 w 5692438"/>
              <a:gd name="connsiteY11" fmla="*/ 2756154 h 3019957"/>
              <a:gd name="connsiteX12" fmla="*/ 4685117 w 5692438"/>
              <a:gd name="connsiteY12" fmla="*/ 2648459 h 3019957"/>
              <a:gd name="connsiteX13" fmla="*/ 5242996 w 5692438"/>
              <a:gd name="connsiteY13" fmla="*/ 2453312 h 3019957"/>
              <a:gd name="connsiteX14" fmla="*/ 5522676 w 5692438"/>
              <a:gd name="connsiteY14" fmla="*/ 2272972 h 3019957"/>
              <a:gd name="connsiteX15" fmla="*/ 5692382 w 5692438"/>
              <a:gd name="connsiteY15" fmla="*/ 1678058 h 3019957"/>
              <a:gd name="connsiteX16" fmla="*/ 5506190 w 5692438"/>
              <a:gd name="connsiteY16" fmla="*/ 739908 h 3019957"/>
              <a:gd name="connsiteX17" fmla="*/ 5056553 w 5692438"/>
              <a:gd name="connsiteY17" fmla="*/ 0 h 3019957"/>
              <a:gd name="connsiteX0" fmla="*/ 0 w 5692438"/>
              <a:gd name="connsiteY0" fmla="*/ 1938093 h 2280049"/>
              <a:gd name="connsiteX1" fmla="*/ 409916 w 5692438"/>
              <a:gd name="connsiteY1" fmla="*/ 1612261 h 2280049"/>
              <a:gd name="connsiteX2" fmla="*/ 889635 w 5692438"/>
              <a:gd name="connsiteY2" fmla="*/ 1452221 h 2280049"/>
              <a:gd name="connsiteX3" fmla="*/ 1591450 w 5692438"/>
              <a:gd name="connsiteY3" fmla="*/ 960985 h 2280049"/>
              <a:gd name="connsiteX4" fmla="*/ 1960061 w 5692438"/>
              <a:gd name="connsiteY4" fmla="*/ 1046453 h 2280049"/>
              <a:gd name="connsiteX5" fmla="*/ 2251509 w 5692438"/>
              <a:gd name="connsiteY5" fmla="*/ 1537061 h 2280049"/>
              <a:gd name="connsiteX6" fmla="*/ 2590759 w 5692438"/>
              <a:gd name="connsiteY6" fmla="*/ 2008472 h 2280049"/>
              <a:gd name="connsiteX7" fmla="*/ 2789801 w 5692438"/>
              <a:gd name="connsiteY7" fmla="*/ 2171043 h 2280049"/>
              <a:gd name="connsiteX8" fmla="*/ 3021961 w 5692438"/>
              <a:gd name="connsiteY8" fmla="*/ 2272331 h 2280049"/>
              <a:gd name="connsiteX9" fmla="*/ 3386554 w 5692438"/>
              <a:gd name="connsiteY9" fmla="*/ 1961678 h 2280049"/>
              <a:gd name="connsiteX10" fmla="*/ 3892102 w 5692438"/>
              <a:gd name="connsiteY10" fmla="*/ 1914013 h 2280049"/>
              <a:gd name="connsiteX11" fmla="*/ 4217966 w 5692438"/>
              <a:gd name="connsiteY11" fmla="*/ 2016246 h 2280049"/>
              <a:gd name="connsiteX12" fmla="*/ 4685117 w 5692438"/>
              <a:gd name="connsiteY12" fmla="*/ 1908551 h 2280049"/>
              <a:gd name="connsiteX13" fmla="*/ 5242996 w 5692438"/>
              <a:gd name="connsiteY13" fmla="*/ 1713404 h 2280049"/>
              <a:gd name="connsiteX14" fmla="*/ 5522676 w 5692438"/>
              <a:gd name="connsiteY14" fmla="*/ 1533064 h 2280049"/>
              <a:gd name="connsiteX15" fmla="*/ 5692382 w 5692438"/>
              <a:gd name="connsiteY15" fmla="*/ 938150 h 2280049"/>
              <a:gd name="connsiteX16" fmla="*/ 5506190 w 5692438"/>
              <a:gd name="connsiteY16" fmla="*/ 0 h 2280049"/>
              <a:gd name="connsiteX0" fmla="*/ 0 w 5692438"/>
              <a:gd name="connsiteY0" fmla="*/ 1006621 h 1348577"/>
              <a:gd name="connsiteX1" fmla="*/ 409916 w 5692438"/>
              <a:gd name="connsiteY1" fmla="*/ 680789 h 1348577"/>
              <a:gd name="connsiteX2" fmla="*/ 889635 w 5692438"/>
              <a:gd name="connsiteY2" fmla="*/ 520749 h 1348577"/>
              <a:gd name="connsiteX3" fmla="*/ 1591450 w 5692438"/>
              <a:gd name="connsiteY3" fmla="*/ 29513 h 1348577"/>
              <a:gd name="connsiteX4" fmla="*/ 1960061 w 5692438"/>
              <a:gd name="connsiteY4" fmla="*/ 114981 h 1348577"/>
              <a:gd name="connsiteX5" fmla="*/ 2251509 w 5692438"/>
              <a:gd name="connsiteY5" fmla="*/ 605589 h 1348577"/>
              <a:gd name="connsiteX6" fmla="*/ 2590759 w 5692438"/>
              <a:gd name="connsiteY6" fmla="*/ 1077000 h 1348577"/>
              <a:gd name="connsiteX7" fmla="*/ 2789801 w 5692438"/>
              <a:gd name="connsiteY7" fmla="*/ 1239571 h 1348577"/>
              <a:gd name="connsiteX8" fmla="*/ 3021961 w 5692438"/>
              <a:gd name="connsiteY8" fmla="*/ 1340859 h 1348577"/>
              <a:gd name="connsiteX9" fmla="*/ 3386554 w 5692438"/>
              <a:gd name="connsiteY9" fmla="*/ 1030206 h 1348577"/>
              <a:gd name="connsiteX10" fmla="*/ 3892102 w 5692438"/>
              <a:gd name="connsiteY10" fmla="*/ 982541 h 1348577"/>
              <a:gd name="connsiteX11" fmla="*/ 4217966 w 5692438"/>
              <a:gd name="connsiteY11" fmla="*/ 1084774 h 1348577"/>
              <a:gd name="connsiteX12" fmla="*/ 4685117 w 5692438"/>
              <a:gd name="connsiteY12" fmla="*/ 977079 h 1348577"/>
              <a:gd name="connsiteX13" fmla="*/ 5242996 w 5692438"/>
              <a:gd name="connsiteY13" fmla="*/ 781932 h 1348577"/>
              <a:gd name="connsiteX14" fmla="*/ 5522676 w 5692438"/>
              <a:gd name="connsiteY14" fmla="*/ 601592 h 1348577"/>
              <a:gd name="connsiteX15" fmla="*/ 5692382 w 5692438"/>
              <a:gd name="connsiteY15" fmla="*/ 6678 h 1348577"/>
              <a:gd name="connsiteX0" fmla="*/ 0 w 5522676"/>
              <a:gd name="connsiteY0" fmla="*/ 1006620 h 1348576"/>
              <a:gd name="connsiteX1" fmla="*/ 409916 w 5522676"/>
              <a:gd name="connsiteY1" fmla="*/ 680788 h 1348576"/>
              <a:gd name="connsiteX2" fmla="*/ 889635 w 5522676"/>
              <a:gd name="connsiteY2" fmla="*/ 520748 h 1348576"/>
              <a:gd name="connsiteX3" fmla="*/ 1591450 w 5522676"/>
              <a:gd name="connsiteY3" fmla="*/ 29512 h 1348576"/>
              <a:gd name="connsiteX4" fmla="*/ 1960061 w 5522676"/>
              <a:gd name="connsiteY4" fmla="*/ 114980 h 1348576"/>
              <a:gd name="connsiteX5" fmla="*/ 2251509 w 5522676"/>
              <a:gd name="connsiteY5" fmla="*/ 605588 h 1348576"/>
              <a:gd name="connsiteX6" fmla="*/ 2590759 w 5522676"/>
              <a:gd name="connsiteY6" fmla="*/ 1076999 h 1348576"/>
              <a:gd name="connsiteX7" fmla="*/ 2789801 w 5522676"/>
              <a:gd name="connsiteY7" fmla="*/ 1239570 h 1348576"/>
              <a:gd name="connsiteX8" fmla="*/ 3021961 w 5522676"/>
              <a:gd name="connsiteY8" fmla="*/ 1340858 h 1348576"/>
              <a:gd name="connsiteX9" fmla="*/ 3386554 w 5522676"/>
              <a:gd name="connsiteY9" fmla="*/ 1030205 h 1348576"/>
              <a:gd name="connsiteX10" fmla="*/ 3892102 w 5522676"/>
              <a:gd name="connsiteY10" fmla="*/ 982540 h 1348576"/>
              <a:gd name="connsiteX11" fmla="*/ 4217966 w 5522676"/>
              <a:gd name="connsiteY11" fmla="*/ 1084773 h 1348576"/>
              <a:gd name="connsiteX12" fmla="*/ 4685117 w 5522676"/>
              <a:gd name="connsiteY12" fmla="*/ 977078 h 1348576"/>
              <a:gd name="connsiteX13" fmla="*/ 5242996 w 5522676"/>
              <a:gd name="connsiteY13" fmla="*/ 781931 h 1348576"/>
              <a:gd name="connsiteX14" fmla="*/ 5522676 w 5522676"/>
              <a:gd name="connsiteY14" fmla="*/ 601591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242996 w 5632522"/>
              <a:gd name="connsiteY13" fmla="*/ 781931 h 1348576"/>
              <a:gd name="connsiteX14" fmla="*/ 5632522 w 5632522"/>
              <a:gd name="connsiteY14" fmla="*/ 495522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242996 w 5632522"/>
              <a:gd name="connsiteY13" fmla="*/ 781931 h 1348576"/>
              <a:gd name="connsiteX14" fmla="*/ 5632522 w 5632522"/>
              <a:gd name="connsiteY14" fmla="*/ 495522 h 1348576"/>
              <a:gd name="connsiteX0" fmla="*/ 0 w 5632522"/>
              <a:gd name="connsiteY0" fmla="*/ 1006620 h 1348576"/>
              <a:gd name="connsiteX1" fmla="*/ 409916 w 5632522"/>
              <a:gd name="connsiteY1" fmla="*/ 680788 h 1348576"/>
              <a:gd name="connsiteX2" fmla="*/ 889635 w 5632522"/>
              <a:gd name="connsiteY2" fmla="*/ 520748 h 1348576"/>
              <a:gd name="connsiteX3" fmla="*/ 1591450 w 5632522"/>
              <a:gd name="connsiteY3" fmla="*/ 29512 h 1348576"/>
              <a:gd name="connsiteX4" fmla="*/ 1960061 w 5632522"/>
              <a:gd name="connsiteY4" fmla="*/ 114980 h 1348576"/>
              <a:gd name="connsiteX5" fmla="*/ 2251509 w 5632522"/>
              <a:gd name="connsiteY5" fmla="*/ 605588 h 1348576"/>
              <a:gd name="connsiteX6" fmla="*/ 2590759 w 5632522"/>
              <a:gd name="connsiteY6" fmla="*/ 1076999 h 1348576"/>
              <a:gd name="connsiteX7" fmla="*/ 2789801 w 5632522"/>
              <a:gd name="connsiteY7" fmla="*/ 1239570 h 1348576"/>
              <a:gd name="connsiteX8" fmla="*/ 3021961 w 5632522"/>
              <a:gd name="connsiteY8" fmla="*/ 1340858 h 1348576"/>
              <a:gd name="connsiteX9" fmla="*/ 3386554 w 5632522"/>
              <a:gd name="connsiteY9" fmla="*/ 1030205 h 1348576"/>
              <a:gd name="connsiteX10" fmla="*/ 3892102 w 5632522"/>
              <a:gd name="connsiteY10" fmla="*/ 982540 h 1348576"/>
              <a:gd name="connsiteX11" fmla="*/ 4217966 w 5632522"/>
              <a:gd name="connsiteY11" fmla="*/ 1084773 h 1348576"/>
              <a:gd name="connsiteX12" fmla="*/ 4685117 w 5632522"/>
              <a:gd name="connsiteY12" fmla="*/ 977078 h 1348576"/>
              <a:gd name="connsiteX13" fmla="*/ 5161664 w 5632522"/>
              <a:gd name="connsiteY13" fmla="*/ 728864 h 1348576"/>
              <a:gd name="connsiteX14" fmla="*/ 5632522 w 5632522"/>
              <a:gd name="connsiteY14" fmla="*/ 495522 h 1348576"/>
              <a:gd name="connsiteX0" fmla="*/ 0 w 5632522"/>
              <a:gd name="connsiteY0" fmla="*/ 1006620 h 1277079"/>
              <a:gd name="connsiteX1" fmla="*/ 409916 w 5632522"/>
              <a:gd name="connsiteY1" fmla="*/ 680788 h 1277079"/>
              <a:gd name="connsiteX2" fmla="*/ 889635 w 5632522"/>
              <a:gd name="connsiteY2" fmla="*/ 520748 h 1277079"/>
              <a:gd name="connsiteX3" fmla="*/ 1591450 w 5632522"/>
              <a:gd name="connsiteY3" fmla="*/ 29512 h 1277079"/>
              <a:gd name="connsiteX4" fmla="*/ 1960061 w 5632522"/>
              <a:gd name="connsiteY4" fmla="*/ 114980 h 1277079"/>
              <a:gd name="connsiteX5" fmla="*/ 2251509 w 5632522"/>
              <a:gd name="connsiteY5" fmla="*/ 605588 h 1277079"/>
              <a:gd name="connsiteX6" fmla="*/ 2590759 w 5632522"/>
              <a:gd name="connsiteY6" fmla="*/ 1076999 h 1277079"/>
              <a:gd name="connsiteX7" fmla="*/ 2789801 w 5632522"/>
              <a:gd name="connsiteY7" fmla="*/ 1239570 h 1277079"/>
              <a:gd name="connsiteX8" fmla="*/ 3044086 w 5632522"/>
              <a:gd name="connsiteY8" fmla="*/ 1260089 h 1277079"/>
              <a:gd name="connsiteX9" fmla="*/ 3386554 w 5632522"/>
              <a:gd name="connsiteY9" fmla="*/ 1030205 h 1277079"/>
              <a:gd name="connsiteX10" fmla="*/ 3892102 w 5632522"/>
              <a:gd name="connsiteY10" fmla="*/ 982540 h 1277079"/>
              <a:gd name="connsiteX11" fmla="*/ 4217966 w 5632522"/>
              <a:gd name="connsiteY11" fmla="*/ 1084773 h 1277079"/>
              <a:gd name="connsiteX12" fmla="*/ 4685117 w 5632522"/>
              <a:gd name="connsiteY12" fmla="*/ 977078 h 1277079"/>
              <a:gd name="connsiteX13" fmla="*/ 5161664 w 5632522"/>
              <a:gd name="connsiteY13" fmla="*/ 728864 h 1277079"/>
              <a:gd name="connsiteX14" fmla="*/ 5632522 w 5632522"/>
              <a:gd name="connsiteY14" fmla="*/ 495522 h 1277079"/>
              <a:gd name="connsiteX0" fmla="*/ 0 w 5632522"/>
              <a:gd name="connsiteY0" fmla="*/ 1006620 h 1282495"/>
              <a:gd name="connsiteX1" fmla="*/ 409916 w 5632522"/>
              <a:gd name="connsiteY1" fmla="*/ 680788 h 1282495"/>
              <a:gd name="connsiteX2" fmla="*/ 889635 w 5632522"/>
              <a:gd name="connsiteY2" fmla="*/ 520748 h 1282495"/>
              <a:gd name="connsiteX3" fmla="*/ 1591450 w 5632522"/>
              <a:gd name="connsiteY3" fmla="*/ 29512 h 1282495"/>
              <a:gd name="connsiteX4" fmla="*/ 1960061 w 5632522"/>
              <a:gd name="connsiteY4" fmla="*/ 114980 h 1282495"/>
              <a:gd name="connsiteX5" fmla="*/ 2251509 w 5632522"/>
              <a:gd name="connsiteY5" fmla="*/ 605588 h 1282495"/>
              <a:gd name="connsiteX6" fmla="*/ 2568158 w 5632522"/>
              <a:gd name="connsiteY6" fmla="*/ 958412 h 1282495"/>
              <a:gd name="connsiteX7" fmla="*/ 2789801 w 5632522"/>
              <a:gd name="connsiteY7" fmla="*/ 1239570 h 1282495"/>
              <a:gd name="connsiteX8" fmla="*/ 3044086 w 5632522"/>
              <a:gd name="connsiteY8" fmla="*/ 1260089 h 1282495"/>
              <a:gd name="connsiteX9" fmla="*/ 3386554 w 5632522"/>
              <a:gd name="connsiteY9" fmla="*/ 1030205 h 1282495"/>
              <a:gd name="connsiteX10" fmla="*/ 3892102 w 5632522"/>
              <a:gd name="connsiteY10" fmla="*/ 982540 h 1282495"/>
              <a:gd name="connsiteX11" fmla="*/ 4217966 w 5632522"/>
              <a:gd name="connsiteY11" fmla="*/ 1084773 h 1282495"/>
              <a:gd name="connsiteX12" fmla="*/ 4685117 w 5632522"/>
              <a:gd name="connsiteY12" fmla="*/ 977078 h 1282495"/>
              <a:gd name="connsiteX13" fmla="*/ 5161664 w 5632522"/>
              <a:gd name="connsiteY13" fmla="*/ 728864 h 1282495"/>
              <a:gd name="connsiteX14" fmla="*/ 5632522 w 5632522"/>
              <a:gd name="connsiteY14" fmla="*/ 495522 h 1282495"/>
              <a:gd name="connsiteX0" fmla="*/ 0 w 5632522"/>
              <a:gd name="connsiteY0" fmla="*/ 1006620 h 1260615"/>
              <a:gd name="connsiteX1" fmla="*/ 409916 w 5632522"/>
              <a:gd name="connsiteY1" fmla="*/ 680788 h 1260615"/>
              <a:gd name="connsiteX2" fmla="*/ 889635 w 5632522"/>
              <a:gd name="connsiteY2" fmla="*/ 520748 h 1260615"/>
              <a:gd name="connsiteX3" fmla="*/ 1591450 w 5632522"/>
              <a:gd name="connsiteY3" fmla="*/ 29512 h 1260615"/>
              <a:gd name="connsiteX4" fmla="*/ 1960061 w 5632522"/>
              <a:gd name="connsiteY4" fmla="*/ 114980 h 1260615"/>
              <a:gd name="connsiteX5" fmla="*/ 2251509 w 5632522"/>
              <a:gd name="connsiteY5" fmla="*/ 605588 h 1260615"/>
              <a:gd name="connsiteX6" fmla="*/ 2568158 w 5632522"/>
              <a:gd name="connsiteY6" fmla="*/ 958412 h 1260615"/>
              <a:gd name="connsiteX7" fmla="*/ 3044086 w 5632522"/>
              <a:gd name="connsiteY7" fmla="*/ 1260089 h 1260615"/>
              <a:gd name="connsiteX8" fmla="*/ 3386554 w 5632522"/>
              <a:gd name="connsiteY8" fmla="*/ 1030205 h 1260615"/>
              <a:gd name="connsiteX9" fmla="*/ 3892102 w 5632522"/>
              <a:gd name="connsiteY9" fmla="*/ 982540 h 1260615"/>
              <a:gd name="connsiteX10" fmla="*/ 4217966 w 5632522"/>
              <a:gd name="connsiteY10" fmla="*/ 1084773 h 1260615"/>
              <a:gd name="connsiteX11" fmla="*/ 4685117 w 5632522"/>
              <a:gd name="connsiteY11" fmla="*/ 977078 h 1260615"/>
              <a:gd name="connsiteX12" fmla="*/ 5161664 w 5632522"/>
              <a:gd name="connsiteY12" fmla="*/ 728864 h 1260615"/>
              <a:gd name="connsiteX13" fmla="*/ 5632522 w 5632522"/>
              <a:gd name="connsiteY13" fmla="*/ 495522 h 1260615"/>
              <a:gd name="connsiteX0" fmla="*/ 0 w 5632522"/>
              <a:gd name="connsiteY0" fmla="*/ 1000962 h 1254957"/>
              <a:gd name="connsiteX1" fmla="*/ 409916 w 5632522"/>
              <a:gd name="connsiteY1" fmla="*/ 675130 h 1254957"/>
              <a:gd name="connsiteX2" fmla="*/ 984359 w 5632522"/>
              <a:gd name="connsiteY2" fmla="*/ 438119 h 1254957"/>
              <a:gd name="connsiteX3" fmla="*/ 1591450 w 5632522"/>
              <a:gd name="connsiteY3" fmla="*/ 23854 h 1254957"/>
              <a:gd name="connsiteX4" fmla="*/ 1960061 w 5632522"/>
              <a:gd name="connsiteY4" fmla="*/ 109322 h 1254957"/>
              <a:gd name="connsiteX5" fmla="*/ 2251509 w 5632522"/>
              <a:gd name="connsiteY5" fmla="*/ 599930 h 1254957"/>
              <a:gd name="connsiteX6" fmla="*/ 2568158 w 5632522"/>
              <a:gd name="connsiteY6" fmla="*/ 952754 h 1254957"/>
              <a:gd name="connsiteX7" fmla="*/ 3044086 w 5632522"/>
              <a:gd name="connsiteY7" fmla="*/ 1254431 h 1254957"/>
              <a:gd name="connsiteX8" fmla="*/ 3386554 w 5632522"/>
              <a:gd name="connsiteY8" fmla="*/ 1024547 h 1254957"/>
              <a:gd name="connsiteX9" fmla="*/ 3892102 w 5632522"/>
              <a:gd name="connsiteY9" fmla="*/ 976882 h 1254957"/>
              <a:gd name="connsiteX10" fmla="*/ 4217966 w 5632522"/>
              <a:gd name="connsiteY10" fmla="*/ 1079115 h 1254957"/>
              <a:gd name="connsiteX11" fmla="*/ 4685117 w 5632522"/>
              <a:gd name="connsiteY11" fmla="*/ 971420 h 1254957"/>
              <a:gd name="connsiteX12" fmla="*/ 5161664 w 5632522"/>
              <a:gd name="connsiteY12" fmla="*/ 723206 h 1254957"/>
              <a:gd name="connsiteX13" fmla="*/ 5632522 w 5632522"/>
              <a:gd name="connsiteY13" fmla="*/ 489864 h 1254957"/>
              <a:gd name="connsiteX0" fmla="*/ 0 w 5632522"/>
              <a:gd name="connsiteY0" fmla="*/ 1000962 h 1254957"/>
              <a:gd name="connsiteX1" fmla="*/ 693048 w 5632522"/>
              <a:gd name="connsiteY1" fmla="*/ 500930 h 1254957"/>
              <a:gd name="connsiteX2" fmla="*/ 984359 w 5632522"/>
              <a:gd name="connsiteY2" fmla="*/ 438119 h 1254957"/>
              <a:gd name="connsiteX3" fmla="*/ 1591450 w 5632522"/>
              <a:gd name="connsiteY3" fmla="*/ 23854 h 1254957"/>
              <a:gd name="connsiteX4" fmla="*/ 1960061 w 5632522"/>
              <a:gd name="connsiteY4" fmla="*/ 109322 h 1254957"/>
              <a:gd name="connsiteX5" fmla="*/ 2251509 w 5632522"/>
              <a:gd name="connsiteY5" fmla="*/ 599930 h 1254957"/>
              <a:gd name="connsiteX6" fmla="*/ 2568158 w 5632522"/>
              <a:gd name="connsiteY6" fmla="*/ 952754 h 1254957"/>
              <a:gd name="connsiteX7" fmla="*/ 3044086 w 5632522"/>
              <a:gd name="connsiteY7" fmla="*/ 1254431 h 1254957"/>
              <a:gd name="connsiteX8" fmla="*/ 3386554 w 5632522"/>
              <a:gd name="connsiteY8" fmla="*/ 1024547 h 1254957"/>
              <a:gd name="connsiteX9" fmla="*/ 3892102 w 5632522"/>
              <a:gd name="connsiteY9" fmla="*/ 976882 h 1254957"/>
              <a:gd name="connsiteX10" fmla="*/ 4217966 w 5632522"/>
              <a:gd name="connsiteY10" fmla="*/ 1079115 h 1254957"/>
              <a:gd name="connsiteX11" fmla="*/ 4685117 w 5632522"/>
              <a:gd name="connsiteY11" fmla="*/ 971420 h 1254957"/>
              <a:gd name="connsiteX12" fmla="*/ 5161664 w 5632522"/>
              <a:gd name="connsiteY12" fmla="*/ 723206 h 1254957"/>
              <a:gd name="connsiteX13" fmla="*/ 5632522 w 5632522"/>
              <a:gd name="connsiteY13" fmla="*/ 489864 h 1254957"/>
              <a:gd name="connsiteX0" fmla="*/ 0 w 5414562"/>
              <a:gd name="connsiteY0" fmla="*/ 687884 h 1254957"/>
              <a:gd name="connsiteX1" fmla="*/ 475088 w 5414562"/>
              <a:gd name="connsiteY1" fmla="*/ 500930 h 1254957"/>
              <a:gd name="connsiteX2" fmla="*/ 766399 w 5414562"/>
              <a:gd name="connsiteY2" fmla="*/ 438119 h 1254957"/>
              <a:gd name="connsiteX3" fmla="*/ 1373490 w 5414562"/>
              <a:gd name="connsiteY3" fmla="*/ 23854 h 1254957"/>
              <a:gd name="connsiteX4" fmla="*/ 1742101 w 5414562"/>
              <a:gd name="connsiteY4" fmla="*/ 109322 h 1254957"/>
              <a:gd name="connsiteX5" fmla="*/ 2033549 w 5414562"/>
              <a:gd name="connsiteY5" fmla="*/ 599930 h 1254957"/>
              <a:gd name="connsiteX6" fmla="*/ 2350198 w 5414562"/>
              <a:gd name="connsiteY6" fmla="*/ 952754 h 1254957"/>
              <a:gd name="connsiteX7" fmla="*/ 2826126 w 5414562"/>
              <a:gd name="connsiteY7" fmla="*/ 1254431 h 1254957"/>
              <a:gd name="connsiteX8" fmla="*/ 3168594 w 5414562"/>
              <a:gd name="connsiteY8" fmla="*/ 1024547 h 1254957"/>
              <a:gd name="connsiteX9" fmla="*/ 3674142 w 5414562"/>
              <a:gd name="connsiteY9" fmla="*/ 976882 h 1254957"/>
              <a:gd name="connsiteX10" fmla="*/ 4000006 w 5414562"/>
              <a:gd name="connsiteY10" fmla="*/ 1079115 h 1254957"/>
              <a:gd name="connsiteX11" fmla="*/ 4467157 w 5414562"/>
              <a:gd name="connsiteY11" fmla="*/ 971420 h 1254957"/>
              <a:gd name="connsiteX12" fmla="*/ 4943704 w 5414562"/>
              <a:gd name="connsiteY12" fmla="*/ 723206 h 1254957"/>
              <a:gd name="connsiteX13" fmla="*/ 5414562 w 5414562"/>
              <a:gd name="connsiteY13" fmla="*/ 489864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4943704 w 6020765"/>
              <a:gd name="connsiteY12" fmla="*/ 723206 h 1254957"/>
              <a:gd name="connsiteX13" fmla="*/ 6020765 w 6020765"/>
              <a:gd name="connsiteY13" fmla="*/ 1033938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5027767 w 6020765"/>
              <a:gd name="connsiteY12" fmla="*/ 884232 h 1254957"/>
              <a:gd name="connsiteX13" fmla="*/ 6020765 w 6020765"/>
              <a:gd name="connsiteY13" fmla="*/ 1033938 h 1254957"/>
              <a:gd name="connsiteX0" fmla="*/ 0 w 6020765"/>
              <a:gd name="connsiteY0" fmla="*/ 687884 h 1254957"/>
              <a:gd name="connsiteX1" fmla="*/ 475088 w 6020765"/>
              <a:gd name="connsiteY1" fmla="*/ 500930 h 1254957"/>
              <a:gd name="connsiteX2" fmla="*/ 766399 w 6020765"/>
              <a:gd name="connsiteY2" fmla="*/ 438119 h 1254957"/>
              <a:gd name="connsiteX3" fmla="*/ 1373490 w 6020765"/>
              <a:gd name="connsiteY3" fmla="*/ 23854 h 1254957"/>
              <a:gd name="connsiteX4" fmla="*/ 1742101 w 6020765"/>
              <a:gd name="connsiteY4" fmla="*/ 109322 h 1254957"/>
              <a:gd name="connsiteX5" fmla="*/ 2033549 w 6020765"/>
              <a:gd name="connsiteY5" fmla="*/ 599930 h 1254957"/>
              <a:gd name="connsiteX6" fmla="*/ 2350198 w 6020765"/>
              <a:gd name="connsiteY6" fmla="*/ 952754 h 1254957"/>
              <a:gd name="connsiteX7" fmla="*/ 2826126 w 6020765"/>
              <a:gd name="connsiteY7" fmla="*/ 1254431 h 1254957"/>
              <a:gd name="connsiteX8" fmla="*/ 3168594 w 6020765"/>
              <a:gd name="connsiteY8" fmla="*/ 1024547 h 1254957"/>
              <a:gd name="connsiteX9" fmla="*/ 3674142 w 6020765"/>
              <a:gd name="connsiteY9" fmla="*/ 976882 h 1254957"/>
              <a:gd name="connsiteX10" fmla="*/ 4000006 w 6020765"/>
              <a:gd name="connsiteY10" fmla="*/ 1079115 h 1254957"/>
              <a:gd name="connsiteX11" fmla="*/ 4467157 w 6020765"/>
              <a:gd name="connsiteY11" fmla="*/ 971420 h 1254957"/>
              <a:gd name="connsiteX12" fmla="*/ 5027767 w 6020765"/>
              <a:gd name="connsiteY12" fmla="*/ 884232 h 1254957"/>
              <a:gd name="connsiteX13" fmla="*/ 6020765 w 6020765"/>
              <a:gd name="connsiteY13" fmla="*/ 1033938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6047179 w 6047179"/>
              <a:gd name="connsiteY13"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6047179 w 6047179"/>
              <a:gd name="connsiteY13"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5731462 w 6047179"/>
              <a:gd name="connsiteY13" fmla="*/ 1001444 h 1254957"/>
              <a:gd name="connsiteX14" fmla="*/ 6047179 w 6047179"/>
              <a:gd name="connsiteY14" fmla="*/ 1024792 h 1254957"/>
              <a:gd name="connsiteX0" fmla="*/ 0 w 6047179"/>
              <a:gd name="connsiteY0" fmla="*/ 687884 h 1254957"/>
              <a:gd name="connsiteX1" fmla="*/ 475088 w 6047179"/>
              <a:gd name="connsiteY1" fmla="*/ 500930 h 1254957"/>
              <a:gd name="connsiteX2" fmla="*/ 766399 w 6047179"/>
              <a:gd name="connsiteY2" fmla="*/ 438119 h 1254957"/>
              <a:gd name="connsiteX3" fmla="*/ 1373490 w 6047179"/>
              <a:gd name="connsiteY3" fmla="*/ 23854 h 1254957"/>
              <a:gd name="connsiteX4" fmla="*/ 1742101 w 6047179"/>
              <a:gd name="connsiteY4" fmla="*/ 109322 h 1254957"/>
              <a:gd name="connsiteX5" fmla="*/ 2033549 w 6047179"/>
              <a:gd name="connsiteY5" fmla="*/ 599930 h 1254957"/>
              <a:gd name="connsiteX6" fmla="*/ 2350198 w 6047179"/>
              <a:gd name="connsiteY6" fmla="*/ 952754 h 1254957"/>
              <a:gd name="connsiteX7" fmla="*/ 2826126 w 6047179"/>
              <a:gd name="connsiteY7" fmla="*/ 1254431 h 1254957"/>
              <a:gd name="connsiteX8" fmla="*/ 3168594 w 6047179"/>
              <a:gd name="connsiteY8" fmla="*/ 1024547 h 1254957"/>
              <a:gd name="connsiteX9" fmla="*/ 3674142 w 6047179"/>
              <a:gd name="connsiteY9" fmla="*/ 976882 h 1254957"/>
              <a:gd name="connsiteX10" fmla="*/ 4000006 w 6047179"/>
              <a:gd name="connsiteY10" fmla="*/ 1079115 h 1254957"/>
              <a:gd name="connsiteX11" fmla="*/ 4467157 w 6047179"/>
              <a:gd name="connsiteY11" fmla="*/ 971420 h 1254957"/>
              <a:gd name="connsiteX12" fmla="*/ 5027767 w 6047179"/>
              <a:gd name="connsiteY12" fmla="*/ 884232 h 1254957"/>
              <a:gd name="connsiteX13" fmla="*/ 5731462 w 6047179"/>
              <a:gd name="connsiteY13" fmla="*/ 1001444 h 1254957"/>
              <a:gd name="connsiteX14" fmla="*/ 6047179 w 6047179"/>
              <a:gd name="connsiteY14" fmla="*/ 1024792 h 1254957"/>
              <a:gd name="connsiteX0" fmla="*/ 0 w 5572091"/>
              <a:gd name="connsiteY0" fmla="*/ 500930 h 1254957"/>
              <a:gd name="connsiteX1" fmla="*/ 291311 w 5572091"/>
              <a:gd name="connsiteY1" fmla="*/ 438119 h 1254957"/>
              <a:gd name="connsiteX2" fmla="*/ 898402 w 5572091"/>
              <a:gd name="connsiteY2" fmla="*/ 23854 h 1254957"/>
              <a:gd name="connsiteX3" fmla="*/ 1267013 w 5572091"/>
              <a:gd name="connsiteY3" fmla="*/ 109322 h 1254957"/>
              <a:gd name="connsiteX4" fmla="*/ 1558461 w 5572091"/>
              <a:gd name="connsiteY4" fmla="*/ 599930 h 1254957"/>
              <a:gd name="connsiteX5" fmla="*/ 1875110 w 5572091"/>
              <a:gd name="connsiteY5" fmla="*/ 952754 h 1254957"/>
              <a:gd name="connsiteX6" fmla="*/ 2351038 w 5572091"/>
              <a:gd name="connsiteY6" fmla="*/ 1254431 h 1254957"/>
              <a:gd name="connsiteX7" fmla="*/ 2693506 w 5572091"/>
              <a:gd name="connsiteY7" fmla="*/ 1024547 h 1254957"/>
              <a:gd name="connsiteX8" fmla="*/ 3199054 w 5572091"/>
              <a:gd name="connsiteY8" fmla="*/ 976882 h 1254957"/>
              <a:gd name="connsiteX9" fmla="*/ 3524918 w 5572091"/>
              <a:gd name="connsiteY9" fmla="*/ 1079115 h 1254957"/>
              <a:gd name="connsiteX10" fmla="*/ 3992069 w 5572091"/>
              <a:gd name="connsiteY10" fmla="*/ 971420 h 1254957"/>
              <a:gd name="connsiteX11" fmla="*/ 4552679 w 5572091"/>
              <a:gd name="connsiteY11" fmla="*/ 884232 h 1254957"/>
              <a:gd name="connsiteX12" fmla="*/ 5256374 w 5572091"/>
              <a:gd name="connsiteY12" fmla="*/ 1001444 h 1254957"/>
              <a:gd name="connsiteX13" fmla="*/ 5572091 w 5572091"/>
              <a:gd name="connsiteY13" fmla="*/ 1024792 h 1254957"/>
              <a:gd name="connsiteX0" fmla="*/ 0 w 5280780"/>
              <a:gd name="connsiteY0" fmla="*/ 438119 h 1254957"/>
              <a:gd name="connsiteX1" fmla="*/ 607091 w 5280780"/>
              <a:gd name="connsiteY1" fmla="*/ 23854 h 1254957"/>
              <a:gd name="connsiteX2" fmla="*/ 975702 w 5280780"/>
              <a:gd name="connsiteY2" fmla="*/ 109322 h 1254957"/>
              <a:gd name="connsiteX3" fmla="*/ 1267150 w 5280780"/>
              <a:gd name="connsiteY3" fmla="*/ 599930 h 1254957"/>
              <a:gd name="connsiteX4" fmla="*/ 1583799 w 5280780"/>
              <a:gd name="connsiteY4" fmla="*/ 952754 h 1254957"/>
              <a:gd name="connsiteX5" fmla="*/ 2059727 w 5280780"/>
              <a:gd name="connsiteY5" fmla="*/ 1254431 h 1254957"/>
              <a:gd name="connsiteX6" fmla="*/ 2402195 w 5280780"/>
              <a:gd name="connsiteY6" fmla="*/ 1024547 h 1254957"/>
              <a:gd name="connsiteX7" fmla="*/ 2907743 w 5280780"/>
              <a:gd name="connsiteY7" fmla="*/ 976882 h 1254957"/>
              <a:gd name="connsiteX8" fmla="*/ 3233607 w 5280780"/>
              <a:gd name="connsiteY8" fmla="*/ 1079115 h 1254957"/>
              <a:gd name="connsiteX9" fmla="*/ 3700758 w 5280780"/>
              <a:gd name="connsiteY9" fmla="*/ 971420 h 1254957"/>
              <a:gd name="connsiteX10" fmla="*/ 4261368 w 5280780"/>
              <a:gd name="connsiteY10" fmla="*/ 884232 h 1254957"/>
              <a:gd name="connsiteX11" fmla="*/ 4965063 w 5280780"/>
              <a:gd name="connsiteY11" fmla="*/ 1001444 h 1254957"/>
              <a:gd name="connsiteX12" fmla="*/ 5280780 w 5280780"/>
              <a:gd name="connsiteY12" fmla="*/ 1024792 h 1254957"/>
              <a:gd name="connsiteX0" fmla="*/ -1 w 4673688"/>
              <a:gd name="connsiteY0" fmla="*/ 23854 h 1254957"/>
              <a:gd name="connsiteX1" fmla="*/ 368610 w 4673688"/>
              <a:gd name="connsiteY1" fmla="*/ 109322 h 1254957"/>
              <a:gd name="connsiteX2" fmla="*/ 660058 w 4673688"/>
              <a:gd name="connsiteY2" fmla="*/ 599930 h 1254957"/>
              <a:gd name="connsiteX3" fmla="*/ 976707 w 4673688"/>
              <a:gd name="connsiteY3" fmla="*/ 952754 h 1254957"/>
              <a:gd name="connsiteX4" fmla="*/ 1452635 w 4673688"/>
              <a:gd name="connsiteY4" fmla="*/ 1254431 h 1254957"/>
              <a:gd name="connsiteX5" fmla="*/ 1795103 w 4673688"/>
              <a:gd name="connsiteY5" fmla="*/ 1024547 h 1254957"/>
              <a:gd name="connsiteX6" fmla="*/ 2300651 w 4673688"/>
              <a:gd name="connsiteY6" fmla="*/ 976882 h 1254957"/>
              <a:gd name="connsiteX7" fmla="*/ 2626515 w 4673688"/>
              <a:gd name="connsiteY7" fmla="*/ 1079115 h 1254957"/>
              <a:gd name="connsiteX8" fmla="*/ 3093666 w 4673688"/>
              <a:gd name="connsiteY8" fmla="*/ 971420 h 1254957"/>
              <a:gd name="connsiteX9" fmla="*/ 3654276 w 4673688"/>
              <a:gd name="connsiteY9" fmla="*/ 884232 h 1254957"/>
              <a:gd name="connsiteX10" fmla="*/ 4357971 w 4673688"/>
              <a:gd name="connsiteY10" fmla="*/ 1001444 h 1254957"/>
              <a:gd name="connsiteX11" fmla="*/ 4673688 w 4673688"/>
              <a:gd name="connsiteY11" fmla="*/ 1024792 h 1254957"/>
              <a:gd name="connsiteX0" fmla="*/ 0 w 4305078"/>
              <a:gd name="connsiteY0" fmla="*/ 0 h 1145635"/>
              <a:gd name="connsiteX1" fmla="*/ 291448 w 4305078"/>
              <a:gd name="connsiteY1" fmla="*/ 490608 h 1145635"/>
              <a:gd name="connsiteX2" fmla="*/ 608097 w 4305078"/>
              <a:gd name="connsiteY2" fmla="*/ 843432 h 1145635"/>
              <a:gd name="connsiteX3" fmla="*/ 1084025 w 4305078"/>
              <a:gd name="connsiteY3" fmla="*/ 1145109 h 1145635"/>
              <a:gd name="connsiteX4" fmla="*/ 1426493 w 4305078"/>
              <a:gd name="connsiteY4" fmla="*/ 915225 h 1145635"/>
              <a:gd name="connsiteX5" fmla="*/ 1932041 w 4305078"/>
              <a:gd name="connsiteY5" fmla="*/ 867560 h 1145635"/>
              <a:gd name="connsiteX6" fmla="*/ 2257905 w 4305078"/>
              <a:gd name="connsiteY6" fmla="*/ 969793 h 1145635"/>
              <a:gd name="connsiteX7" fmla="*/ 2725056 w 4305078"/>
              <a:gd name="connsiteY7" fmla="*/ 862098 h 1145635"/>
              <a:gd name="connsiteX8" fmla="*/ 3285666 w 4305078"/>
              <a:gd name="connsiteY8" fmla="*/ 774910 h 1145635"/>
              <a:gd name="connsiteX9" fmla="*/ 3989361 w 4305078"/>
              <a:gd name="connsiteY9" fmla="*/ 892122 h 1145635"/>
              <a:gd name="connsiteX10" fmla="*/ 4305078 w 4305078"/>
              <a:gd name="connsiteY10" fmla="*/ 915470 h 1145635"/>
              <a:gd name="connsiteX0" fmla="*/ 0 w 4013630"/>
              <a:gd name="connsiteY0" fmla="*/ 0 h 655027"/>
              <a:gd name="connsiteX1" fmla="*/ 316649 w 4013630"/>
              <a:gd name="connsiteY1" fmla="*/ 352824 h 655027"/>
              <a:gd name="connsiteX2" fmla="*/ 792577 w 4013630"/>
              <a:gd name="connsiteY2" fmla="*/ 654501 h 655027"/>
              <a:gd name="connsiteX3" fmla="*/ 1135045 w 4013630"/>
              <a:gd name="connsiteY3" fmla="*/ 424617 h 655027"/>
              <a:gd name="connsiteX4" fmla="*/ 1640593 w 4013630"/>
              <a:gd name="connsiteY4" fmla="*/ 376952 h 655027"/>
              <a:gd name="connsiteX5" fmla="*/ 1966457 w 4013630"/>
              <a:gd name="connsiteY5" fmla="*/ 479185 h 655027"/>
              <a:gd name="connsiteX6" fmla="*/ 2433608 w 4013630"/>
              <a:gd name="connsiteY6" fmla="*/ 371490 h 655027"/>
              <a:gd name="connsiteX7" fmla="*/ 2994218 w 4013630"/>
              <a:gd name="connsiteY7" fmla="*/ 284302 h 655027"/>
              <a:gd name="connsiteX8" fmla="*/ 3697913 w 4013630"/>
              <a:gd name="connsiteY8" fmla="*/ 401514 h 655027"/>
              <a:gd name="connsiteX9" fmla="*/ 4013630 w 4013630"/>
              <a:gd name="connsiteY9" fmla="*/ 424862 h 655027"/>
              <a:gd name="connsiteX0" fmla="*/ 0 w 3696981"/>
              <a:gd name="connsiteY0" fmla="*/ 69677 h 371880"/>
              <a:gd name="connsiteX1" fmla="*/ 475928 w 3696981"/>
              <a:gd name="connsiteY1" fmla="*/ 371354 h 371880"/>
              <a:gd name="connsiteX2" fmla="*/ 818396 w 3696981"/>
              <a:gd name="connsiteY2" fmla="*/ 141470 h 371880"/>
              <a:gd name="connsiteX3" fmla="*/ 1323944 w 3696981"/>
              <a:gd name="connsiteY3" fmla="*/ 93805 h 371880"/>
              <a:gd name="connsiteX4" fmla="*/ 1649808 w 3696981"/>
              <a:gd name="connsiteY4" fmla="*/ 196038 h 371880"/>
              <a:gd name="connsiteX5" fmla="*/ 2116959 w 3696981"/>
              <a:gd name="connsiteY5" fmla="*/ 88343 h 371880"/>
              <a:gd name="connsiteX6" fmla="*/ 2677569 w 3696981"/>
              <a:gd name="connsiteY6" fmla="*/ 1155 h 371880"/>
              <a:gd name="connsiteX7" fmla="*/ 3381264 w 3696981"/>
              <a:gd name="connsiteY7" fmla="*/ 118367 h 371880"/>
              <a:gd name="connsiteX8" fmla="*/ 3696981 w 3696981"/>
              <a:gd name="connsiteY8" fmla="*/ 141715 h 371880"/>
              <a:gd name="connsiteX0" fmla="*/ 0 w 3221053"/>
              <a:gd name="connsiteY0" fmla="*/ 371354 h 371880"/>
              <a:gd name="connsiteX1" fmla="*/ 342468 w 3221053"/>
              <a:gd name="connsiteY1" fmla="*/ 141470 h 371880"/>
              <a:gd name="connsiteX2" fmla="*/ 848016 w 3221053"/>
              <a:gd name="connsiteY2" fmla="*/ 93805 h 371880"/>
              <a:gd name="connsiteX3" fmla="*/ 1173880 w 3221053"/>
              <a:gd name="connsiteY3" fmla="*/ 196038 h 371880"/>
              <a:gd name="connsiteX4" fmla="*/ 1641031 w 3221053"/>
              <a:gd name="connsiteY4" fmla="*/ 88343 h 371880"/>
              <a:gd name="connsiteX5" fmla="*/ 2201641 w 3221053"/>
              <a:gd name="connsiteY5" fmla="*/ 1155 h 371880"/>
              <a:gd name="connsiteX6" fmla="*/ 2905336 w 3221053"/>
              <a:gd name="connsiteY6" fmla="*/ 118367 h 371880"/>
              <a:gd name="connsiteX7" fmla="*/ 3221053 w 3221053"/>
              <a:gd name="connsiteY7" fmla="*/ 141715 h 371880"/>
              <a:gd name="connsiteX0" fmla="*/ 0 w 2878585"/>
              <a:gd name="connsiteY0" fmla="*/ 141470 h 196044"/>
              <a:gd name="connsiteX1" fmla="*/ 505548 w 2878585"/>
              <a:gd name="connsiteY1" fmla="*/ 93805 h 196044"/>
              <a:gd name="connsiteX2" fmla="*/ 831412 w 2878585"/>
              <a:gd name="connsiteY2" fmla="*/ 196038 h 196044"/>
              <a:gd name="connsiteX3" fmla="*/ 1298563 w 2878585"/>
              <a:gd name="connsiteY3" fmla="*/ 88343 h 196044"/>
              <a:gd name="connsiteX4" fmla="*/ 1859173 w 2878585"/>
              <a:gd name="connsiteY4" fmla="*/ 1155 h 196044"/>
              <a:gd name="connsiteX5" fmla="*/ 2562868 w 2878585"/>
              <a:gd name="connsiteY5" fmla="*/ 118367 h 196044"/>
              <a:gd name="connsiteX6" fmla="*/ 2878585 w 2878585"/>
              <a:gd name="connsiteY6" fmla="*/ 141715 h 196044"/>
              <a:gd name="connsiteX0" fmla="*/ 0 w 2373037"/>
              <a:gd name="connsiteY0" fmla="*/ 93805 h 196044"/>
              <a:gd name="connsiteX1" fmla="*/ 325864 w 2373037"/>
              <a:gd name="connsiteY1" fmla="*/ 196038 h 196044"/>
              <a:gd name="connsiteX2" fmla="*/ 793015 w 2373037"/>
              <a:gd name="connsiteY2" fmla="*/ 88343 h 196044"/>
              <a:gd name="connsiteX3" fmla="*/ 1353625 w 2373037"/>
              <a:gd name="connsiteY3" fmla="*/ 1155 h 196044"/>
              <a:gd name="connsiteX4" fmla="*/ 2057320 w 2373037"/>
              <a:gd name="connsiteY4" fmla="*/ 118367 h 196044"/>
              <a:gd name="connsiteX5" fmla="*/ 2373037 w 2373037"/>
              <a:gd name="connsiteY5" fmla="*/ 141715 h 196044"/>
              <a:gd name="connsiteX0" fmla="*/ 0 w 2047173"/>
              <a:gd name="connsiteY0" fmla="*/ 196038 h 196038"/>
              <a:gd name="connsiteX1" fmla="*/ 467151 w 2047173"/>
              <a:gd name="connsiteY1" fmla="*/ 88343 h 196038"/>
              <a:gd name="connsiteX2" fmla="*/ 1027761 w 2047173"/>
              <a:gd name="connsiteY2" fmla="*/ 1155 h 196038"/>
              <a:gd name="connsiteX3" fmla="*/ 1731456 w 2047173"/>
              <a:gd name="connsiteY3" fmla="*/ 118367 h 196038"/>
              <a:gd name="connsiteX4" fmla="*/ 2047173 w 2047173"/>
              <a:gd name="connsiteY4" fmla="*/ 141715 h 196038"/>
              <a:gd name="connsiteX0" fmla="*/ 0 w 1580022"/>
              <a:gd name="connsiteY0" fmla="*/ 88343 h 144793"/>
              <a:gd name="connsiteX1" fmla="*/ 560610 w 1580022"/>
              <a:gd name="connsiteY1" fmla="*/ 1155 h 144793"/>
              <a:gd name="connsiteX2" fmla="*/ 1264305 w 1580022"/>
              <a:gd name="connsiteY2" fmla="*/ 118367 h 144793"/>
              <a:gd name="connsiteX3" fmla="*/ 1580022 w 1580022"/>
              <a:gd name="connsiteY3" fmla="*/ 141715 h 144793"/>
              <a:gd name="connsiteX0" fmla="*/ 0 w 1580022"/>
              <a:gd name="connsiteY0" fmla="*/ 87781 h 144231"/>
              <a:gd name="connsiteX1" fmla="*/ 87444 w 1580022"/>
              <a:gd name="connsiteY1" fmla="*/ 72999 h 144231"/>
              <a:gd name="connsiteX2" fmla="*/ 560610 w 1580022"/>
              <a:gd name="connsiteY2" fmla="*/ 593 h 144231"/>
              <a:gd name="connsiteX3" fmla="*/ 1264305 w 1580022"/>
              <a:gd name="connsiteY3" fmla="*/ 117805 h 144231"/>
              <a:gd name="connsiteX4" fmla="*/ 1580022 w 1580022"/>
              <a:gd name="connsiteY4" fmla="*/ 141153 h 144231"/>
              <a:gd name="connsiteX0" fmla="*/ 0 w 2460624"/>
              <a:gd name="connsiteY0" fmla="*/ 0 h 189727"/>
              <a:gd name="connsiteX1" fmla="*/ 968046 w 2460624"/>
              <a:gd name="connsiteY1" fmla="*/ 118495 h 189727"/>
              <a:gd name="connsiteX2" fmla="*/ 1441212 w 2460624"/>
              <a:gd name="connsiteY2" fmla="*/ 46089 h 189727"/>
              <a:gd name="connsiteX3" fmla="*/ 2144907 w 2460624"/>
              <a:gd name="connsiteY3" fmla="*/ 163301 h 189727"/>
              <a:gd name="connsiteX4" fmla="*/ 2460624 w 2460624"/>
              <a:gd name="connsiteY4" fmla="*/ 186649 h 189727"/>
              <a:gd name="connsiteX0" fmla="*/ 0 w 2460624"/>
              <a:gd name="connsiteY0" fmla="*/ 0 h 202353"/>
              <a:gd name="connsiteX1" fmla="*/ 946306 w 2460624"/>
              <a:gd name="connsiteY1" fmla="*/ 201644 h 202353"/>
              <a:gd name="connsiteX2" fmla="*/ 1441212 w 2460624"/>
              <a:gd name="connsiteY2" fmla="*/ 46089 h 202353"/>
              <a:gd name="connsiteX3" fmla="*/ 2144907 w 2460624"/>
              <a:gd name="connsiteY3" fmla="*/ 163301 h 202353"/>
              <a:gd name="connsiteX4" fmla="*/ 2460624 w 2460624"/>
              <a:gd name="connsiteY4" fmla="*/ 186649 h 202353"/>
              <a:gd name="connsiteX0" fmla="*/ 0 w 2460624"/>
              <a:gd name="connsiteY0" fmla="*/ 0 h 210762"/>
              <a:gd name="connsiteX1" fmla="*/ 946306 w 2460624"/>
              <a:gd name="connsiteY1" fmla="*/ 201644 h 210762"/>
              <a:gd name="connsiteX2" fmla="*/ 1441212 w 2460624"/>
              <a:gd name="connsiteY2" fmla="*/ 46089 h 210762"/>
              <a:gd name="connsiteX3" fmla="*/ 2144907 w 2460624"/>
              <a:gd name="connsiteY3" fmla="*/ 163301 h 210762"/>
              <a:gd name="connsiteX4" fmla="*/ 2460624 w 2460624"/>
              <a:gd name="connsiteY4" fmla="*/ 186649 h 210762"/>
              <a:gd name="connsiteX0" fmla="*/ 0 w 2460624"/>
              <a:gd name="connsiteY0" fmla="*/ 0 h 227818"/>
              <a:gd name="connsiteX1" fmla="*/ 946306 w 2460624"/>
              <a:gd name="connsiteY1" fmla="*/ 201644 h 227818"/>
              <a:gd name="connsiteX2" fmla="*/ 1441212 w 2460624"/>
              <a:gd name="connsiteY2" fmla="*/ 46089 h 227818"/>
              <a:gd name="connsiteX3" fmla="*/ 2012092 w 2460624"/>
              <a:gd name="connsiteY3" fmla="*/ 221652 h 227818"/>
              <a:gd name="connsiteX4" fmla="*/ 2460624 w 2460624"/>
              <a:gd name="connsiteY4" fmla="*/ 186649 h 227818"/>
              <a:gd name="connsiteX0" fmla="*/ 0 w 2549403"/>
              <a:gd name="connsiteY0" fmla="*/ 38758 h 181786"/>
              <a:gd name="connsiteX1" fmla="*/ 1035085 w 2549403"/>
              <a:gd name="connsiteY1" fmla="*/ 155612 h 181786"/>
              <a:gd name="connsiteX2" fmla="*/ 1529991 w 2549403"/>
              <a:gd name="connsiteY2" fmla="*/ 57 h 181786"/>
              <a:gd name="connsiteX3" fmla="*/ 2100871 w 2549403"/>
              <a:gd name="connsiteY3" fmla="*/ 175620 h 181786"/>
              <a:gd name="connsiteX4" fmla="*/ 2549403 w 2549403"/>
              <a:gd name="connsiteY4" fmla="*/ 140617 h 181786"/>
              <a:gd name="connsiteX0" fmla="*/ 0 w 2549403"/>
              <a:gd name="connsiteY0" fmla="*/ 38758 h 181786"/>
              <a:gd name="connsiteX1" fmla="*/ 1035085 w 2549403"/>
              <a:gd name="connsiteY1" fmla="*/ 155612 h 181786"/>
              <a:gd name="connsiteX2" fmla="*/ 1529991 w 2549403"/>
              <a:gd name="connsiteY2" fmla="*/ 57 h 181786"/>
              <a:gd name="connsiteX3" fmla="*/ 2100871 w 2549403"/>
              <a:gd name="connsiteY3" fmla="*/ 175620 h 181786"/>
              <a:gd name="connsiteX4" fmla="*/ 2549403 w 2549403"/>
              <a:gd name="connsiteY4" fmla="*/ 140617 h 181786"/>
              <a:gd name="connsiteX0" fmla="*/ 0 w 2549403"/>
              <a:gd name="connsiteY0" fmla="*/ 38727 h 202390"/>
              <a:gd name="connsiteX1" fmla="*/ 1035085 w 2549403"/>
              <a:gd name="connsiteY1" fmla="*/ 155581 h 202390"/>
              <a:gd name="connsiteX2" fmla="*/ 1529991 w 2549403"/>
              <a:gd name="connsiteY2" fmla="*/ 26 h 202390"/>
              <a:gd name="connsiteX3" fmla="*/ 2100871 w 2549403"/>
              <a:gd name="connsiteY3" fmla="*/ 175589 h 202390"/>
              <a:gd name="connsiteX4" fmla="*/ 2549403 w 2549403"/>
              <a:gd name="connsiteY4" fmla="*/ 140586 h 202390"/>
              <a:gd name="connsiteX0" fmla="*/ 0 w 2549403"/>
              <a:gd name="connsiteY0" fmla="*/ 38705 h 225245"/>
              <a:gd name="connsiteX1" fmla="*/ 967617 w 2549403"/>
              <a:gd name="connsiteY1" fmla="*/ 180598 h 225245"/>
              <a:gd name="connsiteX2" fmla="*/ 1529991 w 2549403"/>
              <a:gd name="connsiteY2" fmla="*/ 4 h 225245"/>
              <a:gd name="connsiteX3" fmla="*/ 2100871 w 2549403"/>
              <a:gd name="connsiteY3" fmla="*/ 175567 h 225245"/>
              <a:gd name="connsiteX4" fmla="*/ 2549403 w 2549403"/>
              <a:gd name="connsiteY4" fmla="*/ 140564 h 225245"/>
              <a:gd name="connsiteX0" fmla="*/ 0 w 2546854"/>
              <a:gd name="connsiteY0" fmla="*/ 23578 h 225245"/>
              <a:gd name="connsiteX1" fmla="*/ 965068 w 2546854"/>
              <a:gd name="connsiteY1" fmla="*/ 180598 h 225245"/>
              <a:gd name="connsiteX2" fmla="*/ 1527442 w 2546854"/>
              <a:gd name="connsiteY2" fmla="*/ 4 h 225245"/>
              <a:gd name="connsiteX3" fmla="*/ 2098322 w 2546854"/>
              <a:gd name="connsiteY3" fmla="*/ 175567 h 225245"/>
              <a:gd name="connsiteX4" fmla="*/ 2546854 w 2546854"/>
              <a:gd name="connsiteY4" fmla="*/ 140564 h 225245"/>
              <a:gd name="connsiteX0" fmla="*/ 0 w 2546854"/>
              <a:gd name="connsiteY0" fmla="*/ 53081 h 254748"/>
              <a:gd name="connsiteX1" fmla="*/ 965068 w 2546854"/>
              <a:gd name="connsiteY1" fmla="*/ 210101 h 254748"/>
              <a:gd name="connsiteX2" fmla="*/ 1527442 w 2546854"/>
              <a:gd name="connsiteY2" fmla="*/ 29507 h 254748"/>
              <a:gd name="connsiteX3" fmla="*/ 2098322 w 2546854"/>
              <a:gd name="connsiteY3" fmla="*/ 205070 h 254748"/>
              <a:gd name="connsiteX4" fmla="*/ 2546854 w 2546854"/>
              <a:gd name="connsiteY4" fmla="*/ 170067 h 254748"/>
              <a:gd name="connsiteX0" fmla="*/ 0 w 2521073"/>
              <a:gd name="connsiteY0" fmla="*/ 116667 h 225245"/>
              <a:gd name="connsiteX1" fmla="*/ 939287 w 2521073"/>
              <a:gd name="connsiteY1" fmla="*/ 180598 h 225245"/>
              <a:gd name="connsiteX2" fmla="*/ 1501661 w 2521073"/>
              <a:gd name="connsiteY2" fmla="*/ 4 h 225245"/>
              <a:gd name="connsiteX3" fmla="*/ 2072541 w 2521073"/>
              <a:gd name="connsiteY3" fmla="*/ 175567 h 225245"/>
              <a:gd name="connsiteX4" fmla="*/ 2521073 w 2521073"/>
              <a:gd name="connsiteY4" fmla="*/ 140564 h 225245"/>
              <a:gd name="connsiteX0" fmla="*/ 0 w 2521073"/>
              <a:gd name="connsiteY0" fmla="*/ 139162 h 247740"/>
              <a:gd name="connsiteX1" fmla="*/ 939287 w 2521073"/>
              <a:gd name="connsiteY1" fmla="*/ 203093 h 247740"/>
              <a:gd name="connsiteX2" fmla="*/ 1501661 w 2521073"/>
              <a:gd name="connsiteY2" fmla="*/ 22499 h 247740"/>
              <a:gd name="connsiteX3" fmla="*/ 2072541 w 2521073"/>
              <a:gd name="connsiteY3" fmla="*/ 198062 h 247740"/>
              <a:gd name="connsiteX4" fmla="*/ 2521073 w 2521073"/>
              <a:gd name="connsiteY4" fmla="*/ 163059 h 247740"/>
              <a:gd name="connsiteX0" fmla="*/ 0 w 2521073"/>
              <a:gd name="connsiteY0" fmla="*/ 139163 h 234825"/>
              <a:gd name="connsiteX1" fmla="*/ 939287 w 2521073"/>
              <a:gd name="connsiteY1" fmla="*/ 203094 h 234825"/>
              <a:gd name="connsiteX2" fmla="*/ 1501661 w 2521073"/>
              <a:gd name="connsiteY2" fmla="*/ 22500 h 234825"/>
              <a:gd name="connsiteX3" fmla="*/ 2072541 w 2521073"/>
              <a:gd name="connsiteY3" fmla="*/ 198063 h 234825"/>
              <a:gd name="connsiteX4" fmla="*/ 2521073 w 2521073"/>
              <a:gd name="connsiteY4" fmla="*/ 163060 h 234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073" h="234825">
                <a:moveTo>
                  <a:pt x="0" y="139163"/>
                </a:moveTo>
                <a:cubicBezTo>
                  <a:pt x="377675" y="-113607"/>
                  <a:pt x="500893" y="20984"/>
                  <a:pt x="939287" y="203094"/>
                </a:cubicBezTo>
                <a:cubicBezTo>
                  <a:pt x="1134229" y="332722"/>
                  <a:pt x="1312785" y="23338"/>
                  <a:pt x="1501661" y="22500"/>
                </a:cubicBezTo>
                <a:cubicBezTo>
                  <a:pt x="1690537" y="21662"/>
                  <a:pt x="1902639" y="174636"/>
                  <a:pt x="2072541" y="198063"/>
                </a:cubicBezTo>
                <a:cubicBezTo>
                  <a:pt x="2242443" y="221490"/>
                  <a:pt x="2481789" y="171195"/>
                  <a:pt x="2521073" y="16306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A0AE1A17-11E3-C469-BE1D-F71EBD365C9D}"/>
              </a:ext>
            </a:extLst>
          </p:cNvPr>
          <p:cNvSpPr/>
          <p:nvPr userDrawn="1"/>
        </p:nvSpPr>
        <p:spPr>
          <a:xfrm rot="6974240" flipV="1">
            <a:off x="10030862" y="5673379"/>
            <a:ext cx="539357" cy="928593"/>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78019 w 2024747"/>
              <a:gd name="connsiteY0" fmla="*/ 1851594 h 2145194"/>
              <a:gd name="connsiteX1" fmla="*/ 327134 w 2024747"/>
              <a:gd name="connsiteY1" fmla="*/ 1830221 h 2145194"/>
              <a:gd name="connsiteX2" fmla="*/ 521121 w 2024747"/>
              <a:gd name="connsiteY2" fmla="*/ 1714581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27134 w 2024747"/>
              <a:gd name="connsiteY1" fmla="*/ 1830221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39324 w 2024747"/>
              <a:gd name="connsiteY1" fmla="*/ 1805047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0 w 1946728"/>
              <a:gd name="connsiteY0" fmla="*/ 1577443 h 1871043"/>
              <a:gd name="connsiteX1" fmla="*/ 261305 w 1946728"/>
              <a:gd name="connsiteY1" fmla="*/ 1530896 h 1871043"/>
              <a:gd name="connsiteX2" fmla="*/ 571311 w 1946728"/>
              <a:gd name="connsiteY2" fmla="*/ 1403755 h 1871043"/>
              <a:gd name="connsiteX3" fmla="*/ 903817 w 1946728"/>
              <a:gd name="connsiteY3" fmla="*/ 1376975 h 1871043"/>
              <a:gd name="connsiteX4" fmla="*/ 1232344 w 1946728"/>
              <a:gd name="connsiteY4" fmla="*/ 1660846 h 1871043"/>
              <a:gd name="connsiteX5" fmla="*/ 1668055 w 1946728"/>
              <a:gd name="connsiteY5" fmla="*/ 1865933 h 1871043"/>
              <a:gd name="connsiteX6" fmla="*/ 1927152 w 1946728"/>
              <a:gd name="connsiteY6" fmla="*/ 1447251 h 1871043"/>
              <a:gd name="connsiteX7" fmla="*/ 1921599 w 1946728"/>
              <a:gd name="connsiteY7" fmla="*/ 1175992 h 1871043"/>
              <a:gd name="connsiteX8" fmla="*/ 1748463 w 1946728"/>
              <a:gd name="connsiteY8" fmla="*/ 875179 h 1871043"/>
              <a:gd name="connsiteX9" fmla="*/ 1096191 w 1946728"/>
              <a:gd name="connsiteY9" fmla="*/ 391976 h 1871043"/>
              <a:gd name="connsiteX10" fmla="*/ 856447 w 1946728"/>
              <a:gd name="connsiteY10" fmla="*/ 248720 h 1871043"/>
              <a:gd name="connsiteX11" fmla="*/ 576793 w 1946728"/>
              <a:gd name="connsiteY11" fmla="*/ 78318 h 1871043"/>
              <a:gd name="connsiteX12" fmla="*/ 324441 w 1946728"/>
              <a:gd name="connsiteY12" fmla="*/ 0 h 1871043"/>
              <a:gd name="connsiteX0" fmla="*/ 0 w 1946728"/>
              <a:gd name="connsiteY0" fmla="*/ 1499125 h 1792725"/>
              <a:gd name="connsiteX1" fmla="*/ 261305 w 1946728"/>
              <a:gd name="connsiteY1" fmla="*/ 1452578 h 1792725"/>
              <a:gd name="connsiteX2" fmla="*/ 571311 w 1946728"/>
              <a:gd name="connsiteY2" fmla="*/ 1325437 h 1792725"/>
              <a:gd name="connsiteX3" fmla="*/ 903817 w 1946728"/>
              <a:gd name="connsiteY3" fmla="*/ 1298657 h 1792725"/>
              <a:gd name="connsiteX4" fmla="*/ 1232344 w 1946728"/>
              <a:gd name="connsiteY4" fmla="*/ 1582528 h 1792725"/>
              <a:gd name="connsiteX5" fmla="*/ 1668055 w 1946728"/>
              <a:gd name="connsiteY5" fmla="*/ 1787615 h 1792725"/>
              <a:gd name="connsiteX6" fmla="*/ 1927152 w 1946728"/>
              <a:gd name="connsiteY6" fmla="*/ 1368933 h 1792725"/>
              <a:gd name="connsiteX7" fmla="*/ 1921599 w 1946728"/>
              <a:gd name="connsiteY7" fmla="*/ 1097674 h 1792725"/>
              <a:gd name="connsiteX8" fmla="*/ 1748463 w 1946728"/>
              <a:gd name="connsiteY8" fmla="*/ 796861 h 1792725"/>
              <a:gd name="connsiteX9" fmla="*/ 1096191 w 1946728"/>
              <a:gd name="connsiteY9" fmla="*/ 313658 h 1792725"/>
              <a:gd name="connsiteX10" fmla="*/ 856447 w 1946728"/>
              <a:gd name="connsiteY10" fmla="*/ 170402 h 1792725"/>
              <a:gd name="connsiteX11" fmla="*/ 576793 w 1946728"/>
              <a:gd name="connsiteY11" fmla="*/ 0 h 1792725"/>
              <a:gd name="connsiteX0" fmla="*/ 0 w 1685423"/>
              <a:gd name="connsiteY0" fmla="*/ 1452578 h 1792725"/>
              <a:gd name="connsiteX1" fmla="*/ 310006 w 1685423"/>
              <a:gd name="connsiteY1" fmla="*/ 1325437 h 1792725"/>
              <a:gd name="connsiteX2" fmla="*/ 642512 w 1685423"/>
              <a:gd name="connsiteY2" fmla="*/ 1298657 h 1792725"/>
              <a:gd name="connsiteX3" fmla="*/ 971039 w 1685423"/>
              <a:gd name="connsiteY3" fmla="*/ 1582528 h 1792725"/>
              <a:gd name="connsiteX4" fmla="*/ 1406750 w 1685423"/>
              <a:gd name="connsiteY4" fmla="*/ 1787615 h 1792725"/>
              <a:gd name="connsiteX5" fmla="*/ 1665847 w 1685423"/>
              <a:gd name="connsiteY5" fmla="*/ 1368933 h 1792725"/>
              <a:gd name="connsiteX6" fmla="*/ 1660294 w 1685423"/>
              <a:gd name="connsiteY6" fmla="*/ 1097674 h 1792725"/>
              <a:gd name="connsiteX7" fmla="*/ 1487158 w 1685423"/>
              <a:gd name="connsiteY7" fmla="*/ 796861 h 1792725"/>
              <a:gd name="connsiteX8" fmla="*/ 834886 w 1685423"/>
              <a:gd name="connsiteY8" fmla="*/ 313658 h 1792725"/>
              <a:gd name="connsiteX9" fmla="*/ 595142 w 1685423"/>
              <a:gd name="connsiteY9" fmla="*/ 170402 h 1792725"/>
              <a:gd name="connsiteX10" fmla="*/ 315488 w 1685423"/>
              <a:gd name="connsiteY10" fmla="*/ 0 h 1792725"/>
              <a:gd name="connsiteX0" fmla="*/ 0 w 1375417"/>
              <a:gd name="connsiteY0" fmla="*/ 1325437 h 1792725"/>
              <a:gd name="connsiteX1" fmla="*/ 332506 w 1375417"/>
              <a:gd name="connsiteY1" fmla="*/ 1298657 h 1792725"/>
              <a:gd name="connsiteX2" fmla="*/ 661033 w 1375417"/>
              <a:gd name="connsiteY2" fmla="*/ 1582528 h 1792725"/>
              <a:gd name="connsiteX3" fmla="*/ 1096744 w 1375417"/>
              <a:gd name="connsiteY3" fmla="*/ 1787615 h 1792725"/>
              <a:gd name="connsiteX4" fmla="*/ 1355841 w 1375417"/>
              <a:gd name="connsiteY4" fmla="*/ 1368933 h 1792725"/>
              <a:gd name="connsiteX5" fmla="*/ 1350288 w 1375417"/>
              <a:gd name="connsiteY5" fmla="*/ 1097674 h 1792725"/>
              <a:gd name="connsiteX6" fmla="*/ 1177152 w 1375417"/>
              <a:gd name="connsiteY6" fmla="*/ 796861 h 1792725"/>
              <a:gd name="connsiteX7" fmla="*/ 524880 w 1375417"/>
              <a:gd name="connsiteY7" fmla="*/ 313658 h 1792725"/>
              <a:gd name="connsiteX8" fmla="*/ 285136 w 1375417"/>
              <a:gd name="connsiteY8" fmla="*/ 170402 h 1792725"/>
              <a:gd name="connsiteX9" fmla="*/ 5482 w 1375417"/>
              <a:gd name="connsiteY9" fmla="*/ 0 h 1792725"/>
              <a:gd name="connsiteX0" fmla="*/ 327024 w 1369935"/>
              <a:gd name="connsiteY0" fmla="*/ 1298657 h 1792725"/>
              <a:gd name="connsiteX1" fmla="*/ 655551 w 1369935"/>
              <a:gd name="connsiteY1" fmla="*/ 1582528 h 1792725"/>
              <a:gd name="connsiteX2" fmla="*/ 1091262 w 1369935"/>
              <a:gd name="connsiteY2" fmla="*/ 1787615 h 1792725"/>
              <a:gd name="connsiteX3" fmla="*/ 1350359 w 1369935"/>
              <a:gd name="connsiteY3" fmla="*/ 1368933 h 1792725"/>
              <a:gd name="connsiteX4" fmla="*/ 1344806 w 1369935"/>
              <a:gd name="connsiteY4" fmla="*/ 1097674 h 1792725"/>
              <a:gd name="connsiteX5" fmla="*/ 1171670 w 1369935"/>
              <a:gd name="connsiteY5" fmla="*/ 796861 h 1792725"/>
              <a:gd name="connsiteX6" fmla="*/ 519398 w 1369935"/>
              <a:gd name="connsiteY6" fmla="*/ 313658 h 1792725"/>
              <a:gd name="connsiteX7" fmla="*/ 279654 w 1369935"/>
              <a:gd name="connsiteY7" fmla="*/ 170402 h 1792725"/>
              <a:gd name="connsiteX8" fmla="*/ 0 w 1369935"/>
              <a:gd name="connsiteY8" fmla="*/ 0 h 1792725"/>
              <a:gd name="connsiteX0" fmla="*/ 655551 w 1369935"/>
              <a:gd name="connsiteY0" fmla="*/ 1582528 h 1792725"/>
              <a:gd name="connsiteX1" fmla="*/ 1091262 w 1369935"/>
              <a:gd name="connsiteY1" fmla="*/ 1787615 h 1792725"/>
              <a:gd name="connsiteX2" fmla="*/ 1350359 w 1369935"/>
              <a:gd name="connsiteY2" fmla="*/ 1368933 h 1792725"/>
              <a:gd name="connsiteX3" fmla="*/ 1344806 w 1369935"/>
              <a:gd name="connsiteY3" fmla="*/ 1097674 h 1792725"/>
              <a:gd name="connsiteX4" fmla="*/ 1171670 w 1369935"/>
              <a:gd name="connsiteY4" fmla="*/ 796861 h 1792725"/>
              <a:gd name="connsiteX5" fmla="*/ 519398 w 1369935"/>
              <a:gd name="connsiteY5" fmla="*/ 313658 h 1792725"/>
              <a:gd name="connsiteX6" fmla="*/ 279654 w 1369935"/>
              <a:gd name="connsiteY6" fmla="*/ 170402 h 1792725"/>
              <a:gd name="connsiteX7" fmla="*/ 0 w 1369935"/>
              <a:gd name="connsiteY7" fmla="*/ 0 h 1792725"/>
              <a:gd name="connsiteX0" fmla="*/ 1091262 w 1369935"/>
              <a:gd name="connsiteY0" fmla="*/ 1787615 h 1787615"/>
              <a:gd name="connsiteX1" fmla="*/ 1350359 w 1369935"/>
              <a:gd name="connsiteY1" fmla="*/ 1368933 h 1787615"/>
              <a:gd name="connsiteX2" fmla="*/ 1344806 w 1369935"/>
              <a:gd name="connsiteY2" fmla="*/ 1097674 h 1787615"/>
              <a:gd name="connsiteX3" fmla="*/ 1171670 w 1369935"/>
              <a:gd name="connsiteY3" fmla="*/ 796861 h 1787615"/>
              <a:gd name="connsiteX4" fmla="*/ 519398 w 1369935"/>
              <a:gd name="connsiteY4" fmla="*/ 313658 h 1787615"/>
              <a:gd name="connsiteX5" fmla="*/ 279654 w 1369935"/>
              <a:gd name="connsiteY5" fmla="*/ 170402 h 1787615"/>
              <a:gd name="connsiteX6" fmla="*/ 0 w 1369935"/>
              <a:gd name="connsiteY6" fmla="*/ 0 h 1787615"/>
              <a:gd name="connsiteX0" fmla="*/ 1051863 w 1372852"/>
              <a:gd name="connsiteY0" fmla="*/ 1570515 h 1570515"/>
              <a:gd name="connsiteX1" fmla="*/ 1350359 w 1372852"/>
              <a:gd name="connsiteY1" fmla="*/ 1368933 h 1570515"/>
              <a:gd name="connsiteX2" fmla="*/ 1344806 w 1372852"/>
              <a:gd name="connsiteY2" fmla="*/ 1097674 h 1570515"/>
              <a:gd name="connsiteX3" fmla="*/ 1171670 w 1372852"/>
              <a:gd name="connsiteY3" fmla="*/ 796861 h 1570515"/>
              <a:gd name="connsiteX4" fmla="*/ 519398 w 1372852"/>
              <a:gd name="connsiteY4" fmla="*/ 313658 h 1570515"/>
              <a:gd name="connsiteX5" fmla="*/ 279654 w 1372852"/>
              <a:gd name="connsiteY5" fmla="*/ 170402 h 1570515"/>
              <a:gd name="connsiteX6" fmla="*/ 0 w 1372852"/>
              <a:gd name="connsiteY6" fmla="*/ 0 h 1570515"/>
              <a:gd name="connsiteX0" fmla="*/ 1051863 w 1372852"/>
              <a:gd name="connsiteY0" fmla="*/ 1570515 h 1577142"/>
              <a:gd name="connsiteX1" fmla="*/ 1350359 w 1372852"/>
              <a:gd name="connsiteY1" fmla="*/ 1368933 h 1577142"/>
              <a:gd name="connsiteX2" fmla="*/ 1344806 w 1372852"/>
              <a:gd name="connsiteY2" fmla="*/ 1097674 h 1577142"/>
              <a:gd name="connsiteX3" fmla="*/ 1171670 w 1372852"/>
              <a:gd name="connsiteY3" fmla="*/ 796861 h 1577142"/>
              <a:gd name="connsiteX4" fmla="*/ 519398 w 1372852"/>
              <a:gd name="connsiteY4" fmla="*/ 313658 h 1577142"/>
              <a:gd name="connsiteX5" fmla="*/ 279654 w 1372852"/>
              <a:gd name="connsiteY5" fmla="*/ 170402 h 1577142"/>
              <a:gd name="connsiteX6" fmla="*/ 0 w 1372852"/>
              <a:gd name="connsiteY6" fmla="*/ 0 h 1577142"/>
              <a:gd name="connsiteX0" fmla="*/ 992433 w 1313422"/>
              <a:gd name="connsiteY0" fmla="*/ 1436984 h 1443609"/>
              <a:gd name="connsiteX1" fmla="*/ 1290929 w 1313422"/>
              <a:gd name="connsiteY1" fmla="*/ 1235402 h 1443609"/>
              <a:gd name="connsiteX2" fmla="*/ 1285376 w 1313422"/>
              <a:gd name="connsiteY2" fmla="*/ 964143 h 1443609"/>
              <a:gd name="connsiteX3" fmla="*/ 1112240 w 1313422"/>
              <a:gd name="connsiteY3" fmla="*/ 663330 h 1443609"/>
              <a:gd name="connsiteX4" fmla="*/ 459968 w 1313422"/>
              <a:gd name="connsiteY4" fmla="*/ 180127 h 1443609"/>
              <a:gd name="connsiteX5" fmla="*/ 220224 w 1313422"/>
              <a:gd name="connsiteY5" fmla="*/ 36871 h 1443609"/>
              <a:gd name="connsiteX6" fmla="*/ 0 w 1313422"/>
              <a:gd name="connsiteY6" fmla="*/ 0 h 1443609"/>
              <a:gd name="connsiteX0" fmla="*/ 992433 w 1428040"/>
              <a:gd name="connsiteY0" fmla="*/ 1436984 h 1589980"/>
              <a:gd name="connsiteX1" fmla="*/ 1417256 w 1428040"/>
              <a:gd name="connsiteY1" fmla="*/ 1569366 h 1589980"/>
              <a:gd name="connsiteX2" fmla="*/ 1285376 w 1428040"/>
              <a:gd name="connsiteY2" fmla="*/ 964143 h 1589980"/>
              <a:gd name="connsiteX3" fmla="*/ 1112240 w 1428040"/>
              <a:gd name="connsiteY3" fmla="*/ 663330 h 1589980"/>
              <a:gd name="connsiteX4" fmla="*/ 459968 w 1428040"/>
              <a:gd name="connsiteY4" fmla="*/ 180127 h 1589980"/>
              <a:gd name="connsiteX5" fmla="*/ 220224 w 1428040"/>
              <a:gd name="connsiteY5" fmla="*/ 36871 h 1589980"/>
              <a:gd name="connsiteX6" fmla="*/ 0 w 1428040"/>
              <a:gd name="connsiteY6" fmla="*/ 0 h 1589980"/>
              <a:gd name="connsiteX0" fmla="*/ 992433 w 1443740"/>
              <a:gd name="connsiteY0" fmla="*/ 1436984 h 1626020"/>
              <a:gd name="connsiteX1" fmla="*/ 1417256 w 1443740"/>
              <a:gd name="connsiteY1" fmla="*/ 1569366 h 1626020"/>
              <a:gd name="connsiteX2" fmla="*/ 1285376 w 1443740"/>
              <a:gd name="connsiteY2" fmla="*/ 964143 h 1626020"/>
              <a:gd name="connsiteX3" fmla="*/ 1112240 w 1443740"/>
              <a:gd name="connsiteY3" fmla="*/ 663330 h 1626020"/>
              <a:gd name="connsiteX4" fmla="*/ 459968 w 1443740"/>
              <a:gd name="connsiteY4" fmla="*/ 180127 h 1626020"/>
              <a:gd name="connsiteX5" fmla="*/ 220224 w 1443740"/>
              <a:gd name="connsiteY5" fmla="*/ 36871 h 1626020"/>
              <a:gd name="connsiteX6" fmla="*/ 0 w 1443740"/>
              <a:gd name="connsiteY6" fmla="*/ 0 h 1626020"/>
              <a:gd name="connsiteX0" fmla="*/ 992433 w 1406714"/>
              <a:gd name="connsiteY0" fmla="*/ 1436984 h 1693518"/>
              <a:gd name="connsiteX1" fmla="*/ 1375834 w 1406714"/>
              <a:gd name="connsiteY1" fmla="*/ 1646276 h 1693518"/>
              <a:gd name="connsiteX2" fmla="*/ 1285376 w 1406714"/>
              <a:gd name="connsiteY2" fmla="*/ 964143 h 1693518"/>
              <a:gd name="connsiteX3" fmla="*/ 1112240 w 1406714"/>
              <a:gd name="connsiteY3" fmla="*/ 663330 h 1693518"/>
              <a:gd name="connsiteX4" fmla="*/ 459968 w 1406714"/>
              <a:gd name="connsiteY4" fmla="*/ 180127 h 1693518"/>
              <a:gd name="connsiteX5" fmla="*/ 220224 w 1406714"/>
              <a:gd name="connsiteY5" fmla="*/ 36871 h 1693518"/>
              <a:gd name="connsiteX6" fmla="*/ 0 w 1406714"/>
              <a:gd name="connsiteY6" fmla="*/ 0 h 1693518"/>
              <a:gd name="connsiteX0" fmla="*/ 992433 w 1495058"/>
              <a:gd name="connsiteY0" fmla="*/ 1436984 h 1655651"/>
              <a:gd name="connsiteX1" fmla="*/ 1375834 w 1495058"/>
              <a:gd name="connsiteY1" fmla="*/ 1646276 h 1655651"/>
              <a:gd name="connsiteX2" fmla="*/ 1492317 w 1495058"/>
              <a:gd name="connsiteY2" fmla="*/ 1091072 h 1655651"/>
              <a:gd name="connsiteX3" fmla="*/ 1285376 w 1495058"/>
              <a:gd name="connsiteY3" fmla="*/ 964143 h 1655651"/>
              <a:gd name="connsiteX4" fmla="*/ 1112240 w 1495058"/>
              <a:gd name="connsiteY4" fmla="*/ 663330 h 1655651"/>
              <a:gd name="connsiteX5" fmla="*/ 459968 w 1495058"/>
              <a:gd name="connsiteY5" fmla="*/ 180127 h 1655651"/>
              <a:gd name="connsiteX6" fmla="*/ 220224 w 1495058"/>
              <a:gd name="connsiteY6" fmla="*/ 36871 h 1655651"/>
              <a:gd name="connsiteX7" fmla="*/ 0 w 1495058"/>
              <a:gd name="connsiteY7" fmla="*/ 0 h 1655651"/>
              <a:gd name="connsiteX0" fmla="*/ 992433 w 1492317"/>
              <a:gd name="connsiteY0" fmla="*/ 1436984 h 1655651"/>
              <a:gd name="connsiteX1" fmla="*/ 1375834 w 1492317"/>
              <a:gd name="connsiteY1" fmla="*/ 1646276 h 1655651"/>
              <a:gd name="connsiteX2" fmla="*/ 1492317 w 1492317"/>
              <a:gd name="connsiteY2" fmla="*/ 1091072 h 1655651"/>
              <a:gd name="connsiteX3" fmla="*/ 1285376 w 1492317"/>
              <a:gd name="connsiteY3" fmla="*/ 964143 h 1655651"/>
              <a:gd name="connsiteX4" fmla="*/ 1112240 w 1492317"/>
              <a:gd name="connsiteY4" fmla="*/ 663330 h 1655651"/>
              <a:gd name="connsiteX5" fmla="*/ 459968 w 1492317"/>
              <a:gd name="connsiteY5" fmla="*/ 180127 h 1655651"/>
              <a:gd name="connsiteX6" fmla="*/ 220224 w 1492317"/>
              <a:gd name="connsiteY6" fmla="*/ 36871 h 1655651"/>
              <a:gd name="connsiteX7" fmla="*/ 0 w 1492317"/>
              <a:gd name="connsiteY7" fmla="*/ 0 h 1655651"/>
              <a:gd name="connsiteX0" fmla="*/ 878744 w 1492317"/>
              <a:gd name="connsiteY0" fmla="*/ 1594240 h 1679907"/>
              <a:gd name="connsiteX1" fmla="*/ 1375834 w 1492317"/>
              <a:gd name="connsiteY1" fmla="*/ 1646276 h 1679907"/>
              <a:gd name="connsiteX2" fmla="*/ 1492317 w 1492317"/>
              <a:gd name="connsiteY2" fmla="*/ 1091072 h 1679907"/>
              <a:gd name="connsiteX3" fmla="*/ 1285376 w 1492317"/>
              <a:gd name="connsiteY3" fmla="*/ 964143 h 1679907"/>
              <a:gd name="connsiteX4" fmla="*/ 1112240 w 1492317"/>
              <a:gd name="connsiteY4" fmla="*/ 663330 h 1679907"/>
              <a:gd name="connsiteX5" fmla="*/ 459968 w 1492317"/>
              <a:gd name="connsiteY5" fmla="*/ 180127 h 1679907"/>
              <a:gd name="connsiteX6" fmla="*/ 220224 w 1492317"/>
              <a:gd name="connsiteY6" fmla="*/ 36871 h 1679907"/>
              <a:gd name="connsiteX7" fmla="*/ 0 w 1492317"/>
              <a:gd name="connsiteY7" fmla="*/ 0 h 1679907"/>
              <a:gd name="connsiteX0" fmla="*/ 878744 w 1492317"/>
              <a:gd name="connsiteY0" fmla="*/ 1594240 h 1668181"/>
              <a:gd name="connsiteX1" fmla="*/ 1375834 w 1492317"/>
              <a:gd name="connsiteY1" fmla="*/ 1646276 h 1668181"/>
              <a:gd name="connsiteX2" fmla="*/ 1492317 w 1492317"/>
              <a:gd name="connsiteY2" fmla="*/ 1091072 h 1668181"/>
              <a:gd name="connsiteX3" fmla="*/ 1285376 w 1492317"/>
              <a:gd name="connsiteY3" fmla="*/ 964143 h 1668181"/>
              <a:gd name="connsiteX4" fmla="*/ 1112240 w 1492317"/>
              <a:gd name="connsiteY4" fmla="*/ 663330 h 1668181"/>
              <a:gd name="connsiteX5" fmla="*/ 459968 w 1492317"/>
              <a:gd name="connsiteY5" fmla="*/ 180127 h 1668181"/>
              <a:gd name="connsiteX6" fmla="*/ 220224 w 1492317"/>
              <a:gd name="connsiteY6" fmla="*/ 36871 h 1668181"/>
              <a:gd name="connsiteX7" fmla="*/ 0 w 1492317"/>
              <a:gd name="connsiteY7" fmla="*/ 0 h 1668181"/>
              <a:gd name="connsiteX0" fmla="*/ 658520 w 1272093"/>
              <a:gd name="connsiteY0" fmla="*/ 1557369 h 1631310"/>
              <a:gd name="connsiteX1" fmla="*/ 1155610 w 1272093"/>
              <a:gd name="connsiteY1" fmla="*/ 1609405 h 1631310"/>
              <a:gd name="connsiteX2" fmla="*/ 1272093 w 1272093"/>
              <a:gd name="connsiteY2" fmla="*/ 1054201 h 1631310"/>
              <a:gd name="connsiteX3" fmla="*/ 1065152 w 1272093"/>
              <a:gd name="connsiteY3" fmla="*/ 927272 h 1631310"/>
              <a:gd name="connsiteX4" fmla="*/ 892016 w 1272093"/>
              <a:gd name="connsiteY4" fmla="*/ 626459 h 1631310"/>
              <a:gd name="connsiteX5" fmla="*/ 239744 w 1272093"/>
              <a:gd name="connsiteY5" fmla="*/ 143256 h 1631310"/>
              <a:gd name="connsiteX6" fmla="*/ 0 w 1272093"/>
              <a:gd name="connsiteY6" fmla="*/ 0 h 1631310"/>
              <a:gd name="connsiteX0" fmla="*/ 418776 w 1032349"/>
              <a:gd name="connsiteY0" fmla="*/ 1414114 h 1488055"/>
              <a:gd name="connsiteX1" fmla="*/ 915866 w 1032349"/>
              <a:gd name="connsiteY1" fmla="*/ 1466150 h 1488055"/>
              <a:gd name="connsiteX2" fmla="*/ 1032349 w 1032349"/>
              <a:gd name="connsiteY2" fmla="*/ 910946 h 1488055"/>
              <a:gd name="connsiteX3" fmla="*/ 825408 w 1032349"/>
              <a:gd name="connsiteY3" fmla="*/ 784017 h 1488055"/>
              <a:gd name="connsiteX4" fmla="*/ 652272 w 1032349"/>
              <a:gd name="connsiteY4" fmla="*/ 483204 h 1488055"/>
              <a:gd name="connsiteX5" fmla="*/ 0 w 1032349"/>
              <a:gd name="connsiteY5" fmla="*/ 1 h 1488055"/>
              <a:gd name="connsiteX0" fmla="*/ 0 w 613573"/>
              <a:gd name="connsiteY0" fmla="*/ 930909 h 1004850"/>
              <a:gd name="connsiteX1" fmla="*/ 497090 w 613573"/>
              <a:gd name="connsiteY1" fmla="*/ 982945 h 1004850"/>
              <a:gd name="connsiteX2" fmla="*/ 613573 w 613573"/>
              <a:gd name="connsiteY2" fmla="*/ 427741 h 1004850"/>
              <a:gd name="connsiteX3" fmla="*/ 406632 w 613573"/>
              <a:gd name="connsiteY3" fmla="*/ 300812 h 1004850"/>
              <a:gd name="connsiteX4" fmla="*/ 233496 w 613573"/>
              <a:gd name="connsiteY4" fmla="*/ -1 h 1004850"/>
              <a:gd name="connsiteX0" fmla="*/ 0 w 613573"/>
              <a:gd name="connsiteY0" fmla="*/ 926184 h 1000125"/>
              <a:gd name="connsiteX1" fmla="*/ 497090 w 613573"/>
              <a:gd name="connsiteY1" fmla="*/ 978220 h 1000125"/>
              <a:gd name="connsiteX2" fmla="*/ 613573 w 613573"/>
              <a:gd name="connsiteY2" fmla="*/ 423016 h 1000125"/>
              <a:gd name="connsiteX3" fmla="*/ 406632 w 613573"/>
              <a:gd name="connsiteY3" fmla="*/ 296087 h 1000125"/>
              <a:gd name="connsiteX4" fmla="*/ 371965 w 613573"/>
              <a:gd name="connsiteY4" fmla="*/ 0 h 1000125"/>
              <a:gd name="connsiteX0" fmla="*/ 0 w 617588"/>
              <a:gd name="connsiteY0" fmla="*/ 926184 h 987360"/>
              <a:gd name="connsiteX1" fmla="*/ 497090 w 617588"/>
              <a:gd name="connsiteY1" fmla="*/ 978220 h 987360"/>
              <a:gd name="connsiteX2" fmla="*/ 491676 w 617588"/>
              <a:gd name="connsiteY2" fmla="*/ 645549 h 987360"/>
              <a:gd name="connsiteX3" fmla="*/ 613573 w 617588"/>
              <a:gd name="connsiteY3" fmla="*/ 423016 h 987360"/>
              <a:gd name="connsiteX4" fmla="*/ 406632 w 617588"/>
              <a:gd name="connsiteY4" fmla="*/ 296087 h 987360"/>
              <a:gd name="connsiteX5" fmla="*/ 371965 w 617588"/>
              <a:gd name="connsiteY5" fmla="*/ 0 h 987360"/>
              <a:gd name="connsiteX0" fmla="*/ 0 w 655918"/>
              <a:gd name="connsiteY0" fmla="*/ 926184 h 987360"/>
              <a:gd name="connsiteX1" fmla="*/ 497090 w 655918"/>
              <a:gd name="connsiteY1" fmla="*/ 978220 h 987360"/>
              <a:gd name="connsiteX2" fmla="*/ 491676 w 655918"/>
              <a:gd name="connsiteY2" fmla="*/ 645549 h 987360"/>
              <a:gd name="connsiteX3" fmla="*/ 652728 w 655918"/>
              <a:gd name="connsiteY3" fmla="*/ 392953 h 987360"/>
              <a:gd name="connsiteX4" fmla="*/ 406632 w 655918"/>
              <a:gd name="connsiteY4" fmla="*/ 296087 h 987360"/>
              <a:gd name="connsiteX5" fmla="*/ 371965 w 655918"/>
              <a:gd name="connsiteY5" fmla="*/ 0 h 987360"/>
              <a:gd name="connsiteX0" fmla="*/ 0 w 655918"/>
              <a:gd name="connsiteY0" fmla="*/ 1250629 h 1311805"/>
              <a:gd name="connsiteX1" fmla="*/ 497090 w 655918"/>
              <a:gd name="connsiteY1" fmla="*/ 1302665 h 1311805"/>
              <a:gd name="connsiteX2" fmla="*/ 491676 w 655918"/>
              <a:gd name="connsiteY2" fmla="*/ 969994 h 1311805"/>
              <a:gd name="connsiteX3" fmla="*/ 652728 w 655918"/>
              <a:gd name="connsiteY3" fmla="*/ 717398 h 1311805"/>
              <a:gd name="connsiteX4" fmla="*/ 406632 w 655918"/>
              <a:gd name="connsiteY4" fmla="*/ 620532 h 1311805"/>
              <a:gd name="connsiteX5" fmla="*/ 399320 w 655918"/>
              <a:gd name="connsiteY5" fmla="*/ 0 h 1311805"/>
              <a:gd name="connsiteX0" fmla="*/ 0 w 655918"/>
              <a:gd name="connsiteY0" fmla="*/ 1250629 h 1311805"/>
              <a:gd name="connsiteX1" fmla="*/ 497090 w 655918"/>
              <a:gd name="connsiteY1" fmla="*/ 1302665 h 1311805"/>
              <a:gd name="connsiteX2" fmla="*/ 491676 w 655918"/>
              <a:gd name="connsiteY2" fmla="*/ 969994 h 1311805"/>
              <a:gd name="connsiteX3" fmla="*/ 652728 w 655918"/>
              <a:gd name="connsiteY3" fmla="*/ 717398 h 1311805"/>
              <a:gd name="connsiteX4" fmla="*/ 406632 w 655918"/>
              <a:gd name="connsiteY4" fmla="*/ 620532 h 1311805"/>
              <a:gd name="connsiteX5" fmla="*/ 399320 w 655918"/>
              <a:gd name="connsiteY5" fmla="*/ 0 h 1311805"/>
              <a:gd name="connsiteX0" fmla="*/ 0 w 738904"/>
              <a:gd name="connsiteY0" fmla="*/ 1396511 h 1396511"/>
              <a:gd name="connsiteX1" fmla="*/ 580076 w 738904"/>
              <a:gd name="connsiteY1" fmla="*/ 1302665 h 1396511"/>
              <a:gd name="connsiteX2" fmla="*/ 574662 w 738904"/>
              <a:gd name="connsiteY2" fmla="*/ 969994 h 1396511"/>
              <a:gd name="connsiteX3" fmla="*/ 735714 w 738904"/>
              <a:gd name="connsiteY3" fmla="*/ 717398 h 1396511"/>
              <a:gd name="connsiteX4" fmla="*/ 489618 w 738904"/>
              <a:gd name="connsiteY4" fmla="*/ 620532 h 1396511"/>
              <a:gd name="connsiteX5" fmla="*/ 482306 w 738904"/>
              <a:gd name="connsiteY5" fmla="*/ 0 h 1396511"/>
              <a:gd name="connsiteX0" fmla="*/ 0 w 738904"/>
              <a:gd name="connsiteY0" fmla="*/ 1396511 h 1396511"/>
              <a:gd name="connsiteX1" fmla="*/ 580076 w 738904"/>
              <a:gd name="connsiteY1" fmla="*/ 1302665 h 1396511"/>
              <a:gd name="connsiteX2" fmla="*/ 574662 w 738904"/>
              <a:gd name="connsiteY2" fmla="*/ 969994 h 1396511"/>
              <a:gd name="connsiteX3" fmla="*/ 735714 w 738904"/>
              <a:gd name="connsiteY3" fmla="*/ 717398 h 1396511"/>
              <a:gd name="connsiteX4" fmla="*/ 489618 w 738904"/>
              <a:gd name="connsiteY4" fmla="*/ 620532 h 1396511"/>
              <a:gd name="connsiteX5" fmla="*/ 482306 w 738904"/>
              <a:gd name="connsiteY5" fmla="*/ 0 h 1396511"/>
              <a:gd name="connsiteX0" fmla="*/ 0 w 743913"/>
              <a:gd name="connsiteY0" fmla="*/ 1396511 h 1396511"/>
              <a:gd name="connsiteX1" fmla="*/ 580076 w 743913"/>
              <a:gd name="connsiteY1" fmla="*/ 1302665 h 1396511"/>
              <a:gd name="connsiteX2" fmla="*/ 574662 w 743913"/>
              <a:gd name="connsiteY2" fmla="*/ 969994 h 1396511"/>
              <a:gd name="connsiteX3" fmla="*/ 687202 w 743913"/>
              <a:gd name="connsiteY3" fmla="*/ 918974 h 1396511"/>
              <a:gd name="connsiteX4" fmla="*/ 735714 w 743913"/>
              <a:gd name="connsiteY4" fmla="*/ 717398 h 1396511"/>
              <a:gd name="connsiteX5" fmla="*/ 489618 w 743913"/>
              <a:gd name="connsiteY5" fmla="*/ 620532 h 1396511"/>
              <a:gd name="connsiteX6" fmla="*/ 482306 w 743913"/>
              <a:gd name="connsiteY6" fmla="*/ 0 h 1396511"/>
              <a:gd name="connsiteX0" fmla="*/ 0 w 743913"/>
              <a:gd name="connsiteY0" fmla="*/ 1396511 h 1396511"/>
              <a:gd name="connsiteX1" fmla="*/ 580076 w 743913"/>
              <a:gd name="connsiteY1" fmla="*/ 1302665 h 1396511"/>
              <a:gd name="connsiteX2" fmla="*/ 602477 w 743913"/>
              <a:gd name="connsiteY2" fmla="*/ 1059275 h 1396511"/>
              <a:gd name="connsiteX3" fmla="*/ 687202 w 743913"/>
              <a:gd name="connsiteY3" fmla="*/ 918974 h 1396511"/>
              <a:gd name="connsiteX4" fmla="*/ 735714 w 743913"/>
              <a:gd name="connsiteY4" fmla="*/ 717398 h 1396511"/>
              <a:gd name="connsiteX5" fmla="*/ 489618 w 743913"/>
              <a:gd name="connsiteY5" fmla="*/ 620532 h 1396511"/>
              <a:gd name="connsiteX6" fmla="*/ 482306 w 743913"/>
              <a:gd name="connsiteY6" fmla="*/ 0 h 139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3913" h="1396511">
                <a:moveTo>
                  <a:pt x="0" y="1396511"/>
                </a:moveTo>
                <a:cubicBezTo>
                  <a:pt x="237121" y="1271914"/>
                  <a:pt x="479663" y="1358871"/>
                  <a:pt x="580076" y="1302665"/>
                </a:cubicBezTo>
                <a:cubicBezTo>
                  <a:pt x="680489" y="1246459"/>
                  <a:pt x="589797" y="1132199"/>
                  <a:pt x="602477" y="1059275"/>
                </a:cubicBezTo>
                <a:cubicBezTo>
                  <a:pt x="615157" y="986351"/>
                  <a:pt x="660360" y="961073"/>
                  <a:pt x="687202" y="918974"/>
                </a:cubicBezTo>
                <a:cubicBezTo>
                  <a:pt x="714044" y="876875"/>
                  <a:pt x="763470" y="758163"/>
                  <a:pt x="735714" y="717398"/>
                </a:cubicBezTo>
                <a:cubicBezTo>
                  <a:pt x="720638" y="603709"/>
                  <a:pt x="531853" y="740098"/>
                  <a:pt x="489618" y="620532"/>
                </a:cubicBezTo>
                <a:cubicBezTo>
                  <a:pt x="447383" y="500966"/>
                  <a:pt x="400550" y="351945"/>
                  <a:pt x="482306"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1C43AD59-8810-20DB-B949-DED610774E29}"/>
              </a:ext>
            </a:extLst>
          </p:cNvPr>
          <p:cNvSpPr/>
          <p:nvPr userDrawn="1"/>
        </p:nvSpPr>
        <p:spPr>
          <a:xfrm rot="8568214" flipV="1">
            <a:off x="10299041" y="5879370"/>
            <a:ext cx="376418" cy="433257"/>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Lst>
            <a:ahLst/>
            <a:cxnLst>
              <a:cxn ang="0">
                <a:pos x="connsiteX0" y="connsiteY0"/>
              </a:cxn>
              <a:cxn ang="0">
                <a:pos x="connsiteX1" y="connsiteY1"/>
              </a:cxn>
              <a:cxn ang="0">
                <a:pos x="connsiteX2" y="connsiteY2"/>
              </a:cxn>
              <a:cxn ang="0">
                <a:pos x="connsiteX3" y="connsiteY3"/>
              </a:cxn>
            </a:cxnLst>
            <a:rect l="l" t="t" r="r" b="b"/>
            <a:pathLst>
              <a:path w="418035" h="583034">
                <a:moveTo>
                  <a:pt x="0" y="430255"/>
                </a:moveTo>
                <a:cubicBezTo>
                  <a:pt x="117747" y="425036"/>
                  <a:pt x="253413" y="603350"/>
                  <a:pt x="319013" y="581114"/>
                </a:cubicBezTo>
                <a:cubicBezTo>
                  <a:pt x="384613" y="558878"/>
                  <a:pt x="456929" y="353117"/>
                  <a:pt x="393602" y="296841"/>
                </a:cubicBezTo>
                <a:cubicBezTo>
                  <a:pt x="330275" y="240565"/>
                  <a:pt x="393264" y="139716"/>
                  <a:pt x="203796"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152E27E7-AD15-6027-1395-0CF2BCBBFC03}"/>
              </a:ext>
            </a:extLst>
          </p:cNvPr>
          <p:cNvSpPr/>
          <p:nvPr userDrawn="1"/>
        </p:nvSpPr>
        <p:spPr>
          <a:xfrm rot="8886342" flipV="1">
            <a:off x="6854771" y="6262325"/>
            <a:ext cx="1169330" cy="303130"/>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623855"/>
              <a:gd name="connsiteY0" fmla="*/ 0 h 1340931"/>
              <a:gd name="connsiteX1" fmla="*/ 957418 w 4623855"/>
              <a:gd name="connsiteY1" fmla="*/ 537574 h 1340931"/>
              <a:gd name="connsiteX2" fmla="*/ 1255517 w 4623855"/>
              <a:gd name="connsiteY2" fmla="*/ 734955 h 1340931"/>
              <a:gd name="connsiteX3" fmla="*/ 1437595 w 4623855"/>
              <a:gd name="connsiteY3" fmla="*/ 883118 h 1340931"/>
              <a:gd name="connsiteX4" fmla="*/ 1748300 w 4623855"/>
              <a:gd name="connsiteY4" fmla="*/ 1080952 h 1340931"/>
              <a:gd name="connsiteX5" fmla="*/ 1892931 w 4623855"/>
              <a:gd name="connsiteY5" fmla="*/ 1331621 h 1340931"/>
              <a:gd name="connsiteX6" fmla="*/ 2128824 w 4623855"/>
              <a:gd name="connsiteY6" fmla="*/ 1237162 h 1340931"/>
              <a:gd name="connsiteX7" fmla="*/ 2421242 w 4623855"/>
              <a:gd name="connsiteY7" fmla="*/ 1094192 h 1340931"/>
              <a:gd name="connsiteX8" fmla="*/ 2579071 w 4623855"/>
              <a:gd name="connsiteY8" fmla="*/ 848161 h 1340931"/>
              <a:gd name="connsiteX9" fmla="*/ 2714135 w 4623855"/>
              <a:gd name="connsiteY9" fmla="*/ 540980 h 1340931"/>
              <a:gd name="connsiteX10" fmla="*/ 2842914 w 4623855"/>
              <a:gd name="connsiteY10" fmla="*/ 377531 h 1340931"/>
              <a:gd name="connsiteX11" fmla="*/ 3107093 w 4623855"/>
              <a:gd name="connsiteY11" fmla="*/ 114374 h 1340931"/>
              <a:gd name="connsiteX12" fmla="*/ 3334404 w 4623855"/>
              <a:gd name="connsiteY12" fmla="*/ 291616 h 1340931"/>
              <a:gd name="connsiteX13" fmla="*/ 3631919 w 4623855"/>
              <a:gd name="connsiteY13" fmla="*/ 248305 h 1340931"/>
              <a:gd name="connsiteX14" fmla="*/ 4051965 w 4623855"/>
              <a:gd name="connsiteY14" fmla="*/ 292938 h 1340931"/>
              <a:gd name="connsiteX15" fmla="*/ 4357484 w 4623855"/>
              <a:gd name="connsiteY15" fmla="*/ 386485 h 1340931"/>
              <a:gd name="connsiteX16" fmla="*/ 4623855 w 4623855"/>
              <a:gd name="connsiteY16" fmla="*/ 366696 h 1340931"/>
              <a:gd name="connsiteX0" fmla="*/ 0 w 4609141"/>
              <a:gd name="connsiteY0" fmla="*/ 0 h 1348204"/>
              <a:gd name="connsiteX1" fmla="*/ 942704 w 4609141"/>
              <a:gd name="connsiteY1" fmla="*/ 544847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141"/>
              <a:gd name="connsiteY0" fmla="*/ 0 h 1348204"/>
              <a:gd name="connsiteX1" fmla="*/ 999616 w 4609141"/>
              <a:gd name="connsiteY1" fmla="*/ 513654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0841"/>
              <a:gd name="connsiteX1" fmla="*/ 999993 w 4609518"/>
              <a:gd name="connsiteY1" fmla="*/ 524600 h 1350841"/>
              <a:gd name="connsiteX2" fmla="*/ 1241180 w 4609518"/>
              <a:gd name="connsiteY2" fmla="*/ 753174 h 1350841"/>
              <a:gd name="connsiteX3" fmla="*/ 1423258 w 4609518"/>
              <a:gd name="connsiteY3" fmla="*/ 901337 h 1350841"/>
              <a:gd name="connsiteX4" fmla="*/ 1603929 w 4609518"/>
              <a:gd name="connsiteY4" fmla="*/ 1196434 h 1350841"/>
              <a:gd name="connsiteX5" fmla="*/ 1878594 w 4609518"/>
              <a:gd name="connsiteY5" fmla="*/ 1349840 h 1350841"/>
              <a:gd name="connsiteX6" fmla="*/ 2114487 w 4609518"/>
              <a:gd name="connsiteY6" fmla="*/ 1255381 h 1350841"/>
              <a:gd name="connsiteX7" fmla="*/ 2406905 w 4609518"/>
              <a:gd name="connsiteY7" fmla="*/ 1112411 h 1350841"/>
              <a:gd name="connsiteX8" fmla="*/ 2564734 w 4609518"/>
              <a:gd name="connsiteY8" fmla="*/ 866380 h 1350841"/>
              <a:gd name="connsiteX9" fmla="*/ 2699798 w 4609518"/>
              <a:gd name="connsiteY9" fmla="*/ 559199 h 1350841"/>
              <a:gd name="connsiteX10" fmla="*/ 2828577 w 4609518"/>
              <a:gd name="connsiteY10" fmla="*/ 395750 h 1350841"/>
              <a:gd name="connsiteX11" fmla="*/ 3092756 w 4609518"/>
              <a:gd name="connsiteY11" fmla="*/ 132593 h 1350841"/>
              <a:gd name="connsiteX12" fmla="*/ 3320067 w 4609518"/>
              <a:gd name="connsiteY12" fmla="*/ 309835 h 1350841"/>
              <a:gd name="connsiteX13" fmla="*/ 3617582 w 4609518"/>
              <a:gd name="connsiteY13" fmla="*/ 266524 h 1350841"/>
              <a:gd name="connsiteX14" fmla="*/ 4037628 w 4609518"/>
              <a:gd name="connsiteY14" fmla="*/ 311157 h 1350841"/>
              <a:gd name="connsiteX15" fmla="*/ 4343147 w 4609518"/>
              <a:gd name="connsiteY15" fmla="*/ 404704 h 1350841"/>
              <a:gd name="connsiteX16" fmla="*/ 4609518 w 4609518"/>
              <a:gd name="connsiteY16" fmla="*/ 384915 h 1350841"/>
              <a:gd name="connsiteX0" fmla="*/ 0 w 4185389"/>
              <a:gd name="connsiteY0" fmla="*/ 16749 h 1218319"/>
              <a:gd name="connsiteX1" fmla="*/ 575864 w 4185389"/>
              <a:gd name="connsiteY1" fmla="*/ 392078 h 1218319"/>
              <a:gd name="connsiteX2" fmla="*/ 817051 w 4185389"/>
              <a:gd name="connsiteY2" fmla="*/ 620652 h 1218319"/>
              <a:gd name="connsiteX3" fmla="*/ 999129 w 4185389"/>
              <a:gd name="connsiteY3" fmla="*/ 768815 h 1218319"/>
              <a:gd name="connsiteX4" fmla="*/ 1179800 w 4185389"/>
              <a:gd name="connsiteY4" fmla="*/ 1063912 h 1218319"/>
              <a:gd name="connsiteX5" fmla="*/ 1454465 w 4185389"/>
              <a:gd name="connsiteY5" fmla="*/ 1217318 h 1218319"/>
              <a:gd name="connsiteX6" fmla="*/ 1690358 w 4185389"/>
              <a:gd name="connsiteY6" fmla="*/ 1122859 h 1218319"/>
              <a:gd name="connsiteX7" fmla="*/ 1982776 w 4185389"/>
              <a:gd name="connsiteY7" fmla="*/ 979889 h 1218319"/>
              <a:gd name="connsiteX8" fmla="*/ 2140605 w 4185389"/>
              <a:gd name="connsiteY8" fmla="*/ 733858 h 1218319"/>
              <a:gd name="connsiteX9" fmla="*/ 2275669 w 4185389"/>
              <a:gd name="connsiteY9" fmla="*/ 426677 h 1218319"/>
              <a:gd name="connsiteX10" fmla="*/ 2404448 w 4185389"/>
              <a:gd name="connsiteY10" fmla="*/ 263228 h 1218319"/>
              <a:gd name="connsiteX11" fmla="*/ 2668627 w 4185389"/>
              <a:gd name="connsiteY11" fmla="*/ 71 h 1218319"/>
              <a:gd name="connsiteX12" fmla="*/ 2895938 w 4185389"/>
              <a:gd name="connsiteY12" fmla="*/ 177313 h 1218319"/>
              <a:gd name="connsiteX13" fmla="*/ 3193453 w 4185389"/>
              <a:gd name="connsiteY13" fmla="*/ 134002 h 1218319"/>
              <a:gd name="connsiteX14" fmla="*/ 3613499 w 4185389"/>
              <a:gd name="connsiteY14" fmla="*/ 178635 h 1218319"/>
              <a:gd name="connsiteX15" fmla="*/ 3919018 w 4185389"/>
              <a:gd name="connsiteY15" fmla="*/ 272182 h 1218319"/>
              <a:gd name="connsiteX16" fmla="*/ 4185389 w 4185389"/>
              <a:gd name="connsiteY16" fmla="*/ 2523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3919018 w 4776428"/>
              <a:gd name="connsiteY15" fmla="*/ 272182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3919018 w 4776428"/>
              <a:gd name="connsiteY15" fmla="*/ 272182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4151133 w 4776428"/>
              <a:gd name="connsiteY15" fmla="*/ 274803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13499 w 4776428"/>
              <a:gd name="connsiteY14" fmla="*/ 178635 h 1218319"/>
              <a:gd name="connsiteX15" fmla="*/ 4151133 w 4776428"/>
              <a:gd name="connsiteY15" fmla="*/ 274803 h 1218319"/>
              <a:gd name="connsiteX16" fmla="*/ 4776428 w 4776428"/>
              <a:gd name="connsiteY16" fmla="*/ 535993 h 1218319"/>
              <a:gd name="connsiteX0" fmla="*/ 0 w 4776428"/>
              <a:gd name="connsiteY0" fmla="*/ 16749 h 1218319"/>
              <a:gd name="connsiteX1" fmla="*/ 575864 w 4776428"/>
              <a:gd name="connsiteY1" fmla="*/ 392078 h 1218319"/>
              <a:gd name="connsiteX2" fmla="*/ 817051 w 4776428"/>
              <a:gd name="connsiteY2" fmla="*/ 620652 h 1218319"/>
              <a:gd name="connsiteX3" fmla="*/ 999129 w 4776428"/>
              <a:gd name="connsiteY3" fmla="*/ 768815 h 1218319"/>
              <a:gd name="connsiteX4" fmla="*/ 1179800 w 4776428"/>
              <a:gd name="connsiteY4" fmla="*/ 1063912 h 1218319"/>
              <a:gd name="connsiteX5" fmla="*/ 1454465 w 4776428"/>
              <a:gd name="connsiteY5" fmla="*/ 1217318 h 1218319"/>
              <a:gd name="connsiteX6" fmla="*/ 1690358 w 4776428"/>
              <a:gd name="connsiteY6" fmla="*/ 1122859 h 1218319"/>
              <a:gd name="connsiteX7" fmla="*/ 1982776 w 4776428"/>
              <a:gd name="connsiteY7" fmla="*/ 979889 h 1218319"/>
              <a:gd name="connsiteX8" fmla="*/ 2140605 w 4776428"/>
              <a:gd name="connsiteY8" fmla="*/ 733858 h 1218319"/>
              <a:gd name="connsiteX9" fmla="*/ 2275669 w 4776428"/>
              <a:gd name="connsiteY9" fmla="*/ 426677 h 1218319"/>
              <a:gd name="connsiteX10" fmla="*/ 2404448 w 4776428"/>
              <a:gd name="connsiteY10" fmla="*/ 263228 h 1218319"/>
              <a:gd name="connsiteX11" fmla="*/ 2668627 w 4776428"/>
              <a:gd name="connsiteY11" fmla="*/ 71 h 1218319"/>
              <a:gd name="connsiteX12" fmla="*/ 2895938 w 4776428"/>
              <a:gd name="connsiteY12" fmla="*/ 177313 h 1218319"/>
              <a:gd name="connsiteX13" fmla="*/ 3193453 w 4776428"/>
              <a:gd name="connsiteY13" fmla="*/ 134002 h 1218319"/>
              <a:gd name="connsiteX14" fmla="*/ 3683999 w 4776428"/>
              <a:gd name="connsiteY14" fmla="*/ 286590 h 1218319"/>
              <a:gd name="connsiteX15" fmla="*/ 4151133 w 4776428"/>
              <a:gd name="connsiteY15" fmla="*/ 274803 h 1218319"/>
              <a:gd name="connsiteX16" fmla="*/ 4776428 w 4776428"/>
              <a:gd name="connsiteY16" fmla="*/ 535993 h 1218319"/>
              <a:gd name="connsiteX0" fmla="*/ 0 w 4776428"/>
              <a:gd name="connsiteY0" fmla="*/ 16688 h 1218258"/>
              <a:gd name="connsiteX1" fmla="*/ 575864 w 4776428"/>
              <a:gd name="connsiteY1" fmla="*/ 392017 h 1218258"/>
              <a:gd name="connsiteX2" fmla="*/ 817051 w 4776428"/>
              <a:gd name="connsiteY2" fmla="*/ 620591 h 1218258"/>
              <a:gd name="connsiteX3" fmla="*/ 999129 w 4776428"/>
              <a:gd name="connsiteY3" fmla="*/ 768754 h 1218258"/>
              <a:gd name="connsiteX4" fmla="*/ 1179800 w 4776428"/>
              <a:gd name="connsiteY4" fmla="*/ 1063851 h 1218258"/>
              <a:gd name="connsiteX5" fmla="*/ 1454465 w 4776428"/>
              <a:gd name="connsiteY5" fmla="*/ 1217257 h 1218258"/>
              <a:gd name="connsiteX6" fmla="*/ 1690358 w 4776428"/>
              <a:gd name="connsiteY6" fmla="*/ 1122798 h 1218258"/>
              <a:gd name="connsiteX7" fmla="*/ 1982776 w 4776428"/>
              <a:gd name="connsiteY7" fmla="*/ 979828 h 1218258"/>
              <a:gd name="connsiteX8" fmla="*/ 2140605 w 4776428"/>
              <a:gd name="connsiteY8" fmla="*/ 733797 h 1218258"/>
              <a:gd name="connsiteX9" fmla="*/ 2275669 w 4776428"/>
              <a:gd name="connsiteY9" fmla="*/ 426616 h 1218258"/>
              <a:gd name="connsiteX10" fmla="*/ 2355746 w 4776428"/>
              <a:gd name="connsiteY10" fmla="*/ 185558 h 1218258"/>
              <a:gd name="connsiteX11" fmla="*/ 2668627 w 4776428"/>
              <a:gd name="connsiteY11" fmla="*/ 10 h 1218258"/>
              <a:gd name="connsiteX12" fmla="*/ 2895938 w 4776428"/>
              <a:gd name="connsiteY12" fmla="*/ 177252 h 1218258"/>
              <a:gd name="connsiteX13" fmla="*/ 3193453 w 4776428"/>
              <a:gd name="connsiteY13" fmla="*/ 133941 h 1218258"/>
              <a:gd name="connsiteX14" fmla="*/ 3683999 w 4776428"/>
              <a:gd name="connsiteY14" fmla="*/ 286529 h 1218258"/>
              <a:gd name="connsiteX15" fmla="*/ 4151133 w 4776428"/>
              <a:gd name="connsiteY15" fmla="*/ 274742 h 1218258"/>
              <a:gd name="connsiteX16" fmla="*/ 4776428 w 4776428"/>
              <a:gd name="connsiteY16" fmla="*/ 535932 h 1218258"/>
              <a:gd name="connsiteX0" fmla="*/ 0 w 4776428"/>
              <a:gd name="connsiteY0" fmla="*/ 16688 h 1218258"/>
              <a:gd name="connsiteX1" fmla="*/ 575864 w 4776428"/>
              <a:gd name="connsiteY1" fmla="*/ 392017 h 1218258"/>
              <a:gd name="connsiteX2" fmla="*/ 817051 w 4776428"/>
              <a:gd name="connsiteY2" fmla="*/ 620591 h 1218258"/>
              <a:gd name="connsiteX3" fmla="*/ 999129 w 4776428"/>
              <a:gd name="connsiteY3" fmla="*/ 768754 h 1218258"/>
              <a:gd name="connsiteX4" fmla="*/ 1179800 w 4776428"/>
              <a:gd name="connsiteY4" fmla="*/ 1063851 h 1218258"/>
              <a:gd name="connsiteX5" fmla="*/ 1454465 w 4776428"/>
              <a:gd name="connsiteY5" fmla="*/ 1217257 h 1218258"/>
              <a:gd name="connsiteX6" fmla="*/ 1690358 w 4776428"/>
              <a:gd name="connsiteY6" fmla="*/ 1122798 h 1218258"/>
              <a:gd name="connsiteX7" fmla="*/ 1982776 w 4776428"/>
              <a:gd name="connsiteY7" fmla="*/ 979828 h 1218258"/>
              <a:gd name="connsiteX8" fmla="*/ 2140605 w 4776428"/>
              <a:gd name="connsiteY8" fmla="*/ 733797 h 1218258"/>
              <a:gd name="connsiteX9" fmla="*/ 2177054 w 4776428"/>
              <a:gd name="connsiteY9" fmla="*/ 412259 h 1218258"/>
              <a:gd name="connsiteX10" fmla="*/ 2355746 w 4776428"/>
              <a:gd name="connsiteY10" fmla="*/ 185558 h 1218258"/>
              <a:gd name="connsiteX11" fmla="*/ 2668627 w 4776428"/>
              <a:gd name="connsiteY11" fmla="*/ 10 h 1218258"/>
              <a:gd name="connsiteX12" fmla="*/ 2895938 w 4776428"/>
              <a:gd name="connsiteY12" fmla="*/ 177252 h 1218258"/>
              <a:gd name="connsiteX13" fmla="*/ 3193453 w 4776428"/>
              <a:gd name="connsiteY13" fmla="*/ 133941 h 1218258"/>
              <a:gd name="connsiteX14" fmla="*/ 3683999 w 4776428"/>
              <a:gd name="connsiteY14" fmla="*/ 286529 h 1218258"/>
              <a:gd name="connsiteX15" fmla="*/ 4151133 w 4776428"/>
              <a:gd name="connsiteY15" fmla="*/ 274742 h 1218258"/>
              <a:gd name="connsiteX16" fmla="*/ 4776428 w 4776428"/>
              <a:gd name="connsiteY16" fmla="*/ 535932 h 1218258"/>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51133 w 4776428"/>
              <a:gd name="connsiteY15" fmla="*/ 274741 h 1218257"/>
              <a:gd name="connsiteX16" fmla="*/ 4776428 w 4776428"/>
              <a:gd name="connsiteY16" fmla="*/ 535931 h 1218257"/>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97040 w 4776428"/>
              <a:gd name="connsiteY15" fmla="*/ 188568 h 1218257"/>
              <a:gd name="connsiteX16" fmla="*/ 4776428 w 4776428"/>
              <a:gd name="connsiteY16" fmla="*/ 535931 h 1218257"/>
              <a:gd name="connsiteX0" fmla="*/ 0 w 4776428"/>
              <a:gd name="connsiteY0" fmla="*/ 16687 h 1218257"/>
              <a:gd name="connsiteX1" fmla="*/ 575864 w 4776428"/>
              <a:gd name="connsiteY1" fmla="*/ 392016 h 1218257"/>
              <a:gd name="connsiteX2" fmla="*/ 817051 w 4776428"/>
              <a:gd name="connsiteY2" fmla="*/ 620590 h 1218257"/>
              <a:gd name="connsiteX3" fmla="*/ 999129 w 4776428"/>
              <a:gd name="connsiteY3" fmla="*/ 768753 h 1218257"/>
              <a:gd name="connsiteX4" fmla="*/ 1179800 w 4776428"/>
              <a:gd name="connsiteY4" fmla="*/ 1063850 h 1218257"/>
              <a:gd name="connsiteX5" fmla="*/ 1454465 w 4776428"/>
              <a:gd name="connsiteY5" fmla="*/ 1217256 h 1218257"/>
              <a:gd name="connsiteX6" fmla="*/ 1690358 w 4776428"/>
              <a:gd name="connsiteY6" fmla="*/ 1122797 h 1218257"/>
              <a:gd name="connsiteX7" fmla="*/ 1982776 w 4776428"/>
              <a:gd name="connsiteY7" fmla="*/ 979827 h 1218257"/>
              <a:gd name="connsiteX8" fmla="*/ 2140605 w 4776428"/>
              <a:gd name="connsiteY8" fmla="*/ 733796 h 1218257"/>
              <a:gd name="connsiteX9" fmla="*/ 2177054 w 4776428"/>
              <a:gd name="connsiteY9" fmla="*/ 412258 h 1218257"/>
              <a:gd name="connsiteX10" fmla="*/ 2355746 w 4776428"/>
              <a:gd name="connsiteY10" fmla="*/ 185557 h 1218257"/>
              <a:gd name="connsiteX11" fmla="*/ 2668627 w 4776428"/>
              <a:gd name="connsiteY11" fmla="*/ 9 h 1218257"/>
              <a:gd name="connsiteX12" fmla="*/ 2895938 w 4776428"/>
              <a:gd name="connsiteY12" fmla="*/ 177251 h 1218257"/>
              <a:gd name="connsiteX13" fmla="*/ 3206678 w 4776428"/>
              <a:gd name="connsiteY13" fmla="*/ 61848 h 1218257"/>
              <a:gd name="connsiteX14" fmla="*/ 3683999 w 4776428"/>
              <a:gd name="connsiteY14" fmla="*/ 286528 h 1218257"/>
              <a:gd name="connsiteX15" fmla="*/ 4197040 w 4776428"/>
              <a:gd name="connsiteY15" fmla="*/ 188568 h 1218257"/>
              <a:gd name="connsiteX16" fmla="*/ 4776428 w 4776428"/>
              <a:gd name="connsiteY16" fmla="*/ 535931 h 1218257"/>
              <a:gd name="connsiteX0" fmla="*/ 0 w 4776428"/>
              <a:gd name="connsiteY0" fmla="*/ 18519 h 1220089"/>
              <a:gd name="connsiteX1" fmla="*/ 575864 w 4776428"/>
              <a:gd name="connsiteY1" fmla="*/ 393848 h 1220089"/>
              <a:gd name="connsiteX2" fmla="*/ 817051 w 4776428"/>
              <a:gd name="connsiteY2" fmla="*/ 622422 h 1220089"/>
              <a:gd name="connsiteX3" fmla="*/ 999129 w 4776428"/>
              <a:gd name="connsiteY3" fmla="*/ 770585 h 1220089"/>
              <a:gd name="connsiteX4" fmla="*/ 1179800 w 4776428"/>
              <a:gd name="connsiteY4" fmla="*/ 1065682 h 1220089"/>
              <a:gd name="connsiteX5" fmla="*/ 1454465 w 4776428"/>
              <a:gd name="connsiteY5" fmla="*/ 1219088 h 1220089"/>
              <a:gd name="connsiteX6" fmla="*/ 1690358 w 4776428"/>
              <a:gd name="connsiteY6" fmla="*/ 1124629 h 1220089"/>
              <a:gd name="connsiteX7" fmla="*/ 1982776 w 4776428"/>
              <a:gd name="connsiteY7" fmla="*/ 981659 h 1220089"/>
              <a:gd name="connsiteX8" fmla="*/ 2140605 w 4776428"/>
              <a:gd name="connsiteY8" fmla="*/ 735628 h 1220089"/>
              <a:gd name="connsiteX9" fmla="*/ 2177054 w 4776428"/>
              <a:gd name="connsiteY9" fmla="*/ 414090 h 1220089"/>
              <a:gd name="connsiteX10" fmla="*/ 2355746 w 4776428"/>
              <a:gd name="connsiteY10" fmla="*/ 187389 h 1220089"/>
              <a:gd name="connsiteX11" fmla="*/ 2668627 w 4776428"/>
              <a:gd name="connsiteY11" fmla="*/ 1841 h 1220089"/>
              <a:gd name="connsiteX12" fmla="*/ 2958671 w 4776428"/>
              <a:gd name="connsiteY12" fmla="*/ 90692 h 1220089"/>
              <a:gd name="connsiteX13" fmla="*/ 3206678 w 4776428"/>
              <a:gd name="connsiteY13" fmla="*/ 63680 h 1220089"/>
              <a:gd name="connsiteX14" fmla="*/ 3683999 w 4776428"/>
              <a:gd name="connsiteY14" fmla="*/ 288360 h 1220089"/>
              <a:gd name="connsiteX15" fmla="*/ 4197040 w 4776428"/>
              <a:gd name="connsiteY15" fmla="*/ 190400 h 1220089"/>
              <a:gd name="connsiteX16" fmla="*/ 4776428 w 4776428"/>
              <a:gd name="connsiteY16" fmla="*/ 537763 h 1220089"/>
              <a:gd name="connsiteX0" fmla="*/ 0 w 4776428"/>
              <a:gd name="connsiteY0" fmla="*/ 18519 h 1235723"/>
              <a:gd name="connsiteX1" fmla="*/ 575864 w 4776428"/>
              <a:gd name="connsiteY1" fmla="*/ 393848 h 1235723"/>
              <a:gd name="connsiteX2" fmla="*/ 817051 w 4776428"/>
              <a:gd name="connsiteY2" fmla="*/ 622422 h 1235723"/>
              <a:gd name="connsiteX3" fmla="*/ 999129 w 4776428"/>
              <a:gd name="connsiteY3" fmla="*/ 770585 h 1235723"/>
              <a:gd name="connsiteX4" fmla="*/ 1454465 w 4776428"/>
              <a:gd name="connsiteY4" fmla="*/ 1219088 h 1235723"/>
              <a:gd name="connsiteX5" fmla="*/ 1690358 w 4776428"/>
              <a:gd name="connsiteY5" fmla="*/ 1124629 h 1235723"/>
              <a:gd name="connsiteX6" fmla="*/ 1982776 w 4776428"/>
              <a:gd name="connsiteY6" fmla="*/ 981659 h 1235723"/>
              <a:gd name="connsiteX7" fmla="*/ 2140605 w 4776428"/>
              <a:gd name="connsiteY7" fmla="*/ 735628 h 1235723"/>
              <a:gd name="connsiteX8" fmla="*/ 2177054 w 4776428"/>
              <a:gd name="connsiteY8" fmla="*/ 414090 h 1235723"/>
              <a:gd name="connsiteX9" fmla="*/ 2355746 w 4776428"/>
              <a:gd name="connsiteY9" fmla="*/ 187389 h 1235723"/>
              <a:gd name="connsiteX10" fmla="*/ 2668627 w 4776428"/>
              <a:gd name="connsiteY10" fmla="*/ 1841 h 1235723"/>
              <a:gd name="connsiteX11" fmla="*/ 2958671 w 4776428"/>
              <a:gd name="connsiteY11" fmla="*/ 90692 h 1235723"/>
              <a:gd name="connsiteX12" fmla="*/ 3206678 w 4776428"/>
              <a:gd name="connsiteY12" fmla="*/ 63680 h 1235723"/>
              <a:gd name="connsiteX13" fmla="*/ 3683999 w 4776428"/>
              <a:gd name="connsiteY13" fmla="*/ 288360 h 1235723"/>
              <a:gd name="connsiteX14" fmla="*/ 4197040 w 4776428"/>
              <a:gd name="connsiteY14" fmla="*/ 190400 h 1235723"/>
              <a:gd name="connsiteX15" fmla="*/ 4776428 w 4776428"/>
              <a:gd name="connsiteY15" fmla="*/ 537763 h 1235723"/>
              <a:gd name="connsiteX0" fmla="*/ 0 w 4776428"/>
              <a:gd name="connsiteY0" fmla="*/ 18519 h 1230653"/>
              <a:gd name="connsiteX1" fmla="*/ 575864 w 4776428"/>
              <a:gd name="connsiteY1" fmla="*/ 393848 h 1230653"/>
              <a:gd name="connsiteX2" fmla="*/ 817051 w 4776428"/>
              <a:gd name="connsiteY2" fmla="*/ 622422 h 1230653"/>
              <a:gd name="connsiteX3" fmla="*/ 1077207 w 4776428"/>
              <a:gd name="connsiteY3" fmla="*/ 852138 h 1230653"/>
              <a:gd name="connsiteX4" fmla="*/ 1454465 w 4776428"/>
              <a:gd name="connsiteY4" fmla="*/ 1219088 h 1230653"/>
              <a:gd name="connsiteX5" fmla="*/ 1690358 w 4776428"/>
              <a:gd name="connsiteY5" fmla="*/ 1124629 h 1230653"/>
              <a:gd name="connsiteX6" fmla="*/ 1982776 w 4776428"/>
              <a:gd name="connsiteY6" fmla="*/ 981659 h 1230653"/>
              <a:gd name="connsiteX7" fmla="*/ 2140605 w 4776428"/>
              <a:gd name="connsiteY7" fmla="*/ 735628 h 1230653"/>
              <a:gd name="connsiteX8" fmla="*/ 2177054 w 4776428"/>
              <a:gd name="connsiteY8" fmla="*/ 414090 h 1230653"/>
              <a:gd name="connsiteX9" fmla="*/ 2355746 w 4776428"/>
              <a:gd name="connsiteY9" fmla="*/ 187389 h 1230653"/>
              <a:gd name="connsiteX10" fmla="*/ 2668627 w 4776428"/>
              <a:gd name="connsiteY10" fmla="*/ 1841 h 1230653"/>
              <a:gd name="connsiteX11" fmla="*/ 2958671 w 4776428"/>
              <a:gd name="connsiteY11" fmla="*/ 90692 h 1230653"/>
              <a:gd name="connsiteX12" fmla="*/ 3206678 w 4776428"/>
              <a:gd name="connsiteY12" fmla="*/ 63680 h 1230653"/>
              <a:gd name="connsiteX13" fmla="*/ 3683999 w 4776428"/>
              <a:gd name="connsiteY13" fmla="*/ 288360 h 1230653"/>
              <a:gd name="connsiteX14" fmla="*/ 4197040 w 4776428"/>
              <a:gd name="connsiteY14" fmla="*/ 190400 h 1230653"/>
              <a:gd name="connsiteX15" fmla="*/ 4776428 w 4776428"/>
              <a:gd name="connsiteY15" fmla="*/ 537763 h 1230653"/>
              <a:gd name="connsiteX0" fmla="*/ 0 w 4776428"/>
              <a:gd name="connsiteY0" fmla="*/ 18519 h 1137527"/>
              <a:gd name="connsiteX1" fmla="*/ 575864 w 4776428"/>
              <a:gd name="connsiteY1" fmla="*/ 393848 h 1137527"/>
              <a:gd name="connsiteX2" fmla="*/ 817051 w 4776428"/>
              <a:gd name="connsiteY2" fmla="*/ 622422 h 1137527"/>
              <a:gd name="connsiteX3" fmla="*/ 1077207 w 4776428"/>
              <a:gd name="connsiteY3" fmla="*/ 852138 h 1137527"/>
              <a:gd name="connsiteX4" fmla="*/ 1350449 w 4776428"/>
              <a:gd name="connsiteY4" fmla="*/ 1099920 h 1137527"/>
              <a:gd name="connsiteX5" fmla="*/ 1690358 w 4776428"/>
              <a:gd name="connsiteY5" fmla="*/ 1124629 h 1137527"/>
              <a:gd name="connsiteX6" fmla="*/ 1982776 w 4776428"/>
              <a:gd name="connsiteY6" fmla="*/ 981659 h 1137527"/>
              <a:gd name="connsiteX7" fmla="*/ 2140605 w 4776428"/>
              <a:gd name="connsiteY7" fmla="*/ 735628 h 1137527"/>
              <a:gd name="connsiteX8" fmla="*/ 2177054 w 4776428"/>
              <a:gd name="connsiteY8" fmla="*/ 414090 h 1137527"/>
              <a:gd name="connsiteX9" fmla="*/ 2355746 w 4776428"/>
              <a:gd name="connsiteY9" fmla="*/ 187389 h 1137527"/>
              <a:gd name="connsiteX10" fmla="*/ 2668627 w 4776428"/>
              <a:gd name="connsiteY10" fmla="*/ 1841 h 1137527"/>
              <a:gd name="connsiteX11" fmla="*/ 2958671 w 4776428"/>
              <a:gd name="connsiteY11" fmla="*/ 90692 h 1137527"/>
              <a:gd name="connsiteX12" fmla="*/ 3206678 w 4776428"/>
              <a:gd name="connsiteY12" fmla="*/ 63680 h 1137527"/>
              <a:gd name="connsiteX13" fmla="*/ 3683999 w 4776428"/>
              <a:gd name="connsiteY13" fmla="*/ 288360 h 1137527"/>
              <a:gd name="connsiteX14" fmla="*/ 4197040 w 4776428"/>
              <a:gd name="connsiteY14" fmla="*/ 190400 h 1137527"/>
              <a:gd name="connsiteX15" fmla="*/ 4776428 w 4776428"/>
              <a:gd name="connsiteY15" fmla="*/ 537763 h 1137527"/>
              <a:gd name="connsiteX0" fmla="*/ 0 w 4776428"/>
              <a:gd name="connsiteY0" fmla="*/ 18519 h 1137528"/>
              <a:gd name="connsiteX1" fmla="*/ 575864 w 4776428"/>
              <a:gd name="connsiteY1" fmla="*/ 393848 h 1137528"/>
              <a:gd name="connsiteX2" fmla="*/ 817051 w 4776428"/>
              <a:gd name="connsiteY2" fmla="*/ 622422 h 1137528"/>
              <a:gd name="connsiteX3" fmla="*/ 1077207 w 4776428"/>
              <a:gd name="connsiteY3" fmla="*/ 852138 h 1137528"/>
              <a:gd name="connsiteX4" fmla="*/ 1350449 w 4776428"/>
              <a:gd name="connsiteY4" fmla="*/ 1099920 h 1137528"/>
              <a:gd name="connsiteX5" fmla="*/ 1690358 w 4776428"/>
              <a:gd name="connsiteY5" fmla="*/ 1124629 h 1137528"/>
              <a:gd name="connsiteX6" fmla="*/ 1982776 w 4776428"/>
              <a:gd name="connsiteY6" fmla="*/ 981659 h 1137528"/>
              <a:gd name="connsiteX7" fmla="*/ 2140605 w 4776428"/>
              <a:gd name="connsiteY7" fmla="*/ 735628 h 1137528"/>
              <a:gd name="connsiteX8" fmla="*/ 2177054 w 4776428"/>
              <a:gd name="connsiteY8" fmla="*/ 414090 h 1137528"/>
              <a:gd name="connsiteX9" fmla="*/ 2355746 w 4776428"/>
              <a:gd name="connsiteY9" fmla="*/ 187389 h 1137528"/>
              <a:gd name="connsiteX10" fmla="*/ 2668627 w 4776428"/>
              <a:gd name="connsiteY10" fmla="*/ 1841 h 1137528"/>
              <a:gd name="connsiteX11" fmla="*/ 2958671 w 4776428"/>
              <a:gd name="connsiteY11" fmla="*/ 90692 h 1137528"/>
              <a:gd name="connsiteX12" fmla="*/ 3206678 w 4776428"/>
              <a:gd name="connsiteY12" fmla="*/ 63680 h 1137528"/>
              <a:gd name="connsiteX13" fmla="*/ 3683999 w 4776428"/>
              <a:gd name="connsiteY13" fmla="*/ 288360 h 1137528"/>
              <a:gd name="connsiteX14" fmla="*/ 3962596 w 4776428"/>
              <a:gd name="connsiteY14" fmla="*/ 417947 h 1137528"/>
              <a:gd name="connsiteX15" fmla="*/ 4197040 w 4776428"/>
              <a:gd name="connsiteY15" fmla="*/ 190400 h 1137528"/>
              <a:gd name="connsiteX16" fmla="*/ 4776428 w 4776428"/>
              <a:gd name="connsiteY16" fmla="*/ 537763 h 1137528"/>
              <a:gd name="connsiteX0" fmla="*/ 0 w 4776428"/>
              <a:gd name="connsiteY0" fmla="*/ 18519 h 1137528"/>
              <a:gd name="connsiteX1" fmla="*/ 575864 w 4776428"/>
              <a:gd name="connsiteY1" fmla="*/ 393848 h 1137528"/>
              <a:gd name="connsiteX2" fmla="*/ 817051 w 4776428"/>
              <a:gd name="connsiteY2" fmla="*/ 622422 h 1137528"/>
              <a:gd name="connsiteX3" fmla="*/ 1077207 w 4776428"/>
              <a:gd name="connsiteY3" fmla="*/ 852138 h 1137528"/>
              <a:gd name="connsiteX4" fmla="*/ 1350449 w 4776428"/>
              <a:gd name="connsiteY4" fmla="*/ 1099920 h 1137528"/>
              <a:gd name="connsiteX5" fmla="*/ 1690358 w 4776428"/>
              <a:gd name="connsiteY5" fmla="*/ 1124629 h 1137528"/>
              <a:gd name="connsiteX6" fmla="*/ 1982776 w 4776428"/>
              <a:gd name="connsiteY6" fmla="*/ 981659 h 1137528"/>
              <a:gd name="connsiteX7" fmla="*/ 2140605 w 4776428"/>
              <a:gd name="connsiteY7" fmla="*/ 735628 h 1137528"/>
              <a:gd name="connsiteX8" fmla="*/ 2177054 w 4776428"/>
              <a:gd name="connsiteY8" fmla="*/ 414090 h 1137528"/>
              <a:gd name="connsiteX9" fmla="*/ 2355746 w 4776428"/>
              <a:gd name="connsiteY9" fmla="*/ 187389 h 1137528"/>
              <a:gd name="connsiteX10" fmla="*/ 2668627 w 4776428"/>
              <a:gd name="connsiteY10" fmla="*/ 1841 h 1137528"/>
              <a:gd name="connsiteX11" fmla="*/ 2958671 w 4776428"/>
              <a:gd name="connsiteY11" fmla="*/ 90692 h 1137528"/>
              <a:gd name="connsiteX12" fmla="*/ 3206678 w 4776428"/>
              <a:gd name="connsiteY12" fmla="*/ 63680 h 1137528"/>
              <a:gd name="connsiteX13" fmla="*/ 3790014 w 4776428"/>
              <a:gd name="connsiteY13" fmla="*/ 235777 h 1137528"/>
              <a:gd name="connsiteX14" fmla="*/ 3962596 w 4776428"/>
              <a:gd name="connsiteY14" fmla="*/ 417947 h 1137528"/>
              <a:gd name="connsiteX15" fmla="*/ 4197040 w 4776428"/>
              <a:gd name="connsiteY15" fmla="*/ 190400 h 1137528"/>
              <a:gd name="connsiteX16" fmla="*/ 4776428 w 4776428"/>
              <a:gd name="connsiteY16" fmla="*/ 537763 h 1137528"/>
              <a:gd name="connsiteX0" fmla="*/ 0 w 4776428"/>
              <a:gd name="connsiteY0" fmla="*/ 18974 h 1137983"/>
              <a:gd name="connsiteX1" fmla="*/ 575864 w 4776428"/>
              <a:gd name="connsiteY1" fmla="*/ 394303 h 1137983"/>
              <a:gd name="connsiteX2" fmla="*/ 817051 w 4776428"/>
              <a:gd name="connsiteY2" fmla="*/ 622877 h 1137983"/>
              <a:gd name="connsiteX3" fmla="*/ 1077207 w 4776428"/>
              <a:gd name="connsiteY3" fmla="*/ 852593 h 1137983"/>
              <a:gd name="connsiteX4" fmla="*/ 1350449 w 4776428"/>
              <a:gd name="connsiteY4" fmla="*/ 1100375 h 1137983"/>
              <a:gd name="connsiteX5" fmla="*/ 1690358 w 4776428"/>
              <a:gd name="connsiteY5" fmla="*/ 1125084 h 1137983"/>
              <a:gd name="connsiteX6" fmla="*/ 1982776 w 4776428"/>
              <a:gd name="connsiteY6" fmla="*/ 982114 h 1137983"/>
              <a:gd name="connsiteX7" fmla="*/ 2140605 w 4776428"/>
              <a:gd name="connsiteY7" fmla="*/ 736083 h 1137983"/>
              <a:gd name="connsiteX8" fmla="*/ 2177054 w 4776428"/>
              <a:gd name="connsiteY8" fmla="*/ 414545 h 1137983"/>
              <a:gd name="connsiteX9" fmla="*/ 2355746 w 4776428"/>
              <a:gd name="connsiteY9" fmla="*/ 187844 h 1137983"/>
              <a:gd name="connsiteX10" fmla="*/ 2668627 w 4776428"/>
              <a:gd name="connsiteY10" fmla="*/ 2296 h 1137983"/>
              <a:gd name="connsiteX11" fmla="*/ 2958671 w 4776428"/>
              <a:gd name="connsiteY11" fmla="*/ 91147 h 1137983"/>
              <a:gd name="connsiteX12" fmla="*/ 3424805 w 4776428"/>
              <a:gd name="connsiteY12" fmla="*/ 194843 h 1137983"/>
              <a:gd name="connsiteX13" fmla="*/ 3790014 w 4776428"/>
              <a:gd name="connsiteY13" fmla="*/ 236232 h 1137983"/>
              <a:gd name="connsiteX14" fmla="*/ 3962596 w 4776428"/>
              <a:gd name="connsiteY14" fmla="*/ 418402 h 1137983"/>
              <a:gd name="connsiteX15" fmla="*/ 4197040 w 4776428"/>
              <a:gd name="connsiteY15" fmla="*/ 190855 h 1137983"/>
              <a:gd name="connsiteX16" fmla="*/ 4776428 w 4776428"/>
              <a:gd name="connsiteY16" fmla="*/ 538218 h 1137983"/>
              <a:gd name="connsiteX0" fmla="*/ 1 w 4200565"/>
              <a:gd name="connsiteY0" fmla="*/ 394303 h 1137983"/>
              <a:gd name="connsiteX1" fmla="*/ 241188 w 4200565"/>
              <a:gd name="connsiteY1" fmla="*/ 622877 h 1137983"/>
              <a:gd name="connsiteX2" fmla="*/ 501344 w 4200565"/>
              <a:gd name="connsiteY2" fmla="*/ 852593 h 1137983"/>
              <a:gd name="connsiteX3" fmla="*/ 774586 w 4200565"/>
              <a:gd name="connsiteY3" fmla="*/ 1100375 h 1137983"/>
              <a:gd name="connsiteX4" fmla="*/ 1114495 w 4200565"/>
              <a:gd name="connsiteY4" fmla="*/ 1125084 h 1137983"/>
              <a:gd name="connsiteX5" fmla="*/ 1406913 w 4200565"/>
              <a:gd name="connsiteY5" fmla="*/ 982114 h 1137983"/>
              <a:gd name="connsiteX6" fmla="*/ 1564742 w 4200565"/>
              <a:gd name="connsiteY6" fmla="*/ 736083 h 1137983"/>
              <a:gd name="connsiteX7" fmla="*/ 1601191 w 4200565"/>
              <a:gd name="connsiteY7" fmla="*/ 414545 h 1137983"/>
              <a:gd name="connsiteX8" fmla="*/ 1779883 w 4200565"/>
              <a:gd name="connsiteY8" fmla="*/ 187844 h 1137983"/>
              <a:gd name="connsiteX9" fmla="*/ 2092764 w 4200565"/>
              <a:gd name="connsiteY9" fmla="*/ 2296 h 1137983"/>
              <a:gd name="connsiteX10" fmla="*/ 2382808 w 4200565"/>
              <a:gd name="connsiteY10" fmla="*/ 91147 h 1137983"/>
              <a:gd name="connsiteX11" fmla="*/ 2848942 w 4200565"/>
              <a:gd name="connsiteY11" fmla="*/ 194843 h 1137983"/>
              <a:gd name="connsiteX12" fmla="*/ 3214151 w 4200565"/>
              <a:gd name="connsiteY12" fmla="*/ 236232 h 1137983"/>
              <a:gd name="connsiteX13" fmla="*/ 3386733 w 4200565"/>
              <a:gd name="connsiteY13" fmla="*/ 418402 h 1137983"/>
              <a:gd name="connsiteX14" fmla="*/ 3621177 w 4200565"/>
              <a:gd name="connsiteY14" fmla="*/ 190855 h 1137983"/>
              <a:gd name="connsiteX15" fmla="*/ 4200565 w 4200565"/>
              <a:gd name="connsiteY15" fmla="*/ 538218 h 1137983"/>
              <a:gd name="connsiteX0" fmla="*/ -1 w 3959376"/>
              <a:gd name="connsiteY0" fmla="*/ 622877 h 1137983"/>
              <a:gd name="connsiteX1" fmla="*/ 260155 w 3959376"/>
              <a:gd name="connsiteY1" fmla="*/ 852593 h 1137983"/>
              <a:gd name="connsiteX2" fmla="*/ 533397 w 3959376"/>
              <a:gd name="connsiteY2" fmla="*/ 1100375 h 1137983"/>
              <a:gd name="connsiteX3" fmla="*/ 873306 w 3959376"/>
              <a:gd name="connsiteY3" fmla="*/ 1125084 h 1137983"/>
              <a:gd name="connsiteX4" fmla="*/ 1165724 w 3959376"/>
              <a:gd name="connsiteY4" fmla="*/ 982114 h 1137983"/>
              <a:gd name="connsiteX5" fmla="*/ 1323553 w 3959376"/>
              <a:gd name="connsiteY5" fmla="*/ 736083 h 1137983"/>
              <a:gd name="connsiteX6" fmla="*/ 1360002 w 3959376"/>
              <a:gd name="connsiteY6" fmla="*/ 414545 h 1137983"/>
              <a:gd name="connsiteX7" fmla="*/ 1538694 w 3959376"/>
              <a:gd name="connsiteY7" fmla="*/ 187844 h 1137983"/>
              <a:gd name="connsiteX8" fmla="*/ 1851575 w 3959376"/>
              <a:gd name="connsiteY8" fmla="*/ 2296 h 1137983"/>
              <a:gd name="connsiteX9" fmla="*/ 2141619 w 3959376"/>
              <a:gd name="connsiteY9" fmla="*/ 91147 h 1137983"/>
              <a:gd name="connsiteX10" fmla="*/ 2607753 w 3959376"/>
              <a:gd name="connsiteY10" fmla="*/ 194843 h 1137983"/>
              <a:gd name="connsiteX11" fmla="*/ 2972962 w 3959376"/>
              <a:gd name="connsiteY11" fmla="*/ 236232 h 1137983"/>
              <a:gd name="connsiteX12" fmla="*/ 3145544 w 3959376"/>
              <a:gd name="connsiteY12" fmla="*/ 418402 h 1137983"/>
              <a:gd name="connsiteX13" fmla="*/ 3379988 w 3959376"/>
              <a:gd name="connsiteY13" fmla="*/ 190855 h 1137983"/>
              <a:gd name="connsiteX14" fmla="*/ 3959376 w 3959376"/>
              <a:gd name="connsiteY14" fmla="*/ 538218 h 1137983"/>
              <a:gd name="connsiteX0" fmla="*/ 0 w 3699221"/>
              <a:gd name="connsiteY0" fmla="*/ 852593 h 1137983"/>
              <a:gd name="connsiteX1" fmla="*/ 273242 w 3699221"/>
              <a:gd name="connsiteY1" fmla="*/ 1100375 h 1137983"/>
              <a:gd name="connsiteX2" fmla="*/ 613151 w 3699221"/>
              <a:gd name="connsiteY2" fmla="*/ 1125084 h 1137983"/>
              <a:gd name="connsiteX3" fmla="*/ 905569 w 3699221"/>
              <a:gd name="connsiteY3" fmla="*/ 982114 h 1137983"/>
              <a:gd name="connsiteX4" fmla="*/ 1063398 w 3699221"/>
              <a:gd name="connsiteY4" fmla="*/ 736083 h 1137983"/>
              <a:gd name="connsiteX5" fmla="*/ 1099847 w 3699221"/>
              <a:gd name="connsiteY5" fmla="*/ 414545 h 1137983"/>
              <a:gd name="connsiteX6" fmla="*/ 1278539 w 3699221"/>
              <a:gd name="connsiteY6" fmla="*/ 187844 h 1137983"/>
              <a:gd name="connsiteX7" fmla="*/ 1591420 w 3699221"/>
              <a:gd name="connsiteY7" fmla="*/ 2296 h 1137983"/>
              <a:gd name="connsiteX8" fmla="*/ 1881464 w 3699221"/>
              <a:gd name="connsiteY8" fmla="*/ 91147 h 1137983"/>
              <a:gd name="connsiteX9" fmla="*/ 2347598 w 3699221"/>
              <a:gd name="connsiteY9" fmla="*/ 194843 h 1137983"/>
              <a:gd name="connsiteX10" fmla="*/ 2712807 w 3699221"/>
              <a:gd name="connsiteY10" fmla="*/ 236232 h 1137983"/>
              <a:gd name="connsiteX11" fmla="*/ 2885389 w 3699221"/>
              <a:gd name="connsiteY11" fmla="*/ 418402 h 1137983"/>
              <a:gd name="connsiteX12" fmla="*/ 3119833 w 3699221"/>
              <a:gd name="connsiteY12" fmla="*/ 190855 h 1137983"/>
              <a:gd name="connsiteX13" fmla="*/ 3699221 w 3699221"/>
              <a:gd name="connsiteY13" fmla="*/ 538218 h 1137983"/>
              <a:gd name="connsiteX0" fmla="*/ 0 w 3425979"/>
              <a:gd name="connsiteY0" fmla="*/ 1100375 h 1137983"/>
              <a:gd name="connsiteX1" fmla="*/ 339909 w 3425979"/>
              <a:gd name="connsiteY1" fmla="*/ 1125084 h 1137983"/>
              <a:gd name="connsiteX2" fmla="*/ 632327 w 3425979"/>
              <a:gd name="connsiteY2" fmla="*/ 982114 h 1137983"/>
              <a:gd name="connsiteX3" fmla="*/ 790156 w 3425979"/>
              <a:gd name="connsiteY3" fmla="*/ 736083 h 1137983"/>
              <a:gd name="connsiteX4" fmla="*/ 826605 w 3425979"/>
              <a:gd name="connsiteY4" fmla="*/ 414545 h 1137983"/>
              <a:gd name="connsiteX5" fmla="*/ 1005297 w 3425979"/>
              <a:gd name="connsiteY5" fmla="*/ 187844 h 1137983"/>
              <a:gd name="connsiteX6" fmla="*/ 1318178 w 3425979"/>
              <a:gd name="connsiteY6" fmla="*/ 2296 h 1137983"/>
              <a:gd name="connsiteX7" fmla="*/ 1608222 w 3425979"/>
              <a:gd name="connsiteY7" fmla="*/ 91147 h 1137983"/>
              <a:gd name="connsiteX8" fmla="*/ 2074356 w 3425979"/>
              <a:gd name="connsiteY8" fmla="*/ 194843 h 1137983"/>
              <a:gd name="connsiteX9" fmla="*/ 2439565 w 3425979"/>
              <a:gd name="connsiteY9" fmla="*/ 236232 h 1137983"/>
              <a:gd name="connsiteX10" fmla="*/ 2612147 w 3425979"/>
              <a:gd name="connsiteY10" fmla="*/ 418402 h 1137983"/>
              <a:gd name="connsiteX11" fmla="*/ 2846591 w 3425979"/>
              <a:gd name="connsiteY11" fmla="*/ 190855 h 1137983"/>
              <a:gd name="connsiteX12" fmla="*/ 3425979 w 3425979"/>
              <a:gd name="connsiteY12" fmla="*/ 538218 h 1137983"/>
              <a:gd name="connsiteX0" fmla="*/ 0 w 3086070"/>
              <a:gd name="connsiteY0" fmla="*/ 1125084 h 1125084"/>
              <a:gd name="connsiteX1" fmla="*/ 292418 w 3086070"/>
              <a:gd name="connsiteY1" fmla="*/ 982114 h 1125084"/>
              <a:gd name="connsiteX2" fmla="*/ 450247 w 3086070"/>
              <a:gd name="connsiteY2" fmla="*/ 736083 h 1125084"/>
              <a:gd name="connsiteX3" fmla="*/ 486696 w 3086070"/>
              <a:gd name="connsiteY3" fmla="*/ 414545 h 1125084"/>
              <a:gd name="connsiteX4" fmla="*/ 665388 w 3086070"/>
              <a:gd name="connsiteY4" fmla="*/ 187844 h 1125084"/>
              <a:gd name="connsiteX5" fmla="*/ 978269 w 3086070"/>
              <a:gd name="connsiteY5" fmla="*/ 2296 h 1125084"/>
              <a:gd name="connsiteX6" fmla="*/ 1268313 w 3086070"/>
              <a:gd name="connsiteY6" fmla="*/ 91147 h 1125084"/>
              <a:gd name="connsiteX7" fmla="*/ 1734447 w 3086070"/>
              <a:gd name="connsiteY7" fmla="*/ 194843 h 1125084"/>
              <a:gd name="connsiteX8" fmla="*/ 2099656 w 3086070"/>
              <a:gd name="connsiteY8" fmla="*/ 236232 h 1125084"/>
              <a:gd name="connsiteX9" fmla="*/ 2272238 w 3086070"/>
              <a:gd name="connsiteY9" fmla="*/ 418402 h 1125084"/>
              <a:gd name="connsiteX10" fmla="*/ 2506682 w 3086070"/>
              <a:gd name="connsiteY10" fmla="*/ 190855 h 1125084"/>
              <a:gd name="connsiteX11" fmla="*/ 3086070 w 3086070"/>
              <a:gd name="connsiteY11" fmla="*/ 538218 h 1125084"/>
              <a:gd name="connsiteX0" fmla="*/ 1 w 2793653"/>
              <a:gd name="connsiteY0" fmla="*/ 982114 h 982114"/>
              <a:gd name="connsiteX1" fmla="*/ 157830 w 2793653"/>
              <a:gd name="connsiteY1" fmla="*/ 736083 h 982114"/>
              <a:gd name="connsiteX2" fmla="*/ 194279 w 2793653"/>
              <a:gd name="connsiteY2" fmla="*/ 414545 h 982114"/>
              <a:gd name="connsiteX3" fmla="*/ 372971 w 2793653"/>
              <a:gd name="connsiteY3" fmla="*/ 187844 h 982114"/>
              <a:gd name="connsiteX4" fmla="*/ 685852 w 2793653"/>
              <a:gd name="connsiteY4" fmla="*/ 2296 h 982114"/>
              <a:gd name="connsiteX5" fmla="*/ 975896 w 2793653"/>
              <a:gd name="connsiteY5" fmla="*/ 91147 h 982114"/>
              <a:gd name="connsiteX6" fmla="*/ 1442030 w 2793653"/>
              <a:gd name="connsiteY6" fmla="*/ 194843 h 982114"/>
              <a:gd name="connsiteX7" fmla="*/ 1807239 w 2793653"/>
              <a:gd name="connsiteY7" fmla="*/ 236232 h 982114"/>
              <a:gd name="connsiteX8" fmla="*/ 1979821 w 2793653"/>
              <a:gd name="connsiteY8" fmla="*/ 418402 h 982114"/>
              <a:gd name="connsiteX9" fmla="*/ 2214265 w 2793653"/>
              <a:gd name="connsiteY9" fmla="*/ 190855 h 982114"/>
              <a:gd name="connsiteX10" fmla="*/ 2793653 w 2793653"/>
              <a:gd name="connsiteY10" fmla="*/ 538218 h 982114"/>
              <a:gd name="connsiteX0" fmla="*/ 0 w 2635823"/>
              <a:gd name="connsiteY0" fmla="*/ 736083 h 736083"/>
              <a:gd name="connsiteX1" fmla="*/ 36449 w 2635823"/>
              <a:gd name="connsiteY1" fmla="*/ 414545 h 736083"/>
              <a:gd name="connsiteX2" fmla="*/ 215141 w 2635823"/>
              <a:gd name="connsiteY2" fmla="*/ 187844 h 736083"/>
              <a:gd name="connsiteX3" fmla="*/ 528022 w 2635823"/>
              <a:gd name="connsiteY3" fmla="*/ 2296 h 736083"/>
              <a:gd name="connsiteX4" fmla="*/ 818066 w 2635823"/>
              <a:gd name="connsiteY4" fmla="*/ 91147 h 736083"/>
              <a:gd name="connsiteX5" fmla="*/ 1284200 w 2635823"/>
              <a:gd name="connsiteY5" fmla="*/ 194843 h 736083"/>
              <a:gd name="connsiteX6" fmla="*/ 1649409 w 2635823"/>
              <a:gd name="connsiteY6" fmla="*/ 236232 h 736083"/>
              <a:gd name="connsiteX7" fmla="*/ 1821991 w 2635823"/>
              <a:gd name="connsiteY7" fmla="*/ 418402 h 736083"/>
              <a:gd name="connsiteX8" fmla="*/ 2056435 w 2635823"/>
              <a:gd name="connsiteY8" fmla="*/ 190855 h 736083"/>
              <a:gd name="connsiteX9" fmla="*/ 2635823 w 2635823"/>
              <a:gd name="connsiteY9" fmla="*/ 538218 h 736083"/>
              <a:gd name="connsiteX0" fmla="*/ 0 w 2635823"/>
              <a:gd name="connsiteY0" fmla="*/ 736083 h 736083"/>
              <a:gd name="connsiteX1" fmla="*/ 215141 w 2635823"/>
              <a:gd name="connsiteY1" fmla="*/ 187844 h 736083"/>
              <a:gd name="connsiteX2" fmla="*/ 528022 w 2635823"/>
              <a:gd name="connsiteY2" fmla="*/ 2296 h 736083"/>
              <a:gd name="connsiteX3" fmla="*/ 818066 w 2635823"/>
              <a:gd name="connsiteY3" fmla="*/ 91147 h 736083"/>
              <a:gd name="connsiteX4" fmla="*/ 1284200 w 2635823"/>
              <a:gd name="connsiteY4" fmla="*/ 194843 h 736083"/>
              <a:gd name="connsiteX5" fmla="*/ 1649409 w 2635823"/>
              <a:gd name="connsiteY5" fmla="*/ 236232 h 736083"/>
              <a:gd name="connsiteX6" fmla="*/ 1821991 w 2635823"/>
              <a:gd name="connsiteY6" fmla="*/ 418402 h 736083"/>
              <a:gd name="connsiteX7" fmla="*/ 2056435 w 2635823"/>
              <a:gd name="connsiteY7" fmla="*/ 190855 h 736083"/>
              <a:gd name="connsiteX8" fmla="*/ 2635823 w 2635823"/>
              <a:gd name="connsiteY8" fmla="*/ 538218 h 736083"/>
              <a:gd name="connsiteX0" fmla="*/ 0 w 2635823"/>
              <a:gd name="connsiteY0" fmla="*/ 645658 h 645658"/>
              <a:gd name="connsiteX1" fmla="*/ 215141 w 2635823"/>
              <a:gd name="connsiteY1" fmla="*/ 97419 h 645658"/>
              <a:gd name="connsiteX2" fmla="*/ 818066 w 2635823"/>
              <a:gd name="connsiteY2" fmla="*/ 722 h 645658"/>
              <a:gd name="connsiteX3" fmla="*/ 1284200 w 2635823"/>
              <a:gd name="connsiteY3" fmla="*/ 104418 h 645658"/>
              <a:gd name="connsiteX4" fmla="*/ 1649409 w 2635823"/>
              <a:gd name="connsiteY4" fmla="*/ 145807 h 645658"/>
              <a:gd name="connsiteX5" fmla="*/ 1821991 w 2635823"/>
              <a:gd name="connsiteY5" fmla="*/ 327977 h 645658"/>
              <a:gd name="connsiteX6" fmla="*/ 2056435 w 2635823"/>
              <a:gd name="connsiteY6" fmla="*/ 100430 h 645658"/>
              <a:gd name="connsiteX7" fmla="*/ 2635823 w 2635823"/>
              <a:gd name="connsiteY7" fmla="*/ 447793 h 645658"/>
              <a:gd name="connsiteX0" fmla="*/ 0 w 2635823"/>
              <a:gd name="connsiteY0" fmla="*/ 671137 h 671137"/>
              <a:gd name="connsiteX1" fmla="*/ 818066 w 2635823"/>
              <a:gd name="connsiteY1" fmla="*/ 26201 h 671137"/>
              <a:gd name="connsiteX2" fmla="*/ 1284200 w 2635823"/>
              <a:gd name="connsiteY2" fmla="*/ 129897 h 671137"/>
              <a:gd name="connsiteX3" fmla="*/ 1649409 w 2635823"/>
              <a:gd name="connsiteY3" fmla="*/ 171286 h 671137"/>
              <a:gd name="connsiteX4" fmla="*/ 1821991 w 2635823"/>
              <a:gd name="connsiteY4" fmla="*/ 353456 h 671137"/>
              <a:gd name="connsiteX5" fmla="*/ 2056435 w 2635823"/>
              <a:gd name="connsiteY5" fmla="*/ 125909 h 671137"/>
              <a:gd name="connsiteX6" fmla="*/ 2635823 w 2635823"/>
              <a:gd name="connsiteY6" fmla="*/ 473272 h 671137"/>
              <a:gd name="connsiteX0" fmla="*/ 0 w 1817757"/>
              <a:gd name="connsiteY0" fmla="*/ 26201 h 473272"/>
              <a:gd name="connsiteX1" fmla="*/ 466134 w 1817757"/>
              <a:gd name="connsiteY1" fmla="*/ 129897 h 473272"/>
              <a:gd name="connsiteX2" fmla="*/ 831343 w 1817757"/>
              <a:gd name="connsiteY2" fmla="*/ 171286 h 473272"/>
              <a:gd name="connsiteX3" fmla="*/ 1003925 w 1817757"/>
              <a:gd name="connsiteY3" fmla="*/ 353456 h 473272"/>
              <a:gd name="connsiteX4" fmla="*/ 1238369 w 1817757"/>
              <a:gd name="connsiteY4" fmla="*/ 125909 h 473272"/>
              <a:gd name="connsiteX5" fmla="*/ 1817757 w 1817757"/>
              <a:gd name="connsiteY5" fmla="*/ 473272 h 473272"/>
              <a:gd name="connsiteX0" fmla="*/ 0 w 1351623"/>
              <a:gd name="connsiteY0" fmla="*/ 8051 h 351426"/>
              <a:gd name="connsiteX1" fmla="*/ 365209 w 1351623"/>
              <a:gd name="connsiteY1" fmla="*/ 49440 h 351426"/>
              <a:gd name="connsiteX2" fmla="*/ 537791 w 1351623"/>
              <a:gd name="connsiteY2" fmla="*/ 231610 h 351426"/>
              <a:gd name="connsiteX3" fmla="*/ 772235 w 1351623"/>
              <a:gd name="connsiteY3" fmla="*/ 4063 h 351426"/>
              <a:gd name="connsiteX4" fmla="*/ 1351623 w 1351623"/>
              <a:gd name="connsiteY4" fmla="*/ 351426 h 351426"/>
              <a:gd name="connsiteX0" fmla="*/ 0 w 1372771"/>
              <a:gd name="connsiteY0" fmla="*/ 0 h 407921"/>
              <a:gd name="connsiteX1" fmla="*/ 386357 w 1372771"/>
              <a:gd name="connsiteY1" fmla="*/ 105935 h 407921"/>
              <a:gd name="connsiteX2" fmla="*/ 558939 w 1372771"/>
              <a:gd name="connsiteY2" fmla="*/ 288105 h 407921"/>
              <a:gd name="connsiteX3" fmla="*/ 793383 w 1372771"/>
              <a:gd name="connsiteY3" fmla="*/ 60558 h 407921"/>
              <a:gd name="connsiteX4" fmla="*/ 1372771 w 1372771"/>
              <a:gd name="connsiteY4" fmla="*/ 407921 h 407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2771" h="407921">
                <a:moveTo>
                  <a:pt x="0" y="0"/>
                </a:moveTo>
                <a:cubicBezTo>
                  <a:pt x="138557" y="24181"/>
                  <a:pt x="293201" y="57918"/>
                  <a:pt x="386357" y="105935"/>
                </a:cubicBezTo>
                <a:cubicBezTo>
                  <a:pt x="479513" y="153952"/>
                  <a:pt x="473432" y="304432"/>
                  <a:pt x="558939" y="288105"/>
                </a:cubicBezTo>
                <a:cubicBezTo>
                  <a:pt x="644446" y="271778"/>
                  <a:pt x="649033" y="21874"/>
                  <a:pt x="793383" y="60558"/>
                </a:cubicBezTo>
                <a:cubicBezTo>
                  <a:pt x="888698" y="72851"/>
                  <a:pt x="1173722" y="289936"/>
                  <a:pt x="1372771" y="40792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4047E6B7-E28C-EB46-BB34-CD6EBD65F5BB}"/>
              </a:ext>
            </a:extLst>
          </p:cNvPr>
          <p:cNvSpPr/>
          <p:nvPr userDrawn="1"/>
        </p:nvSpPr>
        <p:spPr>
          <a:xfrm rot="8779590" flipV="1">
            <a:off x="6392354" y="6277053"/>
            <a:ext cx="1427945" cy="268598"/>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700671"/>
              <a:gd name="connsiteY0" fmla="*/ 0 h 1062437"/>
              <a:gd name="connsiteX1" fmla="*/ 370853 w 4700671"/>
              <a:gd name="connsiteY1" fmla="*/ 314064 h 1062437"/>
              <a:gd name="connsiteX2" fmla="*/ 1155449 w 4700671"/>
              <a:gd name="connsiteY2" fmla="*/ 556217 h 1062437"/>
              <a:gd name="connsiteX3" fmla="*/ 1536762 w 4700671"/>
              <a:gd name="connsiteY3" fmla="*/ 869317 h 1062437"/>
              <a:gd name="connsiteX4" fmla="*/ 1912250 w 4700671"/>
              <a:gd name="connsiteY4" fmla="*/ 1061010 h 1062437"/>
              <a:gd name="connsiteX5" fmla="*/ 2182842 w 4700671"/>
              <a:gd name="connsiteY5" fmla="*/ 924372 h 1062437"/>
              <a:gd name="connsiteX6" fmla="*/ 2333623 w 4700671"/>
              <a:gd name="connsiteY6" fmla="*/ 687390 h 1062437"/>
              <a:gd name="connsiteX7" fmla="*/ 2542503 w 4700671"/>
              <a:gd name="connsiteY7" fmla="*/ 505079 h 1062437"/>
              <a:gd name="connsiteX8" fmla="*/ 2747484 w 4700671"/>
              <a:gd name="connsiteY8" fmla="*/ 143988 h 1062437"/>
              <a:gd name="connsiteX9" fmla="*/ 3094385 w 4700671"/>
              <a:gd name="connsiteY9" fmla="*/ 112842 h 1062437"/>
              <a:gd name="connsiteX10" fmla="*/ 3318623 w 4700671"/>
              <a:gd name="connsiteY10" fmla="*/ 317915 h 1062437"/>
              <a:gd name="connsiteX11" fmla="*/ 3958595 w 4700671"/>
              <a:gd name="connsiteY11" fmla="*/ 228306 h 1062437"/>
              <a:gd name="connsiteX12" fmla="*/ 4334218 w 4700671"/>
              <a:gd name="connsiteY12" fmla="*/ 328091 h 1062437"/>
              <a:gd name="connsiteX13" fmla="*/ 4700671 w 4700671"/>
              <a:gd name="connsiteY13" fmla="*/ 325355 h 1062437"/>
              <a:gd name="connsiteX0" fmla="*/ 0 w 4718894"/>
              <a:gd name="connsiteY0" fmla="*/ 0 h 1063428"/>
              <a:gd name="connsiteX1" fmla="*/ 389076 w 4718894"/>
              <a:gd name="connsiteY1" fmla="*/ 315055 h 1063428"/>
              <a:gd name="connsiteX2" fmla="*/ 1173672 w 4718894"/>
              <a:gd name="connsiteY2" fmla="*/ 557208 h 1063428"/>
              <a:gd name="connsiteX3" fmla="*/ 1554985 w 4718894"/>
              <a:gd name="connsiteY3" fmla="*/ 870308 h 1063428"/>
              <a:gd name="connsiteX4" fmla="*/ 1930473 w 4718894"/>
              <a:gd name="connsiteY4" fmla="*/ 1062001 h 1063428"/>
              <a:gd name="connsiteX5" fmla="*/ 2201065 w 4718894"/>
              <a:gd name="connsiteY5" fmla="*/ 925363 h 1063428"/>
              <a:gd name="connsiteX6" fmla="*/ 2351846 w 4718894"/>
              <a:gd name="connsiteY6" fmla="*/ 688381 h 1063428"/>
              <a:gd name="connsiteX7" fmla="*/ 2560726 w 4718894"/>
              <a:gd name="connsiteY7" fmla="*/ 506070 h 1063428"/>
              <a:gd name="connsiteX8" fmla="*/ 2765707 w 4718894"/>
              <a:gd name="connsiteY8" fmla="*/ 144979 h 1063428"/>
              <a:gd name="connsiteX9" fmla="*/ 3112608 w 4718894"/>
              <a:gd name="connsiteY9" fmla="*/ 113833 h 1063428"/>
              <a:gd name="connsiteX10" fmla="*/ 3336846 w 4718894"/>
              <a:gd name="connsiteY10" fmla="*/ 318906 h 1063428"/>
              <a:gd name="connsiteX11" fmla="*/ 3976818 w 4718894"/>
              <a:gd name="connsiteY11" fmla="*/ 229297 h 1063428"/>
              <a:gd name="connsiteX12" fmla="*/ 4352441 w 4718894"/>
              <a:gd name="connsiteY12" fmla="*/ 329082 h 1063428"/>
              <a:gd name="connsiteX13" fmla="*/ 4718894 w 4718894"/>
              <a:gd name="connsiteY13" fmla="*/ 326346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3976818 w 5208803"/>
              <a:gd name="connsiteY11" fmla="*/ 229297 h 1063428"/>
              <a:gd name="connsiteX12" fmla="*/ 4352441 w 5208803"/>
              <a:gd name="connsiteY12" fmla="*/ 329082 h 1063428"/>
              <a:gd name="connsiteX13" fmla="*/ 5208803 w 5208803"/>
              <a:gd name="connsiteY13" fmla="*/ 639738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3976818 w 5208803"/>
              <a:gd name="connsiteY11" fmla="*/ 229297 h 1063428"/>
              <a:gd name="connsiteX12" fmla="*/ 4499424 w 5208803"/>
              <a:gd name="connsiteY12" fmla="*/ 395793 h 1063428"/>
              <a:gd name="connsiteX13" fmla="*/ 5208803 w 5208803"/>
              <a:gd name="connsiteY13" fmla="*/ 639738 h 1063428"/>
              <a:gd name="connsiteX0" fmla="*/ 0 w 5208803"/>
              <a:gd name="connsiteY0" fmla="*/ 0 h 1063428"/>
              <a:gd name="connsiteX1" fmla="*/ 389076 w 5208803"/>
              <a:gd name="connsiteY1" fmla="*/ 315055 h 1063428"/>
              <a:gd name="connsiteX2" fmla="*/ 1173672 w 5208803"/>
              <a:gd name="connsiteY2" fmla="*/ 557208 h 1063428"/>
              <a:gd name="connsiteX3" fmla="*/ 1554985 w 5208803"/>
              <a:gd name="connsiteY3" fmla="*/ 870308 h 1063428"/>
              <a:gd name="connsiteX4" fmla="*/ 1930473 w 5208803"/>
              <a:gd name="connsiteY4" fmla="*/ 1062001 h 1063428"/>
              <a:gd name="connsiteX5" fmla="*/ 2201065 w 5208803"/>
              <a:gd name="connsiteY5" fmla="*/ 925363 h 1063428"/>
              <a:gd name="connsiteX6" fmla="*/ 2351846 w 5208803"/>
              <a:gd name="connsiteY6" fmla="*/ 688381 h 1063428"/>
              <a:gd name="connsiteX7" fmla="*/ 2560726 w 5208803"/>
              <a:gd name="connsiteY7" fmla="*/ 506070 h 1063428"/>
              <a:gd name="connsiteX8" fmla="*/ 2765707 w 5208803"/>
              <a:gd name="connsiteY8" fmla="*/ 144979 h 1063428"/>
              <a:gd name="connsiteX9" fmla="*/ 3112608 w 5208803"/>
              <a:gd name="connsiteY9" fmla="*/ 113833 h 1063428"/>
              <a:gd name="connsiteX10" fmla="*/ 3336846 w 5208803"/>
              <a:gd name="connsiteY10" fmla="*/ 318906 h 1063428"/>
              <a:gd name="connsiteX11" fmla="*/ 4014540 w 5208803"/>
              <a:gd name="connsiteY11" fmla="*/ 380916 h 1063428"/>
              <a:gd name="connsiteX12" fmla="*/ 4499424 w 5208803"/>
              <a:gd name="connsiteY12" fmla="*/ 395793 h 1063428"/>
              <a:gd name="connsiteX13" fmla="*/ 5208803 w 5208803"/>
              <a:gd name="connsiteY13" fmla="*/ 639738 h 1063428"/>
              <a:gd name="connsiteX0" fmla="*/ 0 w 5208803"/>
              <a:gd name="connsiteY0" fmla="*/ 0 h 1057958"/>
              <a:gd name="connsiteX1" fmla="*/ 389076 w 5208803"/>
              <a:gd name="connsiteY1" fmla="*/ 315055 h 1057958"/>
              <a:gd name="connsiteX2" fmla="*/ 1173672 w 5208803"/>
              <a:gd name="connsiteY2" fmla="*/ 557208 h 1057958"/>
              <a:gd name="connsiteX3" fmla="*/ 1554985 w 5208803"/>
              <a:gd name="connsiteY3" fmla="*/ 870308 h 1057958"/>
              <a:gd name="connsiteX4" fmla="*/ 1700783 w 5208803"/>
              <a:gd name="connsiteY4" fmla="*/ 1056462 h 1057958"/>
              <a:gd name="connsiteX5" fmla="*/ 2201065 w 5208803"/>
              <a:gd name="connsiteY5" fmla="*/ 925363 h 1057958"/>
              <a:gd name="connsiteX6" fmla="*/ 2351846 w 5208803"/>
              <a:gd name="connsiteY6" fmla="*/ 688381 h 1057958"/>
              <a:gd name="connsiteX7" fmla="*/ 2560726 w 5208803"/>
              <a:gd name="connsiteY7" fmla="*/ 506070 h 1057958"/>
              <a:gd name="connsiteX8" fmla="*/ 2765707 w 5208803"/>
              <a:gd name="connsiteY8" fmla="*/ 144979 h 1057958"/>
              <a:gd name="connsiteX9" fmla="*/ 3112608 w 5208803"/>
              <a:gd name="connsiteY9" fmla="*/ 113833 h 1057958"/>
              <a:gd name="connsiteX10" fmla="*/ 3336846 w 5208803"/>
              <a:gd name="connsiteY10" fmla="*/ 318906 h 1057958"/>
              <a:gd name="connsiteX11" fmla="*/ 4014540 w 5208803"/>
              <a:gd name="connsiteY11" fmla="*/ 380916 h 1057958"/>
              <a:gd name="connsiteX12" fmla="*/ 4499424 w 5208803"/>
              <a:gd name="connsiteY12" fmla="*/ 395793 h 1057958"/>
              <a:gd name="connsiteX13" fmla="*/ 5208803 w 5208803"/>
              <a:gd name="connsiteY13" fmla="*/ 639738 h 1057958"/>
              <a:gd name="connsiteX0" fmla="*/ 0 w 5208803"/>
              <a:gd name="connsiteY0" fmla="*/ 0 h 1057958"/>
              <a:gd name="connsiteX1" fmla="*/ 389076 w 5208803"/>
              <a:gd name="connsiteY1" fmla="*/ 315055 h 1057958"/>
              <a:gd name="connsiteX2" fmla="*/ 1102197 w 5208803"/>
              <a:gd name="connsiteY2" fmla="*/ 603767 h 1057958"/>
              <a:gd name="connsiteX3" fmla="*/ 1554985 w 5208803"/>
              <a:gd name="connsiteY3" fmla="*/ 870308 h 1057958"/>
              <a:gd name="connsiteX4" fmla="*/ 1700783 w 5208803"/>
              <a:gd name="connsiteY4" fmla="*/ 1056462 h 1057958"/>
              <a:gd name="connsiteX5" fmla="*/ 2201065 w 5208803"/>
              <a:gd name="connsiteY5" fmla="*/ 925363 h 1057958"/>
              <a:gd name="connsiteX6" fmla="*/ 2351846 w 5208803"/>
              <a:gd name="connsiteY6" fmla="*/ 688381 h 1057958"/>
              <a:gd name="connsiteX7" fmla="*/ 2560726 w 5208803"/>
              <a:gd name="connsiteY7" fmla="*/ 506070 h 1057958"/>
              <a:gd name="connsiteX8" fmla="*/ 2765707 w 5208803"/>
              <a:gd name="connsiteY8" fmla="*/ 144979 h 1057958"/>
              <a:gd name="connsiteX9" fmla="*/ 3112608 w 5208803"/>
              <a:gd name="connsiteY9" fmla="*/ 113833 h 1057958"/>
              <a:gd name="connsiteX10" fmla="*/ 3336846 w 5208803"/>
              <a:gd name="connsiteY10" fmla="*/ 318906 h 1057958"/>
              <a:gd name="connsiteX11" fmla="*/ 4014540 w 5208803"/>
              <a:gd name="connsiteY11" fmla="*/ 380916 h 1057958"/>
              <a:gd name="connsiteX12" fmla="*/ 4499424 w 5208803"/>
              <a:gd name="connsiteY12" fmla="*/ 395793 h 1057958"/>
              <a:gd name="connsiteX13" fmla="*/ 5208803 w 5208803"/>
              <a:gd name="connsiteY13" fmla="*/ 639738 h 1057958"/>
              <a:gd name="connsiteX0" fmla="*/ 0 w 5208803"/>
              <a:gd name="connsiteY0" fmla="*/ 0 h 1058023"/>
              <a:gd name="connsiteX1" fmla="*/ 389076 w 5208803"/>
              <a:gd name="connsiteY1" fmla="*/ 315055 h 1058023"/>
              <a:gd name="connsiteX2" fmla="*/ 1102197 w 5208803"/>
              <a:gd name="connsiteY2" fmla="*/ 603767 h 1058023"/>
              <a:gd name="connsiteX3" fmla="*/ 1378386 w 5208803"/>
              <a:gd name="connsiteY3" fmla="*/ 841036 h 1058023"/>
              <a:gd name="connsiteX4" fmla="*/ 1700783 w 5208803"/>
              <a:gd name="connsiteY4" fmla="*/ 1056462 h 1058023"/>
              <a:gd name="connsiteX5" fmla="*/ 2201065 w 5208803"/>
              <a:gd name="connsiteY5" fmla="*/ 925363 h 1058023"/>
              <a:gd name="connsiteX6" fmla="*/ 2351846 w 5208803"/>
              <a:gd name="connsiteY6" fmla="*/ 688381 h 1058023"/>
              <a:gd name="connsiteX7" fmla="*/ 2560726 w 5208803"/>
              <a:gd name="connsiteY7" fmla="*/ 506070 h 1058023"/>
              <a:gd name="connsiteX8" fmla="*/ 2765707 w 5208803"/>
              <a:gd name="connsiteY8" fmla="*/ 144979 h 1058023"/>
              <a:gd name="connsiteX9" fmla="*/ 3112608 w 5208803"/>
              <a:gd name="connsiteY9" fmla="*/ 113833 h 1058023"/>
              <a:gd name="connsiteX10" fmla="*/ 3336846 w 5208803"/>
              <a:gd name="connsiteY10" fmla="*/ 318906 h 1058023"/>
              <a:gd name="connsiteX11" fmla="*/ 4014540 w 5208803"/>
              <a:gd name="connsiteY11" fmla="*/ 380916 h 1058023"/>
              <a:gd name="connsiteX12" fmla="*/ 4499424 w 5208803"/>
              <a:gd name="connsiteY12" fmla="*/ 395793 h 1058023"/>
              <a:gd name="connsiteX13" fmla="*/ 5208803 w 5208803"/>
              <a:gd name="connsiteY13" fmla="*/ 639738 h 1058023"/>
              <a:gd name="connsiteX0" fmla="*/ 0 w 4819727"/>
              <a:gd name="connsiteY0" fmla="*/ 221718 h 964686"/>
              <a:gd name="connsiteX1" fmla="*/ 713121 w 4819727"/>
              <a:gd name="connsiteY1" fmla="*/ 510430 h 964686"/>
              <a:gd name="connsiteX2" fmla="*/ 989310 w 4819727"/>
              <a:gd name="connsiteY2" fmla="*/ 747699 h 964686"/>
              <a:gd name="connsiteX3" fmla="*/ 1311707 w 4819727"/>
              <a:gd name="connsiteY3" fmla="*/ 963125 h 964686"/>
              <a:gd name="connsiteX4" fmla="*/ 1811989 w 4819727"/>
              <a:gd name="connsiteY4" fmla="*/ 832026 h 964686"/>
              <a:gd name="connsiteX5" fmla="*/ 1962770 w 4819727"/>
              <a:gd name="connsiteY5" fmla="*/ 595044 h 964686"/>
              <a:gd name="connsiteX6" fmla="*/ 2171650 w 4819727"/>
              <a:gd name="connsiteY6" fmla="*/ 412733 h 964686"/>
              <a:gd name="connsiteX7" fmla="*/ 2376631 w 4819727"/>
              <a:gd name="connsiteY7" fmla="*/ 51642 h 964686"/>
              <a:gd name="connsiteX8" fmla="*/ 2723532 w 4819727"/>
              <a:gd name="connsiteY8" fmla="*/ 20496 h 964686"/>
              <a:gd name="connsiteX9" fmla="*/ 2947770 w 4819727"/>
              <a:gd name="connsiteY9" fmla="*/ 225569 h 964686"/>
              <a:gd name="connsiteX10" fmla="*/ 3625464 w 4819727"/>
              <a:gd name="connsiteY10" fmla="*/ 287579 h 964686"/>
              <a:gd name="connsiteX11" fmla="*/ 4110348 w 4819727"/>
              <a:gd name="connsiteY11" fmla="*/ 302456 h 964686"/>
              <a:gd name="connsiteX12" fmla="*/ 4819727 w 4819727"/>
              <a:gd name="connsiteY12" fmla="*/ 546401 h 964686"/>
              <a:gd name="connsiteX0" fmla="*/ 0 w 4819727"/>
              <a:gd name="connsiteY0" fmla="*/ 221718 h 964686"/>
              <a:gd name="connsiteX1" fmla="*/ 713121 w 4819727"/>
              <a:gd name="connsiteY1" fmla="*/ 510430 h 964686"/>
              <a:gd name="connsiteX2" fmla="*/ 989310 w 4819727"/>
              <a:gd name="connsiteY2" fmla="*/ 747699 h 964686"/>
              <a:gd name="connsiteX3" fmla="*/ 1311707 w 4819727"/>
              <a:gd name="connsiteY3" fmla="*/ 963125 h 964686"/>
              <a:gd name="connsiteX4" fmla="*/ 1811989 w 4819727"/>
              <a:gd name="connsiteY4" fmla="*/ 832026 h 964686"/>
              <a:gd name="connsiteX5" fmla="*/ 1962770 w 4819727"/>
              <a:gd name="connsiteY5" fmla="*/ 595044 h 964686"/>
              <a:gd name="connsiteX6" fmla="*/ 2171650 w 4819727"/>
              <a:gd name="connsiteY6" fmla="*/ 412733 h 964686"/>
              <a:gd name="connsiteX7" fmla="*/ 2376631 w 4819727"/>
              <a:gd name="connsiteY7" fmla="*/ 51642 h 964686"/>
              <a:gd name="connsiteX8" fmla="*/ 2723532 w 4819727"/>
              <a:gd name="connsiteY8" fmla="*/ 20496 h 964686"/>
              <a:gd name="connsiteX9" fmla="*/ 2947770 w 4819727"/>
              <a:gd name="connsiteY9" fmla="*/ 225569 h 964686"/>
              <a:gd name="connsiteX10" fmla="*/ 3625464 w 4819727"/>
              <a:gd name="connsiteY10" fmla="*/ 287579 h 964686"/>
              <a:gd name="connsiteX11" fmla="*/ 4110348 w 4819727"/>
              <a:gd name="connsiteY11" fmla="*/ 302456 h 964686"/>
              <a:gd name="connsiteX12" fmla="*/ 4819727 w 4819727"/>
              <a:gd name="connsiteY12" fmla="*/ 546401 h 964686"/>
              <a:gd name="connsiteX0" fmla="*/ 0 w 4887090"/>
              <a:gd name="connsiteY0" fmla="*/ 178775 h 964686"/>
              <a:gd name="connsiteX1" fmla="*/ 780484 w 4887090"/>
              <a:gd name="connsiteY1" fmla="*/ 510430 h 964686"/>
              <a:gd name="connsiteX2" fmla="*/ 1056673 w 4887090"/>
              <a:gd name="connsiteY2" fmla="*/ 747699 h 964686"/>
              <a:gd name="connsiteX3" fmla="*/ 1379070 w 4887090"/>
              <a:gd name="connsiteY3" fmla="*/ 963125 h 964686"/>
              <a:gd name="connsiteX4" fmla="*/ 1879352 w 4887090"/>
              <a:gd name="connsiteY4" fmla="*/ 832026 h 964686"/>
              <a:gd name="connsiteX5" fmla="*/ 2030133 w 4887090"/>
              <a:gd name="connsiteY5" fmla="*/ 595044 h 964686"/>
              <a:gd name="connsiteX6" fmla="*/ 2239013 w 4887090"/>
              <a:gd name="connsiteY6" fmla="*/ 412733 h 964686"/>
              <a:gd name="connsiteX7" fmla="*/ 2443994 w 4887090"/>
              <a:gd name="connsiteY7" fmla="*/ 51642 h 964686"/>
              <a:gd name="connsiteX8" fmla="*/ 2790895 w 4887090"/>
              <a:gd name="connsiteY8" fmla="*/ 20496 h 964686"/>
              <a:gd name="connsiteX9" fmla="*/ 3015133 w 4887090"/>
              <a:gd name="connsiteY9" fmla="*/ 225569 h 964686"/>
              <a:gd name="connsiteX10" fmla="*/ 3692827 w 4887090"/>
              <a:gd name="connsiteY10" fmla="*/ 287579 h 964686"/>
              <a:gd name="connsiteX11" fmla="*/ 4177711 w 4887090"/>
              <a:gd name="connsiteY11" fmla="*/ 302456 h 964686"/>
              <a:gd name="connsiteX12" fmla="*/ 4887090 w 4887090"/>
              <a:gd name="connsiteY12" fmla="*/ 546401 h 964686"/>
              <a:gd name="connsiteX0" fmla="*/ 0 w 4887090"/>
              <a:gd name="connsiteY0" fmla="*/ 178775 h 964686"/>
              <a:gd name="connsiteX1" fmla="*/ 764141 w 4887090"/>
              <a:gd name="connsiteY1" fmla="*/ 535999 h 964686"/>
              <a:gd name="connsiteX2" fmla="*/ 1056673 w 4887090"/>
              <a:gd name="connsiteY2" fmla="*/ 747699 h 964686"/>
              <a:gd name="connsiteX3" fmla="*/ 1379070 w 4887090"/>
              <a:gd name="connsiteY3" fmla="*/ 963125 h 964686"/>
              <a:gd name="connsiteX4" fmla="*/ 1879352 w 4887090"/>
              <a:gd name="connsiteY4" fmla="*/ 832026 h 964686"/>
              <a:gd name="connsiteX5" fmla="*/ 2030133 w 4887090"/>
              <a:gd name="connsiteY5" fmla="*/ 595044 h 964686"/>
              <a:gd name="connsiteX6" fmla="*/ 2239013 w 4887090"/>
              <a:gd name="connsiteY6" fmla="*/ 412733 h 964686"/>
              <a:gd name="connsiteX7" fmla="*/ 2443994 w 4887090"/>
              <a:gd name="connsiteY7" fmla="*/ 51642 h 964686"/>
              <a:gd name="connsiteX8" fmla="*/ 2790895 w 4887090"/>
              <a:gd name="connsiteY8" fmla="*/ 20496 h 964686"/>
              <a:gd name="connsiteX9" fmla="*/ 3015133 w 4887090"/>
              <a:gd name="connsiteY9" fmla="*/ 225569 h 964686"/>
              <a:gd name="connsiteX10" fmla="*/ 3692827 w 4887090"/>
              <a:gd name="connsiteY10" fmla="*/ 287579 h 964686"/>
              <a:gd name="connsiteX11" fmla="*/ 4177711 w 4887090"/>
              <a:gd name="connsiteY11" fmla="*/ 302456 h 964686"/>
              <a:gd name="connsiteX12" fmla="*/ 4887090 w 4887090"/>
              <a:gd name="connsiteY12" fmla="*/ 546401 h 964686"/>
              <a:gd name="connsiteX0" fmla="*/ 0 w 4887090"/>
              <a:gd name="connsiteY0" fmla="*/ 176649 h 962560"/>
              <a:gd name="connsiteX1" fmla="*/ 764141 w 4887090"/>
              <a:gd name="connsiteY1" fmla="*/ 533873 h 962560"/>
              <a:gd name="connsiteX2" fmla="*/ 1056673 w 4887090"/>
              <a:gd name="connsiteY2" fmla="*/ 745573 h 962560"/>
              <a:gd name="connsiteX3" fmla="*/ 1379070 w 4887090"/>
              <a:gd name="connsiteY3" fmla="*/ 960999 h 962560"/>
              <a:gd name="connsiteX4" fmla="*/ 1879352 w 4887090"/>
              <a:gd name="connsiteY4" fmla="*/ 829900 h 962560"/>
              <a:gd name="connsiteX5" fmla="*/ 2030133 w 4887090"/>
              <a:gd name="connsiteY5" fmla="*/ 592918 h 962560"/>
              <a:gd name="connsiteX6" fmla="*/ 2136941 w 4887090"/>
              <a:gd name="connsiteY6" fmla="*/ 368568 h 962560"/>
              <a:gd name="connsiteX7" fmla="*/ 2443994 w 4887090"/>
              <a:gd name="connsiteY7" fmla="*/ 49516 h 962560"/>
              <a:gd name="connsiteX8" fmla="*/ 2790895 w 4887090"/>
              <a:gd name="connsiteY8" fmla="*/ 18370 h 962560"/>
              <a:gd name="connsiteX9" fmla="*/ 3015133 w 4887090"/>
              <a:gd name="connsiteY9" fmla="*/ 223443 h 962560"/>
              <a:gd name="connsiteX10" fmla="*/ 3692827 w 4887090"/>
              <a:gd name="connsiteY10" fmla="*/ 285453 h 962560"/>
              <a:gd name="connsiteX11" fmla="*/ 4177711 w 4887090"/>
              <a:gd name="connsiteY11" fmla="*/ 300330 h 962560"/>
              <a:gd name="connsiteX12" fmla="*/ 4887090 w 4887090"/>
              <a:gd name="connsiteY12" fmla="*/ 544275 h 962560"/>
              <a:gd name="connsiteX0" fmla="*/ 0 w 4887090"/>
              <a:gd name="connsiteY0" fmla="*/ 174234 h 960145"/>
              <a:gd name="connsiteX1" fmla="*/ 764141 w 4887090"/>
              <a:gd name="connsiteY1" fmla="*/ 531458 h 960145"/>
              <a:gd name="connsiteX2" fmla="*/ 1056673 w 4887090"/>
              <a:gd name="connsiteY2" fmla="*/ 743158 h 960145"/>
              <a:gd name="connsiteX3" fmla="*/ 1379070 w 4887090"/>
              <a:gd name="connsiteY3" fmla="*/ 958584 h 960145"/>
              <a:gd name="connsiteX4" fmla="*/ 1879352 w 4887090"/>
              <a:gd name="connsiteY4" fmla="*/ 827485 h 960145"/>
              <a:gd name="connsiteX5" fmla="*/ 2030133 w 4887090"/>
              <a:gd name="connsiteY5" fmla="*/ 590503 h 960145"/>
              <a:gd name="connsiteX6" fmla="*/ 2136941 w 4887090"/>
              <a:gd name="connsiteY6" fmla="*/ 366153 h 960145"/>
              <a:gd name="connsiteX7" fmla="*/ 2443994 w 4887090"/>
              <a:gd name="connsiteY7" fmla="*/ 47101 h 960145"/>
              <a:gd name="connsiteX8" fmla="*/ 2790895 w 4887090"/>
              <a:gd name="connsiteY8" fmla="*/ 15955 h 960145"/>
              <a:gd name="connsiteX9" fmla="*/ 3091708 w 4887090"/>
              <a:gd name="connsiteY9" fmla="*/ 187255 h 960145"/>
              <a:gd name="connsiteX10" fmla="*/ 3692827 w 4887090"/>
              <a:gd name="connsiteY10" fmla="*/ 283038 h 960145"/>
              <a:gd name="connsiteX11" fmla="*/ 4177711 w 4887090"/>
              <a:gd name="connsiteY11" fmla="*/ 297915 h 960145"/>
              <a:gd name="connsiteX12" fmla="*/ 4887090 w 4887090"/>
              <a:gd name="connsiteY12" fmla="*/ 541860 h 960145"/>
              <a:gd name="connsiteX0" fmla="*/ 0 w 4887090"/>
              <a:gd name="connsiteY0" fmla="*/ 174234 h 960145"/>
              <a:gd name="connsiteX1" fmla="*/ 764141 w 4887090"/>
              <a:gd name="connsiteY1" fmla="*/ 531458 h 960145"/>
              <a:gd name="connsiteX2" fmla="*/ 1056673 w 4887090"/>
              <a:gd name="connsiteY2" fmla="*/ 743158 h 960145"/>
              <a:gd name="connsiteX3" fmla="*/ 1379070 w 4887090"/>
              <a:gd name="connsiteY3" fmla="*/ 958584 h 960145"/>
              <a:gd name="connsiteX4" fmla="*/ 1879352 w 4887090"/>
              <a:gd name="connsiteY4" fmla="*/ 827485 h 960145"/>
              <a:gd name="connsiteX5" fmla="*/ 2030133 w 4887090"/>
              <a:gd name="connsiteY5" fmla="*/ 590503 h 960145"/>
              <a:gd name="connsiteX6" fmla="*/ 2136941 w 4887090"/>
              <a:gd name="connsiteY6" fmla="*/ 366153 h 960145"/>
              <a:gd name="connsiteX7" fmla="*/ 2443994 w 4887090"/>
              <a:gd name="connsiteY7" fmla="*/ 47101 h 960145"/>
              <a:gd name="connsiteX8" fmla="*/ 2790895 w 4887090"/>
              <a:gd name="connsiteY8" fmla="*/ 15955 h 960145"/>
              <a:gd name="connsiteX9" fmla="*/ 3091708 w 4887090"/>
              <a:gd name="connsiteY9" fmla="*/ 187255 h 960145"/>
              <a:gd name="connsiteX10" fmla="*/ 3704030 w 4887090"/>
              <a:gd name="connsiteY10" fmla="*/ 363412 h 960145"/>
              <a:gd name="connsiteX11" fmla="*/ 4177711 w 4887090"/>
              <a:gd name="connsiteY11" fmla="*/ 297915 h 960145"/>
              <a:gd name="connsiteX12" fmla="*/ 4887090 w 4887090"/>
              <a:gd name="connsiteY12" fmla="*/ 541860 h 960145"/>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77711 w 4887090"/>
              <a:gd name="connsiteY11" fmla="*/ 303367 h 965597"/>
              <a:gd name="connsiteX12" fmla="*/ 4887090 w 4887090"/>
              <a:gd name="connsiteY12" fmla="*/ 547312 h 965597"/>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77711 w 4887090"/>
              <a:gd name="connsiteY11" fmla="*/ 303367 h 965597"/>
              <a:gd name="connsiteX12" fmla="*/ 4887090 w 4887090"/>
              <a:gd name="connsiteY12" fmla="*/ 547312 h 965597"/>
              <a:gd name="connsiteX0" fmla="*/ 0 w 4887090"/>
              <a:gd name="connsiteY0" fmla="*/ 179686 h 965597"/>
              <a:gd name="connsiteX1" fmla="*/ 764141 w 4887090"/>
              <a:gd name="connsiteY1" fmla="*/ 536910 h 965597"/>
              <a:gd name="connsiteX2" fmla="*/ 1056673 w 4887090"/>
              <a:gd name="connsiteY2" fmla="*/ 748610 h 965597"/>
              <a:gd name="connsiteX3" fmla="*/ 1379070 w 4887090"/>
              <a:gd name="connsiteY3" fmla="*/ 964036 h 965597"/>
              <a:gd name="connsiteX4" fmla="*/ 1879352 w 4887090"/>
              <a:gd name="connsiteY4" fmla="*/ 832937 h 965597"/>
              <a:gd name="connsiteX5" fmla="*/ 2030133 w 4887090"/>
              <a:gd name="connsiteY5" fmla="*/ 595955 h 965597"/>
              <a:gd name="connsiteX6" fmla="*/ 2136941 w 4887090"/>
              <a:gd name="connsiteY6" fmla="*/ 371605 h 965597"/>
              <a:gd name="connsiteX7" fmla="*/ 2443994 w 4887090"/>
              <a:gd name="connsiteY7" fmla="*/ 52553 h 965597"/>
              <a:gd name="connsiteX8" fmla="*/ 2790895 w 4887090"/>
              <a:gd name="connsiteY8" fmla="*/ 21407 h 965597"/>
              <a:gd name="connsiteX9" fmla="*/ 3448985 w 4887090"/>
              <a:gd name="connsiteY9" fmla="*/ 268604 h 965597"/>
              <a:gd name="connsiteX10" fmla="*/ 3704030 w 4887090"/>
              <a:gd name="connsiteY10" fmla="*/ 368864 h 965597"/>
              <a:gd name="connsiteX11" fmla="*/ 4132813 w 4887090"/>
              <a:gd name="connsiteY11" fmla="*/ 243077 h 965597"/>
              <a:gd name="connsiteX12" fmla="*/ 4887090 w 4887090"/>
              <a:gd name="connsiteY12" fmla="*/ 547312 h 965597"/>
              <a:gd name="connsiteX0" fmla="*/ 0 w 4954626"/>
              <a:gd name="connsiteY0" fmla="*/ 179686 h 965597"/>
              <a:gd name="connsiteX1" fmla="*/ 764141 w 4954626"/>
              <a:gd name="connsiteY1" fmla="*/ 536910 h 965597"/>
              <a:gd name="connsiteX2" fmla="*/ 1056673 w 4954626"/>
              <a:gd name="connsiteY2" fmla="*/ 748610 h 965597"/>
              <a:gd name="connsiteX3" fmla="*/ 1379070 w 4954626"/>
              <a:gd name="connsiteY3" fmla="*/ 964036 h 965597"/>
              <a:gd name="connsiteX4" fmla="*/ 1879352 w 4954626"/>
              <a:gd name="connsiteY4" fmla="*/ 832937 h 965597"/>
              <a:gd name="connsiteX5" fmla="*/ 2030133 w 4954626"/>
              <a:gd name="connsiteY5" fmla="*/ 595955 h 965597"/>
              <a:gd name="connsiteX6" fmla="*/ 2136941 w 4954626"/>
              <a:gd name="connsiteY6" fmla="*/ 371605 h 965597"/>
              <a:gd name="connsiteX7" fmla="*/ 2443994 w 4954626"/>
              <a:gd name="connsiteY7" fmla="*/ 52553 h 965597"/>
              <a:gd name="connsiteX8" fmla="*/ 2790895 w 4954626"/>
              <a:gd name="connsiteY8" fmla="*/ 21407 h 965597"/>
              <a:gd name="connsiteX9" fmla="*/ 3448985 w 4954626"/>
              <a:gd name="connsiteY9" fmla="*/ 268604 h 965597"/>
              <a:gd name="connsiteX10" fmla="*/ 3704030 w 4954626"/>
              <a:gd name="connsiteY10" fmla="*/ 368864 h 965597"/>
              <a:gd name="connsiteX11" fmla="*/ 4132813 w 4954626"/>
              <a:gd name="connsiteY11" fmla="*/ 243077 h 965597"/>
              <a:gd name="connsiteX12" fmla="*/ 4954626 w 4954626"/>
              <a:gd name="connsiteY12" fmla="*/ 500258 h 965597"/>
              <a:gd name="connsiteX0" fmla="*/ 0 w 4954626"/>
              <a:gd name="connsiteY0" fmla="*/ 179686 h 965597"/>
              <a:gd name="connsiteX1" fmla="*/ 764141 w 4954626"/>
              <a:gd name="connsiteY1" fmla="*/ 536910 h 965597"/>
              <a:gd name="connsiteX2" fmla="*/ 1056673 w 4954626"/>
              <a:gd name="connsiteY2" fmla="*/ 748610 h 965597"/>
              <a:gd name="connsiteX3" fmla="*/ 1379070 w 4954626"/>
              <a:gd name="connsiteY3" fmla="*/ 964036 h 965597"/>
              <a:gd name="connsiteX4" fmla="*/ 1879352 w 4954626"/>
              <a:gd name="connsiteY4" fmla="*/ 832937 h 965597"/>
              <a:gd name="connsiteX5" fmla="*/ 2030133 w 4954626"/>
              <a:gd name="connsiteY5" fmla="*/ 595955 h 965597"/>
              <a:gd name="connsiteX6" fmla="*/ 2136941 w 4954626"/>
              <a:gd name="connsiteY6" fmla="*/ 371605 h 965597"/>
              <a:gd name="connsiteX7" fmla="*/ 2443994 w 4954626"/>
              <a:gd name="connsiteY7" fmla="*/ 52553 h 965597"/>
              <a:gd name="connsiteX8" fmla="*/ 2790895 w 4954626"/>
              <a:gd name="connsiteY8" fmla="*/ 21407 h 965597"/>
              <a:gd name="connsiteX9" fmla="*/ 3448985 w 4954626"/>
              <a:gd name="connsiteY9" fmla="*/ 268604 h 965597"/>
              <a:gd name="connsiteX10" fmla="*/ 3704030 w 4954626"/>
              <a:gd name="connsiteY10" fmla="*/ 368864 h 965597"/>
              <a:gd name="connsiteX11" fmla="*/ 4132813 w 4954626"/>
              <a:gd name="connsiteY11" fmla="*/ 243077 h 965597"/>
              <a:gd name="connsiteX12" fmla="*/ 4613480 w 4954626"/>
              <a:gd name="connsiteY12" fmla="*/ 465775 h 965597"/>
              <a:gd name="connsiteX13" fmla="*/ 4954626 w 4954626"/>
              <a:gd name="connsiteY13" fmla="*/ 500258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132813 w 5078300"/>
              <a:gd name="connsiteY11" fmla="*/ 243077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132813 w 5078300"/>
              <a:gd name="connsiteY11" fmla="*/ 243077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704030 w 5078300"/>
              <a:gd name="connsiteY10" fmla="*/ 368864 h 965597"/>
              <a:gd name="connsiteX11" fmla="*/ 4286280 w 5078300"/>
              <a:gd name="connsiteY11" fmla="*/ 209383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915426 w 5078300"/>
              <a:gd name="connsiteY10" fmla="*/ 168085 h 965597"/>
              <a:gd name="connsiteX11" fmla="*/ 4286280 w 5078300"/>
              <a:gd name="connsiteY11" fmla="*/ 209383 h 965597"/>
              <a:gd name="connsiteX12" fmla="*/ 4613480 w 5078300"/>
              <a:gd name="connsiteY12" fmla="*/ 465775 h 965597"/>
              <a:gd name="connsiteX13" fmla="*/ 5078300 w 5078300"/>
              <a:gd name="connsiteY13"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15426 w 5078300"/>
              <a:gd name="connsiteY11" fmla="*/ 168085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21694 w 5078300"/>
              <a:gd name="connsiteY10" fmla="*/ 325928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5078300"/>
              <a:gd name="connsiteY0" fmla="*/ 179686 h 965597"/>
              <a:gd name="connsiteX1" fmla="*/ 764141 w 5078300"/>
              <a:gd name="connsiteY1" fmla="*/ 536910 h 965597"/>
              <a:gd name="connsiteX2" fmla="*/ 1056673 w 5078300"/>
              <a:gd name="connsiteY2" fmla="*/ 748610 h 965597"/>
              <a:gd name="connsiteX3" fmla="*/ 1379070 w 5078300"/>
              <a:gd name="connsiteY3" fmla="*/ 964036 h 965597"/>
              <a:gd name="connsiteX4" fmla="*/ 1879352 w 5078300"/>
              <a:gd name="connsiteY4" fmla="*/ 832937 h 965597"/>
              <a:gd name="connsiteX5" fmla="*/ 2030133 w 5078300"/>
              <a:gd name="connsiteY5" fmla="*/ 595955 h 965597"/>
              <a:gd name="connsiteX6" fmla="*/ 2136941 w 5078300"/>
              <a:gd name="connsiteY6" fmla="*/ 371605 h 965597"/>
              <a:gd name="connsiteX7" fmla="*/ 2443994 w 5078300"/>
              <a:gd name="connsiteY7" fmla="*/ 52553 h 965597"/>
              <a:gd name="connsiteX8" fmla="*/ 2790895 w 5078300"/>
              <a:gd name="connsiteY8" fmla="*/ 21407 h 965597"/>
              <a:gd name="connsiteX9" fmla="*/ 3448985 w 5078300"/>
              <a:gd name="connsiteY9" fmla="*/ 268604 h 965597"/>
              <a:gd name="connsiteX10" fmla="*/ 3800655 w 5078300"/>
              <a:gd name="connsiteY10" fmla="*/ 307879 h 965597"/>
              <a:gd name="connsiteX11" fmla="*/ 3975006 w 5078300"/>
              <a:gd name="connsiteY11" fmla="*/ 319510 h 965597"/>
              <a:gd name="connsiteX12" fmla="*/ 4286280 w 5078300"/>
              <a:gd name="connsiteY12" fmla="*/ 209383 h 965597"/>
              <a:gd name="connsiteX13" fmla="*/ 4613480 w 5078300"/>
              <a:gd name="connsiteY13" fmla="*/ 465775 h 965597"/>
              <a:gd name="connsiteX14" fmla="*/ 5078300 w 5078300"/>
              <a:gd name="connsiteY14" fmla="*/ 395951 h 965597"/>
              <a:gd name="connsiteX0" fmla="*/ 0 w 4314159"/>
              <a:gd name="connsiteY0" fmla="*/ 536910 h 965597"/>
              <a:gd name="connsiteX1" fmla="*/ 292532 w 4314159"/>
              <a:gd name="connsiteY1" fmla="*/ 748610 h 965597"/>
              <a:gd name="connsiteX2" fmla="*/ 614929 w 4314159"/>
              <a:gd name="connsiteY2" fmla="*/ 964036 h 965597"/>
              <a:gd name="connsiteX3" fmla="*/ 1115211 w 4314159"/>
              <a:gd name="connsiteY3" fmla="*/ 832937 h 965597"/>
              <a:gd name="connsiteX4" fmla="*/ 1265992 w 4314159"/>
              <a:gd name="connsiteY4" fmla="*/ 595955 h 965597"/>
              <a:gd name="connsiteX5" fmla="*/ 1372800 w 4314159"/>
              <a:gd name="connsiteY5" fmla="*/ 371605 h 965597"/>
              <a:gd name="connsiteX6" fmla="*/ 1679853 w 4314159"/>
              <a:gd name="connsiteY6" fmla="*/ 52553 h 965597"/>
              <a:gd name="connsiteX7" fmla="*/ 2026754 w 4314159"/>
              <a:gd name="connsiteY7" fmla="*/ 21407 h 965597"/>
              <a:gd name="connsiteX8" fmla="*/ 2684844 w 4314159"/>
              <a:gd name="connsiteY8" fmla="*/ 268604 h 965597"/>
              <a:gd name="connsiteX9" fmla="*/ 3036514 w 4314159"/>
              <a:gd name="connsiteY9" fmla="*/ 307879 h 965597"/>
              <a:gd name="connsiteX10" fmla="*/ 3210865 w 4314159"/>
              <a:gd name="connsiteY10" fmla="*/ 319510 h 965597"/>
              <a:gd name="connsiteX11" fmla="*/ 3522139 w 4314159"/>
              <a:gd name="connsiteY11" fmla="*/ 209383 h 965597"/>
              <a:gd name="connsiteX12" fmla="*/ 3849339 w 4314159"/>
              <a:gd name="connsiteY12" fmla="*/ 465775 h 965597"/>
              <a:gd name="connsiteX13" fmla="*/ 4314159 w 4314159"/>
              <a:gd name="connsiteY13" fmla="*/ 395951 h 965597"/>
              <a:gd name="connsiteX0" fmla="*/ 1 w 4021628"/>
              <a:gd name="connsiteY0" fmla="*/ 748610 h 965597"/>
              <a:gd name="connsiteX1" fmla="*/ 322398 w 4021628"/>
              <a:gd name="connsiteY1" fmla="*/ 964036 h 965597"/>
              <a:gd name="connsiteX2" fmla="*/ 822680 w 4021628"/>
              <a:gd name="connsiteY2" fmla="*/ 832937 h 965597"/>
              <a:gd name="connsiteX3" fmla="*/ 973461 w 4021628"/>
              <a:gd name="connsiteY3" fmla="*/ 595955 h 965597"/>
              <a:gd name="connsiteX4" fmla="*/ 1080269 w 4021628"/>
              <a:gd name="connsiteY4" fmla="*/ 371605 h 965597"/>
              <a:gd name="connsiteX5" fmla="*/ 1387322 w 4021628"/>
              <a:gd name="connsiteY5" fmla="*/ 52553 h 965597"/>
              <a:gd name="connsiteX6" fmla="*/ 1734223 w 4021628"/>
              <a:gd name="connsiteY6" fmla="*/ 21407 h 965597"/>
              <a:gd name="connsiteX7" fmla="*/ 2392313 w 4021628"/>
              <a:gd name="connsiteY7" fmla="*/ 268604 h 965597"/>
              <a:gd name="connsiteX8" fmla="*/ 2743983 w 4021628"/>
              <a:gd name="connsiteY8" fmla="*/ 307879 h 965597"/>
              <a:gd name="connsiteX9" fmla="*/ 2918334 w 4021628"/>
              <a:gd name="connsiteY9" fmla="*/ 319510 h 965597"/>
              <a:gd name="connsiteX10" fmla="*/ 3229608 w 4021628"/>
              <a:gd name="connsiteY10" fmla="*/ 209383 h 965597"/>
              <a:gd name="connsiteX11" fmla="*/ 3556808 w 4021628"/>
              <a:gd name="connsiteY11" fmla="*/ 465775 h 965597"/>
              <a:gd name="connsiteX12" fmla="*/ 4021628 w 4021628"/>
              <a:gd name="connsiteY12" fmla="*/ 395951 h 965597"/>
              <a:gd name="connsiteX0" fmla="*/ 0 w 3699230"/>
              <a:gd name="connsiteY0" fmla="*/ 964036 h 965597"/>
              <a:gd name="connsiteX1" fmla="*/ 500282 w 3699230"/>
              <a:gd name="connsiteY1" fmla="*/ 832937 h 965597"/>
              <a:gd name="connsiteX2" fmla="*/ 651063 w 3699230"/>
              <a:gd name="connsiteY2" fmla="*/ 595955 h 965597"/>
              <a:gd name="connsiteX3" fmla="*/ 757871 w 3699230"/>
              <a:gd name="connsiteY3" fmla="*/ 371605 h 965597"/>
              <a:gd name="connsiteX4" fmla="*/ 1064924 w 3699230"/>
              <a:gd name="connsiteY4" fmla="*/ 52553 h 965597"/>
              <a:gd name="connsiteX5" fmla="*/ 1411825 w 3699230"/>
              <a:gd name="connsiteY5" fmla="*/ 21407 h 965597"/>
              <a:gd name="connsiteX6" fmla="*/ 2069915 w 3699230"/>
              <a:gd name="connsiteY6" fmla="*/ 268604 h 965597"/>
              <a:gd name="connsiteX7" fmla="*/ 2421585 w 3699230"/>
              <a:gd name="connsiteY7" fmla="*/ 307879 h 965597"/>
              <a:gd name="connsiteX8" fmla="*/ 2595936 w 3699230"/>
              <a:gd name="connsiteY8" fmla="*/ 319510 h 965597"/>
              <a:gd name="connsiteX9" fmla="*/ 2907210 w 3699230"/>
              <a:gd name="connsiteY9" fmla="*/ 209383 h 965597"/>
              <a:gd name="connsiteX10" fmla="*/ 3234410 w 3699230"/>
              <a:gd name="connsiteY10" fmla="*/ 465775 h 965597"/>
              <a:gd name="connsiteX11" fmla="*/ 3699230 w 3699230"/>
              <a:gd name="connsiteY11" fmla="*/ 395951 h 965597"/>
              <a:gd name="connsiteX0" fmla="*/ 0 w 3198948"/>
              <a:gd name="connsiteY0" fmla="*/ 832937 h 832937"/>
              <a:gd name="connsiteX1" fmla="*/ 150781 w 3198948"/>
              <a:gd name="connsiteY1" fmla="*/ 595955 h 832937"/>
              <a:gd name="connsiteX2" fmla="*/ 257589 w 3198948"/>
              <a:gd name="connsiteY2" fmla="*/ 371605 h 832937"/>
              <a:gd name="connsiteX3" fmla="*/ 564642 w 3198948"/>
              <a:gd name="connsiteY3" fmla="*/ 52553 h 832937"/>
              <a:gd name="connsiteX4" fmla="*/ 911543 w 3198948"/>
              <a:gd name="connsiteY4" fmla="*/ 21407 h 832937"/>
              <a:gd name="connsiteX5" fmla="*/ 1569633 w 3198948"/>
              <a:gd name="connsiteY5" fmla="*/ 268604 h 832937"/>
              <a:gd name="connsiteX6" fmla="*/ 1921303 w 3198948"/>
              <a:gd name="connsiteY6" fmla="*/ 307879 h 832937"/>
              <a:gd name="connsiteX7" fmla="*/ 2095654 w 3198948"/>
              <a:gd name="connsiteY7" fmla="*/ 319510 h 832937"/>
              <a:gd name="connsiteX8" fmla="*/ 2406928 w 3198948"/>
              <a:gd name="connsiteY8" fmla="*/ 209383 h 832937"/>
              <a:gd name="connsiteX9" fmla="*/ 2734128 w 3198948"/>
              <a:gd name="connsiteY9" fmla="*/ 465775 h 832937"/>
              <a:gd name="connsiteX10" fmla="*/ 3198948 w 3198948"/>
              <a:gd name="connsiteY10" fmla="*/ 395951 h 832937"/>
              <a:gd name="connsiteX0" fmla="*/ 0 w 3048167"/>
              <a:gd name="connsiteY0" fmla="*/ 595955 h 595955"/>
              <a:gd name="connsiteX1" fmla="*/ 106808 w 3048167"/>
              <a:gd name="connsiteY1" fmla="*/ 371605 h 595955"/>
              <a:gd name="connsiteX2" fmla="*/ 413861 w 3048167"/>
              <a:gd name="connsiteY2" fmla="*/ 52553 h 595955"/>
              <a:gd name="connsiteX3" fmla="*/ 760762 w 3048167"/>
              <a:gd name="connsiteY3" fmla="*/ 21407 h 595955"/>
              <a:gd name="connsiteX4" fmla="*/ 1418852 w 3048167"/>
              <a:gd name="connsiteY4" fmla="*/ 268604 h 595955"/>
              <a:gd name="connsiteX5" fmla="*/ 1770522 w 3048167"/>
              <a:gd name="connsiteY5" fmla="*/ 307879 h 595955"/>
              <a:gd name="connsiteX6" fmla="*/ 1944873 w 3048167"/>
              <a:gd name="connsiteY6" fmla="*/ 319510 h 595955"/>
              <a:gd name="connsiteX7" fmla="*/ 2256147 w 3048167"/>
              <a:gd name="connsiteY7" fmla="*/ 209383 h 595955"/>
              <a:gd name="connsiteX8" fmla="*/ 2583347 w 3048167"/>
              <a:gd name="connsiteY8" fmla="*/ 465775 h 595955"/>
              <a:gd name="connsiteX9" fmla="*/ 3048167 w 3048167"/>
              <a:gd name="connsiteY9" fmla="*/ 395951 h 595955"/>
              <a:gd name="connsiteX0" fmla="*/ 0 w 2941359"/>
              <a:gd name="connsiteY0" fmla="*/ 371605 h 483436"/>
              <a:gd name="connsiteX1" fmla="*/ 307053 w 2941359"/>
              <a:gd name="connsiteY1" fmla="*/ 52553 h 483436"/>
              <a:gd name="connsiteX2" fmla="*/ 653954 w 2941359"/>
              <a:gd name="connsiteY2" fmla="*/ 21407 h 483436"/>
              <a:gd name="connsiteX3" fmla="*/ 1312044 w 2941359"/>
              <a:gd name="connsiteY3" fmla="*/ 268604 h 483436"/>
              <a:gd name="connsiteX4" fmla="*/ 1663714 w 2941359"/>
              <a:gd name="connsiteY4" fmla="*/ 307879 h 483436"/>
              <a:gd name="connsiteX5" fmla="*/ 1838065 w 2941359"/>
              <a:gd name="connsiteY5" fmla="*/ 319510 h 483436"/>
              <a:gd name="connsiteX6" fmla="*/ 2149339 w 2941359"/>
              <a:gd name="connsiteY6" fmla="*/ 209383 h 483436"/>
              <a:gd name="connsiteX7" fmla="*/ 2476539 w 2941359"/>
              <a:gd name="connsiteY7" fmla="*/ 465775 h 483436"/>
              <a:gd name="connsiteX8" fmla="*/ 2941359 w 2941359"/>
              <a:gd name="connsiteY8" fmla="*/ 395951 h 483436"/>
              <a:gd name="connsiteX0" fmla="*/ 0 w 2634306"/>
              <a:gd name="connsiteY0" fmla="*/ 52553 h 483436"/>
              <a:gd name="connsiteX1" fmla="*/ 346901 w 2634306"/>
              <a:gd name="connsiteY1" fmla="*/ 21407 h 483436"/>
              <a:gd name="connsiteX2" fmla="*/ 1004991 w 2634306"/>
              <a:gd name="connsiteY2" fmla="*/ 268604 h 483436"/>
              <a:gd name="connsiteX3" fmla="*/ 1356661 w 2634306"/>
              <a:gd name="connsiteY3" fmla="*/ 307879 h 483436"/>
              <a:gd name="connsiteX4" fmla="*/ 1531012 w 2634306"/>
              <a:gd name="connsiteY4" fmla="*/ 319510 h 483436"/>
              <a:gd name="connsiteX5" fmla="*/ 1842286 w 2634306"/>
              <a:gd name="connsiteY5" fmla="*/ 209383 h 483436"/>
              <a:gd name="connsiteX6" fmla="*/ 2169486 w 2634306"/>
              <a:gd name="connsiteY6" fmla="*/ 465775 h 483436"/>
              <a:gd name="connsiteX7" fmla="*/ 2634306 w 2634306"/>
              <a:gd name="connsiteY7" fmla="*/ 395951 h 483436"/>
              <a:gd name="connsiteX0" fmla="*/ 0 w 2287405"/>
              <a:gd name="connsiteY0" fmla="*/ 0 h 462029"/>
              <a:gd name="connsiteX1" fmla="*/ 658090 w 2287405"/>
              <a:gd name="connsiteY1" fmla="*/ 247197 h 462029"/>
              <a:gd name="connsiteX2" fmla="*/ 1009760 w 2287405"/>
              <a:gd name="connsiteY2" fmla="*/ 286472 h 462029"/>
              <a:gd name="connsiteX3" fmla="*/ 1184111 w 2287405"/>
              <a:gd name="connsiteY3" fmla="*/ 298103 h 462029"/>
              <a:gd name="connsiteX4" fmla="*/ 1495385 w 2287405"/>
              <a:gd name="connsiteY4" fmla="*/ 187976 h 462029"/>
              <a:gd name="connsiteX5" fmla="*/ 1822585 w 2287405"/>
              <a:gd name="connsiteY5" fmla="*/ 444368 h 462029"/>
              <a:gd name="connsiteX6" fmla="*/ 2287405 w 2287405"/>
              <a:gd name="connsiteY6" fmla="*/ 374544 h 462029"/>
              <a:gd name="connsiteX0" fmla="*/ 0 w 1629315"/>
              <a:gd name="connsiteY0" fmla="*/ 59356 h 274188"/>
              <a:gd name="connsiteX1" fmla="*/ 351670 w 1629315"/>
              <a:gd name="connsiteY1" fmla="*/ 98631 h 274188"/>
              <a:gd name="connsiteX2" fmla="*/ 526021 w 1629315"/>
              <a:gd name="connsiteY2" fmla="*/ 110262 h 274188"/>
              <a:gd name="connsiteX3" fmla="*/ 837295 w 1629315"/>
              <a:gd name="connsiteY3" fmla="*/ 135 h 274188"/>
              <a:gd name="connsiteX4" fmla="*/ 1164495 w 1629315"/>
              <a:gd name="connsiteY4" fmla="*/ 256527 h 274188"/>
              <a:gd name="connsiteX5" fmla="*/ 1629315 w 1629315"/>
              <a:gd name="connsiteY5" fmla="*/ 186703 h 274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9315" h="274188">
                <a:moveTo>
                  <a:pt x="0" y="59356"/>
                </a:moveTo>
                <a:cubicBezTo>
                  <a:pt x="168293" y="107101"/>
                  <a:pt x="235363" y="63596"/>
                  <a:pt x="351670" y="98631"/>
                </a:cubicBezTo>
                <a:cubicBezTo>
                  <a:pt x="425883" y="138361"/>
                  <a:pt x="434543" y="183943"/>
                  <a:pt x="526021" y="110262"/>
                </a:cubicBezTo>
                <a:cubicBezTo>
                  <a:pt x="617499" y="36581"/>
                  <a:pt x="706904" y="6478"/>
                  <a:pt x="837295" y="135"/>
                </a:cubicBezTo>
                <a:cubicBezTo>
                  <a:pt x="967686" y="-6208"/>
                  <a:pt x="1027526" y="213664"/>
                  <a:pt x="1164495" y="256527"/>
                </a:cubicBezTo>
                <a:cubicBezTo>
                  <a:pt x="1301464" y="299390"/>
                  <a:pt x="1467061" y="259641"/>
                  <a:pt x="1629315" y="18670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A8947407-FB76-5C9D-73D5-875096106935}"/>
              </a:ext>
            </a:extLst>
          </p:cNvPr>
          <p:cNvSpPr/>
          <p:nvPr userDrawn="1"/>
        </p:nvSpPr>
        <p:spPr>
          <a:xfrm rot="8568214" flipV="1">
            <a:off x="7527578" y="5431511"/>
            <a:ext cx="3369421" cy="2731759"/>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1 w 4155794"/>
              <a:gd name="connsiteY0" fmla="*/ 1923802 h 2376136"/>
              <a:gd name="connsiteX1" fmla="*/ 308436 w 4155794"/>
              <a:gd name="connsiteY1" fmla="*/ 1735407 h 2376136"/>
              <a:gd name="connsiteX2" fmla="*/ 518338 w 4155794"/>
              <a:gd name="connsiteY2" fmla="*/ 1682785 h 2376136"/>
              <a:gd name="connsiteX3" fmla="*/ 750279 w 4155794"/>
              <a:gd name="connsiteY3" fmla="*/ 1582355 h 2376136"/>
              <a:gd name="connsiteX4" fmla="*/ 822706 w 4155794"/>
              <a:gd name="connsiteY4" fmla="*/ 1456680 h 2376136"/>
              <a:gd name="connsiteX5" fmla="*/ 846885 w 4155794"/>
              <a:gd name="connsiteY5" fmla="*/ 1329821 h 2376136"/>
              <a:gd name="connsiteX6" fmla="*/ 831908 w 4155794"/>
              <a:gd name="connsiteY6" fmla="*/ 1171168 h 2376136"/>
              <a:gd name="connsiteX7" fmla="*/ 872990 w 4155794"/>
              <a:gd name="connsiteY7" fmla="*/ 1077917 h 2376136"/>
              <a:gd name="connsiteX8" fmla="*/ 1030684 w 4155794"/>
              <a:gd name="connsiteY8" fmla="*/ 961551 h 2376136"/>
              <a:gd name="connsiteX9" fmla="*/ 1294185 w 4155794"/>
              <a:gd name="connsiteY9" fmla="*/ 806212 h 2376136"/>
              <a:gd name="connsiteX10" fmla="*/ 1613852 w 4155794"/>
              <a:gd name="connsiteY10" fmla="*/ 603063 h 2376136"/>
              <a:gd name="connsiteX11" fmla="*/ 1812522 w 4155794"/>
              <a:gd name="connsiteY11" fmla="*/ 391079 h 2376136"/>
              <a:gd name="connsiteX12" fmla="*/ 2037188 w 4155794"/>
              <a:gd name="connsiteY12" fmla="*/ 157636 h 2376136"/>
              <a:gd name="connsiteX13" fmla="*/ 2225159 w 4155794"/>
              <a:gd name="connsiteY13" fmla="*/ 55628 h 2376136"/>
              <a:gd name="connsiteX14" fmla="*/ 2577243 w 4155794"/>
              <a:gd name="connsiteY14" fmla="*/ 7030 h 2376136"/>
              <a:gd name="connsiteX15" fmla="*/ 2985493 w 4155794"/>
              <a:gd name="connsiteY15" fmla="*/ 7030 h 2376136"/>
              <a:gd name="connsiteX16" fmla="*/ 3334367 w 4155794"/>
              <a:gd name="connsiteY16" fmla="*/ 69987 h 2376136"/>
              <a:gd name="connsiteX17" fmla="*/ 3778905 w 4155794"/>
              <a:gd name="connsiteY17" fmla="*/ 84724 h 2376136"/>
              <a:gd name="connsiteX18" fmla="*/ 4155794 w 4155794"/>
              <a:gd name="connsiteY18" fmla="*/ 260337 h 2376136"/>
              <a:gd name="connsiteX19" fmla="*/ 3946708 w 4155794"/>
              <a:gd name="connsiteY19" fmla="*/ 795302 h 2376136"/>
              <a:gd name="connsiteX20" fmla="*/ 3747967 w 4155794"/>
              <a:gd name="connsiteY20" fmla="*/ 1300394 h 2376136"/>
              <a:gd name="connsiteX21" fmla="*/ 3666506 w 4155794"/>
              <a:gd name="connsiteY21" fmla="*/ 1701868 h 2376136"/>
              <a:gd name="connsiteX22" fmla="*/ 3693509 w 4155794"/>
              <a:gd name="connsiteY22" fmla="*/ 1984338 h 2376136"/>
              <a:gd name="connsiteX23" fmla="*/ 3515734 w 4155794"/>
              <a:gd name="connsiteY23" fmla="*/ 2110139 h 2376136"/>
              <a:gd name="connsiteX24" fmla="*/ 3281568 w 4155794"/>
              <a:gd name="connsiteY24" fmla="*/ 2376136 h 2376136"/>
              <a:gd name="connsiteX0" fmla="*/ 0 w 3847358"/>
              <a:gd name="connsiteY0" fmla="*/ 1735407 h 2376136"/>
              <a:gd name="connsiteX1" fmla="*/ 209902 w 3847358"/>
              <a:gd name="connsiteY1" fmla="*/ 1682785 h 2376136"/>
              <a:gd name="connsiteX2" fmla="*/ 441843 w 3847358"/>
              <a:gd name="connsiteY2" fmla="*/ 1582355 h 2376136"/>
              <a:gd name="connsiteX3" fmla="*/ 514270 w 3847358"/>
              <a:gd name="connsiteY3" fmla="*/ 1456680 h 2376136"/>
              <a:gd name="connsiteX4" fmla="*/ 538449 w 3847358"/>
              <a:gd name="connsiteY4" fmla="*/ 1329821 h 2376136"/>
              <a:gd name="connsiteX5" fmla="*/ 523472 w 3847358"/>
              <a:gd name="connsiteY5" fmla="*/ 1171168 h 2376136"/>
              <a:gd name="connsiteX6" fmla="*/ 564554 w 3847358"/>
              <a:gd name="connsiteY6" fmla="*/ 1077917 h 2376136"/>
              <a:gd name="connsiteX7" fmla="*/ 722248 w 3847358"/>
              <a:gd name="connsiteY7" fmla="*/ 961551 h 2376136"/>
              <a:gd name="connsiteX8" fmla="*/ 985749 w 3847358"/>
              <a:gd name="connsiteY8" fmla="*/ 806212 h 2376136"/>
              <a:gd name="connsiteX9" fmla="*/ 1305416 w 3847358"/>
              <a:gd name="connsiteY9" fmla="*/ 603063 h 2376136"/>
              <a:gd name="connsiteX10" fmla="*/ 1504086 w 3847358"/>
              <a:gd name="connsiteY10" fmla="*/ 391079 h 2376136"/>
              <a:gd name="connsiteX11" fmla="*/ 1728752 w 3847358"/>
              <a:gd name="connsiteY11" fmla="*/ 157636 h 2376136"/>
              <a:gd name="connsiteX12" fmla="*/ 1916723 w 3847358"/>
              <a:gd name="connsiteY12" fmla="*/ 55628 h 2376136"/>
              <a:gd name="connsiteX13" fmla="*/ 2268807 w 3847358"/>
              <a:gd name="connsiteY13" fmla="*/ 7030 h 2376136"/>
              <a:gd name="connsiteX14" fmla="*/ 2677057 w 3847358"/>
              <a:gd name="connsiteY14" fmla="*/ 7030 h 2376136"/>
              <a:gd name="connsiteX15" fmla="*/ 3025931 w 3847358"/>
              <a:gd name="connsiteY15" fmla="*/ 69987 h 2376136"/>
              <a:gd name="connsiteX16" fmla="*/ 3470469 w 3847358"/>
              <a:gd name="connsiteY16" fmla="*/ 84724 h 2376136"/>
              <a:gd name="connsiteX17" fmla="*/ 3847358 w 3847358"/>
              <a:gd name="connsiteY17" fmla="*/ 260337 h 2376136"/>
              <a:gd name="connsiteX18" fmla="*/ 3638272 w 3847358"/>
              <a:gd name="connsiteY18" fmla="*/ 795302 h 2376136"/>
              <a:gd name="connsiteX19" fmla="*/ 3439531 w 3847358"/>
              <a:gd name="connsiteY19" fmla="*/ 1300394 h 2376136"/>
              <a:gd name="connsiteX20" fmla="*/ 3358070 w 3847358"/>
              <a:gd name="connsiteY20" fmla="*/ 1701868 h 2376136"/>
              <a:gd name="connsiteX21" fmla="*/ 3385073 w 3847358"/>
              <a:gd name="connsiteY21" fmla="*/ 1984338 h 2376136"/>
              <a:gd name="connsiteX22" fmla="*/ 3207298 w 3847358"/>
              <a:gd name="connsiteY22" fmla="*/ 2110139 h 2376136"/>
              <a:gd name="connsiteX23" fmla="*/ 2973132 w 3847358"/>
              <a:gd name="connsiteY23" fmla="*/ 2376136 h 2376136"/>
              <a:gd name="connsiteX0" fmla="*/ 0 w 3637456"/>
              <a:gd name="connsiteY0" fmla="*/ 1682785 h 2376136"/>
              <a:gd name="connsiteX1" fmla="*/ 231941 w 3637456"/>
              <a:gd name="connsiteY1" fmla="*/ 1582355 h 2376136"/>
              <a:gd name="connsiteX2" fmla="*/ 304368 w 3637456"/>
              <a:gd name="connsiteY2" fmla="*/ 1456680 h 2376136"/>
              <a:gd name="connsiteX3" fmla="*/ 328547 w 3637456"/>
              <a:gd name="connsiteY3" fmla="*/ 1329821 h 2376136"/>
              <a:gd name="connsiteX4" fmla="*/ 313570 w 3637456"/>
              <a:gd name="connsiteY4" fmla="*/ 1171168 h 2376136"/>
              <a:gd name="connsiteX5" fmla="*/ 354652 w 3637456"/>
              <a:gd name="connsiteY5" fmla="*/ 1077917 h 2376136"/>
              <a:gd name="connsiteX6" fmla="*/ 512346 w 3637456"/>
              <a:gd name="connsiteY6" fmla="*/ 961551 h 2376136"/>
              <a:gd name="connsiteX7" fmla="*/ 775847 w 3637456"/>
              <a:gd name="connsiteY7" fmla="*/ 806212 h 2376136"/>
              <a:gd name="connsiteX8" fmla="*/ 1095514 w 3637456"/>
              <a:gd name="connsiteY8" fmla="*/ 603063 h 2376136"/>
              <a:gd name="connsiteX9" fmla="*/ 1294184 w 3637456"/>
              <a:gd name="connsiteY9" fmla="*/ 391079 h 2376136"/>
              <a:gd name="connsiteX10" fmla="*/ 1518850 w 3637456"/>
              <a:gd name="connsiteY10" fmla="*/ 157636 h 2376136"/>
              <a:gd name="connsiteX11" fmla="*/ 1706821 w 3637456"/>
              <a:gd name="connsiteY11" fmla="*/ 55628 h 2376136"/>
              <a:gd name="connsiteX12" fmla="*/ 2058905 w 3637456"/>
              <a:gd name="connsiteY12" fmla="*/ 7030 h 2376136"/>
              <a:gd name="connsiteX13" fmla="*/ 2467155 w 3637456"/>
              <a:gd name="connsiteY13" fmla="*/ 7030 h 2376136"/>
              <a:gd name="connsiteX14" fmla="*/ 2816029 w 3637456"/>
              <a:gd name="connsiteY14" fmla="*/ 69987 h 2376136"/>
              <a:gd name="connsiteX15" fmla="*/ 3260567 w 3637456"/>
              <a:gd name="connsiteY15" fmla="*/ 84724 h 2376136"/>
              <a:gd name="connsiteX16" fmla="*/ 3637456 w 3637456"/>
              <a:gd name="connsiteY16" fmla="*/ 260337 h 2376136"/>
              <a:gd name="connsiteX17" fmla="*/ 3428370 w 3637456"/>
              <a:gd name="connsiteY17" fmla="*/ 795302 h 2376136"/>
              <a:gd name="connsiteX18" fmla="*/ 3229629 w 3637456"/>
              <a:gd name="connsiteY18" fmla="*/ 1300394 h 2376136"/>
              <a:gd name="connsiteX19" fmla="*/ 3148168 w 3637456"/>
              <a:gd name="connsiteY19" fmla="*/ 1701868 h 2376136"/>
              <a:gd name="connsiteX20" fmla="*/ 3175171 w 3637456"/>
              <a:gd name="connsiteY20" fmla="*/ 1984338 h 2376136"/>
              <a:gd name="connsiteX21" fmla="*/ 2997396 w 3637456"/>
              <a:gd name="connsiteY21" fmla="*/ 2110139 h 2376136"/>
              <a:gd name="connsiteX22" fmla="*/ 2763230 w 3637456"/>
              <a:gd name="connsiteY22" fmla="*/ 2376136 h 2376136"/>
              <a:gd name="connsiteX0" fmla="*/ 0 w 3405515"/>
              <a:gd name="connsiteY0" fmla="*/ 1582355 h 2376136"/>
              <a:gd name="connsiteX1" fmla="*/ 72427 w 3405515"/>
              <a:gd name="connsiteY1" fmla="*/ 1456680 h 2376136"/>
              <a:gd name="connsiteX2" fmla="*/ 96606 w 3405515"/>
              <a:gd name="connsiteY2" fmla="*/ 1329821 h 2376136"/>
              <a:gd name="connsiteX3" fmla="*/ 81629 w 3405515"/>
              <a:gd name="connsiteY3" fmla="*/ 1171168 h 2376136"/>
              <a:gd name="connsiteX4" fmla="*/ 122711 w 3405515"/>
              <a:gd name="connsiteY4" fmla="*/ 1077917 h 2376136"/>
              <a:gd name="connsiteX5" fmla="*/ 280405 w 3405515"/>
              <a:gd name="connsiteY5" fmla="*/ 961551 h 2376136"/>
              <a:gd name="connsiteX6" fmla="*/ 543906 w 3405515"/>
              <a:gd name="connsiteY6" fmla="*/ 806212 h 2376136"/>
              <a:gd name="connsiteX7" fmla="*/ 863573 w 3405515"/>
              <a:gd name="connsiteY7" fmla="*/ 603063 h 2376136"/>
              <a:gd name="connsiteX8" fmla="*/ 1062243 w 3405515"/>
              <a:gd name="connsiteY8" fmla="*/ 391079 h 2376136"/>
              <a:gd name="connsiteX9" fmla="*/ 1286909 w 3405515"/>
              <a:gd name="connsiteY9" fmla="*/ 157636 h 2376136"/>
              <a:gd name="connsiteX10" fmla="*/ 1474880 w 3405515"/>
              <a:gd name="connsiteY10" fmla="*/ 55628 h 2376136"/>
              <a:gd name="connsiteX11" fmla="*/ 1826964 w 3405515"/>
              <a:gd name="connsiteY11" fmla="*/ 7030 h 2376136"/>
              <a:gd name="connsiteX12" fmla="*/ 2235214 w 3405515"/>
              <a:gd name="connsiteY12" fmla="*/ 7030 h 2376136"/>
              <a:gd name="connsiteX13" fmla="*/ 2584088 w 3405515"/>
              <a:gd name="connsiteY13" fmla="*/ 69987 h 2376136"/>
              <a:gd name="connsiteX14" fmla="*/ 3028626 w 3405515"/>
              <a:gd name="connsiteY14" fmla="*/ 84724 h 2376136"/>
              <a:gd name="connsiteX15" fmla="*/ 3405515 w 3405515"/>
              <a:gd name="connsiteY15" fmla="*/ 260337 h 2376136"/>
              <a:gd name="connsiteX16" fmla="*/ 3196429 w 3405515"/>
              <a:gd name="connsiteY16" fmla="*/ 795302 h 2376136"/>
              <a:gd name="connsiteX17" fmla="*/ 2997688 w 3405515"/>
              <a:gd name="connsiteY17" fmla="*/ 1300394 h 2376136"/>
              <a:gd name="connsiteX18" fmla="*/ 2916227 w 3405515"/>
              <a:gd name="connsiteY18" fmla="*/ 1701868 h 2376136"/>
              <a:gd name="connsiteX19" fmla="*/ 2943230 w 3405515"/>
              <a:gd name="connsiteY19" fmla="*/ 1984338 h 2376136"/>
              <a:gd name="connsiteX20" fmla="*/ 2765455 w 3405515"/>
              <a:gd name="connsiteY20" fmla="*/ 2110139 h 2376136"/>
              <a:gd name="connsiteX21" fmla="*/ 2531289 w 3405515"/>
              <a:gd name="connsiteY21" fmla="*/ 2376136 h 2376136"/>
              <a:gd name="connsiteX0" fmla="*/ 1 w 3422757"/>
              <a:gd name="connsiteY0" fmla="*/ 1801050 h 2376136"/>
              <a:gd name="connsiteX1" fmla="*/ 89669 w 3422757"/>
              <a:gd name="connsiteY1" fmla="*/ 1456680 h 2376136"/>
              <a:gd name="connsiteX2" fmla="*/ 113848 w 3422757"/>
              <a:gd name="connsiteY2" fmla="*/ 1329821 h 2376136"/>
              <a:gd name="connsiteX3" fmla="*/ 98871 w 3422757"/>
              <a:gd name="connsiteY3" fmla="*/ 1171168 h 2376136"/>
              <a:gd name="connsiteX4" fmla="*/ 139953 w 3422757"/>
              <a:gd name="connsiteY4" fmla="*/ 1077917 h 2376136"/>
              <a:gd name="connsiteX5" fmla="*/ 297647 w 3422757"/>
              <a:gd name="connsiteY5" fmla="*/ 961551 h 2376136"/>
              <a:gd name="connsiteX6" fmla="*/ 561148 w 3422757"/>
              <a:gd name="connsiteY6" fmla="*/ 806212 h 2376136"/>
              <a:gd name="connsiteX7" fmla="*/ 880815 w 3422757"/>
              <a:gd name="connsiteY7" fmla="*/ 603063 h 2376136"/>
              <a:gd name="connsiteX8" fmla="*/ 1079485 w 3422757"/>
              <a:gd name="connsiteY8" fmla="*/ 391079 h 2376136"/>
              <a:gd name="connsiteX9" fmla="*/ 1304151 w 3422757"/>
              <a:gd name="connsiteY9" fmla="*/ 157636 h 2376136"/>
              <a:gd name="connsiteX10" fmla="*/ 1492122 w 3422757"/>
              <a:gd name="connsiteY10" fmla="*/ 55628 h 2376136"/>
              <a:gd name="connsiteX11" fmla="*/ 1844206 w 3422757"/>
              <a:gd name="connsiteY11" fmla="*/ 7030 h 2376136"/>
              <a:gd name="connsiteX12" fmla="*/ 2252456 w 3422757"/>
              <a:gd name="connsiteY12" fmla="*/ 7030 h 2376136"/>
              <a:gd name="connsiteX13" fmla="*/ 2601330 w 3422757"/>
              <a:gd name="connsiteY13" fmla="*/ 69987 h 2376136"/>
              <a:gd name="connsiteX14" fmla="*/ 3045868 w 3422757"/>
              <a:gd name="connsiteY14" fmla="*/ 84724 h 2376136"/>
              <a:gd name="connsiteX15" fmla="*/ 3422757 w 3422757"/>
              <a:gd name="connsiteY15" fmla="*/ 260337 h 2376136"/>
              <a:gd name="connsiteX16" fmla="*/ 3213671 w 3422757"/>
              <a:gd name="connsiteY16" fmla="*/ 795302 h 2376136"/>
              <a:gd name="connsiteX17" fmla="*/ 3014930 w 3422757"/>
              <a:gd name="connsiteY17" fmla="*/ 1300394 h 2376136"/>
              <a:gd name="connsiteX18" fmla="*/ 2933469 w 3422757"/>
              <a:gd name="connsiteY18" fmla="*/ 1701868 h 2376136"/>
              <a:gd name="connsiteX19" fmla="*/ 2960472 w 3422757"/>
              <a:gd name="connsiteY19" fmla="*/ 1984338 h 2376136"/>
              <a:gd name="connsiteX20" fmla="*/ 2782697 w 3422757"/>
              <a:gd name="connsiteY20" fmla="*/ 2110139 h 2376136"/>
              <a:gd name="connsiteX21" fmla="*/ 2548531 w 3422757"/>
              <a:gd name="connsiteY21" fmla="*/ 2376136 h 2376136"/>
              <a:gd name="connsiteX0" fmla="*/ 35092 w 3333176"/>
              <a:gd name="connsiteY0" fmla="*/ 1743640 h 2376136"/>
              <a:gd name="connsiteX1" fmla="*/ 88 w 3333176"/>
              <a:gd name="connsiteY1" fmla="*/ 1456680 h 2376136"/>
              <a:gd name="connsiteX2" fmla="*/ 24267 w 3333176"/>
              <a:gd name="connsiteY2" fmla="*/ 1329821 h 2376136"/>
              <a:gd name="connsiteX3" fmla="*/ 9290 w 3333176"/>
              <a:gd name="connsiteY3" fmla="*/ 1171168 h 2376136"/>
              <a:gd name="connsiteX4" fmla="*/ 50372 w 3333176"/>
              <a:gd name="connsiteY4" fmla="*/ 1077917 h 2376136"/>
              <a:gd name="connsiteX5" fmla="*/ 208066 w 3333176"/>
              <a:gd name="connsiteY5" fmla="*/ 961551 h 2376136"/>
              <a:gd name="connsiteX6" fmla="*/ 471567 w 3333176"/>
              <a:gd name="connsiteY6" fmla="*/ 806212 h 2376136"/>
              <a:gd name="connsiteX7" fmla="*/ 791234 w 3333176"/>
              <a:gd name="connsiteY7" fmla="*/ 603063 h 2376136"/>
              <a:gd name="connsiteX8" fmla="*/ 989904 w 3333176"/>
              <a:gd name="connsiteY8" fmla="*/ 391079 h 2376136"/>
              <a:gd name="connsiteX9" fmla="*/ 1214570 w 3333176"/>
              <a:gd name="connsiteY9" fmla="*/ 157636 h 2376136"/>
              <a:gd name="connsiteX10" fmla="*/ 1402541 w 3333176"/>
              <a:gd name="connsiteY10" fmla="*/ 55628 h 2376136"/>
              <a:gd name="connsiteX11" fmla="*/ 1754625 w 3333176"/>
              <a:gd name="connsiteY11" fmla="*/ 7030 h 2376136"/>
              <a:gd name="connsiteX12" fmla="*/ 2162875 w 3333176"/>
              <a:gd name="connsiteY12" fmla="*/ 7030 h 2376136"/>
              <a:gd name="connsiteX13" fmla="*/ 2511749 w 3333176"/>
              <a:gd name="connsiteY13" fmla="*/ 69987 h 2376136"/>
              <a:gd name="connsiteX14" fmla="*/ 2956287 w 3333176"/>
              <a:gd name="connsiteY14" fmla="*/ 84724 h 2376136"/>
              <a:gd name="connsiteX15" fmla="*/ 3333176 w 3333176"/>
              <a:gd name="connsiteY15" fmla="*/ 260337 h 2376136"/>
              <a:gd name="connsiteX16" fmla="*/ 3124090 w 3333176"/>
              <a:gd name="connsiteY16" fmla="*/ 795302 h 2376136"/>
              <a:gd name="connsiteX17" fmla="*/ 2925349 w 3333176"/>
              <a:gd name="connsiteY17" fmla="*/ 1300394 h 2376136"/>
              <a:gd name="connsiteX18" fmla="*/ 2843888 w 3333176"/>
              <a:gd name="connsiteY18" fmla="*/ 1701868 h 2376136"/>
              <a:gd name="connsiteX19" fmla="*/ 2870891 w 3333176"/>
              <a:gd name="connsiteY19" fmla="*/ 1984338 h 2376136"/>
              <a:gd name="connsiteX20" fmla="*/ 2693116 w 3333176"/>
              <a:gd name="connsiteY20" fmla="*/ 2110139 h 2376136"/>
              <a:gd name="connsiteX21" fmla="*/ 2458950 w 3333176"/>
              <a:gd name="connsiteY21" fmla="*/ 2376136 h 2376136"/>
              <a:gd name="connsiteX0" fmla="*/ 0 w 3413287"/>
              <a:gd name="connsiteY0" fmla="*/ 1817544 h 2376136"/>
              <a:gd name="connsiteX1" fmla="*/ 80199 w 3413287"/>
              <a:gd name="connsiteY1" fmla="*/ 1456680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376136"/>
              <a:gd name="connsiteX1" fmla="*/ 80199 w 3413287"/>
              <a:gd name="connsiteY1" fmla="*/ 1456680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376136"/>
              <a:gd name="connsiteX1" fmla="*/ 150446 w 3413287"/>
              <a:gd name="connsiteY1" fmla="*/ 1528973 h 2376136"/>
              <a:gd name="connsiteX2" fmla="*/ 104378 w 3413287"/>
              <a:gd name="connsiteY2" fmla="*/ 1329821 h 2376136"/>
              <a:gd name="connsiteX3" fmla="*/ 89401 w 3413287"/>
              <a:gd name="connsiteY3" fmla="*/ 1171168 h 2376136"/>
              <a:gd name="connsiteX4" fmla="*/ 130483 w 3413287"/>
              <a:gd name="connsiteY4" fmla="*/ 1077917 h 2376136"/>
              <a:gd name="connsiteX5" fmla="*/ 288177 w 3413287"/>
              <a:gd name="connsiteY5" fmla="*/ 961551 h 2376136"/>
              <a:gd name="connsiteX6" fmla="*/ 551678 w 3413287"/>
              <a:gd name="connsiteY6" fmla="*/ 806212 h 2376136"/>
              <a:gd name="connsiteX7" fmla="*/ 871345 w 3413287"/>
              <a:gd name="connsiteY7" fmla="*/ 603063 h 2376136"/>
              <a:gd name="connsiteX8" fmla="*/ 1070015 w 3413287"/>
              <a:gd name="connsiteY8" fmla="*/ 391079 h 2376136"/>
              <a:gd name="connsiteX9" fmla="*/ 1294681 w 3413287"/>
              <a:gd name="connsiteY9" fmla="*/ 157636 h 2376136"/>
              <a:gd name="connsiteX10" fmla="*/ 1482652 w 3413287"/>
              <a:gd name="connsiteY10" fmla="*/ 55628 h 2376136"/>
              <a:gd name="connsiteX11" fmla="*/ 1834736 w 3413287"/>
              <a:gd name="connsiteY11" fmla="*/ 7030 h 2376136"/>
              <a:gd name="connsiteX12" fmla="*/ 2242986 w 3413287"/>
              <a:gd name="connsiteY12" fmla="*/ 7030 h 2376136"/>
              <a:gd name="connsiteX13" fmla="*/ 2591860 w 3413287"/>
              <a:gd name="connsiteY13" fmla="*/ 69987 h 2376136"/>
              <a:gd name="connsiteX14" fmla="*/ 3036398 w 3413287"/>
              <a:gd name="connsiteY14" fmla="*/ 84724 h 2376136"/>
              <a:gd name="connsiteX15" fmla="*/ 3413287 w 3413287"/>
              <a:gd name="connsiteY15" fmla="*/ 260337 h 2376136"/>
              <a:gd name="connsiteX16" fmla="*/ 3204201 w 3413287"/>
              <a:gd name="connsiteY16" fmla="*/ 795302 h 2376136"/>
              <a:gd name="connsiteX17" fmla="*/ 3005460 w 3413287"/>
              <a:gd name="connsiteY17" fmla="*/ 1300394 h 2376136"/>
              <a:gd name="connsiteX18" fmla="*/ 2923999 w 3413287"/>
              <a:gd name="connsiteY18" fmla="*/ 1701868 h 2376136"/>
              <a:gd name="connsiteX19" fmla="*/ 2951002 w 3413287"/>
              <a:gd name="connsiteY19" fmla="*/ 1984338 h 2376136"/>
              <a:gd name="connsiteX20" fmla="*/ 2773227 w 3413287"/>
              <a:gd name="connsiteY20" fmla="*/ 2110139 h 2376136"/>
              <a:gd name="connsiteX21" fmla="*/ 2539061 w 3413287"/>
              <a:gd name="connsiteY21" fmla="*/ 2376136 h 2376136"/>
              <a:gd name="connsiteX0" fmla="*/ 0 w 3413287"/>
              <a:gd name="connsiteY0" fmla="*/ 1817544 h 2110139"/>
              <a:gd name="connsiteX1" fmla="*/ 150446 w 3413287"/>
              <a:gd name="connsiteY1" fmla="*/ 1528973 h 2110139"/>
              <a:gd name="connsiteX2" fmla="*/ 104378 w 3413287"/>
              <a:gd name="connsiteY2" fmla="*/ 1329821 h 2110139"/>
              <a:gd name="connsiteX3" fmla="*/ 89401 w 3413287"/>
              <a:gd name="connsiteY3" fmla="*/ 1171168 h 2110139"/>
              <a:gd name="connsiteX4" fmla="*/ 130483 w 3413287"/>
              <a:gd name="connsiteY4" fmla="*/ 1077917 h 2110139"/>
              <a:gd name="connsiteX5" fmla="*/ 288177 w 3413287"/>
              <a:gd name="connsiteY5" fmla="*/ 961551 h 2110139"/>
              <a:gd name="connsiteX6" fmla="*/ 551678 w 3413287"/>
              <a:gd name="connsiteY6" fmla="*/ 806212 h 2110139"/>
              <a:gd name="connsiteX7" fmla="*/ 871345 w 3413287"/>
              <a:gd name="connsiteY7" fmla="*/ 603063 h 2110139"/>
              <a:gd name="connsiteX8" fmla="*/ 1070015 w 3413287"/>
              <a:gd name="connsiteY8" fmla="*/ 391079 h 2110139"/>
              <a:gd name="connsiteX9" fmla="*/ 1294681 w 3413287"/>
              <a:gd name="connsiteY9" fmla="*/ 157636 h 2110139"/>
              <a:gd name="connsiteX10" fmla="*/ 1482652 w 3413287"/>
              <a:gd name="connsiteY10" fmla="*/ 55628 h 2110139"/>
              <a:gd name="connsiteX11" fmla="*/ 1834736 w 3413287"/>
              <a:gd name="connsiteY11" fmla="*/ 7030 h 2110139"/>
              <a:gd name="connsiteX12" fmla="*/ 2242986 w 3413287"/>
              <a:gd name="connsiteY12" fmla="*/ 7030 h 2110139"/>
              <a:gd name="connsiteX13" fmla="*/ 2591860 w 3413287"/>
              <a:gd name="connsiteY13" fmla="*/ 69987 h 2110139"/>
              <a:gd name="connsiteX14" fmla="*/ 3036398 w 3413287"/>
              <a:gd name="connsiteY14" fmla="*/ 84724 h 2110139"/>
              <a:gd name="connsiteX15" fmla="*/ 3413287 w 3413287"/>
              <a:gd name="connsiteY15" fmla="*/ 260337 h 2110139"/>
              <a:gd name="connsiteX16" fmla="*/ 3204201 w 3413287"/>
              <a:gd name="connsiteY16" fmla="*/ 795302 h 2110139"/>
              <a:gd name="connsiteX17" fmla="*/ 3005460 w 3413287"/>
              <a:gd name="connsiteY17" fmla="*/ 1300394 h 2110139"/>
              <a:gd name="connsiteX18" fmla="*/ 2923999 w 3413287"/>
              <a:gd name="connsiteY18" fmla="*/ 1701868 h 2110139"/>
              <a:gd name="connsiteX19" fmla="*/ 2951002 w 3413287"/>
              <a:gd name="connsiteY19" fmla="*/ 1984338 h 2110139"/>
              <a:gd name="connsiteX20" fmla="*/ 2773227 w 3413287"/>
              <a:gd name="connsiteY20" fmla="*/ 2110139 h 2110139"/>
              <a:gd name="connsiteX0" fmla="*/ 0 w 3413287"/>
              <a:gd name="connsiteY0" fmla="*/ 1817544 h 1984338"/>
              <a:gd name="connsiteX1" fmla="*/ 150446 w 3413287"/>
              <a:gd name="connsiteY1" fmla="*/ 1528973 h 1984338"/>
              <a:gd name="connsiteX2" fmla="*/ 104378 w 3413287"/>
              <a:gd name="connsiteY2" fmla="*/ 1329821 h 1984338"/>
              <a:gd name="connsiteX3" fmla="*/ 89401 w 3413287"/>
              <a:gd name="connsiteY3" fmla="*/ 1171168 h 1984338"/>
              <a:gd name="connsiteX4" fmla="*/ 130483 w 3413287"/>
              <a:gd name="connsiteY4" fmla="*/ 1077917 h 1984338"/>
              <a:gd name="connsiteX5" fmla="*/ 288177 w 3413287"/>
              <a:gd name="connsiteY5" fmla="*/ 961551 h 1984338"/>
              <a:gd name="connsiteX6" fmla="*/ 551678 w 3413287"/>
              <a:gd name="connsiteY6" fmla="*/ 806212 h 1984338"/>
              <a:gd name="connsiteX7" fmla="*/ 871345 w 3413287"/>
              <a:gd name="connsiteY7" fmla="*/ 603063 h 1984338"/>
              <a:gd name="connsiteX8" fmla="*/ 1070015 w 3413287"/>
              <a:gd name="connsiteY8" fmla="*/ 391079 h 1984338"/>
              <a:gd name="connsiteX9" fmla="*/ 1294681 w 3413287"/>
              <a:gd name="connsiteY9" fmla="*/ 157636 h 1984338"/>
              <a:gd name="connsiteX10" fmla="*/ 1482652 w 3413287"/>
              <a:gd name="connsiteY10" fmla="*/ 55628 h 1984338"/>
              <a:gd name="connsiteX11" fmla="*/ 1834736 w 3413287"/>
              <a:gd name="connsiteY11" fmla="*/ 7030 h 1984338"/>
              <a:gd name="connsiteX12" fmla="*/ 2242986 w 3413287"/>
              <a:gd name="connsiteY12" fmla="*/ 7030 h 1984338"/>
              <a:gd name="connsiteX13" fmla="*/ 2591860 w 3413287"/>
              <a:gd name="connsiteY13" fmla="*/ 69987 h 1984338"/>
              <a:gd name="connsiteX14" fmla="*/ 3036398 w 3413287"/>
              <a:gd name="connsiteY14" fmla="*/ 84724 h 1984338"/>
              <a:gd name="connsiteX15" fmla="*/ 3413287 w 3413287"/>
              <a:gd name="connsiteY15" fmla="*/ 260337 h 1984338"/>
              <a:gd name="connsiteX16" fmla="*/ 3204201 w 3413287"/>
              <a:gd name="connsiteY16" fmla="*/ 795302 h 1984338"/>
              <a:gd name="connsiteX17" fmla="*/ 3005460 w 3413287"/>
              <a:gd name="connsiteY17" fmla="*/ 1300394 h 1984338"/>
              <a:gd name="connsiteX18" fmla="*/ 2923999 w 3413287"/>
              <a:gd name="connsiteY18" fmla="*/ 1701868 h 1984338"/>
              <a:gd name="connsiteX19" fmla="*/ 2951002 w 3413287"/>
              <a:gd name="connsiteY19" fmla="*/ 1984338 h 1984338"/>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17" fmla="*/ 3005460 w 3413287"/>
              <a:gd name="connsiteY17" fmla="*/ 1300394 h 1817544"/>
              <a:gd name="connsiteX18" fmla="*/ 2923999 w 3413287"/>
              <a:gd name="connsiteY18" fmla="*/ 1701868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17" fmla="*/ 3005460 w 3413287"/>
              <a:gd name="connsiteY17" fmla="*/ 1300394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16" fmla="*/ 3204201 w 3413287"/>
              <a:gd name="connsiteY16" fmla="*/ 795302 h 1817544"/>
              <a:gd name="connsiteX0" fmla="*/ 0 w 3413287"/>
              <a:gd name="connsiteY0" fmla="*/ 1817544 h 1817544"/>
              <a:gd name="connsiteX1" fmla="*/ 150446 w 3413287"/>
              <a:gd name="connsiteY1" fmla="*/ 1528973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288177 w 3413287"/>
              <a:gd name="connsiteY5" fmla="*/ 961551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130483 w 3413287"/>
              <a:gd name="connsiteY4" fmla="*/ 1077917 h 1817544"/>
              <a:gd name="connsiteX5" fmla="*/ 618542 w 3413287"/>
              <a:gd name="connsiteY5" fmla="*/ 1079176 h 1817544"/>
              <a:gd name="connsiteX6" fmla="*/ 551678 w 3413287"/>
              <a:gd name="connsiteY6" fmla="*/ 806212 h 1817544"/>
              <a:gd name="connsiteX7" fmla="*/ 871345 w 3413287"/>
              <a:gd name="connsiteY7" fmla="*/ 603063 h 1817544"/>
              <a:gd name="connsiteX8" fmla="*/ 1070015 w 3413287"/>
              <a:gd name="connsiteY8" fmla="*/ 391079 h 1817544"/>
              <a:gd name="connsiteX9" fmla="*/ 1294681 w 3413287"/>
              <a:gd name="connsiteY9" fmla="*/ 157636 h 1817544"/>
              <a:gd name="connsiteX10" fmla="*/ 1482652 w 3413287"/>
              <a:gd name="connsiteY10" fmla="*/ 55628 h 1817544"/>
              <a:gd name="connsiteX11" fmla="*/ 1834736 w 3413287"/>
              <a:gd name="connsiteY11" fmla="*/ 7030 h 1817544"/>
              <a:gd name="connsiteX12" fmla="*/ 2242986 w 3413287"/>
              <a:gd name="connsiteY12" fmla="*/ 7030 h 1817544"/>
              <a:gd name="connsiteX13" fmla="*/ 2591860 w 3413287"/>
              <a:gd name="connsiteY13" fmla="*/ 69987 h 1817544"/>
              <a:gd name="connsiteX14" fmla="*/ 3036398 w 3413287"/>
              <a:gd name="connsiteY14" fmla="*/ 84724 h 1817544"/>
              <a:gd name="connsiteX15" fmla="*/ 3413287 w 3413287"/>
              <a:gd name="connsiteY15"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89401 w 3413287"/>
              <a:gd name="connsiteY3" fmla="*/ 1171168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0 w 3413287"/>
              <a:gd name="connsiteY0" fmla="*/ 1817544 h 1817544"/>
              <a:gd name="connsiteX1" fmla="*/ 298336 w 3413287"/>
              <a:gd name="connsiteY1" fmla="*/ 1678362 h 1817544"/>
              <a:gd name="connsiteX2" fmla="*/ 104378 w 3413287"/>
              <a:gd name="connsiteY2" fmla="*/ 1329821 h 1817544"/>
              <a:gd name="connsiteX3" fmla="*/ 261457 w 3413287"/>
              <a:gd name="connsiteY3" fmla="*/ 1219757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0 w 3413287"/>
              <a:gd name="connsiteY0" fmla="*/ 1817544 h 1817544"/>
              <a:gd name="connsiteX1" fmla="*/ 298336 w 3413287"/>
              <a:gd name="connsiteY1" fmla="*/ 1678362 h 1817544"/>
              <a:gd name="connsiteX2" fmla="*/ 160197 w 3413287"/>
              <a:gd name="connsiteY2" fmla="*/ 1371555 h 1817544"/>
              <a:gd name="connsiteX3" fmla="*/ 261457 w 3413287"/>
              <a:gd name="connsiteY3" fmla="*/ 1219757 h 1817544"/>
              <a:gd name="connsiteX4" fmla="*/ 618542 w 3413287"/>
              <a:gd name="connsiteY4" fmla="*/ 1079176 h 1817544"/>
              <a:gd name="connsiteX5" fmla="*/ 551678 w 3413287"/>
              <a:gd name="connsiteY5" fmla="*/ 806212 h 1817544"/>
              <a:gd name="connsiteX6" fmla="*/ 871345 w 3413287"/>
              <a:gd name="connsiteY6" fmla="*/ 603063 h 1817544"/>
              <a:gd name="connsiteX7" fmla="*/ 1070015 w 3413287"/>
              <a:gd name="connsiteY7" fmla="*/ 391079 h 1817544"/>
              <a:gd name="connsiteX8" fmla="*/ 1294681 w 3413287"/>
              <a:gd name="connsiteY8" fmla="*/ 157636 h 1817544"/>
              <a:gd name="connsiteX9" fmla="*/ 1482652 w 3413287"/>
              <a:gd name="connsiteY9" fmla="*/ 55628 h 1817544"/>
              <a:gd name="connsiteX10" fmla="*/ 1834736 w 3413287"/>
              <a:gd name="connsiteY10" fmla="*/ 7030 h 1817544"/>
              <a:gd name="connsiteX11" fmla="*/ 2242986 w 3413287"/>
              <a:gd name="connsiteY11" fmla="*/ 7030 h 1817544"/>
              <a:gd name="connsiteX12" fmla="*/ 2591860 w 3413287"/>
              <a:gd name="connsiteY12" fmla="*/ 69987 h 1817544"/>
              <a:gd name="connsiteX13" fmla="*/ 3036398 w 3413287"/>
              <a:gd name="connsiteY13" fmla="*/ 84724 h 1817544"/>
              <a:gd name="connsiteX14" fmla="*/ 3413287 w 3413287"/>
              <a:gd name="connsiteY14" fmla="*/ 260337 h 1817544"/>
              <a:gd name="connsiteX0" fmla="*/ 1 w 4014506"/>
              <a:gd name="connsiteY0" fmla="*/ 1955099 h 1955099"/>
              <a:gd name="connsiteX1" fmla="*/ 899555 w 4014506"/>
              <a:gd name="connsiteY1" fmla="*/ 1678362 h 1955099"/>
              <a:gd name="connsiteX2" fmla="*/ 761416 w 4014506"/>
              <a:gd name="connsiteY2" fmla="*/ 1371555 h 1955099"/>
              <a:gd name="connsiteX3" fmla="*/ 862676 w 4014506"/>
              <a:gd name="connsiteY3" fmla="*/ 1219757 h 1955099"/>
              <a:gd name="connsiteX4" fmla="*/ 1219761 w 4014506"/>
              <a:gd name="connsiteY4" fmla="*/ 1079176 h 1955099"/>
              <a:gd name="connsiteX5" fmla="*/ 1152897 w 4014506"/>
              <a:gd name="connsiteY5" fmla="*/ 806212 h 1955099"/>
              <a:gd name="connsiteX6" fmla="*/ 1472564 w 4014506"/>
              <a:gd name="connsiteY6" fmla="*/ 603063 h 1955099"/>
              <a:gd name="connsiteX7" fmla="*/ 1671234 w 4014506"/>
              <a:gd name="connsiteY7" fmla="*/ 391079 h 1955099"/>
              <a:gd name="connsiteX8" fmla="*/ 1895900 w 4014506"/>
              <a:gd name="connsiteY8" fmla="*/ 157636 h 1955099"/>
              <a:gd name="connsiteX9" fmla="*/ 2083871 w 4014506"/>
              <a:gd name="connsiteY9" fmla="*/ 55628 h 1955099"/>
              <a:gd name="connsiteX10" fmla="*/ 2435955 w 4014506"/>
              <a:gd name="connsiteY10" fmla="*/ 7030 h 1955099"/>
              <a:gd name="connsiteX11" fmla="*/ 2844205 w 4014506"/>
              <a:gd name="connsiteY11" fmla="*/ 7030 h 1955099"/>
              <a:gd name="connsiteX12" fmla="*/ 3193079 w 4014506"/>
              <a:gd name="connsiteY12" fmla="*/ 69987 h 1955099"/>
              <a:gd name="connsiteX13" fmla="*/ 3637617 w 4014506"/>
              <a:gd name="connsiteY13" fmla="*/ 84724 h 1955099"/>
              <a:gd name="connsiteX14" fmla="*/ 4014506 w 4014506"/>
              <a:gd name="connsiteY14" fmla="*/ 260337 h 1955099"/>
              <a:gd name="connsiteX0" fmla="*/ 0 w 4014505"/>
              <a:gd name="connsiteY0" fmla="*/ 1955099 h 1955099"/>
              <a:gd name="connsiteX1" fmla="*/ 395174 w 4014505"/>
              <a:gd name="connsiteY1" fmla="*/ 1907991 h 1955099"/>
              <a:gd name="connsiteX2" fmla="*/ 899554 w 4014505"/>
              <a:gd name="connsiteY2" fmla="*/ 1678362 h 1955099"/>
              <a:gd name="connsiteX3" fmla="*/ 761415 w 4014505"/>
              <a:gd name="connsiteY3" fmla="*/ 1371555 h 1955099"/>
              <a:gd name="connsiteX4" fmla="*/ 862675 w 4014505"/>
              <a:gd name="connsiteY4" fmla="*/ 1219757 h 1955099"/>
              <a:gd name="connsiteX5" fmla="*/ 1219760 w 4014505"/>
              <a:gd name="connsiteY5" fmla="*/ 1079176 h 1955099"/>
              <a:gd name="connsiteX6" fmla="*/ 1152896 w 4014505"/>
              <a:gd name="connsiteY6" fmla="*/ 806212 h 1955099"/>
              <a:gd name="connsiteX7" fmla="*/ 1472563 w 4014505"/>
              <a:gd name="connsiteY7" fmla="*/ 603063 h 1955099"/>
              <a:gd name="connsiteX8" fmla="*/ 1671233 w 4014505"/>
              <a:gd name="connsiteY8" fmla="*/ 391079 h 1955099"/>
              <a:gd name="connsiteX9" fmla="*/ 1895899 w 4014505"/>
              <a:gd name="connsiteY9" fmla="*/ 157636 h 1955099"/>
              <a:gd name="connsiteX10" fmla="*/ 2083870 w 4014505"/>
              <a:gd name="connsiteY10" fmla="*/ 55628 h 1955099"/>
              <a:gd name="connsiteX11" fmla="*/ 2435954 w 4014505"/>
              <a:gd name="connsiteY11" fmla="*/ 7030 h 1955099"/>
              <a:gd name="connsiteX12" fmla="*/ 2844204 w 4014505"/>
              <a:gd name="connsiteY12" fmla="*/ 7030 h 1955099"/>
              <a:gd name="connsiteX13" fmla="*/ 3193078 w 4014505"/>
              <a:gd name="connsiteY13" fmla="*/ 69987 h 1955099"/>
              <a:gd name="connsiteX14" fmla="*/ 3637616 w 4014505"/>
              <a:gd name="connsiteY14" fmla="*/ 84724 h 1955099"/>
              <a:gd name="connsiteX15" fmla="*/ 4014505 w 4014505"/>
              <a:gd name="connsiteY15" fmla="*/ 260337 h 1955099"/>
              <a:gd name="connsiteX0" fmla="*/ 0 w 4582838"/>
              <a:gd name="connsiteY0" fmla="*/ 3176560 h 3176560"/>
              <a:gd name="connsiteX1" fmla="*/ 963507 w 4582838"/>
              <a:gd name="connsiteY1" fmla="*/ 1907991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04046 w 4582838"/>
              <a:gd name="connsiteY1" fmla="*/ 1850967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87177 w 4582838"/>
              <a:gd name="connsiteY1" fmla="*/ 1933339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1087177 w 4582838"/>
              <a:gd name="connsiteY1" fmla="*/ 1933339 h 3176560"/>
              <a:gd name="connsiteX2" fmla="*/ 1467887 w 4582838"/>
              <a:gd name="connsiteY2" fmla="*/ 1678362 h 3176560"/>
              <a:gd name="connsiteX3" fmla="*/ 1329748 w 4582838"/>
              <a:gd name="connsiteY3" fmla="*/ 1371555 h 3176560"/>
              <a:gd name="connsiteX4" fmla="*/ 1431008 w 4582838"/>
              <a:gd name="connsiteY4" fmla="*/ 1219757 h 3176560"/>
              <a:gd name="connsiteX5" fmla="*/ 1788093 w 4582838"/>
              <a:gd name="connsiteY5" fmla="*/ 1079176 h 3176560"/>
              <a:gd name="connsiteX6" fmla="*/ 1721229 w 4582838"/>
              <a:gd name="connsiteY6" fmla="*/ 806212 h 3176560"/>
              <a:gd name="connsiteX7" fmla="*/ 2040896 w 4582838"/>
              <a:gd name="connsiteY7" fmla="*/ 603063 h 3176560"/>
              <a:gd name="connsiteX8" fmla="*/ 2239566 w 4582838"/>
              <a:gd name="connsiteY8" fmla="*/ 391079 h 3176560"/>
              <a:gd name="connsiteX9" fmla="*/ 2464232 w 4582838"/>
              <a:gd name="connsiteY9" fmla="*/ 157636 h 3176560"/>
              <a:gd name="connsiteX10" fmla="*/ 2652203 w 4582838"/>
              <a:gd name="connsiteY10" fmla="*/ 55628 h 3176560"/>
              <a:gd name="connsiteX11" fmla="*/ 3004287 w 4582838"/>
              <a:gd name="connsiteY11" fmla="*/ 7030 h 3176560"/>
              <a:gd name="connsiteX12" fmla="*/ 3412537 w 4582838"/>
              <a:gd name="connsiteY12" fmla="*/ 7030 h 3176560"/>
              <a:gd name="connsiteX13" fmla="*/ 3761411 w 4582838"/>
              <a:gd name="connsiteY13" fmla="*/ 69987 h 3176560"/>
              <a:gd name="connsiteX14" fmla="*/ 4205949 w 4582838"/>
              <a:gd name="connsiteY14" fmla="*/ 84724 h 3176560"/>
              <a:gd name="connsiteX15" fmla="*/ 4582838 w 4582838"/>
              <a:gd name="connsiteY15" fmla="*/ 260337 h 3176560"/>
              <a:gd name="connsiteX0" fmla="*/ 0 w 4582838"/>
              <a:gd name="connsiteY0" fmla="*/ 3176560 h 3176560"/>
              <a:gd name="connsiteX1" fmla="*/ 744735 w 4582838"/>
              <a:gd name="connsiteY1" fmla="*/ 2517480 h 3176560"/>
              <a:gd name="connsiteX2" fmla="*/ 1087177 w 4582838"/>
              <a:gd name="connsiteY2" fmla="*/ 1933339 h 3176560"/>
              <a:gd name="connsiteX3" fmla="*/ 1467887 w 4582838"/>
              <a:gd name="connsiteY3" fmla="*/ 1678362 h 3176560"/>
              <a:gd name="connsiteX4" fmla="*/ 1329748 w 4582838"/>
              <a:gd name="connsiteY4" fmla="*/ 1371555 h 3176560"/>
              <a:gd name="connsiteX5" fmla="*/ 1431008 w 4582838"/>
              <a:gd name="connsiteY5" fmla="*/ 1219757 h 3176560"/>
              <a:gd name="connsiteX6" fmla="*/ 1788093 w 4582838"/>
              <a:gd name="connsiteY6" fmla="*/ 1079176 h 3176560"/>
              <a:gd name="connsiteX7" fmla="*/ 1721229 w 4582838"/>
              <a:gd name="connsiteY7" fmla="*/ 806212 h 3176560"/>
              <a:gd name="connsiteX8" fmla="*/ 2040896 w 4582838"/>
              <a:gd name="connsiteY8" fmla="*/ 603063 h 3176560"/>
              <a:gd name="connsiteX9" fmla="*/ 2239566 w 4582838"/>
              <a:gd name="connsiteY9" fmla="*/ 391079 h 3176560"/>
              <a:gd name="connsiteX10" fmla="*/ 2464232 w 4582838"/>
              <a:gd name="connsiteY10" fmla="*/ 157636 h 3176560"/>
              <a:gd name="connsiteX11" fmla="*/ 2652203 w 4582838"/>
              <a:gd name="connsiteY11" fmla="*/ 55628 h 3176560"/>
              <a:gd name="connsiteX12" fmla="*/ 3004287 w 4582838"/>
              <a:gd name="connsiteY12" fmla="*/ 7030 h 3176560"/>
              <a:gd name="connsiteX13" fmla="*/ 3412537 w 4582838"/>
              <a:gd name="connsiteY13" fmla="*/ 7030 h 3176560"/>
              <a:gd name="connsiteX14" fmla="*/ 3761411 w 4582838"/>
              <a:gd name="connsiteY14" fmla="*/ 69987 h 3176560"/>
              <a:gd name="connsiteX15" fmla="*/ 4205949 w 4582838"/>
              <a:gd name="connsiteY15" fmla="*/ 84724 h 3176560"/>
              <a:gd name="connsiteX16" fmla="*/ 4582838 w 4582838"/>
              <a:gd name="connsiteY16" fmla="*/ 260337 h 3176560"/>
              <a:gd name="connsiteX0" fmla="*/ 0 w 4321107"/>
              <a:gd name="connsiteY0" fmla="*/ 2977636 h 2977636"/>
              <a:gd name="connsiteX1" fmla="*/ 483004 w 4321107"/>
              <a:gd name="connsiteY1" fmla="*/ 2517480 h 2977636"/>
              <a:gd name="connsiteX2" fmla="*/ 825446 w 4321107"/>
              <a:gd name="connsiteY2" fmla="*/ 1933339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825446 w 4321107"/>
              <a:gd name="connsiteY2" fmla="*/ 1933339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44218 w 4321107"/>
              <a:gd name="connsiteY15" fmla="*/ 84724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952040 w 4321107"/>
              <a:gd name="connsiteY15" fmla="*/ 52565 h 2977636"/>
              <a:gd name="connsiteX16" fmla="*/ 4321107 w 4321107"/>
              <a:gd name="connsiteY16"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759617 w 4321107"/>
              <a:gd name="connsiteY15" fmla="*/ 225468 h 2977636"/>
              <a:gd name="connsiteX16" fmla="*/ 3952040 w 4321107"/>
              <a:gd name="connsiteY16" fmla="*/ 52565 h 2977636"/>
              <a:gd name="connsiteX17" fmla="*/ 4321107 w 4321107"/>
              <a:gd name="connsiteY17" fmla="*/ 260337 h 2977636"/>
              <a:gd name="connsiteX0" fmla="*/ 0 w 4321107"/>
              <a:gd name="connsiteY0" fmla="*/ 2977636 h 2977636"/>
              <a:gd name="connsiteX1" fmla="*/ 552854 w 4321107"/>
              <a:gd name="connsiteY1" fmla="*/ 2472669 h 2977636"/>
              <a:gd name="connsiteX2" fmla="*/ 789325 w 4321107"/>
              <a:gd name="connsiteY2" fmla="*/ 1995283 h 2977636"/>
              <a:gd name="connsiteX3" fmla="*/ 1206156 w 4321107"/>
              <a:gd name="connsiteY3" fmla="*/ 1678362 h 2977636"/>
              <a:gd name="connsiteX4" fmla="*/ 1068017 w 4321107"/>
              <a:gd name="connsiteY4" fmla="*/ 1371555 h 2977636"/>
              <a:gd name="connsiteX5" fmla="*/ 1169277 w 4321107"/>
              <a:gd name="connsiteY5" fmla="*/ 1219757 h 2977636"/>
              <a:gd name="connsiteX6" fmla="*/ 1526362 w 4321107"/>
              <a:gd name="connsiteY6" fmla="*/ 1079176 h 2977636"/>
              <a:gd name="connsiteX7" fmla="*/ 1459498 w 4321107"/>
              <a:gd name="connsiteY7" fmla="*/ 806212 h 2977636"/>
              <a:gd name="connsiteX8" fmla="*/ 1779165 w 4321107"/>
              <a:gd name="connsiteY8" fmla="*/ 603063 h 2977636"/>
              <a:gd name="connsiteX9" fmla="*/ 1977835 w 4321107"/>
              <a:gd name="connsiteY9" fmla="*/ 391079 h 2977636"/>
              <a:gd name="connsiteX10" fmla="*/ 2202501 w 4321107"/>
              <a:gd name="connsiteY10" fmla="*/ 157636 h 2977636"/>
              <a:gd name="connsiteX11" fmla="*/ 2390472 w 4321107"/>
              <a:gd name="connsiteY11" fmla="*/ 55628 h 2977636"/>
              <a:gd name="connsiteX12" fmla="*/ 2742556 w 4321107"/>
              <a:gd name="connsiteY12" fmla="*/ 7030 h 2977636"/>
              <a:gd name="connsiteX13" fmla="*/ 3150806 w 4321107"/>
              <a:gd name="connsiteY13" fmla="*/ 7030 h 2977636"/>
              <a:gd name="connsiteX14" fmla="*/ 3499680 w 4321107"/>
              <a:gd name="connsiteY14" fmla="*/ 69987 h 2977636"/>
              <a:gd name="connsiteX15" fmla="*/ 3780018 w 4321107"/>
              <a:gd name="connsiteY15" fmla="*/ 324819 h 2977636"/>
              <a:gd name="connsiteX16" fmla="*/ 3952040 w 4321107"/>
              <a:gd name="connsiteY16" fmla="*/ 52565 h 2977636"/>
              <a:gd name="connsiteX17" fmla="*/ 4321107 w 4321107"/>
              <a:gd name="connsiteY17" fmla="*/ 260337 h 2977636"/>
              <a:gd name="connsiteX0" fmla="*/ 0 w 4321107"/>
              <a:gd name="connsiteY0" fmla="*/ 2980771 h 2980771"/>
              <a:gd name="connsiteX1" fmla="*/ 552854 w 4321107"/>
              <a:gd name="connsiteY1" fmla="*/ 2475804 h 2980771"/>
              <a:gd name="connsiteX2" fmla="*/ 789325 w 4321107"/>
              <a:gd name="connsiteY2" fmla="*/ 1998418 h 2980771"/>
              <a:gd name="connsiteX3" fmla="*/ 1206156 w 4321107"/>
              <a:gd name="connsiteY3" fmla="*/ 1681497 h 2980771"/>
              <a:gd name="connsiteX4" fmla="*/ 1068017 w 4321107"/>
              <a:gd name="connsiteY4" fmla="*/ 1374690 h 2980771"/>
              <a:gd name="connsiteX5" fmla="*/ 1169277 w 4321107"/>
              <a:gd name="connsiteY5" fmla="*/ 1222892 h 2980771"/>
              <a:gd name="connsiteX6" fmla="*/ 1526362 w 4321107"/>
              <a:gd name="connsiteY6" fmla="*/ 1082311 h 2980771"/>
              <a:gd name="connsiteX7" fmla="*/ 1459498 w 4321107"/>
              <a:gd name="connsiteY7" fmla="*/ 809347 h 2980771"/>
              <a:gd name="connsiteX8" fmla="*/ 1779165 w 4321107"/>
              <a:gd name="connsiteY8" fmla="*/ 606198 h 2980771"/>
              <a:gd name="connsiteX9" fmla="*/ 1977835 w 4321107"/>
              <a:gd name="connsiteY9" fmla="*/ 394214 h 2980771"/>
              <a:gd name="connsiteX10" fmla="*/ 2202501 w 4321107"/>
              <a:gd name="connsiteY10" fmla="*/ 160771 h 2980771"/>
              <a:gd name="connsiteX11" fmla="*/ 2390472 w 4321107"/>
              <a:gd name="connsiteY11" fmla="*/ 58763 h 2980771"/>
              <a:gd name="connsiteX12" fmla="*/ 2742556 w 4321107"/>
              <a:gd name="connsiteY12" fmla="*/ 10165 h 2980771"/>
              <a:gd name="connsiteX13" fmla="*/ 3150806 w 4321107"/>
              <a:gd name="connsiteY13" fmla="*/ 10165 h 2980771"/>
              <a:gd name="connsiteX14" fmla="*/ 3472993 w 4321107"/>
              <a:gd name="connsiteY14" fmla="*/ 125137 h 2980771"/>
              <a:gd name="connsiteX15" fmla="*/ 3780018 w 4321107"/>
              <a:gd name="connsiteY15" fmla="*/ 327954 h 2980771"/>
              <a:gd name="connsiteX16" fmla="*/ 3952040 w 4321107"/>
              <a:gd name="connsiteY16" fmla="*/ 55700 h 2980771"/>
              <a:gd name="connsiteX17" fmla="*/ 4321107 w 4321107"/>
              <a:gd name="connsiteY17" fmla="*/ 263472 h 2980771"/>
              <a:gd name="connsiteX0" fmla="*/ 0 w 4321107"/>
              <a:gd name="connsiteY0" fmla="*/ 3007623 h 3007623"/>
              <a:gd name="connsiteX1" fmla="*/ 552854 w 4321107"/>
              <a:gd name="connsiteY1" fmla="*/ 2502656 h 3007623"/>
              <a:gd name="connsiteX2" fmla="*/ 789325 w 4321107"/>
              <a:gd name="connsiteY2" fmla="*/ 2025270 h 3007623"/>
              <a:gd name="connsiteX3" fmla="*/ 1206156 w 4321107"/>
              <a:gd name="connsiteY3" fmla="*/ 1708349 h 3007623"/>
              <a:gd name="connsiteX4" fmla="*/ 1068017 w 4321107"/>
              <a:gd name="connsiteY4" fmla="*/ 1401542 h 3007623"/>
              <a:gd name="connsiteX5" fmla="*/ 1169277 w 4321107"/>
              <a:gd name="connsiteY5" fmla="*/ 1249744 h 3007623"/>
              <a:gd name="connsiteX6" fmla="*/ 1526362 w 4321107"/>
              <a:gd name="connsiteY6" fmla="*/ 1109163 h 3007623"/>
              <a:gd name="connsiteX7" fmla="*/ 1459498 w 4321107"/>
              <a:gd name="connsiteY7" fmla="*/ 836199 h 3007623"/>
              <a:gd name="connsiteX8" fmla="*/ 1779165 w 4321107"/>
              <a:gd name="connsiteY8" fmla="*/ 633050 h 3007623"/>
              <a:gd name="connsiteX9" fmla="*/ 1977835 w 4321107"/>
              <a:gd name="connsiteY9" fmla="*/ 421066 h 3007623"/>
              <a:gd name="connsiteX10" fmla="*/ 2202501 w 4321107"/>
              <a:gd name="connsiteY10" fmla="*/ 187623 h 3007623"/>
              <a:gd name="connsiteX11" fmla="*/ 2390472 w 4321107"/>
              <a:gd name="connsiteY11" fmla="*/ 85615 h 3007623"/>
              <a:gd name="connsiteX12" fmla="*/ 2742556 w 4321107"/>
              <a:gd name="connsiteY12" fmla="*/ 37017 h 3007623"/>
              <a:gd name="connsiteX13" fmla="*/ 3150806 w 4321107"/>
              <a:gd name="connsiteY13" fmla="*/ 37017 h 3007623"/>
              <a:gd name="connsiteX14" fmla="*/ 3472993 w 4321107"/>
              <a:gd name="connsiteY14" fmla="*/ 151989 h 3007623"/>
              <a:gd name="connsiteX15" fmla="*/ 3780018 w 4321107"/>
              <a:gd name="connsiteY15" fmla="*/ 354806 h 3007623"/>
              <a:gd name="connsiteX16" fmla="*/ 3962460 w 4321107"/>
              <a:gd name="connsiteY16" fmla="*/ 2201 h 3007623"/>
              <a:gd name="connsiteX17" fmla="*/ 4321107 w 4321107"/>
              <a:gd name="connsiteY17" fmla="*/ 290324 h 3007623"/>
              <a:gd name="connsiteX0" fmla="*/ 0 w 4430587"/>
              <a:gd name="connsiteY0" fmla="*/ 3007623 h 3007623"/>
              <a:gd name="connsiteX1" fmla="*/ 552854 w 4430587"/>
              <a:gd name="connsiteY1" fmla="*/ 2502656 h 3007623"/>
              <a:gd name="connsiteX2" fmla="*/ 789325 w 4430587"/>
              <a:gd name="connsiteY2" fmla="*/ 2025270 h 3007623"/>
              <a:gd name="connsiteX3" fmla="*/ 1206156 w 4430587"/>
              <a:gd name="connsiteY3" fmla="*/ 1708349 h 3007623"/>
              <a:gd name="connsiteX4" fmla="*/ 1068017 w 4430587"/>
              <a:gd name="connsiteY4" fmla="*/ 1401542 h 3007623"/>
              <a:gd name="connsiteX5" fmla="*/ 1169277 w 4430587"/>
              <a:gd name="connsiteY5" fmla="*/ 1249744 h 3007623"/>
              <a:gd name="connsiteX6" fmla="*/ 1526362 w 4430587"/>
              <a:gd name="connsiteY6" fmla="*/ 1109163 h 3007623"/>
              <a:gd name="connsiteX7" fmla="*/ 1459498 w 4430587"/>
              <a:gd name="connsiteY7" fmla="*/ 836199 h 3007623"/>
              <a:gd name="connsiteX8" fmla="*/ 1779165 w 4430587"/>
              <a:gd name="connsiteY8" fmla="*/ 633050 h 3007623"/>
              <a:gd name="connsiteX9" fmla="*/ 1977835 w 4430587"/>
              <a:gd name="connsiteY9" fmla="*/ 421066 h 3007623"/>
              <a:gd name="connsiteX10" fmla="*/ 2202501 w 4430587"/>
              <a:gd name="connsiteY10" fmla="*/ 187623 h 3007623"/>
              <a:gd name="connsiteX11" fmla="*/ 2390472 w 4430587"/>
              <a:gd name="connsiteY11" fmla="*/ 85615 h 3007623"/>
              <a:gd name="connsiteX12" fmla="*/ 2742556 w 4430587"/>
              <a:gd name="connsiteY12" fmla="*/ 37017 h 3007623"/>
              <a:gd name="connsiteX13" fmla="*/ 3150806 w 4430587"/>
              <a:gd name="connsiteY13" fmla="*/ 37017 h 3007623"/>
              <a:gd name="connsiteX14" fmla="*/ 3472993 w 4430587"/>
              <a:gd name="connsiteY14" fmla="*/ 151989 h 3007623"/>
              <a:gd name="connsiteX15" fmla="*/ 3780018 w 4430587"/>
              <a:gd name="connsiteY15" fmla="*/ 354806 h 3007623"/>
              <a:gd name="connsiteX16" fmla="*/ 3962460 w 4430587"/>
              <a:gd name="connsiteY16" fmla="*/ 2201 h 3007623"/>
              <a:gd name="connsiteX17" fmla="*/ 4430587 w 4430587"/>
              <a:gd name="connsiteY17" fmla="*/ 161932 h 3007623"/>
              <a:gd name="connsiteX0" fmla="*/ 0 w 4430587"/>
              <a:gd name="connsiteY0" fmla="*/ 3007623 h 3007623"/>
              <a:gd name="connsiteX1" fmla="*/ 552854 w 4430587"/>
              <a:gd name="connsiteY1" fmla="*/ 2502656 h 3007623"/>
              <a:gd name="connsiteX2" fmla="*/ 789325 w 4430587"/>
              <a:gd name="connsiteY2" fmla="*/ 2025270 h 3007623"/>
              <a:gd name="connsiteX3" fmla="*/ 1206156 w 4430587"/>
              <a:gd name="connsiteY3" fmla="*/ 1708349 h 3007623"/>
              <a:gd name="connsiteX4" fmla="*/ 1068017 w 4430587"/>
              <a:gd name="connsiteY4" fmla="*/ 1401542 h 3007623"/>
              <a:gd name="connsiteX5" fmla="*/ 1169277 w 4430587"/>
              <a:gd name="connsiteY5" fmla="*/ 1249744 h 3007623"/>
              <a:gd name="connsiteX6" fmla="*/ 1526362 w 4430587"/>
              <a:gd name="connsiteY6" fmla="*/ 1109163 h 3007623"/>
              <a:gd name="connsiteX7" fmla="*/ 1459498 w 4430587"/>
              <a:gd name="connsiteY7" fmla="*/ 836199 h 3007623"/>
              <a:gd name="connsiteX8" fmla="*/ 1779165 w 4430587"/>
              <a:gd name="connsiteY8" fmla="*/ 633050 h 3007623"/>
              <a:gd name="connsiteX9" fmla="*/ 1977835 w 4430587"/>
              <a:gd name="connsiteY9" fmla="*/ 421066 h 3007623"/>
              <a:gd name="connsiteX10" fmla="*/ 2202501 w 4430587"/>
              <a:gd name="connsiteY10" fmla="*/ 187623 h 3007623"/>
              <a:gd name="connsiteX11" fmla="*/ 2390472 w 4430587"/>
              <a:gd name="connsiteY11" fmla="*/ 85615 h 3007623"/>
              <a:gd name="connsiteX12" fmla="*/ 2742556 w 4430587"/>
              <a:gd name="connsiteY12" fmla="*/ 37017 h 3007623"/>
              <a:gd name="connsiteX13" fmla="*/ 3150806 w 4430587"/>
              <a:gd name="connsiteY13" fmla="*/ 37017 h 3007623"/>
              <a:gd name="connsiteX14" fmla="*/ 3472993 w 4430587"/>
              <a:gd name="connsiteY14" fmla="*/ 151989 h 3007623"/>
              <a:gd name="connsiteX15" fmla="*/ 3780018 w 4430587"/>
              <a:gd name="connsiteY15" fmla="*/ 354806 h 3007623"/>
              <a:gd name="connsiteX16" fmla="*/ 3962460 w 4430587"/>
              <a:gd name="connsiteY16" fmla="*/ 2201 h 3007623"/>
              <a:gd name="connsiteX17" fmla="*/ 4430587 w 4430587"/>
              <a:gd name="connsiteY17" fmla="*/ 161932 h 3007623"/>
              <a:gd name="connsiteX0" fmla="*/ 0 w 4442932"/>
              <a:gd name="connsiteY0" fmla="*/ 3007623 h 3007623"/>
              <a:gd name="connsiteX1" fmla="*/ 552854 w 4442932"/>
              <a:gd name="connsiteY1" fmla="*/ 2502656 h 3007623"/>
              <a:gd name="connsiteX2" fmla="*/ 789325 w 4442932"/>
              <a:gd name="connsiteY2" fmla="*/ 2025270 h 3007623"/>
              <a:gd name="connsiteX3" fmla="*/ 1206156 w 4442932"/>
              <a:gd name="connsiteY3" fmla="*/ 1708349 h 3007623"/>
              <a:gd name="connsiteX4" fmla="*/ 1068017 w 4442932"/>
              <a:gd name="connsiteY4" fmla="*/ 1401542 h 3007623"/>
              <a:gd name="connsiteX5" fmla="*/ 1169277 w 4442932"/>
              <a:gd name="connsiteY5" fmla="*/ 1249744 h 3007623"/>
              <a:gd name="connsiteX6" fmla="*/ 1526362 w 4442932"/>
              <a:gd name="connsiteY6" fmla="*/ 1109163 h 3007623"/>
              <a:gd name="connsiteX7" fmla="*/ 1459498 w 4442932"/>
              <a:gd name="connsiteY7" fmla="*/ 836199 h 3007623"/>
              <a:gd name="connsiteX8" fmla="*/ 1779165 w 4442932"/>
              <a:gd name="connsiteY8" fmla="*/ 633050 h 3007623"/>
              <a:gd name="connsiteX9" fmla="*/ 1977835 w 4442932"/>
              <a:gd name="connsiteY9" fmla="*/ 421066 h 3007623"/>
              <a:gd name="connsiteX10" fmla="*/ 2202501 w 4442932"/>
              <a:gd name="connsiteY10" fmla="*/ 187623 h 3007623"/>
              <a:gd name="connsiteX11" fmla="*/ 2390472 w 4442932"/>
              <a:gd name="connsiteY11" fmla="*/ 85615 h 3007623"/>
              <a:gd name="connsiteX12" fmla="*/ 2742556 w 4442932"/>
              <a:gd name="connsiteY12" fmla="*/ 37017 h 3007623"/>
              <a:gd name="connsiteX13" fmla="*/ 3150806 w 4442932"/>
              <a:gd name="connsiteY13" fmla="*/ 37017 h 3007623"/>
              <a:gd name="connsiteX14" fmla="*/ 3472993 w 4442932"/>
              <a:gd name="connsiteY14" fmla="*/ 151989 h 3007623"/>
              <a:gd name="connsiteX15" fmla="*/ 3780018 w 4442932"/>
              <a:gd name="connsiteY15" fmla="*/ 354806 h 3007623"/>
              <a:gd name="connsiteX16" fmla="*/ 3962460 w 4442932"/>
              <a:gd name="connsiteY16" fmla="*/ 2201 h 3007623"/>
              <a:gd name="connsiteX17" fmla="*/ 4442932 w 4442932"/>
              <a:gd name="connsiteY17" fmla="*/ 150137 h 3007623"/>
              <a:gd name="connsiteX0" fmla="*/ 0 w 4442932"/>
              <a:gd name="connsiteY0" fmla="*/ 3042711 h 3042711"/>
              <a:gd name="connsiteX1" fmla="*/ 552854 w 4442932"/>
              <a:gd name="connsiteY1" fmla="*/ 2537744 h 3042711"/>
              <a:gd name="connsiteX2" fmla="*/ 789325 w 4442932"/>
              <a:gd name="connsiteY2" fmla="*/ 2060358 h 3042711"/>
              <a:gd name="connsiteX3" fmla="*/ 1206156 w 4442932"/>
              <a:gd name="connsiteY3" fmla="*/ 1743437 h 3042711"/>
              <a:gd name="connsiteX4" fmla="*/ 1068017 w 4442932"/>
              <a:gd name="connsiteY4" fmla="*/ 1436630 h 3042711"/>
              <a:gd name="connsiteX5" fmla="*/ 1169277 w 4442932"/>
              <a:gd name="connsiteY5" fmla="*/ 1284832 h 3042711"/>
              <a:gd name="connsiteX6" fmla="*/ 1526362 w 4442932"/>
              <a:gd name="connsiteY6" fmla="*/ 1144251 h 3042711"/>
              <a:gd name="connsiteX7" fmla="*/ 1459498 w 4442932"/>
              <a:gd name="connsiteY7" fmla="*/ 871287 h 3042711"/>
              <a:gd name="connsiteX8" fmla="*/ 1779165 w 4442932"/>
              <a:gd name="connsiteY8" fmla="*/ 668138 h 3042711"/>
              <a:gd name="connsiteX9" fmla="*/ 1977835 w 4442932"/>
              <a:gd name="connsiteY9" fmla="*/ 456154 h 3042711"/>
              <a:gd name="connsiteX10" fmla="*/ 2202501 w 4442932"/>
              <a:gd name="connsiteY10" fmla="*/ 222711 h 3042711"/>
              <a:gd name="connsiteX11" fmla="*/ 2390472 w 4442932"/>
              <a:gd name="connsiteY11" fmla="*/ 120703 h 3042711"/>
              <a:gd name="connsiteX12" fmla="*/ 2742556 w 4442932"/>
              <a:gd name="connsiteY12" fmla="*/ 72105 h 3042711"/>
              <a:gd name="connsiteX13" fmla="*/ 3150806 w 4442932"/>
              <a:gd name="connsiteY13" fmla="*/ 72105 h 3042711"/>
              <a:gd name="connsiteX14" fmla="*/ 3472993 w 4442932"/>
              <a:gd name="connsiteY14" fmla="*/ 187077 h 3042711"/>
              <a:gd name="connsiteX15" fmla="*/ 3780018 w 4442932"/>
              <a:gd name="connsiteY15" fmla="*/ 389894 h 3042711"/>
              <a:gd name="connsiteX16" fmla="*/ 3962460 w 4442932"/>
              <a:gd name="connsiteY16" fmla="*/ 37289 h 3042711"/>
              <a:gd name="connsiteX17" fmla="*/ 4107482 w 4442932"/>
              <a:gd name="connsiteY17" fmla="*/ 22975 h 3042711"/>
              <a:gd name="connsiteX18" fmla="*/ 4442932 w 4442932"/>
              <a:gd name="connsiteY18" fmla="*/ 185225 h 3042711"/>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780018 w 4442932"/>
              <a:gd name="connsiteY15" fmla="*/ 391998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759722 w 4442932"/>
              <a:gd name="connsiteY15" fmla="*/ 308088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1068017 w 4442932"/>
              <a:gd name="connsiteY4" fmla="*/ 1438734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206156 w 4442932"/>
              <a:gd name="connsiteY3" fmla="*/ 1745541 h 3044815"/>
              <a:gd name="connsiteX4" fmla="*/ 969469 w 4442932"/>
              <a:gd name="connsiteY4" fmla="*/ 1463290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 name="connsiteX0" fmla="*/ 0 w 4442932"/>
              <a:gd name="connsiteY0" fmla="*/ 3044815 h 3044815"/>
              <a:gd name="connsiteX1" fmla="*/ 552854 w 4442932"/>
              <a:gd name="connsiteY1" fmla="*/ 2539848 h 3044815"/>
              <a:gd name="connsiteX2" fmla="*/ 789325 w 4442932"/>
              <a:gd name="connsiteY2" fmla="*/ 2062462 h 3044815"/>
              <a:gd name="connsiteX3" fmla="*/ 1134914 w 4442932"/>
              <a:gd name="connsiteY3" fmla="*/ 1791244 h 3044815"/>
              <a:gd name="connsiteX4" fmla="*/ 969469 w 4442932"/>
              <a:gd name="connsiteY4" fmla="*/ 1463290 h 3044815"/>
              <a:gd name="connsiteX5" fmla="*/ 1169277 w 4442932"/>
              <a:gd name="connsiteY5" fmla="*/ 1286936 h 3044815"/>
              <a:gd name="connsiteX6" fmla="*/ 1526362 w 4442932"/>
              <a:gd name="connsiteY6" fmla="*/ 1146355 h 3044815"/>
              <a:gd name="connsiteX7" fmla="*/ 1459498 w 4442932"/>
              <a:gd name="connsiteY7" fmla="*/ 873391 h 3044815"/>
              <a:gd name="connsiteX8" fmla="*/ 1779165 w 4442932"/>
              <a:gd name="connsiteY8" fmla="*/ 670242 h 3044815"/>
              <a:gd name="connsiteX9" fmla="*/ 1977835 w 4442932"/>
              <a:gd name="connsiteY9" fmla="*/ 458258 h 3044815"/>
              <a:gd name="connsiteX10" fmla="*/ 2202501 w 4442932"/>
              <a:gd name="connsiteY10" fmla="*/ 224815 h 3044815"/>
              <a:gd name="connsiteX11" fmla="*/ 2390472 w 4442932"/>
              <a:gd name="connsiteY11" fmla="*/ 122807 h 3044815"/>
              <a:gd name="connsiteX12" fmla="*/ 2742556 w 4442932"/>
              <a:gd name="connsiteY12" fmla="*/ 74209 h 3044815"/>
              <a:gd name="connsiteX13" fmla="*/ 3150806 w 4442932"/>
              <a:gd name="connsiteY13" fmla="*/ 74209 h 3044815"/>
              <a:gd name="connsiteX14" fmla="*/ 3472993 w 4442932"/>
              <a:gd name="connsiteY14" fmla="*/ 189181 h 3044815"/>
              <a:gd name="connsiteX15" fmla="*/ 3694911 w 4442932"/>
              <a:gd name="connsiteY15" fmla="*/ 226640 h 3044815"/>
              <a:gd name="connsiteX16" fmla="*/ 3890087 w 4442932"/>
              <a:gd name="connsiteY16" fmla="*/ 35418 h 3044815"/>
              <a:gd name="connsiteX17" fmla="*/ 4107482 w 4442932"/>
              <a:gd name="connsiteY17" fmla="*/ 25079 h 3044815"/>
              <a:gd name="connsiteX18" fmla="*/ 4442932 w 4442932"/>
              <a:gd name="connsiteY18" fmla="*/ 187329 h 304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42932" h="3044815">
                <a:moveTo>
                  <a:pt x="0" y="3044815"/>
                </a:moveTo>
                <a:cubicBezTo>
                  <a:pt x="106469" y="2917861"/>
                  <a:pt x="371658" y="2747051"/>
                  <a:pt x="552854" y="2539848"/>
                </a:cubicBezTo>
                <a:cubicBezTo>
                  <a:pt x="734050" y="2332645"/>
                  <a:pt x="651146" y="2185207"/>
                  <a:pt x="789325" y="2062462"/>
                </a:cubicBezTo>
                <a:cubicBezTo>
                  <a:pt x="893358" y="1929464"/>
                  <a:pt x="1104890" y="1891106"/>
                  <a:pt x="1134914" y="1791244"/>
                </a:cubicBezTo>
                <a:cubicBezTo>
                  <a:pt x="1164938" y="1691382"/>
                  <a:pt x="928405" y="1561212"/>
                  <a:pt x="969469" y="1463290"/>
                </a:cubicBezTo>
                <a:cubicBezTo>
                  <a:pt x="968292" y="1410037"/>
                  <a:pt x="1163392" y="1339952"/>
                  <a:pt x="1169277" y="1286936"/>
                </a:cubicBezTo>
                <a:cubicBezTo>
                  <a:pt x="1254971" y="1245162"/>
                  <a:pt x="1449316" y="1207181"/>
                  <a:pt x="1526362" y="1146355"/>
                </a:cubicBezTo>
                <a:lnTo>
                  <a:pt x="1459498" y="873391"/>
                </a:lnTo>
                <a:cubicBezTo>
                  <a:pt x="1570975" y="809566"/>
                  <a:pt x="1686090" y="748267"/>
                  <a:pt x="1779165" y="670242"/>
                </a:cubicBezTo>
                <a:cubicBezTo>
                  <a:pt x="1856194" y="605629"/>
                  <a:pt x="1917282" y="531864"/>
                  <a:pt x="1977835" y="458258"/>
                </a:cubicBezTo>
                <a:cubicBezTo>
                  <a:pt x="2045235" y="376368"/>
                  <a:pt x="2112955" y="294004"/>
                  <a:pt x="2202501" y="224815"/>
                </a:cubicBezTo>
                <a:cubicBezTo>
                  <a:pt x="2256741" y="182844"/>
                  <a:pt x="2319006" y="146869"/>
                  <a:pt x="2390472" y="122807"/>
                </a:cubicBezTo>
                <a:cubicBezTo>
                  <a:pt x="2499809" y="85964"/>
                  <a:pt x="2622198" y="79968"/>
                  <a:pt x="2742556" y="74209"/>
                </a:cubicBezTo>
                <a:cubicBezTo>
                  <a:pt x="2878746" y="67661"/>
                  <a:pt x="3029067" y="55047"/>
                  <a:pt x="3150806" y="74209"/>
                </a:cubicBezTo>
                <a:cubicBezTo>
                  <a:pt x="3272545" y="93371"/>
                  <a:pt x="3382309" y="163776"/>
                  <a:pt x="3472993" y="189181"/>
                </a:cubicBezTo>
                <a:cubicBezTo>
                  <a:pt x="3563677" y="214586"/>
                  <a:pt x="3619518" y="229544"/>
                  <a:pt x="3694911" y="226640"/>
                </a:cubicBezTo>
                <a:cubicBezTo>
                  <a:pt x="3770304" y="223736"/>
                  <a:pt x="3839005" y="91098"/>
                  <a:pt x="3890087" y="35418"/>
                </a:cubicBezTo>
                <a:cubicBezTo>
                  <a:pt x="3941169" y="-20262"/>
                  <a:pt x="4027403" y="423"/>
                  <a:pt x="4107482" y="25079"/>
                </a:cubicBezTo>
                <a:cubicBezTo>
                  <a:pt x="4187561" y="49735"/>
                  <a:pt x="4383529" y="165760"/>
                  <a:pt x="4442932" y="187329"/>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5" name="Freeform: Shape 14">
            <a:extLst>
              <a:ext uri="{FF2B5EF4-FFF2-40B4-BE49-F238E27FC236}">
                <a16:creationId xmlns:a16="http://schemas.microsoft.com/office/drawing/2014/main" id="{870E26C4-7EBE-5792-8817-FD5F87663CF9}"/>
              </a:ext>
            </a:extLst>
          </p:cNvPr>
          <p:cNvSpPr/>
          <p:nvPr userDrawn="1"/>
        </p:nvSpPr>
        <p:spPr>
          <a:xfrm rot="8568214" flipV="1">
            <a:off x="8117745" y="5591986"/>
            <a:ext cx="2124331" cy="2120425"/>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076813 w 3462212"/>
              <a:gd name="connsiteY8" fmla="*/ 109951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991032 w 3462212"/>
              <a:gd name="connsiteY7" fmla="*/ 1385101 h 2250401"/>
              <a:gd name="connsiteX8" fmla="*/ 1076813 w 3462212"/>
              <a:gd name="connsiteY8" fmla="*/ 1099519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278507"/>
              <a:gd name="connsiteY0" fmla="*/ 1829274 h 2250401"/>
              <a:gd name="connsiteX1" fmla="*/ 260675 w 3278507"/>
              <a:gd name="connsiteY1" fmla="*/ 1840980 h 2250401"/>
              <a:gd name="connsiteX2" fmla="*/ 445908 w 3278507"/>
              <a:gd name="connsiteY2" fmla="*/ 1935471 h 2250401"/>
              <a:gd name="connsiteX3" fmla="*/ 601784 w 3278507"/>
              <a:gd name="connsiteY3" fmla="*/ 1935471 h 2250401"/>
              <a:gd name="connsiteX4" fmla="*/ 757660 w 3278507"/>
              <a:gd name="connsiteY4" fmla="*/ 1842299 h 2250401"/>
              <a:gd name="connsiteX5" fmla="*/ 843675 w 3278507"/>
              <a:gd name="connsiteY5" fmla="*/ 1622189 h 2250401"/>
              <a:gd name="connsiteX6" fmla="*/ 807327 w 3278507"/>
              <a:gd name="connsiteY6" fmla="*/ 1385101 h 2250401"/>
              <a:gd name="connsiteX7" fmla="*/ 893108 w 3278507"/>
              <a:gd name="connsiteY7" fmla="*/ 1099519 h 2250401"/>
              <a:gd name="connsiteX8" fmla="*/ 1096263 w 3278507"/>
              <a:gd name="connsiteY8" fmla="*/ 894564 h 2250401"/>
              <a:gd name="connsiteX9" fmla="*/ 1348852 w 3278507"/>
              <a:gd name="connsiteY9" fmla="*/ 658596 h 2250401"/>
              <a:gd name="connsiteX10" fmla="*/ 1687456 w 3278507"/>
              <a:gd name="connsiteY10" fmla="*/ 375056 h 2250401"/>
              <a:gd name="connsiteX11" fmla="*/ 2038149 w 3278507"/>
              <a:gd name="connsiteY11" fmla="*/ 116289 h 2250401"/>
              <a:gd name="connsiteX12" fmla="*/ 2281323 w 3278507"/>
              <a:gd name="connsiteY12" fmla="*/ 26115 h 2250401"/>
              <a:gd name="connsiteX13" fmla="*/ 2544718 w 3278507"/>
              <a:gd name="connsiteY13" fmla="*/ 317 h 2250401"/>
              <a:gd name="connsiteX14" fmla="*/ 2840315 w 3278507"/>
              <a:gd name="connsiteY14" fmla="*/ 43945 h 2250401"/>
              <a:gd name="connsiteX15" fmla="*/ 3084879 w 3278507"/>
              <a:gd name="connsiteY15" fmla="*/ 147057 h 2250401"/>
              <a:gd name="connsiteX16" fmla="*/ 3216577 w 3278507"/>
              <a:gd name="connsiteY16" fmla="*/ 303659 h 2250401"/>
              <a:gd name="connsiteX17" fmla="*/ 3264933 w 3278507"/>
              <a:gd name="connsiteY17" fmla="*/ 505860 h 2250401"/>
              <a:gd name="connsiteX18" fmla="*/ 3257658 w 3278507"/>
              <a:gd name="connsiteY18" fmla="*/ 822851 h 2250401"/>
              <a:gd name="connsiteX19" fmla="*/ 3277450 w 3278507"/>
              <a:gd name="connsiteY19" fmla="*/ 1240033 h 2250401"/>
              <a:gd name="connsiteX20" fmla="*/ 3238187 w 3278507"/>
              <a:gd name="connsiteY20" fmla="*/ 1483338 h 2250401"/>
              <a:gd name="connsiteX21" fmla="*/ 3154312 w 3278507"/>
              <a:gd name="connsiteY21" fmla="*/ 1715677 h 2250401"/>
              <a:gd name="connsiteX22" fmla="*/ 2753042 w 3278507"/>
              <a:gd name="connsiteY22" fmla="*/ 2250401 h 2250401"/>
              <a:gd name="connsiteX0" fmla="*/ 1 w 3017833"/>
              <a:gd name="connsiteY0" fmla="*/ 1840980 h 2250401"/>
              <a:gd name="connsiteX1" fmla="*/ 185234 w 3017833"/>
              <a:gd name="connsiteY1" fmla="*/ 1935471 h 2250401"/>
              <a:gd name="connsiteX2" fmla="*/ 341110 w 3017833"/>
              <a:gd name="connsiteY2" fmla="*/ 1935471 h 2250401"/>
              <a:gd name="connsiteX3" fmla="*/ 496986 w 3017833"/>
              <a:gd name="connsiteY3" fmla="*/ 1842299 h 2250401"/>
              <a:gd name="connsiteX4" fmla="*/ 583001 w 3017833"/>
              <a:gd name="connsiteY4" fmla="*/ 1622189 h 2250401"/>
              <a:gd name="connsiteX5" fmla="*/ 546653 w 3017833"/>
              <a:gd name="connsiteY5" fmla="*/ 1385101 h 2250401"/>
              <a:gd name="connsiteX6" fmla="*/ 632434 w 3017833"/>
              <a:gd name="connsiteY6" fmla="*/ 1099519 h 2250401"/>
              <a:gd name="connsiteX7" fmla="*/ 835589 w 3017833"/>
              <a:gd name="connsiteY7" fmla="*/ 894564 h 2250401"/>
              <a:gd name="connsiteX8" fmla="*/ 1088178 w 3017833"/>
              <a:gd name="connsiteY8" fmla="*/ 658596 h 2250401"/>
              <a:gd name="connsiteX9" fmla="*/ 1426782 w 3017833"/>
              <a:gd name="connsiteY9" fmla="*/ 375056 h 2250401"/>
              <a:gd name="connsiteX10" fmla="*/ 1777475 w 3017833"/>
              <a:gd name="connsiteY10" fmla="*/ 116289 h 2250401"/>
              <a:gd name="connsiteX11" fmla="*/ 2020649 w 3017833"/>
              <a:gd name="connsiteY11" fmla="*/ 26115 h 2250401"/>
              <a:gd name="connsiteX12" fmla="*/ 2284044 w 3017833"/>
              <a:gd name="connsiteY12" fmla="*/ 317 h 2250401"/>
              <a:gd name="connsiteX13" fmla="*/ 2579641 w 3017833"/>
              <a:gd name="connsiteY13" fmla="*/ 43945 h 2250401"/>
              <a:gd name="connsiteX14" fmla="*/ 2824205 w 3017833"/>
              <a:gd name="connsiteY14" fmla="*/ 147057 h 2250401"/>
              <a:gd name="connsiteX15" fmla="*/ 2955903 w 3017833"/>
              <a:gd name="connsiteY15" fmla="*/ 303659 h 2250401"/>
              <a:gd name="connsiteX16" fmla="*/ 3004259 w 3017833"/>
              <a:gd name="connsiteY16" fmla="*/ 505860 h 2250401"/>
              <a:gd name="connsiteX17" fmla="*/ 2996984 w 3017833"/>
              <a:gd name="connsiteY17" fmla="*/ 822851 h 2250401"/>
              <a:gd name="connsiteX18" fmla="*/ 3016776 w 3017833"/>
              <a:gd name="connsiteY18" fmla="*/ 1240033 h 2250401"/>
              <a:gd name="connsiteX19" fmla="*/ 2977513 w 3017833"/>
              <a:gd name="connsiteY19" fmla="*/ 1483338 h 2250401"/>
              <a:gd name="connsiteX20" fmla="*/ 2893638 w 3017833"/>
              <a:gd name="connsiteY20" fmla="*/ 1715677 h 2250401"/>
              <a:gd name="connsiteX21" fmla="*/ 2492368 w 3017833"/>
              <a:gd name="connsiteY21" fmla="*/ 2250401 h 225040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19" fmla="*/ 2977512 w 3017832"/>
              <a:gd name="connsiteY19" fmla="*/ 1483338 h 1945381"/>
              <a:gd name="connsiteX20" fmla="*/ 2893637 w 3017832"/>
              <a:gd name="connsiteY20" fmla="*/ 1715677 h 194538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19" fmla="*/ 2977512 w 3017832"/>
              <a:gd name="connsiteY19" fmla="*/ 1483338 h 1945381"/>
              <a:gd name="connsiteX0" fmla="*/ 0 w 3017832"/>
              <a:gd name="connsiteY0" fmla="*/ 1840980 h 1945381"/>
              <a:gd name="connsiteX1" fmla="*/ 185233 w 3017832"/>
              <a:gd name="connsiteY1" fmla="*/ 1935471 h 1945381"/>
              <a:gd name="connsiteX2" fmla="*/ 341109 w 3017832"/>
              <a:gd name="connsiteY2" fmla="*/ 1935471 h 1945381"/>
              <a:gd name="connsiteX3" fmla="*/ 496985 w 3017832"/>
              <a:gd name="connsiteY3" fmla="*/ 1842299 h 1945381"/>
              <a:gd name="connsiteX4" fmla="*/ 583000 w 3017832"/>
              <a:gd name="connsiteY4" fmla="*/ 1622189 h 1945381"/>
              <a:gd name="connsiteX5" fmla="*/ 546652 w 3017832"/>
              <a:gd name="connsiteY5" fmla="*/ 1385101 h 1945381"/>
              <a:gd name="connsiteX6" fmla="*/ 632433 w 3017832"/>
              <a:gd name="connsiteY6" fmla="*/ 1099519 h 1945381"/>
              <a:gd name="connsiteX7" fmla="*/ 835588 w 3017832"/>
              <a:gd name="connsiteY7" fmla="*/ 894564 h 1945381"/>
              <a:gd name="connsiteX8" fmla="*/ 1088177 w 3017832"/>
              <a:gd name="connsiteY8" fmla="*/ 658596 h 1945381"/>
              <a:gd name="connsiteX9" fmla="*/ 1426781 w 3017832"/>
              <a:gd name="connsiteY9" fmla="*/ 375056 h 1945381"/>
              <a:gd name="connsiteX10" fmla="*/ 1777474 w 3017832"/>
              <a:gd name="connsiteY10" fmla="*/ 116289 h 1945381"/>
              <a:gd name="connsiteX11" fmla="*/ 2020648 w 3017832"/>
              <a:gd name="connsiteY11" fmla="*/ 26115 h 1945381"/>
              <a:gd name="connsiteX12" fmla="*/ 2284043 w 3017832"/>
              <a:gd name="connsiteY12" fmla="*/ 317 h 1945381"/>
              <a:gd name="connsiteX13" fmla="*/ 2579640 w 3017832"/>
              <a:gd name="connsiteY13" fmla="*/ 43945 h 1945381"/>
              <a:gd name="connsiteX14" fmla="*/ 2824204 w 3017832"/>
              <a:gd name="connsiteY14" fmla="*/ 147057 h 1945381"/>
              <a:gd name="connsiteX15" fmla="*/ 2955902 w 3017832"/>
              <a:gd name="connsiteY15" fmla="*/ 303659 h 1945381"/>
              <a:gd name="connsiteX16" fmla="*/ 3004258 w 3017832"/>
              <a:gd name="connsiteY16" fmla="*/ 505860 h 1945381"/>
              <a:gd name="connsiteX17" fmla="*/ 2996983 w 3017832"/>
              <a:gd name="connsiteY17" fmla="*/ 822851 h 1945381"/>
              <a:gd name="connsiteX18" fmla="*/ 3016775 w 3017832"/>
              <a:gd name="connsiteY18" fmla="*/ 1240033 h 1945381"/>
              <a:gd name="connsiteX0" fmla="*/ 0 w 3005941"/>
              <a:gd name="connsiteY0" fmla="*/ 1840980 h 1945381"/>
              <a:gd name="connsiteX1" fmla="*/ 185233 w 3005941"/>
              <a:gd name="connsiteY1" fmla="*/ 1935471 h 1945381"/>
              <a:gd name="connsiteX2" fmla="*/ 341109 w 3005941"/>
              <a:gd name="connsiteY2" fmla="*/ 1935471 h 1945381"/>
              <a:gd name="connsiteX3" fmla="*/ 496985 w 3005941"/>
              <a:gd name="connsiteY3" fmla="*/ 1842299 h 1945381"/>
              <a:gd name="connsiteX4" fmla="*/ 583000 w 3005941"/>
              <a:gd name="connsiteY4" fmla="*/ 1622189 h 1945381"/>
              <a:gd name="connsiteX5" fmla="*/ 546652 w 3005941"/>
              <a:gd name="connsiteY5" fmla="*/ 1385101 h 1945381"/>
              <a:gd name="connsiteX6" fmla="*/ 632433 w 3005941"/>
              <a:gd name="connsiteY6" fmla="*/ 1099519 h 1945381"/>
              <a:gd name="connsiteX7" fmla="*/ 835588 w 3005941"/>
              <a:gd name="connsiteY7" fmla="*/ 894564 h 1945381"/>
              <a:gd name="connsiteX8" fmla="*/ 1088177 w 3005941"/>
              <a:gd name="connsiteY8" fmla="*/ 658596 h 1945381"/>
              <a:gd name="connsiteX9" fmla="*/ 1426781 w 3005941"/>
              <a:gd name="connsiteY9" fmla="*/ 375056 h 1945381"/>
              <a:gd name="connsiteX10" fmla="*/ 1777474 w 3005941"/>
              <a:gd name="connsiteY10" fmla="*/ 116289 h 1945381"/>
              <a:gd name="connsiteX11" fmla="*/ 2020648 w 3005941"/>
              <a:gd name="connsiteY11" fmla="*/ 26115 h 1945381"/>
              <a:gd name="connsiteX12" fmla="*/ 2284043 w 3005941"/>
              <a:gd name="connsiteY12" fmla="*/ 317 h 1945381"/>
              <a:gd name="connsiteX13" fmla="*/ 2579640 w 3005941"/>
              <a:gd name="connsiteY13" fmla="*/ 43945 h 1945381"/>
              <a:gd name="connsiteX14" fmla="*/ 2824204 w 3005941"/>
              <a:gd name="connsiteY14" fmla="*/ 147057 h 1945381"/>
              <a:gd name="connsiteX15" fmla="*/ 2955902 w 3005941"/>
              <a:gd name="connsiteY15" fmla="*/ 303659 h 1945381"/>
              <a:gd name="connsiteX16" fmla="*/ 3004258 w 3005941"/>
              <a:gd name="connsiteY16" fmla="*/ 505860 h 1945381"/>
              <a:gd name="connsiteX17" fmla="*/ 2996983 w 3005941"/>
              <a:gd name="connsiteY17" fmla="*/ 822851 h 1945381"/>
              <a:gd name="connsiteX0" fmla="*/ 0 w 3004258"/>
              <a:gd name="connsiteY0" fmla="*/ 1840980 h 1945381"/>
              <a:gd name="connsiteX1" fmla="*/ 185233 w 3004258"/>
              <a:gd name="connsiteY1" fmla="*/ 1935471 h 1945381"/>
              <a:gd name="connsiteX2" fmla="*/ 341109 w 3004258"/>
              <a:gd name="connsiteY2" fmla="*/ 1935471 h 1945381"/>
              <a:gd name="connsiteX3" fmla="*/ 496985 w 3004258"/>
              <a:gd name="connsiteY3" fmla="*/ 1842299 h 1945381"/>
              <a:gd name="connsiteX4" fmla="*/ 583000 w 3004258"/>
              <a:gd name="connsiteY4" fmla="*/ 1622189 h 1945381"/>
              <a:gd name="connsiteX5" fmla="*/ 546652 w 3004258"/>
              <a:gd name="connsiteY5" fmla="*/ 1385101 h 1945381"/>
              <a:gd name="connsiteX6" fmla="*/ 632433 w 3004258"/>
              <a:gd name="connsiteY6" fmla="*/ 1099519 h 1945381"/>
              <a:gd name="connsiteX7" fmla="*/ 835588 w 3004258"/>
              <a:gd name="connsiteY7" fmla="*/ 894564 h 1945381"/>
              <a:gd name="connsiteX8" fmla="*/ 1088177 w 3004258"/>
              <a:gd name="connsiteY8" fmla="*/ 658596 h 1945381"/>
              <a:gd name="connsiteX9" fmla="*/ 1426781 w 3004258"/>
              <a:gd name="connsiteY9" fmla="*/ 375056 h 1945381"/>
              <a:gd name="connsiteX10" fmla="*/ 1777474 w 3004258"/>
              <a:gd name="connsiteY10" fmla="*/ 116289 h 1945381"/>
              <a:gd name="connsiteX11" fmla="*/ 2020648 w 3004258"/>
              <a:gd name="connsiteY11" fmla="*/ 26115 h 1945381"/>
              <a:gd name="connsiteX12" fmla="*/ 2284043 w 3004258"/>
              <a:gd name="connsiteY12" fmla="*/ 317 h 1945381"/>
              <a:gd name="connsiteX13" fmla="*/ 2579640 w 3004258"/>
              <a:gd name="connsiteY13" fmla="*/ 43945 h 1945381"/>
              <a:gd name="connsiteX14" fmla="*/ 2824204 w 3004258"/>
              <a:gd name="connsiteY14" fmla="*/ 147057 h 1945381"/>
              <a:gd name="connsiteX15" fmla="*/ 2955902 w 3004258"/>
              <a:gd name="connsiteY15" fmla="*/ 303659 h 1945381"/>
              <a:gd name="connsiteX16" fmla="*/ 3004258 w 3004258"/>
              <a:gd name="connsiteY16" fmla="*/ 505860 h 1945381"/>
              <a:gd name="connsiteX0" fmla="*/ 0 w 3296378"/>
              <a:gd name="connsiteY0" fmla="*/ 1840980 h 1945381"/>
              <a:gd name="connsiteX1" fmla="*/ 185233 w 3296378"/>
              <a:gd name="connsiteY1" fmla="*/ 1935471 h 1945381"/>
              <a:gd name="connsiteX2" fmla="*/ 341109 w 3296378"/>
              <a:gd name="connsiteY2" fmla="*/ 1935471 h 1945381"/>
              <a:gd name="connsiteX3" fmla="*/ 496985 w 3296378"/>
              <a:gd name="connsiteY3" fmla="*/ 1842299 h 1945381"/>
              <a:gd name="connsiteX4" fmla="*/ 583000 w 3296378"/>
              <a:gd name="connsiteY4" fmla="*/ 1622189 h 1945381"/>
              <a:gd name="connsiteX5" fmla="*/ 546652 w 3296378"/>
              <a:gd name="connsiteY5" fmla="*/ 1385101 h 1945381"/>
              <a:gd name="connsiteX6" fmla="*/ 632433 w 3296378"/>
              <a:gd name="connsiteY6" fmla="*/ 1099519 h 1945381"/>
              <a:gd name="connsiteX7" fmla="*/ 835588 w 3296378"/>
              <a:gd name="connsiteY7" fmla="*/ 894564 h 1945381"/>
              <a:gd name="connsiteX8" fmla="*/ 1088177 w 3296378"/>
              <a:gd name="connsiteY8" fmla="*/ 658596 h 1945381"/>
              <a:gd name="connsiteX9" fmla="*/ 1426781 w 3296378"/>
              <a:gd name="connsiteY9" fmla="*/ 375056 h 1945381"/>
              <a:gd name="connsiteX10" fmla="*/ 1777474 w 3296378"/>
              <a:gd name="connsiteY10" fmla="*/ 116289 h 1945381"/>
              <a:gd name="connsiteX11" fmla="*/ 2020648 w 3296378"/>
              <a:gd name="connsiteY11" fmla="*/ 26115 h 1945381"/>
              <a:gd name="connsiteX12" fmla="*/ 2284043 w 3296378"/>
              <a:gd name="connsiteY12" fmla="*/ 317 h 1945381"/>
              <a:gd name="connsiteX13" fmla="*/ 2579640 w 3296378"/>
              <a:gd name="connsiteY13" fmla="*/ 43945 h 1945381"/>
              <a:gd name="connsiteX14" fmla="*/ 2824204 w 3296378"/>
              <a:gd name="connsiteY14" fmla="*/ 147057 h 1945381"/>
              <a:gd name="connsiteX15" fmla="*/ 2955902 w 3296378"/>
              <a:gd name="connsiteY15" fmla="*/ 303659 h 1945381"/>
              <a:gd name="connsiteX16" fmla="*/ 3296378 w 3296378"/>
              <a:gd name="connsiteY16" fmla="*/ 426788 h 1945381"/>
              <a:gd name="connsiteX0" fmla="*/ 0 w 3296378"/>
              <a:gd name="connsiteY0" fmla="*/ 1840980 h 1945381"/>
              <a:gd name="connsiteX1" fmla="*/ 185233 w 3296378"/>
              <a:gd name="connsiteY1" fmla="*/ 1935471 h 1945381"/>
              <a:gd name="connsiteX2" fmla="*/ 341109 w 3296378"/>
              <a:gd name="connsiteY2" fmla="*/ 1935471 h 1945381"/>
              <a:gd name="connsiteX3" fmla="*/ 496985 w 3296378"/>
              <a:gd name="connsiteY3" fmla="*/ 1842299 h 1945381"/>
              <a:gd name="connsiteX4" fmla="*/ 583000 w 3296378"/>
              <a:gd name="connsiteY4" fmla="*/ 1622189 h 1945381"/>
              <a:gd name="connsiteX5" fmla="*/ 546652 w 3296378"/>
              <a:gd name="connsiteY5" fmla="*/ 1385101 h 1945381"/>
              <a:gd name="connsiteX6" fmla="*/ 632433 w 3296378"/>
              <a:gd name="connsiteY6" fmla="*/ 1099519 h 1945381"/>
              <a:gd name="connsiteX7" fmla="*/ 835588 w 3296378"/>
              <a:gd name="connsiteY7" fmla="*/ 894564 h 1945381"/>
              <a:gd name="connsiteX8" fmla="*/ 1088177 w 3296378"/>
              <a:gd name="connsiteY8" fmla="*/ 658596 h 1945381"/>
              <a:gd name="connsiteX9" fmla="*/ 1426781 w 3296378"/>
              <a:gd name="connsiteY9" fmla="*/ 375056 h 1945381"/>
              <a:gd name="connsiteX10" fmla="*/ 1777474 w 3296378"/>
              <a:gd name="connsiteY10" fmla="*/ 116289 h 1945381"/>
              <a:gd name="connsiteX11" fmla="*/ 2020648 w 3296378"/>
              <a:gd name="connsiteY11" fmla="*/ 26115 h 1945381"/>
              <a:gd name="connsiteX12" fmla="*/ 2284043 w 3296378"/>
              <a:gd name="connsiteY12" fmla="*/ 317 h 1945381"/>
              <a:gd name="connsiteX13" fmla="*/ 2579640 w 3296378"/>
              <a:gd name="connsiteY13" fmla="*/ 43945 h 1945381"/>
              <a:gd name="connsiteX14" fmla="*/ 2824204 w 3296378"/>
              <a:gd name="connsiteY14" fmla="*/ 147057 h 1945381"/>
              <a:gd name="connsiteX15" fmla="*/ 2955902 w 3296378"/>
              <a:gd name="connsiteY15" fmla="*/ 303659 h 1945381"/>
              <a:gd name="connsiteX16" fmla="*/ 3296378 w 3296378"/>
              <a:gd name="connsiteY16" fmla="*/ 426788 h 1945381"/>
              <a:gd name="connsiteX0" fmla="*/ 0 w 3296378"/>
              <a:gd name="connsiteY0" fmla="*/ 1840980 h 1935471"/>
              <a:gd name="connsiteX1" fmla="*/ 185233 w 3296378"/>
              <a:gd name="connsiteY1" fmla="*/ 1935471 h 1935471"/>
              <a:gd name="connsiteX2" fmla="*/ 496985 w 3296378"/>
              <a:gd name="connsiteY2" fmla="*/ 1842299 h 1935471"/>
              <a:gd name="connsiteX3" fmla="*/ 583000 w 3296378"/>
              <a:gd name="connsiteY3" fmla="*/ 1622189 h 1935471"/>
              <a:gd name="connsiteX4" fmla="*/ 546652 w 3296378"/>
              <a:gd name="connsiteY4" fmla="*/ 1385101 h 1935471"/>
              <a:gd name="connsiteX5" fmla="*/ 632433 w 3296378"/>
              <a:gd name="connsiteY5" fmla="*/ 1099519 h 1935471"/>
              <a:gd name="connsiteX6" fmla="*/ 835588 w 3296378"/>
              <a:gd name="connsiteY6" fmla="*/ 894564 h 1935471"/>
              <a:gd name="connsiteX7" fmla="*/ 1088177 w 3296378"/>
              <a:gd name="connsiteY7" fmla="*/ 658596 h 1935471"/>
              <a:gd name="connsiteX8" fmla="*/ 1426781 w 3296378"/>
              <a:gd name="connsiteY8" fmla="*/ 375056 h 1935471"/>
              <a:gd name="connsiteX9" fmla="*/ 1777474 w 3296378"/>
              <a:gd name="connsiteY9" fmla="*/ 116289 h 1935471"/>
              <a:gd name="connsiteX10" fmla="*/ 2020648 w 3296378"/>
              <a:gd name="connsiteY10" fmla="*/ 26115 h 1935471"/>
              <a:gd name="connsiteX11" fmla="*/ 2284043 w 3296378"/>
              <a:gd name="connsiteY11" fmla="*/ 317 h 1935471"/>
              <a:gd name="connsiteX12" fmla="*/ 2579640 w 3296378"/>
              <a:gd name="connsiteY12" fmla="*/ 43945 h 1935471"/>
              <a:gd name="connsiteX13" fmla="*/ 2824204 w 3296378"/>
              <a:gd name="connsiteY13" fmla="*/ 147057 h 1935471"/>
              <a:gd name="connsiteX14" fmla="*/ 2955902 w 3296378"/>
              <a:gd name="connsiteY14" fmla="*/ 303659 h 1935471"/>
              <a:gd name="connsiteX15" fmla="*/ 3296378 w 3296378"/>
              <a:gd name="connsiteY15" fmla="*/ 426788 h 1935471"/>
              <a:gd name="connsiteX0" fmla="*/ 0 w 3296378"/>
              <a:gd name="connsiteY0" fmla="*/ 1840980 h 1936915"/>
              <a:gd name="connsiteX1" fmla="*/ 185233 w 3296378"/>
              <a:gd name="connsiteY1" fmla="*/ 1935471 h 1936915"/>
              <a:gd name="connsiteX2" fmla="*/ 629129 w 3296378"/>
              <a:gd name="connsiteY2" fmla="*/ 1757526 h 1936915"/>
              <a:gd name="connsiteX3" fmla="*/ 583000 w 3296378"/>
              <a:gd name="connsiteY3" fmla="*/ 1622189 h 1936915"/>
              <a:gd name="connsiteX4" fmla="*/ 546652 w 3296378"/>
              <a:gd name="connsiteY4" fmla="*/ 1385101 h 1936915"/>
              <a:gd name="connsiteX5" fmla="*/ 632433 w 3296378"/>
              <a:gd name="connsiteY5" fmla="*/ 1099519 h 1936915"/>
              <a:gd name="connsiteX6" fmla="*/ 835588 w 3296378"/>
              <a:gd name="connsiteY6" fmla="*/ 894564 h 1936915"/>
              <a:gd name="connsiteX7" fmla="*/ 1088177 w 3296378"/>
              <a:gd name="connsiteY7" fmla="*/ 658596 h 1936915"/>
              <a:gd name="connsiteX8" fmla="*/ 1426781 w 3296378"/>
              <a:gd name="connsiteY8" fmla="*/ 375056 h 1936915"/>
              <a:gd name="connsiteX9" fmla="*/ 1777474 w 3296378"/>
              <a:gd name="connsiteY9" fmla="*/ 116289 h 1936915"/>
              <a:gd name="connsiteX10" fmla="*/ 2020648 w 3296378"/>
              <a:gd name="connsiteY10" fmla="*/ 26115 h 1936915"/>
              <a:gd name="connsiteX11" fmla="*/ 2284043 w 3296378"/>
              <a:gd name="connsiteY11" fmla="*/ 317 h 1936915"/>
              <a:gd name="connsiteX12" fmla="*/ 2579640 w 3296378"/>
              <a:gd name="connsiteY12" fmla="*/ 43945 h 1936915"/>
              <a:gd name="connsiteX13" fmla="*/ 2824204 w 3296378"/>
              <a:gd name="connsiteY13" fmla="*/ 147057 h 1936915"/>
              <a:gd name="connsiteX14" fmla="*/ 2955902 w 3296378"/>
              <a:gd name="connsiteY14" fmla="*/ 303659 h 1936915"/>
              <a:gd name="connsiteX15" fmla="*/ 3296378 w 3296378"/>
              <a:gd name="connsiteY15" fmla="*/ 426788 h 1936915"/>
              <a:gd name="connsiteX0" fmla="*/ 0 w 3296378"/>
              <a:gd name="connsiteY0" fmla="*/ 1840980 h 1936915"/>
              <a:gd name="connsiteX1" fmla="*/ 185233 w 3296378"/>
              <a:gd name="connsiteY1" fmla="*/ 1935471 h 1936915"/>
              <a:gd name="connsiteX2" fmla="*/ 629129 w 3296378"/>
              <a:gd name="connsiteY2" fmla="*/ 1757526 h 1936915"/>
              <a:gd name="connsiteX3" fmla="*/ 605659 w 3296378"/>
              <a:gd name="connsiteY3" fmla="*/ 1576056 h 1936915"/>
              <a:gd name="connsiteX4" fmla="*/ 546652 w 3296378"/>
              <a:gd name="connsiteY4" fmla="*/ 1385101 h 1936915"/>
              <a:gd name="connsiteX5" fmla="*/ 632433 w 3296378"/>
              <a:gd name="connsiteY5" fmla="*/ 1099519 h 1936915"/>
              <a:gd name="connsiteX6" fmla="*/ 835588 w 3296378"/>
              <a:gd name="connsiteY6" fmla="*/ 894564 h 1936915"/>
              <a:gd name="connsiteX7" fmla="*/ 1088177 w 3296378"/>
              <a:gd name="connsiteY7" fmla="*/ 658596 h 1936915"/>
              <a:gd name="connsiteX8" fmla="*/ 1426781 w 3296378"/>
              <a:gd name="connsiteY8" fmla="*/ 375056 h 1936915"/>
              <a:gd name="connsiteX9" fmla="*/ 1777474 w 3296378"/>
              <a:gd name="connsiteY9" fmla="*/ 116289 h 1936915"/>
              <a:gd name="connsiteX10" fmla="*/ 2020648 w 3296378"/>
              <a:gd name="connsiteY10" fmla="*/ 26115 h 1936915"/>
              <a:gd name="connsiteX11" fmla="*/ 2284043 w 3296378"/>
              <a:gd name="connsiteY11" fmla="*/ 317 h 1936915"/>
              <a:gd name="connsiteX12" fmla="*/ 2579640 w 3296378"/>
              <a:gd name="connsiteY12" fmla="*/ 43945 h 1936915"/>
              <a:gd name="connsiteX13" fmla="*/ 2824204 w 3296378"/>
              <a:gd name="connsiteY13" fmla="*/ 147057 h 1936915"/>
              <a:gd name="connsiteX14" fmla="*/ 2955902 w 3296378"/>
              <a:gd name="connsiteY14" fmla="*/ 303659 h 1936915"/>
              <a:gd name="connsiteX15" fmla="*/ 3296378 w 3296378"/>
              <a:gd name="connsiteY15" fmla="*/ 426788 h 1936915"/>
              <a:gd name="connsiteX0" fmla="*/ 0 w 3111145"/>
              <a:gd name="connsiteY0" fmla="*/ 1935471 h 1935471"/>
              <a:gd name="connsiteX1" fmla="*/ 443896 w 3111145"/>
              <a:gd name="connsiteY1" fmla="*/ 1757526 h 1935471"/>
              <a:gd name="connsiteX2" fmla="*/ 420426 w 3111145"/>
              <a:gd name="connsiteY2" fmla="*/ 1576056 h 1935471"/>
              <a:gd name="connsiteX3" fmla="*/ 361419 w 3111145"/>
              <a:gd name="connsiteY3" fmla="*/ 1385101 h 1935471"/>
              <a:gd name="connsiteX4" fmla="*/ 447200 w 3111145"/>
              <a:gd name="connsiteY4" fmla="*/ 1099519 h 1935471"/>
              <a:gd name="connsiteX5" fmla="*/ 650355 w 3111145"/>
              <a:gd name="connsiteY5" fmla="*/ 894564 h 1935471"/>
              <a:gd name="connsiteX6" fmla="*/ 902944 w 3111145"/>
              <a:gd name="connsiteY6" fmla="*/ 658596 h 1935471"/>
              <a:gd name="connsiteX7" fmla="*/ 1241548 w 3111145"/>
              <a:gd name="connsiteY7" fmla="*/ 375056 h 1935471"/>
              <a:gd name="connsiteX8" fmla="*/ 1592241 w 3111145"/>
              <a:gd name="connsiteY8" fmla="*/ 116289 h 1935471"/>
              <a:gd name="connsiteX9" fmla="*/ 1835415 w 3111145"/>
              <a:gd name="connsiteY9" fmla="*/ 26115 h 1935471"/>
              <a:gd name="connsiteX10" fmla="*/ 2098810 w 3111145"/>
              <a:gd name="connsiteY10" fmla="*/ 317 h 1935471"/>
              <a:gd name="connsiteX11" fmla="*/ 2394407 w 3111145"/>
              <a:gd name="connsiteY11" fmla="*/ 43945 h 1935471"/>
              <a:gd name="connsiteX12" fmla="*/ 2638971 w 3111145"/>
              <a:gd name="connsiteY12" fmla="*/ 147057 h 1935471"/>
              <a:gd name="connsiteX13" fmla="*/ 2770669 w 3111145"/>
              <a:gd name="connsiteY13" fmla="*/ 303659 h 1935471"/>
              <a:gd name="connsiteX14" fmla="*/ 3111145 w 3111145"/>
              <a:gd name="connsiteY14" fmla="*/ 426788 h 1935471"/>
              <a:gd name="connsiteX0" fmla="*/ 0 w 2923851"/>
              <a:gd name="connsiteY0" fmla="*/ 1828858 h 1828858"/>
              <a:gd name="connsiteX1" fmla="*/ 256602 w 2923851"/>
              <a:gd name="connsiteY1" fmla="*/ 1757526 h 1828858"/>
              <a:gd name="connsiteX2" fmla="*/ 233132 w 2923851"/>
              <a:gd name="connsiteY2" fmla="*/ 1576056 h 1828858"/>
              <a:gd name="connsiteX3" fmla="*/ 174125 w 2923851"/>
              <a:gd name="connsiteY3" fmla="*/ 1385101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256602 w 2923851"/>
              <a:gd name="connsiteY1" fmla="*/ 1757526 h 1828858"/>
              <a:gd name="connsiteX2" fmla="*/ 233132 w 2923851"/>
              <a:gd name="connsiteY2" fmla="*/ 1576056 h 1828858"/>
              <a:gd name="connsiteX3" fmla="*/ 278409 w 2923851"/>
              <a:gd name="connsiteY3" fmla="*/ 1353096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256602 w 2923851"/>
              <a:gd name="connsiteY1" fmla="*/ 1757526 h 1828858"/>
              <a:gd name="connsiteX2" fmla="*/ 340532 w 2923851"/>
              <a:gd name="connsiteY2" fmla="*/ 1573068 h 1828858"/>
              <a:gd name="connsiteX3" fmla="*/ 278409 w 2923851"/>
              <a:gd name="connsiteY3" fmla="*/ 1353096 h 1828858"/>
              <a:gd name="connsiteX4" fmla="*/ 259906 w 2923851"/>
              <a:gd name="connsiteY4" fmla="*/ 1099519 h 1828858"/>
              <a:gd name="connsiteX5" fmla="*/ 463061 w 2923851"/>
              <a:gd name="connsiteY5" fmla="*/ 894564 h 1828858"/>
              <a:gd name="connsiteX6" fmla="*/ 715650 w 2923851"/>
              <a:gd name="connsiteY6" fmla="*/ 658596 h 1828858"/>
              <a:gd name="connsiteX7" fmla="*/ 1054254 w 2923851"/>
              <a:gd name="connsiteY7" fmla="*/ 375056 h 1828858"/>
              <a:gd name="connsiteX8" fmla="*/ 1404947 w 2923851"/>
              <a:gd name="connsiteY8" fmla="*/ 116289 h 1828858"/>
              <a:gd name="connsiteX9" fmla="*/ 1648121 w 2923851"/>
              <a:gd name="connsiteY9" fmla="*/ 26115 h 1828858"/>
              <a:gd name="connsiteX10" fmla="*/ 1911516 w 2923851"/>
              <a:gd name="connsiteY10" fmla="*/ 317 h 1828858"/>
              <a:gd name="connsiteX11" fmla="*/ 2207113 w 2923851"/>
              <a:gd name="connsiteY11" fmla="*/ 43945 h 1828858"/>
              <a:gd name="connsiteX12" fmla="*/ 2451677 w 2923851"/>
              <a:gd name="connsiteY12" fmla="*/ 147057 h 1828858"/>
              <a:gd name="connsiteX13" fmla="*/ 2583375 w 2923851"/>
              <a:gd name="connsiteY13" fmla="*/ 303659 h 1828858"/>
              <a:gd name="connsiteX14" fmla="*/ 2923851 w 2923851"/>
              <a:gd name="connsiteY14" fmla="*/ 426788 h 1828858"/>
              <a:gd name="connsiteX0" fmla="*/ 0 w 2923851"/>
              <a:gd name="connsiteY0" fmla="*/ 1828858 h 1828858"/>
              <a:gd name="connsiteX1" fmla="*/ 76870 w 2923851"/>
              <a:gd name="connsiteY1" fmla="*/ 1720088 h 1828858"/>
              <a:gd name="connsiteX2" fmla="*/ 256602 w 2923851"/>
              <a:gd name="connsiteY2" fmla="*/ 1757526 h 1828858"/>
              <a:gd name="connsiteX3" fmla="*/ 340532 w 2923851"/>
              <a:gd name="connsiteY3" fmla="*/ 1573068 h 1828858"/>
              <a:gd name="connsiteX4" fmla="*/ 278409 w 2923851"/>
              <a:gd name="connsiteY4" fmla="*/ 1353096 h 1828858"/>
              <a:gd name="connsiteX5" fmla="*/ 259906 w 2923851"/>
              <a:gd name="connsiteY5" fmla="*/ 1099519 h 1828858"/>
              <a:gd name="connsiteX6" fmla="*/ 463061 w 2923851"/>
              <a:gd name="connsiteY6" fmla="*/ 894564 h 1828858"/>
              <a:gd name="connsiteX7" fmla="*/ 715650 w 2923851"/>
              <a:gd name="connsiteY7" fmla="*/ 658596 h 1828858"/>
              <a:gd name="connsiteX8" fmla="*/ 1054254 w 2923851"/>
              <a:gd name="connsiteY8" fmla="*/ 375056 h 1828858"/>
              <a:gd name="connsiteX9" fmla="*/ 1404947 w 2923851"/>
              <a:gd name="connsiteY9" fmla="*/ 116289 h 1828858"/>
              <a:gd name="connsiteX10" fmla="*/ 1648121 w 2923851"/>
              <a:gd name="connsiteY10" fmla="*/ 26115 h 1828858"/>
              <a:gd name="connsiteX11" fmla="*/ 1911516 w 2923851"/>
              <a:gd name="connsiteY11" fmla="*/ 317 h 1828858"/>
              <a:gd name="connsiteX12" fmla="*/ 2207113 w 2923851"/>
              <a:gd name="connsiteY12" fmla="*/ 43945 h 1828858"/>
              <a:gd name="connsiteX13" fmla="*/ 2451677 w 2923851"/>
              <a:gd name="connsiteY13" fmla="*/ 147057 h 1828858"/>
              <a:gd name="connsiteX14" fmla="*/ 2583375 w 2923851"/>
              <a:gd name="connsiteY14" fmla="*/ 303659 h 1828858"/>
              <a:gd name="connsiteX15" fmla="*/ 2923851 w 2923851"/>
              <a:gd name="connsiteY15" fmla="*/ 426788 h 1828858"/>
              <a:gd name="connsiteX0" fmla="*/ 1 w 3413529"/>
              <a:gd name="connsiteY0" fmla="*/ 2468684 h 2468684"/>
              <a:gd name="connsiteX1" fmla="*/ 566548 w 3413529"/>
              <a:gd name="connsiteY1" fmla="*/ 1720088 h 2468684"/>
              <a:gd name="connsiteX2" fmla="*/ 746280 w 3413529"/>
              <a:gd name="connsiteY2" fmla="*/ 1757526 h 2468684"/>
              <a:gd name="connsiteX3" fmla="*/ 830210 w 3413529"/>
              <a:gd name="connsiteY3" fmla="*/ 1573068 h 2468684"/>
              <a:gd name="connsiteX4" fmla="*/ 768087 w 3413529"/>
              <a:gd name="connsiteY4" fmla="*/ 1353096 h 2468684"/>
              <a:gd name="connsiteX5" fmla="*/ 749584 w 3413529"/>
              <a:gd name="connsiteY5" fmla="*/ 1099519 h 2468684"/>
              <a:gd name="connsiteX6" fmla="*/ 952739 w 3413529"/>
              <a:gd name="connsiteY6" fmla="*/ 894564 h 2468684"/>
              <a:gd name="connsiteX7" fmla="*/ 1205328 w 3413529"/>
              <a:gd name="connsiteY7" fmla="*/ 658596 h 2468684"/>
              <a:gd name="connsiteX8" fmla="*/ 1543932 w 3413529"/>
              <a:gd name="connsiteY8" fmla="*/ 375056 h 2468684"/>
              <a:gd name="connsiteX9" fmla="*/ 1894625 w 3413529"/>
              <a:gd name="connsiteY9" fmla="*/ 116289 h 2468684"/>
              <a:gd name="connsiteX10" fmla="*/ 2137799 w 3413529"/>
              <a:gd name="connsiteY10" fmla="*/ 26115 h 2468684"/>
              <a:gd name="connsiteX11" fmla="*/ 2401194 w 3413529"/>
              <a:gd name="connsiteY11" fmla="*/ 317 h 2468684"/>
              <a:gd name="connsiteX12" fmla="*/ 2696791 w 3413529"/>
              <a:gd name="connsiteY12" fmla="*/ 43945 h 2468684"/>
              <a:gd name="connsiteX13" fmla="*/ 2941355 w 3413529"/>
              <a:gd name="connsiteY13" fmla="*/ 147057 h 2468684"/>
              <a:gd name="connsiteX14" fmla="*/ 3073053 w 3413529"/>
              <a:gd name="connsiteY14" fmla="*/ 303659 h 2468684"/>
              <a:gd name="connsiteX15" fmla="*/ 3413529 w 3413529"/>
              <a:gd name="connsiteY15" fmla="*/ 426788 h 2468684"/>
              <a:gd name="connsiteX0" fmla="*/ 0 w 3413528"/>
              <a:gd name="connsiteY0" fmla="*/ 2468684 h 2468684"/>
              <a:gd name="connsiteX1" fmla="*/ 223322 w 3413528"/>
              <a:gd name="connsiteY1" fmla="*/ 1971294 h 2468684"/>
              <a:gd name="connsiteX2" fmla="*/ 566547 w 3413528"/>
              <a:gd name="connsiteY2" fmla="*/ 1720088 h 2468684"/>
              <a:gd name="connsiteX3" fmla="*/ 746279 w 3413528"/>
              <a:gd name="connsiteY3" fmla="*/ 1757526 h 2468684"/>
              <a:gd name="connsiteX4" fmla="*/ 830209 w 3413528"/>
              <a:gd name="connsiteY4" fmla="*/ 1573068 h 2468684"/>
              <a:gd name="connsiteX5" fmla="*/ 768086 w 3413528"/>
              <a:gd name="connsiteY5" fmla="*/ 1353096 h 2468684"/>
              <a:gd name="connsiteX6" fmla="*/ 749583 w 3413528"/>
              <a:gd name="connsiteY6" fmla="*/ 1099519 h 2468684"/>
              <a:gd name="connsiteX7" fmla="*/ 952738 w 3413528"/>
              <a:gd name="connsiteY7" fmla="*/ 894564 h 2468684"/>
              <a:gd name="connsiteX8" fmla="*/ 1205327 w 3413528"/>
              <a:gd name="connsiteY8" fmla="*/ 658596 h 2468684"/>
              <a:gd name="connsiteX9" fmla="*/ 1543931 w 3413528"/>
              <a:gd name="connsiteY9" fmla="*/ 375056 h 2468684"/>
              <a:gd name="connsiteX10" fmla="*/ 1894624 w 3413528"/>
              <a:gd name="connsiteY10" fmla="*/ 116289 h 2468684"/>
              <a:gd name="connsiteX11" fmla="*/ 2137798 w 3413528"/>
              <a:gd name="connsiteY11" fmla="*/ 26115 h 2468684"/>
              <a:gd name="connsiteX12" fmla="*/ 2401193 w 3413528"/>
              <a:gd name="connsiteY12" fmla="*/ 317 h 2468684"/>
              <a:gd name="connsiteX13" fmla="*/ 2696790 w 3413528"/>
              <a:gd name="connsiteY13" fmla="*/ 43945 h 2468684"/>
              <a:gd name="connsiteX14" fmla="*/ 2941354 w 3413528"/>
              <a:gd name="connsiteY14" fmla="*/ 147057 h 2468684"/>
              <a:gd name="connsiteX15" fmla="*/ 3073052 w 3413528"/>
              <a:gd name="connsiteY15" fmla="*/ 303659 h 2468684"/>
              <a:gd name="connsiteX16" fmla="*/ 3413528 w 3413528"/>
              <a:gd name="connsiteY16" fmla="*/ 426788 h 2468684"/>
              <a:gd name="connsiteX0" fmla="*/ 50208 w 3221442"/>
              <a:gd name="connsiteY0" fmla="*/ 2421808 h 2421808"/>
              <a:gd name="connsiteX1" fmla="*/ 31236 w 3221442"/>
              <a:gd name="connsiteY1" fmla="*/ 1971294 h 2421808"/>
              <a:gd name="connsiteX2" fmla="*/ 374461 w 3221442"/>
              <a:gd name="connsiteY2" fmla="*/ 1720088 h 2421808"/>
              <a:gd name="connsiteX3" fmla="*/ 554193 w 3221442"/>
              <a:gd name="connsiteY3" fmla="*/ 1757526 h 2421808"/>
              <a:gd name="connsiteX4" fmla="*/ 638123 w 3221442"/>
              <a:gd name="connsiteY4" fmla="*/ 1573068 h 2421808"/>
              <a:gd name="connsiteX5" fmla="*/ 576000 w 3221442"/>
              <a:gd name="connsiteY5" fmla="*/ 1353096 h 2421808"/>
              <a:gd name="connsiteX6" fmla="*/ 557497 w 3221442"/>
              <a:gd name="connsiteY6" fmla="*/ 1099519 h 2421808"/>
              <a:gd name="connsiteX7" fmla="*/ 760652 w 3221442"/>
              <a:gd name="connsiteY7" fmla="*/ 894564 h 2421808"/>
              <a:gd name="connsiteX8" fmla="*/ 1013241 w 3221442"/>
              <a:gd name="connsiteY8" fmla="*/ 658596 h 2421808"/>
              <a:gd name="connsiteX9" fmla="*/ 1351845 w 3221442"/>
              <a:gd name="connsiteY9" fmla="*/ 375056 h 2421808"/>
              <a:gd name="connsiteX10" fmla="*/ 1702538 w 3221442"/>
              <a:gd name="connsiteY10" fmla="*/ 116289 h 2421808"/>
              <a:gd name="connsiteX11" fmla="*/ 1945712 w 3221442"/>
              <a:gd name="connsiteY11" fmla="*/ 26115 h 2421808"/>
              <a:gd name="connsiteX12" fmla="*/ 2209107 w 3221442"/>
              <a:gd name="connsiteY12" fmla="*/ 317 h 2421808"/>
              <a:gd name="connsiteX13" fmla="*/ 2504704 w 3221442"/>
              <a:gd name="connsiteY13" fmla="*/ 43945 h 2421808"/>
              <a:gd name="connsiteX14" fmla="*/ 2749268 w 3221442"/>
              <a:gd name="connsiteY14" fmla="*/ 147057 h 2421808"/>
              <a:gd name="connsiteX15" fmla="*/ 2880966 w 3221442"/>
              <a:gd name="connsiteY15" fmla="*/ 303659 h 2421808"/>
              <a:gd name="connsiteX16" fmla="*/ 3221442 w 3221442"/>
              <a:gd name="connsiteY16" fmla="*/ 426788 h 2421808"/>
              <a:gd name="connsiteX0" fmla="*/ 0 w 3171234"/>
              <a:gd name="connsiteY0" fmla="*/ 2421808 h 2421808"/>
              <a:gd name="connsiteX1" fmla="*/ 109609 w 3171234"/>
              <a:gd name="connsiteY1" fmla="*/ 1966352 h 2421808"/>
              <a:gd name="connsiteX2" fmla="*/ 324253 w 3171234"/>
              <a:gd name="connsiteY2" fmla="*/ 1720088 h 2421808"/>
              <a:gd name="connsiteX3" fmla="*/ 503985 w 3171234"/>
              <a:gd name="connsiteY3" fmla="*/ 1757526 h 2421808"/>
              <a:gd name="connsiteX4" fmla="*/ 587915 w 3171234"/>
              <a:gd name="connsiteY4" fmla="*/ 1573068 h 2421808"/>
              <a:gd name="connsiteX5" fmla="*/ 525792 w 3171234"/>
              <a:gd name="connsiteY5" fmla="*/ 1353096 h 2421808"/>
              <a:gd name="connsiteX6" fmla="*/ 507289 w 3171234"/>
              <a:gd name="connsiteY6" fmla="*/ 1099519 h 2421808"/>
              <a:gd name="connsiteX7" fmla="*/ 710444 w 3171234"/>
              <a:gd name="connsiteY7" fmla="*/ 894564 h 2421808"/>
              <a:gd name="connsiteX8" fmla="*/ 963033 w 3171234"/>
              <a:gd name="connsiteY8" fmla="*/ 658596 h 2421808"/>
              <a:gd name="connsiteX9" fmla="*/ 1301637 w 3171234"/>
              <a:gd name="connsiteY9" fmla="*/ 375056 h 2421808"/>
              <a:gd name="connsiteX10" fmla="*/ 1652330 w 3171234"/>
              <a:gd name="connsiteY10" fmla="*/ 116289 h 2421808"/>
              <a:gd name="connsiteX11" fmla="*/ 1895504 w 3171234"/>
              <a:gd name="connsiteY11" fmla="*/ 26115 h 2421808"/>
              <a:gd name="connsiteX12" fmla="*/ 2158899 w 3171234"/>
              <a:gd name="connsiteY12" fmla="*/ 317 h 2421808"/>
              <a:gd name="connsiteX13" fmla="*/ 2454496 w 3171234"/>
              <a:gd name="connsiteY13" fmla="*/ 43945 h 2421808"/>
              <a:gd name="connsiteX14" fmla="*/ 2699060 w 3171234"/>
              <a:gd name="connsiteY14" fmla="*/ 147057 h 2421808"/>
              <a:gd name="connsiteX15" fmla="*/ 2830758 w 3171234"/>
              <a:gd name="connsiteY15" fmla="*/ 303659 h 2421808"/>
              <a:gd name="connsiteX16" fmla="*/ 3171234 w 3171234"/>
              <a:gd name="connsiteY16" fmla="*/ 426788 h 2421808"/>
              <a:gd name="connsiteX0" fmla="*/ 1652 w 3106051"/>
              <a:gd name="connsiteY0" fmla="*/ 2363421 h 2363421"/>
              <a:gd name="connsiteX1" fmla="*/ 44426 w 3106051"/>
              <a:gd name="connsiteY1" fmla="*/ 1966352 h 2363421"/>
              <a:gd name="connsiteX2" fmla="*/ 259070 w 3106051"/>
              <a:gd name="connsiteY2" fmla="*/ 1720088 h 2363421"/>
              <a:gd name="connsiteX3" fmla="*/ 438802 w 3106051"/>
              <a:gd name="connsiteY3" fmla="*/ 1757526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438802 w 3106051"/>
              <a:gd name="connsiteY3" fmla="*/ 1757526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22732 w 3106051"/>
              <a:gd name="connsiteY4" fmla="*/ 1573068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442106 w 3106051"/>
              <a:gd name="connsiteY6" fmla="*/ 1099519 h 2363421"/>
              <a:gd name="connsiteX7" fmla="*/ 645261 w 3106051"/>
              <a:gd name="connsiteY7" fmla="*/ 894564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442106 w 3106051"/>
              <a:gd name="connsiteY6" fmla="*/ 1099519 h 2363421"/>
              <a:gd name="connsiteX7" fmla="*/ 855777 w 3106051"/>
              <a:gd name="connsiteY7" fmla="*/ 1011531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3106051"/>
              <a:gd name="connsiteY0" fmla="*/ 2363421 h 2363421"/>
              <a:gd name="connsiteX1" fmla="*/ 44426 w 3106051"/>
              <a:gd name="connsiteY1" fmla="*/ 1966352 h 2363421"/>
              <a:gd name="connsiteX2" fmla="*/ 224457 w 3106051"/>
              <a:gd name="connsiteY2" fmla="*/ 1788821 h 2363421"/>
              <a:gd name="connsiteX3" fmla="*/ 515487 w 3106051"/>
              <a:gd name="connsiteY3" fmla="*/ 1750980 h 2363421"/>
              <a:gd name="connsiteX4" fmla="*/ 566390 w 3106051"/>
              <a:gd name="connsiteY4" fmla="*/ 1545060 h 2363421"/>
              <a:gd name="connsiteX5" fmla="*/ 460609 w 3106051"/>
              <a:gd name="connsiteY5" fmla="*/ 1353096 h 2363421"/>
              <a:gd name="connsiteX6" fmla="*/ 516298 w 3106051"/>
              <a:gd name="connsiteY6" fmla="*/ 1156609 h 2363421"/>
              <a:gd name="connsiteX7" fmla="*/ 855777 w 3106051"/>
              <a:gd name="connsiteY7" fmla="*/ 1011531 h 2363421"/>
              <a:gd name="connsiteX8" fmla="*/ 897850 w 3106051"/>
              <a:gd name="connsiteY8" fmla="*/ 658596 h 2363421"/>
              <a:gd name="connsiteX9" fmla="*/ 1236454 w 3106051"/>
              <a:gd name="connsiteY9" fmla="*/ 375056 h 2363421"/>
              <a:gd name="connsiteX10" fmla="*/ 1587147 w 3106051"/>
              <a:gd name="connsiteY10" fmla="*/ 116289 h 2363421"/>
              <a:gd name="connsiteX11" fmla="*/ 1830321 w 3106051"/>
              <a:gd name="connsiteY11" fmla="*/ 26115 h 2363421"/>
              <a:gd name="connsiteX12" fmla="*/ 2093716 w 3106051"/>
              <a:gd name="connsiteY12" fmla="*/ 317 h 2363421"/>
              <a:gd name="connsiteX13" fmla="*/ 2389313 w 3106051"/>
              <a:gd name="connsiteY13" fmla="*/ 43945 h 2363421"/>
              <a:gd name="connsiteX14" fmla="*/ 2633877 w 3106051"/>
              <a:gd name="connsiteY14" fmla="*/ 147057 h 2363421"/>
              <a:gd name="connsiteX15" fmla="*/ 2765575 w 3106051"/>
              <a:gd name="connsiteY15" fmla="*/ 303659 h 2363421"/>
              <a:gd name="connsiteX16" fmla="*/ 3106051 w 3106051"/>
              <a:gd name="connsiteY16" fmla="*/ 426788 h 2363421"/>
              <a:gd name="connsiteX0" fmla="*/ 1652 w 2780566"/>
              <a:gd name="connsiteY0" fmla="*/ 2363421 h 2363421"/>
              <a:gd name="connsiteX1" fmla="*/ 44426 w 2780566"/>
              <a:gd name="connsiteY1" fmla="*/ 1966352 h 2363421"/>
              <a:gd name="connsiteX2" fmla="*/ 224457 w 2780566"/>
              <a:gd name="connsiteY2" fmla="*/ 1788821 h 2363421"/>
              <a:gd name="connsiteX3" fmla="*/ 515487 w 2780566"/>
              <a:gd name="connsiteY3" fmla="*/ 1750980 h 2363421"/>
              <a:gd name="connsiteX4" fmla="*/ 566390 w 2780566"/>
              <a:gd name="connsiteY4" fmla="*/ 1545060 h 2363421"/>
              <a:gd name="connsiteX5" fmla="*/ 460609 w 2780566"/>
              <a:gd name="connsiteY5" fmla="*/ 1353096 h 2363421"/>
              <a:gd name="connsiteX6" fmla="*/ 516298 w 2780566"/>
              <a:gd name="connsiteY6" fmla="*/ 1156609 h 2363421"/>
              <a:gd name="connsiteX7" fmla="*/ 855777 w 2780566"/>
              <a:gd name="connsiteY7" fmla="*/ 1011531 h 2363421"/>
              <a:gd name="connsiteX8" fmla="*/ 897850 w 2780566"/>
              <a:gd name="connsiteY8" fmla="*/ 658596 h 2363421"/>
              <a:gd name="connsiteX9" fmla="*/ 1236454 w 2780566"/>
              <a:gd name="connsiteY9" fmla="*/ 375056 h 2363421"/>
              <a:gd name="connsiteX10" fmla="*/ 1587147 w 2780566"/>
              <a:gd name="connsiteY10" fmla="*/ 116289 h 2363421"/>
              <a:gd name="connsiteX11" fmla="*/ 1830321 w 2780566"/>
              <a:gd name="connsiteY11" fmla="*/ 26115 h 2363421"/>
              <a:gd name="connsiteX12" fmla="*/ 2093716 w 2780566"/>
              <a:gd name="connsiteY12" fmla="*/ 317 h 2363421"/>
              <a:gd name="connsiteX13" fmla="*/ 2389313 w 2780566"/>
              <a:gd name="connsiteY13" fmla="*/ 43945 h 2363421"/>
              <a:gd name="connsiteX14" fmla="*/ 2633877 w 2780566"/>
              <a:gd name="connsiteY14" fmla="*/ 147057 h 2363421"/>
              <a:gd name="connsiteX15" fmla="*/ 2765575 w 2780566"/>
              <a:gd name="connsiteY15" fmla="*/ 303659 h 2363421"/>
              <a:gd name="connsiteX16" fmla="*/ 2773141 w 2780566"/>
              <a:gd name="connsiteY16" fmla="*/ 582199 h 2363421"/>
              <a:gd name="connsiteX0" fmla="*/ 1652 w 2806048"/>
              <a:gd name="connsiteY0" fmla="*/ 2363421 h 2363421"/>
              <a:gd name="connsiteX1" fmla="*/ 44426 w 2806048"/>
              <a:gd name="connsiteY1" fmla="*/ 1966352 h 2363421"/>
              <a:gd name="connsiteX2" fmla="*/ 224457 w 2806048"/>
              <a:gd name="connsiteY2" fmla="*/ 1788821 h 2363421"/>
              <a:gd name="connsiteX3" fmla="*/ 515487 w 2806048"/>
              <a:gd name="connsiteY3" fmla="*/ 1750980 h 2363421"/>
              <a:gd name="connsiteX4" fmla="*/ 566390 w 2806048"/>
              <a:gd name="connsiteY4" fmla="*/ 1545060 h 2363421"/>
              <a:gd name="connsiteX5" fmla="*/ 460609 w 2806048"/>
              <a:gd name="connsiteY5" fmla="*/ 1353096 h 2363421"/>
              <a:gd name="connsiteX6" fmla="*/ 516298 w 2806048"/>
              <a:gd name="connsiteY6" fmla="*/ 1156609 h 2363421"/>
              <a:gd name="connsiteX7" fmla="*/ 855777 w 2806048"/>
              <a:gd name="connsiteY7" fmla="*/ 1011531 h 2363421"/>
              <a:gd name="connsiteX8" fmla="*/ 897850 w 2806048"/>
              <a:gd name="connsiteY8" fmla="*/ 658596 h 2363421"/>
              <a:gd name="connsiteX9" fmla="*/ 1236454 w 2806048"/>
              <a:gd name="connsiteY9" fmla="*/ 375056 h 2363421"/>
              <a:gd name="connsiteX10" fmla="*/ 1587147 w 2806048"/>
              <a:gd name="connsiteY10" fmla="*/ 116289 h 2363421"/>
              <a:gd name="connsiteX11" fmla="*/ 1830321 w 2806048"/>
              <a:gd name="connsiteY11" fmla="*/ 26115 h 2363421"/>
              <a:gd name="connsiteX12" fmla="*/ 2093716 w 2806048"/>
              <a:gd name="connsiteY12" fmla="*/ 317 h 2363421"/>
              <a:gd name="connsiteX13" fmla="*/ 2389313 w 2806048"/>
              <a:gd name="connsiteY13" fmla="*/ 43945 h 2363421"/>
              <a:gd name="connsiteX14" fmla="*/ 2633877 w 2806048"/>
              <a:gd name="connsiteY14" fmla="*/ 147057 h 2363421"/>
              <a:gd name="connsiteX15" fmla="*/ 2765575 w 2806048"/>
              <a:gd name="connsiteY15" fmla="*/ 303659 h 2363421"/>
              <a:gd name="connsiteX16" fmla="*/ 2773141 w 2806048"/>
              <a:gd name="connsiteY16" fmla="*/ 582199 h 2363421"/>
              <a:gd name="connsiteX0" fmla="*/ 1652 w 2787551"/>
              <a:gd name="connsiteY0" fmla="*/ 2363421 h 2363421"/>
              <a:gd name="connsiteX1" fmla="*/ 44426 w 2787551"/>
              <a:gd name="connsiteY1" fmla="*/ 1966352 h 2363421"/>
              <a:gd name="connsiteX2" fmla="*/ 224457 w 2787551"/>
              <a:gd name="connsiteY2" fmla="*/ 1788821 h 2363421"/>
              <a:gd name="connsiteX3" fmla="*/ 515487 w 2787551"/>
              <a:gd name="connsiteY3" fmla="*/ 1750980 h 2363421"/>
              <a:gd name="connsiteX4" fmla="*/ 566390 w 2787551"/>
              <a:gd name="connsiteY4" fmla="*/ 1545060 h 2363421"/>
              <a:gd name="connsiteX5" fmla="*/ 460609 w 2787551"/>
              <a:gd name="connsiteY5" fmla="*/ 1353096 h 2363421"/>
              <a:gd name="connsiteX6" fmla="*/ 516298 w 2787551"/>
              <a:gd name="connsiteY6" fmla="*/ 1156609 h 2363421"/>
              <a:gd name="connsiteX7" fmla="*/ 855777 w 2787551"/>
              <a:gd name="connsiteY7" fmla="*/ 1011531 h 2363421"/>
              <a:gd name="connsiteX8" fmla="*/ 897850 w 2787551"/>
              <a:gd name="connsiteY8" fmla="*/ 658596 h 2363421"/>
              <a:gd name="connsiteX9" fmla="*/ 1236454 w 2787551"/>
              <a:gd name="connsiteY9" fmla="*/ 375056 h 2363421"/>
              <a:gd name="connsiteX10" fmla="*/ 1587147 w 2787551"/>
              <a:gd name="connsiteY10" fmla="*/ 116289 h 2363421"/>
              <a:gd name="connsiteX11" fmla="*/ 1830321 w 2787551"/>
              <a:gd name="connsiteY11" fmla="*/ 26115 h 2363421"/>
              <a:gd name="connsiteX12" fmla="*/ 2093716 w 2787551"/>
              <a:gd name="connsiteY12" fmla="*/ 317 h 2363421"/>
              <a:gd name="connsiteX13" fmla="*/ 2389313 w 2787551"/>
              <a:gd name="connsiteY13" fmla="*/ 43945 h 2363421"/>
              <a:gd name="connsiteX14" fmla="*/ 2633877 w 2787551"/>
              <a:gd name="connsiteY14" fmla="*/ 147057 h 2363421"/>
              <a:gd name="connsiteX15" fmla="*/ 2765575 w 2787551"/>
              <a:gd name="connsiteY15" fmla="*/ 303659 h 2363421"/>
              <a:gd name="connsiteX16" fmla="*/ 2674186 w 2787551"/>
              <a:gd name="connsiteY16" fmla="*/ 645681 h 2363421"/>
              <a:gd name="connsiteX0" fmla="*/ 1652 w 2801150"/>
              <a:gd name="connsiteY0" fmla="*/ 2363421 h 2363421"/>
              <a:gd name="connsiteX1" fmla="*/ 44426 w 2801150"/>
              <a:gd name="connsiteY1" fmla="*/ 1966352 h 2363421"/>
              <a:gd name="connsiteX2" fmla="*/ 224457 w 2801150"/>
              <a:gd name="connsiteY2" fmla="*/ 1788821 h 2363421"/>
              <a:gd name="connsiteX3" fmla="*/ 515487 w 2801150"/>
              <a:gd name="connsiteY3" fmla="*/ 1750980 h 2363421"/>
              <a:gd name="connsiteX4" fmla="*/ 566390 w 2801150"/>
              <a:gd name="connsiteY4" fmla="*/ 1545060 h 2363421"/>
              <a:gd name="connsiteX5" fmla="*/ 460609 w 2801150"/>
              <a:gd name="connsiteY5" fmla="*/ 1353096 h 2363421"/>
              <a:gd name="connsiteX6" fmla="*/ 516298 w 2801150"/>
              <a:gd name="connsiteY6" fmla="*/ 1156609 h 2363421"/>
              <a:gd name="connsiteX7" fmla="*/ 855777 w 2801150"/>
              <a:gd name="connsiteY7" fmla="*/ 1011531 h 2363421"/>
              <a:gd name="connsiteX8" fmla="*/ 897850 w 2801150"/>
              <a:gd name="connsiteY8" fmla="*/ 658596 h 2363421"/>
              <a:gd name="connsiteX9" fmla="*/ 1236454 w 2801150"/>
              <a:gd name="connsiteY9" fmla="*/ 375056 h 2363421"/>
              <a:gd name="connsiteX10" fmla="*/ 1587147 w 2801150"/>
              <a:gd name="connsiteY10" fmla="*/ 116289 h 2363421"/>
              <a:gd name="connsiteX11" fmla="*/ 1830321 w 2801150"/>
              <a:gd name="connsiteY11" fmla="*/ 26115 h 2363421"/>
              <a:gd name="connsiteX12" fmla="*/ 2093716 w 2801150"/>
              <a:gd name="connsiteY12" fmla="*/ 317 h 2363421"/>
              <a:gd name="connsiteX13" fmla="*/ 2389313 w 2801150"/>
              <a:gd name="connsiteY13" fmla="*/ 43945 h 2363421"/>
              <a:gd name="connsiteX14" fmla="*/ 2633877 w 2801150"/>
              <a:gd name="connsiteY14" fmla="*/ 147057 h 2363421"/>
              <a:gd name="connsiteX15" fmla="*/ 2780620 w 2801150"/>
              <a:gd name="connsiteY15" fmla="*/ 259111 h 2363421"/>
              <a:gd name="connsiteX16" fmla="*/ 2674186 w 2801150"/>
              <a:gd name="connsiteY16" fmla="*/ 645681 h 236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1150" h="2363421">
                <a:moveTo>
                  <a:pt x="1652" y="2363421"/>
                </a:moveTo>
                <a:cubicBezTo>
                  <a:pt x="41874" y="2310261"/>
                  <a:pt x="-49998" y="2091118"/>
                  <a:pt x="44426" y="1966352"/>
                </a:cubicBezTo>
                <a:cubicBezTo>
                  <a:pt x="138850" y="1841586"/>
                  <a:pt x="140299" y="1854187"/>
                  <a:pt x="224457" y="1788821"/>
                </a:cubicBezTo>
                <a:cubicBezTo>
                  <a:pt x="308615" y="1723455"/>
                  <a:pt x="458498" y="1791607"/>
                  <a:pt x="515487" y="1750980"/>
                </a:cubicBezTo>
                <a:cubicBezTo>
                  <a:pt x="572476" y="1710353"/>
                  <a:pt x="575536" y="1611374"/>
                  <a:pt x="566390" y="1545060"/>
                </a:cubicBezTo>
                <a:cubicBezTo>
                  <a:pt x="557244" y="1478746"/>
                  <a:pt x="468958" y="1417838"/>
                  <a:pt x="460609" y="1353096"/>
                </a:cubicBezTo>
                <a:cubicBezTo>
                  <a:pt x="452260" y="1288354"/>
                  <a:pt x="450437" y="1213537"/>
                  <a:pt x="516298" y="1156609"/>
                </a:cubicBezTo>
                <a:cubicBezTo>
                  <a:pt x="582159" y="1099682"/>
                  <a:pt x="792185" y="1094533"/>
                  <a:pt x="855777" y="1011531"/>
                </a:cubicBezTo>
                <a:cubicBezTo>
                  <a:pt x="919369" y="928529"/>
                  <a:pt x="807664" y="733859"/>
                  <a:pt x="897850" y="658596"/>
                </a:cubicBezTo>
                <a:lnTo>
                  <a:pt x="1236454" y="375056"/>
                </a:lnTo>
                <a:cubicBezTo>
                  <a:pt x="1345257" y="282437"/>
                  <a:pt x="1452241" y="187450"/>
                  <a:pt x="1587147" y="116289"/>
                </a:cubicBezTo>
                <a:cubicBezTo>
                  <a:pt x="1661501" y="77079"/>
                  <a:pt x="1743023" y="45917"/>
                  <a:pt x="1830321" y="26115"/>
                </a:cubicBezTo>
                <a:cubicBezTo>
                  <a:pt x="1915480" y="6786"/>
                  <a:pt x="2004599" y="-1813"/>
                  <a:pt x="2093716" y="317"/>
                </a:cubicBezTo>
                <a:cubicBezTo>
                  <a:pt x="2194709" y="2763"/>
                  <a:pt x="2293990" y="19015"/>
                  <a:pt x="2389313" y="43945"/>
                </a:cubicBezTo>
                <a:cubicBezTo>
                  <a:pt x="2478965" y="67375"/>
                  <a:pt x="2568659" y="111196"/>
                  <a:pt x="2633877" y="147057"/>
                </a:cubicBezTo>
                <a:cubicBezTo>
                  <a:pt x="2699095" y="182918"/>
                  <a:pt x="2701924" y="212489"/>
                  <a:pt x="2780620" y="259111"/>
                </a:cubicBezTo>
                <a:cubicBezTo>
                  <a:pt x="2859316" y="305733"/>
                  <a:pt x="2687325" y="536848"/>
                  <a:pt x="2674186" y="645681"/>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A93F1D6F-D7F9-888B-7ADA-A4065CCB8DC8}"/>
              </a:ext>
            </a:extLst>
          </p:cNvPr>
          <p:cNvSpPr/>
          <p:nvPr userDrawn="1"/>
        </p:nvSpPr>
        <p:spPr>
          <a:xfrm rot="8568214" flipV="1">
            <a:off x="8255990" y="5685764"/>
            <a:ext cx="1878620" cy="1932869"/>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289768 w 2347807"/>
              <a:gd name="connsiteY0" fmla="*/ 1940306 h 2057019"/>
              <a:gd name="connsiteX1" fmla="*/ 5 w 2347807"/>
              <a:gd name="connsiteY1" fmla="*/ 1891323 h 2057019"/>
              <a:gd name="connsiteX2" fmla="*/ 325083 w 2347807"/>
              <a:gd name="connsiteY2" fmla="*/ 1830687 h 2057019"/>
              <a:gd name="connsiteX3" fmla="*/ 399009 w 2347807"/>
              <a:gd name="connsiteY3" fmla="*/ 1467230 h 2057019"/>
              <a:gd name="connsiteX4" fmla="*/ 414736 w 2347807"/>
              <a:gd name="connsiteY4" fmla="*/ 1230947 h 2057019"/>
              <a:gd name="connsiteX5" fmla="*/ 493155 w 2347807"/>
              <a:gd name="connsiteY5" fmla="*/ 923660 h 2057019"/>
              <a:gd name="connsiteX6" fmla="*/ 694713 w 2347807"/>
              <a:gd name="connsiteY6" fmla="*/ 642803 h 2057019"/>
              <a:gd name="connsiteX7" fmla="*/ 1064236 w 2347807"/>
              <a:gd name="connsiteY7" fmla="*/ 330546 h 2057019"/>
              <a:gd name="connsiteX8" fmla="*/ 1487464 w 2347807"/>
              <a:gd name="connsiteY8" fmla="*/ 71147 h 2057019"/>
              <a:gd name="connsiteX9" fmla="*/ 1738234 w 2347807"/>
              <a:gd name="connsiteY9" fmla="*/ 1722 h 2057019"/>
              <a:gd name="connsiteX10" fmla="*/ 2013718 w 2347807"/>
              <a:gd name="connsiteY10" fmla="*/ 44719 h 2057019"/>
              <a:gd name="connsiteX11" fmla="*/ 2242128 w 2347807"/>
              <a:gd name="connsiteY11" fmla="*/ 241319 h 2057019"/>
              <a:gd name="connsiteX12" fmla="*/ 2266734 w 2347807"/>
              <a:gd name="connsiteY12" fmla="*/ 599885 h 2057019"/>
              <a:gd name="connsiteX13" fmla="*/ 2327180 w 2347807"/>
              <a:gd name="connsiteY13" fmla="*/ 925395 h 2057019"/>
              <a:gd name="connsiteX14" fmla="*/ 2342907 w 2347807"/>
              <a:gd name="connsiteY14" fmla="*/ 1222821 h 2057019"/>
              <a:gd name="connsiteX15" fmla="*/ 2242128 w 2347807"/>
              <a:gd name="connsiteY15" fmla="*/ 1540047 h 2057019"/>
              <a:gd name="connsiteX16" fmla="*/ 1726233 w 2347807"/>
              <a:gd name="connsiteY16" fmla="*/ 2057019 h 2057019"/>
              <a:gd name="connsiteX0" fmla="*/ 0 w 2347802"/>
              <a:gd name="connsiteY0" fmla="*/ 1891323 h 2057019"/>
              <a:gd name="connsiteX1" fmla="*/ 325078 w 2347802"/>
              <a:gd name="connsiteY1" fmla="*/ 1830687 h 2057019"/>
              <a:gd name="connsiteX2" fmla="*/ 399004 w 2347802"/>
              <a:gd name="connsiteY2" fmla="*/ 1467230 h 2057019"/>
              <a:gd name="connsiteX3" fmla="*/ 414731 w 2347802"/>
              <a:gd name="connsiteY3" fmla="*/ 1230947 h 2057019"/>
              <a:gd name="connsiteX4" fmla="*/ 493150 w 2347802"/>
              <a:gd name="connsiteY4" fmla="*/ 923660 h 2057019"/>
              <a:gd name="connsiteX5" fmla="*/ 694708 w 2347802"/>
              <a:gd name="connsiteY5" fmla="*/ 642803 h 2057019"/>
              <a:gd name="connsiteX6" fmla="*/ 1064231 w 2347802"/>
              <a:gd name="connsiteY6" fmla="*/ 330546 h 2057019"/>
              <a:gd name="connsiteX7" fmla="*/ 1487459 w 2347802"/>
              <a:gd name="connsiteY7" fmla="*/ 71147 h 2057019"/>
              <a:gd name="connsiteX8" fmla="*/ 1738229 w 2347802"/>
              <a:gd name="connsiteY8" fmla="*/ 1722 h 2057019"/>
              <a:gd name="connsiteX9" fmla="*/ 2013713 w 2347802"/>
              <a:gd name="connsiteY9" fmla="*/ 44719 h 2057019"/>
              <a:gd name="connsiteX10" fmla="*/ 2242123 w 2347802"/>
              <a:gd name="connsiteY10" fmla="*/ 241319 h 2057019"/>
              <a:gd name="connsiteX11" fmla="*/ 2266729 w 2347802"/>
              <a:gd name="connsiteY11" fmla="*/ 599885 h 2057019"/>
              <a:gd name="connsiteX12" fmla="*/ 2327175 w 2347802"/>
              <a:gd name="connsiteY12" fmla="*/ 925395 h 2057019"/>
              <a:gd name="connsiteX13" fmla="*/ 2342902 w 2347802"/>
              <a:gd name="connsiteY13" fmla="*/ 1222821 h 2057019"/>
              <a:gd name="connsiteX14" fmla="*/ 2242123 w 2347802"/>
              <a:gd name="connsiteY14" fmla="*/ 1540047 h 2057019"/>
              <a:gd name="connsiteX15" fmla="*/ 1726228 w 2347802"/>
              <a:gd name="connsiteY15" fmla="*/ 2057019 h 2057019"/>
              <a:gd name="connsiteX0" fmla="*/ 0 w 2372126"/>
              <a:gd name="connsiteY0" fmla="*/ 1818583 h 2057019"/>
              <a:gd name="connsiteX1" fmla="*/ 349402 w 2372126"/>
              <a:gd name="connsiteY1" fmla="*/ 1830687 h 2057019"/>
              <a:gd name="connsiteX2" fmla="*/ 423328 w 2372126"/>
              <a:gd name="connsiteY2" fmla="*/ 1467230 h 2057019"/>
              <a:gd name="connsiteX3" fmla="*/ 439055 w 2372126"/>
              <a:gd name="connsiteY3" fmla="*/ 1230947 h 2057019"/>
              <a:gd name="connsiteX4" fmla="*/ 517474 w 2372126"/>
              <a:gd name="connsiteY4" fmla="*/ 923660 h 2057019"/>
              <a:gd name="connsiteX5" fmla="*/ 719032 w 2372126"/>
              <a:gd name="connsiteY5" fmla="*/ 642803 h 2057019"/>
              <a:gd name="connsiteX6" fmla="*/ 1088555 w 2372126"/>
              <a:gd name="connsiteY6" fmla="*/ 330546 h 2057019"/>
              <a:gd name="connsiteX7" fmla="*/ 1511783 w 2372126"/>
              <a:gd name="connsiteY7" fmla="*/ 71147 h 2057019"/>
              <a:gd name="connsiteX8" fmla="*/ 1762553 w 2372126"/>
              <a:gd name="connsiteY8" fmla="*/ 1722 h 2057019"/>
              <a:gd name="connsiteX9" fmla="*/ 2038037 w 2372126"/>
              <a:gd name="connsiteY9" fmla="*/ 44719 h 2057019"/>
              <a:gd name="connsiteX10" fmla="*/ 2266447 w 2372126"/>
              <a:gd name="connsiteY10" fmla="*/ 241319 h 2057019"/>
              <a:gd name="connsiteX11" fmla="*/ 2291053 w 2372126"/>
              <a:gd name="connsiteY11" fmla="*/ 599885 h 2057019"/>
              <a:gd name="connsiteX12" fmla="*/ 2351499 w 2372126"/>
              <a:gd name="connsiteY12" fmla="*/ 925395 h 2057019"/>
              <a:gd name="connsiteX13" fmla="*/ 2367226 w 2372126"/>
              <a:gd name="connsiteY13" fmla="*/ 1222821 h 2057019"/>
              <a:gd name="connsiteX14" fmla="*/ 2266447 w 2372126"/>
              <a:gd name="connsiteY14" fmla="*/ 1540047 h 2057019"/>
              <a:gd name="connsiteX15" fmla="*/ 1750552 w 2372126"/>
              <a:gd name="connsiteY15" fmla="*/ 2057019 h 2057019"/>
              <a:gd name="connsiteX0" fmla="*/ 0 w 2372126"/>
              <a:gd name="connsiteY0" fmla="*/ 1818583 h 2057019"/>
              <a:gd name="connsiteX1" fmla="*/ 283812 w 2372126"/>
              <a:gd name="connsiteY1" fmla="*/ 1695794 h 2057019"/>
              <a:gd name="connsiteX2" fmla="*/ 423328 w 2372126"/>
              <a:gd name="connsiteY2" fmla="*/ 1467230 h 2057019"/>
              <a:gd name="connsiteX3" fmla="*/ 439055 w 2372126"/>
              <a:gd name="connsiteY3" fmla="*/ 1230947 h 2057019"/>
              <a:gd name="connsiteX4" fmla="*/ 517474 w 2372126"/>
              <a:gd name="connsiteY4" fmla="*/ 923660 h 2057019"/>
              <a:gd name="connsiteX5" fmla="*/ 719032 w 2372126"/>
              <a:gd name="connsiteY5" fmla="*/ 642803 h 2057019"/>
              <a:gd name="connsiteX6" fmla="*/ 1088555 w 2372126"/>
              <a:gd name="connsiteY6" fmla="*/ 330546 h 2057019"/>
              <a:gd name="connsiteX7" fmla="*/ 1511783 w 2372126"/>
              <a:gd name="connsiteY7" fmla="*/ 71147 h 2057019"/>
              <a:gd name="connsiteX8" fmla="*/ 1762553 w 2372126"/>
              <a:gd name="connsiteY8" fmla="*/ 1722 h 2057019"/>
              <a:gd name="connsiteX9" fmla="*/ 2038037 w 2372126"/>
              <a:gd name="connsiteY9" fmla="*/ 44719 h 2057019"/>
              <a:gd name="connsiteX10" fmla="*/ 2266447 w 2372126"/>
              <a:gd name="connsiteY10" fmla="*/ 241319 h 2057019"/>
              <a:gd name="connsiteX11" fmla="*/ 2291053 w 2372126"/>
              <a:gd name="connsiteY11" fmla="*/ 599885 h 2057019"/>
              <a:gd name="connsiteX12" fmla="*/ 2351499 w 2372126"/>
              <a:gd name="connsiteY12" fmla="*/ 925395 h 2057019"/>
              <a:gd name="connsiteX13" fmla="*/ 2367226 w 2372126"/>
              <a:gd name="connsiteY13" fmla="*/ 1222821 h 2057019"/>
              <a:gd name="connsiteX14" fmla="*/ 2266447 w 2372126"/>
              <a:gd name="connsiteY14" fmla="*/ 1540047 h 2057019"/>
              <a:gd name="connsiteX15" fmla="*/ 1750552 w 2372126"/>
              <a:gd name="connsiteY15" fmla="*/ 2057019 h 2057019"/>
              <a:gd name="connsiteX0" fmla="*/ 0 w 2372126"/>
              <a:gd name="connsiteY0" fmla="*/ 1818583 h 1818583"/>
              <a:gd name="connsiteX1" fmla="*/ 283812 w 2372126"/>
              <a:gd name="connsiteY1" fmla="*/ 1695794 h 1818583"/>
              <a:gd name="connsiteX2" fmla="*/ 423328 w 2372126"/>
              <a:gd name="connsiteY2" fmla="*/ 1467230 h 1818583"/>
              <a:gd name="connsiteX3" fmla="*/ 439055 w 2372126"/>
              <a:gd name="connsiteY3" fmla="*/ 1230947 h 1818583"/>
              <a:gd name="connsiteX4" fmla="*/ 517474 w 2372126"/>
              <a:gd name="connsiteY4" fmla="*/ 923660 h 1818583"/>
              <a:gd name="connsiteX5" fmla="*/ 719032 w 2372126"/>
              <a:gd name="connsiteY5" fmla="*/ 642803 h 1818583"/>
              <a:gd name="connsiteX6" fmla="*/ 1088555 w 2372126"/>
              <a:gd name="connsiteY6" fmla="*/ 330546 h 1818583"/>
              <a:gd name="connsiteX7" fmla="*/ 1511783 w 2372126"/>
              <a:gd name="connsiteY7" fmla="*/ 71147 h 1818583"/>
              <a:gd name="connsiteX8" fmla="*/ 1762553 w 2372126"/>
              <a:gd name="connsiteY8" fmla="*/ 1722 h 1818583"/>
              <a:gd name="connsiteX9" fmla="*/ 2038037 w 2372126"/>
              <a:gd name="connsiteY9" fmla="*/ 44719 h 1818583"/>
              <a:gd name="connsiteX10" fmla="*/ 2266447 w 2372126"/>
              <a:gd name="connsiteY10" fmla="*/ 241319 h 1818583"/>
              <a:gd name="connsiteX11" fmla="*/ 2291053 w 2372126"/>
              <a:gd name="connsiteY11" fmla="*/ 599885 h 1818583"/>
              <a:gd name="connsiteX12" fmla="*/ 2351499 w 2372126"/>
              <a:gd name="connsiteY12" fmla="*/ 925395 h 1818583"/>
              <a:gd name="connsiteX13" fmla="*/ 2367226 w 2372126"/>
              <a:gd name="connsiteY13" fmla="*/ 1222821 h 1818583"/>
              <a:gd name="connsiteX14" fmla="*/ 2266447 w 2372126"/>
              <a:gd name="connsiteY14" fmla="*/ 1540047 h 1818583"/>
              <a:gd name="connsiteX0" fmla="*/ 0 w 2372126"/>
              <a:gd name="connsiteY0" fmla="*/ 1818583 h 1818583"/>
              <a:gd name="connsiteX1" fmla="*/ 283812 w 2372126"/>
              <a:gd name="connsiteY1" fmla="*/ 1695794 h 1818583"/>
              <a:gd name="connsiteX2" fmla="*/ 423328 w 2372126"/>
              <a:gd name="connsiteY2" fmla="*/ 1467230 h 1818583"/>
              <a:gd name="connsiteX3" fmla="*/ 439055 w 2372126"/>
              <a:gd name="connsiteY3" fmla="*/ 1230947 h 1818583"/>
              <a:gd name="connsiteX4" fmla="*/ 517474 w 2372126"/>
              <a:gd name="connsiteY4" fmla="*/ 923660 h 1818583"/>
              <a:gd name="connsiteX5" fmla="*/ 719032 w 2372126"/>
              <a:gd name="connsiteY5" fmla="*/ 642803 h 1818583"/>
              <a:gd name="connsiteX6" fmla="*/ 1088555 w 2372126"/>
              <a:gd name="connsiteY6" fmla="*/ 330546 h 1818583"/>
              <a:gd name="connsiteX7" fmla="*/ 1511783 w 2372126"/>
              <a:gd name="connsiteY7" fmla="*/ 71147 h 1818583"/>
              <a:gd name="connsiteX8" fmla="*/ 1762553 w 2372126"/>
              <a:gd name="connsiteY8" fmla="*/ 1722 h 1818583"/>
              <a:gd name="connsiteX9" fmla="*/ 2038037 w 2372126"/>
              <a:gd name="connsiteY9" fmla="*/ 44719 h 1818583"/>
              <a:gd name="connsiteX10" fmla="*/ 2266447 w 2372126"/>
              <a:gd name="connsiteY10" fmla="*/ 241319 h 1818583"/>
              <a:gd name="connsiteX11" fmla="*/ 2291053 w 2372126"/>
              <a:gd name="connsiteY11" fmla="*/ 599885 h 1818583"/>
              <a:gd name="connsiteX12" fmla="*/ 2351499 w 2372126"/>
              <a:gd name="connsiteY12" fmla="*/ 925395 h 1818583"/>
              <a:gd name="connsiteX13" fmla="*/ 2367226 w 2372126"/>
              <a:gd name="connsiteY13" fmla="*/ 1222821 h 1818583"/>
              <a:gd name="connsiteX0" fmla="*/ 0 w 2351499"/>
              <a:gd name="connsiteY0" fmla="*/ 1818583 h 1818583"/>
              <a:gd name="connsiteX1" fmla="*/ 283812 w 2351499"/>
              <a:gd name="connsiteY1" fmla="*/ 1695794 h 1818583"/>
              <a:gd name="connsiteX2" fmla="*/ 423328 w 2351499"/>
              <a:gd name="connsiteY2" fmla="*/ 1467230 h 1818583"/>
              <a:gd name="connsiteX3" fmla="*/ 439055 w 2351499"/>
              <a:gd name="connsiteY3" fmla="*/ 1230947 h 1818583"/>
              <a:gd name="connsiteX4" fmla="*/ 517474 w 2351499"/>
              <a:gd name="connsiteY4" fmla="*/ 923660 h 1818583"/>
              <a:gd name="connsiteX5" fmla="*/ 719032 w 2351499"/>
              <a:gd name="connsiteY5" fmla="*/ 642803 h 1818583"/>
              <a:gd name="connsiteX6" fmla="*/ 1088555 w 2351499"/>
              <a:gd name="connsiteY6" fmla="*/ 330546 h 1818583"/>
              <a:gd name="connsiteX7" fmla="*/ 1511783 w 2351499"/>
              <a:gd name="connsiteY7" fmla="*/ 71147 h 1818583"/>
              <a:gd name="connsiteX8" fmla="*/ 1762553 w 2351499"/>
              <a:gd name="connsiteY8" fmla="*/ 1722 h 1818583"/>
              <a:gd name="connsiteX9" fmla="*/ 2038037 w 2351499"/>
              <a:gd name="connsiteY9" fmla="*/ 44719 h 1818583"/>
              <a:gd name="connsiteX10" fmla="*/ 2266447 w 2351499"/>
              <a:gd name="connsiteY10" fmla="*/ 241319 h 1818583"/>
              <a:gd name="connsiteX11" fmla="*/ 2291053 w 2351499"/>
              <a:gd name="connsiteY11" fmla="*/ 599885 h 1818583"/>
              <a:gd name="connsiteX12" fmla="*/ 2351499 w 2351499"/>
              <a:gd name="connsiteY12" fmla="*/ 925395 h 1818583"/>
              <a:gd name="connsiteX0" fmla="*/ 0 w 2296808"/>
              <a:gd name="connsiteY0" fmla="*/ 1818583 h 1818583"/>
              <a:gd name="connsiteX1" fmla="*/ 283812 w 2296808"/>
              <a:gd name="connsiteY1" fmla="*/ 1695794 h 1818583"/>
              <a:gd name="connsiteX2" fmla="*/ 423328 w 2296808"/>
              <a:gd name="connsiteY2" fmla="*/ 1467230 h 1818583"/>
              <a:gd name="connsiteX3" fmla="*/ 439055 w 2296808"/>
              <a:gd name="connsiteY3" fmla="*/ 1230947 h 1818583"/>
              <a:gd name="connsiteX4" fmla="*/ 517474 w 2296808"/>
              <a:gd name="connsiteY4" fmla="*/ 923660 h 1818583"/>
              <a:gd name="connsiteX5" fmla="*/ 719032 w 2296808"/>
              <a:gd name="connsiteY5" fmla="*/ 642803 h 1818583"/>
              <a:gd name="connsiteX6" fmla="*/ 1088555 w 2296808"/>
              <a:gd name="connsiteY6" fmla="*/ 330546 h 1818583"/>
              <a:gd name="connsiteX7" fmla="*/ 1511783 w 2296808"/>
              <a:gd name="connsiteY7" fmla="*/ 71147 h 1818583"/>
              <a:gd name="connsiteX8" fmla="*/ 1762553 w 2296808"/>
              <a:gd name="connsiteY8" fmla="*/ 1722 h 1818583"/>
              <a:gd name="connsiteX9" fmla="*/ 2038037 w 2296808"/>
              <a:gd name="connsiteY9" fmla="*/ 44719 h 1818583"/>
              <a:gd name="connsiteX10" fmla="*/ 2266447 w 2296808"/>
              <a:gd name="connsiteY10" fmla="*/ 241319 h 1818583"/>
              <a:gd name="connsiteX11" fmla="*/ 2291053 w 2296808"/>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719032 w 2296807"/>
              <a:gd name="connsiteY5" fmla="*/ 642803 h 1818583"/>
              <a:gd name="connsiteX6" fmla="*/ 1088555 w 2296807"/>
              <a:gd name="connsiteY6" fmla="*/ 330546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852940 w 2296807"/>
              <a:gd name="connsiteY5" fmla="*/ 668651 h 1818583"/>
              <a:gd name="connsiteX6" fmla="*/ 1088555 w 2296807"/>
              <a:gd name="connsiteY6" fmla="*/ 330546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296807"/>
              <a:gd name="connsiteY0" fmla="*/ 1818583 h 1818583"/>
              <a:gd name="connsiteX1" fmla="*/ 283812 w 2296807"/>
              <a:gd name="connsiteY1" fmla="*/ 1695794 h 1818583"/>
              <a:gd name="connsiteX2" fmla="*/ 423328 w 2296807"/>
              <a:gd name="connsiteY2" fmla="*/ 1467230 h 1818583"/>
              <a:gd name="connsiteX3" fmla="*/ 439055 w 2296807"/>
              <a:gd name="connsiteY3" fmla="*/ 1230947 h 1818583"/>
              <a:gd name="connsiteX4" fmla="*/ 738203 w 2296807"/>
              <a:gd name="connsiteY4" fmla="*/ 929242 h 1818583"/>
              <a:gd name="connsiteX5" fmla="*/ 852940 w 2296807"/>
              <a:gd name="connsiteY5" fmla="*/ 668651 h 1818583"/>
              <a:gd name="connsiteX6" fmla="*/ 1231193 w 2296807"/>
              <a:gd name="connsiteY6" fmla="*/ 350938 h 1818583"/>
              <a:gd name="connsiteX7" fmla="*/ 1511783 w 2296807"/>
              <a:gd name="connsiteY7" fmla="*/ 71147 h 1818583"/>
              <a:gd name="connsiteX8" fmla="*/ 1762553 w 2296807"/>
              <a:gd name="connsiteY8" fmla="*/ 1722 h 1818583"/>
              <a:gd name="connsiteX9" fmla="*/ 2038037 w 2296807"/>
              <a:gd name="connsiteY9" fmla="*/ 44719 h 1818583"/>
              <a:gd name="connsiteX10" fmla="*/ 2266447 w 2296807"/>
              <a:gd name="connsiteY10" fmla="*/ 241319 h 1818583"/>
              <a:gd name="connsiteX11" fmla="*/ 2291053 w 2296807"/>
              <a:gd name="connsiteY11" fmla="*/ 599885 h 1818583"/>
              <a:gd name="connsiteX0" fmla="*/ 0 w 2755955"/>
              <a:gd name="connsiteY0" fmla="*/ 2101745 h 2101744"/>
              <a:gd name="connsiteX1" fmla="*/ 742960 w 2755955"/>
              <a:gd name="connsiteY1" fmla="*/ 1695794 h 2101744"/>
              <a:gd name="connsiteX2" fmla="*/ 882476 w 2755955"/>
              <a:gd name="connsiteY2" fmla="*/ 1467230 h 2101744"/>
              <a:gd name="connsiteX3" fmla="*/ 898203 w 2755955"/>
              <a:gd name="connsiteY3" fmla="*/ 1230947 h 2101744"/>
              <a:gd name="connsiteX4" fmla="*/ 1197351 w 2755955"/>
              <a:gd name="connsiteY4" fmla="*/ 929242 h 2101744"/>
              <a:gd name="connsiteX5" fmla="*/ 1312088 w 2755955"/>
              <a:gd name="connsiteY5" fmla="*/ 668651 h 2101744"/>
              <a:gd name="connsiteX6" fmla="*/ 1690341 w 2755955"/>
              <a:gd name="connsiteY6" fmla="*/ 350938 h 2101744"/>
              <a:gd name="connsiteX7" fmla="*/ 1970931 w 2755955"/>
              <a:gd name="connsiteY7" fmla="*/ 71147 h 2101744"/>
              <a:gd name="connsiteX8" fmla="*/ 2221701 w 2755955"/>
              <a:gd name="connsiteY8" fmla="*/ 1722 h 2101744"/>
              <a:gd name="connsiteX9" fmla="*/ 2497185 w 2755955"/>
              <a:gd name="connsiteY9" fmla="*/ 44719 h 2101744"/>
              <a:gd name="connsiteX10" fmla="*/ 2725595 w 2755955"/>
              <a:gd name="connsiteY10" fmla="*/ 241319 h 2101744"/>
              <a:gd name="connsiteX11" fmla="*/ 2750201 w 2755955"/>
              <a:gd name="connsiteY11" fmla="*/ 599885 h 2101744"/>
              <a:gd name="connsiteX0" fmla="*/ 0 w 2755955"/>
              <a:gd name="connsiteY0" fmla="*/ 2101745 h 2101745"/>
              <a:gd name="connsiteX1" fmla="*/ 240543 w 2755955"/>
              <a:gd name="connsiteY1" fmla="*/ 1888524 h 2101745"/>
              <a:gd name="connsiteX2" fmla="*/ 742960 w 2755955"/>
              <a:gd name="connsiteY2" fmla="*/ 1695794 h 2101745"/>
              <a:gd name="connsiteX3" fmla="*/ 882476 w 2755955"/>
              <a:gd name="connsiteY3" fmla="*/ 1467230 h 2101745"/>
              <a:gd name="connsiteX4" fmla="*/ 898203 w 2755955"/>
              <a:gd name="connsiteY4" fmla="*/ 1230947 h 2101745"/>
              <a:gd name="connsiteX5" fmla="*/ 1197351 w 2755955"/>
              <a:gd name="connsiteY5" fmla="*/ 929242 h 2101745"/>
              <a:gd name="connsiteX6" fmla="*/ 1312088 w 2755955"/>
              <a:gd name="connsiteY6" fmla="*/ 668651 h 2101745"/>
              <a:gd name="connsiteX7" fmla="*/ 1690341 w 2755955"/>
              <a:gd name="connsiteY7" fmla="*/ 350938 h 2101745"/>
              <a:gd name="connsiteX8" fmla="*/ 1970931 w 2755955"/>
              <a:gd name="connsiteY8" fmla="*/ 71147 h 2101745"/>
              <a:gd name="connsiteX9" fmla="*/ 2221701 w 2755955"/>
              <a:gd name="connsiteY9" fmla="*/ 1722 h 2101745"/>
              <a:gd name="connsiteX10" fmla="*/ 2497185 w 2755955"/>
              <a:gd name="connsiteY10" fmla="*/ 44719 h 2101745"/>
              <a:gd name="connsiteX11" fmla="*/ 2725595 w 2755955"/>
              <a:gd name="connsiteY11" fmla="*/ 241319 h 2101745"/>
              <a:gd name="connsiteX12" fmla="*/ 2750201 w 2755955"/>
              <a:gd name="connsiteY12" fmla="*/ 599885 h 2101745"/>
              <a:gd name="connsiteX0" fmla="*/ 0 w 2609185"/>
              <a:gd name="connsiteY0" fmla="*/ 2191316 h 2191316"/>
              <a:gd name="connsiteX1" fmla="*/ 93773 w 2609185"/>
              <a:gd name="connsiteY1" fmla="*/ 1888524 h 2191316"/>
              <a:gd name="connsiteX2" fmla="*/ 596190 w 2609185"/>
              <a:gd name="connsiteY2" fmla="*/ 1695794 h 2191316"/>
              <a:gd name="connsiteX3" fmla="*/ 735706 w 2609185"/>
              <a:gd name="connsiteY3" fmla="*/ 1467230 h 2191316"/>
              <a:gd name="connsiteX4" fmla="*/ 751433 w 2609185"/>
              <a:gd name="connsiteY4" fmla="*/ 1230947 h 2191316"/>
              <a:gd name="connsiteX5" fmla="*/ 1050581 w 2609185"/>
              <a:gd name="connsiteY5" fmla="*/ 929242 h 2191316"/>
              <a:gd name="connsiteX6" fmla="*/ 1165318 w 2609185"/>
              <a:gd name="connsiteY6" fmla="*/ 668651 h 2191316"/>
              <a:gd name="connsiteX7" fmla="*/ 1543571 w 2609185"/>
              <a:gd name="connsiteY7" fmla="*/ 350938 h 2191316"/>
              <a:gd name="connsiteX8" fmla="*/ 1824161 w 2609185"/>
              <a:gd name="connsiteY8" fmla="*/ 71147 h 2191316"/>
              <a:gd name="connsiteX9" fmla="*/ 2074931 w 2609185"/>
              <a:gd name="connsiteY9" fmla="*/ 1722 h 2191316"/>
              <a:gd name="connsiteX10" fmla="*/ 2350415 w 2609185"/>
              <a:gd name="connsiteY10" fmla="*/ 44719 h 2191316"/>
              <a:gd name="connsiteX11" fmla="*/ 2578825 w 2609185"/>
              <a:gd name="connsiteY11" fmla="*/ 241319 h 2191316"/>
              <a:gd name="connsiteX12" fmla="*/ 2603431 w 2609185"/>
              <a:gd name="connsiteY12" fmla="*/ 599885 h 2191316"/>
              <a:gd name="connsiteX0" fmla="*/ 0 w 2609185"/>
              <a:gd name="connsiteY0" fmla="*/ 2191316 h 2191316"/>
              <a:gd name="connsiteX1" fmla="*/ 195742 w 2609185"/>
              <a:gd name="connsiteY1" fmla="*/ 1839907 h 2191316"/>
              <a:gd name="connsiteX2" fmla="*/ 596190 w 2609185"/>
              <a:gd name="connsiteY2" fmla="*/ 1695794 h 2191316"/>
              <a:gd name="connsiteX3" fmla="*/ 735706 w 2609185"/>
              <a:gd name="connsiteY3" fmla="*/ 1467230 h 2191316"/>
              <a:gd name="connsiteX4" fmla="*/ 751433 w 2609185"/>
              <a:gd name="connsiteY4" fmla="*/ 1230947 h 2191316"/>
              <a:gd name="connsiteX5" fmla="*/ 1050581 w 2609185"/>
              <a:gd name="connsiteY5" fmla="*/ 929242 h 2191316"/>
              <a:gd name="connsiteX6" fmla="*/ 1165318 w 2609185"/>
              <a:gd name="connsiteY6" fmla="*/ 668651 h 2191316"/>
              <a:gd name="connsiteX7" fmla="*/ 1543571 w 2609185"/>
              <a:gd name="connsiteY7" fmla="*/ 350938 h 2191316"/>
              <a:gd name="connsiteX8" fmla="*/ 1824161 w 2609185"/>
              <a:gd name="connsiteY8" fmla="*/ 71147 h 2191316"/>
              <a:gd name="connsiteX9" fmla="*/ 2074931 w 2609185"/>
              <a:gd name="connsiteY9" fmla="*/ 1722 h 2191316"/>
              <a:gd name="connsiteX10" fmla="*/ 2350415 w 2609185"/>
              <a:gd name="connsiteY10" fmla="*/ 44719 h 2191316"/>
              <a:gd name="connsiteX11" fmla="*/ 2578825 w 2609185"/>
              <a:gd name="connsiteY11" fmla="*/ 241319 h 2191316"/>
              <a:gd name="connsiteX12" fmla="*/ 2603431 w 2609185"/>
              <a:gd name="connsiteY12" fmla="*/ 599885 h 2191316"/>
              <a:gd name="connsiteX0" fmla="*/ 22986 w 2467680"/>
              <a:gd name="connsiteY0" fmla="*/ 2096072 h 2096072"/>
              <a:gd name="connsiteX1" fmla="*/ 54237 w 2467680"/>
              <a:gd name="connsiteY1" fmla="*/ 1839907 h 2096072"/>
              <a:gd name="connsiteX2" fmla="*/ 454685 w 2467680"/>
              <a:gd name="connsiteY2" fmla="*/ 1695794 h 2096072"/>
              <a:gd name="connsiteX3" fmla="*/ 594201 w 2467680"/>
              <a:gd name="connsiteY3" fmla="*/ 1467230 h 2096072"/>
              <a:gd name="connsiteX4" fmla="*/ 609928 w 2467680"/>
              <a:gd name="connsiteY4" fmla="*/ 1230947 h 2096072"/>
              <a:gd name="connsiteX5" fmla="*/ 909076 w 2467680"/>
              <a:gd name="connsiteY5" fmla="*/ 929242 h 2096072"/>
              <a:gd name="connsiteX6" fmla="*/ 1023813 w 2467680"/>
              <a:gd name="connsiteY6" fmla="*/ 668651 h 2096072"/>
              <a:gd name="connsiteX7" fmla="*/ 1402066 w 2467680"/>
              <a:gd name="connsiteY7" fmla="*/ 350938 h 2096072"/>
              <a:gd name="connsiteX8" fmla="*/ 1682656 w 2467680"/>
              <a:gd name="connsiteY8" fmla="*/ 71147 h 2096072"/>
              <a:gd name="connsiteX9" fmla="*/ 1933426 w 2467680"/>
              <a:gd name="connsiteY9" fmla="*/ 1722 h 2096072"/>
              <a:gd name="connsiteX10" fmla="*/ 2208910 w 2467680"/>
              <a:gd name="connsiteY10" fmla="*/ 44719 h 2096072"/>
              <a:gd name="connsiteX11" fmla="*/ 2437320 w 2467680"/>
              <a:gd name="connsiteY11" fmla="*/ 241319 h 2096072"/>
              <a:gd name="connsiteX12" fmla="*/ 2461926 w 2467680"/>
              <a:gd name="connsiteY12" fmla="*/ 599885 h 2096072"/>
              <a:gd name="connsiteX0" fmla="*/ 22986 w 2503942"/>
              <a:gd name="connsiteY0" fmla="*/ 2096335 h 2096335"/>
              <a:gd name="connsiteX1" fmla="*/ 54237 w 2503942"/>
              <a:gd name="connsiteY1" fmla="*/ 1840170 h 2096335"/>
              <a:gd name="connsiteX2" fmla="*/ 454685 w 2503942"/>
              <a:gd name="connsiteY2" fmla="*/ 1696057 h 2096335"/>
              <a:gd name="connsiteX3" fmla="*/ 594201 w 2503942"/>
              <a:gd name="connsiteY3" fmla="*/ 1467493 h 2096335"/>
              <a:gd name="connsiteX4" fmla="*/ 609928 w 2503942"/>
              <a:gd name="connsiteY4" fmla="*/ 1231210 h 2096335"/>
              <a:gd name="connsiteX5" fmla="*/ 909076 w 2503942"/>
              <a:gd name="connsiteY5" fmla="*/ 929505 h 2096335"/>
              <a:gd name="connsiteX6" fmla="*/ 1023813 w 2503942"/>
              <a:gd name="connsiteY6" fmla="*/ 668914 h 2096335"/>
              <a:gd name="connsiteX7" fmla="*/ 1402066 w 2503942"/>
              <a:gd name="connsiteY7" fmla="*/ 351201 h 2096335"/>
              <a:gd name="connsiteX8" fmla="*/ 1682656 w 2503942"/>
              <a:gd name="connsiteY8" fmla="*/ 71410 h 2096335"/>
              <a:gd name="connsiteX9" fmla="*/ 1933426 w 2503942"/>
              <a:gd name="connsiteY9" fmla="*/ 1985 h 2096335"/>
              <a:gd name="connsiteX10" fmla="*/ 2208910 w 2503942"/>
              <a:gd name="connsiteY10" fmla="*/ 44982 h 2096335"/>
              <a:gd name="connsiteX11" fmla="*/ 2486202 w 2503942"/>
              <a:gd name="connsiteY11" fmla="*/ 229920 h 2096335"/>
              <a:gd name="connsiteX12" fmla="*/ 2461926 w 2503942"/>
              <a:gd name="connsiteY12" fmla="*/ 600148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02066 w 2500140"/>
              <a:gd name="connsiteY7" fmla="*/ 351201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50452 w 2500140"/>
              <a:gd name="connsiteY7" fmla="*/ 373839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6335 h 2096335"/>
              <a:gd name="connsiteX1" fmla="*/ 54237 w 2500140"/>
              <a:gd name="connsiteY1" fmla="*/ 1840170 h 2096335"/>
              <a:gd name="connsiteX2" fmla="*/ 454685 w 2500140"/>
              <a:gd name="connsiteY2" fmla="*/ 1696057 h 2096335"/>
              <a:gd name="connsiteX3" fmla="*/ 594201 w 2500140"/>
              <a:gd name="connsiteY3" fmla="*/ 1467493 h 2096335"/>
              <a:gd name="connsiteX4" fmla="*/ 609928 w 2500140"/>
              <a:gd name="connsiteY4" fmla="*/ 1231210 h 2096335"/>
              <a:gd name="connsiteX5" fmla="*/ 909076 w 2500140"/>
              <a:gd name="connsiteY5" fmla="*/ 929505 h 2096335"/>
              <a:gd name="connsiteX6" fmla="*/ 1023813 w 2500140"/>
              <a:gd name="connsiteY6" fmla="*/ 668914 h 2096335"/>
              <a:gd name="connsiteX7" fmla="*/ 1450452 w 2500140"/>
              <a:gd name="connsiteY7" fmla="*/ 373839 h 2096335"/>
              <a:gd name="connsiteX8" fmla="*/ 1682656 w 2500140"/>
              <a:gd name="connsiteY8" fmla="*/ 71410 h 2096335"/>
              <a:gd name="connsiteX9" fmla="*/ 1933426 w 2500140"/>
              <a:gd name="connsiteY9" fmla="*/ 1985 h 2096335"/>
              <a:gd name="connsiteX10" fmla="*/ 2208910 w 2500140"/>
              <a:gd name="connsiteY10" fmla="*/ 44982 h 2096335"/>
              <a:gd name="connsiteX11" fmla="*/ 2486202 w 2500140"/>
              <a:gd name="connsiteY11" fmla="*/ 229920 h 2096335"/>
              <a:gd name="connsiteX12" fmla="*/ 2429912 w 2500140"/>
              <a:gd name="connsiteY12" fmla="*/ 620156 h 2096335"/>
              <a:gd name="connsiteX0" fmla="*/ 22986 w 2500140"/>
              <a:gd name="connsiteY0" fmla="*/ 2098677 h 2098677"/>
              <a:gd name="connsiteX1" fmla="*/ 54237 w 2500140"/>
              <a:gd name="connsiteY1" fmla="*/ 1842512 h 2098677"/>
              <a:gd name="connsiteX2" fmla="*/ 454685 w 2500140"/>
              <a:gd name="connsiteY2" fmla="*/ 1698399 h 2098677"/>
              <a:gd name="connsiteX3" fmla="*/ 594201 w 2500140"/>
              <a:gd name="connsiteY3" fmla="*/ 1469835 h 2098677"/>
              <a:gd name="connsiteX4" fmla="*/ 609928 w 2500140"/>
              <a:gd name="connsiteY4" fmla="*/ 1233552 h 2098677"/>
              <a:gd name="connsiteX5" fmla="*/ 909076 w 2500140"/>
              <a:gd name="connsiteY5" fmla="*/ 931847 h 2098677"/>
              <a:gd name="connsiteX6" fmla="*/ 1023813 w 2500140"/>
              <a:gd name="connsiteY6" fmla="*/ 671256 h 2098677"/>
              <a:gd name="connsiteX7" fmla="*/ 1450452 w 2500140"/>
              <a:gd name="connsiteY7" fmla="*/ 376181 h 2098677"/>
              <a:gd name="connsiteX8" fmla="*/ 1681564 w 2500140"/>
              <a:gd name="connsiteY8" fmla="*/ 127311 h 2098677"/>
              <a:gd name="connsiteX9" fmla="*/ 1933426 w 2500140"/>
              <a:gd name="connsiteY9" fmla="*/ 4327 h 2098677"/>
              <a:gd name="connsiteX10" fmla="*/ 2208910 w 2500140"/>
              <a:gd name="connsiteY10" fmla="*/ 47324 h 2098677"/>
              <a:gd name="connsiteX11" fmla="*/ 2486202 w 2500140"/>
              <a:gd name="connsiteY11" fmla="*/ 232262 h 2098677"/>
              <a:gd name="connsiteX12" fmla="*/ 2429912 w 2500140"/>
              <a:gd name="connsiteY12" fmla="*/ 622498 h 2098677"/>
              <a:gd name="connsiteX0" fmla="*/ 0 w 2477154"/>
              <a:gd name="connsiteY0" fmla="*/ 2098677 h 2098677"/>
              <a:gd name="connsiteX1" fmla="*/ 127984 w 2477154"/>
              <a:gd name="connsiteY1" fmla="*/ 1843695 h 2098677"/>
              <a:gd name="connsiteX2" fmla="*/ 431699 w 2477154"/>
              <a:gd name="connsiteY2" fmla="*/ 1698399 h 2098677"/>
              <a:gd name="connsiteX3" fmla="*/ 571215 w 2477154"/>
              <a:gd name="connsiteY3" fmla="*/ 1469835 h 2098677"/>
              <a:gd name="connsiteX4" fmla="*/ 586942 w 2477154"/>
              <a:gd name="connsiteY4" fmla="*/ 1233552 h 2098677"/>
              <a:gd name="connsiteX5" fmla="*/ 886090 w 2477154"/>
              <a:gd name="connsiteY5" fmla="*/ 931847 h 2098677"/>
              <a:gd name="connsiteX6" fmla="*/ 1000827 w 2477154"/>
              <a:gd name="connsiteY6" fmla="*/ 671256 h 2098677"/>
              <a:gd name="connsiteX7" fmla="*/ 1427466 w 2477154"/>
              <a:gd name="connsiteY7" fmla="*/ 376181 h 2098677"/>
              <a:gd name="connsiteX8" fmla="*/ 1658578 w 2477154"/>
              <a:gd name="connsiteY8" fmla="*/ 127311 h 2098677"/>
              <a:gd name="connsiteX9" fmla="*/ 1910440 w 2477154"/>
              <a:gd name="connsiteY9" fmla="*/ 4327 h 2098677"/>
              <a:gd name="connsiteX10" fmla="*/ 2185924 w 2477154"/>
              <a:gd name="connsiteY10" fmla="*/ 47324 h 2098677"/>
              <a:gd name="connsiteX11" fmla="*/ 2463216 w 2477154"/>
              <a:gd name="connsiteY11" fmla="*/ 232262 h 2098677"/>
              <a:gd name="connsiteX12" fmla="*/ 2406926 w 2477154"/>
              <a:gd name="connsiteY12" fmla="*/ 622498 h 20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77154" h="2098677">
                <a:moveTo>
                  <a:pt x="0" y="2098677"/>
                </a:moveTo>
                <a:cubicBezTo>
                  <a:pt x="40060" y="2076378"/>
                  <a:pt x="4157" y="1911353"/>
                  <a:pt x="127984" y="1843695"/>
                </a:cubicBezTo>
                <a:cubicBezTo>
                  <a:pt x="251811" y="1776037"/>
                  <a:pt x="357827" y="1760709"/>
                  <a:pt x="431699" y="1698399"/>
                </a:cubicBezTo>
                <a:cubicBezTo>
                  <a:pt x="505571" y="1636089"/>
                  <a:pt x="557842" y="1592039"/>
                  <a:pt x="571215" y="1469835"/>
                </a:cubicBezTo>
                <a:cubicBezTo>
                  <a:pt x="579774" y="1391258"/>
                  <a:pt x="578490" y="1312207"/>
                  <a:pt x="586942" y="1233552"/>
                </a:cubicBezTo>
                <a:cubicBezTo>
                  <a:pt x="598068" y="1129177"/>
                  <a:pt x="817109" y="1025563"/>
                  <a:pt x="886090" y="931847"/>
                </a:cubicBezTo>
                <a:cubicBezTo>
                  <a:pt x="955071" y="838131"/>
                  <a:pt x="910598" y="763867"/>
                  <a:pt x="1000827" y="671256"/>
                </a:cubicBezTo>
                <a:cubicBezTo>
                  <a:pt x="1091056" y="578645"/>
                  <a:pt x="1317841" y="466839"/>
                  <a:pt x="1427466" y="376181"/>
                </a:cubicBezTo>
                <a:cubicBezTo>
                  <a:pt x="1537091" y="285524"/>
                  <a:pt x="1578082" y="189287"/>
                  <a:pt x="1658578" y="127311"/>
                </a:cubicBezTo>
                <a:cubicBezTo>
                  <a:pt x="1739074" y="65335"/>
                  <a:pt x="1822549" y="17658"/>
                  <a:pt x="1910440" y="4327"/>
                </a:cubicBezTo>
                <a:cubicBezTo>
                  <a:pt x="1998331" y="-9004"/>
                  <a:pt x="2093795" y="9335"/>
                  <a:pt x="2185924" y="47324"/>
                </a:cubicBezTo>
                <a:cubicBezTo>
                  <a:pt x="2278053" y="85313"/>
                  <a:pt x="2424166" y="147768"/>
                  <a:pt x="2463216" y="232262"/>
                </a:cubicBezTo>
                <a:cubicBezTo>
                  <a:pt x="2515851" y="346340"/>
                  <a:pt x="2402112" y="501161"/>
                  <a:pt x="2406926" y="622498"/>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9453AC48-998A-8FC5-1A69-2C538FB02E9D}"/>
              </a:ext>
            </a:extLst>
          </p:cNvPr>
          <p:cNvSpPr/>
          <p:nvPr userDrawn="1"/>
        </p:nvSpPr>
        <p:spPr>
          <a:xfrm rot="8568214" flipV="1">
            <a:off x="8343929" y="5939511"/>
            <a:ext cx="1217890" cy="144085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683 w 1324130"/>
              <a:gd name="connsiteY0" fmla="*/ 1829690 h 2118604"/>
              <a:gd name="connsiteX1" fmla="*/ 14495 w 1324130"/>
              <a:gd name="connsiteY1" fmla="*/ 1664146 h 2118604"/>
              <a:gd name="connsiteX2" fmla="*/ 97839 w 1324130"/>
              <a:gd name="connsiteY2" fmla="*/ 1271049 h 2118604"/>
              <a:gd name="connsiteX3" fmla="*/ 97839 w 1324130"/>
              <a:gd name="connsiteY3" fmla="*/ 991109 h 2118604"/>
              <a:gd name="connsiteX4" fmla="*/ 195756 w 1324130"/>
              <a:gd name="connsiteY4" fmla="*/ 588964 h 2118604"/>
              <a:gd name="connsiteX5" fmla="*/ 373778 w 1324130"/>
              <a:gd name="connsiteY5" fmla="*/ 336170 h 2118604"/>
              <a:gd name="connsiteX6" fmla="*/ 706867 w 1324130"/>
              <a:gd name="connsiteY6" fmla="*/ 86234 h 2118604"/>
              <a:gd name="connsiteX7" fmla="*/ 953755 w 1324130"/>
              <a:gd name="connsiteY7" fmla="*/ 33 h 2118604"/>
              <a:gd name="connsiteX8" fmla="*/ 1105965 w 1324130"/>
              <a:gd name="connsiteY8" fmla="*/ 60326 h 2118604"/>
              <a:gd name="connsiteX9" fmla="*/ 1146160 w 1324130"/>
              <a:gd name="connsiteY9" fmla="*/ 221204 h 2118604"/>
              <a:gd name="connsiteX10" fmla="*/ 1177783 w 1324130"/>
              <a:gd name="connsiteY10" fmla="*/ 448089 h 2118604"/>
              <a:gd name="connsiteX11" fmla="*/ 1281129 w 1324130"/>
              <a:gd name="connsiteY11" fmla="*/ 789941 h 2118604"/>
              <a:gd name="connsiteX12" fmla="*/ 1306942 w 1324130"/>
              <a:gd name="connsiteY12" fmla="*/ 942151 h 2118604"/>
              <a:gd name="connsiteX13" fmla="*/ 1321325 w 1324130"/>
              <a:gd name="connsiteY13" fmla="*/ 1272478 h 2118604"/>
              <a:gd name="connsiteX14" fmla="*/ 1215121 w 1324130"/>
              <a:gd name="connsiteY14" fmla="*/ 1660240 h 2118604"/>
              <a:gd name="connsiteX15" fmla="*/ 1085962 w 1324130"/>
              <a:gd name="connsiteY15" fmla="*/ 1844073 h 2118604"/>
              <a:gd name="connsiteX16" fmla="*/ 750526 w 1324130"/>
              <a:gd name="connsiteY16" fmla="*/ 2118604 h 2118604"/>
              <a:gd name="connsiteX0" fmla="*/ 15 w 1750589"/>
              <a:gd name="connsiteY0" fmla="*/ 2133448 h 2133448"/>
              <a:gd name="connsiteX1" fmla="*/ 440954 w 1750589"/>
              <a:gd name="connsiteY1" fmla="*/ 1664146 h 2133448"/>
              <a:gd name="connsiteX2" fmla="*/ 524298 w 1750589"/>
              <a:gd name="connsiteY2" fmla="*/ 1271049 h 2133448"/>
              <a:gd name="connsiteX3" fmla="*/ 524298 w 1750589"/>
              <a:gd name="connsiteY3" fmla="*/ 991109 h 2133448"/>
              <a:gd name="connsiteX4" fmla="*/ 622215 w 1750589"/>
              <a:gd name="connsiteY4" fmla="*/ 588964 h 2133448"/>
              <a:gd name="connsiteX5" fmla="*/ 800237 w 1750589"/>
              <a:gd name="connsiteY5" fmla="*/ 336170 h 2133448"/>
              <a:gd name="connsiteX6" fmla="*/ 1133326 w 1750589"/>
              <a:gd name="connsiteY6" fmla="*/ 86234 h 2133448"/>
              <a:gd name="connsiteX7" fmla="*/ 1380214 w 1750589"/>
              <a:gd name="connsiteY7" fmla="*/ 33 h 2133448"/>
              <a:gd name="connsiteX8" fmla="*/ 1532424 w 1750589"/>
              <a:gd name="connsiteY8" fmla="*/ 60326 h 2133448"/>
              <a:gd name="connsiteX9" fmla="*/ 1572619 w 1750589"/>
              <a:gd name="connsiteY9" fmla="*/ 221204 h 2133448"/>
              <a:gd name="connsiteX10" fmla="*/ 1604242 w 1750589"/>
              <a:gd name="connsiteY10" fmla="*/ 448089 h 2133448"/>
              <a:gd name="connsiteX11" fmla="*/ 1707588 w 1750589"/>
              <a:gd name="connsiteY11" fmla="*/ 789941 h 2133448"/>
              <a:gd name="connsiteX12" fmla="*/ 1733401 w 1750589"/>
              <a:gd name="connsiteY12" fmla="*/ 942151 h 2133448"/>
              <a:gd name="connsiteX13" fmla="*/ 1747784 w 1750589"/>
              <a:gd name="connsiteY13" fmla="*/ 1272478 h 2133448"/>
              <a:gd name="connsiteX14" fmla="*/ 1641580 w 1750589"/>
              <a:gd name="connsiteY14" fmla="*/ 1660240 h 2133448"/>
              <a:gd name="connsiteX15" fmla="*/ 1512421 w 1750589"/>
              <a:gd name="connsiteY15" fmla="*/ 1844073 h 2133448"/>
              <a:gd name="connsiteX16" fmla="*/ 1176985 w 1750589"/>
              <a:gd name="connsiteY16" fmla="*/ 2118604 h 2133448"/>
              <a:gd name="connsiteX0" fmla="*/ 34 w 1750608"/>
              <a:gd name="connsiteY0" fmla="*/ 2133448 h 2133448"/>
              <a:gd name="connsiteX1" fmla="*/ 248632 w 1750608"/>
              <a:gd name="connsiteY1" fmla="*/ 1819220 h 2133448"/>
              <a:gd name="connsiteX2" fmla="*/ 524317 w 1750608"/>
              <a:gd name="connsiteY2" fmla="*/ 1271049 h 2133448"/>
              <a:gd name="connsiteX3" fmla="*/ 524317 w 1750608"/>
              <a:gd name="connsiteY3" fmla="*/ 991109 h 2133448"/>
              <a:gd name="connsiteX4" fmla="*/ 622234 w 1750608"/>
              <a:gd name="connsiteY4" fmla="*/ 588964 h 2133448"/>
              <a:gd name="connsiteX5" fmla="*/ 800256 w 1750608"/>
              <a:gd name="connsiteY5" fmla="*/ 336170 h 2133448"/>
              <a:gd name="connsiteX6" fmla="*/ 1133345 w 1750608"/>
              <a:gd name="connsiteY6" fmla="*/ 86234 h 2133448"/>
              <a:gd name="connsiteX7" fmla="*/ 1380233 w 1750608"/>
              <a:gd name="connsiteY7" fmla="*/ 33 h 2133448"/>
              <a:gd name="connsiteX8" fmla="*/ 1532443 w 1750608"/>
              <a:gd name="connsiteY8" fmla="*/ 60326 h 2133448"/>
              <a:gd name="connsiteX9" fmla="*/ 1572638 w 1750608"/>
              <a:gd name="connsiteY9" fmla="*/ 221204 h 2133448"/>
              <a:gd name="connsiteX10" fmla="*/ 1604261 w 1750608"/>
              <a:gd name="connsiteY10" fmla="*/ 448089 h 2133448"/>
              <a:gd name="connsiteX11" fmla="*/ 1707607 w 1750608"/>
              <a:gd name="connsiteY11" fmla="*/ 789941 h 2133448"/>
              <a:gd name="connsiteX12" fmla="*/ 1733420 w 1750608"/>
              <a:gd name="connsiteY12" fmla="*/ 942151 h 2133448"/>
              <a:gd name="connsiteX13" fmla="*/ 1747803 w 1750608"/>
              <a:gd name="connsiteY13" fmla="*/ 1272478 h 2133448"/>
              <a:gd name="connsiteX14" fmla="*/ 1641599 w 1750608"/>
              <a:gd name="connsiteY14" fmla="*/ 1660240 h 2133448"/>
              <a:gd name="connsiteX15" fmla="*/ 1512440 w 1750608"/>
              <a:gd name="connsiteY15" fmla="*/ 1844073 h 2133448"/>
              <a:gd name="connsiteX16" fmla="*/ 1177004 w 1750608"/>
              <a:gd name="connsiteY16" fmla="*/ 2118604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15" fmla="*/ 1512436 w 1750604"/>
              <a:gd name="connsiteY15" fmla="*/ 1844073 h 2133448"/>
              <a:gd name="connsiteX16" fmla="*/ 1177000 w 1750604"/>
              <a:gd name="connsiteY16" fmla="*/ 2118604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15" fmla="*/ 1512436 w 1750604"/>
              <a:gd name="connsiteY15" fmla="*/ 1844073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14" fmla="*/ 1641595 w 1750604"/>
              <a:gd name="connsiteY14" fmla="*/ 1660240 h 2133448"/>
              <a:gd name="connsiteX0" fmla="*/ 30 w 1750604"/>
              <a:gd name="connsiteY0" fmla="*/ 2133448 h 2133448"/>
              <a:gd name="connsiteX1" fmla="*/ 248628 w 1750604"/>
              <a:gd name="connsiteY1" fmla="*/ 1819220 h 2133448"/>
              <a:gd name="connsiteX2" fmla="*/ 338409 w 1750604"/>
              <a:gd name="connsiteY2" fmla="*/ 1352890 h 2133448"/>
              <a:gd name="connsiteX3" fmla="*/ 524313 w 1750604"/>
              <a:gd name="connsiteY3" fmla="*/ 991109 h 2133448"/>
              <a:gd name="connsiteX4" fmla="*/ 622230 w 1750604"/>
              <a:gd name="connsiteY4" fmla="*/ 588964 h 2133448"/>
              <a:gd name="connsiteX5" fmla="*/ 800252 w 1750604"/>
              <a:gd name="connsiteY5" fmla="*/ 336170 h 2133448"/>
              <a:gd name="connsiteX6" fmla="*/ 1133341 w 1750604"/>
              <a:gd name="connsiteY6" fmla="*/ 86234 h 2133448"/>
              <a:gd name="connsiteX7" fmla="*/ 1380229 w 1750604"/>
              <a:gd name="connsiteY7" fmla="*/ 33 h 2133448"/>
              <a:gd name="connsiteX8" fmla="*/ 1532439 w 1750604"/>
              <a:gd name="connsiteY8" fmla="*/ 60326 h 2133448"/>
              <a:gd name="connsiteX9" fmla="*/ 1572634 w 1750604"/>
              <a:gd name="connsiteY9" fmla="*/ 221204 h 2133448"/>
              <a:gd name="connsiteX10" fmla="*/ 1604257 w 1750604"/>
              <a:gd name="connsiteY10" fmla="*/ 448089 h 2133448"/>
              <a:gd name="connsiteX11" fmla="*/ 1707603 w 1750604"/>
              <a:gd name="connsiteY11" fmla="*/ 789941 h 2133448"/>
              <a:gd name="connsiteX12" fmla="*/ 1733416 w 1750604"/>
              <a:gd name="connsiteY12" fmla="*/ 942151 h 2133448"/>
              <a:gd name="connsiteX13" fmla="*/ 1747799 w 1750604"/>
              <a:gd name="connsiteY13" fmla="*/ 1272478 h 2133448"/>
              <a:gd name="connsiteX0" fmla="*/ 30 w 1733416"/>
              <a:gd name="connsiteY0" fmla="*/ 2133448 h 2133448"/>
              <a:gd name="connsiteX1" fmla="*/ 248628 w 1733416"/>
              <a:gd name="connsiteY1" fmla="*/ 1819220 h 2133448"/>
              <a:gd name="connsiteX2" fmla="*/ 338409 w 1733416"/>
              <a:gd name="connsiteY2" fmla="*/ 1352890 h 2133448"/>
              <a:gd name="connsiteX3" fmla="*/ 524313 w 1733416"/>
              <a:gd name="connsiteY3" fmla="*/ 991109 h 2133448"/>
              <a:gd name="connsiteX4" fmla="*/ 622230 w 1733416"/>
              <a:gd name="connsiteY4" fmla="*/ 588964 h 2133448"/>
              <a:gd name="connsiteX5" fmla="*/ 800252 w 1733416"/>
              <a:gd name="connsiteY5" fmla="*/ 336170 h 2133448"/>
              <a:gd name="connsiteX6" fmla="*/ 1133341 w 1733416"/>
              <a:gd name="connsiteY6" fmla="*/ 86234 h 2133448"/>
              <a:gd name="connsiteX7" fmla="*/ 1380229 w 1733416"/>
              <a:gd name="connsiteY7" fmla="*/ 33 h 2133448"/>
              <a:gd name="connsiteX8" fmla="*/ 1532439 w 1733416"/>
              <a:gd name="connsiteY8" fmla="*/ 60326 h 2133448"/>
              <a:gd name="connsiteX9" fmla="*/ 1572634 w 1733416"/>
              <a:gd name="connsiteY9" fmla="*/ 221204 h 2133448"/>
              <a:gd name="connsiteX10" fmla="*/ 1604257 w 1733416"/>
              <a:gd name="connsiteY10" fmla="*/ 448089 h 2133448"/>
              <a:gd name="connsiteX11" fmla="*/ 1707603 w 1733416"/>
              <a:gd name="connsiteY11" fmla="*/ 789941 h 2133448"/>
              <a:gd name="connsiteX12" fmla="*/ 1733416 w 1733416"/>
              <a:gd name="connsiteY12" fmla="*/ 942151 h 2133448"/>
              <a:gd name="connsiteX0" fmla="*/ 30 w 1707603"/>
              <a:gd name="connsiteY0" fmla="*/ 2133448 h 2133448"/>
              <a:gd name="connsiteX1" fmla="*/ 248628 w 1707603"/>
              <a:gd name="connsiteY1" fmla="*/ 1819220 h 2133448"/>
              <a:gd name="connsiteX2" fmla="*/ 338409 w 1707603"/>
              <a:gd name="connsiteY2" fmla="*/ 1352890 h 2133448"/>
              <a:gd name="connsiteX3" fmla="*/ 524313 w 1707603"/>
              <a:gd name="connsiteY3" fmla="*/ 991109 h 2133448"/>
              <a:gd name="connsiteX4" fmla="*/ 622230 w 1707603"/>
              <a:gd name="connsiteY4" fmla="*/ 588964 h 2133448"/>
              <a:gd name="connsiteX5" fmla="*/ 800252 w 1707603"/>
              <a:gd name="connsiteY5" fmla="*/ 336170 h 2133448"/>
              <a:gd name="connsiteX6" fmla="*/ 1133341 w 1707603"/>
              <a:gd name="connsiteY6" fmla="*/ 86234 h 2133448"/>
              <a:gd name="connsiteX7" fmla="*/ 1380229 w 1707603"/>
              <a:gd name="connsiteY7" fmla="*/ 33 h 2133448"/>
              <a:gd name="connsiteX8" fmla="*/ 1532439 w 1707603"/>
              <a:gd name="connsiteY8" fmla="*/ 60326 h 2133448"/>
              <a:gd name="connsiteX9" fmla="*/ 1572634 w 1707603"/>
              <a:gd name="connsiteY9" fmla="*/ 221204 h 2133448"/>
              <a:gd name="connsiteX10" fmla="*/ 1604257 w 1707603"/>
              <a:gd name="connsiteY10" fmla="*/ 448089 h 2133448"/>
              <a:gd name="connsiteX11" fmla="*/ 1707603 w 1707603"/>
              <a:gd name="connsiteY11" fmla="*/ 789941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00252 w 1610419"/>
              <a:gd name="connsiteY5" fmla="*/ 336170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32763 w 1610419"/>
              <a:gd name="connsiteY11" fmla="*/ 956342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00252 w 1610419"/>
              <a:gd name="connsiteY5" fmla="*/ 336170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72952 w 1610419"/>
              <a:gd name="connsiteY11" fmla="*/ 815867 h 2133448"/>
              <a:gd name="connsiteX0" fmla="*/ 30 w 1610419"/>
              <a:gd name="connsiteY0" fmla="*/ 2133448 h 2133448"/>
              <a:gd name="connsiteX1" fmla="*/ 248628 w 1610419"/>
              <a:gd name="connsiteY1" fmla="*/ 1819220 h 2133448"/>
              <a:gd name="connsiteX2" fmla="*/ 338409 w 1610419"/>
              <a:gd name="connsiteY2" fmla="*/ 1352890 h 2133448"/>
              <a:gd name="connsiteX3" fmla="*/ 524313 w 1610419"/>
              <a:gd name="connsiteY3" fmla="*/ 991109 h 2133448"/>
              <a:gd name="connsiteX4" fmla="*/ 622230 w 1610419"/>
              <a:gd name="connsiteY4" fmla="*/ 588964 h 2133448"/>
              <a:gd name="connsiteX5" fmla="*/ 849299 w 1610419"/>
              <a:gd name="connsiteY5" fmla="*/ 407137 h 2133448"/>
              <a:gd name="connsiteX6" fmla="*/ 1133341 w 1610419"/>
              <a:gd name="connsiteY6" fmla="*/ 86234 h 2133448"/>
              <a:gd name="connsiteX7" fmla="*/ 1380229 w 1610419"/>
              <a:gd name="connsiteY7" fmla="*/ 33 h 2133448"/>
              <a:gd name="connsiteX8" fmla="*/ 1532439 w 1610419"/>
              <a:gd name="connsiteY8" fmla="*/ 60326 h 2133448"/>
              <a:gd name="connsiteX9" fmla="*/ 1572634 w 1610419"/>
              <a:gd name="connsiteY9" fmla="*/ 221204 h 2133448"/>
              <a:gd name="connsiteX10" fmla="*/ 1604257 w 1610419"/>
              <a:gd name="connsiteY10" fmla="*/ 448089 h 2133448"/>
              <a:gd name="connsiteX11" fmla="*/ 1472952 w 1610419"/>
              <a:gd name="connsiteY11" fmla="*/ 815867 h 2133448"/>
              <a:gd name="connsiteX0" fmla="*/ 1 w 1361792"/>
              <a:gd name="connsiteY0" fmla="*/ 1819220 h 1819220"/>
              <a:gd name="connsiteX1" fmla="*/ 89782 w 1361792"/>
              <a:gd name="connsiteY1" fmla="*/ 1352890 h 1819220"/>
              <a:gd name="connsiteX2" fmla="*/ 275686 w 1361792"/>
              <a:gd name="connsiteY2" fmla="*/ 991109 h 1819220"/>
              <a:gd name="connsiteX3" fmla="*/ 373603 w 1361792"/>
              <a:gd name="connsiteY3" fmla="*/ 588964 h 1819220"/>
              <a:gd name="connsiteX4" fmla="*/ 600672 w 1361792"/>
              <a:gd name="connsiteY4" fmla="*/ 407137 h 1819220"/>
              <a:gd name="connsiteX5" fmla="*/ 884714 w 1361792"/>
              <a:gd name="connsiteY5" fmla="*/ 86234 h 1819220"/>
              <a:gd name="connsiteX6" fmla="*/ 1131602 w 1361792"/>
              <a:gd name="connsiteY6" fmla="*/ 33 h 1819220"/>
              <a:gd name="connsiteX7" fmla="*/ 1283812 w 1361792"/>
              <a:gd name="connsiteY7" fmla="*/ 60326 h 1819220"/>
              <a:gd name="connsiteX8" fmla="*/ 1324007 w 1361792"/>
              <a:gd name="connsiteY8" fmla="*/ 221204 h 1819220"/>
              <a:gd name="connsiteX9" fmla="*/ 1355630 w 1361792"/>
              <a:gd name="connsiteY9" fmla="*/ 448089 h 1819220"/>
              <a:gd name="connsiteX10" fmla="*/ 1224325 w 1361792"/>
              <a:gd name="connsiteY10" fmla="*/ 815867 h 1819220"/>
              <a:gd name="connsiteX0" fmla="*/ 0 w 1313722"/>
              <a:gd name="connsiteY0" fmla="*/ 1837512 h 1837512"/>
              <a:gd name="connsiteX1" fmla="*/ 41712 w 1313722"/>
              <a:gd name="connsiteY1" fmla="*/ 1352890 h 1837512"/>
              <a:gd name="connsiteX2" fmla="*/ 227616 w 1313722"/>
              <a:gd name="connsiteY2" fmla="*/ 991109 h 1837512"/>
              <a:gd name="connsiteX3" fmla="*/ 325533 w 1313722"/>
              <a:gd name="connsiteY3" fmla="*/ 588964 h 1837512"/>
              <a:gd name="connsiteX4" fmla="*/ 552602 w 1313722"/>
              <a:gd name="connsiteY4" fmla="*/ 407137 h 1837512"/>
              <a:gd name="connsiteX5" fmla="*/ 836644 w 1313722"/>
              <a:gd name="connsiteY5" fmla="*/ 86234 h 1837512"/>
              <a:gd name="connsiteX6" fmla="*/ 1083532 w 1313722"/>
              <a:gd name="connsiteY6" fmla="*/ 33 h 1837512"/>
              <a:gd name="connsiteX7" fmla="*/ 1235742 w 1313722"/>
              <a:gd name="connsiteY7" fmla="*/ 60326 h 1837512"/>
              <a:gd name="connsiteX8" fmla="*/ 1275937 w 1313722"/>
              <a:gd name="connsiteY8" fmla="*/ 221204 h 1837512"/>
              <a:gd name="connsiteX9" fmla="*/ 1307560 w 1313722"/>
              <a:gd name="connsiteY9" fmla="*/ 448089 h 1837512"/>
              <a:gd name="connsiteX10" fmla="*/ 1176255 w 1313722"/>
              <a:gd name="connsiteY10" fmla="*/ 815867 h 1837512"/>
              <a:gd name="connsiteX0" fmla="*/ -1 w 1533134"/>
              <a:gd name="connsiteY0" fmla="*/ 2014220 h 2014221"/>
              <a:gd name="connsiteX1" fmla="*/ 261124 w 1533134"/>
              <a:gd name="connsiteY1" fmla="*/ 1352890 h 2014221"/>
              <a:gd name="connsiteX2" fmla="*/ 447028 w 1533134"/>
              <a:gd name="connsiteY2" fmla="*/ 991109 h 2014221"/>
              <a:gd name="connsiteX3" fmla="*/ 544945 w 1533134"/>
              <a:gd name="connsiteY3" fmla="*/ 588964 h 2014221"/>
              <a:gd name="connsiteX4" fmla="*/ 772014 w 1533134"/>
              <a:gd name="connsiteY4" fmla="*/ 407137 h 2014221"/>
              <a:gd name="connsiteX5" fmla="*/ 1056056 w 1533134"/>
              <a:gd name="connsiteY5" fmla="*/ 86234 h 2014221"/>
              <a:gd name="connsiteX6" fmla="*/ 1302944 w 1533134"/>
              <a:gd name="connsiteY6" fmla="*/ 33 h 2014221"/>
              <a:gd name="connsiteX7" fmla="*/ 1455154 w 1533134"/>
              <a:gd name="connsiteY7" fmla="*/ 60326 h 2014221"/>
              <a:gd name="connsiteX8" fmla="*/ 1495349 w 1533134"/>
              <a:gd name="connsiteY8" fmla="*/ 221204 h 2014221"/>
              <a:gd name="connsiteX9" fmla="*/ 1526972 w 1533134"/>
              <a:gd name="connsiteY9" fmla="*/ 448089 h 2014221"/>
              <a:gd name="connsiteX10" fmla="*/ 1395667 w 1533134"/>
              <a:gd name="connsiteY10" fmla="*/ 815867 h 2014221"/>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395668 w 1533135"/>
              <a:gd name="connsiteY11" fmla="*/ 815867 h 2014220"/>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395668 w 1533135"/>
              <a:gd name="connsiteY11" fmla="*/ 815867 h 2014220"/>
              <a:gd name="connsiteX0" fmla="*/ 0 w 1533135"/>
              <a:gd name="connsiteY0" fmla="*/ 2014220 h 2014220"/>
              <a:gd name="connsiteX1" fmla="*/ 86576 w 1533135"/>
              <a:gd name="connsiteY1" fmla="*/ 1569151 h 2014220"/>
              <a:gd name="connsiteX2" fmla="*/ 261125 w 1533135"/>
              <a:gd name="connsiteY2" fmla="*/ 1352890 h 2014220"/>
              <a:gd name="connsiteX3" fmla="*/ 447029 w 1533135"/>
              <a:gd name="connsiteY3" fmla="*/ 991109 h 2014220"/>
              <a:gd name="connsiteX4" fmla="*/ 544946 w 1533135"/>
              <a:gd name="connsiteY4" fmla="*/ 588964 h 2014220"/>
              <a:gd name="connsiteX5" fmla="*/ 772015 w 1533135"/>
              <a:gd name="connsiteY5" fmla="*/ 407137 h 2014220"/>
              <a:gd name="connsiteX6" fmla="*/ 1056057 w 1533135"/>
              <a:gd name="connsiteY6" fmla="*/ 86234 h 2014220"/>
              <a:gd name="connsiteX7" fmla="*/ 1302945 w 1533135"/>
              <a:gd name="connsiteY7" fmla="*/ 33 h 2014220"/>
              <a:gd name="connsiteX8" fmla="*/ 1455155 w 1533135"/>
              <a:gd name="connsiteY8" fmla="*/ 60326 h 2014220"/>
              <a:gd name="connsiteX9" fmla="*/ 1495350 w 1533135"/>
              <a:gd name="connsiteY9" fmla="*/ 221204 h 2014220"/>
              <a:gd name="connsiteX10" fmla="*/ 1526973 w 1533135"/>
              <a:gd name="connsiteY10" fmla="*/ 448089 h 2014220"/>
              <a:gd name="connsiteX11" fmla="*/ 1464447 w 1533135"/>
              <a:gd name="connsiteY11" fmla="*/ 758547 h 2014220"/>
              <a:gd name="connsiteX0" fmla="*/ 0 w 1550432"/>
              <a:gd name="connsiteY0" fmla="*/ 2014209 h 2014209"/>
              <a:gd name="connsiteX1" fmla="*/ 86576 w 1550432"/>
              <a:gd name="connsiteY1" fmla="*/ 1569140 h 2014209"/>
              <a:gd name="connsiteX2" fmla="*/ 261125 w 1550432"/>
              <a:gd name="connsiteY2" fmla="*/ 1352879 h 2014209"/>
              <a:gd name="connsiteX3" fmla="*/ 447029 w 1550432"/>
              <a:gd name="connsiteY3" fmla="*/ 991098 h 2014209"/>
              <a:gd name="connsiteX4" fmla="*/ 544946 w 1550432"/>
              <a:gd name="connsiteY4" fmla="*/ 588953 h 2014209"/>
              <a:gd name="connsiteX5" fmla="*/ 772015 w 1550432"/>
              <a:gd name="connsiteY5" fmla="*/ 407126 h 2014209"/>
              <a:gd name="connsiteX6" fmla="*/ 1056057 w 1550432"/>
              <a:gd name="connsiteY6" fmla="*/ 86223 h 2014209"/>
              <a:gd name="connsiteX7" fmla="*/ 1302945 w 1550432"/>
              <a:gd name="connsiteY7" fmla="*/ 22 h 2014209"/>
              <a:gd name="connsiteX8" fmla="*/ 1455155 w 1550432"/>
              <a:gd name="connsiteY8" fmla="*/ 60315 h 2014209"/>
              <a:gd name="connsiteX9" fmla="*/ 1548413 w 1550432"/>
              <a:gd name="connsiteY9" fmla="*/ 216646 h 2014209"/>
              <a:gd name="connsiteX10" fmla="*/ 1526973 w 1550432"/>
              <a:gd name="connsiteY10" fmla="*/ 448078 h 2014209"/>
              <a:gd name="connsiteX11" fmla="*/ 1464447 w 1550432"/>
              <a:gd name="connsiteY11" fmla="*/ 758536 h 2014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0432" h="2014209">
                <a:moveTo>
                  <a:pt x="0" y="2014209"/>
                </a:moveTo>
                <a:cubicBezTo>
                  <a:pt x="88435" y="1933690"/>
                  <a:pt x="43055" y="1679362"/>
                  <a:pt x="86576" y="1569140"/>
                </a:cubicBezTo>
                <a:cubicBezTo>
                  <a:pt x="130097" y="1458918"/>
                  <a:pt x="210978" y="1471686"/>
                  <a:pt x="261125" y="1352879"/>
                </a:cubicBezTo>
                <a:cubicBezTo>
                  <a:pt x="268268" y="1259725"/>
                  <a:pt x="443980" y="1084443"/>
                  <a:pt x="447029" y="991098"/>
                </a:cubicBezTo>
                <a:cubicBezTo>
                  <a:pt x="451601" y="851748"/>
                  <a:pt x="490782" y="686282"/>
                  <a:pt x="544946" y="588953"/>
                </a:cubicBezTo>
                <a:cubicBezTo>
                  <a:pt x="599110" y="491624"/>
                  <a:pt x="699911" y="481707"/>
                  <a:pt x="772015" y="407126"/>
                </a:cubicBezTo>
                <a:cubicBezTo>
                  <a:pt x="868979" y="306923"/>
                  <a:pt x="967569" y="154074"/>
                  <a:pt x="1056057" y="86223"/>
                </a:cubicBezTo>
                <a:cubicBezTo>
                  <a:pt x="1144545" y="18372"/>
                  <a:pt x="1214553" y="1356"/>
                  <a:pt x="1302945" y="22"/>
                </a:cubicBezTo>
                <a:cubicBezTo>
                  <a:pt x="1360857" y="-835"/>
                  <a:pt x="1414244" y="24211"/>
                  <a:pt x="1455155" y="60315"/>
                </a:cubicBezTo>
                <a:cubicBezTo>
                  <a:pt x="1496066" y="96419"/>
                  <a:pt x="1544698" y="159686"/>
                  <a:pt x="1548413" y="216646"/>
                </a:cubicBezTo>
                <a:cubicBezTo>
                  <a:pt x="1553366" y="293036"/>
                  <a:pt x="1550285" y="325555"/>
                  <a:pt x="1526973" y="448078"/>
                </a:cubicBezTo>
                <a:cubicBezTo>
                  <a:pt x="1503661" y="570601"/>
                  <a:pt x="1437206" y="642522"/>
                  <a:pt x="1464447" y="75853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70D77886-A34D-7E76-E791-692D0EC297C7}"/>
              </a:ext>
            </a:extLst>
          </p:cNvPr>
          <p:cNvSpPr/>
          <p:nvPr userDrawn="1"/>
        </p:nvSpPr>
        <p:spPr>
          <a:xfrm rot="13736097" flipV="1">
            <a:off x="8239919" y="6233936"/>
            <a:ext cx="1271188" cy="86857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3817 w 414856"/>
              <a:gd name="connsiteY0" fmla="*/ 98769 h 631853"/>
              <a:gd name="connsiteX1" fmla="*/ 85286 w 414856"/>
              <a:gd name="connsiteY1" fmla="*/ 508459 h 631853"/>
              <a:gd name="connsiteX2" fmla="*/ 236740 w 414856"/>
              <a:gd name="connsiteY2" fmla="*/ 627683 h 631853"/>
              <a:gd name="connsiteX3" fmla="*/ 344373 w 414856"/>
              <a:gd name="connsiteY3" fmla="*/ 589774 h 631853"/>
              <a:gd name="connsiteX4" fmla="*/ 414544 w 414856"/>
              <a:gd name="connsiteY4" fmla="*/ 446578 h 631853"/>
              <a:gd name="connsiteX5" fmla="*/ 399074 w 414856"/>
              <a:gd name="connsiteY5" fmla="*/ 262251 h 631853"/>
              <a:gd name="connsiteX6" fmla="*/ 300911 w 414856"/>
              <a:gd name="connsiteY6" fmla="*/ 81334 h 631853"/>
              <a:gd name="connsiteX7" fmla="*/ 162385 w 414856"/>
              <a:gd name="connsiteY7" fmla="*/ 2422 h 631853"/>
              <a:gd name="connsiteX8" fmla="*/ 39720 w 414856"/>
              <a:gd name="connsiteY8" fmla="*/ 197180 h 631853"/>
              <a:gd name="connsiteX0" fmla="*/ 90968 w 502007"/>
              <a:gd name="connsiteY0" fmla="*/ 350085 h 883169"/>
              <a:gd name="connsiteX1" fmla="*/ 172437 w 502007"/>
              <a:gd name="connsiteY1" fmla="*/ 759775 h 883169"/>
              <a:gd name="connsiteX2" fmla="*/ 323891 w 502007"/>
              <a:gd name="connsiteY2" fmla="*/ 878999 h 883169"/>
              <a:gd name="connsiteX3" fmla="*/ 431524 w 502007"/>
              <a:gd name="connsiteY3" fmla="*/ 841090 h 883169"/>
              <a:gd name="connsiteX4" fmla="*/ 501695 w 502007"/>
              <a:gd name="connsiteY4" fmla="*/ 697894 h 883169"/>
              <a:gd name="connsiteX5" fmla="*/ 486225 w 502007"/>
              <a:gd name="connsiteY5" fmla="*/ 513567 h 883169"/>
              <a:gd name="connsiteX6" fmla="*/ 388062 w 502007"/>
              <a:gd name="connsiteY6" fmla="*/ 332650 h 883169"/>
              <a:gd name="connsiteX7" fmla="*/ 249536 w 502007"/>
              <a:gd name="connsiteY7" fmla="*/ 253738 h 883169"/>
              <a:gd name="connsiteX8" fmla="*/ 536 w 502007"/>
              <a:gd name="connsiteY8" fmla="*/ 74552 h 883169"/>
              <a:gd name="connsiteX0" fmla="*/ 90432 w 501471"/>
              <a:gd name="connsiteY0" fmla="*/ 275533 h 808617"/>
              <a:gd name="connsiteX1" fmla="*/ 171901 w 501471"/>
              <a:gd name="connsiteY1" fmla="*/ 685223 h 808617"/>
              <a:gd name="connsiteX2" fmla="*/ 323355 w 501471"/>
              <a:gd name="connsiteY2" fmla="*/ 804447 h 808617"/>
              <a:gd name="connsiteX3" fmla="*/ 430988 w 501471"/>
              <a:gd name="connsiteY3" fmla="*/ 766538 h 808617"/>
              <a:gd name="connsiteX4" fmla="*/ 501159 w 501471"/>
              <a:gd name="connsiteY4" fmla="*/ 623342 h 808617"/>
              <a:gd name="connsiteX5" fmla="*/ 485689 w 501471"/>
              <a:gd name="connsiteY5" fmla="*/ 439015 h 808617"/>
              <a:gd name="connsiteX6" fmla="*/ 387526 w 501471"/>
              <a:gd name="connsiteY6" fmla="*/ 258098 h 808617"/>
              <a:gd name="connsiteX7" fmla="*/ 249000 w 501471"/>
              <a:gd name="connsiteY7" fmla="*/ 179186 h 808617"/>
              <a:gd name="connsiteX8" fmla="*/ 0 w 501471"/>
              <a:gd name="connsiteY8" fmla="*/ 0 h 808617"/>
              <a:gd name="connsiteX0" fmla="*/ 101909 w 512948"/>
              <a:gd name="connsiteY0" fmla="*/ 335138 h 868222"/>
              <a:gd name="connsiteX1" fmla="*/ 183378 w 512948"/>
              <a:gd name="connsiteY1" fmla="*/ 744828 h 868222"/>
              <a:gd name="connsiteX2" fmla="*/ 334832 w 512948"/>
              <a:gd name="connsiteY2" fmla="*/ 864052 h 868222"/>
              <a:gd name="connsiteX3" fmla="*/ 442465 w 512948"/>
              <a:gd name="connsiteY3" fmla="*/ 826143 h 868222"/>
              <a:gd name="connsiteX4" fmla="*/ 512636 w 512948"/>
              <a:gd name="connsiteY4" fmla="*/ 682947 h 868222"/>
              <a:gd name="connsiteX5" fmla="*/ 497166 w 512948"/>
              <a:gd name="connsiteY5" fmla="*/ 498620 h 868222"/>
              <a:gd name="connsiteX6" fmla="*/ 399003 w 512948"/>
              <a:gd name="connsiteY6" fmla="*/ 317703 h 868222"/>
              <a:gd name="connsiteX7" fmla="*/ 260477 w 512948"/>
              <a:gd name="connsiteY7" fmla="*/ 238791 h 868222"/>
              <a:gd name="connsiteX8" fmla="*/ 0 w 512948"/>
              <a:gd name="connsiteY8" fmla="*/ 0 h 868222"/>
              <a:gd name="connsiteX0" fmla="*/ 183378 w 512948"/>
              <a:gd name="connsiteY0" fmla="*/ 744828 h 868222"/>
              <a:gd name="connsiteX1" fmla="*/ 334832 w 512948"/>
              <a:gd name="connsiteY1" fmla="*/ 864052 h 868222"/>
              <a:gd name="connsiteX2" fmla="*/ 442465 w 512948"/>
              <a:gd name="connsiteY2" fmla="*/ 826143 h 868222"/>
              <a:gd name="connsiteX3" fmla="*/ 512636 w 512948"/>
              <a:gd name="connsiteY3" fmla="*/ 682947 h 868222"/>
              <a:gd name="connsiteX4" fmla="*/ 497166 w 512948"/>
              <a:gd name="connsiteY4" fmla="*/ 498620 h 868222"/>
              <a:gd name="connsiteX5" fmla="*/ 399003 w 512948"/>
              <a:gd name="connsiteY5" fmla="*/ 317703 h 868222"/>
              <a:gd name="connsiteX6" fmla="*/ 260477 w 512948"/>
              <a:gd name="connsiteY6" fmla="*/ 238791 h 868222"/>
              <a:gd name="connsiteX7" fmla="*/ 0 w 512948"/>
              <a:gd name="connsiteY7" fmla="*/ 0 h 868222"/>
              <a:gd name="connsiteX0" fmla="*/ 183378 w 512948"/>
              <a:gd name="connsiteY0" fmla="*/ 744828 h 911737"/>
              <a:gd name="connsiteX1" fmla="*/ 334832 w 512948"/>
              <a:gd name="connsiteY1" fmla="*/ 864052 h 911737"/>
              <a:gd name="connsiteX2" fmla="*/ 477507 w 512948"/>
              <a:gd name="connsiteY2" fmla="*/ 901134 h 911737"/>
              <a:gd name="connsiteX3" fmla="*/ 512636 w 512948"/>
              <a:gd name="connsiteY3" fmla="*/ 682947 h 911737"/>
              <a:gd name="connsiteX4" fmla="*/ 497166 w 512948"/>
              <a:gd name="connsiteY4" fmla="*/ 498620 h 911737"/>
              <a:gd name="connsiteX5" fmla="*/ 399003 w 512948"/>
              <a:gd name="connsiteY5" fmla="*/ 317703 h 911737"/>
              <a:gd name="connsiteX6" fmla="*/ 260477 w 512948"/>
              <a:gd name="connsiteY6" fmla="*/ 238791 h 911737"/>
              <a:gd name="connsiteX7" fmla="*/ 0 w 512948"/>
              <a:gd name="connsiteY7" fmla="*/ 0 h 911737"/>
              <a:gd name="connsiteX0" fmla="*/ 182579 w 512948"/>
              <a:gd name="connsiteY0" fmla="*/ 577823 h 916948"/>
              <a:gd name="connsiteX1" fmla="*/ 334832 w 512948"/>
              <a:gd name="connsiteY1" fmla="*/ 864052 h 916948"/>
              <a:gd name="connsiteX2" fmla="*/ 477507 w 512948"/>
              <a:gd name="connsiteY2" fmla="*/ 901134 h 916948"/>
              <a:gd name="connsiteX3" fmla="*/ 512636 w 512948"/>
              <a:gd name="connsiteY3" fmla="*/ 682947 h 916948"/>
              <a:gd name="connsiteX4" fmla="*/ 497166 w 512948"/>
              <a:gd name="connsiteY4" fmla="*/ 498620 h 916948"/>
              <a:gd name="connsiteX5" fmla="*/ 399003 w 512948"/>
              <a:gd name="connsiteY5" fmla="*/ 317703 h 916948"/>
              <a:gd name="connsiteX6" fmla="*/ 260477 w 512948"/>
              <a:gd name="connsiteY6" fmla="*/ 238791 h 916948"/>
              <a:gd name="connsiteX7" fmla="*/ 0 w 512948"/>
              <a:gd name="connsiteY7" fmla="*/ 0 h 916948"/>
              <a:gd name="connsiteX0" fmla="*/ 182579 w 512948"/>
              <a:gd name="connsiteY0" fmla="*/ 577823 h 904031"/>
              <a:gd name="connsiteX1" fmla="*/ 349589 w 512948"/>
              <a:gd name="connsiteY1" fmla="*/ 792980 h 904031"/>
              <a:gd name="connsiteX2" fmla="*/ 477507 w 512948"/>
              <a:gd name="connsiteY2" fmla="*/ 901134 h 904031"/>
              <a:gd name="connsiteX3" fmla="*/ 512636 w 512948"/>
              <a:gd name="connsiteY3" fmla="*/ 682947 h 904031"/>
              <a:gd name="connsiteX4" fmla="*/ 497166 w 512948"/>
              <a:gd name="connsiteY4" fmla="*/ 498620 h 904031"/>
              <a:gd name="connsiteX5" fmla="*/ 399003 w 512948"/>
              <a:gd name="connsiteY5" fmla="*/ 317703 h 904031"/>
              <a:gd name="connsiteX6" fmla="*/ 260477 w 512948"/>
              <a:gd name="connsiteY6" fmla="*/ 238791 h 904031"/>
              <a:gd name="connsiteX7" fmla="*/ 0 w 512948"/>
              <a:gd name="connsiteY7"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99003 w 512636"/>
              <a:gd name="connsiteY4" fmla="*/ 317703 h 904031"/>
              <a:gd name="connsiteX5" fmla="*/ 260477 w 512636"/>
              <a:gd name="connsiteY5" fmla="*/ 238791 h 904031"/>
              <a:gd name="connsiteX6" fmla="*/ 0 w 512636"/>
              <a:gd name="connsiteY6"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82733 w 512636"/>
              <a:gd name="connsiteY4" fmla="*/ 359348 h 904031"/>
              <a:gd name="connsiteX5" fmla="*/ 260477 w 512636"/>
              <a:gd name="connsiteY5" fmla="*/ 238791 h 904031"/>
              <a:gd name="connsiteX6" fmla="*/ 0 w 512636"/>
              <a:gd name="connsiteY6" fmla="*/ 0 h 904031"/>
              <a:gd name="connsiteX0" fmla="*/ 182579 w 512636"/>
              <a:gd name="connsiteY0" fmla="*/ 577823 h 869297"/>
              <a:gd name="connsiteX1" fmla="*/ 349589 w 512636"/>
              <a:gd name="connsiteY1" fmla="*/ 792980 h 869297"/>
              <a:gd name="connsiteX2" fmla="*/ 443616 w 512636"/>
              <a:gd name="connsiteY2" fmla="*/ 864935 h 869297"/>
              <a:gd name="connsiteX3" fmla="*/ 512636 w 512636"/>
              <a:gd name="connsiteY3" fmla="*/ 682947 h 869297"/>
              <a:gd name="connsiteX4" fmla="*/ 382733 w 512636"/>
              <a:gd name="connsiteY4" fmla="*/ 359348 h 869297"/>
              <a:gd name="connsiteX5" fmla="*/ 260477 w 512636"/>
              <a:gd name="connsiteY5" fmla="*/ 238791 h 869297"/>
              <a:gd name="connsiteX6" fmla="*/ 0 w 512636"/>
              <a:gd name="connsiteY6" fmla="*/ 0 h 869297"/>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126790 w 483859"/>
              <a:gd name="connsiteY6" fmla="*/ 29735 h 868921"/>
              <a:gd name="connsiteX7" fmla="*/ 0 w 483859"/>
              <a:gd name="connsiteY7" fmla="*/ 0 h 868921"/>
              <a:gd name="connsiteX0" fmla="*/ 193428 w 437909"/>
              <a:gd name="connsiteY0" fmla="*/ 741880 h 847891"/>
              <a:gd name="connsiteX1" fmla="*/ 303639 w 437909"/>
              <a:gd name="connsiteY1" fmla="*/ 771950 h 847891"/>
              <a:gd name="connsiteX2" fmla="*/ 397666 w 437909"/>
              <a:gd name="connsiteY2" fmla="*/ 843905 h 847891"/>
              <a:gd name="connsiteX3" fmla="*/ 437909 w 437909"/>
              <a:gd name="connsiteY3" fmla="*/ 638607 h 847891"/>
              <a:gd name="connsiteX4" fmla="*/ 336783 w 437909"/>
              <a:gd name="connsiteY4" fmla="*/ 338318 h 847891"/>
              <a:gd name="connsiteX5" fmla="*/ 154436 w 437909"/>
              <a:gd name="connsiteY5" fmla="*/ 185566 h 847891"/>
              <a:gd name="connsiteX6" fmla="*/ 80840 w 437909"/>
              <a:gd name="connsiteY6" fmla="*/ 8705 h 847891"/>
              <a:gd name="connsiteX7" fmla="*/ 0 w 437909"/>
              <a:gd name="connsiteY7" fmla="*/ 40615 h 847891"/>
              <a:gd name="connsiteX0" fmla="*/ 193428 w 496624"/>
              <a:gd name="connsiteY0" fmla="*/ 741880 h 891795"/>
              <a:gd name="connsiteX1" fmla="*/ 303639 w 496624"/>
              <a:gd name="connsiteY1" fmla="*/ 771950 h 891795"/>
              <a:gd name="connsiteX2" fmla="*/ 492592 w 496624"/>
              <a:gd name="connsiteY2" fmla="*/ 888955 h 891795"/>
              <a:gd name="connsiteX3" fmla="*/ 437909 w 496624"/>
              <a:gd name="connsiteY3" fmla="*/ 638607 h 891795"/>
              <a:gd name="connsiteX4" fmla="*/ 336783 w 496624"/>
              <a:gd name="connsiteY4" fmla="*/ 338318 h 891795"/>
              <a:gd name="connsiteX5" fmla="*/ 154436 w 496624"/>
              <a:gd name="connsiteY5" fmla="*/ 185566 h 891795"/>
              <a:gd name="connsiteX6" fmla="*/ 80840 w 496624"/>
              <a:gd name="connsiteY6" fmla="*/ 8705 h 891795"/>
              <a:gd name="connsiteX7" fmla="*/ 0 w 496624"/>
              <a:gd name="connsiteY7" fmla="*/ 40615 h 891795"/>
              <a:gd name="connsiteX0" fmla="*/ 193428 w 495230"/>
              <a:gd name="connsiteY0" fmla="*/ 741880 h 892469"/>
              <a:gd name="connsiteX1" fmla="*/ 334426 w 495230"/>
              <a:gd name="connsiteY1" fmla="*/ 782577 h 892469"/>
              <a:gd name="connsiteX2" fmla="*/ 492592 w 495230"/>
              <a:gd name="connsiteY2" fmla="*/ 888955 h 892469"/>
              <a:gd name="connsiteX3" fmla="*/ 437909 w 495230"/>
              <a:gd name="connsiteY3" fmla="*/ 638607 h 892469"/>
              <a:gd name="connsiteX4" fmla="*/ 336783 w 495230"/>
              <a:gd name="connsiteY4" fmla="*/ 338318 h 892469"/>
              <a:gd name="connsiteX5" fmla="*/ 154436 w 495230"/>
              <a:gd name="connsiteY5" fmla="*/ 185566 h 892469"/>
              <a:gd name="connsiteX6" fmla="*/ 80840 w 495230"/>
              <a:gd name="connsiteY6" fmla="*/ 8705 h 892469"/>
              <a:gd name="connsiteX7" fmla="*/ 0 w 495230"/>
              <a:gd name="connsiteY7" fmla="*/ 40615 h 892469"/>
              <a:gd name="connsiteX0" fmla="*/ 193428 w 498330"/>
              <a:gd name="connsiteY0" fmla="*/ 741880 h 892258"/>
              <a:gd name="connsiteX1" fmla="*/ 334426 w 498330"/>
              <a:gd name="connsiteY1" fmla="*/ 782577 h 892258"/>
              <a:gd name="connsiteX2" fmla="*/ 492592 w 498330"/>
              <a:gd name="connsiteY2" fmla="*/ 888955 h 892258"/>
              <a:gd name="connsiteX3" fmla="*/ 466896 w 498330"/>
              <a:gd name="connsiteY3" fmla="*/ 643827 h 892258"/>
              <a:gd name="connsiteX4" fmla="*/ 336783 w 498330"/>
              <a:gd name="connsiteY4" fmla="*/ 338318 h 892258"/>
              <a:gd name="connsiteX5" fmla="*/ 154436 w 498330"/>
              <a:gd name="connsiteY5" fmla="*/ 185566 h 892258"/>
              <a:gd name="connsiteX6" fmla="*/ 80840 w 498330"/>
              <a:gd name="connsiteY6" fmla="*/ 8705 h 892258"/>
              <a:gd name="connsiteX7" fmla="*/ 0 w 498330"/>
              <a:gd name="connsiteY7" fmla="*/ 40615 h 892258"/>
              <a:gd name="connsiteX0" fmla="*/ 193428 w 496296"/>
              <a:gd name="connsiteY0" fmla="*/ 741880 h 891285"/>
              <a:gd name="connsiteX1" fmla="*/ 368843 w 496296"/>
              <a:gd name="connsiteY1" fmla="*/ 765900 h 891285"/>
              <a:gd name="connsiteX2" fmla="*/ 492592 w 496296"/>
              <a:gd name="connsiteY2" fmla="*/ 888955 h 891285"/>
              <a:gd name="connsiteX3" fmla="*/ 466896 w 496296"/>
              <a:gd name="connsiteY3" fmla="*/ 643827 h 891285"/>
              <a:gd name="connsiteX4" fmla="*/ 336783 w 496296"/>
              <a:gd name="connsiteY4" fmla="*/ 338318 h 891285"/>
              <a:gd name="connsiteX5" fmla="*/ 154436 w 496296"/>
              <a:gd name="connsiteY5" fmla="*/ 185566 h 891285"/>
              <a:gd name="connsiteX6" fmla="*/ 80840 w 496296"/>
              <a:gd name="connsiteY6" fmla="*/ 8705 h 891285"/>
              <a:gd name="connsiteX7" fmla="*/ 0 w 496296"/>
              <a:gd name="connsiteY7" fmla="*/ 40615 h 891285"/>
              <a:gd name="connsiteX0" fmla="*/ 300256 w 496296"/>
              <a:gd name="connsiteY0" fmla="*/ 888192 h 890933"/>
              <a:gd name="connsiteX1" fmla="*/ 368843 w 496296"/>
              <a:gd name="connsiteY1" fmla="*/ 765900 h 890933"/>
              <a:gd name="connsiteX2" fmla="*/ 492592 w 496296"/>
              <a:gd name="connsiteY2" fmla="*/ 888955 h 890933"/>
              <a:gd name="connsiteX3" fmla="*/ 466896 w 496296"/>
              <a:gd name="connsiteY3" fmla="*/ 643827 h 890933"/>
              <a:gd name="connsiteX4" fmla="*/ 336783 w 496296"/>
              <a:gd name="connsiteY4" fmla="*/ 338318 h 890933"/>
              <a:gd name="connsiteX5" fmla="*/ 154436 w 496296"/>
              <a:gd name="connsiteY5" fmla="*/ 185566 h 890933"/>
              <a:gd name="connsiteX6" fmla="*/ 80840 w 496296"/>
              <a:gd name="connsiteY6" fmla="*/ 8705 h 890933"/>
              <a:gd name="connsiteX7" fmla="*/ 0 w 496296"/>
              <a:gd name="connsiteY7" fmla="*/ 40615 h 890933"/>
              <a:gd name="connsiteX0" fmla="*/ 300256 w 518287"/>
              <a:gd name="connsiteY0" fmla="*/ 888192 h 890188"/>
              <a:gd name="connsiteX1" fmla="*/ 368843 w 518287"/>
              <a:gd name="connsiteY1" fmla="*/ 765900 h 890188"/>
              <a:gd name="connsiteX2" fmla="*/ 492592 w 518287"/>
              <a:gd name="connsiteY2" fmla="*/ 888955 h 890188"/>
              <a:gd name="connsiteX3" fmla="*/ 466896 w 518287"/>
              <a:gd name="connsiteY3" fmla="*/ 643827 h 890188"/>
              <a:gd name="connsiteX4" fmla="*/ 336783 w 518287"/>
              <a:gd name="connsiteY4" fmla="*/ 338318 h 890188"/>
              <a:gd name="connsiteX5" fmla="*/ 154436 w 518287"/>
              <a:gd name="connsiteY5" fmla="*/ 185566 h 890188"/>
              <a:gd name="connsiteX6" fmla="*/ 80840 w 518287"/>
              <a:gd name="connsiteY6" fmla="*/ 8705 h 890188"/>
              <a:gd name="connsiteX7" fmla="*/ 0 w 518287"/>
              <a:gd name="connsiteY7" fmla="*/ 40615 h 890188"/>
              <a:gd name="connsiteX0" fmla="*/ 300256 w 552461"/>
              <a:gd name="connsiteY0" fmla="*/ 888192 h 932672"/>
              <a:gd name="connsiteX1" fmla="*/ 368843 w 552461"/>
              <a:gd name="connsiteY1" fmla="*/ 765900 h 932672"/>
              <a:gd name="connsiteX2" fmla="*/ 532244 w 552461"/>
              <a:gd name="connsiteY2" fmla="*/ 931677 h 932672"/>
              <a:gd name="connsiteX3" fmla="*/ 466896 w 552461"/>
              <a:gd name="connsiteY3" fmla="*/ 643827 h 932672"/>
              <a:gd name="connsiteX4" fmla="*/ 336783 w 552461"/>
              <a:gd name="connsiteY4" fmla="*/ 338318 h 932672"/>
              <a:gd name="connsiteX5" fmla="*/ 154436 w 552461"/>
              <a:gd name="connsiteY5" fmla="*/ 185566 h 932672"/>
              <a:gd name="connsiteX6" fmla="*/ 80840 w 552461"/>
              <a:gd name="connsiteY6" fmla="*/ 8705 h 932672"/>
              <a:gd name="connsiteX7" fmla="*/ 0 w 552461"/>
              <a:gd name="connsiteY7" fmla="*/ 40615 h 932672"/>
              <a:gd name="connsiteX0" fmla="*/ 300256 w 536252"/>
              <a:gd name="connsiteY0" fmla="*/ 888192 h 934482"/>
              <a:gd name="connsiteX1" fmla="*/ 368843 w 536252"/>
              <a:gd name="connsiteY1" fmla="*/ 765900 h 934482"/>
              <a:gd name="connsiteX2" fmla="*/ 532244 w 536252"/>
              <a:gd name="connsiteY2" fmla="*/ 931677 h 934482"/>
              <a:gd name="connsiteX3" fmla="*/ 490383 w 536252"/>
              <a:gd name="connsiteY3" fmla="*/ 599768 h 934482"/>
              <a:gd name="connsiteX4" fmla="*/ 336783 w 536252"/>
              <a:gd name="connsiteY4" fmla="*/ 338318 h 934482"/>
              <a:gd name="connsiteX5" fmla="*/ 154436 w 536252"/>
              <a:gd name="connsiteY5" fmla="*/ 185566 h 934482"/>
              <a:gd name="connsiteX6" fmla="*/ 80840 w 536252"/>
              <a:gd name="connsiteY6" fmla="*/ 8705 h 934482"/>
              <a:gd name="connsiteX7" fmla="*/ 0 w 536252"/>
              <a:gd name="connsiteY7" fmla="*/ 40615 h 934482"/>
              <a:gd name="connsiteX0" fmla="*/ 300256 w 562719"/>
              <a:gd name="connsiteY0" fmla="*/ 888192 h 953558"/>
              <a:gd name="connsiteX1" fmla="*/ 368843 w 562719"/>
              <a:gd name="connsiteY1" fmla="*/ 765900 h 953558"/>
              <a:gd name="connsiteX2" fmla="*/ 532244 w 562719"/>
              <a:gd name="connsiteY2" fmla="*/ 931677 h 953558"/>
              <a:gd name="connsiteX3" fmla="*/ 490383 w 562719"/>
              <a:gd name="connsiteY3" fmla="*/ 599768 h 953558"/>
              <a:gd name="connsiteX4" fmla="*/ 336783 w 562719"/>
              <a:gd name="connsiteY4" fmla="*/ 338318 h 953558"/>
              <a:gd name="connsiteX5" fmla="*/ 154436 w 562719"/>
              <a:gd name="connsiteY5" fmla="*/ 185566 h 953558"/>
              <a:gd name="connsiteX6" fmla="*/ 80840 w 562719"/>
              <a:gd name="connsiteY6" fmla="*/ 8705 h 953558"/>
              <a:gd name="connsiteX7" fmla="*/ 0 w 562719"/>
              <a:gd name="connsiteY7" fmla="*/ 40615 h 953558"/>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220083 w 628366"/>
              <a:gd name="connsiteY5" fmla="*/ 356001 h 1123993"/>
              <a:gd name="connsiteX6" fmla="*/ 146487 w 628366"/>
              <a:gd name="connsiteY6" fmla="*/ 179140 h 1123993"/>
              <a:gd name="connsiteX7" fmla="*/ 0 w 628366"/>
              <a:gd name="connsiteY7"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220083 w 628366"/>
              <a:gd name="connsiteY5" fmla="*/ 356001 h 1123993"/>
              <a:gd name="connsiteX6" fmla="*/ 107174 w 628366"/>
              <a:gd name="connsiteY6" fmla="*/ 40313 h 1123993"/>
              <a:gd name="connsiteX7" fmla="*/ 0 w 628366"/>
              <a:gd name="connsiteY7"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02430 w 628366"/>
              <a:gd name="connsiteY4" fmla="*/ 508753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37012 w 628366"/>
              <a:gd name="connsiteY4" fmla="*/ 453926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37012 w 628366"/>
              <a:gd name="connsiteY4" fmla="*/ 453926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59132 w 628366"/>
              <a:gd name="connsiteY4" fmla="*/ 499685 h 1123993"/>
              <a:gd name="connsiteX5" fmla="*/ 379288 w 628366"/>
              <a:gd name="connsiteY5" fmla="*/ 360202 h 1123993"/>
              <a:gd name="connsiteX6" fmla="*/ 220083 w 628366"/>
              <a:gd name="connsiteY6" fmla="*/ 356001 h 1123993"/>
              <a:gd name="connsiteX7" fmla="*/ 107174 w 628366"/>
              <a:gd name="connsiteY7" fmla="*/ 40313 h 1123993"/>
              <a:gd name="connsiteX8" fmla="*/ 0 w 628366"/>
              <a:gd name="connsiteY8" fmla="*/ 0 h 1123993"/>
              <a:gd name="connsiteX0" fmla="*/ 365903 w 628366"/>
              <a:gd name="connsiteY0" fmla="*/ 1058627 h 1123993"/>
              <a:gd name="connsiteX1" fmla="*/ 434490 w 628366"/>
              <a:gd name="connsiteY1" fmla="*/ 936335 h 1123993"/>
              <a:gd name="connsiteX2" fmla="*/ 597891 w 628366"/>
              <a:gd name="connsiteY2" fmla="*/ 1102112 h 1123993"/>
              <a:gd name="connsiteX3" fmla="*/ 556030 w 628366"/>
              <a:gd name="connsiteY3" fmla="*/ 770203 h 1123993"/>
              <a:gd name="connsiteX4" fmla="*/ 459132 w 628366"/>
              <a:gd name="connsiteY4" fmla="*/ 499685 h 1123993"/>
              <a:gd name="connsiteX5" fmla="*/ 379288 w 628366"/>
              <a:gd name="connsiteY5" fmla="*/ 360202 h 1123993"/>
              <a:gd name="connsiteX6" fmla="*/ 328869 w 628366"/>
              <a:gd name="connsiteY6" fmla="*/ 457163 h 1123993"/>
              <a:gd name="connsiteX7" fmla="*/ 220083 w 628366"/>
              <a:gd name="connsiteY7" fmla="*/ 356001 h 1123993"/>
              <a:gd name="connsiteX8" fmla="*/ 107174 w 628366"/>
              <a:gd name="connsiteY8" fmla="*/ 40313 h 1123993"/>
              <a:gd name="connsiteX9" fmla="*/ 0 w 628366"/>
              <a:gd name="connsiteY9" fmla="*/ 0 h 1123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8366" h="1123993">
                <a:moveTo>
                  <a:pt x="365903" y="1058627"/>
                </a:moveTo>
                <a:cubicBezTo>
                  <a:pt x="406676" y="1047289"/>
                  <a:pt x="395825" y="929088"/>
                  <a:pt x="434490" y="936335"/>
                </a:cubicBezTo>
                <a:cubicBezTo>
                  <a:pt x="473155" y="943582"/>
                  <a:pt x="509803" y="1198916"/>
                  <a:pt x="597891" y="1102112"/>
                </a:cubicBezTo>
                <a:cubicBezTo>
                  <a:pt x="685979" y="1005308"/>
                  <a:pt x="554982" y="818971"/>
                  <a:pt x="556030" y="770203"/>
                </a:cubicBezTo>
                <a:cubicBezTo>
                  <a:pt x="542946" y="672965"/>
                  <a:pt x="483624" y="663526"/>
                  <a:pt x="459132" y="499685"/>
                </a:cubicBezTo>
                <a:cubicBezTo>
                  <a:pt x="434640" y="335844"/>
                  <a:pt x="400634" y="381148"/>
                  <a:pt x="379288" y="360202"/>
                </a:cubicBezTo>
                <a:cubicBezTo>
                  <a:pt x="357942" y="339256"/>
                  <a:pt x="355403" y="457863"/>
                  <a:pt x="328869" y="457163"/>
                </a:cubicBezTo>
                <a:cubicBezTo>
                  <a:pt x="302335" y="456463"/>
                  <a:pt x="257396" y="411617"/>
                  <a:pt x="220083" y="356001"/>
                </a:cubicBezTo>
                <a:cubicBezTo>
                  <a:pt x="182770" y="300385"/>
                  <a:pt x="140572" y="74746"/>
                  <a:pt x="107174" y="40313"/>
                </a:cubicBezTo>
                <a:cubicBezTo>
                  <a:pt x="73776" y="5880"/>
                  <a:pt x="13952" y="13405"/>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C64C6A4E-885B-421B-0282-573EAEED7E53}"/>
              </a:ext>
            </a:extLst>
          </p:cNvPr>
          <p:cNvSpPr/>
          <p:nvPr userDrawn="1"/>
        </p:nvSpPr>
        <p:spPr>
          <a:xfrm rot="8568214">
            <a:off x="5765392" y="6274294"/>
            <a:ext cx="1853711" cy="308065"/>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3866654 w 6059421"/>
              <a:gd name="connsiteY7" fmla="*/ 420470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456347 w 6059421"/>
              <a:gd name="connsiteY8" fmla="*/ 4305003 h 4413195"/>
              <a:gd name="connsiteX9" fmla="*/ 4763433 w 6059421"/>
              <a:gd name="connsiteY9" fmla="*/ 4243185 h 4413195"/>
              <a:gd name="connsiteX10" fmla="*/ 5467403 w 6059421"/>
              <a:gd name="connsiteY10" fmla="*/ 3779622 h 4413195"/>
              <a:gd name="connsiteX11" fmla="*/ 5713764 w 6059421"/>
              <a:gd name="connsiteY11" fmla="*/ 3489822 h 4413195"/>
              <a:gd name="connsiteX12" fmla="*/ 6057499 w 6059421"/>
              <a:gd name="connsiteY12" fmla="*/ 2932545 h 4413195"/>
              <a:gd name="connsiteX13" fmla="*/ 5824274 w 6059421"/>
              <a:gd name="connsiteY13" fmla="*/ 1915138 h 4413195"/>
              <a:gd name="connsiteX14" fmla="*/ 5247641 w 6059421"/>
              <a:gd name="connsiteY14" fmla="*/ 1216850 h 4413195"/>
              <a:gd name="connsiteX15" fmla="*/ 5361323 w 6059421"/>
              <a:gd name="connsiteY15" fmla="*/ 444093 h 4413195"/>
              <a:gd name="connsiteX16" fmla="*/ 5015497 w 6059421"/>
              <a:gd name="connsiteY16" fmla="*/ 0 h 4413195"/>
              <a:gd name="connsiteX0" fmla="*/ 0 w 6059421"/>
              <a:gd name="connsiteY0" fmla="*/ 4408834 h 4413643"/>
              <a:gd name="connsiteX1" fmla="*/ 436266 w 6059421"/>
              <a:gd name="connsiteY1" fmla="*/ 3803273 h 4413643"/>
              <a:gd name="connsiteX2" fmla="*/ 1080723 w 6059421"/>
              <a:gd name="connsiteY2" fmla="*/ 3408979 h 4413643"/>
              <a:gd name="connsiteX3" fmla="*/ 1782538 w 6059421"/>
              <a:gd name="connsiteY3" fmla="*/ 2917743 h 4413643"/>
              <a:gd name="connsiteX4" fmla="*/ 2189343 w 6059421"/>
              <a:gd name="connsiteY4" fmla="*/ 2827673 h 4413643"/>
              <a:gd name="connsiteX5" fmla="*/ 2644019 w 6059421"/>
              <a:gd name="connsiteY5" fmla="*/ 3353419 h 4413643"/>
              <a:gd name="connsiteX6" fmla="*/ 3213049 w 6059421"/>
              <a:gd name="connsiteY6" fmla="*/ 4229089 h 4413643"/>
              <a:gd name="connsiteX7" fmla="*/ 4041360 w 6059421"/>
              <a:gd name="connsiteY7" fmla="*/ 3933245 h 4413643"/>
              <a:gd name="connsiteX8" fmla="*/ 4456347 w 6059421"/>
              <a:gd name="connsiteY8" fmla="*/ 4305003 h 4413643"/>
              <a:gd name="connsiteX9" fmla="*/ 4763433 w 6059421"/>
              <a:gd name="connsiteY9" fmla="*/ 4243185 h 4413643"/>
              <a:gd name="connsiteX10" fmla="*/ 5467403 w 6059421"/>
              <a:gd name="connsiteY10" fmla="*/ 3779622 h 4413643"/>
              <a:gd name="connsiteX11" fmla="*/ 5713764 w 6059421"/>
              <a:gd name="connsiteY11" fmla="*/ 3489822 h 4413643"/>
              <a:gd name="connsiteX12" fmla="*/ 6057499 w 6059421"/>
              <a:gd name="connsiteY12" fmla="*/ 2932545 h 4413643"/>
              <a:gd name="connsiteX13" fmla="*/ 5824274 w 6059421"/>
              <a:gd name="connsiteY13" fmla="*/ 1915138 h 4413643"/>
              <a:gd name="connsiteX14" fmla="*/ 5247641 w 6059421"/>
              <a:gd name="connsiteY14" fmla="*/ 1216850 h 4413643"/>
              <a:gd name="connsiteX15" fmla="*/ 5361323 w 6059421"/>
              <a:gd name="connsiteY15" fmla="*/ 444093 h 4413643"/>
              <a:gd name="connsiteX16" fmla="*/ 5015497 w 6059421"/>
              <a:gd name="connsiteY16" fmla="*/ 0 h 4413643"/>
              <a:gd name="connsiteX0" fmla="*/ 0 w 6059421"/>
              <a:gd name="connsiteY0" fmla="*/ 4408834 h 4413642"/>
              <a:gd name="connsiteX1" fmla="*/ 436266 w 6059421"/>
              <a:gd name="connsiteY1" fmla="*/ 3803273 h 4413642"/>
              <a:gd name="connsiteX2" fmla="*/ 1080723 w 6059421"/>
              <a:gd name="connsiteY2" fmla="*/ 3408979 h 4413642"/>
              <a:gd name="connsiteX3" fmla="*/ 1782538 w 6059421"/>
              <a:gd name="connsiteY3" fmla="*/ 2917743 h 4413642"/>
              <a:gd name="connsiteX4" fmla="*/ 2336788 w 6059421"/>
              <a:gd name="connsiteY4" fmla="*/ 2729273 h 4413642"/>
              <a:gd name="connsiteX5" fmla="*/ 2644019 w 6059421"/>
              <a:gd name="connsiteY5" fmla="*/ 3353419 h 4413642"/>
              <a:gd name="connsiteX6" fmla="*/ 3213049 w 6059421"/>
              <a:gd name="connsiteY6" fmla="*/ 4229089 h 4413642"/>
              <a:gd name="connsiteX7" fmla="*/ 4041360 w 6059421"/>
              <a:gd name="connsiteY7" fmla="*/ 3933245 h 4413642"/>
              <a:gd name="connsiteX8" fmla="*/ 4456347 w 6059421"/>
              <a:gd name="connsiteY8" fmla="*/ 4305003 h 4413642"/>
              <a:gd name="connsiteX9" fmla="*/ 4763433 w 6059421"/>
              <a:gd name="connsiteY9" fmla="*/ 4243185 h 4413642"/>
              <a:gd name="connsiteX10" fmla="*/ 5467403 w 6059421"/>
              <a:gd name="connsiteY10" fmla="*/ 3779622 h 4413642"/>
              <a:gd name="connsiteX11" fmla="*/ 5713764 w 6059421"/>
              <a:gd name="connsiteY11" fmla="*/ 3489822 h 4413642"/>
              <a:gd name="connsiteX12" fmla="*/ 6057499 w 6059421"/>
              <a:gd name="connsiteY12" fmla="*/ 2932545 h 4413642"/>
              <a:gd name="connsiteX13" fmla="*/ 5824274 w 6059421"/>
              <a:gd name="connsiteY13" fmla="*/ 1915138 h 4413642"/>
              <a:gd name="connsiteX14" fmla="*/ 5247641 w 6059421"/>
              <a:gd name="connsiteY14" fmla="*/ 1216850 h 4413642"/>
              <a:gd name="connsiteX15" fmla="*/ 5361323 w 6059421"/>
              <a:gd name="connsiteY15" fmla="*/ 444093 h 4413642"/>
              <a:gd name="connsiteX16" fmla="*/ 5015497 w 6059421"/>
              <a:gd name="connsiteY16" fmla="*/ 0 h 4413642"/>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361323 w 6059421"/>
              <a:gd name="connsiteY15" fmla="*/ 239241 h 4208790"/>
              <a:gd name="connsiteX16" fmla="*/ 4973492 w 6059421"/>
              <a:gd name="connsiteY16" fmla="*/ 0 h 4208790"/>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267809 w 6059421"/>
              <a:gd name="connsiteY15" fmla="*/ 380738 h 4208790"/>
              <a:gd name="connsiteX16" fmla="*/ 4973492 w 6059421"/>
              <a:gd name="connsiteY16" fmla="*/ 0 h 4208790"/>
              <a:gd name="connsiteX0" fmla="*/ 0 w 6057899"/>
              <a:gd name="connsiteY0" fmla="*/ 4203982 h 4208790"/>
              <a:gd name="connsiteX1" fmla="*/ 436266 w 6057899"/>
              <a:gd name="connsiteY1" fmla="*/ 3598421 h 4208790"/>
              <a:gd name="connsiteX2" fmla="*/ 1080723 w 6057899"/>
              <a:gd name="connsiteY2" fmla="*/ 3204127 h 4208790"/>
              <a:gd name="connsiteX3" fmla="*/ 1782538 w 6057899"/>
              <a:gd name="connsiteY3" fmla="*/ 2712891 h 4208790"/>
              <a:gd name="connsiteX4" fmla="*/ 2336788 w 6057899"/>
              <a:gd name="connsiteY4" fmla="*/ 2524421 h 4208790"/>
              <a:gd name="connsiteX5" fmla="*/ 2644019 w 6057899"/>
              <a:gd name="connsiteY5" fmla="*/ 3148567 h 4208790"/>
              <a:gd name="connsiteX6" fmla="*/ 3213049 w 6057899"/>
              <a:gd name="connsiteY6" fmla="*/ 4024237 h 4208790"/>
              <a:gd name="connsiteX7" fmla="*/ 4041360 w 6057899"/>
              <a:gd name="connsiteY7" fmla="*/ 3728393 h 4208790"/>
              <a:gd name="connsiteX8" fmla="*/ 4456347 w 6057899"/>
              <a:gd name="connsiteY8" fmla="*/ 4100151 h 4208790"/>
              <a:gd name="connsiteX9" fmla="*/ 4763433 w 6057899"/>
              <a:gd name="connsiteY9" fmla="*/ 4038333 h 4208790"/>
              <a:gd name="connsiteX10" fmla="*/ 5467403 w 6057899"/>
              <a:gd name="connsiteY10" fmla="*/ 3574770 h 4208790"/>
              <a:gd name="connsiteX11" fmla="*/ 5713764 w 6057899"/>
              <a:gd name="connsiteY11" fmla="*/ 3284970 h 4208790"/>
              <a:gd name="connsiteX12" fmla="*/ 6057499 w 6057899"/>
              <a:gd name="connsiteY12" fmla="*/ 2727693 h 4208790"/>
              <a:gd name="connsiteX13" fmla="*/ 5770753 w 6057899"/>
              <a:gd name="connsiteY13" fmla="*/ 1846743 h 4208790"/>
              <a:gd name="connsiteX14" fmla="*/ 5247641 w 6057899"/>
              <a:gd name="connsiteY14" fmla="*/ 1011998 h 4208790"/>
              <a:gd name="connsiteX15" fmla="*/ 5267809 w 6057899"/>
              <a:gd name="connsiteY15" fmla="*/ 380738 h 4208790"/>
              <a:gd name="connsiteX16" fmla="*/ 4973492 w 6057899"/>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63433 w 6057921"/>
              <a:gd name="connsiteY9" fmla="*/ 4038333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37"/>
              <a:gd name="connsiteY0" fmla="*/ 4203982 h 4208790"/>
              <a:gd name="connsiteX1" fmla="*/ 436266 w 6057937"/>
              <a:gd name="connsiteY1" fmla="*/ 3598421 h 4208790"/>
              <a:gd name="connsiteX2" fmla="*/ 1080723 w 6057937"/>
              <a:gd name="connsiteY2" fmla="*/ 3204127 h 4208790"/>
              <a:gd name="connsiteX3" fmla="*/ 1782538 w 6057937"/>
              <a:gd name="connsiteY3" fmla="*/ 2712891 h 4208790"/>
              <a:gd name="connsiteX4" fmla="*/ 2313457 w 6057937"/>
              <a:gd name="connsiteY4" fmla="*/ 2472483 h 4208790"/>
              <a:gd name="connsiteX5" fmla="*/ 2644019 w 6057937"/>
              <a:gd name="connsiteY5" fmla="*/ 3148567 h 4208790"/>
              <a:gd name="connsiteX6" fmla="*/ 3213049 w 6057937"/>
              <a:gd name="connsiteY6" fmla="*/ 4024237 h 4208790"/>
              <a:gd name="connsiteX7" fmla="*/ 4041360 w 6057937"/>
              <a:gd name="connsiteY7" fmla="*/ 3728393 h 4208790"/>
              <a:gd name="connsiteX8" fmla="*/ 4411294 w 6057937"/>
              <a:gd name="connsiteY8" fmla="*/ 3836425 h 4208790"/>
              <a:gd name="connsiteX9" fmla="*/ 4743432 w 6057937"/>
              <a:gd name="connsiteY9" fmla="*/ 3931096 h 4208790"/>
              <a:gd name="connsiteX10" fmla="*/ 5467403 w 6057937"/>
              <a:gd name="connsiteY10" fmla="*/ 3574770 h 4208790"/>
              <a:gd name="connsiteX11" fmla="*/ 5713764 w 6057937"/>
              <a:gd name="connsiteY11" fmla="*/ 3284970 h 4208790"/>
              <a:gd name="connsiteX12" fmla="*/ 6057499 w 6057937"/>
              <a:gd name="connsiteY12" fmla="*/ 2727693 h 4208790"/>
              <a:gd name="connsiteX13" fmla="*/ 5770753 w 6057937"/>
              <a:gd name="connsiteY13" fmla="*/ 1846743 h 4208790"/>
              <a:gd name="connsiteX14" fmla="*/ 5157158 w 6057937"/>
              <a:gd name="connsiteY14" fmla="*/ 1183046 h 4208790"/>
              <a:gd name="connsiteX15" fmla="*/ 5267809 w 6057937"/>
              <a:gd name="connsiteY15" fmla="*/ 380738 h 4208790"/>
              <a:gd name="connsiteX16" fmla="*/ 4973492 w 6057937"/>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644019 w 6057725"/>
              <a:gd name="connsiteY5" fmla="*/ 3148567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596253 w 6057725"/>
              <a:gd name="connsiteY5" fmla="*/ 3209465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62584"/>
              <a:gd name="connsiteY0" fmla="*/ 4203982 h 4208790"/>
              <a:gd name="connsiteX1" fmla="*/ 436266 w 6062584"/>
              <a:gd name="connsiteY1" fmla="*/ 3598421 h 4208790"/>
              <a:gd name="connsiteX2" fmla="*/ 1080723 w 6062584"/>
              <a:gd name="connsiteY2" fmla="*/ 3204127 h 4208790"/>
              <a:gd name="connsiteX3" fmla="*/ 1782538 w 6062584"/>
              <a:gd name="connsiteY3" fmla="*/ 2712891 h 4208790"/>
              <a:gd name="connsiteX4" fmla="*/ 2313457 w 6062584"/>
              <a:gd name="connsiteY4" fmla="*/ 2472483 h 4208790"/>
              <a:gd name="connsiteX5" fmla="*/ 2596253 w 6062584"/>
              <a:gd name="connsiteY5" fmla="*/ 3209465 h 4208790"/>
              <a:gd name="connsiteX6" fmla="*/ 3213049 w 6062584"/>
              <a:gd name="connsiteY6" fmla="*/ 4024237 h 4208790"/>
              <a:gd name="connsiteX7" fmla="*/ 4041360 w 6062584"/>
              <a:gd name="connsiteY7" fmla="*/ 3728393 h 4208790"/>
              <a:gd name="connsiteX8" fmla="*/ 4411294 w 6062584"/>
              <a:gd name="connsiteY8" fmla="*/ 3836425 h 4208790"/>
              <a:gd name="connsiteX9" fmla="*/ 4743432 w 6062584"/>
              <a:gd name="connsiteY9" fmla="*/ 3931096 h 4208790"/>
              <a:gd name="connsiteX10" fmla="*/ 5467403 w 6062584"/>
              <a:gd name="connsiteY10" fmla="*/ 3574770 h 4208790"/>
              <a:gd name="connsiteX11" fmla="*/ 5523798 w 6062584"/>
              <a:gd name="connsiteY11" fmla="*/ 3239393 h 4208790"/>
              <a:gd name="connsiteX12" fmla="*/ 6057499 w 6062584"/>
              <a:gd name="connsiteY12" fmla="*/ 2727693 h 4208790"/>
              <a:gd name="connsiteX13" fmla="*/ 5756011 w 6062584"/>
              <a:gd name="connsiteY13" fmla="*/ 1878536 h 4208790"/>
              <a:gd name="connsiteX14" fmla="*/ 5157158 w 6062584"/>
              <a:gd name="connsiteY14" fmla="*/ 1183046 h 4208790"/>
              <a:gd name="connsiteX15" fmla="*/ 5267809 w 6062584"/>
              <a:gd name="connsiteY15" fmla="*/ 380738 h 4208790"/>
              <a:gd name="connsiteX16" fmla="*/ 4973492 w 6062584"/>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411294 w 5848359"/>
              <a:gd name="connsiteY8" fmla="*/ 3836425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332252 w 5848359"/>
              <a:gd name="connsiteY10" fmla="*/ 3563361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92093 h 4296901"/>
              <a:gd name="connsiteX1" fmla="*/ 436266 w 5848359"/>
              <a:gd name="connsiteY1" fmla="*/ 3686532 h 4296901"/>
              <a:gd name="connsiteX2" fmla="*/ 1080723 w 5848359"/>
              <a:gd name="connsiteY2" fmla="*/ 3292238 h 4296901"/>
              <a:gd name="connsiteX3" fmla="*/ 1782538 w 5848359"/>
              <a:gd name="connsiteY3" fmla="*/ 2801002 h 4296901"/>
              <a:gd name="connsiteX4" fmla="*/ 2313457 w 5848359"/>
              <a:gd name="connsiteY4" fmla="*/ 2560594 h 4296901"/>
              <a:gd name="connsiteX5" fmla="*/ 2596253 w 5848359"/>
              <a:gd name="connsiteY5" fmla="*/ 3297576 h 4296901"/>
              <a:gd name="connsiteX6" fmla="*/ 3213049 w 5848359"/>
              <a:gd name="connsiteY6" fmla="*/ 4112348 h 4296901"/>
              <a:gd name="connsiteX7" fmla="*/ 4041360 w 5848359"/>
              <a:gd name="connsiteY7" fmla="*/ 3816504 h 4296901"/>
              <a:gd name="connsiteX8" fmla="*/ 4584303 w 5848359"/>
              <a:gd name="connsiteY8" fmla="*/ 3665761 h 4296901"/>
              <a:gd name="connsiteX9" fmla="*/ 4837574 w 5848359"/>
              <a:gd name="connsiteY9" fmla="*/ 3741932 h 4296901"/>
              <a:gd name="connsiteX10" fmla="*/ 5332252 w 5848359"/>
              <a:gd name="connsiteY10" fmla="*/ 3651472 h 4296901"/>
              <a:gd name="connsiteX11" fmla="*/ 5523798 w 5848359"/>
              <a:gd name="connsiteY11" fmla="*/ 3327504 h 4296901"/>
              <a:gd name="connsiteX12" fmla="*/ 5823340 w 5848359"/>
              <a:gd name="connsiteY12" fmla="*/ 2867426 h 4296901"/>
              <a:gd name="connsiteX13" fmla="*/ 5756011 w 5848359"/>
              <a:gd name="connsiteY13" fmla="*/ 1966647 h 4296901"/>
              <a:gd name="connsiteX14" fmla="*/ 5157158 w 5848359"/>
              <a:gd name="connsiteY14" fmla="*/ 1271157 h 4296901"/>
              <a:gd name="connsiteX15" fmla="*/ 5267809 w 5848359"/>
              <a:gd name="connsiteY15" fmla="*/ 468849 h 4296901"/>
              <a:gd name="connsiteX16" fmla="*/ 5359023 w 5848359"/>
              <a:gd name="connsiteY16" fmla="*/ 1 h 4296901"/>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67809 w 5848359"/>
              <a:gd name="connsiteY15" fmla="*/ 468848 h 4296900"/>
              <a:gd name="connsiteX16" fmla="*/ 5359023 w 5848359"/>
              <a:gd name="connsiteY16" fmla="*/ 0 h 4296900"/>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87119 w 5848359"/>
              <a:gd name="connsiteY15" fmla="*/ 570191 h 4296900"/>
              <a:gd name="connsiteX16" fmla="*/ 5359023 w 5848359"/>
              <a:gd name="connsiteY16" fmla="*/ 0 h 4296900"/>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46559"/>
              <a:gd name="connsiteY0" fmla="*/ 4081236 h 4127531"/>
              <a:gd name="connsiteX1" fmla="*/ 251845 w 5646559"/>
              <a:gd name="connsiteY1" fmla="*/ 3686531 h 4127531"/>
              <a:gd name="connsiteX2" fmla="*/ 896302 w 5646559"/>
              <a:gd name="connsiteY2" fmla="*/ 3292237 h 4127531"/>
              <a:gd name="connsiteX3" fmla="*/ 1598117 w 5646559"/>
              <a:gd name="connsiteY3" fmla="*/ 2801001 h 4127531"/>
              <a:gd name="connsiteX4" fmla="*/ 2129036 w 5646559"/>
              <a:gd name="connsiteY4" fmla="*/ 2560593 h 4127531"/>
              <a:gd name="connsiteX5" fmla="*/ 2411832 w 5646559"/>
              <a:gd name="connsiteY5" fmla="*/ 3297575 h 4127531"/>
              <a:gd name="connsiteX6" fmla="*/ 3028628 w 5646559"/>
              <a:gd name="connsiteY6" fmla="*/ 4112347 h 4127531"/>
              <a:gd name="connsiteX7" fmla="*/ 3856939 w 5646559"/>
              <a:gd name="connsiteY7" fmla="*/ 3816503 h 4127531"/>
              <a:gd name="connsiteX8" fmla="*/ 4399882 w 5646559"/>
              <a:gd name="connsiteY8" fmla="*/ 3665760 h 4127531"/>
              <a:gd name="connsiteX9" fmla="*/ 4653153 w 5646559"/>
              <a:gd name="connsiteY9" fmla="*/ 3741931 h 4127531"/>
              <a:gd name="connsiteX10" fmla="*/ 5147831 w 5646559"/>
              <a:gd name="connsiteY10" fmla="*/ 3651471 h 4127531"/>
              <a:gd name="connsiteX11" fmla="*/ 5583777 w 5646559"/>
              <a:gd name="connsiteY11" fmla="*/ 3392405 h 4127531"/>
              <a:gd name="connsiteX12" fmla="*/ 5638919 w 5646559"/>
              <a:gd name="connsiteY12" fmla="*/ 2867425 h 4127531"/>
              <a:gd name="connsiteX13" fmla="*/ 5571590 w 5646559"/>
              <a:gd name="connsiteY13" fmla="*/ 1966646 h 4127531"/>
              <a:gd name="connsiteX14" fmla="*/ 4972737 w 5646559"/>
              <a:gd name="connsiteY14" fmla="*/ 1271156 h 4127531"/>
              <a:gd name="connsiteX15" fmla="*/ 5102698 w 5646559"/>
              <a:gd name="connsiteY15" fmla="*/ 570191 h 4127531"/>
              <a:gd name="connsiteX16" fmla="*/ 5174602 w 5646559"/>
              <a:gd name="connsiteY16" fmla="*/ 0 h 4127531"/>
              <a:gd name="connsiteX0" fmla="*/ 0 w 5646559"/>
              <a:gd name="connsiteY0" fmla="*/ 4081236 h 4112346"/>
              <a:gd name="connsiteX1" fmla="*/ 251845 w 5646559"/>
              <a:gd name="connsiteY1" fmla="*/ 3686531 h 4112346"/>
              <a:gd name="connsiteX2" fmla="*/ 896302 w 5646559"/>
              <a:gd name="connsiteY2" fmla="*/ 3292237 h 4112346"/>
              <a:gd name="connsiteX3" fmla="*/ 1598117 w 5646559"/>
              <a:gd name="connsiteY3" fmla="*/ 2801001 h 4112346"/>
              <a:gd name="connsiteX4" fmla="*/ 2129036 w 5646559"/>
              <a:gd name="connsiteY4" fmla="*/ 2560593 h 4112346"/>
              <a:gd name="connsiteX5" fmla="*/ 2411832 w 5646559"/>
              <a:gd name="connsiteY5" fmla="*/ 3297575 h 4112346"/>
              <a:gd name="connsiteX6" fmla="*/ 3028628 w 5646559"/>
              <a:gd name="connsiteY6" fmla="*/ 4112347 h 4112346"/>
              <a:gd name="connsiteX7" fmla="*/ 3856939 w 5646559"/>
              <a:gd name="connsiteY7" fmla="*/ 3816503 h 4112346"/>
              <a:gd name="connsiteX8" fmla="*/ 4212874 w 5646559"/>
              <a:gd name="connsiteY8" fmla="*/ 3663772 h 4112346"/>
              <a:gd name="connsiteX9" fmla="*/ 4653153 w 5646559"/>
              <a:gd name="connsiteY9" fmla="*/ 3741931 h 4112346"/>
              <a:gd name="connsiteX10" fmla="*/ 5147831 w 5646559"/>
              <a:gd name="connsiteY10" fmla="*/ 3651471 h 4112346"/>
              <a:gd name="connsiteX11" fmla="*/ 5583777 w 5646559"/>
              <a:gd name="connsiteY11" fmla="*/ 3392405 h 4112346"/>
              <a:gd name="connsiteX12" fmla="*/ 5638919 w 5646559"/>
              <a:gd name="connsiteY12" fmla="*/ 2867425 h 4112346"/>
              <a:gd name="connsiteX13" fmla="*/ 5571590 w 5646559"/>
              <a:gd name="connsiteY13" fmla="*/ 1966646 h 4112346"/>
              <a:gd name="connsiteX14" fmla="*/ 4972737 w 5646559"/>
              <a:gd name="connsiteY14" fmla="*/ 1271156 h 4112346"/>
              <a:gd name="connsiteX15" fmla="*/ 5102698 w 5646559"/>
              <a:gd name="connsiteY15" fmla="*/ 570191 h 4112346"/>
              <a:gd name="connsiteX16" fmla="*/ 5174602 w 5646559"/>
              <a:gd name="connsiteY16" fmla="*/ 0 h 4112346"/>
              <a:gd name="connsiteX0" fmla="*/ 0 w 5646559"/>
              <a:gd name="connsiteY0" fmla="*/ 4081236 h 4112347"/>
              <a:gd name="connsiteX1" fmla="*/ 251845 w 5646559"/>
              <a:gd name="connsiteY1" fmla="*/ 3686531 h 4112347"/>
              <a:gd name="connsiteX2" fmla="*/ 896302 w 5646559"/>
              <a:gd name="connsiteY2" fmla="*/ 3292237 h 4112347"/>
              <a:gd name="connsiteX3" fmla="*/ 1598117 w 5646559"/>
              <a:gd name="connsiteY3" fmla="*/ 2801001 h 4112347"/>
              <a:gd name="connsiteX4" fmla="*/ 2099834 w 5646559"/>
              <a:gd name="connsiteY4" fmla="*/ 2698875 h 4112347"/>
              <a:gd name="connsiteX5" fmla="*/ 2411832 w 5646559"/>
              <a:gd name="connsiteY5" fmla="*/ 3297575 h 4112347"/>
              <a:gd name="connsiteX6" fmla="*/ 3028628 w 5646559"/>
              <a:gd name="connsiteY6" fmla="*/ 4112347 h 4112347"/>
              <a:gd name="connsiteX7" fmla="*/ 3856939 w 5646559"/>
              <a:gd name="connsiteY7" fmla="*/ 3816503 h 4112347"/>
              <a:gd name="connsiteX8" fmla="*/ 4212874 w 5646559"/>
              <a:gd name="connsiteY8" fmla="*/ 3663772 h 4112347"/>
              <a:gd name="connsiteX9" fmla="*/ 4653153 w 5646559"/>
              <a:gd name="connsiteY9" fmla="*/ 3741931 h 4112347"/>
              <a:gd name="connsiteX10" fmla="*/ 5147831 w 5646559"/>
              <a:gd name="connsiteY10" fmla="*/ 3651471 h 4112347"/>
              <a:gd name="connsiteX11" fmla="*/ 5583777 w 5646559"/>
              <a:gd name="connsiteY11" fmla="*/ 3392405 h 4112347"/>
              <a:gd name="connsiteX12" fmla="*/ 5638919 w 5646559"/>
              <a:gd name="connsiteY12" fmla="*/ 2867425 h 4112347"/>
              <a:gd name="connsiteX13" fmla="*/ 5571590 w 5646559"/>
              <a:gd name="connsiteY13" fmla="*/ 1966646 h 4112347"/>
              <a:gd name="connsiteX14" fmla="*/ 4972737 w 5646559"/>
              <a:gd name="connsiteY14" fmla="*/ 1271156 h 4112347"/>
              <a:gd name="connsiteX15" fmla="*/ 5102698 w 5646559"/>
              <a:gd name="connsiteY15" fmla="*/ 570191 h 4112347"/>
              <a:gd name="connsiteX16" fmla="*/ 5174602 w 5646559"/>
              <a:gd name="connsiteY16" fmla="*/ 0 h 4112347"/>
              <a:gd name="connsiteX0" fmla="*/ 0 w 5646559"/>
              <a:gd name="connsiteY0" fmla="*/ 4081236 h 4112347"/>
              <a:gd name="connsiteX1" fmla="*/ 251845 w 5646559"/>
              <a:gd name="connsiteY1" fmla="*/ 3686531 h 4112347"/>
              <a:gd name="connsiteX2" fmla="*/ 896302 w 5646559"/>
              <a:gd name="connsiteY2" fmla="*/ 3292237 h 4112347"/>
              <a:gd name="connsiteX3" fmla="*/ 1598117 w 5646559"/>
              <a:gd name="connsiteY3" fmla="*/ 2801001 h 4112347"/>
              <a:gd name="connsiteX4" fmla="*/ 2099834 w 5646559"/>
              <a:gd name="connsiteY4" fmla="*/ 2698875 h 4112347"/>
              <a:gd name="connsiteX5" fmla="*/ 2411832 w 5646559"/>
              <a:gd name="connsiteY5" fmla="*/ 3297575 h 4112347"/>
              <a:gd name="connsiteX6" fmla="*/ 3028628 w 5646559"/>
              <a:gd name="connsiteY6" fmla="*/ 4112347 h 4112347"/>
              <a:gd name="connsiteX7" fmla="*/ 3856939 w 5646559"/>
              <a:gd name="connsiteY7" fmla="*/ 3816503 h 4112347"/>
              <a:gd name="connsiteX8" fmla="*/ 4212874 w 5646559"/>
              <a:gd name="connsiteY8" fmla="*/ 3663772 h 4112347"/>
              <a:gd name="connsiteX9" fmla="*/ 4653153 w 5646559"/>
              <a:gd name="connsiteY9" fmla="*/ 3741931 h 4112347"/>
              <a:gd name="connsiteX10" fmla="*/ 5147831 w 5646559"/>
              <a:gd name="connsiteY10" fmla="*/ 3651471 h 4112347"/>
              <a:gd name="connsiteX11" fmla="*/ 5583777 w 5646559"/>
              <a:gd name="connsiteY11" fmla="*/ 3392405 h 4112347"/>
              <a:gd name="connsiteX12" fmla="*/ 5638919 w 5646559"/>
              <a:gd name="connsiteY12" fmla="*/ 2867425 h 4112347"/>
              <a:gd name="connsiteX13" fmla="*/ 5571590 w 5646559"/>
              <a:gd name="connsiteY13" fmla="*/ 1966646 h 4112347"/>
              <a:gd name="connsiteX14" fmla="*/ 4972737 w 5646559"/>
              <a:gd name="connsiteY14" fmla="*/ 1271156 h 4112347"/>
              <a:gd name="connsiteX15" fmla="*/ 5102698 w 5646559"/>
              <a:gd name="connsiteY15" fmla="*/ 570191 h 4112347"/>
              <a:gd name="connsiteX16" fmla="*/ 5174602 w 5646559"/>
              <a:gd name="connsiteY16" fmla="*/ 0 h 4112347"/>
              <a:gd name="connsiteX0" fmla="*/ 0 w 5394714"/>
              <a:gd name="connsiteY0" fmla="*/ 3686531 h 4112347"/>
              <a:gd name="connsiteX1" fmla="*/ 644457 w 5394714"/>
              <a:gd name="connsiteY1" fmla="*/ 3292237 h 4112347"/>
              <a:gd name="connsiteX2" fmla="*/ 1346272 w 5394714"/>
              <a:gd name="connsiteY2" fmla="*/ 2801001 h 4112347"/>
              <a:gd name="connsiteX3" fmla="*/ 1847989 w 5394714"/>
              <a:gd name="connsiteY3" fmla="*/ 2698875 h 4112347"/>
              <a:gd name="connsiteX4" fmla="*/ 2159987 w 5394714"/>
              <a:gd name="connsiteY4" fmla="*/ 3297575 h 4112347"/>
              <a:gd name="connsiteX5" fmla="*/ 2776783 w 5394714"/>
              <a:gd name="connsiteY5" fmla="*/ 4112347 h 4112347"/>
              <a:gd name="connsiteX6" fmla="*/ 3605094 w 5394714"/>
              <a:gd name="connsiteY6" fmla="*/ 3816503 h 4112347"/>
              <a:gd name="connsiteX7" fmla="*/ 3961029 w 5394714"/>
              <a:gd name="connsiteY7" fmla="*/ 3663772 h 4112347"/>
              <a:gd name="connsiteX8" fmla="*/ 4401308 w 5394714"/>
              <a:gd name="connsiteY8" fmla="*/ 3741931 h 4112347"/>
              <a:gd name="connsiteX9" fmla="*/ 4895986 w 5394714"/>
              <a:gd name="connsiteY9" fmla="*/ 3651471 h 4112347"/>
              <a:gd name="connsiteX10" fmla="*/ 5331932 w 5394714"/>
              <a:gd name="connsiteY10" fmla="*/ 3392405 h 4112347"/>
              <a:gd name="connsiteX11" fmla="*/ 5387074 w 5394714"/>
              <a:gd name="connsiteY11" fmla="*/ 2867425 h 4112347"/>
              <a:gd name="connsiteX12" fmla="*/ 5319745 w 5394714"/>
              <a:gd name="connsiteY12" fmla="*/ 1966646 h 4112347"/>
              <a:gd name="connsiteX13" fmla="*/ 4720892 w 5394714"/>
              <a:gd name="connsiteY13" fmla="*/ 1271156 h 4112347"/>
              <a:gd name="connsiteX14" fmla="*/ 4850853 w 5394714"/>
              <a:gd name="connsiteY14" fmla="*/ 570191 h 4112347"/>
              <a:gd name="connsiteX15" fmla="*/ 4922757 w 5394714"/>
              <a:gd name="connsiteY15" fmla="*/ 0 h 4112347"/>
              <a:gd name="connsiteX0" fmla="*/ 0 w 5394714"/>
              <a:gd name="connsiteY0" fmla="*/ 3686531 h 4112347"/>
              <a:gd name="connsiteX1" fmla="*/ 644457 w 5394714"/>
              <a:gd name="connsiteY1" fmla="*/ 3292237 h 4112347"/>
              <a:gd name="connsiteX2" fmla="*/ 1346272 w 5394714"/>
              <a:gd name="connsiteY2" fmla="*/ 2801001 h 4112347"/>
              <a:gd name="connsiteX3" fmla="*/ 1847989 w 5394714"/>
              <a:gd name="connsiteY3" fmla="*/ 2698875 h 4112347"/>
              <a:gd name="connsiteX4" fmla="*/ 2159987 w 5394714"/>
              <a:gd name="connsiteY4" fmla="*/ 3297575 h 4112347"/>
              <a:gd name="connsiteX5" fmla="*/ 2776783 w 5394714"/>
              <a:gd name="connsiteY5" fmla="*/ 4112347 h 4112347"/>
              <a:gd name="connsiteX6" fmla="*/ 3605094 w 5394714"/>
              <a:gd name="connsiteY6" fmla="*/ 3816503 h 4112347"/>
              <a:gd name="connsiteX7" fmla="*/ 3961029 w 5394714"/>
              <a:gd name="connsiteY7" fmla="*/ 3663772 h 4112347"/>
              <a:gd name="connsiteX8" fmla="*/ 4401308 w 5394714"/>
              <a:gd name="connsiteY8" fmla="*/ 3741931 h 4112347"/>
              <a:gd name="connsiteX9" fmla="*/ 4895986 w 5394714"/>
              <a:gd name="connsiteY9" fmla="*/ 3651471 h 4112347"/>
              <a:gd name="connsiteX10" fmla="*/ 5331932 w 5394714"/>
              <a:gd name="connsiteY10" fmla="*/ 3392405 h 4112347"/>
              <a:gd name="connsiteX11" fmla="*/ 5387074 w 5394714"/>
              <a:gd name="connsiteY11" fmla="*/ 2867425 h 4112347"/>
              <a:gd name="connsiteX12" fmla="*/ 5319745 w 5394714"/>
              <a:gd name="connsiteY12" fmla="*/ 1966646 h 4112347"/>
              <a:gd name="connsiteX13" fmla="*/ 4720892 w 5394714"/>
              <a:gd name="connsiteY13" fmla="*/ 1271156 h 4112347"/>
              <a:gd name="connsiteX14" fmla="*/ 4850853 w 5394714"/>
              <a:gd name="connsiteY14" fmla="*/ 570191 h 4112347"/>
              <a:gd name="connsiteX15" fmla="*/ 4922757 w 5394714"/>
              <a:gd name="connsiteY15" fmla="*/ 0 h 4112347"/>
              <a:gd name="connsiteX0" fmla="*/ 0 w 5300292"/>
              <a:gd name="connsiteY0" fmla="*/ 3586187 h 4112347"/>
              <a:gd name="connsiteX1" fmla="*/ 550035 w 5300292"/>
              <a:gd name="connsiteY1" fmla="*/ 3292237 h 4112347"/>
              <a:gd name="connsiteX2" fmla="*/ 1251850 w 5300292"/>
              <a:gd name="connsiteY2" fmla="*/ 2801001 h 4112347"/>
              <a:gd name="connsiteX3" fmla="*/ 1753567 w 5300292"/>
              <a:gd name="connsiteY3" fmla="*/ 2698875 h 4112347"/>
              <a:gd name="connsiteX4" fmla="*/ 2065565 w 5300292"/>
              <a:gd name="connsiteY4" fmla="*/ 3297575 h 4112347"/>
              <a:gd name="connsiteX5" fmla="*/ 2682361 w 5300292"/>
              <a:gd name="connsiteY5" fmla="*/ 4112347 h 4112347"/>
              <a:gd name="connsiteX6" fmla="*/ 3510672 w 5300292"/>
              <a:gd name="connsiteY6" fmla="*/ 3816503 h 4112347"/>
              <a:gd name="connsiteX7" fmla="*/ 3866607 w 5300292"/>
              <a:gd name="connsiteY7" fmla="*/ 3663772 h 4112347"/>
              <a:gd name="connsiteX8" fmla="*/ 4306886 w 5300292"/>
              <a:gd name="connsiteY8" fmla="*/ 3741931 h 4112347"/>
              <a:gd name="connsiteX9" fmla="*/ 4801564 w 5300292"/>
              <a:gd name="connsiteY9" fmla="*/ 3651471 h 4112347"/>
              <a:gd name="connsiteX10" fmla="*/ 5237510 w 5300292"/>
              <a:gd name="connsiteY10" fmla="*/ 3392405 h 4112347"/>
              <a:gd name="connsiteX11" fmla="*/ 5292652 w 5300292"/>
              <a:gd name="connsiteY11" fmla="*/ 2867425 h 4112347"/>
              <a:gd name="connsiteX12" fmla="*/ 5225323 w 5300292"/>
              <a:gd name="connsiteY12" fmla="*/ 1966646 h 4112347"/>
              <a:gd name="connsiteX13" fmla="*/ 4626470 w 5300292"/>
              <a:gd name="connsiteY13" fmla="*/ 1271156 h 4112347"/>
              <a:gd name="connsiteX14" fmla="*/ 4756431 w 5300292"/>
              <a:gd name="connsiteY14" fmla="*/ 570191 h 4112347"/>
              <a:gd name="connsiteX15" fmla="*/ 4828335 w 5300292"/>
              <a:gd name="connsiteY15" fmla="*/ 0 h 4112347"/>
              <a:gd name="connsiteX0" fmla="*/ 0 w 5300292"/>
              <a:gd name="connsiteY0" fmla="*/ 3586187 h 3853432"/>
              <a:gd name="connsiteX1" fmla="*/ 550035 w 5300292"/>
              <a:gd name="connsiteY1" fmla="*/ 3292237 h 3853432"/>
              <a:gd name="connsiteX2" fmla="*/ 1251850 w 5300292"/>
              <a:gd name="connsiteY2" fmla="*/ 2801001 h 3853432"/>
              <a:gd name="connsiteX3" fmla="*/ 1753567 w 5300292"/>
              <a:gd name="connsiteY3" fmla="*/ 2698875 h 3853432"/>
              <a:gd name="connsiteX4" fmla="*/ 2065565 w 5300292"/>
              <a:gd name="connsiteY4" fmla="*/ 3297575 h 3853432"/>
              <a:gd name="connsiteX5" fmla="*/ 2762225 w 5300292"/>
              <a:gd name="connsiteY5" fmla="*/ 3853431 h 3853432"/>
              <a:gd name="connsiteX6" fmla="*/ 3510672 w 5300292"/>
              <a:gd name="connsiteY6" fmla="*/ 3816503 h 3853432"/>
              <a:gd name="connsiteX7" fmla="*/ 3866607 w 5300292"/>
              <a:gd name="connsiteY7" fmla="*/ 3663772 h 3853432"/>
              <a:gd name="connsiteX8" fmla="*/ 4306886 w 5300292"/>
              <a:gd name="connsiteY8" fmla="*/ 3741931 h 3853432"/>
              <a:gd name="connsiteX9" fmla="*/ 4801564 w 5300292"/>
              <a:gd name="connsiteY9" fmla="*/ 3651471 h 3853432"/>
              <a:gd name="connsiteX10" fmla="*/ 5237510 w 5300292"/>
              <a:gd name="connsiteY10" fmla="*/ 3392405 h 3853432"/>
              <a:gd name="connsiteX11" fmla="*/ 5292652 w 5300292"/>
              <a:gd name="connsiteY11" fmla="*/ 2867425 h 3853432"/>
              <a:gd name="connsiteX12" fmla="*/ 5225323 w 5300292"/>
              <a:gd name="connsiteY12" fmla="*/ 1966646 h 3853432"/>
              <a:gd name="connsiteX13" fmla="*/ 4626470 w 5300292"/>
              <a:gd name="connsiteY13" fmla="*/ 1271156 h 3853432"/>
              <a:gd name="connsiteX14" fmla="*/ 4756431 w 5300292"/>
              <a:gd name="connsiteY14" fmla="*/ 570191 h 3853432"/>
              <a:gd name="connsiteX15" fmla="*/ 4828335 w 5300292"/>
              <a:gd name="connsiteY15" fmla="*/ 0 h 3853432"/>
              <a:gd name="connsiteX0" fmla="*/ 0 w 5371211"/>
              <a:gd name="connsiteY0" fmla="*/ 3586187 h 3853431"/>
              <a:gd name="connsiteX1" fmla="*/ 550035 w 5371211"/>
              <a:gd name="connsiteY1" fmla="*/ 3292237 h 3853431"/>
              <a:gd name="connsiteX2" fmla="*/ 1251850 w 5371211"/>
              <a:gd name="connsiteY2" fmla="*/ 2801001 h 3853431"/>
              <a:gd name="connsiteX3" fmla="*/ 1753567 w 5371211"/>
              <a:gd name="connsiteY3" fmla="*/ 2698875 h 3853431"/>
              <a:gd name="connsiteX4" fmla="*/ 2065565 w 5371211"/>
              <a:gd name="connsiteY4" fmla="*/ 3297575 h 3853431"/>
              <a:gd name="connsiteX5" fmla="*/ 2762225 w 5371211"/>
              <a:gd name="connsiteY5" fmla="*/ 3853431 h 3853431"/>
              <a:gd name="connsiteX6" fmla="*/ 3510672 w 5371211"/>
              <a:gd name="connsiteY6" fmla="*/ 3816503 h 3853431"/>
              <a:gd name="connsiteX7" fmla="*/ 3866607 w 5371211"/>
              <a:gd name="connsiteY7" fmla="*/ 3663772 h 3853431"/>
              <a:gd name="connsiteX8" fmla="*/ 4306886 w 5371211"/>
              <a:gd name="connsiteY8" fmla="*/ 3741931 h 3853431"/>
              <a:gd name="connsiteX9" fmla="*/ 4801564 w 5371211"/>
              <a:gd name="connsiteY9" fmla="*/ 3651471 h 3853431"/>
              <a:gd name="connsiteX10" fmla="*/ 5341538 w 5371211"/>
              <a:gd name="connsiteY10" fmla="*/ 3368025 h 3853431"/>
              <a:gd name="connsiteX11" fmla="*/ 5292652 w 5371211"/>
              <a:gd name="connsiteY11" fmla="*/ 2867425 h 3853431"/>
              <a:gd name="connsiteX12" fmla="*/ 5225323 w 5371211"/>
              <a:gd name="connsiteY12" fmla="*/ 1966646 h 3853431"/>
              <a:gd name="connsiteX13" fmla="*/ 4626470 w 5371211"/>
              <a:gd name="connsiteY13" fmla="*/ 1271156 h 3853431"/>
              <a:gd name="connsiteX14" fmla="*/ 4756431 w 5371211"/>
              <a:gd name="connsiteY14" fmla="*/ 570191 h 3853431"/>
              <a:gd name="connsiteX15" fmla="*/ 4828335 w 5371211"/>
              <a:gd name="connsiteY15" fmla="*/ 0 h 3853431"/>
              <a:gd name="connsiteX0" fmla="*/ 0 w 5371211"/>
              <a:gd name="connsiteY0" fmla="*/ 3586187 h 3985545"/>
              <a:gd name="connsiteX1" fmla="*/ 550035 w 5371211"/>
              <a:gd name="connsiteY1" fmla="*/ 3292237 h 3985545"/>
              <a:gd name="connsiteX2" fmla="*/ 1251850 w 5371211"/>
              <a:gd name="connsiteY2" fmla="*/ 2801001 h 3985545"/>
              <a:gd name="connsiteX3" fmla="*/ 1753567 w 5371211"/>
              <a:gd name="connsiteY3" fmla="*/ 2698875 h 3985545"/>
              <a:gd name="connsiteX4" fmla="*/ 2065565 w 5371211"/>
              <a:gd name="connsiteY4" fmla="*/ 3297575 h 3985545"/>
              <a:gd name="connsiteX5" fmla="*/ 2814635 w 5371211"/>
              <a:gd name="connsiteY5" fmla="*/ 3985544 h 3985545"/>
              <a:gd name="connsiteX6" fmla="*/ 3510672 w 5371211"/>
              <a:gd name="connsiteY6" fmla="*/ 3816503 h 3985545"/>
              <a:gd name="connsiteX7" fmla="*/ 3866607 w 5371211"/>
              <a:gd name="connsiteY7" fmla="*/ 3663772 h 3985545"/>
              <a:gd name="connsiteX8" fmla="*/ 4306886 w 5371211"/>
              <a:gd name="connsiteY8" fmla="*/ 3741931 h 3985545"/>
              <a:gd name="connsiteX9" fmla="*/ 4801564 w 5371211"/>
              <a:gd name="connsiteY9" fmla="*/ 3651471 h 3985545"/>
              <a:gd name="connsiteX10" fmla="*/ 5341538 w 5371211"/>
              <a:gd name="connsiteY10" fmla="*/ 3368025 h 3985545"/>
              <a:gd name="connsiteX11" fmla="*/ 5292652 w 5371211"/>
              <a:gd name="connsiteY11" fmla="*/ 2867425 h 3985545"/>
              <a:gd name="connsiteX12" fmla="*/ 5225323 w 5371211"/>
              <a:gd name="connsiteY12" fmla="*/ 1966646 h 3985545"/>
              <a:gd name="connsiteX13" fmla="*/ 4626470 w 5371211"/>
              <a:gd name="connsiteY13" fmla="*/ 1271156 h 3985545"/>
              <a:gd name="connsiteX14" fmla="*/ 4756431 w 5371211"/>
              <a:gd name="connsiteY14" fmla="*/ 570191 h 3985545"/>
              <a:gd name="connsiteX15" fmla="*/ 4828335 w 5371211"/>
              <a:gd name="connsiteY15" fmla="*/ 0 h 3985545"/>
              <a:gd name="connsiteX0" fmla="*/ 0 w 5371211"/>
              <a:gd name="connsiteY0" fmla="*/ 3586187 h 3985544"/>
              <a:gd name="connsiteX1" fmla="*/ 550035 w 5371211"/>
              <a:gd name="connsiteY1" fmla="*/ 3292237 h 3985544"/>
              <a:gd name="connsiteX2" fmla="*/ 1305957 w 5371211"/>
              <a:gd name="connsiteY2" fmla="*/ 2903097 h 3985544"/>
              <a:gd name="connsiteX3" fmla="*/ 1753567 w 5371211"/>
              <a:gd name="connsiteY3" fmla="*/ 2698875 h 3985544"/>
              <a:gd name="connsiteX4" fmla="*/ 2065565 w 5371211"/>
              <a:gd name="connsiteY4" fmla="*/ 3297575 h 3985544"/>
              <a:gd name="connsiteX5" fmla="*/ 2814635 w 5371211"/>
              <a:gd name="connsiteY5" fmla="*/ 3985544 h 3985544"/>
              <a:gd name="connsiteX6" fmla="*/ 3510672 w 5371211"/>
              <a:gd name="connsiteY6" fmla="*/ 3816503 h 3985544"/>
              <a:gd name="connsiteX7" fmla="*/ 3866607 w 5371211"/>
              <a:gd name="connsiteY7" fmla="*/ 3663772 h 3985544"/>
              <a:gd name="connsiteX8" fmla="*/ 4306886 w 5371211"/>
              <a:gd name="connsiteY8" fmla="*/ 3741931 h 3985544"/>
              <a:gd name="connsiteX9" fmla="*/ 4801564 w 5371211"/>
              <a:gd name="connsiteY9" fmla="*/ 3651471 h 3985544"/>
              <a:gd name="connsiteX10" fmla="*/ 5341538 w 5371211"/>
              <a:gd name="connsiteY10" fmla="*/ 3368025 h 3985544"/>
              <a:gd name="connsiteX11" fmla="*/ 5292652 w 5371211"/>
              <a:gd name="connsiteY11" fmla="*/ 2867425 h 3985544"/>
              <a:gd name="connsiteX12" fmla="*/ 5225323 w 5371211"/>
              <a:gd name="connsiteY12" fmla="*/ 1966646 h 3985544"/>
              <a:gd name="connsiteX13" fmla="*/ 4626470 w 5371211"/>
              <a:gd name="connsiteY13" fmla="*/ 1271156 h 3985544"/>
              <a:gd name="connsiteX14" fmla="*/ 4756431 w 5371211"/>
              <a:gd name="connsiteY14" fmla="*/ 570191 h 3985544"/>
              <a:gd name="connsiteX15" fmla="*/ 4828335 w 5371211"/>
              <a:gd name="connsiteY15" fmla="*/ 0 h 3985544"/>
              <a:gd name="connsiteX0" fmla="*/ 0 w 5371211"/>
              <a:gd name="connsiteY0" fmla="*/ 3586187 h 3985544"/>
              <a:gd name="connsiteX1" fmla="*/ 546530 w 5371211"/>
              <a:gd name="connsiteY1" fmla="*/ 3373124 h 3985544"/>
              <a:gd name="connsiteX2" fmla="*/ 1305957 w 5371211"/>
              <a:gd name="connsiteY2" fmla="*/ 2903097 h 3985544"/>
              <a:gd name="connsiteX3" fmla="*/ 1753567 w 5371211"/>
              <a:gd name="connsiteY3" fmla="*/ 2698875 h 3985544"/>
              <a:gd name="connsiteX4" fmla="*/ 2065565 w 5371211"/>
              <a:gd name="connsiteY4" fmla="*/ 3297575 h 3985544"/>
              <a:gd name="connsiteX5" fmla="*/ 2814635 w 5371211"/>
              <a:gd name="connsiteY5" fmla="*/ 3985544 h 3985544"/>
              <a:gd name="connsiteX6" fmla="*/ 3510672 w 5371211"/>
              <a:gd name="connsiteY6" fmla="*/ 3816503 h 3985544"/>
              <a:gd name="connsiteX7" fmla="*/ 3866607 w 5371211"/>
              <a:gd name="connsiteY7" fmla="*/ 3663772 h 3985544"/>
              <a:gd name="connsiteX8" fmla="*/ 4306886 w 5371211"/>
              <a:gd name="connsiteY8" fmla="*/ 3741931 h 3985544"/>
              <a:gd name="connsiteX9" fmla="*/ 4801564 w 5371211"/>
              <a:gd name="connsiteY9" fmla="*/ 3651471 h 3985544"/>
              <a:gd name="connsiteX10" fmla="*/ 5341538 w 5371211"/>
              <a:gd name="connsiteY10" fmla="*/ 3368025 h 3985544"/>
              <a:gd name="connsiteX11" fmla="*/ 5292652 w 5371211"/>
              <a:gd name="connsiteY11" fmla="*/ 2867425 h 3985544"/>
              <a:gd name="connsiteX12" fmla="*/ 5225323 w 5371211"/>
              <a:gd name="connsiteY12" fmla="*/ 1966646 h 3985544"/>
              <a:gd name="connsiteX13" fmla="*/ 4626470 w 5371211"/>
              <a:gd name="connsiteY13" fmla="*/ 1271156 h 3985544"/>
              <a:gd name="connsiteX14" fmla="*/ 4756431 w 5371211"/>
              <a:gd name="connsiteY14" fmla="*/ 570191 h 3985544"/>
              <a:gd name="connsiteX15" fmla="*/ 4828335 w 5371211"/>
              <a:gd name="connsiteY15" fmla="*/ 0 h 3985544"/>
              <a:gd name="connsiteX0" fmla="*/ 0 w 5392995"/>
              <a:gd name="connsiteY0" fmla="*/ 3631094 h 3985544"/>
              <a:gd name="connsiteX1" fmla="*/ 568314 w 5392995"/>
              <a:gd name="connsiteY1" fmla="*/ 3373124 h 3985544"/>
              <a:gd name="connsiteX2" fmla="*/ 1327741 w 5392995"/>
              <a:gd name="connsiteY2" fmla="*/ 2903097 h 3985544"/>
              <a:gd name="connsiteX3" fmla="*/ 1775351 w 5392995"/>
              <a:gd name="connsiteY3" fmla="*/ 2698875 h 3985544"/>
              <a:gd name="connsiteX4" fmla="*/ 2087349 w 5392995"/>
              <a:gd name="connsiteY4" fmla="*/ 3297575 h 3985544"/>
              <a:gd name="connsiteX5" fmla="*/ 2836419 w 5392995"/>
              <a:gd name="connsiteY5" fmla="*/ 3985544 h 3985544"/>
              <a:gd name="connsiteX6" fmla="*/ 3532456 w 5392995"/>
              <a:gd name="connsiteY6" fmla="*/ 3816503 h 3985544"/>
              <a:gd name="connsiteX7" fmla="*/ 3888391 w 5392995"/>
              <a:gd name="connsiteY7" fmla="*/ 3663772 h 3985544"/>
              <a:gd name="connsiteX8" fmla="*/ 4328670 w 5392995"/>
              <a:gd name="connsiteY8" fmla="*/ 3741931 h 3985544"/>
              <a:gd name="connsiteX9" fmla="*/ 4823348 w 5392995"/>
              <a:gd name="connsiteY9" fmla="*/ 3651471 h 3985544"/>
              <a:gd name="connsiteX10" fmla="*/ 5363322 w 5392995"/>
              <a:gd name="connsiteY10" fmla="*/ 3368025 h 3985544"/>
              <a:gd name="connsiteX11" fmla="*/ 5314436 w 5392995"/>
              <a:gd name="connsiteY11" fmla="*/ 2867425 h 3985544"/>
              <a:gd name="connsiteX12" fmla="*/ 5247107 w 5392995"/>
              <a:gd name="connsiteY12" fmla="*/ 1966646 h 3985544"/>
              <a:gd name="connsiteX13" fmla="*/ 4648254 w 5392995"/>
              <a:gd name="connsiteY13" fmla="*/ 1271156 h 3985544"/>
              <a:gd name="connsiteX14" fmla="*/ 4778215 w 5392995"/>
              <a:gd name="connsiteY14" fmla="*/ 570191 h 3985544"/>
              <a:gd name="connsiteX15" fmla="*/ 4850119 w 5392995"/>
              <a:gd name="connsiteY15" fmla="*/ 0 h 3985544"/>
              <a:gd name="connsiteX0" fmla="*/ 0 w 5392995"/>
              <a:gd name="connsiteY0" fmla="*/ 3060903 h 3415353"/>
              <a:gd name="connsiteX1" fmla="*/ 568314 w 5392995"/>
              <a:gd name="connsiteY1" fmla="*/ 2802933 h 3415353"/>
              <a:gd name="connsiteX2" fmla="*/ 1327741 w 5392995"/>
              <a:gd name="connsiteY2" fmla="*/ 2332906 h 3415353"/>
              <a:gd name="connsiteX3" fmla="*/ 1775351 w 5392995"/>
              <a:gd name="connsiteY3" fmla="*/ 2128684 h 3415353"/>
              <a:gd name="connsiteX4" fmla="*/ 2087349 w 5392995"/>
              <a:gd name="connsiteY4" fmla="*/ 2727384 h 3415353"/>
              <a:gd name="connsiteX5" fmla="*/ 2836419 w 5392995"/>
              <a:gd name="connsiteY5" fmla="*/ 3415353 h 3415353"/>
              <a:gd name="connsiteX6" fmla="*/ 3532456 w 5392995"/>
              <a:gd name="connsiteY6" fmla="*/ 3246312 h 3415353"/>
              <a:gd name="connsiteX7" fmla="*/ 3888391 w 5392995"/>
              <a:gd name="connsiteY7" fmla="*/ 3093581 h 3415353"/>
              <a:gd name="connsiteX8" fmla="*/ 4328670 w 5392995"/>
              <a:gd name="connsiteY8" fmla="*/ 3171740 h 3415353"/>
              <a:gd name="connsiteX9" fmla="*/ 4823348 w 5392995"/>
              <a:gd name="connsiteY9" fmla="*/ 3081280 h 3415353"/>
              <a:gd name="connsiteX10" fmla="*/ 5363322 w 5392995"/>
              <a:gd name="connsiteY10" fmla="*/ 2797834 h 3415353"/>
              <a:gd name="connsiteX11" fmla="*/ 5314436 w 5392995"/>
              <a:gd name="connsiteY11" fmla="*/ 2297234 h 3415353"/>
              <a:gd name="connsiteX12" fmla="*/ 5247107 w 5392995"/>
              <a:gd name="connsiteY12" fmla="*/ 1396455 h 3415353"/>
              <a:gd name="connsiteX13" fmla="*/ 4648254 w 5392995"/>
              <a:gd name="connsiteY13" fmla="*/ 700965 h 3415353"/>
              <a:gd name="connsiteX14" fmla="*/ 4778215 w 5392995"/>
              <a:gd name="connsiteY14" fmla="*/ 0 h 3415353"/>
              <a:gd name="connsiteX0" fmla="*/ 0 w 5392995"/>
              <a:gd name="connsiteY0" fmla="*/ 2359938 h 2714388"/>
              <a:gd name="connsiteX1" fmla="*/ 568314 w 5392995"/>
              <a:gd name="connsiteY1" fmla="*/ 2101968 h 2714388"/>
              <a:gd name="connsiteX2" fmla="*/ 1327741 w 5392995"/>
              <a:gd name="connsiteY2" fmla="*/ 1631941 h 2714388"/>
              <a:gd name="connsiteX3" fmla="*/ 1775351 w 5392995"/>
              <a:gd name="connsiteY3" fmla="*/ 1427719 h 2714388"/>
              <a:gd name="connsiteX4" fmla="*/ 2087349 w 5392995"/>
              <a:gd name="connsiteY4" fmla="*/ 2026419 h 2714388"/>
              <a:gd name="connsiteX5" fmla="*/ 2836419 w 5392995"/>
              <a:gd name="connsiteY5" fmla="*/ 2714388 h 2714388"/>
              <a:gd name="connsiteX6" fmla="*/ 3532456 w 5392995"/>
              <a:gd name="connsiteY6" fmla="*/ 2545347 h 2714388"/>
              <a:gd name="connsiteX7" fmla="*/ 3888391 w 5392995"/>
              <a:gd name="connsiteY7" fmla="*/ 2392616 h 2714388"/>
              <a:gd name="connsiteX8" fmla="*/ 4328670 w 5392995"/>
              <a:gd name="connsiteY8" fmla="*/ 2470775 h 2714388"/>
              <a:gd name="connsiteX9" fmla="*/ 4823348 w 5392995"/>
              <a:gd name="connsiteY9" fmla="*/ 2380315 h 2714388"/>
              <a:gd name="connsiteX10" fmla="*/ 5363322 w 5392995"/>
              <a:gd name="connsiteY10" fmla="*/ 2096869 h 2714388"/>
              <a:gd name="connsiteX11" fmla="*/ 5314436 w 5392995"/>
              <a:gd name="connsiteY11" fmla="*/ 1596269 h 2714388"/>
              <a:gd name="connsiteX12" fmla="*/ 5247107 w 5392995"/>
              <a:gd name="connsiteY12" fmla="*/ 695490 h 2714388"/>
              <a:gd name="connsiteX13" fmla="*/ 4648254 w 5392995"/>
              <a:gd name="connsiteY13" fmla="*/ 0 h 2714388"/>
              <a:gd name="connsiteX0" fmla="*/ 0 w 5392995"/>
              <a:gd name="connsiteY0" fmla="*/ 1664448 h 2018898"/>
              <a:gd name="connsiteX1" fmla="*/ 568314 w 5392995"/>
              <a:gd name="connsiteY1" fmla="*/ 1406478 h 2018898"/>
              <a:gd name="connsiteX2" fmla="*/ 1327741 w 5392995"/>
              <a:gd name="connsiteY2" fmla="*/ 936451 h 2018898"/>
              <a:gd name="connsiteX3" fmla="*/ 1775351 w 5392995"/>
              <a:gd name="connsiteY3" fmla="*/ 732229 h 2018898"/>
              <a:gd name="connsiteX4" fmla="*/ 2087349 w 5392995"/>
              <a:gd name="connsiteY4" fmla="*/ 1330929 h 2018898"/>
              <a:gd name="connsiteX5" fmla="*/ 2836419 w 5392995"/>
              <a:gd name="connsiteY5" fmla="*/ 2018898 h 2018898"/>
              <a:gd name="connsiteX6" fmla="*/ 3532456 w 5392995"/>
              <a:gd name="connsiteY6" fmla="*/ 1849857 h 2018898"/>
              <a:gd name="connsiteX7" fmla="*/ 3888391 w 5392995"/>
              <a:gd name="connsiteY7" fmla="*/ 1697126 h 2018898"/>
              <a:gd name="connsiteX8" fmla="*/ 4328670 w 5392995"/>
              <a:gd name="connsiteY8" fmla="*/ 1775285 h 2018898"/>
              <a:gd name="connsiteX9" fmla="*/ 4823348 w 5392995"/>
              <a:gd name="connsiteY9" fmla="*/ 1684825 h 2018898"/>
              <a:gd name="connsiteX10" fmla="*/ 5363322 w 5392995"/>
              <a:gd name="connsiteY10" fmla="*/ 1401379 h 2018898"/>
              <a:gd name="connsiteX11" fmla="*/ 5314436 w 5392995"/>
              <a:gd name="connsiteY11" fmla="*/ 900779 h 2018898"/>
              <a:gd name="connsiteX12" fmla="*/ 5247107 w 5392995"/>
              <a:gd name="connsiteY12" fmla="*/ 0 h 2018898"/>
              <a:gd name="connsiteX0" fmla="*/ 0 w 5392995"/>
              <a:gd name="connsiteY0" fmla="*/ 947731 h 1302181"/>
              <a:gd name="connsiteX1" fmla="*/ 568314 w 5392995"/>
              <a:gd name="connsiteY1" fmla="*/ 689761 h 1302181"/>
              <a:gd name="connsiteX2" fmla="*/ 1327741 w 5392995"/>
              <a:gd name="connsiteY2" fmla="*/ 219734 h 1302181"/>
              <a:gd name="connsiteX3" fmla="*/ 1775351 w 5392995"/>
              <a:gd name="connsiteY3" fmla="*/ 15512 h 1302181"/>
              <a:gd name="connsiteX4" fmla="*/ 2087349 w 5392995"/>
              <a:gd name="connsiteY4" fmla="*/ 614212 h 1302181"/>
              <a:gd name="connsiteX5" fmla="*/ 2836419 w 5392995"/>
              <a:gd name="connsiteY5" fmla="*/ 1302181 h 1302181"/>
              <a:gd name="connsiteX6" fmla="*/ 3532456 w 5392995"/>
              <a:gd name="connsiteY6" fmla="*/ 1133140 h 1302181"/>
              <a:gd name="connsiteX7" fmla="*/ 3888391 w 5392995"/>
              <a:gd name="connsiteY7" fmla="*/ 980409 h 1302181"/>
              <a:gd name="connsiteX8" fmla="*/ 4328670 w 5392995"/>
              <a:gd name="connsiteY8" fmla="*/ 1058568 h 1302181"/>
              <a:gd name="connsiteX9" fmla="*/ 4823348 w 5392995"/>
              <a:gd name="connsiteY9" fmla="*/ 968108 h 1302181"/>
              <a:gd name="connsiteX10" fmla="*/ 5363322 w 5392995"/>
              <a:gd name="connsiteY10" fmla="*/ 684662 h 1302181"/>
              <a:gd name="connsiteX11" fmla="*/ 5314436 w 5392995"/>
              <a:gd name="connsiteY11" fmla="*/ 184062 h 1302181"/>
              <a:gd name="connsiteX0" fmla="*/ 0 w 5397761"/>
              <a:gd name="connsiteY0" fmla="*/ 947731 h 1302181"/>
              <a:gd name="connsiteX1" fmla="*/ 568314 w 5397761"/>
              <a:gd name="connsiteY1" fmla="*/ 689761 h 1302181"/>
              <a:gd name="connsiteX2" fmla="*/ 1327741 w 5397761"/>
              <a:gd name="connsiteY2" fmla="*/ 219734 h 1302181"/>
              <a:gd name="connsiteX3" fmla="*/ 1775351 w 5397761"/>
              <a:gd name="connsiteY3" fmla="*/ 15512 h 1302181"/>
              <a:gd name="connsiteX4" fmla="*/ 2087349 w 5397761"/>
              <a:gd name="connsiteY4" fmla="*/ 614212 h 1302181"/>
              <a:gd name="connsiteX5" fmla="*/ 2836419 w 5397761"/>
              <a:gd name="connsiteY5" fmla="*/ 1302181 h 1302181"/>
              <a:gd name="connsiteX6" fmla="*/ 3532456 w 5397761"/>
              <a:gd name="connsiteY6" fmla="*/ 1133140 h 1302181"/>
              <a:gd name="connsiteX7" fmla="*/ 3888391 w 5397761"/>
              <a:gd name="connsiteY7" fmla="*/ 980409 h 1302181"/>
              <a:gd name="connsiteX8" fmla="*/ 4328670 w 5397761"/>
              <a:gd name="connsiteY8" fmla="*/ 1058568 h 1302181"/>
              <a:gd name="connsiteX9" fmla="*/ 4756843 w 5397761"/>
              <a:gd name="connsiteY9" fmla="*/ 1028589 h 1302181"/>
              <a:gd name="connsiteX10" fmla="*/ 5363322 w 5397761"/>
              <a:gd name="connsiteY10" fmla="*/ 684662 h 1302181"/>
              <a:gd name="connsiteX11" fmla="*/ 5314436 w 5397761"/>
              <a:gd name="connsiteY11" fmla="*/ 184062 h 1302181"/>
              <a:gd name="connsiteX0" fmla="*/ 0 w 5319584"/>
              <a:gd name="connsiteY0" fmla="*/ 947731 h 1302181"/>
              <a:gd name="connsiteX1" fmla="*/ 568314 w 5319584"/>
              <a:gd name="connsiteY1" fmla="*/ 689761 h 1302181"/>
              <a:gd name="connsiteX2" fmla="*/ 1327741 w 5319584"/>
              <a:gd name="connsiteY2" fmla="*/ 219734 h 1302181"/>
              <a:gd name="connsiteX3" fmla="*/ 1775351 w 5319584"/>
              <a:gd name="connsiteY3" fmla="*/ 15512 h 1302181"/>
              <a:gd name="connsiteX4" fmla="*/ 2087349 w 5319584"/>
              <a:gd name="connsiteY4" fmla="*/ 614212 h 1302181"/>
              <a:gd name="connsiteX5" fmla="*/ 2836419 w 5319584"/>
              <a:gd name="connsiteY5" fmla="*/ 1302181 h 1302181"/>
              <a:gd name="connsiteX6" fmla="*/ 3532456 w 5319584"/>
              <a:gd name="connsiteY6" fmla="*/ 1133140 h 1302181"/>
              <a:gd name="connsiteX7" fmla="*/ 3888391 w 5319584"/>
              <a:gd name="connsiteY7" fmla="*/ 980409 h 1302181"/>
              <a:gd name="connsiteX8" fmla="*/ 4328670 w 5319584"/>
              <a:gd name="connsiteY8" fmla="*/ 1058568 h 1302181"/>
              <a:gd name="connsiteX9" fmla="*/ 4756843 w 5319584"/>
              <a:gd name="connsiteY9" fmla="*/ 1028589 h 1302181"/>
              <a:gd name="connsiteX10" fmla="*/ 5205788 w 5319584"/>
              <a:gd name="connsiteY10" fmla="*/ 785452 h 1302181"/>
              <a:gd name="connsiteX11" fmla="*/ 5314436 w 5319584"/>
              <a:gd name="connsiteY11" fmla="*/ 184062 h 1302181"/>
              <a:gd name="connsiteX0" fmla="*/ 0 w 5399777"/>
              <a:gd name="connsiteY0" fmla="*/ 947731 h 1302181"/>
              <a:gd name="connsiteX1" fmla="*/ 568314 w 5399777"/>
              <a:gd name="connsiteY1" fmla="*/ 689761 h 1302181"/>
              <a:gd name="connsiteX2" fmla="*/ 1327741 w 5399777"/>
              <a:gd name="connsiteY2" fmla="*/ 219734 h 1302181"/>
              <a:gd name="connsiteX3" fmla="*/ 1775351 w 5399777"/>
              <a:gd name="connsiteY3" fmla="*/ 15512 h 1302181"/>
              <a:gd name="connsiteX4" fmla="*/ 2087349 w 5399777"/>
              <a:gd name="connsiteY4" fmla="*/ 614212 h 1302181"/>
              <a:gd name="connsiteX5" fmla="*/ 2836419 w 5399777"/>
              <a:gd name="connsiteY5" fmla="*/ 1302181 h 1302181"/>
              <a:gd name="connsiteX6" fmla="*/ 3532456 w 5399777"/>
              <a:gd name="connsiteY6" fmla="*/ 1133140 h 1302181"/>
              <a:gd name="connsiteX7" fmla="*/ 3888391 w 5399777"/>
              <a:gd name="connsiteY7" fmla="*/ 980409 h 1302181"/>
              <a:gd name="connsiteX8" fmla="*/ 4328670 w 5399777"/>
              <a:gd name="connsiteY8" fmla="*/ 1058568 h 1302181"/>
              <a:gd name="connsiteX9" fmla="*/ 4756843 w 5399777"/>
              <a:gd name="connsiteY9" fmla="*/ 1028589 h 1302181"/>
              <a:gd name="connsiteX10" fmla="*/ 5205788 w 5399777"/>
              <a:gd name="connsiteY10" fmla="*/ 785452 h 1302181"/>
              <a:gd name="connsiteX11" fmla="*/ 5397440 w 5399777"/>
              <a:gd name="connsiteY11" fmla="*/ 645006 h 1302181"/>
              <a:gd name="connsiteX0" fmla="*/ 0 w 5397440"/>
              <a:gd name="connsiteY0" fmla="*/ 947731 h 1302181"/>
              <a:gd name="connsiteX1" fmla="*/ 568314 w 5397440"/>
              <a:gd name="connsiteY1" fmla="*/ 689761 h 1302181"/>
              <a:gd name="connsiteX2" fmla="*/ 1327741 w 5397440"/>
              <a:gd name="connsiteY2" fmla="*/ 219734 h 1302181"/>
              <a:gd name="connsiteX3" fmla="*/ 1775351 w 5397440"/>
              <a:gd name="connsiteY3" fmla="*/ 15512 h 1302181"/>
              <a:gd name="connsiteX4" fmla="*/ 2087349 w 5397440"/>
              <a:gd name="connsiteY4" fmla="*/ 614212 h 1302181"/>
              <a:gd name="connsiteX5" fmla="*/ 2836419 w 5397440"/>
              <a:gd name="connsiteY5" fmla="*/ 1302181 h 1302181"/>
              <a:gd name="connsiteX6" fmla="*/ 3532456 w 5397440"/>
              <a:gd name="connsiteY6" fmla="*/ 1133140 h 1302181"/>
              <a:gd name="connsiteX7" fmla="*/ 3888391 w 5397440"/>
              <a:gd name="connsiteY7" fmla="*/ 980409 h 1302181"/>
              <a:gd name="connsiteX8" fmla="*/ 4328670 w 5397440"/>
              <a:gd name="connsiteY8" fmla="*/ 1058568 h 1302181"/>
              <a:gd name="connsiteX9" fmla="*/ 4756843 w 5397440"/>
              <a:gd name="connsiteY9" fmla="*/ 1028589 h 1302181"/>
              <a:gd name="connsiteX10" fmla="*/ 5205788 w 5397440"/>
              <a:gd name="connsiteY10" fmla="*/ 785452 h 1302181"/>
              <a:gd name="connsiteX11" fmla="*/ 5397440 w 5397440"/>
              <a:gd name="connsiteY11" fmla="*/ 645006 h 1302181"/>
              <a:gd name="connsiteX0" fmla="*/ 0 w 5449549"/>
              <a:gd name="connsiteY0" fmla="*/ 947731 h 1302181"/>
              <a:gd name="connsiteX1" fmla="*/ 568314 w 5449549"/>
              <a:gd name="connsiteY1" fmla="*/ 689761 h 1302181"/>
              <a:gd name="connsiteX2" fmla="*/ 1327741 w 5449549"/>
              <a:gd name="connsiteY2" fmla="*/ 219734 h 1302181"/>
              <a:gd name="connsiteX3" fmla="*/ 1775351 w 5449549"/>
              <a:gd name="connsiteY3" fmla="*/ 15512 h 1302181"/>
              <a:gd name="connsiteX4" fmla="*/ 2087349 w 5449549"/>
              <a:gd name="connsiteY4" fmla="*/ 614212 h 1302181"/>
              <a:gd name="connsiteX5" fmla="*/ 2836419 w 5449549"/>
              <a:gd name="connsiteY5" fmla="*/ 1302181 h 1302181"/>
              <a:gd name="connsiteX6" fmla="*/ 3532456 w 5449549"/>
              <a:gd name="connsiteY6" fmla="*/ 1133140 h 1302181"/>
              <a:gd name="connsiteX7" fmla="*/ 3888391 w 5449549"/>
              <a:gd name="connsiteY7" fmla="*/ 980409 h 1302181"/>
              <a:gd name="connsiteX8" fmla="*/ 4328670 w 5449549"/>
              <a:gd name="connsiteY8" fmla="*/ 1058568 h 1302181"/>
              <a:gd name="connsiteX9" fmla="*/ 4756843 w 5449549"/>
              <a:gd name="connsiteY9" fmla="*/ 1028589 h 1302181"/>
              <a:gd name="connsiteX10" fmla="*/ 5205788 w 5449549"/>
              <a:gd name="connsiteY10" fmla="*/ 785452 h 1302181"/>
              <a:gd name="connsiteX11" fmla="*/ 5449549 w 5449549"/>
              <a:gd name="connsiteY11" fmla="*/ 687869 h 1302181"/>
              <a:gd name="connsiteX0" fmla="*/ 0 w 5449549"/>
              <a:gd name="connsiteY0" fmla="*/ 956611 h 1311061"/>
              <a:gd name="connsiteX1" fmla="*/ 568314 w 5449549"/>
              <a:gd name="connsiteY1" fmla="*/ 698641 h 1311061"/>
              <a:gd name="connsiteX2" fmla="*/ 1327741 w 5449549"/>
              <a:gd name="connsiteY2" fmla="*/ 228614 h 1311061"/>
              <a:gd name="connsiteX3" fmla="*/ 1775351 w 5449549"/>
              <a:gd name="connsiteY3" fmla="*/ 24392 h 1311061"/>
              <a:gd name="connsiteX4" fmla="*/ 2087349 w 5449549"/>
              <a:gd name="connsiteY4" fmla="*/ 623092 h 1311061"/>
              <a:gd name="connsiteX5" fmla="*/ 2836419 w 5449549"/>
              <a:gd name="connsiteY5" fmla="*/ 1311061 h 1311061"/>
              <a:gd name="connsiteX6" fmla="*/ 3532456 w 5449549"/>
              <a:gd name="connsiteY6" fmla="*/ 1142020 h 1311061"/>
              <a:gd name="connsiteX7" fmla="*/ 3888391 w 5449549"/>
              <a:gd name="connsiteY7" fmla="*/ 989289 h 1311061"/>
              <a:gd name="connsiteX8" fmla="*/ 4328670 w 5449549"/>
              <a:gd name="connsiteY8" fmla="*/ 1067448 h 1311061"/>
              <a:gd name="connsiteX9" fmla="*/ 4756843 w 5449549"/>
              <a:gd name="connsiteY9" fmla="*/ 1037469 h 1311061"/>
              <a:gd name="connsiteX10" fmla="*/ 5205788 w 5449549"/>
              <a:gd name="connsiteY10" fmla="*/ 794332 h 1311061"/>
              <a:gd name="connsiteX11" fmla="*/ 5449549 w 5449549"/>
              <a:gd name="connsiteY11" fmla="*/ 696749 h 1311061"/>
              <a:gd name="connsiteX0" fmla="*/ 0 w 5449549"/>
              <a:gd name="connsiteY0" fmla="*/ 942262 h 1296712"/>
              <a:gd name="connsiteX1" fmla="*/ 568314 w 5449549"/>
              <a:gd name="connsiteY1" fmla="*/ 684292 h 1296712"/>
              <a:gd name="connsiteX2" fmla="*/ 1262603 w 5449549"/>
              <a:gd name="connsiteY2" fmla="*/ 307284 h 1296712"/>
              <a:gd name="connsiteX3" fmla="*/ 1775351 w 5449549"/>
              <a:gd name="connsiteY3" fmla="*/ 10043 h 1296712"/>
              <a:gd name="connsiteX4" fmla="*/ 2087349 w 5449549"/>
              <a:gd name="connsiteY4" fmla="*/ 608743 h 1296712"/>
              <a:gd name="connsiteX5" fmla="*/ 2836419 w 5449549"/>
              <a:gd name="connsiteY5" fmla="*/ 1296712 h 1296712"/>
              <a:gd name="connsiteX6" fmla="*/ 3532456 w 5449549"/>
              <a:gd name="connsiteY6" fmla="*/ 1127671 h 1296712"/>
              <a:gd name="connsiteX7" fmla="*/ 3888391 w 5449549"/>
              <a:gd name="connsiteY7" fmla="*/ 974940 h 1296712"/>
              <a:gd name="connsiteX8" fmla="*/ 4328670 w 5449549"/>
              <a:gd name="connsiteY8" fmla="*/ 1053099 h 1296712"/>
              <a:gd name="connsiteX9" fmla="*/ 4756843 w 5449549"/>
              <a:gd name="connsiteY9" fmla="*/ 1023120 h 1296712"/>
              <a:gd name="connsiteX10" fmla="*/ 5205788 w 5449549"/>
              <a:gd name="connsiteY10" fmla="*/ 779983 h 1296712"/>
              <a:gd name="connsiteX11" fmla="*/ 5449549 w 5449549"/>
              <a:gd name="connsiteY11" fmla="*/ 682400 h 1296712"/>
              <a:gd name="connsiteX0" fmla="*/ 0 w 5449549"/>
              <a:gd name="connsiteY0" fmla="*/ 942262 h 1296712"/>
              <a:gd name="connsiteX1" fmla="*/ 568314 w 5449549"/>
              <a:gd name="connsiteY1" fmla="*/ 684292 h 1296712"/>
              <a:gd name="connsiteX2" fmla="*/ 1262603 w 5449549"/>
              <a:gd name="connsiteY2" fmla="*/ 307284 h 1296712"/>
              <a:gd name="connsiteX3" fmla="*/ 1775351 w 5449549"/>
              <a:gd name="connsiteY3" fmla="*/ 10043 h 1296712"/>
              <a:gd name="connsiteX4" fmla="*/ 2087349 w 5449549"/>
              <a:gd name="connsiteY4" fmla="*/ 608743 h 1296712"/>
              <a:gd name="connsiteX5" fmla="*/ 2836419 w 5449549"/>
              <a:gd name="connsiteY5" fmla="*/ 1296712 h 1296712"/>
              <a:gd name="connsiteX6" fmla="*/ 3532456 w 5449549"/>
              <a:gd name="connsiteY6" fmla="*/ 1127671 h 1296712"/>
              <a:gd name="connsiteX7" fmla="*/ 3888391 w 5449549"/>
              <a:gd name="connsiteY7" fmla="*/ 974940 h 1296712"/>
              <a:gd name="connsiteX8" fmla="*/ 4328670 w 5449549"/>
              <a:gd name="connsiteY8" fmla="*/ 1053099 h 1296712"/>
              <a:gd name="connsiteX9" fmla="*/ 4756843 w 5449549"/>
              <a:gd name="connsiteY9" fmla="*/ 1023120 h 1296712"/>
              <a:gd name="connsiteX10" fmla="*/ 5349401 w 5449549"/>
              <a:gd name="connsiteY10" fmla="*/ 1001545 h 1296712"/>
              <a:gd name="connsiteX11" fmla="*/ 5449549 w 5449549"/>
              <a:gd name="connsiteY11" fmla="*/ 682400 h 1296712"/>
              <a:gd name="connsiteX0" fmla="*/ 0 w 6071024"/>
              <a:gd name="connsiteY0" fmla="*/ 942262 h 1296712"/>
              <a:gd name="connsiteX1" fmla="*/ 568314 w 6071024"/>
              <a:gd name="connsiteY1" fmla="*/ 684292 h 1296712"/>
              <a:gd name="connsiteX2" fmla="*/ 1262603 w 6071024"/>
              <a:gd name="connsiteY2" fmla="*/ 307284 h 1296712"/>
              <a:gd name="connsiteX3" fmla="*/ 1775351 w 6071024"/>
              <a:gd name="connsiteY3" fmla="*/ 10043 h 1296712"/>
              <a:gd name="connsiteX4" fmla="*/ 2087349 w 6071024"/>
              <a:gd name="connsiteY4" fmla="*/ 608743 h 1296712"/>
              <a:gd name="connsiteX5" fmla="*/ 2836419 w 6071024"/>
              <a:gd name="connsiteY5" fmla="*/ 1296712 h 1296712"/>
              <a:gd name="connsiteX6" fmla="*/ 3532456 w 6071024"/>
              <a:gd name="connsiteY6" fmla="*/ 1127671 h 1296712"/>
              <a:gd name="connsiteX7" fmla="*/ 3888391 w 6071024"/>
              <a:gd name="connsiteY7" fmla="*/ 974940 h 1296712"/>
              <a:gd name="connsiteX8" fmla="*/ 4328670 w 6071024"/>
              <a:gd name="connsiteY8" fmla="*/ 1053099 h 1296712"/>
              <a:gd name="connsiteX9" fmla="*/ 4756843 w 6071024"/>
              <a:gd name="connsiteY9" fmla="*/ 1023120 h 1296712"/>
              <a:gd name="connsiteX10" fmla="*/ 5349401 w 6071024"/>
              <a:gd name="connsiteY10" fmla="*/ 1001545 h 1296712"/>
              <a:gd name="connsiteX11" fmla="*/ 6071025 w 6071024"/>
              <a:gd name="connsiteY11"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349401 w 6071025"/>
              <a:gd name="connsiteY10" fmla="*/ 1001545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28670 w 6071025"/>
              <a:gd name="connsiteY8" fmla="*/ 1053099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03773 w 6071025"/>
              <a:gd name="connsiteY8" fmla="*/ 1136056 h 1296712"/>
              <a:gd name="connsiteX9" fmla="*/ 4756843 w 6071025"/>
              <a:gd name="connsiteY9" fmla="*/ 1023120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303773 w 6071025"/>
              <a:gd name="connsiteY8" fmla="*/ 1136056 h 1296712"/>
              <a:gd name="connsiteX9" fmla="*/ 4799511 w 6071025"/>
              <a:gd name="connsiteY9" fmla="*/ 1080701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799511 w 6071025"/>
              <a:gd name="connsiteY9" fmla="*/ 1080701 h 1296712"/>
              <a:gd name="connsiteX10" fmla="*/ 5288963 w 6071025"/>
              <a:gd name="connsiteY10" fmla="*/ 803423 h 1296712"/>
              <a:gd name="connsiteX11" fmla="*/ 5542549 w 6071025"/>
              <a:gd name="connsiteY11" fmla="*/ 1051697 h 1296712"/>
              <a:gd name="connsiteX12" fmla="*/ 6071025 w 6071025"/>
              <a:gd name="connsiteY12"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799511 w 6071025"/>
              <a:gd name="connsiteY9" fmla="*/ 1080701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6071025"/>
              <a:gd name="connsiteY0" fmla="*/ 942262 h 1296712"/>
              <a:gd name="connsiteX1" fmla="*/ 568314 w 6071025"/>
              <a:gd name="connsiteY1" fmla="*/ 684292 h 1296712"/>
              <a:gd name="connsiteX2" fmla="*/ 1262603 w 6071025"/>
              <a:gd name="connsiteY2" fmla="*/ 307284 h 1296712"/>
              <a:gd name="connsiteX3" fmla="*/ 1775351 w 6071025"/>
              <a:gd name="connsiteY3" fmla="*/ 10043 h 1296712"/>
              <a:gd name="connsiteX4" fmla="*/ 2087349 w 6071025"/>
              <a:gd name="connsiteY4" fmla="*/ 608743 h 1296712"/>
              <a:gd name="connsiteX5" fmla="*/ 2836419 w 6071025"/>
              <a:gd name="connsiteY5" fmla="*/ 1296712 h 1296712"/>
              <a:gd name="connsiteX6" fmla="*/ 3532456 w 6071025"/>
              <a:gd name="connsiteY6" fmla="*/ 1127671 h 1296712"/>
              <a:gd name="connsiteX7" fmla="*/ 3888391 w 6071025"/>
              <a:gd name="connsiteY7" fmla="*/ 974940 h 1296712"/>
              <a:gd name="connsiteX8" fmla="*/ 4275213 w 6071025"/>
              <a:gd name="connsiteY8" fmla="*/ 910189 h 1296712"/>
              <a:gd name="connsiteX9" fmla="*/ 4878148 w 6071025"/>
              <a:gd name="connsiteY9" fmla="*/ 1086918 h 1296712"/>
              <a:gd name="connsiteX10" fmla="*/ 4998016 w 6071025"/>
              <a:gd name="connsiteY10" fmla="*/ 887125 h 1296712"/>
              <a:gd name="connsiteX11" fmla="*/ 5288963 w 6071025"/>
              <a:gd name="connsiteY11" fmla="*/ 803423 h 1296712"/>
              <a:gd name="connsiteX12" fmla="*/ 5542549 w 6071025"/>
              <a:gd name="connsiteY12" fmla="*/ 1051697 h 1296712"/>
              <a:gd name="connsiteX13" fmla="*/ 6071025 w 6071025"/>
              <a:gd name="connsiteY13" fmla="*/ 1175593 h 1296712"/>
              <a:gd name="connsiteX0" fmla="*/ 0 w 5502711"/>
              <a:gd name="connsiteY0" fmla="*/ 684292 h 1296712"/>
              <a:gd name="connsiteX1" fmla="*/ 694289 w 5502711"/>
              <a:gd name="connsiteY1" fmla="*/ 307284 h 1296712"/>
              <a:gd name="connsiteX2" fmla="*/ 1207037 w 5502711"/>
              <a:gd name="connsiteY2" fmla="*/ 10043 h 1296712"/>
              <a:gd name="connsiteX3" fmla="*/ 1519035 w 5502711"/>
              <a:gd name="connsiteY3" fmla="*/ 608743 h 1296712"/>
              <a:gd name="connsiteX4" fmla="*/ 2268105 w 5502711"/>
              <a:gd name="connsiteY4" fmla="*/ 1296712 h 1296712"/>
              <a:gd name="connsiteX5" fmla="*/ 2964142 w 5502711"/>
              <a:gd name="connsiteY5" fmla="*/ 1127671 h 1296712"/>
              <a:gd name="connsiteX6" fmla="*/ 3320077 w 5502711"/>
              <a:gd name="connsiteY6" fmla="*/ 974940 h 1296712"/>
              <a:gd name="connsiteX7" fmla="*/ 3706899 w 5502711"/>
              <a:gd name="connsiteY7" fmla="*/ 910189 h 1296712"/>
              <a:gd name="connsiteX8" fmla="*/ 4309834 w 5502711"/>
              <a:gd name="connsiteY8" fmla="*/ 1086918 h 1296712"/>
              <a:gd name="connsiteX9" fmla="*/ 4429702 w 5502711"/>
              <a:gd name="connsiteY9" fmla="*/ 887125 h 1296712"/>
              <a:gd name="connsiteX10" fmla="*/ 4720649 w 5502711"/>
              <a:gd name="connsiteY10" fmla="*/ 803423 h 1296712"/>
              <a:gd name="connsiteX11" fmla="*/ 4974235 w 5502711"/>
              <a:gd name="connsiteY11" fmla="*/ 1051697 h 1296712"/>
              <a:gd name="connsiteX12" fmla="*/ 5502711 w 5502711"/>
              <a:gd name="connsiteY12" fmla="*/ 1175593 h 1296712"/>
              <a:gd name="connsiteX0" fmla="*/ -1 w 4808421"/>
              <a:gd name="connsiteY0" fmla="*/ 307284 h 1296712"/>
              <a:gd name="connsiteX1" fmla="*/ 512747 w 4808421"/>
              <a:gd name="connsiteY1" fmla="*/ 10043 h 1296712"/>
              <a:gd name="connsiteX2" fmla="*/ 824745 w 4808421"/>
              <a:gd name="connsiteY2" fmla="*/ 608743 h 1296712"/>
              <a:gd name="connsiteX3" fmla="*/ 1573815 w 4808421"/>
              <a:gd name="connsiteY3" fmla="*/ 1296712 h 1296712"/>
              <a:gd name="connsiteX4" fmla="*/ 2269852 w 4808421"/>
              <a:gd name="connsiteY4" fmla="*/ 1127671 h 1296712"/>
              <a:gd name="connsiteX5" fmla="*/ 2625787 w 4808421"/>
              <a:gd name="connsiteY5" fmla="*/ 974940 h 1296712"/>
              <a:gd name="connsiteX6" fmla="*/ 3012609 w 4808421"/>
              <a:gd name="connsiteY6" fmla="*/ 910189 h 1296712"/>
              <a:gd name="connsiteX7" fmla="*/ 3615544 w 4808421"/>
              <a:gd name="connsiteY7" fmla="*/ 1086918 h 1296712"/>
              <a:gd name="connsiteX8" fmla="*/ 3735412 w 4808421"/>
              <a:gd name="connsiteY8" fmla="*/ 887125 h 1296712"/>
              <a:gd name="connsiteX9" fmla="*/ 4026359 w 4808421"/>
              <a:gd name="connsiteY9" fmla="*/ 803423 h 1296712"/>
              <a:gd name="connsiteX10" fmla="*/ 4279945 w 4808421"/>
              <a:gd name="connsiteY10" fmla="*/ 1051697 h 1296712"/>
              <a:gd name="connsiteX11" fmla="*/ 4808421 w 4808421"/>
              <a:gd name="connsiteY11" fmla="*/ 1175593 h 1296712"/>
              <a:gd name="connsiteX0" fmla="*/ 0 w 4295674"/>
              <a:gd name="connsiteY0" fmla="*/ 0 h 1286669"/>
              <a:gd name="connsiteX1" fmla="*/ 311998 w 4295674"/>
              <a:gd name="connsiteY1" fmla="*/ 598700 h 1286669"/>
              <a:gd name="connsiteX2" fmla="*/ 1061068 w 4295674"/>
              <a:gd name="connsiteY2" fmla="*/ 1286669 h 1286669"/>
              <a:gd name="connsiteX3" fmla="*/ 1757105 w 4295674"/>
              <a:gd name="connsiteY3" fmla="*/ 1117628 h 1286669"/>
              <a:gd name="connsiteX4" fmla="*/ 2113040 w 4295674"/>
              <a:gd name="connsiteY4" fmla="*/ 964897 h 1286669"/>
              <a:gd name="connsiteX5" fmla="*/ 2499862 w 4295674"/>
              <a:gd name="connsiteY5" fmla="*/ 900146 h 1286669"/>
              <a:gd name="connsiteX6" fmla="*/ 3102797 w 4295674"/>
              <a:gd name="connsiteY6" fmla="*/ 1076875 h 1286669"/>
              <a:gd name="connsiteX7" fmla="*/ 3222665 w 4295674"/>
              <a:gd name="connsiteY7" fmla="*/ 877082 h 1286669"/>
              <a:gd name="connsiteX8" fmla="*/ 3513612 w 4295674"/>
              <a:gd name="connsiteY8" fmla="*/ 793380 h 1286669"/>
              <a:gd name="connsiteX9" fmla="*/ 3767198 w 4295674"/>
              <a:gd name="connsiteY9" fmla="*/ 1041654 h 1286669"/>
              <a:gd name="connsiteX10" fmla="*/ 4295674 w 4295674"/>
              <a:gd name="connsiteY10" fmla="*/ 1165550 h 1286669"/>
              <a:gd name="connsiteX0" fmla="*/ -1 w 3983675"/>
              <a:gd name="connsiteY0" fmla="*/ -1 h 687968"/>
              <a:gd name="connsiteX1" fmla="*/ 749069 w 3983675"/>
              <a:gd name="connsiteY1" fmla="*/ 687968 h 687968"/>
              <a:gd name="connsiteX2" fmla="*/ 1445106 w 3983675"/>
              <a:gd name="connsiteY2" fmla="*/ 518927 h 687968"/>
              <a:gd name="connsiteX3" fmla="*/ 1801041 w 3983675"/>
              <a:gd name="connsiteY3" fmla="*/ 366196 h 687968"/>
              <a:gd name="connsiteX4" fmla="*/ 2187863 w 3983675"/>
              <a:gd name="connsiteY4" fmla="*/ 301445 h 687968"/>
              <a:gd name="connsiteX5" fmla="*/ 2790798 w 3983675"/>
              <a:gd name="connsiteY5" fmla="*/ 478174 h 687968"/>
              <a:gd name="connsiteX6" fmla="*/ 2910666 w 3983675"/>
              <a:gd name="connsiteY6" fmla="*/ 278381 h 687968"/>
              <a:gd name="connsiteX7" fmla="*/ 3201613 w 3983675"/>
              <a:gd name="connsiteY7" fmla="*/ 194679 h 687968"/>
              <a:gd name="connsiteX8" fmla="*/ 3455199 w 3983675"/>
              <a:gd name="connsiteY8" fmla="*/ 442953 h 687968"/>
              <a:gd name="connsiteX9" fmla="*/ 3983675 w 3983675"/>
              <a:gd name="connsiteY9" fmla="*/ 566849 h 687968"/>
              <a:gd name="connsiteX0" fmla="*/ 0 w 3234606"/>
              <a:gd name="connsiteY0" fmla="*/ 495832 h 495832"/>
              <a:gd name="connsiteX1" fmla="*/ 696037 w 3234606"/>
              <a:gd name="connsiteY1" fmla="*/ 326791 h 495832"/>
              <a:gd name="connsiteX2" fmla="*/ 1051972 w 3234606"/>
              <a:gd name="connsiteY2" fmla="*/ 174060 h 495832"/>
              <a:gd name="connsiteX3" fmla="*/ 1438794 w 3234606"/>
              <a:gd name="connsiteY3" fmla="*/ 109309 h 495832"/>
              <a:gd name="connsiteX4" fmla="*/ 2041729 w 3234606"/>
              <a:gd name="connsiteY4" fmla="*/ 286038 h 495832"/>
              <a:gd name="connsiteX5" fmla="*/ 2161597 w 3234606"/>
              <a:gd name="connsiteY5" fmla="*/ 86245 h 495832"/>
              <a:gd name="connsiteX6" fmla="*/ 2452544 w 3234606"/>
              <a:gd name="connsiteY6" fmla="*/ 2543 h 495832"/>
              <a:gd name="connsiteX7" fmla="*/ 2706130 w 3234606"/>
              <a:gd name="connsiteY7" fmla="*/ 250817 h 495832"/>
              <a:gd name="connsiteX8" fmla="*/ 3234606 w 3234606"/>
              <a:gd name="connsiteY8" fmla="*/ 374713 h 495832"/>
              <a:gd name="connsiteX0" fmla="*/ 0 w 2538569"/>
              <a:gd name="connsiteY0" fmla="*/ 326791 h 374712"/>
              <a:gd name="connsiteX1" fmla="*/ 355935 w 2538569"/>
              <a:gd name="connsiteY1" fmla="*/ 174060 h 374712"/>
              <a:gd name="connsiteX2" fmla="*/ 742757 w 2538569"/>
              <a:gd name="connsiteY2" fmla="*/ 109309 h 374712"/>
              <a:gd name="connsiteX3" fmla="*/ 1345692 w 2538569"/>
              <a:gd name="connsiteY3" fmla="*/ 286038 h 374712"/>
              <a:gd name="connsiteX4" fmla="*/ 1465560 w 2538569"/>
              <a:gd name="connsiteY4" fmla="*/ 86245 h 374712"/>
              <a:gd name="connsiteX5" fmla="*/ 1756507 w 2538569"/>
              <a:gd name="connsiteY5" fmla="*/ 2543 h 374712"/>
              <a:gd name="connsiteX6" fmla="*/ 2010093 w 2538569"/>
              <a:gd name="connsiteY6" fmla="*/ 250817 h 374712"/>
              <a:gd name="connsiteX7" fmla="*/ 2538569 w 2538569"/>
              <a:gd name="connsiteY7" fmla="*/ 374713 h 374712"/>
              <a:gd name="connsiteX0" fmla="*/ 0 w 2182634"/>
              <a:gd name="connsiteY0" fmla="*/ 174060 h 374713"/>
              <a:gd name="connsiteX1" fmla="*/ 386822 w 2182634"/>
              <a:gd name="connsiteY1" fmla="*/ 109309 h 374713"/>
              <a:gd name="connsiteX2" fmla="*/ 989757 w 2182634"/>
              <a:gd name="connsiteY2" fmla="*/ 286038 h 374713"/>
              <a:gd name="connsiteX3" fmla="*/ 1109625 w 2182634"/>
              <a:gd name="connsiteY3" fmla="*/ 86245 h 374713"/>
              <a:gd name="connsiteX4" fmla="*/ 1400572 w 2182634"/>
              <a:gd name="connsiteY4" fmla="*/ 2543 h 374713"/>
              <a:gd name="connsiteX5" fmla="*/ 1654158 w 2182634"/>
              <a:gd name="connsiteY5" fmla="*/ 250817 h 374713"/>
              <a:gd name="connsiteX6" fmla="*/ 2182634 w 2182634"/>
              <a:gd name="connsiteY6" fmla="*/ 374713 h 374713"/>
              <a:gd name="connsiteX0" fmla="*/ 0 w 2182634"/>
              <a:gd name="connsiteY0" fmla="*/ 174060 h 374713"/>
              <a:gd name="connsiteX1" fmla="*/ 386822 w 2182634"/>
              <a:gd name="connsiteY1" fmla="*/ 109309 h 374713"/>
              <a:gd name="connsiteX2" fmla="*/ 885535 w 2182634"/>
              <a:gd name="connsiteY2" fmla="*/ 273702 h 374713"/>
              <a:gd name="connsiteX3" fmla="*/ 1109625 w 2182634"/>
              <a:gd name="connsiteY3" fmla="*/ 86245 h 374713"/>
              <a:gd name="connsiteX4" fmla="*/ 1400572 w 2182634"/>
              <a:gd name="connsiteY4" fmla="*/ 2543 h 374713"/>
              <a:gd name="connsiteX5" fmla="*/ 1654158 w 2182634"/>
              <a:gd name="connsiteY5" fmla="*/ 250817 h 374713"/>
              <a:gd name="connsiteX6" fmla="*/ 2182634 w 2182634"/>
              <a:gd name="connsiteY6" fmla="*/ 374713 h 374713"/>
              <a:gd name="connsiteX0" fmla="*/ 0 w 2211278"/>
              <a:gd name="connsiteY0" fmla="*/ 174060 h 398274"/>
              <a:gd name="connsiteX1" fmla="*/ 386822 w 2211278"/>
              <a:gd name="connsiteY1" fmla="*/ 109309 h 398274"/>
              <a:gd name="connsiteX2" fmla="*/ 885535 w 2211278"/>
              <a:gd name="connsiteY2" fmla="*/ 273702 h 398274"/>
              <a:gd name="connsiteX3" fmla="*/ 1109625 w 2211278"/>
              <a:gd name="connsiteY3" fmla="*/ 86245 h 398274"/>
              <a:gd name="connsiteX4" fmla="*/ 1400572 w 2211278"/>
              <a:gd name="connsiteY4" fmla="*/ 2543 h 398274"/>
              <a:gd name="connsiteX5" fmla="*/ 1654158 w 2211278"/>
              <a:gd name="connsiteY5" fmla="*/ 250817 h 398274"/>
              <a:gd name="connsiteX6" fmla="*/ 2211278 w 2211278"/>
              <a:gd name="connsiteY6" fmla="*/ 398273 h 398274"/>
              <a:gd name="connsiteX0" fmla="*/ 0 w 2211278"/>
              <a:gd name="connsiteY0" fmla="*/ 174060 h 398278"/>
              <a:gd name="connsiteX1" fmla="*/ 386822 w 2211278"/>
              <a:gd name="connsiteY1" fmla="*/ 109309 h 398278"/>
              <a:gd name="connsiteX2" fmla="*/ 885535 w 2211278"/>
              <a:gd name="connsiteY2" fmla="*/ 273702 h 398278"/>
              <a:gd name="connsiteX3" fmla="*/ 1109625 w 2211278"/>
              <a:gd name="connsiteY3" fmla="*/ 86245 h 398278"/>
              <a:gd name="connsiteX4" fmla="*/ 1400572 w 2211278"/>
              <a:gd name="connsiteY4" fmla="*/ 2543 h 398278"/>
              <a:gd name="connsiteX5" fmla="*/ 1654158 w 2211278"/>
              <a:gd name="connsiteY5" fmla="*/ 250817 h 398278"/>
              <a:gd name="connsiteX6" fmla="*/ 2211278 w 2211278"/>
              <a:gd name="connsiteY6" fmla="*/ 398273 h 39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1278" h="398278">
                <a:moveTo>
                  <a:pt x="0" y="174060"/>
                </a:moveTo>
                <a:cubicBezTo>
                  <a:pt x="123793" y="137813"/>
                  <a:pt x="239233" y="92702"/>
                  <a:pt x="386822" y="109309"/>
                </a:cubicBezTo>
                <a:cubicBezTo>
                  <a:pt x="534411" y="125916"/>
                  <a:pt x="710668" y="313749"/>
                  <a:pt x="885535" y="273702"/>
                </a:cubicBezTo>
                <a:cubicBezTo>
                  <a:pt x="1060402" y="233655"/>
                  <a:pt x="1028050" y="132458"/>
                  <a:pt x="1109625" y="86245"/>
                </a:cubicBezTo>
                <a:cubicBezTo>
                  <a:pt x="1191200" y="40032"/>
                  <a:pt x="1313386" y="-12206"/>
                  <a:pt x="1400572" y="2543"/>
                </a:cubicBezTo>
                <a:cubicBezTo>
                  <a:pt x="1487758" y="17292"/>
                  <a:pt x="1533887" y="221809"/>
                  <a:pt x="1654158" y="250817"/>
                </a:cubicBezTo>
                <a:cubicBezTo>
                  <a:pt x="1774429" y="279825"/>
                  <a:pt x="2008906" y="399183"/>
                  <a:pt x="2211278" y="39827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4F336B63-19AA-71F6-B0C5-C393B0C64D05}"/>
              </a:ext>
            </a:extLst>
          </p:cNvPr>
          <p:cNvSpPr/>
          <p:nvPr/>
        </p:nvSpPr>
        <p:spPr>
          <a:xfrm rot="16768910" flipV="1">
            <a:off x="7483120" y="6419128"/>
            <a:ext cx="280806" cy="728360"/>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 name="connsiteX0" fmla="*/ 0 w 349076"/>
              <a:gd name="connsiteY0" fmla="*/ 576179 h 599596"/>
              <a:gd name="connsiteX1" fmla="*/ 251771 w 349076"/>
              <a:gd name="connsiteY1" fmla="*/ 581114 h 599596"/>
              <a:gd name="connsiteX2" fmla="*/ 326360 w 349076"/>
              <a:gd name="connsiteY2" fmla="*/ 296841 h 599596"/>
              <a:gd name="connsiteX3" fmla="*/ 136554 w 349076"/>
              <a:gd name="connsiteY3" fmla="*/ 0 h 599596"/>
              <a:gd name="connsiteX0" fmla="*/ 0 w 327282"/>
              <a:gd name="connsiteY0" fmla="*/ 576179 h 599596"/>
              <a:gd name="connsiteX1" fmla="*/ 251771 w 327282"/>
              <a:gd name="connsiteY1" fmla="*/ 581114 h 599596"/>
              <a:gd name="connsiteX2" fmla="*/ 326360 w 327282"/>
              <a:gd name="connsiteY2" fmla="*/ 296841 h 599596"/>
              <a:gd name="connsiteX3" fmla="*/ 213718 w 327282"/>
              <a:gd name="connsiteY3" fmla="*/ 143162 h 599596"/>
              <a:gd name="connsiteX4" fmla="*/ 136554 w 327282"/>
              <a:gd name="connsiteY4" fmla="*/ 0 h 599596"/>
              <a:gd name="connsiteX0" fmla="*/ 0 w 327282"/>
              <a:gd name="connsiteY0" fmla="*/ 936011 h 959428"/>
              <a:gd name="connsiteX1" fmla="*/ 251771 w 327282"/>
              <a:gd name="connsiteY1" fmla="*/ 940946 h 959428"/>
              <a:gd name="connsiteX2" fmla="*/ 326360 w 327282"/>
              <a:gd name="connsiteY2" fmla="*/ 656673 h 959428"/>
              <a:gd name="connsiteX3" fmla="*/ 213718 w 327282"/>
              <a:gd name="connsiteY3" fmla="*/ 502994 h 959428"/>
              <a:gd name="connsiteX4" fmla="*/ 151832 w 327282"/>
              <a:gd name="connsiteY4" fmla="*/ -1 h 959428"/>
              <a:gd name="connsiteX0" fmla="*/ 0 w 327282"/>
              <a:gd name="connsiteY0" fmla="*/ 936012 h 959429"/>
              <a:gd name="connsiteX1" fmla="*/ 251771 w 327282"/>
              <a:gd name="connsiteY1" fmla="*/ 940947 h 959429"/>
              <a:gd name="connsiteX2" fmla="*/ 326360 w 327282"/>
              <a:gd name="connsiteY2" fmla="*/ 656674 h 959429"/>
              <a:gd name="connsiteX3" fmla="*/ 213718 w 327282"/>
              <a:gd name="connsiteY3" fmla="*/ 502995 h 959429"/>
              <a:gd name="connsiteX4" fmla="*/ 230474 w 327282"/>
              <a:gd name="connsiteY4" fmla="*/ 290899 h 959429"/>
              <a:gd name="connsiteX5" fmla="*/ 151832 w 327282"/>
              <a:gd name="connsiteY5" fmla="*/ 0 h 959429"/>
              <a:gd name="connsiteX0" fmla="*/ 0 w 299133"/>
              <a:gd name="connsiteY0" fmla="*/ 936012 h 955171"/>
              <a:gd name="connsiteX1" fmla="*/ 251771 w 299133"/>
              <a:gd name="connsiteY1" fmla="*/ 940947 h 955171"/>
              <a:gd name="connsiteX2" fmla="*/ 296496 w 299133"/>
              <a:gd name="connsiteY2" fmla="*/ 714897 h 955171"/>
              <a:gd name="connsiteX3" fmla="*/ 213718 w 299133"/>
              <a:gd name="connsiteY3" fmla="*/ 502995 h 955171"/>
              <a:gd name="connsiteX4" fmla="*/ 230474 w 299133"/>
              <a:gd name="connsiteY4" fmla="*/ 290899 h 955171"/>
              <a:gd name="connsiteX5" fmla="*/ 151832 w 299133"/>
              <a:gd name="connsiteY5" fmla="*/ 0 h 955171"/>
              <a:gd name="connsiteX0" fmla="*/ 0 w 325418"/>
              <a:gd name="connsiteY0" fmla="*/ 936012 h 936012"/>
              <a:gd name="connsiteX1" fmla="*/ 301361 w 325418"/>
              <a:gd name="connsiteY1" fmla="*/ 898057 h 936012"/>
              <a:gd name="connsiteX2" fmla="*/ 296496 w 325418"/>
              <a:gd name="connsiteY2" fmla="*/ 714897 h 936012"/>
              <a:gd name="connsiteX3" fmla="*/ 213718 w 325418"/>
              <a:gd name="connsiteY3" fmla="*/ 502995 h 936012"/>
              <a:gd name="connsiteX4" fmla="*/ 230474 w 325418"/>
              <a:gd name="connsiteY4" fmla="*/ 290899 h 936012"/>
              <a:gd name="connsiteX5" fmla="*/ 151832 w 325418"/>
              <a:gd name="connsiteY5" fmla="*/ 0 h 936012"/>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217839 w 311852"/>
              <a:gd name="connsiteY4" fmla="*/ 290899 h 980154"/>
              <a:gd name="connsiteX5" fmla="*/ 139197 w 311852"/>
              <a:gd name="connsiteY5" fmla="*/ 0 h 98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852" h="980154">
                <a:moveTo>
                  <a:pt x="0" y="980153"/>
                </a:moveTo>
                <a:cubicBezTo>
                  <a:pt x="117747" y="974934"/>
                  <a:pt x="241416" y="942266"/>
                  <a:pt x="288726" y="898057"/>
                </a:cubicBezTo>
                <a:cubicBezTo>
                  <a:pt x="336036" y="853848"/>
                  <a:pt x="298468" y="780741"/>
                  <a:pt x="283861" y="714897"/>
                </a:cubicBezTo>
                <a:cubicBezTo>
                  <a:pt x="269254" y="649053"/>
                  <a:pt x="226084" y="570193"/>
                  <a:pt x="201083" y="502995"/>
                </a:cubicBezTo>
                <a:cubicBezTo>
                  <a:pt x="176082" y="435797"/>
                  <a:pt x="228153" y="374731"/>
                  <a:pt x="217839" y="290899"/>
                </a:cubicBezTo>
                <a:cubicBezTo>
                  <a:pt x="207525" y="207067"/>
                  <a:pt x="143284" y="42247"/>
                  <a:pt x="139197"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FE7E2B41-1B4F-C5F6-5104-3EADBF97566C}"/>
              </a:ext>
            </a:extLst>
          </p:cNvPr>
          <p:cNvSpPr/>
          <p:nvPr/>
        </p:nvSpPr>
        <p:spPr>
          <a:xfrm rot="16768910" flipV="1">
            <a:off x="7423135" y="6611204"/>
            <a:ext cx="167536" cy="386626"/>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41508 w 1125184"/>
              <a:gd name="connsiteY0" fmla="*/ 1088787 h 1088787"/>
              <a:gd name="connsiteX1" fmla="*/ 413925 w 1125184"/>
              <a:gd name="connsiteY1" fmla="*/ 1024906 h 1088787"/>
              <a:gd name="connsiteX2" fmla="*/ 763611 w 1125184"/>
              <a:gd name="connsiteY2" fmla="*/ 882930 h 1088787"/>
              <a:gd name="connsiteX3" fmla="*/ 1120410 w 1125184"/>
              <a:gd name="connsiteY3" fmla="*/ 993589 h 1088787"/>
              <a:gd name="connsiteX4" fmla="*/ 938065 w 1125184"/>
              <a:gd name="connsiteY4" fmla="*/ 609334 h 1088787"/>
              <a:gd name="connsiteX5" fmla="*/ 506216 w 1125184"/>
              <a:gd name="connsiteY5" fmla="*/ 277619 h 1088787"/>
              <a:gd name="connsiteX6" fmla="*/ 0 w 1125184"/>
              <a:gd name="connsiteY6" fmla="*/ 0 h 1088787"/>
              <a:gd name="connsiteX0" fmla="*/ 0 w 1083676"/>
              <a:gd name="connsiteY0" fmla="*/ 1052233 h 1052233"/>
              <a:gd name="connsiteX1" fmla="*/ 372417 w 1083676"/>
              <a:gd name="connsiteY1" fmla="*/ 988352 h 1052233"/>
              <a:gd name="connsiteX2" fmla="*/ 722103 w 1083676"/>
              <a:gd name="connsiteY2" fmla="*/ 846376 h 1052233"/>
              <a:gd name="connsiteX3" fmla="*/ 1078902 w 1083676"/>
              <a:gd name="connsiteY3" fmla="*/ 957035 h 1052233"/>
              <a:gd name="connsiteX4" fmla="*/ 896557 w 1083676"/>
              <a:gd name="connsiteY4" fmla="*/ 572780 h 1052233"/>
              <a:gd name="connsiteX5" fmla="*/ 464708 w 1083676"/>
              <a:gd name="connsiteY5" fmla="*/ 241065 h 1052233"/>
              <a:gd name="connsiteX6" fmla="*/ 197262 w 1083676"/>
              <a:gd name="connsiteY6" fmla="*/ 0 h 1052233"/>
              <a:gd name="connsiteX0" fmla="*/ 175155 w 886414"/>
              <a:gd name="connsiteY0" fmla="*/ 988352 h 988352"/>
              <a:gd name="connsiteX1" fmla="*/ 524841 w 886414"/>
              <a:gd name="connsiteY1" fmla="*/ 846376 h 988352"/>
              <a:gd name="connsiteX2" fmla="*/ 881640 w 886414"/>
              <a:gd name="connsiteY2" fmla="*/ 957035 h 988352"/>
              <a:gd name="connsiteX3" fmla="*/ 699295 w 886414"/>
              <a:gd name="connsiteY3" fmla="*/ 572780 h 988352"/>
              <a:gd name="connsiteX4" fmla="*/ 267446 w 886414"/>
              <a:gd name="connsiteY4" fmla="*/ 241065 h 988352"/>
              <a:gd name="connsiteX5" fmla="*/ 0 w 886414"/>
              <a:gd name="connsiteY5" fmla="*/ 0 h 988352"/>
              <a:gd name="connsiteX0" fmla="*/ 524841 w 886414"/>
              <a:gd name="connsiteY0" fmla="*/ 846376 h 965158"/>
              <a:gd name="connsiteX1" fmla="*/ 881640 w 886414"/>
              <a:gd name="connsiteY1" fmla="*/ 957035 h 965158"/>
              <a:gd name="connsiteX2" fmla="*/ 699295 w 886414"/>
              <a:gd name="connsiteY2" fmla="*/ 572780 h 965158"/>
              <a:gd name="connsiteX3" fmla="*/ 267446 w 886414"/>
              <a:gd name="connsiteY3" fmla="*/ 241065 h 965158"/>
              <a:gd name="connsiteX4" fmla="*/ 0 w 886414"/>
              <a:gd name="connsiteY4" fmla="*/ 0 h 965158"/>
              <a:gd name="connsiteX0" fmla="*/ 524841 w 875356"/>
              <a:gd name="connsiteY0" fmla="*/ 846376 h 975234"/>
              <a:gd name="connsiteX1" fmla="*/ 870225 w 875356"/>
              <a:gd name="connsiteY1" fmla="*/ 967532 h 975234"/>
              <a:gd name="connsiteX2" fmla="*/ 699295 w 875356"/>
              <a:gd name="connsiteY2" fmla="*/ 572780 h 975234"/>
              <a:gd name="connsiteX3" fmla="*/ 267446 w 875356"/>
              <a:gd name="connsiteY3" fmla="*/ 241065 h 975234"/>
              <a:gd name="connsiteX4" fmla="*/ 0 w 875356"/>
              <a:gd name="connsiteY4" fmla="*/ 0 h 975234"/>
              <a:gd name="connsiteX0" fmla="*/ 524841 w 887642"/>
              <a:gd name="connsiteY0" fmla="*/ 846376 h 985885"/>
              <a:gd name="connsiteX1" fmla="*/ 870225 w 887642"/>
              <a:gd name="connsiteY1" fmla="*/ 967532 h 985885"/>
              <a:gd name="connsiteX2" fmla="*/ 699295 w 887642"/>
              <a:gd name="connsiteY2" fmla="*/ 572780 h 985885"/>
              <a:gd name="connsiteX3" fmla="*/ 267446 w 887642"/>
              <a:gd name="connsiteY3" fmla="*/ 241065 h 985885"/>
              <a:gd name="connsiteX4" fmla="*/ 0 w 887642"/>
              <a:gd name="connsiteY4" fmla="*/ 0 h 985885"/>
              <a:gd name="connsiteX0" fmla="*/ 524841 w 863470"/>
              <a:gd name="connsiteY0" fmla="*/ 846376 h 1013705"/>
              <a:gd name="connsiteX1" fmla="*/ 843854 w 863470"/>
              <a:gd name="connsiteY1" fmla="*/ 997235 h 1013705"/>
              <a:gd name="connsiteX2" fmla="*/ 699295 w 863470"/>
              <a:gd name="connsiteY2" fmla="*/ 572780 h 1013705"/>
              <a:gd name="connsiteX3" fmla="*/ 267446 w 863470"/>
              <a:gd name="connsiteY3" fmla="*/ 241065 h 1013705"/>
              <a:gd name="connsiteX4" fmla="*/ 0 w 863470"/>
              <a:gd name="connsiteY4" fmla="*/ 0 h 1013705"/>
              <a:gd name="connsiteX0" fmla="*/ 257395 w 596024"/>
              <a:gd name="connsiteY0" fmla="*/ 605311 h 772642"/>
              <a:gd name="connsiteX1" fmla="*/ 576408 w 596024"/>
              <a:gd name="connsiteY1" fmla="*/ 756170 h 772642"/>
              <a:gd name="connsiteX2" fmla="*/ 431849 w 596024"/>
              <a:gd name="connsiteY2" fmla="*/ 331715 h 772642"/>
              <a:gd name="connsiteX3" fmla="*/ 0 w 596024"/>
              <a:gd name="connsiteY3" fmla="*/ 0 h 772642"/>
              <a:gd name="connsiteX0" fmla="*/ 257395 w 646171"/>
              <a:gd name="connsiteY0" fmla="*/ 605311 h 758339"/>
              <a:gd name="connsiteX1" fmla="*/ 576408 w 646171"/>
              <a:gd name="connsiteY1" fmla="*/ 756170 h 758339"/>
              <a:gd name="connsiteX2" fmla="*/ 594946 w 646171"/>
              <a:gd name="connsiteY2" fmla="*/ 462591 h 758339"/>
              <a:gd name="connsiteX3" fmla="*/ 0 w 646171"/>
              <a:gd name="connsiteY3" fmla="*/ 0 h 758339"/>
              <a:gd name="connsiteX0" fmla="*/ 0 w 356579"/>
              <a:gd name="connsiteY0" fmla="*/ 430255 h 583282"/>
              <a:gd name="connsiteX1" fmla="*/ 319013 w 356579"/>
              <a:gd name="connsiteY1" fmla="*/ 581114 h 583282"/>
              <a:gd name="connsiteX2" fmla="*/ 337551 w 356579"/>
              <a:gd name="connsiteY2" fmla="*/ 287535 h 583282"/>
              <a:gd name="connsiteX3" fmla="*/ 203796 w 356579"/>
              <a:gd name="connsiteY3" fmla="*/ 0 h 583282"/>
              <a:gd name="connsiteX0" fmla="*/ 0 w 399523"/>
              <a:gd name="connsiteY0" fmla="*/ 430255 h 583034"/>
              <a:gd name="connsiteX1" fmla="*/ 319013 w 399523"/>
              <a:gd name="connsiteY1" fmla="*/ 581114 h 583034"/>
              <a:gd name="connsiteX2" fmla="*/ 393602 w 399523"/>
              <a:gd name="connsiteY2" fmla="*/ 296841 h 583034"/>
              <a:gd name="connsiteX3" fmla="*/ 203796 w 399523"/>
              <a:gd name="connsiteY3" fmla="*/ 0 h 583034"/>
              <a:gd name="connsiteX0" fmla="*/ 0 w 418035"/>
              <a:gd name="connsiteY0" fmla="*/ 430255 h 583034"/>
              <a:gd name="connsiteX1" fmla="*/ 319013 w 418035"/>
              <a:gd name="connsiteY1" fmla="*/ 581114 h 583034"/>
              <a:gd name="connsiteX2" fmla="*/ 393602 w 418035"/>
              <a:gd name="connsiteY2" fmla="*/ 296841 h 583034"/>
              <a:gd name="connsiteX3" fmla="*/ 203796 w 418035"/>
              <a:gd name="connsiteY3" fmla="*/ 0 h 583034"/>
              <a:gd name="connsiteX0" fmla="*/ 0 w 349076"/>
              <a:gd name="connsiteY0" fmla="*/ 576179 h 599596"/>
              <a:gd name="connsiteX1" fmla="*/ 251771 w 349076"/>
              <a:gd name="connsiteY1" fmla="*/ 581114 h 599596"/>
              <a:gd name="connsiteX2" fmla="*/ 326360 w 349076"/>
              <a:gd name="connsiteY2" fmla="*/ 296841 h 599596"/>
              <a:gd name="connsiteX3" fmla="*/ 136554 w 349076"/>
              <a:gd name="connsiteY3" fmla="*/ 0 h 599596"/>
              <a:gd name="connsiteX0" fmla="*/ 0 w 327282"/>
              <a:gd name="connsiteY0" fmla="*/ 576179 h 599596"/>
              <a:gd name="connsiteX1" fmla="*/ 251771 w 327282"/>
              <a:gd name="connsiteY1" fmla="*/ 581114 h 599596"/>
              <a:gd name="connsiteX2" fmla="*/ 326360 w 327282"/>
              <a:gd name="connsiteY2" fmla="*/ 296841 h 599596"/>
              <a:gd name="connsiteX3" fmla="*/ 213718 w 327282"/>
              <a:gd name="connsiteY3" fmla="*/ 143162 h 599596"/>
              <a:gd name="connsiteX4" fmla="*/ 136554 w 327282"/>
              <a:gd name="connsiteY4" fmla="*/ 0 h 599596"/>
              <a:gd name="connsiteX0" fmla="*/ 0 w 327282"/>
              <a:gd name="connsiteY0" fmla="*/ 936011 h 959428"/>
              <a:gd name="connsiteX1" fmla="*/ 251771 w 327282"/>
              <a:gd name="connsiteY1" fmla="*/ 940946 h 959428"/>
              <a:gd name="connsiteX2" fmla="*/ 326360 w 327282"/>
              <a:gd name="connsiteY2" fmla="*/ 656673 h 959428"/>
              <a:gd name="connsiteX3" fmla="*/ 213718 w 327282"/>
              <a:gd name="connsiteY3" fmla="*/ 502994 h 959428"/>
              <a:gd name="connsiteX4" fmla="*/ 151832 w 327282"/>
              <a:gd name="connsiteY4" fmla="*/ -1 h 959428"/>
              <a:gd name="connsiteX0" fmla="*/ 0 w 327282"/>
              <a:gd name="connsiteY0" fmla="*/ 936012 h 959429"/>
              <a:gd name="connsiteX1" fmla="*/ 251771 w 327282"/>
              <a:gd name="connsiteY1" fmla="*/ 940947 h 959429"/>
              <a:gd name="connsiteX2" fmla="*/ 326360 w 327282"/>
              <a:gd name="connsiteY2" fmla="*/ 656674 h 959429"/>
              <a:gd name="connsiteX3" fmla="*/ 213718 w 327282"/>
              <a:gd name="connsiteY3" fmla="*/ 502995 h 959429"/>
              <a:gd name="connsiteX4" fmla="*/ 230474 w 327282"/>
              <a:gd name="connsiteY4" fmla="*/ 290899 h 959429"/>
              <a:gd name="connsiteX5" fmla="*/ 151832 w 327282"/>
              <a:gd name="connsiteY5" fmla="*/ 0 h 959429"/>
              <a:gd name="connsiteX0" fmla="*/ 0 w 299133"/>
              <a:gd name="connsiteY0" fmla="*/ 936012 h 955171"/>
              <a:gd name="connsiteX1" fmla="*/ 251771 w 299133"/>
              <a:gd name="connsiteY1" fmla="*/ 940947 h 955171"/>
              <a:gd name="connsiteX2" fmla="*/ 296496 w 299133"/>
              <a:gd name="connsiteY2" fmla="*/ 714897 h 955171"/>
              <a:gd name="connsiteX3" fmla="*/ 213718 w 299133"/>
              <a:gd name="connsiteY3" fmla="*/ 502995 h 955171"/>
              <a:gd name="connsiteX4" fmla="*/ 230474 w 299133"/>
              <a:gd name="connsiteY4" fmla="*/ 290899 h 955171"/>
              <a:gd name="connsiteX5" fmla="*/ 151832 w 299133"/>
              <a:gd name="connsiteY5" fmla="*/ 0 h 955171"/>
              <a:gd name="connsiteX0" fmla="*/ 0 w 325418"/>
              <a:gd name="connsiteY0" fmla="*/ 936012 h 936012"/>
              <a:gd name="connsiteX1" fmla="*/ 301361 w 325418"/>
              <a:gd name="connsiteY1" fmla="*/ 898057 h 936012"/>
              <a:gd name="connsiteX2" fmla="*/ 296496 w 325418"/>
              <a:gd name="connsiteY2" fmla="*/ 714897 h 936012"/>
              <a:gd name="connsiteX3" fmla="*/ 213718 w 325418"/>
              <a:gd name="connsiteY3" fmla="*/ 502995 h 936012"/>
              <a:gd name="connsiteX4" fmla="*/ 230474 w 325418"/>
              <a:gd name="connsiteY4" fmla="*/ 290899 h 936012"/>
              <a:gd name="connsiteX5" fmla="*/ 151832 w 325418"/>
              <a:gd name="connsiteY5" fmla="*/ 0 h 936012"/>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217839 w 311852"/>
              <a:gd name="connsiteY4" fmla="*/ 290899 h 980154"/>
              <a:gd name="connsiteX5" fmla="*/ 139197 w 311852"/>
              <a:gd name="connsiteY5" fmla="*/ 0 h 980154"/>
              <a:gd name="connsiteX0" fmla="*/ 0 w 311852"/>
              <a:gd name="connsiteY0" fmla="*/ 980153 h 980154"/>
              <a:gd name="connsiteX1" fmla="*/ 288726 w 311852"/>
              <a:gd name="connsiteY1" fmla="*/ 898057 h 980154"/>
              <a:gd name="connsiteX2" fmla="*/ 283861 w 311852"/>
              <a:gd name="connsiteY2" fmla="*/ 714897 h 980154"/>
              <a:gd name="connsiteX3" fmla="*/ 201083 w 311852"/>
              <a:gd name="connsiteY3" fmla="*/ 502995 h 980154"/>
              <a:gd name="connsiteX4" fmla="*/ 139197 w 311852"/>
              <a:gd name="connsiteY4" fmla="*/ 0 h 980154"/>
              <a:gd name="connsiteX0" fmla="*/ 0 w 283862"/>
              <a:gd name="connsiteY0" fmla="*/ 980153 h 980154"/>
              <a:gd name="connsiteX1" fmla="*/ 283861 w 283862"/>
              <a:gd name="connsiteY1" fmla="*/ 714897 h 980154"/>
              <a:gd name="connsiteX2" fmla="*/ 201083 w 283862"/>
              <a:gd name="connsiteY2" fmla="*/ 502995 h 980154"/>
              <a:gd name="connsiteX3" fmla="*/ 139197 w 283862"/>
              <a:gd name="connsiteY3" fmla="*/ 0 h 980154"/>
              <a:gd name="connsiteX0" fmla="*/ 0 w 273198"/>
              <a:gd name="connsiteY0" fmla="*/ 980153 h 980154"/>
              <a:gd name="connsiteX1" fmla="*/ 273197 w 273198"/>
              <a:gd name="connsiteY1" fmla="*/ 793056 h 980154"/>
              <a:gd name="connsiteX2" fmla="*/ 201083 w 273198"/>
              <a:gd name="connsiteY2" fmla="*/ 502995 h 980154"/>
              <a:gd name="connsiteX3" fmla="*/ 139197 w 273198"/>
              <a:gd name="connsiteY3" fmla="*/ 0 h 980154"/>
              <a:gd name="connsiteX0" fmla="*/ 1 w 301086"/>
              <a:gd name="connsiteY0" fmla="*/ 933051 h 933052"/>
              <a:gd name="connsiteX1" fmla="*/ 292015 w 301086"/>
              <a:gd name="connsiteY1" fmla="*/ 793056 h 933052"/>
              <a:gd name="connsiteX2" fmla="*/ 219901 w 301086"/>
              <a:gd name="connsiteY2" fmla="*/ 502995 h 933052"/>
              <a:gd name="connsiteX3" fmla="*/ 158015 w 301086"/>
              <a:gd name="connsiteY3" fmla="*/ 0 h 933052"/>
              <a:gd name="connsiteX0" fmla="*/ -1 w 301084"/>
              <a:gd name="connsiteY0" fmla="*/ 933051 h 949693"/>
              <a:gd name="connsiteX1" fmla="*/ 292013 w 301084"/>
              <a:gd name="connsiteY1" fmla="*/ 793056 h 949693"/>
              <a:gd name="connsiteX2" fmla="*/ 219899 w 301084"/>
              <a:gd name="connsiteY2" fmla="*/ 502995 h 949693"/>
              <a:gd name="connsiteX3" fmla="*/ 158013 w 301084"/>
              <a:gd name="connsiteY3" fmla="*/ 0 h 949693"/>
              <a:gd name="connsiteX0" fmla="*/ 1 w 301086"/>
              <a:gd name="connsiteY0" fmla="*/ 833858 h 850500"/>
              <a:gd name="connsiteX1" fmla="*/ 292015 w 301086"/>
              <a:gd name="connsiteY1" fmla="*/ 693863 h 850500"/>
              <a:gd name="connsiteX2" fmla="*/ 219901 w 301086"/>
              <a:gd name="connsiteY2" fmla="*/ 403802 h 850500"/>
              <a:gd name="connsiteX3" fmla="*/ 129332 w 301086"/>
              <a:gd name="connsiteY3" fmla="*/ 1 h 850500"/>
            </a:gdLst>
            <a:ahLst/>
            <a:cxnLst>
              <a:cxn ang="0">
                <a:pos x="connsiteX0" y="connsiteY0"/>
              </a:cxn>
              <a:cxn ang="0">
                <a:pos x="connsiteX1" y="connsiteY1"/>
              </a:cxn>
              <a:cxn ang="0">
                <a:pos x="connsiteX2" y="connsiteY2"/>
              </a:cxn>
              <a:cxn ang="0">
                <a:pos x="connsiteX3" y="connsiteY3"/>
              </a:cxn>
            </a:cxnLst>
            <a:rect l="l" t="t" r="r" b="b"/>
            <a:pathLst>
              <a:path w="301086" h="850500">
                <a:moveTo>
                  <a:pt x="1" y="833858"/>
                </a:moveTo>
                <a:cubicBezTo>
                  <a:pt x="244944" y="896918"/>
                  <a:pt x="255365" y="765539"/>
                  <a:pt x="292015" y="693863"/>
                </a:cubicBezTo>
                <a:cubicBezTo>
                  <a:pt x="328665" y="622187"/>
                  <a:pt x="244012" y="522951"/>
                  <a:pt x="219901" y="403802"/>
                </a:cubicBezTo>
                <a:cubicBezTo>
                  <a:pt x="195790" y="284653"/>
                  <a:pt x="142225" y="104792"/>
                  <a:pt x="129332" y="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AE3EBB9F-AE09-68E8-9572-445EC549E402}"/>
              </a:ext>
            </a:extLst>
          </p:cNvPr>
          <p:cNvSpPr/>
          <p:nvPr/>
        </p:nvSpPr>
        <p:spPr>
          <a:xfrm rot="13736097" flipV="1">
            <a:off x="8391862" y="6467111"/>
            <a:ext cx="827525" cy="517451"/>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3817 w 414856"/>
              <a:gd name="connsiteY0" fmla="*/ 98769 h 631853"/>
              <a:gd name="connsiteX1" fmla="*/ 85286 w 414856"/>
              <a:gd name="connsiteY1" fmla="*/ 508459 h 631853"/>
              <a:gd name="connsiteX2" fmla="*/ 236740 w 414856"/>
              <a:gd name="connsiteY2" fmla="*/ 627683 h 631853"/>
              <a:gd name="connsiteX3" fmla="*/ 344373 w 414856"/>
              <a:gd name="connsiteY3" fmla="*/ 589774 h 631853"/>
              <a:gd name="connsiteX4" fmla="*/ 414544 w 414856"/>
              <a:gd name="connsiteY4" fmla="*/ 446578 h 631853"/>
              <a:gd name="connsiteX5" fmla="*/ 399074 w 414856"/>
              <a:gd name="connsiteY5" fmla="*/ 262251 h 631853"/>
              <a:gd name="connsiteX6" fmla="*/ 300911 w 414856"/>
              <a:gd name="connsiteY6" fmla="*/ 81334 h 631853"/>
              <a:gd name="connsiteX7" fmla="*/ 162385 w 414856"/>
              <a:gd name="connsiteY7" fmla="*/ 2422 h 631853"/>
              <a:gd name="connsiteX8" fmla="*/ 39720 w 414856"/>
              <a:gd name="connsiteY8" fmla="*/ 197180 h 631853"/>
              <a:gd name="connsiteX0" fmla="*/ 90968 w 502007"/>
              <a:gd name="connsiteY0" fmla="*/ 350085 h 883169"/>
              <a:gd name="connsiteX1" fmla="*/ 172437 w 502007"/>
              <a:gd name="connsiteY1" fmla="*/ 759775 h 883169"/>
              <a:gd name="connsiteX2" fmla="*/ 323891 w 502007"/>
              <a:gd name="connsiteY2" fmla="*/ 878999 h 883169"/>
              <a:gd name="connsiteX3" fmla="*/ 431524 w 502007"/>
              <a:gd name="connsiteY3" fmla="*/ 841090 h 883169"/>
              <a:gd name="connsiteX4" fmla="*/ 501695 w 502007"/>
              <a:gd name="connsiteY4" fmla="*/ 697894 h 883169"/>
              <a:gd name="connsiteX5" fmla="*/ 486225 w 502007"/>
              <a:gd name="connsiteY5" fmla="*/ 513567 h 883169"/>
              <a:gd name="connsiteX6" fmla="*/ 388062 w 502007"/>
              <a:gd name="connsiteY6" fmla="*/ 332650 h 883169"/>
              <a:gd name="connsiteX7" fmla="*/ 249536 w 502007"/>
              <a:gd name="connsiteY7" fmla="*/ 253738 h 883169"/>
              <a:gd name="connsiteX8" fmla="*/ 536 w 502007"/>
              <a:gd name="connsiteY8" fmla="*/ 74552 h 883169"/>
              <a:gd name="connsiteX0" fmla="*/ 90432 w 501471"/>
              <a:gd name="connsiteY0" fmla="*/ 275533 h 808617"/>
              <a:gd name="connsiteX1" fmla="*/ 171901 w 501471"/>
              <a:gd name="connsiteY1" fmla="*/ 685223 h 808617"/>
              <a:gd name="connsiteX2" fmla="*/ 323355 w 501471"/>
              <a:gd name="connsiteY2" fmla="*/ 804447 h 808617"/>
              <a:gd name="connsiteX3" fmla="*/ 430988 w 501471"/>
              <a:gd name="connsiteY3" fmla="*/ 766538 h 808617"/>
              <a:gd name="connsiteX4" fmla="*/ 501159 w 501471"/>
              <a:gd name="connsiteY4" fmla="*/ 623342 h 808617"/>
              <a:gd name="connsiteX5" fmla="*/ 485689 w 501471"/>
              <a:gd name="connsiteY5" fmla="*/ 439015 h 808617"/>
              <a:gd name="connsiteX6" fmla="*/ 387526 w 501471"/>
              <a:gd name="connsiteY6" fmla="*/ 258098 h 808617"/>
              <a:gd name="connsiteX7" fmla="*/ 249000 w 501471"/>
              <a:gd name="connsiteY7" fmla="*/ 179186 h 808617"/>
              <a:gd name="connsiteX8" fmla="*/ 0 w 501471"/>
              <a:gd name="connsiteY8" fmla="*/ 0 h 808617"/>
              <a:gd name="connsiteX0" fmla="*/ 101909 w 512948"/>
              <a:gd name="connsiteY0" fmla="*/ 335138 h 868222"/>
              <a:gd name="connsiteX1" fmla="*/ 183378 w 512948"/>
              <a:gd name="connsiteY1" fmla="*/ 744828 h 868222"/>
              <a:gd name="connsiteX2" fmla="*/ 334832 w 512948"/>
              <a:gd name="connsiteY2" fmla="*/ 864052 h 868222"/>
              <a:gd name="connsiteX3" fmla="*/ 442465 w 512948"/>
              <a:gd name="connsiteY3" fmla="*/ 826143 h 868222"/>
              <a:gd name="connsiteX4" fmla="*/ 512636 w 512948"/>
              <a:gd name="connsiteY4" fmla="*/ 682947 h 868222"/>
              <a:gd name="connsiteX5" fmla="*/ 497166 w 512948"/>
              <a:gd name="connsiteY5" fmla="*/ 498620 h 868222"/>
              <a:gd name="connsiteX6" fmla="*/ 399003 w 512948"/>
              <a:gd name="connsiteY6" fmla="*/ 317703 h 868222"/>
              <a:gd name="connsiteX7" fmla="*/ 260477 w 512948"/>
              <a:gd name="connsiteY7" fmla="*/ 238791 h 868222"/>
              <a:gd name="connsiteX8" fmla="*/ 0 w 512948"/>
              <a:gd name="connsiteY8" fmla="*/ 0 h 868222"/>
              <a:gd name="connsiteX0" fmla="*/ 183378 w 512948"/>
              <a:gd name="connsiteY0" fmla="*/ 744828 h 868222"/>
              <a:gd name="connsiteX1" fmla="*/ 334832 w 512948"/>
              <a:gd name="connsiteY1" fmla="*/ 864052 h 868222"/>
              <a:gd name="connsiteX2" fmla="*/ 442465 w 512948"/>
              <a:gd name="connsiteY2" fmla="*/ 826143 h 868222"/>
              <a:gd name="connsiteX3" fmla="*/ 512636 w 512948"/>
              <a:gd name="connsiteY3" fmla="*/ 682947 h 868222"/>
              <a:gd name="connsiteX4" fmla="*/ 497166 w 512948"/>
              <a:gd name="connsiteY4" fmla="*/ 498620 h 868222"/>
              <a:gd name="connsiteX5" fmla="*/ 399003 w 512948"/>
              <a:gd name="connsiteY5" fmla="*/ 317703 h 868222"/>
              <a:gd name="connsiteX6" fmla="*/ 260477 w 512948"/>
              <a:gd name="connsiteY6" fmla="*/ 238791 h 868222"/>
              <a:gd name="connsiteX7" fmla="*/ 0 w 512948"/>
              <a:gd name="connsiteY7" fmla="*/ 0 h 868222"/>
              <a:gd name="connsiteX0" fmla="*/ 183378 w 512948"/>
              <a:gd name="connsiteY0" fmla="*/ 744828 h 911737"/>
              <a:gd name="connsiteX1" fmla="*/ 334832 w 512948"/>
              <a:gd name="connsiteY1" fmla="*/ 864052 h 911737"/>
              <a:gd name="connsiteX2" fmla="*/ 477507 w 512948"/>
              <a:gd name="connsiteY2" fmla="*/ 901134 h 911737"/>
              <a:gd name="connsiteX3" fmla="*/ 512636 w 512948"/>
              <a:gd name="connsiteY3" fmla="*/ 682947 h 911737"/>
              <a:gd name="connsiteX4" fmla="*/ 497166 w 512948"/>
              <a:gd name="connsiteY4" fmla="*/ 498620 h 911737"/>
              <a:gd name="connsiteX5" fmla="*/ 399003 w 512948"/>
              <a:gd name="connsiteY5" fmla="*/ 317703 h 911737"/>
              <a:gd name="connsiteX6" fmla="*/ 260477 w 512948"/>
              <a:gd name="connsiteY6" fmla="*/ 238791 h 911737"/>
              <a:gd name="connsiteX7" fmla="*/ 0 w 512948"/>
              <a:gd name="connsiteY7" fmla="*/ 0 h 911737"/>
              <a:gd name="connsiteX0" fmla="*/ 182579 w 512948"/>
              <a:gd name="connsiteY0" fmla="*/ 577823 h 916948"/>
              <a:gd name="connsiteX1" fmla="*/ 334832 w 512948"/>
              <a:gd name="connsiteY1" fmla="*/ 864052 h 916948"/>
              <a:gd name="connsiteX2" fmla="*/ 477507 w 512948"/>
              <a:gd name="connsiteY2" fmla="*/ 901134 h 916948"/>
              <a:gd name="connsiteX3" fmla="*/ 512636 w 512948"/>
              <a:gd name="connsiteY3" fmla="*/ 682947 h 916948"/>
              <a:gd name="connsiteX4" fmla="*/ 497166 w 512948"/>
              <a:gd name="connsiteY4" fmla="*/ 498620 h 916948"/>
              <a:gd name="connsiteX5" fmla="*/ 399003 w 512948"/>
              <a:gd name="connsiteY5" fmla="*/ 317703 h 916948"/>
              <a:gd name="connsiteX6" fmla="*/ 260477 w 512948"/>
              <a:gd name="connsiteY6" fmla="*/ 238791 h 916948"/>
              <a:gd name="connsiteX7" fmla="*/ 0 w 512948"/>
              <a:gd name="connsiteY7" fmla="*/ 0 h 916948"/>
              <a:gd name="connsiteX0" fmla="*/ 182579 w 512948"/>
              <a:gd name="connsiteY0" fmla="*/ 577823 h 904031"/>
              <a:gd name="connsiteX1" fmla="*/ 349589 w 512948"/>
              <a:gd name="connsiteY1" fmla="*/ 792980 h 904031"/>
              <a:gd name="connsiteX2" fmla="*/ 477507 w 512948"/>
              <a:gd name="connsiteY2" fmla="*/ 901134 h 904031"/>
              <a:gd name="connsiteX3" fmla="*/ 512636 w 512948"/>
              <a:gd name="connsiteY3" fmla="*/ 682947 h 904031"/>
              <a:gd name="connsiteX4" fmla="*/ 497166 w 512948"/>
              <a:gd name="connsiteY4" fmla="*/ 498620 h 904031"/>
              <a:gd name="connsiteX5" fmla="*/ 399003 w 512948"/>
              <a:gd name="connsiteY5" fmla="*/ 317703 h 904031"/>
              <a:gd name="connsiteX6" fmla="*/ 260477 w 512948"/>
              <a:gd name="connsiteY6" fmla="*/ 238791 h 904031"/>
              <a:gd name="connsiteX7" fmla="*/ 0 w 512948"/>
              <a:gd name="connsiteY7"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99003 w 512636"/>
              <a:gd name="connsiteY4" fmla="*/ 317703 h 904031"/>
              <a:gd name="connsiteX5" fmla="*/ 260477 w 512636"/>
              <a:gd name="connsiteY5" fmla="*/ 238791 h 904031"/>
              <a:gd name="connsiteX6" fmla="*/ 0 w 512636"/>
              <a:gd name="connsiteY6" fmla="*/ 0 h 904031"/>
              <a:gd name="connsiteX0" fmla="*/ 182579 w 512636"/>
              <a:gd name="connsiteY0" fmla="*/ 577823 h 904031"/>
              <a:gd name="connsiteX1" fmla="*/ 349589 w 512636"/>
              <a:gd name="connsiteY1" fmla="*/ 792980 h 904031"/>
              <a:gd name="connsiteX2" fmla="*/ 477507 w 512636"/>
              <a:gd name="connsiteY2" fmla="*/ 901134 h 904031"/>
              <a:gd name="connsiteX3" fmla="*/ 512636 w 512636"/>
              <a:gd name="connsiteY3" fmla="*/ 682947 h 904031"/>
              <a:gd name="connsiteX4" fmla="*/ 382733 w 512636"/>
              <a:gd name="connsiteY4" fmla="*/ 359348 h 904031"/>
              <a:gd name="connsiteX5" fmla="*/ 260477 w 512636"/>
              <a:gd name="connsiteY5" fmla="*/ 238791 h 904031"/>
              <a:gd name="connsiteX6" fmla="*/ 0 w 512636"/>
              <a:gd name="connsiteY6" fmla="*/ 0 h 904031"/>
              <a:gd name="connsiteX0" fmla="*/ 182579 w 512636"/>
              <a:gd name="connsiteY0" fmla="*/ 577823 h 869297"/>
              <a:gd name="connsiteX1" fmla="*/ 349589 w 512636"/>
              <a:gd name="connsiteY1" fmla="*/ 792980 h 869297"/>
              <a:gd name="connsiteX2" fmla="*/ 443616 w 512636"/>
              <a:gd name="connsiteY2" fmla="*/ 864935 h 869297"/>
              <a:gd name="connsiteX3" fmla="*/ 512636 w 512636"/>
              <a:gd name="connsiteY3" fmla="*/ 682947 h 869297"/>
              <a:gd name="connsiteX4" fmla="*/ 382733 w 512636"/>
              <a:gd name="connsiteY4" fmla="*/ 359348 h 869297"/>
              <a:gd name="connsiteX5" fmla="*/ 260477 w 512636"/>
              <a:gd name="connsiteY5" fmla="*/ 238791 h 869297"/>
              <a:gd name="connsiteX6" fmla="*/ 0 w 512636"/>
              <a:gd name="connsiteY6" fmla="*/ 0 h 869297"/>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182579 w 483859"/>
              <a:gd name="connsiteY0" fmla="*/ 577823 h 870664"/>
              <a:gd name="connsiteX1" fmla="*/ 349589 w 483859"/>
              <a:gd name="connsiteY1" fmla="*/ 792980 h 870664"/>
              <a:gd name="connsiteX2" fmla="*/ 443616 w 483859"/>
              <a:gd name="connsiteY2" fmla="*/ 864935 h 870664"/>
              <a:gd name="connsiteX3" fmla="*/ 483859 w 483859"/>
              <a:gd name="connsiteY3" fmla="*/ 659637 h 870664"/>
              <a:gd name="connsiteX4" fmla="*/ 382733 w 483859"/>
              <a:gd name="connsiteY4" fmla="*/ 359348 h 870664"/>
              <a:gd name="connsiteX5" fmla="*/ 260477 w 483859"/>
              <a:gd name="connsiteY5" fmla="*/ 238791 h 870664"/>
              <a:gd name="connsiteX6" fmla="*/ 0 w 483859"/>
              <a:gd name="connsiteY6" fmla="*/ 0 h 870664"/>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60477 w 483859"/>
              <a:gd name="connsiteY5" fmla="*/ 238791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0 w 483859"/>
              <a:gd name="connsiteY6" fmla="*/ 0 h 868921"/>
              <a:gd name="connsiteX0" fmla="*/ 239378 w 483859"/>
              <a:gd name="connsiteY0" fmla="*/ 762910 h 868921"/>
              <a:gd name="connsiteX1" fmla="*/ 349589 w 483859"/>
              <a:gd name="connsiteY1" fmla="*/ 792980 h 868921"/>
              <a:gd name="connsiteX2" fmla="*/ 443616 w 483859"/>
              <a:gd name="connsiteY2" fmla="*/ 864935 h 868921"/>
              <a:gd name="connsiteX3" fmla="*/ 483859 w 483859"/>
              <a:gd name="connsiteY3" fmla="*/ 659637 h 868921"/>
              <a:gd name="connsiteX4" fmla="*/ 382733 w 483859"/>
              <a:gd name="connsiteY4" fmla="*/ 359348 h 868921"/>
              <a:gd name="connsiteX5" fmla="*/ 200386 w 483859"/>
              <a:gd name="connsiteY5" fmla="*/ 206596 h 868921"/>
              <a:gd name="connsiteX6" fmla="*/ 126790 w 483859"/>
              <a:gd name="connsiteY6" fmla="*/ 29735 h 868921"/>
              <a:gd name="connsiteX7" fmla="*/ 0 w 483859"/>
              <a:gd name="connsiteY7" fmla="*/ 0 h 868921"/>
              <a:gd name="connsiteX0" fmla="*/ 193428 w 437909"/>
              <a:gd name="connsiteY0" fmla="*/ 741880 h 847891"/>
              <a:gd name="connsiteX1" fmla="*/ 303639 w 437909"/>
              <a:gd name="connsiteY1" fmla="*/ 771950 h 847891"/>
              <a:gd name="connsiteX2" fmla="*/ 397666 w 437909"/>
              <a:gd name="connsiteY2" fmla="*/ 843905 h 847891"/>
              <a:gd name="connsiteX3" fmla="*/ 437909 w 437909"/>
              <a:gd name="connsiteY3" fmla="*/ 638607 h 847891"/>
              <a:gd name="connsiteX4" fmla="*/ 336783 w 437909"/>
              <a:gd name="connsiteY4" fmla="*/ 338318 h 847891"/>
              <a:gd name="connsiteX5" fmla="*/ 154436 w 437909"/>
              <a:gd name="connsiteY5" fmla="*/ 185566 h 847891"/>
              <a:gd name="connsiteX6" fmla="*/ 80840 w 437909"/>
              <a:gd name="connsiteY6" fmla="*/ 8705 h 847891"/>
              <a:gd name="connsiteX7" fmla="*/ 0 w 437909"/>
              <a:gd name="connsiteY7" fmla="*/ 40615 h 847891"/>
              <a:gd name="connsiteX0" fmla="*/ 193428 w 496624"/>
              <a:gd name="connsiteY0" fmla="*/ 741880 h 891795"/>
              <a:gd name="connsiteX1" fmla="*/ 303639 w 496624"/>
              <a:gd name="connsiteY1" fmla="*/ 771950 h 891795"/>
              <a:gd name="connsiteX2" fmla="*/ 492592 w 496624"/>
              <a:gd name="connsiteY2" fmla="*/ 888955 h 891795"/>
              <a:gd name="connsiteX3" fmla="*/ 437909 w 496624"/>
              <a:gd name="connsiteY3" fmla="*/ 638607 h 891795"/>
              <a:gd name="connsiteX4" fmla="*/ 336783 w 496624"/>
              <a:gd name="connsiteY4" fmla="*/ 338318 h 891795"/>
              <a:gd name="connsiteX5" fmla="*/ 154436 w 496624"/>
              <a:gd name="connsiteY5" fmla="*/ 185566 h 891795"/>
              <a:gd name="connsiteX6" fmla="*/ 80840 w 496624"/>
              <a:gd name="connsiteY6" fmla="*/ 8705 h 891795"/>
              <a:gd name="connsiteX7" fmla="*/ 0 w 496624"/>
              <a:gd name="connsiteY7" fmla="*/ 40615 h 891795"/>
              <a:gd name="connsiteX0" fmla="*/ 193428 w 495230"/>
              <a:gd name="connsiteY0" fmla="*/ 741880 h 892469"/>
              <a:gd name="connsiteX1" fmla="*/ 334426 w 495230"/>
              <a:gd name="connsiteY1" fmla="*/ 782577 h 892469"/>
              <a:gd name="connsiteX2" fmla="*/ 492592 w 495230"/>
              <a:gd name="connsiteY2" fmla="*/ 888955 h 892469"/>
              <a:gd name="connsiteX3" fmla="*/ 437909 w 495230"/>
              <a:gd name="connsiteY3" fmla="*/ 638607 h 892469"/>
              <a:gd name="connsiteX4" fmla="*/ 336783 w 495230"/>
              <a:gd name="connsiteY4" fmla="*/ 338318 h 892469"/>
              <a:gd name="connsiteX5" fmla="*/ 154436 w 495230"/>
              <a:gd name="connsiteY5" fmla="*/ 185566 h 892469"/>
              <a:gd name="connsiteX6" fmla="*/ 80840 w 495230"/>
              <a:gd name="connsiteY6" fmla="*/ 8705 h 892469"/>
              <a:gd name="connsiteX7" fmla="*/ 0 w 495230"/>
              <a:gd name="connsiteY7" fmla="*/ 40615 h 892469"/>
              <a:gd name="connsiteX0" fmla="*/ 193428 w 498330"/>
              <a:gd name="connsiteY0" fmla="*/ 741880 h 892258"/>
              <a:gd name="connsiteX1" fmla="*/ 334426 w 498330"/>
              <a:gd name="connsiteY1" fmla="*/ 782577 h 892258"/>
              <a:gd name="connsiteX2" fmla="*/ 492592 w 498330"/>
              <a:gd name="connsiteY2" fmla="*/ 888955 h 892258"/>
              <a:gd name="connsiteX3" fmla="*/ 466896 w 498330"/>
              <a:gd name="connsiteY3" fmla="*/ 643827 h 892258"/>
              <a:gd name="connsiteX4" fmla="*/ 336783 w 498330"/>
              <a:gd name="connsiteY4" fmla="*/ 338318 h 892258"/>
              <a:gd name="connsiteX5" fmla="*/ 154436 w 498330"/>
              <a:gd name="connsiteY5" fmla="*/ 185566 h 892258"/>
              <a:gd name="connsiteX6" fmla="*/ 80840 w 498330"/>
              <a:gd name="connsiteY6" fmla="*/ 8705 h 892258"/>
              <a:gd name="connsiteX7" fmla="*/ 0 w 498330"/>
              <a:gd name="connsiteY7" fmla="*/ 40615 h 892258"/>
              <a:gd name="connsiteX0" fmla="*/ 193428 w 496296"/>
              <a:gd name="connsiteY0" fmla="*/ 741880 h 891285"/>
              <a:gd name="connsiteX1" fmla="*/ 368843 w 496296"/>
              <a:gd name="connsiteY1" fmla="*/ 765900 h 891285"/>
              <a:gd name="connsiteX2" fmla="*/ 492592 w 496296"/>
              <a:gd name="connsiteY2" fmla="*/ 888955 h 891285"/>
              <a:gd name="connsiteX3" fmla="*/ 466896 w 496296"/>
              <a:gd name="connsiteY3" fmla="*/ 643827 h 891285"/>
              <a:gd name="connsiteX4" fmla="*/ 336783 w 496296"/>
              <a:gd name="connsiteY4" fmla="*/ 338318 h 891285"/>
              <a:gd name="connsiteX5" fmla="*/ 154436 w 496296"/>
              <a:gd name="connsiteY5" fmla="*/ 185566 h 891285"/>
              <a:gd name="connsiteX6" fmla="*/ 80840 w 496296"/>
              <a:gd name="connsiteY6" fmla="*/ 8705 h 891285"/>
              <a:gd name="connsiteX7" fmla="*/ 0 w 496296"/>
              <a:gd name="connsiteY7" fmla="*/ 40615 h 891285"/>
              <a:gd name="connsiteX0" fmla="*/ 300256 w 496296"/>
              <a:gd name="connsiteY0" fmla="*/ 888192 h 890933"/>
              <a:gd name="connsiteX1" fmla="*/ 368843 w 496296"/>
              <a:gd name="connsiteY1" fmla="*/ 765900 h 890933"/>
              <a:gd name="connsiteX2" fmla="*/ 492592 w 496296"/>
              <a:gd name="connsiteY2" fmla="*/ 888955 h 890933"/>
              <a:gd name="connsiteX3" fmla="*/ 466896 w 496296"/>
              <a:gd name="connsiteY3" fmla="*/ 643827 h 890933"/>
              <a:gd name="connsiteX4" fmla="*/ 336783 w 496296"/>
              <a:gd name="connsiteY4" fmla="*/ 338318 h 890933"/>
              <a:gd name="connsiteX5" fmla="*/ 154436 w 496296"/>
              <a:gd name="connsiteY5" fmla="*/ 185566 h 890933"/>
              <a:gd name="connsiteX6" fmla="*/ 80840 w 496296"/>
              <a:gd name="connsiteY6" fmla="*/ 8705 h 890933"/>
              <a:gd name="connsiteX7" fmla="*/ 0 w 496296"/>
              <a:gd name="connsiteY7" fmla="*/ 40615 h 890933"/>
              <a:gd name="connsiteX0" fmla="*/ 300256 w 518287"/>
              <a:gd name="connsiteY0" fmla="*/ 888192 h 890188"/>
              <a:gd name="connsiteX1" fmla="*/ 368843 w 518287"/>
              <a:gd name="connsiteY1" fmla="*/ 765900 h 890188"/>
              <a:gd name="connsiteX2" fmla="*/ 492592 w 518287"/>
              <a:gd name="connsiteY2" fmla="*/ 888955 h 890188"/>
              <a:gd name="connsiteX3" fmla="*/ 466896 w 518287"/>
              <a:gd name="connsiteY3" fmla="*/ 643827 h 890188"/>
              <a:gd name="connsiteX4" fmla="*/ 336783 w 518287"/>
              <a:gd name="connsiteY4" fmla="*/ 338318 h 890188"/>
              <a:gd name="connsiteX5" fmla="*/ 154436 w 518287"/>
              <a:gd name="connsiteY5" fmla="*/ 185566 h 890188"/>
              <a:gd name="connsiteX6" fmla="*/ 80840 w 518287"/>
              <a:gd name="connsiteY6" fmla="*/ 8705 h 890188"/>
              <a:gd name="connsiteX7" fmla="*/ 0 w 518287"/>
              <a:gd name="connsiteY7" fmla="*/ 40615 h 890188"/>
              <a:gd name="connsiteX0" fmla="*/ 300256 w 552461"/>
              <a:gd name="connsiteY0" fmla="*/ 888192 h 932672"/>
              <a:gd name="connsiteX1" fmla="*/ 368843 w 552461"/>
              <a:gd name="connsiteY1" fmla="*/ 765900 h 932672"/>
              <a:gd name="connsiteX2" fmla="*/ 532244 w 552461"/>
              <a:gd name="connsiteY2" fmla="*/ 931677 h 932672"/>
              <a:gd name="connsiteX3" fmla="*/ 466896 w 552461"/>
              <a:gd name="connsiteY3" fmla="*/ 643827 h 932672"/>
              <a:gd name="connsiteX4" fmla="*/ 336783 w 552461"/>
              <a:gd name="connsiteY4" fmla="*/ 338318 h 932672"/>
              <a:gd name="connsiteX5" fmla="*/ 154436 w 552461"/>
              <a:gd name="connsiteY5" fmla="*/ 185566 h 932672"/>
              <a:gd name="connsiteX6" fmla="*/ 80840 w 552461"/>
              <a:gd name="connsiteY6" fmla="*/ 8705 h 932672"/>
              <a:gd name="connsiteX7" fmla="*/ 0 w 552461"/>
              <a:gd name="connsiteY7" fmla="*/ 40615 h 932672"/>
              <a:gd name="connsiteX0" fmla="*/ 300256 w 536252"/>
              <a:gd name="connsiteY0" fmla="*/ 888192 h 934482"/>
              <a:gd name="connsiteX1" fmla="*/ 368843 w 536252"/>
              <a:gd name="connsiteY1" fmla="*/ 765900 h 934482"/>
              <a:gd name="connsiteX2" fmla="*/ 532244 w 536252"/>
              <a:gd name="connsiteY2" fmla="*/ 931677 h 934482"/>
              <a:gd name="connsiteX3" fmla="*/ 490383 w 536252"/>
              <a:gd name="connsiteY3" fmla="*/ 599768 h 934482"/>
              <a:gd name="connsiteX4" fmla="*/ 336783 w 536252"/>
              <a:gd name="connsiteY4" fmla="*/ 338318 h 934482"/>
              <a:gd name="connsiteX5" fmla="*/ 154436 w 536252"/>
              <a:gd name="connsiteY5" fmla="*/ 185566 h 934482"/>
              <a:gd name="connsiteX6" fmla="*/ 80840 w 536252"/>
              <a:gd name="connsiteY6" fmla="*/ 8705 h 934482"/>
              <a:gd name="connsiteX7" fmla="*/ 0 w 536252"/>
              <a:gd name="connsiteY7" fmla="*/ 40615 h 934482"/>
              <a:gd name="connsiteX0" fmla="*/ 300256 w 562719"/>
              <a:gd name="connsiteY0" fmla="*/ 888192 h 953558"/>
              <a:gd name="connsiteX1" fmla="*/ 368843 w 562719"/>
              <a:gd name="connsiteY1" fmla="*/ 765900 h 953558"/>
              <a:gd name="connsiteX2" fmla="*/ 532244 w 562719"/>
              <a:gd name="connsiteY2" fmla="*/ 931677 h 953558"/>
              <a:gd name="connsiteX3" fmla="*/ 490383 w 562719"/>
              <a:gd name="connsiteY3" fmla="*/ 599768 h 953558"/>
              <a:gd name="connsiteX4" fmla="*/ 336783 w 562719"/>
              <a:gd name="connsiteY4" fmla="*/ 338318 h 953558"/>
              <a:gd name="connsiteX5" fmla="*/ 154436 w 562719"/>
              <a:gd name="connsiteY5" fmla="*/ 185566 h 953558"/>
              <a:gd name="connsiteX6" fmla="*/ 80840 w 562719"/>
              <a:gd name="connsiteY6" fmla="*/ 8705 h 953558"/>
              <a:gd name="connsiteX7" fmla="*/ 0 w 562719"/>
              <a:gd name="connsiteY7" fmla="*/ 40615 h 953558"/>
              <a:gd name="connsiteX0" fmla="*/ 300256 w 562719"/>
              <a:gd name="connsiteY0" fmla="*/ 888192 h 946620"/>
              <a:gd name="connsiteX1" fmla="*/ 532244 w 562719"/>
              <a:gd name="connsiteY1" fmla="*/ 931677 h 946620"/>
              <a:gd name="connsiteX2" fmla="*/ 490383 w 562719"/>
              <a:gd name="connsiteY2" fmla="*/ 599768 h 946620"/>
              <a:gd name="connsiteX3" fmla="*/ 336783 w 562719"/>
              <a:gd name="connsiteY3" fmla="*/ 338318 h 946620"/>
              <a:gd name="connsiteX4" fmla="*/ 154436 w 562719"/>
              <a:gd name="connsiteY4" fmla="*/ 185566 h 946620"/>
              <a:gd name="connsiteX5" fmla="*/ 80840 w 562719"/>
              <a:gd name="connsiteY5" fmla="*/ 8705 h 946620"/>
              <a:gd name="connsiteX6" fmla="*/ 0 w 562719"/>
              <a:gd name="connsiteY6" fmla="*/ 40615 h 946620"/>
              <a:gd name="connsiteX0" fmla="*/ 289364 w 540744"/>
              <a:gd name="connsiteY0" fmla="*/ 803876 h 936608"/>
              <a:gd name="connsiteX1" fmla="*/ 532244 w 540744"/>
              <a:gd name="connsiteY1" fmla="*/ 931677 h 936608"/>
              <a:gd name="connsiteX2" fmla="*/ 490383 w 540744"/>
              <a:gd name="connsiteY2" fmla="*/ 599768 h 936608"/>
              <a:gd name="connsiteX3" fmla="*/ 336783 w 540744"/>
              <a:gd name="connsiteY3" fmla="*/ 338318 h 936608"/>
              <a:gd name="connsiteX4" fmla="*/ 154436 w 540744"/>
              <a:gd name="connsiteY4" fmla="*/ 185566 h 936608"/>
              <a:gd name="connsiteX5" fmla="*/ 80840 w 540744"/>
              <a:gd name="connsiteY5" fmla="*/ 8705 h 936608"/>
              <a:gd name="connsiteX6" fmla="*/ 0 w 540744"/>
              <a:gd name="connsiteY6" fmla="*/ 40615 h 936608"/>
              <a:gd name="connsiteX0" fmla="*/ 289364 w 540744"/>
              <a:gd name="connsiteY0" fmla="*/ 803876 h 935196"/>
              <a:gd name="connsiteX1" fmla="*/ 532244 w 540744"/>
              <a:gd name="connsiteY1" fmla="*/ 931677 h 935196"/>
              <a:gd name="connsiteX2" fmla="*/ 490383 w 540744"/>
              <a:gd name="connsiteY2" fmla="*/ 599768 h 935196"/>
              <a:gd name="connsiteX3" fmla="*/ 336783 w 540744"/>
              <a:gd name="connsiteY3" fmla="*/ 338318 h 935196"/>
              <a:gd name="connsiteX4" fmla="*/ 154436 w 540744"/>
              <a:gd name="connsiteY4" fmla="*/ 185566 h 935196"/>
              <a:gd name="connsiteX5" fmla="*/ 80840 w 540744"/>
              <a:gd name="connsiteY5" fmla="*/ 8705 h 935196"/>
              <a:gd name="connsiteX6" fmla="*/ 0 w 540744"/>
              <a:gd name="connsiteY6" fmla="*/ 40615 h 935196"/>
              <a:gd name="connsiteX0" fmla="*/ 289364 w 572064"/>
              <a:gd name="connsiteY0" fmla="*/ 803876 h 860468"/>
              <a:gd name="connsiteX1" fmla="*/ 565707 w 572064"/>
              <a:gd name="connsiteY1" fmla="*/ 855347 h 860468"/>
              <a:gd name="connsiteX2" fmla="*/ 490383 w 572064"/>
              <a:gd name="connsiteY2" fmla="*/ 599768 h 860468"/>
              <a:gd name="connsiteX3" fmla="*/ 336783 w 572064"/>
              <a:gd name="connsiteY3" fmla="*/ 338318 h 860468"/>
              <a:gd name="connsiteX4" fmla="*/ 154436 w 572064"/>
              <a:gd name="connsiteY4" fmla="*/ 185566 h 860468"/>
              <a:gd name="connsiteX5" fmla="*/ 80840 w 572064"/>
              <a:gd name="connsiteY5" fmla="*/ 8705 h 860468"/>
              <a:gd name="connsiteX6" fmla="*/ 0 w 572064"/>
              <a:gd name="connsiteY6" fmla="*/ 40615 h 860468"/>
              <a:gd name="connsiteX0" fmla="*/ 289364 w 572064"/>
              <a:gd name="connsiteY0" fmla="*/ 803876 h 860466"/>
              <a:gd name="connsiteX1" fmla="*/ 565707 w 572064"/>
              <a:gd name="connsiteY1" fmla="*/ 855347 h 860466"/>
              <a:gd name="connsiteX2" fmla="*/ 490383 w 572064"/>
              <a:gd name="connsiteY2" fmla="*/ 599768 h 860466"/>
              <a:gd name="connsiteX3" fmla="*/ 327616 w 572064"/>
              <a:gd name="connsiteY3" fmla="*/ 487652 h 860466"/>
              <a:gd name="connsiteX4" fmla="*/ 154436 w 572064"/>
              <a:gd name="connsiteY4" fmla="*/ 185566 h 860466"/>
              <a:gd name="connsiteX5" fmla="*/ 80840 w 572064"/>
              <a:gd name="connsiteY5" fmla="*/ 8705 h 860466"/>
              <a:gd name="connsiteX6" fmla="*/ 0 w 572064"/>
              <a:gd name="connsiteY6" fmla="*/ 40615 h 860466"/>
              <a:gd name="connsiteX0" fmla="*/ 289364 w 572064"/>
              <a:gd name="connsiteY0" fmla="*/ 803876 h 860468"/>
              <a:gd name="connsiteX1" fmla="*/ 565707 w 572064"/>
              <a:gd name="connsiteY1" fmla="*/ 855347 h 860468"/>
              <a:gd name="connsiteX2" fmla="*/ 490383 w 572064"/>
              <a:gd name="connsiteY2" fmla="*/ 599768 h 860468"/>
              <a:gd name="connsiteX3" fmla="*/ 327616 w 572064"/>
              <a:gd name="connsiteY3" fmla="*/ 487652 h 860468"/>
              <a:gd name="connsiteX4" fmla="*/ 154436 w 572064"/>
              <a:gd name="connsiteY4" fmla="*/ 185566 h 860468"/>
              <a:gd name="connsiteX5" fmla="*/ 80840 w 572064"/>
              <a:gd name="connsiteY5" fmla="*/ 8705 h 860468"/>
              <a:gd name="connsiteX6" fmla="*/ 0 w 572064"/>
              <a:gd name="connsiteY6" fmla="*/ 40615 h 860468"/>
              <a:gd name="connsiteX0" fmla="*/ 271239 w 553939"/>
              <a:gd name="connsiteY0" fmla="*/ 809942 h 866533"/>
              <a:gd name="connsiteX1" fmla="*/ 547582 w 553939"/>
              <a:gd name="connsiteY1" fmla="*/ 861413 h 866533"/>
              <a:gd name="connsiteX2" fmla="*/ 472258 w 553939"/>
              <a:gd name="connsiteY2" fmla="*/ 605834 h 866533"/>
              <a:gd name="connsiteX3" fmla="*/ 309491 w 553939"/>
              <a:gd name="connsiteY3" fmla="*/ 493718 h 866533"/>
              <a:gd name="connsiteX4" fmla="*/ 136311 w 553939"/>
              <a:gd name="connsiteY4" fmla="*/ 191632 h 866533"/>
              <a:gd name="connsiteX5" fmla="*/ 62715 w 553939"/>
              <a:gd name="connsiteY5" fmla="*/ 14771 h 866533"/>
              <a:gd name="connsiteX6" fmla="*/ 0 w 553939"/>
              <a:gd name="connsiteY6" fmla="*/ 5338 h 866533"/>
              <a:gd name="connsiteX0" fmla="*/ 271239 w 553939"/>
              <a:gd name="connsiteY0" fmla="*/ 809944 h 866535"/>
              <a:gd name="connsiteX1" fmla="*/ 547582 w 553939"/>
              <a:gd name="connsiteY1" fmla="*/ 861415 h 866535"/>
              <a:gd name="connsiteX2" fmla="*/ 472258 w 553939"/>
              <a:gd name="connsiteY2" fmla="*/ 605836 h 866535"/>
              <a:gd name="connsiteX3" fmla="*/ 309491 w 553939"/>
              <a:gd name="connsiteY3" fmla="*/ 493720 h 866535"/>
              <a:gd name="connsiteX4" fmla="*/ 62715 w 553939"/>
              <a:gd name="connsiteY4" fmla="*/ 14773 h 866535"/>
              <a:gd name="connsiteX5" fmla="*/ 0 w 553939"/>
              <a:gd name="connsiteY5" fmla="*/ 5340 h 866535"/>
              <a:gd name="connsiteX0" fmla="*/ 271239 w 553939"/>
              <a:gd name="connsiteY0" fmla="*/ 804604 h 861195"/>
              <a:gd name="connsiteX1" fmla="*/ 547582 w 553939"/>
              <a:gd name="connsiteY1" fmla="*/ 856075 h 861195"/>
              <a:gd name="connsiteX2" fmla="*/ 472258 w 553939"/>
              <a:gd name="connsiteY2" fmla="*/ 600496 h 861195"/>
              <a:gd name="connsiteX3" fmla="*/ 309491 w 553939"/>
              <a:gd name="connsiteY3" fmla="*/ 488380 h 861195"/>
              <a:gd name="connsiteX4" fmla="*/ 83367 w 553939"/>
              <a:gd name="connsiteY4" fmla="*/ 71487 h 861195"/>
              <a:gd name="connsiteX5" fmla="*/ 0 w 553939"/>
              <a:gd name="connsiteY5" fmla="*/ 0 h 861195"/>
              <a:gd name="connsiteX0" fmla="*/ 271239 w 553939"/>
              <a:gd name="connsiteY0" fmla="*/ 804604 h 861195"/>
              <a:gd name="connsiteX1" fmla="*/ 547582 w 553939"/>
              <a:gd name="connsiteY1" fmla="*/ 856075 h 861195"/>
              <a:gd name="connsiteX2" fmla="*/ 472258 w 553939"/>
              <a:gd name="connsiteY2" fmla="*/ 600496 h 861195"/>
              <a:gd name="connsiteX3" fmla="*/ 309491 w 553939"/>
              <a:gd name="connsiteY3" fmla="*/ 488380 h 861195"/>
              <a:gd name="connsiteX4" fmla="*/ 83367 w 553939"/>
              <a:gd name="connsiteY4" fmla="*/ 71487 h 861195"/>
              <a:gd name="connsiteX5" fmla="*/ 0 w 553939"/>
              <a:gd name="connsiteY5" fmla="*/ 0 h 861195"/>
              <a:gd name="connsiteX0" fmla="*/ 271239 w 553939"/>
              <a:gd name="connsiteY0" fmla="*/ 804604 h 858459"/>
              <a:gd name="connsiteX1" fmla="*/ 547582 w 553939"/>
              <a:gd name="connsiteY1" fmla="*/ 856075 h 858459"/>
              <a:gd name="connsiteX2" fmla="*/ 472258 w 553939"/>
              <a:gd name="connsiteY2" fmla="*/ 600496 h 858459"/>
              <a:gd name="connsiteX3" fmla="*/ 309491 w 553939"/>
              <a:gd name="connsiteY3" fmla="*/ 488380 h 858459"/>
              <a:gd name="connsiteX4" fmla="*/ 83367 w 553939"/>
              <a:gd name="connsiteY4" fmla="*/ 71487 h 858459"/>
              <a:gd name="connsiteX5" fmla="*/ 0 w 553939"/>
              <a:gd name="connsiteY5" fmla="*/ 0 h 858459"/>
              <a:gd name="connsiteX0" fmla="*/ 271239 w 560116"/>
              <a:gd name="connsiteY0" fmla="*/ 804604 h 858581"/>
              <a:gd name="connsiteX1" fmla="*/ 547582 w 560116"/>
              <a:gd name="connsiteY1" fmla="*/ 856075 h 858581"/>
              <a:gd name="connsiteX2" fmla="*/ 516973 w 560116"/>
              <a:gd name="connsiteY2" fmla="*/ 594823 h 858581"/>
              <a:gd name="connsiteX3" fmla="*/ 309491 w 560116"/>
              <a:gd name="connsiteY3" fmla="*/ 488380 h 858581"/>
              <a:gd name="connsiteX4" fmla="*/ 83367 w 560116"/>
              <a:gd name="connsiteY4" fmla="*/ 71487 h 858581"/>
              <a:gd name="connsiteX5" fmla="*/ 0 w 560116"/>
              <a:gd name="connsiteY5" fmla="*/ 0 h 858581"/>
              <a:gd name="connsiteX0" fmla="*/ 271239 w 550410"/>
              <a:gd name="connsiteY0" fmla="*/ 804604 h 857492"/>
              <a:gd name="connsiteX1" fmla="*/ 429828 w 550410"/>
              <a:gd name="connsiteY1" fmla="*/ 703742 h 857492"/>
              <a:gd name="connsiteX2" fmla="*/ 547582 w 550410"/>
              <a:gd name="connsiteY2" fmla="*/ 856075 h 857492"/>
              <a:gd name="connsiteX3" fmla="*/ 516973 w 550410"/>
              <a:gd name="connsiteY3" fmla="*/ 594823 h 857492"/>
              <a:gd name="connsiteX4" fmla="*/ 309491 w 550410"/>
              <a:gd name="connsiteY4" fmla="*/ 488380 h 857492"/>
              <a:gd name="connsiteX5" fmla="*/ 83367 w 550410"/>
              <a:gd name="connsiteY5" fmla="*/ 71487 h 857492"/>
              <a:gd name="connsiteX6" fmla="*/ 0 w 550410"/>
              <a:gd name="connsiteY6" fmla="*/ 0 h 857492"/>
              <a:gd name="connsiteX0" fmla="*/ 309259 w 550410"/>
              <a:gd name="connsiteY0" fmla="*/ 904098 h 904097"/>
              <a:gd name="connsiteX1" fmla="*/ 429828 w 550410"/>
              <a:gd name="connsiteY1" fmla="*/ 703742 h 904097"/>
              <a:gd name="connsiteX2" fmla="*/ 547582 w 550410"/>
              <a:gd name="connsiteY2" fmla="*/ 856075 h 904097"/>
              <a:gd name="connsiteX3" fmla="*/ 516973 w 550410"/>
              <a:gd name="connsiteY3" fmla="*/ 594823 h 904097"/>
              <a:gd name="connsiteX4" fmla="*/ 309491 w 550410"/>
              <a:gd name="connsiteY4" fmla="*/ 488380 h 904097"/>
              <a:gd name="connsiteX5" fmla="*/ 83367 w 550410"/>
              <a:gd name="connsiteY5" fmla="*/ 71487 h 904097"/>
              <a:gd name="connsiteX6" fmla="*/ 0 w 550410"/>
              <a:gd name="connsiteY6" fmla="*/ 0 h 904097"/>
              <a:gd name="connsiteX0" fmla="*/ 309259 w 552300"/>
              <a:gd name="connsiteY0" fmla="*/ 904098 h 904099"/>
              <a:gd name="connsiteX1" fmla="*/ 429828 w 552300"/>
              <a:gd name="connsiteY1" fmla="*/ 703742 h 904099"/>
              <a:gd name="connsiteX2" fmla="*/ 547582 w 552300"/>
              <a:gd name="connsiteY2" fmla="*/ 856075 h 904099"/>
              <a:gd name="connsiteX3" fmla="*/ 516973 w 552300"/>
              <a:gd name="connsiteY3" fmla="*/ 594823 h 904099"/>
              <a:gd name="connsiteX4" fmla="*/ 403279 w 552300"/>
              <a:gd name="connsiteY4" fmla="*/ 387368 h 904099"/>
              <a:gd name="connsiteX5" fmla="*/ 309491 w 552300"/>
              <a:gd name="connsiteY5" fmla="*/ 488380 h 904099"/>
              <a:gd name="connsiteX6" fmla="*/ 83367 w 552300"/>
              <a:gd name="connsiteY6" fmla="*/ 71487 h 904099"/>
              <a:gd name="connsiteX7" fmla="*/ 0 w 552300"/>
              <a:gd name="connsiteY7" fmla="*/ 0 h 90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300" h="904099">
                <a:moveTo>
                  <a:pt x="309259" y="904098"/>
                </a:moveTo>
                <a:cubicBezTo>
                  <a:pt x="339335" y="898239"/>
                  <a:pt x="383771" y="695164"/>
                  <a:pt x="429828" y="703742"/>
                </a:cubicBezTo>
                <a:cubicBezTo>
                  <a:pt x="475885" y="712320"/>
                  <a:pt x="533058" y="874228"/>
                  <a:pt x="547582" y="856075"/>
                </a:cubicBezTo>
                <a:cubicBezTo>
                  <a:pt x="562106" y="837922"/>
                  <a:pt x="540605" y="646834"/>
                  <a:pt x="516973" y="594823"/>
                </a:cubicBezTo>
                <a:cubicBezTo>
                  <a:pt x="493341" y="542812"/>
                  <a:pt x="437859" y="405108"/>
                  <a:pt x="403279" y="387368"/>
                </a:cubicBezTo>
                <a:cubicBezTo>
                  <a:pt x="368699" y="369628"/>
                  <a:pt x="362810" y="541027"/>
                  <a:pt x="309491" y="488380"/>
                </a:cubicBezTo>
                <a:cubicBezTo>
                  <a:pt x="256172" y="435733"/>
                  <a:pt x="171712" y="300191"/>
                  <a:pt x="83367" y="71487"/>
                </a:cubicBezTo>
                <a:cubicBezTo>
                  <a:pt x="49969" y="37054"/>
                  <a:pt x="13952" y="13405"/>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5D66FA3B-7E1B-0654-F1DE-8508A0EDA34C}"/>
              </a:ext>
            </a:extLst>
          </p:cNvPr>
          <p:cNvSpPr>
            <a:spLocks noGrp="1"/>
          </p:cNvSpPr>
          <p:nvPr userDrawn="1">
            <p:ph type="title"/>
          </p:nvPr>
        </p:nvSpPr>
        <p:spPr>
          <a:xfrm>
            <a:off x="294063" y="326317"/>
            <a:ext cx="6143623" cy="1676386"/>
          </a:xfrm>
        </p:spPr>
        <p:txBody>
          <a:bodyPr anchor="b">
            <a:no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userDrawn="1">
            <p:ph idx="1"/>
          </p:nvPr>
        </p:nvSpPr>
        <p:spPr>
          <a:xfrm>
            <a:off x="294063" y="2201007"/>
            <a:ext cx="6152938" cy="389499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userDrawn="1">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158F7E82-1C50-6BA8-0C64-B6CF80CD972B}"/>
              </a:ext>
            </a:extLst>
          </p:cNvPr>
          <p:cNvSpPr>
            <a:spLocks noGrp="1"/>
          </p:cNvSpPr>
          <p:nvPr userDrawn="1">
            <p:ph type="pic" sz="quarter" idx="13"/>
          </p:nvPr>
        </p:nvSpPr>
        <p:spPr>
          <a:xfrm>
            <a:off x="7191481" y="1"/>
            <a:ext cx="5000517" cy="6096000"/>
          </a:xfrm>
        </p:spPr>
        <p:txBody>
          <a:bodyPr/>
          <a:lstStyle/>
          <a:p>
            <a:r>
              <a:rPr lang="en-US"/>
              <a:t>Click icon to add picture</a:t>
            </a:r>
          </a:p>
        </p:txBody>
      </p:sp>
    </p:spTree>
    <p:extLst>
      <p:ext uri="{BB962C8B-B14F-4D97-AF65-F5344CB8AC3E}">
        <p14:creationId xmlns:p14="http://schemas.microsoft.com/office/powerpoint/2010/main" val="407911880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 Content + Photo_4">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3A26355F-D7F2-8BD1-54E0-E1410BB9319D}"/>
              </a:ext>
            </a:extLst>
          </p:cNvPr>
          <p:cNvGrpSpPr/>
          <p:nvPr userDrawn="1"/>
        </p:nvGrpSpPr>
        <p:grpSpPr>
          <a:xfrm>
            <a:off x="6763101" y="-994499"/>
            <a:ext cx="5863285" cy="7652645"/>
            <a:chOff x="6615025" y="-994499"/>
            <a:chExt cx="6011361" cy="7845911"/>
          </a:xfrm>
        </p:grpSpPr>
        <p:sp>
          <p:nvSpPr>
            <p:cNvPr id="9" name="Freeform: Shape 8">
              <a:extLst>
                <a:ext uri="{FF2B5EF4-FFF2-40B4-BE49-F238E27FC236}">
                  <a16:creationId xmlns:a16="http://schemas.microsoft.com/office/drawing/2014/main" id="{5EEFA6C9-CF9C-117E-CCB7-91344F7C8E60}"/>
                </a:ext>
              </a:extLst>
            </p:cNvPr>
            <p:cNvSpPr/>
            <p:nvPr/>
          </p:nvSpPr>
          <p:spPr>
            <a:xfrm rot="9129011" flipV="1">
              <a:off x="9761803" y="-188008"/>
              <a:ext cx="1078728" cy="6092178"/>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2431296 w 2873472"/>
                <a:gd name="connsiteY0" fmla="*/ 4551097 h 4551097"/>
                <a:gd name="connsiteX1" fmla="*/ 2870201 w 2873472"/>
                <a:gd name="connsiteY1" fmla="*/ 2579568 h 4551097"/>
                <a:gd name="connsiteX2" fmla="*/ 2629297 w 2873472"/>
                <a:gd name="connsiteY2" fmla="*/ 1937199 h 4551097"/>
                <a:gd name="connsiteX3" fmla="*/ 2585006 w 2873472"/>
                <a:gd name="connsiteY3" fmla="*/ 1609063 h 4551097"/>
                <a:gd name="connsiteX4" fmla="*/ 2665397 w 2873472"/>
                <a:gd name="connsiteY4" fmla="*/ 1183962 h 4551097"/>
                <a:gd name="connsiteX5" fmla="*/ 2816368 w 2873472"/>
                <a:gd name="connsiteY5" fmla="*/ 743621 h 4551097"/>
                <a:gd name="connsiteX6" fmla="*/ 2805319 w 2873472"/>
                <a:gd name="connsiteY6" fmla="*/ 342047 h 4551097"/>
                <a:gd name="connsiteX7" fmla="*/ 2662634 w 2873472"/>
                <a:gd name="connsiteY7" fmla="*/ 55440 h 4551097"/>
                <a:gd name="connsiteX8" fmla="*/ 2447941 w 2873472"/>
                <a:gd name="connsiteY8" fmla="*/ 2862 h 4551097"/>
                <a:gd name="connsiteX9" fmla="*/ 2090563 w 2873472"/>
                <a:gd name="connsiteY9" fmla="*/ 234129 h 4551097"/>
                <a:gd name="connsiteX10" fmla="*/ 1607359 w 2873472"/>
                <a:gd name="connsiteY10" fmla="*/ 886401 h 4551097"/>
                <a:gd name="connsiteX11" fmla="*/ 1464104 w 2873472"/>
                <a:gd name="connsiteY11" fmla="*/ 1126145 h 4551097"/>
                <a:gd name="connsiteX12" fmla="*/ 1293701 w 2873472"/>
                <a:gd name="connsiteY12" fmla="*/ 1405799 h 4551097"/>
                <a:gd name="connsiteX13" fmla="*/ 1151017 w 2873472"/>
                <a:gd name="connsiteY13" fmla="*/ 1634304 h 4551097"/>
                <a:gd name="connsiteX14" fmla="*/ 967848 w 2873472"/>
                <a:gd name="connsiteY14" fmla="*/ 1994223 h 4551097"/>
                <a:gd name="connsiteX15" fmla="*/ 505202 w 2873472"/>
                <a:gd name="connsiteY15" fmla="*/ 2488108 h 4551097"/>
                <a:gd name="connsiteX16" fmla="*/ 0 w 2873472"/>
                <a:gd name="connsiteY16" fmla="*/ 2773660 h 4551097"/>
                <a:gd name="connsiteX0" fmla="*/ 2431296 w 2995494"/>
                <a:gd name="connsiteY0" fmla="*/ 4551097 h 4551097"/>
                <a:gd name="connsiteX1" fmla="*/ 2870201 w 2995494"/>
                <a:gd name="connsiteY1" fmla="*/ 2579568 h 4551097"/>
                <a:gd name="connsiteX2" fmla="*/ 2629297 w 2995494"/>
                <a:gd name="connsiteY2" fmla="*/ 1937199 h 4551097"/>
                <a:gd name="connsiteX3" fmla="*/ 2585006 w 2995494"/>
                <a:gd name="connsiteY3" fmla="*/ 1609063 h 4551097"/>
                <a:gd name="connsiteX4" fmla="*/ 2665397 w 2995494"/>
                <a:gd name="connsiteY4" fmla="*/ 1183962 h 4551097"/>
                <a:gd name="connsiteX5" fmla="*/ 2816368 w 2995494"/>
                <a:gd name="connsiteY5" fmla="*/ 743621 h 4551097"/>
                <a:gd name="connsiteX6" fmla="*/ 2805319 w 2995494"/>
                <a:gd name="connsiteY6" fmla="*/ 342047 h 4551097"/>
                <a:gd name="connsiteX7" fmla="*/ 2662634 w 2995494"/>
                <a:gd name="connsiteY7" fmla="*/ 55440 h 4551097"/>
                <a:gd name="connsiteX8" fmla="*/ 2447941 w 2995494"/>
                <a:gd name="connsiteY8" fmla="*/ 2862 h 4551097"/>
                <a:gd name="connsiteX9" fmla="*/ 2090563 w 2995494"/>
                <a:gd name="connsiteY9" fmla="*/ 234129 h 4551097"/>
                <a:gd name="connsiteX10" fmla="*/ 1607359 w 2995494"/>
                <a:gd name="connsiteY10" fmla="*/ 886401 h 4551097"/>
                <a:gd name="connsiteX11" fmla="*/ 1464104 w 2995494"/>
                <a:gd name="connsiteY11" fmla="*/ 1126145 h 4551097"/>
                <a:gd name="connsiteX12" fmla="*/ 1293701 w 2995494"/>
                <a:gd name="connsiteY12" fmla="*/ 1405799 h 4551097"/>
                <a:gd name="connsiteX13" fmla="*/ 1151017 w 2995494"/>
                <a:gd name="connsiteY13" fmla="*/ 1634304 h 4551097"/>
                <a:gd name="connsiteX14" fmla="*/ 967848 w 2995494"/>
                <a:gd name="connsiteY14" fmla="*/ 1994223 h 4551097"/>
                <a:gd name="connsiteX15" fmla="*/ 505202 w 2995494"/>
                <a:gd name="connsiteY15" fmla="*/ 2488108 h 4551097"/>
                <a:gd name="connsiteX16" fmla="*/ 0 w 2995494"/>
                <a:gd name="connsiteY16" fmla="*/ 2773660 h 4551097"/>
                <a:gd name="connsiteX0" fmla="*/ 2431296 w 3149441"/>
                <a:gd name="connsiteY0" fmla="*/ 4551097 h 4551097"/>
                <a:gd name="connsiteX1" fmla="*/ 3135700 w 3149441"/>
                <a:gd name="connsiteY1" fmla="*/ 3103766 h 4551097"/>
                <a:gd name="connsiteX2" fmla="*/ 2629297 w 3149441"/>
                <a:gd name="connsiteY2" fmla="*/ 1937199 h 4551097"/>
                <a:gd name="connsiteX3" fmla="*/ 2585006 w 3149441"/>
                <a:gd name="connsiteY3" fmla="*/ 1609063 h 4551097"/>
                <a:gd name="connsiteX4" fmla="*/ 2665397 w 3149441"/>
                <a:gd name="connsiteY4" fmla="*/ 1183962 h 4551097"/>
                <a:gd name="connsiteX5" fmla="*/ 2816368 w 3149441"/>
                <a:gd name="connsiteY5" fmla="*/ 743621 h 4551097"/>
                <a:gd name="connsiteX6" fmla="*/ 2805319 w 3149441"/>
                <a:gd name="connsiteY6" fmla="*/ 342047 h 4551097"/>
                <a:gd name="connsiteX7" fmla="*/ 2662634 w 3149441"/>
                <a:gd name="connsiteY7" fmla="*/ 55440 h 4551097"/>
                <a:gd name="connsiteX8" fmla="*/ 2447941 w 3149441"/>
                <a:gd name="connsiteY8" fmla="*/ 2862 h 4551097"/>
                <a:gd name="connsiteX9" fmla="*/ 2090563 w 3149441"/>
                <a:gd name="connsiteY9" fmla="*/ 234129 h 4551097"/>
                <a:gd name="connsiteX10" fmla="*/ 1607359 w 3149441"/>
                <a:gd name="connsiteY10" fmla="*/ 886401 h 4551097"/>
                <a:gd name="connsiteX11" fmla="*/ 1464104 w 3149441"/>
                <a:gd name="connsiteY11" fmla="*/ 1126145 h 4551097"/>
                <a:gd name="connsiteX12" fmla="*/ 1293701 w 3149441"/>
                <a:gd name="connsiteY12" fmla="*/ 1405799 h 4551097"/>
                <a:gd name="connsiteX13" fmla="*/ 1151017 w 3149441"/>
                <a:gd name="connsiteY13" fmla="*/ 1634304 h 4551097"/>
                <a:gd name="connsiteX14" fmla="*/ 967848 w 3149441"/>
                <a:gd name="connsiteY14" fmla="*/ 1994223 h 4551097"/>
                <a:gd name="connsiteX15" fmla="*/ 505202 w 3149441"/>
                <a:gd name="connsiteY15" fmla="*/ 2488108 h 4551097"/>
                <a:gd name="connsiteX16" fmla="*/ 0 w 3149441"/>
                <a:gd name="connsiteY16" fmla="*/ 2773660 h 4551097"/>
                <a:gd name="connsiteX0" fmla="*/ 2431296 w 3214364"/>
                <a:gd name="connsiteY0" fmla="*/ 4551097 h 4551097"/>
                <a:gd name="connsiteX1" fmla="*/ 3135700 w 3214364"/>
                <a:gd name="connsiteY1" fmla="*/ 3103766 h 4551097"/>
                <a:gd name="connsiteX2" fmla="*/ 2629297 w 3214364"/>
                <a:gd name="connsiteY2" fmla="*/ 1937199 h 4551097"/>
                <a:gd name="connsiteX3" fmla="*/ 2585006 w 3214364"/>
                <a:gd name="connsiteY3" fmla="*/ 1609063 h 4551097"/>
                <a:gd name="connsiteX4" fmla="*/ 2665397 w 3214364"/>
                <a:gd name="connsiteY4" fmla="*/ 1183962 h 4551097"/>
                <a:gd name="connsiteX5" fmla="*/ 2816368 w 3214364"/>
                <a:gd name="connsiteY5" fmla="*/ 743621 h 4551097"/>
                <a:gd name="connsiteX6" fmla="*/ 2805319 w 3214364"/>
                <a:gd name="connsiteY6" fmla="*/ 342047 h 4551097"/>
                <a:gd name="connsiteX7" fmla="*/ 2662634 w 3214364"/>
                <a:gd name="connsiteY7" fmla="*/ 55440 h 4551097"/>
                <a:gd name="connsiteX8" fmla="*/ 2447941 w 3214364"/>
                <a:gd name="connsiteY8" fmla="*/ 2862 h 4551097"/>
                <a:gd name="connsiteX9" fmla="*/ 2090563 w 3214364"/>
                <a:gd name="connsiteY9" fmla="*/ 234129 h 4551097"/>
                <a:gd name="connsiteX10" fmla="*/ 1607359 w 3214364"/>
                <a:gd name="connsiteY10" fmla="*/ 886401 h 4551097"/>
                <a:gd name="connsiteX11" fmla="*/ 1464104 w 3214364"/>
                <a:gd name="connsiteY11" fmla="*/ 1126145 h 4551097"/>
                <a:gd name="connsiteX12" fmla="*/ 1293701 w 3214364"/>
                <a:gd name="connsiteY12" fmla="*/ 1405799 h 4551097"/>
                <a:gd name="connsiteX13" fmla="*/ 1151017 w 3214364"/>
                <a:gd name="connsiteY13" fmla="*/ 1634304 h 4551097"/>
                <a:gd name="connsiteX14" fmla="*/ 967848 w 3214364"/>
                <a:gd name="connsiteY14" fmla="*/ 1994223 h 4551097"/>
                <a:gd name="connsiteX15" fmla="*/ 505202 w 3214364"/>
                <a:gd name="connsiteY15" fmla="*/ 2488108 h 4551097"/>
                <a:gd name="connsiteX16" fmla="*/ 0 w 3214364"/>
                <a:gd name="connsiteY16" fmla="*/ 2773660 h 4551097"/>
                <a:gd name="connsiteX0" fmla="*/ 2431296 w 3157685"/>
                <a:gd name="connsiteY0" fmla="*/ 4551097 h 4551097"/>
                <a:gd name="connsiteX1" fmla="*/ 3135700 w 3157685"/>
                <a:gd name="connsiteY1" fmla="*/ 3103766 h 4551097"/>
                <a:gd name="connsiteX2" fmla="*/ 2629297 w 3157685"/>
                <a:gd name="connsiteY2" fmla="*/ 1937199 h 4551097"/>
                <a:gd name="connsiteX3" fmla="*/ 2585006 w 3157685"/>
                <a:gd name="connsiteY3" fmla="*/ 1609063 h 4551097"/>
                <a:gd name="connsiteX4" fmla="*/ 2665397 w 3157685"/>
                <a:gd name="connsiteY4" fmla="*/ 1183962 h 4551097"/>
                <a:gd name="connsiteX5" fmla="*/ 2816368 w 3157685"/>
                <a:gd name="connsiteY5" fmla="*/ 743621 h 4551097"/>
                <a:gd name="connsiteX6" fmla="*/ 2805319 w 3157685"/>
                <a:gd name="connsiteY6" fmla="*/ 342047 h 4551097"/>
                <a:gd name="connsiteX7" fmla="*/ 2662634 w 3157685"/>
                <a:gd name="connsiteY7" fmla="*/ 55440 h 4551097"/>
                <a:gd name="connsiteX8" fmla="*/ 2447941 w 3157685"/>
                <a:gd name="connsiteY8" fmla="*/ 2862 h 4551097"/>
                <a:gd name="connsiteX9" fmla="*/ 2090563 w 3157685"/>
                <a:gd name="connsiteY9" fmla="*/ 234129 h 4551097"/>
                <a:gd name="connsiteX10" fmla="*/ 1607359 w 3157685"/>
                <a:gd name="connsiteY10" fmla="*/ 886401 h 4551097"/>
                <a:gd name="connsiteX11" fmla="*/ 1464104 w 3157685"/>
                <a:gd name="connsiteY11" fmla="*/ 1126145 h 4551097"/>
                <a:gd name="connsiteX12" fmla="*/ 1293701 w 3157685"/>
                <a:gd name="connsiteY12" fmla="*/ 1405799 h 4551097"/>
                <a:gd name="connsiteX13" fmla="*/ 1151017 w 3157685"/>
                <a:gd name="connsiteY13" fmla="*/ 1634304 h 4551097"/>
                <a:gd name="connsiteX14" fmla="*/ 967848 w 3157685"/>
                <a:gd name="connsiteY14" fmla="*/ 1994223 h 4551097"/>
                <a:gd name="connsiteX15" fmla="*/ 505202 w 3157685"/>
                <a:gd name="connsiteY15" fmla="*/ 2488108 h 4551097"/>
                <a:gd name="connsiteX16" fmla="*/ 0 w 3157685"/>
                <a:gd name="connsiteY16" fmla="*/ 2773660 h 4551097"/>
                <a:gd name="connsiteX0" fmla="*/ 2431296 w 3125115"/>
                <a:gd name="connsiteY0" fmla="*/ 4551097 h 4551097"/>
                <a:gd name="connsiteX1" fmla="*/ 3101382 w 3125115"/>
                <a:gd name="connsiteY1" fmla="*/ 3239198 h 4551097"/>
                <a:gd name="connsiteX2" fmla="*/ 2629297 w 3125115"/>
                <a:gd name="connsiteY2" fmla="*/ 1937199 h 4551097"/>
                <a:gd name="connsiteX3" fmla="*/ 2585006 w 3125115"/>
                <a:gd name="connsiteY3" fmla="*/ 1609063 h 4551097"/>
                <a:gd name="connsiteX4" fmla="*/ 2665397 w 3125115"/>
                <a:gd name="connsiteY4" fmla="*/ 1183962 h 4551097"/>
                <a:gd name="connsiteX5" fmla="*/ 2816368 w 3125115"/>
                <a:gd name="connsiteY5" fmla="*/ 743621 h 4551097"/>
                <a:gd name="connsiteX6" fmla="*/ 2805319 w 3125115"/>
                <a:gd name="connsiteY6" fmla="*/ 342047 h 4551097"/>
                <a:gd name="connsiteX7" fmla="*/ 2662634 w 3125115"/>
                <a:gd name="connsiteY7" fmla="*/ 55440 h 4551097"/>
                <a:gd name="connsiteX8" fmla="*/ 2447941 w 3125115"/>
                <a:gd name="connsiteY8" fmla="*/ 2862 h 4551097"/>
                <a:gd name="connsiteX9" fmla="*/ 2090563 w 3125115"/>
                <a:gd name="connsiteY9" fmla="*/ 234129 h 4551097"/>
                <a:gd name="connsiteX10" fmla="*/ 1607359 w 3125115"/>
                <a:gd name="connsiteY10" fmla="*/ 886401 h 4551097"/>
                <a:gd name="connsiteX11" fmla="*/ 1464104 w 3125115"/>
                <a:gd name="connsiteY11" fmla="*/ 1126145 h 4551097"/>
                <a:gd name="connsiteX12" fmla="*/ 1293701 w 3125115"/>
                <a:gd name="connsiteY12" fmla="*/ 1405799 h 4551097"/>
                <a:gd name="connsiteX13" fmla="*/ 1151017 w 3125115"/>
                <a:gd name="connsiteY13" fmla="*/ 1634304 h 4551097"/>
                <a:gd name="connsiteX14" fmla="*/ 967848 w 3125115"/>
                <a:gd name="connsiteY14" fmla="*/ 1994223 h 4551097"/>
                <a:gd name="connsiteX15" fmla="*/ 505202 w 3125115"/>
                <a:gd name="connsiteY15" fmla="*/ 2488108 h 4551097"/>
                <a:gd name="connsiteX16" fmla="*/ 0 w 3125115"/>
                <a:gd name="connsiteY16" fmla="*/ 2773660 h 4551097"/>
                <a:gd name="connsiteX0" fmla="*/ 2457822 w 3102791"/>
                <a:gd name="connsiteY0" fmla="*/ 4594207 h 4594207"/>
                <a:gd name="connsiteX1" fmla="*/ 3101382 w 3102791"/>
                <a:gd name="connsiteY1" fmla="*/ 3239198 h 4594207"/>
                <a:gd name="connsiteX2" fmla="*/ 2629297 w 3102791"/>
                <a:gd name="connsiteY2" fmla="*/ 1937199 h 4594207"/>
                <a:gd name="connsiteX3" fmla="*/ 2585006 w 3102791"/>
                <a:gd name="connsiteY3" fmla="*/ 1609063 h 4594207"/>
                <a:gd name="connsiteX4" fmla="*/ 2665397 w 3102791"/>
                <a:gd name="connsiteY4" fmla="*/ 1183962 h 4594207"/>
                <a:gd name="connsiteX5" fmla="*/ 2816368 w 3102791"/>
                <a:gd name="connsiteY5" fmla="*/ 743621 h 4594207"/>
                <a:gd name="connsiteX6" fmla="*/ 2805319 w 3102791"/>
                <a:gd name="connsiteY6" fmla="*/ 342047 h 4594207"/>
                <a:gd name="connsiteX7" fmla="*/ 2662634 w 3102791"/>
                <a:gd name="connsiteY7" fmla="*/ 55440 h 4594207"/>
                <a:gd name="connsiteX8" fmla="*/ 2447941 w 3102791"/>
                <a:gd name="connsiteY8" fmla="*/ 2862 h 4594207"/>
                <a:gd name="connsiteX9" fmla="*/ 2090563 w 3102791"/>
                <a:gd name="connsiteY9" fmla="*/ 234129 h 4594207"/>
                <a:gd name="connsiteX10" fmla="*/ 1607359 w 3102791"/>
                <a:gd name="connsiteY10" fmla="*/ 886401 h 4594207"/>
                <a:gd name="connsiteX11" fmla="*/ 1464104 w 3102791"/>
                <a:gd name="connsiteY11" fmla="*/ 1126145 h 4594207"/>
                <a:gd name="connsiteX12" fmla="*/ 1293701 w 3102791"/>
                <a:gd name="connsiteY12" fmla="*/ 1405799 h 4594207"/>
                <a:gd name="connsiteX13" fmla="*/ 1151017 w 3102791"/>
                <a:gd name="connsiteY13" fmla="*/ 1634304 h 4594207"/>
                <a:gd name="connsiteX14" fmla="*/ 967848 w 3102791"/>
                <a:gd name="connsiteY14" fmla="*/ 1994223 h 4594207"/>
                <a:gd name="connsiteX15" fmla="*/ 505202 w 3102791"/>
                <a:gd name="connsiteY15" fmla="*/ 2488108 h 4594207"/>
                <a:gd name="connsiteX16" fmla="*/ 0 w 3102791"/>
                <a:gd name="connsiteY16" fmla="*/ 2773660 h 4594207"/>
                <a:gd name="connsiteX0" fmla="*/ 1952620 w 2597589"/>
                <a:gd name="connsiteY0" fmla="*/ 4594207 h 4594207"/>
                <a:gd name="connsiteX1" fmla="*/ 2596180 w 2597589"/>
                <a:gd name="connsiteY1" fmla="*/ 3239198 h 4594207"/>
                <a:gd name="connsiteX2" fmla="*/ 2124095 w 2597589"/>
                <a:gd name="connsiteY2" fmla="*/ 1937199 h 4594207"/>
                <a:gd name="connsiteX3" fmla="*/ 2079804 w 2597589"/>
                <a:gd name="connsiteY3" fmla="*/ 1609063 h 4594207"/>
                <a:gd name="connsiteX4" fmla="*/ 2160195 w 2597589"/>
                <a:gd name="connsiteY4" fmla="*/ 1183962 h 4594207"/>
                <a:gd name="connsiteX5" fmla="*/ 2311166 w 2597589"/>
                <a:gd name="connsiteY5" fmla="*/ 743621 h 4594207"/>
                <a:gd name="connsiteX6" fmla="*/ 2300117 w 2597589"/>
                <a:gd name="connsiteY6" fmla="*/ 342047 h 4594207"/>
                <a:gd name="connsiteX7" fmla="*/ 2157432 w 2597589"/>
                <a:gd name="connsiteY7" fmla="*/ 55440 h 4594207"/>
                <a:gd name="connsiteX8" fmla="*/ 1942739 w 2597589"/>
                <a:gd name="connsiteY8" fmla="*/ 2862 h 4594207"/>
                <a:gd name="connsiteX9" fmla="*/ 1585361 w 2597589"/>
                <a:gd name="connsiteY9" fmla="*/ 234129 h 4594207"/>
                <a:gd name="connsiteX10" fmla="*/ 1102157 w 2597589"/>
                <a:gd name="connsiteY10" fmla="*/ 886401 h 4594207"/>
                <a:gd name="connsiteX11" fmla="*/ 958902 w 2597589"/>
                <a:gd name="connsiteY11" fmla="*/ 1126145 h 4594207"/>
                <a:gd name="connsiteX12" fmla="*/ 788499 w 2597589"/>
                <a:gd name="connsiteY12" fmla="*/ 1405799 h 4594207"/>
                <a:gd name="connsiteX13" fmla="*/ 645815 w 2597589"/>
                <a:gd name="connsiteY13" fmla="*/ 1634304 h 4594207"/>
                <a:gd name="connsiteX14" fmla="*/ 462646 w 2597589"/>
                <a:gd name="connsiteY14" fmla="*/ 1994223 h 4594207"/>
                <a:gd name="connsiteX15" fmla="*/ 0 w 2597589"/>
                <a:gd name="connsiteY15" fmla="*/ 2488108 h 4594207"/>
                <a:gd name="connsiteX0" fmla="*/ 1489974 w 2134943"/>
                <a:gd name="connsiteY0" fmla="*/ 4594207 h 4594207"/>
                <a:gd name="connsiteX1" fmla="*/ 2133534 w 2134943"/>
                <a:gd name="connsiteY1" fmla="*/ 3239198 h 4594207"/>
                <a:gd name="connsiteX2" fmla="*/ 1661449 w 2134943"/>
                <a:gd name="connsiteY2" fmla="*/ 1937199 h 4594207"/>
                <a:gd name="connsiteX3" fmla="*/ 1617158 w 2134943"/>
                <a:gd name="connsiteY3" fmla="*/ 1609063 h 4594207"/>
                <a:gd name="connsiteX4" fmla="*/ 1697549 w 2134943"/>
                <a:gd name="connsiteY4" fmla="*/ 1183962 h 4594207"/>
                <a:gd name="connsiteX5" fmla="*/ 1848520 w 2134943"/>
                <a:gd name="connsiteY5" fmla="*/ 743621 h 4594207"/>
                <a:gd name="connsiteX6" fmla="*/ 1837471 w 2134943"/>
                <a:gd name="connsiteY6" fmla="*/ 342047 h 4594207"/>
                <a:gd name="connsiteX7" fmla="*/ 1694786 w 2134943"/>
                <a:gd name="connsiteY7" fmla="*/ 55440 h 4594207"/>
                <a:gd name="connsiteX8" fmla="*/ 1480093 w 2134943"/>
                <a:gd name="connsiteY8" fmla="*/ 2862 h 4594207"/>
                <a:gd name="connsiteX9" fmla="*/ 1122715 w 2134943"/>
                <a:gd name="connsiteY9" fmla="*/ 234129 h 4594207"/>
                <a:gd name="connsiteX10" fmla="*/ 639511 w 2134943"/>
                <a:gd name="connsiteY10" fmla="*/ 886401 h 4594207"/>
                <a:gd name="connsiteX11" fmla="*/ 496256 w 2134943"/>
                <a:gd name="connsiteY11" fmla="*/ 1126145 h 4594207"/>
                <a:gd name="connsiteX12" fmla="*/ 325853 w 2134943"/>
                <a:gd name="connsiteY12" fmla="*/ 1405799 h 4594207"/>
                <a:gd name="connsiteX13" fmla="*/ 183169 w 2134943"/>
                <a:gd name="connsiteY13" fmla="*/ 1634304 h 4594207"/>
                <a:gd name="connsiteX14" fmla="*/ 0 w 2134943"/>
                <a:gd name="connsiteY14" fmla="*/ 1994223 h 4594207"/>
                <a:gd name="connsiteX0" fmla="*/ 1306805 w 1951774"/>
                <a:gd name="connsiteY0" fmla="*/ 4594207 h 4594207"/>
                <a:gd name="connsiteX1" fmla="*/ 1950365 w 1951774"/>
                <a:gd name="connsiteY1" fmla="*/ 3239198 h 4594207"/>
                <a:gd name="connsiteX2" fmla="*/ 1478280 w 1951774"/>
                <a:gd name="connsiteY2" fmla="*/ 1937199 h 4594207"/>
                <a:gd name="connsiteX3" fmla="*/ 1433989 w 1951774"/>
                <a:gd name="connsiteY3" fmla="*/ 1609063 h 4594207"/>
                <a:gd name="connsiteX4" fmla="*/ 1514380 w 1951774"/>
                <a:gd name="connsiteY4" fmla="*/ 1183962 h 4594207"/>
                <a:gd name="connsiteX5" fmla="*/ 1665351 w 1951774"/>
                <a:gd name="connsiteY5" fmla="*/ 743621 h 4594207"/>
                <a:gd name="connsiteX6" fmla="*/ 1654302 w 1951774"/>
                <a:gd name="connsiteY6" fmla="*/ 342047 h 4594207"/>
                <a:gd name="connsiteX7" fmla="*/ 1511617 w 1951774"/>
                <a:gd name="connsiteY7" fmla="*/ 55440 h 4594207"/>
                <a:gd name="connsiteX8" fmla="*/ 1296924 w 1951774"/>
                <a:gd name="connsiteY8" fmla="*/ 2862 h 4594207"/>
                <a:gd name="connsiteX9" fmla="*/ 939546 w 1951774"/>
                <a:gd name="connsiteY9" fmla="*/ 234129 h 4594207"/>
                <a:gd name="connsiteX10" fmla="*/ 456342 w 1951774"/>
                <a:gd name="connsiteY10" fmla="*/ 886401 h 4594207"/>
                <a:gd name="connsiteX11" fmla="*/ 313087 w 1951774"/>
                <a:gd name="connsiteY11" fmla="*/ 1126145 h 4594207"/>
                <a:gd name="connsiteX12" fmla="*/ 142684 w 1951774"/>
                <a:gd name="connsiteY12" fmla="*/ 1405799 h 4594207"/>
                <a:gd name="connsiteX13" fmla="*/ 0 w 1951774"/>
                <a:gd name="connsiteY13" fmla="*/ 1634304 h 4594207"/>
                <a:gd name="connsiteX0" fmla="*/ 1306805 w 1951774"/>
                <a:gd name="connsiteY0" fmla="*/ 4592991 h 4592991"/>
                <a:gd name="connsiteX1" fmla="*/ 1950365 w 1951774"/>
                <a:gd name="connsiteY1" fmla="*/ 3237982 h 4592991"/>
                <a:gd name="connsiteX2" fmla="*/ 1478280 w 1951774"/>
                <a:gd name="connsiteY2" fmla="*/ 1935983 h 4592991"/>
                <a:gd name="connsiteX3" fmla="*/ 1433989 w 1951774"/>
                <a:gd name="connsiteY3" fmla="*/ 1607847 h 4592991"/>
                <a:gd name="connsiteX4" fmla="*/ 1514380 w 1951774"/>
                <a:gd name="connsiteY4" fmla="*/ 1182746 h 4592991"/>
                <a:gd name="connsiteX5" fmla="*/ 1665351 w 1951774"/>
                <a:gd name="connsiteY5" fmla="*/ 742405 h 4592991"/>
                <a:gd name="connsiteX6" fmla="*/ 1889884 w 1951774"/>
                <a:gd name="connsiteY6" fmla="*/ 150087 h 4592991"/>
                <a:gd name="connsiteX7" fmla="*/ 1511617 w 1951774"/>
                <a:gd name="connsiteY7" fmla="*/ 54224 h 4592991"/>
                <a:gd name="connsiteX8" fmla="*/ 1296924 w 1951774"/>
                <a:gd name="connsiteY8" fmla="*/ 1646 h 4592991"/>
                <a:gd name="connsiteX9" fmla="*/ 939546 w 1951774"/>
                <a:gd name="connsiteY9" fmla="*/ 232913 h 4592991"/>
                <a:gd name="connsiteX10" fmla="*/ 456342 w 1951774"/>
                <a:gd name="connsiteY10" fmla="*/ 885185 h 4592991"/>
                <a:gd name="connsiteX11" fmla="*/ 313087 w 1951774"/>
                <a:gd name="connsiteY11" fmla="*/ 1124929 h 4592991"/>
                <a:gd name="connsiteX12" fmla="*/ 142684 w 1951774"/>
                <a:gd name="connsiteY12" fmla="*/ 1404583 h 4592991"/>
                <a:gd name="connsiteX13" fmla="*/ 0 w 1951774"/>
                <a:gd name="connsiteY13" fmla="*/ 1633088 h 4592991"/>
                <a:gd name="connsiteX0" fmla="*/ 1164121 w 1809090"/>
                <a:gd name="connsiteY0" fmla="*/ 4592991 h 4592991"/>
                <a:gd name="connsiteX1" fmla="*/ 1807681 w 1809090"/>
                <a:gd name="connsiteY1" fmla="*/ 3237982 h 4592991"/>
                <a:gd name="connsiteX2" fmla="*/ 1335596 w 1809090"/>
                <a:gd name="connsiteY2" fmla="*/ 1935983 h 4592991"/>
                <a:gd name="connsiteX3" fmla="*/ 1291305 w 1809090"/>
                <a:gd name="connsiteY3" fmla="*/ 1607847 h 4592991"/>
                <a:gd name="connsiteX4" fmla="*/ 1371696 w 1809090"/>
                <a:gd name="connsiteY4" fmla="*/ 1182746 h 4592991"/>
                <a:gd name="connsiteX5" fmla="*/ 1522667 w 1809090"/>
                <a:gd name="connsiteY5" fmla="*/ 742405 h 4592991"/>
                <a:gd name="connsiteX6" fmla="*/ 1747200 w 1809090"/>
                <a:gd name="connsiteY6" fmla="*/ 150087 h 4592991"/>
                <a:gd name="connsiteX7" fmla="*/ 1368933 w 1809090"/>
                <a:gd name="connsiteY7" fmla="*/ 54224 h 4592991"/>
                <a:gd name="connsiteX8" fmla="*/ 1154240 w 1809090"/>
                <a:gd name="connsiteY8" fmla="*/ 1646 h 4592991"/>
                <a:gd name="connsiteX9" fmla="*/ 796862 w 1809090"/>
                <a:gd name="connsiteY9" fmla="*/ 232913 h 4592991"/>
                <a:gd name="connsiteX10" fmla="*/ 313658 w 1809090"/>
                <a:gd name="connsiteY10" fmla="*/ 885185 h 4592991"/>
                <a:gd name="connsiteX11" fmla="*/ 170403 w 1809090"/>
                <a:gd name="connsiteY11" fmla="*/ 1124929 h 4592991"/>
                <a:gd name="connsiteX12" fmla="*/ 0 w 1809090"/>
                <a:gd name="connsiteY12" fmla="*/ 1404583 h 4592991"/>
                <a:gd name="connsiteX0" fmla="*/ 993718 w 1638687"/>
                <a:gd name="connsiteY0" fmla="*/ 4592991 h 4592991"/>
                <a:gd name="connsiteX1" fmla="*/ 1637278 w 1638687"/>
                <a:gd name="connsiteY1" fmla="*/ 3237982 h 4592991"/>
                <a:gd name="connsiteX2" fmla="*/ 1165193 w 1638687"/>
                <a:gd name="connsiteY2" fmla="*/ 1935983 h 4592991"/>
                <a:gd name="connsiteX3" fmla="*/ 1120902 w 1638687"/>
                <a:gd name="connsiteY3" fmla="*/ 1607847 h 4592991"/>
                <a:gd name="connsiteX4" fmla="*/ 1201293 w 1638687"/>
                <a:gd name="connsiteY4" fmla="*/ 1182746 h 4592991"/>
                <a:gd name="connsiteX5" fmla="*/ 1352264 w 1638687"/>
                <a:gd name="connsiteY5" fmla="*/ 742405 h 4592991"/>
                <a:gd name="connsiteX6" fmla="*/ 1576797 w 1638687"/>
                <a:gd name="connsiteY6" fmla="*/ 150087 h 4592991"/>
                <a:gd name="connsiteX7" fmla="*/ 1198530 w 1638687"/>
                <a:gd name="connsiteY7" fmla="*/ 54224 h 4592991"/>
                <a:gd name="connsiteX8" fmla="*/ 983837 w 1638687"/>
                <a:gd name="connsiteY8" fmla="*/ 1646 h 4592991"/>
                <a:gd name="connsiteX9" fmla="*/ 626459 w 1638687"/>
                <a:gd name="connsiteY9" fmla="*/ 232913 h 4592991"/>
                <a:gd name="connsiteX10" fmla="*/ 143255 w 1638687"/>
                <a:gd name="connsiteY10" fmla="*/ 885185 h 4592991"/>
                <a:gd name="connsiteX11" fmla="*/ 0 w 1638687"/>
                <a:gd name="connsiteY11" fmla="*/ 1124929 h 4592991"/>
                <a:gd name="connsiteX0" fmla="*/ 850463 w 1495432"/>
                <a:gd name="connsiteY0" fmla="*/ 4592991 h 4592991"/>
                <a:gd name="connsiteX1" fmla="*/ 1494023 w 1495432"/>
                <a:gd name="connsiteY1" fmla="*/ 3237982 h 4592991"/>
                <a:gd name="connsiteX2" fmla="*/ 1021938 w 1495432"/>
                <a:gd name="connsiteY2" fmla="*/ 1935983 h 4592991"/>
                <a:gd name="connsiteX3" fmla="*/ 977647 w 1495432"/>
                <a:gd name="connsiteY3" fmla="*/ 1607847 h 4592991"/>
                <a:gd name="connsiteX4" fmla="*/ 1058038 w 1495432"/>
                <a:gd name="connsiteY4" fmla="*/ 1182746 h 4592991"/>
                <a:gd name="connsiteX5" fmla="*/ 1209009 w 1495432"/>
                <a:gd name="connsiteY5" fmla="*/ 742405 h 4592991"/>
                <a:gd name="connsiteX6" fmla="*/ 1433542 w 1495432"/>
                <a:gd name="connsiteY6" fmla="*/ 150087 h 4592991"/>
                <a:gd name="connsiteX7" fmla="*/ 1055275 w 1495432"/>
                <a:gd name="connsiteY7" fmla="*/ 54224 h 4592991"/>
                <a:gd name="connsiteX8" fmla="*/ 840582 w 1495432"/>
                <a:gd name="connsiteY8" fmla="*/ 1646 h 4592991"/>
                <a:gd name="connsiteX9" fmla="*/ 483204 w 1495432"/>
                <a:gd name="connsiteY9" fmla="*/ 232913 h 4592991"/>
                <a:gd name="connsiteX10" fmla="*/ 0 w 1495432"/>
                <a:gd name="connsiteY10" fmla="*/ 885185 h 4592991"/>
                <a:gd name="connsiteX0" fmla="*/ 730042 w 1375011"/>
                <a:gd name="connsiteY0" fmla="*/ 4592991 h 4592991"/>
                <a:gd name="connsiteX1" fmla="*/ 1373602 w 1375011"/>
                <a:gd name="connsiteY1" fmla="*/ 3237982 h 4592991"/>
                <a:gd name="connsiteX2" fmla="*/ 901517 w 1375011"/>
                <a:gd name="connsiteY2" fmla="*/ 1935983 h 4592991"/>
                <a:gd name="connsiteX3" fmla="*/ 857226 w 1375011"/>
                <a:gd name="connsiteY3" fmla="*/ 1607847 h 4592991"/>
                <a:gd name="connsiteX4" fmla="*/ 937617 w 1375011"/>
                <a:gd name="connsiteY4" fmla="*/ 1182746 h 4592991"/>
                <a:gd name="connsiteX5" fmla="*/ 1088588 w 1375011"/>
                <a:gd name="connsiteY5" fmla="*/ 742405 h 4592991"/>
                <a:gd name="connsiteX6" fmla="*/ 1313121 w 1375011"/>
                <a:gd name="connsiteY6" fmla="*/ 150087 h 4592991"/>
                <a:gd name="connsiteX7" fmla="*/ 934854 w 1375011"/>
                <a:gd name="connsiteY7" fmla="*/ 54224 h 4592991"/>
                <a:gd name="connsiteX8" fmla="*/ 720161 w 1375011"/>
                <a:gd name="connsiteY8" fmla="*/ 1646 h 4592991"/>
                <a:gd name="connsiteX9" fmla="*/ 362783 w 1375011"/>
                <a:gd name="connsiteY9" fmla="*/ 232913 h 4592991"/>
                <a:gd name="connsiteX10" fmla="*/ 0 w 1375011"/>
                <a:gd name="connsiteY10" fmla="*/ 530872 h 4592991"/>
                <a:gd name="connsiteX0" fmla="*/ 730042 w 1375011"/>
                <a:gd name="connsiteY0" fmla="*/ 4592991 h 4592991"/>
                <a:gd name="connsiteX1" fmla="*/ 1373602 w 1375011"/>
                <a:gd name="connsiteY1" fmla="*/ 3237982 h 4592991"/>
                <a:gd name="connsiteX2" fmla="*/ 901517 w 1375011"/>
                <a:gd name="connsiteY2" fmla="*/ 1935983 h 4592991"/>
                <a:gd name="connsiteX3" fmla="*/ 857226 w 1375011"/>
                <a:gd name="connsiteY3" fmla="*/ 1607847 h 4592991"/>
                <a:gd name="connsiteX4" fmla="*/ 937617 w 1375011"/>
                <a:gd name="connsiteY4" fmla="*/ 1182746 h 4592991"/>
                <a:gd name="connsiteX5" fmla="*/ 1088588 w 1375011"/>
                <a:gd name="connsiteY5" fmla="*/ 742405 h 4592991"/>
                <a:gd name="connsiteX6" fmla="*/ 1313121 w 1375011"/>
                <a:gd name="connsiteY6" fmla="*/ 150087 h 4592991"/>
                <a:gd name="connsiteX7" fmla="*/ 934854 w 1375011"/>
                <a:gd name="connsiteY7" fmla="*/ 54224 h 4592991"/>
                <a:gd name="connsiteX8" fmla="*/ 720161 w 1375011"/>
                <a:gd name="connsiteY8" fmla="*/ 1646 h 4592991"/>
                <a:gd name="connsiteX9" fmla="*/ 362783 w 1375011"/>
                <a:gd name="connsiteY9" fmla="*/ 232913 h 4592991"/>
                <a:gd name="connsiteX10" fmla="*/ 0 w 1375011"/>
                <a:gd name="connsiteY10" fmla="*/ 530872 h 4592991"/>
                <a:gd name="connsiteX0" fmla="*/ 730042 w 1375011"/>
                <a:gd name="connsiteY0" fmla="*/ 4591866 h 4591866"/>
                <a:gd name="connsiteX1" fmla="*/ 1373602 w 1375011"/>
                <a:gd name="connsiteY1" fmla="*/ 3236857 h 4591866"/>
                <a:gd name="connsiteX2" fmla="*/ 901517 w 1375011"/>
                <a:gd name="connsiteY2" fmla="*/ 1934858 h 4591866"/>
                <a:gd name="connsiteX3" fmla="*/ 857226 w 1375011"/>
                <a:gd name="connsiteY3" fmla="*/ 1606722 h 4591866"/>
                <a:gd name="connsiteX4" fmla="*/ 937617 w 1375011"/>
                <a:gd name="connsiteY4" fmla="*/ 1181621 h 4591866"/>
                <a:gd name="connsiteX5" fmla="*/ 1088588 w 1375011"/>
                <a:gd name="connsiteY5" fmla="*/ 741280 h 4591866"/>
                <a:gd name="connsiteX6" fmla="*/ 1313121 w 1375011"/>
                <a:gd name="connsiteY6" fmla="*/ 148962 h 4591866"/>
                <a:gd name="connsiteX7" fmla="*/ 934854 w 1375011"/>
                <a:gd name="connsiteY7" fmla="*/ 53099 h 4591866"/>
                <a:gd name="connsiteX8" fmla="*/ 720161 w 1375011"/>
                <a:gd name="connsiteY8" fmla="*/ 521 h 4591866"/>
                <a:gd name="connsiteX9" fmla="*/ 427608 w 1375011"/>
                <a:gd name="connsiteY9" fmla="*/ 83445 h 4591866"/>
                <a:gd name="connsiteX10" fmla="*/ 0 w 1375011"/>
                <a:gd name="connsiteY10" fmla="*/ 529747 h 4591866"/>
                <a:gd name="connsiteX0" fmla="*/ 795232 w 1440201"/>
                <a:gd name="connsiteY0" fmla="*/ 4592543 h 4592543"/>
                <a:gd name="connsiteX1" fmla="*/ 1438792 w 1440201"/>
                <a:gd name="connsiteY1" fmla="*/ 3237534 h 4592543"/>
                <a:gd name="connsiteX2" fmla="*/ 966707 w 1440201"/>
                <a:gd name="connsiteY2" fmla="*/ 1935535 h 4592543"/>
                <a:gd name="connsiteX3" fmla="*/ 922416 w 1440201"/>
                <a:gd name="connsiteY3" fmla="*/ 1607399 h 4592543"/>
                <a:gd name="connsiteX4" fmla="*/ 1002807 w 1440201"/>
                <a:gd name="connsiteY4" fmla="*/ 1182298 h 4592543"/>
                <a:gd name="connsiteX5" fmla="*/ 1153778 w 1440201"/>
                <a:gd name="connsiteY5" fmla="*/ 741957 h 4592543"/>
                <a:gd name="connsiteX6" fmla="*/ 1378311 w 1440201"/>
                <a:gd name="connsiteY6" fmla="*/ 149639 h 4592543"/>
                <a:gd name="connsiteX7" fmla="*/ 1000044 w 1440201"/>
                <a:gd name="connsiteY7" fmla="*/ 53776 h 4592543"/>
                <a:gd name="connsiteX8" fmla="*/ 785351 w 1440201"/>
                <a:gd name="connsiteY8" fmla="*/ 1198 h 4592543"/>
                <a:gd name="connsiteX9" fmla="*/ 492798 w 1440201"/>
                <a:gd name="connsiteY9" fmla="*/ 84122 h 4592543"/>
                <a:gd name="connsiteX10" fmla="*/ 0 w 1440201"/>
                <a:gd name="connsiteY10" fmla="*/ 674450 h 4592543"/>
                <a:gd name="connsiteX0" fmla="*/ 795232 w 1440201"/>
                <a:gd name="connsiteY0" fmla="*/ 4602778 h 4602778"/>
                <a:gd name="connsiteX1" fmla="*/ 1438792 w 1440201"/>
                <a:gd name="connsiteY1" fmla="*/ 3247769 h 4602778"/>
                <a:gd name="connsiteX2" fmla="*/ 966707 w 1440201"/>
                <a:gd name="connsiteY2" fmla="*/ 1945770 h 4602778"/>
                <a:gd name="connsiteX3" fmla="*/ 922416 w 1440201"/>
                <a:gd name="connsiteY3" fmla="*/ 1617634 h 4602778"/>
                <a:gd name="connsiteX4" fmla="*/ 1002807 w 1440201"/>
                <a:gd name="connsiteY4" fmla="*/ 1192533 h 4602778"/>
                <a:gd name="connsiteX5" fmla="*/ 1153778 w 1440201"/>
                <a:gd name="connsiteY5" fmla="*/ 752192 h 4602778"/>
                <a:gd name="connsiteX6" fmla="*/ 1378311 w 1440201"/>
                <a:gd name="connsiteY6" fmla="*/ 159874 h 4602778"/>
                <a:gd name="connsiteX7" fmla="*/ 1000044 w 1440201"/>
                <a:gd name="connsiteY7" fmla="*/ 64011 h 4602778"/>
                <a:gd name="connsiteX8" fmla="*/ 785351 w 1440201"/>
                <a:gd name="connsiteY8" fmla="*/ 11433 h 4602778"/>
                <a:gd name="connsiteX9" fmla="*/ 463590 w 1440201"/>
                <a:gd name="connsiteY9" fmla="*/ 290239 h 4602778"/>
                <a:gd name="connsiteX10" fmla="*/ 0 w 1440201"/>
                <a:gd name="connsiteY10" fmla="*/ 684685 h 4602778"/>
                <a:gd name="connsiteX0" fmla="*/ 795232 w 1440201"/>
                <a:gd name="connsiteY0" fmla="*/ 4538970 h 4538970"/>
                <a:gd name="connsiteX1" fmla="*/ 1438792 w 1440201"/>
                <a:gd name="connsiteY1" fmla="*/ 3183961 h 4538970"/>
                <a:gd name="connsiteX2" fmla="*/ 966707 w 1440201"/>
                <a:gd name="connsiteY2" fmla="*/ 1881962 h 4538970"/>
                <a:gd name="connsiteX3" fmla="*/ 922416 w 1440201"/>
                <a:gd name="connsiteY3" fmla="*/ 1553826 h 4538970"/>
                <a:gd name="connsiteX4" fmla="*/ 1002807 w 1440201"/>
                <a:gd name="connsiteY4" fmla="*/ 1128725 h 4538970"/>
                <a:gd name="connsiteX5" fmla="*/ 1153778 w 1440201"/>
                <a:gd name="connsiteY5" fmla="*/ 688384 h 4538970"/>
                <a:gd name="connsiteX6" fmla="*/ 1378311 w 1440201"/>
                <a:gd name="connsiteY6" fmla="*/ 96066 h 4538970"/>
                <a:gd name="connsiteX7" fmla="*/ 1000044 w 1440201"/>
                <a:gd name="connsiteY7" fmla="*/ 203 h 4538970"/>
                <a:gd name="connsiteX8" fmla="*/ 715520 w 1440201"/>
                <a:gd name="connsiteY8" fmla="*/ 75417 h 4538970"/>
                <a:gd name="connsiteX9" fmla="*/ 463590 w 1440201"/>
                <a:gd name="connsiteY9" fmla="*/ 226431 h 4538970"/>
                <a:gd name="connsiteX10" fmla="*/ 0 w 1440201"/>
                <a:gd name="connsiteY10" fmla="*/ 620877 h 4538970"/>
                <a:gd name="connsiteX0" fmla="*/ 795232 w 1440201"/>
                <a:gd name="connsiteY0" fmla="*/ 4509602 h 4509602"/>
                <a:gd name="connsiteX1" fmla="*/ 1438792 w 1440201"/>
                <a:gd name="connsiteY1" fmla="*/ 3154593 h 4509602"/>
                <a:gd name="connsiteX2" fmla="*/ 966707 w 1440201"/>
                <a:gd name="connsiteY2" fmla="*/ 1852594 h 4509602"/>
                <a:gd name="connsiteX3" fmla="*/ 922416 w 1440201"/>
                <a:gd name="connsiteY3" fmla="*/ 1524458 h 4509602"/>
                <a:gd name="connsiteX4" fmla="*/ 1002807 w 1440201"/>
                <a:gd name="connsiteY4" fmla="*/ 1099357 h 4509602"/>
                <a:gd name="connsiteX5" fmla="*/ 1153778 w 1440201"/>
                <a:gd name="connsiteY5" fmla="*/ 659016 h 4509602"/>
                <a:gd name="connsiteX6" fmla="*/ 1378311 w 1440201"/>
                <a:gd name="connsiteY6" fmla="*/ 66698 h 4509602"/>
                <a:gd name="connsiteX7" fmla="*/ 1015479 w 1440201"/>
                <a:gd name="connsiteY7" fmla="*/ 11647 h 4509602"/>
                <a:gd name="connsiteX8" fmla="*/ 715520 w 1440201"/>
                <a:gd name="connsiteY8" fmla="*/ 46049 h 4509602"/>
                <a:gd name="connsiteX9" fmla="*/ 463590 w 1440201"/>
                <a:gd name="connsiteY9" fmla="*/ 197063 h 4509602"/>
                <a:gd name="connsiteX10" fmla="*/ 0 w 1440201"/>
                <a:gd name="connsiteY10" fmla="*/ 591509 h 4509602"/>
                <a:gd name="connsiteX0" fmla="*/ 795232 w 1440201"/>
                <a:gd name="connsiteY0" fmla="*/ 4511182 h 4511182"/>
                <a:gd name="connsiteX1" fmla="*/ 1438792 w 1440201"/>
                <a:gd name="connsiteY1" fmla="*/ 3156173 h 4511182"/>
                <a:gd name="connsiteX2" fmla="*/ 966707 w 1440201"/>
                <a:gd name="connsiteY2" fmla="*/ 1854174 h 4511182"/>
                <a:gd name="connsiteX3" fmla="*/ 922416 w 1440201"/>
                <a:gd name="connsiteY3" fmla="*/ 1526038 h 4511182"/>
                <a:gd name="connsiteX4" fmla="*/ 1002807 w 1440201"/>
                <a:gd name="connsiteY4" fmla="*/ 1100937 h 4511182"/>
                <a:gd name="connsiteX5" fmla="*/ 1153778 w 1440201"/>
                <a:gd name="connsiteY5" fmla="*/ 660596 h 4511182"/>
                <a:gd name="connsiteX6" fmla="*/ 1378311 w 1440201"/>
                <a:gd name="connsiteY6" fmla="*/ 68278 h 4511182"/>
                <a:gd name="connsiteX7" fmla="*/ 1015479 w 1440201"/>
                <a:gd name="connsiteY7" fmla="*/ 13227 h 4511182"/>
                <a:gd name="connsiteX8" fmla="*/ 747069 w 1440201"/>
                <a:gd name="connsiteY8" fmla="*/ 72831 h 4511182"/>
                <a:gd name="connsiteX9" fmla="*/ 463590 w 1440201"/>
                <a:gd name="connsiteY9" fmla="*/ 198643 h 4511182"/>
                <a:gd name="connsiteX10" fmla="*/ 0 w 1440201"/>
                <a:gd name="connsiteY10" fmla="*/ 593089 h 4511182"/>
                <a:gd name="connsiteX0" fmla="*/ 1156959 w 1801928"/>
                <a:gd name="connsiteY0" fmla="*/ 4511182 h 4511182"/>
                <a:gd name="connsiteX1" fmla="*/ 1800519 w 1801928"/>
                <a:gd name="connsiteY1" fmla="*/ 3156173 h 4511182"/>
                <a:gd name="connsiteX2" fmla="*/ 1328434 w 1801928"/>
                <a:gd name="connsiteY2" fmla="*/ 1854174 h 4511182"/>
                <a:gd name="connsiteX3" fmla="*/ 1284143 w 1801928"/>
                <a:gd name="connsiteY3" fmla="*/ 1526038 h 4511182"/>
                <a:gd name="connsiteX4" fmla="*/ 1364534 w 1801928"/>
                <a:gd name="connsiteY4" fmla="*/ 1100937 h 4511182"/>
                <a:gd name="connsiteX5" fmla="*/ 1515505 w 1801928"/>
                <a:gd name="connsiteY5" fmla="*/ 660596 h 4511182"/>
                <a:gd name="connsiteX6" fmla="*/ 1740038 w 1801928"/>
                <a:gd name="connsiteY6" fmla="*/ 68278 h 4511182"/>
                <a:gd name="connsiteX7" fmla="*/ 1377206 w 1801928"/>
                <a:gd name="connsiteY7" fmla="*/ 13227 h 4511182"/>
                <a:gd name="connsiteX8" fmla="*/ 1108796 w 1801928"/>
                <a:gd name="connsiteY8" fmla="*/ 72831 h 4511182"/>
                <a:gd name="connsiteX9" fmla="*/ 825317 w 1801928"/>
                <a:gd name="connsiteY9" fmla="*/ 198643 h 4511182"/>
                <a:gd name="connsiteX10" fmla="*/ 0 w 1801928"/>
                <a:gd name="connsiteY10" fmla="*/ 1126286 h 4511182"/>
                <a:gd name="connsiteX0" fmla="*/ 1156959 w 1801928"/>
                <a:gd name="connsiteY0" fmla="*/ 4511182 h 4511182"/>
                <a:gd name="connsiteX1" fmla="*/ 1800519 w 1801928"/>
                <a:gd name="connsiteY1" fmla="*/ 3156173 h 4511182"/>
                <a:gd name="connsiteX2" fmla="*/ 1328434 w 1801928"/>
                <a:gd name="connsiteY2" fmla="*/ 1854174 h 4511182"/>
                <a:gd name="connsiteX3" fmla="*/ 1284143 w 1801928"/>
                <a:gd name="connsiteY3" fmla="*/ 1526038 h 4511182"/>
                <a:gd name="connsiteX4" fmla="*/ 1364534 w 1801928"/>
                <a:gd name="connsiteY4" fmla="*/ 1100937 h 4511182"/>
                <a:gd name="connsiteX5" fmla="*/ 1515505 w 1801928"/>
                <a:gd name="connsiteY5" fmla="*/ 660596 h 4511182"/>
                <a:gd name="connsiteX6" fmla="*/ 1740038 w 1801928"/>
                <a:gd name="connsiteY6" fmla="*/ 68278 h 4511182"/>
                <a:gd name="connsiteX7" fmla="*/ 1377206 w 1801928"/>
                <a:gd name="connsiteY7" fmla="*/ 13227 h 4511182"/>
                <a:gd name="connsiteX8" fmla="*/ 1108796 w 1801928"/>
                <a:gd name="connsiteY8" fmla="*/ 72831 h 4511182"/>
                <a:gd name="connsiteX9" fmla="*/ 825317 w 1801928"/>
                <a:gd name="connsiteY9" fmla="*/ 198643 h 4511182"/>
                <a:gd name="connsiteX10" fmla="*/ 0 w 1801928"/>
                <a:gd name="connsiteY10" fmla="*/ 1126286 h 4511182"/>
                <a:gd name="connsiteX0" fmla="*/ 1156959 w 1801928"/>
                <a:gd name="connsiteY0" fmla="*/ 4511182 h 4511182"/>
                <a:gd name="connsiteX1" fmla="*/ 1800519 w 1801928"/>
                <a:gd name="connsiteY1" fmla="*/ 3156173 h 4511182"/>
                <a:gd name="connsiteX2" fmla="*/ 1328434 w 1801928"/>
                <a:gd name="connsiteY2" fmla="*/ 1854174 h 4511182"/>
                <a:gd name="connsiteX3" fmla="*/ 1284143 w 1801928"/>
                <a:gd name="connsiteY3" fmla="*/ 1526038 h 4511182"/>
                <a:gd name="connsiteX4" fmla="*/ 1364534 w 1801928"/>
                <a:gd name="connsiteY4" fmla="*/ 1100937 h 4511182"/>
                <a:gd name="connsiteX5" fmla="*/ 1515505 w 1801928"/>
                <a:gd name="connsiteY5" fmla="*/ 660596 h 4511182"/>
                <a:gd name="connsiteX6" fmla="*/ 1740038 w 1801928"/>
                <a:gd name="connsiteY6" fmla="*/ 68278 h 4511182"/>
                <a:gd name="connsiteX7" fmla="*/ 1377206 w 1801928"/>
                <a:gd name="connsiteY7" fmla="*/ 13227 h 4511182"/>
                <a:gd name="connsiteX8" fmla="*/ 1108796 w 1801928"/>
                <a:gd name="connsiteY8" fmla="*/ 72831 h 4511182"/>
                <a:gd name="connsiteX9" fmla="*/ 685773 w 1801928"/>
                <a:gd name="connsiteY9" fmla="*/ 287708 h 4511182"/>
                <a:gd name="connsiteX10" fmla="*/ 0 w 1801928"/>
                <a:gd name="connsiteY10" fmla="*/ 1126286 h 4511182"/>
                <a:gd name="connsiteX0" fmla="*/ 1159879 w 1801883"/>
                <a:gd name="connsiteY0" fmla="*/ 4527218 h 4527218"/>
                <a:gd name="connsiteX1" fmla="*/ 1800519 w 1801883"/>
                <a:gd name="connsiteY1" fmla="*/ 3156173 h 4527218"/>
                <a:gd name="connsiteX2" fmla="*/ 1328434 w 1801883"/>
                <a:gd name="connsiteY2" fmla="*/ 1854174 h 4527218"/>
                <a:gd name="connsiteX3" fmla="*/ 1284143 w 1801883"/>
                <a:gd name="connsiteY3" fmla="*/ 1526038 h 4527218"/>
                <a:gd name="connsiteX4" fmla="*/ 1364534 w 1801883"/>
                <a:gd name="connsiteY4" fmla="*/ 1100937 h 4527218"/>
                <a:gd name="connsiteX5" fmla="*/ 1515505 w 1801883"/>
                <a:gd name="connsiteY5" fmla="*/ 660596 h 4527218"/>
                <a:gd name="connsiteX6" fmla="*/ 1740038 w 1801883"/>
                <a:gd name="connsiteY6" fmla="*/ 68278 h 4527218"/>
                <a:gd name="connsiteX7" fmla="*/ 1377206 w 1801883"/>
                <a:gd name="connsiteY7" fmla="*/ 13227 h 4527218"/>
                <a:gd name="connsiteX8" fmla="*/ 1108796 w 1801883"/>
                <a:gd name="connsiteY8" fmla="*/ 72831 h 4527218"/>
                <a:gd name="connsiteX9" fmla="*/ 685773 w 1801883"/>
                <a:gd name="connsiteY9" fmla="*/ 287708 h 4527218"/>
                <a:gd name="connsiteX10" fmla="*/ 0 w 1801883"/>
                <a:gd name="connsiteY10" fmla="*/ 1126286 h 4527218"/>
                <a:gd name="connsiteX0" fmla="*/ 1159879 w 1801883"/>
                <a:gd name="connsiteY0" fmla="*/ 4527218 h 4527218"/>
                <a:gd name="connsiteX1" fmla="*/ 1800519 w 1801883"/>
                <a:gd name="connsiteY1" fmla="*/ 3156173 h 4527218"/>
                <a:gd name="connsiteX2" fmla="*/ 1328434 w 1801883"/>
                <a:gd name="connsiteY2" fmla="*/ 1854174 h 4527218"/>
                <a:gd name="connsiteX3" fmla="*/ 1284143 w 1801883"/>
                <a:gd name="connsiteY3" fmla="*/ 1526038 h 4527218"/>
                <a:gd name="connsiteX4" fmla="*/ 1364534 w 1801883"/>
                <a:gd name="connsiteY4" fmla="*/ 1100937 h 4527218"/>
                <a:gd name="connsiteX5" fmla="*/ 1515505 w 1801883"/>
                <a:gd name="connsiteY5" fmla="*/ 660596 h 4527218"/>
                <a:gd name="connsiteX6" fmla="*/ 1740038 w 1801883"/>
                <a:gd name="connsiteY6" fmla="*/ 68278 h 4527218"/>
                <a:gd name="connsiteX7" fmla="*/ 1377206 w 1801883"/>
                <a:gd name="connsiteY7" fmla="*/ 13227 h 4527218"/>
                <a:gd name="connsiteX8" fmla="*/ 1108796 w 1801883"/>
                <a:gd name="connsiteY8" fmla="*/ 72831 h 4527218"/>
                <a:gd name="connsiteX9" fmla="*/ 685773 w 1801883"/>
                <a:gd name="connsiteY9" fmla="*/ 287708 h 4527218"/>
                <a:gd name="connsiteX10" fmla="*/ 0 w 1801883"/>
                <a:gd name="connsiteY10" fmla="*/ 1126286 h 4527218"/>
                <a:gd name="connsiteX0" fmla="*/ 1159879 w 1807819"/>
                <a:gd name="connsiteY0" fmla="*/ 4527218 h 4527218"/>
                <a:gd name="connsiteX1" fmla="*/ 1800519 w 1807819"/>
                <a:gd name="connsiteY1" fmla="*/ 3156173 h 4527218"/>
                <a:gd name="connsiteX2" fmla="*/ 1495849 w 1807819"/>
                <a:gd name="connsiteY2" fmla="*/ 2385581 h 4527218"/>
                <a:gd name="connsiteX3" fmla="*/ 1328434 w 1807819"/>
                <a:gd name="connsiteY3" fmla="*/ 1854174 h 4527218"/>
                <a:gd name="connsiteX4" fmla="*/ 1284143 w 1807819"/>
                <a:gd name="connsiteY4" fmla="*/ 1526038 h 4527218"/>
                <a:gd name="connsiteX5" fmla="*/ 1364534 w 1807819"/>
                <a:gd name="connsiteY5" fmla="*/ 1100937 h 4527218"/>
                <a:gd name="connsiteX6" fmla="*/ 1515505 w 1807819"/>
                <a:gd name="connsiteY6" fmla="*/ 660596 h 4527218"/>
                <a:gd name="connsiteX7" fmla="*/ 1740038 w 1807819"/>
                <a:gd name="connsiteY7" fmla="*/ 68278 h 4527218"/>
                <a:gd name="connsiteX8" fmla="*/ 1377206 w 1807819"/>
                <a:gd name="connsiteY8" fmla="*/ 13227 h 4527218"/>
                <a:gd name="connsiteX9" fmla="*/ 1108796 w 1807819"/>
                <a:gd name="connsiteY9" fmla="*/ 72831 h 4527218"/>
                <a:gd name="connsiteX10" fmla="*/ 685773 w 1807819"/>
                <a:gd name="connsiteY10" fmla="*/ 287708 h 4527218"/>
                <a:gd name="connsiteX11" fmla="*/ 0 w 1807819"/>
                <a:gd name="connsiteY11" fmla="*/ 1126286 h 4527218"/>
                <a:gd name="connsiteX0" fmla="*/ 1159879 w 1807577"/>
                <a:gd name="connsiteY0" fmla="*/ 4527218 h 4527218"/>
                <a:gd name="connsiteX1" fmla="*/ 1800519 w 1807577"/>
                <a:gd name="connsiteY1" fmla="*/ 3156173 h 4527218"/>
                <a:gd name="connsiteX2" fmla="*/ 1495849 w 1807577"/>
                <a:gd name="connsiteY2" fmla="*/ 2385581 h 4527218"/>
                <a:gd name="connsiteX3" fmla="*/ 1596177 w 1807577"/>
                <a:gd name="connsiteY3" fmla="*/ 2075236 h 4527218"/>
                <a:gd name="connsiteX4" fmla="*/ 1328434 w 1807577"/>
                <a:gd name="connsiteY4" fmla="*/ 1854174 h 4527218"/>
                <a:gd name="connsiteX5" fmla="*/ 1284143 w 1807577"/>
                <a:gd name="connsiteY5" fmla="*/ 1526038 h 4527218"/>
                <a:gd name="connsiteX6" fmla="*/ 1364534 w 1807577"/>
                <a:gd name="connsiteY6" fmla="*/ 1100937 h 4527218"/>
                <a:gd name="connsiteX7" fmla="*/ 1515505 w 1807577"/>
                <a:gd name="connsiteY7" fmla="*/ 660596 h 4527218"/>
                <a:gd name="connsiteX8" fmla="*/ 1740038 w 1807577"/>
                <a:gd name="connsiteY8" fmla="*/ 68278 h 4527218"/>
                <a:gd name="connsiteX9" fmla="*/ 1377206 w 1807577"/>
                <a:gd name="connsiteY9" fmla="*/ 13227 h 4527218"/>
                <a:gd name="connsiteX10" fmla="*/ 1108796 w 1807577"/>
                <a:gd name="connsiteY10" fmla="*/ 72831 h 4527218"/>
                <a:gd name="connsiteX11" fmla="*/ 685773 w 1807577"/>
                <a:gd name="connsiteY11" fmla="*/ 287708 h 4527218"/>
                <a:gd name="connsiteX12" fmla="*/ 0 w 1807577"/>
                <a:gd name="connsiteY12" fmla="*/ 1126286 h 4527218"/>
                <a:gd name="connsiteX0" fmla="*/ 1159879 w 1807577"/>
                <a:gd name="connsiteY0" fmla="*/ 4527218 h 4527218"/>
                <a:gd name="connsiteX1" fmla="*/ 1800519 w 1807577"/>
                <a:gd name="connsiteY1" fmla="*/ 3156173 h 4527218"/>
                <a:gd name="connsiteX2" fmla="*/ 1495849 w 1807577"/>
                <a:gd name="connsiteY2" fmla="*/ 2385581 h 4527218"/>
                <a:gd name="connsiteX3" fmla="*/ 1596177 w 1807577"/>
                <a:gd name="connsiteY3" fmla="*/ 2075236 h 4527218"/>
                <a:gd name="connsiteX4" fmla="*/ 1364347 w 1807577"/>
                <a:gd name="connsiteY4" fmla="*/ 1744297 h 4527218"/>
                <a:gd name="connsiteX5" fmla="*/ 1284143 w 1807577"/>
                <a:gd name="connsiteY5" fmla="*/ 1526038 h 4527218"/>
                <a:gd name="connsiteX6" fmla="*/ 1364534 w 1807577"/>
                <a:gd name="connsiteY6" fmla="*/ 1100937 h 4527218"/>
                <a:gd name="connsiteX7" fmla="*/ 1515505 w 1807577"/>
                <a:gd name="connsiteY7" fmla="*/ 660596 h 4527218"/>
                <a:gd name="connsiteX8" fmla="*/ 1740038 w 1807577"/>
                <a:gd name="connsiteY8" fmla="*/ 68278 h 4527218"/>
                <a:gd name="connsiteX9" fmla="*/ 1377206 w 1807577"/>
                <a:gd name="connsiteY9" fmla="*/ 13227 h 4527218"/>
                <a:gd name="connsiteX10" fmla="*/ 1108796 w 1807577"/>
                <a:gd name="connsiteY10" fmla="*/ 72831 h 4527218"/>
                <a:gd name="connsiteX11" fmla="*/ 685773 w 1807577"/>
                <a:gd name="connsiteY11" fmla="*/ 287708 h 4527218"/>
                <a:gd name="connsiteX12" fmla="*/ 0 w 1807577"/>
                <a:gd name="connsiteY12" fmla="*/ 1126286 h 4527218"/>
                <a:gd name="connsiteX0" fmla="*/ 1159879 w 1816199"/>
                <a:gd name="connsiteY0" fmla="*/ 4527218 h 4527218"/>
                <a:gd name="connsiteX1" fmla="*/ 1800519 w 1816199"/>
                <a:gd name="connsiteY1" fmla="*/ 3156173 h 4527218"/>
                <a:gd name="connsiteX2" fmla="*/ 1601357 w 1816199"/>
                <a:gd name="connsiteY2" fmla="*/ 2564351 h 4527218"/>
                <a:gd name="connsiteX3" fmla="*/ 1596177 w 1816199"/>
                <a:gd name="connsiteY3" fmla="*/ 2075236 h 4527218"/>
                <a:gd name="connsiteX4" fmla="*/ 1364347 w 1816199"/>
                <a:gd name="connsiteY4" fmla="*/ 1744297 h 4527218"/>
                <a:gd name="connsiteX5" fmla="*/ 1284143 w 1816199"/>
                <a:gd name="connsiteY5" fmla="*/ 1526038 h 4527218"/>
                <a:gd name="connsiteX6" fmla="*/ 1364534 w 1816199"/>
                <a:gd name="connsiteY6" fmla="*/ 1100937 h 4527218"/>
                <a:gd name="connsiteX7" fmla="*/ 1515505 w 1816199"/>
                <a:gd name="connsiteY7" fmla="*/ 660596 h 4527218"/>
                <a:gd name="connsiteX8" fmla="*/ 1740038 w 1816199"/>
                <a:gd name="connsiteY8" fmla="*/ 68278 h 4527218"/>
                <a:gd name="connsiteX9" fmla="*/ 1377206 w 1816199"/>
                <a:gd name="connsiteY9" fmla="*/ 13227 h 4527218"/>
                <a:gd name="connsiteX10" fmla="*/ 1108796 w 1816199"/>
                <a:gd name="connsiteY10" fmla="*/ 72831 h 4527218"/>
                <a:gd name="connsiteX11" fmla="*/ 685773 w 1816199"/>
                <a:gd name="connsiteY11" fmla="*/ 287708 h 4527218"/>
                <a:gd name="connsiteX12" fmla="*/ 0 w 1816199"/>
                <a:gd name="connsiteY12" fmla="*/ 1126286 h 4527218"/>
                <a:gd name="connsiteX0" fmla="*/ 1159879 w 1816199"/>
                <a:gd name="connsiteY0" fmla="*/ 4527218 h 4527218"/>
                <a:gd name="connsiteX1" fmla="*/ 1800519 w 1816199"/>
                <a:gd name="connsiteY1" fmla="*/ 3156173 h 4527218"/>
                <a:gd name="connsiteX2" fmla="*/ 1601357 w 1816199"/>
                <a:gd name="connsiteY2" fmla="*/ 2564351 h 4527218"/>
                <a:gd name="connsiteX3" fmla="*/ 1596177 w 1816199"/>
                <a:gd name="connsiteY3" fmla="*/ 2075236 h 4527218"/>
                <a:gd name="connsiteX4" fmla="*/ 1364347 w 1816199"/>
                <a:gd name="connsiteY4" fmla="*/ 1744297 h 4527218"/>
                <a:gd name="connsiteX5" fmla="*/ 1284143 w 1816199"/>
                <a:gd name="connsiteY5" fmla="*/ 1526038 h 4527218"/>
                <a:gd name="connsiteX6" fmla="*/ 1364534 w 1816199"/>
                <a:gd name="connsiteY6" fmla="*/ 1100937 h 4527218"/>
                <a:gd name="connsiteX7" fmla="*/ 1515505 w 1816199"/>
                <a:gd name="connsiteY7" fmla="*/ 660596 h 4527218"/>
                <a:gd name="connsiteX8" fmla="*/ 1740038 w 1816199"/>
                <a:gd name="connsiteY8" fmla="*/ 68278 h 4527218"/>
                <a:gd name="connsiteX9" fmla="*/ 1377206 w 1816199"/>
                <a:gd name="connsiteY9" fmla="*/ 13227 h 4527218"/>
                <a:gd name="connsiteX10" fmla="*/ 1108796 w 1816199"/>
                <a:gd name="connsiteY10" fmla="*/ 72831 h 4527218"/>
                <a:gd name="connsiteX11" fmla="*/ 685773 w 1816199"/>
                <a:gd name="connsiteY11" fmla="*/ 287708 h 4527218"/>
                <a:gd name="connsiteX12" fmla="*/ 0 w 1816199"/>
                <a:gd name="connsiteY12" fmla="*/ 1126286 h 4527218"/>
                <a:gd name="connsiteX0" fmla="*/ 1159879 w 2134642"/>
                <a:gd name="connsiteY0" fmla="*/ 4527218 h 4527218"/>
                <a:gd name="connsiteX1" fmla="*/ 2113836 w 2134642"/>
                <a:gd name="connsiteY1" fmla="*/ 3911730 h 4527218"/>
                <a:gd name="connsiteX2" fmla="*/ 1800519 w 2134642"/>
                <a:gd name="connsiteY2" fmla="*/ 3156173 h 4527218"/>
                <a:gd name="connsiteX3" fmla="*/ 1601357 w 2134642"/>
                <a:gd name="connsiteY3" fmla="*/ 2564351 h 4527218"/>
                <a:gd name="connsiteX4" fmla="*/ 1596177 w 2134642"/>
                <a:gd name="connsiteY4" fmla="*/ 2075236 h 4527218"/>
                <a:gd name="connsiteX5" fmla="*/ 1364347 w 2134642"/>
                <a:gd name="connsiteY5" fmla="*/ 1744297 h 4527218"/>
                <a:gd name="connsiteX6" fmla="*/ 1284143 w 2134642"/>
                <a:gd name="connsiteY6" fmla="*/ 1526038 h 4527218"/>
                <a:gd name="connsiteX7" fmla="*/ 1364534 w 2134642"/>
                <a:gd name="connsiteY7" fmla="*/ 1100937 h 4527218"/>
                <a:gd name="connsiteX8" fmla="*/ 1515505 w 2134642"/>
                <a:gd name="connsiteY8" fmla="*/ 660596 h 4527218"/>
                <a:gd name="connsiteX9" fmla="*/ 1740038 w 2134642"/>
                <a:gd name="connsiteY9" fmla="*/ 68278 h 4527218"/>
                <a:gd name="connsiteX10" fmla="*/ 1377206 w 2134642"/>
                <a:gd name="connsiteY10" fmla="*/ 13227 h 4527218"/>
                <a:gd name="connsiteX11" fmla="*/ 1108796 w 2134642"/>
                <a:gd name="connsiteY11" fmla="*/ 72831 h 4527218"/>
                <a:gd name="connsiteX12" fmla="*/ 685773 w 2134642"/>
                <a:gd name="connsiteY12" fmla="*/ 287708 h 4527218"/>
                <a:gd name="connsiteX13" fmla="*/ 0 w 2134642"/>
                <a:gd name="connsiteY13" fmla="*/ 1126286 h 4527218"/>
                <a:gd name="connsiteX0" fmla="*/ 1159879 w 2116811"/>
                <a:gd name="connsiteY0" fmla="*/ 4527218 h 4527218"/>
                <a:gd name="connsiteX1" fmla="*/ 1662975 w 2116811"/>
                <a:gd name="connsiteY1" fmla="*/ 4326963 h 4527218"/>
                <a:gd name="connsiteX2" fmla="*/ 2113836 w 2116811"/>
                <a:gd name="connsiteY2" fmla="*/ 3911730 h 4527218"/>
                <a:gd name="connsiteX3" fmla="*/ 1800519 w 2116811"/>
                <a:gd name="connsiteY3" fmla="*/ 3156173 h 4527218"/>
                <a:gd name="connsiteX4" fmla="*/ 1601357 w 2116811"/>
                <a:gd name="connsiteY4" fmla="*/ 2564351 h 4527218"/>
                <a:gd name="connsiteX5" fmla="*/ 1596177 w 2116811"/>
                <a:gd name="connsiteY5" fmla="*/ 2075236 h 4527218"/>
                <a:gd name="connsiteX6" fmla="*/ 1364347 w 2116811"/>
                <a:gd name="connsiteY6" fmla="*/ 1744297 h 4527218"/>
                <a:gd name="connsiteX7" fmla="*/ 1284143 w 2116811"/>
                <a:gd name="connsiteY7" fmla="*/ 1526038 h 4527218"/>
                <a:gd name="connsiteX8" fmla="*/ 1364534 w 2116811"/>
                <a:gd name="connsiteY8" fmla="*/ 1100937 h 4527218"/>
                <a:gd name="connsiteX9" fmla="*/ 1515505 w 2116811"/>
                <a:gd name="connsiteY9" fmla="*/ 660596 h 4527218"/>
                <a:gd name="connsiteX10" fmla="*/ 1740038 w 2116811"/>
                <a:gd name="connsiteY10" fmla="*/ 68278 h 4527218"/>
                <a:gd name="connsiteX11" fmla="*/ 1377206 w 2116811"/>
                <a:gd name="connsiteY11" fmla="*/ 13227 h 4527218"/>
                <a:gd name="connsiteX12" fmla="*/ 1108796 w 2116811"/>
                <a:gd name="connsiteY12" fmla="*/ 72831 h 4527218"/>
                <a:gd name="connsiteX13" fmla="*/ 685773 w 2116811"/>
                <a:gd name="connsiteY13" fmla="*/ 287708 h 4527218"/>
                <a:gd name="connsiteX14" fmla="*/ 0 w 2116811"/>
                <a:gd name="connsiteY14" fmla="*/ 1126286 h 4527218"/>
                <a:gd name="connsiteX0" fmla="*/ 1414076 w 2116811"/>
                <a:gd name="connsiteY0" fmla="*/ 4558685 h 4558685"/>
                <a:gd name="connsiteX1" fmla="*/ 1662975 w 2116811"/>
                <a:gd name="connsiteY1" fmla="*/ 4326963 h 4558685"/>
                <a:gd name="connsiteX2" fmla="*/ 2113836 w 2116811"/>
                <a:gd name="connsiteY2" fmla="*/ 3911730 h 4558685"/>
                <a:gd name="connsiteX3" fmla="*/ 1800519 w 2116811"/>
                <a:gd name="connsiteY3" fmla="*/ 3156173 h 4558685"/>
                <a:gd name="connsiteX4" fmla="*/ 1601357 w 2116811"/>
                <a:gd name="connsiteY4" fmla="*/ 2564351 h 4558685"/>
                <a:gd name="connsiteX5" fmla="*/ 1596177 w 2116811"/>
                <a:gd name="connsiteY5" fmla="*/ 2075236 h 4558685"/>
                <a:gd name="connsiteX6" fmla="*/ 1364347 w 2116811"/>
                <a:gd name="connsiteY6" fmla="*/ 1744297 h 4558685"/>
                <a:gd name="connsiteX7" fmla="*/ 1284143 w 2116811"/>
                <a:gd name="connsiteY7" fmla="*/ 1526038 h 4558685"/>
                <a:gd name="connsiteX8" fmla="*/ 1364534 w 2116811"/>
                <a:gd name="connsiteY8" fmla="*/ 1100937 h 4558685"/>
                <a:gd name="connsiteX9" fmla="*/ 1515505 w 2116811"/>
                <a:gd name="connsiteY9" fmla="*/ 660596 h 4558685"/>
                <a:gd name="connsiteX10" fmla="*/ 1740038 w 2116811"/>
                <a:gd name="connsiteY10" fmla="*/ 68278 h 4558685"/>
                <a:gd name="connsiteX11" fmla="*/ 1377206 w 2116811"/>
                <a:gd name="connsiteY11" fmla="*/ 13227 h 4558685"/>
                <a:gd name="connsiteX12" fmla="*/ 1108796 w 2116811"/>
                <a:gd name="connsiteY12" fmla="*/ 72831 h 4558685"/>
                <a:gd name="connsiteX13" fmla="*/ 685773 w 2116811"/>
                <a:gd name="connsiteY13" fmla="*/ 287708 h 4558685"/>
                <a:gd name="connsiteX14" fmla="*/ 0 w 2116811"/>
                <a:gd name="connsiteY14" fmla="*/ 1126286 h 4558685"/>
                <a:gd name="connsiteX0" fmla="*/ 1414076 w 1886141"/>
                <a:gd name="connsiteY0" fmla="*/ 4558685 h 4558685"/>
                <a:gd name="connsiteX1" fmla="*/ 1662975 w 1886141"/>
                <a:gd name="connsiteY1" fmla="*/ 4326963 h 4558685"/>
                <a:gd name="connsiteX2" fmla="*/ 1876721 w 1886141"/>
                <a:gd name="connsiteY2" fmla="*/ 3817488 h 4558685"/>
                <a:gd name="connsiteX3" fmla="*/ 1800519 w 1886141"/>
                <a:gd name="connsiteY3" fmla="*/ 3156173 h 4558685"/>
                <a:gd name="connsiteX4" fmla="*/ 1601357 w 1886141"/>
                <a:gd name="connsiteY4" fmla="*/ 2564351 h 4558685"/>
                <a:gd name="connsiteX5" fmla="*/ 1596177 w 1886141"/>
                <a:gd name="connsiteY5" fmla="*/ 2075236 h 4558685"/>
                <a:gd name="connsiteX6" fmla="*/ 1364347 w 1886141"/>
                <a:gd name="connsiteY6" fmla="*/ 1744297 h 4558685"/>
                <a:gd name="connsiteX7" fmla="*/ 1284143 w 1886141"/>
                <a:gd name="connsiteY7" fmla="*/ 1526038 h 4558685"/>
                <a:gd name="connsiteX8" fmla="*/ 1364534 w 1886141"/>
                <a:gd name="connsiteY8" fmla="*/ 1100937 h 4558685"/>
                <a:gd name="connsiteX9" fmla="*/ 1515505 w 1886141"/>
                <a:gd name="connsiteY9" fmla="*/ 660596 h 4558685"/>
                <a:gd name="connsiteX10" fmla="*/ 1740038 w 1886141"/>
                <a:gd name="connsiteY10" fmla="*/ 68278 h 4558685"/>
                <a:gd name="connsiteX11" fmla="*/ 1377206 w 1886141"/>
                <a:gd name="connsiteY11" fmla="*/ 13227 h 4558685"/>
                <a:gd name="connsiteX12" fmla="*/ 1108796 w 1886141"/>
                <a:gd name="connsiteY12" fmla="*/ 72831 h 4558685"/>
                <a:gd name="connsiteX13" fmla="*/ 685773 w 1886141"/>
                <a:gd name="connsiteY13" fmla="*/ 287708 h 4558685"/>
                <a:gd name="connsiteX14" fmla="*/ 0 w 1886141"/>
                <a:gd name="connsiteY14" fmla="*/ 1126286 h 4558685"/>
                <a:gd name="connsiteX0" fmla="*/ 1414076 w 1884473"/>
                <a:gd name="connsiteY0" fmla="*/ 4558685 h 4558685"/>
                <a:gd name="connsiteX1" fmla="*/ 1662975 w 1884473"/>
                <a:gd name="connsiteY1" fmla="*/ 4326963 h 4558685"/>
                <a:gd name="connsiteX2" fmla="*/ 1876721 w 1884473"/>
                <a:gd name="connsiteY2" fmla="*/ 3817488 h 4558685"/>
                <a:gd name="connsiteX3" fmla="*/ 1800519 w 1884473"/>
                <a:gd name="connsiteY3" fmla="*/ 3156173 h 4558685"/>
                <a:gd name="connsiteX4" fmla="*/ 1730383 w 1884473"/>
                <a:gd name="connsiteY4" fmla="*/ 3005421 h 4558685"/>
                <a:gd name="connsiteX5" fmla="*/ 1601357 w 1884473"/>
                <a:gd name="connsiteY5" fmla="*/ 2564351 h 4558685"/>
                <a:gd name="connsiteX6" fmla="*/ 1596177 w 1884473"/>
                <a:gd name="connsiteY6" fmla="*/ 2075236 h 4558685"/>
                <a:gd name="connsiteX7" fmla="*/ 1364347 w 1884473"/>
                <a:gd name="connsiteY7" fmla="*/ 1744297 h 4558685"/>
                <a:gd name="connsiteX8" fmla="*/ 1284143 w 1884473"/>
                <a:gd name="connsiteY8" fmla="*/ 1526038 h 4558685"/>
                <a:gd name="connsiteX9" fmla="*/ 1364534 w 1884473"/>
                <a:gd name="connsiteY9" fmla="*/ 1100937 h 4558685"/>
                <a:gd name="connsiteX10" fmla="*/ 1515505 w 1884473"/>
                <a:gd name="connsiteY10" fmla="*/ 660596 h 4558685"/>
                <a:gd name="connsiteX11" fmla="*/ 1740038 w 1884473"/>
                <a:gd name="connsiteY11" fmla="*/ 68278 h 4558685"/>
                <a:gd name="connsiteX12" fmla="*/ 1377206 w 1884473"/>
                <a:gd name="connsiteY12" fmla="*/ 13227 h 4558685"/>
                <a:gd name="connsiteX13" fmla="*/ 1108796 w 1884473"/>
                <a:gd name="connsiteY13" fmla="*/ 72831 h 4558685"/>
                <a:gd name="connsiteX14" fmla="*/ 685773 w 1884473"/>
                <a:gd name="connsiteY14" fmla="*/ 287708 h 4558685"/>
                <a:gd name="connsiteX15" fmla="*/ 0 w 1884473"/>
                <a:gd name="connsiteY15" fmla="*/ 1126286 h 4558685"/>
                <a:gd name="connsiteX0" fmla="*/ 1414076 w 1903516"/>
                <a:gd name="connsiteY0" fmla="*/ 4558685 h 4558685"/>
                <a:gd name="connsiteX1" fmla="*/ 1662975 w 1903516"/>
                <a:gd name="connsiteY1" fmla="*/ 4326963 h 4558685"/>
                <a:gd name="connsiteX2" fmla="*/ 1876721 w 1903516"/>
                <a:gd name="connsiteY2" fmla="*/ 3817488 h 4558685"/>
                <a:gd name="connsiteX3" fmla="*/ 1886426 w 1903516"/>
                <a:gd name="connsiteY3" fmla="*/ 3253273 h 4558685"/>
                <a:gd name="connsiteX4" fmla="*/ 1730383 w 1903516"/>
                <a:gd name="connsiteY4" fmla="*/ 3005421 h 4558685"/>
                <a:gd name="connsiteX5" fmla="*/ 1601357 w 1903516"/>
                <a:gd name="connsiteY5" fmla="*/ 2564351 h 4558685"/>
                <a:gd name="connsiteX6" fmla="*/ 1596177 w 1903516"/>
                <a:gd name="connsiteY6" fmla="*/ 2075236 h 4558685"/>
                <a:gd name="connsiteX7" fmla="*/ 1364347 w 1903516"/>
                <a:gd name="connsiteY7" fmla="*/ 1744297 h 4558685"/>
                <a:gd name="connsiteX8" fmla="*/ 1284143 w 1903516"/>
                <a:gd name="connsiteY8" fmla="*/ 1526038 h 4558685"/>
                <a:gd name="connsiteX9" fmla="*/ 1364534 w 1903516"/>
                <a:gd name="connsiteY9" fmla="*/ 1100937 h 4558685"/>
                <a:gd name="connsiteX10" fmla="*/ 1515505 w 1903516"/>
                <a:gd name="connsiteY10" fmla="*/ 660596 h 4558685"/>
                <a:gd name="connsiteX11" fmla="*/ 1740038 w 1903516"/>
                <a:gd name="connsiteY11" fmla="*/ 68278 h 4558685"/>
                <a:gd name="connsiteX12" fmla="*/ 1377206 w 1903516"/>
                <a:gd name="connsiteY12" fmla="*/ 13227 h 4558685"/>
                <a:gd name="connsiteX13" fmla="*/ 1108796 w 1903516"/>
                <a:gd name="connsiteY13" fmla="*/ 72831 h 4558685"/>
                <a:gd name="connsiteX14" fmla="*/ 685773 w 1903516"/>
                <a:gd name="connsiteY14" fmla="*/ 287708 h 4558685"/>
                <a:gd name="connsiteX15" fmla="*/ 0 w 1903516"/>
                <a:gd name="connsiteY15" fmla="*/ 1126286 h 4558685"/>
                <a:gd name="connsiteX0" fmla="*/ 1414076 w 1903240"/>
                <a:gd name="connsiteY0" fmla="*/ 4558685 h 4558685"/>
                <a:gd name="connsiteX1" fmla="*/ 1662975 w 1903240"/>
                <a:gd name="connsiteY1" fmla="*/ 4326963 h 4558685"/>
                <a:gd name="connsiteX2" fmla="*/ 1876721 w 1903240"/>
                <a:gd name="connsiteY2" fmla="*/ 3817488 h 4558685"/>
                <a:gd name="connsiteX3" fmla="*/ 1886426 w 1903240"/>
                <a:gd name="connsiteY3" fmla="*/ 3253273 h 4558685"/>
                <a:gd name="connsiteX4" fmla="*/ 1734478 w 1903240"/>
                <a:gd name="connsiteY4" fmla="*/ 3100613 h 4558685"/>
                <a:gd name="connsiteX5" fmla="*/ 1601357 w 1903240"/>
                <a:gd name="connsiteY5" fmla="*/ 2564351 h 4558685"/>
                <a:gd name="connsiteX6" fmla="*/ 1596177 w 1903240"/>
                <a:gd name="connsiteY6" fmla="*/ 2075236 h 4558685"/>
                <a:gd name="connsiteX7" fmla="*/ 1364347 w 1903240"/>
                <a:gd name="connsiteY7" fmla="*/ 1744297 h 4558685"/>
                <a:gd name="connsiteX8" fmla="*/ 1284143 w 1903240"/>
                <a:gd name="connsiteY8" fmla="*/ 1526038 h 4558685"/>
                <a:gd name="connsiteX9" fmla="*/ 1364534 w 1903240"/>
                <a:gd name="connsiteY9" fmla="*/ 1100937 h 4558685"/>
                <a:gd name="connsiteX10" fmla="*/ 1515505 w 1903240"/>
                <a:gd name="connsiteY10" fmla="*/ 660596 h 4558685"/>
                <a:gd name="connsiteX11" fmla="*/ 1740038 w 1903240"/>
                <a:gd name="connsiteY11" fmla="*/ 68278 h 4558685"/>
                <a:gd name="connsiteX12" fmla="*/ 1377206 w 1903240"/>
                <a:gd name="connsiteY12" fmla="*/ 13227 h 4558685"/>
                <a:gd name="connsiteX13" fmla="*/ 1108796 w 1903240"/>
                <a:gd name="connsiteY13" fmla="*/ 72831 h 4558685"/>
                <a:gd name="connsiteX14" fmla="*/ 685773 w 1903240"/>
                <a:gd name="connsiteY14" fmla="*/ 287708 h 4558685"/>
                <a:gd name="connsiteX15" fmla="*/ 0 w 1903240"/>
                <a:gd name="connsiteY15" fmla="*/ 1126286 h 4558685"/>
                <a:gd name="connsiteX0" fmla="*/ 1414076 w 1903240"/>
                <a:gd name="connsiteY0" fmla="*/ 4558685 h 4558685"/>
                <a:gd name="connsiteX1" fmla="*/ 1662975 w 1903240"/>
                <a:gd name="connsiteY1" fmla="*/ 4326963 h 4558685"/>
                <a:gd name="connsiteX2" fmla="*/ 1876721 w 1903240"/>
                <a:gd name="connsiteY2" fmla="*/ 3817488 h 4558685"/>
                <a:gd name="connsiteX3" fmla="*/ 1886426 w 1903240"/>
                <a:gd name="connsiteY3" fmla="*/ 3253273 h 4558685"/>
                <a:gd name="connsiteX4" fmla="*/ 1734478 w 1903240"/>
                <a:gd name="connsiteY4" fmla="*/ 3100613 h 4558685"/>
                <a:gd name="connsiteX5" fmla="*/ 1601357 w 1903240"/>
                <a:gd name="connsiteY5" fmla="*/ 2564351 h 4558685"/>
                <a:gd name="connsiteX6" fmla="*/ 1596177 w 1903240"/>
                <a:gd name="connsiteY6" fmla="*/ 2075236 h 4558685"/>
                <a:gd name="connsiteX7" fmla="*/ 1364347 w 1903240"/>
                <a:gd name="connsiteY7" fmla="*/ 1744297 h 4558685"/>
                <a:gd name="connsiteX8" fmla="*/ 1284143 w 1903240"/>
                <a:gd name="connsiteY8" fmla="*/ 1526038 h 4558685"/>
                <a:gd name="connsiteX9" fmla="*/ 1364534 w 1903240"/>
                <a:gd name="connsiteY9" fmla="*/ 1100937 h 4558685"/>
                <a:gd name="connsiteX10" fmla="*/ 1515505 w 1903240"/>
                <a:gd name="connsiteY10" fmla="*/ 660596 h 4558685"/>
                <a:gd name="connsiteX11" fmla="*/ 1740038 w 1903240"/>
                <a:gd name="connsiteY11" fmla="*/ 68278 h 4558685"/>
                <a:gd name="connsiteX12" fmla="*/ 1377206 w 1903240"/>
                <a:gd name="connsiteY12" fmla="*/ 13227 h 4558685"/>
                <a:gd name="connsiteX13" fmla="*/ 1108796 w 1903240"/>
                <a:gd name="connsiteY13" fmla="*/ 72831 h 4558685"/>
                <a:gd name="connsiteX14" fmla="*/ 685773 w 1903240"/>
                <a:gd name="connsiteY14" fmla="*/ 287708 h 4558685"/>
                <a:gd name="connsiteX15" fmla="*/ 0 w 1903240"/>
                <a:gd name="connsiteY15" fmla="*/ 1126286 h 4558685"/>
                <a:gd name="connsiteX0" fmla="*/ 1414076 w 1903240"/>
                <a:gd name="connsiteY0" fmla="*/ 4558685 h 4558685"/>
                <a:gd name="connsiteX1" fmla="*/ 1662975 w 1903240"/>
                <a:gd name="connsiteY1" fmla="*/ 4326963 h 4558685"/>
                <a:gd name="connsiteX2" fmla="*/ 1876721 w 1903240"/>
                <a:gd name="connsiteY2" fmla="*/ 3817488 h 4558685"/>
                <a:gd name="connsiteX3" fmla="*/ 1886426 w 1903240"/>
                <a:gd name="connsiteY3" fmla="*/ 3253273 h 4558685"/>
                <a:gd name="connsiteX4" fmla="*/ 1734478 w 1903240"/>
                <a:gd name="connsiteY4" fmla="*/ 3100613 h 4558685"/>
                <a:gd name="connsiteX5" fmla="*/ 1569843 w 1903240"/>
                <a:gd name="connsiteY5" fmla="*/ 2503131 h 4558685"/>
                <a:gd name="connsiteX6" fmla="*/ 1596177 w 1903240"/>
                <a:gd name="connsiteY6" fmla="*/ 2075236 h 4558685"/>
                <a:gd name="connsiteX7" fmla="*/ 1364347 w 1903240"/>
                <a:gd name="connsiteY7" fmla="*/ 1744297 h 4558685"/>
                <a:gd name="connsiteX8" fmla="*/ 1284143 w 1903240"/>
                <a:gd name="connsiteY8" fmla="*/ 1526038 h 4558685"/>
                <a:gd name="connsiteX9" fmla="*/ 1364534 w 1903240"/>
                <a:gd name="connsiteY9" fmla="*/ 1100937 h 4558685"/>
                <a:gd name="connsiteX10" fmla="*/ 1515505 w 1903240"/>
                <a:gd name="connsiteY10" fmla="*/ 660596 h 4558685"/>
                <a:gd name="connsiteX11" fmla="*/ 1740038 w 1903240"/>
                <a:gd name="connsiteY11" fmla="*/ 68278 h 4558685"/>
                <a:gd name="connsiteX12" fmla="*/ 1377206 w 1903240"/>
                <a:gd name="connsiteY12" fmla="*/ 13227 h 4558685"/>
                <a:gd name="connsiteX13" fmla="*/ 1108796 w 1903240"/>
                <a:gd name="connsiteY13" fmla="*/ 72831 h 4558685"/>
                <a:gd name="connsiteX14" fmla="*/ 685773 w 1903240"/>
                <a:gd name="connsiteY14" fmla="*/ 287708 h 4558685"/>
                <a:gd name="connsiteX15" fmla="*/ 0 w 1903240"/>
                <a:gd name="connsiteY15" fmla="*/ 1126286 h 4558685"/>
                <a:gd name="connsiteX0" fmla="*/ 1414076 w 1903240"/>
                <a:gd name="connsiteY0" fmla="*/ 4558685 h 4558685"/>
                <a:gd name="connsiteX1" fmla="*/ 1662975 w 1903240"/>
                <a:gd name="connsiteY1" fmla="*/ 4326963 h 4558685"/>
                <a:gd name="connsiteX2" fmla="*/ 1876721 w 1903240"/>
                <a:gd name="connsiteY2" fmla="*/ 3817488 h 4558685"/>
                <a:gd name="connsiteX3" fmla="*/ 1886426 w 1903240"/>
                <a:gd name="connsiteY3" fmla="*/ 3253273 h 4558685"/>
                <a:gd name="connsiteX4" fmla="*/ 1734478 w 1903240"/>
                <a:gd name="connsiteY4" fmla="*/ 3100613 h 4558685"/>
                <a:gd name="connsiteX5" fmla="*/ 1569843 w 1903240"/>
                <a:gd name="connsiteY5" fmla="*/ 2503131 h 4558685"/>
                <a:gd name="connsiteX6" fmla="*/ 1596177 w 1903240"/>
                <a:gd name="connsiteY6" fmla="*/ 2075236 h 4558685"/>
                <a:gd name="connsiteX7" fmla="*/ 1364347 w 1903240"/>
                <a:gd name="connsiteY7" fmla="*/ 1744297 h 4558685"/>
                <a:gd name="connsiteX8" fmla="*/ 1284143 w 1903240"/>
                <a:gd name="connsiteY8" fmla="*/ 1526038 h 4558685"/>
                <a:gd name="connsiteX9" fmla="*/ 1364534 w 1903240"/>
                <a:gd name="connsiteY9" fmla="*/ 1100937 h 4558685"/>
                <a:gd name="connsiteX10" fmla="*/ 1515505 w 1903240"/>
                <a:gd name="connsiteY10" fmla="*/ 660596 h 4558685"/>
                <a:gd name="connsiteX11" fmla="*/ 1740038 w 1903240"/>
                <a:gd name="connsiteY11" fmla="*/ 68278 h 4558685"/>
                <a:gd name="connsiteX12" fmla="*/ 1377206 w 1903240"/>
                <a:gd name="connsiteY12" fmla="*/ 13227 h 4558685"/>
                <a:gd name="connsiteX13" fmla="*/ 1108796 w 1903240"/>
                <a:gd name="connsiteY13" fmla="*/ 72831 h 4558685"/>
                <a:gd name="connsiteX14" fmla="*/ 685773 w 1903240"/>
                <a:gd name="connsiteY14" fmla="*/ 287708 h 4558685"/>
                <a:gd name="connsiteX15" fmla="*/ 0 w 1903240"/>
                <a:gd name="connsiteY15" fmla="*/ 1126286 h 4558685"/>
                <a:gd name="connsiteX0" fmla="*/ 1414076 w 1945123"/>
                <a:gd name="connsiteY0" fmla="*/ 4558685 h 4558685"/>
                <a:gd name="connsiteX1" fmla="*/ 1662975 w 1945123"/>
                <a:gd name="connsiteY1" fmla="*/ 4326963 h 4558685"/>
                <a:gd name="connsiteX2" fmla="*/ 1876721 w 1945123"/>
                <a:gd name="connsiteY2" fmla="*/ 3817488 h 4558685"/>
                <a:gd name="connsiteX3" fmla="*/ 1945050 w 1945123"/>
                <a:gd name="connsiteY3" fmla="*/ 3566388 h 4558685"/>
                <a:gd name="connsiteX4" fmla="*/ 1886426 w 1945123"/>
                <a:gd name="connsiteY4" fmla="*/ 3253273 h 4558685"/>
                <a:gd name="connsiteX5" fmla="*/ 1734478 w 1945123"/>
                <a:gd name="connsiteY5" fmla="*/ 3100613 h 4558685"/>
                <a:gd name="connsiteX6" fmla="*/ 1569843 w 1945123"/>
                <a:gd name="connsiteY6" fmla="*/ 2503131 h 4558685"/>
                <a:gd name="connsiteX7" fmla="*/ 1596177 w 1945123"/>
                <a:gd name="connsiteY7" fmla="*/ 2075236 h 4558685"/>
                <a:gd name="connsiteX8" fmla="*/ 1364347 w 1945123"/>
                <a:gd name="connsiteY8" fmla="*/ 1744297 h 4558685"/>
                <a:gd name="connsiteX9" fmla="*/ 1284143 w 1945123"/>
                <a:gd name="connsiteY9" fmla="*/ 1526038 h 4558685"/>
                <a:gd name="connsiteX10" fmla="*/ 1364534 w 1945123"/>
                <a:gd name="connsiteY10" fmla="*/ 1100937 h 4558685"/>
                <a:gd name="connsiteX11" fmla="*/ 1515505 w 1945123"/>
                <a:gd name="connsiteY11" fmla="*/ 660596 h 4558685"/>
                <a:gd name="connsiteX12" fmla="*/ 1740038 w 1945123"/>
                <a:gd name="connsiteY12" fmla="*/ 68278 h 4558685"/>
                <a:gd name="connsiteX13" fmla="*/ 1377206 w 1945123"/>
                <a:gd name="connsiteY13" fmla="*/ 13227 h 4558685"/>
                <a:gd name="connsiteX14" fmla="*/ 1108796 w 1945123"/>
                <a:gd name="connsiteY14" fmla="*/ 72831 h 4558685"/>
                <a:gd name="connsiteX15" fmla="*/ 685773 w 1945123"/>
                <a:gd name="connsiteY15" fmla="*/ 287708 h 4558685"/>
                <a:gd name="connsiteX16" fmla="*/ 0 w 1945123"/>
                <a:gd name="connsiteY16" fmla="*/ 1126286 h 4558685"/>
                <a:gd name="connsiteX0" fmla="*/ 1414076 w 1945522"/>
                <a:gd name="connsiteY0" fmla="*/ 4558685 h 4558685"/>
                <a:gd name="connsiteX1" fmla="*/ 1662975 w 1945522"/>
                <a:gd name="connsiteY1" fmla="*/ 4326963 h 4558685"/>
                <a:gd name="connsiteX2" fmla="*/ 1876721 w 1945522"/>
                <a:gd name="connsiteY2" fmla="*/ 3817488 h 4558685"/>
                <a:gd name="connsiteX3" fmla="*/ 1945050 w 1945522"/>
                <a:gd name="connsiteY3" fmla="*/ 3566388 h 4558685"/>
                <a:gd name="connsiteX4" fmla="*/ 1910944 w 1945522"/>
                <a:gd name="connsiteY4" fmla="*/ 3309626 h 4558685"/>
                <a:gd name="connsiteX5" fmla="*/ 1734478 w 1945522"/>
                <a:gd name="connsiteY5" fmla="*/ 3100613 h 4558685"/>
                <a:gd name="connsiteX6" fmla="*/ 1569843 w 1945522"/>
                <a:gd name="connsiteY6" fmla="*/ 2503131 h 4558685"/>
                <a:gd name="connsiteX7" fmla="*/ 1596177 w 1945522"/>
                <a:gd name="connsiteY7" fmla="*/ 2075236 h 4558685"/>
                <a:gd name="connsiteX8" fmla="*/ 1364347 w 1945522"/>
                <a:gd name="connsiteY8" fmla="*/ 1744297 h 4558685"/>
                <a:gd name="connsiteX9" fmla="*/ 1284143 w 1945522"/>
                <a:gd name="connsiteY9" fmla="*/ 1526038 h 4558685"/>
                <a:gd name="connsiteX10" fmla="*/ 1364534 w 1945522"/>
                <a:gd name="connsiteY10" fmla="*/ 1100937 h 4558685"/>
                <a:gd name="connsiteX11" fmla="*/ 1515505 w 1945522"/>
                <a:gd name="connsiteY11" fmla="*/ 660596 h 4558685"/>
                <a:gd name="connsiteX12" fmla="*/ 1740038 w 1945522"/>
                <a:gd name="connsiteY12" fmla="*/ 68278 h 4558685"/>
                <a:gd name="connsiteX13" fmla="*/ 1377206 w 1945522"/>
                <a:gd name="connsiteY13" fmla="*/ 13227 h 4558685"/>
                <a:gd name="connsiteX14" fmla="*/ 1108796 w 1945522"/>
                <a:gd name="connsiteY14" fmla="*/ 72831 h 4558685"/>
                <a:gd name="connsiteX15" fmla="*/ 685773 w 1945522"/>
                <a:gd name="connsiteY15" fmla="*/ 287708 h 4558685"/>
                <a:gd name="connsiteX16" fmla="*/ 0 w 1945522"/>
                <a:gd name="connsiteY16" fmla="*/ 1126286 h 4558685"/>
                <a:gd name="connsiteX0" fmla="*/ 1414076 w 1945522"/>
                <a:gd name="connsiteY0" fmla="*/ 4558685 h 4558685"/>
                <a:gd name="connsiteX1" fmla="*/ 1771449 w 1945522"/>
                <a:gd name="connsiteY1" fmla="*/ 4332685 h 4558685"/>
                <a:gd name="connsiteX2" fmla="*/ 1876721 w 1945522"/>
                <a:gd name="connsiteY2" fmla="*/ 3817488 h 4558685"/>
                <a:gd name="connsiteX3" fmla="*/ 1945050 w 1945522"/>
                <a:gd name="connsiteY3" fmla="*/ 3566388 h 4558685"/>
                <a:gd name="connsiteX4" fmla="*/ 1910944 w 1945522"/>
                <a:gd name="connsiteY4" fmla="*/ 3309626 h 4558685"/>
                <a:gd name="connsiteX5" fmla="*/ 1734478 w 1945522"/>
                <a:gd name="connsiteY5" fmla="*/ 3100613 h 4558685"/>
                <a:gd name="connsiteX6" fmla="*/ 1569843 w 1945522"/>
                <a:gd name="connsiteY6" fmla="*/ 2503131 h 4558685"/>
                <a:gd name="connsiteX7" fmla="*/ 1596177 w 1945522"/>
                <a:gd name="connsiteY7" fmla="*/ 2075236 h 4558685"/>
                <a:gd name="connsiteX8" fmla="*/ 1364347 w 1945522"/>
                <a:gd name="connsiteY8" fmla="*/ 1744297 h 4558685"/>
                <a:gd name="connsiteX9" fmla="*/ 1284143 w 1945522"/>
                <a:gd name="connsiteY9" fmla="*/ 1526038 h 4558685"/>
                <a:gd name="connsiteX10" fmla="*/ 1364534 w 1945522"/>
                <a:gd name="connsiteY10" fmla="*/ 1100937 h 4558685"/>
                <a:gd name="connsiteX11" fmla="*/ 1515505 w 1945522"/>
                <a:gd name="connsiteY11" fmla="*/ 660596 h 4558685"/>
                <a:gd name="connsiteX12" fmla="*/ 1740038 w 1945522"/>
                <a:gd name="connsiteY12" fmla="*/ 68278 h 4558685"/>
                <a:gd name="connsiteX13" fmla="*/ 1377206 w 1945522"/>
                <a:gd name="connsiteY13" fmla="*/ 13227 h 4558685"/>
                <a:gd name="connsiteX14" fmla="*/ 1108796 w 1945522"/>
                <a:gd name="connsiteY14" fmla="*/ 72831 h 4558685"/>
                <a:gd name="connsiteX15" fmla="*/ 685773 w 1945522"/>
                <a:gd name="connsiteY15" fmla="*/ 287708 h 4558685"/>
                <a:gd name="connsiteX16" fmla="*/ 0 w 1945522"/>
                <a:gd name="connsiteY16" fmla="*/ 1126286 h 4558685"/>
                <a:gd name="connsiteX0" fmla="*/ 1414076 w 1945522"/>
                <a:gd name="connsiteY0" fmla="*/ 4558685 h 4558685"/>
                <a:gd name="connsiteX1" fmla="*/ 1771449 w 1945522"/>
                <a:gd name="connsiteY1" fmla="*/ 4332685 h 4558685"/>
                <a:gd name="connsiteX2" fmla="*/ 1876721 w 1945522"/>
                <a:gd name="connsiteY2" fmla="*/ 3817488 h 4558685"/>
                <a:gd name="connsiteX3" fmla="*/ 1945050 w 1945522"/>
                <a:gd name="connsiteY3" fmla="*/ 3566388 h 4558685"/>
                <a:gd name="connsiteX4" fmla="*/ 1910944 w 1945522"/>
                <a:gd name="connsiteY4" fmla="*/ 3309626 h 4558685"/>
                <a:gd name="connsiteX5" fmla="*/ 1734478 w 1945522"/>
                <a:gd name="connsiteY5" fmla="*/ 3100613 h 4558685"/>
                <a:gd name="connsiteX6" fmla="*/ 1569843 w 1945522"/>
                <a:gd name="connsiteY6" fmla="*/ 2503131 h 4558685"/>
                <a:gd name="connsiteX7" fmla="*/ 1596177 w 1945522"/>
                <a:gd name="connsiteY7" fmla="*/ 2075236 h 4558685"/>
                <a:gd name="connsiteX8" fmla="*/ 1327600 w 1945522"/>
                <a:gd name="connsiteY8" fmla="*/ 1808125 h 4558685"/>
                <a:gd name="connsiteX9" fmla="*/ 1284143 w 1945522"/>
                <a:gd name="connsiteY9" fmla="*/ 1526038 h 4558685"/>
                <a:gd name="connsiteX10" fmla="*/ 1364534 w 1945522"/>
                <a:gd name="connsiteY10" fmla="*/ 1100937 h 4558685"/>
                <a:gd name="connsiteX11" fmla="*/ 1515505 w 1945522"/>
                <a:gd name="connsiteY11" fmla="*/ 660596 h 4558685"/>
                <a:gd name="connsiteX12" fmla="*/ 1740038 w 1945522"/>
                <a:gd name="connsiteY12" fmla="*/ 68278 h 4558685"/>
                <a:gd name="connsiteX13" fmla="*/ 1377206 w 1945522"/>
                <a:gd name="connsiteY13" fmla="*/ 13227 h 4558685"/>
                <a:gd name="connsiteX14" fmla="*/ 1108796 w 1945522"/>
                <a:gd name="connsiteY14" fmla="*/ 72831 h 4558685"/>
                <a:gd name="connsiteX15" fmla="*/ 685773 w 1945522"/>
                <a:gd name="connsiteY15" fmla="*/ 287708 h 4558685"/>
                <a:gd name="connsiteX16" fmla="*/ 0 w 1945522"/>
                <a:gd name="connsiteY16" fmla="*/ 1126286 h 4558685"/>
                <a:gd name="connsiteX0" fmla="*/ 1414076 w 1945522"/>
                <a:gd name="connsiteY0" fmla="*/ 4565333 h 4565333"/>
                <a:gd name="connsiteX1" fmla="*/ 1771449 w 1945522"/>
                <a:gd name="connsiteY1" fmla="*/ 4339333 h 4565333"/>
                <a:gd name="connsiteX2" fmla="*/ 1876721 w 1945522"/>
                <a:gd name="connsiteY2" fmla="*/ 3824136 h 4565333"/>
                <a:gd name="connsiteX3" fmla="*/ 1945050 w 1945522"/>
                <a:gd name="connsiteY3" fmla="*/ 3573036 h 4565333"/>
                <a:gd name="connsiteX4" fmla="*/ 1910944 w 1945522"/>
                <a:gd name="connsiteY4" fmla="*/ 3316274 h 4565333"/>
                <a:gd name="connsiteX5" fmla="*/ 1734478 w 1945522"/>
                <a:gd name="connsiteY5" fmla="*/ 3107261 h 4565333"/>
                <a:gd name="connsiteX6" fmla="*/ 1569843 w 1945522"/>
                <a:gd name="connsiteY6" fmla="*/ 2509779 h 4565333"/>
                <a:gd name="connsiteX7" fmla="*/ 1596177 w 1945522"/>
                <a:gd name="connsiteY7" fmla="*/ 2081884 h 4565333"/>
                <a:gd name="connsiteX8" fmla="*/ 1327600 w 1945522"/>
                <a:gd name="connsiteY8" fmla="*/ 1814773 h 4565333"/>
                <a:gd name="connsiteX9" fmla="*/ 1284143 w 1945522"/>
                <a:gd name="connsiteY9" fmla="*/ 1532686 h 4565333"/>
                <a:gd name="connsiteX10" fmla="*/ 1364534 w 1945522"/>
                <a:gd name="connsiteY10" fmla="*/ 1107585 h 4565333"/>
                <a:gd name="connsiteX11" fmla="*/ 1607275 w 1945522"/>
                <a:gd name="connsiteY11" fmla="*/ 771369 h 4565333"/>
                <a:gd name="connsiteX12" fmla="*/ 1740038 w 1945522"/>
                <a:gd name="connsiteY12" fmla="*/ 74926 h 4565333"/>
                <a:gd name="connsiteX13" fmla="*/ 1377206 w 1945522"/>
                <a:gd name="connsiteY13" fmla="*/ 19875 h 4565333"/>
                <a:gd name="connsiteX14" fmla="*/ 1108796 w 1945522"/>
                <a:gd name="connsiteY14" fmla="*/ 79479 h 4565333"/>
                <a:gd name="connsiteX15" fmla="*/ 685773 w 1945522"/>
                <a:gd name="connsiteY15" fmla="*/ 294356 h 4565333"/>
                <a:gd name="connsiteX16" fmla="*/ 0 w 1945522"/>
                <a:gd name="connsiteY16" fmla="*/ 1132934 h 4565333"/>
                <a:gd name="connsiteX0" fmla="*/ 1414076 w 1945522"/>
                <a:gd name="connsiteY0" fmla="*/ 4565333 h 4565333"/>
                <a:gd name="connsiteX1" fmla="*/ 1501994 w 1945522"/>
                <a:gd name="connsiteY1" fmla="*/ 4470149 h 4565333"/>
                <a:gd name="connsiteX2" fmla="*/ 1771449 w 1945522"/>
                <a:gd name="connsiteY2" fmla="*/ 4339333 h 4565333"/>
                <a:gd name="connsiteX3" fmla="*/ 1876721 w 1945522"/>
                <a:gd name="connsiteY3" fmla="*/ 3824136 h 4565333"/>
                <a:gd name="connsiteX4" fmla="*/ 1945050 w 1945522"/>
                <a:gd name="connsiteY4" fmla="*/ 3573036 h 4565333"/>
                <a:gd name="connsiteX5" fmla="*/ 1910944 w 1945522"/>
                <a:gd name="connsiteY5" fmla="*/ 3316274 h 4565333"/>
                <a:gd name="connsiteX6" fmla="*/ 1734478 w 1945522"/>
                <a:gd name="connsiteY6" fmla="*/ 3107261 h 4565333"/>
                <a:gd name="connsiteX7" fmla="*/ 1569843 w 1945522"/>
                <a:gd name="connsiteY7" fmla="*/ 2509779 h 4565333"/>
                <a:gd name="connsiteX8" fmla="*/ 1596177 w 1945522"/>
                <a:gd name="connsiteY8" fmla="*/ 2081884 h 4565333"/>
                <a:gd name="connsiteX9" fmla="*/ 1327600 w 1945522"/>
                <a:gd name="connsiteY9" fmla="*/ 1814773 h 4565333"/>
                <a:gd name="connsiteX10" fmla="*/ 1284143 w 1945522"/>
                <a:gd name="connsiteY10" fmla="*/ 1532686 h 4565333"/>
                <a:gd name="connsiteX11" fmla="*/ 1364534 w 1945522"/>
                <a:gd name="connsiteY11" fmla="*/ 1107585 h 4565333"/>
                <a:gd name="connsiteX12" fmla="*/ 1607275 w 1945522"/>
                <a:gd name="connsiteY12" fmla="*/ 771369 h 4565333"/>
                <a:gd name="connsiteX13" fmla="*/ 1740038 w 1945522"/>
                <a:gd name="connsiteY13" fmla="*/ 74926 h 4565333"/>
                <a:gd name="connsiteX14" fmla="*/ 1377206 w 1945522"/>
                <a:gd name="connsiteY14" fmla="*/ 19875 h 4565333"/>
                <a:gd name="connsiteX15" fmla="*/ 1108796 w 1945522"/>
                <a:gd name="connsiteY15" fmla="*/ 79479 h 4565333"/>
                <a:gd name="connsiteX16" fmla="*/ 685773 w 1945522"/>
                <a:gd name="connsiteY16" fmla="*/ 294356 h 4565333"/>
                <a:gd name="connsiteX17" fmla="*/ 0 w 1945522"/>
                <a:gd name="connsiteY17" fmla="*/ 1132934 h 4565333"/>
                <a:gd name="connsiteX0" fmla="*/ 1414076 w 1945522"/>
                <a:gd name="connsiteY0" fmla="*/ 4545506 h 4545506"/>
                <a:gd name="connsiteX1" fmla="*/ 1501994 w 1945522"/>
                <a:gd name="connsiteY1" fmla="*/ 4450322 h 4545506"/>
                <a:gd name="connsiteX2" fmla="*/ 1771449 w 1945522"/>
                <a:gd name="connsiteY2" fmla="*/ 4319506 h 4545506"/>
                <a:gd name="connsiteX3" fmla="*/ 1876721 w 1945522"/>
                <a:gd name="connsiteY3" fmla="*/ 3804309 h 4545506"/>
                <a:gd name="connsiteX4" fmla="*/ 1945050 w 1945522"/>
                <a:gd name="connsiteY4" fmla="*/ 3553209 h 4545506"/>
                <a:gd name="connsiteX5" fmla="*/ 1910944 w 1945522"/>
                <a:gd name="connsiteY5" fmla="*/ 3296447 h 4545506"/>
                <a:gd name="connsiteX6" fmla="*/ 1734478 w 1945522"/>
                <a:gd name="connsiteY6" fmla="*/ 3087434 h 4545506"/>
                <a:gd name="connsiteX7" fmla="*/ 1569843 w 1945522"/>
                <a:gd name="connsiteY7" fmla="*/ 2489952 h 4545506"/>
                <a:gd name="connsiteX8" fmla="*/ 1596177 w 1945522"/>
                <a:gd name="connsiteY8" fmla="*/ 2062057 h 4545506"/>
                <a:gd name="connsiteX9" fmla="*/ 1327600 w 1945522"/>
                <a:gd name="connsiteY9" fmla="*/ 1794946 h 4545506"/>
                <a:gd name="connsiteX10" fmla="*/ 1284143 w 1945522"/>
                <a:gd name="connsiteY10" fmla="*/ 1512859 h 4545506"/>
                <a:gd name="connsiteX11" fmla="*/ 1364534 w 1945522"/>
                <a:gd name="connsiteY11" fmla="*/ 1087758 h 4545506"/>
                <a:gd name="connsiteX12" fmla="*/ 1607275 w 1945522"/>
                <a:gd name="connsiteY12" fmla="*/ 751542 h 4545506"/>
                <a:gd name="connsiteX13" fmla="*/ 1776780 w 1945522"/>
                <a:gd name="connsiteY13" fmla="*/ 286993 h 4545506"/>
                <a:gd name="connsiteX14" fmla="*/ 1740038 w 1945522"/>
                <a:gd name="connsiteY14" fmla="*/ 55099 h 4545506"/>
                <a:gd name="connsiteX15" fmla="*/ 1377206 w 1945522"/>
                <a:gd name="connsiteY15" fmla="*/ 48 h 4545506"/>
                <a:gd name="connsiteX16" fmla="*/ 1108796 w 1945522"/>
                <a:gd name="connsiteY16" fmla="*/ 59652 h 4545506"/>
                <a:gd name="connsiteX17" fmla="*/ 685773 w 1945522"/>
                <a:gd name="connsiteY17" fmla="*/ 274529 h 4545506"/>
                <a:gd name="connsiteX18" fmla="*/ 0 w 1945522"/>
                <a:gd name="connsiteY18" fmla="*/ 1113107 h 4545506"/>
                <a:gd name="connsiteX0" fmla="*/ 1414076 w 1945522"/>
                <a:gd name="connsiteY0" fmla="*/ 4545506 h 4545506"/>
                <a:gd name="connsiteX1" fmla="*/ 1501994 w 1945522"/>
                <a:gd name="connsiteY1" fmla="*/ 4450322 h 4545506"/>
                <a:gd name="connsiteX2" fmla="*/ 1771449 w 1945522"/>
                <a:gd name="connsiteY2" fmla="*/ 4319506 h 4545506"/>
                <a:gd name="connsiteX3" fmla="*/ 1876721 w 1945522"/>
                <a:gd name="connsiteY3" fmla="*/ 3804309 h 4545506"/>
                <a:gd name="connsiteX4" fmla="*/ 1945050 w 1945522"/>
                <a:gd name="connsiteY4" fmla="*/ 3553209 h 4545506"/>
                <a:gd name="connsiteX5" fmla="*/ 1910944 w 1945522"/>
                <a:gd name="connsiteY5" fmla="*/ 3296447 h 4545506"/>
                <a:gd name="connsiteX6" fmla="*/ 1734478 w 1945522"/>
                <a:gd name="connsiteY6" fmla="*/ 3087434 h 4545506"/>
                <a:gd name="connsiteX7" fmla="*/ 1569843 w 1945522"/>
                <a:gd name="connsiteY7" fmla="*/ 2489952 h 4545506"/>
                <a:gd name="connsiteX8" fmla="*/ 1596177 w 1945522"/>
                <a:gd name="connsiteY8" fmla="*/ 2062057 h 4545506"/>
                <a:gd name="connsiteX9" fmla="*/ 1327600 w 1945522"/>
                <a:gd name="connsiteY9" fmla="*/ 1794946 h 4545506"/>
                <a:gd name="connsiteX10" fmla="*/ 1284143 w 1945522"/>
                <a:gd name="connsiteY10" fmla="*/ 1512859 h 4545506"/>
                <a:gd name="connsiteX11" fmla="*/ 1453699 w 1945522"/>
                <a:gd name="connsiteY11" fmla="*/ 1070962 h 4545506"/>
                <a:gd name="connsiteX12" fmla="*/ 1607275 w 1945522"/>
                <a:gd name="connsiteY12" fmla="*/ 751542 h 4545506"/>
                <a:gd name="connsiteX13" fmla="*/ 1776780 w 1945522"/>
                <a:gd name="connsiteY13" fmla="*/ 286993 h 4545506"/>
                <a:gd name="connsiteX14" fmla="*/ 1740038 w 1945522"/>
                <a:gd name="connsiteY14" fmla="*/ 55099 h 4545506"/>
                <a:gd name="connsiteX15" fmla="*/ 1377206 w 1945522"/>
                <a:gd name="connsiteY15" fmla="*/ 48 h 4545506"/>
                <a:gd name="connsiteX16" fmla="*/ 1108796 w 1945522"/>
                <a:gd name="connsiteY16" fmla="*/ 59652 h 4545506"/>
                <a:gd name="connsiteX17" fmla="*/ 685773 w 1945522"/>
                <a:gd name="connsiteY17" fmla="*/ 274529 h 4545506"/>
                <a:gd name="connsiteX18" fmla="*/ 0 w 1945522"/>
                <a:gd name="connsiteY18" fmla="*/ 1113107 h 4545506"/>
                <a:gd name="connsiteX0" fmla="*/ 1414076 w 1945522"/>
                <a:gd name="connsiteY0" fmla="*/ 4545506 h 4545506"/>
                <a:gd name="connsiteX1" fmla="*/ 1501994 w 1945522"/>
                <a:gd name="connsiteY1" fmla="*/ 4450322 h 4545506"/>
                <a:gd name="connsiteX2" fmla="*/ 1771449 w 1945522"/>
                <a:gd name="connsiteY2" fmla="*/ 4319506 h 4545506"/>
                <a:gd name="connsiteX3" fmla="*/ 1876721 w 1945522"/>
                <a:gd name="connsiteY3" fmla="*/ 3804309 h 4545506"/>
                <a:gd name="connsiteX4" fmla="*/ 1945050 w 1945522"/>
                <a:gd name="connsiteY4" fmla="*/ 3553209 h 4545506"/>
                <a:gd name="connsiteX5" fmla="*/ 1910944 w 1945522"/>
                <a:gd name="connsiteY5" fmla="*/ 3296447 h 4545506"/>
                <a:gd name="connsiteX6" fmla="*/ 1734478 w 1945522"/>
                <a:gd name="connsiteY6" fmla="*/ 3087434 h 4545506"/>
                <a:gd name="connsiteX7" fmla="*/ 1569843 w 1945522"/>
                <a:gd name="connsiteY7" fmla="*/ 2489952 h 4545506"/>
                <a:gd name="connsiteX8" fmla="*/ 1596177 w 1945522"/>
                <a:gd name="connsiteY8" fmla="*/ 2062057 h 4545506"/>
                <a:gd name="connsiteX9" fmla="*/ 1327600 w 1945522"/>
                <a:gd name="connsiteY9" fmla="*/ 1794946 h 4545506"/>
                <a:gd name="connsiteX10" fmla="*/ 1284143 w 1945522"/>
                <a:gd name="connsiteY10" fmla="*/ 1512859 h 4545506"/>
                <a:gd name="connsiteX11" fmla="*/ 1453699 w 1945522"/>
                <a:gd name="connsiteY11" fmla="*/ 1070962 h 4545506"/>
                <a:gd name="connsiteX12" fmla="*/ 1607275 w 1945522"/>
                <a:gd name="connsiteY12" fmla="*/ 751542 h 4545506"/>
                <a:gd name="connsiteX13" fmla="*/ 1776780 w 1945522"/>
                <a:gd name="connsiteY13" fmla="*/ 286993 h 4545506"/>
                <a:gd name="connsiteX14" fmla="*/ 1740038 w 1945522"/>
                <a:gd name="connsiteY14" fmla="*/ 55099 h 4545506"/>
                <a:gd name="connsiteX15" fmla="*/ 1377206 w 1945522"/>
                <a:gd name="connsiteY15" fmla="*/ 48 h 4545506"/>
                <a:gd name="connsiteX16" fmla="*/ 1108796 w 1945522"/>
                <a:gd name="connsiteY16" fmla="*/ 59652 h 4545506"/>
                <a:gd name="connsiteX17" fmla="*/ 685773 w 1945522"/>
                <a:gd name="connsiteY17" fmla="*/ 274529 h 4545506"/>
                <a:gd name="connsiteX18" fmla="*/ 0 w 1945522"/>
                <a:gd name="connsiteY18" fmla="*/ 1113107 h 4545506"/>
                <a:gd name="connsiteX0" fmla="*/ 1414076 w 1945522"/>
                <a:gd name="connsiteY0" fmla="*/ 4545506 h 4545506"/>
                <a:gd name="connsiteX1" fmla="*/ 1501994 w 1945522"/>
                <a:gd name="connsiteY1" fmla="*/ 4450322 h 4545506"/>
                <a:gd name="connsiteX2" fmla="*/ 1771449 w 1945522"/>
                <a:gd name="connsiteY2" fmla="*/ 4319506 h 4545506"/>
                <a:gd name="connsiteX3" fmla="*/ 1876721 w 1945522"/>
                <a:gd name="connsiteY3" fmla="*/ 3804309 h 4545506"/>
                <a:gd name="connsiteX4" fmla="*/ 1945050 w 1945522"/>
                <a:gd name="connsiteY4" fmla="*/ 3553209 h 4545506"/>
                <a:gd name="connsiteX5" fmla="*/ 1910944 w 1945522"/>
                <a:gd name="connsiteY5" fmla="*/ 3296447 h 4545506"/>
                <a:gd name="connsiteX6" fmla="*/ 1734478 w 1945522"/>
                <a:gd name="connsiteY6" fmla="*/ 3087434 h 4545506"/>
                <a:gd name="connsiteX7" fmla="*/ 1569843 w 1945522"/>
                <a:gd name="connsiteY7" fmla="*/ 2489952 h 4545506"/>
                <a:gd name="connsiteX8" fmla="*/ 1596177 w 1945522"/>
                <a:gd name="connsiteY8" fmla="*/ 2062057 h 4545506"/>
                <a:gd name="connsiteX9" fmla="*/ 1327600 w 1945522"/>
                <a:gd name="connsiteY9" fmla="*/ 1794946 h 4545506"/>
                <a:gd name="connsiteX10" fmla="*/ 1284143 w 1945522"/>
                <a:gd name="connsiteY10" fmla="*/ 1512859 h 4545506"/>
                <a:gd name="connsiteX11" fmla="*/ 1453699 w 1945522"/>
                <a:gd name="connsiteY11" fmla="*/ 1070962 h 4545506"/>
                <a:gd name="connsiteX12" fmla="*/ 1643512 w 1945522"/>
                <a:gd name="connsiteY12" fmla="*/ 769434 h 4545506"/>
                <a:gd name="connsiteX13" fmla="*/ 1776780 w 1945522"/>
                <a:gd name="connsiteY13" fmla="*/ 286993 h 4545506"/>
                <a:gd name="connsiteX14" fmla="*/ 1740038 w 1945522"/>
                <a:gd name="connsiteY14" fmla="*/ 55099 h 4545506"/>
                <a:gd name="connsiteX15" fmla="*/ 1377206 w 1945522"/>
                <a:gd name="connsiteY15" fmla="*/ 48 h 4545506"/>
                <a:gd name="connsiteX16" fmla="*/ 1108796 w 1945522"/>
                <a:gd name="connsiteY16" fmla="*/ 59652 h 4545506"/>
                <a:gd name="connsiteX17" fmla="*/ 685773 w 1945522"/>
                <a:gd name="connsiteY17" fmla="*/ 274529 h 4545506"/>
                <a:gd name="connsiteX18" fmla="*/ 0 w 1945522"/>
                <a:gd name="connsiteY18" fmla="*/ 1113107 h 4545506"/>
                <a:gd name="connsiteX0" fmla="*/ 1414076 w 1945522"/>
                <a:gd name="connsiteY0" fmla="*/ 4545506 h 4545506"/>
                <a:gd name="connsiteX1" fmla="*/ 1501994 w 1945522"/>
                <a:gd name="connsiteY1" fmla="*/ 4450322 h 4545506"/>
                <a:gd name="connsiteX2" fmla="*/ 1771449 w 1945522"/>
                <a:gd name="connsiteY2" fmla="*/ 4319506 h 4545506"/>
                <a:gd name="connsiteX3" fmla="*/ 1876721 w 1945522"/>
                <a:gd name="connsiteY3" fmla="*/ 3804309 h 4545506"/>
                <a:gd name="connsiteX4" fmla="*/ 1945050 w 1945522"/>
                <a:gd name="connsiteY4" fmla="*/ 3553209 h 4545506"/>
                <a:gd name="connsiteX5" fmla="*/ 1910944 w 1945522"/>
                <a:gd name="connsiteY5" fmla="*/ 3296447 h 4545506"/>
                <a:gd name="connsiteX6" fmla="*/ 1734478 w 1945522"/>
                <a:gd name="connsiteY6" fmla="*/ 3087434 h 4545506"/>
                <a:gd name="connsiteX7" fmla="*/ 1569843 w 1945522"/>
                <a:gd name="connsiteY7" fmla="*/ 2489952 h 4545506"/>
                <a:gd name="connsiteX8" fmla="*/ 1596177 w 1945522"/>
                <a:gd name="connsiteY8" fmla="*/ 2062057 h 4545506"/>
                <a:gd name="connsiteX9" fmla="*/ 1327600 w 1945522"/>
                <a:gd name="connsiteY9" fmla="*/ 1794946 h 4545506"/>
                <a:gd name="connsiteX10" fmla="*/ 1284143 w 1945522"/>
                <a:gd name="connsiteY10" fmla="*/ 1512859 h 4545506"/>
                <a:gd name="connsiteX11" fmla="*/ 1453699 w 1945522"/>
                <a:gd name="connsiteY11" fmla="*/ 1070962 h 4545506"/>
                <a:gd name="connsiteX12" fmla="*/ 1643512 w 1945522"/>
                <a:gd name="connsiteY12" fmla="*/ 769434 h 4545506"/>
                <a:gd name="connsiteX13" fmla="*/ 1776780 w 1945522"/>
                <a:gd name="connsiteY13" fmla="*/ 286993 h 4545506"/>
                <a:gd name="connsiteX14" fmla="*/ 1740038 w 1945522"/>
                <a:gd name="connsiteY14" fmla="*/ 55099 h 4545506"/>
                <a:gd name="connsiteX15" fmla="*/ 1377206 w 1945522"/>
                <a:gd name="connsiteY15" fmla="*/ 48 h 4545506"/>
                <a:gd name="connsiteX16" fmla="*/ 1108796 w 1945522"/>
                <a:gd name="connsiteY16" fmla="*/ 59652 h 4545506"/>
                <a:gd name="connsiteX17" fmla="*/ 685773 w 1945522"/>
                <a:gd name="connsiteY17" fmla="*/ 274529 h 4545506"/>
                <a:gd name="connsiteX18" fmla="*/ 219125 w 1945522"/>
                <a:gd name="connsiteY18" fmla="*/ 943773 h 4545506"/>
                <a:gd name="connsiteX19" fmla="*/ 0 w 1945522"/>
                <a:gd name="connsiteY19" fmla="*/ 1113107 h 4545506"/>
                <a:gd name="connsiteX0" fmla="*/ 1421843 w 1953289"/>
                <a:gd name="connsiteY0" fmla="*/ 4545506 h 4545506"/>
                <a:gd name="connsiteX1" fmla="*/ 1509761 w 1953289"/>
                <a:gd name="connsiteY1" fmla="*/ 4450322 h 4545506"/>
                <a:gd name="connsiteX2" fmla="*/ 1779216 w 1953289"/>
                <a:gd name="connsiteY2" fmla="*/ 4319506 h 4545506"/>
                <a:gd name="connsiteX3" fmla="*/ 1884488 w 1953289"/>
                <a:gd name="connsiteY3" fmla="*/ 3804309 h 4545506"/>
                <a:gd name="connsiteX4" fmla="*/ 1952817 w 1953289"/>
                <a:gd name="connsiteY4" fmla="*/ 3553209 h 4545506"/>
                <a:gd name="connsiteX5" fmla="*/ 1918711 w 1953289"/>
                <a:gd name="connsiteY5" fmla="*/ 3296447 h 4545506"/>
                <a:gd name="connsiteX6" fmla="*/ 1742245 w 1953289"/>
                <a:gd name="connsiteY6" fmla="*/ 3087434 h 4545506"/>
                <a:gd name="connsiteX7" fmla="*/ 1577610 w 1953289"/>
                <a:gd name="connsiteY7" fmla="*/ 2489952 h 4545506"/>
                <a:gd name="connsiteX8" fmla="*/ 1603944 w 1953289"/>
                <a:gd name="connsiteY8" fmla="*/ 2062057 h 4545506"/>
                <a:gd name="connsiteX9" fmla="*/ 1335367 w 1953289"/>
                <a:gd name="connsiteY9" fmla="*/ 1794946 h 4545506"/>
                <a:gd name="connsiteX10" fmla="*/ 1291910 w 1953289"/>
                <a:gd name="connsiteY10" fmla="*/ 1512859 h 4545506"/>
                <a:gd name="connsiteX11" fmla="*/ 1461466 w 1953289"/>
                <a:gd name="connsiteY11" fmla="*/ 1070962 h 4545506"/>
                <a:gd name="connsiteX12" fmla="*/ 1651279 w 1953289"/>
                <a:gd name="connsiteY12" fmla="*/ 769434 h 4545506"/>
                <a:gd name="connsiteX13" fmla="*/ 1784547 w 1953289"/>
                <a:gd name="connsiteY13" fmla="*/ 286993 h 4545506"/>
                <a:gd name="connsiteX14" fmla="*/ 1747805 w 1953289"/>
                <a:gd name="connsiteY14" fmla="*/ 55099 h 4545506"/>
                <a:gd name="connsiteX15" fmla="*/ 1384973 w 1953289"/>
                <a:gd name="connsiteY15" fmla="*/ 48 h 4545506"/>
                <a:gd name="connsiteX16" fmla="*/ 1116563 w 1953289"/>
                <a:gd name="connsiteY16" fmla="*/ 59652 h 4545506"/>
                <a:gd name="connsiteX17" fmla="*/ 693540 w 1953289"/>
                <a:gd name="connsiteY17" fmla="*/ 274529 h 4545506"/>
                <a:gd name="connsiteX18" fmla="*/ 226892 w 1953289"/>
                <a:gd name="connsiteY18" fmla="*/ 943773 h 4545506"/>
                <a:gd name="connsiteX19" fmla="*/ 0 w 1953289"/>
                <a:gd name="connsiteY19" fmla="*/ 1110518 h 4545506"/>
                <a:gd name="connsiteX0" fmla="*/ 1421843 w 1953289"/>
                <a:gd name="connsiteY0" fmla="*/ 4545506 h 4545506"/>
                <a:gd name="connsiteX1" fmla="*/ 1509761 w 1953289"/>
                <a:gd name="connsiteY1" fmla="*/ 4450322 h 4545506"/>
                <a:gd name="connsiteX2" fmla="*/ 1779216 w 1953289"/>
                <a:gd name="connsiteY2" fmla="*/ 4319506 h 4545506"/>
                <a:gd name="connsiteX3" fmla="*/ 1884488 w 1953289"/>
                <a:gd name="connsiteY3" fmla="*/ 3804309 h 4545506"/>
                <a:gd name="connsiteX4" fmla="*/ 1952817 w 1953289"/>
                <a:gd name="connsiteY4" fmla="*/ 3553209 h 4545506"/>
                <a:gd name="connsiteX5" fmla="*/ 1918711 w 1953289"/>
                <a:gd name="connsiteY5" fmla="*/ 3296447 h 4545506"/>
                <a:gd name="connsiteX6" fmla="*/ 1742245 w 1953289"/>
                <a:gd name="connsiteY6" fmla="*/ 3087434 h 4545506"/>
                <a:gd name="connsiteX7" fmla="*/ 1577610 w 1953289"/>
                <a:gd name="connsiteY7" fmla="*/ 2489952 h 4545506"/>
                <a:gd name="connsiteX8" fmla="*/ 1603944 w 1953289"/>
                <a:gd name="connsiteY8" fmla="*/ 2062057 h 4545506"/>
                <a:gd name="connsiteX9" fmla="*/ 1335367 w 1953289"/>
                <a:gd name="connsiteY9" fmla="*/ 1794946 h 4545506"/>
                <a:gd name="connsiteX10" fmla="*/ 1291910 w 1953289"/>
                <a:gd name="connsiteY10" fmla="*/ 1512859 h 4545506"/>
                <a:gd name="connsiteX11" fmla="*/ 1461466 w 1953289"/>
                <a:gd name="connsiteY11" fmla="*/ 1070962 h 4545506"/>
                <a:gd name="connsiteX12" fmla="*/ 1651279 w 1953289"/>
                <a:gd name="connsiteY12" fmla="*/ 769434 h 4545506"/>
                <a:gd name="connsiteX13" fmla="*/ 1784547 w 1953289"/>
                <a:gd name="connsiteY13" fmla="*/ 286993 h 4545506"/>
                <a:gd name="connsiteX14" fmla="*/ 1747805 w 1953289"/>
                <a:gd name="connsiteY14" fmla="*/ 55099 h 4545506"/>
                <a:gd name="connsiteX15" fmla="*/ 1384973 w 1953289"/>
                <a:gd name="connsiteY15" fmla="*/ 48 h 4545506"/>
                <a:gd name="connsiteX16" fmla="*/ 1116563 w 1953289"/>
                <a:gd name="connsiteY16" fmla="*/ 59652 h 4545506"/>
                <a:gd name="connsiteX17" fmla="*/ 540605 w 1953289"/>
                <a:gd name="connsiteY17" fmla="*/ 367460 h 4545506"/>
                <a:gd name="connsiteX18" fmla="*/ 226892 w 1953289"/>
                <a:gd name="connsiteY18" fmla="*/ 943773 h 4545506"/>
                <a:gd name="connsiteX19" fmla="*/ 0 w 1953289"/>
                <a:gd name="connsiteY19" fmla="*/ 1110518 h 4545506"/>
                <a:gd name="connsiteX0" fmla="*/ 1421843 w 1953289"/>
                <a:gd name="connsiteY0" fmla="*/ 4546551 h 4546551"/>
                <a:gd name="connsiteX1" fmla="*/ 1509761 w 1953289"/>
                <a:gd name="connsiteY1" fmla="*/ 4451367 h 4546551"/>
                <a:gd name="connsiteX2" fmla="*/ 1779216 w 1953289"/>
                <a:gd name="connsiteY2" fmla="*/ 4320551 h 4546551"/>
                <a:gd name="connsiteX3" fmla="*/ 1884488 w 1953289"/>
                <a:gd name="connsiteY3" fmla="*/ 3805354 h 4546551"/>
                <a:gd name="connsiteX4" fmla="*/ 1952817 w 1953289"/>
                <a:gd name="connsiteY4" fmla="*/ 3554254 h 4546551"/>
                <a:gd name="connsiteX5" fmla="*/ 1918711 w 1953289"/>
                <a:gd name="connsiteY5" fmla="*/ 3297492 h 4546551"/>
                <a:gd name="connsiteX6" fmla="*/ 1742245 w 1953289"/>
                <a:gd name="connsiteY6" fmla="*/ 3088479 h 4546551"/>
                <a:gd name="connsiteX7" fmla="*/ 1577610 w 1953289"/>
                <a:gd name="connsiteY7" fmla="*/ 2490997 h 4546551"/>
                <a:gd name="connsiteX8" fmla="*/ 1603944 w 1953289"/>
                <a:gd name="connsiteY8" fmla="*/ 2063102 h 4546551"/>
                <a:gd name="connsiteX9" fmla="*/ 1335367 w 1953289"/>
                <a:gd name="connsiteY9" fmla="*/ 1795991 h 4546551"/>
                <a:gd name="connsiteX10" fmla="*/ 1291910 w 1953289"/>
                <a:gd name="connsiteY10" fmla="*/ 1513904 h 4546551"/>
                <a:gd name="connsiteX11" fmla="*/ 1461466 w 1953289"/>
                <a:gd name="connsiteY11" fmla="*/ 1072007 h 4546551"/>
                <a:gd name="connsiteX12" fmla="*/ 1651279 w 1953289"/>
                <a:gd name="connsiteY12" fmla="*/ 770479 h 4546551"/>
                <a:gd name="connsiteX13" fmla="*/ 1784547 w 1953289"/>
                <a:gd name="connsiteY13" fmla="*/ 288038 h 4546551"/>
                <a:gd name="connsiteX14" fmla="*/ 1747805 w 1953289"/>
                <a:gd name="connsiteY14" fmla="*/ 56144 h 4546551"/>
                <a:gd name="connsiteX15" fmla="*/ 1384973 w 1953289"/>
                <a:gd name="connsiteY15" fmla="*/ 1093 h 4546551"/>
                <a:gd name="connsiteX16" fmla="*/ 1110494 w 1953289"/>
                <a:gd name="connsiteY16" fmla="*/ 51407 h 4546551"/>
                <a:gd name="connsiteX17" fmla="*/ 540605 w 1953289"/>
                <a:gd name="connsiteY17" fmla="*/ 368505 h 4546551"/>
                <a:gd name="connsiteX18" fmla="*/ 226892 w 1953289"/>
                <a:gd name="connsiteY18" fmla="*/ 944818 h 4546551"/>
                <a:gd name="connsiteX19" fmla="*/ 0 w 1953289"/>
                <a:gd name="connsiteY19" fmla="*/ 1111563 h 4546551"/>
                <a:gd name="connsiteX0" fmla="*/ 1421843 w 1953289"/>
                <a:gd name="connsiteY0" fmla="*/ 4545494 h 4545494"/>
                <a:gd name="connsiteX1" fmla="*/ 1509761 w 1953289"/>
                <a:gd name="connsiteY1" fmla="*/ 4450310 h 4545494"/>
                <a:gd name="connsiteX2" fmla="*/ 1779216 w 1953289"/>
                <a:gd name="connsiteY2" fmla="*/ 4319494 h 4545494"/>
                <a:gd name="connsiteX3" fmla="*/ 1884488 w 1953289"/>
                <a:gd name="connsiteY3" fmla="*/ 3804297 h 4545494"/>
                <a:gd name="connsiteX4" fmla="*/ 1952817 w 1953289"/>
                <a:gd name="connsiteY4" fmla="*/ 3553197 h 4545494"/>
                <a:gd name="connsiteX5" fmla="*/ 1918711 w 1953289"/>
                <a:gd name="connsiteY5" fmla="*/ 3296435 h 4545494"/>
                <a:gd name="connsiteX6" fmla="*/ 1742245 w 1953289"/>
                <a:gd name="connsiteY6" fmla="*/ 3087422 h 4545494"/>
                <a:gd name="connsiteX7" fmla="*/ 1577610 w 1953289"/>
                <a:gd name="connsiteY7" fmla="*/ 2489940 h 4545494"/>
                <a:gd name="connsiteX8" fmla="*/ 1603944 w 1953289"/>
                <a:gd name="connsiteY8" fmla="*/ 2062045 h 4545494"/>
                <a:gd name="connsiteX9" fmla="*/ 1335367 w 1953289"/>
                <a:gd name="connsiteY9" fmla="*/ 1794934 h 4545494"/>
                <a:gd name="connsiteX10" fmla="*/ 1291910 w 1953289"/>
                <a:gd name="connsiteY10" fmla="*/ 1512847 h 4545494"/>
                <a:gd name="connsiteX11" fmla="*/ 1461466 w 1953289"/>
                <a:gd name="connsiteY11" fmla="*/ 1070950 h 4545494"/>
                <a:gd name="connsiteX12" fmla="*/ 1651279 w 1953289"/>
                <a:gd name="connsiteY12" fmla="*/ 769422 h 4545494"/>
                <a:gd name="connsiteX13" fmla="*/ 1784547 w 1953289"/>
                <a:gd name="connsiteY13" fmla="*/ 286981 h 4545494"/>
                <a:gd name="connsiteX14" fmla="*/ 1747805 w 1953289"/>
                <a:gd name="connsiteY14" fmla="*/ 55087 h 4545494"/>
                <a:gd name="connsiteX15" fmla="*/ 1384973 w 1953289"/>
                <a:gd name="connsiteY15" fmla="*/ 36 h 4545494"/>
                <a:gd name="connsiteX16" fmla="*/ 1110494 w 1953289"/>
                <a:gd name="connsiteY16" fmla="*/ 50350 h 4545494"/>
                <a:gd name="connsiteX17" fmla="*/ 540605 w 1953289"/>
                <a:gd name="connsiteY17" fmla="*/ 367448 h 4545494"/>
                <a:gd name="connsiteX18" fmla="*/ 226892 w 1953289"/>
                <a:gd name="connsiteY18" fmla="*/ 943761 h 4545494"/>
                <a:gd name="connsiteX19" fmla="*/ 0 w 1953289"/>
                <a:gd name="connsiteY19" fmla="*/ 1110506 h 4545494"/>
                <a:gd name="connsiteX0" fmla="*/ 1421843 w 1952911"/>
                <a:gd name="connsiteY0" fmla="*/ 4545494 h 4545494"/>
                <a:gd name="connsiteX1" fmla="*/ 1509761 w 1952911"/>
                <a:gd name="connsiteY1" fmla="*/ 4450310 h 4545494"/>
                <a:gd name="connsiteX2" fmla="*/ 1779216 w 1952911"/>
                <a:gd name="connsiteY2" fmla="*/ 4319494 h 4545494"/>
                <a:gd name="connsiteX3" fmla="*/ 1884488 w 1952911"/>
                <a:gd name="connsiteY3" fmla="*/ 3804297 h 4545494"/>
                <a:gd name="connsiteX4" fmla="*/ 1952817 w 1952911"/>
                <a:gd name="connsiteY4" fmla="*/ 3553197 h 4545494"/>
                <a:gd name="connsiteX5" fmla="*/ 1918711 w 1952911"/>
                <a:gd name="connsiteY5" fmla="*/ 3296435 h 4545494"/>
                <a:gd name="connsiteX6" fmla="*/ 1855751 w 1952911"/>
                <a:gd name="connsiteY6" fmla="*/ 3090191 h 4545494"/>
                <a:gd name="connsiteX7" fmla="*/ 1577610 w 1952911"/>
                <a:gd name="connsiteY7" fmla="*/ 2489940 h 4545494"/>
                <a:gd name="connsiteX8" fmla="*/ 1603944 w 1952911"/>
                <a:gd name="connsiteY8" fmla="*/ 2062045 h 4545494"/>
                <a:gd name="connsiteX9" fmla="*/ 1335367 w 1952911"/>
                <a:gd name="connsiteY9" fmla="*/ 1794934 h 4545494"/>
                <a:gd name="connsiteX10" fmla="*/ 1291910 w 1952911"/>
                <a:gd name="connsiteY10" fmla="*/ 1512847 h 4545494"/>
                <a:gd name="connsiteX11" fmla="*/ 1461466 w 1952911"/>
                <a:gd name="connsiteY11" fmla="*/ 1070950 h 4545494"/>
                <a:gd name="connsiteX12" fmla="*/ 1651279 w 1952911"/>
                <a:gd name="connsiteY12" fmla="*/ 769422 h 4545494"/>
                <a:gd name="connsiteX13" fmla="*/ 1784547 w 1952911"/>
                <a:gd name="connsiteY13" fmla="*/ 286981 h 4545494"/>
                <a:gd name="connsiteX14" fmla="*/ 1747805 w 1952911"/>
                <a:gd name="connsiteY14" fmla="*/ 55087 h 4545494"/>
                <a:gd name="connsiteX15" fmla="*/ 1384973 w 1952911"/>
                <a:gd name="connsiteY15" fmla="*/ 36 h 4545494"/>
                <a:gd name="connsiteX16" fmla="*/ 1110494 w 1952911"/>
                <a:gd name="connsiteY16" fmla="*/ 50350 h 4545494"/>
                <a:gd name="connsiteX17" fmla="*/ 540605 w 1952911"/>
                <a:gd name="connsiteY17" fmla="*/ 367448 h 4545494"/>
                <a:gd name="connsiteX18" fmla="*/ 226892 w 1952911"/>
                <a:gd name="connsiteY18" fmla="*/ 943761 h 4545494"/>
                <a:gd name="connsiteX19" fmla="*/ 0 w 1952911"/>
                <a:gd name="connsiteY19" fmla="*/ 1110506 h 4545494"/>
                <a:gd name="connsiteX0" fmla="*/ 1421843 w 2127789"/>
                <a:gd name="connsiteY0" fmla="*/ 4545494 h 4545494"/>
                <a:gd name="connsiteX1" fmla="*/ 1509761 w 2127789"/>
                <a:gd name="connsiteY1" fmla="*/ 4450310 h 4545494"/>
                <a:gd name="connsiteX2" fmla="*/ 1779216 w 2127789"/>
                <a:gd name="connsiteY2" fmla="*/ 4319494 h 4545494"/>
                <a:gd name="connsiteX3" fmla="*/ 2122473 w 2127789"/>
                <a:gd name="connsiteY3" fmla="*/ 3914326 h 4545494"/>
                <a:gd name="connsiteX4" fmla="*/ 1952817 w 2127789"/>
                <a:gd name="connsiteY4" fmla="*/ 3553197 h 4545494"/>
                <a:gd name="connsiteX5" fmla="*/ 1918711 w 2127789"/>
                <a:gd name="connsiteY5" fmla="*/ 3296435 h 4545494"/>
                <a:gd name="connsiteX6" fmla="*/ 1855751 w 2127789"/>
                <a:gd name="connsiteY6" fmla="*/ 3090191 h 4545494"/>
                <a:gd name="connsiteX7" fmla="*/ 1577610 w 2127789"/>
                <a:gd name="connsiteY7" fmla="*/ 2489940 h 4545494"/>
                <a:gd name="connsiteX8" fmla="*/ 1603944 w 2127789"/>
                <a:gd name="connsiteY8" fmla="*/ 2062045 h 4545494"/>
                <a:gd name="connsiteX9" fmla="*/ 1335367 w 2127789"/>
                <a:gd name="connsiteY9" fmla="*/ 1794934 h 4545494"/>
                <a:gd name="connsiteX10" fmla="*/ 1291910 w 2127789"/>
                <a:gd name="connsiteY10" fmla="*/ 1512847 h 4545494"/>
                <a:gd name="connsiteX11" fmla="*/ 1461466 w 2127789"/>
                <a:gd name="connsiteY11" fmla="*/ 1070950 h 4545494"/>
                <a:gd name="connsiteX12" fmla="*/ 1651279 w 2127789"/>
                <a:gd name="connsiteY12" fmla="*/ 769422 h 4545494"/>
                <a:gd name="connsiteX13" fmla="*/ 1784547 w 2127789"/>
                <a:gd name="connsiteY13" fmla="*/ 286981 h 4545494"/>
                <a:gd name="connsiteX14" fmla="*/ 1747805 w 2127789"/>
                <a:gd name="connsiteY14" fmla="*/ 55087 h 4545494"/>
                <a:gd name="connsiteX15" fmla="*/ 1384973 w 2127789"/>
                <a:gd name="connsiteY15" fmla="*/ 36 h 4545494"/>
                <a:gd name="connsiteX16" fmla="*/ 1110494 w 2127789"/>
                <a:gd name="connsiteY16" fmla="*/ 50350 h 4545494"/>
                <a:gd name="connsiteX17" fmla="*/ 540605 w 2127789"/>
                <a:gd name="connsiteY17" fmla="*/ 367448 h 4545494"/>
                <a:gd name="connsiteX18" fmla="*/ 226892 w 2127789"/>
                <a:gd name="connsiteY18" fmla="*/ 943761 h 4545494"/>
                <a:gd name="connsiteX19" fmla="*/ 0 w 2127789"/>
                <a:gd name="connsiteY19" fmla="*/ 1110506 h 4545494"/>
                <a:gd name="connsiteX0" fmla="*/ 1421843 w 2127789"/>
                <a:gd name="connsiteY0" fmla="*/ 4545494 h 4545494"/>
                <a:gd name="connsiteX1" fmla="*/ 1509761 w 2127789"/>
                <a:gd name="connsiteY1" fmla="*/ 4450310 h 4545494"/>
                <a:gd name="connsiteX2" fmla="*/ 1960299 w 2127789"/>
                <a:gd name="connsiteY2" fmla="*/ 4404966 h 4545494"/>
                <a:gd name="connsiteX3" fmla="*/ 2122473 w 2127789"/>
                <a:gd name="connsiteY3" fmla="*/ 3914326 h 4545494"/>
                <a:gd name="connsiteX4" fmla="*/ 1952817 w 2127789"/>
                <a:gd name="connsiteY4" fmla="*/ 3553197 h 4545494"/>
                <a:gd name="connsiteX5" fmla="*/ 1918711 w 2127789"/>
                <a:gd name="connsiteY5" fmla="*/ 3296435 h 4545494"/>
                <a:gd name="connsiteX6" fmla="*/ 1855751 w 2127789"/>
                <a:gd name="connsiteY6" fmla="*/ 3090191 h 4545494"/>
                <a:gd name="connsiteX7" fmla="*/ 1577610 w 2127789"/>
                <a:gd name="connsiteY7" fmla="*/ 2489940 h 4545494"/>
                <a:gd name="connsiteX8" fmla="*/ 1603944 w 2127789"/>
                <a:gd name="connsiteY8" fmla="*/ 2062045 h 4545494"/>
                <a:gd name="connsiteX9" fmla="*/ 1335367 w 2127789"/>
                <a:gd name="connsiteY9" fmla="*/ 1794934 h 4545494"/>
                <a:gd name="connsiteX10" fmla="*/ 1291910 w 2127789"/>
                <a:gd name="connsiteY10" fmla="*/ 1512847 h 4545494"/>
                <a:gd name="connsiteX11" fmla="*/ 1461466 w 2127789"/>
                <a:gd name="connsiteY11" fmla="*/ 1070950 h 4545494"/>
                <a:gd name="connsiteX12" fmla="*/ 1651279 w 2127789"/>
                <a:gd name="connsiteY12" fmla="*/ 769422 h 4545494"/>
                <a:gd name="connsiteX13" fmla="*/ 1784547 w 2127789"/>
                <a:gd name="connsiteY13" fmla="*/ 286981 h 4545494"/>
                <a:gd name="connsiteX14" fmla="*/ 1747805 w 2127789"/>
                <a:gd name="connsiteY14" fmla="*/ 55087 h 4545494"/>
                <a:gd name="connsiteX15" fmla="*/ 1384973 w 2127789"/>
                <a:gd name="connsiteY15" fmla="*/ 36 h 4545494"/>
                <a:gd name="connsiteX16" fmla="*/ 1110494 w 2127789"/>
                <a:gd name="connsiteY16" fmla="*/ 50350 h 4545494"/>
                <a:gd name="connsiteX17" fmla="*/ 540605 w 2127789"/>
                <a:gd name="connsiteY17" fmla="*/ 367448 h 4545494"/>
                <a:gd name="connsiteX18" fmla="*/ 226892 w 2127789"/>
                <a:gd name="connsiteY18" fmla="*/ 943761 h 4545494"/>
                <a:gd name="connsiteX19" fmla="*/ 0 w 2127789"/>
                <a:gd name="connsiteY19" fmla="*/ 1110506 h 4545494"/>
                <a:gd name="connsiteX0" fmla="*/ 1421843 w 2127789"/>
                <a:gd name="connsiteY0" fmla="*/ 4545494 h 4558953"/>
                <a:gd name="connsiteX1" fmla="*/ 1577675 w 2127789"/>
                <a:gd name="connsiteY1" fmla="*/ 4544996 h 4558953"/>
                <a:gd name="connsiteX2" fmla="*/ 1960299 w 2127789"/>
                <a:gd name="connsiteY2" fmla="*/ 4404966 h 4558953"/>
                <a:gd name="connsiteX3" fmla="*/ 2122473 w 2127789"/>
                <a:gd name="connsiteY3" fmla="*/ 3914326 h 4558953"/>
                <a:gd name="connsiteX4" fmla="*/ 1952817 w 2127789"/>
                <a:gd name="connsiteY4" fmla="*/ 3553197 h 4558953"/>
                <a:gd name="connsiteX5" fmla="*/ 1918711 w 2127789"/>
                <a:gd name="connsiteY5" fmla="*/ 3296435 h 4558953"/>
                <a:gd name="connsiteX6" fmla="*/ 1855751 w 2127789"/>
                <a:gd name="connsiteY6" fmla="*/ 3090191 h 4558953"/>
                <a:gd name="connsiteX7" fmla="*/ 1577610 w 2127789"/>
                <a:gd name="connsiteY7" fmla="*/ 2489940 h 4558953"/>
                <a:gd name="connsiteX8" fmla="*/ 1603944 w 2127789"/>
                <a:gd name="connsiteY8" fmla="*/ 2062045 h 4558953"/>
                <a:gd name="connsiteX9" fmla="*/ 1335367 w 2127789"/>
                <a:gd name="connsiteY9" fmla="*/ 1794934 h 4558953"/>
                <a:gd name="connsiteX10" fmla="*/ 1291910 w 2127789"/>
                <a:gd name="connsiteY10" fmla="*/ 1512847 h 4558953"/>
                <a:gd name="connsiteX11" fmla="*/ 1461466 w 2127789"/>
                <a:gd name="connsiteY11" fmla="*/ 1070950 h 4558953"/>
                <a:gd name="connsiteX12" fmla="*/ 1651279 w 2127789"/>
                <a:gd name="connsiteY12" fmla="*/ 769422 h 4558953"/>
                <a:gd name="connsiteX13" fmla="*/ 1784547 w 2127789"/>
                <a:gd name="connsiteY13" fmla="*/ 286981 h 4558953"/>
                <a:gd name="connsiteX14" fmla="*/ 1747805 w 2127789"/>
                <a:gd name="connsiteY14" fmla="*/ 55087 h 4558953"/>
                <a:gd name="connsiteX15" fmla="*/ 1384973 w 2127789"/>
                <a:gd name="connsiteY15" fmla="*/ 36 h 4558953"/>
                <a:gd name="connsiteX16" fmla="*/ 1110494 w 2127789"/>
                <a:gd name="connsiteY16" fmla="*/ 50350 h 4558953"/>
                <a:gd name="connsiteX17" fmla="*/ 540605 w 2127789"/>
                <a:gd name="connsiteY17" fmla="*/ 367448 h 4558953"/>
                <a:gd name="connsiteX18" fmla="*/ 226892 w 2127789"/>
                <a:gd name="connsiteY18" fmla="*/ 943761 h 4558953"/>
                <a:gd name="connsiteX19" fmla="*/ 0 w 2127789"/>
                <a:gd name="connsiteY19" fmla="*/ 1110506 h 4558953"/>
                <a:gd name="connsiteX0" fmla="*/ 1164190 w 2127789"/>
                <a:gd name="connsiteY0" fmla="*/ 4948871 h 4948871"/>
                <a:gd name="connsiteX1" fmla="*/ 1577675 w 2127789"/>
                <a:gd name="connsiteY1" fmla="*/ 4544996 h 4948871"/>
                <a:gd name="connsiteX2" fmla="*/ 1960299 w 2127789"/>
                <a:gd name="connsiteY2" fmla="*/ 4404966 h 4948871"/>
                <a:gd name="connsiteX3" fmla="*/ 2122473 w 2127789"/>
                <a:gd name="connsiteY3" fmla="*/ 3914326 h 4948871"/>
                <a:gd name="connsiteX4" fmla="*/ 1952817 w 2127789"/>
                <a:gd name="connsiteY4" fmla="*/ 3553197 h 4948871"/>
                <a:gd name="connsiteX5" fmla="*/ 1918711 w 2127789"/>
                <a:gd name="connsiteY5" fmla="*/ 3296435 h 4948871"/>
                <a:gd name="connsiteX6" fmla="*/ 1855751 w 2127789"/>
                <a:gd name="connsiteY6" fmla="*/ 3090191 h 4948871"/>
                <a:gd name="connsiteX7" fmla="*/ 1577610 w 2127789"/>
                <a:gd name="connsiteY7" fmla="*/ 2489940 h 4948871"/>
                <a:gd name="connsiteX8" fmla="*/ 1603944 w 2127789"/>
                <a:gd name="connsiteY8" fmla="*/ 2062045 h 4948871"/>
                <a:gd name="connsiteX9" fmla="*/ 1335367 w 2127789"/>
                <a:gd name="connsiteY9" fmla="*/ 1794934 h 4948871"/>
                <a:gd name="connsiteX10" fmla="*/ 1291910 w 2127789"/>
                <a:gd name="connsiteY10" fmla="*/ 1512847 h 4948871"/>
                <a:gd name="connsiteX11" fmla="*/ 1461466 w 2127789"/>
                <a:gd name="connsiteY11" fmla="*/ 1070950 h 4948871"/>
                <a:gd name="connsiteX12" fmla="*/ 1651279 w 2127789"/>
                <a:gd name="connsiteY12" fmla="*/ 769422 h 4948871"/>
                <a:gd name="connsiteX13" fmla="*/ 1784547 w 2127789"/>
                <a:gd name="connsiteY13" fmla="*/ 286981 h 4948871"/>
                <a:gd name="connsiteX14" fmla="*/ 1747805 w 2127789"/>
                <a:gd name="connsiteY14" fmla="*/ 55087 h 4948871"/>
                <a:gd name="connsiteX15" fmla="*/ 1384973 w 2127789"/>
                <a:gd name="connsiteY15" fmla="*/ 36 h 4948871"/>
                <a:gd name="connsiteX16" fmla="*/ 1110494 w 2127789"/>
                <a:gd name="connsiteY16" fmla="*/ 50350 h 4948871"/>
                <a:gd name="connsiteX17" fmla="*/ 540605 w 2127789"/>
                <a:gd name="connsiteY17" fmla="*/ 367448 h 4948871"/>
                <a:gd name="connsiteX18" fmla="*/ 226892 w 2127789"/>
                <a:gd name="connsiteY18" fmla="*/ 943761 h 4948871"/>
                <a:gd name="connsiteX19" fmla="*/ 0 w 2127789"/>
                <a:gd name="connsiteY19" fmla="*/ 1110506 h 4948871"/>
                <a:gd name="connsiteX0" fmla="*/ 1164190 w 2127789"/>
                <a:gd name="connsiteY0" fmla="*/ 4959016 h 4959016"/>
                <a:gd name="connsiteX1" fmla="*/ 1577675 w 2127789"/>
                <a:gd name="connsiteY1" fmla="*/ 4555141 h 4959016"/>
                <a:gd name="connsiteX2" fmla="*/ 1960299 w 2127789"/>
                <a:gd name="connsiteY2" fmla="*/ 4415111 h 4959016"/>
                <a:gd name="connsiteX3" fmla="*/ 2122473 w 2127789"/>
                <a:gd name="connsiteY3" fmla="*/ 3924471 h 4959016"/>
                <a:gd name="connsiteX4" fmla="*/ 1952817 w 2127789"/>
                <a:gd name="connsiteY4" fmla="*/ 3563342 h 4959016"/>
                <a:gd name="connsiteX5" fmla="*/ 1918711 w 2127789"/>
                <a:gd name="connsiteY5" fmla="*/ 3306580 h 4959016"/>
                <a:gd name="connsiteX6" fmla="*/ 1855751 w 2127789"/>
                <a:gd name="connsiteY6" fmla="*/ 3100336 h 4959016"/>
                <a:gd name="connsiteX7" fmla="*/ 1577610 w 2127789"/>
                <a:gd name="connsiteY7" fmla="*/ 2500085 h 4959016"/>
                <a:gd name="connsiteX8" fmla="*/ 1603944 w 2127789"/>
                <a:gd name="connsiteY8" fmla="*/ 2072190 h 4959016"/>
                <a:gd name="connsiteX9" fmla="*/ 1335367 w 2127789"/>
                <a:gd name="connsiteY9" fmla="*/ 1805079 h 4959016"/>
                <a:gd name="connsiteX10" fmla="*/ 1291910 w 2127789"/>
                <a:gd name="connsiteY10" fmla="*/ 1522992 h 4959016"/>
                <a:gd name="connsiteX11" fmla="*/ 1461466 w 2127789"/>
                <a:gd name="connsiteY11" fmla="*/ 1081095 h 4959016"/>
                <a:gd name="connsiteX12" fmla="*/ 1651279 w 2127789"/>
                <a:gd name="connsiteY12" fmla="*/ 779567 h 4959016"/>
                <a:gd name="connsiteX13" fmla="*/ 1537597 w 2127789"/>
                <a:gd name="connsiteY13" fmla="*/ 617200 h 4959016"/>
                <a:gd name="connsiteX14" fmla="*/ 1747805 w 2127789"/>
                <a:gd name="connsiteY14" fmla="*/ 65232 h 4959016"/>
                <a:gd name="connsiteX15" fmla="*/ 1384973 w 2127789"/>
                <a:gd name="connsiteY15" fmla="*/ 10181 h 4959016"/>
                <a:gd name="connsiteX16" fmla="*/ 1110494 w 2127789"/>
                <a:gd name="connsiteY16" fmla="*/ 60495 h 4959016"/>
                <a:gd name="connsiteX17" fmla="*/ 540605 w 2127789"/>
                <a:gd name="connsiteY17" fmla="*/ 377593 h 4959016"/>
                <a:gd name="connsiteX18" fmla="*/ 226892 w 2127789"/>
                <a:gd name="connsiteY18" fmla="*/ 953906 h 4959016"/>
                <a:gd name="connsiteX19" fmla="*/ 0 w 2127789"/>
                <a:gd name="connsiteY19" fmla="*/ 1120651 h 4959016"/>
                <a:gd name="connsiteX0" fmla="*/ 937298 w 1900897"/>
                <a:gd name="connsiteY0" fmla="*/ 4959016 h 4959016"/>
                <a:gd name="connsiteX1" fmla="*/ 1350783 w 1900897"/>
                <a:gd name="connsiteY1" fmla="*/ 4555141 h 4959016"/>
                <a:gd name="connsiteX2" fmla="*/ 1733407 w 1900897"/>
                <a:gd name="connsiteY2" fmla="*/ 4415111 h 4959016"/>
                <a:gd name="connsiteX3" fmla="*/ 1895581 w 1900897"/>
                <a:gd name="connsiteY3" fmla="*/ 3924471 h 4959016"/>
                <a:gd name="connsiteX4" fmla="*/ 1725925 w 1900897"/>
                <a:gd name="connsiteY4" fmla="*/ 3563342 h 4959016"/>
                <a:gd name="connsiteX5" fmla="*/ 1691819 w 1900897"/>
                <a:gd name="connsiteY5" fmla="*/ 3306580 h 4959016"/>
                <a:gd name="connsiteX6" fmla="*/ 1628859 w 1900897"/>
                <a:gd name="connsiteY6" fmla="*/ 3100336 h 4959016"/>
                <a:gd name="connsiteX7" fmla="*/ 1350718 w 1900897"/>
                <a:gd name="connsiteY7" fmla="*/ 2500085 h 4959016"/>
                <a:gd name="connsiteX8" fmla="*/ 1377052 w 1900897"/>
                <a:gd name="connsiteY8" fmla="*/ 2072190 h 4959016"/>
                <a:gd name="connsiteX9" fmla="*/ 1108475 w 1900897"/>
                <a:gd name="connsiteY9" fmla="*/ 1805079 h 4959016"/>
                <a:gd name="connsiteX10" fmla="*/ 1065018 w 1900897"/>
                <a:gd name="connsiteY10" fmla="*/ 1522992 h 4959016"/>
                <a:gd name="connsiteX11" fmla="*/ 1234574 w 1900897"/>
                <a:gd name="connsiteY11" fmla="*/ 1081095 h 4959016"/>
                <a:gd name="connsiteX12" fmla="*/ 1424387 w 1900897"/>
                <a:gd name="connsiteY12" fmla="*/ 779567 h 4959016"/>
                <a:gd name="connsiteX13" fmla="*/ 1310705 w 1900897"/>
                <a:gd name="connsiteY13" fmla="*/ 617200 h 4959016"/>
                <a:gd name="connsiteX14" fmla="*/ 1520913 w 1900897"/>
                <a:gd name="connsiteY14" fmla="*/ 65232 h 4959016"/>
                <a:gd name="connsiteX15" fmla="*/ 1158081 w 1900897"/>
                <a:gd name="connsiteY15" fmla="*/ 10181 h 4959016"/>
                <a:gd name="connsiteX16" fmla="*/ 883602 w 1900897"/>
                <a:gd name="connsiteY16" fmla="*/ 60495 h 4959016"/>
                <a:gd name="connsiteX17" fmla="*/ 313713 w 1900897"/>
                <a:gd name="connsiteY17" fmla="*/ 377593 h 4959016"/>
                <a:gd name="connsiteX18" fmla="*/ 0 w 1900897"/>
                <a:gd name="connsiteY18" fmla="*/ 953906 h 4959016"/>
                <a:gd name="connsiteX0" fmla="*/ 623585 w 1587184"/>
                <a:gd name="connsiteY0" fmla="*/ 4959016 h 4959016"/>
                <a:gd name="connsiteX1" fmla="*/ 1037070 w 1587184"/>
                <a:gd name="connsiteY1" fmla="*/ 4555141 h 4959016"/>
                <a:gd name="connsiteX2" fmla="*/ 1419694 w 1587184"/>
                <a:gd name="connsiteY2" fmla="*/ 4415111 h 4959016"/>
                <a:gd name="connsiteX3" fmla="*/ 1581868 w 1587184"/>
                <a:gd name="connsiteY3" fmla="*/ 3924471 h 4959016"/>
                <a:gd name="connsiteX4" fmla="*/ 1412212 w 1587184"/>
                <a:gd name="connsiteY4" fmla="*/ 3563342 h 4959016"/>
                <a:gd name="connsiteX5" fmla="*/ 1378106 w 1587184"/>
                <a:gd name="connsiteY5" fmla="*/ 3306580 h 4959016"/>
                <a:gd name="connsiteX6" fmla="*/ 1315146 w 1587184"/>
                <a:gd name="connsiteY6" fmla="*/ 3100336 h 4959016"/>
                <a:gd name="connsiteX7" fmla="*/ 1037005 w 1587184"/>
                <a:gd name="connsiteY7" fmla="*/ 2500085 h 4959016"/>
                <a:gd name="connsiteX8" fmla="*/ 1063339 w 1587184"/>
                <a:gd name="connsiteY8" fmla="*/ 2072190 h 4959016"/>
                <a:gd name="connsiteX9" fmla="*/ 794762 w 1587184"/>
                <a:gd name="connsiteY9" fmla="*/ 1805079 h 4959016"/>
                <a:gd name="connsiteX10" fmla="*/ 751305 w 1587184"/>
                <a:gd name="connsiteY10" fmla="*/ 1522992 h 4959016"/>
                <a:gd name="connsiteX11" fmla="*/ 920861 w 1587184"/>
                <a:gd name="connsiteY11" fmla="*/ 1081095 h 4959016"/>
                <a:gd name="connsiteX12" fmla="*/ 1110674 w 1587184"/>
                <a:gd name="connsiteY12" fmla="*/ 779567 h 4959016"/>
                <a:gd name="connsiteX13" fmla="*/ 996992 w 1587184"/>
                <a:gd name="connsiteY13" fmla="*/ 617200 h 4959016"/>
                <a:gd name="connsiteX14" fmla="*/ 1207200 w 1587184"/>
                <a:gd name="connsiteY14" fmla="*/ 65232 h 4959016"/>
                <a:gd name="connsiteX15" fmla="*/ 844368 w 1587184"/>
                <a:gd name="connsiteY15" fmla="*/ 10181 h 4959016"/>
                <a:gd name="connsiteX16" fmla="*/ 569889 w 1587184"/>
                <a:gd name="connsiteY16" fmla="*/ 60495 h 4959016"/>
                <a:gd name="connsiteX17" fmla="*/ 0 w 1587184"/>
                <a:gd name="connsiteY17" fmla="*/ 377593 h 4959016"/>
                <a:gd name="connsiteX0" fmla="*/ 53696 w 1017295"/>
                <a:gd name="connsiteY0" fmla="*/ 4959016 h 4959016"/>
                <a:gd name="connsiteX1" fmla="*/ 467181 w 1017295"/>
                <a:gd name="connsiteY1" fmla="*/ 4555141 h 4959016"/>
                <a:gd name="connsiteX2" fmla="*/ 849805 w 1017295"/>
                <a:gd name="connsiteY2" fmla="*/ 4415111 h 4959016"/>
                <a:gd name="connsiteX3" fmla="*/ 1011979 w 1017295"/>
                <a:gd name="connsiteY3" fmla="*/ 3924471 h 4959016"/>
                <a:gd name="connsiteX4" fmla="*/ 842323 w 1017295"/>
                <a:gd name="connsiteY4" fmla="*/ 3563342 h 4959016"/>
                <a:gd name="connsiteX5" fmla="*/ 808217 w 1017295"/>
                <a:gd name="connsiteY5" fmla="*/ 3306580 h 4959016"/>
                <a:gd name="connsiteX6" fmla="*/ 745257 w 1017295"/>
                <a:gd name="connsiteY6" fmla="*/ 3100336 h 4959016"/>
                <a:gd name="connsiteX7" fmla="*/ 467116 w 1017295"/>
                <a:gd name="connsiteY7" fmla="*/ 2500085 h 4959016"/>
                <a:gd name="connsiteX8" fmla="*/ 493450 w 1017295"/>
                <a:gd name="connsiteY8" fmla="*/ 2072190 h 4959016"/>
                <a:gd name="connsiteX9" fmla="*/ 224873 w 1017295"/>
                <a:gd name="connsiteY9" fmla="*/ 1805079 h 4959016"/>
                <a:gd name="connsiteX10" fmla="*/ 181416 w 1017295"/>
                <a:gd name="connsiteY10" fmla="*/ 1522992 h 4959016"/>
                <a:gd name="connsiteX11" fmla="*/ 350972 w 1017295"/>
                <a:gd name="connsiteY11" fmla="*/ 1081095 h 4959016"/>
                <a:gd name="connsiteX12" fmla="*/ 540785 w 1017295"/>
                <a:gd name="connsiteY12" fmla="*/ 779567 h 4959016"/>
                <a:gd name="connsiteX13" fmla="*/ 427103 w 1017295"/>
                <a:gd name="connsiteY13" fmla="*/ 617200 h 4959016"/>
                <a:gd name="connsiteX14" fmla="*/ 637311 w 1017295"/>
                <a:gd name="connsiteY14" fmla="*/ 65232 h 4959016"/>
                <a:gd name="connsiteX15" fmla="*/ 274479 w 1017295"/>
                <a:gd name="connsiteY15" fmla="*/ 10181 h 4959016"/>
                <a:gd name="connsiteX16" fmla="*/ 0 w 1017295"/>
                <a:gd name="connsiteY16" fmla="*/ 60495 h 4959016"/>
                <a:gd name="connsiteX0" fmla="*/ 0 w 963599"/>
                <a:gd name="connsiteY0" fmla="*/ 4959016 h 4959016"/>
                <a:gd name="connsiteX1" fmla="*/ 413485 w 963599"/>
                <a:gd name="connsiteY1" fmla="*/ 4555141 h 4959016"/>
                <a:gd name="connsiteX2" fmla="*/ 796109 w 963599"/>
                <a:gd name="connsiteY2" fmla="*/ 4415111 h 4959016"/>
                <a:gd name="connsiteX3" fmla="*/ 958283 w 963599"/>
                <a:gd name="connsiteY3" fmla="*/ 3924471 h 4959016"/>
                <a:gd name="connsiteX4" fmla="*/ 788627 w 963599"/>
                <a:gd name="connsiteY4" fmla="*/ 3563342 h 4959016"/>
                <a:gd name="connsiteX5" fmla="*/ 754521 w 963599"/>
                <a:gd name="connsiteY5" fmla="*/ 3306580 h 4959016"/>
                <a:gd name="connsiteX6" fmla="*/ 691561 w 963599"/>
                <a:gd name="connsiteY6" fmla="*/ 3100336 h 4959016"/>
                <a:gd name="connsiteX7" fmla="*/ 413420 w 963599"/>
                <a:gd name="connsiteY7" fmla="*/ 2500085 h 4959016"/>
                <a:gd name="connsiteX8" fmla="*/ 439754 w 963599"/>
                <a:gd name="connsiteY8" fmla="*/ 2072190 h 4959016"/>
                <a:gd name="connsiteX9" fmla="*/ 171177 w 963599"/>
                <a:gd name="connsiteY9" fmla="*/ 1805079 h 4959016"/>
                <a:gd name="connsiteX10" fmla="*/ 127720 w 963599"/>
                <a:gd name="connsiteY10" fmla="*/ 1522992 h 4959016"/>
                <a:gd name="connsiteX11" fmla="*/ 297276 w 963599"/>
                <a:gd name="connsiteY11" fmla="*/ 1081095 h 4959016"/>
                <a:gd name="connsiteX12" fmla="*/ 487089 w 963599"/>
                <a:gd name="connsiteY12" fmla="*/ 779567 h 4959016"/>
                <a:gd name="connsiteX13" fmla="*/ 373407 w 963599"/>
                <a:gd name="connsiteY13" fmla="*/ 617200 h 4959016"/>
                <a:gd name="connsiteX14" fmla="*/ 583615 w 963599"/>
                <a:gd name="connsiteY14" fmla="*/ 65232 h 4959016"/>
                <a:gd name="connsiteX15" fmla="*/ 220783 w 963599"/>
                <a:gd name="connsiteY15" fmla="*/ 10181 h 4959016"/>
                <a:gd name="connsiteX0" fmla="*/ 0 w 963599"/>
                <a:gd name="connsiteY0" fmla="*/ 4893784 h 4893784"/>
                <a:gd name="connsiteX1" fmla="*/ 413485 w 963599"/>
                <a:gd name="connsiteY1" fmla="*/ 4489909 h 4893784"/>
                <a:gd name="connsiteX2" fmla="*/ 796109 w 963599"/>
                <a:gd name="connsiteY2" fmla="*/ 4349879 h 4893784"/>
                <a:gd name="connsiteX3" fmla="*/ 958283 w 963599"/>
                <a:gd name="connsiteY3" fmla="*/ 3859239 h 4893784"/>
                <a:gd name="connsiteX4" fmla="*/ 788627 w 963599"/>
                <a:gd name="connsiteY4" fmla="*/ 3498110 h 4893784"/>
                <a:gd name="connsiteX5" fmla="*/ 754521 w 963599"/>
                <a:gd name="connsiteY5" fmla="*/ 3241348 h 4893784"/>
                <a:gd name="connsiteX6" fmla="*/ 691561 w 963599"/>
                <a:gd name="connsiteY6" fmla="*/ 3035104 h 4893784"/>
                <a:gd name="connsiteX7" fmla="*/ 413420 w 963599"/>
                <a:gd name="connsiteY7" fmla="*/ 2434853 h 4893784"/>
                <a:gd name="connsiteX8" fmla="*/ 439754 w 963599"/>
                <a:gd name="connsiteY8" fmla="*/ 2006958 h 4893784"/>
                <a:gd name="connsiteX9" fmla="*/ 171177 w 963599"/>
                <a:gd name="connsiteY9" fmla="*/ 1739847 h 4893784"/>
                <a:gd name="connsiteX10" fmla="*/ 127720 w 963599"/>
                <a:gd name="connsiteY10" fmla="*/ 1457760 h 4893784"/>
                <a:gd name="connsiteX11" fmla="*/ 297276 w 963599"/>
                <a:gd name="connsiteY11" fmla="*/ 1015863 h 4893784"/>
                <a:gd name="connsiteX12" fmla="*/ 487089 w 963599"/>
                <a:gd name="connsiteY12" fmla="*/ 714335 h 4893784"/>
                <a:gd name="connsiteX13" fmla="*/ 373407 w 963599"/>
                <a:gd name="connsiteY13" fmla="*/ 551968 h 4893784"/>
                <a:gd name="connsiteX14" fmla="*/ 583615 w 963599"/>
                <a:gd name="connsiteY14" fmla="*/ 0 h 4893784"/>
                <a:gd name="connsiteX0" fmla="*/ 0 w 963599"/>
                <a:gd name="connsiteY0" fmla="*/ 4341816 h 4341816"/>
                <a:gd name="connsiteX1" fmla="*/ 413485 w 963599"/>
                <a:gd name="connsiteY1" fmla="*/ 3937941 h 4341816"/>
                <a:gd name="connsiteX2" fmla="*/ 796109 w 963599"/>
                <a:gd name="connsiteY2" fmla="*/ 3797911 h 4341816"/>
                <a:gd name="connsiteX3" fmla="*/ 958283 w 963599"/>
                <a:gd name="connsiteY3" fmla="*/ 3307271 h 4341816"/>
                <a:gd name="connsiteX4" fmla="*/ 788627 w 963599"/>
                <a:gd name="connsiteY4" fmla="*/ 2946142 h 4341816"/>
                <a:gd name="connsiteX5" fmla="*/ 754521 w 963599"/>
                <a:gd name="connsiteY5" fmla="*/ 2689380 h 4341816"/>
                <a:gd name="connsiteX6" fmla="*/ 691561 w 963599"/>
                <a:gd name="connsiteY6" fmla="*/ 2483136 h 4341816"/>
                <a:gd name="connsiteX7" fmla="*/ 413420 w 963599"/>
                <a:gd name="connsiteY7" fmla="*/ 1882885 h 4341816"/>
                <a:gd name="connsiteX8" fmla="*/ 439754 w 963599"/>
                <a:gd name="connsiteY8" fmla="*/ 1454990 h 4341816"/>
                <a:gd name="connsiteX9" fmla="*/ 171177 w 963599"/>
                <a:gd name="connsiteY9" fmla="*/ 1187879 h 4341816"/>
                <a:gd name="connsiteX10" fmla="*/ 127720 w 963599"/>
                <a:gd name="connsiteY10" fmla="*/ 905792 h 4341816"/>
                <a:gd name="connsiteX11" fmla="*/ 297276 w 963599"/>
                <a:gd name="connsiteY11" fmla="*/ 463895 h 4341816"/>
                <a:gd name="connsiteX12" fmla="*/ 487089 w 963599"/>
                <a:gd name="connsiteY12" fmla="*/ 162367 h 4341816"/>
                <a:gd name="connsiteX13" fmla="*/ 373407 w 963599"/>
                <a:gd name="connsiteY13" fmla="*/ 0 h 4341816"/>
                <a:gd name="connsiteX0" fmla="*/ 0 w 963599"/>
                <a:gd name="connsiteY0" fmla="*/ 4332542 h 4332542"/>
                <a:gd name="connsiteX1" fmla="*/ 413485 w 963599"/>
                <a:gd name="connsiteY1" fmla="*/ 3928667 h 4332542"/>
                <a:gd name="connsiteX2" fmla="*/ 796109 w 963599"/>
                <a:gd name="connsiteY2" fmla="*/ 3788637 h 4332542"/>
                <a:gd name="connsiteX3" fmla="*/ 958283 w 963599"/>
                <a:gd name="connsiteY3" fmla="*/ 3297997 h 4332542"/>
                <a:gd name="connsiteX4" fmla="*/ 788627 w 963599"/>
                <a:gd name="connsiteY4" fmla="*/ 2936868 h 4332542"/>
                <a:gd name="connsiteX5" fmla="*/ 754521 w 963599"/>
                <a:gd name="connsiteY5" fmla="*/ 2680106 h 4332542"/>
                <a:gd name="connsiteX6" fmla="*/ 691561 w 963599"/>
                <a:gd name="connsiteY6" fmla="*/ 2473862 h 4332542"/>
                <a:gd name="connsiteX7" fmla="*/ 413420 w 963599"/>
                <a:gd name="connsiteY7" fmla="*/ 1873611 h 4332542"/>
                <a:gd name="connsiteX8" fmla="*/ 439754 w 963599"/>
                <a:gd name="connsiteY8" fmla="*/ 1445716 h 4332542"/>
                <a:gd name="connsiteX9" fmla="*/ 171177 w 963599"/>
                <a:gd name="connsiteY9" fmla="*/ 1178605 h 4332542"/>
                <a:gd name="connsiteX10" fmla="*/ 127720 w 963599"/>
                <a:gd name="connsiteY10" fmla="*/ 896518 h 4332542"/>
                <a:gd name="connsiteX11" fmla="*/ 297276 w 963599"/>
                <a:gd name="connsiteY11" fmla="*/ 454621 h 4332542"/>
                <a:gd name="connsiteX12" fmla="*/ 487089 w 963599"/>
                <a:gd name="connsiteY12" fmla="*/ 153093 h 4332542"/>
                <a:gd name="connsiteX13" fmla="*/ 212059 w 963599"/>
                <a:gd name="connsiteY13" fmla="*/ 0 h 4332542"/>
                <a:gd name="connsiteX0" fmla="*/ 0 w 963599"/>
                <a:gd name="connsiteY0" fmla="*/ 4332542 h 4332542"/>
                <a:gd name="connsiteX1" fmla="*/ 413485 w 963599"/>
                <a:gd name="connsiteY1" fmla="*/ 3928667 h 4332542"/>
                <a:gd name="connsiteX2" fmla="*/ 796109 w 963599"/>
                <a:gd name="connsiteY2" fmla="*/ 3788637 h 4332542"/>
                <a:gd name="connsiteX3" fmla="*/ 958283 w 963599"/>
                <a:gd name="connsiteY3" fmla="*/ 3297997 h 4332542"/>
                <a:gd name="connsiteX4" fmla="*/ 788627 w 963599"/>
                <a:gd name="connsiteY4" fmla="*/ 2936868 h 4332542"/>
                <a:gd name="connsiteX5" fmla="*/ 754521 w 963599"/>
                <a:gd name="connsiteY5" fmla="*/ 2680106 h 4332542"/>
                <a:gd name="connsiteX6" fmla="*/ 691561 w 963599"/>
                <a:gd name="connsiteY6" fmla="*/ 2473862 h 4332542"/>
                <a:gd name="connsiteX7" fmla="*/ 413420 w 963599"/>
                <a:gd name="connsiteY7" fmla="*/ 1873611 h 4332542"/>
                <a:gd name="connsiteX8" fmla="*/ 439754 w 963599"/>
                <a:gd name="connsiteY8" fmla="*/ 1445716 h 4332542"/>
                <a:gd name="connsiteX9" fmla="*/ 171177 w 963599"/>
                <a:gd name="connsiteY9" fmla="*/ 1178605 h 4332542"/>
                <a:gd name="connsiteX10" fmla="*/ 127720 w 963599"/>
                <a:gd name="connsiteY10" fmla="*/ 896518 h 4332542"/>
                <a:gd name="connsiteX11" fmla="*/ 297276 w 963599"/>
                <a:gd name="connsiteY11" fmla="*/ 454621 h 4332542"/>
                <a:gd name="connsiteX12" fmla="*/ 394028 w 963599"/>
                <a:gd name="connsiteY12" fmla="*/ 234670 h 4332542"/>
                <a:gd name="connsiteX13" fmla="*/ 212059 w 963599"/>
                <a:gd name="connsiteY13" fmla="*/ 0 h 4332542"/>
                <a:gd name="connsiteX0" fmla="*/ 0 w 963599"/>
                <a:gd name="connsiteY0" fmla="*/ 4332542 h 4332542"/>
                <a:gd name="connsiteX1" fmla="*/ 102646 w 963599"/>
                <a:gd name="connsiteY1" fmla="*/ 4116496 h 4332542"/>
                <a:gd name="connsiteX2" fmla="*/ 413485 w 963599"/>
                <a:gd name="connsiteY2" fmla="*/ 3928667 h 4332542"/>
                <a:gd name="connsiteX3" fmla="*/ 796109 w 963599"/>
                <a:gd name="connsiteY3" fmla="*/ 3788637 h 4332542"/>
                <a:gd name="connsiteX4" fmla="*/ 958283 w 963599"/>
                <a:gd name="connsiteY4" fmla="*/ 3297997 h 4332542"/>
                <a:gd name="connsiteX5" fmla="*/ 788627 w 963599"/>
                <a:gd name="connsiteY5" fmla="*/ 2936868 h 4332542"/>
                <a:gd name="connsiteX6" fmla="*/ 754521 w 963599"/>
                <a:gd name="connsiteY6" fmla="*/ 2680106 h 4332542"/>
                <a:gd name="connsiteX7" fmla="*/ 691561 w 963599"/>
                <a:gd name="connsiteY7" fmla="*/ 2473862 h 4332542"/>
                <a:gd name="connsiteX8" fmla="*/ 413420 w 963599"/>
                <a:gd name="connsiteY8" fmla="*/ 1873611 h 4332542"/>
                <a:gd name="connsiteX9" fmla="*/ 439754 w 963599"/>
                <a:gd name="connsiteY9" fmla="*/ 1445716 h 4332542"/>
                <a:gd name="connsiteX10" fmla="*/ 171177 w 963599"/>
                <a:gd name="connsiteY10" fmla="*/ 1178605 h 4332542"/>
                <a:gd name="connsiteX11" fmla="*/ 127720 w 963599"/>
                <a:gd name="connsiteY11" fmla="*/ 896518 h 4332542"/>
                <a:gd name="connsiteX12" fmla="*/ 297276 w 963599"/>
                <a:gd name="connsiteY12" fmla="*/ 454621 h 4332542"/>
                <a:gd name="connsiteX13" fmla="*/ 394028 w 963599"/>
                <a:gd name="connsiteY13" fmla="*/ 234670 h 4332542"/>
                <a:gd name="connsiteX14" fmla="*/ 212059 w 963599"/>
                <a:gd name="connsiteY14" fmla="*/ 0 h 433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3599" h="4332542">
                  <a:moveTo>
                    <a:pt x="0" y="4332542"/>
                  </a:moveTo>
                  <a:cubicBezTo>
                    <a:pt x="25943" y="4307298"/>
                    <a:pt x="33732" y="4183808"/>
                    <a:pt x="102646" y="4116496"/>
                  </a:cubicBezTo>
                  <a:cubicBezTo>
                    <a:pt x="171560" y="4049184"/>
                    <a:pt x="306743" y="3994074"/>
                    <a:pt x="413485" y="3928667"/>
                  </a:cubicBezTo>
                  <a:cubicBezTo>
                    <a:pt x="520227" y="3863260"/>
                    <a:pt x="743823" y="3897159"/>
                    <a:pt x="796109" y="3788637"/>
                  </a:cubicBezTo>
                  <a:cubicBezTo>
                    <a:pt x="848395" y="3680115"/>
                    <a:pt x="917017" y="3433014"/>
                    <a:pt x="958283" y="3297997"/>
                  </a:cubicBezTo>
                  <a:cubicBezTo>
                    <a:pt x="999549" y="3162980"/>
                    <a:pt x="787010" y="3030904"/>
                    <a:pt x="788627" y="2936868"/>
                  </a:cubicBezTo>
                  <a:cubicBezTo>
                    <a:pt x="790244" y="2842832"/>
                    <a:pt x="770699" y="2757274"/>
                    <a:pt x="754521" y="2680106"/>
                  </a:cubicBezTo>
                  <a:cubicBezTo>
                    <a:pt x="738343" y="2602938"/>
                    <a:pt x="724755" y="2572499"/>
                    <a:pt x="691561" y="2473862"/>
                  </a:cubicBezTo>
                  <a:cubicBezTo>
                    <a:pt x="753798" y="2242200"/>
                    <a:pt x="473480" y="1999363"/>
                    <a:pt x="413420" y="1873611"/>
                  </a:cubicBezTo>
                  <a:cubicBezTo>
                    <a:pt x="385506" y="1723071"/>
                    <a:pt x="559431" y="1604036"/>
                    <a:pt x="439754" y="1445716"/>
                  </a:cubicBezTo>
                  <a:cubicBezTo>
                    <a:pt x="411852" y="1357148"/>
                    <a:pt x="223183" y="1270138"/>
                    <a:pt x="171177" y="1178605"/>
                  </a:cubicBezTo>
                  <a:cubicBezTo>
                    <a:pt x="119171" y="1087072"/>
                    <a:pt x="127339" y="1007293"/>
                    <a:pt x="127720" y="896518"/>
                  </a:cubicBezTo>
                  <a:cubicBezTo>
                    <a:pt x="128196" y="751547"/>
                    <a:pt x="252891" y="564929"/>
                    <a:pt x="297276" y="454621"/>
                  </a:cubicBezTo>
                  <a:cubicBezTo>
                    <a:pt x="341661" y="344313"/>
                    <a:pt x="332420" y="370255"/>
                    <a:pt x="394028" y="234670"/>
                  </a:cubicBezTo>
                  <a:cubicBezTo>
                    <a:pt x="455637" y="99085"/>
                    <a:pt x="189932" y="116074"/>
                    <a:pt x="212059" y="0"/>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0" name="Freeform: Shape 9">
              <a:extLst>
                <a:ext uri="{FF2B5EF4-FFF2-40B4-BE49-F238E27FC236}">
                  <a16:creationId xmlns:a16="http://schemas.microsoft.com/office/drawing/2014/main" id="{F93289D3-8447-2F2C-2501-993F0C21F25F}"/>
                </a:ext>
              </a:extLst>
            </p:cNvPr>
            <p:cNvSpPr/>
            <p:nvPr/>
          </p:nvSpPr>
          <p:spPr>
            <a:xfrm rot="9390017" flipV="1">
              <a:off x="9934234" y="-435016"/>
              <a:ext cx="2692152" cy="5490853"/>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572106 w 3617660"/>
                <a:gd name="connsiteY0" fmla="*/ 3367185 h 3367185"/>
                <a:gd name="connsiteX1" fmla="*/ 3207540 w 3617660"/>
                <a:gd name="connsiteY1" fmla="*/ 2314694 h 3367185"/>
                <a:gd name="connsiteX2" fmla="*/ 3018850 w 3617660"/>
                <a:gd name="connsiteY2" fmla="*/ 1809584 h 3367185"/>
                <a:gd name="connsiteX3" fmla="*/ 2974559 w 3617660"/>
                <a:gd name="connsiteY3" fmla="*/ 1481448 h 3367185"/>
                <a:gd name="connsiteX4" fmla="*/ 3054950 w 3617660"/>
                <a:gd name="connsiteY4" fmla="*/ 1056347 h 3367185"/>
                <a:gd name="connsiteX5" fmla="*/ 3205921 w 3617660"/>
                <a:gd name="connsiteY5" fmla="*/ 616006 h 3367185"/>
                <a:gd name="connsiteX6" fmla="*/ 3389816 w 3617660"/>
                <a:gd name="connsiteY6" fmla="*/ 74642 h 3367185"/>
                <a:gd name="connsiteX7" fmla="*/ 2962687 w 3617660"/>
                <a:gd name="connsiteY7" fmla="*/ 13947 h 3367185"/>
                <a:gd name="connsiteX8" fmla="*/ 2563090 w 3617660"/>
                <a:gd name="connsiteY8" fmla="*/ 163381 h 3367185"/>
                <a:gd name="connsiteX9" fmla="*/ 1996912 w 3617660"/>
                <a:gd name="connsiteY9" fmla="*/ 758786 h 3367185"/>
                <a:gd name="connsiteX10" fmla="*/ 1785407 w 3617660"/>
                <a:gd name="connsiteY10" fmla="*/ 1002537 h 3367185"/>
                <a:gd name="connsiteX11" fmla="*/ 1509856 w 3617660"/>
                <a:gd name="connsiteY11" fmla="*/ 1309735 h 3367185"/>
                <a:gd name="connsiteX12" fmla="*/ 1057657 w 3617660"/>
                <a:gd name="connsiteY12" fmla="*/ 1890669 h 3367185"/>
                <a:gd name="connsiteX13" fmla="*/ 553100 w 3617660"/>
                <a:gd name="connsiteY13" fmla="*/ 2315642 h 3367185"/>
                <a:gd name="connsiteX14" fmla="*/ 92380 w 3617660"/>
                <a:gd name="connsiteY14" fmla="*/ 2593742 h 3367185"/>
                <a:gd name="connsiteX15" fmla="*/ 0 w 3617660"/>
                <a:gd name="connsiteY15" fmla="*/ 2807628 h 3367185"/>
                <a:gd name="connsiteX0" fmla="*/ 3420442 w 3478162"/>
                <a:gd name="connsiteY0" fmla="*/ 3699466 h 3699466"/>
                <a:gd name="connsiteX1" fmla="*/ 3207540 w 3478162"/>
                <a:gd name="connsiteY1" fmla="*/ 2314694 h 3699466"/>
                <a:gd name="connsiteX2" fmla="*/ 3018850 w 3478162"/>
                <a:gd name="connsiteY2" fmla="*/ 1809584 h 3699466"/>
                <a:gd name="connsiteX3" fmla="*/ 2974559 w 3478162"/>
                <a:gd name="connsiteY3" fmla="*/ 1481448 h 3699466"/>
                <a:gd name="connsiteX4" fmla="*/ 3054950 w 3478162"/>
                <a:gd name="connsiteY4" fmla="*/ 1056347 h 3699466"/>
                <a:gd name="connsiteX5" fmla="*/ 3205921 w 3478162"/>
                <a:gd name="connsiteY5" fmla="*/ 616006 h 3699466"/>
                <a:gd name="connsiteX6" fmla="*/ 3389816 w 3478162"/>
                <a:gd name="connsiteY6" fmla="*/ 74642 h 3699466"/>
                <a:gd name="connsiteX7" fmla="*/ 2962687 w 3478162"/>
                <a:gd name="connsiteY7" fmla="*/ 13947 h 3699466"/>
                <a:gd name="connsiteX8" fmla="*/ 2563090 w 3478162"/>
                <a:gd name="connsiteY8" fmla="*/ 163381 h 3699466"/>
                <a:gd name="connsiteX9" fmla="*/ 1996912 w 3478162"/>
                <a:gd name="connsiteY9" fmla="*/ 758786 h 3699466"/>
                <a:gd name="connsiteX10" fmla="*/ 1785407 w 3478162"/>
                <a:gd name="connsiteY10" fmla="*/ 1002537 h 3699466"/>
                <a:gd name="connsiteX11" fmla="*/ 1509856 w 3478162"/>
                <a:gd name="connsiteY11" fmla="*/ 1309735 h 3699466"/>
                <a:gd name="connsiteX12" fmla="*/ 1057657 w 3478162"/>
                <a:gd name="connsiteY12" fmla="*/ 1890669 h 3699466"/>
                <a:gd name="connsiteX13" fmla="*/ 553100 w 3478162"/>
                <a:gd name="connsiteY13" fmla="*/ 2315642 h 3699466"/>
                <a:gd name="connsiteX14" fmla="*/ 92380 w 3478162"/>
                <a:gd name="connsiteY14" fmla="*/ 2593742 h 3699466"/>
                <a:gd name="connsiteX15" fmla="*/ 0 w 3478162"/>
                <a:gd name="connsiteY15" fmla="*/ 2807628 h 3699466"/>
                <a:gd name="connsiteX0" fmla="*/ 3420442 w 3503685"/>
                <a:gd name="connsiteY0" fmla="*/ 3699466 h 3699466"/>
                <a:gd name="connsiteX1" fmla="*/ 3207540 w 3503685"/>
                <a:gd name="connsiteY1" fmla="*/ 2314694 h 3699466"/>
                <a:gd name="connsiteX2" fmla="*/ 3018850 w 3503685"/>
                <a:gd name="connsiteY2" fmla="*/ 1809584 h 3699466"/>
                <a:gd name="connsiteX3" fmla="*/ 2974559 w 3503685"/>
                <a:gd name="connsiteY3" fmla="*/ 1481448 h 3699466"/>
                <a:gd name="connsiteX4" fmla="*/ 3054950 w 3503685"/>
                <a:gd name="connsiteY4" fmla="*/ 1056347 h 3699466"/>
                <a:gd name="connsiteX5" fmla="*/ 3205921 w 3503685"/>
                <a:gd name="connsiteY5" fmla="*/ 616006 h 3699466"/>
                <a:gd name="connsiteX6" fmla="*/ 3389816 w 3503685"/>
                <a:gd name="connsiteY6" fmla="*/ 74642 h 3699466"/>
                <a:gd name="connsiteX7" fmla="*/ 2962687 w 3503685"/>
                <a:gd name="connsiteY7" fmla="*/ 13947 h 3699466"/>
                <a:gd name="connsiteX8" fmla="*/ 2563090 w 3503685"/>
                <a:gd name="connsiteY8" fmla="*/ 163381 h 3699466"/>
                <a:gd name="connsiteX9" fmla="*/ 1996912 w 3503685"/>
                <a:gd name="connsiteY9" fmla="*/ 758786 h 3699466"/>
                <a:gd name="connsiteX10" fmla="*/ 1785407 w 3503685"/>
                <a:gd name="connsiteY10" fmla="*/ 1002537 h 3699466"/>
                <a:gd name="connsiteX11" fmla="*/ 1509856 w 3503685"/>
                <a:gd name="connsiteY11" fmla="*/ 1309735 h 3699466"/>
                <a:gd name="connsiteX12" fmla="*/ 1057657 w 3503685"/>
                <a:gd name="connsiteY12" fmla="*/ 1890669 h 3699466"/>
                <a:gd name="connsiteX13" fmla="*/ 553100 w 3503685"/>
                <a:gd name="connsiteY13" fmla="*/ 2315642 h 3699466"/>
                <a:gd name="connsiteX14" fmla="*/ 92380 w 3503685"/>
                <a:gd name="connsiteY14" fmla="*/ 2593742 h 3699466"/>
                <a:gd name="connsiteX15" fmla="*/ 0 w 3503685"/>
                <a:gd name="connsiteY15" fmla="*/ 2807628 h 3699466"/>
                <a:gd name="connsiteX0" fmla="*/ 3420442 w 3506042"/>
                <a:gd name="connsiteY0" fmla="*/ 3699466 h 3699466"/>
                <a:gd name="connsiteX1" fmla="*/ 3499290 w 3506042"/>
                <a:gd name="connsiteY1" fmla="*/ 3115151 h 3699466"/>
                <a:gd name="connsiteX2" fmla="*/ 3207540 w 3506042"/>
                <a:gd name="connsiteY2" fmla="*/ 2314694 h 3699466"/>
                <a:gd name="connsiteX3" fmla="*/ 3018850 w 3506042"/>
                <a:gd name="connsiteY3" fmla="*/ 1809584 h 3699466"/>
                <a:gd name="connsiteX4" fmla="*/ 2974559 w 3506042"/>
                <a:gd name="connsiteY4" fmla="*/ 1481448 h 3699466"/>
                <a:gd name="connsiteX5" fmla="*/ 3054950 w 3506042"/>
                <a:gd name="connsiteY5" fmla="*/ 1056347 h 3699466"/>
                <a:gd name="connsiteX6" fmla="*/ 3205921 w 3506042"/>
                <a:gd name="connsiteY6" fmla="*/ 616006 h 3699466"/>
                <a:gd name="connsiteX7" fmla="*/ 3389816 w 3506042"/>
                <a:gd name="connsiteY7" fmla="*/ 74642 h 3699466"/>
                <a:gd name="connsiteX8" fmla="*/ 2962687 w 3506042"/>
                <a:gd name="connsiteY8" fmla="*/ 13947 h 3699466"/>
                <a:gd name="connsiteX9" fmla="*/ 2563090 w 3506042"/>
                <a:gd name="connsiteY9" fmla="*/ 163381 h 3699466"/>
                <a:gd name="connsiteX10" fmla="*/ 1996912 w 3506042"/>
                <a:gd name="connsiteY10" fmla="*/ 758786 h 3699466"/>
                <a:gd name="connsiteX11" fmla="*/ 1785407 w 3506042"/>
                <a:gd name="connsiteY11" fmla="*/ 1002537 h 3699466"/>
                <a:gd name="connsiteX12" fmla="*/ 1509856 w 3506042"/>
                <a:gd name="connsiteY12" fmla="*/ 1309735 h 3699466"/>
                <a:gd name="connsiteX13" fmla="*/ 1057657 w 3506042"/>
                <a:gd name="connsiteY13" fmla="*/ 1890669 h 3699466"/>
                <a:gd name="connsiteX14" fmla="*/ 553100 w 3506042"/>
                <a:gd name="connsiteY14" fmla="*/ 2315642 h 3699466"/>
                <a:gd name="connsiteX15" fmla="*/ 92380 w 3506042"/>
                <a:gd name="connsiteY15" fmla="*/ 2593742 h 3699466"/>
                <a:gd name="connsiteX16" fmla="*/ 0 w 3506042"/>
                <a:gd name="connsiteY16" fmla="*/ 2807628 h 3699466"/>
                <a:gd name="connsiteX0" fmla="*/ 2812879 w 3500553"/>
                <a:gd name="connsiteY0" fmla="*/ 4328278 h 4328278"/>
                <a:gd name="connsiteX1" fmla="*/ 3499290 w 3500553"/>
                <a:gd name="connsiteY1" fmla="*/ 3115151 h 4328278"/>
                <a:gd name="connsiteX2" fmla="*/ 3207540 w 3500553"/>
                <a:gd name="connsiteY2" fmla="*/ 2314694 h 4328278"/>
                <a:gd name="connsiteX3" fmla="*/ 3018850 w 3500553"/>
                <a:gd name="connsiteY3" fmla="*/ 1809584 h 4328278"/>
                <a:gd name="connsiteX4" fmla="*/ 2974559 w 3500553"/>
                <a:gd name="connsiteY4" fmla="*/ 1481448 h 4328278"/>
                <a:gd name="connsiteX5" fmla="*/ 3054950 w 3500553"/>
                <a:gd name="connsiteY5" fmla="*/ 1056347 h 4328278"/>
                <a:gd name="connsiteX6" fmla="*/ 3205921 w 3500553"/>
                <a:gd name="connsiteY6" fmla="*/ 616006 h 4328278"/>
                <a:gd name="connsiteX7" fmla="*/ 3389816 w 3500553"/>
                <a:gd name="connsiteY7" fmla="*/ 74642 h 4328278"/>
                <a:gd name="connsiteX8" fmla="*/ 2962687 w 3500553"/>
                <a:gd name="connsiteY8" fmla="*/ 13947 h 4328278"/>
                <a:gd name="connsiteX9" fmla="*/ 2563090 w 3500553"/>
                <a:gd name="connsiteY9" fmla="*/ 163381 h 4328278"/>
                <a:gd name="connsiteX10" fmla="*/ 1996912 w 3500553"/>
                <a:gd name="connsiteY10" fmla="*/ 758786 h 4328278"/>
                <a:gd name="connsiteX11" fmla="*/ 1785407 w 3500553"/>
                <a:gd name="connsiteY11" fmla="*/ 1002537 h 4328278"/>
                <a:gd name="connsiteX12" fmla="*/ 1509856 w 3500553"/>
                <a:gd name="connsiteY12" fmla="*/ 1309735 h 4328278"/>
                <a:gd name="connsiteX13" fmla="*/ 1057657 w 3500553"/>
                <a:gd name="connsiteY13" fmla="*/ 1890669 h 4328278"/>
                <a:gd name="connsiteX14" fmla="*/ 553100 w 3500553"/>
                <a:gd name="connsiteY14" fmla="*/ 2315642 h 4328278"/>
                <a:gd name="connsiteX15" fmla="*/ 92380 w 3500553"/>
                <a:gd name="connsiteY15" fmla="*/ 2593742 h 4328278"/>
                <a:gd name="connsiteX16" fmla="*/ 0 w 3500553"/>
                <a:gd name="connsiteY16" fmla="*/ 2807628 h 4328278"/>
                <a:gd name="connsiteX0" fmla="*/ 2812879 w 3502487"/>
                <a:gd name="connsiteY0" fmla="*/ 4328278 h 4328278"/>
                <a:gd name="connsiteX1" fmla="*/ 3499290 w 3502487"/>
                <a:gd name="connsiteY1" fmla="*/ 3115151 h 4328278"/>
                <a:gd name="connsiteX2" fmla="*/ 3207540 w 3502487"/>
                <a:gd name="connsiteY2" fmla="*/ 2314694 h 4328278"/>
                <a:gd name="connsiteX3" fmla="*/ 3018850 w 3502487"/>
                <a:gd name="connsiteY3" fmla="*/ 1809584 h 4328278"/>
                <a:gd name="connsiteX4" fmla="*/ 2974559 w 3502487"/>
                <a:gd name="connsiteY4" fmla="*/ 1481448 h 4328278"/>
                <a:gd name="connsiteX5" fmla="*/ 3054950 w 3502487"/>
                <a:gd name="connsiteY5" fmla="*/ 1056347 h 4328278"/>
                <a:gd name="connsiteX6" fmla="*/ 3205921 w 3502487"/>
                <a:gd name="connsiteY6" fmla="*/ 616006 h 4328278"/>
                <a:gd name="connsiteX7" fmla="*/ 3389816 w 3502487"/>
                <a:gd name="connsiteY7" fmla="*/ 74642 h 4328278"/>
                <a:gd name="connsiteX8" fmla="*/ 2962687 w 3502487"/>
                <a:gd name="connsiteY8" fmla="*/ 13947 h 4328278"/>
                <a:gd name="connsiteX9" fmla="*/ 2563090 w 3502487"/>
                <a:gd name="connsiteY9" fmla="*/ 163381 h 4328278"/>
                <a:gd name="connsiteX10" fmla="*/ 1996912 w 3502487"/>
                <a:gd name="connsiteY10" fmla="*/ 758786 h 4328278"/>
                <a:gd name="connsiteX11" fmla="*/ 1785407 w 3502487"/>
                <a:gd name="connsiteY11" fmla="*/ 1002537 h 4328278"/>
                <a:gd name="connsiteX12" fmla="*/ 1509856 w 3502487"/>
                <a:gd name="connsiteY12" fmla="*/ 1309735 h 4328278"/>
                <a:gd name="connsiteX13" fmla="*/ 1057657 w 3502487"/>
                <a:gd name="connsiteY13" fmla="*/ 1890669 h 4328278"/>
                <a:gd name="connsiteX14" fmla="*/ 553100 w 3502487"/>
                <a:gd name="connsiteY14" fmla="*/ 2315642 h 4328278"/>
                <a:gd name="connsiteX15" fmla="*/ 92380 w 3502487"/>
                <a:gd name="connsiteY15" fmla="*/ 2593742 h 4328278"/>
                <a:gd name="connsiteX16" fmla="*/ 0 w 3502487"/>
                <a:gd name="connsiteY16" fmla="*/ 2807628 h 4328278"/>
                <a:gd name="connsiteX0" fmla="*/ 2812879 w 3534589"/>
                <a:gd name="connsiteY0" fmla="*/ 4328278 h 4328278"/>
                <a:gd name="connsiteX1" fmla="*/ 3457225 w 3534589"/>
                <a:gd name="connsiteY1" fmla="*/ 3716070 h 4328278"/>
                <a:gd name="connsiteX2" fmla="*/ 3499290 w 3534589"/>
                <a:gd name="connsiteY2" fmla="*/ 3115151 h 4328278"/>
                <a:gd name="connsiteX3" fmla="*/ 3207540 w 3534589"/>
                <a:gd name="connsiteY3" fmla="*/ 2314694 h 4328278"/>
                <a:gd name="connsiteX4" fmla="*/ 3018850 w 3534589"/>
                <a:gd name="connsiteY4" fmla="*/ 1809584 h 4328278"/>
                <a:gd name="connsiteX5" fmla="*/ 2974559 w 3534589"/>
                <a:gd name="connsiteY5" fmla="*/ 1481448 h 4328278"/>
                <a:gd name="connsiteX6" fmla="*/ 3054950 w 3534589"/>
                <a:gd name="connsiteY6" fmla="*/ 1056347 h 4328278"/>
                <a:gd name="connsiteX7" fmla="*/ 3205921 w 3534589"/>
                <a:gd name="connsiteY7" fmla="*/ 616006 h 4328278"/>
                <a:gd name="connsiteX8" fmla="*/ 3389816 w 3534589"/>
                <a:gd name="connsiteY8" fmla="*/ 74642 h 4328278"/>
                <a:gd name="connsiteX9" fmla="*/ 2962687 w 3534589"/>
                <a:gd name="connsiteY9" fmla="*/ 13947 h 4328278"/>
                <a:gd name="connsiteX10" fmla="*/ 2563090 w 3534589"/>
                <a:gd name="connsiteY10" fmla="*/ 163381 h 4328278"/>
                <a:gd name="connsiteX11" fmla="*/ 1996912 w 3534589"/>
                <a:gd name="connsiteY11" fmla="*/ 758786 h 4328278"/>
                <a:gd name="connsiteX12" fmla="*/ 1785407 w 3534589"/>
                <a:gd name="connsiteY12" fmla="*/ 1002537 h 4328278"/>
                <a:gd name="connsiteX13" fmla="*/ 1509856 w 3534589"/>
                <a:gd name="connsiteY13" fmla="*/ 1309735 h 4328278"/>
                <a:gd name="connsiteX14" fmla="*/ 1057657 w 3534589"/>
                <a:gd name="connsiteY14" fmla="*/ 1890669 h 4328278"/>
                <a:gd name="connsiteX15" fmla="*/ 553100 w 3534589"/>
                <a:gd name="connsiteY15" fmla="*/ 2315642 h 4328278"/>
                <a:gd name="connsiteX16" fmla="*/ 92380 w 3534589"/>
                <a:gd name="connsiteY16" fmla="*/ 2593742 h 4328278"/>
                <a:gd name="connsiteX17" fmla="*/ 0 w 3534589"/>
                <a:gd name="connsiteY17" fmla="*/ 2807628 h 4328278"/>
                <a:gd name="connsiteX0" fmla="*/ 2812879 w 3593589"/>
                <a:gd name="connsiteY0" fmla="*/ 4328278 h 4328278"/>
                <a:gd name="connsiteX1" fmla="*/ 3457225 w 3593589"/>
                <a:gd name="connsiteY1" fmla="*/ 3716070 h 4328278"/>
                <a:gd name="connsiteX2" fmla="*/ 3581691 w 3593589"/>
                <a:gd name="connsiteY2" fmla="*/ 2980108 h 4328278"/>
                <a:gd name="connsiteX3" fmla="*/ 3207540 w 3593589"/>
                <a:gd name="connsiteY3" fmla="*/ 2314694 h 4328278"/>
                <a:gd name="connsiteX4" fmla="*/ 3018850 w 3593589"/>
                <a:gd name="connsiteY4" fmla="*/ 1809584 h 4328278"/>
                <a:gd name="connsiteX5" fmla="*/ 2974559 w 3593589"/>
                <a:gd name="connsiteY5" fmla="*/ 1481448 h 4328278"/>
                <a:gd name="connsiteX6" fmla="*/ 3054950 w 3593589"/>
                <a:gd name="connsiteY6" fmla="*/ 1056347 h 4328278"/>
                <a:gd name="connsiteX7" fmla="*/ 3205921 w 3593589"/>
                <a:gd name="connsiteY7" fmla="*/ 616006 h 4328278"/>
                <a:gd name="connsiteX8" fmla="*/ 3389816 w 3593589"/>
                <a:gd name="connsiteY8" fmla="*/ 74642 h 4328278"/>
                <a:gd name="connsiteX9" fmla="*/ 2962687 w 3593589"/>
                <a:gd name="connsiteY9" fmla="*/ 13947 h 4328278"/>
                <a:gd name="connsiteX10" fmla="*/ 2563090 w 3593589"/>
                <a:gd name="connsiteY10" fmla="*/ 163381 h 4328278"/>
                <a:gd name="connsiteX11" fmla="*/ 1996912 w 3593589"/>
                <a:gd name="connsiteY11" fmla="*/ 758786 h 4328278"/>
                <a:gd name="connsiteX12" fmla="*/ 1785407 w 3593589"/>
                <a:gd name="connsiteY12" fmla="*/ 1002537 h 4328278"/>
                <a:gd name="connsiteX13" fmla="*/ 1509856 w 3593589"/>
                <a:gd name="connsiteY13" fmla="*/ 1309735 h 4328278"/>
                <a:gd name="connsiteX14" fmla="*/ 1057657 w 3593589"/>
                <a:gd name="connsiteY14" fmla="*/ 1890669 h 4328278"/>
                <a:gd name="connsiteX15" fmla="*/ 553100 w 3593589"/>
                <a:gd name="connsiteY15" fmla="*/ 2315642 h 4328278"/>
                <a:gd name="connsiteX16" fmla="*/ 92380 w 3593589"/>
                <a:gd name="connsiteY16" fmla="*/ 2593742 h 4328278"/>
                <a:gd name="connsiteX17" fmla="*/ 0 w 3593589"/>
                <a:gd name="connsiteY17" fmla="*/ 2807628 h 4328278"/>
                <a:gd name="connsiteX0" fmla="*/ 2812879 w 3593589"/>
                <a:gd name="connsiteY0" fmla="*/ 4328278 h 4328278"/>
                <a:gd name="connsiteX1" fmla="*/ 3457225 w 3593589"/>
                <a:gd name="connsiteY1" fmla="*/ 3716070 h 4328278"/>
                <a:gd name="connsiteX2" fmla="*/ 3581691 w 3593589"/>
                <a:gd name="connsiteY2" fmla="*/ 2980108 h 4328278"/>
                <a:gd name="connsiteX3" fmla="*/ 3207540 w 3593589"/>
                <a:gd name="connsiteY3" fmla="*/ 2314694 h 4328278"/>
                <a:gd name="connsiteX4" fmla="*/ 3018850 w 3593589"/>
                <a:gd name="connsiteY4" fmla="*/ 1809584 h 4328278"/>
                <a:gd name="connsiteX5" fmla="*/ 2974559 w 3593589"/>
                <a:gd name="connsiteY5" fmla="*/ 1481448 h 4328278"/>
                <a:gd name="connsiteX6" fmla="*/ 3054950 w 3593589"/>
                <a:gd name="connsiteY6" fmla="*/ 1056347 h 4328278"/>
                <a:gd name="connsiteX7" fmla="*/ 3205921 w 3593589"/>
                <a:gd name="connsiteY7" fmla="*/ 616006 h 4328278"/>
                <a:gd name="connsiteX8" fmla="*/ 3389816 w 3593589"/>
                <a:gd name="connsiteY8" fmla="*/ 74642 h 4328278"/>
                <a:gd name="connsiteX9" fmla="*/ 2962687 w 3593589"/>
                <a:gd name="connsiteY9" fmla="*/ 13947 h 4328278"/>
                <a:gd name="connsiteX10" fmla="*/ 2563090 w 3593589"/>
                <a:gd name="connsiteY10" fmla="*/ 163381 h 4328278"/>
                <a:gd name="connsiteX11" fmla="*/ 1996912 w 3593589"/>
                <a:gd name="connsiteY11" fmla="*/ 758786 h 4328278"/>
                <a:gd name="connsiteX12" fmla="*/ 1785407 w 3593589"/>
                <a:gd name="connsiteY12" fmla="*/ 1002537 h 4328278"/>
                <a:gd name="connsiteX13" fmla="*/ 1509856 w 3593589"/>
                <a:gd name="connsiteY13" fmla="*/ 1309735 h 4328278"/>
                <a:gd name="connsiteX14" fmla="*/ 1057657 w 3593589"/>
                <a:gd name="connsiteY14" fmla="*/ 1890669 h 4328278"/>
                <a:gd name="connsiteX15" fmla="*/ 553100 w 3593589"/>
                <a:gd name="connsiteY15" fmla="*/ 2315642 h 4328278"/>
                <a:gd name="connsiteX16" fmla="*/ 492278 w 3593589"/>
                <a:gd name="connsiteY16" fmla="*/ 2927345 h 4328278"/>
                <a:gd name="connsiteX17" fmla="*/ 0 w 3593589"/>
                <a:gd name="connsiteY17" fmla="*/ 2807628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660652 w 3701141"/>
                <a:gd name="connsiteY15" fmla="*/ 2315642 h 4328278"/>
                <a:gd name="connsiteX16" fmla="*/ 599830 w 3701141"/>
                <a:gd name="connsiteY16" fmla="*/ 2927345 h 4328278"/>
                <a:gd name="connsiteX17" fmla="*/ 0 w 3701141"/>
                <a:gd name="connsiteY17"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599830 w 3701141"/>
                <a:gd name="connsiteY16" fmla="*/ 2927345 h 4328278"/>
                <a:gd name="connsiteX17" fmla="*/ 0 w 3701141"/>
                <a:gd name="connsiteY17"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599830 w 3701141"/>
                <a:gd name="connsiteY16" fmla="*/ 2927345 h 4328278"/>
                <a:gd name="connsiteX17" fmla="*/ 417486 w 3701141"/>
                <a:gd name="connsiteY17" fmla="*/ 300442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599830 w 3701141"/>
                <a:gd name="connsiteY16" fmla="*/ 2927345 h 4328278"/>
                <a:gd name="connsiteX17" fmla="*/ 690717 w 3701141"/>
                <a:gd name="connsiteY17" fmla="*/ 2996377 h 4328278"/>
                <a:gd name="connsiteX18" fmla="*/ 417486 w 3701141"/>
                <a:gd name="connsiteY18" fmla="*/ 3004428 h 4328278"/>
                <a:gd name="connsiteX19" fmla="*/ 0 w 3701141"/>
                <a:gd name="connsiteY19"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599830 w 3701141"/>
                <a:gd name="connsiteY16" fmla="*/ 2927345 h 4328278"/>
                <a:gd name="connsiteX17" fmla="*/ 417486 w 3701141"/>
                <a:gd name="connsiteY17" fmla="*/ 300442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748439 w 3701141"/>
                <a:gd name="connsiteY16" fmla="*/ 2880307 h 4328278"/>
                <a:gd name="connsiteX17" fmla="*/ 417486 w 3701141"/>
                <a:gd name="connsiteY17" fmla="*/ 300442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41416 w 3701141"/>
                <a:gd name="connsiteY15" fmla="*/ 2320045 h 4328278"/>
                <a:gd name="connsiteX16" fmla="*/ 748439 w 3701141"/>
                <a:gd name="connsiteY16" fmla="*/ 2880307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808134 w 3701141"/>
                <a:gd name="connsiteY15" fmla="*/ 2335449 h 4328278"/>
                <a:gd name="connsiteX16" fmla="*/ 748439 w 3701141"/>
                <a:gd name="connsiteY16" fmla="*/ 2880307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748439 w 3701141"/>
                <a:gd name="connsiteY16" fmla="*/ 2880307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126402 w 3701141"/>
                <a:gd name="connsiteY4" fmla="*/ 1809584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604799 w 3701141"/>
                <a:gd name="connsiteY16" fmla="*/ 2934943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324826 w 3701141"/>
                <a:gd name="connsiteY4" fmla="*/ 1959550 h 4328278"/>
                <a:gd name="connsiteX5" fmla="*/ 3082111 w 3701141"/>
                <a:gd name="connsiteY5" fmla="*/ 1481448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604799 w 3701141"/>
                <a:gd name="connsiteY16" fmla="*/ 2934943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324826 w 3701141"/>
                <a:gd name="connsiteY4" fmla="*/ 1959550 h 4328278"/>
                <a:gd name="connsiteX5" fmla="*/ 3097430 w 3701141"/>
                <a:gd name="connsiteY5" fmla="*/ 1557269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604799 w 3701141"/>
                <a:gd name="connsiteY16" fmla="*/ 2934943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324826 w 3701141"/>
                <a:gd name="connsiteY4" fmla="*/ 1959550 h 4328278"/>
                <a:gd name="connsiteX5" fmla="*/ 3097430 w 3701141"/>
                <a:gd name="connsiteY5" fmla="*/ 1557269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604799 w 3701141"/>
                <a:gd name="connsiteY16" fmla="*/ 2934943 h 4328278"/>
                <a:gd name="connsiteX17" fmla="*/ 349506 w 3701141"/>
                <a:gd name="connsiteY17" fmla="*/ 3106188 h 4328278"/>
                <a:gd name="connsiteX18" fmla="*/ 0 w 3701141"/>
                <a:gd name="connsiteY18" fmla="*/ 3585095 h 4328278"/>
                <a:gd name="connsiteX0" fmla="*/ 2920431 w 3701141"/>
                <a:gd name="connsiteY0" fmla="*/ 4328278 h 4328278"/>
                <a:gd name="connsiteX1" fmla="*/ 3564777 w 3701141"/>
                <a:gd name="connsiteY1" fmla="*/ 3716070 h 4328278"/>
                <a:gd name="connsiteX2" fmla="*/ 3689243 w 3701141"/>
                <a:gd name="connsiteY2" fmla="*/ 2980108 h 4328278"/>
                <a:gd name="connsiteX3" fmla="*/ 3315092 w 3701141"/>
                <a:gd name="connsiteY3" fmla="*/ 2314694 h 4328278"/>
                <a:gd name="connsiteX4" fmla="*/ 3403703 w 3701141"/>
                <a:gd name="connsiteY4" fmla="*/ 1945429 h 4328278"/>
                <a:gd name="connsiteX5" fmla="*/ 3097430 w 3701141"/>
                <a:gd name="connsiteY5" fmla="*/ 1557269 h 4328278"/>
                <a:gd name="connsiteX6" fmla="*/ 3162502 w 3701141"/>
                <a:gd name="connsiteY6" fmla="*/ 1056347 h 4328278"/>
                <a:gd name="connsiteX7" fmla="*/ 3313473 w 3701141"/>
                <a:gd name="connsiteY7" fmla="*/ 616006 h 4328278"/>
                <a:gd name="connsiteX8" fmla="*/ 3497368 w 3701141"/>
                <a:gd name="connsiteY8" fmla="*/ 74642 h 4328278"/>
                <a:gd name="connsiteX9" fmla="*/ 3070239 w 3701141"/>
                <a:gd name="connsiteY9" fmla="*/ 13947 h 4328278"/>
                <a:gd name="connsiteX10" fmla="*/ 2670642 w 3701141"/>
                <a:gd name="connsiteY10" fmla="*/ 163381 h 4328278"/>
                <a:gd name="connsiteX11" fmla="*/ 2104464 w 3701141"/>
                <a:gd name="connsiteY11" fmla="*/ 758786 h 4328278"/>
                <a:gd name="connsiteX12" fmla="*/ 1892959 w 3701141"/>
                <a:gd name="connsiteY12" fmla="*/ 1002537 h 4328278"/>
                <a:gd name="connsiteX13" fmla="*/ 1617408 w 3701141"/>
                <a:gd name="connsiteY13" fmla="*/ 1309735 h 4328278"/>
                <a:gd name="connsiteX14" fmla="*/ 1165209 w 3701141"/>
                <a:gd name="connsiteY14" fmla="*/ 1890669 h 4328278"/>
                <a:gd name="connsiteX15" fmla="*/ 718360 w 3701141"/>
                <a:gd name="connsiteY15" fmla="*/ 2324486 h 4328278"/>
                <a:gd name="connsiteX16" fmla="*/ 604799 w 3701141"/>
                <a:gd name="connsiteY16" fmla="*/ 2934943 h 4328278"/>
                <a:gd name="connsiteX17" fmla="*/ 349506 w 3701141"/>
                <a:gd name="connsiteY17" fmla="*/ 3106188 h 4328278"/>
                <a:gd name="connsiteX18" fmla="*/ 0 w 3701141"/>
                <a:gd name="connsiteY18" fmla="*/ 3585095 h 4328278"/>
                <a:gd name="connsiteX0" fmla="*/ 2920431 w 3699254"/>
                <a:gd name="connsiteY0" fmla="*/ 4328278 h 4328278"/>
                <a:gd name="connsiteX1" fmla="*/ 3564777 w 3699254"/>
                <a:gd name="connsiteY1" fmla="*/ 3716070 h 4328278"/>
                <a:gd name="connsiteX2" fmla="*/ 3689243 w 3699254"/>
                <a:gd name="connsiteY2" fmla="*/ 2980108 h 4328278"/>
                <a:gd name="connsiteX3" fmla="*/ 3378438 w 3699254"/>
                <a:gd name="connsiteY3" fmla="*/ 2396587 h 4328278"/>
                <a:gd name="connsiteX4" fmla="*/ 3403703 w 3699254"/>
                <a:gd name="connsiteY4" fmla="*/ 1945429 h 4328278"/>
                <a:gd name="connsiteX5" fmla="*/ 3097430 w 3699254"/>
                <a:gd name="connsiteY5" fmla="*/ 1557269 h 4328278"/>
                <a:gd name="connsiteX6" fmla="*/ 3162502 w 3699254"/>
                <a:gd name="connsiteY6" fmla="*/ 1056347 h 4328278"/>
                <a:gd name="connsiteX7" fmla="*/ 3313473 w 3699254"/>
                <a:gd name="connsiteY7" fmla="*/ 616006 h 4328278"/>
                <a:gd name="connsiteX8" fmla="*/ 3497368 w 3699254"/>
                <a:gd name="connsiteY8" fmla="*/ 74642 h 4328278"/>
                <a:gd name="connsiteX9" fmla="*/ 3070239 w 3699254"/>
                <a:gd name="connsiteY9" fmla="*/ 13947 h 4328278"/>
                <a:gd name="connsiteX10" fmla="*/ 2670642 w 3699254"/>
                <a:gd name="connsiteY10" fmla="*/ 163381 h 4328278"/>
                <a:gd name="connsiteX11" fmla="*/ 2104464 w 3699254"/>
                <a:gd name="connsiteY11" fmla="*/ 758786 h 4328278"/>
                <a:gd name="connsiteX12" fmla="*/ 1892959 w 3699254"/>
                <a:gd name="connsiteY12" fmla="*/ 1002537 h 4328278"/>
                <a:gd name="connsiteX13" fmla="*/ 1617408 w 3699254"/>
                <a:gd name="connsiteY13" fmla="*/ 1309735 h 4328278"/>
                <a:gd name="connsiteX14" fmla="*/ 1165209 w 3699254"/>
                <a:gd name="connsiteY14" fmla="*/ 1890669 h 4328278"/>
                <a:gd name="connsiteX15" fmla="*/ 718360 w 3699254"/>
                <a:gd name="connsiteY15" fmla="*/ 2324486 h 4328278"/>
                <a:gd name="connsiteX16" fmla="*/ 604799 w 3699254"/>
                <a:gd name="connsiteY16" fmla="*/ 2934943 h 4328278"/>
                <a:gd name="connsiteX17" fmla="*/ 349506 w 3699254"/>
                <a:gd name="connsiteY17" fmla="*/ 3106188 h 4328278"/>
                <a:gd name="connsiteX18" fmla="*/ 0 w 3699254"/>
                <a:gd name="connsiteY18" fmla="*/ 3585095 h 4328278"/>
                <a:gd name="connsiteX0" fmla="*/ 2920431 w 3699254"/>
                <a:gd name="connsiteY0" fmla="*/ 4328278 h 4328278"/>
                <a:gd name="connsiteX1" fmla="*/ 3564777 w 3699254"/>
                <a:gd name="connsiteY1" fmla="*/ 3716070 h 4328278"/>
                <a:gd name="connsiteX2" fmla="*/ 3689243 w 3699254"/>
                <a:gd name="connsiteY2" fmla="*/ 2980108 h 4328278"/>
                <a:gd name="connsiteX3" fmla="*/ 3378438 w 3699254"/>
                <a:gd name="connsiteY3" fmla="*/ 2396587 h 4328278"/>
                <a:gd name="connsiteX4" fmla="*/ 3403703 w 3699254"/>
                <a:gd name="connsiteY4" fmla="*/ 1945429 h 4328278"/>
                <a:gd name="connsiteX5" fmla="*/ 3097430 w 3699254"/>
                <a:gd name="connsiteY5" fmla="*/ 1557269 h 4328278"/>
                <a:gd name="connsiteX6" fmla="*/ 3162502 w 3699254"/>
                <a:gd name="connsiteY6" fmla="*/ 1056347 h 4328278"/>
                <a:gd name="connsiteX7" fmla="*/ 3313473 w 3699254"/>
                <a:gd name="connsiteY7" fmla="*/ 616006 h 4328278"/>
                <a:gd name="connsiteX8" fmla="*/ 3497368 w 3699254"/>
                <a:gd name="connsiteY8" fmla="*/ 74642 h 4328278"/>
                <a:gd name="connsiteX9" fmla="*/ 3070239 w 3699254"/>
                <a:gd name="connsiteY9" fmla="*/ 13947 h 4328278"/>
                <a:gd name="connsiteX10" fmla="*/ 2670642 w 3699254"/>
                <a:gd name="connsiteY10" fmla="*/ 163381 h 4328278"/>
                <a:gd name="connsiteX11" fmla="*/ 2104464 w 3699254"/>
                <a:gd name="connsiteY11" fmla="*/ 758786 h 4328278"/>
                <a:gd name="connsiteX12" fmla="*/ 1892959 w 3699254"/>
                <a:gd name="connsiteY12" fmla="*/ 1002537 h 4328278"/>
                <a:gd name="connsiteX13" fmla="*/ 1617408 w 3699254"/>
                <a:gd name="connsiteY13" fmla="*/ 1309735 h 4328278"/>
                <a:gd name="connsiteX14" fmla="*/ 1165209 w 3699254"/>
                <a:gd name="connsiteY14" fmla="*/ 1890669 h 4328278"/>
                <a:gd name="connsiteX15" fmla="*/ 718360 w 3699254"/>
                <a:gd name="connsiteY15" fmla="*/ 2324486 h 4328278"/>
                <a:gd name="connsiteX16" fmla="*/ 604799 w 3699254"/>
                <a:gd name="connsiteY16" fmla="*/ 2934943 h 4328278"/>
                <a:gd name="connsiteX17" fmla="*/ 349506 w 3699254"/>
                <a:gd name="connsiteY17" fmla="*/ 3106188 h 4328278"/>
                <a:gd name="connsiteX18" fmla="*/ 0 w 3699254"/>
                <a:gd name="connsiteY18" fmla="*/ 3585095 h 4328278"/>
                <a:gd name="connsiteX0" fmla="*/ 2920431 w 3699254"/>
                <a:gd name="connsiteY0" fmla="*/ 4328278 h 4328278"/>
                <a:gd name="connsiteX1" fmla="*/ 3564777 w 3699254"/>
                <a:gd name="connsiteY1" fmla="*/ 3716070 h 4328278"/>
                <a:gd name="connsiteX2" fmla="*/ 3689243 w 3699254"/>
                <a:gd name="connsiteY2" fmla="*/ 2980108 h 4328278"/>
                <a:gd name="connsiteX3" fmla="*/ 3378438 w 3699254"/>
                <a:gd name="connsiteY3" fmla="*/ 2396587 h 4328278"/>
                <a:gd name="connsiteX4" fmla="*/ 3403703 w 3699254"/>
                <a:gd name="connsiteY4" fmla="*/ 1945429 h 4328278"/>
                <a:gd name="connsiteX5" fmla="*/ 3097430 w 3699254"/>
                <a:gd name="connsiteY5" fmla="*/ 1557269 h 4328278"/>
                <a:gd name="connsiteX6" fmla="*/ 3162502 w 3699254"/>
                <a:gd name="connsiteY6" fmla="*/ 1056347 h 4328278"/>
                <a:gd name="connsiteX7" fmla="*/ 3313473 w 3699254"/>
                <a:gd name="connsiteY7" fmla="*/ 616006 h 4328278"/>
                <a:gd name="connsiteX8" fmla="*/ 3497368 w 3699254"/>
                <a:gd name="connsiteY8" fmla="*/ 74642 h 4328278"/>
                <a:gd name="connsiteX9" fmla="*/ 3070239 w 3699254"/>
                <a:gd name="connsiteY9" fmla="*/ 13947 h 4328278"/>
                <a:gd name="connsiteX10" fmla="*/ 2670642 w 3699254"/>
                <a:gd name="connsiteY10" fmla="*/ 163381 h 4328278"/>
                <a:gd name="connsiteX11" fmla="*/ 2104464 w 3699254"/>
                <a:gd name="connsiteY11" fmla="*/ 758786 h 4328278"/>
                <a:gd name="connsiteX12" fmla="*/ 1892959 w 3699254"/>
                <a:gd name="connsiteY12" fmla="*/ 1002537 h 4328278"/>
                <a:gd name="connsiteX13" fmla="*/ 1617408 w 3699254"/>
                <a:gd name="connsiteY13" fmla="*/ 1309735 h 4328278"/>
                <a:gd name="connsiteX14" fmla="*/ 1165209 w 3699254"/>
                <a:gd name="connsiteY14" fmla="*/ 1890669 h 4328278"/>
                <a:gd name="connsiteX15" fmla="*/ 718360 w 3699254"/>
                <a:gd name="connsiteY15" fmla="*/ 2324486 h 4328278"/>
                <a:gd name="connsiteX16" fmla="*/ 604799 w 3699254"/>
                <a:gd name="connsiteY16" fmla="*/ 2934943 h 4328278"/>
                <a:gd name="connsiteX17" fmla="*/ 349506 w 3699254"/>
                <a:gd name="connsiteY17" fmla="*/ 3106188 h 4328278"/>
                <a:gd name="connsiteX18" fmla="*/ 0 w 3699254"/>
                <a:gd name="connsiteY18" fmla="*/ 3585095 h 4328278"/>
                <a:gd name="connsiteX0" fmla="*/ 2920431 w 3699254"/>
                <a:gd name="connsiteY0" fmla="*/ 4328278 h 4328278"/>
                <a:gd name="connsiteX1" fmla="*/ 3564777 w 3699254"/>
                <a:gd name="connsiteY1" fmla="*/ 3716070 h 4328278"/>
                <a:gd name="connsiteX2" fmla="*/ 3689243 w 3699254"/>
                <a:gd name="connsiteY2" fmla="*/ 2980108 h 4328278"/>
                <a:gd name="connsiteX3" fmla="*/ 3378438 w 3699254"/>
                <a:gd name="connsiteY3" fmla="*/ 2396587 h 4328278"/>
                <a:gd name="connsiteX4" fmla="*/ 3404734 w 3699254"/>
                <a:gd name="connsiteY4" fmla="*/ 1928293 h 4328278"/>
                <a:gd name="connsiteX5" fmla="*/ 3097430 w 3699254"/>
                <a:gd name="connsiteY5" fmla="*/ 1557269 h 4328278"/>
                <a:gd name="connsiteX6" fmla="*/ 3162502 w 3699254"/>
                <a:gd name="connsiteY6" fmla="*/ 1056347 h 4328278"/>
                <a:gd name="connsiteX7" fmla="*/ 3313473 w 3699254"/>
                <a:gd name="connsiteY7" fmla="*/ 616006 h 4328278"/>
                <a:gd name="connsiteX8" fmla="*/ 3497368 w 3699254"/>
                <a:gd name="connsiteY8" fmla="*/ 74642 h 4328278"/>
                <a:gd name="connsiteX9" fmla="*/ 3070239 w 3699254"/>
                <a:gd name="connsiteY9" fmla="*/ 13947 h 4328278"/>
                <a:gd name="connsiteX10" fmla="*/ 2670642 w 3699254"/>
                <a:gd name="connsiteY10" fmla="*/ 163381 h 4328278"/>
                <a:gd name="connsiteX11" fmla="*/ 2104464 w 3699254"/>
                <a:gd name="connsiteY11" fmla="*/ 758786 h 4328278"/>
                <a:gd name="connsiteX12" fmla="*/ 1892959 w 3699254"/>
                <a:gd name="connsiteY12" fmla="*/ 1002537 h 4328278"/>
                <a:gd name="connsiteX13" fmla="*/ 1617408 w 3699254"/>
                <a:gd name="connsiteY13" fmla="*/ 1309735 h 4328278"/>
                <a:gd name="connsiteX14" fmla="*/ 1165209 w 3699254"/>
                <a:gd name="connsiteY14" fmla="*/ 1890669 h 4328278"/>
                <a:gd name="connsiteX15" fmla="*/ 718360 w 3699254"/>
                <a:gd name="connsiteY15" fmla="*/ 2324486 h 4328278"/>
                <a:gd name="connsiteX16" fmla="*/ 604799 w 3699254"/>
                <a:gd name="connsiteY16" fmla="*/ 2934943 h 4328278"/>
                <a:gd name="connsiteX17" fmla="*/ 349506 w 3699254"/>
                <a:gd name="connsiteY17" fmla="*/ 3106188 h 4328278"/>
                <a:gd name="connsiteX18" fmla="*/ 0 w 3699254"/>
                <a:gd name="connsiteY18" fmla="*/ 3585095 h 4328278"/>
                <a:gd name="connsiteX0" fmla="*/ 2920431 w 3699254"/>
                <a:gd name="connsiteY0" fmla="*/ 4328278 h 4328278"/>
                <a:gd name="connsiteX1" fmla="*/ 3564777 w 3699254"/>
                <a:gd name="connsiteY1" fmla="*/ 3716070 h 4328278"/>
                <a:gd name="connsiteX2" fmla="*/ 3689243 w 3699254"/>
                <a:gd name="connsiteY2" fmla="*/ 2980108 h 4328278"/>
                <a:gd name="connsiteX3" fmla="*/ 3378438 w 3699254"/>
                <a:gd name="connsiteY3" fmla="*/ 2396587 h 4328278"/>
                <a:gd name="connsiteX4" fmla="*/ 3404734 w 3699254"/>
                <a:gd name="connsiteY4" fmla="*/ 1928293 h 4328278"/>
                <a:gd name="connsiteX5" fmla="*/ 3097430 w 3699254"/>
                <a:gd name="connsiteY5" fmla="*/ 1557269 h 4328278"/>
                <a:gd name="connsiteX6" fmla="*/ 3162502 w 3699254"/>
                <a:gd name="connsiteY6" fmla="*/ 1056347 h 4328278"/>
                <a:gd name="connsiteX7" fmla="*/ 3313473 w 3699254"/>
                <a:gd name="connsiteY7" fmla="*/ 616006 h 4328278"/>
                <a:gd name="connsiteX8" fmla="*/ 3497368 w 3699254"/>
                <a:gd name="connsiteY8" fmla="*/ 74642 h 4328278"/>
                <a:gd name="connsiteX9" fmla="*/ 3070239 w 3699254"/>
                <a:gd name="connsiteY9" fmla="*/ 13947 h 4328278"/>
                <a:gd name="connsiteX10" fmla="*/ 2670642 w 3699254"/>
                <a:gd name="connsiteY10" fmla="*/ 163381 h 4328278"/>
                <a:gd name="connsiteX11" fmla="*/ 2104464 w 3699254"/>
                <a:gd name="connsiteY11" fmla="*/ 758786 h 4328278"/>
                <a:gd name="connsiteX12" fmla="*/ 1892959 w 3699254"/>
                <a:gd name="connsiteY12" fmla="*/ 1002537 h 4328278"/>
                <a:gd name="connsiteX13" fmla="*/ 1617408 w 3699254"/>
                <a:gd name="connsiteY13" fmla="*/ 1309735 h 4328278"/>
                <a:gd name="connsiteX14" fmla="*/ 1165209 w 3699254"/>
                <a:gd name="connsiteY14" fmla="*/ 1890669 h 4328278"/>
                <a:gd name="connsiteX15" fmla="*/ 718360 w 3699254"/>
                <a:gd name="connsiteY15" fmla="*/ 2324486 h 4328278"/>
                <a:gd name="connsiteX16" fmla="*/ 604799 w 3699254"/>
                <a:gd name="connsiteY16" fmla="*/ 2934943 h 4328278"/>
                <a:gd name="connsiteX17" fmla="*/ 349506 w 3699254"/>
                <a:gd name="connsiteY17" fmla="*/ 3106188 h 4328278"/>
                <a:gd name="connsiteX18" fmla="*/ 0 w 3699254"/>
                <a:gd name="connsiteY18" fmla="*/ 3585095 h 4328278"/>
                <a:gd name="connsiteX0" fmla="*/ 2920431 w 3939063"/>
                <a:gd name="connsiteY0" fmla="*/ 4328278 h 4328278"/>
                <a:gd name="connsiteX1" fmla="*/ 3564777 w 3939063"/>
                <a:gd name="connsiteY1" fmla="*/ 3716070 h 4328278"/>
                <a:gd name="connsiteX2" fmla="*/ 3937377 w 3939063"/>
                <a:gd name="connsiteY2" fmla="*/ 3388604 h 4328278"/>
                <a:gd name="connsiteX3" fmla="*/ 3689243 w 3939063"/>
                <a:gd name="connsiteY3" fmla="*/ 2980108 h 4328278"/>
                <a:gd name="connsiteX4" fmla="*/ 3378438 w 3939063"/>
                <a:gd name="connsiteY4" fmla="*/ 2396587 h 4328278"/>
                <a:gd name="connsiteX5" fmla="*/ 3404734 w 3939063"/>
                <a:gd name="connsiteY5" fmla="*/ 1928293 h 4328278"/>
                <a:gd name="connsiteX6" fmla="*/ 3097430 w 3939063"/>
                <a:gd name="connsiteY6" fmla="*/ 1557269 h 4328278"/>
                <a:gd name="connsiteX7" fmla="*/ 3162502 w 3939063"/>
                <a:gd name="connsiteY7" fmla="*/ 1056347 h 4328278"/>
                <a:gd name="connsiteX8" fmla="*/ 3313473 w 3939063"/>
                <a:gd name="connsiteY8" fmla="*/ 616006 h 4328278"/>
                <a:gd name="connsiteX9" fmla="*/ 3497368 w 3939063"/>
                <a:gd name="connsiteY9" fmla="*/ 74642 h 4328278"/>
                <a:gd name="connsiteX10" fmla="*/ 3070239 w 3939063"/>
                <a:gd name="connsiteY10" fmla="*/ 13947 h 4328278"/>
                <a:gd name="connsiteX11" fmla="*/ 2670642 w 3939063"/>
                <a:gd name="connsiteY11" fmla="*/ 163381 h 4328278"/>
                <a:gd name="connsiteX12" fmla="*/ 2104464 w 3939063"/>
                <a:gd name="connsiteY12" fmla="*/ 758786 h 4328278"/>
                <a:gd name="connsiteX13" fmla="*/ 1892959 w 3939063"/>
                <a:gd name="connsiteY13" fmla="*/ 1002537 h 4328278"/>
                <a:gd name="connsiteX14" fmla="*/ 1617408 w 3939063"/>
                <a:gd name="connsiteY14" fmla="*/ 1309735 h 4328278"/>
                <a:gd name="connsiteX15" fmla="*/ 1165209 w 3939063"/>
                <a:gd name="connsiteY15" fmla="*/ 1890669 h 4328278"/>
                <a:gd name="connsiteX16" fmla="*/ 718360 w 3939063"/>
                <a:gd name="connsiteY16" fmla="*/ 2324486 h 4328278"/>
                <a:gd name="connsiteX17" fmla="*/ 604799 w 3939063"/>
                <a:gd name="connsiteY17" fmla="*/ 2934943 h 4328278"/>
                <a:gd name="connsiteX18" fmla="*/ 349506 w 3939063"/>
                <a:gd name="connsiteY18" fmla="*/ 3106188 h 4328278"/>
                <a:gd name="connsiteX19" fmla="*/ 0 w 3939063"/>
                <a:gd name="connsiteY19" fmla="*/ 3585095 h 4328278"/>
                <a:gd name="connsiteX0" fmla="*/ 2920431 w 3941318"/>
                <a:gd name="connsiteY0" fmla="*/ 4328278 h 4328278"/>
                <a:gd name="connsiteX1" fmla="*/ 3833270 w 3941318"/>
                <a:gd name="connsiteY1" fmla="*/ 3816935 h 4328278"/>
                <a:gd name="connsiteX2" fmla="*/ 3937377 w 3941318"/>
                <a:gd name="connsiteY2" fmla="*/ 3388604 h 4328278"/>
                <a:gd name="connsiteX3" fmla="*/ 3689243 w 3941318"/>
                <a:gd name="connsiteY3" fmla="*/ 2980108 h 4328278"/>
                <a:gd name="connsiteX4" fmla="*/ 3378438 w 3941318"/>
                <a:gd name="connsiteY4" fmla="*/ 2396587 h 4328278"/>
                <a:gd name="connsiteX5" fmla="*/ 3404734 w 3941318"/>
                <a:gd name="connsiteY5" fmla="*/ 1928293 h 4328278"/>
                <a:gd name="connsiteX6" fmla="*/ 3097430 w 3941318"/>
                <a:gd name="connsiteY6" fmla="*/ 1557269 h 4328278"/>
                <a:gd name="connsiteX7" fmla="*/ 3162502 w 3941318"/>
                <a:gd name="connsiteY7" fmla="*/ 1056347 h 4328278"/>
                <a:gd name="connsiteX8" fmla="*/ 3313473 w 3941318"/>
                <a:gd name="connsiteY8" fmla="*/ 616006 h 4328278"/>
                <a:gd name="connsiteX9" fmla="*/ 3497368 w 3941318"/>
                <a:gd name="connsiteY9" fmla="*/ 74642 h 4328278"/>
                <a:gd name="connsiteX10" fmla="*/ 3070239 w 3941318"/>
                <a:gd name="connsiteY10" fmla="*/ 13947 h 4328278"/>
                <a:gd name="connsiteX11" fmla="*/ 2670642 w 3941318"/>
                <a:gd name="connsiteY11" fmla="*/ 163381 h 4328278"/>
                <a:gd name="connsiteX12" fmla="*/ 2104464 w 3941318"/>
                <a:gd name="connsiteY12" fmla="*/ 758786 h 4328278"/>
                <a:gd name="connsiteX13" fmla="*/ 1892959 w 3941318"/>
                <a:gd name="connsiteY13" fmla="*/ 1002537 h 4328278"/>
                <a:gd name="connsiteX14" fmla="*/ 1617408 w 3941318"/>
                <a:gd name="connsiteY14" fmla="*/ 1309735 h 4328278"/>
                <a:gd name="connsiteX15" fmla="*/ 1165209 w 3941318"/>
                <a:gd name="connsiteY15" fmla="*/ 1890669 h 4328278"/>
                <a:gd name="connsiteX16" fmla="*/ 718360 w 3941318"/>
                <a:gd name="connsiteY16" fmla="*/ 2324486 h 4328278"/>
                <a:gd name="connsiteX17" fmla="*/ 604799 w 3941318"/>
                <a:gd name="connsiteY17" fmla="*/ 2934943 h 4328278"/>
                <a:gd name="connsiteX18" fmla="*/ 349506 w 3941318"/>
                <a:gd name="connsiteY18" fmla="*/ 3106188 h 4328278"/>
                <a:gd name="connsiteX19" fmla="*/ 0 w 3941318"/>
                <a:gd name="connsiteY19" fmla="*/ 3585095 h 4328278"/>
                <a:gd name="connsiteX0" fmla="*/ 2920431 w 3939063"/>
                <a:gd name="connsiteY0" fmla="*/ 4328278 h 4328278"/>
                <a:gd name="connsiteX1" fmla="*/ 3644757 w 3939063"/>
                <a:gd name="connsiteY1" fmla="*/ 4153747 h 4328278"/>
                <a:gd name="connsiteX2" fmla="*/ 3833270 w 3939063"/>
                <a:gd name="connsiteY2" fmla="*/ 3816935 h 4328278"/>
                <a:gd name="connsiteX3" fmla="*/ 3937377 w 3939063"/>
                <a:gd name="connsiteY3" fmla="*/ 3388604 h 4328278"/>
                <a:gd name="connsiteX4" fmla="*/ 3689243 w 3939063"/>
                <a:gd name="connsiteY4" fmla="*/ 2980108 h 4328278"/>
                <a:gd name="connsiteX5" fmla="*/ 3378438 w 3939063"/>
                <a:gd name="connsiteY5" fmla="*/ 2396587 h 4328278"/>
                <a:gd name="connsiteX6" fmla="*/ 3404734 w 3939063"/>
                <a:gd name="connsiteY6" fmla="*/ 1928293 h 4328278"/>
                <a:gd name="connsiteX7" fmla="*/ 3097430 w 3939063"/>
                <a:gd name="connsiteY7" fmla="*/ 1557269 h 4328278"/>
                <a:gd name="connsiteX8" fmla="*/ 3162502 w 3939063"/>
                <a:gd name="connsiteY8" fmla="*/ 1056347 h 4328278"/>
                <a:gd name="connsiteX9" fmla="*/ 3313473 w 3939063"/>
                <a:gd name="connsiteY9" fmla="*/ 616006 h 4328278"/>
                <a:gd name="connsiteX10" fmla="*/ 3497368 w 3939063"/>
                <a:gd name="connsiteY10" fmla="*/ 74642 h 4328278"/>
                <a:gd name="connsiteX11" fmla="*/ 3070239 w 3939063"/>
                <a:gd name="connsiteY11" fmla="*/ 13947 h 4328278"/>
                <a:gd name="connsiteX12" fmla="*/ 2670642 w 3939063"/>
                <a:gd name="connsiteY12" fmla="*/ 163381 h 4328278"/>
                <a:gd name="connsiteX13" fmla="*/ 2104464 w 3939063"/>
                <a:gd name="connsiteY13" fmla="*/ 758786 h 4328278"/>
                <a:gd name="connsiteX14" fmla="*/ 1892959 w 3939063"/>
                <a:gd name="connsiteY14" fmla="*/ 1002537 h 4328278"/>
                <a:gd name="connsiteX15" fmla="*/ 1617408 w 3939063"/>
                <a:gd name="connsiteY15" fmla="*/ 1309735 h 4328278"/>
                <a:gd name="connsiteX16" fmla="*/ 1165209 w 3939063"/>
                <a:gd name="connsiteY16" fmla="*/ 1890669 h 4328278"/>
                <a:gd name="connsiteX17" fmla="*/ 718360 w 3939063"/>
                <a:gd name="connsiteY17" fmla="*/ 2324486 h 4328278"/>
                <a:gd name="connsiteX18" fmla="*/ 604799 w 3939063"/>
                <a:gd name="connsiteY18" fmla="*/ 2934943 h 4328278"/>
                <a:gd name="connsiteX19" fmla="*/ 349506 w 3939063"/>
                <a:gd name="connsiteY19" fmla="*/ 3106188 h 4328278"/>
                <a:gd name="connsiteX20" fmla="*/ 0 w 3939063"/>
                <a:gd name="connsiteY20" fmla="*/ 3585095 h 4328278"/>
                <a:gd name="connsiteX0" fmla="*/ 3308720 w 3939063"/>
                <a:gd name="connsiteY0" fmla="*/ 4407316 h 4407316"/>
                <a:gd name="connsiteX1" fmla="*/ 3644757 w 3939063"/>
                <a:gd name="connsiteY1" fmla="*/ 4153747 h 4407316"/>
                <a:gd name="connsiteX2" fmla="*/ 3833270 w 3939063"/>
                <a:gd name="connsiteY2" fmla="*/ 3816935 h 4407316"/>
                <a:gd name="connsiteX3" fmla="*/ 3937377 w 3939063"/>
                <a:gd name="connsiteY3" fmla="*/ 3388604 h 4407316"/>
                <a:gd name="connsiteX4" fmla="*/ 3689243 w 3939063"/>
                <a:gd name="connsiteY4" fmla="*/ 2980108 h 4407316"/>
                <a:gd name="connsiteX5" fmla="*/ 3378438 w 3939063"/>
                <a:gd name="connsiteY5" fmla="*/ 2396587 h 4407316"/>
                <a:gd name="connsiteX6" fmla="*/ 3404734 w 3939063"/>
                <a:gd name="connsiteY6" fmla="*/ 1928293 h 4407316"/>
                <a:gd name="connsiteX7" fmla="*/ 3097430 w 3939063"/>
                <a:gd name="connsiteY7" fmla="*/ 1557269 h 4407316"/>
                <a:gd name="connsiteX8" fmla="*/ 3162502 w 3939063"/>
                <a:gd name="connsiteY8" fmla="*/ 1056347 h 4407316"/>
                <a:gd name="connsiteX9" fmla="*/ 3313473 w 3939063"/>
                <a:gd name="connsiteY9" fmla="*/ 616006 h 4407316"/>
                <a:gd name="connsiteX10" fmla="*/ 3497368 w 3939063"/>
                <a:gd name="connsiteY10" fmla="*/ 74642 h 4407316"/>
                <a:gd name="connsiteX11" fmla="*/ 3070239 w 3939063"/>
                <a:gd name="connsiteY11" fmla="*/ 13947 h 4407316"/>
                <a:gd name="connsiteX12" fmla="*/ 2670642 w 3939063"/>
                <a:gd name="connsiteY12" fmla="*/ 163381 h 4407316"/>
                <a:gd name="connsiteX13" fmla="*/ 2104464 w 3939063"/>
                <a:gd name="connsiteY13" fmla="*/ 758786 h 4407316"/>
                <a:gd name="connsiteX14" fmla="*/ 1892959 w 3939063"/>
                <a:gd name="connsiteY14" fmla="*/ 1002537 h 4407316"/>
                <a:gd name="connsiteX15" fmla="*/ 1617408 w 3939063"/>
                <a:gd name="connsiteY15" fmla="*/ 1309735 h 4407316"/>
                <a:gd name="connsiteX16" fmla="*/ 1165209 w 3939063"/>
                <a:gd name="connsiteY16" fmla="*/ 1890669 h 4407316"/>
                <a:gd name="connsiteX17" fmla="*/ 718360 w 3939063"/>
                <a:gd name="connsiteY17" fmla="*/ 2324486 h 4407316"/>
                <a:gd name="connsiteX18" fmla="*/ 604799 w 3939063"/>
                <a:gd name="connsiteY18" fmla="*/ 2934943 h 4407316"/>
                <a:gd name="connsiteX19" fmla="*/ 349506 w 3939063"/>
                <a:gd name="connsiteY19" fmla="*/ 3106188 h 4407316"/>
                <a:gd name="connsiteX20" fmla="*/ 0 w 3939063"/>
                <a:gd name="connsiteY20" fmla="*/ 3585095 h 4407316"/>
                <a:gd name="connsiteX0" fmla="*/ 3308720 w 3939063"/>
                <a:gd name="connsiteY0" fmla="*/ 4407316 h 4407316"/>
                <a:gd name="connsiteX1" fmla="*/ 3644757 w 3939063"/>
                <a:gd name="connsiteY1" fmla="*/ 4153747 h 4407316"/>
                <a:gd name="connsiteX2" fmla="*/ 3833270 w 3939063"/>
                <a:gd name="connsiteY2" fmla="*/ 3816935 h 4407316"/>
                <a:gd name="connsiteX3" fmla="*/ 3937377 w 3939063"/>
                <a:gd name="connsiteY3" fmla="*/ 3388604 h 4407316"/>
                <a:gd name="connsiteX4" fmla="*/ 3689243 w 3939063"/>
                <a:gd name="connsiteY4" fmla="*/ 2980108 h 4407316"/>
                <a:gd name="connsiteX5" fmla="*/ 3378438 w 3939063"/>
                <a:gd name="connsiteY5" fmla="*/ 2396587 h 4407316"/>
                <a:gd name="connsiteX6" fmla="*/ 3404734 w 3939063"/>
                <a:gd name="connsiteY6" fmla="*/ 1928293 h 4407316"/>
                <a:gd name="connsiteX7" fmla="*/ 3097430 w 3939063"/>
                <a:gd name="connsiteY7" fmla="*/ 1557269 h 4407316"/>
                <a:gd name="connsiteX8" fmla="*/ 3162502 w 3939063"/>
                <a:gd name="connsiteY8" fmla="*/ 1056347 h 4407316"/>
                <a:gd name="connsiteX9" fmla="*/ 3313473 w 3939063"/>
                <a:gd name="connsiteY9" fmla="*/ 616006 h 4407316"/>
                <a:gd name="connsiteX10" fmla="*/ 3497368 w 3939063"/>
                <a:gd name="connsiteY10" fmla="*/ 74642 h 4407316"/>
                <a:gd name="connsiteX11" fmla="*/ 3070239 w 3939063"/>
                <a:gd name="connsiteY11" fmla="*/ 13947 h 4407316"/>
                <a:gd name="connsiteX12" fmla="*/ 2670642 w 3939063"/>
                <a:gd name="connsiteY12" fmla="*/ 163381 h 4407316"/>
                <a:gd name="connsiteX13" fmla="*/ 2104464 w 3939063"/>
                <a:gd name="connsiteY13" fmla="*/ 758786 h 4407316"/>
                <a:gd name="connsiteX14" fmla="*/ 1892959 w 3939063"/>
                <a:gd name="connsiteY14" fmla="*/ 1002537 h 4407316"/>
                <a:gd name="connsiteX15" fmla="*/ 1617408 w 3939063"/>
                <a:gd name="connsiteY15" fmla="*/ 1309735 h 4407316"/>
                <a:gd name="connsiteX16" fmla="*/ 1165209 w 3939063"/>
                <a:gd name="connsiteY16" fmla="*/ 1890669 h 4407316"/>
                <a:gd name="connsiteX17" fmla="*/ 718360 w 3939063"/>
                <a:gd name="connsiteY17" fmla="*/ 2324486 h 4407316"/>
                <a:gd name="connsiteX18" fmla="*/ 604799 w 3939063"/>
                <a:gd name="connsiteY18" fmla="*/ 2934943 h 4407316"/>
                <a:gd name="connsiteX19" fmla="*/ 349506 w 3939063"/>
                <a:gd name="connsiteY19" fmla="*/ 3106188 h 4407316"/>
                <a:gd name="connsiteX20" fmla="*/ 78181 w 3939063"/>
                <a:gd name="connsiteY20" fmla="*/ 3301798 h 4407316"/>
                <a:gd name="connsiteX21" fmla="*/ 0 w 3939063"/>
                <a:gd name="connsiteY21" fmla="*/ 3585095 h 4407316"/>
                <a:gd name="connsiteX0" fmla="*/ 3240088 w 3870431"/>
                <a:gd name="connsiteY0" fmla="*/ 4407316 h 4407316"/>
                <a:gd name="connsiteX1" fmla="*/ 3576125 w 3870431"/>
                <a:gd name="connsiteY1" fmla="*/ 4153747 h 4407316"/>
                <a:gd name="connsiteX2" fmla="*/ 3764638 w 3870431"/>
                <a:gd name="connsiteY2" fmla="*/ 3816935 h 4407316"/>
                <a:gd name="connsiteX3" fmla="*/ 3868745 w 3870431"/>
                <a:gd name="connsiteY3" fmla="*/ 3388604 h 4407316"/>
                <a:gd name="connsiteX4" fmla="*/ 3620611 w 3870431"/>
                <a:gd name="connsiteY4" fmla="*/ 2980108 h 4407316"/>
                <a:gd name="connsiteX5" fmla="*/ 3309806 w 3870431"/>
                <a:gd name="connsiteY5" fmla="*/ 2396587 h 4407316"/>
                <a:gd name="connsiteX6" fmla="*/ 3336102 w 3870431"/>
                <a:gd name="connsiteY6" fmla="*/ 1928293 h 4407316"/>
                <a:gd name="connsiteX7" fmla="*/ 3028798 w 3870431"/>
                <a:gd name="connsiteY7" fmla="*/ 1557269 h 4407316"/>
                <a:gd name="connsiteX8" fmla="*/ 3093870 w 3870431"/>
                <a:gd name="connsiteY8" fmla="*/ 1056347 h 4407316"/>
                <a:gd name="connsiteX9" fmla="*/ 3244841 w 3870431"/>
                <a:gd name="connsiteY9" fmla="*/ 616006 h 4407316"/>
                <a:gd name="connsiteX10" fmla="*/ 3428736 w 3870431"/>
                <a:gd name="connsiteY10" fmla="*/ 74642 h 4407316"/>
                <a:gd name="connsiteX11" fmla="*/ 3001607 w 3870431"/>
                <a:gd name="connsiteY11" fmla="*/ 13947 h 4407316"/>
                <a:gd name="connsiteX12" fmla="*/ 2602010 w 3870431"/>
                <a:gd name="connsiteY12" fmla="*/ 163381 h 4407316"/>
                <a:gd name="connsiteX13" fmla="*/ 2035832 w 3870431"/>
                <a:gd name="connsiteY13" fmla="*/ 758786 h 4407316"/>
                <a:gd name="connsiteX14" fmla="*/ 1824327 w 3870431"/>
                <a:gd name="connsiteY14" fmla="*/ 1002537 h 4407316"/>
                <a:gd name="connsiteX15" fmla="*/ 1548776 w 3870431"/>
                <a:gd name="connsiteY15" fmla="*/ 1309735 h 4407316"/>
                <a:gd name="connsiteX16" fmla="*/ 1096577 w 3870431"/>
                <a:gd name="connsiteY16" fmla="*/ 1890669 h 4407316"/>
                <a:gd name="connsiteX17" fmla="*/ 649728 w 3870431"/>
                <a:gd name="connsiteY17" fmla="*/ 2324486 h 4407316"/>
                <a:gd name="connsiteX18" fmla="*/ 536167 w 3870431"/>
                <a:gd name="connsiteY18" fmla="*/ 2934943 h 4407316"/>
                <a:gd name="connsiteX19" fmla="*/ 280874 w 3870431"/>
                <a:gd name="connsiteY19" fmla="*/ 3106188 h 4407316"/>
                <a:gd name="connsiteX20" fmla="*/ 9549 w 3870431"/>
                <a:gd name="connsiteY20" fmla="*/ 3301798 h 4407316"/>
                <a:gd name="connsiteX21" fmla="*/ 161666 w 3870431"/>
                <a:gd name="connsiteY21" fmla="*/ 3579578 h 4407316"/>
                <a:gd name="connsiteX0" fmla="*/ 3240088 w 3870431"/>
                <a:gd name="connsiteY0" fmla="*/ 4407316 h 4407316"/>
                <a:gd name="connsiteX1" fmla="*/ 3576125 w 3870431"/>
                <a:gd name="connsiteY1" fmla="*/ 4153747 h 4407316"/>
                <a:gd name="connsiteX2" fmla="*/ 3764638 w 3870431"/>
                <a:gd name="connsiteY2" fmla="*/ 3816935 h 4407316"/>
                <a:gd name="connsiteX3" fmla="*/ 3868745 w 3870431"/>
                <a:gd name="connsiteY3" fmla="*/ 3388604 h 4407316"/>
                <a:gd name="connsiteX4" fmla="*/ 3620611 w 3870431"/>
                <a:gd name="connsiteY4" fmla="*/ 2980108 h 4407316"/>
                <a:gd name="connsiteX5" fmla="*/ 3309806 w 3870431"/>
                <a:gd name="connsiteY5" fmla="*/ 2396587 h 4407316"/>
                <a:gd name="connsiteX6" fmla="*/ 3336102 w 3870431"/>
                <a:gd name="connsiteY6" fmla="*/ 1928293 h 4407316"/>
                <a:gd name="connsiteX7" fmla="*/ 3028798 w 3870431"/>
                <a:gd name="connsiteY7" fmla="*/ 1557269 h 4407316"/>
                <a:gd name="connsiteX8" fmla="*/ 3093870 w 3870431"/>
                <a:gd name="connsiteY8" fmla="*/ 1056347 h 4407316"/>
                <a:gd name="connsiteX9" fmla="*/ 3244841 w 3870431"/>
                <a:gd name="connsiteY9" fmla="*/ 616006 h 4407316"/>
                <a:gd name="connsiteX10" fmla="*/ 3428736 w 3870431"/>
                <a:gd name="connsiteY10" fmla="*/ 74642 h 4407316"/>
                <a:gd name="connsiteX11" fmla="*/ 3001607 w 3870431"/>
                <a:gd name="connsiteY11" fmla="*/ 13947 h 4407316"/>
                <a:gd name="connsiteX12" fmla="*/ 2602010 w 3870431"/>
                <a:gd name="connsiteY12" fmla="*/ 163381 h 4407316"/>
                <a:gd name="connsiteX13" fmla="*/ 2035832 w 3870431"/>
                <a:gd name="connsiteY13" fmla="*/ 758786 h 4407316"/>
                <a:gd name="connsiteX14" fmla="*/ 1824327 w 3870431"/>
                <a:gd name="connsiteY14" fmla="*/ 1002537 h 4407316"/>
                <a:gd name="connsiteX15" fmla="*/ 1548776 w 3870431"/>
                <a:gd name="connsiteY15" fmla="*/ 1309735 h 4407316"/>
                <a:gd name="connsiteX16" fmla="*/ 1286979 w 3870431"/>
                <a:gd name="connsiteY16" fmla="*/ 1486497 h 4407316"/>
                <a:gd name="connsiteX17" fmla="*/ 1096577 w 3870431"/>
                <a:gd name="connsiteY17" fmla="*/ 1890669 h 4407316"/>
                <a:gd name="connsiteX18" fmla="*/ 649728 w 3870431"/>
                <a:gd name="connsiteY18" fmla="*/ 2324486 h 4407316"/>
                <a:gd name="connsiteX19" fmla="*/ 536167 w 3870431"/>
                <a:gd name="connsiteY19" fmla="*/ 2934943 h 4407316"/>
                <a:gd name="connsiteX20" fmla="*/ 280874 w 3870431"/>
                <a:gd name="connsiteY20" fmla="*/ 3106188 h 4407316"/>
                <a:gd name="connsiteX21" fmla="*/ 9549 w 3870431"/>
                <a:gd name="connsiteY21" fmla="*/ 3301798 h 4407316"/>
                <a:gd name="connsiteX22" fmla="*/ 161666 w 3870431"/>
                <a:gd name="connsiteY22" fmla="*/ 3579578 h 4407316"/>
                <a:gd name="connsiteX0" fmla="*/ 3240088 w 3870431"/>
                <a:gd name="connsiteY0" fmla="*/ 4407316 h 4407316"/>
                <a:gd name="connsiteX1" fmla="*/ 3576125 w 3870431"/>
                <a:gd name="connsiteY1" fmla="*/ 4153747 h 4407316"/>
                <a:gd name="connsiteX2" fmla="*/ 3764638 w 3870431"/>
                <a:gd name="connsiteY2" fmla="*/ 3816935 h 4407316"/>
                <a:gd name="connsiteX3" fmla="*/ 3868745 w 3870431"/>
                <a:gd name="connsiteY3" fmla="*/ 3388604 h 4407316"/>
                <a:gd name="connsiteX4" fmla="*/ 3620611 w 3870431"/>
                <a:gd name="connsiteY4" fmla="*/ 2980108 h 4407316"/>
                <a:gd name="connsiteX5" fmla="*/ 3309806 w 3870431"/>
                <a:gd name="connsiteY5" fmla="*/ 2396587 h 4407316"/>
                <a:gd name="connsiteX6" fmla="*/ 3336102 w 3870431"/>
                <a:gd name="connsiteY6" fmla="*/ 1928293 h 4407316"/>
                <a:gd name="connsiteX7" fmla="*/ 3028798 w 3870431"/>
                <a:gd name="connsiteY7" fmla="*/ 1557269 h 4407316"/>
                <a:gd name="connsiteX8" fmla="*/ 3093870 w 3870431"/>
                <a:gd name="connsiteY8" fmla="*/ 1056347 h 4407316"/>
                <a:gd name="connsiteX9" fmla="*/ 3244841 w 3870431"/>
                <a:gd name="connsiteY9" fmla="*/ 616006 h 4407316"/>
                <a:gd name="connsiteX10" fmla="*/ 3428736 w 3870431"/>
                <a:gd name="connsiteY10" fmla="*/ 74642 h 4407316"/>
                <a:gd name="connsiteX11" fmla="*/ 3001607 w 3870431"/>
                <a:gd name="connsiteY11" fmla="*/ 13947 h 4407316"/>
                <a:gd name="connsiteX12" fmla="*/ 2602010 w 3870431"/>
                <a:gd name="connsiteY12" fmla="*/ 163381 h 4407316"/>
                <a:gd name="connsiteX13" fmla="*/ 2035832 w 3870431"/>
                <a:gd name="connsiteY13" fmla="*/ 758786 h 4407316"/>
                <a:gd name="connsiteX14" fmla="*/ 1824327 w 3870431"/>
                <a:gd name="connsiteY14" fmla="*/ 1002537 h 4407316"/>
                <a:gd name="connsiteX15" fmla="*/ 1548776 w 3870431"/>
                <a:gd name="connsiteY15" fmla="*/ 1309735 h 4407316"/>
                <a:gd name="connsiteX16" fmla="*/ 1286979 w 3870431"/>
                <a:gd name="connsiteY16" fmla="*/ 1486497 h 4407316"/>
                <a:gd name="connsiteX17" fmla="*/ 1176013 w 3870431"/>
                <a:gd name="connsiteY17" fmla="*/ 1820218 h 4407316"/>
                <a:gd name="connsiteX18" fmla="*/ 649728 w 3870431"/>
                <a:gd name="connsiteY18" fmla="*/ 2324486 h 4407316"/>
                <a:gd name="connsiteX19" fmla="*/ 536167 w 3870431"/>
                <a:gd name="connsiteY19" fmla="*/ 2934943 h 4407316"/>
                <a:gd name="connsiteX20" fmla="*/ 280874 w 3870431"/>
                <a:gd name="connsiteY20" fmla="*/ 3106188 h 4407316"/>
                <a:gd name="connsiteX21" fmla="*/ 9549 w 3870431"/>
                <a:gd name="connsiteY21" fmla="*/ 3301798 h 4407316"/>
                <a:gd name="connsiteX22" fmla="*/ 161666 w 3870431"/>
                <a:gd name="connsiteY22" fmla="*/ 3579578 h 4407316"/>
                <a:gd name="connsiteX0" fmla="*/ 3240088 w 3870431"/>
                <a:gd name="connsiteY0" fmla="*/ 4407316 h 4407316"/>
                <a:gd name="connsiteX1" fmla="*/ 3576125 w 3870431"/>
                <a:gd name="connsiteY1" fmla="*/ 4153747 h 4407316"/>
                <a:gd name="connsiteX2" fmla="*/ 3764638 w 3870431"/>
                <a:gd name="connsiteY2" fmla="*/ 3816935 h 4407316"/>
                <a:gd name="connsiteX3" fmla="*/ 3868745 w 3870431"/>
                <a:gd name="connsiteY3" fmla="*/ 3388604 h 4407316"/>
                <a:gd name="connsiteX4" fmla="*/ 3620611 w 3870431"/>
                <a:gd name="connsiteY4" fmla="*/ 2980108 h 4407316"/>
                <a:gd name="connsiteX5" fmla="*/ 3309806 w 3870431"/>
                <a:gd name="connsiteY5" fmla="*/ 2396587 h 4407316"/>
                <a:gd name="connsiteX6" fmla="*/ 3336102 w 3870431"/>
                <a:gd name="connsiteY6" fmla="*/ 1928293 h 4407316"/>
                <a:gd name="connsiteX7" fmla="*/ 3028798 w 3870431"/>
                <a:gd name="connsiteY7" fmla="*/ 1557269 h 4407316"/>
                <a:gd name="connsiteX8" fmla="*/ 3093870 w 3870431"/>
                <a:gd name="connsiteY8" fmla="*/ 1056347 h 4407316"/>
                <a:gd name="connsiteX9" fmla="*/ 3244841 w 3870431"/>
                <a:gd name="connsiteY9" fmla="*/ 616006 h 4407316"/>
                <a:gd name="connsiteX10" fmla="*/ 3428736 w 3870431"/>
                <a:gd name="connsiteY10" fmla="*/ 74642 h 4407316"/>
                <a:gd name="connsiteX11" fmla="*/ 3001607 w 3870431"/>
                <a:gd name="connsiteY11" fmla="*/ 13947 h 4407316"/>
                <a:gd name="connsiteX12" fmla="*/ 2602010 w 3870431"/>
                <a:gd name="connsiteY12" fmla="*/ 163381 h 4407316"/>
                <a:gd name="connsiteX13" fmla="*/ 2035832 w 3870431"/>
                <a:gd name="connsiteY13" fmla="*/ 758786 h 4407316"/>
                <a:gd name="connsiteX14" fmla="*/ 1815517 w 3870431"/>
                <a:gd name="connsiteY14" fmla="*/ 1076301 h 4407316"/>
                <a:gd name="connsiteX15" fmla="*/ 1548776 w 3870431"/>
                <a:gd name="connsiteY15" fmla="*/ 1309735 h 4407316"/>
                <a:gd name="connsiteX16" fmla="*/ 1286979 w 3870431"/>
                <a:gd name="connsiteY16" fmla="*/ 1486497 h 4407316"/>
                <a:gd name="connsiteX17" fmla="*/ 1176013 w 3870431"/>
                <a:gd name="connsiteY17" fmla="*/ 1820218 h 4407316"/>
                <a:gd name="connsiteX18" fmla="*/ 649728 w 3870431"/>
                <a:gd name="connsiteY18" fmla="*/ 2324486 h 4407316"/>
                <a:gd name="connsiteX19" fmla="*/ 536167 w 3870431"/>
                <a:gd name="connsiteY19" fmla="*/ 2934943 h 4407316"/>
                <a:gd name="connsiteX20" fmla="*/ 280874 w 3870431"/>
                <a:gd name="connsiteY20" fmla="*/ 3106188 h 4407316"/>
                <a:gd name="connsiteX21" fmla="*/ 9549 w 3870431"/>
                <a:gd name="connsiteY21" fmla="*/ 3301798 h 4407316"/>
                <a:gd name="connsiteX22" fmla="*/ 161666 w 3870431"/>
                <a:gd name="connsiteY22" fmla="*/ 3579578 h 4407316"/>
                <a:gd name="connsiteX0" fmla="*/ 3240088 w 3870431"/>
                <a:gd name="connsiteY0" fmla="*/ 4407316 h 4407316"/>
                <a:gd name="connsiteX1" fmla="*/ 3576125 w 3870431"/>
                <a:gd name="connsiteY1" fmla="*/ 4153747 h 4407316"/>
                <a:gd name="connsiteX2" fmla="*/ 3764638 w 3870431"/>
                <a:gd name="connsiteY2" fmla="*/ 3816935 h 4407316"/>
                <a:gd name="connsiteX3" fmla="*/ 3868745 w 3870431"/>
                <a:gd name="connsiteY3" fmla="*/ 3388604 h 4407316"/>
                <a:gd name="connsiteX4" fmla="*/ 3620611 w 3870431"/>
                <a:gd name="connsiteY4" fmla="*/ 2980108 h 4407316"/>
                <a:gd name="connsiteX5" fmla="*/ 3309806 w 3870431"/>
                <a:gd name="connsiteY5" fmla="*/ 2396587 h 4407316"/>
                <a:gd name="connsiteX6" fmla="*/ 3336102 w 3870431"/>
                <a:gd name="connsiteY6" fmla="*/ 1928293 h 4407316"/>
                <a:gd name="connsiteX7" fmla="*/ 3028798 w 3870431"/>
                <a:gd name="connsiteY7" fmla="*/ 1557269 h 4407316"/>
                <a:gd name="connsiteX8" fmla="*/ 3093870 w 3870431"/>
                <a:gd name="connsiteY8" fmla="*/ 1056347 h 4407316"/>
                <a:gd name="connsiteX9" fmla="*/ 3244841 w 3870431"/>
                <a:gd name="connsiteY9" fmla="*/ 616006 h 4407316"/>
                <a:gd name="connsiteX10" fmla="*/ 3428736 w 3870431"/>
                <a:gd name="connsiteY10" fmla="*/ 74642 h 4407316"/>
                <a:gd name="connsiteX11" fmla="*/ 3001607 w 3870431"/>
                <a:gd name="connsiteY11" fmla="*/ 13947 h 4407316"/>
                <a:gd name="connsiteX12" fmla="*/ 2602010 w 3870431"/>
                <a:gd name="connsiteY12" fmla="*/ 163381 h 4407316"/>
                <a:gd name="connsiteX13" fmla="*/ 2035832 w 3870431"/>
                <a:gd name="connsiteY13" fmla="*/ 758786 h 4407316"/>
                <a:gd name="connsiteX14" fmla="*/ 1815517 w 3870431"/>
                <a:gd name="connsiteY14" fmla="*/ 1076301 h 4407316"/>
                <a:gd name="connsiteX15" fmla="*/ 1492884 w 3870431"/>
                <a:gd name="connsiteY15" fmla="*/ 1272249 h 4407316"/>
                <a:gd name="connsiteX16" fmla="*/ 1286979 w 3870431"/>
                <a:gd name="connsiteY16" fmla="*/ 1486497 h 4407316"/>
                <a:gd name="connsiteX17" fmla="*/ 1176013 w 3870431"/>
                <a:gd name="connsiteY17" fmla="*/ 1820218 h 4407316"/>
                <a:gd name="connsiteX18" fmla="*/ 649728 w 3870431"/>
                <a:gd name="connsiteY18" fmla="*/ 2324486 h 4407316"/>
                <a:gd name="connsiteX19" fmla="*/ 536167 w 3870431"/>
                <a:gd name="connsiteY19" fmla="*/ 2934943 h 4407316"/>
                <a:gd name="connsiteX20" fmla="*/ 280874 w 3870431"/>
                <a:gd name="connsiteY20" fmla="*/ 3106188 h 4407316"/>
                <a:gd name="connsiteX21" fmla="*/ 9549 w 3870431"/>
                <a:gd name="connsiteY21" fmla="*/ 3301798 h 4407316"/>
                <a:gd name="connsiteX22" fmla="*/ 161666 w 3870431"/>
                <a:gd name="connsiteY22" fmla="*/ 3579578 h 4407316"/>
                <a:gd name="connsiteX0" fmla="*/ 3240088 w 3870431"/>
                <a:gd name="connsiteY0" fmla="*/ 4411071 h 4411071"/>
                <a:gd name="connsiteX1" fmla="*/ 3576125 w 3870431"/>
                <a:gd name="connsiteY1" fmla="*/ 4157502 h 4411071"/>
                <a:gd name="connsiteX2" fmla="*/ 3764638 w 3870431"/>
                <a:gd name="connsiteY2" fmla="*/ 3820690 h 4411071"/>
                <a:gd name="connsiteX3" fmla="*/ 3868745 w 3870431"/>
                <a:gd name="connsiteY3" fmla="*/ 3392359 h 4411071"/>
                <a:gd name="connsiteX4" fmla="*/ 3620611 w 3870431"/>
                <a:gd name="connsiteY4" fmla="*/ 2983863 h 4411071"/>
                <a:gd name="connsiteX5" fmla="*/ 3309806 w 3870431"/>
                <a:gd name="connsiteY5" fmla="*/ 2400342 h 4411071"/>
                <a:gd name="connsiteX6" fmla="*/ 3336102 w 3870431"/>
                <a:gd name="connsiteY6" fmla="*/ 1932048 h 4411071"/>
                <a:gd name="connsiteX7" fmla="*/ 3028798 w 3870431"/>
                <a:gd name="connsiteY7" fmla="*/ 1561024 h 4411071"/>
                <a:gd name="connsiteX8" fmla="*/ 3093870 w 3870431"/>
                <a:gd name="connsiteY8" fmla="*/ 1060102 h 4411071"/>
                <a:gd name="connsiteX9" fmla="*/ 3379608 w 3870431"/>
                <a:gd name="connsiteY9" fmla="*/ 690617 h 4411071"/>
                <a:gd name="connsiteX10" fmla="*/ 3428736 w 3870431"/>
                <a:gd name="connsiteY10" fmla="*/ 78397 h 4411071"/>
                <a:gd name="connsiteX11" fmla="*/ 3001607 w 3870431"/>
                <a:gd name="connsiteY11" fmla="*/ 17702 h 4411071"/>
                <a:gd name="connsiteX12" fmla="*/ 2602010 w 3870431"/>
                <a:gd name="connsiteY12" fmla="*/ 167136 h 4411071"/>
                <a:gd name="connsiteX13" fmla="*/ 2035832 w 3870431"/>
                <a:gd name="connsiteY13" fmla="*/ 762541 h 4411071"/>
                <a:gd name="connsiteX14" fmla="*/ 1815517 w 3870431"/>
                <a:gd name="connsiteY14" fmla="*/ 1080056 h 4411071"/>
                <a:gd name="connsiteX15" fmla="*/ 1492884 w 3870431"/>
                <a:gd name="connsiteY15" fmla="*/ 1276004 h 4411071"/>
                <a:gd name="connsiteX16" fmla="*/ 1286979 w 3870431"/>
                <a:gd name="connsiteY16" fmla="*/ 1490252 h 4411071"/>
                <a:gd name="connsiteX17" fmla="*/ 1176013 w 3870431"/>
                <a:gd name="connsiteY17" fmla="*/ 1823973 h 4411071"/>
                <a:gd name="connsiteX18" fmla="*/ 649728 w 3870431"/>
                <a:gd name="connsiteY18" fmla="*/ 2328241 h 4411071"/>
                <a:gd name="connsiteX19" fmla="*/ 536167 w 3870431"/>
                <a:gd name="connsiteY19" fmla="*/ 2938698 h 4411071"/>
                <a:gd name="connsiteX20" fmla="*/ 280874 w 3870431"/>
                <a:gd name="connsiteY20" fmla="*/ 3109943 h 4411071"/>
                <a:gd name="connsiteX21" fmla="*/ 9549 w 3870431"/>
                <a:gd name="connsiteY21" fmla="*/ 3305553 h 4411071"/>
                <a:gd name="connsiteX22" fmla="*/ 161666 w 3870431"/>
                <a:gd name="connsiteY22" fmla="*/ 3583333 h 4411071"/>
                <a:gd name="connsiteX0" fmla="*/ 3240088 w 3870431"/>
                <a:gd name="connsiteY0" fmla="*/ 4411071 h 4411071"/>
                <a:gd name="connsiteX1" fmla="*/ 3576125 w 3870431"/>
                <a:gd name="connsiteY1" fmla="*/ 4157502 h 4411071"/>
                <a:gd name="connsiteX2" fmla="*/ 3764638 w 3870431"/>
                <a:gd name="connsiteY2" fmla="*/ 3820690 h 4411071"/>
                <a:gd name="connsiteX3" fmla="*/ 3868745 w 3870431"/>
                <a:gd name="connsiteY3" fmla="*/ 3392359 h 4411071"/>
                <a:gd name="connsiteX4" fmla="*/ 3620611 w 3870431"/>
                <a:gd name="connsiteY4" fmla="*/ 2983863 h 4411071"/>
                <a:gd name="connsiteX5" fmla="*/ 3309806 w 3870431"/>
                <a:gd name="connsiteY5" fmla="*/ 2400342 h 4411071"/>
                <a:gd name="connsiteX6" fmla="*/ 3336102 w 3870431"/>
                <a:gd name="connsiteY6" fmla="*/ 1932048 h 4411071"/>
                <a:gd name="connsiteX7" fmla="*/ 3028798 w 3870431"/>
                <a:gd name="connsiteY7" fmla="*/ 1561024 h 4411071"/>
                <a:gd name="connsiteX8" fmla="*/ 3097233 w 3870431"/>
                <a:gd name="connsiteY8" fmla="*/ 1091414 h 4411071"/>
                <a:gd name="connsiteX9" fmla="*/ 3379608 w 3870431"/>
                <a:gd name="connsiteY9" fmla="*/ 690617 h 4411071"/>
                <a:gd name="connsiteX10" fmla="*/ 3428736 w 3870431"/>
                <a:gd name="connsiteY10" fmla="*/ 78397 h 4411071"/>
                <a:gd name="connsiteX11" fmla="*/ 3001607 w 3870431"/>
                <a:gd name="connsiteY11" fmla="*/ 17702 h 4411071"/>
                <a:gd name="connsiteX12" fmla="*/ 2602010 w 3870431"/>
                <a:gd name="connsiteY12" fmla="*/ 167136 h 4411071"/>
                <a:gd name="connsiteX13" fmla="*/ 2035832 w 3870431"/>
                <a:gd name="connsiteY13" fmla="*/ 762541 h 4411071"/>
                <a:gd name="connsiteX14" fmla="*/ 1815517 w 3870431"/>
                <a:gd name="connsiteY14" fmla="*/ 1080056 h 4411071"/>
                <a:gd name="connsiteX15" fmla="*/ 1492884 w 3870431"/>
                <a:gd name="connsiteY15" fmla="*/ 1276004 h 4411071"/>
                <a:gd name="connsiteX16" fmla="*/ 1286979 w 3870431"/>
                <a:gd name="connsiteY16" fmla="*/ 1490252 h 4411071"/>
                <a:gd name="connsiteX17" fmla="*/ 1176013 w 3870431"/>
                <a:gd name="connsiteY17" fmla="*/ 1823973 h 4411071"/>
                <a:gd name="connsiteX18" fmla="*/ 649728 w 3870431"/>
                <a:gd name="connsiteY18" fmla="*/ 2328241 h 4411071"/>
                <a:gd name="connsiteX19" fmla="*/ 536167 w 3870431"/>
                <a:gd name="connsiteY19" fmla="*/ 2938698 h 4411071"/>
                <a:gd name="connsiteX20" fmla="*/ 280874 w 3870431"/>
                <a:gd name="connsiteY20" fmla="*/ 3109943 h 4411071"/>
                <a:gd name="connsiteX21" fmla="*/ 9549 w 3870431"/>
                <a:gd name="connsiteY21" fmla="*/ 3305553 h 4411071"/>
                <a:gd name="connsiteX22" fmla="*/ 161666 w 3870431"/>
                <a:gd name="connsiteY22" fmla="*/ 3583333 h 4411071"/>
                <a:gd name="connsiteX0" fmla="*/ 3240088 w 3870177"/>
                <a:gd name="connsiteY0" fmla="*/ 4411071 h 4411071"/>
                <a:gd name="connsiteX1" fmla="*/ 3576125 w 3870177"/>
                <a:gd name="connsiteY1" fmla="*/ 4157502 h 4411071"/>
                <a:gd name="connsiteX2" fmla="*/ 3764638 w 3870177"/>
                <a:gd name="connsiteY2" fmla="*/ 3820690 h 4411071"/>
                <a:gd name="connsiteX3" fmla="*/ 3868745 w 3870177"/>
                <a:gd name="connsiteY3" fmla="*/ 3392359 h 4411071"/>
                <a:gd name="connsiteX4" fmla="*/ 3620611 w 3870177"/>
                <a:gd name="connsiteY4" fmla="*/ 2983863 h 4411071"/>
                <a:gd name="connsiteX5" fmla="*/ 3518275 w 3870177"/>
                <a:gd name="connsiteY5" fmla="*/ 2590376 h 4411071"/>
                <a:gd name="connsiteX6" fmla="*/ 3309806 w 3870177"/>
                <a:gd name="connsiteY6" fmla="*/ 2400342 h 4411071"/>
                <a:gd name="connsiteX7" fmla="*/ 3336102 w 3870177"/>
                <a:gd name="connsiteY7" fmla="*/ 1932048 h 4411071"/>
                <a:gd name="connsiteX8" fmla="*/ 3028798 w 3870177"/>
                <a:gd name="connsiteY8" fmla="*/ 1561024 h 4411071"/>
                <a:gd name="connsiteX9" fmla="*/ 3097233 w 3870177"/>
                <a:gd name="connsiteY9" fmla="*/ 1091414 h 4411071"/>
                <a:gd name="connsiteX10" fmla="*/ 3379608 w 3870177"/>
                <a:gd name="connsiteY10" fmla="*/ 690617 h 4411071"/>
                <a:gd name="connsiteX11" fmla="*/ 3428736 w 3870177"/>
                <a:gd name="connsiteY11" fmla="*/ 78397 h 4411071"/>
                <a:gd name="connsiteX12" fmla="*/ 3001607 w 3870177"/>
                <a:gd name="connsiteY12" fmla="*/ 17702 h 4411071"/>
                <a:gd name="connsiteX13" fmla="*/ 2602010 w 3870177"/>
                <a:gd name="connsiteY13" fmla="*/ 167136 h 4411071"/>
                <a:gd name="connsiteX14" fmla="*/ 2035832 w 3870177"/>
                <a:gd name="connsiteY14" fmla="*/ 762541 h 4411071"/>
                <a:gd name="connsiteX15" fmla="*/ 1815517 w 3870177"/>
                <a:gd name="connsiteY15" fmla="*/ 1080056 h 4411071"/>
                <a:gd name="connsiteX16" fmla="*/ 1492884 w 3870177"/>
                <a:gd name="connsiteY16" fmla="*/ 1276004 h 4411071"/>
                <a:gd name="connsiteX17" fmla="*/ 1286979 w 3870177"/>
                <a:gd name="connsiteY17" fmla="*/ 1490252 h 4411071"/>
                <a:gd name="connsiteX18" fmla="*/ 1176013 w 3870177"/>
                <a:gd name="connsiteY18" fmla="*/ 1823973 h 4411071"/>
                <a:gd name="connsiteX19" fmla="*/ 649728 w 3870177"/>
                <a:gd name="connsiteY19" fmla="*/ 2328241 h 4411071"/>
                <a:gd name="connsiteX20" fmla="*/ 536167 w 3870177"/>
                <a:gd name="connsiteY20" fmla="*/ 2938698 h 4411071"/>
                <a:gd name="connsiteX21" fmla="*/ 280874 w 3870177"/>
                <a:gd name="connsiteY21" fmla="*/ 3109943 h 4411071"/>
                <a:gd name="connsiteX22" fmla="*/ 9549 w 3870177"/>
                <a:gd name="connsiteY22" fmla="*/ 3305553 h 4411071"/>
                <a:gd name="connsiteX23" fmla="*/ 161666 w 3870177"/>
                <a:gd name="connsiteY23" fmla="*/ 3583333 h 4411071"/>
                <a:gd name="connsiteX0" fmla="*/ 3240088 w 3870177"/>
                <a:gd name="connsiteY0" fmla="*/ 4411071 h 4411071"/>
                <a:gd name="connsiteX1" fmla="*/ 3576125 w 3870177"/>
                <a:gd name="connsiteY1" fmla="*/ 4157502 h 4411071"/>
                <a:gd name="connsiteX2" fmla="*/ 3764638 w 3870177"/>
                <a:gd name="connsiteY2" fmla="*/ 3820690 h 4411071"/>
                <a:gd name="connsiteX3" fmla="*/ 3868745 w 3870177"/>
                <a:gd name="connsiteY3" fmla="*/ 3392359 h 4411071"/>
                <a:gd name="connsiteX4" fmla="*/ 3620611 w 3870177"/>
                <a:gd name="connsiteY4" fmla="*/ 2983863 h 4411071"/>
                <a:gd name="connsiteX5" fmla="*/ 3518275 w 3870177"/>
                <a:gd name="connsiteY5" fmla="*/ 2590376 h 4411071"/>
                <a:gd name="connsiteX6" fmla="*/ 3309806 w 3870177"/>
                <a:gd name="connsiteY6" fmla="*/ 2400342 h 4411071"/>
                <a:gd name="connsiteX7" fmla="*/ 3336102 w 3870177"/>
                <a:gd name="connsiteY7" fmla="*/ 1932048 h 4411071"/>
                <a:gd name="connsiteX8" fmla="*/ 3028798 w 3870177"/>
                <a:gd name="connsiteY8" fmla="*/ 1561024 h 4411071"/>
                <a:gd name="connsiteX9" fmla="*/ 3097233 w 3870177"/>
                <a:gd name="connsiteY9" fmla="*/ 1091414 h 4411071"/>
                <a:gd name="connsiteX10" fmla="*/ 3379608 w 3870177"/>
                <a:gd name="connsiteY10" fmla="*/ 690617 h 4411071"/>
                <a:gd name="connsiteX11" fmla="*/ 3428736 w 3870177"/>
                <a:gd name="connsiteY11" fmla="*/ 78397 h 4411071"/>
                <a:gd name="connsiteX12" fmla="*/ 3001607 w 3870177"/>
                <a:gd name="connsiteY12" fmla="*/ 17702 h 4411071"/>
                <a:gd name="connsiteX13" fmla="*/ 2602010 w 3870177"/>
                <a:gd name="connsiteY13" fmla="*/ 167136 h 4411071"/>
                <a:gd name="connsiteX14" fmla="*/ 2035832 w 3870177"/>
                <a:gd name="connsiteY14" fmla="*/ 762541 h 4411071"/>
                <a:gd name="connsiteX15" fmla="*/ 1815517 w 3870177"/>
                <a:gd name="connsiteY15" fmla="*/ 1080056 h 4411071"/>
                <a:gd name="connsiteX16" fmla="*/ 1492884 w 3870177"/>
                <a:gd name="connsiteY16" fmla="*/ 1276004 h 4411071"/>
                <a:gd name="connsiteX17" fmla="*/ 1286979 w 3870177"/>
                <a:gd name="connsiteY17" fmla="*/ 1490252 h 4411071"/>
                <a:gd name="connsiteX18" fmla="*/ 1176013 w 3870177"/>
                <a:gd name="connsiteY18" fmla="*/ 1823973 h 4411071"/>
                <a:gd name="connsiteX19" fmla="*/ 649728 w 3870177"/>
                <a:gd name="connsiteY19" fmla="*/ 2328241 h 4411071"/>
                <a:gd name="connsiteX20" fmla="*/ 536167 w 3870177"/>
                <a:gd name="connsiteY20" fmla="*/ 2938698 h 4411071"/>
                <a:gd name="connsiteX21" fmla="*/ 280874 w 3870177"/>
                <a:gd name="connsiteY21" fmla="*/ 3109943 h 4411071"/>
                <a:gd name="connsiteX22" fmla="*/ 9549 w 3870177"/>
                <a:gd name="connsiteY22" fmla="*/ 3305553 h 4411071"/>
                <a:gd name="connsiteX23" fmla="*/ 161666 w 3870177"/>
                <a:gd name="connsiteY23" fmla="*/ 3583333 h 4411071"/>
                <a:gd name="connsiteX0" fmla="*/ 3106764 w 3870177"/>
                <a:gd name="connsiteY0" fmla="*/ 4338057 h 4338057"/>
                <a:gd name="connsiteX1" fmla="*/ 3576125 w 3870177"/>
                <a:gd name="connsiteY1" fmla="*/ 4157502 h 4338057"/>
                <a:gd name="connsiteX2" fmla="*/ 3764638 w 3870177"/>
                <a:gd name="connsiteY2" fmla="*/ 3820690 h 4338057"/>
                <a:gd name="connsiteX3" fmla="*/ 3868745 w 3870177"/>
                <a:gd name="connsiteY3" fmla="*/ 3392359 h 4338057"/>
                <a:gd name="connsiteX4" fmla="*/ 3620611 w 3870177"/>
                <a:gd name="connsiteY4" fmla="*/ 2983863 h 4338057"/>
                <a:gd name="connsiteX5" fmla="*/ 3518275 w 3870177"/>
                <a:gd name="connsiteY5" fmla="*/ 2590376 h 4338057"/>
                <a:gd name="connsiteX6" fmla="*/ 3309806 w 3870177"/>
                <a:gd name="connsiteY6" fmla="*/ 2400342 h 4338057"/>
                <a:gd name="connsiteX7" fmla="*/ 3336102 w 3870177"/>
                <a:gd name="connsiteY7" fmla="*/ 1932048 h 4338057"/>
                <a:gd name="connsiteX8" fmla="*/ 3028798 w 3870177"/>
                <a:gd name="connsiteY8" fmla="*/ 1561024 h 4338057"/>
                <a:gd name="connsiteX9" fmla="*/ 3097233 w 3870177"/>
                <a:gd name="connsiteY9" fmla="*/ 1091414 h 4338057"/>
                <a:gd name="connsiteX10" fmla="*/ 3379608 w 3870177"/>
                <a:gd name="connsiteY10" fmla="*/ 690617 h 4338057"/>
                <a:gd name="connsiteX11" fmla="*/ 3428736 w 3870177"/>
                <a:gd name="connsiteY11" fmla="*/ 78397 h 4338057"/>
                <a:gd name="connsiteX12" fmla="*/ 3001607 w 3870177"/>
                <a:gd name="connsiteY12" fmla="*/ 17702 h 4338057"/>
                <a:gd name="connsiteX13" fmla="*/ 2602010 w 3870177"/>
                <a:gd name="connsiteY13" fmla="*/ 167136 h 4338057"/>
                <a:gd name="connsiteX14" fmla="*/ 2035832 w 3870177"/>
                <a:gd name="connsiteY14" fmla="*/ 762541 h 4338057"/>
                <a:gd name="connsiteX15" fmla="*/ 1815517 w 3870177"/>
                <a:gd name="connsiteY15" fmla="*/ 1080056 h 4338057"/>
                <a:gd name="connsiteX16" fmla="*/ 1492884 w 3870177"/>
                <a:gd name="connsiteY16" fmla="*/ 1276004 h 4338057"/>
                <a:gd name="connsiteX17" fmla="*/ 1286979 w 3870177"/>
                <a:gd name="connsiteY17" fmla="*/ 1490252 h 4338057"/>
                <a:gd name="connsiteX18" fmla="*/ 1176013 w 3870177"/>
                <a:gd name="connsiteY18" fmla="*/ 1823973 h 4338057"/>
                <a:gd name="connsiteX19" fmla="*/ 649728 w 3870177"/>
                <a:gd name="connsiteY19" fmla="*/ 2328241 h 4338057"/>
                <a:gd name="connsiteX20" fmla="*/ 536167 w 3870177"/>
                <a:gd name="connsiteY20" fmla="*/ 2938698 h 4338057"/>
                <a:gd name="connsiteX21" fmla="*/ 280874 w 3870177"/>
                <a:gd name="connsiteY21" fmla="*/ 3109943 h 4338057"/>
                <a:gd name="connsiteX22" fmla="*/ 9549 w 3870177"/>
                <a:gd name="connsiteY22" fmla="*/ 3305553 h 4338057"/>
                <a:gd name="connsiteX23" fmla="*/ 161666 w 3870177"/>
                <a:gd name="connsiteY23" fmla="*/ 3583333 h 4338057"/>
                <a:gd name="connsiteX0" fmla="*/ 3106764 w 3870177"/>
                <a:gd name="connsiteY0" fmla="*/ 4338057 h 4338057"/>
                <a:gd name="connsiteX1" fmla="*/ 3576125 w 3870177"/>
                <a:gd name="connsiteY1" fmla="*/ 4157502 h 4338057"/>
                <a:gd name="connsiteX2" fmla="*/ 3764638 w 3870177"/>
                <a:gd name="connsiteY2" fmla="*/ 3820690 h 4338057"/>
                <a:gd name="connsiteX3" fmla="*/ 3868745 w 3870177"/>
                <a:gd name="connsiteY3" fmla="*/ 3392359 h 4338057"/>
                <a:gd name="connsiteX4" fmla="*/ 3620611 w 3870177"/>
                <a:gd name="connsiteY4" fmla="*/ 2983863 h 4338057"/>
                <a:gd name="connsiteX5" fmla="*/ 3518275 w 3870177"/>
                <a:gd name="connsiteY5" fmla="*/ 2590376 h 4338057"/>
                <a:gd name="connsiteX6" fmla="*/ 3309806 w 3870177"/>
                <a:gd name="connsiteY6" fmla="*/ 2400342 h 4338057"/>
                <a:gd name="connsiteX7" fmla="*/ 3336102 w 3870177"/>
                <a:gd name="connsiteY7" fmla="*/ 1932048 h 4338057"/>
                <a:gd name="connsiteX8" fmla="*/ 3028798 w 3870177"/>
                <a:gd name="connsiteY8" fmla="*/ 1561024 h 4338057"/>
                <a:gd name="connsiteX9" fmla="*/ 3097233 w 3870177"/>
                <a:gd name="connsiteY9" fmla="*/ 1091414 h 4338057"/>
                <a:gd name="connsiteX10" fmla="*/ 3379608 w 3870177"/>
                <a:gd name="connsiteY10" fmla="*/ 690617 h 4338057"/>
                <a:gd name="connsiteX11" fmla="*/ 3428736 w 3870177"/>
                <a:gd name="connsiteY11" fmla="*/ 78397 h 4338057"/>
                <a:gd name="connsiteX12" fmla="*/ 3001607 w 3870177"/>
                <a:gd name="connsiteY12" fmla="*/ 17702 h 4338057"/>
                <a:gd name="connsiteX13" fmla="*/ 2602010 w 3870177"/>
                <a:gd name="connsiteY13" fmla="*/ 167136 h 4338057"/>
                <a:gd name="connsiteX14" fmla="*/ 2035832 w 3870177"/>
                <a:gd name="connsiteY14" fmla="*/ 762541 h 4338057"/>
                <a:gd name="connsiteX15" fmla="*/ 1815517 w 3870177"/>
                <a:gd name="connsiteY15" fmla="*/ 1080056 h 4338057"/>
                <a:gd name="connsiteX16" fmla="*/ 1492884 w 3870177"/>
                <a:gd name="connsiteY16" fmla="*/ 1276004 h 4338057"/>
                <a:gd name="connsiteX17" fmla="*/ 1286979 w 3870177"/>
                <a:gd name="connsiteY17" fmla="*/ 1490252 h 4338057"/>
                <a:gd name="connsiteX18" fmla="*/ 1176013 w 3870177"/>
                <a:gd name="connsiteY18" fmla="*/ 1823973 h 4338057"/>
                <a:gd name="connsiteX19" fmla="*/ 649728 w 3870177"/>
                <a:gd name="connsiteY19" fmla="*/ 2328241 h 4338057"/>
                <a:gd name="connsiteX20" fmla="*/ 536167 w 3870177"/>
                <a:gd name="connsiteY20" fmla="*/ 2938698 h 4338057"/>
                <a:gd name="connsiteX21" fmla="*/ 280874 w 3870177"/>
                <a:gd name="connsiteY21" fmla="*/ 3109943 h 4338057"/>
                <a:gd name="connsiteX22" fmla="*/ 9549 w 3870177"/>
                <a:gd name="connsiteY22" fmla="*/ 3305553 h 4338057"/>
                <a:gd name="connsiteX23" fmla="*/ 161666 w 3870177"/>
                <a:gd name="connsiteY23" fmla="*/ 3583333 h 4338057"/>
                <a:gd name="connsiteX0" fmla="*/ 3106764 w 3868746"/>
                <a:gd name="connsiteY0" fmla="*/ 4338057 h 4338057"/>
                <a:gd name="connsiteX1" fmla="*/ 3576125 w 3868746"/>
                <a:gd name="connsiteY1" fmla="*/ 4157502 h 4338057"/>
                <a:gd name="connsiteX2" fmla="*/ 3764638 w 3868746"/>
                <a:gd name="connsiteY2" fmla="*/ 3820690 h 4338057"/>
                <a:gd name="connsiteX3" fmla="*/ 3868745 w 3868746"/>
                <a:gd name="connsiteY3" fmla="*/ 3392359 h 4338057"/>
                <a:gd name="connsiteX4" fmla="*/ 3682093 w 3868746"/>
                <a:gd name="connsiteY4" fmla="*/ 3181098 h 4338057"/>
                <a:gd name="connsiteX5" fmla="*/ 3620611 w 3868746"/>
                <a:gd name="connsiteY5" fmla="*/ 2983863 h 4338057"/>
                <a:gd name="connsiteX6" fmla="*/ 3518275 w 3868746"/>
                <a:gd name="connsiteY6" fmla="*/ 2590376 h 4338057"/>
                <a:gd name="connsiteX7" fmla="*/ 3309806 w 3868746"/>
                <a:gd name="connsiteY7" fmla="*/ 2400342 h 4338057"/>
                <a:gd name="connsiteX8" fmla="*/ 3336102 w 3868746"/>
                <a:gd name="connsiteY8" fmla="*/ 1932048 h 4338057"/>
                <a:gd name="connsiteX9" fmla="*/ 3028798 w 3868746"/>
                <a:gd name="connsiteY9" fmla="*/ 1561024 h 4338057"/>
                <a:gd name="connsiteX10" fmla="*/ 3097233 w 3868746"/>
                <a:gd name="connsiteY10" fmla="*/ 1091414 h 4338057"/>
                <a:gd name="connsiteX11" fmla="*/ 3379608 w 3868746"/>
                <a:gd name="connsiteY11" fmla="*/ 690617 h 4338057"/>
                <a:gd name="connsiteX12" fmla="*/ 3428736 w 3868746"/>
                <a:gd name="connsiteY12" fmla="*/ 78397 h 4338057"/>
                <a:gd name="connsiteX13" fmla="*/ 3001607 w 3868746"/>
                <a:gd name="connsiteY13" fmla="*/ 17702 h 4338057"/>
                <a:gd name="connsiteX14" fmla="*/ 2602010 w 3868746"/>
                <a:gd name="connsiteY14" fmla="*/ 167136 h 4338057"/>
                <a:gd name="connsiteX15" fmla="*/ 2035832 w 3868746"/>
                <a:gd name="connsiteY15" fmla="*/ 762541 h 4338057"/>
                <a:gd name="connsiteX16" fmla="*/ 1815517 w 3868746"/>
                <a:gd name="connsiteY16" fmla="*/ 1080056 h 4338057"/>
                <a:gd name="connsiteX17" fmla="*/ 1492884 w 3868746"/>
                <a:gd name="connsiteY17" fmla="*/ 1276004 h 4338057"/>
                <a:gd name="connsiteX18" fmla="*/ 1286979 w 3868746"/>
                <a:gd name="connsiteY18" fmla="*/ 1490252 h 4338057"/>
                <a:gd name="connsiteX19" fmla="*/ 1176013 w 3868746"/>
                <a:gd name="connsiteY19" fmla="*/ 1823973 h 4338057"/>
                <a:gd name="connsiteX20" fmla="*/ 649728 w 3868746"/>
                <a:gd name="connsiteY20" fmla="*/ 2328241 h 4338057"/>
                <a:gd name="connsiteX21" fmla="*/ 536167 w 3868746"/>
                <a:gd name="connsiteY21" fmla="*/ 2938698 h 4338057"/>
                <a:gd name="connsiteX22" fmla="*/ 280874 w 3868746"/>
                <a:gd name="connsiteY22" fmla="*/ 3109943 h 4338057"/>
                <a:gd name="connsiteX23" fmla="*/ 9549 w 3868746"/>
                <a:gd name="connsiteY23" fmla="*/ 3305553 h 4338057"/>
                <a:gd name="connsiteX24" fmla="*/ 161666 w 3868746"/>
                <a:gd name="connsiteY24" fmla="*/ 3583333 h 4338057"/>
                <a:gd name="connsiteX0" fmla="*/ 2497717 w 3868746"/>
                <a:gd name="connsiteY0" fmla="*/ 4517643 h 4517643"/>
                <a:gd name="connsiteX1" fmla="*/ 3576125 w 3868746"/>
                <a:gd name="connsiteY1" fmla="*/ 4157502 h 4517643"/>
                <a:gd name="connsiteX2" fmla="*/ 3764638 w 3868746"/>
                <a:gd name="connsiteY2" fmla="*/ 3820690 h 4517643"/>
                <a:gd name="connsiteX3" fmla="*/ 3868745 w 3868746"/>
                <a:gd name="connsiteY3" fmla="*/ 3392359 h 4517643"/>
                <a:gd name="connsiteX4" fmla="*/ 3682093 w 3868746"/>
                <a:gd name="connsiteY4" fmla="*/ 3181098 h 4517643"/>
                <a:gd name="connsiteX5" fmla="*/ 3620611 w 3868746"/>
                <a:gd name="connsiteY5" fmla="*/ 2983863 h 4517643"/>
                <a:gd name="connsiteX6" fmla="*/ 3518275 w 3868746"/>
                <a:gd name="connsiteY6" fmla="*/ 2590376 h 4517643"/>
                <a:gd name="connsiteX7" fmla="*/ 3309806 w 3868746"/>
                <a:gd name="connsiteY7" fmla="*/ 2400342 h 4517643"/>
                <a:gd name="connsiteX8" fmla="*/ 3336102 w 3868746"/>
                <a:gd name="connsiteY8" fmla="*/ 1932048 h 4517643"/>
                <a:gd name="connsiteX9" fmla="*/ 3028798 w 3868746"/>
                <a:gd name="connsiteY9" fmla="*/ 1561024 h 4517643"/>
                <a:gd name="connsiteX10" fmla="*/ 3097233 w 3868746"/>
                <a:gd name="connsiteY10" fmla="*/ 1091414 h 4517643"/>
                <a:gd name="connsiteX11" fmla="*/ 3379608 w 3868746"/>
                <a:gd name="connsiteY11" fmla="*/ 690617 h 4517643"/>
                <a:gd name="connsiteX12" fmla="*/ 3428736 w 3868746"/>
                <a:gd name="connsiteY12" fmla="*/ 78397 h 4517643"/>
                <a:gd name="connsiteX13" fmla="*/ 3001607 w 3868746"/>
                <a:gd name="connsiteY13" fmla="*/ 17702 h 4517643"/>
                <a:gd name="connsiteX14" fmla="*/ 2602010 w 3868746"/>
                <a:gd name="connsiteY14" fmla="*/ 167136 h 4517643"/>
                <a:gd name="connsiteX15" fmla="*/ 2035832 w 3868746"/>
                <a:gd name="connsiteY15" fmla="*/ 762541 h 4517643"/>
                <a:gd name="connsiteX16" fmla="*/ 1815517 w 3868746"/>
                <a:gd name="connsiteY16" fmla="*/ 1080056 h 4517643"/>
                <a:gd name="connsiteX17" fmla="*/ 1492884 w 3868746"/>
                <a:gd name="connsiteY17" fmla="*/ 1276004 h 4517643"/>
                <a:gd name="connsiteX18" fmla="*/ 1286979 w 3868746"/>
                <a:gd name="connsiteY18" fmla="*/ 1490252 h 4517643"/>
                <a:gd name="connsiteX19" fmla="*/ 1176013 w 3868746"/>
                <a:gd name="connsiteY19" fmla="*/ 1823973 h 4517643"/>
                <a:gd name="connsiteX20" fmla="*/ 649728 w 3868746"/>
                <a:gd name="connsiteY20" fmla="*/ 2328241 h 4517643"/>
                <a:gd name="connsiteX21" fmla="*/ 536167 w 3868746"/>
                <a:gd name="connsiteY21" fmla="*/ 2938698 h 4517643"/>
                <a:gd name="connsiteX22" fmla="*/ 280874 w 3868746"/>
                <a:gd name="connsiteY22" fmla="*/ 3109943 h 4517643"/>
                <a:gd name="connsiteX23" fmla="*/ 9549 w 3868746"/>
                <a:gd name="connsiteY23" fmla="*/ 3305553 h 4517643"/>
                <a:gd name="connsiteX24" fmla="*/ 161666 w 3868746"/>
                <a:gd name="connsiteY24" fmla="*/ 3583333 h 4517643"/>
                <a:gd name="connsiteX0" fmla="*/ 2488168 w 3859197"/>
                <a:gd name="connsiteY0" fmla="*/ 4517643 h 4517643"/>
                <a:gd name="connsiteX1" fmla="*/ 3566576 w 3859197"/>
                <a:gd name="connsiteY1" fmla="*/ 4157502 h 4517643"/>
                <a:gd name="connsiteX2" fmla="*/ 3755089 w 3859197"/>
                <a:gd name="connsiteY2" fmla="*/ 3820690 h 4517643"/>
                <a:gd name="connsiteX3" fmla="*/ 3859196 w 3859197"/>
                <a:gd name="connsiteY3" fmla="*/ 3392359 h 4517643"/>
                <a:gd name="connsiteX4" fmla="*/ 3672544 w 3859197"/>
                <a:gd name="connsiteY4" fmla="*/ 3181098 h 4517643"/>
                <a:gd name="connsiteX5" fmla="*/ 3611062 w 3859197"/>
                <a:gd name="connsiteY5" fmla="*/ 2983863 h 4517643"/>
                <a:gd name="connsiteX6" fmla="*/ 3508726 w 3859197"/>
                <a:gd name="connsiteY6" fmla="*/ 2590376 h 4517643"/>
                <a:gd name="connsiteX7" fmla="*/ 3300257 w 3859197"/>
                <a:gd name="connsiteY7" fmla="*/ 2400342 h 4517643"/>
                <a:gd name="connsiteX8" fmla="*/ 3326553 w 3859197"/>
                <a:gd name="connsiteY8" fmla="*/ 1932048 h 4517643"/>
                <a:gd name="connsiteX9" fmla="*/ 3019249 w 3859197"/>
                <a:gd name="connsiteY9" fmla="*/ 1561024 h 4517643"/>
                <a:gd name="connsiteX10" fmla="*/ 3087684 w 3859197"/>
                <a:gd name="connsiteY10" fmla="*/ 1091414 h 4517643"/>
                <a:gd name="connsiteX11" fmla="*/ 3370059 w 3859197"/>
                <a:gd name="connsiteY11" fmla="*/ 690617 h 4517643"/>
                <a:gd name="connsiteX12" fmla="*/ 3419187 w 3859197"/>
                <a:gd name="connsiteY12" fmla="*/ 78397 h 4517643"/>
                <a:gd name="connsiteX13" fmla="*/ 2992058 w 3859197"/>
                <a:gd name="connsiteY13" fmla="*/ 17702 h 4517643"/>
                <a:gd name="connsiteX14" fmla="*/ 2592461 w 3859197"/>
                <a:gd name="connsiteY14" fmla="*/ 167136 h 4517643"/>
                <a:gd name="connsiteX15" fmla="*/ 2026283 w 3859197"/>
                <a:gd name="connsiteY15" fmla="*/ 762541 h 4517643"/>
                <a:gd name="connsiteX16" fmla="*/ 1805968 w 3859197"/>
                <a:gd name="connsiteY16" fmla="*/ 1080056 h 4517643"/>
                <a:gd name="connsiteX17" fmla="*/ 1483335 w 3859197"/>
                <a:gd name="connsiteY17" fmla="*/ 1276004 h 4517643"/>
                <a:gd name="connsiteX18" fmla="*/ 1277430 w 3859197"/>
                <a:gd name="connsiteY18" fmla="*/ 1490252 h 4517643"/>
                <a:gd name="connsiteX19" fmla="*/ 1166464 w 3859197"/>
                <a:gd name="connsiteY19" fmla="*/ 1823973 h 4517643"/>
                <a:gd name="connsiteX20" fmla="*/ 640179 w 3859197"/>
                <a:gd name="connsiteY20" fmla="*/ 2328241 h 4517643"/>
                <a:gd name="connsiteX21" fmla="*/ 526618 w 3859197"/>
                <a:gd name="connsiteY21" fmla="*/ 2938698 h 4517643"/>
                <a:gd name="connsiteX22" fmla="*/ 271325 w 3859197"/>
                <a:gd name="connsiteY22" fmla="*/ 3109943 h 4517643"/>
                <a:gd name="connsiteX23" fmla="*/ 0 w 3859197"/>
                <a:gd name="connsiteY23" fmla="*/ 3305553 h 4517643"/>
                <a:gd name="connsiteX0" fmla="*/ 2216843 w 3587872"/>
                <a:gd name="connsiteY0" fmla="*/ 4517643 h 4517643"/>
                <a:gd name="connsiteX1" fmla="*/ 3295251 w 3587872"/>
                <a:gd name="connsiteY1" fmla="*/ 4157502 h 4517643"/>
                <a:gd name="connsiteX2" fmla="*/ 3483764 w 3587872"/>
                <a:gd name="connsiteY2" fmla="*/ 3820690 h 4517643"/>
                <a:gd name="connsiteX3" fmla="*/ 3587871 w 3587872"/>
                <a:gd name="connsiteY3" fmla="*/ 3392359 h 4517643"/>
                <a:gd name="connsiteX4" fmla="*/ 3401219 w 3587872"/>
                <a:gd name="connsiteY4" fmla="*/ 3181098 h 4517643"/>
                <a:gd name="connsiteX5" fmla="*/ 3339737 w 3587872"/>
                <a:gd name="connsiteY5" fmla="*/ 2983863 h 4517643"/>
                <a:gd name="connsiteX6" fmla="*/ 3237401 w 3587872"/>
                <a:gd name="connsiteY6" fmla="*/ 2590376 h 4517643"/>
                <a:gd name="connsiteX7" fmla="*/ 3028932 w 3587872"/>
                <a:gd name="connsiteY7" fmla="*/ 2400342 h 4517643"/>
                <a:gd name="connsiteX8" fmla="*/ 3055228 w 3587872"/>
                <a:gd name="connsiteY8" fmla="*/ 1932048 h 4517643"/>
                <a:gd name="connsiteX9" fmla="*/ 2747924 w 3587872"/>
                <a:gd name="connsiteY9" fmla="*/ 1561024 h 4517643"/>
                <a:gd name="connsiteX10" fmla="*/ 2816359 w 3587872"/>
                <a:gd name="connsiteY10" fmla="*/ 1091414 h 4517643"/>
                <a:gd name="connsiteX11" fmla="*/ 3098734 w 3587872"/>
                <a:gd name="connsiteY11" fmla="*/ 690617 h 4517643"/>
                <a:gd name="connsiteX12" fmla="*/ 3147862 w 3587872"/>
                <a:gd name="connsiteY12" fmla="*/ 78397 h 4517643"/>
                <a:gd name="connsiteX13" fmla="*/ 2720733 w 3587872"/>
                <a:gd name="connsiteY13" fmla="*/ 17702 h 4517643"/>
                <a:gd name="connsiteX14" fmla="*/ 2321136 w 3587872"/>
                <a:gd name="connsiteY14" fmla="*/ 167136 h 4517643"/>
                <a:gd name="connsiteX15" fmla="*/ 1754958 w 3587872"/>
                <a:gd name="connsiteY15" fmla="*/ 762541 h 4517643"/>
                <a:gd name="connsiteX16" fmla="*/ 1534643 w 3587872"/>
                <a:gd name="connsiteY16" fmla="*/ 1080056 h 4517643"/>
                <a:gd name="connsiteX17" fmla="*/ 1212010 w 3587872"/>
                <a:gd name="connsiteY17" fmla="*/ 1276004 h 4517643"/>
                <a:gd name="connsiteX18" fmla="*/ 1006105 w 3587872"/>
                <a:gd name="connsiteY18" fmla="*/ 1490252 h 4517643"/>
                <a:gd name="connsiteX19" fmla="*/ 895139 w 3587872"/>
                <a:gd name="connsiteY19" fmla="*/ 1823973 h 4517643"/>
                <a:gd name="connsiteX20" fmla="*/ 368854 w 3587872"/>
                <a:gd name="connsiteY20" fmla="*/ 2328241 h 4517643"/>
                <a:gd name="connsiteX21" fmla="*/ 255293 w 3587872"/>
                <a:gd name="connsiteY21" fmla="*/ 2938698 h 4517643"/>
                <a:gd name="connsiteX22" fmla="*/ 0 w 3587872"/>
                <a:gd name="connsiteY22" fmla="*/ 3109943 h 4517643"/>
                <a:gd name="connsiteX0" fmla="*/ 1961550 w 3332579"/>
                <a:gd name="connsiteY0" fmla="*/ 4517643 h 4517643"/>
                <a:gd name="connsiteX1" fmla="*/ 3039958 w 3332579"/>
                <a:gd name="connsiteY1" fmla="*/ 4157502 h 4517643"/>
                <a:gd name="connsiteX2" fmla="*/ 3228471 w 3332579"/>
                <a:gd name="connsiteY2" fmla="*/ 3820690 h 4517643"/>
                <a:gd name="connsiteX3" fmla="*/ 3332578 w 3332579"/>
                <a:gd name="connsiteY3" fmla="*/ 3392359 h 4517643"/>
                <a:gd name="connsiteX4" fmla="*/ 3145926 w 3332579"/>
                <a:gd name="connsiteY4" fmla="*/ 3181098 h 4517643"/>
                <a:gd name="connsiteX5" fmla="*/ 3084444 w 3332579"/>
                <a:gd name="connsiteY5" fmla="*/ 2983863 h 4517643"/>
                <a:gd name="connsiteX6" fmla="*/ 2982108 w 3332579"/>
                <a:gd name="connsiteY6" fmla="*/ 2590376 h 4517643"/>
                <a:gd name="connsiteX7" fmla="*/ 2773639 w 3332579"/>
                <a:gd name="connsiteY7" fmla="*/ 2400342 h 4517643"/>
                <a:gd name="connsiteX8" fmla="*/ 2799935 w 3332579"/>
                <a:gd name="connsiteY8" fmla="*/ 1932048 h 4517643"/>
                <a:gd name="connsiteX9" fmla="*/ 2492631 w 3332579"/>
                <a:gd name="connsiteY9" fmla="*/ 1561024 h 4517643"/>
                <a:gd name="connsiteX10" fmla="*/ 2561066 w 3332579"/>
                <a:gd name="connsiteY10" fmla="*/ 1091414 h 4517643"/>
                <a:gd name="connsiteX11" fmla="*/ 2843441 w 3332579"/>
                <a:gd name="connsiteY11" fmla="*/ 690617 h 4517643"/>
                <a:gd name="connsiteX12" fmla="*/ 2892569 w 3332579"/>
                <a:gd name="connsiteY12" fmla="*/ 78397 h 4517643"/>
                <a:gd name="connsiteX13" fmla="*/ 2465440 w 3332579"/>
                <a:gd name="connsiteY13" fmla="*/ 17702 h 4517643"/>
                <a:gd name="connsiteX14" fmla="*/ 2065843 w 3332579"/>
                <a:gd name="connsiteY14" fmla="*/ 167136 h 4517643"/>
                <a:gd name="connsiteX15" fmla="*/ 1499665 w 3332579"/>
                <a:gd name="connsiteY15" fmla="*/ 762541 h 4517643"/>
                <a:gd name="connsiteX16" fmla="*/ 1279350 w 3332579"/>
                <a:gd name="connsiteY16" fmla="*/ 1080056 h 4517643"/>
                <a:gd name="connsiteX17" fmla="*/ 956717 w 3332579"/>
                <a:gd name="connsiteY17" fmla="*/ 1276004 h 4517643"/>
                <a:gd name="connsiteX18" fmla="*/ 750812 w 3332579"/>
                <a:gd name="connsiteY18" fmla="*/ 1490252 h 4517643"/>
                <a:gd name="connsiteX19" fmla="*/ 639846 w 3332579"/>
                <a:gd name="connsiteY19" fmla="*/ 1823973 h 4517643"/>
                <a:gd name="connsiteX20" fmla="*/ 113561 w 3332579"/>
                <a:gd name="connsiteY20" fmla="*/ 2328241 h 4517643"/>
                <a:gd name="connsiteX21" fmla="*/ 0 w 3332579"/>
                <a:gd name="connsiteY21" fmla="*/ 2938698 h 4517643"/>
                <a:gd name="connsiteX0" fmla="*/ 1961550 w 3332579"/>
                <a:gd name="connsiteY0" fmla="*/ 4517643 h 4517643"/>
                <a:gd name="connsiteX1" fmla="*/ 3039958 w 3332579"/>
                <a:gd name="connsiteY1" fmla="*/ 4157502 h 4517643"/>
                <a:gd name="connsiteX2" fmla="*/ 3228471 w 3332579"/>
                <a:gd name="connsiteY2" fmla="*/ 3820690 h 4517643"/>
                <a:gd name="connsiteX3" fmla="*/ 3332578 w 3332579"/>
                <a:gd name="connsiteY3" fmla="*/ 3392359 h 4517643"/>
                <a:gd name="connsiteX4" fmla="*/ 3145926 w 3332579"/>
                <a:gd name="connsiteY4" fmla="*/ 3181098 h 4517643"/>
                <a:gd name="connsiteX5" fmla="*/ 3084444 w 3332579"/>
                <a:gd name="connsiteY5" fmla="*/ 2983863 h 4517643"/>
                <a:gd name="connsiteX6" fmla="*/ 2982108 w 3332579"/>
                <a:gd name="connsiteY6" fmla="*/ 2590376 h 4517643"/>
                <a:gd name="connsiteX7" fmla="*/ 2773639 w 3332579"/>
                <a:gd name="connsiteY7" fmla="*/ 2400342 h 4517643"/>
                <a:gd name="connsiteX8" fmla="*/ 2799935 w 3332579"/>
                <a:gd name="connsiteY8" fmla="*/ 1932048 h 4517643"/>
                <a:gd name="connsiteX9" fmla="*/ 2492631 w 3332579"/>
                <a:gd name="connsiteY9" fmla="*/ 1561024 h 4517643"/>
                <a:gd name="connsiteX10" fmla="*/ 2561066 w 3332579"/>
                <a:gd name="connsiteY10" fmla="*/ 1091414 h 4517643"/>
                <a:gd name="connsiteX11" fmla="*/ 2843441 w 3332579"/>
                <a:gd name="connsiteY11" fmla="*/ 690617 h 4517643"/>
                <a:gd name="connsiteX12" fmla="*/ 2892569 w 3332579"/>
                <a:gd name="connsiteY12" fmla="*/ 78397 h 4517643"/>
                <a:gd name="connsiteX13" fmla="*/ 2465440 w 3332579"/>
                <a:gd name="connsiteY13" fmla="*/ 17702 h 4517643"/>
                <a:gd name="connsiteX14" fmla="*/ 2065843 w 3332579"/>
                <a:gd name="connsiteY14" fmla="*/ 167136 h 4517643"/>
                <a:gd name="connsiteX15" fmla="*/ 1499665 w 3332579"/>
                <a:gd name="connsiteY15" fmla="*/ 762541 h 4517643"/>
                <a:gd name="connsiteX16" fmla="*/ 1279350 w 3332579"/>
                <a:gd name="connsiteY16" fmla="*/ 1080056 h 4517643"/>
                <a:gd name="connsiteX17" fmla="*/ 956717 w 3332579"/>
                <a:gd name="connsiteY17" fmla="*/ 1276004 h 4517643"/>
                <a:gd name="connsiteX18" fmla="*/ 750812 w 3332579"/>
                <a:gd name="connsiteY18" fmla="*/ 1490252 h 4517643"/>
                <a:gd name="connsiteX19" fmla="*/ 580847 w 3332579"/>
                <a:gd name="connsiteY19" fmla="*/ 1707579 h 4517643"/>
                <a:gd name="connsiteX20" fmla="*/ 113561 w 3332579"/>
                <a:gd name="connsiteY20" fmla="*/ 2328241 h 4517643"/>
                <a:gd name="connsiteX21" fmla="*/ 0 w 3332579"/>
                <a:gd name="connsiteY21" fmla="*/ 2938698 h 4517643"/>
                <a:gd name="connsiteX0" fmla="*/ 1961550 w 3332579"/>
                <a:gd name="connsiteY0" fmla="*/ 4517643 h 4517643"/>
                <a:gd name="connsiteX1" fmla="*/ 3039958 w 3332579"/>
                <a:gd name="connsiteY1" fmla="*/ 4157502 h 4517643"/>
                <a:gd name="connsiteX2" fmla="*/ 3228471 w 3332579"/>
                <a:gd name="connsiteY2" fmla="*/ 3820690 h 4517643"/>
                <a:gd name="connsiteX3" fmla="*/ 3332578 w 3332579"/>
                <a:gd name="connsiteY3" fmla="*/ 3392359 h 4517643"/>
                <a:gd name="connsiteX4" fmla="*/ 3145926 w 3332579"/>
                <a:gd name="connsiteY4" fmla="*/ 3181098 h 4517643"/>
                <a:gd name="connsiteX5" fmla="*/ 3084444 w 3332579"/>
                <a:gd name="connsiteY5" fmla="*/ 2983863 h 4517643"/>
                <a:gd name="connsiteX6" fmla="*/ 2982108 w 3332579"/>
                <a:gd name="connsiteY6" fmla="*/ 2590376 h 4517643"/>
                <a:gd name="connsiteX7" fmla="*/ 2773639 w 3332579"/>
                <a:gd name="connsiteY7" fmla="*/ 2400342 h 4517643"/>
                <a:gd name="connsiteX8" fmla="*/ 2799935 w 3332579"/>
                <a:gd name="connsiteY8" fmla="*/ 1932048 h 4517643"/>
                <a:gd name="connsiteX9" fmla="*/ 2492631 w 3332579"/>
                <a:gd name="connsiteY9" fmla="*/ 1561024 h 4517643"/>
                <a:gd name="connsiteX10" fmla="*/ 2561066 w 3332579"/>
                <a:gd name="connsiteY10" fmla="*/ 1091414 h 4517643"/>
                <a:gd name="connsiteX11" fmla="*/ 2843441 w 3332579"/>
                <a:gd name="connsiteY11" fmla="*/ 690617 h 4517643"/>
                <a:gd name="connsiteX12" fmla="*/ 2892569 w 3332579"/>
                <a:gd name="connsiteY12" fmla="*/ 78397 h 4517643"/>
                <a:gd name="connsiteX13" fmla="*/ 2465440 w 3332579"/>
                <a:gd name="connsiteY13" fmla="*/ 17702 h 4517643"/>
                <a:gd name="connsiteX14" fmla="*/ 2065843 w 3332579"/>
                <a:gd name="connsiteY14" fmla="*/ 167136 h 4517643"/>
                <a:gd name="connsiteX15" fmla="*/ 1499665 w 3332579"/>
                <a:gd name="connsiteY15" fmla="*/ 762541 h 4517643"/>
                <a:gd name="connsiteX16" fmla="*/ 1279350 w 3332579"/>
                <a:gd name="connsiteY16" fmla="*/ 1080056 h 4517643"/>
                <a:gd name="connsiteX17" fmla="*/ 956717 w 3332579"/>
                <a:gd name="connsiteY17" fmla="*/ 1276004 h 4517643"/>
                <a:gd name="connsiteX18" fmla="*/ 750812 w 3332579"/>
                <a:gd name="connsiteY18" fmla="*/ 1490252 h 4517643"/>
                <a:gd name="connsiteX19" fmla="*/ 580847 w 3332579"/>
                <a:gd name="connsiteY19" fmla="*/ 1707579 h 4517643"/>
                <a:gd name="connsiteX20" fmla="*/ 113561 w 3332579"/>
                <a:gd name="connsiteY20" fmla="*/ 2328241 h 4517643"/>
                <a:gd name="connsiteX21" fmla="*/ 149553 w 3332579"/>
                <a:gd name="connsiteY21" fmla="*/ 1982627 h 4517643"/>
                <a:gd name="connsiteX22" fmla="*/ 0 w 3332579"/>
                <a:gd name="connsiteY22" fmla="*/ 2938698 h 4517643"/>
                <a:gd name="connsiteX0" fmla="*/ 1961550 w 3332579"/>
                <a:gd name="connsiteY0" fmla="*/ 4517643 h 4517643"/>
                <a:gd name="connsiteX1" fmla="*/ 3039958 w 3332579"/>
                <a:gd name="connsiteY1" fmla="*/ 4157502 h 4517643"/>
                <a:gd name="connsiteX2" fmla="*/ 3228471 w 3332579"/>
                <a:gd name="connsiteY2" fmla="*/ 3820690 h 4517643"/>
                <a:gd name="connsiteX3" fmla="*/ 3332578 w 3332579"/>
                <a:gd name="connsiteY3" fmla="*/ 3392359 h 4517643"/>
                <a:gd name="connsiteX4" fmla="*/ 3145926 w 3332579"/>
                <a:gd name="connsiteY4" fmla="*/ 3181098 h 4517643"/>
                <a:gd name="connsiteX5" fmla="*/ 3084444 w 3332579"/>
                <a:gd name="connsiteY5" fmla="*/ 2983863 h 4517643"/>
                <a:gd name="connsiteX6" fmla="*/ 2982108 w 3332579"/>
                <a:gd name="connsiteY6" fmla="*/ 2590376 h 4517643"/>
                <a:gd name="connsiteX7" fmla="*/ 2773639 w 3332579"/>
                <a:gd name="connsiteY7" fmla="*/ 2400342 h 4517643"/>
                <a:gd name="connsiteX8" fmla="*/ 2799935 w 3332579"/>
                <a:gd name="connsiteY8" fmla="*/ 1932048 h 4517643"/>
                <a:gd name="connsiteX9" fmla="*/ 2492631 w 3332579"/>
                <a:gd name="connsiteY9" fmla="*/ 1561024 h 4517643"/>
                <a:gd name="connsiteX10" fmla="*/ 2561066 w 3332579"/>
                <a:gd name="connsiteY10" fmla="*/ 1091414 h 4517643"/>
                <a:gd name="connsiteX11" fmla="*/ 2843441 w 3332579"/>
                <a:gd name="connsiteY11" fmla="*/ 690617 h 4517643"/>
                <a:gd name="connsiteX12" fmla="*/ 2892569 w 3332579"/>
                <a:gd name="connsiteY12" fmla="*/ 78397 h 4517643"/>
                <a:gd name="connsiteX13" fmla="*/ 2465440 w 3332579"/>
                <a:gd name="connsiteY13" fmla="*/ 17702 h 4517643"/>
                <a:gd name="connsiteX14" fmla="*/ 2065843 w 3332579"/>
                <a:gd name="connsiteY14" fmla="*/ 167136 h 4517643"/>
                <a:gd name="connsiteX15" fmla="*/ 1499665 w 3332579"/>
                <a:gd name="connsiteY15" fmla="*/ 762541 h 4517643"/>
                <a:gd name="connsiteX16" fmla="*/ 1279350 w 3332579"/>
                <a:gd name="connsiteY16" fmla="*/ 1080056 h 4517643"/>
                <a:gd name="connsiteX17" fmla="*/ 956717 w 3332579"/>
                <a:gd name="connsiteY17" fmla="*/ 1276004 h 4517643"/>
                <a:gd name="connsiteX18" fmla="*/ 750812 w 3332579"/>
                <a:gd name="connsiteY18" fmla="*/ 1490252 h 4517643"/>
                <a:gd name="connsiteX19" fmla="*/ 580847 w 3332579"/>
                <a:gd name="connsiteY19" fmla="*/ 1707579 h 4517643"/>
                <a:gd name="connsiteX20" fmla="*/ 149553 w 3332579"/>
                <a:gd name="connsiteY20" fmla="*/ 1982627 h 4517643"/>
                <a:gd name="connsiteX21" fmla="*/ 0 w 3332579"/>
                <a:gd name="connsiteY21" fmla="*/ 2938698 h 4517643"/>
                <a:gd name="connsiteX0" fmla="*/ 1813568 w 3184597"/>
                <a:gd name="connsiteY0" fmla="*/ 4517643 h 4517643"/>
                <a:gd name="connsiteX1" fmla="*/ 2891976 w 3184597"/>
                <a:gd name="connsiteY1" fmla="*/ 4157502 h 4517643"/>
                <a:gd name="connsiteX2" fmla="*/ 3080489 w 3184597"/>
                <a:gd name="connsiteY2" fmla="*/ 3820690 h 4517643"/>
                <a:gd name="connsiteX3" fmla="*/ 3184596 w 3184597"/>
                <a:gd name="connsiteY3" fmla="*/ 3392359 h 4517643"/>
                <a:gd name="connsiteX4" fmla="*/ 2997944 w 3184597"/>
                <a:gd name="connsiteY4" fmla="*/ 3181098 h 4517643"/>
                <a:gd name="connsiteX5" fmla="*/ 2936462 w 3184597"/>
                <a:gd name="connsiteY5" fmla="*/ 2983863 h 4517643"/>
                <a:gd name="connsiteX6" fmla="*/ 2834126 w 3184597"/>
                <a:gd name="connsiteY6" fmla="*/ 2590376 h 4517643"/>
                <a:gd name="connsiteX7" fmla="*/ 2625657 w 3184597"/>
                <a:gd name="connsiteY7" fmla="*/ 2400342 h 4517643"/>
                <a:gd name="connsiteX8" fmla="*/ 2651953 w 3184597"/>
                <a:gd name="connsiteY8" fmla="*/ 1932048 h 4517643"/>
                <a:gd name="connsiteX9" fmla="*/ 2344649 w 3184597"/>
                <a:gd name="connsiteY9" fmla="*/ 1561024 h 4517643"/>
                <a:gd name="connsiteX10" fmla="*/ 2413084 w 3184597"/>
                <a:gd name="connsiteY10" fmla="*/ 1091414 h 4517643"/>
                <a:gd name="connsiteX11" fmla="*/ 2695459 w 3184597"/>
                <a:gd name="connsiteY11" fmla="*/ 690617 h 4517643"/>
                <a:gd name="connsiteX12" fmla="*/ 2744587 w 3184597"/>
                <a:gd name="connsiteY12" fmla="*/ 78397 h 4517643"/>
                <a:gd name="connsiteX13" fmla="*/ 2317458 w 3184597"/>
                <a:gd name="connsiteY13" fmla="*/ 17702 h 4517643"/>
                <a:gd name="connsiteX14" fmla="*/ 1917861 w 3184597"/>
                <a:gd name="connsiteY14" fmla="*/ 167136 h 4517643"/>
                <a:gd name="connsiteX15" fmla="*/ 1351683 w 3184597"/>
                <a:gd name="connsiteY15" fmla="*/ 762541 h 4517643"/>
                <a:gd name="connsiteX16" fmla="*/ 1131368 w 3184597"/>
                <a:gd name="connsiteY16" fmla="*/ 1080056 h 4517643"/>
                <a:gd name="connsiteX17" fmla="*/ 808735 w 3184597"/>
                <a:gd name="connsiteY17" fmla="*/ 1276004 h 4517643"/>
                <a:gd name="connsiteX18" fmla="*/ 602830 w 3184597"/>
                <a:gd name="connsiteY18" fmla="*/ 1490252 h 4517643"/>
                <a:gd name="connsiteX19" fmla="*/ 432865 w 3184597"/>
                <a:gd name="connsiteY19" fmla="*/ 1707579 h 4517643"/>
                <a:gd name="connsiteX20" fmla="*/ 1571 w 3184597"/>
                <a:gd name="connsiteY20" fmla="*/ 1982627 h 4517643"/>
                <a:gd name="connsiteX21" fmla="*/ 124123 w 3184597"/>
                <a:gd name="connsiteY21" fmla="*/ 2130132 h 4517643"/>
                <a:gd name="connsiteX0" fmla="*/ 1731638 w 3102667"/>
                <a:gd name="connsiteY0" fmla="*/ 4517643 h 4517643"/>
                <a:gd name="connsiteX1" fmla="*/ 2810046 w 3102667"/>
                <a:gd name="connsiteY1" fmla="*/ 4157502 h 4517643"/>
                <a:gd name="connsiteX2" fmla="*/ 2998559 w 3102667"/>
                <a:gd name="connsiteY2" fmla="*/ 3820690 h 4517643"/>
                <a:gd name="connsiteX3" fmla="*/ 3102666 w 3102667"/>
                <a:gd name="connsiteY3" fmla="*/ 3392359 h 4517643"/>
                <a:gd name="connsiteX4" fmla="*/ 2916014 w 3102667"/>
                <a:gd name="connsiteY4" fmla="*/ 3181098 h 4517643"/>
                <a:gd name="connsiteX5" fmla="*/ 2854532 w 3102667"/>
                <a:gd name="connsiteY5" fmla="*/ 2983863 h 4517643"/>
                <a:gd name="connsiteX6" fmla="*/ 2752196 w 3102667"/>
                <a:gd name="connsiteY6" fmla="*/ 2590376 h 4517643"/>
                <a:gd name="connsiteX7" fmla="*/ 2543727 w 3102667"/>
                <a:gd name="connsiteY7" fmla="*/ 2400342 h 4517643"/>
                <a:gd name="connsiteX8" fmla="*/ 2570023 w 3102667"/>
                <a:gd name="connsiteY8" fmla="*/ 1932048 h 4517643"/>
                <a:gd name="connsiteX9" fmla="*/ 2262719 w 3102667"/>
                <a:gd name="connsiteY9" fmla="*/ 1561024 h 4517643"/>
                <a:gd name="connsiteX10" fmla="*/ 2331154 w 3102667"/>
                <a:gd name="connsiteY10" fmla="*/ 1091414 h 4517643"/>
                <a:gd name="connsiteX11" fmla="*/ 2613529 w 3102667"/>
                <a:gd name="connsiteY11" fmla="*/ 690617 h 4517643"/>
                <a:gd name="connsiteX12" fmla="*/ 2662657 w 3102667"/>
                <a:gd name="connsiteY12" fmla="*/ 78397 h 4517643"/>
                <a:gd name="connsiteX13" fmla="*/ 2235528 w 3102667"/>
                <a:gd name="connsiteY13" fmla="*/ 17702 h 4517643"/>
                <a:gd name="connsiteX14" fmla="*/ 1835931 w 3102667"/>
                <a:gd name="connsiteY14" fmla="*/ 167136 h 4517643"/>
                <a:gd name="connsiteX15" fmla="*/ 1269753 w 3102667"/>
                <a:gd name="connsiteY15" fmla="*/ 762541 h 4517643"/>
                <a:gd name="connsiteX16" fmla="*/ 1049438 w 3102667"/>
                <a:gd name="connsiteY16" fmla="*/ 1080056 h 4517643"/>
                <a:gd name="connsiteX17" fmla="*/ 726805 w 3102667"/>
                <a:gd name="connsiteY17" fmla="*/ 1276004 h 4517643"/>
                <a:gd name="connsiteX18" fmla="*/ 520900 w 3102667"/>
                <a:gd name="connsiteY18" fmla="*/ 1490252 h 4517643"/>
                <a:gd name="connsiteX19" fmla="*/ 350935 w 3102667"/>
                <a:gd name="connsiteY19" fmla="*/ 1707579 h 4517643"/>
                <a:gd name="connsiteX20" fmla="*/ 3072 w 3102667"/>
                <a:gd name="connsiteY20" fmla="*/ 1887814 h 4517643"/>
                <a:gd name="connsiteX21" fmla="*/ 42193 w 3102667"/>
                <a:gd name="connsiteY21" fmla="*/ 2130132 h 4517643"/>
                <a:gd name="connsiteX0" fmla="*/ 1731638 w 3102667"/>
                <a:gd name="connsiteY0" fmla="*/ 4560418 h 4560418"/>
                <a:gd name="connsiteX1" fmla="*/ 2810046 w 3102667"/>
                <a:gd name="connsiteY1" fmla="*/ 4200277 h 4560418"/>
                <a:gd name="connsiteX2" fmla="*/ 2998559 w 3102667"/>
                <a:gd name="connsiteY2" fmla="*/ 3863465 h 4560418"/>
                <a:gd name="connsiteX3" fmla="*/ 3102666 w 3102667"/>
                <a:gd name="connsiteY3" fmla="*/ 3435134 h 4560418"/>
                <a:gd name="connsiteX4" fmla="*/ 2916014 w 3102667"/>
                <a:gd name="connsiteY4" fmla="*/ 3223873 h 4560418"/>
                <a:gd name="connsiteX5" fmla="*/ 2854532 w 3102667"/>
                <a:gd name="connsiteY5" fmla="*/ 3026638 h 4560418"/>
                <a:gd name="connsiteX6" fmla="*/ 2752196 w 3102667"/>
                <a:gd name="connsiteY6" fmla="*/ 2633151 h 4560418"/>
                <a:gd name="connsiteX7" fmla="*/ 2543727 w 3102667"/>
                <a:gd name="connsiteY7" fmla="*/ 2443117 h 4560418"/>
                <a:gd name="connsiteX8" fmla="*/ 2570023 w 3102667"/>
                <a:gd name="connsiteY8" fmla="*/ 1974823 h 4560418"/>
                <a:gd name="connsiteX9" fmla="*/ 2262719 w 3102667"/>
                <a:gd name="connsiteY9" fmla="*/ 1603799 h 4560418"/>
                <a:gd name="connsiteX10" fmla="*/ 2331154 w 3102667"/>
                <a:gd name="connsiteY10" fmla="*/ 1134189 h 4560418"/>
                <a:gd name="connsiteX11" fmla="*/ 2613529 w 3102667"/>
                <a:gd name="connsiteY11" fmla="*/ 733392 h 4560418"/>
                <a:gd name="connsiteX12" fmla="*/ 2662657 w 3102667"/>
                <a:gd name="connsiteY12" fmla="*/ 121172 h 4560418"/>
                <a:gd name="connsiteX13" fmla="*/ 2235528 w 3102667"/>
                <a:gd name="connsiteY13" fmla="*/ 60477 h 4560418"/>
                <a:gd name="connsiteX14" fmla="*/ 1269753 w 3102667"/>
                <a:gd name="connsiteY14" fmla="*/ 805316 h 4560418"/>
                <a:gd name="connsiteX15" fmla="*/ 1049438 w 3102667"/>
                <a:gd name="connsiteY15" fmla="*/ 1122831 h 4560418"/>
                <a:gd name="connsiteX16" fmla="*/ 726805 w 3102667"/>
                <a:gd name="connsiteY16" fmla="*/ 1318779 h 4560418"/>
                <a:gd name="connsiteX17" fmla="*/ 520900 w 3102667"/>
                <a:gd name="connsiteY17" fmla="*/ 1533027 h 4560418"/>
                <a:gd name="connsiteX18" fmla="*/ 350935 w 3102667"/>
                <a:gd name="connsiteY18" fmla="*/ 1750354 h 4560418"/>
                <a:gd name="connsiteX19" fmla="*/ 3072 w 3102667"/>
                <a:gd name="connsiteY19" fmla="*/ 1930589 h 4560418"/>
                <a:gd name="connsiteX20" fmla="*/ 42193 w 3102667"/>
                <a:gd name="connsiteY20" fmla="*/ 2172907 h 4560418"/>
                <a:gd name="connsiteX0" fmla="*/ 1731638 w 3102667"/>
                <a:gd name="connsiteY0" fmla="*/ 4439462 h 4439462"/>
                <a:gd name="connsiteX1" fmla="*/ 2810046 w 3102667"/>
                <a:gd name="connsiteY1" fmla="*/ 4079321 h 4439462"/>
                <a:gd name="connsiteX2" fmla="*/ 2998559 w 3102667"/>
                <a:gd name="connsiteY2" fmla="*/ 3742509 h 4439462"/>
                <a:gd name="connsiteX3" fmla="*/ 3102666 w 3102667"/>
                <a:gd name="connsiteY3" fmla="*/ 3314178 h 4439462"/>
                <a:gd name="connsiteX4" fmla="*/ 2916014 w 3102667"/>
                <a:gd name="connsiteY4" fmla="*/ 3102917 h 4439462"/>
                <a:gd name="connsiteX5" fmla="*/ 2854532 w 3102667"/>
                <a:gd name="connsiteY5" fmla="*/ 2905682 h 4439462"/>
                <a:gd name="connsiteX6" fmla="*/ 2752196 w 3102667"/>
                <a:gd name="connsiteY6" fmla="*/ 2512195 h 4439462"/>
                <a:gd name="connsiteX7" fmla="*/ 2543727 w 3102667"/>
                <a:gd name="connsiteY7" fmla="*/ 2322161 h 4439462"/>
                <a:gd name="connsiteX8" fmla="*/ 2570023 w 3102667"/>
                <a:gd name="connsiteY8" fmla="*/ 1853867 h 4439462"/>
                <a:gd name="connsiteX9" fmla="*/ 2262719 w 3102667"/>
                <a:gd name="connsiteY9" fmla="*/ 1482843 h 4439462"/>
                <a:gd name="connsiteX10" fmla="*/ 2331154 w 3102667"/>
                <a:gd name="connsiteY10" fmla="*/ 1013233 h 4439462"/>
                <a:gd name="connsiteX11" fmla="*/ 2613529 w 3102667"/>
                <a:gd name="connsiteY11" fmla="*/ 612436 h 4439462"/>
                <a:gd name="connsiteX12" fmla="*/ 2662657 w 3102667"/>
                <a:gd name="connsiteY12" fmla="*/ 216 h 4439462"/>
                <a:gd name="connsiteX13" fmla="*/ 1269753 w 3102667"/>
                <a:gd name="connsiteY13" fmla="*/ 684360 h 4439462"/>
                <a:gd name="connsiteX14" fmla="*/ 1049438 w 3102667"/>
                <a:gd name="connsiteY14" fmla="*/ 1001875 h 4439462"/>
                <a:gd name="connsiteX15" fmla="*/ 726805 w 3102667"/>
                <a:gd name="connsiteY15" fmla="*/ 1197823 h 4439462"/>
                <a:gd name="connsiteX16" fmla="*/ 520900 w 3102667"/>
                <a:gd name="connsiteY16" fmla="*/ 1412071 h 4439462"/>
                <a:gd name="connsiteX17" fmla="*/ 350935 w 3102667"/>
                <a:gd name="connsiteY17" fmla="*/ 1629398 h 4439462"/>
                <a:gd name="connsiteX18" fmla="*/ 3072 w 3102667"/>
                <a:gd name="connsiteY18" fmla="*/ 1809633 h 4439462"/>
                <a:gd name="connsiteX19" fmla="*/ 42193 w 3102667"/>
                <a:gd name="connsiteY19" fmla="*/ 2051951 h 4439462"/>
                <a:gd name="connsiteX0" fmla="*/ 1731638 w 3102667"/>
                <a:gd name="connsiteY0" fmla="*/ 3920387 h 3920387"/>
                <a:gd name="connsiteX1" fmla="*/ 2810046 w 3102667"/>
                <a:gd name="connsiteY1" fmla="*/ 3560246 h 3920387"/>
                <a:gd name="connsiteX2" fmla="*/ 2998559 w 3102667"/>
                <a:gd name="connsiteY2" fmla="*/ 3223434 h 3920387"/>
                <a:gd name="connsiteX3" fmla="*/ 3102666 w 3102667"/>
                <a:gd name="connsiteY3" fmla="*/ 2795103 h 3920387"/>
                <a:gd name="connsiteX4" fmla="*/ 2916014 w 3102667"/>
                <a:gd name="connsiteY4" fmla="*/ 2583842 h 3920387"/>
                <a:gd name="connsiteX5" fmla="*/ 2854532 w 3102667"/>
                <a:gd name="connsiteY5" fmla="*/ 2386607 h 3920387"/>
                <a:gd name="connsiteX6" fmla="*/ 2752196 w 3102667"/>
                <a:gd name="connsiteY6" fmla="*/ 1993120 h 3920387"/>
                <a:gd name="connsiteX7" fmla="*/ 2543727 w 3102667"/>
                <a:gd name="connsiteY7" fmla="*/ 1803086 h 3920387"/>
                <a:gd name="connsiteX8" fmla="*/ 2570023 w 3102667"/>
                <a:gd name="connsiteY8" fmla="*/ 1334792 h 3920387"/>
                <a:gd name="connsiteX9" fmla="*/ 2262719 w 3102667"/>
                <a:gd name="connsiteY9" fmla="*/ 963768 h 3920387"/>
                <a:gd name="connsiteX10" fmla="*/ 2331154 w 3102667"/>
                <a:gd name="connsiteY10" fmla="*/ 494158 h 3920387"/>
                <a:gd name="connsiteX11" fmla="*/ 2613529 w 3102667"/>
                <a:gd name="connsiteY11" fmla="*/ 93361 h 3920387"/>
                <a:gd name="connsiteX12" fmla="*/ 2241521 w 3102667"/>
                <a:gd name="connsiteY12" fmla="*/ 16674 h 3920387"/>
                <a:gd name="connsiteX13" fmla="*/ 1269753 w 3102667"/>
                <a:gd name="connsiteY13" fmla="*/ 165285 h 3920387"/>
                <a:gd name="connsiteX14" fmla="*/ 1049438 w 3102667"/>
                <a:gd name="connsiteY14" fmla="*/ 482800 h 3920387"/>
                <a:gd name="connsiteX15" fmla="*/ 726805 w 3102667"/>
                <a:gd name="connsiteY15" fmla="*/ 678748 h 3920387"/>
                <a:gd name="connsiteX16" fmla="*/ 520900 w 3102667"/>
                <a:gd name="connsiteY16" fmla="*/ 892996 h 3920387"/>
                <a:gd name="connsiteX17" fmla="*/ 350935 w 3102667"/>
                <a:gd name="connsiteY17" fmla="*/ 1110323 h 3920387"/>
                <a:gd name="connsiteX18" fmla="*/ 3072 w 3102667"/>
                <a:gd name="connsiteY18" fmla="*/ 1290558 h 3920387"/>
                <a:gd name="connsiteX19" fmla="*/ 42193 w 3102667"/>
                <a:gd name="connsiteY19" fmla="*/ 1532876 h 3920387"/>
                <a:gd name="connsiteX0" fmla="*/ 1731638 w 3102667"/>
                <a:gd name="connsiteY0" fmla="*/ 3904198 h 3904198"/>
                <a:gd name="connsiteX1" fmla="*/ 2810046 w 3102667"/>
                <a:gd name="connsiteY1" fmla="*/ 3544057 h 3904198"/>
                <a:gd name="connsiteX2" fmla="*/ 2998559 w 3102667"/>
                <a:gd name="connsiteY2" fmla="*/ 3207245 h 3904198"/>
                <a:gd name="connsiteX3" fmla="*/ 3102666 w 3102667"/>
                <a:gd name="connsiteY3" fmla="*/ 2778914 h 3904198"/>
                <a:gd name="connsiteX4" fmla="*/ 2916014 w 3102667"/>
                <a:gd name="connsiteY4" fmla="*/ 2567653 h 3904198"/>
                <a:gd name="connsiteX5" fmla="*/ 2854532 w 3102667"/>
                <a:gd name="connsiteY5" fmla="*/ 2370418 h 3904198"/>
                <a:gd name="connsiteX6" fmla="*/ 2752196 w 3102667"/>
                <a:gd name="connsiteY6" fmla="*/ 1976931 h 3904198"/>
                <a:gd name="connsiteX7" fmla="*/ 2543727 w 3102667"/>
                <a:gd name="connsiteY7" fmla="*/ 1786897 h 3904198"/>
                <a:gd name="connsiteX8" fmla="*/ 2570023 w 3102667"/>
                <a:gd name="connsiteY8" fmla="*/ 1318603 h 3904198"/>
                <a:gd name="connsiteX9" fmla="*/ 2262719 w 3102667"/>
                <a:gd name="connsiteY9" fmla="*/ 947579 h 3904198"/>
                <a:gd name="connsiteX10" fmla="*/ 2331154 w 3102667"/>
                <a:gd name="connsiteY10" fmla="*/ 477969 h 3904198"/>
                <a:gd name="connsiteX11" fmla="*/ 2572954 w 3102667"/>
                <a:gd name="connsiteY11" fmla="*/ 193425 h 3904198"/>
                <a:gd name="connsiteX12" fmla="*/ 2241521 w 3102667"/>
                <a:gd name="connsiteY12" fmla="*/ 485 h 3904198"/>
                <a:gd name="connsiteX13" fmla="*/ 1269753 w 3102667"/>
                <a:gd name="connsiteY13" fmla="*/ 149096 h 3904198"/>
                <a:gd name="connsiteX14" fmla="*/ 1049438 w 3102667"/>
                <a:gd name="connsiteY14" fmla="*/ 466611 h 3904198"/>
                <a:gd name="connsiteX15" fmla="*/ 726805 w 3102667"/>
                <a:gd name="connsiteY15" fmla="*/ 662559 h 3904198"/>
                <a:gd name="connsiteX16" fmla="*/ 520900 w 3102667"/>
                <a:gd name="connsiteY16" fmla="*/ 876807 h 3904198"/>
                <a:gd name="connsiteX17" fmla="*/ 350935 w 3102667"/>
                <a:gd name="connsiteY17" fmla="*/ 1094134 h 3904198"/>
                <a:gd name="connsiteX18" fmla="*/ 3072 w 3102667"/>
                <a:gd name="connsiteY18" fmla="*/ 1274369 h 3904198"/>
                <a:gd name="connsiteX19" fmla="*/ 42193 w 3102667"/>
                <a:gd name="connsiteY19" fmla="*/ 1516687 h 3904198"/>
                <a:gd name="connsiteX0" fmla="*/ 1731638 w 3102667"/>
                <a:gd name="connsiteY0" fmla="*/ 3904198 h 3904198"/>
                <a:gd name="connsiteX1" fmla="*/ 2810046 w 3102667"/>
                <a:gd name="connsiteY1" fmla="*/ 3544057 h 3904198"/>
                <a:gd name="connsiteX2" fmla="*/ 2998559 w 3102667"/>
                <a:gd name="connsiteY2" fmla="*/ 3207245 h 3904198"/>
                <a:gd name="connsiteX3" fmla="*/ 3102666 w 3102667"/>
                <a:gd name="connsiteY3" fmla="*/ 2778914 h 3904198"/>
                <a:gd name="connsiteX4" fmla="*/ 2916014 w 3102667"/>
                <a:gd name="connsiteY4" fmla="*/ 2567653 h 3904198"/>
                <a:gd name="connsiteX5" fmla="*/ 2854532 w 3102667"/>
                <a:gd name="connsiteY5" fmla="*/ 2370418 h 3904198"/>
                <a:gd name="connsiteX6" fmla="*/ 2752196 w 3102667"/>
                <a:gd name="connsiteY6" fmla="*/ 1976931 h 3904198"/>
                <a:gd name="connsiteX7" fmla="*/ 2543727 w 3102667"/>
                <a:gd name="connsiteY7" fmla="*/ 1786897 h 3904198"/>
                <a:gd name="connsiteX8" fmla="*/ 2570023 w 3102667"/>
                <a:gd name="connsiteY8" fmla="*/ 1318603 h 3904198"/>
                <a:gd name="connsiteX9" fmla="*/ 2262719 w 3102667"/>
                <a:gd name="connsiteY9" fmla="*/ 947579 h 3904198"/>
                <a:gd name="connsiteX10" fmla="*/ 2323654 w 3102667"/>
                <a:gd name="connsiteY10" fmla="*/ 565728 h 3904198"/>
                <a:gd name="connsiteX11" fmla="*/ 2572954 w 3102667"/>
                <a:gd name="connsiteY11" fmla="*/ 193425 h 3904198"/>
                <a:gd name="connsiteX12" fmla="*/ 2241521 w 3102667"/>
                <a:gd name="connsiteY12" fmla="*/ 485 h 3904198"/>
                <a:gd name="connsiteX13" fmla="*/ 1269753 w 3102667"/>
                <a:gd name="connsiteY13" fmla="*/ 149096 h 3904198"/>
                <a:gd name="connsiteX14" fmla="*/ 1049438 w 3102667"/>
                <a:gd name="connsiteY14" fmla="*/ 466611 h 3904198"/>
                <a:gd name="connsiteX15" fmla="*/ 726805 w 3102667"/>
                <a:gd name="connsiteY15" fmla="*/ 662559 h 3904198"/>
                <a:gd name="connsiteX16" fmla="*/ 520900 w 3102667"/>
                <a:gd name="connsiteY16" fmla="*/ 876807 h 3904198"/>
                <a:gd name="connsiteX17" fmla="*/ 350935 w 3102667"/>
                <a:gd name="connsiteY17" fmla="*/ 1094134 h 3904198"/>
                <a:gd name="connsiteX18" fmla="*/ 3072 w 3102667"/>
                <a:gd name="connsiteY18" fmla="*/ 1274369 h 3904198"/>
                <a:gd name="connsiteX19" fmla="*/ 42193 w 3102667"/>
                <a:gd name="connsiteY19" fmla="*/ 1516687 h 3904198"/>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726805 w 3102667"/>
                <a:gd name="connsiteY15" fmla="*/ 663261 h 3904900"/>
                <a:gd name="connsiteX16" fmla="*/ 520900 w 3102667"/>
                <a:gd name="connsiteY16" fmla="*/ 877509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626092 w 3102667"/>
                <a:gd name="connsiteY15" fmla="*/ 661481 h 3904900"/>
                <a:gd name="connsiteX16" fmla="*/ 520900 w 3102667"/>
                <a:gd name="connsiteY16" fmla="*/ 877509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626092 w 3102667"/>
                <a:gd name="connsiteY15" fmla="*/ 661481 h 3904900"/>
                <a:gd name="connsiteX16" fmla="*/ 475089 w 3102667"/>
                <a:gd name="connsiteY16" fmla="*/ 815964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521853 w 3102667"/>
                <a:gd name="connsiteY15" fmla="*/ 641181 h 3904900"/>
                <a:gd name="connsiteX16" fmla="*/ 475089 w 3102667"/>
                <a:gd name="connsiteY16" fmla="*/ 815964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521853 w 3102667"/>
                <a:gd name="connsiteY15" fmla="*/ 641181 h 3904900"/>
                <a:gd name="connsiteX16" fmla="*/ 432008 w 3102667"/>
                <a:gd name="connsiteY16" fmla="*/ 812118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521853 w 3102667"/>
                <a:gd name="connsiteY15" fmla="*/ 641181 h 3904900"/>
                <a:gd name="connsiteX16" fmla="*/ 432008 w 3102667"/>
                <a:gd name="connsiteY16" fmla="*/ 812118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31638 w 3102667"/>
                <a:gd name="connsiteY0" fmla="*/ 3904900 h 3904900"/>
                <a:gd name="connsiteX1" fmla="*/ 2810046 w 3102667"/>
                <a:gd name="connsiteY1" fmla="*/ 3544759 h 3904900"/>
                <a:gd name="connsiteX2" fmla="*/ 2998559 w 3102667"/>
                <a:gd name="connsiteY2" fmla="*/ 3207947 h 3904900"/>
                <a:gd name="connsiteX3" fmla="*/ 3102666 w 3102667"/>
                <a:gd name="connsiteY3" fmla="*/ 2779616 h 3904900"/>
                <a:gd name="connsiteX4" fmla="*/ 2916014 w 3102667"/>
                <a:gd name="connsiteY4" fmla="*/ 2568355 h 3904900"/>
                <a:gd name="connsiteX5" fmla="*/ 2854532 w 3102667"/>
                <a:gd name="connsiteY5" fmla="*/ 2371120 h 3904900"/>
                <a:gd name="connsiteX6" fmla="*/ 2752196 w 3102667"/>
                <a:gd name="connsiteY6" fmla="*/ 1977633 h 3904900"/>
                <a:gd name="connsiteX7" fmla="*/ 2543727 w 3102667"/>
                <a:gd name="connsiteY7" fmla="*/ 1787599 h 3904900"/>
                <a:gd name="connsiteX8" fmla="*/ 2570023 w 3102667"/>
                <a:gd name="connsiteY8" fmla="*/ 1319305 h 3904900"/>
                <a:gd name="connsiteX9" fmla="*/ 2262719 w 3102667"/>
                <a:gd name="connsiteY9" fmla="*/ 948281 h 3904900"/>
                <a:gd name="connsiteX10" fmla="*/ 2323654 w 3102667"/>
                <a:gd name="connsiteY10" fmla="*/ 566430 h 3904900"/>
                <a:gd name="connsiteX11" fmla="*/ 2572954 w 3102667"/>
                <a:gd name="connsiteY11" fmla="*/ 194127 h 3904900"/>
                <a:gd name="connsiteX12" fmla="*/ 2241521 w 3102667"/>
                <a:gd name="connsiteY12" fmla="*/ 1187 h 3904900"/>
                <a:gd name="connsiteX13" fmla="*/ 1391613 w 3102667"/>
                <a:gd name="connsiteY13" fmla="*/ 262701 h 3904900"/>
                <a:gd name="connsiteX14" fmla="*/ 1049438 w 3102667"/>
                <a:gd name="connsiteY14" fmla="*/ 467313 h 3904900"/>
                <a:gd name="connsiteX15" fmla="*/ 521853 w 3102667"/>
                <a:gd name="connsiteY15" fmla="*/ 641181 h 3904900"/>
                <a:gd name="connsiteX16" fmla="*/ 432008 w 3102667"/>
                <a:gd name="connsiteY16" fmla="*/ 812118 h 3904900"/>
                <a:gd name="connsiteX17" fmla="*/ 350935 w 3102667"/>
                <a:gd name="connsiteY17" fmla="*/ 1094836 h 3904900"/>
                <a:gd name="connsiteX18" fmla="*/ 3072 w 3102667"/>
                <a:gd name="connsiteY18" fmla="*/ 1275071 h 3904900"/>
                <a:gd name="connsiteX19" fmla="*/ 42193 w 3102667"/>
                <a:gd name="connsiteY19" fmla="*/ 1517389 h 3904900"/>
                <a:gd name="connsiteX0" fmla="*/ 1783342 w 3154371"/>
                <a:gd name="connsiteY0" fmla="*/ 3904900 h 3904900"/>
                <a:gd name="connsiteX1" fmla="*/ 2861750 w 3154371"/>
                <a:gd name="connsiteY1" fmla="*/ 3544759 h 3904900"/>
                <a:gd name="connsiteX2" fmla="*/ 3050263 w 3154371"/>
                <a:gd name="connsiteY2" fmla="*/ 3207947 h 3904900"/>
                <a:gd name="connsiteX3" fmla="*/ 3154370 w 3154371"/>
                <a:gd name="connsiteY3" fmla="*/ 2779616 h 3904900"/>
                <a:gd name="connsiteX4" fmla="*/ 2967718 w 3154371"/>
                <a:gd name="connsiteY4" fmla="*/ 2568355 h 3904900"/>
                <a:gd name="connsiteX5" fmla="*/ 2906236 w 3154371"/>
                <a:gd name="connsiteY5" fmla="*/ 2371120 h 3904900"/>
                <a:gd name="connsiteX6" fmla="*/ 2803900 w 3154371"/>
                <a:gd name="connsiteY6" fmla="*/ 1977633 h 3904900"/>
                <a:gd name="connsiteX7" fmla="*/ 2595431 w 3154371"/>
                <a:gd name="connsiteY7" fmla="*/ 1787599 h 3904900"/>
                <a:gd name="connsiteX8" fmla="*/ 2621727 w 3154371"/>
                <a:gd name="connsiteY8" fmla="*/ 1319305 h 3904900"/>
                <a:gd name="connsiteX9" fmla="*/ 2314423 w 3154371"/>
                <a:gd name="connsiteY9" fmla="*/ 948281 h 3904900"/>
                <a:gd name="connsiteX10" fmla="*/ 2375358 w 3154371"/>
                <a:gd name="connsiteY10" fmla="*/ 566430 h 3904900"/>
                <a:gd name="connsiteX11" fmla="*/ 2624658 w 3154371"/>
                <a:gd name="connsiteY11" fmla="*/ 194127 h 3904900"/>
                <a:gd name="connsiteX12" fmla="*/ 2293225 w 3154371"/>
                <a:gd name="connsiteY12" fmla="*/ 1187 h 3904900"/>
                <a:gd name="connsiteX13" fmla="*/ 1443317 w 3154371"/>
                <a:gd name="connsiteY13" fmla="*/ 262701 h 3904900"/>
                <a:gd name="connsiteX14" fmla="*/ 1101142 w 3154371"/>
                <a:gd name="connsiteY14" fmla="*/ 467313 h 3904900"/>
                <a:gd name="connsiteX15" fmla="*/ 573557 w 3154371"/>
                <a:gd name="connsiteY15" fmla="*/ 641181 h 3904900"/>
                <a:gd name="connsiteX16" fmla="*/ 483712 w 3154371"/>
                <a:gd name="connsiteY16" fmla="*/ 812118 h 3904900"/>
                <a:gd name="connsiteX17" fmla="*/ 402639 w 3154371"/>
                <a:gd name="connsiteY17" fmla="*/ 1094836 h 3904900"/>
                <a:gd name="connsiteX18" fmla="*/ 54776 w 3154371"/>
                <a:gd name="connsiteY18" fmla="*/ 1275071 h 3904900"/>
                <a:gd name="connsiteX19" fmla="*/ 0 w 3154371"/>
                <a:gd name="connsiteY19" fmla="*/ 1391024 h 3904900"/>
                <a:gd name="connsiteX0" fmla="*/ 1783342 w 3154371"/>
                <a:gd name="connsiteY0" fmla="*/ 3904900 h 3904900"/>
                <a:gd name="connsiteX1" fmla="*/ 2861750 w 3154371"/>
                <a:gd name="connsiteY1" fmla="*/ 3544759 h 3904900"/>
                <a:gd name="connsiteX2" fmla="*/ 3050263 w 3154371"/>
                <a:gd name="connsiteY2" fmla="*/ 3207947 h 3904900"/>
                <a:gd name="connsiteX3" fmla="*/ 3154370 w 3154371"/>
                <a:gd name="connsiteY3" fmla="*/ 2779616 h 3904900"/>
                <a:gd name="connsiteX4" fmla="*/ 2967718 w 3154371"/>
                <a:gd name="connsiteY4" fmla="*/ 2568355 h 3904900"/>
                <a:gd name="connsiteX5" fmla="*/ 2906236 w 3154371"/>
                <a:gd name="connsiteY5" fmla="*/ 2371120 h 3904900"/>
                <a:gd name="connsiteX6" fmla="*/ 2803900 w 3154371"/>
                <a:gd name="connsiteY6" fmla="*/ 1977633 h 3904900"/>
                <a:gd name="connsiteX7" fmla="*/ 2595431 w 3154371"/>
                <a:gd name="connsiteY7" fmla="*/ 1787599 h 3904900"/>
                <a:gd name="connsiteX8" fmla="*/ 2621727 w 3154371"/>
                <a:gd name="connsiteY8" fmla="*/ 1319305 h 3904900"/>
                <a:gd name="connsiteX9" fmla="*/ 2314423 w 3154371"/>
                <a:gd name="connsiteY9" fmla="*/ 948281 h 3904900"/>
                <a:gd name="connsiteX10" fmla="*/ 2375358 w 3154371"/>
                <a:gd name="connsiteY10" fmla="*/ 566430 h 3904900"/>
                <a:gd name="connsiteX11" fmla="*/ 2624658 w 3154371"/>
                <a:gd name="connsiteY11" fmla="*/ 194127 h 3904900"/>
                <a:gd name="connsiteX12" fmla="*/ 2293225 w 3154371"/>
                <a:gd name="connsiteY12" fmla="*/ 1187 h 3904900"/>
                <a:gd name="connsiteX13" fmla="*/ 1443317 w 3154371"/>
                <a:gd name="connsiteY13" fmla="*/ 262701 h 3904900"/>
                <a:gd name="connsiteX14" fmla="*/ 1101142 w 3154371"/>
                <a:gd name="connsiteY14" fmla="*/ 467313 h 3904900"/>
                <a:gd name="connsiteX15" fmla="*/ 573557 w 3154371"/>
                <a:gd name="connsiteY15" fmla="*/ 641181 h 3904900"/>
                <a:gd name="connsiteX16" fmla="*/ 483712 w 3154371"/>
                <a:gd name="connsiteY16" fmla="*/ 812118 h 3904900"/>
                <a:gd name="connsiteX17" fmla="*/ 402639 w 3154371"/>
                <a:gd name="connsiteY17" fmla="*/ 1094836 h 3904900"/>
                <a:gd name="connsiteX18" fmla="*/ 18399 w 3154371"/>
                <a:gd name="connsiteY18" fmla="*/ 1222645 h 3904900"/>
                <a:gd name="connsiteX19" fmla="*/ 0 w 3154371"/>
                <a:gd name="connsiteY19" fmla="*/ 1391024 h 3904900"/>
                <a:gd name="connsiteX0" fmla="*/ 1783342 w 3154371"/>
                <a:gd name="connsiteY0" fmla="*/ 3904900 h 3904900"/>
                <a:gd name="connsiteX1" fmla="*/ 2861750 w 3154371"/>
                <a:gd name="connsiteY1" fmla="*/ 3544759 h 3904900"/>
                <a:gd name="connsiteX2" fmla="*/ 3050263 w 3154371"/>
                <a:gd name="connsiteY2" fmla="*/ 3207947 h 3904900"/>
                <a:gd name="connsiteX3" fmla="*/ 3154370 w 3154371"/>
                <a:gd name="connsiteY3" fmla="*/ 2779616 h 3904900"/>
                <a:gd name="connsiteX4" fmla="*/ 2967718 w 3154371"/>
                <a:gd name="connsiteY4" fmla="*/ 2568355 h 3904900"/>
                <a:gd name="connsiteX5" fmla="*/ 2906236 w 3154371"/>
                <a:gd name="connsiteY5" fmla="*/ 2371120 h 3904900"/>
                <a:gd name="connsiteX6" fmla="*/ 2783440 w 3154371"/>
                <a:gd name="connsiteY6" fmla="*/ 1992949 h 3904900"/>
                <a:gd name="connsiteX7" fmla="*/ 2595431 w 3154371"/>
                <a:gd name="connsiteY7" fmla="*/ 1787599 h 3904900"/>
                <a:gd name="connsiteX8" fmla="*/ 2621727 w 3154371"/>
                <a:gd name="connsiteY8" fmla="*/ 1319305 h 3904900"/>
                <a:gd name="connsiteX9" fmla="*/ 2314423 w 3154371"/>
                <a:gd name="connsiteY9" fmla="*/ 948281 h 3904900"/>
                <a:gd name="connsiteX10" fmla="*/ 2375358 w 3154371"/>
                <a:gd name="connsiteY10" fmla="*/ 566430 h 3904900"/>
                <a:gd name="connsiteX11" fmla="*/ 2624658 w 3154371"/>
                <a:gd name="connsiteY11" fmla="*/ 194127 h 3904900"/>
                <a:gd name="connsiteX12" fmla="*/ 2293225 w 3154371"/>
                <a:gd name="connsiteY12" fmla="*/ 1187 h 3904900"/>
                <a:gd name="connsiteX13" fmla="*/ 1443317 w 3154371"/>
                <a:gd name="connsiteY13" fmla="*/ 262701 h 3904900"/>
                <a:gd name="connsiteX14" fmla="*/ 1101142 w 3154371"/>
                <a:gd name="connsiteY14" fmla="*/ 467313 h 3904900"/>
                <a:gd name="connsiteX15" fmla="*/ 573557 w 3154371"/>
                <a:gd name="connsiteY15" fmla="*/ 641181 h 3904900"/>
                <a:gd name="connsiteX16" fmla="*/ 483712 w 3154371"/>
                <a:gd name="connsiteY16" fmla="*/ 812118 h 3904900"/>
                <a:gd name="connsiteX17" fmla="*/ 402639 w 3154371"/>
                <a:gd name="connsiteY17" fmla="*/ 1094836 h 3904900"/>
                <a:gd name="connsiteX18" fmla="*/ 18399 w 3154371"/>
                <a:gd name="connsiteY18" fmla="*/ 1222645 h 3904900"/>
                <a:gd name="connsiteX19" fmla="*/ 0 w 3154371"/>
                <a:gd name="connsiteY19" fmla="*/ 1391024 h 3904900"/>
                <a:gd name="connsiteX0" fmla="*/ 1783342 w 3154371"/>
                <a:gd name="connsiteY0" fmla="*/ 3904900 h 3904900"/>
                <a:gd name="connsiteX1" fmla="*/ 2861750 w 3154371"/>
                <a:gd name="connsiteY1" fmla="*/ 3544759 h 3904900"/>
                <a:gd name="connsiteX2" fmla="*/ 3050263 w 3154371"/>
                <a:gd name="connsiteY2" fmla="*/ 3207947 h 3904900"/>
                <a:gd name="connsiteX3" fmla="*/ 3154370 w 3154371"/>
                <a:gd name="connsiteY3" fmla="*/ 2779616 h 3904900"/>
                <a:gd name="connsiteX4" fmla="*/ 2967718 w 3154371"/>
                <a:gd name="connsiteY4" fmla="*/ 2568355 h 3904900"/>
                <a:gd name="connsiteX5" fmla="*/ 2906236 w 3154371"/>
                <a:gd name="connsiteY5" fmla="*/ 2371120 h 3904900"/>
                <a:gd name="connsiteX6" fmla="*/ 2783440 w 3154371"/>
                <a:gd name="connsiteY6" fmla="*/ 1992949 h 3904900"/>
                <a:gd name="connsiteX7" fmla="*/ 2595431 w 3154371"/>
                <a:gd name="connsiteY7" fmla="*/ 1787599 h 3904900"/>
                <a:gd name="connsiteX8" fmla="*/ 2621727 w 3154371"/>
                <a:gd name="connsiteY8" fmla="*/ 1319305 h 3904900"/>
                <a:gd name="connsiteX9" fmla="*/ 2314423 w 3154371"/>
                <a:gd name="connsiteY9" fmla="*/ 948281 h 3904900"/>
                <a:gd name="connsiteX10" fmla="*/ 2375358 w 3154371"/>
                <a:gd name="connsiteY10" fmla="*/ 566430 h 3904900"/>
                <a:gd name="connsiteX11" fmla="*/ 2624658 w 3154371"/>
                <a:gd name="connsiteY11" fmla="*/ 194127 h 3904900"/>
                <a:gd name="connsiteX12" fmla="*/ 2293225 w 3154371"/>
                <a:gd name="connsiteY12" fmla="*/ 1187 h 3904900"/>
                <a:gd name="connsiteX13" fmla="*/ 1443317 w 3154371"/>
                <a:gd name="connsiteY13" fmla="*/ 262701 h 3904900"/>
                <a:gd name="connsiteX14" fmla="*/ 1101142 w 3154371"/>
                <a:gd name="connsiteY14" fmla="*/ 467313 h 3904900"/>
                <a:gd name="connsiteX15" fmla="*/ 573557 w 3154371"/>
                <a:gd name="connsiteY15" fmla="*/ 641181 h 3904900"/>
                <a:gd name="connsiteX16" fmla="*/ 483712 w 3154371"/>
                <a:gd name="connsiteY16" fmla="*/ 812118 h 3904900"/>
                <a:gd name="connsiteX17" fmla="*/ 402639 w 3154371"/>
                <a:gd name="connsiteY17" fmla="*/ 1094836 h 3904900"/>
                <a:gd name="connsiteX18" fmla="*/ 18399 w 3154371"/>
                <a:gd name="connsiteY18" fmla="*/ 1222645 h 3904900"/>
                <a:gd name="connsiteX19" fmla="*/ 0 w 3154371"/>
                <a:gd name="connsiteY19" fmla="*/ 1391024 h 3904900"/>
                <a:gd name="connsiteX0" fmla="*/ 1783342 w 3154371"/>
                <a:gd name="connsiteY0" fmla="*/ 3904900 h 3904900"/>
                <a:gd name="connsiteX1" fmla="*/ 2861750 w 3154371"/>
                <a:gd name="connsiteY1" fmla="*/ 3544759 h 3904900"/>
                <a:gd name="connsiteX2" fmla="*/ 3050263 w 3154371"/>
                <a:gd name="connsiteY2" fmla="*/ 3207947 h 3904900"/>
                <a:gd name="connsiteX3" fmla="*/ 3154370 w 3154371"/>
                <a:gd name="connsiteY3" fmla="*/ 2779616 h 3904900"/>
                <a:gd name="connsiteX4" fmla="*/ 2967718 w 3154371"/>
                <a:gd name="connsiteY4" fmla="*/ 2568355 h 3904900"/>
                <a:gd name="connsiteX5" fmla="*/ 2906236 w 3154371"/>
                <a:gd name="connsiteY5" fmla="*/ 2371120 h 3904900"/>
                <a:gd name="connsiteX6" fmla="*/ 2783440 w 3154371"/>
                <a:gd name="connsiteY6" fmla="*/ 1992949 h 3904900"/>
                <a:gd name="connsiteX7" fmla="*/ 2513585 w 3154371"/>
                <a:gd name="connsiteY7" fmla="*/ 1714443 h 3904900"/>
                <a:gd name="connsiteX8" fmla="*/ 2621727 w 3154371"/>
                <a:gd name="connsiteY8" fmla="*/ 1319305 h 3904900"/>
                <a:gd name="connsiteX9" fmla="*/ 2314423 w 3154371"/>
                <a:gd name="connsiteY9" fmla="*/ 948281 h 3904900"/>
                <a:gd name="connsiteX10" fmla="*/ 2375358 w 3154371"/>
                <a:gd name="connsiteY10" fmla="*/ 566430 h 3904900"/>
                <a:gd name="connsiteX11" fmla="*/ 2624658 w 3154371"/>
                <a:gd name="connsiteY11" fmla="*/ 194127 h 3904900"/>
                <a:gd name="connsiteX12" fmla="*/ 2293225 w 3154371"/>
                <a:gd name="connsiteY12" fmla="*/ 1187 h 3904900"/>
                <a:gd name="connsiteX13" fmla="*/ 1443317 w 3154371"/>
                <a:gd name="connsiteY13" fmla="*/ 262701 h 3904900"/>
                <a:gd name="connsiteX14" fmla="*/ 1101142 w 3154371"/>
                <a:gd name="connsiteY14" fmla="*/ 467313 h 3904900"/>
                <a:gd name="connsiteX15" fmla="*/ 573557 w 3154371"/>
                <a:gd name="connsiteY15" fmla="*/ 641181 h 3904900"/>
                <a:gd name="connsiteX16" fmla="*/ 483712 w 3154371"/>
                <a:gd name="connsiteY16" fmla="*/ 812118 h 3904900"/>
                <a:gd name="connsiteX17" fmla="*/ 402639 w 3154371"/>
                <a:gd name="connsiteY17" fmla="*/ 1094836 h 3904900"/>
                <a:gd name="connsiteX18" fmla="*/ 18399 w 3154371"/>
                <a:gd name="connsiteY18" fmla="*/ 1222645 h 3904900"/>
                <a:gd name="connsiteX19" fmla="*/ 0 w 3154371"/>
                <a:gd name="connsiteY19" fmla="*/ 1391024 h 3904900"/>
                <a:gd name="connsiteX0" fmla="*/ 1783342 w 3055218"/>
                <a:gd name="connsiteY0" fmla="*/ 3904900 h 3904900"/>
                <a:gd name="connsiteX1" fmla="*/ 2861750 w 3055218"/>
                <a:gd name="connsiteY1" fmla="*/ 3544759 h 3904900"/>
                <a:gd name="connsiteX2" fmla="*/ 3050263 w 3055218"/>
                <a:gd name="connsiteY2" fmla="*/ 3207947 h 3904900"/>
                <a:gd name="connsiteX3" fmla="*/ 3004324 w 3055218"/>
                <a:gd name="connsiteY3" fmla="*/ 2787381 h 3904900"/>
                <a:gd name="connsiteX4" fmla="*/ 2967718 w 3055218"/>
                <a:gd name="connsiteY4" fmla="*/ 2568355 h 3904900"/>
                <a:gd name="connsiteX5" fmla="*/ 2906236 w 3055218"/>
                <a:gd name="connsiteY5" fmla="*/ 2371120 h 3904900"/>
                <a:gd name="connsiteX6" fmla="*/ 2783440 w 3055218"/>
                <a:gd name="connsiteY6" fmla="*/ 1992949 h 3904900"/>
                <a:gd name="connsiteX7" fmla="*/ 2513585 w 3055218"/>
                <a:gd name="connsiteY7" fmla="*/ 1714443 h 3904900"/>
                <a:gd name="connsiteX8" fmla="*/ 2621727 w 3055218"/>
                <a:gd name="connsiteY8" fmla="*/ 1319305 h 3904900"/>
                <a:gd name="connsiteX9" fmla="*/ 2314423 w 3055218"/>
                <a:gd name="connsiteY9" fmla="*/ 948281 h 3904900"/>
                <a:gd name="connsiteX10" fmla="*/ 2375358 w 3055218"/>
                <a:gd name="connsiteY10" fmla="*/ 566430 h 3904900"/>
                <a:gd name="connsiteX11" fmla="*/ 2624658 w 3055218"/>
                <a:gd name="connsiteY11" fmla="*/ 194127 h 3904900"/>
                <a:gd name="connsiteX12" fmla="*/ 2293225 w 3055218"/>
                <a:gd name="connsiteY12" fmla="*/ 1187 h 3904900"/>
                <a:gd name="connsiteX13" fmla="*/ 1443317 w 3055218"/>
                <a:gd name="connsiteY13" fmla="*/ 262701 h 3904900"/>
                <a:gd name="connsiteX14" fmla="*/ 1101142 w 3055218"/>
                <a:gd name="connsiteY14" fmla="*/ 467313 h 3904900"/>
                <a:gd name="connsiteX15" fmla="*/ 573557 w 3055218"/>
                <a:gd name="connsiteY15" fmla="*/ 641181 h 3904900"/>
                <a:gd name="connsiteX16" fmla="*/ 483712 w 3055218"/>
                <a:gd name="connsiteY16" fmla="*/ 812118 h 3904900"/>
                <a:gd name="connsiteX17" fmla="*/ 402639 w 3055218"/>
                <a:gd name="connsiteY17" fmla="*/ 1094836 h 3904900"/>
                <a:gd name="connsiteX18" fmla="*/ 18399 w 3055218"/>
                <a:gd name="connsiteY18" fmla="*/ 1222645 h 3904900"/>
                <a:gd name="connsiteX19" fmla="*/ 0 w 3055218"/>
                <a:gd name="connsiteY19" fmla="*/ 1391024 h 39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55218" h="3904900">
                  <a:moveTo>
                    <a:pt x="1783342" y="3904900"/>
                  </a:moveTo>
                  <a:cubicBezTo>
                    <a:pt x="1837041" y="3758063"/>
                    <a:pt x="2709610" y="3629983"/>
                    <a:pt x="2861750" y="3544759"/>
                  </a:cubicBezTo>
                  <a:cubicBezTo>
                    <a:pt x="3013890" y="3459535"/>
                    <a:pt x="3026501" y="3334177"/>
                    <a:pt x="3050263" y="3207947"/>
                  </a:cubicBezTo>
                  <a:cubicBezTo>
                    <a:pt x="3074025" y="3081717"/>
                    <a:pt x="3004629" y="2895945"/>
                    <a:pt x="3004324" y="2787381"/>
                  </a:cubicBezTo>
                  <a:cubicBezTo>
                    <a:pt x="3004019" y="2678817"/>
                    <a:pt x="3009074" y="2636438"/>
                    <a:pt x="2967718" y="2568355"/>
                  </a:cubicBezTo>
                  <a:cubicBezTo>
                    <a:pt x="2926362" y="2500272"/>
                    <a:pt x="2936949" y="2467021"/>
                    <a:pt x="2906236" y="2371120"/>
                  </a:cubicBezTo>
                  <a:cubicBezTo>
                    <a:pt x="2875523" y="2275219"/>
                    <a:pt x="2954956" y="2098784"/>
                    <a:pt x="2783440" y="1992949"/>
                  </a:cubicBezTo>
                  <a:cubicBezTo>
                    <a:pt x="2642520" y="1892705"/>
                    <a:pt x="2540537" y="1826717"/>
                    <a:pt x="2513585" y="1714443"/>
                  </a:cubicBezTo>
                  <a:cubicBezTo>
                    <a:pt x="2486633" y="1602169"/>
                    <a:pt x="2654921" y="1446999"/>
                    <a:pt x="2621727" y="1319305"/>
                  </a:cubicBezTo>
                  <a:cubicBezTo>
                    <a:pt x="2588533" y="1191611"/>
                    <a:pt x="2314042" y="1059056"/>
                    <a:pt x="2314423" y="948281"/>
                  </a:cubicBezTo>
                  <a:cubicBezTo>
                    <a:pt x="2314899" y="803310"/>
                    <a:pt x="2323652" y="692122"/>
                    <a:pt x="2375358" y="566430"/>
                  </a:cubicBezTo>
                  <a:cubicBezTo>
                    <a:pt x="2427064" y="440738"/>
                    <a:pt x="2595416" y="346813"/>
                    <a:pt x="2624658" y="194127"/>
                  </a:cubicBezTo>
                  <a:cubicBezTo>
                    <a:pt x="2650185" y="61348"/>
                    <a:pt x="2490115" y="-10242"/>
                    <a:pt x="2293225" y="1187"/>
                  </a:cubicBezTo>
                  <a:cubicBezTo>
                    <a:pt x="2096335" y="12616"/>
                    <a:pt x="1641998" y="185013"/>
                    <a:pt x="1443317" y="262701"/>
                  </a:cubicBezTo>
                  <a:cubicBezTo>
                    <a:pt x="1244636" y="340389"/>
                    <a:pt x="1246102" y="404233"/>
                    <a:pt x="1101142" y="467313"/>
                  </a:cubicBezTo>
                  <a:cubicBezTo>
                    <a:pt x="956182" y="530393"/>
                    <a:pt x="676462" y="583714"/>
                    <a:pt x="573557" y="641181"/>
                  </a:cubicBezTo>
                  <a:cubicBezTo>
                    <a:pt x="470652" y="698649"/>
                    <a:pt x="486442" y="713658"/>
                    <a:pt x="483712" y="812118"/>
                  </a:cubicBezTo>
                  <a:cubicBezTo>
                    <a:pt x="434492" y="901817"/>
                    <a:pt x="480191" y="1026415"/>
                    <a:pt x="402639" y="1094836"/>
                  </a:cubicBezTo>
                  <a:cubicBezTo>
                    <a:pt x="325087" y="1163257"/>
                    <a:pt x="115207" y="1017459"/>
                    <a:pt x="18399" y="1222645"/>
                  </a:cubicBezTo>
                  <a:cubicBezTo>
                    <a:pt x="-528" y="1324388"/>
                    <a:pt x="17387" y="1292500"/>
                    <a:pt x="0" y="139102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3B6B3923-FC39-FCA3-078C-1E6FC7BE9FDD}"/>
                </a:ext>
              </a:extLst>
            </p:cNvPr>
            <p:cNvSpPr/>
            <p:nvPr/>
          </p:nvSpPr>
          <p:spPr>
            <a:xfrm rot="9390017" flipV="1">
              <a:off x="7597563" y="-912132"/>
              <a:ext cx="3248103" cy="7388712"/>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81082 w 2478714"/>
                <a:gd name="connsiteY0" fmla="*/ 5521764 h 5521764"/>
                <a:gd name="connsiteX1" fmla="*/ 524993 w 2478714"/>
                <a:gd name="connsiteY1" fmla="*/ 3906089 h 5521764"/>
                <a:gd name="connsiteX2" fmla="*/ 280820 w 2478714"/>
                <a:gd name="connsiteY2" fmla="*/ 3178874 h 5521764"/>
                <a:gd name="connsiteX3" fmla="*/ 43076 w 2478714"/>
                <a:gd name="connsiteY3" fmla="*/ 2663762 h 5521764"/>
                <a:gd name="connsiteX4" fmla="*/ 3167 w 2478714"/>
                <a:gd name="connsiteY4" fmla="*/ 2344769 h 5521764"/>
                <a:gd name="connsiteX5" fmla="*/ 117943 w 2478714"/>
                <a:gd name="connsiteY5" fmla="*/ 1976723 h 5521764"/>
                <a:gd name="connsiteX6" fmla="*/ 224242 w 2478714"/>
                <a:gd name="connsiteY6" fmla="*/ 1744123 h 5521764"/>
                <a:gd name="connsiteX7" fmla="*/ 447222 w 2478714"/>
                <a:gd name="connsiteY7" fmla="*/ 1569244 h 5521764"/>
                <a:gd name="connsiteX8" fmla="*/ 708588 w 2478714"/>
                <a:gd name="connsiteY8" fmla="*/ 1598295 h 5521764"/>
                <a:gd name="connsiteX9" fmla="*/ 1024532 w 2478714"/>
                <a:gd name="connsiteY9" fmla="*/ 1741837 h 5521764"/>
                <a:gd name="connsiteX10" fmla="*/ 1538692 w 2478714"/>
                <a:gd name="connsiteY10" fmla="*/ 1773460 h 5521764"/>
                <a:gd name="connsiteX11" fmla="*/ 1869019 w 2478714"/>
                <a:gd name="connsiteY11" fmla="*/ 1650016 h 5521764"/>
                <a:gd name="connsiteX12" fmla="*/ 2124670 w 2478714"/>
                <a:gd name="connsiteY12" fmla="*/ 1515047 h 5521764"/>
                <a:gd name="connsiteX13" fmla="*/ 2334410 w 2478714"/>
                <a:gd name="connsiteY13" fmla="*/ 1305401 h 5521764"/>
                <a:gd name="connsiteX14" fmla="*/ 2430232 w 2478714"/>
                <a:gd name="connsiteY14" fmla="*/ 933164 h 5521764"/>
                <a:gd name="connsiteX15" fmla="*/ 2430232 w 2478714"/>
                <a:gd name="connsiteY15" fmla="*/ 571786 h 5521764"/>
                <a:gd name="connsiteX16" fmla="*/ 2445472 w 2478714"/>
                <a:gd name="connsiteY16" fmla="*/ 315659 h 5521764"/>
                <a:gd name="connsiteX17" fmla="*/ 2478714 w 2478714"/>
                <a:gd name="connsiteY17" fmla="*/ 0 h 5521764"/>
                <a:gd name="connsiteX0" fmla="*/ 81082 w 2478714"/>
                <a:gd name="connsiteY0" fmla="*/ 5521764 h 5521764"/>
                <a:gd name="connsiteX1" fmla="*/ 524993 w 2478714"/>
                <a:gd name="connsiteY1" fmla="*/ 3906089 h 5521764"/>
                <a:gd name="connsiteX2" fmla="*/ 280820 w 2478714"/>
                <a:gd name="connsiteY2" fmla="*/ 3178874 h 5521764"/>
                <a:gd name="connsiteX3" fmla="*/ 43076 w 2478714"/>
                <a:gd name="connsiteY3" fmla="*/ 2663762 h 5521764"/>
                <a:gd name="connsiteX4" fmla="*/ 3167 w 2478714"/>
                <a:gd name="connsiteY4" fmla="*/ 2344769 h 5521764"/>
                <a:gd name="connsiteX5" fmla="*/ 117943 w 2478714"/>
                <a:gd name="connsiteY5" fmla="*/ 1976723 h 5521764"/>
                <a:gd name="connsiteX6" fmla="*/ 224242 w 2478714"/>
                <a:gd name="connsiteY6" fmla="*/ 1744123 h 5521764"/>
                <a:gd name="connsiteX7" fmla="*/ 447222 w 2478714"/>
                <a:gd name="connsiteY7" fmla="*/ 1569244 h 5521764"/>
                <a:gd name="connsiteX8" fmla="*/ 708588 w 2478714"/>
                <a:gd name="connsiteY8" fmla="*/ 1598295 h 5521764"/>
                <a:gd name="connsiteX9" fmla="*/ 1024532 w 2478714"/>
                <a:gd name="connsiteY9" fmla="*/ 1741837 h 5521764"/>
                <a:gd name="connsiteX10" fmla="*/ 1538692 w 2478714"/>
                <a:gd name="connsiteY10" fmla="*/ 1773460 h 5521764"/>
                <a:gd name="connsiteX11" fmla="*/ 1869019 w 2478714"/>
                <a:gd name="connsiteY11" fmla="*/ 1650016 h 5521764"/>
                <a:gd name="connsiteX12" fmla="*/ 2124670 w 2478714"/>
                <a:gd name="connsiteY12" fmla="*/ 1515047 h 5521764"/>
                <a:gd name="connsiteX13" fmla="*/ 2334410 w 2478714"/>
                <a:gd name="connsiteY13" fmla="*/ 1305401 h 5521764"/>
                <a:gd name="connsiteX14" fmla="*/ 2430232 w 2478714"/>
                <a:gd name="connsiteY14" fmla="*/ 933164 h 5521764"/>
                <a:gd name="connsiteX15" fmla="*/ 2430232 w 2478714"/>
                <a:gd name="connsiteY15" fmla="*/ 571786 h 5521764"/>
                <a:gd name="connsiteX16" fmla="*/ 2445472 w 2478714"/>
                <a:gd name="connsiteY16" fmla="*/ 315659 h 5521764"/>
                <a:gd name="connsiteX17" fmla="*/ 2478714 w 2478714"/>
                <a:gd name="connsiteY17" fmla="*/ 0 h 5521764"/>
                <a:gd name="connsiteX0" fmla="*/ 0 w 2555088"/>
                <a:gd name="connsiteY0" fmla="*/ 5493764 h 5493764"/>
                <a:gd name="connsiteX1" fmla="*/ 601367 w 2555088"/>
                <a:gd name="connsiteY1" fmla="*/ 3906089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55088"/>
                <a:gd name="connsiteY0" fmla="*/ 5493764 h 5493764"/>
                <a:gd name="connsiteX1" fmla="*/ 601367 w 2555088"/>
                <a:gd name="connsiteY1" fmla="*/ 3906089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55088"/>
                <a:gd name="connsiteY0" fmla="*/ 5493764 h 5493764"/>
                <a:gd name="connsiteX1" fmla="*/ 571057 w 2555088"/>
                <a:gd name="connsiteY1" fmla="*/ 4419820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21846"/>
                <a:gd name="connsiteY0" fmla="*/ 5178105 h 5178105"/>
                <a:gd name="connsiteX1" fmla="*/ 571057 w 2521846"/>
                <a:gd name="connsiteY1" fmla="*/ 4104161 h 5178105"/>
                <a:gd name="connsiteX2" fmla="*/ 357194 w 2521846"/>
                <a:gd name="connsiteY2" fmla="*/ 2863215 h 5178105"/>
                <a:gd name="connsiteX3" fmla="*/ 119450 w 2521846"/>
                <a:gd name="connsiteY3" fmla="*/ 2348103 h 5178105"/>
                <a:gd name="connsiteX4" fmla="*/ 79541 w 2521846"/>
                <a:gd name="connsiteY4" fmla="*/ 2029110 h 5178105"/>
                <a:gd name="connsiteX5" fmla="*/ 194317 w 2521846"/>
                <a:gd name="connsiteY5" fmla="*/ 1661064 h 5178105"/>
                <a:gd name="connsiteX6" fmla="*/ 300616 w 2521846"/>
                <a:gd name="connsiteY6" fmla="*/ 1428464 h 5178105"/>
                <a:gd name="connsiteX7" fmla="*/ 523596 w 2521846"/>
                <a:gd name="connsiteY7" fmla="*/ 1253585 h 5178105"/>
                <a:gd name="connsiteX8" fmla="*/ 784962 w 2521846"/>
                <a:gd name="connsiteY8" fmla="*/ 1282636 h 5178105"/>
                <a:gd name="connsiteX9" fmla="*/ 1100906 w 2521846"/>
                <a:gd name="connsiteY9" fmla="*/ 1426178 h 5178105"/>
                <a:gd name="connsiteX10" fmla="*/ 1615066 w 2521846"/>
                <a:gd name="connsiteY10" fmla="*/ 1457801 h 5178105"/>
                <a:gd name="connsiteX11" fmla="*/ 1945393 w 2521846"/>
                <a:gd name="connsiteY11" fmla="*/ 1334357 h 5178105"/>
                <a:gd name="connsiteX12" fmla="*/ 2201044 w 2521846"/>
                <a:gd name="connsiteY12" fmla="*/ 1199388 h 5178105"/>
                <a:gd name="connsiteX13" fmla="*/ 2410784 w 2521846"/>
                <a:gd name="connsiteY13" fmla="*/ 989742 h 5178105"/>
                <a:gd name="connsiteX14" fmla="*/ 2506606 w 2521846"/>
                <a:gd name="connsiteY14" fmla="*/ 617505 h 5178105"/>
                <a:gd name="connsiteX15" fmla="*/ 2506606 w 2521846"/>
                <a:gd name="connsiteY15" fmla="*/ 256127 h 5178105"/>
                <a:gd name="connsiteX16" fmla="*/ 2521846 w 2521846"/>
                <a:gd name="connsiteY16" fmla="*/ 0 h 5178105"/>
                <a:gd name="connsiteX0" fmla="*/ 0 w 2509013"/>
                <a:gd name="connsiteY0" fmla="*/ 4921978 h 4921978"/>
                <a:gd name="connsiteX1" fmla="*/ 571057 w 2509013"/>
                <a:gd name="connsiteY1" fmla="*/ 3848034 h 4921978"/>
                <a:gd name="connsiteX2" fmla="*/ 357194 w 2509013"/>
                <a:gd name="connsiteY2" fmla="*/ 2607088 h 4921978"/>
                <a:gd name="connsiteX3" fmla="*/ 119450 w 2509013"/>
                <a:gd name="connsiteY3" fmla="*/ 2091976 h 4921978"/>
                <a:gd name="connsiteX4" fmla="*/ 79541 w 2509013"/>
                <a:gd name="connsiteY4" fmla="*/ 1772983 h 4921978"/>
                <a:gd name="connsiteX5" fmla="*/ 194317 w 2509013"/>
                <a:gd name="connsiteY5" fmla="*/ 1404937 h 4921978"/>
                <a:gd name="connsiteX6" fmla="*/ 300616 w 2509013"/>
                <a:gd name="connsiteY6" fmla="*/ 1172337 h 4921978"/>
                <a:gd name="connsiteX7" fmla="*/ 523596 w 2509013"/>
                <a:gd name="connsiteY7" fmla="*/ 997458 h 4921978"/>
                <a:gd name="connsiteX8" fmla="*/ 784962 w 2509013"/>
                <a:gd name="connsiteY8" fmla="*/ 1026509 h 4921978"/>
                <a:gd name="connsiteX9" fmla="*/ 1100906 w 2509013"/>
                <a:gd name="connsiteY9" fmla="*/ 1170051 h 4921978"/>
                <a:gd name="connsiteX10" fmla="*/ 1615066 w 2509013"/>
                <a:gd name="connsiteY10" fmla="*/ 1201674 h 4921978"/>
                <a:gd name="connsiteX11" fmla="*/ 1945393 w 2509013"/>
                <a:gd name="connsiteY11" fmla="*/ 1078230 h 4921978"/>
                <a:gd name="connsiteX12" fmla="*/ 2201044 w 2509013"/>
                <a:gd name="connsiteY12" fmla="*/ 943261 h 4921978"/>
                <a:gd name="connsiteX13" fmla="*/ 2410784 w 2509013"/>
                <a:gd name="connsiteY13" fmla="*/ 733615 h 4921978"/>
                <a:gd name="connsiteX14" fmla="*/ 2506606 w 2509013"/>
                <a:gd name="connsiteY14" fmla="*/ 361378 h 4921978"/>
                <a:gd name="connsiteX15" fmla="*/ 2506606 w 2509013"/>
                <a:gd name="connsiteY15" fmla="*/ 0 h 4921978"/>
                <a:gd name="connsiteX0" fmla="*/ 0 w 2506606"/>
                <a:gd name="connsiteY0" fmla="*/ 4560600 h 4560600"/>
                <a:gd name="connsiteX1" fmla="*/ 571057 w 2506606"/>
                <a:gd name="connsiteY1" fmla="*/ 3486656 h 4560600"/>
                <a:gd name="connsiteX2" fmla="*/ 357194 w 2506606"/>
                <a:gd name="connsiteY2" fmla="*/ 2245710 h 4560600"/>
                <a:gd name="connsiteX3" fmla="*/ 119450 w 2506606"/>
                <a:gd name="connsiteY3" fmla="*/ 1730598 h 4560600"/>
                <a:gd name="connsiteX4" fmla="*/ 79541 w 2506606"/>
                <a:gd name="connsiteY4" fmla="*/ 1411605 h 4560600"/>
                <a:gd name="connsiteX5" fmla="*/ 194317 w 2506606"/>
                <a:gd name="connsiteY5" fmla="*/ 1043559 h 4560600"/>
                <a:gd name="connsiteX6" fmla="*/ 300616 w 2506606"/>
                <a:gd name="connsiteY6" fmla="*/ 810959 h 4560600"/>
                <a:gd name="connsiteX7" fmla="*/ 523596 w 2506606"/>
                <a:gd name="connsiteY7" fmla="*/ 636080 h 4560600"/>
                <a:gd name="connsiteX8" fmla="*/ 784962 w 2506606"/>
                <a:gd name="connsiteY8" fmla="*/ 665131 h 4560600"/>
                <a:gd name="connsiteX9" fmla="*/ 1100906 w 2506606"/>
                <a:gd name="connsiteY9" fmla="*/ 808673 h 4560600"/>
                <a:gd name="connsiteX10" fmla="*/ 1615066 w 2506606"/>
                <a:gd name="connsiteY10" fmla="*/ 840296 h 4560600"/>
                <a:gd name="connsiteX11" fmla="*/ 1945393 w 2506606"/>
                <a:gd name="connsiteY11" fmla="*/ 716852 h 4560600"/>
                <a:gd name="connsiteX12" fmla="*/ 2201044 w 2506606"/>
                <a:gd name="connsiteY12" fmla="*/ 581883 h 4560600"/>
                <a:gd name="connsiteX13" fmla="*/ 2410784 w 2506606"/>
                <a:gd name="connsiteY13" fmla="*/ 372237 h 4560600"/>
                <a:gd name="connsiteX14" fmla="*/ 2506606 w 2506606"/>
                <a:gd name="connsiteY14" fmla="*/ 0 h 4560600"/>
                <a:gd name="connsiteX0" fmla="*/ 0 w 2493978"/>
                <a:gd name="connsiteY0" fmla="*/ 4487053 h 4487053"/>
                <a:gd name="connsiteX1" fmla="*/ 571057 w 2493978"/>
                <a:gd name="connsiteY1" fmla="*/ 3413109 h 4487053"/>
                <a:gd name="connsiteX2" fmla="*/ 357194 w 2493978"/>
                <a:gd name="connsiteY2" fmla="*/ 2172163 h 4487053"/>
                <a:gd name="connsiteX3" fmla="*/ 119450 w 2493978"/>
                <a:gd name="connsiteY3" fmla="*/ 1657051 h 4487053"/>
                <a:gd name="connsiteX4" fmla="*/ 79541 w 2493978"/>
                <a:gd name="connsiteY4" fmla="*/ 1338058 h 4487053"/>
                <a:gd name="connsiteX5" fmla="*/ 194317 w 2493978"/>
                <a:gd name="connsiteY5" fmla="*/ 970012 h 4487053"/>
                <a:gd name="connsiteX6" fmla="*/ 300616 w 2493978"/>
                <a:gd name="connsiteY6" fmla="*/ 737412 h 4487053"/>
                <a:gd name="connsiteX7" fmla="*/ 523596 w 2493978"/>
                <a:gd name="connsiteY7" fmla="*/ 562533 h 4487053"/>
                <a:gd name="connsiteX8" fmla="*/ 784962 w 2493978"/>
                <a:gd name="connsiteY8" fmla="*/ 591584 h 4487053"/>
                <a:gd name="connsiteX9" fmla="*/ 1100906 w 2493978"/>
                <a:gd name="connsiteY9" fmla="*/ 735126 h 4487053"/>
                <a:gd name="connsiteX10" fmla="*/ 1615066 w 2493978"/>
                <a:gd name="connsiteY10" fmla="*/ 766749 h 4487053"/>
                <a:gd name="connsiteX11" fmla="*/ 1945393 w 2493978"/>
                <a:gd name="connsiteY11" fmla="*/ 643305 h 4487053"/>
                <a:gd name="connsiteX12" fmla="*/ 2201044 w 2493978"/>
                <a:gd name="connsiteY12" fmla="*/ 508336 h 4487053"/>
                <a:gd name="connsiteX13" fmla="*/ 2410784 w 2493978"/>
                <a:gd name="connsiteY13" fmla="*/ 298690 h 4487053"/>
                <a:gd name="connsiteX14" fmla="*/ 2493978 w 2493978"/>
                <a:gd name="connsiteY14"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547561 w 2493978"/>
                <a:gd name="connsiteY3" fmla="*/ 2111586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05273 w 2493978"/>
                <a:gd name="connsiteY2" fmla="*/ 2466776 h 4487053"/>
                <a:gd name="connsiteX3" fmla="*/ 547561 w 2493978"/>
                <a:gd name="connsiteY3" fmla="*/ 2111586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49146 w 2428058"/>
                <a:gd name="connsiteY11" fmla="*/ 766749 h 4495407"/>
                <a:gd name="connsiteX12" fmla="*/ 1879473 w 2428058"/>
                <a:gd name="connsiteY12" fmla="*/ 643305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879473 w 2428058"/>
                <a:gd name="connsiteY12" fmla="*/ 643305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83531 w 2428058"/>
                <a:gd name="connsiteY7" fmla="*/ 753689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514733 w 2428058"/>
                <a:gd name="connsiteY2" fmla="*/ 3006322 h 4495407"/>
                <a:gd name="connsiteX3" fmla="*/ 339353 w 2428058"/>
                <a:gd name="connsiteY3" fmla="*/ 2466776 h 4495407"/>
                <a:gd name="connsiteX4" fmla="*/ 481641 w 2428058"/>
                <a:gd name="connsiteY4" fmla="*/ 2111586 h 4495407"/>
                <a:gd name="connsiteX5" fmla="*/ 53530 w 2428058"/>
                <a:gd name="connsiteY5" fmla="*/ 1657051 h 4495407"/>
                <a:gd name="connsiteX6" fmla="*/ 13621 w 2428058"/>
                <a:gd name="connsiteY6" fmla="*/ 1338058 h 4495407"/>
                <a:gd name="connsiteX7" fmla="*/ 128397 w 2428058"/>
                <a:gd name="connsiteY7" fmla="*/ 970012 h 4495407"/>
                <a:gd name="connsiteX8" fmla="*/ 283531 w 2428058"/>
                <a:gd name="connsiteY8" fmla="*/ 753689 h 4495407"/>
                <a:gd name="connsiteX9" fmla="*/ 457676 w 2428058"/>
                <a:gd name="connsiteY9" fmla="*/ 562533 h 4495407"/>
                <a:gd name="connsiteX10" fmla="*/ 719042 w 2428058"/>
                <a:gd name="connsiteY10" fmla="*/ 591584 h 4495407"/>
                <a:gd name="connsiteX11" fmla="*/ 1034986 w 2428058"/>
                <a:gd name="connsiteY11" fmla="*/ 735126 h 4495407"/>
                <a:gd name="connsiteX12" fmla="*/ 1514102 w 2428058"/>
                <a:gd name="connsiteY12" fmla="*/ 833399 h 4495407"/>
                <a:gd name="connsiteX13" fmla="*/ 1906189 w 2428058"/>
                <a:gd name="connsiteY13" fmla="*/ 665263 h 4495407"/>
                <a:gd name="connsiteX14" fmla="*/ 2135124 w 2428058"/>
                <a:gd name="connsiteY14" fmla="*/ 508336 h 4495407"/>
                <a:gd name="connsiteX15" fmla="*/ 2344864 w 2428058"/>
                <a:gd name="connsiteY15" fmla="*/ 298690 h 4495407"/>
                <a:gd name="connsiteX16" fmla="*/ 2428058 w 2428058"/>
                <a:gd name="connsiteY16" fmla="*/ 0 h 4495407"/>
                <a:gd name="connsiteX0" fmla="*/ 63605 w 2428058"/>
                <a:gd name="connsiteY0" fmla="*/ 4495407 h 4495407"/>
                <a:gd name="connsiteX1" fmla="*/ 657788 w 2428058"/>
                <a:gd name="connsiteY1" fmla="*/ 3982126 h 4495407"/>
                <a:gd name="connsiteX2" fmla="*/ 505137 w 2428058"/>
                <a:gd name="connsiteY2" fmla="*/ 3413109 h 4495407"/>
                <a:gd name="connsiteX3" fmla="*/ 514733 w 2428058"/>
                <a:gd name="connsiteY3" fmla="*/ 3006322 h 4495407"/>
                <a:gd name="connsiteX4" fmla="*/ 339353 w 2428058"/>
                <a:gd name="connsiteY4" fmla="*/ 2466776 h 4495407"/>
                <a:gd name="connsiteX5" fmla="*/ 481641 w 2428058"/>
                <a:gd name="connsiteY5" fmla="*/ 2111586 h 4495407"/>
                <a:gd name="connsiteX6" fmla="*/ 53530 w 2428058"/>
                <a:gd name="connsiteY6" fmla="*/ 1657051 h 4495407"/>
                <a:gd name="connsiteX7" fmla="*/ 13621 w 2428058"/>
                <a:gd name="connsiteY7" fmla="*/ 1338058 h 4495407"/>
                <a:gd name="connsiteX8" fmla="*/ 128397 w 2428058"/>
                <a:gd name="connsiteY8" fmla="*/ 970012 h 4495407"/>
                <a:gd name="connsiteX9" fmla="*/ 283531 w 2428058"/>
                <a:gd name="connsiteY9" fmla="*/ 753689 h 4495407"/>
                <a:gd name="connsiteX10" fmla="*/ 457676 w 2428058"/>
                <a:gd name="connsiteY10" fmla="*/ 562533 h 4495407"/>
                <a:gd name="connsiteX11" fmla="*/ 719042 w 2428058"/>
                <a:gd name="connsiteY11" fmla="*/ 591584 h 4495407"/>
                <a:gd name="connsiteX12" fmla="*/ 1034986 w 2428058"/>
                <a:gd name="connsiteY12" fmla="*/ 735126 h 4495407"/>
                <a:gd name="connsiteX13" fmla="*/ 1514102 w 2428058"/>
                <a:gd name="connsiteY13" fmla="*/ 833399 h 4495407"/>
                <a:gd name="connsiteX14" fmla="*/ 1906189 w 2428058"/>
                <a:gd name="connsiteY14" fmla="*/ 665263 h 4495407"/>
                <a:gd name="connsiteX15" fmla="*/ 2135124 w 2428058"/>
                <a:gd name="connsiteY15" fmla="*/ 508336 h 4495407"/>
                <a:gd name="connsiteX16" fmla="*/ 2344864 w 2428058"/>
                <a:gd name="connsiteY16" fmla="*/ 298690 h 4495407"/>
                <a:gd name="connsiteX17" fmla="*/ 2428058 w 2428058"/>
                <a:gd name="connsiteY17" fmla="*/ 0 h 4495407"/>
                <a:gd name="connsiteX0" fmla="*/ 63605 w 2428058"/>
                <a:gd name="connsiteY0" fmla="*/ 4495407 h 4495407"/>
                <a:gd name="connsiteX1" fmla="*/ 657788 w 2428058"/>
                <a:gd name="connsiteY1" fmla="*/ 3982126 h 4495407"/>
                <a:gd name="connsiteX2" fmla="*/ 613487 w 2428058"/>
                <a:gd name="connsiteY2" fmla="*/ 3370608 h 4495407"/>
                <a:gd name="connsiteX3" fmla="*/ 514733 w 2428058"/>
                <a:gd name="connsiteY3" fmla="*/ 3006322 h 4495407"/>
                <a:gd name="connsiteX4" fmla="*/ 339353 w 2428058"/>
                <a:gd name="connsiteY4" fmla="*/ 2466776 h 4495407"/>
                <a:gd name="connsiteX5" fmla="*/ 481641 w 2428058"/>
                <a:gd name="connsiteY5" fmla="*/ 2111586 h 4495407"/>
                <a:gd name="connsiteX6" fmla="*/ 53530 w 2428058"/>
                <a:gd name="connsiteY6" fmla="*/ 1657051 h 4495407"/>
                <a:gd name="connsiteX7" fmla="*/ 13621 w 2428058"/>
                <a:gd name="connsiteY7" fmla="*/ 1338058 h 4495407"/>
                <a:gd name="connsiteX8" fmla="*/ 128397 w 2428058"/>
                <a:gd name="connsiteY8" fmla="*/ 970012 h 4495407"/>
                <a:gd name="connsiteX9" fmla="*/ 283531 w 2428058"/>
                <a:gd name="connsiteY9" fmla="*/ 753689 h 4495407"/>
                <a:gd name="connsiteX10" fmla="*/ 457676 w 2428058"/>
                <a:gd name="connsiteY10" fmla="*/ 562533 h 4495407"/>
                <a:gd name="connsiteX11" fmla="*/ 719042 w 2428058"/>
                <a:gd name="connsiteY11" fmla="*/ 591584 h 4495407"/>
                <a:gd name="connsiteX12" fmla="*/ 1034986 w 2428058"/>
                <a:gd name="connsiteY12" fmla="*/ 735126 h 4495407"/>
                <a:gd name="connsiteX13" fmla="*/ 1514102 w 2428058"/>
                <a:gd name="connsiteY13" fmla="*/ 833399 h 4495407"/>
                <a:gd name="connsiteX14" fmla="*/ 1906189 w 2428058"/>
                <a:gd name="connsiteY14" fmla="*/ 665263 h 4495407"/>
                <a:gd name="connsiteX15" fmla="*/ 2135124 w 2428058"/>
                <a:gd name="connsiteY15" fmla="*/ 508336 h 4495407"/>
                <a:gd name="connsiteX16" fmla="*/ 2344864 w 2428058"/>
                <a:gd name="connsiteY16" fmla="*/ 298690 h 4495407"/>
                <a:gd name="connsiteX17" fmla="*/ 2428058 w 2428058"/>
                <a:gd name="connsiteY17" fmla="*/ 0 h 4495407"/>
                <a:gd name="connsiteX0" fmla="*/ 63605 w 2428058"/>
                <a:gd name="connsiteY0" fmla="*/ 4495407 h 4495407"/>
                <a:gd name="connsiteX1" fmla="*/ 657788 w 2428058"/>
                <a:gd name="connsiteY1" fmla="*/ 3982126 h 4495407"/>
                <a:gd name="connsiteX2" fmla="*/ 613487 w 2428058"/>
                <a:gd name="connsiteY2" fmla="*/ 3370608 h 4495407"/>
                <a:gd name="connsiteX3" fmla="*/ 462670 w 2428058"/>
                <a:gd name="connsiteY3" fmla="*/ 3044760 h 4495407"/>
                <a:gd name="connsiteX4" fmla="*/ 339353 w 2428058"/>
                <a:gd name="connsiteY4" fmla="*/ 2466776 h 4495407"/>
                <a:gd name="connsiteX5" fmla="*/ 481641 w 2428058"/>
                <a:gd name="connsiteY5" fmla="*/ 2111586 h 4495407"/>
                <a:gd name="connsiteX6" fmla="*/ 53530 w 2428058"/>
                <a:gd name="connsiteY6" fmla="*/ 1657051 h 4495407"/>
                <a:gd name="connsiteX7" fmla="*/ 13621 w 2428058"/>
                <a:gd name="connsiteY7" fmla="*/ 1338058 h 4495407"/>
                <a:gd name="connsiteX8" fmla="*/ 128397 w 2428058"/>
                <a:gd name="connsiteY8" fmla="*/ 970012 h 4495407"/>
                <a:gd name="connsiteX9" fmla="*/ 283531 w 2428058"/>
                <a:gd name="connsiteY9" fmla="*/ 753689 h 4495407"/>
                <a:gd name="connsiteX10" fmla="*/ 457676 w 2428058"/>
                <a:gd name="connsiteY10" fmla="*/ 562533 h 4495407"/>
                <a:gd name="connsiteX11" fmla="*/ 719042 w 2428058"/>
                <a:gd name="connsiteY11" fmla="*/ 591584 h 4495407"/>
                <a:gd name="connsiteX12" fmla="*/ 1034986 w 2428058"/>
                <a:gd name="connsiteY12" fmla="*/ 735126 h 4495407"/>
                <a:gd name="connsiteX13" fmla="*/ 1514102 w 2428058"/>
                <a:gd name="connsiteY13" fmla="*/ 833399 h 4495407"/>
                <a:gd name="connsiteX14" fmla="*/ 1906189 w 2428058"/>
                <a:gd name="connsiteY14" fmla="*/ 665263 h 4495407"/>
                <a:gd name="connsiteX15" fmla="*/ 2135124 w 2428058"/>
                <a:gd name="connsiteY15" fmla="*/ 508336 h 4495407"/>
                <a:gd name="connsiteX16" fmla="*/ 2344864 w 2428058"/>
                <a:gd name="connsiteY16" fmla="*/ 298690 h 4495407"/>
                <a:gd name="connsiteX17" fmla="*/ 2428058 w 2428058"/>
                <a:gd name="connsiteY17" fmla="*/ 0 h 4495407"/>
                <a:gd name="connsiteX0" fmla="*/ 63605 w 2428058"/>
                <a:gd name="connsiteY0" fmla="*/ 4495407 h 4495407"/>
                <a:gd name="connsiteX1" fmla="*/ 657788 w 2428058"/>
                <a:gd name="connsiteY1" fmla="*/ 3982126 h 4495407"/>
                <a:gd name="connsiteX2" fmla="*/ 613487 w 2428058"/>
                <a:gd name="connsiteY2" fmla="*/ 3370608 h 4495407"/>
                <a:gd name="connsiteX3" fmla="*/ 462670 w 2428058"/>
                <a:gd name="connsiteY3" fmla="*/ 3044760 h 4495407"/>
                <a:gd name="connsiteX4" fmla="*/ 339353 w 2428058"/>
                <a:gd name="connsiteY4" fmla="*/ 2466776 h 4495407"/>
                <a:gd name="connsiteX5" fmla="*/ 481641 w 2428058"/>
                <a:gd name="connsiteY5" fmla="*/ 2111586 h 4495407"/>
                <a:gd name="connsiteX6" fmla="*/ 53530 w 2428058"/>
                <a:gd name="connsiteY6" fmla="*/ 1657051 h 4495407"/>
                <a:gd name="connsiteX7" fmla="*/ 13621 w 2428058"/>
                <a:gd name="connsiteY7" fmla="*/ 1338058 h 4495407"/>
                <a:gd name="connsiteX8" fmla="*/ 128397 w 2428058"/>
                <a:gd name="connsiteY8" fmla="*/ 970012 h 4495407"/>
                <a:gd name="connsiteX9" fmla="*/ 283531 w 2428058"/>
                <a:gd name="connsiteY9" fmla="*/ 753689 h 4495407"/>
                <a:gd name="connsiteX10" fmla="*/ 457676 w 2428058"/>
                <a:gd name="connsiteY10" fmla="*/ 562533 h 4495407"/>
                <a:gd name="connsiteX11" fmla="*/ 719042 w 2428058"/>
                <a:gd name="connsiteY11" fmla="*/ 591584 h 4495407"/>
                <a:gd name="connsiteX12" fmla="*/ 1034986 w 2428058"/>
                <a:gd name="connsiteY12" fmla="*/ 735126 h 4495407"/>
                <a:gd name="connsiteX13" fmla="*/ 1514102 w 2428058"/>
                <a:gd name="connsiteY13" fmla="*/ 833399 h 4495407"/>
                <a:gd name="connsiteX14" fmla="*/ 1906189 w 2428058"/>
                <a:gd name="connsiteY14" fmla="*/ 665263 h 4495407"/>
                <a:gd name="connsiteX15" fmla="*/ 2135124 w 2428058"/>
                <a:gd name="connsiteY15" fmla="*/ 508336 h 4495407"/>
                <a:gd name="connsiteX16" fmla="*/ 2344864 w 2428058"/>
                <a:gd name="connsiteY16" fmla="*/ 298690 h 4495407"/>
                <a:gd name="connsiteX17" fmla="*/ 2428058 w 2428058"/>
                <a:gd name="connsiteY17" fmla="*/ 0 h 4495407"/>
                <a:gd name="connsiteX0" fmla="*/ 63605 w 2428058"/>
                <a:gd name="connsiteY0" fmla="*/ 4495407 h 4495407"/>
                <a:gd name="connsiteX1" fmla="*/ 657788 w 2428058"/>
                <a:gd name="connsiteY1" fmla="*/ 3982126 h 4495407"/>
                <a:gd name="connsiteX2" fmla="*/ 613487 w 2428058"/>
                <a:gd name="connsiteY2" fmla="*/ 3370608 h 4495407"/>
                <a:gd name="connsiteX3" fmla="*/ 462670 w 2428058"/>
                <a:gd name="connsiteY3" fmla="*/ 3044760 h 4495407"/>
                <a:gd name="connsiteX4" fmla="*/ 411353 w 2428058"/>
                <a:gd name="connsiteY4" fmla="*/ 2712351 h 4495407"/>
                <a:gd name="connsiteX5" fmla="*/ 339353 w 2428058"/>
                <a:gd name="connsiteY5" fmla="*/ 2466776 h 4495407"/>
                <a:gd name="connsiteX6" fmla="*/ 481641 w 2428058"/>
                <a:gd name="connsiteY6" fmla="*/ 2111586 h 4495407"/>
                <a:gd name="connsiteX7" fmla="*/ 53530 w 2428058"/>
                <a:gd name="connsiteY7" fmla="*/ 1657051 h 4495407"/>
                <a:gd name="connsiteX8" fmla="*/ 13621 w 2428058"/>
                <a:gd name="connsiteY8" fmla="*/ 1338058 h 4495407"/>
                <a:gd name="connsiteX9" fmla="*/ 128397 w 2428058"/>
                <a:gd name="connsiteY9" fmla="*/ 970012 h 4495407"/>
                <a:gd name="connsiteX10" fmla="*/ 283531 w 2428058"/>
                <a:gd name="connsiteY10" fmla="*/ 753689 h 4495407"/>
                <a:gd name="connsiteX11" fmla="*/ 457676 w 2428058"/>
                <a:gd name="connsiteY11" fmla="*/ 562533 h 4495407"/>
                <a:gd name="connsiteX12" fmla="*/ 719042 w 2428058"/>
                <a:gd name="connsiteY12" fmla="*/ 591584 h 4495407"/>
                <a:gd name="connsiteX13" fmla="*/ 1034986 w 2428058"/>
                <a:gd name="connsiteY13" fmla="*/ 735126 h 4495407"/>
                <a:gd name="connsiteX14" fmla="*/ 1514102 w 2428058"/>
                <a:gd name="connsiteY14" fmla="*/ 833399 h 4495407"/>
                <a:gd name="connsiteX15" fmla="*/ 1906189 w 2428058"/>
                <a:gd name="connsiteY15" fmla="*/ 665263 h 4495407"/>
                <a:gd name="connsiteX16" fmla="*/ 2135124 w 2428058"/>
                <a:gd name="connsiteY16" fmla="*/ 508336 h 4495407"/>
                <a:gd name="connsiteX17" fmla="*/ 2344864 w 2428058"/>
                <a:gd name="connsiteY17" fmla="*/ 298690 h 4495407"/>
                <a:gd name="connsiteX18" fmla="*/ 2428058 w 2428058"/>
                <a:gd name="connsiteY18" fmla="*/ 0 h 4495407"/>
                <a:gd name="connsiteX0" fmla="*/ 63605 w 2428058"/>
                <a:gd name="connsiteY0" fmla="*/ 4495407 h 4495407"/>
                <a:gd name="connsiteX1" fmla="*/ 657788 w 2428058"/>
                <a:gd name="connsiteY1" fmla="*/ 3982126 h 4495407"/>
                <a:gd name="connsiteX2" fmla="*/ 615482 w 2428058"/>
                <a:gd name="connsiteY2" fmla="*/ 3771907 h 4495407"/>
                <a:gd name="connsiteX3" fmla="*/ 613487 w 2428058"/>
                <a:gd name="connsiteY3" fmla="*/ 3370608 h 4495407"/>
                <a:gd name="connsiteX4" fmla="*/ 462670 w 2428058"/>
                <a:gd name="connsiteY4" fmla="*/ 3044760 h 4495407"/>
                <a:gd name="connsiteX5" fmla="*/ 411353 w 2428058"/>
                <a:gd name="connsiteY5" fmla="*/ 2712351 h 4495407"/>
                <a:gd name="connsiteX6" fmla="*/ 339353 w 2428058"/>
                <a:gd name="connsiteY6" fmla="*/ 2466776 h 4495407"/>
                <a:gd name="connsiteX7" fmla="*/ 481641 w 2428058"/>
                <a:gd name="connsiteY7" fmla="*/ 2111586 h 4495407"/>
                <a:gd name="connsiteX8" fmla="*/ 53530 w 2428058"/>
                <a:gd name="connsiteY8" fmla="*/ 1657051 h 4495407"/>
                <a:gd name="connsiteX9" fmla="*/ 13621 w 2428058"/>
                <a:gd name="connsiteY9" fmla="*/ 1338058 h 4495407"/>
                <a:gd name="connsiteX10" fmla="*/ 128397 w 2428058"/>
                <a:gd name="connsiteY10" fmla="*/ 970012 h 4495407"/>
                <a:gd name="connsiteX11" fmla="*/ 283531 w 2428058"/>
                <a:gd name="connsiteY11" fmla="*/ 753689 h 4495407"/>
                <a:gd name="connsiteX12" fmla="*/ 457676 w 2428058"/>
                <a:gd name="connsiteY12" fmla="*/ 562533 h 4495407"/>
                <a:gd name="connsiteX13" fmla="*/ 719042 w 2428058"/>
                <a:gd name="connsiteY13" fmla="*/ 591584 h 4495407"/>
                <a:gd name="connsiteX14" fmla="*/ 1034986 w 2428058"/>
                <a:gd name="connsiteY14" fmla="*/ 735126 h 4495407"/>
                <a:gd name="connsiteX15" fmla="*/ 1514102 w 2428058"/>
                <a:gd name="connsiteY15" fmla="*/ 833399 h 4495407"/>
                <a:gd name="connsiteX16" fmla="*/ 1906189 w 2428058"/>
                <a:gd name="connsiteY16" fmla="*/ 665263 h 4495407"/>
                <a:gd name="connsiteX17" fmla="*/ 2135124 w 2428058"/>
                <a:gd name="connsiteY17" fmla="*/ 508336 h 4495407"/>
                <a:gd name="connsiteX18" fmla="*/ 2344864 w 2428058"/>
                <a:gd name="connsiteY18" fmla="*/ 298690 h 4495407"/>
                <a:gd name="connsiteX19" fmla="*/ 2428058 w 2428058"/>
                <a:gd name="connsiteY19" fmla="*/ 0 h 4495407"/>
                <a:gd name="connsiteX0" fmla="*/ 63605 w 2428058"/>
                <a:gd name="connsiteY0" fmla="*/ 4495407 h 4495407"/>
                <a:gd name="connsiteX1" fmla="*/ 438104 w 2428058"/>
                <a:gd name="connsiteY1" fmla="*/ 4290967 h 4495407"/>
                <a:gd name="connsiteX2" fmla="*/ 657788 w 2428058"/>
                <a:gd name="connsiteY2" fmla="*/ 3982126 h 4495407"/>
                <a:gd name="connsiteX3" fmla="*/ 615482 w 2428058"/>
                <a:gd name="connsiteY3" fmla="*/ 3771907 h 4495407"/>
                <a:gd name="connsiteX4" fmla="*/ 613487 w 2428058"/>
                <a:gd name="connsiteY4" fmla="*/ 3370608 h 4495407"/>
                <a:gd name="connsiteX5" fmla="*/ 462670 w 2428058"/>
                <a:gd name="connsiteY5" fmla="*/ 3044760 h 4495407"/>
                <a:gd name="connsiteX6" fmla="*/ 411353 w 2428058"/>
                <a:gd name="connsiteY6" fmla="*/ 2712351 h 4495407"/>
                <a:gd name="connsiteX7" fmla="*/ 339353 w 2428058"/>
                <a:gd name="connsiteY7" fmla="*/ 2466776 h 4495407"/>
                <a:gd name="connsiteX8" fmla="*/ 481641 w 2428058"/>
                <a:gd name="connsiteY8" fmla="*/ 2111586 h 4495407"/>
                <a:gd name="connsiteX9" fmla="*/ 53530 w 2428058"/>
                <a:gd name="connsiteY9" fmla="*/ 1657051 h 4495407"/>
                <a:gd name="connsiteX10" fmla="*/ 13621 w 2428058"/>
                <a:gd name="connsiteY10" fmla="*/ 1338058 h 4495407"/>
                <a:gd name="connsiteX11" fmla="*/ 128397 w 2428058"/>
                <a:gd name="connsiteY11" fmla="*/ 970012 h 4495407"/>
                <a:gd name="connsiteX12" fmla="*/ 283531 w 2428058"/>
                <a:gd name="connsiteY12" fmla="*/ 753689 h 4495407"/>
                <a:gd name="connsiteX13" fmla="*/ 457676 w 2428058"/>
                <a:gd name="connsiteY13" fmla="*/ 562533 h 4495407"/>
                <a:gd name="connsiteX14" fmla="*/ 719042 w 2428058"/>
                <a:gd name="connsiteY14" fmla="*/ 591584 h 4495407"/>
                <a:gd name="connsiteX15" fmla="*/ 1034986 w 2428058"/>
                <a:gd name="connsiteY15" fmla="*/ 735126 h 4495407"/>
                <a:gd name="connsiteX16" fmla="*/ 1514102 w 2428058"/>
                <a:gd name="connsiteY16" fmla="*/ 833399 h 4495407"/>
                <a:gd name="connsiteX17" fmla="*/ 1906189 w 2428058"/>
                <a:gd name="connsiteY17" fmla="*/ 665263 h 4495407"/>
                <a:gd name="connsiteX18" fmla="*/ 2135124 w 2428058"/>
                <a:gd name="connsiteY18" fmla="*/ 508336 h 4495407"/>
                <a:gd name="connsiteX19" fmla="*/ 2344864 w 2428058"/>
                <a:gd name="connsiteY19" fmla="*/ 298690 h 4495407"/>
                <a:gd name="connsiteX20" fmla="*/ 2428058 w 2428058"/>
                <a:gd name="connsiteY20" fmla="*/ 0 h 4495407"/>
                <a:gd name="connsiteX0" fmla="*/ 63605 w 2428058"/>
                <a:gd name="connsiteY0" fmla="*/ 4495407 h 4495407"/>
                <a:gd name="connsiteX1" fmla="*/ 438104 w 2428058"/>
                <a:gd name="connsiteY1" fmla="*/ 4290967 h 4495407"/>
                <a:gd name="connsiteX2" fmla="*/ 614674 w 2428058"/>
                <a:gd name="connsiteY2" fmla="*/ 4064120 h 4495407"/>
                <a:gd name="connsiteX3" fmla="*/ 615482 w 2428058"/>
                <a:gd name="connsiteY3" fmla="*/ 3771907 h 4495407"/>
                <a:gd name="connsiteX4" fmla="*/ 613487 w 2428058"/>
                <a:gd name="connsiteY4" fmla="*/ 3370608 h 4495407"/>
                <a:gd name="connsiteX5" fmla="*/ 462670 w 2428058"/>
                <a:gd name="connsiteY5" fmla="*/ 3044760 h 4495407"/>
                <a:gd name="connsiteX6" fmla="*/ 411353 w 2428058"/>
                <a:gd name="connsiteY6" fmla="*/ 2712351 h 4495407"/>
                <a:gd name="connsiteX7" fmla="*/ 339353 w 2428058"/>
                <a:gd name="connsiteY7" fmla="*/ 2466776 h 4495407"/>
                <a:gd name="connsiteX8" fmla="*/ 481641 w 2428058"/>
                <a:gd name="connsiteY8" fmla="*/ 2111586 h 4495407"/>
                <a:gd name="connsiteX9" fmla="*/ 53530 w 2428058"/>
                <a:gd name="connsiteY9" fmla="*/ 1657051 h 4495407"/>
                <a:gd name="connsiteX10" fmla="*/ 13621 w 2428058"/>
                <a:gd name="connsiteY10" fmla="*/ 1338058 h 4495407"/>
                <a:gd name="connsiteX11" fmla="*/ 128397 w 2428058"/>
                <a:gd name="connsiteY11" fmla="*/ 970012 h 4495407"/>
                <a:gd name="connsiteX12" fmla="*/ 283531 w 2428058"/>
                <a:gd name="connsiteY12" fmla="*/ 753689 h 4495407"/>
                <a:gd name="connsiteX13" fmla="*/ 457676 w 2428058"/>
                <a:gd name="connsiteY13" fmla="*/ 562533 h 4495407"/>
                <a:gd name="connsiteX14" fmla="*/ 719042 w 2428058"/>
                <a:gd name="connsiteY14" fmla="*/ 591584 h 4495407"/>
                <a:gd name="connsiteX15" fmla="*/ 1034986 w 2428058"/>
                <a:gd name="connsiteY15" fmla="*/ 735126 h 4495407"/>
                <a:gd name="connsiteX16" fmla="*/ 1514102 w 2428058"/>
                <a:gd name="connsiteY16" fmla="*/ 833399 h 4495407"/>
                <a:gd name="connsiteX17" fmla="*/ 1906189 w 2428058"/>
                <a:gd name="connsiteY17" fmla="*/ 665263 h 4495407"/>
                <a:gd name="connsiteX18" fmla="*/ 2135124 w 2428058"/>
                <a:gd name="connsiteY18" fmla="*/ 508336 h 4495407"/>
                <a:gd name="connsiteX19" fmla="*/ 2344864 w 2428058"/>
                <a:gd name="connsiteY19" fmla="*/ 298690 h 4495407"/>
                <a:gd name="connsiteX20" fmla="*/ 2428058 w 2428058"/>
                <a:gd name="connsiteY20" fmla="*/ 0 h 4495407"/>
                <a:gd name="connsiteX0" fmla="*/ 63605 w 2428058"/>
                <a:gd name="connsiteY0" fmla="*/ 4495407 h 4495407"/>
                <a:gd name="connsiteX1" fmla="*/ 438104 w 2428058"/>
                <a:gd name="connsiteY1" fmla="*/ 4290967 h 4495407"/>
                <a:gd name="connsiteX2" fmla="*/ 614674 w 2428058"/>
                <a:gd name="connsiteY2" fmla="*/ 4064120 h 4495407"/>
                <a:gd name="connsiteX3" fmla="*/ 615482 w 2428058"/>
                <a:gd name="connsiteY3" fmla="*/ 3771907 h 4495407"/>
                <a:gd name="connsiteX4" fmla="*/ 613487 w 2428058"/>
                <a:gd name="connsiteY4" fmla="*/ 3370608 h 4495407"/>
                <a:gd name="connsiteX5" fmla="*/ 462670 w 2428058"/>
                <a:gd name="connsiteY5" fmla="*/ 3044760 h 4495407"/>
                <a:gd name="connsiteX6" fmla="*/ 411353 w 2428058"/>
                <a:gd name="connsiteY6" fmla="*/ 2712351 h 4495407"/>
                <a:gd name="connsiteX7" fmla="*/ 339353 w 2428058"/>
                <a:gd name="connsiteY7" fmla="*/ 2466776 h 4495407"/>
                <a:gd name="connsiteX8" fmla="*/ 481641 w 2428058"/>
                <a:gd name="connsiteY8" fmla="*/ 2111586 h 4495407"/>
                <a:gd name="connsiteX9" fmla="*/ 53530 w 2428058"/>
                <a:gd name="connsiteY9" fmla="*/ 1657051 h 4495407"/>
                <a:gd name="connsiteX10" fmla="*/ 13621 w 2428058"/>
                <a:gd name="connsiteY10" fmla="*/ 1338058 h 4495407"/>
                <a:gd name="connsiteX11" fmla="*/ 128397 w 2428058"/>
                <a:gd name="connsiteY11" fmla="*/ 970012 h 4495407"/>
                <a:gd name="connsiteX12" fmla="*/ 283531 w 2428058"/>
                <a:gd name="connsiteY12" fmla="*/ 753689 h 4495407"/>
                <a:gd name="connsiteX13" fmla="*/ 457676 w 2428058"/>
                <a:gd name="connsiteY13" fmla="*/ 562533 h 4495407"/>
                <a:gd name="connsiteX14" fmla="*/ 719042 w 2428058"/>
                <a:gd name="connsiteY14" fmla="*/ 591584 h 4495407"/>
                <a:gd name="connsiteX15" fmla="*/ 1034986 w 2428058"/>
                <a:gd name="connsiteY15" fmla="*/ 735126 h 4495407"/>
                <a:gd name="connsiteX16" fmla="*/ 1514102 w 2428058"/>
                <a:gd name="connsiteY16" fmla="*/ 833399 h 4495407"/>
                <a:gd name="connsiteX17" fmla="*/ 1906189 w 2428058"/>
                <a:gd name="connsiteY17" fmla="*/ 665263 h 4495407"/>
                <a:gd name="connsiteX18" fmla="*/ 2135124 w 2428058"/>
                <a:gd name="connsiteY18" fmla="*/ 508336 h 4495407"/>
                <a:gd name="connsiteX19" fmla="*/ 2344864 w 2428058"/>
                <a:gd name="connsiteY19" fmla="*/ 298690 h 4495407"/>
                <a:gd name="connsiteX20" fmla="*/ 2428058 w 2428058"/>
                <a:gd name="connsiteY20" fmla="*/ 0 h 4495407"/>
                <a:gd name="connsiteX0" fmla="*/ 63605 w 2428058"/>
                <a:gd name="connsiteY0" fmla="*/ 4495407 h 4495407"/>
                <a:gd name="connsiteX1" fmla="*/ 438104 w 2428058"/>
                <a:gd name="connsiteY1" fmla="*/ 4290967 h 4495407"/>
                <a:gd name="connsiteX2" fmla="*/ 578747 w 2428058"/>
                <a:gd name="connsiteY2" fmla="*/ 4059754 h 4495407"/>
                <a:gd name="connsiteX3" fmla="*/ 615482 w 2428058"/>
                <a:gd name="connsiteY3" fmla="*/ 3771907 h 4495407"/>
                <a:gd name="connsiteX4" fmla="*/ 613487 w 2428058"/>
                <a:gd name="connsiteY4" fmla="*/ 3370608 h 4495407"/>
                <a:gd name="connsiteX5" fmla="*/ 462670 w 2428058"/>
                <a:gd name="connsiteY5" fmla="*/ 3044760 h 4495407"/>
                <a:gd name="connsiteX6" fmla="*/ 411353 w 2428058"/>
                <a:gd name="connsiteY6" fmla="*/ 2712351 h 4495407"/>
                <a:gd name="connsiteX7" fmla="*/ 339353 w 2428058"/>
                <a:gd name="connsiteY7" fmla="*/ 2466776 h 4495407"/>
                <a:gd name="connsiteX8" fmla="*/ 481641 w 2428058"/>
                <a:gd name="connsiteY8" fmla="*/ 2111586 h 4495407"/>
                <a:gd name="connsiteX9" fmla="*/ 53530 w 2428058"/>
                <a:gd name="connsiteY9" fmla="*/ 1657051 h 4495407"/>
                <a:gd name="connsiteX10" fmla="*/ 13621 w 2428058"/>
                <a:gd name="connsiteY10" fmla="*/ 1338058 h 4495407"/>
                <a:gd name="connsiteX11" fmla="*/ 128397 w 2428058"/>
                <a:gd name="connsiteY11" fmla="*/ 970012 h 4495407"/>
                <a:gd name="connsiteX12" fmla="*/ 283531 w 2428058"/>
                <a:gd name="connsiteY12" fmla="*/ 753689 h 4495407"/>
                <a:gd name="connsiteX13" fmla="*/ 457676 w 2428058"/>
                <a:gd name="connsiteY13" fmla="*/ 562533 h 4495407"/>
                <a:gd name="connsiteX14" fmla="*/ 719042 w 2428058"/>
                <a:gd name="connsiteY14" fmla="*/ 591584 h 4495407"/>
                <a:gd name="connsiteX15" fmla="*/ 1034986 w 2428058"/>
                <a:gd name="connsiteY15" fmla="*/ 735126 h 4495407"/>
                <a:gd name="connsiteX16" fmla="*/ 1514102 w 2428058"/>
                <a:gd name="connsiteY16" fmla="*/ 833399 h 4495407"/>
                <a:gd name="connsiteX17" fmla="*/ 1906189 w 2428058"/>
                <a:gd name="connsiteY17" fmla="*/ 665263 h 4495407"/>
                <a:gd name="connsiteX18" fmla="*/ 2135124 w 2428058"/>
                <a:gd name="connsiteY18" fmla="*/ 508336 h 4495407"/>
                <a:gd name="connsiteX19" fmla="*/ 2344864 w 2428058"/>
                <a:gd name="connsiteY19" fmla="*/ 298690 h 4495407"/>
                <a:gd name="connsiteX20" fmla="*/ 2428058 w 2428058"/>
                <a:gd name="connsiteY20" fmla="*/ 0 h 4495407"/>
                <a:gd name="connsiteX0" fmla="*/ 63605 w 2428058"/>
                <a:gd name="connsiteY0" fmla="*/ 4495407 h 4495407"/>
                <a:gd name="connsiteX1" fmla="*/ 433879 w 2428058"/>
                <a:gd name="connsiteY1" fmla="*/ 4365635 h 4495407"/>
                <a:gd name="connsiteX2" fmla="*/ 578747 w 2428058"/>
                <a:gd name="connsiteY2" fmla="*/ 4059754 h 4495407"/>
                <a:gd name="connsiteX3" fmla="*/ 615482 w 2428058"/>
                <a:gd name="connsiteY3" fmla="*/ 3771907 h 4495407"/>
                <a:gd name="connsiteX4" fmla="*/ 613487 w 2428058"/>
                <a:gd name="connsiteY4" fmla="*/ 3370608 h 4495407"/>
                <a:gd name="connsiteX5" fmla="*/ 462670 w 2428058"/>
                <a:gd name="connsiteY5" fmla="*/ 3044760 h 4495407"/>
                <a:gd name="connsiteX6" fmla="*/ 411353 w 2428058"/>
                <a:gd name="connsiteY6" fmla="*/ 2712351 h 4495407"/>
                <a:gd name="connsiteX7" fmla="*/ 339353 w 2428058"/>
                <a:gd name="connsiteY7" fmla="*/ 2466776 h 4495407"/>
                <a:gd name="connsiteX8" fmla="*/ 481641 w 2428058"/>
                <a:gd name="connsiteY8" fmla="*/ 2111586 h 4495407"/>
                <a:gd name="connsiteX9" fmla="*/ 53530 w 2428058"/>
                <a:gd name="connsiteY9" fmla="*/ 1657051 h 4495407"/>
                <a:gd name="connsiteX10" fmla="*/ 13621 w 2428058"/>
                <a:gd name="connsiteY10" fmla="*/ 1338058 h 4495407"/>
                <a:gd name="connsiteX11" fmla="*/ 128397 w 2428058"/>
                <a:gd name="connsiteY11" fmla="*/ 970012 h 4495407"/>
                <a:gd name="connsiteX12" fmla="*/ 283531 w 2428058"/>
                <a:gd name="connsiteY12" fmla="*/ 753689 h 4495407"/>
                <a:gd name="connsiteX13" fmla="*/ 457676 w 2428058"/>
                <a:gd name="connsiteY13" fmla="*/ 562533 h 4495407"/>
                <a:gd name="connsiteX14" fmla="*/ 719042 w 2428058"/>
                <a:gd name="connsiteY14" fmla="*/ 591584 h 4495407"/>
                <a:gd name="connsiteX15" fmla="*/ 1034986 w 2428058"/>
                <a:gd name="connsiteY15" fmla="*/ 735126 h 4495407"/>
                <a:gd name="connsiteX16" fmla="*/ 1514102 w 2428058"/>
                <a:gd name="connsiteY16" fmla="*/ 833399 h 4495407"/>
                <a:gd name="connsiteX17" fmla="*/ 1906189 w 2428058"/>
                <a:gd name="connsiteY17" fmla="*/ 665263 h 4495407"/>
                <a:gd name="connsiteX18" fmla="*/ 2135124 w 2428058"/>
                <a:gd name="connsiteY18" fmla="*/ 508336 h 4495407"/>
                <a:gd name="connsiteX19" fmla="*/ 2344864 w 2428058"/>
                <a:gd name="connsiteY19" fmla="*/ 298690 h 4495407"/>
                <a:gd name="connsiteX20" fmla="*/ 2428058 w 2428058"/>
                <a:gd name="connsiteY20" fmla="*/ 0 h 4495407"/>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62670 w 2428058"/>
                <a:gd name="connsiteY5" fmla="*/ 3044760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1034986 w 2428058"/>
                <a:gd name="connsiteY15" fmla="*/ 735126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1034986 w 2428058"/>
                <a:gd name="connsiteY15" fmla="*/ 735126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1034986 w 2428058"/>
                <a:gd name="connsiteY15" fmla="*/ 735126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1034986 w 2428058"/>
                <a:gd name="connsiteY15" fmla="*/ 735126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1034986 w 2428058"/>
                <a:gd name="connsiteY15" fmla="*/ 735126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995528 w 2428058"/>
                <a:gd name="connsiteY15" fmla="*/ 798051 h 4543681"/>
                <a:gd name="connsiteX16" fmla="*/ 1514102 w 2428058"/>
                <a:gd name="connsiteY16" fmla="*/ 833399 h 4543681"/>
                <a:gd name="connsiteX17" fmla="*/ 1906189 w 2428058"/>
                <a:gd name="connsiteY17" fmla="*/ 66526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428058"/>
                <a:gd name="connsiteY0" fmla="*/ 4543681 h 4543681"/>
                <a:gd name="connsiteX1" fmla="*/ 433879 w 2428058"/>
                <a:gd name="connsiteY1" fmla="*/ 4365635 h 4543681"/>
                <a:gd name="connsiteX2" fmla="*/ 578747 w 2428058"/>
                <a:gd name="connsiteY2" fmla="*/ 4059754 h 4543681"/>
                <a:gd name="connsiteX3" fmla="*/ 615482 w 2428058"/>
                <a:gd name="connsiteY3" fmla="*/ 3771907 h 4543681"/>
                <a:gd name="connsiteX4" fmla="*/ 613487 w 2428058"/>
                <a:gd name="connsiteY4" fmla="*/ 3370608 h 4543681"/>
                <a:gd name="connsiteX5" fmla="*/ 447038 w 2428058"/>
                <a:gd name="connsiteY5" fmla="*/ 3062373 h 4543681"/>
                <a:gd name="connsiteX6" fmla="*/ 411353 w 2428058"/>
                <a:gd name="connsiteY6" fmla="*/ 2712351 h 4543681"/>
                <a:gd name="connsiteX7" fmla="*/ 339353 w 2428058"/>
                <a:gd name="connsiteY7" fmla="*/ 2466776 h 4543681"/>
                <a:gd name="connsiteX8" fmla="*/ 481641 w 2428058"/>
                <a:gd name="connsiteY8" fmla="*/ 2111586 h 4543681"/>
                <a:gd name="connsiteX9" fmla="*/ 53530 w 2428058"/>
                <a:gd name="connsiteY9" fmla="*/ 1657051 h 4543681"/>
                <a:gd name="connsiteX10" fmla="*/ 13621 w 2428058"/>
                <a:gd name="connsiteY10" fmla="*/ 1338058 h 4543681"/>
                <a:gd name="connsiteX11" fmla="*/ 128397 w 2428058"/>
                <a:gd name="connsiteY11" fmla="*/ 970012 h 4543681"/>
                <a:gd name="connsiteX12" fmla="*/ 283531 w 2428058"/>
                <a:gd name="connsiteY12" fmla="*/ 753689 h 4543681"/>
                <a:gd name="connsiteX13" fmla="*/ 457676 w 2428058"/>
                <a:gd name="connsiteY13" fmla="*/ 562533 h 4543681"/>
                <a:gd name="connsiteX14" fmla="*/ 719042 w 2428058"/>
                <a:gd name="connsiteY14" fmla="*/ 591584 h 4543681"/>
                <a:gd name="connsiteX15" fmla="*/ 995528 w 2428058"/>
                <a:gd name="connsiteY15" fmla="*/ 798051 h 4543681"/>
                <a:gd name="connsiteX16" fmla="*/ 1514102 w 2428058"/>
                <a:gd name="connsiteY16" fmla="*/ 833399 h 4543681"/>
                <a:gd name="connsiteX17" fmla="*/ 2006404 w 2428058"/>
                <a:gd name="connsiteY17" fmla="*/ 729093 h 4543681"/>
                <a:gd name="connsiteX18" fmla="*/ 2135124 w 2428058"/>
                <a:gd name="connsiteY18" fmla="*/ 508336 h 4543681"/>
                <a:gd name="connsiteX19" fmla="*/ 2344864 w 2428058"/>
                <a:gd name="connsiteY19" fmla="*/ 298690 h 4543681"/>
                <a:gd name="connsiteX20" fmla="*/ 2428058 w 2428058"/>
                <a:gd name="connsiteY20" fmla="*/ 0 h 4543681"/>
                <a:gd name="connsiteX0" fmla="*/ 101926 w 2364895"/>
                <a:gd name="connsiteY0" fmla="*/ 4528678 h 4528678"/>
                <a:gd name="connsiteX1" fmla="*/ 433879 w 2364895"/>
                <a:gd name="connsiteY1" fmla="*/ 4350632 h 4528678"/>
                <a:gd name="connsiteX2" fmla="*/ 578747 w 2364895"/>
                <a:gd name="connsiteY2" fmla="*/ 4044751 h 4528678"/>
                <a:gd name="connsiteX3" fmla="*/ 615482 w 2364895"/>
                <a:gd name="connsiteY3" fmla="*/ 3756904 h 4528678"/>
                <a:gd name="connsiteX4" fmla="*/ 613487 w 2364895"/>
                <a:gd name="connsiteY4" fmla="*/ 3355605 h 4528678"/>
                <a:gd name="connsiteX5" fmla="*/ 447038 w 2364895"/>
                <a:gd name="connsiteY5" fmla="*/ 3047370 h 4528678"/>
                <a:gd name="connsiteX6" fmla="*/ 411353 w 2364895"/>
                <a:gd name="connsiteY6" fmla="*/ 2697348 h 4528678"/>
                <a:gd name="connsiteX7" fmla="*/ 339353 w 2364895"/>
                <a:gd name="connsiteY7" fmla="*/ 2451773 h 4528678"/>
                <a:gd name="connsiteX8" fmla="*/ 481641 w 2364895"/>
                <a:gd name="connsiteY8" fmla="*/ 2096583 h 4528678"/>
                <a:gd name="connsiteX9" fmla="*/ 53530 w 2364895"/>
                <a:gd name="connsiteY9" fmla="*/ 1642048 h 4528678"/>
                <a:gd name="connsiteX10" fmla="*/ 13621 w 2364895"/>
                <a:gd name="connsiteY10" fmla="*/ 1323055 h 4528678"/>
                <a:gd name="connsiteX11" fmla="*/ 128397 w 2364895"/>
                <a:gd name="connsiteY11" fmla="*/ 955009 h 4528678"/>
                <a:gd name="connsiteX12" fmla="*/ 283531 w 2364895"/>
                <a:gd name="connsiteY12" fmla="*/ 738686 h 4528678"/>
                <a:gd name="connsiteX13" fmla="*/ 457676 w 2364895"/>
                <a:gd name="connsiteY13" fmla="*/ 547530 h 4528678"/>
                <a:gd name="connsiteX14" fmla="*/ 719042 w 2364895"/>
                <a:gd name="connsiteY14" fmla="*/ 576581 h 4528678"/>
                <a:gd name="connsiteX15" fmla="*/ 995528 w 2364895"/>
                <a:gd name="connsiteY15" fmla="*/ 783048 h 4528678"/>
                <a:gd name="connsiteX16" fmla="*/ 1514102 w 2364895"/>
                <a:gd name="connsiteY16" fmla="*/ 818396 h 4528678"/>
                <a:gd name="connsiteX17" fmla="*/ 2006404 w 2364895"/>
                <a:gd name="connsiteY17" fmla="*/ 714090 h 4528678"/>
                <a:gd name="connsiteX18" fmla="*/ 2135124 w 2364895"/>
                <a:gd name="connsiteY18" fmla="*/ 493333 h 4528678"/>
                <a:gd name="connsiteX19" fmla="*/ 2344864 w 2364895"/>
                <a:gd name="connsiteY19" fmla="*/ 283687 h 4528678"/>
                <a:gd name="connsiteX20" fmla="*/ 2343724 w 2364895"/>
                <a:gd name="connsiteY20" fmla="*/ 0 h 4528678"/>
                <a:gd name="connsiteX0" fmla="*/ 101926 w 2364895"/>
                <a:gd name="connsiteY0" fmla="*/ 4528678 h 4528678"/>
                <a:gd name="connsiteX1" fmla="*/ 433879 w 2364895"/>
                <a:gd name="connsiteY1" fmla="*/ 4350632 h 4528678"/>
                <a:gd name="connsiteX2" fmla="*/ 578747 w 2364895"/>
                <a:gd name="connsiteY2" fmla="*/ 4044751 h 4528678"/>
                <a:gd name="connsiteX3" fmla="*/ 615482 w 2364895"/>
                <a:gd name="connsiteY3" fmla="*/ 3756904 h 4528678"/>
                <a:gd name="connsiteX4" fmla="*/ 613487 w 2364895"/>
                <a:gd name="connsiteY4" fmla="*/ 3355605 h 4528678"/>
                <a:gd name="connsiteX5" fmla="*/ 447038 w 2364895"/>
                <a:gd name="connsiteY5" fmla="*/ 3047370 h 4528678"/>
                <a:gd name="connsiteX6" fmla="*/ 469026 w 2364895"/>
                <a:gd name="connsiteY6" fmla="*/ 2678531 h 4528678"/>
                <a:gd name="connsiteX7" fmla="*/ 339353 w 2364895"/>
                <a:gd name="connsiteY7" fmla="*/ 2451773 h 4528678"/>
                <a:gd name="connsiteX8" fmla="*/ 481641 w 2364895"/>
                <a:gd name="connsiteY8" fmla="*/ 2096583 h 4528678"/>
                <a:gd name="connsiteX9" fmla="*/ 53530 w 2364895"/>
                <a:gd name="connsiteY9" fmla="*/ 1642048 h 4528678"/>
                <a:gd name="connsiteX10" fmla="*/ 13621 w 2364895"/>
                <a:gd name="connsiteY10" fmla="*/ 1323055 h 4528678"/>
                <a:gd name="connsiteX11" fmla="*/ 128397 w 2364895"/>
                <a:gd name="connsiteY11" fmla="*/ 955009 h 4528678"/>
                <a:gd name="connsiteX12" fmla="*/ 283531 w 2364895"/>
                <a:gd name="connsiteY12" fmla="*/ 738686 h 4528678"/>
                <a:gd name="connsiteX13" fmla="*/ 457676 w 2364895"/>
                <a:gd name="connsiteY13" fmla="*/ 547530 h 4528678"/>
                <a:gd name="connsiteX14" fmla="*/ 719042 w 2364895"/>
                <a:gd name="connsiteY14" fmla="*/ 576581 h 4528678"/>
                <a:gd name="connsiteX15" fmla="*/ 995528 w 2364895"/>
                <a:gd name="connsiteY15" fmla="*/ 783048 h 4528678"/>
                <a:gd name="connsiteX16" fmla="*/ 1514102 w 2364895"/>
                <a:gd name="connsiteY16" fmla="*/ 818396 h 4528678"/>
                <a:gd name="connsiteX17" fmla="*/ 2006404 w 2364895"/>
                <a:gd name="connsiteY17" fmla="*/ 714090 h 4528678"/>
                <a:gd name="connsiteX18" fmla="*/ 2135124 w 2364895"/>
                <a:gd name="connsiteY18" fmla="*/ 493333 h 4528678"/>
                <a:gd name="connsiteX19" fmla="*/ 2344864 w 2364895"/>
                <a:gd name="connsiteY19" fmla="*/ 283687 h 4528678"/>
                <a:gd name="connsiteX20" fmla="*/ 2343724 w 2364895"/>
                <a:gd name="connsiteY20" fmla="*/ 0 h 4528678"/>
                <a:gd name="connsiteX0" fmla="*/ 90459 w 2353428"/>
                <a:gd name="connsiteY0" fmla="*/ 4528678 h 4528678"/>
                <a:gd name="connsiteX1" fmla="*/ 422412 w 2353428"/>
                <a:gd name="connsiteY1" fmla="*/ 4350632 h 4528678"/>
                <a:gd name="connsiteX2" fmla="*/ 567280 w 2353428"/>
                <a:gd name="connsiteY2" fmla="*/ 4044751 h 4528678"/>
                <a:gd name="connsiteX3" fmla="*/ 604015 w 2353428"/>
                <a:gd name="connsiteY3" fmla="*/ 3756904 h 4528678"/>
                <a:gd name="connsiteX4" fmla="*/ 602020 w 2353428"/>
                <a:gd name="connsiteY4" fmla="*/ 3355605 h 4528678"/>
                <a:gd name="connsiteX5" fmla="*/ 435571 w 2353428"/>
                <a:gd name="connsiteY5" fmla="*/ 3047370 h 4528678"/>
                <a:gd name="connsiteX6" fmla="*/ 457559 w 2353428"/>
                <a:gd name="connsiteY6" fmla="*/ 2678531 h 4528678"/>
                <a:gd name="connsiteX7" fmla="*/ 327886 w 2353428"/>
                <a:gd name="connsiteY7" fmla="*/ 2451773 h 4528678"/>
                <a:gd name="connsiteX8" fmla="*/ 470174 w 2353428"/>
                <a:gd name="connsiteY8" fmla="*/ 2096583 h 4528678"/>
                <a:gd name="connsiteX9" fmla="*/ 102470 w 2353428"/>
                <a:gd name="connsiteY9" fmla="*/ 1827321 h 4528678"/>
                <a:gd name="connsiteX10" fmla="*/ 42063 w 2353428"/>
                <a:gd name="connsiteY10" fmla="*/ 1642048 h 4528678"/>
                <a:gd name="connsiteX11" fmla="*/ 2154 w 2353428"/>
                <a:gd name="connsiteY11" fmla="*/ 1323055 h 4528678"/>
                <a:gd name="connsiteX12" fmla="*/ 116930 w 2353428"/>
                <a:gd name="connsiteY12" fmla="*/ 955009 h 4528678"/>
                <a:gd name="connsiteX13" fmla="*/ 272064 w 2353428"/>
                <a:gd name="connsiteY13" fmla="*/ 738686 h 4528678"/>
                <a:gd name="connsiteX14" fmla="*/ 446209 w 2353428"/>
                <a:gd name="connsiteY14" fmla="*/ 547530 h 4528678"/>
                <a:gd name="connsiteX15" fmla="*/ 707575 w 2353428"/>
                <a:gd name="connsiteY15" fmla="*/ 576581 h 4528678"/>
                <a:gd name="connsiteX16" fmla="*/ 984061 w 2353428"/>
                <a:gd name="connsiteY16" fmla="*/ 783048 h 4528678"/>
                <a:gd name="connsiteX17" fmla="*/ 1502635 w 2353428"/>
                <a:gd name="connsiteY17" fmla="*/ 818396 h 4528678"/>
                <a:gd name="connsiteX18" fmla="*/ 1994937 w 2353428"/>
                <a:gd name="connsiteY18" fmla="*/ 714090 h 4528678"/>
                <a:gd name="connsiteX19" fmla="*/ 2123657 w 2353428"/>
                <a:gd name="connsiteY19" fmla="*/ 493333 h 4528678"/>
                <a:gd name="connsiteX20" fmla="*/ 2333397 w 2353428"/>
                <a:gd name="connsiteY20" fmla="*/ 283687 h 4528678"/>
                <a:gd name="connsiteX21" fmla="*/ 2332257 w 2353428"/>
                <a:gd name="connsiteY21" fmla="*/ 0 h 4528678"/>
                <a:gd name="connsiteX0" fmla="*/ 231140 w 2353428"/>
                <a:gd name="connsiteY0" fmla="*/ 4588244 h 4588244"/>
                <a:gd name="connsiteX1" fmla="*/ 422412 w 2353428"/>
                <a:gd name="connsiteY1" fmla="*/ 4350632 h 4588244"/>
                <a:gd name="connsiteX2" fmla="*/ 567280 w 2353428"/>
                <a:gd name="connsiteY2" fmla="*/ 4044751 h 4588244"/>
                <a:gd name="connsiteX3" fmla="*/ 604015 w 2353428"/>
                <a:gd name="connsiteY3" fmla="*/ 3756904 h 4588244"/>
                <a:gd name="connsiteX4" fmla="*/ 602020 w 2353428"/>
                <a:gd name="connsiteY4" fmla="*/ 3355605 h 4588244"/>
                <a:gd name="connsiteX5" fmla="*/ 435571 w 2353428"/>
                <a:gd name="connsiteY5" fmla="*/ 3047370 h 4588244"/>
                <a:gd name="connsiteX6" fmla="*/ 457559 w 2353428"/>
                <a:gd name="connsiteY6" fmla="*/ 2678531 h 4588244"/>
                <a:gd name="connsiteX7" fmla="*/ 327886 w 2353428"/>
                <a:gd name="connsiteY7" fmla="*/ 2451773 h 4588244"/>
                <a:gd name="connsiteX8" fmla="*/ 470174 w 2353428"/>
                <a:gd name="connsiteY8" fmla="*/ 2096583 h 4588244"/>
                <a:gd name="connsiteX9" fmla="*/ 102470 w 2353428"/>
                <a:gd name="connsiteY9" fmla="*/ 1827321 h 4588244"/>
                <a:gd name="connsiteX10" fmla="*/ 42063 w 2353428"/>
                <a:gd name="connsiteY10" fmla="*/ 1642048 h 4588244"/>
                <a:gd name="connsiteX11" fmla="*/ 2154 w 2353428"/>
                <a:gd name="connsiteY11" fmla="*/ 1323055 h 4588244"/>
                <a:gd name="connsiteX12" fmla="*/ 116930 w 2353428"/>
                <a:gd name="connsiteY12" fmla="*/ 955009 h 4588244"/>
                <a:gd name="connsiteX13" fmla="*/ 272064 w 2353428"/>
                <a:gd name="connsiteY13" fmla="*/ 738686 h 4588244"/>
                <a:gd name="connsiteX14" fmla="*/ 446209 w 2353428"/>
                <a:gd name="connsiteY14" fmla="*/ 547530 h 4588244"/>
                <a:gd name="connsiteX15" fmla="*/ 707575 w 2353428"/>
                <a:gd name="connsiteY15" fmla="*/ 576581 h 4588244"/>
                <a:gd name="connsiteX16" fmla="*/ 984061 w 2353428"/>
                <a:gd name="connsiteY16" fmla="*/ 783048 h 4588244"/>
                <a:gd name="connsiteX17" fmla="*/ 1502635 w 2353428"/>
                <a:gd name="connsiteY17" fmla="*/ 818396 h 4588244"/>
                <a:gd name="connsiteX18" fmla="*/ 1994937 w 2353428"/>
                <a:gd name="connsiteY18" fmla="*/ 714090 h 4588244"/>
                <a:gd name="connsiteX19" fmla="*/ 2123657 w 2353428"/>
                <a:gd name="connsiteY19" fmla="*/ 493333 h 4588244"/>
                <a:gd name="connsiteX20" fmla="*/ 2333397 w 2353428"/>
                <a:gd name="connsiteY20" fmla="*/ 283687 h 4588244"/>
                <a:gd name="connsiteX21" fmla="*/ 2332257 w 2353428"/>
                <a:gd name="connsiteY21" fmla="*/ 0 h 4588244"/>
                <a:gd name="connsiteX0" fmla="*/ 231140 w 2353428"/>
                <a:gd name="connsiteY0" fmla="*/ 4588244 h 4588244"/>
                <a:gd name="connsiteX1" fmla="*/ 500251 w 2353428"/>
                <a:gd name="connsiteY1" fmla="*/ 4414612 h 4588244"/>
                <a:gd name="connsiteX2" fmla="*/ 567280 w 2353428"/>
                <a:gd name="connsiteY2" fmla="*/ 4044751 h 4588244"/>
                <a:gd name="connsiteX3" fmla="*/ 604015 w 2353428"/>
                <a:gd name="connsiteY3" fmla="*/ 3756904 h 4588244"/>
                <a:gd name="connsiteX4" fmla="*/ 602020 w 2353428"/>
                <a:gd name="connsiteY4" fmla="*/ 3355605 h 4588244"/>
                <a:gd name="connsiteX5" fmla="*/ 435571 w 2353428"/>
                <a:gd name="connsiteY5" fmla="*/ 3047370 h 4588244"/>
                <a:gd name="connsiteX6" fmla="*/ 457559 w 2353428"/>
                <a:gd name="connsiteY6" fmla="*/ 2678531 h 4588244"/>
                <a:gd name="connsiteX7" fmla="*/ 327886 w 2353428"/>
                <a:gd name="connsiteY7" fmla="*/ 2451773 h 4588244"/>
                <a:gd name="connsiteX8" fmla="*/ 470174 w 2353428"/>
                <a:gd name="connsiteY8" fmla="*/ 2096583 h 4588244"/>
                <a:gd name="connsiteX9" fmla="*/ 102470 w 2353428"/>
                <a:gd name="connsiteY9" fmla="*/ 1827321 h 4588244"/>
                <a:gd name="connsiteX10" fmla="*/ 42063 w 2353428"/>
                <a:gd name="connsiteY10" fmla="*/ 1642048 h 4588244"/>
                <a:gd name="connsiteX11" fmla="*/ 2154 w 2353428"/>
                <a:gd name="connsiteY11" fmla="*/ 1323055 h 4588244"/>
                <a:gd name="connsiteX12" fmla="*/ 116930 w 2353428"/>
                <a:gd name="connsiteY12" fmla="*/ 955009 h 4588244"/>
                <a:gd name="connsiteX13" fmla="*/ 272064 w 2353428"/>
                <a:gd name="connsiteY13" fmla="*/ 738686 h 4588244"/>
                <a:gd name="connsiteX14" fmla="*/ 446209 w 2353428"/>
                <a:gd name="connsiteY14" fmla="*/ 547530 h 4588244"/>
                <a:gd name="connsiteX15" fmla="*/ 707575 w 2353428"/>
                <a:gd name="connsiteY15" fmla="*/ 576581 h 4588244"/>
                <a:gd name="connsiteX16" fmla="*/ 984061 w 2353428"/>
                <a:gd name="connsiteY16" fmla="*/ 783048 h 4588244"/>
                <a:gd name="connsiteX17" fmla="*/ 1502635 w 2353428"/>
                <a:gd name="connsiteY17" fmla="*/ 818396 h 4588244"/>
                <a:gd name="connsiteX18" fmla="*/ 1994937 w 2353428"/>
                <a:gd name="connsiteY18" fmla="*/ 714090 h 4588244"/>
                <a:gd name="connsiteX19" fmla="*/ 2123657 w 2353428"/>
                <a:gd name="connsiteY19" fmla="*/ 493333 h 4588244"/>
                <a:gd name="connsiteX20" fmla="*/ 2333397 w 2353428"/>
                <a:gd name="connsiteY20" fmla="*/ 283687 h 4588244"/>
                <a:gd name="connsiteX21" fmla="*/ 2332257 w 2353428"/>
                <a:gd name="connsiteY21" fmla="*/ 0 h 4588244"/>
                <a:gd name="connsiteX0" fmla="*/ 236982 w 2359270"/>
                <a:gd name="connsiteY0" fmla="*/ 4588244 h 4588244"/>
                <a:gd name="connsiteX1" fmla="*/ 506093 w 2359270"/>
                <a:gd name="connsiteY1" fmla="*/ 4414612 h 4588244"/>
                <a:gd name="connsiteX2" fmla="*/ 573122 w 2359270"/>
                <a:gd name="connsiteY2" fmla="*/ 4044751 h 4588244"/>
                <a:gd name="connsiteX3" fmla="*/ 609857 w 2359270"/>
                <a:gd name="connsiteY3" fmla="*/ 3756904 h 4588244"/>
                <a:gd name="connsiteX4" fmla="*/ 607862 w 2359270"/>
                <a:gd name="connsiteY4" fmla="*/ 3355605 h 4588244"/>
                <a:gd name="connsiteX5" fmla="*/ 441413 w 2359270"/>
                <a:gd name="connsiteY5" fmla="*/ 3047370 h 4588244"/>
                <a:gd name="connsiteX6" fmla="*/ 463401 w 2359270"/>
                <a:gd name="connsiteY6" fmla="*/ 2678531 h 4588244"/>
                <a:gd name="connsiteX7" fmla="*/ 333728 w 2359270"/>
                <a:gd name="connsiteY7" fmla="*/ 2451773 h 4588244"/>
                <a:gd name="connsiteX8" fmla="*/ 476016 w 2359270"/>
                <a:gd name="connsiteY8" fmla="*/ 2096583 h 4588244"/>
                <a:gd name="connsiteX9" fmla="*/ 108312 w 2359270"/>
                <a:gd name="connsiteY9" fmla="*/ 1827321 h 4588244"/>
                <a:gd name="connsiteX10" fmla="*/ 47905 w 2359270"/>
                <a:gd name="connsiteY10" fmla="*/ 1642048 h 4588244"/>
                <a:gd name="connsiteX11" fmla="*/ 7996 w 2359270"/>
                <a:gd name="connsiteY11" fmla="*/ 1323055 h 4588244"/>
                <a:gd name="connsiteX12" fmla="*/ 212519 w 2359270"/>
                <a:gd name="connsiteY12" fmla="*/ 983674 h 4588244"/>
                <a:gd name="connsiteX13" fmla="*/ 277906 w 2359270"/>
                <a:gd name="connsiteY13" fmla="*/ 738686 h 4588244"/>
                <a:gd name="connsiteX14" fmla="*/ 452051 w 2359270"/>
                <a:gd name="connsiteY14" fmla="*/ 547530 h 4588244"/>
                <a:gd name="connsiteX15" fmla="*/ 713417 w 2359270"/>
                <a:gd name="connsiteY15" fmla="*/ 576581 h 4588244"/>
                <a:gd name="connsiteX16" fmla="*/ 989903 w 2359270"/>
                <a:gd name="connsiteY16" fmla="*/ 783048 h 4588244"/>
                <a:gd name="connsiteX17" fmla="*/ 1508477 w 2359270"/>
                <a:gd name="connsiteY17" fmla="*/ 818396 h 4588244"/>
                <a:gd name="connsiteX18" fmla="*/ 2000779 w 2359270"/>
                <a:gd name="connsiteY18" fmla="*/ 714090 h 4588244"/>
                <a:gd name="connsiteX19" fmla="*/ 2129499 w 2359270"/>
                <a:gd name="connsiteY19" fmla="*/ 493333 h 4588244"/>
                <a:gd name="connsiteX20" fmla="*/ 2339239 w 2359270"/>
                <a:gd name="connsiteY20" fmla="*/ 283687 h 4588244"/>
                <a:gd name="connsiteX21" fmla="*/ 2338099 w 2359270"/>
                <a:gd name="connsiteY21" fmla="*/ 0 h 4588244"/>
                <a:gd name="connsiteX0" fmla="*/ 236982 w 2359270"/>
                <a:gd name="connsiteY0" fmla="*/ 4588244 h 4588244"/>
                <a:gd name="connsiteX1" fmla="*/ 506093 w 2359270"/>
                <a:gd name="connsiteY1" fmla="*/ 4414612 h 4588244"/>
                <a:gd name="connsiteX2" fmla="*/ 573122 w 2359270"/>
                <a:gd name="connsiteY2" fmla="*/ 4044751 h 4588244"/>
                <a:gd name="connsiteX3" fmla="*/ 609857 w 2359270"/>
                <a:gd name="connsiteY3" fmla="*/ 3756904 h 4588244"/>
                <a:gd name="connsiteX4" fmla="*/ 607862 w 2359270"/>
                <a:gd name="connsiteY4" fmla="*/ 3355605 h 4588244"/>
                <a:gd name="connsiteX5" fmla="*/ 441413 w 2359270"/>
                <a:gd name="connsiteY5" fmla="*/ 3047370 h 4588244"/>
                <a:gd name="connsiteX6" fmla="*/ 463401 w 2359270"/>
                <a:gd name="connsiteY6" fmla="*/ 2678531 h 4588244"/>
                <a:gd name="connsiteX7" fmla="*/ 333728 w 2359270"/>
                <a:gd name="connsiteY7" fmla="*/ 2451773 h 4588244"/>
                <a:gd name="connsiteX8" fmla="*/ 476016 w 2359270"/>
                <a:gd name="connsiteY8" fmla="*/ 2096583 h 4588244"/>
                <a:gd name="connsiteX9" fmla="*/ 108312 w 2359270"/>
                <a:gd name="connsiteY9" fmla="*/ 1827321 h 4588244"/>
                <a:gd name="connsiteX10" fmla="*/ 47905 w 2359270"/>
                <a:gd name="connsiteY10" fmla="*/ 1642048 h 4588244"/>
                <a:gd name="connsiteX11" fmla="*/ 7996 w 2359270"/>
                <a:gd name="connsiteY11" fmla="*/ 1323055 h 4588244"/>
                <a:gd name="connsiteX12" fmla="*/ 212519 w 2359270"/>
                <a:gd name="connsiteY12" fmla="*/ 983674 h 4588244"/>
                <a:gd name="connsiteX13" fmla="*/ 361181 w 2359270"/>
                <a:gd name="connsiteY13" fmla="*/ 782633 h 4588244"/>
                <a:gd name="connsiteX14" fmla="*/ 452051 w 2359270"/>
                <a:gd name="connsiteY14" fmla="*/ 547530 h 4588244"/>
                <a:gd name="connsiteX15" fmla="*/ 713417 w 2359270"/>
                <a:gd name="connsiteY15" fmla="*/ 576581 h 4588244"/>
                <a:gd name="connsiteX16" fmla="*/ 989903 w 2359270"/>
                <a:gd name="connsiteY16" fmla="*/ 783048 h 4588244"/>
                <a:gd name="connsiteX17" fmla="*/ 1508477 w 2359270"/>
                <a:gd name="connsiteY17" fmla="*/ 818396 h 4588244"/>
                <a:gd name="connsiteX18" fmla="*/ 2000779 w 2359270"/>
                <a:gd name="connsiteY18" fmla="*/ 714090 h 4588244"/>
                <a:gd name="connsiteX19" fmla="*/ 2129499 w 2359270"/>
                <a:gd name="connsiteY19" fmla="*/ 493333 h 4588244"/>
                <a:gd name="connsiteX20" fmla="*/ 2339239 w 2359270"/>
                <a:gd name="connsiteY20" fmla="*/ 283687 h 4588244"/>
                <a:gd name="connsiteX21" fmla="*/ 2338099 w 2359270"/>
                <a:gd name="connsiteY21" fmla="*/ 0 h 4588244"/>
                <a:gd name="connsiteX0" fmla="*/ 236982 w 2359270"/>
                <a:gd name="connsiteY0" fmla="*/ 4588244 h 4588244"/>
                <a:gd name="connsiteX1" fmla="*/ 506093 w 2359270"/>
                <a:gd name="connsiteY1" fmla="*/ 4414612 h 4588244"/>
                <a:gd name="connsiteX2" fmla="*/ 573122 w 2359270"/>
                <a:gd name="connsiteY2" fmla="*/ 4044751 h 4588244"/>
                <a:gd name="connsiteX3" fmla="*/ 609857 w 2359270"/>
                <a:gd name="connsiteY3" fmla="*/ 3756904 h 4588244"/>
                <a:gd name="connsiteX4" fmla="*/ 607862 w 2359270"/>
                <a:gd name="connsiteY4" fmla="*/ 3355605 h 4588244"/>
                <a:gd name="connsiteX5" fmla="*/ 441413 w 2359270"/>
                <a:gd name="connsiteY5" fmla="*/ 3047370 h 4588244"/>
                <a:gd name="connsiteX6" fmla="*/ 463401 w 2359270"/>
                <a:gd name="connsiteY6" fmla="*/ 2678531 h 4588244"/>
                <a:gd name="connsiteX7" fmla="*/ 333728 w 2359270"/>
                <a:gd name="connsiteY7" fmla="*/ 2451773 h 4588244"/>
                <a:gd name="connsiteX8" fmla="*/ 476016 w 2359270"/>
                <a:gd name="connsiteY8" fmla="*/ 2096583 h 4588244"/>
                <a:gd name="connsiteX9" fmla="*/ 108312 w 2359270"/>
                <a:gd name="connsiteY9" fmla="*/ 1827321 h 4588244"/>
                <a:gd name="connsiteX10" fmla="*/ 47905 w 2359270"/>
                <a:gd name="connsiteY10" fmla="*/ 1642048 h 4588244"/>
                <a:gd name="connsiteX11" fmla="*/ 7996 w 2359270"/>
                <a:gd name="connsiteY11" fmla="*/ 1323055 h 4588244"/>
                <a:gd name="connsiteX12" fmla="*/ 212519 w 2359270"/>
                <a:gd name="connsiteY12" fmla="*/ 983674 h 4588244"/>
                <a:gd name="connsiteX13" fmla="*/ 361181 w 2359270"/>
                <a:gd name="connsiteY13" fmla="*/ 782633 h 4588244"/>
                <a:gd name="connsiteX14" fmla="*/ 452051 w 2359270"/>
                <a:gd name="connsiteY14" fmla="*/ 547530 h 4588244"/>
                <a:gd name="connsiteX15" fmla="*/ 688371 w 2359270"/>
                <a:gd name="connsiteY15" fmla="*/ 609337 h 4588244"/>
                <a:gd name="connsiteX16" fmla="*/ 989903 w 2359270"/>
                <a:gd name="connsiteY16" fmla="*/ 783048 h 4588244"/>
                <a:gd name="connsiteX17" fmla="*/ 1508477 w 2359270"/>
                <a:gd name="connsiteY17" fmla="*/ 818396 h 4588244"/>
                <a:gd name="connsiteX18" fmla="*/ 2000779 w 2359270"/>
                <a:gd name="connsiteY18" fmla="*/ 714090 h 4588244"/>
                <a:gd name="connsiteX19" fmla="*/ 2129499 w 2359270"/>
                <a:gd name="connsiteY19" fmla="*/ 493333 h 4588244"/>
                <a:gd name="connsiteX20" fmla="*/ 2339239 w 2359270"/>
                <a:gd name="connsiteY20" fmla="*/ 283687 h 4588244"/>
                <a:gd name="connsiteX21" fmla="*/ 2338099 w 2359270"/>
                <a:gd name="connsiteY21" fmla="*/ 0 h 4588244"/>
                <a:gd name="connsiteX0" fmla="*/ 236982 w 2352835"/>
                <a:gd name="connsiteY0" fmla="*/ 4871679 h 4871679"/>
                <a:gd name="connsiteX1" fmla="*/ 506093 w 2352835"/>
                <a:gd name="connsiteY1" fmla="*/ 4698047 h 4871679"/>
                <a:gd name="connsiteX2" fmla="*/ 573122 w 2352835"/>
                <a:gd name="connsiteY2" fmla="*/ 4328186 h 4871679"/>
                <a:gd name="connsiteX3" fmla="*/ 609857 w 2352835"/>
                <a:gd name="connsiteY3" fmla="*/ 4040339 h 4871679"/>
                <a:gd name="connsiteX4" fmla="*/ 607862 w 2352835"/>
                <a:gd name="connsiteY4" fmla="*/ 3639040 h 4871679"/>
                <a:gd name="connsiteX5" fmla="*/ 441413 w 2352835"/>
                <a:gd name="connsiteY5" fmla="*/ 3330805 h 4871679"/>
                <a:gd name="connsiteX6" fmla="*/ 463401 w 2352835"/>
                <a:gd name="connsiteY6" fmla="*/ 2961966 h 4871679"/>
                <a:gd name="connsiteX7" fmla="*/ 333728 w 2352835"/>
                <a:gd name="connsiteY7" fmla="*/ 2735208 h 4871679"/>
                <a:gd name="connsiteX8" fmla="*/ 476016 w 2352835"/>
                <a:gd name="connsiteY8" fmla="*/ 2380018 h 4871679"/>
                <a:gd name="connsiteX9" fmla="*/ 108312 w 2352835"/>
                <a:gd name="connsiteY9" fmla="*/ 2110756 h 4871679"/>
                <a:gd name="connsiteX10" fmla="*/ 47905 w 2352835"/>
                <a:gd name="connsiteY10" fmla="*/ 1925483 h 4871679"/>
                <a:gd name="connsiteX11" fmla="*/ 7996 w 2352835"/>
                <a:gd name="connsiteY11" fmla="*/ 1606490 h 4871679"/>
                <a:gd name="connsiteX12" fmla="*/ 212519 w 2352835"/>
                <a:gd name="connsiteY12" fmla="*/ 1267109 h 4871679"/>
                <a:gd name="connsiteX13" fmla="*/ 361181 w 2352835"/>
                <a:gd name="connsiteY13" fmla="*/ 1066068 h 4871679"/>
                <a:gd name="connsiteX14" fmla="*/ 452051 w 2352835"/>
                <a:gd name="connsiteY14" fmla="*/ 830965 h 4871679"/>
                <a:gd name="connsiteX15" fmla="*/ 688371 w 2352835"/>
                <a:gd name="connsiteY15" fmla="*/ 892772 h 4871679"/>
                <a:gd name="connsiteX16" fmla="*/ 989903 w 2352835"/>
                <a:gd name="connsiteY16" fmla="*/ 1066483 h 4871679"/>
                <a:gd name="connsiteX17" fmla="*/ 1508477 w 2352835"/>
                <a:gd name="connsiteY17" fmla="*/ 1101831 h 4871679"/>
                <a:gd name="connsiteX18" fmla="*/ 2000779 w 2352835"/>
                <a:gd name="connsiteY18" fmla="*/ 997525 h 4871679"/>
                <a:gd name="connsiteX19" fmla="*/ 2129499 w 2352835"/>
                <a:gd name="connsiteY19" fmla="*/ 776768 h 4871679"/>
                <a:gd name="connsiteX20" fmla="*/ 2339239 w 2352835"/>
                <a:gd name="connsiteY20" fmla="*/ 567122 h 4871679"/>
                <a:gd name="connsiteX21" fmla="*/ 2295861 w 2352835"/>
                <a:gd name="connsiteY21" fmla="*/ 0 h 4871679"/>
                <a:gd name="connsiteX0" fmla="*/ 236982 w 2379283"/>
                <a:gd name="connsiteY0" fmla="*/ 4871679 h 4871679"/>
                <a:gd name="connsiteX1" fmla="*/ 506093 w 2379283"/>
                <a:gd name="connsiteY1" fmla="*/ 4698047 h 4871679"/>
                <a:gd name="connsiteX2" fmla="*/ 573122 w 2379283"/>
                <a:gd name="connsiteY2" fmla="*/ 4328186 h 4871679"/>
                <a:gd name="connsiteX3" fmla="*/ 609857 w 2379283"/>
                <a:gd name="connsiteY3" fmla="*/ 4040339 h 4871679"/>
                <a:gd name="connsiteX4" fmla="*/ 607862 w 2379283"/>
                <a:gd name="connsiteY4" fmla="*/ 3639040 h 4871679"/>
                <a:gd name="connsiteX5" fmla="*/ 441413 w 2379283"/>
                <a:gd name="connsiteY5" fmla="*/ 3330805 h 4871679"/>
                <a:gd name="connsiteX6" fmla="*/ 463401 w 2379283"/>
                <a:gd name="connsiteY6" fmla="*/ 2961966 h 4871679"/>
                <a:gd name="connsiteX7" fmla="*/ 333728 w 2379283"/>
                <a:gd name="connsiteY7" fmla="*/ 2735208 h 4871679"/>
                <a:gd name="connsiteX8" fmla="*/ 476016 w 2379283"/>
                <a:gd name="connsiteY8" fmla="*/ 2380018 h 4871679"/>
                <a:gd name="connsiteX9" fmla="*/ 108312 w 2379283"/>
                <a:gd name="connsiteY9" fmla="*/ 2110756 h 4871679"/>
                <a:gd name="connsiteX10" fmla="*/ 47905 w 2379283"/>
                <a:gd name="connsiteY10" fmla="*/ 1925483 h 4871679"/>
                <a:gd name="connsiteX11" fmla="*/ 7996 w 2379283"/>
                <a:gd name="connsiteY11" fmla="*/ 1606490 h 4871679"/>
                <a:gd name="connsiteX12" fmla="*/ 212519 w 2379283"/>
                <a:gd name="connsiteY12" fmla="*/ 1267109 h 4871679"/>
                <a:gd name="connsiteX13" fmla="*/ 361181 w 2379283"/>
                <a:gd name="connsiteY13" fmla="*/ 1066068 h 4871679"/>
                <a:gd name="connsiteX14" fmla="*/ 452051 w 2379283"/>
                <a:gd name="connsiteY14" fmla="*/ 830965 h 4871679"/>
                <a:gd name="connsiteX15" fmla="*/ 688371 w 2379283"/>
                <a:gd name="connsiteY15" fmla="*/ 892772 h 4871679"/>
                <a:gd name="connsiteX16" fmla="*/ 989903 w 2379283"/>
                <a:gd name="connsiteY16" fmla="*/ 1066483 h 4871679"/>
                <a:gd name="connsiteX17" fmla="*/ 1508477 w 2379283"/>
                <a:gd name="connsiteY17" fmla="*/ 1101831 h 4871679"/>
                <a:gd name="connsiteX18" fmla="*/ 2000779 w 2379283"/>
                <a:gd name="connsiteY18" fmla="*/ 997525 h 4871679"/>
                <a:gd name="connsiteX19" fmla="*/ 2129499 w 2379283"/>
                <a:gd name="connsiteY19" fmla="*/ 776768 h 4871679"/>
                <a:gd name="connsiteX20" fmla="*/ 2368136 w 2379283"/>
                <a:gd name="connsiteY20" fmla="*/ 436340 h 4871679"/>
                <a:gd name="connsiteX21" fmla="*/ 2295861 w 2379283"/>
                <a:gd name="connsiteY21" fmla="*/ 0 h 4871679"/>
                <a:gd name="connsiteX0" fmla="*/ 236982 w 2379283"/>
                <a:gd name="connsiteY0" fmla="*/ 4871679 h 4871679"/>
                <a:gd name="connsiteX1" fmla="*/ 506093 w 2379283"/>
                <a:gd name="connsiteY1" fmla="*/ 4698047 h 4871679"/>
                <a:gd name="connsiteX2" fmla="*/ 573122 w 2379283"/>
                <a:gd name="connsiteY2" fmla="*/ 4328186 h 4871679"/>
                <a:gd name="connsiteX3" fmla="*/ 609857 w 2379283"/>
                <a:gd name="connsiteY3" fmla="*/ 4040339 h 4871679"/>
                <a:gd name="connsiteX4" fmla="*/ 607862 w 2379283"/>
                <a:gd name="connsiteY4" fmla="*/ 3639040 h 4871679"/>
                <a:gd name="connsiteX5" fmla="*/ 441413 w 2379283"/>
                <a:gd name="connsiteY5" fmla="*/ 3330805 h 4871679"/>
                <a:gd name="connsiteX6" fmla="*/ 463401 w 2379283"/>
                <a:gd name="connsiteY6" fmla="*/ 2961966 h 4871679"/>
                <a:gd name="connsiteX7" fmla="*/ 333728 w 2379283"/>
                <a:gd name="connsiteY7" fmla="*/ 2735208 h 4871679"/>
                <a:gd name="connsiteX8" fmla="*/ 476016 w 2379283"/>
                <a:gd name="connsiteY8" fmla="*/ 2380018 h 4871679"/>
                <a:gd name="connsiteX9" fmla="*/ 108312 w 2379283"/>
                <a:gd name="connsiteY9" fmla="*/ 2110756 h 4871679"/>
                <a:gd name="connsiteX10" fmla="*/ 47905 w 2379283"/>
                <a:gd name="connsiteY10" fmla="*/ 1925483 h 4871679"/>
                <a:gd name="connsiteX11" fmla="*/ 7996 w 2379283"/>
                <a:gd name="connsiteY11" fmla="*/ 1606490 h 4871679"/>
                <a:gd name="connsiteX12" fmla="*/ 212519 w 2379283"/>
                <a:gd name="connsiteY12" fmla="*/ 1267109 h 4871679"/>
                <a:gd name="connsiteX13" fmla="*/ 361181 w 2379283"/>
                <a:gd name="connsiteY13" fmla="*/ 1066068 h 4871679"/>
                <a:gd name="connsiteX14" fmla="*/ 452051 w 2379283"/>
                <a:gd name="connsiteY14" fmla="*/ 830965 h 4871679"/>
                <a:gd name="connsiteX15" fmla="*/ 705281 w 2379283"/>
                <a:gd name="connsiteY15" fmla="*/ 865490 h 4871679"/>
                <a:gd name="connsiteX16" fmla="*/ 989903 w 2379283"/>
                <a:gd name="connsiteY16" fmla="*/ 1066483 h 4871679"/>
                <a:gd name="connsiteX17" fmla="*/ 1508477 w 2379283"/>
                <a:gd name="connsiteY17" fmla="*/ 1101831 h 4871679"/>
                <a:gd name="connsiteX18" fmla="*/ 2000779 w 2379283"/>
                <a:gd name="connsiteY18" fmla="*/ 997525 h 4871679"/>
                <a:gd name="connsiteX19" fmla="*/ 2129499 w 2379283"/>
                <a:gd name="connsiteY19" fmla="*/ 776768 h 4871679"/>
                <a:gd name="connsiteX20" fmla="*/ 2368136 w 2379283"/>
                <a:gd name="connsiteY20" fmla="*/ 436340 h 4871679"/>
                <a:gd name="connsiteX21" fmla="*/ 2295861 w 2379283"/>
                <a:gd name="connsiteY21" fmla="*/ 0 h 4871679"/>
                <a:gd name="connsiteX0" fmla="*/ 236982 w 2379283"/>
                <a:gd name="connsiteY0" fmla="*/ 4871679 h 4871679"/>
                <a:gd name="connsiteX1" fmla="*/ 506093 w 2379283"/>
                <a:gd name="connsiteY1" fmla="*/ 4698047 h 4871679"/>
                <a:gd name="connsiteX2" fmla="*/ 573122 w 2379283"/>
                <a:gd name="connsiteY2" fmla="*/ 4328186 h 4871679"/>
                <a:gd name="connsiteX3" fmla="*/ 609857 w 2379283"/>
                <a:gd name="connsiteY3" fmla="*/ 4040339 h 4871679"/>
                <a:gd name="connsiteX4" fmla="*/ 607862 w 2379283"/>
                <a:gd name="connsiteY4" fmla="*/ 3639040 h 4871679"/>
                <a:gd name="connsiteX5" fmla="*/ 441413 w 2379283"/>
                <a:gd name="connsiteY5" fmla="*/ 3330805 h 4871679"/>
                <a:gd name="connsiteX6" fmla="*/ 463401 w 2379283"/>
                <a:gd name="connsiteY6" fmla="*/ 2961966 h 4871679"/>
                <a:gd name="connsiteX7" fmla="*/ 333728 w 2379283"/>
                <a:gd name="connsiteY7" fmla="*/ 2735208 h 4871679"/>
                <a:gd name="connsiteX8" fmla="*/ 476016 w 2379283"/>
                <a:gd name="connsiteY8" fmla="*/ 2380018 h 4871679"/>
                <a:gd name="connsiteX9" fmla="*/ 108312 w 2379283"/>
                <a:gd name="connsiteY9" fmla="*/ 2110756 h 4871679"/>
                <a:gd name="connsiteX10" fmla="*/ 47905 w 2379283"/>
                <a:gd name="connsiteY10" fmla="*/ 1925483 h 4871679"/>
                <a:gd name="connsiteX11" fmla="*/ 7996 w 2379283"/>
                <a:gd name="connsiteY11" fmla="*/ 1606490 h 4871679"/>
                <a:gd name="connsiteX12" fmla="*/ 212519 w 2379283"/>
                <a:gd name="connsiteY12" fmla="*/ 1267109 h 4871679"/>
                <a:gd name="connsiteX13" fmla="*/ 361181 w 2379283"/>
                <a:gd name="connsiteY13" fmla="*/ 1066068 h 4871679"/>
                <a:gd name="connsiteX14" fmla="*/ 452051 w 2379283"/>
                <a:gd name="connsiteY14" fmla="*/ 830965 h 4871679"/>
                <a:gd name="connsiteX15" fmla="*/ 705281 w 2379283"/>
                <a:gd name="connsiteY15" fmla="*/ 865490 h 4871679"/>
                <a:gd name="connsiteX16" fmla="*/ 989903 w 2379283"/>
                <a:gd name="connsiteY16" fmla="*/ 1066483 h 4871679"/>
                <a:gd name="connsiteX17" fmla="*/ 1508477 w 2379283"/>
                <a:gd name="connsiteY17" fmla="*/ 1101831 h 4871679"/>
                <a:gd name="connsiteX18" fmla="*/ 2000779 w 2379283"/>
                <a:gd name="connsiteY18" fmla="*/ 997525 h 4871679"/>
                <a:gd name="connsiteX19" fmla="*/ 2129499 w 2379283"/>
                <a:gd name="connsiteY19" fmla="*/ 776768 h 4871679"/>
                <a:gd name="connsiteX20" fmla="*/ 2368136 w 2379283"/>
                <a:gd name="connsiteY20" fmla="*/ 436340 h 4871679"/>
                <a:gd name="connsiteX21" fmla="*/ 2295861 w 2379283"/>
                <a:gd name="connsiteY21" fmla="*/ 0 h 4871679"/>
                <a:gd name="connsiteX0" fmla="*/ 0 w 2871141"/>
                <a:gd name="connsiteY0" fmla="*/ 5293460 h 5293460"/>
                <a:gd name="connsiteX1" fmla="*/ 997951 w 2871141"/>
                <a:gd name="connsiteY1" fmla="*/ 4698047 h 5293460"/>
                <a:gd name="connsiteX2" fmla="*/ 1064980 w 2871141"/>
                <a:gd name="connsiteY2" fmla="*/ 4328186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997951 w 2871141"/>
                <a:gd name="connsiteY1" fmla="*/ 4698047 h 5293460"/>
                <a:gd name="connsiteX2" fmla="*/ 1064980 w 2871141"/>
                <a:gd name="connsiteY2" fmla="*/ 4328186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4980 w 2871141"/>
                <a:gd name="connsiteY2" fmla="*/ 4328186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4980 w 2871141"/>
                <a:gd name="connsiteY2" fmla="*/ 4328186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4980 w 2871141"/>
                <a:gd name="connsiteY2" fmla="*/ 4328186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101715 w 2871141"/>
                <a:gd name="connsiteY3" fmla="*/ 4040339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1099720 w 2871141"/>
                <a:gd name="connsiteY4" fmla="*/ 3639040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967874 w 2871141"/>
                <a:gd name="connsiteY8" fmla="*/ 2380018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825586 w 2871141"/>
                <a:gd name="connsiteY7" fmla="*/ 2735208 h 5293460"/>
                <a:gd name="connsiteX8" fmla="*/ 869003 w 2871141"/>
                <a:gd name="connsiteY8" fmla="*/ 2310995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539763 w 2871141"/>
                <a:gd name="connsiteY10" fmla="*/ 19254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515873 w 2871141"/>
                <a:gd name="connsiteY10" fmla="*/ 1877260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0335 w 2871141"/>
                <a:gd name="connsiteY17" fmla="*/ 1101831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515873 w 2871141"/>
                <a:gd name="connsiteY10" fmla="*/ 1877260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621357 w 2871141"/>
                <a:gd name="connsiteY19" fmla="*/ 77676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515873 w 2871141"/>
                <a:gd name="connsiteY10" fmla="*/ 1877260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933271 w 2871141"/>
                <a:gd name="connsiteY5" fmla="*/ 3330805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43019 w 2871141"/>
                <a:gd name="connsiteY3" fmla="*/ 3986632 h 5293460"/>
                <a:gd name="connsiteX4" fmla="*/ 978395 w 2871141"/>
                <a:gd name="connsiteY4" fmla="*/ 3694676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23058 w 2871141"/>
                <a:gd name="connsiteY3" fmla="*/ 3969463 h 5293460"/>
                <a:gd name="connsiteX4" fmla="*/ 978395 w 2871141"/>
                <a:gd name="connsiteY4" fmla="*/ 3694676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23058 w 2871141"/>
                <a:gd name="connsiteY3" fmla="*/ 3969463 h 5293460"/>
                <a:gd name="connsiteX4" fmla="*/ 978395 w 2871141"/>
                <a:gd name="connsiteY4" fmla="*/ 3694676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23058 w 2871141"/>
                <a:gd name="connsiteY3" fmla="*/ 3969463 h 5293460"/>
                <a:gd name="connsiteX4" fmla="*/ 887877 w 2871141"/>
                <a:gd name="connsiteY4" fmla="*/ 3664611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691867 w 2871141"/>
                <a:gd name="connsiteY1" fmla="*/ 4885820 h 5293460"/>
                <a:gd name="connsiteX2" fmla="*/ 1061222 w 2871141"/>
                <a:gd name="connsiteY2" fmla="*/ 4339228 h 5293460"/>
                <a:gd name="connsiteX3" fmla="*/ 1023058 w 2871141"/>
                <a:gd name="connsiteY3" fmla="*/ 3969463 h 5293460"/>
                <a:gd name="connsiteX4" fmla="*/ 887877 w 2871141"/>
                <a:gd name="connsiteY4" fmla="*/ 3664611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0 w 2871141"/>
                <a:gd name="connsiteY0" fmla="*/ 5293460 h 5293460"/>
                <a:gd name="connsiteX1" fmla="*/ 711659 w 2871141"/>
                <a:gd name="connsiteY1" fmla="*/ 4767005 h 5293460"/>
                <a:gd name="connsiteX2" fmla="*/ 1061222 w 2871141"/>
                <a:gd name="connsiteY2" fmla="*/ 4339228 h 5293460"/>
                <a:gd name="connsiteX3" fmla="*/ 1023058 w 2871141"/>
                <a:gd name="connsiteY3" fmla="*/ 3969463 h 5293460"/>
                <a:gd name="connsiteX4" fmla="*/ 887877 w 2871141"/>
                <a:gd name="connsiteY4" fmla="*/ 3664611 h 5293460"/>
                <a:gd name="connsiteX5" fmla="*/ 860505 w 2871141"/>
                <a:gd name="connsiteY5" fmla="*/ 3341548 h 5293460"/>
                <a:gd name="connsiteX6" fmla="*/ 955259 w 2871141"/>
                <a:gd name="connsiteY6" fmla="*/ 2961966 h 5293460"/>
                <a:gd name="connsiteX7" fmla="*/ 772440 w 2871141"/>
                <a:gd name="connsiteY7" fmla="*/ 2718540 h 5293460"/>
                <a:gd name="connsiteX8" fmla="*/ 869003 w 2871141"/>
                <a:gd name="connsiteY8" fmla="*/ 2310995 h 5293460"/>
                <a:gd name="connsiteX9" fmla="*/ 600170 w 2871141"/>
                <a:gd name="connsiteY9" fmla="*/ 2110756 h 5293460"/>
                <a:gd name="connsiteX10" fmla="*/ 454774 w 2871141"/>
                <a:gd name="connsiteY10" fmla="*/ 1889983 h 5293460"/>
                <a:gd name="connsiteX11" fmla="*/ 499854 w 2871141"/>
                <a:gd name="connsiteY11" fmla="*/ 1606490 h 5293460"/>
                <a:gd name="connsiteX12" fmla="*/ 704377 w 2871141"/>
                <a:gd name="connsiteY12" fmla="*/ 1267109 h 5293460"/>
                <a:gd name="connsiteX13" fmla="*/ 853039 w 2871141"/>
                <a:gd name="connsiteY13" fmla="*/ 1066068 h 5293460"/>
                <a:gd name="connsiteX14" fmla="*/ 943909 w 2871141"/>
                <a:gd name="connsiteY14" fmla="*/ 830965 h 5293460"/>
                <a:gd name="connsiteX15" fmla="*/ 1197139 w 2871141"/>
                <a:gd name="connsiteY15" fmla="*/ 865490 h 5293460"/>
                <a:gd name="connsiteX16" fmla="*/ 1481761 w 2871141"/>
                <a:gd name="connsiteY16" fmla="*/ 1066483 h 5293460"/>
                <a:gd name="connsiteX17" fmla="*/ 2002934 w 2871141"/>
                <a:gd name="connsiteY17" fmla="*/ 1081670 h 5293460"/>
                <a:gd name="connsiteX18" fmla="*/ 2492637 w 2871141"/>
                <a:gd name="connsiteY18" fmla="*/ 997525 h 5293460"/>
                <a:gd name="connsiteX19" fmla="*/ 2564183 w 2871141"/>
                <a:gd name="connsiteY19" fmla="*/ 777298 h 5293460"/>
                <a:gd name="connsiteX20" fmla="*/ 2859994 w 2871141"/>
                <a:gd name="connsiteY20" fmla="*/ 436340 h 5293460"/>
                <a:gd name="connsiteX21" fmla="*/ 2787719 w 2871141"/>
                <a:gd name="connsiteY21" fmla="*/ 0 h 5293460"/>
                <a:gd name="connsiteX0" fmla="*/ 3251 w 2874392"/>
                <a:gd name="connsiteY0" fmla="*/ 5293460 h 5293460"/>
                <a:gd name="connsiteX1" fmla="*/ 69216 w 2874392"/>
                <a:gd name="connsiteY1" fmla="*/ 5034280 h 5293460"/>
                <a:gd name="connsiteX2" fmla="*/ 714910 w 2874392"/>
                <a:gd name="connsiteY2" fmla="*/ 4767005 h 5293460"/>
                <a:gd name="connsiteX3" fmla="*/ 1064473 w 2874392"/>
                <a:gd name="connsiteY3" fmla="*/ 4339228 h 5293460"/>
                <a:gd name="connsiteX4" fmla="*/ 1026309 w 2874392"/>
                <a:gd name="connsiteY4" fmla="*/ 3969463 h 5293460"/>
                <a:gd name="connsiteX5" fmla="*/ 891128 w 2874392"/>
                <a:gd name="connsiteY5" fmla="*/ 3664611 h 5293460"/>
                <a:gd name="connsiteX6" fmla="*/ 863756 w 2874392"/>
                <a:gd name="connsiteY6" fmla="*/ 3341548 h 5293460"/>
                <a:gd name="connsiteX7" fmla="*/ 958510 w 2874392"/>
                <a:gd name="connsiteY7" fmla="*/ 2961966 h 5293460"/>
                <a:gd name="connsiteX8" fmla="*/ 775691 w 2874392"/>
                <a:gd name="connsiteY8" fmla="*/ 2718540 h 5293460"/>
                <a:gd name="connsiteX9" fmla="*/ 872254 w 2874392"/>
                <a:gd name="connsiteY9" fmla="*/ 2310995 h 5293460"/>
                <a:gd name="connsiteX10" fmla="*/ 603421 w 2874392"/>
                <a:gd name="connsiteY10" fmla="*/ 2110756 h 5293460"/>
                <a:gd name="connsiteX11" fmla="*/ 458025 w 2874392"/>
                <a:gd name="connsiteY11" fmla="*/ 1889983 h 5293460"/>
                <a:gd name="connsiteX12" fmla="*/ 503105 w 2874392"/>
                <a:gd name="connsiteY12" fmla="*/ 1606490 h 5293460"/>
                <a:gd name="connsiteX13" fmla="*/ 707628 w 2874392"/>
                <a:gd name="connsiteY13" fmla="*/ 1267109 h 5293460"/>
                <a:gd name="connsiteX14" fmla="*/ 856290 w 2874392"/>
                <a:gd name="connsiteY14" fmla="*/ 1066068 h 5293460"/>
                <a:gd name="connsiteX15" fmla="*/ 947160 w 2874392"/>
                <a:gd name="connsiteY15" fmla="*/ 830965 h 5293460"/>
                <a:gd name="connsiteX16" fmla="*/ 1200390 w 2874392"/>
                <a:gd name="connsiteY16" fmla="*/ 865490 h 5293460"/>
                <a:gd name="connsiteX17" fmla="*/ 1485012 w 2874392"/>
                <a:gd name="connsiteY17" fmla="*/ 1066483 h 5293460"/>
                <a:gd name="connsiteX18" fmla="*/ 2006185 w 2874392"/>
                <a:gd name="connsiteY18" fmla="*/ 1081670 h 5293460"/>
                <a:gd name="connsiteX19" fmla="*/ 2495888 w 2874392"/>
                <a:gd name="connsiteY19" fmla="*/ 997525 h 5293460"/>
                <a:gd name="connsiteX20" fmla="*/ 2567434 w 2874392"/>
                <a:gd name="connsiteY20" fmla="*/ 777298 h 5293460"/>
                <a:gd name="connsiteX21" fmla="*/ 2863245 w 2874392"/>
                <a:gd name="connsiteY21" fmla="*/ 436340 h 5293460"/>
                <a:gd name="connsiteX22" fmla="*/ 2790970 w 2874392"/>
                <a:gd name="connsiteY22" fmla="*/ 0 h 5293460"/>
                <a:gd name="connsiteX0" fmla="*/ 0 w 2901444"/>
                <a:gd name="connsiteY0" fmla="*/ 5254589 h 5254589"/>
                <a:gd name="connsiteX1" fmla="*/ 96268 w 2901444"/>
                <a:gd name="connsiteY1" fmla="*/ 5034280 h 5254589"/>
                <a:gd name="connsiteX2" fmla="*/ 741962 w 2901444"/>
                <a:gd name="connsiteY2" fmla="*/ 4767005 h 5254589"/>
                <a:gd name="connsiteX3" fmla="*/ 1091525 w 2901444"/>
                <a:gd name="connsiteY3" fmla="*/ 4339228 h 5254589"/>
                <a:gd name="connsiteX4" fmla="*/ 1053361 w 2901444"/>
                <a:gd name="connsiteY4" fmla="*/ 3969463 h 5254589"/>
                <a:gd name="connsiteX5" fmla="*/ 918180 w 2901444"/>
                <a:gd name="connsiteY5" fmla="*/ 3664611 h 5254589"/>
                <a:gd name="connsiteX6" fmla="*/ 890808 w 2901444"/>
                <a:gd name="connsiteY6" fmla="*/ 3341548 h 5254589"/>
                <a:gd name="connsiteX7" fmla="*/ 985562 w 2901444"/>
                <a:gd name="connsiteY7" fmla="*/ 2961966 h 5254589"/>
                <a:gd name="connsiteX8" fmla="*/ 802743 w 2901444"/>
                <a:gd name="connsiteY8" fmla="*/ 2718540 h 5254589"/>
                <a:gd name="connsiteX9" fmla="*/ 899306 w 2901444"/>
                <a:gd name="connsiteY9" fmla="*/ 2310995 h 5254589"/>
                <a:gd name="connsiteX10" fmla="*/ 630473 w 2901444"/>
                <a:gd name="connsiteY10" fmla="*/ 2110756 h 5254589"/>
                <a:gd name="connsiteX11" fmla="*/ 485077 w 2901444"/>
                <a:gd name="connsiteY11" fmla="*/ 1889983 h 5254589"/>
                <a:gd name="connsiteX12" fmla="*/ 530157 w 2901444"/>
                <a:gd name="connsiteY12" fmla="*/ 1606490 h 5254589"/>
                <a:gd name="connsiteX13" fmla="*/ 734680 w 2901444"/>
                <a:gd name="connsiteY13" fmla="*/ 1267109 h 5254589"/>
                <a:gd name="connsiteX14" fmla="*/ 883342 w 2901444"/>
                <a:gd name="connsiteY14" fmla="*/ 1066068 h 5254589"/>
                <a:gd name="connsiteX15" fmla="*/ 974212 w 2901444"/>
                <a:gd name="connsiteY15" fmla="*/ 830965 h 5254589"/>
                <a:gd name="connsiteX16" fmla="*/ 1227442 w 2901444"/>
                <a:gd name="connsiteY16" fmla="*/ 865490 h 5254589"/>
                <a:gd name="connsiteX17" fmla="*/ 1512064 w 2901444"/>
                <a:gd name="connsiteY17" fmla="*/ 1066483 h 5254589"/>
                <a:gd name="connsiteX18" fmla="*/ 2033237 w 2901444"/>
                <a:gd name="connsiteY18" fmla="*/ 1081670 h 5254589"/>
                <a:gd name="connsiteX19" fmla="*/ 2522940 w 2901444"/>
                <a:gd name="connsiteY19" fmla="*/ 997525 h 5254589"/>
                <a:gd name="connsiteX20" fmla="*/ 2594486 w 2901444"/>
                <a:gd name="connsiteY20" fmla="*/ 777298 h 5254589"/>
                <a:gd name="connsiteX21" fmla="*/ 2890297 w 2901444"/>
                <a:gd name="connsiteY21" fmla="*/ 436340 h 5254589"/>
                <a:gd name="connsiteX22" fmla="*/ 2818022 w 2901444"/>
                <a:gd name="connsiteY22" fmla="*/ 0 h 5254589"/>
                <a:gd name="connsiteX0" fmla="*/ 0 w 2901444"/>
                <a:gd name="connsiteY0" fmla="*/ 5254589 h 5254589"/>
                <a:gd name="connsiteX1" fmla="*/ 116393 w 2901444"/>
                <a:gd name="connsiteY1" fmla="*/ 4965915 h 5254589"/>
                <a:gd name="connsiteX2" fmla="*/ 741962 w 2901444"/>
                <a:gd name="connsiteY2" fmla="*/ 4767005 h 5254589"/>
                <a:gd name="connsiteX3" fmla="*/ 1091525 w 2901444"/>
                <a:gd name="connsiteY3" fmla="*/ 4339228 h 5254589"/>
                <a:gd name="connsiteX4" fmla="*/ 1053361 w 2901444"/>
                <a:gd name="connsiteY4" fmla="*/ 3969463 h 5254589"/>
                <a:gd name="connsiteX5" fmla="*/ 918180 w 2901444"/>
                <a:gd name="connsiteY5" fmla="*/ 3664611 h 5254589"/>
                <a:gd name="connsiteX6" fmla="*/ 890808 w 2901444"/>
                <a:gd name="connsiteY6" fmla="*/ 3341548 h 5254589"/>
                <a:gd name="connsiteX7" fmla="*/ 985562 w 2901444"/>
                <a:gd name="connsiteY7" fmla="*/ 2961966 h 5254589"/>
                <a:gd name="connsiteX8" fmla="*/ 802743 w 2901444"/>
                <a:gd name="connsiteY8" fmla="*/ 2718540 h 5254589"/>
                <a:gd name="connsiteX9" fmla="*/ 899306 w 2901444"/>
                <a:gd name="connsiteY9" fmla="*/ 2310995 h 5254589"/>
                <a:gd name="connsiteX10" fmla="*/ 630473 w 2901444"/>
                <a:gd name="connsiteY10" fmla="*/ 2110756 h 5254589"/>
                <a:gd name="connsiteX11" fmla="*/ 485077 w 2901444"/>
                <a:gd name="connsiteY11" fmla="*/ 1889983 h 5254589"/>
                <a:gd name="connsiteX12" fmla="*/ 530157 w 2901444"/>
                <a:gd name="connsiteY12" fmla="*/ 1606490 h 5254589"/>
                <a:gd name="connsiteX13" fmla="*/ 734680 w 2901444"/>
                <a:gd name="connsiteY13" fmla="*/ 1267109 h 5254589"/>
                <a:gd name="connsiteX14" fmla="*/ 883342 w 2901444"/>
                <a:gd name="connsiteY14" fmla="*/ 1066068 h 5254589"/>
                <a:gd name="connsiteX15" fmla="*/ 974212 w 2901444"/>
                <a:gd name="connsiteY15" fmla="*/ 830965 h 5254589"/>
                <a:gd name="connsiteX16" fmla="*/ 1227442 w 2901444"/>
                <a:gd name="connsiteY16" fmla="*/ 865490 h 5254589"/>
                <a:gd name="connsiteX17" fmla="*/ 1512064 w 2901444"/>
                <a:gd name="connsiteY17" fmla="*/ 1066483 h 5254589"/>
                <a:gd name="connsiteX18" fmla="*/ 2033237 w 2901444"/>
                <a:gd name="connsiteY18" fmla="*/ 1081670 h 5254589"/>
                <a:gd name="connsiteX19" fmla="*/ 2522940 w 2901444"/>
                <a:gd name="connsiteY19" fmla="*/ 997525 h 5254589"/>
                <a:gd name="connsiteX20" fmla="*/ 2594486 w 2901444"/>
                <a:gd name="connsiteY20" fmla="*/ 777298 h 5254589"/>
                <a:gd name="connsiteX21" fmla="*/ 2890297 w 2901444"/>
                <a:gd name="connsiteY21" fmla="*/ 436340 h 5254589"/>
                <a:gd name="connsiteX22" fmla="*/ 2818022 w 2901444"/>
                <a:gd name="connsiteY22" fmla="*/ 0 h 5254589"/>
                <a:gd name="connsiteX0" fmla="*/ 0 w 2901444"/>
                <a:gd name="connsiteY0" fmla="*/ 5254589 h 5254589"/>
                <a:gd name="connsiteX1" fmla="*/ 116393 w 2901444"/>
                <a:gd name="connsiteY1" fmla="*/ 4965915 h 5254589"/>
                <a:gd name="connsiteX2" fmla="*/ 741962 w 2901444"/>
                <a:gd name="connsiteY2" fmla="*/ 4767005 h 5254589"/>
                <a:gd name="connsiteX3" fmla="*/ 1091525 w 2901444"/>
                <a:gd name="connsiteY3" fmla="*/ 4339228 h 5254589"/>
                <a:gd name="connsiteX4" fmla="*/ 1053361 w 2901444"/>
                <a:gd name="connsiteY4" fmla="*/ 3969463 h 5254589"/>
                <a:gd name="connsiteX5" fmla="*/ 918180 w 2901444"/>
                <a:gd name="connsiteY5" fmla="*/ 3664611 h 5254589"/>
                <a:gd name="connsiteX6" fmla="*/ 890808 w 2901444"/>
                <a:gd name="connsiteY6" fmla="*/ 3341548 h 5254589"/>
                <a:gd name="connsiteX7" fmla="*/ 985562 w 2901444"/>
                <a:gd name="connsiteY7" fmla="*/ 2961966 h 5254589"/>
                <a:gd name="connsiteX8" fmla="*/ 802743 w 2901444"/>
                <a:gd name="connsiteY8" fmla="*/ 2718540 h 5254589"/>
                <a:gd name="connsiteX9" fmla="*/ 899306 w 2901444"/>
                <a:gd name="connsiteY9" fmla="*/ 2310995 h 5254589"/>
                <a:gd name="connsiteX10" fmla="*/ 630473 w 2901444"/>
                <a:gd name="connsiteY10" fmla="*/ 2110756 h 5254589"/>
                <a:gd name="connsiteX11" fmla="*/ 485077 w 2901444"/>
                <a:gd name="connsiteY11" fmla="*/ 1889983 h 5254589"/>
                <a:gd name="connsiteX12" fmla="*/ 530157 w 2901444"/>
                <a:gd name="connsiteY12" fmla="*/ 1606490 h 5254589"/>
                <a:gd name="connsiteX13" fmla="*/ 734680 w 2901444"/>
                <a:gd name="connsiteY13" fmla="*/ 1267109 h 5254589"/>
                <a:gd name="connsiteX14" fmla="*/ 883342 w 2901444"/>
                <a:gd name="connsiteY14" fmla="*/ 1066068 h 5254589"/>
                <a:gd name="connsiteX15" fmla="*/ 974212 w 2901444"/>
                <a:gd name="connsiteY15" fmla="*/ 830965 h 5254589"/>
                <a:gd name="connsiteX16" fmla="*/ 1227442 w 2901444"/>
                <a:gd name="connsiteY16" fmla="*/ 865490 h 5254589"/>
                <a:gd name="connsiteX17" fmla="*/ 1512064 w 2901444"/>
                <a:gd name="connsiteY17" fmla="*/ 1066483 h 5254589"/>
                <a:gd name="connsiteX18" fmla="*/ 2033237 w 2901444"/>
                <a:gd name="connsiteY18" fmla="*/ 1081670 h 5254589"/>
                <a:gd name="connsiteX19" fmla="*/ 2522940 w 2901444"/>
                <a:gd name="connsiteY19" fmla="*/ 997525 h 5254589"/>
                <a:gd name="connsiteX20" fmla="*/ 2594486 w 2901444"/>
                <a:gd name="connsiteY20" fmla="*/ 777298 h 5254589"/>
                <a:gd name="connsiteX21" fmla="*/ 2890297 w 2901444"/>
                <a:gd name="connsiteY21" fmla="*/ 436340 h 5254589"/>
                <a:gd name="connsiteX22" fmla="*/ 2818022 w 2901444"/>
                <a:gd name="connsiteY22" fmla="*/ 0 h 525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01444" h="5254589">
                  <a:moveTo>
                    <a:pt x="0" y="5254589"/>
                  </a:moveTo>
                  <a:cubicBezTo>
                    <a:pt x="22182" y="5228187"/>
                    <a:pt x="-2217" y="5053658"/>
                    <a:pt x="116393" y="4965915"/>
                  </a:cubicBezTo>
                  <a:cubicBezTo>
                    <a:pt x="504339" y="4742803"/>
                    <a:pt x="587274" y="4899641"/>
                    <a:pt x="741962" y="4767005"/>
                  </a:cubicBezTo>
                  <a:cubicBezTo>
                    <a:pt x="880450" y="4677539"/>
                    <a:pt x="1061238" y="4411972"/>
                    <a:pt x="1091525" y="4339228"/>
                  </a:cubicBezTo>
                  <a:cubicBezTo>
                    <a:pt x="1097679" y="4190040"/>
                    <a:pt x="967020" y="4037612"/>
                    <a:pt x="1053361" y="3969463"/>
                  </a:cubicBezTo>
                  <a:cubicBezTo>
                    <a:pt x="956093" y="3806399"/>
                    <a:pt x="945272" y="3769264"/>
                    <a:pt x="918180" y="3664611"/>
                  </a:cubicBezTo>
                  <a:cubicBezTo>
                    <a:pt x="891088" y="3559959"/>
                    <a:pt x="906771" y="3553135"/>
                    <a:pt x="890808" y="3341548"/>
                  </a:cubicBezTo>
                  <a:cubicBezTo>
                    <a:pt x="850879" y="3225533"/>
                    <a:pt x="1006115" y="3058297"/>
                    <a:pt x="985562" y="2961966"/>
                  </a:cubicBezTo>
                  <a:cubicBezTo>
                    <a:pt x="965009" y="2865635"/>
                    <a:pt x="784789" y="2812361"/>
                    <a:pt x="802743" y="2718540"/>
                  </a:cubicBezTo>
                  <a:cubicBezTo>
                    <a:pt x="816103" y="2566966"/>
                    <a:pt x="928018" y="2412292"/>
                    <a:pt x="899306" y="2310995"/>
                  </a:cubicBezTo>
                  <a:cubicBezTo>
                    <a:pt x="870594" y="2209698"/>
                    <a:pt x="701825" y="2186512"/>
                    <a:pt x="630473" y="2110756"/>
                  </a:cubicBezTo>
                  <a:cubicBezTo>
                    <a:pt x="559121" y="2035000"/>
                    <a:pt x="501796" y="1974027"/>
                    <a:pt x="485077" y="1889983"/>
                  </a:cubicBezTo>
                  <a:cubicBezTo>
                    <a:pt x="468358" y="1805939"/>
                    <a:pt x="488557" y="1710302"/>
                    <a:pt x="530157" y="1606490"/>
                  </a:cubicBezTo>
                  <a:cubicBezTo>
                    <a:pt x="571757" y="1502678"/>
                    <a:pt x="675816" y="1357179"/>
                    <a:pt x="734680" y="1267109"/>
                  </a:cubicBezTo>
                  <a:cubicBezTo>
                    <a:pt x="793544" y="1177039"/>
                    <a:pt x="843420" y="1138759"/>
                    <a:pt x="883342" y="1066068"/>
                  </a:cubicBezTo>
                  <a:cubicBezTo>
                    <a:pt x="923264" y="993377"/>
                    <a:pt x="916862" y="864395"/>
                    <a:pt x="974212" y="830965"/>
                  </a:cubicBezTo>
                  <a:cubicBezTo>
                    <a:pt x="1031562" y="797535"/>
                    <a:pt x="1197887" y="772200"/>
                    <a:pt x="1227442" y="865490"/>
                  </a:cubicBezTo>
                  <a:cubicBezTo>
                    <a:pt x="1241390" y="909517"/>
                    <a:pt x="1377765" y="1030453"/>
                    <a:pt x="1512064" y="1066483"/>
                  </a:cubicBezTo>
                  <a:cubicBezTo>
                    <a:pt x="1646363" y="1102513"/>
                    <a:pt x="1864758" y="1093163"/>
                    <a:pt x="2033237" y="1081670"/>
                  </a:cubicBezTo>
                  <a:cubicBezTo>
                    <a:pt x="2201716" y="1070177"/>
                    <a:pt x="2429398" y="1048254"/>
                    <a:pt x="2522940" y="997525"/>
                  </a:cubicBezTo>
                  <a:cubicBezTo>
                    <a:pt x="2616482" y="946796"/>
                    <a:pt x="2533260" y="870829"/>
                    <a:pt x="2594486" y="777298"/>
                  </a:cubicBezTo>
                  <a:cubicBezTo>
                    <a:pt x="2655712" y="683767"/>
                    <a:pt x="2841475" y="521063"/>
                    <a:pt x="2890297" y="436340"/>
                  </a:cubicBezTo>
                  <a:cubicBezTo>
                    <a:pt x="2939119" y="351617"/>
                    <a:pt x="2811355" y="130112"/>
                    <a:pt x="2818022"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329763DE-16A6-8F9D-6E71-84854EDF0457}"/>
                </a:ext>
              </a:extLst>
            </p:cNvPr>
            <p:cNvSpPr/>
            <p:nvPr/>
          </p:nvSpPr>
          <p:spPr>
            <a:xfrm rot="9390017" flipV="1">
              <a:off x="10124449" y="-72932"/>
              <a:ext cx="2251444" cy="471462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41158"/>
                <a:gd name="connsiteY0" fmla="*/ 2544520 h 2544520"/>
                <a:gd name="connsiteX1" fmla="*/ 1553931 w 1841158"/>
                <a:gd name="connsiteY1" fmla="*/ 1775302 h 2544520"/>
                <a:gd name="connsiteX2" fmla="*/ 1503435 w 1841158"/>
                <a:gd name="connsiteY2" fmla="*/ 1183771 h 2544520"/>
                <a:gd name="connsiteX3" fmla="*/ 1426949 w 1841158"/>
                <a:gd name="connsiteY3" fmla="*/ 695233 h 2544520"/>
                <a:gd name="connsiteX4" fmla="*/ 1468478 w 1841158"/>
                <a:gd name="connsiteY4" fmla="*/ 397863 h 2544520"/>
                <a:gd name="connsiteX5" fmla="*/ 1468478 w 1841158"/>
                <a:gd name="connsiteY5" fmla="*/ 236700 h 2544520"/>
                <a:gd name="connsiteX6" fmla="*/ 1460192 w 1841158"/>
                <a:gd name="connsiteY6" fmla="*/ 67250 h 2544520"/>
                <a:gd name="connsiteX7" fmla="*/ 1425235 w 1841158"/>
                <a:gd name="connsiteY7" fmla="*/ 10767 h 2544520"/>
                <a:gd name="connsiteX8" fmla="*/ 1303886 w 1841158"/>
                <a:gd name="connsiteY8" fmla="*/ 34008 h 2544520"/>
                <a:gd name="connsiteX9" fmla="*/ 1114339 w 1841158"/>
                <a:gd name="connsiteY9" fmla="*/ 254988 h 2544520"/>
                <a:gd name="connsiteX10" fmla="*/ 871642 w 1841158"/>
                <a:gd name="connsiteY10" fmla="*/ 587315 h 2544520"/>
                <a:gd name="connsiteX11" fmla="*/ 657234 w 1841158"/>
                <a:gd name="connsiteY11" fmla="*/ 861444 h 2544520"/>
                <a:gd name="connsiteX12" fmla="*/ 437397 w 1841158"/>
                <a:gd name="connsiteY12" fmla="*/ 1145480 h 2544520"/>
                <a:gd name="connsiteX13" fmla="*/ 91286 w 1841158"/>
                <a:gd name="connsiteY13" fmla="*/ 2201375 h 2544520"/>
                <a:gd name="connsiteX0" fmla="*/ 1822520 w 1937391"/>
                <a:gd name="connsiteY0" fmla="*/ 2544520 h 2544520"/>
                <a:gd name="connsiteX1" fmla="*/ 1929582 w 1937391"/>
                <a:gd name="connsiteY1" fmla="*/ 2268482 h 2544520"/>
                <a:gd name="connsiteX2" fmla="*/ 1553931 w 1937391"/>
                <a:gd name="connsiteY2" fmla="*/ 1775302 h 2544520"/>
                <a:gd name="connsiteX3" fmla="*/ 1503435 w 1937391"/>
                <a:gd name="connsiteY3" fmla="*/ 1183771 h 2544520"/>
                <a:gd name="connsiteX4" fmla="*/ 1426949 w 1937391"/>
                <a:gd name="connsiteY4" fmla="*/ 695233 h 2544520"/>
                <a:gd name="connsiteX5" fmla="*/ 1468478 w 1937391"/>
                <a:gd name="connsiteY5" fmla="*/ 397863 h 2544520"/>
                <a:gd name="connsiteX6" fmla="*/ 1468478 w 1937391"/>
                <a:gd name="connsiteY6" fmla="*/ 236700 h 2544520"/>
                <a:gd name="connsiteX7" fmla="*/ 1460192 w 1937391"/>
                <a:gd name="connsiteY7" fmla="*/ 67250 h 2544520"/>
                <a:gd name="connsiteX8" fmla="*/ 1425235 w 1937391"/>
                <a:gd name="connsiteY8" fmla="*/ 10767 h 2544520"/>
                <a:gd name="connsiteX9" fmla="*/ 1303886 w 1937391"/>
                <a:gd name="connsiteY9" fmla="*/ 34008 h 2544520"/>
                <a:gd name="connsiteX10" fmla="*/ 1114339 w 1937391"/>
                <a:gd name="connsiteY10" fmla="*/ 254988 h 2544520"/>
                <a:gd name="connsiteX11" fmla="*/ 871642 w 1937391"/>
                <a:gd name="connsiteY11" fmla="*/ 587315 h 2544520"/>
                <a:gd name="connsiteX12" fmla="*/ 657234 w 1937391"/>
                <a:gd name="connsiteY12" fmla="*/ 861444 h 2544520"/>
                <a:gd name="connsiteX13" fmla="*/ 437397 w 1937391"/>
                <a:gd name="connsiteY13" fmla="*/ 1145480 h 2544520"/>
                <a:gd name="connsiteX14" fmla="*/ 91286 w 1937391"/>
                <a:gd name="connsiteY14" fmla="*/ 2201375 h 2544520"/>
                <a:gd name="connsiteX0" fmla="*/ 1871791 w 1940085"/>
                <a:gd name="connsiteY0" fmla="*/ 2977070 h 2977070"/>
                <a:gd name="connsiteX1" fmla="*/ 1929582 w 1940085"/>
                <a:gd name="connsiteY1" fmla="*/ 2268482 h 2977070"/>
                <a:gd name="connsiteX2" fmla="*/ 1553931 w 1940085"/>
                <a:gd name="connsiteY2" fmla="*/ 1775302 h 2977070"/>
                <a:gd name="connsiteX3" fmla="*/ 1503435 w 1940085"/>
                <a:gd name="connsiteY3" fmla="*/ 1183771 h 2977070"/>
                <a:gd name="connsiteX4" fmla="*/ 1426949 w 1940085"/>
                <a:gd name="connsiteY4" fmla="*/ 695233 h 2977070"/>
                <a:gd name="connsiteX5" fmla="*/ 1468478 w 1940085"/>
                <a:gd name="connsiteY5" fmla="*/ 397863 h 2977070"/>
                <a:gd name="connsiteX6" fmla="*/ 1468478 w 1940085"/>
                <a:gd name="connsiteY6" fmla="*/ 236700 h 2977070"/>
                <a:gd name="connsiteX7" fmla="*/ 1460192 w 1940085"/>
                <a:gd name="connsiteY7" fmla="*/ 67250 h 2977070"/>
                <a:gd name="connsiteX8" fmla="*/ 1425235 w 1940085"/>
                <a:gd name="connsiteY8" fmla="*/ 10767 h 2977070"/>
                <a:gd name="connsiteX9" fmla="*/ 1303886 w 1940085"/>
                <a:gd name="connsiteY9" fmla="*/ 34008 h 2977070"/>
                <a:gd name="connsiteX10" fmla="*/ 1114339 w 1940085"/>
                <a:gd name="connsiteY10" fmla="*/ 254988 h 2977070"/>
                <a:gd name="connsiteX11" fmla="*/ 871642 w 1940085"/>
                <a:gd name="connsiteY11" fmla="*/ 587315 h 2977070"/>
                <a:gd name="connsiteX12" fmla="*/ 657234 w 1940085"/>
                <a:gd name="connsiteY12" fmla="*/ 861444 h 2977070"/>
                <a:gd name="connsiteX13" fmla="*/ 437397 w 1940085"/>
                <a:gd name="connsiteY13" fmla="*/ 1145480 h 2977070"/>
                <a:gd name="connsiteX14" fmla="*/ 91286 w 1940085"/>
                <a:gd name="connsiteY14" fmla="*/ 2201375 h 2977070"/>
                <a:gd name="connsiteX0" fmla="*/ 1871791 w 1973672"/>
                <a:gd name="connsiteY0" fmla="*/ 2977070 h 2977070"/>
                <a:gd name="connsiteX1" fmla="*/ 1966323 w 1973672"/>
                <a:gd name="connsiteY1" fmla="*/ 2643003 h 2977070"/>
                <a:gd name="connsiteX2" fmla="*/ 1929582 w 1973672"/>
                <a:gd name="connsiteY2" fmla="*/ 2268482 h 2977070"/>
                <a:gd name="connsiteX3" fmla="*/ 1553931 w 1973672"/>
                <a:gd name="connsiteY3" fmla="*/ 1775302 h 2977070"/>
                <a:gd name="connsiteX4" fmla="*/ 1503435 w 1973672"/>
                <a:gd name="connsiteY4" fmla="*/ 1183771 h 2977070"/>
                <a:gd name="connsiteX5" fmla="*/ 1426949 w 1973672"/>
                <a:gd name="connsiteY5" fmla="*/ 695233 h 2977070"/>
                <a:gd name="connsiteX6" fmla="*/ 1468478 w 1973672"/>
                <a:gd name="connsiteY6" fmla="*/ 397863 h 2977070"/>
                <a:gd name="connsiteX7" fmla="*/ 1468478 w 1973672"/>
                <a:gd name="connsiteY7" fmla="*/ 236700 h 2977070"/>
                <a:gd name="connsiteX8" fmla="*/ 1460192 w 1973672"/>
                <a:gd name="connsiteY8" fmla="*/ 67250 h 2977070"/>
                <a:gd name="connsiteX9" fmla="*/ 1425235 w 1973672"/>
                <a:gd name="connsiteY9" fmla="*/ 10767 h 2977070"/>
                <a:gd name="connsiteX10" fmla="*/ 1303886 w 1973672"/>
                <a:gd name="connsiteY10" fmla="*/ 34008 h 2977070"/>
                <a:gd name="connsiteX11" fmla="*/ 1114339 w 1973672"/>
                <a:gd name="connsiteY11" fmla="*/ 254988 h 2977070"/>
                <a:gd name="connsiteX12" fmla="*/ 871642 w 1973672"/>
                <a:gd name="connsiteY12" fmla="*/ 587315 h 2977070"/>
                <a:gd name="connsiteX13" fmla="*/ 657234 w 1973672"/>
                <a:gd name="connsiteY13" fmla="*/ 861444 h 2977070"/>
                <a:gd name="connsiteX14" fmla="*/ 437397 w 1973672"/>
                <a:gd name="connsiteY14" fmla="*/ 1145480 h 2977070"/>
                <a:gd name="connsiteX15" fmla="*/ 91286 w 1973672"/>
                <a:gd name="connsiteY15" fmla="*/ 2201375 h 2977070"/>
                <a:gd name="connsiteX0" fmla="*/ 1411697 w 1973672"/>
                <a:gd name="connsiteY0" fmla="*/ 3489535 h 3489535"/>
                <a:gd name="connsiteX1" fmla="*/ 1966323 w 1973672"/>
                <a:gd name="connsiteY1" fmla="*/ 2643003 h 3489535"/>
                <a:gd name="connsiteX2" fmla="*/ 1929582 w 1973672"/>
                <a:gd name="connsiteY2" fmla="*/ 2268482 h 3489535"/>
                <a:gd name="connsiteX3" fmla="*/ 1553931 w 1973672"/>
                <a:gd name="connsiteY3" fmla="*/ 1775302 h 3489535"/>
                <a:gd name="connsiteX4" fmla="*/ 1503435 w 1973672"/>
                <a:gd name="connsiteY4" fmla="*/ 1183771 h 3489535"/>
                <a:gd name="connsiteX5" fmla="*/ 1426949 w 1973672"/>
                <a:gd name="connsiteY5" fmla="*/ 695233 h 3489535"/>
                <a:gd name="connsiteX6" fmla="*/ 1468478 w 1973672"/>
                <a:gd name="connsiteY6" fmla="*/ 397863 h 3489535"/>
                <a:gd name="connsiteX7" fmla="*/ 1468478 w 1973672"/>
                <a:gd name="connsiteY7" fmla="*/ 236700 h 3489535"/>
                <a:gd name="connsiteX8" fmla="*/ 1460192 w 1973672"/>
                <a:gd name="connsiteY8" fmla="*/ 67250 h 3489535"/>
                <a:gd name="connsiteX9" fmla="*/ 1425235 w 1973672"/>
                <a:gd name="connsiteY9" fmla="*/ 10767 h 3489535"/>
                <a:gd name="connsiteX10" fmla="*/ 1303886 w 1973672"/>
                <a:gd name="connsiteY10" fmla="*/ 34008 h 3489535"/>
                <a:gd name="connsiteX11" fmla="*/ 1114339 w 1973672"/>
                <a:gd name="connsiteY11" fmla="*/ 254988 h 3489535"/>
                <a:gd name="connsiteX12" fmla="*/ 871642 w 1973672"/>
                <a:gd name="connsiteY12" fmla="*/ 587315 h 3489535"/>
                <a:gd name="connsiteX13" fmla="*/ 657234 w 1973672"/>
                <a:gd name="connsiteY13" fmla="*/ 861444 h 3489535"/>
                <a:gd name="connsiteX14" fmla="*/ 437397 w 1973672"/>
                <a:gd name="connsiteY14" fmla="*/ 1145480 h 3489535"/>
                <a:gd name="connsiteX15" fmla="*/ 91286 w 1973672"/>
                <a:gd name="connsiteY15" fmla="*/ 2201375 h 3489535"/>
                <a:gd name="connsiteX0" fmla="*/ 1411697 w 1973672"/>
                <a:gd name="connsiteY0" fmla="*/ 3489535 h 3489535"/>
                <a:gd name="connsiteX1" fmla="*/ 1966323 w 1973672"/>
                <a:gd name="connsiteY1" fmla="*/ 2643003 h 3489535"/>
                <a:gd name="connsiteX2" fmla="*/ 1929582 w 1973672"/>
                <a:gd name="connsiteY2" fmla="*/ 2268482 h 3489535"/>
                <a:gd name="connsiteX3" fmla="*/ 1553931 w 1973672"/>
                <a:gd name="connsiteY3" fmla="*/ 1775302 h 3489535"/>
                <a:gd name="connsiteX4" fmla="*/ 1503435 w 1973672"/>
                <a:gd name="connsiteY4" fmla="*/ 1183771 h 3489535"/>
                <a:gd name="connsiteX5" fmla="*/ 1426949 w 1973672"/>
                <a:gd name="connsiteY5" fmla="*/ 695233 h 3489535"/>
                <a:gd name="connsiteX6" fmla="*/ 1468478 w 1973672"/>
                <a:gd name="connsiteY6" fmla="*/ 397863 h 3489535"/>
                <a:gd name="connsiteX7" fmla="*/ 1468478 w 1973672"/>
                <a:gd name="connsiteY7" fmla="*/ 236700 h 3489535"/>
                <a:gd name="connsiteX8" fmla="*/ 1460192 w 1973672"/>
                <a:gd name="connsiteY8" fmla="*/ 67250 h 3489535"/>
                <a:gd name="connsiteX9" fmla="*/ 1425235 w 1973672"/>
                <a:gd name="connsiteY9" fmla="*/ 10767 h 3489535"/>
                <a:gd name="connsiteX10" fmla="*/ 1303886 w 1973672"/>
                <a:gd name="connsiteY10" fmla="*/ 34008 h 3489535"/>
                <a:gd name="connsiteX11" fmla="*/ 1114339 w 1973672"/>
                <a:gd name="connsiteY11" fmla="*/ 254988 h 3489535"/>
                <a:gd name="connsiteX12" fmla="*/ 871642 w 1973672"/>
                <a:gd name="connsiteY12" fmla="*/ 587315 h 3489535"/>
                <a:gd name="connsiteX13" fmla="*/ 657234 w 1973672"/>
                <a:gd name="connsiteY13" fmla="*/ 861444 h 3489535"/>
                <a:gd name="connsiteX14" fmla="*/ 437397 w 1973672"/>
                <a:gd name="connsiteY14" fmla="*/ 1145480 h 3489535"/>
                <a:gd name="connsiteX15" fmla="*/ 91286 w 1973672"/>
                <a:gd name="connsiteY15" fmla="*/ 2201375 h 3489535"/>
                <a:gd name="connsiteX0" fmla="*/ 1103843 w 1973672"/>
                <a:gd name="connsiteY0" fmla="*/ 3396723 h 3396723"/>
                <a:gd name="connsiteX1" fmla="*/ 1966323 w 1973672"/>
                <a:gd name="connsiteY1" fmla="*/ 2643003 h 3396723"/>
                <a:gd name="connsiteX2" fmla="*/ 1929582 w 1973672"/>
                <a:gd name="connsiteY2" fmla="*/ 2268482 h 3396723"/>
                <a:gd name="connsiteX3" fmla="*/ 1553931 w 1973672"/>
                <a:gd name="connsiteY3" fmla="*/ 1775302 h 3396723"/>
                <a:gd name="connsiteX4" fmla="*/ 1503435 w 1973672"/>
                <a:gd name="connsiteY4" fmla="*/ 1183771 h 3396723"/>
                <a:gd name="connsiteX5" fmla="*/ 1426949 w 1973672"/>
                <a:gd name="connsiteY5" fmla="*/ 695233 h 3396723"/>
                <a:gd name="connsiteX6" fmla="*/ 1468478 w 1973672"/>
                <a:gd name="connsiteY6" fmla="*/ 397863 h 3396723"/>
                <a:gd name="connsiteX7" fmla="*/ 1468478 w 1973672"/>
                <a:gd name="connsiteY7" fmla="*/ 236700 h 3396723"/>
                <a:gd name="connsiteX8" fmla="*/ 1460192 w 1973672"/>
                <a:gd name="connsiteY8" fmla="*/ 67250 h 3396723"/>
                <a:gd name="connsiteX9" fmla="*/ 1425235 w 1973672"/>
                <a:gd name="connsiteY9" fmla="*/ 10767 h 3396723"/>
                <a:gd name="connsiteX10" fmla="*/ 1303886 w 1973672"/>
                <a:gd name="connsiteY10" fmla="*/ 34008 h 3396723"/>
                <a:gd name="connsiteX11" fmla="*/ 1114339 w 1973672"/>
                <a:gd name="connsiteY11" fmla="*/ 254988 h 3396723"/>
                <a:gd name="connsiteX12" fmla="*/ 871642 w 1973672"/>
                <a:gd name="connsiteY12" fmla="*/ 587315 h 3396723"/>
                <a:gd name="connsiteX13" fmla="*/ 657234 w 1973672"/>
                <a:gd name="connsiteY13" fmla="*/ 861444 h 3396723"/>
                <a:gd name="connsiteX14" fmla="*/ 437397 w 1973672"/>
                <a:gd name="connsiteY14" fmla="*/ 1145480 h 3396723"/>
                <a:gd name="connsiteX15" fmla="*/ 91286 w 1973672"/>
                <a:gd name="connsiteY15" fmla="*/ 2201375 h 3396723"/>
                <a:gd name="connsiteX0" fmla="*/ 1103843 w 1973672"/>
                <a:gd name="connsiteY0" fmla="*/ 3396723 h 3407240"/>
                <a:gd name="connsiteX1" fmla="*/ 1966323 w 1973672"/>
                <a:gd name="connsiteY1" fmla="*/ 2643003 h 3407240"/>
                <a:gd name="connsiteX2" fmla="*/ 1929582 w 1973672"/>
                <a:gd name="connsiteY2" fmla="*/ 2268482 h 3407240"/>
                <a:gd name="connsiteX3" fmla="*/ 1553931 w 1973672"/>
                <a:gd name="connsiteY3" fmla="*/ 1775302 h 3407240"/>
                <a:gd name="connsiteX4" fmla="*/ 1503435 w 1973672"/>
                <a:gd name="connsiteY4" fmla="*/ 1183771 h 3407240"/>
                <a:gd name="connsiteX5" fmla="*/ 1426949 w 1973672"/>
                <a:gd name="connsiteY5" fmla="*/ 695233 h 3407240"/>
                <a:gd name="connsiteX6" fmla="*/ 1468478 w 1973672"/>
                <a:gd name="connsiteY6" fmla="*/ 397863 h 3407240"/>
                <a:gd name="connsiteX7" fmla="*/ 1468478 w 1973672"/>
                <a:gd name="connsiteY7" fmla="*/ 236700 h 3407240"/>
                <a:gd name="connsiteX8" fmla="*/ 1460192 w 1973672"/>
                <a:gd name="connsiteY8" fmla="*/ 67250 h 3407240"/>
                <a:gd name="connsiteX9" fmla="*/ 1425235 w 1973672"/>
                <a:gd name="connsiteY9" fmla="*/ 10767 h 3407240"/>
                <a:gd name="connsiteX10" fmla="*/ 1303886 w 1973672"/>
                <a:gd name="connsiteY10" fmla="*/ 34008 h 3407240"/>
                <a:gd name="connsiteX11" fmla="*/ 1114339 w 1973672"/>
                <a:gd name="connsiteY11" fmla="*/ 254988 h 3407240"/>
                <a:gd name="connsiteX12" fmla="*/ 871642 w 1973672"/>
                <a:gd name="connsiteY12" fmla="*/ 587315 h 3407240"/>
                <a:gd name="connsiteX13" fmla="*/ 657234 w 1973672"/>
                <a:gd name="connsiteY13" fmla="*/ 861444 h 3407240"/>
                <a:gd name="connsiteX14" fmla="*/ 437397 w 1973672"/>
                <a:gd name="connsiteY14" fmla="*/ 1145480 h 3407240"/>
                <a:gd name="connsiteX15" fmla="*/ 91286 w 1973672"/>
                <a:gd name="connsiteY15" fmla="*/ 2201375 h 3407240"/>
                <a:gd name="connsiteX0" fmla="*/ 1103843 w 1985034"/>
                <a:gd name="connsiteY0" fmla="*/ 3396723 h 3405052"/>
                <a:gd name="connsiteX1" fmla="*/ 1981172 w 1985034"/>
                <a:gd name="connsiteY1" fmla="*/ 2427649 h 3405052"/>
                <a:gd name="connsiteX2" fmla="*/ 1929582 w 1985034"/>
                <a:gd name="connsiteY2" fmla="*/ 2268482 h 3405052"/>
                <a:gd name="connsiteX3" fmla="*/ 1553931 w 1985034"/>
                <a:gd name="connsiteY3" fmla="*/ 1775302 h 3405052"/>
                <a:gd name="connsiteX4" fmla="*/ 1503435 w 1985034"/>
                <a:gd name="connsiteY4" fmla="*/ 1183771 h 3405052"/>
                <a:gd name="connsiteX5" fmla="*/ 1426949 w 1985034"/>
                <a:gd name="connsiteY5" fmla="*/ 695233 h 3405052"/>
                <a:gd name="connsiteX6" fmla="*/ 1468478 w 1985034"/>
                <a:gd name="connsiteY6" fmla="*/ 397863 h 3405052"/>
                <a:gd name="connsiteX7" fmla="*/ 1468478 w 1985034"/>
                <a:gd name="connsiteY7" fmla="*/ 236700 h 3405052"/>
                <a:gd name="connsiteX8" fmla="*/ 1460192 w 1985034"/>
                <a:gd name="connsiteY8" fmla="*/ 67250 h 3405052"/>
                <a:gd name="connsiteX9" fmla="*/ 1425235 w 1985034"/>
                <a:gd name="connsiteY9" fmla="*/ 10767 h 3405052"/>
                <a:gd name="connsiteX10" fmla="*/ 1303886 w 1985034"/>
                <a:gd name="connsiteY10" fmla="*/ 34008 h 3405052"/>
                <a:gd name="connsiteX11" fmla="*/ 1114339 w 1985034"/>
                <a:gd name="connsiteY11" fmla="*/ 254988 h 3405052"/>
                <a:gd name="connsiteX12" fmla="*/ 871642 w 1985034"/>
                <a:gd name="connsiteY12" fmla="*/ 587315 h 3405052"/>
                <a:gd name="connsiteX13" fmla="*/ 657234 w 1985034"/>
                <a:gd name="connsiteY13" fmla="*/ 861444 h 3405052"/>
                <a:gd name="connsiteX14" fmla="*/ 437397 w 1985034"/>
                <a:gd name="connsiteY14" fmla="*/ 1145480 h 3405052"/>
                <a:gd name="connsiteX15" fmla="*/ 91286 w 1985034"/>
                <a:gd name="connsiteY15" fmla="*/ 2201375 h 3405052"/>
                <a:gd name="connsiteX0" fmla="*/ 1103843 w 1981827"/>
                <a:gd name="connsiteY0" fmla="*/ 3396723 h 3405052"/>
                <a:gd name="connsiteX1" fmla="*/ 1981172 w 1981827"/>
                <a:gd name="connsiteY1" fmla="*/ 2427649 h 3405052"/>
                <a:gd name="connsiteX2" fmla="*/ 1836011 w 1981827"/>
                <a:gd name="connsiteY2" fmla="*/ 2154071 h 3405052"/>
                <a:gd name="connsiteX3" fmla="*/ 1553931 w 1981827"/>
                <a:gd name="connsiteY3" fmla="*/ 1775302 h 3405052"/>
                <a:gd name="connsiteX4" fmla="*/ 1503435 w 1981827"/>
                <a:gd name="connsiteY4" fmla="*/ 1183771 h 3405052"/>
                <a:gd name="connsiteX5" fmla="*/ 1426949 w 1981827"/>
                <a:gd name="connsiteY5" fmla="*/ 695233 h 3405052"/>
                <a:gd name="connsiteX6" fmla="*/ 1468478 w 1981827"/>
                <a:gd name="connsiteY6" fmla="*/ 397863 h 3405052"/>
                <a:gd name="connsiteX7" fmla="*/ 1468478 w 1981827"/>
                <a:gd name="connsiteY7" fmla="*/ 236700 h 3405052"/>
                <a:gd name="connsiteX8" fmla="*/ 1460192 w 1981827"/>
                <a:gd name="connsiteY8" fmla="*/ 67250 h 3405052"/>
                <a:gd name="connsiteX9" fmla="*/ 1425235 w 1981827"/>
                <a:gd name="connsiteY9" fmla="*/ 10767 h 3405052"/>
                <a:gd name="connsiteX10" fmla="*/ 1303886 w 1981827"/>
                <a:gd name="connsiteY10" fmla="*/ 34008 h 3405052"/>
                <a:gd name="connsiteX11" fmla="*/ 1114339 w 1981827"/>
                <a:gd name="connsiteY11" fmla="*/ 254988 h 3405052"/>
                <a:gd name="connsiteX12" fmla="*/ 871642 w 1981827"/>
                <a:gd name="connsiteY12" fmla="*/ 587315 h 3405052"/>
                <a:gd name="connsiteX13" fmla="*/ 657234 w 1981827"/>
                <a:gd name="connsiteY13" fmla="*/ 861444 h 3405052"/>
                <a:gd name="connsiteX14" fmla="*/ 437397 w 1981827"/>
                <a:gd name="connsiteY14" fmla="*/ 1145480 h 3405052"/>
                <a:gd name="connsiteX15" fmla="*/ 91286 w 1981827"/>
                <a:gd name="connsiteY15" fmla="*/ 2201375 h 3405052"/>
                <a:gd name="connsiteX0" fmla="*/ 965249 w 1981827"/>
                <a:gd name="connsiteY0" fmla="*/ 3321157 h 3330143"/>
                <a:gd name="connsiteX1" fmla="*/ 1981172 w 1981827"/>
                <a:gd name="connsiteY1" fmla="*/ 2427649 h 3330143"/>
                <a:gd name="connsiteX2" fmla="*/ 1836011 w 1981827"/>
                <a:gd name="connsiteY2" fmla="*/ 2154071 h 3330143"/>
                <a:gd name="connsiteX3" fmla="*/ 1553931 w 1981827"/>
                <a:gd name="connsiteY3" fmla="*/ 1775302 h 3330143"/>
                <a:gd name="connsiteX4" fmla="*/ 1503435 w 1981827"/>
                <a:gd name="connsiteY4" fmla="*/ 1183771 h 3330143"/>
                <a:gd name="connsiteX5" fmla="*/ 1426949 w 1981827"/>
                <a:gd name="connsiteY5" fmla="*/ 695233 h 3330143"/>
                <a:gd name="connsiteX6" fmla="*/ 1468478 w 1981827"/>
                <a:gd name="connsiteY6" fmla="*/ 397863 h 3330143"/>
                <a:gd name="connsiteX7" fmla="*/ 1468478 w 1981827"/>
                <a:gd name="connsiteY7" fmla="*/ 236700 h 3330143"/>
                <a:gd name="connsiteX8" fmla="*/ 1460192 w 1981827"/>
                <a:gd name="connsiteY8" fmla="*/ 67250 h 3330143"/>
                <a:gd name="connsiteX9" fmla="*/ 1425235 w 1981827"/>
                <a:gd name="connsiteY9" fmla="*/ 10767 h 3330143"/>
                <a:gd name="connsiteX10" fmla="*/ 1303886 w 1981827"/>
                <a:gd name="connsiteY10" fmla="*/ 34008 h 3330143"/>
                <a:gd name="connsiteX11" fmla="*/ 1114339 w 1981827"/>
                <a:gd name="connsiteY11" fmla="*/ 254988 h 3330143"/>
                <a:gd name="connsiteX12" fmla="*/ 871642 w 1981827"/>
                <a:gd name="connsiteY12" fmla="*/ 587315 h 3330143"/>
                <a:gd name="connsiteX13" fmla="*/ 657234 w 1981827"/>
                <a:gd name="connsiteY13" fmla="*/ 861444 h 3330143"/>
                <a:gd name="connsiteX14" fmla="*/ 437397 w 1981827"/>
                <a:gd name="connsiteY14" fmla="*/ 1145480 h 3330143"/>
                <a:gd name="connsiteX15" fmla="*/ 91286 w 1981827"/>
                <a:gd name="connsiteY15" fmla="*/ 2201375 h 3330143"/>
                <a:gd name="connsiteX0" fmla="*/ 965249 w 1853047"/>
                <a:gd name="connsiteY0" fmla="*/ 3321157 h 3332341"/>
                <a:gd name="connsiteX1" fmla="*/ 1783557 w 1853047"/>
                <a:gd name="connsiteY1" fmla="*/ 2616359 h 3332341"/>
                <a:gd name="connsiteX2" fmla="*/ 1836011 w 1853047"/>
                <a:gd name="connsiteY2" fmla="*/ 2154071 h 3332341"/>
                <a:gd name="connsiteX3" fmla="*/ 1553931 w 1853047"/>
                <a:gd name="connsiteY3" fmla="*/ 1775302 h 3332341"/>
                <a:gd name="connsiteX4" fmla="*/ 1503435 w 1853047"/>
                <a:gd name="connsiteY4" fmla="*/ 1183771 h 3332341"/>
                <a:gd name="connsiteX5" fmla="*/ 1426949 w 1853047"/>
                <a:gd name="connsiteY5" fmla="*/ 695233 h 3332341"/>
                <a:gd name="connsiteX6" fmla="*/ 1468478 w 1853047"/>
                <a:gd name="connsiteY6" fmla="*/ 397863 h 3332341"/>
                <a:gd name="connsiteX7" fmla="*/ 1468478 w 1853047"/>
                <a:gd name="connsiteY7" fmla="*/ 236700 h 3332341"/>
                <a:gd name="connsiteX8" fmla="*/ 1460192 w 1853047"/>
                <a:gd name="connsiteY8" fmla="*/ 67250 h 3332341"/>
                <a:gd name="connsiteX9" fmla="*/ 1425235 w 1853047"/>
                <a:gd name="connsiteY9" fmla="*/ 10767 h 3332341"/>
                <a:gd name="connsiteX10" fmla="*/ 1303886 w 1853047"/>
                <a:gd name="connsiteY10" fmla="*/ 34008 h 3332341"/>
                <a:gd name="connsiteX11" fmla="*/ 1114339 w 1853047"/>
                <a:gd name="connsiteY11" fmla="*/ 254988 h 3332341"/>
                <a:gd name="connsiteX12" fmla="*/ 871642 w 1853047"/>
                <a:gd name="connsiteY12" fmla="*/ 587315 h 3332341"/>
                <a:gd name="connsiteX13" fmla="*/ 657234 w 1853047"/>
                <a:gd name="connsiteY13" fmla="*/ 861444 h 3332341"/>
                <a:gd name="connsiteX14" fmla="*/ 437397 w 1853047"/>
                <a:gd name="connsiteY14" fmla="*/ 1145480 h 3332341"/>
                <a:gd name="connsiteX15" fmla="*/ 91286 w 1853047"/>
                <a:gd name="connsiteY15" fmla="*/ 2201375 h 3332341"/>
                <a:gd name="connsiteX0" fmla="*/ 965249 w 1853047"/>
                <a:gd name="connsiteY0" fmla="*/ 3321157 h 3374816"/>
                <a:gd name="connsiteX1" fmla="*/ 1783557 w 1853047"/>
                <a:gd name="connsiteY1" fmla="*/ 2616359 h 3374816"/>
                <a:gd name="connsiteX2" fmla="*/ 1836011 w 1853047"/>
                <a:gd name="connsiteY2" fmla="*/ 2154071 h 3374816"/>
                <a:gd name="connsiteX3" fmla="*/ 1553931 w 1853047"/>
                <a:gd name="connsiteY3" fmla="*/ 1775302 h 3374816"/>
                <a:gd name="connsiteX4" fmla="*/ 1503435 w 1853047"/>
                <a:gd name="connsiteY4" fmla="*/ 1183771 h 3374816"/>
                <a:gd name="connsiteX5" fmla="*/ 1426949 w 1853047"/>
                <a:gd name="connsiteY5" fmla="*/ 695233 h 3374816"/>
                <a:gd name="connsiteX6" fmla="*/ 1468478 w 1853047"/>
                <a:gd name="connsiteY6" fmla="*/ 397863 h 3374816"/>
                <a:gd name="connsiteX7" fmla="*/ 1468478 w 1853047"/>
                <a:gd name="connsiteY7" fmla="*/ 236700 h 3374816"/>
                <a:gd name="connsiteX8" fmla="*/ 1460192 w 1853047"/>
                <a:gd name="connsiteY8" fmla="*/ 67250 h 3374816"/>
                <a:gd name="connsiteX9" fmla="*/ 1425235 w 1853047"/>
                <a:gd name="connsiteY9" fmla="*/ 10767 h 3374816"/>
                <a:gd name="connsiteX10" fmla="*/ 1303886 w 1853047"/>
                <a:gd name="connsiteY10" fmla="*/ 34008 h 3374816"/>
                <a:gd name="connsiteX11" fmla="*/ 1114339 w 1853047"/>
                <a:gd name="connsiteY11" fmla="*/ 254988 h 3374816"/>
                <a:gd name="connsiteX12" fmla="*/ 871642 w 1853047"/>
                <a:gd name="connsiteY12" fmla="*/ 587315 h 3374816"/>
                <a:gd name="connsiteX13" fmla="*/ 657234 w 1853047"/>
                <a:gd name="connsiteY13" fmla="*/ 861444 h 3374816"/>
                <a:gd name="connsiteX14" fmla="*/ 437397 w 1853047"/>
                <a:gd name="connsiteY14" fmla="*/ 1145480 h 3374816"/>
                <a:gd name="connsiteX15" fmla="*/ 91286 w 1853047"/>
                <a:gd name="connsiteY15" fmla="*/ 2201375 h 3374816"/>
                <a:gd name="connsiteX0" fmla="*/ 965249 w 1851830"/>
                <a:gd name="connsiteY0" fmla="*/ 3321157 h 3381260"/>
                <a:gd name="connsiteX1" fmla="*/ 1772845 w 1851830"/>
                <a:gd name="connsiteY1" fmla="*/ 2730285 h 3381260"/>
                <a:gd name="connsiteX2" fmla="*/ 1836011 w 1851830"/>
                <a:gd name="connsiteY2" fmla="*/ 2154071 h 3381260"/>
                <a:gd name="connsiteX3" fmla="*/ 1553931 w 1851830"/>
                <a:gd name="connsiteY3" fmla="*/ 1775302 h 3381260"/>
                <a:gd name="connsiteX4" fmla="*/ 1503435 w 1851830"/>
                <a:gd name="connsiteY4" fmla="*/ 1183771 h 3381260"/>
                <a:gd name="connsiteX5" fmla="*/ 1426949 w 1851830"/>
                <a:gd name="connsiteY5" fmla="*/ 695233 h 3381260"/>
                <a:gd name="connsiteX6" fmla="*/ 1468478 w 1851830"/>
                <a:gd name="connsiteY6" fmla="*/ 397863 h 3381260"/>
                <a:gd name="connsiteX7" fmla="*/ 1468478 w 1851830"/>
                <a:gd name="connsiteY7" fmla="*/ 236700 h 3381260"/>
                <a:gd name="connsiteX8" fmla="*/ 1460192 w 1851830"/>
                <a:gd name="connsiteY8" fmla="*/ 67250 h 3381260"/>
                <a:gd name="connsiteX9" fmla="*/ 1425235 w 1851830"/>
                <a:gd name="connsiteY9" fmla="*/ 10767 h 3381260"/>
                <a:gd name="connsiteX10" fmla="*/ 1303886 w 1851830"/>
                <a:gd name="connsiteY10" fmla="*/ 34008 h 3381260"/>
                <a:gd name="connsiteX11" fmla="*/ 1114339 w 1851830"/>
                <a:gd name="connsiteY11" fmla="*/ 254988 h 3381260"/>
                <a:gd name="connsiteX12" fmla="*/ 871642 w 1851830"/>
                <a:gd name="connsiteY12" fmla="*/ 587315 h 3381260"/>
                <a:gd name="connsiteX13" fmla="*/ 657234 w 1851830"/>
                <a:gd name="connsiteY13" fmla="*/ 861444 h 3381260"/>
                <a:gd name="connsiteX14" fmla="*/ 437397 w 1851830"/>
                <a:gd name="connsiteY14" fmla="*/ 1145480 h 3381260"/>
                <a:gd name="connsiteX15" fmla="*/ 91286 w 1851830"/>
                <a:gd name="connsiteY15" fmla="*/ 2201375 h 3381260"/>
                <a:gd name="connsiteX0" fmla="*/ 965249 w 1775037"/>
                <a:gd name="connsiteY0" fmla="*/ 3321157 h 3381260"/>
                <a:gd name="connsiteX1" fmla="*/ 1772845 w 1775037"/>
                <a:gd name="connsiteY1" fmla="*/ 2730285 h 3381260"/>
                <a:gd name="connsiteX2" fmla="*/ 1704593 w 1775037"/>
                <a:gd name="connsiteY2" fmla="*/ 2193498 h 3381260"/>
                <a:gd name="connsiteX3" fmla="*/ 1553931 w 1775037"/>
                <a:gd name="connsiteY3" fmla="*/ 1775302 h 3381260"/>
                <a:gd name="connsiteX4" fmla="*/ 1503435 w 1775037"/>
                <a:gd name="connsiteY4" fmla="*/ 1183771 h 3381260"/>
                <a:gd name="connsiteX5" fmla="*/ 1426949 w 1775037"/>
                <a:gd name="connsiteY5" fmla="*/ 695233 h 3381260"/>
                <a:gd name="connsiteX6" fmla="*/ 1468478 w 1775037"/>
                <a:gd name="connsiteY6" fmla="*/ 397863 h 3381260"/>
                <a:gd name="connsiteX7" fmla="*/ 1468478 w 1775037"/>
                <a:gd name="connsiteY7" fmla="*/ 236700 h 3381260"/>
                <a:gd name="connsiteX8" fmla="*/ 1460192 w 1775037"/>
                <a:gd name="connsiteY8" fmla="*/ 67250 h 3381260"/>
                <a:gd name="connsiteX9" fmla="*/ 1425235 w 1775037"/>
                <a:gd name="connsiteY9" fmla="*/ 10767 h 3381260"/>
                <a:gd name="connsiteX10" fmla="*/ 1303886 w 1775037"/>
                <a:gd name="connsiteY10" fmla="*/ 34008 h 3381260"/>
                <a:gd name="connsiteX11" fmla="*/ 1114339 w 1775037"/>
                <a:gd name="connsiteY11" fmla="*/ 254988 h 3381260"/>
                <a:gd name="connsiteX12" fmla="*/ 871642 w 1775037"/>
                <a:gd name="connsiteY12" fmla="*/ 587315 h 3381260"/>
                <a:gd name="connsiteX13" fmla="*/ 657234 w 1775037"/>
                <a:gd name="connsiteY13" fmla="*/ 861444 h 3381260"/>
                <a:gd name="connsiteX14" fmla="*/ 437397 w 1775037"/>
                <a:gd name="connsiteY14" fmla="*/ 1145480 h 3381260"/>
                <a:gd name="connsiteX15" fmla="*/ 91286 w 1775037"/>
                <a:gd name="connsiteY15" fmla="*/ 2201375 h 3381260"/>
                <a:gd name="connsiteX0" fmla="*/ 965249 w 1775037"/>
                <a:gd name="connsiteY0" fmla="*/ 3321157 h 3381260"/>
                <a:gd name="connsiteX1" fmla="*/ 1772845 w 1775037"/>
                <a:gd name="connsiteY1" fmla="*/ 2730285 h 3381260"/>
                <a:gd name="connsiteX2" fmla="*/ 1704593 w 1775037"/>
                <a:gd name="connsiteY2" fmla="*/ 2193498 h 3381260"/>
                <a:gd name="connsiteX3" fmla="*/ 1553931 w 1775037"/>
                <a:gd name="connsiteY3" fmla="*/ 1775302 h 3381260"/>
                <a:gd name="connsiteX4" fmla="*/ 1503435 w 1775037"/>
                <a:gd name="connsiteY4" fmla="*/ 1183771 h 3381260"/>
                <a:gd name="connsiteX5" fmla="*/ 1426949 w 1775037"/>
                <a:gd name="connsiteY5" fmla="*/ 695233 h 3381260"/>
                <a:gd name="connsiteX6" fmla="*/ 1468478 w 1775037"/>
                <a:gd name="connsiteY6" fmla="*/ 397863 h 3381260"/>
                <a:gd name="connsiteX7" fmla="*/ 1468478 w 1775037"/>
                <a:gd name="connsiteY7" fmla="*/ 236700 h 3381260"/>
                <a:gd name="connsiteX8" fmla="*/ 1460192 w 1775037"/>
                <a:gd name="connsiteY8" fmla="*/ 67250 h 3381260"/>
                <a:gd name="connsiteX9" fmla="*/ 1425235 w 1775037"/>
                <a:gd name="connsiteY9" fmla="*/ 10767 h 3381260"/>
                <a:gd name="connsiteX10" fmla="*/ 1303886 w 1775037"/>
                <a:gd name="connsiteY10" fmla="*/ 34008 h 3381260"/>
                <a:gd name="connsiteX11" fmla="*/ 1114339 w 1775037"/>
                <a:gd name="connsiteY11" fmla="*/ 254988 h 3381260"/>
                <a:gd name="connsiteX12" fmla="*/ 871642 w 1775037"/>
                <a:gd name="connsiteY12" fmla="*/ 587315 h 3381260"/>
                <a:gd name="connsiteX13" fmla="*/ 657234 w 1775037"/>
                <a:gd name="connsiteY13" fmla="*/ 861444 h 3381260"/>
                <a:gd name="connsiteX14" fmla="*/ 437397 w 1775037"/>
                <a:gd name="connsiteY14" fmla="*/ 1145480 h 3381260"/>
                <a:gd name="connsiteX15" fmla="*/ 91286 w 1775037"/>
                <a:gd name="connsiteY15" fmla="*/ 2201375 h 3381260"/>
                <a:gd name="connsiteX0" fmla="*/ 1237467 w 1775037"/>
                <a:gd name="connsiteY0" fmla="*/ 3434962 h 3488627"/>
                <a:gd name="connsiteX1" fmla="*/ 1772845 w 1775037"/>
                <a:gd name="connsiteY1" fmla="*/ 2730285 h 3488627"/>
                <a:gd name="connsiteX2" fmla="*/ 1704593 w 1775037"/>
                <a:gd name="connsiteY2" fmla="*/ 2193498 h 3488627"/>
                <a:gd name="connsiteX3" fmla="*/ 1553931 w 1775037"/>
                <a:gd name="connsiteY3" fmla="*/ 1775302 h 3488627"/>
                <a:gd name="connsiteX4" fmla="*/ 1503435 w 1775037"/>
                <a:gd name="connsiteY4" fmla="*/ 1183771 h 3488627"/>
                <a:gd name="connsiteX5" fmla="*/ 1426949 w 1775037"/>
                <a:gd name="connsiteY5" fmla="*/ 695233 h 3488627"/>
                <a:gd name="connsiteX6" fmla="*/ 1468478 w 1775037"/>
                <a:gd name="connsiteY6" fmla="*/ 397863 h 3488627"/>
                <a:gd name="connsiteX7" fmla="*/ 1468478 w 1775037"/>
                <a:gd name="connsiteY7" fmla="*/ 236700 h 3488627"/>
                <a:gd name="connsiteX8" fmla="*/ 1460192 w 1775037"/>
                <a:gd name="connsiteY8" fmla="*/ 67250 h 3488627"/>
                <a:gd name="connsiteX9" fmla="*/ 1425235 w 1775037"/>
                <a:gd name="connsiteY9" fmla="*/ 10767 h 3488627"/>
                <a:gd name="connsiteX10" fmla="*/ 1303886 w 1775037"/>
                <a:gd name="connsiteY10" fmla="*/ 34008 h 3488627"/>
                <a:gd name="connsiteX11" fmla="*/ 1114339 w 1775037"/>
                <a:gd name="connsiteY11" fmla="*/ 254988 h 3488627"/>
                <a:gd name="connsiteX12" fmla="*/ 871642 w 1775037"/>
                <a:gd name="connsiteY12" fmla="*/ 587315 h 3488627"/>
                <a:gd name="connsiteX13" fmla="*/ 657234 w 1775037"/>
                <a:gd name="connsiteY13" fmla="*/ 861444 h 3488627"/>
                <a:gd name="connsiteX14" fmla="*/ 437397 w 1775037"/>
                <a:gd name="connsiteY14" fmla="*/ 1145480 h 3488627"/>
                <a:gd name="connsiteX15" fmla="*/ 91286 w 1775037"/>
                <a:gd name="connsiteY15" fmla="*/ 2201375 h 3488627"/>
                <a:gd name="connsiteX0" fmla="*/ 1237467 w 1776224"/>
                <a:gd name="connsiteY0" fmla="*/ 3434962 h 3434962"/>
                <a:gd name="connsiteX1" fmla="*/ 1772845 w 1776224"/>
                <a:gd name="connsiteY1" fmla="*/ 2730285 h 3434962"/>
                <a:gd name="connsiteX2" fmla="*/ 1704593 w 1776224"/>
                <a:gd name="connsiteY2" fmla="*/ 2193498 h 3434962"/>
                <a:gd name="connsiteX3" fmla="*/ 1553931 w 1776224"/>
                <a:gd name="connsiteY3" fmla="*/ 1775302 h 3434962"/>
                <a:gd name="connsiteX4" fmla="*/ 1503435 w 1776224"/>
                <a:gd name="connsiteY4" fmla="*/ 1183771 h 3434962"/>
                <a:gd name="connsiteX5" fmla="*/ 1426949 w 1776224"/>
                <a:gd name="connsiteY5" fmla="*/ 695233 h 3434962"/>
                <a:gd name="connsiteX6" fmla="*/ 1468478 w 1776224"/>
                <a:gd name="connsiteY6" fmla="*/ 397863 h 3434962"/>
                <a:gd name="connsiteX7" fmla="*/ 1468478 w 1776224"/>
                <a:gd name="connsiteY7" fmla="*/ 236700 h 3434962"/>
                <a:gd name="connsiteX8" fmla="*/ 1460192 w 1776224"/>
                <a:gd name="connsiteY8" fmla="*/ 67250 h 3434962"/>
                <a:gd name="connsiteX9" fmla="*/ 1425235 w 1776224"/>
                <a:gd name="connsiteY9" fmla="*/ 10767 h 3434962"/>
                <a:gd name="connsiteX10" fmla="*/ 1303886 w 1776224"/>
                <a:gd name="connsiteY10" fmla="*/ 34008 h 3434962"/>
                <a:gd name="connsiteX11" fmla="*/ 1114339 w 1776224"/>
                <a:gd name="connsiteY11" fmla="*/ 254988 h 3434962"/>
                <a:gd name="connsiteX12" fmla="*/ 871642 w 1776224"/>
                <a:gd name="connsiteY12" fmla="*/ 587315 h 3434962"/>
                <a:gd name="connsiteX13" fmla="*/ 657234 w 1776224"/>
                <a:gd name="connsiteY13" fmla="*/ 861444 h 3434962"/>
                <a:gd name="connsiteX14" fmla="*/ 437397 w 1776224"/>
                <a:gd name="connsiteY14" fmla="*/ 1145480 h 3434962"/>
                <a:gd name="connsiteX15" fmla="*/ 91286 w 1776224"/>
                <a:gd name="connsiteY15" fmla="*/ 2201375 h 3434962"/>
                <a:gd name="connsiteX0" fmla="*/ 1237467 w 1776224"/>
                <a:gd name="connsiteY0" fmla="*/ 3434962 h 3434962"/>
                <a:gd name="connsiteX1" fmla="*/ 1772845 w 1776224"/>
                <a:gd name="connsiteY1" fmla="*/ 2730285 h 3434962"/>
                <a:gd name="connsiteX2" fmla="*/ 1704593 w 1776224"/>
                <a:gd name="connsiteY2" fmla="*/ 2193498 h 3434962"/>
                <a:gd name="connsiteX3" fmla="*/ 1553931 w 1776224"/>
                <a:gd name="connsiteY3" fmla="*/ 1775302 h 3434962"/>
                <a:gd name="connsiteX4" fmla="*/ 1503435 w 1776224"/>
                <a:gd name="connsiteY4" fmla="*/ 1183771 h 3434962"/>
                <a:gd name="connsiteX5" fmla="*/ 1426949 w 1776224"/>
                <a:gd name="connsiteY5" fmla="*/ 695233 h 3434962"/>
                <a:gd name="connsiteX6" fmla="*/ 1468478 w 1776224"/>
                <a:gd name="connsiteY6" fmla="*/ 397863 h 3434962"/>
                <a:gd name="connsiteX7" fmla="*/ 1468478 w 1776224"/>
                <a:gd name="connsiteY7" fmla="*/ 236700 h 3434962"/>
                <a:gd name="connsiteX8" fmla="*/ 1460192 w 1776224"/>
                <a:gd name="connsiteY8" fmla="*/ 67250 h 3434962"/>
                <a:gd name="connsiteX9" fmla="*/ 1425235 w 1776224"/>
                <a:gd name="connsiteY9" fmla="*/ 10767 h 3434962"/>
                <a:gd name="connsiteX10" fmla="*/ 1303886 w 1776224"/>
                <a:gd name="connsiteY10" fmla="*/ 34008 h 3434962"/>
                <a:gd name="connsiteX11" fmla="*/ 1114339 w 1776224"/>
                <a:gd name="connsiteY11" fmla="*/ 254988 h 3434962"/>
                <a:gd name="connsiteX12" fmla="*/ 871642 w 1776224"/>
                <a:gd name="connsiteY12" fmla="*/ 587315 h 3434962"/>
                <a:gd name="connsiteX13" fmla="*/ 657234 w 1776224"/>
                <a:gd name="connsiteY13" fmla="*/ 861444 h 3434962"/>
                <a:gd name="connsiteX14" fmla="*/ 437397 w 1776224"/>
                <a:gd name="connsiteY14" fmla="*/ 1145480 h 3434962"/>
                <a:gd name="connsiteX15" fmla="*/ 91286 w 1776224"/>
                <a:gd name="connsiteY15" fmla="*/ 2201375 h 3434962"/>
                <a:gd name="connsiteX0" fmla="*/ 1237467 w 1789814"/>
                <a:gd name="connsiteY0" fmla="*/ 3434962 h 3434962"/>
                <a:gd name="connsiteX1" fmla="*/ 1772845 w 1789814"/>
                <a:gd name="connsiteY1" fmla="*/ 2730285 h 3434962"/>
                <a:gd name="connsiteX2" fmla="*/ 1704593 w 1789814"/>
                <a:gd name="connsiteY2" fmla="*/ 2193498 h 3434962"/>
                <a:gd name="connsiteX3" fmla="*/ 1553931 w 1789814"/>
                <a:gd name="connsiteY3" fmla="*/ 1775302 h 3434962"/>
                <a:gd name="connsiteX4" fmla="*/ 1503435 w 1789814"/>
                <a:gd name="connsiteY4" fmla="*/ 1183771 h 3434962"/>
                <a:gd name="connsiteX5" fmla="*/ 1426949 w 1789814"/>
                <a:gd name="connsiteY5" fmla="*/ 695233 h 3434962"/>
                <a:gd name="connsiteX6" fmla="*/ 1468478 w 1789814"/>
                <a:gd name="connsiteY6" fmla="*/ 397863 h 3434962"/>
                <a:gd name="connsiteX7" fmla="*/ 1468478 w 1789814"/>
                <a:gd name="connsiteY7" fmla="*/ 236700 h 3434962"/>
                <a:gd name="connsiteX8" fmla="*/ 1460192 w 1789814"/>
                <a:gd name="connsiteY8" fmla="*/ 67250 h 3434962"/>
                <a:gd name="connsiteX9" fmla="*/ 1425235 w 1789814"/>
                <a:gd name="connsiteY9" fmla="*/ 10767 h 3434962"/>
                <a:gd name="connsiteX10" fmla="*/ 1303886 w 1789814"/>
                <a:gd name="connsiteY10" fmla="*/ 34008 h 3434962"/>
                <a:gd name="connsiteX11" fmla="*/ 1114339 w 1789814"/>
                <a:gd name="connsiteY11" fmla="*/ 254988 h 3434962"/>
                <a:gd name="connsiteX12" fmla="*/ 871642 w 1789814"/>
                <a:gd name="connsiteY12" fmla="*/ 587315 h 3434962"/>
                <a:gd name="connsiteX13" fmla="*/ 657234 w 1789814"/>
                <a:gd name="connsiteY13" fmla="*/ 861444 h 3434962"/>
                <a:gd name="connsiteX14" fmla="*/ 437397 w 1789814"/>
                <a:gd name="connsiteY14" fmla="*/ 1145480 h 3434962"/>
                <a:gd name="connsiteX15" fmla="*/ 91286 w 1789814"/>
                <a:gd name="connsiteY15" fmla="*/ 2201375 h 3434962"/>
                <a:gd name="connsiteX0" fmla="*/ 1237467 w 1776224"/>
                <a:gd name="connsiteY0" fmla="*/ 3434962 h 3434962"/>
                <a:gd name="connsiteX1" fmla="*/ 1772845 w 1776224"/>
                <a:gd name="connsiteY1" fmla="*/ 2730285 h 3434962"/>
                <a:gd name="connsiteX2" fmla="*/ 1547000 w 1776224"/>
                <a:gd name="connsiteY2" fmla="*/ 2082227 h 3434962"/>
                <a:gd name="connsiteX3" fmla="*/ 1553931 w 1776224"/>
                <a:gd name="connsiteY3" fmla="*/ 1775302 h 3434962"/>
                <a:gd name="connsiteX4" fmla="*/ 1503435 w 1776224"/>
                <a:gd name="connsiteY4" fmla="*/ 1183771 h 3434962"/>
                <a:gd name="connsiteX5" fmla="*/ 1426949 w 1776224"/>
                <a:gd name="connsiteY5" fmla="*/ 695233 h 3434962"/>
                <a:gd name="connsiteX6" fmla="*/ 1468478 w 1776224"/>
                <a:gd name="connsiteY6" fmla="*/ 397863 h 3434962"/>
                <a:gd name="connsiteX7" fmla="*/ 1468478 w 1776224"/>
                <a:gd name="connsiteY7" fmla="*/ 236700 h 3434962"/>
                <a:gd name="connsiteX8" fmla="*/ 1460192 w 1776224"/>
                <a:gd name="connsiteY8" fmla="*/ 67250 h 3434962"/>
                <a:gd name="connsiteX9" fmla="*/ 1425235 w 1776224"/>
                <a:gd name="connsiteY9" fmla="*/ 10767 h 3434962"/>
                <a:gd name="connsiteX10" fmla="*/ 1303886 w 1776224"/>
                <a:gd name="connsiteY10" fmla="*/ 34008 h 3434962"/>
                <a:gd name="connsiteX11" fmla="*/ 1114339 w 1776224"/>
                <a:gd name="connsiteY11" fmla="*/ 254988 h 3434962"/>
                <a:gd name="connsiteX12" fmla="*/ 871642 w 1776224"/>
                <a:gd name="connsiteY12" fmla="*/ 587315 h 3434962"/>
                <a:gd name="connsiteX13" fmla="*/ 657234 w 1776224"/>
                <a:gd name="connsiteY13" fmla="*/ 861444 h 3434962"/>
                <a:gd name="connsiteX14" fmla="*/ 437397 w 1776224"/>
                <a:gd name="connsiteY14" fmla="*/ 1145480 h 3434962"/>
                <a:gd name="connsiteX15" fmla="*/ 91286 w 1776224"/>
                <a:gd name="connsiteY15" fmla="*/ 2201375 h 3434962"/>
                <a:gd name="connsiteX0" fmla="*/ 1237467 w 1776224"/>
                <a:gd name="connsiteY0" fmla="*/ 3434962 h 3434962"/>
                <a:gd name="connsiteX1" fmla="*/ 1772845 w 1776224"/>
                <a:gd name="connsiteY1" fmla="*/ 2730285 h 3434962"/>
                <a:gd name="connsiteX2" fmla="*/ 1547000 w 1776224"/>
                <a:gd name="connsiteY2" fmla="*/ 2082227 h 3434962"/>
                <a:gd name="connsiteX3" fmla="*/ 1528487 w 1776224"/>
                <a:gd name="connsiteY3" fmla="*/ 1512949 h 3434962"/>
                <a:gd name="connsiteX4" fmla="*/ 1503435 w 1776224"/>
                <a:gd name="connsiteY4" fmla="*/ 1183771 h 3434962"/>
                <a:gd name="connsiteX5" fmla="*/ 1426949 w 1776224"/>
                <a:gd name="connsiteY5" fmla="*/ 695233 h 3434962"/>
                <a:gd name="connsiteX6" fmla="*/ 1468478 w 1776224"/>
                <a:gd name="connsiteY6" fmla="*/ 397863 h 3434962"/>
                <a:gd name="connsiteX7" fmla="*/ 1468478 w 1776224"/>
                <a:gd name="connsiteY7" fmla="*/ 236700 h 3434962"/>
                <a:gd name="connsiteX8" fmla="*/ 1460192 w 1776224"/>
                <a:gd name="connsiteY8" fmla="*/ 67250 h 3434962"/>
                <a:gd name="connsiteX9" fmla="*/ 1425235 w 1776224"/>
                <a:gd name="connsiteY9" fmla="*/ 10767 h 3434962"/>
                <a:gd name="connsiteX10" fmla="*/ 1303886 w 1776224"/>
                <a:gd name="connsiteY10" fmla="*/ 34008 h 3434962"/>
                <a:gd name="connsiteX11" fmla="*/ 1114339 w 1776224"/>
                <a:gd name="connsiteY11" fmla="*/ 254988 h 3434962"/>
                <a:gd name="connsiteX12" fmla="*/ 871642 w 1776224"/>
                <a:gd name="connsiteY12" fmla="*/ 587315 h 3434962"/>
                <a:gd name="connsiteX13" fmla="*/ 657234 w 1776224"/>
                <a:gd name="connsiteY13" fmla="*/ 861444 h 3434962"/>
                <a:gd name="connsiteX14" fmla="*/ 437397 w 1776224"/>
                <a:gd name="connsiteY14" fmla="*/ 1145480 h 3434962"/>
                <a:gd name="connsiteX15" fmla="*/ 91286 w 1776224"/>
                <a:gd name="connsiteY15" fmla="*/ 2201375 h 3434962"/>
                <a:gd name="connsiteX0" fmla="*/ 1420478 w 1959235"/>
                <a:gd name="connsiteY0" fmla="*/ 3434962 h 3434962"/>
                <a:gd name="connsiteX1" fmla="*/ 1955856 w 1959235"/>
                <a:gd name="connsiteY1" fmla="*/ 2730285 h 3434962"/>
                <a:gd name="connsiteX2" fmla="*/ 1730011 w 1959235"/>
                <a:gd name="connsiteY2" fmla="*/ 2082227 h 3434962"/>
                <a:gd name="connsiteX3" fmla="*/ 1711498 w 1959235"/>
                <a:gd name="connsiteY3" fmla="*/ 1512949 h 3434962"/>
                <a:gd name="connsiteX4" fmla="*/ 1686446 w 1959235"/>
                <a:gd name="connsiteY4" fmla="*/ 1183771 h 3434962"/>
                <a:gd name="connsiteX5" fmla="*/ 1609960 w 1959235"/>
                <a:gd name="connsiteY5" fmla="*/ 695233 h 3434962"/>
                <a:gd name="connsiteX6" fmla="*/ 1651489 w 1959235"/>
                <a:gd name="connsiteY6" fmla="*/ 397863 h 3434962"/>
                <a:gd name="connsiteX7" fmla="*/ 1651489 w 1959235"/>
                <a:gd name="connsiteY7" fmla="*/ 236700 h 3434962"/>
                <a:gd name="connsiteX8" fmla="*/ 1643203 w 1959235"/>
                <a:gd name="connsiteY8" fmla="*/ 67250 h 3434962"/>
                <a:gd name="connsiteX9" fmla="*/ 1608246 w 1959235"/>
                <a:gd name="connsiteY9" fmla="*/ 10767 h 3434962"/>
                <a:gd name="connsiteX10" fmla="*/ 1486897 w 1959235"/>
                <a:gd name="connsiteY10" fmla="*/ 34008 h 3434962"/>
                <a:gd name="connsiteX11" fmla="*/ 1297350 w 1959235"/>
                <a:gd name="connsiteY11" fmla="*/ 254988 h 3434962"/>
                <a:gd name="connsiteX12" fmla="*/ 1054653 w 1959235"/>
                <a:gd name="connsiteY12" fmla="*/ 587315 h 3434962"/>
                <a:gd name="connsiteX13" fmla="*/ 840245 w 1959235"/>
                <a:gd name="connsiteY13" fmla="*/ 861444 h 3434962"/>
                <a:gd name="connsiteX14" fmla="*/ 620408 w 1959235"/>
                <a:gd name="connsiteY14" fmla="*/ 1145480 h 3434962"/>
                <a:gd name="connsiteX15" fmla="*/ 70492 w 1959235"/>
                <a:gd name="connsiteY15" fmla="*/ 2368441 h 3434962"/>
                <a:gd name="connsiteX0" fmla="*/ 1350935 w 1889692"/>
                <a:gd name="connsiteY0" fmla="*/ 3434962 h 3434962"/>
                <a:gd name="connsiteX1" fmla="*/ 1886313 w 1889692"/>
                <a:gd name="connsiteY1" fmla="*/ 2730285 h 3434962"/>
                <a:gd name="connsiteX2" fmla="*/ 1660468 w 1889692"/>
                <a:gd name="connsiteY2" fmla="*/ 2082227 h 3434962"/>
                <a:gd name="connsiteX3" fmla="*/ 1641955 w 1889692"/>
                <a:gd name="connsiteY3" fmla="*/ 1512949 h 3434962"/>
                <a:gd name="connsiteX4" fmla="*/ 1616903 w 1889692"/>
                <a:gd name="connsiteY4" fmla="*/ 1183771 h 3434962"/>
                <a:gd name="connsiteX5" fmla="*/ 1540417 w 1889692"/>
                <a:gd name="connsiteY5" fmla="*/ 695233 h 3434962"/>
                <a:gd name="connsiteX6" fmla="*/ 1581946 w 1889692"/>
                <a:gd name="connsiteY6" fmla="*/ 397863 h 3434962"/>
                <a:gd name="connsiteX7" fmla="*/ 1581946 w 1889692"/>
                <a:gd name="connsiteY7" fmla="*/ 236700 h 3434962"/>
                <a:gd name="connsiteX8" fmla="*/ 1573660 w 1889692"/>
                <a:gd name="connsiteY8" fmla="*/ 67250 h 3434962"/>
                <a:gd name="connsiteX9" fmla="*/ 1538703 w 1889692"/>
                <a:gd name="connsiteY9" fmla="*/ 10767 h 3434962"/>
                <a:gd name="connsiteX10" fmla="*/ 1417354 w 1889692"/>
                <a:gd name="connsiteY10" fmla="*/ 34008 h 3434962"/>
                <a:gd name="connsiteX11" fmla="*/ 1227807 w 1889692"/>
                <a:gd name="connsiteY11" fmla="*/ 254988 h 3434962"/>
                <a:gd name="connsiteX12" fmla="*/ 985110 w 1889692"/>
                <a:gd name="connsiteY12" fmla="*/ 587315 h 3434962"/>
                <a:gd name="connsiteX13" fmla="*/ 770702 w 1889692"/>
                <a:gd name="connsiteY13" fmla="*/ 861444 h 3434962"/>
                <a:gd name="connsiteX14" fmla="*/ 550865 w 1889692"/>
                <a:gd name="connsiteY14" fmla="*/ 1145480 h 3434962"/>
                <a:gd name="connsiteX15" fmla="*/ 164694 w 1889692"/>
                <a:gd name="connsiteY15" fmla="*/ 2098451 h 3434962"/>
                <a:gd name="connsiteX16" fmla="*/ 949 w 1889692"/>
                <a:gd name="connsiteY16" fmla="*/ 2368441 h 3434962"/>
                <a:gd name="connsiteX0" fmla="*/ 1350935 w 1889692"/>
                <a:gd name="connsiteY0" fmla="*/ 3434962 h 3434962"/>
                <a:gd name="connsiteX1" fmla="*/ 1886313 w 1889692"/>
                <a:gd name="connsiteY1" fmla="*/ 2730285 h 3434962"/>
                <a:gd name="connsiteX2" fmla="*/ 1660468 w 1889692"/>
                <a:gd name="connsiteY2" fmla="*/ 2082227 h 3434962"/>
                <a:gd name="connsiteX3" fmla="*/ 1641955 w 1889692"/>
                <a:gd name="connsiteY3" fmla="*/ 1512949 h 3434962"/>
                <a:gd name="connsiteX4" fmla="*/ 1616903 w 1889692"/>
                <a:gd name="connsiteY4" fmla="*/ 1183771 h 3434962"/>
                <a:gd name="connsiteX5" fmla="*/ 1540417 w 1889692"/>
                <a:gd name="connsiteY5" fmla="*/ 695233 h 3434962"/>
                <a:gd name="connsiteX6" fmla="*/ 1581946 w 1889692"/>
                <a:gd name="connsiteY6" fmla="*/ 397863 h 3434962"/>
                <a:gd name="connsiteX7" fmla="*/ 1581946 w 1889692"/>
                <a:gd name="connsiteY7" fmla="*/ 236700 h 3434962"/>
                <a:gd name="connsiteX8" fmla="*/ 1573660 w 1889692"/>
                <a:gd name="connsiteY8" fmla="*/ 67250 h 3434962"/>
                <a:gd name="connsiteX9" fmla="*/ 1538703 w 1889692"/>
                <a:gd name="connsiteY9" fmla="*/ 10767 h 3434962"/>
                <a:gd name="connsiteX10" fmla="*/ 1417354 w 1889692"/>
                <a:gd name="connsiteY10" fmla="*/ 34008 h 3434962"/>
                <a:gd name="connsiteX11" fmla="*/ 1227807 w 1889692"/>
                <a:gd name="connsiteY11" fmla="*/ 254988 h 3434962"/>
                <a:gd name="connsiteX12" fmla="*/ 985110 w 1889692"/>
                <a:gd name="connsiteY12" fmla="*/ 587315 h 3434962"/>
                <a:gd name="connsiteX13" fmla="*/ 770702 w 1889692"/>
                <a:gd name="connsiteY13" fmla="*/ 861444 h 3434962"/>
                <a:gd name="connsiteX14" fmla="*/ 550865 w 1889692"/>
                <a:gd name="connsiteY14" fmla="*/ 1145480 h 3434962"/>
                <a:gd name="connsiteX15" fmla="*/ 164694 w 1889692"/>
                <a:gd name="connsiteY15" fmla="*/ 2098451 h 3434962"/>
                <a:gd name="connsiteX16" fmla="*/ 949 w 1889692"/>
                <a:gd name="connsiteY16" fmla="*/ 2368441 h 3434962"/>
                <a:gd name="connsiteX0" fmla="*/ 1571128 w 2109885"/>
                <a:gd name="connsiteY0" fmla="*/ 3434962 h 3434962"/>
                <a:gd name="connsiteX1" fmla="*/ 2106506 w 2109885"/>
                <a:gd name="connsiteY1" fmla="*/ 2730285 h 3434962"/>
                <a:gd name="connsiteX2" fmla="*/ 1880661 w 2109885"/>
                <a:gd name="connsiteY2" fmla="*/ 2082227 h 3434962"/>
                <a:gd name="connsiteX3" fmla="*/ 1862148 w 2109885"/>
                <a:gd name="connsiteY3" fmla="*/ 1512949 h 3434962"/>
                <a:gd name="connsiteX4" fmla="*/ 1837096 w 2109885"/>
                <a:gd name="connsiteY4" fmla="*/ 1183771 h 3434962"/>
                <a:gd name="connsiteX5" fmla="*/ 1760610 w 2109885"/>
                <a:gd name="connsiteY5" fmla="*/ 695233 h 3434962"/>
                <a:gd name="connsiteX6" fmla="*/ 1802139 w 2109885"/>
                <a:gd name="connsiteY6" fmla="*/ 397863 h 3434962"/>
                <a:gd name="connsiteX7" fmla="*/ 1802139 w 2109885"/>
                <a:gd name="connsiteY7" fmla="*/ 236700 h 3434962"/>
                <a:gd name="connsiteX8" fmla="*/ 1793853 w 2109885"/>
                <a:gd name="connsiteY8" fmla="*/ 67250 h 3434962"/>
                <a:gd name="connsiteX9" fmla="*/ 1758896 w 2109885"/>
                <a:gd name="connsiteY9" fmla="*/ 10767 h 3434962"/>
                <a:gd name="connsiteX10" fmla="*/ 1637547 w 2109885"/>
                <a:gd name="connsiteY10" fmla="*/ 34008 h 3434962"/>
                <a:gd name="connsiteX11" fmla="*/ 1448000 w 2109885"/>
                <a:gd name="connsiteY11" fmla="*/ 254988 h 3434962"/>
                <a:gd name="connsiteX12" fmla="*/ 1205303 w 2109885"/>
                <a:gd name="connsiteY12" fmla="*/ 587315 h 3434962"/>
                <a:gd name="connsiteX13" fmla="*/ 990895 w 2109885"/>
                <a:gd name="connsiteY13" fmla="*/ 861444 h 3434962"/>
                <a:gd name="connsiteX14" fmla="*/ 771058 w 2109885"/>
                <a:gd name="connsiteY14" fmla="*/ 1145480 h 3434962"/>
                <a:gd name="connsiteX15" fmla="*/ 384887 w 2109885"/>
                <a:gd name="connsiteY15" fmla="*/ 2098451 h 3434962"/>
                <a:gd name="connsiteX16" fmla="*/ 280 w 2109885"/>
                <a:gd name="connsiteY16" fmla="*/ 2733339 h 3434962"/>
                <a:gd name="connsiteX0" fmla="*/ 1570848 w 2109605"/>
                <a:gd name="connsiteY0" fmla="*/ 3434962 h 3434962"/>
                <a:gd name="connsiteX1" fmla="*/ 2106226 w 2109605"/>
                <a:gd name="connsiteY1" fmla="*/ 2730285 h 3434962"/>
                <a:gd name="connsiteX2" fmla="*/ 1880381 w 2109605"/>
                <a:gd name="connsiteY2" fmla="*/ 2082227 h 3434962"/>
                <a:gd name="connsiteX3" fmla="*/ 1861868 w 2109605"/>
                <a:gd name="connsiteY3" fmla="*/ 1512949 h 3434962"/>
                <a:gd name="connsiteX4" fmla="*/ 1836816 w 2109605"/>
                <a:gd name="connsiteY4" fmla="*/ 1183771 h 3434962"/>
                <a:gd name="connsiteX5" fmla="*/ 1760330 w 2109605"/>
                <a:gd name="connsiteY5" fmla="*/ 695233 h 3434962"/>
                <a:gd name="connsiteX6" fmla="*/ 1801859 w 2109605"/>
                <a:gd name="connsiteY6" fmla="*/ 397863 h 3434962"/>
                <a:gd name="connsiteX7" fmla="*/ 1801859 w 2109605"/>
                <a:gd name="connsiteY7" fmla="*/ 236700 h 3434962"/>
                <a:gd name="connsiteX8" fmla="*/ 1793573 w 2109605"/>
                <a:gd name="connsiteY8" fmla="*/ 67250 h 3434962"/>
                <a:gd name="connsiteX9" fmla="*/ 1758616 w 2109605"/>
                <a:gd name="connsiteY9" fmla="*/ 10767 h 3434962"/>
                <a:gd name="connsiteX10" fmla="*/ 1637267 w 2109605"/>
                <a:gd name="connsiteY10" fmla="*/ 34008 h 3434962"/>
                <a:gd name="connsiteX11" fmla="*/ 1447720 w 2109605"/>
                <a:gd name="connsiteY11" fmla="*/ 254988 h 3434962"/>
                <a:gd name="connsiteX12" fmla="*/ 1205023 w 2109605"/>
                <a:gd name="connsiteY12" fmla="*/ 587315 h 3434962"/>
                <a:gd name="connsiteX13" fmla="*/ 990615 w 2109605"/>
                <a:gd name="connsiteY13" fmla="*/ 861444 h 3434962"/>
                <a:gd name="connsiteX14" fmla="*/ 770778 w 2109605"/>
                <a:gd name="connsiteY14" fmla="*/ 1145480 h 3434962"/>
                <a:gd name="connsiteX15" fmla="*/ 384607 w 2109605"/>
                <a:gd name="connsiteY15" fmla="*/ 2098451 h 3434962"/>
                <a:gd name="connsiteX16" fmla="*/ 47918 w 2109605"/>
                <a:gd name="connsiteY16" fmla="*/ 2498181 h 3434962"/>
                <a:gd name="connsiteX17" fmla="*/ 0 w 2109605"/>
                <a:gd name="connsiteY17" fmla="*/ 2733339 h 3434962"/>
                <a:gd name="connsiteX0" fmla="*/ 1543447 w 2082204"/>
                <a:gd name="connsiteY0" fmla="*/ 3434962 h 3434962"/>
                <a:gd name="connsiteX1" fmla="*/ 2078825 w 2082204"/>
                <a:gd name="connsiteY1" fmla="*/ 2730285 h 3434962"/>
                <a:gd name="connsiteX2" fmla="*/ 1852980 w 2082204"/>
                <a:gd name="connsiteY2" fmla="*/ 2082227 h 3434962"/>
                <a:gd name="connsiteX3" fmla="*/ 1834467 w 2082204"/>
                <a:gd name="connsiteY3" fmla="*/ 1512949 h 3434962"/>
                <a:gd name="connsiteX4" fmla="*/ 1809415 w 2082204"/>
                <a:gd name="connsiteY4" fmla="*/ 1183771 h 3434962"/>
                <a:gd name="connsiteX5" fmla="*/ 1732929 w 2082204"/>
                <a:gd name="connsiteY5" fmla="*/ 695233 h 3434962"/>
                <a:gd name="connsiteX6" fmla="*/ 1774458 w 2082204"/>
                <a:gd name="connsiteY6" fmla="*/ 397863 h 3434962"/>
                <a:gd name="connsiteX7" fmla="*/ 1774458 w 2082204"/>
                <a:gd name="connsiteY7" fmla="*/ 236700 h 3434962"/>
                <a:gd name="connsiteX8" fmla="*/ 1766172 w 2082204"/>
                <a:gd name="connsiteY8" fmla="*/ 67250 h 3434962"/>
                <a:gd name="connsiteX9" fmla="*/ 1731215 w 2082204"/>
                <a:gd name="connsiteY9" fmla="*/ 10767 h 3434962"/>
                <a:gd name="connsiteX10" fmla="*/ 1609866 w 2082204"/>
                <a:gd name="connsiteY10" fmla="*/ 34008 h 3434962"/>
                <a:gd name="connsiteX11" fmla="*/ 1420319 w 2082204"/>
                <a:gd name="connsiteY11" fmla="*/ 254988 h 3434962"/>
                <a:gd name="connsiteX12" fmla="*/ 1177622 w 2082204"/>
                <a:gd name="connsiteY12" fmla="*/ 587315 h 3434962"/>
                <a:gd name="connsiteX13" fmla="*/ 963214 w 2082204"/>
                <a:gd name="connsiteY13" fmla="*/ 861444 h 3434962"/>
                <a:gd name="connsiteX14" fmla="*/ 743377 w 2082204"/>
                <a:gd name="connsiteY14" fmla="*/ 1145480 h 3434962"/>
                <a:gd name="connsiteX15" fmla="*/ 357206 w 2082204"/>
                <a:gd name="connsiteY15" fmla="*/ 2098451 h 3434962"/>
                <a:gd name="connsiteX16" fmla="*/ 20517 w 2082204"/>
                <a:gd name="connsiteY16" fmla="*/ 2498181 h 3434962"/>
                <a:gd name="connsiteX17" fmla="*/ 49412 w 2082204"/>
                <a:gd name="connsiteY17" fmla="*/ 2933084 h 3434962"/>
                <a:gd name="connsiteX0" fmla="*/ 1596819 w 2135576"/>
                <a:gd name="connsiteY0" fmla="*/ 3434962 h 3434962"/>
                <a:gd name="connsiteX1" fmla="*/ 2132197 w 2135576"/>
                <a:gd name="connsiteY1" fmla="*/ 2730285 h 3434962"/>
                <a:gd name="connsiteX2" fmla="*/ 1906352 w 2135576"/>
                <a:gd name="connsiteY2" fmla="*/ 2082227 h 3434962"/>
                <a:gd name="connsiteX3" fmla="*/ 1887839 w 2135576"/>
                <a:gd name="connsiteY3" fmla="*/ 1512949 h 3434962"/>
                <a:gd name="connsiteX4" fmla="*/ 1862787 w 2135576"/>
                <a:gd name="connsiteY4" fmla="*/ 1183771 h 3434962"/>
                <a:gd name="connsiteX5" fmla="*/ 1786301 w 2135576"/>
                <a:gd name="connsiteY5" fmla="*/ 695233 h 3434962"/>
                <a:gd name="connsiteX6" fmla="*/ 1827830 w 2135576"/>
                <a:gd name="connsiteY6" fmla="*/ 397863 h 3434962"/>
                <a:gd name="connsiteX7" fmla="*/ 1827830 w 2135576"/>
                <a:gd name="connsiteY7" fmla="*/ 236700 h 3434962"/>
                <a:gd name="connsiteX8" fmla="*/ 1819544 w 2135576"/>
                <a:gd name="connsiteY8" fmla="*/ 67250 h 3434962"/>
                <a:gd name="connsiteX9" fmla="*/ 1784587 w 2135576"/>
                <a:gd name="connsiteY9" fmla="*/ 10767 h 3434962"/>
                <a:gd name="connsiteX10" fmla="*/ 1663238 w 2135576"/>
                <a:gd name="connsiteY10" fmla="*/ 34008 h 3434962"/>
                <a:gd name="connsiteX11" fmla="*/ 1473691 w 2135576"/>
                <a:gd name="connsiteY11" fmla="*/ 254988 h 3434962"/>
                <a:gd name="connsiteX12" fmla="*/ 1230994 w 2135576"/>
                <a:gd name="connsiteY12" fmla="*/ 587315 h 3434962"/>
                <a:gd name="connsiteX13" fmla="*/ 1016586 w 2135576"/>
                <a:gd name="connsiteY13" fmla="*/ 861444 h 3434962"/>
                <a:gd name="connsiteX14" fmla="*/ 796749 w 2135576"/>
                <a:gd name="connsiteY14" fmla="*/ 1145480 h 3434962"/>
                <a:gd name="connsiteX15" fmla="*/ 410578 w 2135576"/>
                <a:gd name="connsiteY15" fmla="*/ 2098451 h 3434962"/>
                <a:gd name="connsiteX16" fmla="*/ 73889 w 2135576"/>
                <a:gd name="connsiteY16" fmla="*/ 2498181 h 3434962"/>
                <a:gd name="connsiteX17" fmla="*/ 0 w 2135576"/>
                <a:gd name="connsiteY17" fmla="*/ 2812804 h 3434962"/>
                <a:gd name="connsiteX0" fmla="*/ 1533230 w 2071987"/>
                <a:gd name="connsiteY0" fmla="*/ 3434962 h 3434962"/>
                <a:gd name="connsiteX1" fmla="*/ 2068608 w 2071987"/>
                <a:gd name="connsiteY1" fmla="*/ 2730285 h 3434962"/>
                <a:gd name="connsiteX2" fmla="*/ 1842763 w 2071987"/>
                <a:gd name="connsiteY2" fmla="*/ 2082227 h 3434962"/>
                <a:gd name="connsiteX3" fmla="*/ 1824250 w 2071987"/>
                <a:gd name="connsiteY3" fmla="*/ 1512949 h 3434962"/>
                <a:gd name="connsiteX4" fmla="*/ 1799198 w 2071987"/>
                <a:gd name="connsiteY4" fmla="*/ 1183771 h 3434962"/>
                <a:gd name="connsiteX5" fmla="*/ 1722712 w 2071987"/>
                <a:gd name="connsiteY5" fmla="*/ 695233 h 3434962"/>
                <a:gd name="connsiteX6" fmla="*/ 1764241 w 2071987"/>
                <a:gd name="connsiteY6" fmla="*/ 397863 h 3434962"/>
                <a:gd name="connsiteX7" fmla="*/ 1764241 w 2071987"/>
                <a:gd name="connsiteY7" fmla="*/ 236700 h 3434962"/>
                <a:gd name="connsiteX8" fmla="*/ 1755955 w 2071987"/>
                <a:gd name="connsiteY8" fmla="*/ 67250 h 3434962"/>
                <a:gd name="connsiteX9" fmla="*/ 1720998 w 2071987"/>
                <a:gd name="connsiteY9" fmla="*/ 10767 h 3434962"/>
                <a:gd name="connsiteX10" fmla="*/ 1599649 w 2071987"/>
                <a:gd name="connsiteY10" fmla="*/ 34008 h 3434962"/>
                <a:gd name="connsiteX11" fmla="*/ 1410102 w 2071987"/>
                <a:gd name="connsiteY11" fmla="*/ 254988 h 3434962"/>
                <a:gd name="connsiteX12" fmla="*/ 1167405 w 2071987"/>
                <a:gd name="connsiteY12" fmla="*/ 587315 h 3434962"/>
                <a:gd name="connsiteX13" fmla="*/ 952997 w 2071987"/>
                <a:gd name="connsiteY13" fmla="*/ 861444 h 3434962"/>
                <a:gd name="connsiteX14" fmla="*/ 733160 w 2071987"/>
                <a:gd name="connsiteY14" fmla="*/ 1145480 h 3434962"/>
                <a:gd name="connsiteX15" fmla="*/ 346989 w 2071987"/>
                <a:gd name="connsiteY15" fmla="*/ 2098451 h 3434962"/>
                <a:gd name="connsiteX16" fmla="*/ 10300 w 2071987"/>
                <a:gd name="connsiteY16" fmla="*/ 2498181 h 3434962"/>
                <a:gd name="connsiteX17" fmla="*/ 187924 w 2071987"/>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91630 w 2110620"/>
                <a:gd name="connsiteY13" fmla="*/ 861444 h 3434962"/>
                <a:gd name="connsiteX14" fmla="*/ 771793 w 2110620"/>
                <a:gd name="connsiteY14" fmla="*/ 1145480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91630 w 2110620"/>
                <a:gd name="connsiteY13" fmla="*/ 861444 h 3434962"/>
                <a:gd name="connsiteX14" fmla="*/ 771793 w 2110620"/>
                <a:gd name="connsiteY14" fmla="*/ 1145480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91630 w 2110620"/>
                <a:gd name="connsiteY13" fmla="*/ 861444 h 3434962"/>
                <a:gd name="connsiteX14" fmla="*/ 771793 w 2110620"/>
                <a:gd name="connsiteY14" fmla="*/ 1145480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91630 w 2110620"/>
                <a:gd name="connsiteY13" fmla="*/ 861444 h 3434962"/>
                <a:gd name="connsiteX14" fmla="*/ 771793 w 2110620"/>
                <a:gd name="connsiteY14" fmla="*/ 1145480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91630 w 2110620"/>
                <a:gd name="connsiteY13" fmla="*/ 861444 h 3434962"/>
                <a:gd name="connsiteX14" fmla="*/ 736118 w 2110620"/>
                <a:gd name="connsiteY14" fmla="*/ 1303538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15333 w 2110620"/>
                <a:gd name="connsiteY13" fmla="*/ 951412 h 3434962"/>
                <a:gd name="connsiteX14" fmla="*/ 736118 w 2110620"/>
                <a:gd name="connsiteY14" fmla="*/ 1303538 h 3434962"/>
                <a:gd name="connsiteX15" fmla="*/ 385622 w 2110620"/>
                <a:gd name="connsiteY15" fmla="*/ 2098451 h 3434962"/>
                <a:gd name="connsiteX16" fmla="*/ 48933 w 2110620"/>
                <a:gd name="connsiteY16" fmla="*/ 2498181 h 3434962"/>
                <a:gd name="connsiteX17" fmla="*/ 226557 w 2110620"/>
                <a:gd name="connsiteY17" fmla="*/ 2991045 h 3434962"/>
                <a:gd name="connsiteX0" fmla="*/ 1571863 w 2110620"/>
                <a:gd name="connsiteY0" fmla="*/ 3434962 h 3434962"/>
                <a:gd name="connsiteX1" fmla="*/ 2107241 w 2110620"/>
                <a:gd name="connsiteY1" fmla="*/ 2730285 h 3434962"/>
                <a:gd name="connsiteX2" fmla="*/ 1881396 w 2110620"/>
                <a:gd name="connsiteY2" fmla="*/ 2082227 h 3434962"/>
                <a:gd name="connsiteX3" fmla="*/ 1862883 w 2110620"/>
                <a:gd name="connsiteY3" fmla="*/ 1512949 h 3434962"/>
                <a:gd name="connsiteX4" fmla="*/ 1837831 w 2110620"/>
                <a:gd name="connsiteY4" fmla="*/ 1183771 h 3434962"/>
                <a:gd name="connsiteX5" fmla="*/ 1761345 w 2110620"/>
                <a:gd name="connsiteY5" fmla="*/ 695233 h 3434962"/>
                <a:gd name="connsiteX6" fmla="*/ 1802874 w 2110620"/>
                <a:gd name="connsiteY6" fmla="*/ 397863 h 3434962"/>
                <a:gd name="connsiteX7" fmla="*/ 1802874 w 2110620"/>
                <a:gd name="connsiteY7" fmla="*/ 236700 h 3434962"/>
                <a:gd name="connsiteX8" fmla="*/ 1794588 w 2110620"/>
                <a:gd name="connsiteY8" fmla="*/ 67250 h 3434962"/>
                <a:gd name="connsiteX9" fmla="*/ 1759631 w 2110620"/>
                <a:gd name="connsiteY9" fmla="*/ 10767 h 3434962"/>
                <a:gd name="connsiteX10" fmla="*/ 1638282 w 2110620"/>
                <a:gd name="connsiteY10" fmla="*/ 34008 h 3434962"/>
                <a:gd name="connsiteX11" fmla="*/ 1448735 w 2110620"/>
                <a:gd name="connsiteY11" fmla="*/ 254988 h 3434962"/>
                <a:gd name="connsiteX12" fmla="*/ 1206038 w 2110620"/>
                <a:gd name="connsiteY12" fmla="*/ 587315 h 3434962"/>
                <a:gd name="connsiteX13" fmla="*/ 915333 w 2110620"/>
                <a:gd name="connsiteY13" fmla="*/ 951412 h 3434962"/>
                <a:gd name="connsiteX14" fmla="*/ 736118 w 2110620"/>
                <a:gd name="connsiteY14" fmla="*/ 1303538 h 3434962"/>
                <a:gd name="connsiteX15" fmla="*/ 433183 w 2110620"/>
                <a:gd name="connsiteY15" fmla="*/ 2068144 h 3434962"/>
                <a:gd name="connsiteX16" fmla="*/ 48933 w 2110620"/>
                <a:gd name="connsiteY16" fmla="*/ 2498181 h 3434962"/>
                <a:gd name="connsiteX17" fmla="*/ 226557 w 2110620"/>
                <a:gd name="connsiteY17" fmla="*/ 2991045 h 3434962"/>
                <a:gd name="connsiteX0" fmla="*/ 1520292 w 2059049"/>
                <a:gd name="connsiteY0" fmla="*/ 3434962 h 3434962"/>
                <a:gd name="connsiteX1" fmla="*/ 2055670 w 2059049"/>
                <a:gd name="connsiteY1" fmla="*/ 2730285 h 3434962"/>
                <a:gd name="connsiteX2" fmla="*/ 1829825 w 2059049"/>
                <a:gd name="connsiteY2" fmla="*/ 2082227 h 3434962"/>
                <a:gd name="connsiteX3" fmla="*/ 1811312 w 2059049"/>
                <a:gd name="connsiteY3" fmla="*/ 1512949 h 3434962"/>
                <a:gd name="connsiteX4" fmla="*/ 1786260 w 2059049"/>
                <a:gd name="connsiteY4" fmla="*/ 1183771 h 3434962"/>
                <a:gd name="connsiteX5" fmla="*/ 1709774 w 2059049"/>
                <a:gd name="connsiteY5" fmla="*/ 695233 h 3434962"/>
                <a:gd name="connsiteX6" fmla="*/ 1751303 w 2059049"/>
                <a:gd name="connsiteY6" fmla="*/ 397863 h 3434962"/>
                <a:gd name="connsiteX7" fmla="*/ 1751303 w 2059049"/>
                <a:gd name="connsiteY7" fmla="*/ 236700 h 3434962"/>
                <a:gd name="connsiteX8" fmla="*/ 1743017 w 2059049"/>
                <a:gd name="connsiteY8" fmla="*/ 67250 h 3434962"/>
                <a:gd name="connsiteX9" fmla="*/ 1708060 w 2059049"/>
                <a:gd name="connsiteY9" fmla="*/ 10767 h 3434962"/>
                <a:gd name="connsiteX10" fmla="*/ 1586711 w 2059049"/>
                <a:gd name="connsiteY10" fmla="*/ 34008 h 3434962"/>
                <a:gd name="connsiteX11" fmla="*/ 1397164 w 2059049"/>
                <a:gd name="connsiteY11" fmla="*/ 254988 h 3434962"/>
                <a:gd name="connsiteX12" fmla="*/ 1154467 w 2059049"/>
                <a:gd name="connsiteY12" fmla="*/ 587315 h 3434962"/>
                <a:gd name="connsiteX13" fmla="*/ 863762 w 2059049"/>
                <a:gd name="connsiteY13" fmla="*/ 951412 h 3434962"/>
                <a:gd name="connsiteX14" fmla="*/ 684547 w 2059049"/>
                <a:gd name="connsiteY14" fmla="*/ 1303538 h 3434962"/>
                <a:gd name="connsiteX15" fmla="*/ 381612 w 2059049"/>
                <a:gd name="connsiteY15" fmla="*/ 2068144 h 3434962"/>
                <a:gd name="connsiteX16" fmla="*/ 93261 w 2059049"/>
                <a:gd name="connsiteY16" fmla="*/ 2601480 h 3434962"/>
                <a:gd name="connsiteX17" fmla="*/ 174986 w 2059049"/>
                <a:gd name="connsiteY17" fmla="*/ 2991045 h 3434962"/>
                <a:gd name="connsiteX0" fmla="*/ 1474711 w 2013468"/>
                <a:gd name="connsiteY0" fmla="*/ 3434962 h 3434962"/>
                <a:gd name="connsiteX1" fmla="*/ 2010089 w 2013468"/>
                <a:gd name="connsiteY1" fmla="*/ 2730285 h 3434962"/>
                <a:gd name="connsiteX2" fmla="*/ 1784244 w 2013468"/>
                <a:gd name="connsiteY2" fmla="*/ 2082227 h 3434962"/>
                <a:gd name="connsiteX3" fmla="*/ 1765731 w 2013468"/>
                <a:gd name="connsiteY3" fmla="*/ 1512949 h 3434962"/>
                <a:gd name="connsiteX4" fmla="*/ 1740679 w 2013468"/>
                <a:gd name="connsiteY4" fmla="*/ 1183771 h 3434962"/>
                <a:gd name="connsiteX5" fmla="*/ 1664193 w 2013468"/>
                <a:gd name="connsiteY5" fmla="*/ 695233 h 3434962"/>
                <a:gd name="connsiteX6" fmla="*/ 1705722 w 2013468"/>
                <a:gd name="connsiteY6" fmla="*/ 397863 h 3434962"/>
                <a:gd name="connsiteX7" fmla="*/ 1705722 w 2013468"/>
                <a:gd name="connsiteY7" fmla="*/ 236700 h 3434962"/>
                <a:gd name="connsiteX8" fmla="*/ 1697436 w 2013468"/>
                <a:gd name="connsiteY8" fmla="*/ 67250 h 3434962"/>
                <a:gd name="connsiteX9" fmla="*/ 1662479 w 2013468"/>
                <a:gd name="connsiteY9" fmla="*/ 10767 h 3434962"/>
                <a:gd name="connsiteX10" fmla="*/ 1541130 w 2013468"/>
                <a:gd name="connsiteY10" fmla="*/ 34008 h 3434962"/>
                <a:gd name="connsiteX11" fmla="*/ 1351583 w 2013468"/>
                <a:gd name="connsiteY11" fmla="*/ 254988 h 3434962"/>
                <a:gd name="connsiteX12" fmla="*/ 1108886 w 2013468"/>
                <a:gd name="connsiteY12" fmla="*/ 587315 h 3434962"/>
                <a:gd name="connsiteX13" fmla="*/ 818181 w 2013468"/>
                <a:gd name="connsiteY13" fmla="*/ 951412 h 3434962"/>
                <a:gd name="connsiteX14" fmla="*/ 638966 w 2013468"/>
                <a:gd name="connsiteY14" fmla="*/ 1303538 h 3434962"/>
                <a:gd name="connsiteX15" fmla="*/ 336031 w 2013468"/>
                <a:gd name="connsiteY15" fmla="*/ 2068144 h 3434962"/>
                <a:gd name="connsiteX16" fmla="*/ 47680 w 2013468"/>
                <a:gd name="connsiteY16" fmla="*/ 2601480 h 3434962"/>
                <a:gd name="connsiteX17" fmla="*/ 129405 w 2013468"/>
                <a:gd name="connsiteY17" fmla="*/ 2991045 h 3434962"/>
                <a:gd name="connsiteX0" fmla="*/ 1482199 w 2020956"/>
                <a:gd name="connsiteY0" fmla="*/ 3434962 h 3434962"/>
                <a:gd name="connsiteX1" fmla="*/ 2017577 w 2020956"/>
                <a:gd name="connsiteY1" fmla="*/ 2730285 h 3434962"/>
                <a:gd name="connsiteX2" fmla="*/ 1791732 w 2020956"/>
                <a:gd name="connsiteY2" fmla="*/ 2082227 h 3434962"/>
                <a:gd name="connsiteX3" fmla="*/ 1773219 w 2020956"/>
                <a:gd name="connsiteY3" fmla="*/ 1512949 h 3434962"/>
                <a:gd name="connsiteX4" fmla="*/ 1748167 w 2020956"/>
                <a:gd name="connsiteY4" fmla="*/ 1183771 h 3434962"/>
                <a:gd name="connsiteX5" fmla="*/ 1671681 w 2020956"/>
                <a:gd name="connsiteY5" fmla="*/ 695233 h 3434962"/>
                <a:gd name="connsiteX6" fmla="*/ 1713210 w 2020956"/>
                <a:gd name="connsiteY6" fmla="*/ 397863 h 3434962"/>
                <a:gd name="connsiteX7" fmla="*/ 1713210 w 2020956"/>
                <a:gd name="connsiteY7" fmla="*/ 236700 h 3434962"/>
                <a:gd name="connsiteX8" fmla="*/ 1704924 w 2020956"/>
                <a:gd name="connsiteY8" fmla="*/ 67250 h 3434962"/>
                <a:gd name="connsiteX9" fmla="*/ 1669967 w 2020956"/>
                <a:gd name="connsiteY9" fmla="*/ 10767 h 3434962"/>
                <a:gd name="connsiteX10" fmla="*/ 1548618 w 2020956"/>
                <a:gd name="connsiteY10" fmla="*/ 34008 h 3434962"/>
                <a:gd name="connsiteX11" fmla="*/ 1359071 w 2020956"/>
                <a:gd name="connsiteY11" fmla="*/ 254988 h 3434962"/>
                <a:gd name="connsiteX12" fmla="*/ 1116374 w 2020956"/>
                <a:gd name="connsiteY12" fmla="*/ 587315 h 3434962"/>
                <a:gd name="connsiteX13" fmla="*/ 825669 w 2020956"/>
                <a:gd name="connsiteY13" fmla="*/ 951412 h 3434962"/>
                <a:gd name="connsiteX14" fmla="*/ 646454 w 2020956"/>
                <a:gd name="connsiteY14" fmla="*/ 1303538 h 3434962"/>
                <a:gd name="connsiteX15" fmla="*/ 343519 w 2020956"/>
                <a:gd name="connsiteY15" fmla="*/ 2068144 h 3434962"/>
                <a:gd name="connsiteX16" fmla="*/ 55168 w 2020956"/>
                <a:gd name="connsiteY16" fmla="*/ 2601480 h 3434962"/>
                <a:gd name="connsiteX17" fmla="*/ 119474 w 2020956"/>
                <a:gd name="connsiteY17" fmla="*/ 3004122 h 3434962"/>
                <a:gd name="connsiteX0" fmla="*/ 1482199 w 2020956"/>
                <a:gd name="connsiteY0" fmla="*/ 3434962 h 3434962"/>
                <a:gd name="connsiteX1" fmla="*/ 2017577 w 2020956"/>
                <a:gd name="connsiteY1" fmla="*/ 2730285 h 3434962"/>
                <a:gd name="connsiteX2" fmla="*/ 1791732 w 2020956"/>
                <a:gd name="connsiteY2" fmla="*/ 2082227 h 3434962"/>
                <a:gd name="connsiteX3" fmla="*/ 1773219 w 2020956"/>
                <a:gd name="connsiteY3" fmla="*/ 1512949 h 3434962"/>
                <a:gd name="connsiteX4" fmla="*/ 1748167 w 2020956"/>
                <a:gd name="connsiteY4" fmla="*/ 1183771 h 3434962"/>
                <a:gd name="connsiteX5" fmla="*/ 1671681 w 2020956"/>
                <a:gd name="connsiteY5" fmla="*/ 695233 h 3434962"/>
                <a:gd name="connsiteX6" fmla="*/ 1713210 w 2020956"/>
                <a:gd name="connsiteY6" fmla="*/ 397863 h 3434962"/>
                <a:gd name="connsiteX7" fmla="*/ 1713210 w 2020956"/>
                <a:gd name="connsiteY7" fmla="*/ 236700 h 3434962"/>
                <a:gd name="connsiteX8" fmla="*/ 1704924 w 2020956"/>
                <a:gd name="connsiteY8" fmla="*/ 67250 h 3434962"/>
                <a:gd name="connsiteX9" fmla="*/ 1669967 w 2020956"/>
                <a:gd name="connsiteY9" fmla="*/ 10767 h 3434962"/>
                <a:gd name="connsiteX10" fmla="*/ 1548618 w 2020956"/>
                <a:gd name="connsiteY10" fmla="*/ 34008 h 3434962"/>
                <a:gd name="connsiteX11" fmla="*/ 1359071 w 2020956"/>
                <a:gd name="connsiteY11" fmla="*/ 254988 h 3434962"/>
                <a:gd name="connsiteX12" fmla="*/ 1116374 w 2020956"/>
                <a:gd name="connsiteY12" fmla="*/ 587315 h 3434962"/>
                <a:gd name="connsiteX13" fmla="*/ 825669 w 2020956"/>
                <a:gd name="connsiteY13" fmla="*/ 951412 h 3434962"/>
                <a:gd name="connsiteX14" fmla="*/ 646454 w 2020956"/>
                <a:gd name="connsiteY14" fmla="*/ 1303538 h 3434962"/>
                <a:gd name="connsiteX15" fmla="*/ 343519 w 2020956"/>
                <a:gd name="connsiteY15" fmla="*/ 2068144 h 3434962"/>
                <a:gd name="connsiteX16" fmla="*/ 55168 w 2020956"/>
                <a:gd name="connsiteY16" fmla="*/ 2601480 h 3434962"/>
                <a:gd name="connsiteX17" fmla="*/ 119474 w 2020956"/>
                <a:gd name="connsiteY17" fmla="*/ 3004122 h 3434962"/>
                <a:gd name="connsiteX0" fmla="*/ 1482199 w 2020956"/>
                <a:gd name="connsiteY0" fmla="*/ 3434962 h 3434962"/>
                <a:gd name="connsiteX1" fmla="*/ 2017577 w 2020956"/>
                <a:gd name="connsiteY1" fmla="*/ 2730285 h 3434962"/>
                <a:gd name="connsiteX2" fmla="*/ 1791732 w 2020956"/>
                <a:gd name="connsiteY2" fmla="*/ 2082227 h 3434962"/>
                <a:gd name="connsiteX3" fmla="*/ 1773219 w 2020956"/>
                <a:gd name="connsiteY3" fmla="*/ 1512949 h 3434962"/>
                <a:gd name="connsiteX4" fmla="*/ 1748167 w 2020956"/>
                <a:gd name="connsiteY4" fmla="*/ 1183771 h 3434962"/>
                <a:gd name="connsiteX5" fmla="*/ 1671681 w 2020956"/>
                <a:gd name="connsiteY5" fmla="*/ 695233 h 3434962"/>
                <a:gd name="connsiteX6" fmla="*/ 1713210 w 2020956"/>
                <a:gd name="connsiteY6" fmla="*/ 397863 h 3434962"/>
                <a:gd name="connsiteX7" fmla="*/ 1713210 w 2020956"/>
                <a:gd name="connsiteY7" fmla="*/ 236700 h 3434962"/>
                <a:gd name="connsiteX8" fmla="*/ 1704924 w 2020956"/>
                <a:gd name="connsiteY8" fmla="*/ 67250 h 3434962"/>
                <a:gd name="connsiteX9" fmla="*/ 1669967 w 2020956"/>
                <a:gd name="connsiteY9" fmla="*/ 10767 h 3434962"/>
                <a:gd name="connsiteX10" fmla="*/ 1548618 w 2020956"/>
                <a:gd name="connsiteY10" fmla="*/ 34008 h 3434962"/>
                <a:gd name="connsiteX11" fmla="*/ 1359071 w 2020956"/>
                <a:gd name="connsiteY11" fmla="*/ 254988 h 3434962"/>
                <a:gd name="connsiteX12" fmla="*/ 1116374 w 2020956"/>
                <a:gd name="connsiteY12" fmla="*/ 587315 h 3434962"/>
                <a:gd name="connsiteX13" fmla="*/ 825669 w 2020956"/>
                <a:gd name="connsiteY13" fmla="*/ 951412 h 3434962"/>
                <a:gd name="connsiteX14" fmla="*/ 646454 w 2020956"/>
                <a:gd name="connsiteY14" fmla="*/ 1303538 h 3434962"/>
                <a:gd name="connsiteX15" fmla="*/ 344509 w 2020956"/>
                <a:gd name="connsiteY15" fmla="*/ 2131418 h 3434962"/>
                <a:gd name="connsiteX16" fmla="*/ 55168 w 2020956"/>
                <a:gd name="connsiteY16" fmla="*/ 2601480 h 3434962"/>
                <a:gd name="connsiteX17" fmla="*/ 119474 w 2020956"/>
                <a:gd name="connsiteY17" fmla="*/ 3004122 h 3434962"/>
                <a:gd name="connsiteX0" fmla="*/ 1482199 w 2020956"/>
                <a:gd name="connsiteY0" fmla="*/ 3434962 h 3434962"/>
                <a:gd name="connsiteX1" fmla="*/ 2017577 w 2020956"/>
                <a:gd name="connsiteY1" fmla="*/ 2730285 h 3434962"/>
                <a:gd name="connsiteX2" fmla="*/ 1791732 w 2020956"/>
                <a:gd name="connsiteY2" fmla="*/ 2082227 h 3434962"/>
                <a:gd name="connsiteX3" fmla="*/ 1773219 w 2020956"/>
                <a:gd name="connsiteY3" fmla="*/ 1512949 h 3434962"/>
                <a:gd name="connsiteX4" fmla="*/ 1863304 w 2020956"/>
                <a:gd name="connsiteY4" fmla="*/ 1209090 h 3434962"/>
                <a:gd name="connsiteX5" fmla="*/ 1671681 w 2020956"/>
                <a:gd name="connsiteY5" fmla="*/ 695233 h 3434962"/>
                <a:gd name="connsiteX6" fmla="*/ 1713210 w 2020956"/>
                <a:gd name="connsiteY6" fmla="*/ 397863 h 3434962"/>
                <a:gd name="connsiteX7" fmla="*/ 1713210 w 2020956"/>
                <a:gd name="connsiteY7" fmla="*/ 236700 h 3434962"/>
                <a:gd name="connsiteX8" fmla="*/ 1704924 w 2020956"/>
                <a:gd name="connsiteY8" fmla="*/ 67250 h 3434962"/>
                <a:gd name="connsiteX9" fmla="*/ 1669967 w 2020956"/>
                <a:gd name="connsiteY9" fmla="*/ 10767 h 3434962"/>
                <a:gd name="connsiteX10" fmla="*/ 1548618 w 2020956"/>
                <a:gd name="connsiteY10" fmla="*/ 34008 h 3434962"/>
                <a:gd name="connsiteX11" fmla="*/ 1359071 w 2020956"/>
                <a:gd name="connsiteY11" fmla="*/ 254988 h 3434962"/>
                <a:gd name="connsiteX12" fmla="*/ 1116374 w 2020956"/>
                <a:gd name="connsiteY12" fmla="*/ 587315 h 3434962"/>
                <a:gd name="connsiteX13" fmla="*/ 825669 w 2020956"/>
                <a:gd name="connsiteY13" fmla="*/ 951412 h 3434962"/>
                <a:gd name="connsiteX14" fmla="*/ 646454 w 2020956"/>
                <a:gd name="connsiteY14" fmla="*/ 1303538 h 3434962"/>
                <a:gd name="connsiteX15" fmla="*/ 344509 w 2020956"/>
                <a:gd name="connsiteY15" fmla="*/ 2131418 h 3434962"/>
                <a:gd name="connsiteX16" fmla="*/ 55168 w 2020956"/>
                <a:gd name="connsiteY16" fmla="*/ 2601480 h 3434962"/>
                <a:gd name="connsiteX17" fmla="*/ 119474 w 2020956"/>
                <a:gd name="connsiteY17" fmla="*/ 3004122 h 3434962"/>
                <a:gd name="connsiteX0" fmla="*/ 1482199 w 2020956"/>
                <a:gd name="connsiteY0" fmla="*/ 3434962 h 3434962"/>
                <a:gd name="connsiteX1" fmla="*/ 2017577 w 2020956"/>
                <a:gd name="connsiteY1" fmla="*/ 2730285 h 3434962"/>
                <a:gd name="connsiteX2" fmla="*/ 1791732 w 2020956"/>
                <a:gd name="connsiteY2" fmla="*/ 2082227 h 3434962"/>
                <a:gd name="connsiteX3" fmla="*/ 1714305 w 2020956"/>
                <a:gd name="connsiteY3" fmla="*/ 1817383 h 3434962"/>
                <a:gd name="connsiteX4" fmla="*/ 1773219 w 2020956"/>
                <a:gd name="connsiteY4" fmla="*/ 1512949 h 3434962"/>
                <a:gd name="connsiteX5" fmla="*/ 1863304 w 2020956"/>
                <a:gd name="connsiteY5" fmla="*/ 1209090 h 3434962"/>
                <a:gd name="connsiteX6" fmla="*/ 1671681 w 2020956"/>
                <a:gd name="connsiteY6" fmla="*/ 695233 h 3434962"/>
                <a:gd name="connsiteX7" fmla="*/ 1713210 w 2020956"/>
                <a:gd name="connsiteY7" fmla="*/ 397863 h 3434962"/>
                <a:gd name="connsiteX8" fmla="*/ 1713210 w 2020956"/>
                <a:gd name="connsiteY8" fmla="*/ 236700 h 3434962"/>
                <a:gd name="connsiteX9" fmla="*/ 1704924 w 2020956"/>
                <a:gd name="connsiteY9" fmla="*/ 67250 h 3434962"/>
                <a:gd name="connsiteX10" fmla="*/ 1669967 w 2020956"/>
                <a:gd name="connsiteY10" fmla="*/ 10767 h 3434962"/>
                <a:gd name="connsiteX11" fmla="*/ 1548618 w 2020956"/>
                <a:gd name="connsiteY11" fmla="*/ 34008 h 3434962"/>
                <a:gd name="connsiteX12" fmla="*/ 1359071 w 2020956"/>
                <a:gd name="connsiteY12" fmla="*/ 254988 h 3434962"/>
                <a:gd name="connsiteX13" fmla="*/ 1116374 w 2020956"/>
                <a:gd name="connsiteY13" fmla="*/ 587315 h 3434962"/>
                <a:gd name="connsiteX14" fmla="*/ 825669 w 2020956"/>
                <a:gd name="connsiteY14" fmla="*/ 951412 h 3434962"/>
                <a:gd name="connsiteX15" fmla="*/ 646454 w 2020956"/>
                <a:gd name="connsiteY15" fmla="*/ 1303538 h 3434962"/>
                <a:gd name="connsiteX16" fmla="*/ 344509 w 2020956"/>
                <a:gd name="connsiteY16" fmla="*/ 2131418 h 3434962"/>
                <a:gd name="connsiteX17" fmla="*/ 55168 w 2020956"/>
                <a:gd name="connsiteY17" fmla="*/ 2601480 h 3434962"/>
                <a:gd name="connsiteX18" fmla="*/ 119474 w 2020956"/>
                <a:gd name="connsiteY18" fmla="*/ 3004122 h 3434962"/>
                <a:gd name="connsiteX0" fmla="*/ 1482199 w 2120641"/>
                <a:gd name="connsiteY0" fmla="*/ 3434962 h 3434962"/>
                <a:gd name="connsiteX1" fmla="*/ 2017577 w 2120641"/>
                <a:gd name="connsiteY1" fmla="*/ 2730285 h 3434962"/>
                <a:gd name="connsiteX2" fmla="*/ 2093772 w 2120641"/>
                <a:gd name="connsiteY2" fmla="*/ 2040884 h 3434962"/>
                <a:gd name="connsiteX3" fmla="*/ 1714305 w 2120641"/>
                <a:gd name="connsiteY3" fmla="*/ 1817383 h 3434962"/>
                <a:gd name="connsiteX4" fmla="*/ 1773219 w 2120641"/>
                <a:gd name="connsiteY4" fmla="*/ 1512949 h 3434962"/>
                <a:gd name="connsiteX5" fmla="*/ 1863304 w 2120641"/>
                <a:gd name="connsiteY5" fmla="*/ 1209090 h 3434962"/>
                <a:gd name="connsiteX6" fmla="*/ 1671681 w 2120641"/>
                <a:gd name="connsiteY6" fmla="*/ 695233 h 3434962"/>
                <a:gd name="connsiteX7" fmla="*/ 1713210 w 2120641"/>
                <a:gd name="connsiteY7" fmla="*/ 397863 h 3434962"/>
                <a:gd name="connsiteX8" fmla="*/ 1713210 w 2120641"/>
                <a:gd name="connsiteY8" fmla="*/ 236700 h 3434962"/>
                <a:gd name="connsiteX9" fmla="*/ 1704924 w 2120641"/>
                <a:gd name="connsiteY9" fmla="*/ 67250 h 3434962"/>
                <a:gd name="connsiteX10" fmla="*/ 1669967 w 2120641"/>
                <a:gd name="connsiteY10" fmla="*/ 10767 h 3434962"/>
                <a:gd name="connsiteX11" fmla="*/ 1548618 w 2120641"/>
                <a:gd name="connsiteY11" fmla="*/ 34008 h 3434962"/>
                <a:gd name="connsiteX12" fmla="*/ 1359071 w 2120641"/>
                <a:gd name="connsiteY12" fmla="*/ 254988 h 3434962"/>
                <a:gd name="connsiteX13" fmla="*/ 1116374 w 2120641"/>
                <a:gd name="connsiteY13" fmla="*/ 587315 h 3434962"/>
                <a:gd name="connsiteX14" fmla="*/ 825669 w 2120641"/>
                <a:gd name="connsiteY14" fmla="*/ 951412 h 3434962"/>
                <a:gd name="connsiteX15" fmla="*/ 646454 w 2120641"/>
                <a:gd name="connsiteY15" fmla="*/ 1303538 h 3434962"/>
                <a:gd name="connsiteX16" fmla="*/ 344509 w 2120641"/>
                <a:gd name="connsiteY16" fmla="*/ 2131418 h 3434962"/>
                <a:gd name="connsiteX17" fmla="*/ 55168 w 2120641"/>
                <a:gd name="connsiteY17" fmla="*/ 2601480 h 3434962"/>
                <a:gd name="connsiteX18" fmla="*/ 119474 w 2120641"/>
                <a:gd name="connsiteY18" fmla="*/ 3004122 h 3434962"/>
                <a:gd name="connsiteX0" fmla="*/ 1482199 w 2395072"/>
                <a:gd name="connsiteY0" fmla="*/ 3434962 h 3434962"/>
                <a:gd name="connsiteX1" fmla="*/ 2375652 w 2395072"/>
                <a:gd name="connsiteY1" fmla="*/ 2588431 h 3434962"/>
                <a:gd name="connsiteX2" fmla="*/ 2093772 w 2395072"/>
                <a:gd name="connsiteY2" fmla="*/ 2040884 h 3434962"/>
                <a:gd name="connsiteX3" fmla="*/ 1714305 w 2395072"/>
                <a:gd name="connsiteY3" fmla="*/ 1817383 h 3434962"/>
                <a:gd name="connsiteX4" fmla="*/ 1773219 w 2395072"/>
                <a:gd name="connsiteY4" fmla="*/ 1512949 h 3434962"/>
                <a:gd name="connsiteX5" fmla="*/ 1863304 w 2395072"/>
                <a:gd name="connsiteY5" fmla="*/ 1209090 h 3434962"/>
                <a:gd name="connsiteX6" fmla="*/ 1671681 w 2395072"/>
                <a:gd name="connsiteY6" fmla="*/ 695233 h 3434962"/>
                <a:gd name="connsiteX7" fmla="*/ 1713210 w 2395072"/>
                <a:gd name="connsiteY7" fmla="*/ 397863 h 3434962"/>
                <a:gd name="connsiteX8" fmla="*/ 1713210 w 2395072"/>
                <a:gd name="connsiteY8" fmla="*/ 236700 h 3434962"/>
                <a:gd name="connsiteX9" fmla="*/ 1704924 w 2395072"/>
                <a:gd name="connsiteY9" fmla="*/ 67250 h 3434962"/>
                <a:gd name="connsiteX10" fmla="*/ 1669967 w 2395072"/>
                <a:gd name="connsiteY10" fmla="*/ 10767 h 3434962"/>
                <a:gd name="connsiteX11" fmla="*/ 1548618 w 2395072"/>
                <a:gd name="connsiteY11" fmla="*/ 34008 h 3434962"/>
                <a:gd name="connsiteX12" fmla="*/ 1359071 w 2395072"/>
                <a:gd name="connsiteY12" fmla="*/ 254988 h 3434962"/>
                <a:gd name="connsiteX13" fmla="*/ 1116374 w 2395072"/>
                <a:gd name="connsiteY13" fmla="*/ 587315 h 3434962"/>
                <a:gd name="connsiteX14" fmla="*/ 825669 w 2395072"/>
                <a:gd name="connsiteY14" fmla="*/ 951412 h 3434962"/>
                <a:gd name="connsiteX15" fmla="*/ 646454 w 2395072"/>
                <a:gd name="connsiteY15" fmla="*/ 1303538 h 3434962"/>
                <a:gd name="connsiteX16" fmla="*/ 344509 w 2395072"/>
                <a:gd name="connsiteY16" fmla="*/ 2131418 h 3434962"/>
                <a:gd name="connsiteX17" fmla="*/ 55168 w 2395072"/>
                <a:gd name="connsiteY17" fmla="*/ 2601480 h 3434962"/>
                <a:gd name="connsiteX18" fmla="*/ 119474 w 2395072"/>
                <a:gd name="connsiteY18" fmla="*/ 3004122 h 3434962"/>
                <a:gd name="connsiteX0" fmla="*/ 1482199 w 2378560"/>
                <a:gd name="connsiteY0" fmla="*/ 3434962 h 3434962"/>
                <a:gd name="connsiteX1" fmla="*/ 2191787 w 2378560"/>
                <a:gd name="connsiteY1" fmla="*/ 3150625 h 3434962"/>
                <a:gd name="connsiteX2" fmla="*/ 2375652 w 2378560"/>
                <a:gd name="connsiteY2" fmla="*/ 2588431 h 3434962"/>
                <a:gd name="connsiteX3" fmla="*/ 2093772 w 2378560"/>
                <a:gd name="connsiteY3" fmla="*/ 2040884 h 3434962"/>
                <a:gd name="connsiteX4" fmla="*/ 1714305 w 2378560"/>
                <a:gd name="connsiteY4" fmla="*/ 1817383 h 3434962"/>
                <a:gd name="connsiteX5" fmla="*/ 1773219 w 2378560"/>
                <a:gd name="connsiteY5" fmla="*/ 1512949 h 3434962"/>
                <a:gd name="connsiteX6" fmla="*/ 1863304 w 2378560"/>
                <a:gd name="connsiteY6" fmla="*/ 1209090 h 3434962"/>
                <a:gd name="connsiteX7" fmla="*/ 1671681 w 2378560"/>
                <a:gd name="connsiteY7" fmla="*/ 695233 h 3434962"/>
                <a:gd name="connsiteX8" fmla="*/ 1713210 w 2378560"/>
                <a:gd name="connsiteY8" fmla="*/ 397863 h 3434962"/>
                <a:gd name="connsiteX9" fmla="*/ 1713210 w 2378560"/>
                <a:gd name="connsiteY9" fmla="*/ 236700 h 3434962"/>
                <a:gd name="connsiteX10" fmla="*/ 1704924 w 2378560"/>
                <a:gd name="connsiteY10" fmla="*/ 67250 h 3434962"/>
                <a:gd name="connsiteX11" fmla="*/ 1669967 w 2378560"/>
                <a:gd name="connsiteY11" fmla="*/ 10767 h 3434962"/>
                <a:gd name="connsiteX12" fmla="*/ 1548618 w 2378560"/>
                <a:gd name="connsiteY12" fmla="*/ 34008 h 3434962"/>
                <a:gd name="connsiteX13" fmla="*/ 1359071 w 2378560"/>
                <a:gd name="connsiteY13" fmla="*/ 254988 h 3434962"/>
                <a:gd name="connsiteX14" fmla="*/ 1116374 w 2378560"/>
                <a:gd name="connsiteY14" fmla="*/ 587315 h 3434962"/>
                <a:gd name="connsiteX15" fmla="*/ 825669 w 2378560"/>
                <a:gd name="connsiteY15" fmla="*/ 951412 h 3434962"/>
                <a:gd name="connsiteX16" fmla="*/ 646454 w 2378560"/>
                <a:gd name="connsiteY16" fmla="*/ 1303538 h 3434962"/>
                <a:gd name="connsiteX17" fmla="*/ 344509 w 2378560"/>
                <a:gd name="connsiteY17" fmla="*/ 2131418 h 3434962"/>
                <a:gd name="connsiteX18" fmla="*/ 55168 w 2378560"/>
                <a:gd name="connsiteY18" fmla="*/ 2601480 h 3434962"/>
                <a:gd name="connsiteX19" fmla="*/ 119474 w 2378560"/>
                <a:gd name="connsiteY19" fmla="*/ 3004122 h 3434962"/>
                <a:gd name="connsiteX0" fmla="*/ 1615382 w 2378560"/>
                <a:gd name="connsiteY0" fmla="*/ 3405809 h 3405809"/>
                <a:gd name="connsiteX1" fmla="*/ 2191787 w 2378560"/>
                <a:gd name="connsiteY1" fmla="*/ 3150625 h 3405809"/>
                <a:gd name="connsiteX2" fmla="*/ 2375652 w 2378560"/>
                <a:gd name="connsiteY2" fmla="*/ 2588431 h 3405809"/>
                <a:gd name="connsiteX3" fmla="*/ 2093772 w 2378560"/>
                <a:gd name="connsiteY3" fmla="*/ 2040884 h 3405809"/>
                <a:gd name="connsiteX4" fmla="*/ 1714305 w 2378560"/>
                <a:gd name="connsiteY4" fmla="*/ 1817383 h 3405809"/>
                <a:gd name="connsiteX5" fmla="*/ 1773219 w 2378560"/>
                <a:gd name="connsiteY5" fmla="*/ 1512949 h 3405809"/>
                <a:gd name="connsiteX6" fmla="*/ 1863304 w 2378560"/>
                <a:gd name="connsiteY6" fmla="*/ 1209090 h 3405809"/>
                <a:gd name="connsiteX7" fmla="*/ 1671681 w 2378560"/>
                <a:gd name="connsiteY7" fmla="*/ 695233 h 3405809"/>
                <a:gd name="connsiteX8" fmla="*/ 1713210 w 2378560"/>
                <a:gd name="connsiteY8" fmla="*/ 397863 h 3405809"/>
                <a:gd name="connsiteX9" fmla="*/ 1713210 w 2378560"/>
                <a:gd name="connsiteY9" fmla="*/ 236700 h 3405809"/>
                <a:gd name="connsiteX10" fmla="*/ 1704924 w 2378560"/>
                <a:gd name="connsiteY10" fmla="*/ 67250 h 3405809"/>
                <a:gd name="connsiteX11" fmla="*/ 1669967 w 2378560"/>
                <a:gd name="connsiteY11" fmla="*/ 10767 h 3405809"/>
                <a:gd name="connsiteX12" fmla="*/ 1548618 w 2378560"/>
                <a:gd name="connsiteY12" fmla="*/ 34008 h 3405809"/>
                <a:gd name="connsiteX13" fmla="*/ 1359071 w 2378560"/>
                <a:gd name="connsiteY13" fmla="*/ 254988 h 3405809"/>
                <a:gd name="connsiteX14" fmla="*/ 1116374 w 2378560"/>
                <a:gd name="connsiteY14" fmla="*/ 587315 h 3405809"/>
                <a:gd name="connsiteX15" fmla="*/ 825669 w 2378560"/>
                <a:gd name="connsiteY15" fmla="*/ 951412 h 3405809"/>
                <a:gd name="connsiteX16" fmla="*/ 646454 w 2378560"/>
                <a:gd name="connsiteY16" fmla="*/ 1303538 h 3405809"/>
                <a:gd name="connsiteX17" fmla="*/ 344509 w 2378560"/>
                <a:gd name="connsiteY17" fmla="*/ 2131418 h 3405809"/>
                <a:gd name="connsiteX18" fmla="*/ 55168 w 2378560"/>
                <a:gd name="connsiteY18" fmla="*/ 2601480 h 3405809"/>
                <a:gd name="connsiteX19" fmla="*/ 119474 w 2378560"/>
                <a:gd name="connsiteY19" fmla="*/ 3004122 h 3405809"/>
                <a:gd name="connsiteX0" fmla="*/ 1535770 w 2298948"/>
                <a:gd name="connsiteY0" fmla="*/ 3405809 h 3405809"/>
                <a:gd name="connsiteX1" fmla="*/ 2112175 w 2298948"/>
                <a:gd name="connsiteY1" fmla="*/ 3150625 h 3405809"/>
                <a:gd name="connsiteX2" fmla="*/ 2296040 w 2298948"/>
                <a:gd name="connsiteY2" fmla="*/ 2588431 h 3405809"/>
                <a:gd name="connsiteX3" fmla="*/ 2014160 w 2298948"/>
                <a:gd name="connsiteY3" fmla="*/ 2040884 h 3405809"/>
                <a:gd name="connsiteX4" fmla="*/ 1634693 w 2298948"/>
                <a:gd name="connsiteY4" fmla="*/ 1817383 h 3405809"/>
                <a:gd name="connsiteX5" fmla="*/ 1693607 w 2298948"/>
                <a:gd name="connsiteY5" fmla="*/ 1512949 h 3405809"/>
                <a:gd name="connsiteX6" fmla="*/ 1783692 w 2298948"/>
                <a:gd name="connsiteY6" fmla="*/ 1209090 h 3405809"/>
                <a:gd name="connsiteX7" fmla="*/ 1592069 w 2298948"/>
                <a:gd name="connsiteY7" fmla="*/ 695233 h 3405809"/>
                <a:gd name="connsiteX8" fmla="*/ 1633598 w 2298948"/>
                <a:gd name="connsiteY8" fmla="*/ 397863 h 3405809"/>
                <a:gd name="connsiteX9" fmla="*/ 1633598 w 2298948"/>
                <a:gd name="connsiteY9" fmla="*/ 236700 h 3405809"/>
                <a:gd name="connsiteX10" fmla="*/ 1625312 w 2298948"/>
                <a:gd name="connsiteY10" fmla="*/ 67250 h 3405809"/>
                <a:gd name="connsiteX11" fmla="*/ 1590355 w 2298948"/>
                <a:gd name="connsiteY11" fmla="*/ 10767 h 3405809"/>
                <a:gd name="connsiteX12" fmla="*/ 1469006 w 2298948"/>
                <a:gd name="connsiteY12" fmla="*/ 34008 h 3405809"/>
                <a:gd name="connsiteX13" fmla="*/ 1279459 w 2298948"/>
                <a:gd name="connsiteY13" fmla="*/ 254988 h 3405809"/>
                <a:gd name="connsiteX14" fmla="*/ 1036762 w 2298948"/>
                <a:gd name="connsiteY14" fmla="*/ 587315 h 3405809"/>
                <a:gd name="connsiteX15" fmla="*/ 746057 w 2298948"/>
                <a:gd name="connsiteY15" fmla="*/ 951412 h 3405809"/>
                <a:gd name="connsiteX16" fmla="*/ 566842 w 2298948"/>
                <a:gd name="connsiteY16" fmla="*/ 1303538 h 3405809"/>
                <a:gd name="connsiteX17" fmla="*/ 264897 w 2298948"/>
                <a:gd name="connsiteY17" fmla="*/ 2131418 h 3405809"/>
                <a:gd name="connsiteX18" fmla="*/ 349762 w 2298948"/>
                <a:gd name="connsiteY18" fmla="*/ 2634905 h 3405809"/>
                <a:gd name="connsiteX19" fmla="*/ 39862 w 2298948"/>
                <a:gd name="connsiteY19" fmla="*/ 3004122 h 3405809"/>
                <a:gd name="connsiteX0" fmla="*/ 1336785 w 2099963"/>
                <a:gd name="connsiteY0" fmla="*/ 3405809 h 3405809"/>
                <a:gd name="connsiteX1" fmla="*/ 1913190 w 2099963"/>
                <a:gd name="connsiteY1" fmla="*/ 3150625 h 3405809"/>
                <a:gd name="connsiteX2" fmla="*/ 2097055 w 2099963"/>
                <a:gd name="connsiteY2" fmla="*/ 2588431 h 3405809"/>
                <a:gd name="connsiteX3" fmla="*/ 1815175 w 2099963"/>
                <a:gd name="connsiteY3" fmla="*/ 2040884 h 3405809"/>
                <a:gd name="connsiteX4" fmla="*/ 1435708 w 2099963"/>
                <a:gd name="connsiteY4" fmla="*/ 1817383 h 3405809"/>
                <a:gd name="connsiteX5" fmla="*/ 1494622 w 2099963"/>
                <a:gd name="connsiteY5" fmla="*/ 1512949 h 3405809"/>
                <a:gd name="connsiteX6" fmla="*/ 1584707 w 2099963"/>
                <a:gd name="connsiteY6" fmla="*/ 1209090 h 3405809"/>
                <a:gd name="connsiteX7" fmla="*/ 1393084 w 2099963"/>
                <a:gd name="connsiteY7" fmla="*/ 695233 h 3405809"/>
                <a:gd name="connsiteX8" fmla="*/ 1434613 w 2099963"/>
                <a:gd name="connsiteY8" fmla="*/ 397863 h 3405809"/>
                <a:gd name="connsiteX9" fmla="*/ 1434613 w 2099963"/>
                <a:gd name="connsiteY9" fmla="*/ 236700 h 3405809"/>
                <a:gd name="connsiteX10" fmla="*/ 1426327 w 2099963"/>
                <a:gd name="connsiteY10" fmla="*/ 67250 h 3405809"/>
                <a:gd name="connsiteX11" fmla="*/ 1391370 w 2099963"/>
                <a:gd name="connsiteY11" fmla="*/ 10767 h 3405809"/>
                <a:gd name="connsiteX12" fmla="*/ 1270021 w 2099963"/>
                <a:gd name="connsiteY12" fmla="*/ 34008 h 3405809"/>
                <a:gd name="connsiteX13" fmla="*/ 1080474 w 2099963"/>
                <a:gd name="connsiteY13" fmla="*/ 254988 h 3405809"/>
                <a:gd name="connsiteX14" fmla="*/ 837777 w 2099963"/>
                <a:gd name="connsiteY14" fmla="*/ 587315 h 3405809"/>
                <a:gd name="connsiteX15" fmla="*/ 547072 w 2099963"/>
                <a:gd name="connsiteY15" fmla="*/ 951412 h 3405809"/>
                <a:gd name="connsiteX16" fmla="*/ 367857 w 2099963"/>
                <a:gd name="connsiteY16" fmla="*/ 1303538 h 3405809"/>
                <a:gd name="connsiteX17" fmla="*/ 65912 w 2099963"/>
                <a:gd name="connsiteY17" fmla="*/ 2131418 h 3405809"/>
                <a:gd name="connsiteX18" fmla="*/ 150777 w 2099963"/>
                <a:gd name="connsiteY18" fmla="*/ 2634905 h 3405809"/>
                <a:gd name="connsiteX19" fmla="*/ 68478 w 2099963"/>
                <a:gd name="connsiteY19" fmla="*/ 3001367 h 3405809"/>
                <a:gd name="connsiteX0" fmla="*/ 1336785 w 2099963"/>
                <a:gd name="connsiteY0" fmla="*/ 3405809 h 3405809"/>
                <a:gd name="connsiteX1" fmla="*/ 1913190 w 2099963"/>
                <a:gd name="connsiteY1" fmla="*/ 3150625 h 3405809"/>
                <a:gd name="connsiteX2" fmla="*/ 2097055 w 2099963"/>
                <a:gd name="connsiteY2" fmla="*/ 2588431 h 3405809"/>
                <a:gd name="connsiteX3" fmla="*/ 1815175 w 2099963"/>
                <a:gd name="connsiteY3" fmla="*/ 2040884 h 3405809"/>
                <a:gd name="connsiteX4" fmla="*/ 1435708 w 2099963"/>
                <a:gd name="connsiteY4" fmla="*/ 1817383 h 3405809"/>
                <a:gd name="connsiteX5" fmla="*/ 1494622 w 2099963"/>
                <a:gd name="connsiteY5" fmla="*/ 1512949 h 3405809"/>
                <a:gd name="connsiteX6" fmla="*/ 1584707 w 2099963"/>
                <a:gd name="connsiteY6" fmla="*/ 1209090 h 3405809"/>
                <a:gd name="connsiteX7" fmla="*/ 1393084 w 2099963"/>
                <a:gd name="connsiteY7" fmla="*/ 695233 h 3405809"/>
                <a:gd name="connsiteX8" fmla="*/ 1434613 w 2099963"/>
                <a:gd name="connsiteY8" fmla="*/ 397863 h 3405809"/>
                <a:gd name="connsiteX9" fmla="*/ 1434613 w 2099963"/>
                <a:gd name="connsiteY9" fmla="*/ 236700 h 3405809"/>
                <a:gd name="connsiteX10" fmla="*/ 1426327 w 2099963"/>
                <a:gd name="connsiteY10" fmla="*/ 67250 h 3405809"/>
                <a:gd name="connsiteX11" fmla="*/ 1391370 w 2099963"/>
                <a:gd name="connsiteY11" fmla="*/ 10767 h 3405809"/>
                <a:gd name="connsiteX12" fmla="*/ 1270021 w 2099963"/>
                <a:gd name="connsiteY12" fmla="*/ 34008 h 3405809"/>
                <a:gd name="connsiteX13" fmla="*/ 1080474 w 2099963"/>
                <a:gd name="connsiteY13" fmla="*/ 254988 h 3405809"/>
                <a:gd name="connsiteX14" fmla="*/ 837777 w 2099963"/>
                <a:gd name="connsiteY14" fmla="*/ 587315 h 3405809"/>
                <a:gd name="connsiteX15" fmla="*/ 547072 w 2099963"/>
                <a:gd name="connsiteY15" fmla="*/ 951412 h 3405809"/>
                <a:gd name="connsiteX16" fmla="*/ 367857 w 2099963"/>
                <a:gd name="connsiteY16" fmla="*/ 1303538 h 3405809"/>
                <a:gd name="connsiteX17" fmla="*/ 118519 w 2099963"/>
                <a:gd name="connsiteY17" fmla="*/ 1487431 h 3405809"/>
                <a:gd name="connsiteX18" fmla="*/ 65912 w 2099963"/>
                <a:gd name="connsiteY18" fmla="*/ 2131418 h 3405809"/>
                <a:gd name="connsiteX19" fmla="*/ 150777 w 2099963"/>
                <a:gd name="connsiteY19" fmla="*/ 2634905 h 3405809"/>
                <a:gd name="connsiteX20" fmla="*/ 68478 w 2099963"/>
                <a:gd name="connsiteY20" fmla="*/ 3001367 h 3405809"/>
                <a:gd name="connsiteX0" fmla="*/ 1336785 w 2099963"/>
                <a:gd name="connsiteY0" fmla="*/ 3405809 h 3405809"/>
                <a:gd name="connsiteX1" fmla="*/ 1913190 w 2099963"/>
                <a:gd name="connsiteY1" fmla="*/ 3150625 h 3405809"/>
                <a:gd name="connsiteX2" fmla="*/ 2097055 w 2099963"/>
                <a:gd name="connsiteY2" fmla="*/ 2588431 h 3405809"/>
                <a:gd name="connsiteX3" fmla="*/ 1815175 w 2099963"/>
                <a:gd name="connsiteY3" fmla="*/ 2040884 h 3405809"/>
                <a:gd name="connsiteX4" fmla="*/ 1435708 w 2099963"/>
                <a:gd name="connsiteY4" fmla="*/ 1817383 h 3405809"/>
                <a:gd name="connsiteX5" fmla="*/ 1494622 w 2099963"/>
                <a:gd name="connsiteY5" fmla="*/ 1512949 h 3405809"/>
                <a:gd name="connsiteX6" fmla="*/ 1584707 w 2099963"/>
                <a:gd name="connsiteY6" fmla="*/ 1209090 h 3405809"/>
                <a:gd name="connsiteX7" fmla="*/ 1393084 w 2099963"/>
                <a:gd name="connsiteY7" fmla="*/ 695233 h 3405809"/>
                <a:gd name="connsiteX8" fmla="*/ 1434613 w 2099963"/>
                <a:gd name="connsiteY8" fmla="*/ 397863 h 3405809"/>
                <a:gd name="connsiteX9" fmla="*/ 1434613 w 2099963"/>
                <a:gd name="connsiteY9" fmla="*/ 236700 h 3405809"/>
                <a:gd name="connsiteX10" fmla="*/ 1426327 w 2099963"/>
                <a:gd name="connsiteY10" fmla="*/ 67250 h 3405809"/>
                <a:gd name="connsiteX11" fmla="*/ 1391370 w 2099963"/>
                <a:gd name="connsiteY11" fmla="*/ 10767 h 3405809"/>
                <a:gd name="connsiteX12" fmla="*/ 1270021 w 2099963"/>
                <a:gd name="connsiteY12" fmla="*/ 34008 h 3405809"/>
                <a:gd name="connsiteX13" fmla="*/ 1080474 w 2099963"/>
                <a:gd name="connsiteY13" fmla="*/ 254988 h 3405809"/>
                <a:gd name="connsiteX14" fmla="*/ 837777 w 2099963"/>
                <a:gd name="connsiteY14" fmla="*/ 587315 h 3405809"/>
                <a:gd name="connsiteX15" fmla="*/ 512471 w 2099963"/>
                <a:gd name="connsiteY15" fmla="*/ 853661 h 3405809"/>
                <a:gd name="connsiteX16" fmla="*/ 367857 w 2099963"/>
                <a:gd name="connsiteY16" fmla="*/ 1303538 h 3405809"/>
                <a:gd name="connsiteX17" fmla="*/ 118519 w 2099963"/>
                <a:gd name="connsiteY17" fmla="*/ 1487431 h 3405809"/>
                <a:gd name="connsiteX18" fmla="*/ 65912 w 2099963"/>
                <a:gd name="connsiteY18" fmla="*/ 2131418 h 3405809"/>
                <a:gd name="connsiteX19" fmla="*/ 150777 w 2099963"/>
                <a:gd name="connsiteY19" fmla="*/ 2634905 h 3405809"/>
                <a:gd name="connsiteX20" fmla="*/ 68478 w 2099963"/>
                <a:gd name="connsiteY20" fmla="*/ 3001367 h 3405809"/>
                <a:gd name="connsiteX0" fmla="*/ 1494861 w 2099963"/>
                <a:gd name="connsiteY0" fmla="*/ 3468637 h 3468637"/>
                <a:gd name="connsiteX1" fmla="*/ 1913190 w 2099963"/>
                <a:gd name="connsiteY1" fmla="*/ 3150625 h 3468637"/>
                <a:gd name="connsiteX2" fmla="*/ 2097055 w 2099963"/>
                <a:gd name="connsiteY2" fmla="*/ 2588431 h 3468637"/>
                <a:gd name="connsiteX3" fmla="*/ 1815175 w 2099963"/>
                <a:gd name="connsiteY3" fmla="*/ 2040884 h 3468637"/>
                <a:gd name="connsiteX4" fmla="*/ 1435708 w 2099963"/>
                <a:gd name="connsiteY4" fmla="*/ 1817383 h 3468637"/>
                <a:gd name="connsiteX5" fmla="*/ 1494622 w 2099963"/>
                <a:gd name="connsiteY5" fmla="*/ 1512949 h 3468637"/>
                <a:gd name="connsiteX6" fmla="*/ 1584707 w 2099963"/>
                <a:gd name="connsiteY6" fmla="*/ 1209090 h 3468637"/>
                <a:gd name="connsiteX7" fmla="*/ 1393084 w 2099963"/>
                <a:gd name="connsiteY7" fmla="*/ 695233 h 3468637"/>
                <a:gd name="connsiteX8" fmla="*/ 1434613 w 2099963"/>
                <a:gd name="connsiteY8" fmla="*/ 397863 h 3468637"/>
                <a:gd name="connsiteX9" fmla="*/ 1434613 w 2099963"/>
                <a:gd name="connsiteY9" fmla="*/ 236700 h 3468637"/>
                <a:gd name="connsiteX10" fmla="*/ 1426327 w 2099963"/>
                <a:gd name="connsiteY10" fmla="*/ 67250 h 3468637"/>
                <a:gd name="connsiteX11" fmla="*/ 1391370 w 2099963"/>
                <a:gd name="connsiteY11" fmla="*/ 10767 h 3468637"/>
                <a:gd name="connsiteX12" fmla="*/ 1270021 w 2099963"/>
                <a:gd name="connsiteY12" fmla="*/ 34008 h 3468637"/>
                <a:gd name="connsiteX13" fmla="*/ 1080474 w 2099963"/>
                <a:gd name="connsiteY13" fmla="*/ 254988 h 3468637"/>
                <a:gd name="connsiteX14" fmla="*/ 837777 w 2099963"/>
                <a:gd name="connsiteY14" fmla="*/ 587315 h 3468637"/>
                <a:gd name="connsiteX15" fmla="*/ 512471 w 2099963"/>
                <a:gd name="connsiteY15" fmla="*/ 853661 h 3468637"/>
                <a:gd name="connsiteX16" fmla="*/ 367857 w 2099963"/>
                <a:gd name="connsiteY16" fmla="*/ 1303538 h 3468637"/>
                <a:gd name="connsiteX17" fmla="*/ 118519 w 2099963"/>
                <a:gd name="connsiteY17" fmla="*/ 1487431 h 3468637"/>
                <a:gd name="connsiteX18" fmla="*/ 65912 w 2099963"/>
                <a:gd name="connsiteY18" fmla="*/ 2131418 h 3468637"/>
                <a:gd name="connsiteX19" fmla="*/ 150777 w 2099963"/>
                <a:gd name="connsiteY19" fmla="*/ 2634905 h 3468637"/>
                <a:gd name="connsiteX20" fmla="*/ 68478 w 2099963"/>
                <a:gd name="connsiteY20" fmla="*/ 3001367 h 3468637"/>
                <a:gd name="connsiteX0" fmla="*/ 1494861 w 2148305"/>
                <a:gd name="connsiteY0" fmla="*/ 3468637 h 3468637"/>
                <a:gd name="connsiteX1" fmla="*/ 1913190 w 2148305"/>
                <a:gd name="connsiteY1" fmla="*/ 3150625 h 3468637"/>
                <a:gd name="connsiteX2" fmla="*/ 2131914 w 2148305"/>
                <a:gd name="connsiteY2" fmla="*/ 2746780 h 3468637"/>
                <a:gd name="connsiteX3" fmla="*/ 2097055 w 2148305"/>
                <a:gd name="connsiteY3" fmla="*/ 2588431 h 3468637"/>
                <a:gd name="connsiteX4" fmla="*/ 1815175 w 2148305"/>
                <a:gd name="connsiteY4" fmla="*/ 2040884 h 3468637"/>
                <a:gd name="connsiteX5" fmla="*/ 1435708 w 2148305"/>
                <a:gd name="connsiteY5" fmla="*/ 1817383 h 3468637"/>
                <a:gd name="connsiteX6" fmla="*/ 1494622 w 2148305"/>
                <a:gd name="connsiteY6" fmla="*/ 1512949 h 3468637"/>
                <a:gd name="connsiteX7" fmla="*/ 1584707 w 2148305"/>
                <a:gd name="connsiteY7" fmla="*/ 1209090 h 3468637"/>
                <a:gd name="connsiteX8" fmla="*/ 1393084 w 2148305"/>
                <a:gd name="connsiteY8" fmla="*/ 695233 h 3468637"/>
                <a:gd name="connsiteX9" fmla="*/ 1434613 w 2148305"/>
                <a:gd name="connsiteY9" fmla="*/ 397863 h 3468637"/>
                <a:gd name="connsiteX10" fmla="*/ 1434613 w 2148305"/>
                <a:gd name="connsiteY10" fmla="*/ 236700 h 3468637"/>
                <a:gd name="connsiteX11" fmla="*/ 1426327 w 2148305"/>
                <a:gd name="connsiteY11" fmla="*/ 67250 h 3468637"/>
                <a:gd name="connsiteX12" fmla="*/ 1391370 w 2148305"/>
                <a:gd name="connsiteY12" fmla="*/ 10767 h 3468637"/>
                <a:gd name="connsiteX13" fmla="*/ 1270021 w 2148305"/>
                <a:gd name="connsiteY13" fmla="*/ 34008 h 3468637"/>
                <a:gd name="connsiteX14" fmla="*/ 1080474 w 2148305"/>
                <a:gd name="connsiteY14" fmla="*/ 254988 h 3468637"/>
                <a:gd name="connsiteX15" fmla="*/ 837777 w 2148305"/>
                <a:gd name="connsiteY15" fmla="*/ 587315 h 3468637"/>
                <a:gd name="connsiteX16" fmla="*/ 512471 w 2148305"/>
                <a:gd name="connsiteY16" fmla="*/ 853661 h 3468637"/>
                <a:gd name="connsiteX17" fmla="*/ 367857 w 2148305"/>
                <a:gd name="connsiteY17" fmla="*/ 1303538 h 3468637"/>
                <a:gd name="connsiteX18" fmla="*/ 118519 w 2148305"/>
                <a:gd name="connsiteY18" fmla="*/ 1487431 h 3468637"/>
                <a:gd name="connsiteX19" fmla="*/ 65912 w 2148305"/>
                <a:gd name="connsiteY19" fmla="*/ 2131418 h 3468637"/>
                <a:gd name="connsiteX20" fmla="*/ 150777 w 2148305"/>
                <a:gd name="connsiteY20" fmla="*/ 2634905 h 3468637"/>
                <a:gd name="connsiteX21" fmla="*/ 68478 w 2148305"/>
                <a:gd name="connsiteY21" fmla="*/ 3001367 h 3468637"/>
                <a:gd name="connsiteX0" fmla="*/ 1494861 w 2143758"/>
                <a:gd name="connsiteY0" fmla="*/ 3468637 h 3468637"/>
                <a:gd name="connsiteX1" fmla="*/ 1913190 w 2143758"/>
                <a:gd name="connsiteY1" fmla="*/ 3150625 h 3468637"/>
                <a:gd name="connsiteX2" fmla="*/ 2131914 w 2143758"/>
                <a:gd name="connsiteY2" fmla="*/ 2746780 h 3468637"/>
                <a:gd name="connsiteX3" fmla="*/ 2097055 w 2143758"/>
                <a:gd name="connsiteY3" fmla="*/ 2588431 h 3468637"/>
                <a:gd name="connsiteX4" fmla="*/ 1949013 w 2143758"/>
                <a:gd name="connsiteY4" fmla="*/ 2234438 h 3468637"/>
                <a:gd name="connsiteX5" fmla="*/ 1815175 w 2143758"/>
                <a:gd name="connsiteY5" fmla="*/ 2040884 h 3468637"/>
                <a:gd name="connsiteX6" fmla="*/ 1435708 w 2143758"/>
                <a:gd name="connsiteY6" fmla="*/ 1817383 h 3468637"/>
                <a:gd name="connsiteX7" fmla="*/ 1494622 w 2143758"/>
                <a:gd name="connsiteY7" fmla="*/ 1512949 h 3468637"/>
                <a:gd name="connsiteX8" fmla="*/ 1584707 w 2143758"/>
                <a:gd name="connsiteY8" fmla="*/ 1209090 h 3468637"/>
                <a:gd name="connsiteX9" fmla="*/ 1393084 w 2143758"/>
                <a:gd name="connsiteY9" fmla="*/ 695233 h 3468637"/>
                <a:gd name="connsiteX10" fmla="*/ 1434613 w 2143758"/>
                <a:gd name="connsiteY10" fmla="*/ 397863 h 3468637"/>
                <a:gd name="connsiteX11" fmla="*/ 1434613 w 2143758"/>
                <a:gd name="connsiteY11" fmla="*/ 236700 h 3468637"/>
                <a:gd name="connsiteX12" fmla="*/ 1426327 w 2143758"/>
                <a:gd name="connsiteY12" fmla="*/ 67250 h 3468637"/>
                <a:gd name="connsiteX13" fmla="*/ 1391370 w 2143758"/>
                <a:gd name="connsiteY13" fmla="*/ 10767 h 3468637"/>
                <a:gd name="connsiteX14" fmla="*/ 1270021 w 2143758"/>
                <a:gd name="connsiteY14" fmla="*/ 34008 h 3468637"/>
                <a:gd name="connsiteX15" fmla="*/ 1080474 w 2143758"/>
                <a:gd name="connsiteY15" fmla="*/ 254988 h 3468637"/>
                <a:gd name="connsiteX16" fmla="*/ 837777 w 2143758"/>
                <a:gd name="connsiteY16" fmla="*/ 587315 h 3468637"/>
                <a:gd name="connsiteX17" fmla="*/ 512471 w 2143758"/>
                <a:gd name="connsiteY17" fmla="*/ 853661 h 3468637"/>
                <a:gd name="connsiteX18" fmla="*/ 367857 w 2143758"/>
                <a:gd name="connsiteY18" fmla="*/ 1303538 h 3468637"/>
                <a:gd name="connsiteX19" fmla="*/ 118519 w 2143758"/>
                <a:gd name="connsiteY19" fmla="*/ 1487431 h 3468637"/>
                <a:gd name="connsiteX20" fmla="*/ 65912 w 2143758"/>
                <a:gd name="connsiteY20" fmla="*/ 2131418 h 3468637"/>
                <a:gd name="connsiteX21" fmla="*/ 150777 w 2143758"/>
                <a:gd name="connsiteY21" fmla="*/ 2634905 h 3468637"/>
                <a:gd name="connsiteX22" fmla="*/ 68478 w 2143758"/>
                <a:gd name="connsiteY22" fmla="*/ 3001367 h 3468637"/>
                <a:gd name="connsiteX0" fmla="*/ 1389538 w 2143758"/>
                <a:gd name="connsiteY0" fmla="*/ 3469037 h 3469037"/>
                <a:gd name="connsiteX1" fmla="*/ 1913190 w 2143758"/>
                <a:gd name="connsiteY1" fmla="*/ 3150625 h 3469037"/>
                <a:gd name="connsiteX2" fmla="*/ 2131914 w 2143758"/>
                <a:gd name="connsiteY2" fmla="*/ 2746780 h 3469037"/>
                <a:gd name="connsiteX3" fmla="*/ 2097055 w 2143758"/>
                <a:gd name="connsiteY3" fmla="*/ 2588431 h 3469037"/>
                <a:gd name="connsiteX4" fmla="*/ 1949013 w 2143758"/>
                <a:gd name="connsiteY4" fmla="*/ 2234438 h 3469037"/>
                <a:gd name="connsiteX5" fmla="*/ 1815175 w 2143758"/>
                <a:gd name="connsiteY5" fmla="*/ 2040884 h 3469037"/>
                <a:gd name="connsiteX6" fmla="*/ 1435708 w 2143758"/>
                <a:gd name="connsiteY6" fmla="*/ 1817383 h 3469037"/>
                <a:gd name="connsiteX7" fmla="*/ 1494622 w 2143758"/>
                <a:gd name="connsiteY7" fmla="*/ 1512949 h 3469037"/>
                <a:gd name="connsiteX8" fmla="*/ 1584707 w 2143758"/>
                <a:gd name="connsiteY8" fmla="*/ 1209090 h 3469037"/>
                <a:gd name="connsiteX9" fmla="*/ 1393084 w 2143758"/>
                <a:gd name="connsiteY9" fmla="*/ 695233 h 3469037"/>
                <a:gd name="connsiteX10" fmla="*/ 1434613 w 2143758"/>
                <a:gd name="connsiteY10" fmla="*/ 397863 h 3469037"/>
                <a:gd name="connsiteX11" fmla="*/ 1434613 w 2143758"/>
                <a:gd name="connsiteY11" fmla="*/ 236700 h 3469037"/>
                <a:gd name="connsiteX12" fmla="*/ 1426327 w 2143758"/>
                <a:gd name="connsiteY12" fmla="*/ 67250 h 3469037"/>
                <a:gd name="connsiteX13" fmla="*/ 1391370 w 2143758"/>
                <a:gd name="connsiteY13" fmla="*/ 10767 h 3469037"/>
                <a:gd name="connsiteX14" fmla="*/ 1270021 w 2143758"/>
                <a:gd name="connsiteY14" fmla="*/ 34008 h 3469037"/>
                <a:gd name="connsiteX15" fmla="*/ 1080474 w 2143758"/>
                <a:gd name="connsiteY15" fmla="*/ 254988 h 3469037"/>
                <a:gd name="connsiteX16" fmla="*/ 837777 w 2143758"/>
                <a:gd name="connsiteY16" fmla="*/ 587315 h 3469037"/>
                <a:gd name="connsiteX17" fmla="*/ 512471 w 2143758"/>
                <a:gd name="connsiteY17" fmla="*/ 853661 h 3469037"/>
                <a:gd name="connsiteX18" fmla="*/ 367857 w 2143758"/>
                <a:gd name="connsiteY18" fmla="*/ 1303538 h 3469037"/>
                <a:gd name="connsiteX19" fmla="*/ 118519 w 2143758"/>
                <a:gd name="connsiteY19" fmla="*/ 1487431 h 3469037"/>
                <a:gd name="connsiteX20" fmla="*/ 65912 w 2143758"/>
                <a:gd name="connsiteY20" fmla="*/ 2131418 h 3469037"/>
                <a:gd name="connsiteX21" fmla="*/ 150777 w 2143758"/>
                <a:gd name="connsiteY21" fmla="*/ 2634905 h 3469037"/>
                <a:gd name="connsiteX22" fmla="*/ 68478 w 2143758"/>
                <a:gd name="connsiteY22" fmla="*/ 3001367 h 3469037"/>
                <a:gd name="connsiteX0" fmla="*/ 1389538 w 2143758"/>
                <a:gd name="connsiteY0" fmla="*/ 3469037 h 3469037"/>
                <a:gd name="connsiteX1" fmla="*/ 2010382 w 2143758"/>
                <a:gd name="connsiteY1" fmla="*/ 3147515 h 3469037"/>
                <a:gd name="connsiteX2" fmla="*/ 2131914 w 2143758"/>
                <a:gd name="connsiteY2" fmla="*/ 2746780 h 3469037"/>
                <a:gd name="connsiteX3" fmla="*/ 2097055 w 2143758"/>
                <a:gd name="connsiteY3" fmla="*/ 2588431 h 3469037"/>
                <a:gd name="connsiteX4" fmla="*/ 1949013 w 2143758"/>
                <a:gd name="connsiteY4" fmla="*/ 2234438 h 3469037"/>
                <a:gd name="connsiteX5" fmla="*/ 1815175 w 2143758"/>
                <a:gd name="connsiteY5" fmla="*/ 2040884 h 3469037"/>
                <a:gd name="connsiteX6" fmla="*/ 1435708 w 2143758"/>
                <a:gd name="connsiteY6" fmla="*/ 1817383 h 3469037"/>
                <a:gd name="connsiteX7" fmla="*/ 1494622 w 2143758"/>
                <a:gd name="connsiteY7" fmla="*/ 1512949 h 3469037"/>
                <a:gd name="connsiteX8" fmla="*/ 1584707 w 2143758"/>
                <a:gd name="connsiteY8" fmla="*/ 1209090 h 3469037"/>
                <a:gd name="connsiteX9" fmla="*/ 1393084 w 2143758"/>
                <a:gd name="connsiteY9" fmla="*/ 695233 h 3469037"/>
                <a:gd name="connsiteX10" fmla="*/ 1434613 w 2143758"/>
                <a:gd name="connsiteY10" fmla="*/ 397863 h 3469037"/>
                <a:gd name="connsiteX11" fmla="*/ 1434613 w 2143758"/>
                <a:gd name="connsiteY11" fmla="*/ 236700 h 3469037"/>
                <a:gd name="connsiteX12" fmla="*/ 1426327 w 2143758"/>
                <a:gd name="connsiteY12" fmla="*/ 67250 h 3469037"/>
                <a:gd name="connsiteX13" fmla="*/ 1391370 w 2143758"/>
                <a:gd name="connsiteY13" fmla="*/ 10767 h 3469037"/>
                <a:gd name="connsiteX14" fmla="*/ 1270021 w 2143758"/>
                <a:gd name="connsiteY14" fmla="*/ 34008 h 3469037"/>
                <a:gd name="connsiteX15" fmla="*/ 1080474 w 2143758"/>
                <a:gd name="connsiteY15" fmla="*/ 254988 h 3469037"/>
                <a:gd name="connsiteX16" fmla="*/ 837777 w 2143758"/>
                <a:gd name="connsiteY16" fmla="*/ 587315 h 3469037"/>
                <a:gd name="connsiteX17" fmla="*/ 512471 w 2143758"/>
                <a:gd name="connsiteY17" fmla="*/ 853661 h 3469037"/>
                <a:gd name="connsiteX18" fmla="*/ 367857 w 2143758"/>
                <a:gd name="connsiteY18" fmla="*/ 1303538 h 3469037"/>
                <a:gd name="connsiteX19" fmla="*/ 118519 w 2143758"/>
                <a:gd name="connsiteY19" fmla="*/ 1487431 h 3469037"/>
                <a:gd name="connsiteX20" fmla="*/ 65912 w 2143758"/>
                <a:gd name="connsiteY20" fmla="*/ 2131418 h 3469037"/>
                <a:gd name="connsiteX21" fmla="*/ 150777 w 2143758"/>
                <a:gd name="connsiteY21" fmla="*/ 2634905 h 3469037"/>
                <a:gd name="connsiteX22" fmla="*/ 68478 w 2143758"/>
                <a:gd name="connsiteY22" fmla="*/ 3001367 h 3469037"/>
                <a:gd name="connsiteX0" fmla="*/ 1389538 w 2143758"/>
                <a:gd name="connsiteY0" fmla="*/ 3469037 h 3469037"/>
                <a:gd name="connsiteX1" fmla="*/ 1683508 w 2143758"/>
                <a:gd name="connsiteY1" fmla="*/ 3284554 h 3469037"/>
                <a:gd name="connsiteX2" fmla="*/ 2010382 w 2143758"/>
                <a:gd name="connsiteY2" fmla="*/ 3147515 h 3469037"/>
                <a:gd name="connsiteX3" fmla="*/ 2131914 w 2143758"/>
                <a:gd name="connsiteY3" fmla="*/ 2746780 h 3469037"/>
                <a:gd name="connsiteX4" fmla="*/ 2097055 w 2143758"/>
                <a:gd name="connsiteY4" fmla="*/ 2588431 h 3469037"/>
                <a:gd name="connsiteX5" fmla="*/ 1949013 w 2143758"/>
                <a:gd name="connsiteY5" fmla="*/ 2234438 h 3469037"/>
                <a:gd name="connsiteX6" fmla="*/ 1815175 w 2143758"/>
                <a:gd name="connsiteY6" fmla="*/ 2040884 h 3469037"/>
                <a:gd name="connsiteX7" fmla="*/ 1435708 w 2143758"/>
                <a:gd name="connsiteY7" fmla="*/ 1817383 h 3469037"/>
                <a:gd name="connsiteX8" fmla="*/ 1494622 w 2143758"/>
                <a:gd name="connsiteY8" fmla="*/ 1512949 h 3469037"/>
                <a:gd name="connsiteX9" fmla="*/ 1584707 w 2143758"/>
                <a:gd name="connsiteY9" fmla="*/ 1209090 h 3469037"/>
                <a:gd name="connsiteX10" fmla="*/ 1393084 w 2143758"/>
                <a:gd name="connsiteY10" fmla="*/ 695233 h 3469037"/>
                <a:gd name="connsiteX11" fmla="*/ 1434613 w 2143758"/>
                <a:gd name="connsiteY11" fmla="*/ 397863 h 3469037"/>
                <a:gd name="connsiteX12" fmla="*/ 1434613 w 2143758"/>
                <a:gd name="connsiteY12" fmla="*/ 236700 h 3469037"/>
                <a:gd name="connsiteX13" fmla="*/ 1426327 w 2143758"/>
                <a:gd name="connsiteY13" fmla="*/ 67250 h 3469037"/>
                <a:gd name="connsiteX14" fmla="*/ 1391370 w 2143758"/>
                <a:gd name="connsiteY14" fmla="*/ 10767 h 3469037"/>
                <a:gd name="connsiteX15" fmla="*/ 1270021 w 2143758"/>
                <a:gd name="connsiteY15" fmla="*/ 34008 h 3469037"/>
                <a:gd name="connsiteX16" fmla="*/ 1080474 w 2143758"/>
                <a:gd name="connsiteY16" fmla="*/ 254988 h 3469037"/>
                <a:gd name="connsiteX17" fmla="*/ 837777 w 2143758"/>
                <a:gd name="connsiteY17" fmla="*/ 587315 h 3469037"/>
                <a:gd name="connsiteX18" fmla="*/ 512471 w 2143758"/>
                <a:gd name="connsiteY18" fmla="*/ 853661 h 3469037"/>
                <a:gd name="connsiteX19" fmla="*/ 367857 w 2143758"/>
                <a:gd name="connsiteY19" fmla="*/ 1303538 h 3469037"/>
                <a:gd name="connsiteX20" fmla="*/ 118519 w 2143758"/>
                <a:gd name="connsiteY20" fmla="*/ 1487431 h 3469037"/>
                <a:gd name="connsiteX21" fmla="*/ 65912 w 2143758"/>
                <a:gd name="connsiteY21" fmla="*/ 2131418 h 3469037"/>
                <a:gd name="connsiteX22" fmla="*/ 150777 w 2143758"/>
                <a:gd name="connsiteY22" fmla="*/ 2634905 h 3469037"/>
                <a:gd name="connsiteX23" fmla="*/ 68478 w 2143758"/>
                <a:gd name="connsiteY23" fmla="*/ 3001367 h 3469037"/>
                <a:gd name="connsiteX0" fmla="*/ 1389538 w 2143758"/>
                <a:gd name="connsiteY0" fmla="*/ 3469037 h 3469037"/>
                <a:gd name="connsiteX1" fmla="*/ 1683508 w 2143758"/>
                <a:gd name="connsiteY1" fmla="*/ 3284554 h 3469037"/>
                <a:gd name="connsiteX2" fmla="*/ 2010382 w 2143758"/>
                <a:gd name="connsiteY2" fmla="*/ 3147515 h 3469037"/>
                <a:gd name="connsiteX3" fmla="*/ 2131914 w 2143758"/>
                <a:gd name="connsiteY3" fmla="*/ 2746780 h 3469037"/>
                <a:gd name="connsiteX4" fmla="*/ 2097055 w 2143758"/>
                <a:gd name="connsiteY4" fmla="*/ 2588431 h 3469037"/>
                <a:gd name="connsiteX5" fmla="*/ 1949013 w 2143758"/>
                <a:gd name="connsiteY5" fmla="*/ 2234438 h 3469037"/>
                <a:gd name="connsiteX6" fmla="*/ 1815175 w 2143758"/>
                <a:gd name="connsiteY6" fmla="*/ 2040884 h 3469037"/>
                <a:gd name="connsiteX7" fmla="*/ 1435708 w 2143758"/>
                <a:gd name="connsiteY7" fmla="*/ 1817383 h 3469037"/>
                <a:gd name="connsiteX8" fmla="*/ 1494622 w 2143758"/>
                <a:gd name="connsiteY8" fmla="*/ 1512949 h 3469037"/>
                <a:gd name="connsiteX9" fmla="*/ 1584707 w 2143758"/>
                <a:gd name="connsiteY9" fmla="*/ 1209090 h 3469037"/>
                <a:gd name="connsiteX10" fmla="*/ 1393084 w 2143758"/>
                <a:gd name="connsiteY10" fmla="*/ 695233 h 3469037"/>
                <a:gd name="connsiteX11" fmla="*/ 1573745 w 2143758"/>
                <a:gd name="connsiteY11" fmla="*/ 406195 h 3469037"/>
                <a:gd name="connsiteX12" fmla="*/ 1434613 w 2143758"/>
                <a:gd name="connsiteY12" fmla="*/ 236700 h 3469037"/>
                <a:gd name="connsiteX13" fmla="*/ 1426327 w 2143758"/>
                <a:gd name="connsiteY13" fmla="*/ 67250 h 3469037"/>
                <a:gd name="connsiteX14" fmla="*/ 1391370 w 2143758"/>
                <a:gd name="connsiteY14" fmla="*/ 10767 h 3469037"/>
                <a:gd name="connsiteX15" fmla="*/ 1270021 w 2143758"/>
                <a:gd name="connsiteY15" fmla="*/ 34008 h 3469037"/>
                <a:gd name="connsiteX16" fmla="*/ 1080474 w 2143758"/>
                <a:gd name="connsiteY16" fmla="*/ 254988 h 3469037"/>
                <a:gd name="connsiteX17" fmla="*/ 837777 w 2143758"/>
                <a:gd name="connsiteY17" fmla="*/ 587315 h 3469037"/>
                <a:gd name="connsiteX18" fmla="*/ 512471 w 2143758"/>
                <a:gd name="connsiteY18" fmla="*/ 853661 h 3469037"/>
                <a:gd name="connsiteX19" fmla="*/ 367857 w 2143758"/>
                <a:gd name="connsiteY19" fmla="*/ 1303538 h 3469037"/>
                <a:gd name="connsiteX20" fmla="*/ 118519 w 2143758"/>
                <a:gd name="connsiteY20" fmla="*/ 1487431 h 3469037"/>
                <a:gd name="connsiteX21" fmla="*/ 65912 w 2143758"/>
                <a:gd name="connsiteY21" fmla="*/ 2131418 h 3469037"/>
                <a:gd name="connsiteX22" fmla="*/ 150777 w 2143758"/>
                <a:gd name="connsiteY22" fmla="*/ 2634905 h 3469037"/>
                <a:gd name="connsiteX23" fmla="*/ 68478 w 2143758"/>
                <a:gd name="connsiteY23" fmla="*/ 3001367 h 3469037"/>
                <a:gd name="connsiteX0" fmla="*/ 1389538 w 2143758"/>
                <a:gd name="connsiteY0" fmla="*/ 3469037 h 3469037"/>
                <a:gd name="connsiteX1" fmla="*/ 1683508 w 2143758"/>
                <a:gd name="connsiteY1" fmla="*/ 3284554 h 3469037"/>
                <a:gd name="connsiteX2" fmla="*/ 2010382 w 2143758"/>
                <a:gd name="connsiteY2" fmla="*/ 3147515 h 3469037"/>
                <a:gd name="connsiteX3" fmla="*/ 2131914 w 2143758"/>
                <a:gd name="connsiteY3" fmla="*/ 2746780 h 3469037"/>
                <a:gd name="connsiteX4" fmla="*/ 2097055 w 2143758"/>
                <a:gd name="connsiteY4" fmla="*/ 2588431 h 3469037"/>
                <a:gd name="connsiteX5" fmla="*/ 1949013 w 2143758"/>
                <a:gd name="connsiteY5" fmla="*/ 2234438 h 3469037"/>
                <a:gd name="connsiteX6" fmla="*/ 1815175 w 2143758"/>
                <a:gd name="connsiteY6" fmla="*/ 2040884 h 3469037"/>
                <a:gd name="connsiteX7" fmla="*/ 1435708 w 2143758"/>
                <a:gd name="connsiteY7" fmla="*/ 1817383 h 3469037"/>
                <a:gd name="connsiteX8" fmla="*/ 1494622 w 2143758"/>
                <a:gd name="connsiteY8" fmla="*/ 1512949 h 3469037"/>
                <a:gd name="connsiteX9" fmla="*/ 1584707 w 2143758"/>
                <a:gd name="connsiteY9" fmla="*/ 1209090 h 3469037"/>
                <a:gd name="connsiteX10" fmla="*/ 1486943 w 2143758"/>
                <a:gd name="connsiteY10" fmla="*/ 808847 h 3469037"/>
                <a:gd name="connsiteX11" fmla="*/ 1573745 w 2143758"/>
                <a:gd name="connsiteY11" fmla="*/ 406195 h 3469037"/>
                <a:gd name="connsiteX12" fmla="*/ 1434613 w 2143758"/>
                <a:gd name="connsiteY12" fmla="*/ 236700 h 3469037"/>
                <a:gd name="connsiteX13" fmla="*/ 1426327 w 2143758"/>
                <a:gd name="connsiteY13" fmla="*/ 67250 h 3469037"/>
                <a:gd name="connsiteX14" fmla="*/ 1391370 w 2143758"/>
                <a:gd name="connsiteY14" fmla="*/ 10767 h 3469037"/>
                <a:gd name="connsiteX15" fmla="*/ 1270021 w 2143758"/>
                <a:gd name="connsiteY15" fmla="*/ 34008 h 3469037"/>
                <a:gd name="connsiteX16" fmla="*/ 1080474 w 2143758"/>
                <a:gd name="connsiteY16" fmla="*/ 254988 h 3469037"/>
                <a:gd name="connsiteX17" fmla="*/ 837777 w 2143758"/>
                <a:gd name="connsiteY17" fmla="*/ 587315 h 3469037"/>
                <a:gd name="connsiteX18" fmla="*/ 512471 w 2143758"/>
                <a:gd name="connsiteY18" fmla="*/ 853661 h 3469037"/>
                <a:gd name="connsiteX19" fmla="*/ 367857 w 2143758"/>
                <a:gd name="connsiteY19" fmla="*/ 1303538 h 3469037"/>
                <a:gd name="connsiteX20" fmla="*/ 118519 w 2143758"/>
                <a:gd name="connsiteY20" fmla="*/ 1487431 h 3469037"/>
                <a:gd name="connsiteX21" fmla="*/ 65912 w 2143758"/>
                <a:gd name="connsiteY21" fmla="*/ 2131418 h 3469037"/>
                <a:gd name="connsiteX22" fmla="*/ 150777 w 2143758"/>
                <a:gd name="connsiteY22" fmla="*/ 2634905 h 3469037"/>
                <a:gd name="connsiteX23" fmla="*/ 68478 w 2143758"/>
                <a:gd name="connsiteY23" fmla="*/ 3001367 h 3469037"/>
                <a:gd name="connsiteX0" fmla="*/ 1389538 w 2143758"/>
                <a:gd name="connsiteY0" fmla="*/ 3448039 h 3448039"/>
                <a:gd name="connsiteX1" fmla="*/ 1683508 w 2143758"/>
                <a:gd name="connsiteY1" fmla="*/ 3263556 h 3448039"/>
                <a:gd name="connsiteX2" fmla="*/ 2010382 w 2143758"/>
                <a:gd name="connsiteY2" fmla="*/ 3126517 h 3448039"/>
                <a:gd name="connsiteX3" fmla="*/ 2131914 w 2143758"/>
                <a:gd name="connsiteY3" fmla="*/ 2725782 h 3448039"/>
                <a:gd name="connsiteX4" fmla="*/ 2097055 w 2143758"/>
                <a:gd name="connsiteY4" fmla="*/ 2567433 h 3448039"/>
                <a:gd name="connsiteX5" fmla="*/ 1949013 w 2143758"/>
                <a:gd name="connsiteY5" fmla="*/ 2213440 h 3448039"/>
                <a:gd name="connsiteX6" fmla="*/ 1815175 w 2143758"/>
                <a:gd name="connsiteY6" fmla="*/ 2019886 h 3448039"/>
                <a:gd name="connsiteX7" fmla="*/ 1435708 w 2143758"/>
                <a:gd name="connsiteY7" fmla="*/ 1796385 h 3448039"/>
                <a:gd name="connsiteX8" fmla="*/ 1494622 w 2143758"/>
                <a:gd name="connsiteY8" fmla="*/ 1491951 h 3448039"/>
                <a:gd name="connsiteX9" fmla="*/ 1584707 w 2143758"/>
                <a:gd name="connsiteY9" fmla="*/ 1188092 h 3448039"/>
                <a:gd name="connsiteX10" fmla="*/ 1486943 w 2143758"/>
                <a:gd name="connsiteY10" fmla="*/ 787849 h 3448039"/>
                <a:gd name="connsiteX11" fmla="*/ 1573745 w 2143758"/>
                <a:gd name="connsiteY11" fmla="*/ 385197 h 3448039"/>
                <a:gd name="connsiteX12" fmla="*/ 1434613 w 2143758"/>
                <a:gd name="connsiteY12" fmla="*/ 215702 h 3448039"/>
                <a:gd name="connsiteX13" fmla="*/ 1426327 w 2143758"/>
                <a:gd name="connsiteY13" fmla="*/ 46252 h 3448039"/>
                <a:gd name="connsiteX14" fmla="*/ 1270021 w 2143758"/>
                <a:gd name="connsiteY14" fmla="*/ 13010 h 3448039"/>
                <a:gd name="connsiteX15" fmla="*/ 1080474 w 2143758"/>
                <a:gd name="connsiteY15" fmla="*/ 233990 h 3448039"/>
                <a:gd name="connsiteX16" fmla="*/ 837777 w 2143758"/>
                <a:gd name="connsiteY16" fmla="*/ 566317 h 3448039"/>
                <a:gd name="connsiteX17" fmla="*/ 512471 w 2143758"/>
                <a:gd name="connsiteY17" fmla="*/ 832663 h 3448039"/>
                <a:gd name="connsiteX18" fmla="*/ 367857 w 2143758"/>
                <a:gd name="connsiteY18" fmla="*/ 1282540 h 3448039"/>
                <a:gd name="connsiteX19" fmla="*/ 118519 w 2143758"/>
                <a:gd name="connsiteY19" fmla="*/ 1466433 h 3448039"/>
                <a:gd name="connsiteX20" fmla="*/ 65912 w 2143758"/>
                <a:gd name="connsiteY20" fmla="*/ 2110420 h 3448039"/>
                <a:gd name="connsiteX21" fmla="*/ 150777 w 2143758"/>
                <a:gd name="connsiteY21" fmla="*/ 2613907 h 3448039"/>
                <a:gd name="connsiteX22" fmla="*/ 68478 w 2143758"/>
                <a:gd name="connsiteY22" fmla="*/ 2980369 h 3448039"/>
                <a:gd name="connsiteX0" fmla="*/ 1389538 w 2143758"/>
                <a:gd name="connsiteY0" fmla="*/ 3401847 h 3401847"/>
                <a:gd name="connsiteX1" fmla="*/ 1683508 w 2143758"/>
                <a:gd name="connsiteY1" fmla="*/ 3217364 h 3401847"/>
                <a:gd name="connsiteX2" fmla="*/ 2010382 w 2143758"/>
                <a:gd name="connsiteY2" fmla="*/ 3080325 h 3401847"/>
                <a:gd name="connsiteX3" fmla="*/ 2131914 w 2143758"/>
                <a:gd name="connsiteY3" fmla="*/ 2679590 h 3401847"/>
                <a:gd name="connsiteX4" fmla="*/ 2097055 w 2143758"/>
                <a:gd name="connsiteY4" fmla="*/ 2521241 h 3401847"/>
                <a:gd name="connsiteX5" fmla="*/ 1949013 w 2143758"/>
                <a:gd name="connsiteY5" fmla="*/ 2167248 h 3401847"/>
                <a:gd name="connsiteX6" fmla="*/ 1815175 w 2143758"/>
                <a:gd name="connsiteY6" fmla="*/ 1973694 h 3401847"/>
                <a:gd name="connsiteX7" fmla="*/ 1435708 w 2143758"/>
                <a:gd name="connsiteY7" fmla="*/ 1750193 h 3401847"/>
                <a:gd name="connsiteX8" fmla="*/ 1494622 w 2143758"/>
                <a:gd name="connsiteY8" fmla="*/ 1445759 h 3401847"/>
                <a:gd name="connsiteX9" fmla="*/ 1584707 w 2143758"/>
                <a:gd name="connsiteY9" fmla="*/ 1141900 h 3401847"/>
                <a:gd name="connsiteX10" fmla="*/ 1486943 w 2143758"/>
                <a:gd name="connsiteY10" fmla="*/ 741657 h 3401847"/>
                <a:gd name="connsiteX11" fmla="*/ 1573745 w 2143758"/>
                <a:gd name="connsiteY11" fmla="*/ 339005 h 3401847"/>
                <a:gd name="connsiteX12" fmla="*/ 1434613 w 2143758"/>
                <a:gd name="connsiteY12" fmla="*/ 169510 h 3401847"/>
                <a:gd name="connsiteX13" fmla="*/ 1426327 w 2143758"/>
                <a:gd name="connsiteY13" fmla="*/ 60 h 3401847"/>
                <a:gd name="connsiteX14" fmla="*/ 1080474 w 2143758"/>
                <a:gd name="connsiteY14" fmla="*/ 187798 h 3401847"/>
                <a:gd name="connsiteX15" fmla="*/ 837777 w 2143758"/>
                <a:gd name="connsiteY15" fmla="*/ 520125 h 3401847"/>
                <a:gd name="connsiteX16" fmla="*/ 512471 w 2143758"/>
                <a:gd name="connsiteY16" fmla="*/ 786471 h 3401847"/>
                <a:gd name="connsiteX17" fmla="*/ 367857 w 2143758"/>
                <a:gd name="connsiteY17" fmla="*/ 1236348 h 3401847"/>
                <a:gd name="connsiteX18" fmla="*/ 118519 w 2143758"/>
                <a:gd name="connsiteY18" fmla="*/ 1420241 h 3401847"/>
                <a:gd name="connsiteX19" fmla="*/ 65912 w 2143758"/>
                <a:gd name="connsiteY19" fmla="*/ 2064228 h 3401847"/>
                <a:gd name="connsiteX20" fmla="*/ 150777 w 2143758"/>
                <a:gd name="connsiteY20" fmla="*/ 2567715 h 3401847"/>
                <a:gd name="connsiteX21" fmla="*/ 68478 w 2143758"/>
                <a:gd name="connsiteY21" fmla="*/ 2934177 h 3401847"/>
                <a:gd name="connsiteX0" fmla="*/ 1389538 w 2143758"/>
                <a:gd name="connsiteY0" fmla="*/ 3257847 h 3257847"/>
                <a:gd name="connsiteX1" fmla="*/ 1683508 w 2143758"/>
                <a:gd name="connsiteY1" fmla="*/ 3073364 h 3257847"/>
                <a:gd name="connsiteX2" fmla="*/ 2010382 w 2143758"/>
                <a:gd name="connsiteY2" fmla="*/ 2936325 h 3257847"/>
                <a:gd name="connsiteX3" fmla="*/ 2131914 w 2143758"/>
                <a:gd name="connsiteY3" fmla="*/ 2535590 h 3257847"/>
                <a:gd name="connsiteX4" fmla="*/ 2097055 w 2143758"/>
                <a:gd name="connsiteY4" fmla="*/ 2377241 h 3257847"/>
                <a:gd name="connsiteX5" fmla="*/ 1949013 w 2143758"/>
                <a:gd name="connsiteY5" fmla="*/ 2023248 h 3257847"/>
                <a:gd name="connsiteX6" fmla="*/ 1815175 w 2143758"/>
                <a:gd name="connsiteY6" fmla="*/ 1829694 h 3257847"/>
                <a:gd name="connsiteX7" fmla="*/ 1435708 w 2143758"/>
                <a:gd name="connsiteY7" fmla="*/ 1606193 h 3257847"/>
                <a:gd name="connsiteX8" fmla="*/ 1494622 w 2143758"/>
                <a:gd name="connsiteY8" fmla="*/ 1301759 h 3257847"/>
                <a:gd name="connsiteX9" fmla="*/ 1584707 w 2143758"/>
                <a:gd name="connsiteY9" fmla="*/ 997900 h 3257847"/>
                <a:gd name="connsiteX10" fmla="*/ 1486943 w 2143758"/>
                <a:gd name="connsiteY10" fmla="*/ 597657 h 3257847"/>
                <a:gd name="connsiteX11" fmla="*/ 1573745 w 2143758"/>
                <a:gd name="connsiteY11" fmla="*/ 195005 h 3257847"/>
                <a:gd name="connsiteX12" fmla="*/ 1434613 w 2143758"/>
                <a:gd name="connsiteY12" fmla="*/ 25510 h 3257847"/>
                <a:gd name="connsiteX13" fmla="*/ 1297221 w 2143758"/>
                <a:gd name="connsiteY13" fmla="*/ 27377 h 3257847"/>
                <a:gd name="connsiteX14" fmla="*/ 1080474 w 2143758"/>
                <a:gd name="connsiteY14" fmla="*/ 43798 h 3257847"/>
                <a:gd name="connsiteX15" fmla="*/ 837777 w 2143758"/>
                <a:gd name="connsiteY15" fmla="*/ 376125 h 3257847"/>
                <a:gd name="connsiteX16" fmla="*/ 512471 w 2143758"/>
                <a:gd name="connsiteY16" fmla="*/ 642471 h 3257847"/>
                <a:gd name="connsiteX17" fmla="*/ 367857 w 2143758"/>
                <a:gd name="connsiteY17" fmla="*/ 1092348 h 3257847"/>
                <a:gd name="connsiteX18" fmla="*/ 118519 w 2143758"/>
                <a:gd name="connsiteY18" fmla="*/ 1276241 h 3257847"/>
                <a:gd name="connsiteX19" fmla="*/ 65912 w 2143758"/>
                <a:gd name="connsiteY19" fmla="*/ 1920228 h 3257847"/>
                <a:gd name="connsiteX20" fmla="*/ 150777 w 2143758"/>
                <a:gd name="connsiteY20" fmla="*/ 2423715 h 3257847"/>
                <a:gd name="connsiteX21" fmla="*/ 68478 w 2143758"/>
                <a:gd name="connsiteY21" fmla="*/ 2790177 h 3257847"/>
                <a:gd name="connsiteX0" fmla="*/ 1389538 w 2143758"/>
                <a:gd name="connsiteY0" fmla="*/ 3272446 h 3272446"/>
                <a:gd name="connsiteX1" fmla="*/ 1683508 w 2143758"/>
                <a:gd name="connsiteY1" fmla="*/ 3087963 h 3272446"/>
                <a:gd name="connsiteX2" fmla="*/ 2010382 w 2143758"/>
                <a:gd name="connsiteY2" fmla="*/ 2950924 h 3272446"/>
                <a:gd name="connsiteX3" fmla="*/ 2131914 w 2143758"/>
                <a:gd name="connsiteY3" fmla="*/ 2550189 h 3272446"/>
                <a:gd name="connsiteX4" fmla="*/ 2097055 w 2143758"/>
                <a:gd name="connsiteY4" fmla="*/ 2391840 h 3272446"/>
                <a:gd name="connsiteX5" fmla="*/ 1949013 w 2143758"/>
                <a:gd name="connsiteY5" fmla="*/ 2037847 h 3272446"/>
                <a:gd name="connsiteX6" fmla="*/ 1815175 w 2143758"/>
                <a:gd name="connsiteY6" fmla="*/ 1844293 h 3272446"/>
                <a:gd name="connsiteX7" fmla="*/ 1435708 w 2143758"/>
                <a:gd name="connsiteY7" fmla="*/ 1620792 h 3272446"/>
                <a:gd name="connsiteX8" fmla="*/ 1494622 w 2143758"/>
                <a:gd name="connsiteY8" fmla="*/ 1316358 h 3272446"/>
                <a:gd name="connsiteX9" fmla="*/ 1584707 w 2143758"/>
                <a:gd name="connsiteY9" fmla="*/ 1012499 h 3272446"/>
                <a:gd name="connsiteX10" fmla="*/ 1486943 w 2143758"/>
                <a:gd name="connsiteY10" fmla="*/ 612256 h 3272446"/>
                <a:gd name="connsiteX11" fmla="*/ 1573745 w 2143758"/>
                <a:gd name="connsiteY11" fmla="*/ 209604 h 3272446"/>
                <a:gd name="connsiteX12" fmla="*/ 1554417 w 2143758"/>
                <a:gd name="connsiteY12" fmla="*/ 22014 h 3272446"/>
                <a:gd name="connsiteX13" fmla="*/ 1297221 w 2143758"/>
                <a:gd name="connsiteY13" fmla="*/ 41976 h 3272446"/>
                <a:gd name="connsiteX14" fmla="*/ 1080474 w 2143758"/>
                <a:gd name="connsiteY14" fmla="*/ 58397 h 3272446"/>
                <a:gd name="connsiteX15" fmla="*/ 837777 w 2143758"/>
                <a:gd name="connsiteY15" fmla="*/ 390724 h 3272446"/>
                <a:gd name="connsiteX16" fmla="*/ 512471 w 2143758"/>
                <a:gd name="connsiteY16" fmla="*/ 657070 h 3272446"/>
                <a:gd name="connsiteX17" fmla="*/ 367857 w 2143758"/>
                <a:gd name="connsiteY17" fmla="*/ 1106947 h 3272446"/>
                <a:gd name="connsiteX18" fmla="*/ 118519 w 2143758"/>
                <a:gd name="connsiteY18" fmla="*/ 1290840 h 3272446"/>
                <a:gd name="connsiteX19" fmla="*/ 65912 w 2143758"/>
                <a:gd name="connsiteY19" fmla="*/ 1934827 h 3272446"/>
                <a:gd name="connsiteX20" fmla="*/ 150777 w 2143758"/>
                <a:gd name="connsiteY20" fmla="*/ 2438314 h 3272446"/>
                <a:gd name="connsiteX21" fmla="*/ 68478 w 2143758"/>
                <a:gd name="connsiteY21" fmla="*/ 2804776 h 3272446"/>
                <a:gd name="connsiteX0" fmla="*/ 1389538 w 2143758"/>
                <a:gd name="connsiteY0" fmla="*/ 3285838 h 3285838"/>
                <a:gd name="connsiteX1" fmla="*/ 1683508 w 2143758"/>
                <a:gd name="connsiteY1" fmla="*/ 3101355 h 3285838"/>
                <a:gd name="connsiteX2" fmla="*/ 2010382 w 2143758"/>
                <a:gd name="connsiteY2" fmla="*/ 2964316 h 3285838"/>
                <a:gd name="connsiteX3" fmla="*/ 2131914 w 2143758"/>
                <a:gd name="connsiteY3" fmla="*/ 2563581 h 3285838"/>
                <a:gd name="connsiteX4" fmla="*/ 2097055 w 2143758"/>
                <a:gd name="connsiteY4" fmla="*/ 2405232 h 3285838"/>
                <a:gd name="connsiteX5" fmla="*/ 1949013 w 2143758"/>
                <a:gd name="connsiteY5" fmla="*/ 2051239 h 3285838"/>
                <a:gd name="connsiteX6" fmla="*/ 1815175 w 2143758"/>
                <a:gd name="connsiteY6" fmla="*/ 1857685 h 3285838"/>
                <a:gd name="connsiteX7" fmla="*/ 1435708 w 2143758"/>
                <a:gd name="connsiteY7" fmla="*/ 1634184 h 3285838"/>
                <a:gd name="connsiteX8" fmla="*/ 1494622 w 2143758"/>
                <a:gd name="connsiteY8" fmla="*/ 1329750 h 3285838"/>
                <a:gd name="connsiteX9" fmla="*/ 1584707 w 2143758"/>
                <a:gd name="connsiteY9" fmla="*/ 1025891 h 3285838"/>
                <a:gd name="connsiteX10" fmla="*/ 1486943 w 2143758"/>
                <a:gd name="connsiteY10" fmla="*/ 625648 h 3285838"/>
                <a:gd name="connsiteX11" fmla="*/ 1573745 w 2143758"/>
                <a:gd name="connsiteY11" fmla="*/ 222996 h 3285838"/>
                <a:gd name="connsiteX12" fmla="*/ 1554417 w 2143758"/>
                <a:gd name="connsiteY12" fmla="*/ 35406 h 3285838"/>
                <a:gd name="connsiteX13" fmla="*/ 1297221 w 2143758"/>
                <a:gd name="connsiteY13" fmla="*/ 55368 h 3285838"/>
                <a:gd name="connsiteX14" fmla="*/ 837777 w 2143758"/>
                <a:gd name="connsiteY14" fmla="*/ 404116 h 3285838"/>
                <a:gd name="connsiteX15" fmla="*/ 512471 w 2143758"/>
                <a:gd name="connsiteY15" fmla="*/ 670462 h 3285838"/>
                <a:gd name="connsiteX16" fmla="*/ 367857 w 2143758"/>
                <a:gd name="connsiteY16" fmla="*/ 1120339 h 3285838"/>
                <a:gd name="connsiteX17" fmla="*/ 118519 w 2143758"/>
                <a:gd name="connsiteY17" fmla="*/ 1304232 h 3285838"/>
                <a:gd name="connsiteX18" fmla="*/ 65912 w 2143758"/>
                <a:gd name="connsiteY18" fmla="*/ 1948219 h 3285838"/>
                <a:gd name="connsiteX19" fmla="*/ 150777 w 2143758"/>
                <a:gd name="connsiteY19" fmla="*/ 2451706 h 3285838"/>
                <a:gd name="connsiteX20" fmla="*/ 68478 w 2143758"/>
                <a:gd name="connsiteY20" fmla="*/ 2818168 h 3285838"/>
                <a:gd name="connsiteX0" fmla="*/ 1389538 w 2143758"/>
                <a:gd name="connsiteY0" fmla="*/ 3288120 h 3288120"/>
                <a:gd name="connsiteX1" fmla="*/ 1683508 w 2143758"/>
                <a:gd name="connsiteY1" fmla="*/ 3103637 h 3288120"/>
                <a:gd name="connsiteX2" fmla="*/ 2010382 w 2143758"/>
                <a:gd name="connsiteY2" fmla="*/ 2966598 h 3288120"/>
                <a:gd name="connsiteX3" fmla="*/ 2131914 w 2143758"/>
                <a:gd name="connsiteY3" fmla="*/ 2565863 h 3288120"/>
                <a:gd name="connsiteX4" fmla="*/ 2097055 w 2143758"/>
                <a:gd name="connsiteY4" fmla="*/ 2407514 h 3288120"/>
                <a:gd name="connsiteX5" fmla="*/ 1949013 w 2143758"/>
                <a:gd name="connsiteY5" fmla="*/ 2053521 h 3288120"/>
                <a:gd name="connsiteX6" fmla="*/ 1815175 w 2143758"/>
                <a:gd name="connsiteY6" fmla="*/ 1859967 h 3288120"/>
                <a:gd name="connsiteX7" fmla="*/ 1435708 w 2143758"/>
                <a:gd name="connsiteY7" fmla="*/ 1636466 h 3288120"/>
                <a:gd name="connsiteX8" fmla="*/ 1494622 w 2143758"/>
                <a:gd name="connsiteY8" fmla="*/ 1332032 h 3288120"/>
                <a:gd name="connsiteX9" fmla="*/ 1584707 w 2143758"/>
                <a:gd name="connsiteY9" fmla="*/ 1028173 h 3288120"/>
                <a:gd name="connsiteX10" fmla="*/ 1486943 w 2143758"/>
                <a:gd name="connsiteY10" fmla="*/ 627930 h 3288120"/>
                <a:gd name="connsiteX11" fmla="*/ 1573745 w 2143758"/>
                <a:gd name="connsiteY11" fmla="*/ 225278 h 3288120"/>
                <a:gd name="connsiteX12" fmla="*/ 1554417 w 2143758"/>
                <a:gd name="connsiteY12" fmla="*/ 37688 h 3288120"/>
                <a:gd name="connsiteX13" fmla="*/ 1297221 w 2143758"/>
                <a:gd name="connsiteY13" fmla="*/ 57650 h 3288120"/>
                <a:gd name="connsiteX14" fmla="*/ 843951 w 2143758"/>
                <a:gd name="connsiteY14" fmla="*/ 449066 h 3288120"/>
                <a:gd name="connsiteX15" fmla="*/ 512471 w 2143758"/>
                <a:gd name="connsiteY15" fmla="*/ 672744 h 3288120"/>
                <a:gd name="connsiteX16" fmla="*/ 367857 w 2143758"/>
                <a:gd name="connsiteY16" fmla="*/ 1122621 h 3288120"/>
                <a:gd name="connsiteX17" fmla="*/ 118519 w 2143758"/>
                <a:gd name="connsiteY17" fmla="*/ 1306514 h 3288120"/>
                <a:gd name="connsiteX18" fmla="*/ 65912 w 2143758"/>
                <a:gd name="connsiteY18" fmla="*/ 1950501 h 3288120"/>
                <a:gd name="connsiteX19" fmla="*/ 150777 w 2143758"/>
                <a:gd name="connsiteY19" fmla="*/ 2453988 h 3288120"/>
                <a:gd name="connsiteX20" fmla="*/ 68478 w 2143758"/>
                <a:gd name="connsiteY20" fmla="*/ 2820450 h 3288120"/>
                <a:gd name="connsiteX0" fmla="*/ 1389538 w 2143758"/>
                <a:gd name="connsiteY0" fmla="*/ 3288120 h 3288120"/>
                <a:gd name="connsiteX1" fmla="*/ 1683508 w 2143758"/>
                <a:gd name="connsiteY1" fmla="*/ 3103637 h 3288120"/>
                <a:gd name="connsiteX2" fmla="*/ 2010382 w 2143758"/>
                <a:gd name="connsiteY2" fmla="*/ 2966598 h 3288120"/>
                <a:gd name="connsiteX3" fmla="*/ 2131914 w 2143758"/>
                <a:gd name="connsiteY3" fmla="*/ 2565863 h 3288120"/>
                <a:gd name="connsiteX4" fmla="*/ 2097055 w 2143758"/>
                <a:gd name="connsiteY4" fmla="*/ 2407514 h 3288120"/>
                <a:gd name="connsiteX5" fmla="*/ 1949013 w 2143758"/>
                <a:gd name="connsiteY5" fmla="*/ 2053521 h 3288120"/>
                <a:gd name="connsiteX6" fmla="*/ 1815175 w 2143758"/>
                <a:gd name="connsiteY6" fmla="*/ 1859967 h 3288120"/>
                <a:gd name="connsiteX7" fmla="*/ 1435708 w 2143758"/>
                <a:gd name="connsiteY7" fmla="*/ 1636466 h 3288120"/>
                <a:gd name="connsiteX8" fmla="*/ 1494622 w 2143758"/>
                <a:gd name="connsiteY8" fmla="*/ 1332032 h 3288120"/>
                <a:gd name="connsiteX9" fmla="*/ 1584707 w 2143758"/>
                <a:gd name="connsiteY9" fmla="*/ 1028173 h 3288120"/>
                <a:gd name="connsiteX10" fmla="*/ 1486943 w 2143758"/>
                <a:gd name="connsiteY10" fmla="*/ 627930 h 3288120"/>
                <a:gd name="connsiteX11" fmla="*/ 1573745 w 2143758"/>
                <a:gd name="connsiteY11" fmla="*/ 225278 h 3288120"/>
                <a:gd name="connsiteX12" fmla="*/ 1554417 w 2143758"/>
                <a:gd name="connsiteY12" fmla="*/ 37688 h 3288120"/>
                <a:gd name="connsiteX13" fmla="*/ 1297221 w 2143758"/>
                <a:gd name="connsiteY13" fmla="*/ 57650 h 3288120"/>
                <a:gd name="connsiteX14" fmla="*/ 843951 w 2143758"/>
                <a:gd name="connsiteY14" fmla="*/ 449066 h 3288120"/>
                <a:gd name="connsiteX15" fmla="*/ 467917 w 2143758"/>
                <a:gd name="connsiteY15" fmla="*/ 797260 h 3288120"/>
                <a:gd name="connsiteX16" fmla="*/ 367857 w 2143758"/>
                <a:gd name="connsiteY16" fmla="*/ 1122621 h 3288120"/>
                <a:gd name="connsiteX17" fmla="*/ 118519 w 2143758"/>
                <a:gd name="connsiteY17" fmla="*/ 1306514 h 3288120"/>
                <a:gd name="connsiteX18" fmla="*/ 65912 w 2143758"/>
                <a:gd name="connsiteY18" fmla="*/ 1950501 h 3288120"/>
                <a:gd name="connsiteX19" fmla="*/ 150777 w 2143758"/>
                <a:gd name="connsiteY19" fmla="*/ 2453988 h 3288120"/>
                <a:gd name="connsiteX20" fmla="*/ 68478 w 2143758"/>
                <a:gd name="connsiteY20" fmla="*/ 2820450 h 3288120"/>
                <a:gd name="connsiteX0" fmla="*/ 1330524 w 2084744"/>
                <a:gd name="connsiteY0" fmla="*/ 3288120 h 3288120"/>
                <a:gd name="connsiteX1" fmla="*/ 1624494 w 2084744"/>
                <a:gd name="connsiteY1" fmla="*/ 3103637 h 3288120"/>
                <a:gd name="connsiteX2" fmla="*/ 1951368 w 2084744"/>
                <a:gd name="connsiteY2" fmla="*/ 2966598 h 3288120"/>
                <a:gd name="connsiteX3" fmla="*/ 2072900 w 2084744"/>
                <a:gd name="connsiteY3" fmla="*/ 2565863 h 3288120"/>
                <a:gd name="connsiteX4" fmla="*/ 2038041 w 2084744"/>
                <a:gd name="connsiteY4" fmla="*/ 2407514 h 3288120"/>
                <a:gd name="connsiteX5" fmla="*/ 1889999 w 2084744"/>
                <a:gd name="connsiteY5" fmla="*/ 2053521 h 3288120"/>
                <a:gd name="connsiteX6" fmla="*/ 1756161 w 2084744"/>
                <a:gd name="connsiteY6" fmla="*/ 1859967 h 3288120"/>
                <a:gd name="connsiteX7" fmla="*/ 1376694 w 2084744"/>
                <a:gd name="connsiteY7" fmla="*/ 1636466 h 3288120"/>
                <a:gd name="connsiteX8" fmla="*/ 1435608 w 2084744"/>
                <a:gd name="connsiteY8" fmla="*/ 1332032 h 3288120"/>
                <a:gd name="connsiteX9" fmla="*/ 1525693 w 2084744"/>
                <a:gd name="connsiteY9" fmla="*/ 1028173 h 3288120"/>
                <a:gd name="connsiteX10" fmla="*/ 1427929 w 2084744"/>
                <a:gd name="connsiteY10" fmla="*/ 627930 h 3288120"/>
                <a:gd name="connsiteX11" fmla="*/ 1514731 w 2084744"/>
                <a:gd name="connsiteY11" fmla="*/ 225278 h 3288120"/>
                <a:gd name="connsiteX12" fmla="*/ 1495403 w 2084744"/>
                <a:gd name="connsiteY12" fmla="*/ 37688 h 3288120"/>
                <a:gd name="connsiteX13" fmla="*/ 1238207 w 2084744"/>
                <a:gd name="connsiteY13" fmla="*/ 57650 h 3288120"/>
                <a:gd name="connsiteX14" fmla="*/ 784937 w 2084744"/>
                <a:gd name="connsiteY14" fmla="*/ 449066 h 3288120"/>
                <a:gd name="connsiteX15" fmla="*/ 408903 w 2084744"/>
                <a:gd name="connsiteY15" fmla="*/ 797260 h 3288120"/>
                <a:gd name="connsiteX16" fmla="*/ 308843 w 2084744"/>
                <a:gd name="connsiteY16" fmla="*/ 1122621 h 3288120"/>
                <a:gd name="connsiteX17" fmla="*/ 59505 w 2084744"/>
                <a:gd name="connsiteY17" fmla="*/ 1306514 h 3288120"/>
                <a:gd name="connsiteX18" fmla="*/ 6898 w 2084744"/>
                <a:gd name="connsiteY18" fmla="*/ 1950501 h 3288120"/>
                <a:gd name="connsiteX19" fmla="*/ 91763 w 2084744"/>
                <a:gd name="connsiteY19" fmla="*/ 2453988 h 3288120"/>
                <a:gd name="connsiteX0" fmla="*/ 1323626 w 2077846"/>
                <a:gd name="connsiteY0" fmla="*/ 3288120 h 3288120"/>
                <a:gd name="connsiteX1" fmla="*/ 1617596 w 2077846"/>
                <a:gd name="connsiteY1" fmla="*/ 3103637 h 3288120"/>
                <a:gd name="connsiteX2" fmla="*/ 1944470 w 2077846"/>
                <a:gd name="connsiteY2" fmla="*/ 2966598 h 3288120"/>
                <a:gd name="connsiteX3" fmla="*/ 2066002 w 2077846"/>
                <a:gd name="connsiteY3" fmla="*/ 2565863 h 3288120"/>
                <a:gd name="connsiteX4" fmla="*/ 2031143 w 2077846"/>
                <a:gd name="connsiteY4" fmla="*/ 2407514 h 3288120"/>
                <a:gd name="connsiteX5" fmla="*/ 1883101 w 2077846"/>
                <a:gd name="connsiteY5" fmla="*/ 2053521 h 3288120"/>
                <a:gd name="connsiteX6" fmla="*/ 1749263 w 2077846"/>
                <a:gd name="connsiteY6" fmla="*/ 1859967 h 3288120"/>
                <a:gd name="connsiteX7" fmla="*/ 1369796 w 2077846"/>
                <a:gd name="connsiteY7" fmla="*/ 1636466 h 3288120"/>
                <a:gd name="connsiteX8" fmla="*/ 1428710 w 2077846"/>
                <a:gd name="connsiteY8" fmla="*/ 1332032 h 3288120"/>
                <a:gd name="connsiteX9" fmla="*/ 1518795 w 2077846"/>
                <a:gd name="connsiteY9" fmla="*/ 1028173 h 3288120"/>
                <a:gd name="connsiteX10" fmla="*/ 1421031 w 2077846"/>
                <a:gd name="connsiteY10" fmla="*/ 627930 h 3288120"/>
                <a:gd name="connsiteX11" fmla="*/ 1507833 w 2077846"/>
                <a:gd name="connsiteY11" fmla="*/ 225278 h 3288120"/>
                <a:gd name="connsiteX12" fmla="*/ 1488505 w 2077846"/>
                <a:gd name="connsiteY12" fmla="*/ 37688 h 3288120"/>
                <a:gd name="connsiteX13" fmla="*/ 1231309 w 2077846"/>
                <a:gd name="connsiteY13" fmla="*/ 57650 h 3288120"/>
                <a:gd name="connsiteX14" fmla="*/ 778039 w 2077846"/>
                <a:gd name="connsiteY14" fmla="*/ 449066 h 3288120"/>
                <a:gd name="connsiteX15" fmla="*/ 402005 w 2077846"/>
                <a:gd name="connsiteY15" fmla="*/ 797260 h 3288120"/>
                <a:gd name="connsiteX16" fmla="*/ 301945 w 2077846"/>
                <a:gd name="connsiteY16" fmla="*/ 1122621 h 3288120"/>
                <a:gd name="connsiteX17" fmla="*/ 52607 w 2077846"/>
                <a:gd name="connsiteY17" fmla="*/ 1306514 h 3288120"/>
                <a:gd name="connsiteX18" fmla="*/ 0 w 2077846"/>
                <a:gd name="connsiteY18" fmla="*/ 1950501 h 3288120"/>
                <a:gd name="connsiteX0" fmla="*/ 1290045 w 2044265"/>
                <a:gd name="connsiteY0" fmla="*/ 3288120 h 3288120"/>
                <a:gd name="connsiteX1" fmla="*/ 1584015 w 2044265"/>
                <a:gd name="connsiteY1" fmla="*/ 3103637 h 3288120"/>
                <a:gd name="connsiteX2" fmla="*/ 1910889 w 2044265"/>
                <a:gd name="connsiteY2" fmla="*/ 2966598 h 3288120"/>
                <a:gd name="connsiteX3" fmla="*/ 2032421 w 2044265"/>
                <a:gd name="connsiteY3" fmla="*/ 2565863 h 3288120"/>
                <a:gd name="connsiteX4" fmla="*/ 1997562 w 2044265"/>
                <a:gd name="connsiteY4" fmla="*/ 2407514 h 3288120"/>
                <a:gd name="connsiteX5" fmla="*/ 1849520 w 2044265"/>
                <a:gd name="connsiteY5" fmla="*/ 2053521 h 3288120"/>
                <a:gd name="connsiteX6" fmla="*/ 1715682 w 2044265"/>
                <a:gd name="connsiteY6" fmla="*/ 1859967 h 3288120"/>
                <a:gd name="connsiteX7" fmla="*/ 1336215 w 2044265"/>
                <a:gd name="connsiteY7" fmla="*/ 1636466 h 3288120"/>
                <a:gd name="connsiteX8" fmla="*/ 1395129 w 2044265"/>
                <a:gd name="connsiteY8" fmla="*/ 1332032 h 3288120"/>
                <a:gd name="connsiteX9" fmla="*/ 1485214 w 2044265"/>
                <a:gd name="connsiteY9" fmla="*/ 1028173 h 3288120"/>
                <a:gd name="connsiteX10" fmla="*/ 1387450 w 2044265"/>
                <a:gd name="connsiteY10" fmla="*/ 627930 h 3288120"/>
                <a:gd name="connsiteX11" fmla="*/ 1474252 w 2044265"/>
                <a:gd name="connsiteY11" fmla="*/ 225278 h 3288120"/>
                <a:gd name="connsiteX12" fmla="*/ 1454924 w 2044265"/>
                <a:gd name="connsiteY12" fmla="*/ 37688 h 3288120"/>
                <a:gd name="connsiteX13" fmla="*/ 1197728 w 2044265"/>
                <a:gd name="connsiteY13" fmla="*/ 57650 h 3288120"/>
                <a:gd name="connsiteX14" fmla="*/ 744458 w 2044265"/>
                <a:gd name="connsiteY14" fmla="*/ 449066 h 3288120"/>
                <a:gd name="connsiteX15" fmla="*/ 368424 w 2044265"/>
                <a:gd name="connsiteY15" fmla="*/ 797260 h 3288120"/>
                <a:gd name="connsiteX16" fmla="*/ 268364 w 2044265"/>
                <a:gd name="connsiteY16" fmla="*/ 1122621 h 3288120"/>
                <a:gd name="connsiteX17" fmla="*/ 19026 w 2044265"/>
                <a:gd name="connsiteY17" fmla="*/ 1306514 h 3288120"/>
                <a:gd name="connsiteX18" fmla="*/ 18302 w 2044265"/>
                <a:gd name="connsiteY18" fmla="*/ 1507860 h 3288120"/>
                <a:gd name="connsiteX0" fmla="*/ 1271743 w 2025963"/>
                <a:gd name="connsiteY0" fmla="*/ 3288120 h 3288120"/>
                <a:gd name="connsiteX1" fmla="*/ 1565713 w 2025963"/>
                <a:gd name="connsiteY1" fmla="*/ 3103637 h 3288120"/>
                <a:gd name="connsiteX2" fmla="*/ 1892587 w 2025963"/>
                <a:gd name="connsiteY2" fmla="*/ 2966598 h 3288120"/>
                <a:gd name="connsiteX3" fmla="*/ 2014119 w 2025963"/>
                <a:gd name="connsiteY3" fmla="*/ 2565863 h 3288120"/>
                <a:gd name="connsiteX4" fmla="*/ 1979260 w 2025963"/>
                <a:gd name="connsiteY4" fmla="*/ 2407514 h 3288120"/>
                <a:gd name="connsiteX5" fmla="*/ 1831218 w 2025963"/>
                <a:gd name="connsiteY5" fmla="*/ 2053521 h 3288120"/>
                <a:gd name="connsiteX6" fmla="*/ 1697380 w 2025963"/>
                <a:gd name="connsiteY6" fmla="*/ 1859967 h 3288120"/>
                <a:gd name="connsiteX7" fmla="*/ 1317913 w 2025963"/>
                <a:gd name="connsiteY7" fmla="*/ 1636466 h 3288120"/>
                <a:gd name="connsiteX8" fmla="*/ 1376827 w 2025963"/>
                <a:gd name="connsiteY8" fmla="*/ 1332032 h 3288120"/>
                <a:gd name="connsiteX9" fmla="*/ 1466912 w 2025963"/>
                <a:gd name="connsiteY9" fmla="*/ 1028173 h 3288120"/>
                <a:gd name="connsiteX10" fmla="*/ 1369148 w 2025963"/>
                <a:gd name="connsiteY10" fmla="*/ 627930 h 3288120"/>
                <a:gd name="connsiteX11" fmla="*/ 1455950 w 2025963"/>
                <a:gd name="connsiteY11" fmla="*/ 225278 h 3288120"/>
                <a:gd name="connsiteX12" fmla="*/ 1436622 w 2025963"/>
                <a:gd name="connsiteY12" fmla="*/ 37688 h 3288120"/>
                <a:gd name="connsiteX13" fmla="*/ 1179426 w 2025963"/>
                <a:gd name="connsiteY13" fmla="*/ 57650 h 3288120"/>
                <a:gd name="connsiteX14" fmla="*/ 726156 w 2025963"/>
                <a:gd name="connsiteY14" fmla="*/ 449066 h 3288120"/>
                <a:gd name="connsiteX15" fmla="*/ 350122 w 2025963"/>
                <a:gd name="connsiteY15" fmla="*/ 797260 h 3288120"/>
                <a:gd name="connsiteX16" fmla="*/ 250062 w 2025963"/>
                <a:gd name="connsiteY16" fmla="*/ 1122621 h 3288120"/>
                <a:gd name="connsiteX17" fmla="*/ 77223 w 2025963"/>
                <a:gd name="connsiteY17" fmla="*/ 1289773 h 3288120"/>
                <a:gd name="connsiteX18" fmla="*/ 0 w 2025963"/>
                <a:gd name="connsiteY18" fmla="*/ 1507860 h 3288120"/>
                <a:gd name="connsiteX0" fmla="*/ 1257695 w 2011915"/>
                <a:gd name="connsiteY0" fmla="*/ 3288120 h 3288120"/>
                <a:gd name="connsiteX1" fmla="*/ 1551665 w 2011915"/>
                <a:gd name="connsiteY1" fmla="*/ 3103637 h 3288120"/>
                <a:gd name="connsiteX2" fmla="*/ 1878539 w 2011915"/>
                <a:gd name="connsiteY2" fmla="*/ 2966598 h 3288120"/>
                <a:gd name="connsiteX3" fmla="*/ 2000071 w 2011915"/>
                <a:gd name="connsiteY3" fmla="*/ 2565863 h 3288120"/>
                <a:gd name="connsiteX4" fmla="*/ 1965212 w 2011915"/>
                <a:gd name="connsiteY4" fmla="*/ 2407514 h 3288120"/>
                <a:gd name="connsiteX5" fmla="*/ 1817170 w 2011915"/>
                <a:gd name="connsiteY5" fmla="*/ 2053521 h 3288120"/>
                <a:gd name="connsiteX6" fmla="*/ 1683332 w 2011915"/>
                <a:gd name="connsiteY6" fmla="*/ 1859967 h 3288120"/>
                <a:gd name="connsiteX7" fmla="*/ 1303865 w 2011915"/>
                <a:gd name="connsiteY7" fmla="*/ 1636466 h 3288120"/>
                <a:gd name="connsiteX8" fmla="*/ 1362779 w 2011915"/>
                <a:gd name="connsiteY8" fmla="*/ 1332032 h 3288120"/>
                <a:gd name="connsiteX9" fmla="*/ 1452864 w 2011915"/>
                <a:gd name="connsiteY9" fmla="*/ 1028173 h 3288120"/>
                <a:gd name="connsiteX10" fmla="*/ 1355100 w 2011915"/>
                <a:gd name="connsiteY10" fmla="*/ 627930 h 3288120"/>
                <a:gd name="connsiteX11" fmla="*/ 1441902 w 2011915"/>
                <a:gd name="connsiteY11" fmla="*/ 225278 h 3288120"/>
                <a:gd name="connsiteX12" fmla="*/ 1422574 w 2011915"/>
                <a:gd name="connsiteY12" fmla="*/ 37688 h 3288120"/>
                <a:gd name="connsiteX13" fmla="*/ 1165378 w 2011915"/>
                <a:gd name="connsiteY13" fmla="*/ 57650 h 3288120"/>
                <a:gd name="connsiteX14" fmla="*/ 712108 w 2011915"/>
                <a:gd name="connsiteY14" fmla="*/ 449066 h 3288120"/>
                <a:gd name="connsiteX15" fmla="*/ 336074 w 2011915"/>
                <a:gd name="connsiteY15" fmla="*/ 797260 h 3288120"/>
                <a:gd name="connsiteX16" fmla="*/ 236014 w 2011915"/>
                <a:gd name="connsiteY16" fmla="*/ 1122621 h 3288120"/>
                <a:gd name="connsiteX17" fmla="*/ 63175 w 2011915"/>
                <a:gd name="connsiteY17" fmla="*/ 1289773 h 3288120"/>
                <a:gd name="connsiteX18" fmla="*/ 0 w 2011915"/>
                <a:gd name="connsiteY18" fmla="*/ 1538063 h 3288120"/>
                <a:gd name="connsiteX0" fmla="*/ 1257695 w 2011915"/>
                <a:gd name="connsiteY0" fmla="*/ 3288120 h 3288120"/>
                <a:gd name="connsiteX1" fmla="*/ 1551665 w 2011915"/>
                <a:gd name="connsiteY1" fmla="*/ 3103637 h 3288120"/>
                <a:gd name="connsiteX2" fmla="*/ 1878539 w 2011915"/>
                <a:gd name="connsiteY2" fmla="*/ 2966598 h 3288120"/>
                <a:gd name="connsiteX3" fmla="*/ 2000071 w 2011915"/>
                <a:gd name="connsiteY3" fmla="*/ 2565863 h 3288120"/>
                <a:gd name="connsiteX4" fmla="*/ 1965212 w 2011915"/>
                <a:gd name="connsiteY4" fmla="*/ 2407514 h 3288120"/>
                <a:gd name="connsiteX5" fmla="*/ 1817170 w 2011915"/>
                <a:gd name="connsiteY5" fmla="*/ 2053521 h 3288120"/>
                <a:gd name="connsiteX6" fmla="*/ 1683332 w 2011915"/>
                <a:gd name="connsiteY6" fmla="*/ 1859967 h 3288120"/>
                <a:gd name="connsiteX7" fmla="*/ 1303865 w 2011915"/>
                <a:gd name="connsiteY7" fmla="*/ 1636466 h 3288120"/>
                <a:gd name="connsiteX8" fmla="*/ 1362779 w 2011915"/>
                <a:gd name="connsiteY8" fmla="*/ 1332032 h 3288120"/>
                <a:gd name="connsiteX9" fmla="*/ 1452864 w 2011915"/>
                <a:gd name="connsiteY9" fmla="*/ 1028173 h 3288120"/>
                <a:gd name="connsiteX10" fmla="*/ 1355100 w 2011915"/>
                <a:gd name="connsiteY10" fmla="*/ 627930 h 3288120"/>
                <a:gd name="connsiteX11" fmla="*/ 1441902 w 2011915"/>
                <a:gd name="connsiteY11" fmla="*/ 225278 h 3288120"/>
                <a:gd name="connsiteX12" fmla="*/ 1422574 w 2011915"/>
                <a:gd name="connsiteY12" fmla="*/ 37688 h 3288120"/>
                <a:gd name="connsiteX13" fmla="*/ 1165378 w 2011915"/>
                <a:gd name="connsiteY13" fmla="*/ 57650 h 3288120"/>
                <a:gd name="connsiteX14" fmla="*/ 712108 w 2011915"/>
                <a:gd name="connsiteY14" fmla="*/ 449066 h 3288120"/>
                <a:gd name="connsiteX15" fmla="*/ 336074 w 2011915"/>
                <a:gd name="connsiteY15" fmla="*/ 797260 h 3288120"/>
                <a:gd name="connsiteX16" fmla="*/ 236014 w 2011915"/>
                <a:gd name="connsiteY16" fmla="*/ 1122621 h 3288120"/>
                <a:gd name="connsiteX17" fmla="*/ 63175 w 2011915"/>
                <a:gd name="connsiteY17" fmla="*/ 1289773 h 3288120"/>
                <a:gd name="connsiteX18" fmla="*/ 0 w 2011915"/>
                <a:gd name="connsiteY18" fmla="*/ 1538063 h 3288120"/>
                <a:gd name="connsiteX0" fmla="*/ 1257695 w 2011915"/>
                <a:gd name="connsiteY0" fmla="*/ 3288120 h 3288120"/>
                <a:gd name="connsiteX1" fmla="*/ 1551665 w 2011915"/>
                <a:gd name="connsiteY1" fmla="*/ 3103637 h 3288120"/>
                <a:gd name="connsiteX2" fmla="*/ 1878539 w 2011915"/>
                <a:gd name="connsiteY2" fmla="*/ 2966598 h 3288120"/>
                <a:gd name="connsiteX3" fmla="*/ 2000071 w 2011915"/>
                <a:gd name="connsiteY3" fmla="*/ 2565863 h 3288120"/>
                <a:gd name="connsiteX4" fmla="*/ 1965212 w 2011915"/>
                <a:gd name="connsiteY4" fmla="*/ 2407514 h 3288120"/>
                <a:gd name="connsiteX5" fmla="*/ 1817170 w 2011915"/>
                <a:gd name="connsiteY5" fmla="*/ 2053521 h 3288120"/>
                <a:gd name="connsiteX6" fmla="*/ 1683332 w 2011915"/>
                <a:gd name="connsiteY6" fmla="*/ 1859967 h 3288120"/>
                <a:gd name="connsiteX7" fmla="*/ 1303865 w 2011915"/>
                <a:gd name="connsiteY7" fmla="*/ 1636466 h 3288120"/>
                <a:gd name="connsiteX8" fmla="*/ 1362779 w 2011915"/>
                <a:gd name="connsiteY8" fmla="*/ 1332032 h 3288120"/>
                <a:gd name="connsiteX9" fmla="*/ 1452864 w 2011915"/>
                <a:gd name="connsiteY9" fmla="*/ 1028173 h 3288120"/>
                <a:gd name="connsiteX10" fmla="*/ 1355100 w 2011915"/>
                <a:gd name="connsiteY10" fmla="*/ 627930 h 3288120"/>
                <a:gd name="connsiteX11" fmla="*/ 1441902 w 2011915"/>
                <a:gd name="connsiteY11" fmla="*/ 225278 h 3288120"/>
                <a:gd name="connsiteX12" fmla="*/ 1422574 w 2011915"/>
                <a:gd name="connsiteY12" fmla="*/ 37688 h 3288120"/>
                <a:gd name="connsiteX13" fmla="*/ 1165378 w 2011915"/>
                <a:gd name="connsiteY13" fmla="*/ 57650 h 3288120"/>
                <a:gd name="connsiteX14" fmla="*/ 712108 w 2011915"/>
                <a:gd name="connsiteY14" fmla="*/ 449066 h 3288120"/>
                <a:gd name="connsiteX15" fmla="*/ 336074 w 2011915"/>
                <a:gd name="connsiteY15" fmla="*/ 797260 h 3288120"/>
                <a:gd name="connsiteX16" fmla="*/ 278602 w 2011915"/>
                <a:gd name="connsiteY16" fmla="*/ 1057228 h 3288120"/>
                <a:gd name="connsiteX17" fmla="*/ 63175 w 2011915"/>
                <a:gd name="connsiteY17" fmla="*/ 1289773 h 3288120"/>
                <a:gd name="connsiteX18" fmla="*/ 0 w 2011915"/>
                <a:gd name="connsiteY18" fmla="*/ 1538063 h 3288120"/>
                <a:gd name="connsiteX0" fmla="*/ 1257695 w 2011915"/>
                <a:gd name="connsiteY0" fmla="*/ 3288120 h 3288120"/>
                <a:gd name="connsiteX1" fmla="*/ 1551665 w 2011915"/>
                <a:gd name="connsiteY1" fmla="*/ 3103637 h 3288120"/>
                <a:gd name="connsiteX2" fmla="*/ 1878539 w 2011915"/>
                <a:gd name="connsiteY2" fmla="*/ 2966598 h 3288120"/>
                <a:gd name="connsiteX3" fmla="*/ 2000071 w 2011915"/>
                <a:gd name="connsiteY3" fmla="*/ 2565863 h 3288120"/>
                <a:gd name="connsiteX4" fmla="*/ 1965212 w 2011915"/>
                <a:gd name="connsiteY4" fmla="*/ 2407514 h 3288120"/>
                <a:gd name="connsiteX5" fmla="*/ 1817170 w 2011915"/>
                <a:gd name="connsiteY5" fmla="*/ 2053521 h 3288120"/>
                <a:gd name="connsiteX6" fmla="*/ 1683332 w 2011915"/>
                <a:gd name="connsiteY6" fmla="*/ 1859967 h 3288120"/>
                <a:gd name="connsiteX7" fmla="*/ 1303865 w 2011915"/>
                <a:gd name="connsiteY7" fmla="*/ 1636466 h 3288120"/>
                <a:gd name="connsiteX8" fmla="*/ 1362779 w 2011915"/>
                <a:gd name="connsiteY8" fmla="*/ 1332032 h 3288120"/>
                <a:gd name="connsiteX9" fmla="*/ 1452864 w 2011915"/>
                <a:gd name="connsiteY9" fmla="*/ 1028173 h 3288120"/>
                <a:gd name="connsiteX10" fmla="*/ 1355100 w 2011915"/>
                <a:gd name="connsiteY10" fmla="*/ 627930 h 3288120"/>
                <a:gd name="connsiteX11" fmla="*/ 1441902 w 2011915"/>
                <a:gd name="connsiteY11" fmla="*/ 225278 h 3288120"/>
                <a:gd name="connsiteX12" fmla="*/ 1422574 w 2011915"/>
                <a:gd name="connsiteY12" fmla="*/ 37688 h 3288120"/>
                <a:gd name="connsiteX13" fmla="*/ 1165378 w 2011915"/>
                <a:gd name="connsiteY13" fmla="*/ 57650 h 3288120"/>
                <a:gd name="connsiteX14" fmla="*/ 712108 w 2011915"/>
                <a:gd name="connsiteY14" fmla="*/ 449066 h 3288120"/>
                <a:gd name="connsiteX15" fmla="*/ 472518 w 2011915"/>
                <a:gd name="connsiteY15" fmla="*/ 666261 h 3288120"/>
                <a:gd name="connsiteX16" fmla="*/ 278602 w 2011915"/>
                <a:gd name="connsiteY16" fmla="*/ 1057228 h 3288120"/>
                <a:gd name="connsiteX17" fmla="*/ 63175 w 2011915"/>
                <a:gd name="connsiteY17" fmla="*/ 1289773 h 3288120"/>
                <a:gd name="connsiteX18" fmla="*/ 0 w 2011915"/>
                <a:gd name="connsiteY18" fmla="*/ 1538063 h 3288120"/>
                <a:gd name="connsiteX0" fmla="*/ 1257695 w 2011915"/>
                <a:gd name="connsiteY0" fmla="*/ 3288120 h 3288120"/>
                <a:gd name="connsiteX1" fmla="*/ 1551665 w 2011915"/>
                <a:gd name="connsiteY1" fmla="*/ 3103637 h 3288120"/>
                <a:gd name="connsiteX2" fmla="*/ 1878539 w 2011915"/>
                <a:gd name="connsiteY2" fmla="*/ 2966598 h 3288120"/>
                <a:gd name="connsiteX3" fmla="*/ 2000071 w 2011915"/>
                <a:gd name="connsiteY3" fmla="*/ 2565863 h 3288120"/>
                <a:gd name="connsiteX4" fmla="*/ 1965212 w 2011915"/>
                <a:gd name="connsiteY4" fmla="*/ 2407514 h 3288120"/>
                <a:gd name="connsiteX5" fmla="*/ 1817170 w 2011915"/>
                <a:gd name="connsiteY5" fmla="*/ 2053521 h 3288120"/>
                <a:gd name="connsiteX6" fmla="*/ 1683332 w 2011915"/>
                <a:gd name="connsiteY6" fmla="*/ 1859967 h 3288120"/>
                <a:gd name="connsiteX7" fmla="*/ 1303865 w 2011915"/>
                <a:gd name="connsiteY7" fmla="*/ 1636466 h 3288120"/>
                <a:gd name="connsiteX8" fmla="*/ 1362779 w 2011915"/>
                <a:gd name="connsiteY8" fmla="*/ 1332032 h 3288120"/>
                <a:gd name="connsiteX9" fmla="*/ 1452864 w 2011915"/>
                <a:gd name="connsiteY9" fmla="*/ 1028173 h 3288120"/>
                <a:gd name="connsiteX10" fmla="*/ 1355100 w 2011915"/>
                <a:gd name="connsiteY10" fmla="*/ 627930 h 3288120"/>
                <a:gd name="connsiteX11" fmla="*/ 1441902 w 2011915"/>
                <a:gd name="connsiteY11" fmla="*/ 225278 h 3288120"/>
                <a:gd name="connsiteX12" fmla="*/ 1422574 w 2011915"/>
                <a:gd name="connsiteY12" fmla="*/ 37688 h 3288120"/>
                <a:gd name="connsiteX13" fmla="*/ 1165378 w 2011915"/>
                <a:gd name="connsiteY13" fmla="*/ 57650 h 3288120"/>
                <a:gd name="connsiteX14" fmla="*/ 712108 w 2011915"/>
                <a:gd name="connsiteY14" fmla="*/ 449066 h 3288120"/>
                <a:gd name="connsiteX15" fmla="*/ 472518 w 2011915"/>
                <a:gd name="connsiteY15" fmla="*/ 666261 h 3288120"/>
                <a:gd name="connsiteX16" fmla="*/ 278602 w 2011915"/>
                <a:gd name="connsiteY16" fmla="*/ 1057228 h 3288120"/>
                <a:gd name="connsiteX17" fmla="*/ 63175 w 2011915"/>
                <a:gd name="connsiteY17" fmla="*/ 1289773 h 3288120"/>
                <a:gd name="connsiteX18" fmla="*/ 0 w 2011915"/>
                <a:gd name="connsiteY18" fmla="*/ 1538063 h 3288120"/>
                <a:gd name="connsiteX0" fmla="*/ 1034373 w 2011915"/>
                <a:gd name="connsiteY0" fmla="*/ 3381011 h 3381011"/>
                <a:gd name="connsiteX1" fmla="*/ 1551665 w 2011915"/>
                <a:gd name="connsiteY1" fmla="*/ 3103637 h 3381011"/>
                <a:gd name="connsiteX2" fmla="*/ 1878539 w 2011915"/>
                <a:gd name="connsiteY2" fmla="*/ 2966598 h 3381011"/>
                <a:gd name="connsiteX3" fmla="*/ 2000071 w 2011915"/>
                <a:gd name="connsiteY3" fmla="*/ 2565863 h 3381011"/>
                <a:gd name="connsiteX4" fmla="*/ 1965212 w 2011915"/>
                <a:gd name="connsiteY4" fmla="*/ 2407514 h 3381011"/>
                <a:gd name="connsiteX5" fmla="*/ 1817170 w 2011915"/>
                <a:gd name="connsiteY5" fmla="*/ 2053521 h 3381011"/>
                <a:gd name="connsiteX6" fmla="*/ 1683332 w 2011915"/>
                <a:gd name="connsiteY6" fmla="*/ 1859967 h 3381011"/>
                <a:gd name="connsiteX7" fmla="*/ 1303865 w 2011915"/>
                <a:gd name="connsiteY7" fmla="*/ 1636466 h 3381011"/>
                <a:gd name="connsiteX8" fmla="*/ 1362779 w 2011915"/>
                <a:gd name="connsiteY8" fmla="*/ 1332032 h 3381011"/>
                <a:gd name="connsiteX9" fmla="*/ 1452864 w 2011915"/>
                <a:gd name="connsiteY9" fmla="*/ 1028173 h 3381011"/>
                <a:gd name="connsiteX10" fmla="*/ 1355100 w 2011915"/>
                <a:gd name="connsiteY10" fmla="*/ 627930 h 3381011"/>
                <a:gd name="connsiteX11" fmla="*/ 1441902 w 2011915"/>
                <a:gd name="connsiteY11" fmla="*/ 225278 h 3381011"/>
                <a:gd name="connsiteX12" fmla="*/ 1422574 w 2011915"/>
                <a:gd name="connsiteY12" fmla="*/ 37688 h 3381011"/>
                <a:gd name="connsiteX13" fmla="*/ 1165378 w 2011915"/>
                <a:gd name="connsiteY13" fmla="*/ 57650 h 3381011"/>
                <a:gd name="connsiteX14" fmla="*/ 712108 w 2011915"/>
                <a:gd name="connsiteY14" fmla="*/ 449066 h 3381011"/>
                <a:gd name="connsiteX15" fmla="*/ 472518 w 2011915"/>
                <a:gd name="connsiteY15" fmla="*/ 666261 h 3381011"/>
                <a:gd name="connsiteX16" fmla="*/ 278602 w 2011915"/>
                <a:gd name="connsiteY16" fmla="*/ 1057228 h 3381011"/>
                <a:gd name="connsiteX17" fmla="*/ 63175 w 2011915"/>
                <a:gd name="connsiteY17" fmla="*/ 1289773 h 3381011"/>
                <a:gd name="connsiteX18" fmla="*/ 0 w 2011915"/>
                <a:gd name="connsiteY18" fmla="*/ 1538063 h 3381011"/>
                <a:gd name="connsiteX0" fmla="*/ 1034373 w 2011915"/>
                <a:gd name="connsiteY0" fmla="*/ 3381011 h 3381011"/>
                <a:gd name="connsiteX1" fmla="*/ 1250056 w 2011915"/>
                <a:gd name="connsiteY1" fmla="*/ 3306288 h 3381011"/>
                <a:gd name="connsiteX2" fmla="*/ 1551665 w 2011915"/>
                <a:gd name="connsiteY2" fmla="*/ 3103637 h 3381011"/>
                <a:gd name="connsiteX3" fmla="*/ 1878539 w 2011915"/>
                <a:gd name="connsiteY3" fmla="*/ 2966598 h 3381011"/>
                <a:gd name="connsiteX4" fmla="*/ 2000071 w 2011915"/>
                <a:gd name="connsiteY4" fmla="*/ 2565863 h 3381011"/>
                <a:gd name="connsiteX5" fmla="*/ 1965212 w 2011915"/>
                <a:gd name="connsiteY5" fmla="*/ 2407514 h 3381011"/>
                <a:gd name="connsiteX6" fmla="*/ 1817170 w 2011915"/>
                <a:gd name="connsiteY6" fmla="*/ 2053521 h 3381011"/>
                <a:gd name="connsiteX7" fmla="*/ 1683332 w 2011915"/>
                <a:gd name="connsiteY7" fmla="*/ 1859967 h 3381011"/>
                <a:gd name="connsiteX8" fmla="*/ 1303865 w 2011915"/>
                <a:gd name="connsiteY8" fmla="*/ 1636466 h 3381011"/>
                <a:gd name="connsiteX9" fmla="*/ 1362779 w 2011915"/>
                <a:gd name="connsiteY9" fmla="*/ 1332032 h 3381011"/>
                <a:gd name="connsiteX10" fmla="*/ 1452864 w 2011915"/>
                <a:gd name="connsiteY10" fmla="*/ 1028173 h 3381011"/>
                <a:gd name="connsiteX11" fmla="*/ 1355100 w 2011915"/>
                <a:gd name="connsiteY11" fmla="*/ 627930 h 3381011"/>
                <a:gd name="connsiteX12" fmla="*/ 1441902 w 2011915"/>
                <a:gd name="connsiteY12" fmla="*/ 225278 h 3381011"/>
                <a:gd name="connsiteX13" fmla="*/ 1422574 w 2011915"/>
                <a:gd name="connsiteY13" fmla="*/ 37688 h 3381011"/>
                <a:gd name="connsiteX14" fmla="*/ 1165378 w 2011915"/>
                <a:gd name="connsiteY14" fmla="*/ 57650 h 3381011"/>
                <a:gd name="connsiteX15" fmla="*/ 712108 w 2011915"/>
                <a:gd name="connsiteY15" fmla="*/ 449066 h 3381011"/>
                <a:gd name="connsiteX16" fmla="*/ 472518 w 2011915"/>
                <a:gd name="connsiteY16" fmla="*/ 666261 h 3381011"/>
                <a:gd name="connsiteX17" fmla="*/ 278602 w 2011915"/>
                <a:gd name="connsiteY17" fmla="*/ 1057228 h 3381011"/>
                <a:gd name="connsiteX18" fmla="*/ 63175 w 2011915"/>
                <a:gd name="connsiteY18" fmla="*/ 1289773 h 3381011"/>
                <a:gd name="connsiteX19" fmla="*/ 0 w 2011915"/>
                <a:gd name="connsiteY19" fmla="*/ 1538063 h 3381011"/>
                <a:gd name="connsiteX0" fmla="*/ 1034373 w 2011153"/>
                <a:gd name="connsiteY0" fmla="*/ 3381011 h 3381011"/>
                <a:gd name="connsiteX1" fmla="*/ 1250056 w 2011153"/>
                <a:gd name="connsiteY1" fmla="*/ 3306288 h 3381011"/>
                <a:gd name="connsiteX2" fmla="*/ 1551665 w 2011153"/>
                <a:gd name="connsiteY2" fmla="*/ 3103637 h 3381011"/>
                <a:gd name="connsiteX3" fmla="*/ 1878539 w 2011153"/>
                <a:gd name="connsiteY3" fmla="*/ 2966598 h 3381011"/>
                <a:gd name="connsiteX4" fmla="*/ 2000071 w 2011153"/>
                <a:gd name="connsiteY4" fmla="*/ 2565863 h 3381011"/>
                <a:gd name="connsiteX5" fmla="*/ 1965212 w 2011153"/>
                <a:gd name="connsiteY5" fmla="*/ 2407514 h 3381011"/>
                <a:gd name="connsiteX6" fmla="*/ 1846696 w 2011153"/>
                <a:gd name="connsiteY6" fmla="*/ 2062781 h 3381011"/>
                <a:gd name="connsiteX7" fmla="*/ 1683332 w 2011153"/>
                <a:gd name="connsiteY7" fmla="*/ 1859967 h 3381011"/>
                <a:gd name="connsiteX8" fmla="*/ 1303865 w 2011153"/>
                <a:gd name="connsiteY8" fmla="*/ 1636466 h 3381011"/>
                <a:gd name="connsiteX9" fmla="*/ 1362779 w 2011153"/>
                <a:gd name="connsiteY9" fmla="*/ 1332032 h 3381011"/>
                <a:gd name="connsiteX10" fmla="*/ 1452864 w 2011153"/>
                <a:gd name="connsiteY10" fmla="*/ 1028173 h 3381011"/>
                <a:gd name="connsiteX11" fmla="*/ 1355100 w 2011153"/>
                <a:gd name="connsiteY11" fmla="*/ 627930 h 3381011"/>
                <a:gd name="connsiteX12" fmla="*/ 1441902 w 2011153"/>
                <a:gd name="connsiteY12" fmla="*/ 225278 h 3381011"/>
                <a:gd name="connsiteX13" fmla="*/ 1422574 w 2011153"/>
                <a:gd name="connsiteY13" fmla="*/ 37688 h 3381011"/>
                <a:gd name="connsiteX14" fmla="*/ 1165378 w 2011153"/>
                <a:gd name="connsiteY14" fmla="*/ 57650 h 3381011"/>
                <a:gd name="connsiteX15" fmla="*/ 712108 w 2011153"/>
                <a:gd name="connsiteY15" fmla="*/ 449066 h 3381011"/>
                <a:gd name="connsiteX16" fmla="*/ 472518 w 2011153"/>
                <a:gd name="connsiteY16" fmla="*/ 666261 h 3381011"/>
                <a:gd name="connsiteX17" fmla="*/ 278602 w 2011153"/>
                <a:gd name="connsiteY17" fmla="*/ 1057228 h 3381011"/>
                <a:gd name="connsiteX18" fmla="*/ 63175 w 2011153"/>
                <a:gd name="connsiteY18" fmla="*/ 1289773 h 3381011"/>
                <a:gd name="connsiteX19" fmla="*/ 0 w 2011153"/>
                <a:gd name="connsiteY19" fmla="*/ 1538063 h 3381011"/>
                <a:gd name="connsiteX0" fmla="*/ 1034373 w 2011153"/>
                <a:gd name="connsiteY0" fmla="*/ 3381011 h 3381011"/>
                <a:gd name="connsiteX1" fmla="*/ 1250056 w 2011153"/>
                <a:gd name="connsiteY1" fmla="*/ 3306288 h 3381011"/>
                <a:gd name="connsiteX2" fmla="*/ 1551665 w 2011153"/>
                <a:gd name="connsiteY2" fmla="*/ 3103637 h 3381011"/>
                <a:gd name="connsiteX3" fmla="*/ 1878539 w 2011153"/>
                <a:gd name="connsiteY3" fmla="*/ 2966598 h 3381011"/>
                <a:gd name="connsiteX4" fmla="*/ 2000071 w 2011153"/>
                <a:gd name="connsiteY4" fmla="*/ 2565863 h 3381011"/>
                <a:gd name="connsiteX5" fmla="*/ 1965212 w 2011153"/>
                <a:gd name="connsiteY5" fmla="*/ 2407514 h 3381011"/>
                <a:gd name="connsiteX6" fmla="*/ 1846696 w 2011153"/>
                <a:gd name="connsiteY6" fmla="*/ 2062781 h 3381011"/>
                <a:gd name="connsiteX7" fmla="*/ 1683332 w 2011153"/>
                <a:gd name="connsiteY7" fmla="*/ 1859967 h 3381011"/>
                <a:gd name="connsiteX8" fmla="*/ 1303865 w 2011153"/>
                <a:gd name="connsiteY8" fmla="*/ 1636466 h 3381011"/>
                <a:gd name="connsiteX9" fmla="*/ 1362779 w 2011153"/>
                <a:gd name="connsiteY9" fmla="*/ 1332032 h 3381011"/>
                <a:gd name="connsiteX10" fmla="*/ 1452864 w 2011153"/>
                <a:gd name="connsiteY10" fmla="*/ 1028173 h 3381011"/>
                <a:gd name="connsiteX11" fmla="*/ 1355100 w 2011153"/>
                <a:gd name="connsiteY11" fmla="*/ 627930 h 3381011"/>
                <a:gd name="connsiteX12" fmla="*/ 1441902 w 2011153"/>
                <a:gd name="connsiteY12" fmla="*/ 225278 h 3381011"/>
                <a:gd name="connsiteX13" fmla="*/ 1422574 w 2011153"/>
                <a:gd name="connsiteY13" fmla="*/ 37688 h 3381011"/>
                <a:gd name="connsiteX14" fmla="*/ 1165378 w 2011153"/>
                <a:gd name="connsiteY14" fmla="*/ 57650 h 3381011"/>
                <a:gd name="connsiteX15" fmla="*/ 712108 w 2011153"/>
                <a:gd name="connsiteY15" fmla="*/ 449066 h 3381011"/>
                <a:gd name="connsiteX16" fmla="*/ 472518 w 2011153"/>
                <a:gd name="connsiteY16" fmla="*/ 666261 h 3381011"/>
                <a:gd name="connsiteX17" fmla="*/ 278602 w 2011153"/>
                <a:gd name="connsiteY17" fmla="*/ 1057228 h 3381011"/>
                <a:gd name="connsiteX18" fmla="*/ 63175 w 2011153"/>
                <a:gd name="connsiteY18" fmla="*/ 1289773 h 3381011"/>
                <a:gd name="connsiteX19" fmla="*/ 0 w 2011153"/>
                <a:gd name="connsiteY19" fmla="*/ 1538063 h 3381011"/>
                <a:gd name="connsiteX0" fmla="*/ 1034373 w 2011153"/>
                <a:gd name="connsiteY0" fmla="*/ 3381011 h 3381011"/>
                <a:gd name="connsiteX1" fmla="*/ 1250056 w 2011153"/>
                <a:gd name="connsiteY1" fmla="*/ 3306288 h 3381011"/>
                <a:gd name="connsiteX2" fmla="*/ 1551665 w 2011153"/>
                <a:gd name="connsiteY2" fmla="*/ 3103637 h 3381011"/>
                <a:gd name="connsiteX3" fmla="*/ 1878539 w 2011153"/>
                <a:gd name="connsiteY3" fmla="*/ 2966598 h 3381011"/>
                <a:gd name="connsiteX4" fmla="*/ 2000071 w 2011153"/>
                <a:gd name="connsiteY4" fmla="*/ 2565863 h 3381011"/>
                <a:gd name="connsiteX5" fmla="*/ 1965212 w 2011153"/>
                <a:gd name="connsiteY5" fmla="*/ 2407514 h 3381011"/>
                <a:gd name="connsiteX6" fmla="*/ 1846696 w 2011153"/>
                <a:gd name="connsiteY6" fmla="*/ 2062781 h 3381011"/>
                <a:gd name="connsiteX7" fmla="*/ 1683332 w 2011153"/>
                <a:gd name="connsiteY7" fmla="*/ 1859967 h 3381011"/>
                <a:gd name="connsiteX8" fmla="*/ 1303865 w 2011153"/>
                <a:gd name="connsiteY8" fmla="*/ 1636466 h 3381011"/>
                <a:gd name="connsiteX9" fmla="*/ 1362779 w 2011153"/>
                <a:gd name="connsiteY9" fmla="*/ 1332032 h 3381011"/>
                <a:gd name="connsiteX10" fmla="*/ 1452864 w 2011153"/>
                <a:gd name="connsiteY10" fmla="*/ 1028173 h 3381011"/>
                <a:gd name="connsiteX11" fmla="*/ 1355100 w 2011153"/>
                <a:gd name="connsiteY11" fmla="*/ 627930 h 3381011"/>
                <a:gd name="connsiteX12" fmla="*/ 1441902 w 2011153"/>
                <a:gd name="connsiteY12" fmla="*/ 225278 h 3381011"/>
                <a:gd name="connsiteX13" fmla="*/ 1422574 w 2011153"/>
                <a:gd name="connsiteY13" fmla="*/ 37688 h 3381011"/>
                <a:gd name="connsiteX14" fmla="*/ 1165378 w 2011153"/>
                <a:gd name="connsiteY14" fmla="*/ 57650 h 3381011"/>
                <a:gd name="connsiteX15" fmla="*/ 712108 w 2011153"/>
                <a:gd name="connsiteY15" fmla="*/ 449066 h 3381011"/>
                <a:gd name="connsiteX16" fmla="*/ 472518 w 2011153"/>
                <a:gd name="connsiteY16" fmla="*/ 666261 h 3381011"/>
                <a:gd name="connsiteX17" fmla="*/ 278602 w 2011153"/>
                <a:gd name="connsiteY17" fmla="*/ 1057228 h 3381011"/>
                <a:gd name="connsiteX18" fmla="*/ 63175 w 2011153"/>
                <a:gd name="connsiteY18" fmla="*/ 1289773 h 3381011"/>
                <a:gd name="connsiteX19" fmla="*/ 0 w 2011153"/>
                <a:gd name="connsiteY19" fmla="*/ 1538063 h 3381011"/>
                <a:gd name="connsiteX0" fmla="*/ 1034373 w 2011153"/>
                <a:gd name="connsiteY0" fmla="*/ 3369866 h 3369866"/>
                <a:gd name="connsiteX1" fmla="*/ 1250056 w 2011153"/>
                <a:gd name="connsiteY1" fmla="*/ 3295143 h 3369866"/>
                <a:gd name="connsiteX2" fmla="*/ 1551665 w 2011153"/>
                <a:gd name="connsiteY2" fmla="*/ 3092492 h 3369866"/>
                <a:gd name="connsiteX3" fmla="*/ 1878539 w 2011153"/>
                <a:gd name="connsiteY3" fmla="*/ 2955453 h 3369866"/>
                <a:gd name="connsiteX4" fmla="*/ 2000071 w 2011153"/>
                <a:gd name="connsiteY4" fmla="*/ 2554718 h 3369866"/>
                <a:gd name="connsiteX5" fmla="*/ 1965212 w 2011153"/>
                <a:gd name="connsiteY5" fmla="*/ 2396369 h 3369866"/>
                <a:gd name="connsiteX6" fmla="*/ 1846696 w 2011153"/>
                <a:gd name="connsiteY6" fmla="*/ 2051636 h 3369866"/>
                <a:gd name="connsiteX7" fmla="*/ 1683332 w 2011153"/>
                <a:gd name="connsiteY7" fmla="*/ 1848822 h 3369866"/>
                <a:gd name="connsiteX8" fmla="*/ 1303865 w 2011153"/>
                <a:gd name="connsiteY8" fmla="*/ 1625321 h 3369866"/>
                <a:gd name="connsiteX9" fmla="*/ 1362779 w 2011153"/>
                <a:gd name="connsiteY9" fmla="*/ 1320887 h 3369866"/>
                <a:gd name="connsiteX10" fmla="*/ 1452864 w 2011153"/>
                <a:gd name="connsiteY10" fmla="*/ 1017028 h 3369866"/>
                <a:gd name="connsiteX11" fmla="*/ 1355100 w 2011153"/>
                <a:gd name="connsiteY11" fmla="*/ 616785 h 3369866"/>
                <a:gd name="connsiteX12" fmla="*/ 1441902 w 2011153"/>
                <a:gd name="connsiteY12" fmla="*/ 214133 h 3369866"/>
                <a:gd name="connsiteX13" fmla="*/ 1422574 w 2011153"/>
                <a:gd name="connsiteY13" fmla="*/ 26543 h 3369866"/>
                <a:gd name="connsiteX14" fmla="*/ 1165378 w 2011153"/>
                <a:gd name="connsiteY14" fmla="*/ 46505 h 3369866"/>
                <a:gd name="connsiteX15" fmla="*/ 935489 w 2011153"/>
                <a:gd name="connsiteY15" fmla="*/ 199230 h 3369866"/>
                <a:gd name="connsiteX16" fmla="*/ 712108 w 2011153"/>
                <a:gd name="connsiteY16" fmla="*/ 437921 h 3369866"/>
                <a:gd name="connsiteX17" fmla="*/ 472518 w 2011153"/>
                <a:gd name="connsiteY17" fmla="*/ 655116 h 3369866"/>
                <a:gd name="connsiteX18" fmla="*/ 278602 w 2011153"/>
                <a:gd name="connsiteY18" fmla="*/ 1046083 h 3369866"/>
                <a:gd name="connsiteX19" fmla="*/ 63175 w 2011153"/>
                <a:gd name="connsiteY19" fmla="*/ 1278628 h 3369866"/>
                <a:gd name="connsiteX20" fmla="*/ 0 w 2011153"/>
                <a:gd name="connsiteY20" fmla="*/ 1526918 h 3369866"/>
                <a:gd name="connsiteX0" fmla="*/ 1034373 w 2011153"/>
                <a:gd name="connsiteY0" fmla="*/ 3369866 h 3369866"/>
                <a:gd name="connsiteX1" fmla="*/ 1250056 w 2011153"/>
                <a:gd name="connsiteY1" fmla="*/ 3295143 h 3369866"/>
                <a:gd name="connsiteX2" fmla="*/ 1551665 w 2011153"/>
                <a:gd name="connsiteY2" fmla="*/ 3092492 h 3369866"/>
                <a:gd name="connsiteX3" fmla="*/ 1878539 w 2011153"/>
                <a:gd name="connsiteY3" fmla="*/ 2955453 h 3369866"/>
                <a:gd name="connsiteX4" fmla="*/ 2000071 w 2011153"/>
                <a:gd name="connsiteY4" fmla="*/ 2554718 h 3369866"/>
                <a:gd name="connsiteX5" fmla="*/ 1965212 w 2011153"/>
                <a:gd name="connsiteY5" fmla="*/ 2396369 h 3369866"/>
                <a:gd name="connsiteX6" fmla="*/ 1846696 w 2011153"/>
                <a:gd name="connsiteY6" fmla="*/ 2051636 h 3369866"/>
                <a:gd name="connsiteX7" fmla="*/ 1683332 w 2011153"/>
                <a:gd name="connsiteY7" fmla="*/ 1848822 h 3369866"/>
                <a:gd name="connsiteX8" fmla="*/ 1303865 w 2011153"/>
                <a:gd name="connsiteY8" fmla="*/ 1625321 h 3369866"/>
                <a:gd name="connsiteX9" fmla="*/ 1362779 w 2011153"/>
                <a:gd name="connsiteY9" fmla="*/ 1320887 h 3369866"/>
                <a:gd name="connsiteX10" fmla="*/ 1452864 w 2011153"/>
                <a:gd name="connsiteY10" fmla="*/ 1017028 h 3369866"/>
                <a:gd name="connsiteX11" fmla="*/ 1355100 w 2011153"/>
                <a:gd name="connsiteY11" fmla="*/ 616785 h 3369866"/>
                <a:gd name="connsiteX12" fmla="*/ 1441902 w 2011153"/>
                <a:gd name="connsiteY12" fmla="*/ 214133 h 3369866"/>
                <a:gd name="connsiteX13" fmla="*/ 1422574 w 2011153"/>
                <a:gd name="connsiteY13" fmla="*/ 26543 h 3369866"/>
                <a:gd name="connsiteX14" fmla="*/ 1165378 w 2011153"/>
                <a:gd name="connsiteY14" fmla="*/ 46505 h 3369866"/>
                <a:gd name="connsiteX15" fmla="*/ 935489 w 2011153"/>
                <a:gd name="connsiteY15" fmla="*/ 199230 h 3369866"/>
                <a:gd name="connsiteX16" fmla="*/ 712108 w 2011153"/>
                <a:gd name="connsiteY16" fmla="*/ 437921 h 3369866"/>
                <a:gd name="connsiteX17" fmla="*/ 472518 w 2011153"/>
                <a:gd name="connsiteY17" fmla="*/ 655116 h 3369866"/>
                <a:gd name="connsiteX18" fmla="*/ 278602 w 2011153"/>
                <a:gd name="connsiteY18" fmla="*/ 1046083 h 3369866"/>
                <a:gd name="connsiteX19" fmla="*/ 63175 w 2011153"/>
                <a:gd name="connsiteY19" fmla="*/ 1278628 h 3369866"/>
                <a:gd name="connsiteX20" fmla="*/ 0 w 2011153"/>
                <a:gd name="connsiteY20" fmla="*/ 1526918 h 3369866"/>
                <a:gd name="connsiteX0" fmla="*/ 1034373 w 2011153"/>
                <a:gd name="connsiteY0" fmla="*/ 3363490 h 3363490"/>
                <a:gd name="connsiteX1" fmla="*/ 1250056 w 2011153"/>
                <a:gd name="connsiteY1" fmla="*/ 3288767 h 3363490"/>
                <a:gd name="connsiteX2" fmla="*/ 1551665 w 2011153"/>
                <a:gd name="connsiteY2" fmla="*/ 3086116 h 3363490"/>
                <a:gd name="connsiteX3" fmla="*/ 1878539 w 2011153"/>
                <a:gd name="connsiteY3" fmla="*/ 2949077 h 3363490"/>
                <a:gd name="connsiteX4" fmla="*/ 2000071 w 2011153"/>
                <a:gd name="connsiteY4" fmla="*/ 2548342 h 3363490"/>
                <a:gd name="connsiteX5" fmla="*/ 1965212 w 2011153"/>
                <a:gd name="connsiteY5" fmla="*/ 2389993 h 3363490"/>
                <a:gd name="connsiteX6" fmla="*/ 1846696 w 2011153"/>
                <a:gd name="connsiteY6" fmla="*/ 2045260 h 3363490"/>
                <a:gd name="connsiteX7" fmla="*/ 1683332 w 2011153"/>
                <a:gd name="connsiteY7" fmla="*/ 1842446 h 3363490"/>
                <a:gd name="connsiteX8" fmla="*/ 1303865 w 2011153"/>
                <a:gd name="connsiteY8" fmla="*/ 1618945 h 3363490"/>
                <a:gd name="connsiteX9" fmla="*/ 1362779 w 2011153"/>
                <a:gd name="connsiteY9" fmla="*/ 1314511 h 3363490"/>
                <a:gd name="connsiteX10" fmla="*/ 1452864 w 2011153"/>
                <a:gd name="connsiteY10" fmla="*/ 1010652 h 3363490"/>
                <a:gd name="connsiteX11" fmla="*/ 1355100 w 2011153"/>
                <a:gd name="connsiteY11" fmla="*/ 610409 h 3363490"/>
                <a:gd name="connsiteX12" fmla="*/ 1441902 w 2011153"/>
                <a:gd name="connsiteY12" fmla="*/ 207757 h 3363490"/>
                <a:gd name="connsiteX13" fmla="*/ 1422574 w 2011153"/>
                <a:gd name="connsiteY13" fmla="*/ 20167 h 3363490"/>
                <a:gd name="connsiteX14" fmla="*/ 1199269 w 2011153"/>
                <a:gd name="connsiteY14" fmla="*/ 70821 h 3363490"/>
                <a:gd name="connsiteX15" fmla="*/ 935489 w 2011153"/>
                <a:gd name="connsiteY15" fmla="*/ 192854 h 3363490"/>
                <a:gd name="connsiteX16" fmla="*/ 712108 w 2011153"/>
                <a:gd name="connsiteY16" fmla="*/ 431545 h 3363490"/>
                <a:gd name="connsiteX17" fmla="*/ 472518 w 2011153"/>
                <a:gd name="connsiteY17" fmla="*/ 648740 h 3363490"/>
                <a:gd name="connsiteX18" fmla="*/ 278602 w 2011153"/>
                <a:gd name="connsiteY18" fmla="*/ 1039707 h 3363490"/>
                <a:gd name="connsiteX19" fmla="*/ 63175 w 2011153"/>
                <a:gd name="connsiteY19" fmla="*/ 1272252 h 3363490"/>
                <a:gd name="connsiteX20" fmla="*/ 0 w 2011153"/>
                <a:gd name="connsiteY20" fmla="*/ 1520542 h 3363490"/>
                <a:gd name="connsiteX0" fmla="*/ 1034373 w 2011153"/>
                <a:gd name="connsiteY0" fmla="*/ 3363490 h 3363490"/>
                <a:gd name="connsiteX1" fmla="*/ 1250056 w 2011153"/>
                <a:gd name="connsiteY1" fmla="*/ 3288767 h 3363490"/>
                <a:gd name="connsiteX2" fmla="*/ 1551665 w 2011153"/>
                <a:gd name="connsiteY2" fmla="*/ 3086116 h 3363490"/>
                <a:gd name="connsiteX3" fmla="*/ 1878539 w 2011153"/>
                <a:gd name="connsiteY3" fmla="*/ 2949077 h 3363490"/>
                <a:gd name="connsiteX4" fmla="*/ 2000071 w 2011153"/>
                <a:gd name="connsiteY4" fmla="*/ 2548342 h 3363490"/>
                <a:gd name="connsiteX5" fmla="*/ 1965212 w 2011153"/>
                <a:gd name="connsiteY5" fmla="*/ 2389993 h 3363490"/>
                <a:gd name="connsiteX6" fmla="*/ 1846696 w 2011153"/>
                <a:gd name="connsiteY6" fmla="*/ 2045260 h 3363490"/>
                <a:gd name="connsiteX7" fmla="*/ 1683332 w 2011153"/>
                <a:gd name="connsiteY7" fmla="*/ 1842446 h 3363490"/>
                <a:gd name="connsiteX8" fmla="*/ 1303865 w 2011153"/>
                <a:gd name="connsiteY8" fmla="*/ 1618945 h 3363490"/>
                <a:gd name="connsiteX9" fmla="*/ 1362779 w 2011153"/>
                <a:gd name="connsiteY9" fmla="*/ 1314511 h 3363490"/>
                <a:gd name="connsiteX10" fmla="*/ 1452864 w 2011153"/>
                <a:gd name="connsiteY10" fmla="*/ 1010652 h 3363490"/>
                <a:gd name="connsiteX11" fmla="*/ 1355100 w 2011153"/>
                <a:gd name="connsiteY11" fmla="*/ 610409 h 3363490"/>
                <a:gd name="connsiteX12" fmla="*/ 1441902 w 2011153"/>
                <a:gd name="connsiteY12" fmla="*/ 207757 h 3363490"/>
                <a:gd name="connsiteX13" fmla="*/ 1422574 w 2011153"/>
                <a:gd name="connsiteY13" fmla="*/ 20167 h 3363490"/>
                <a:gd name="connsiteX14" fmla="*/ 1199269 w 2011153"/>
                <a:gd name="connsiteY14" fmla="*/ 70821 h 3363490"/>
                <a:gd name="connsiteX15" fmla="*/ 935489 w 2011153"/>
                <a:gd name="connsiteY15" fmla="*/ 192854 h 3363490"/>
                <a:gd name="connsiteX16" fmla="*/ 712108 w 2011153"/>
                <a:gd name="connsiteY16" fmla="*/ 431545 h 3363490"/>
                <a:gd name="connsiteX17" fmla="*/ 523597 w 2011153"/>
                <a:gd name="connsiteY17" fmla="*/ 609846 h 3363490"/>
                <a:gd name="connsiteX18" fmla="*/ 278602 w 2011153"/>
                <a:gd name="connsiteY18" fmla="*/ 1039707 h 3363490"/>
                <a:gd name="connsiteX19" fmla="*/ 63175 w 2011153"/>
                <a:gd name="connsiteY19" fmla="*/ 1272252 h 3363490"/>
                <a:gd name="connsiteX20" fmla="*/ 0 w 2011153"/>
                <a:gd name="connsiteY20" fmla="*/ 1520542 h 3363490"/>
                <a:gd name="connsiteX0" fmla="*/ 1034373 w 2011153"/>
                <a:gd name="connsiteY0" fmla="*/ 3363490 h 3363490"/>
                <a:gd name="connsiteX1" fmla="*/ 1250056 w 2011153"/>
                <a:gd name="connsiteY1" fmla="*/ 3288767 h 3363490"/>
                <a:gd name="connsiteX2" fmla="*/ 1551665 w 2011153"/>
                <a:gd name="connsiteY2" fmla="*/ 3086116 h 3363490"/>
                <a:gd name="connsiteX3" fmla="*/ 1878539 w 2011153"/>
                <a:gd name="connsiteY3" fmla="*/ 2949077 h 3363490"/>
                <a:gd name="connsiteX4" fmla="*/ 2000071 w 2011153"/>
                <a:gd name="connsiteY4" fmla="*/ 2548342 h 3363490"/>
                <a:gd name="connsiteX5" fmla="*/ 1965212 w 2011153"/>
                <a:gd name="connsiteY5" fmla="*/ 2389993 h 3363490"/>
                <a:gd name="connsiteX6" fmla="*/ 1846696 w 2011153"/>
                <a:gd name="connsiteY6" fmla="*/ 2045260 h 3363490"/>
                <a:gd name="connsiteX7" fmla="*/ 1683332 w 2011153"/>
                <a:gd name="connsiteY7" fmla="*/ 1842446 h 3363490"/>
                <a:gd name="connsiteX8" fmla="*/ 1303865 w 2011153"/>
                <a:gd name="connsiteY8" fmla="*/ 1618945 h 3363490"/>
                <a:gd name="connsiteX9" fmla="*/ 1362779 w 2011153"/>
                <a:gd name="connsiteY9" fmla="*/ 1314511 h 3363490"/>
                <a:gd name="connsiteX10" fmla="*/ 1452864 w 2011153"/>
                <a:gd name="connsiteY10" fmla="*/ 1010652 h 3363490"/>
                <a:gd name="connsiteX11" fmla="*/ 1355100 w 2011153"/>
                <a:gd name="connsiteY11" fmla="*/ 610409 h 3363490"/>
                <a:gd name="connsiteX12" fmla="*/ 1441902 w 2011153"/>
                <a:gd name="connsiteY12" fmla="*/ 207757 h 3363490"/>
                <a:gd name="connsiteX13" fmla="*/ 1422574 w 2011153"/>
                <a:gd name="connsiteY13" fmla="*/ 20167 h 3363490"/>
                <a:gd name="connsiteX14" fmla="*/ 1199269 w 2011153"/>
                <a:gd name="connsiteY14" fmla="*/ 70821 h 3363490"/>
                <a:gd name="connsiteX15" fmla="*/ 935489 w 2011153"/>
                <a:gd name="connsiteY15" fmla="*/ 192854 h 3363490"/>
                <a:gd name="connsiteX16" fmla="*/ 790048 w 2011153"/>
                <a:gd name="connsiteY16" fmla="*/ 400019 h 3363490"/>
                <a:gd name="connsiteX17" fmla="*/ 523597 w 2011153"/>
                <a:gd name="connsiteY17" fmla="*/ 609846 h 3363490"/>
                <a:gd name="connsiteX18" fmla="*/ 278602 w 2011153"/>
                <a:gd name="connsiteY18" fmla="*/ 1039707 h 3363490"/>
                <a:gd name="connsiteX19" fmla="*/ 63175 w 2011153"/>
                <a:gd name="connsiteY19" fmla="*/ 1272252 h 3363490"/>
                <a:gd name="connsiteX20" fmla="*/ 0 w 2011153"/>
                <a:gd name="connsiteY20" fmla="*/ 1520542 h 3363490"/>
                <a:gd name="connsiteX0" fmla="*/ 1034373 w 2011153"/>
                <a:gd name="connsiteY0" fmla="*/ 3363490 h 3363490"/>
                <a:gd name="connsiteX1" fmla="*/ 1250056 w 2011153"/>
                <a:gd name="connsiteY1" fmla="*/ 3288767 h 3363490"/>
                <a:gd name="connsiteX2" fmla="*/ 1551665 w 2011153"/>
                <a:gd name="connsiteY2" fmla="*/ 3086116 h 3363490"/>
                <a:gd name="connsiteX3" fmla="*/ 1878539 w 2011153"/>
                <a:gd name="connsiteY3" fmla="*/ 2949077 h 3363490"/>
                <a:gd name="connsiteX4" fmla="*/ 2000071 w 2011153"/>
                <a:gd name="connsiteY4" fmla="*/ 2548342 h 3363490"/>
                <a:gd name="connsiteX5" fmla="*/ 1965212 w 2011153"/>
                <a:gd name="connsiteY5" fmla="*/ 2389993 h 3363490"/>
                <a:gd name="connsiteX6" fmla="*/ 1846696 w 2011153"/>
                <a:gd name="connsiteY6" fmla="*/ 2045260 h 3363490"/>
                <a:gd name="connsiteX7" fmla="*/ 1683332 w 2011153"/>
                <a:gd name="connsiteY7" fmla="*/ 1842446 h 3363490"/>
                <a:gd name="connsiteX8" fmla="*/ 1303865 w 2011153"/>
                <a:gd name="connsiteY8" fmla="*/ 1618945 h 3363490"/>
                <a:gd name="connsiteX9" fmla="*/ 1362779 w 2011153"/>
                <a:gd name="connsiteY9" fmla="*/ 1314511 h 3363490"/>
                <a:gd name="connsiteX10" fmla="*/ 1452864 w 2011153"/>
                <a:gd name="connsiteY10" fmla="*/ 1010652 h 3363490"/>
                <a:gd name="connsiteX11" fmla="*/ 1355100 w 2011153"/>
                <a:gd name="connsiteY11" fmla="*/ 610409 h 3363490"/>
                <a:gd name="connsiteX12" fmla="*/ 1441902 w 2011153"/>
                <a:gd name="connsiteY12" fmla="*/ 207757 h 3363490"/>
                <a:gd name="connsiteX13" fmla="*/ 1422574 w 2011153"/>
                <a:gd name="connsiteY13" fmla="*/ 20167 h 3363490"/>
                <a:gd name="connsiteX14" fmla="*/ 1199269 w 2011153"/>
                <a:gd name="connsiteY14" fmla="*/ 70821 h 3363490"/>
                <a:gd name="connsiteX15" fmla="*/ 935489 w 2011153"/>
                <a:gd name="connsiteY15" fmla="*/ 192854 h 3363490"/>
                <a:gd name="connsiteX16" fmla="*/ 790048 w 2011153"/>
                <a:gd name="connsiteY16" fmla="*/ 400019 h 3363490"/>
                <a:gd name="connsiteX17" fmla="*/ 523597 w 2011153"/>
                <a:gd name="connsiteY17" fmla="*/ 609846 h 3363490"/>
                <a:gd name="connsiteX18" fmla="*/ 278602 w 2011153"/>
                <a:gd name="connsiteY18" fmla="*/ 1039707 h 3363490"/>
                <a:gd name="connsiteX19" fmla="*/ 63175 w 2011153"/>
                <a:gd name="connsiteY19" fmla="*/ 1272252 h 3363490"/>
                <a:gd name="connsiteX20" fmla="*/ 0 w 2011153"/>
                <a:gd name="connsiteY20" fmla="*/ 1520542 h 3363490"/>
                <a:gd name="connsiteX0" fmla="*/ 1034373 w 2011153"/>
                <a:gd name="connsiteY0" fmla="*/ 3363490 h 3363490"/>
                <a:gd name="connsiteX1" fmla="*/ 1250056 w 2011153"/>
                <a:gd name="connsiteY1" fmla="*/ 3288767 h 3363490"/>
                <a:gd name="connsiteX2" fmla="*/ 1551665 w 2011153"/>
                <a:gd name="connsiteY2" fmla="*/ 3086116 h 3363490"/>
                <a:gd name="connsiteX3" fmla="*/ 1878539 w 2011153"/>
                <a:gd name="connsiteY3" fmla="*/ 2949077 h 3363490"/>
                <a:gd name="connsiteX4" fmla="*/ 2000071 w 2011153"/>
                <a:gd name="connsiteY4" fmla="*/ 2548342 h 3363490"/>
                <a:gd name="connsiteX5" fmla="*/ 1965212 w 2011153"/>
                <a:gd name="connsiteY5" fmla="*/ 2389993 h 3363490"/>
                <a:gd name="connsiteX6" fmla="*/ 1846696 w 2011153"/>
                <a:gd name="connsiteY6" fmla="*/ 2045260 h 3363490"/>
                <a:gd name="connsiteX7" fmla="*/ 1683332 w 2011153"/>
                <a:gd name="connsiteY7" fmla="*/ 1842446 h 3363490"/>
                <a:gd name="connsiteX8" fmla="*/ 1303865 w 2011153"/>
                <a:gd name="connsiteY8" fmla="*/ 1618945 h 3363490"/>
                <a:gd name="connsiteX9" fmla="*/ 1362779 w 2011153"/>
                <a:gd name="connsiteY9" fmla="*/ 1314511 h 3363490"/>
                <a:gd name="connsiteX10" fmla="*/ 1452864 w 2011153"/>
                <a:gd name="connsiteY10" fmla="*/ 1010652 h 3363490"/>
                <a:gd name="connsiteX11" fmla="*/ 1355100 w 2011153"/>
                <a:gd name="connsiteY11" fmla="*/ 610409 h 3363490"/>
                <a:gd name="connsiteX12" fmla="*/ 1441902 w 2011153"/>
                <a:gd name="connsiteY12" fmla="*/ 207757 h 3363490"/>
                <a:gd name="connsiteX13" fmla="*/ 1422574 w 2011153"/>
                <a:gd name="connsiteY13" fmla="*/ 20167 h 3363490"/>
                <a:gd name="connsiteX14" fmla="*/ 1199269 w 2011153"/>
                <a:gd name="connsiteY14" fmla="*/ 70821 h 3363490"/>
                <a:gd name="connsiteX15" fmla="*/ 935489 w 2011153"/>
                <a:gd name="connsiteY15" fmla="*/ 192854 h 3363490"/>
                <a:gd name="connsiteX16" fmla="*/ 790048 w 2011153"/>
                <a:gd name="connsiteY16" fmla="*/ 400019 h 3363490"/>
                <a:gd name="connsiteX17" fmla="*/ 523597 w 2011153"/>
                <a:gd name="connsiteY17" fmla="*/ 609846 h 3363490"/>
                <a:gd name="connsiteX18" fmla="*/ 278602 w 2011153"/>
                <a:gd name="connsiteY18" fmla="*/ 1039707 h 3363490"/>
                <a:gd name="connsiteX19" fmla="*/ 63175 w 2011153"/>
                <a:gd name="connsiteY19" fmla="*/ 1272252 h 3363490"/>
                <a:gd name="connsiteX20" fmla="*/ 0 w 2011153"/>
                <a:gd name="connsiteY20" fmla="*/ 1520542 h 3363490"/>
                <a:gd name="connsiteX0" fmla="*/ 1034373 w 2011153"/>
                <a:gd name="connsiteY0" fmla="*/ 3356835 h 3356835"/>
                <a:gd name="connsiteX1" fmla="*/ 1250056 w 2011153"/>
                <a:gd name="connsiteY1" fmla="*/ 3282112 h 3356835"/>
                <a:gd name="connsiteX2" fmla="*/ 1551665 w 2011153"/>
                <a:gd name="connsiteY2" fmla="*/ 3079461 h 3356835"/>
                <a:gd name="connsiteX3" fmla="*/ 1878539 w 2011153"/>
                <a:gd name="connsiteY3" fmla="*/ 2942422 h 3356835"/>
                <a:gd name="connsiteX4" fmla="*/ 2000071 w 2011153"/>
                <a:gd name="connsiteY4" fmla="*/ 2541687 h 3356835"/>
                <a:gd name="connsiteX5" fmla="*/ 1965212 w 2011153"/>
                <a:gd name="connsiteY5" fmla="*/ 2383338 h 3356835"/>
                <a:gd name="connsiteX6" fmla="*/ 1846696 w 2011153"/>
                <a:gd name="connsiteY6" fmla="*/ 2038605 h 3356835"/>
                <a:gd name="connsiteX7" fmla="*/ 1683332 w 2011153"/>
                <a:gd name="connsiteY7" fmla="*/ 1835791 h 3356835"/>
                <a:gd name="connsiteX8" fmla="*/ 1303865 w 2011153"/>
                <a:gd name="connsiteY8" fmla="*/ 1612290 h 3356835"/>
                <a:gd name="connsiteX9" fmla="*/ 1362779 w 2011153"/>
                <a:gd name="connsiteY9" fmla="*/ 1307856 h 3356835"/>
                <a:gd name="connsiteX10" fmla="*/ 1452864 w 2011153"/>
                <a:gd name="connsiteY10" fmla="*/ 1003997 h 3356835"/>
                <a:gd name="connsiteX11" fmla="*/ 1355100 w 2011153"/>
                <a:gd name="connsiteY11" fmla="*/ 603754 h 3356835"/>
                <a:gd name="connsiteX12" fmla="*/ 1441902 w 2011153"/>
                <a:gd name="connsiteY12" fmla="*/ 201102 h 3356835"/>
                <a:gd name="connsiteX13" fmla="*/ 1422574 w 2011153"/>
                <a:gd name="connsiteY13" fmla="*/ 13512 h 3356835"/>
                <a:gd name="connsiteX14" fmla="*/ 1199269 w 2011153"/>
                <a:gd name="connsiteY14" fmla="*/ 64166 h 3356835"/>
                <a:gd name="connsiteX15" fmla="*/ 935489 w 2011153"/>
                <a:gd name="connsiteY15" fmla="*/ 186199 h 3356835"/>
                <a:gd name="connsiteX16" fmla="*/ 790048 w 2011153"/>
                <a:gd name="connsiteY16" fmla="*/ 393364 h 3356835"/>
                <a:gd name="connsiteX17" fmla="*/ 523597 w 2011153"/>
                <a:gd name="connsiteY17" fmla="*/ 603191 h 3356835"/>
                <a:gd name="connsiteX18" fmla="*/ 278602 w 2011153"/>
                <a:gd name="connsiteY18" fmla="*/ 1033052 h 3356835"/>
                <a:gd name="connsiteX19" fmla="*/ 63175 w 2011153"/>
                <a:gd name="connsiteY19" fmla="*/ 1265597 h 3356835"/>
                <a:gd name="connsiteX20" fmla="*/ 0 w 2011153"/>
                <a:gd name="connsiteY20" fmla="*/ 1513887 h 3356835"/>
                <a:gd name="connsiteX0" fmla="*/ 1034373 w 2011153"/>
                <a:gd name="connsiteY0" fmla="*/ 3352873 h 3352873"/>
                <a:gd name="connsiteX1" fmla="*/ 1250056 w 2011153"/>
                <a:gd name="connsiteY1" fmla="*/ 3278150 h 3352873"/>
                <a:gd name="connsiteX2" fmla="*/ 1551665 w 2011153"/>
                <a:gd name="connsiteY2" fmla="*/ 3075499 h 3352873"/>
                <a:gd name="connsiteX3" fmla="*/ 1878539 w 2011153"/>
                <a:gd name="connsiteY3" fmla="*/ 2938460 h 3352873"/>
                <a:gd name="connsiteX4" fmla="*/ 2000071 w 2011153"/>
                <a:gd name="connsiteY4" fmla="*/ 2537725 h 3352873"/>
                <a:gd name="connsiteX5" fmla="*/ 1965212 w 2011153"/>
                <a:gd name="connsiteY5" fmla="*/ 2379376 h 3352873"/>
                <a:gd name="connsiteX6" fmla="*/ 1846696 w 2011153"/>
                <a:gd name="connsiteY6" fmla="*/ 2034643 h 3352873"/>
                <a:gd name="connsiteX7" fmla="*/ 1683332 w 2011153"/>
                <a:gd name="connsiteY7" fmla="*/ 1831829 h 3352873"/>
                <a:gd name="connsiteX8" fmla="*/ 1303865 w 2011153"/>
                <a:gd name="connsiteY8" fmla="*/ 1608328 h 3352873"/>
                <a:gd name="connsiteX9" fmla="*/ 1362779 w 2011153"/>
                <a:gd name="connsiteY9" fmla="*/ 1303894 h 3352873"/>
                <a:gd name="connsiteX10" fmla="*/ 1452864 w 2011153"/>
                <a:gd name="connsiteY10" fmla="*/ 1000035 h 3352873"/>
                <a:gd name="connsiteX11" fmla="*/ 1355100 w 2011153"/>
                <a:gd name="connsiteY11" fmla="*/ 599792 h 3352873"/>
                <a:gd name="connsiteX12" fmla="*/ 1441902 w 2011153"/>
                <a:gd name="connsiteY12" fmla="*/ 197140 h 3352873"/>
                <a:gd name="connsiteX13" fmla="*/ 1422574 w 2011153"/>
                <a:gd name="connsiteY13" fmla="*/ 9550 h 3352873"/>
                <a:gd name="connsiteX14" fmla="*/ 1202054 w 2011153"/>
                <a:gd name="connsiteY14" fmla="*/ 100149 h 3352873"/>
                <a:gd name="connsiteX15" fmla="*/ 935489 w 2011153"/>
                <a:gd name="connsiteY15" fmla="*/ 182237 h 3352873"/>
                <a:gd name="connsiteX16" fmla="*/ 790048 w 2011153"/>
                <a:gd name="connsiteY16" fmla="*/ 389402 h 3352873"/>
                <a:gd name="connsiteX17" fmla="*/ 523597 w 2011153"/>
                <a:gd name="connsiteY17" fmla="*/ 599229 h 3352873"/>
                <a:gd name="connsiteX18" fmla="*/ 278602 w 2011153"/>
                <a:gd name="connsiteY18" fmla="*/ 1029090 h 3352873"/>
                <a:gd name="connsiteX19" fmla="*/ 63175 w 2011153"/>
                <a:gd name="connsiteY19" fmla="*/ 1261635 h 3352873"/>
                <a:gd name="connsiteX20" fmla="*/ 0 w 2011153"/>
                <a:gd name="connsiteY20" fmla="*/ 1509925 h 3352873"/>
                <a:gd name="connsiteX0" fmla="*/ 1034373 w 2011153"/>
                <a:gd name="connsiteY0" fmla="*/ 3352873 h 3352873"/>
                <a:gd name="connsiteX1" fmla="*/ 1250056 w 2011153"/>
                <a:gd name="connsiteY1" fmla="*/ 3278150 h 3352873"/>
                <a:gd name="connsiteX2" fmla="*/ 1551665 w 2011153"/>
                <a:gd name="connsiteY2" fmla="*/ 3075499 h 3352873"/>
                <a:gd name="connsiteX3" fmla="*/ 1878539 w 2011153"/>
                <a:gd name="connsiteY3" fmla="*/ 2938460 h 3352873"/>
                <a:gd name="connsiteX4" fmla="*/ 2000071 w 2011153"/>
                <a:gd name="connsiteY4" fmla="*/ 2537725 h 3352873"/>
                <a:gd name="connsiteX5" fmla="*/ 1965212 w 2011153"/>
                <a:gd name="connsiteY5" fmla="*/ 2379376 h 3352873"/>
                <a:gd name="connsiteX6" fmla="*/ 1846696 w 2011153"/>
                <a:gd name="connsiteY6" fmla="*/ 2034643 h 3352873"/>
                <a:gd name="connsiteX7" fmla="*/ 1683332 w 2011153"/>
                <a:gd name="connsiteY7" fmla="*/ 1831829 h 3352873"/>
                <a:gd name="connsiteX8" fmla="*/ 1303865 w 2011153"/>
                <a:gd name="connsiteY8" fmla="*/ 1608328 h 3352873"/>
                <a:gd name="connsiteX9" fmla="*/ 1362779 w 2011153"/>
                <a:gd name="connsiteY9" fmla="*/ 1303894 h 3352873"/>
                <a:gd name="connsiteX10" fmla="*/ 1452864 w 2011153"/>
                <a:gd name="connsiteY10" fmla="*/ 1000035 h 3352873"/>
                <a:gd name="connsiteX11" fmla="*/ 1355100 w 2011153"/>
                <a:gd name="connsiteY11" fmla="*/ 599792 h 3352873"/>
                <a:gd name="connsiteX12" fmla="*/ 1441902 w 2011153"/>
                <a:gd name="connsiteY12" fmla="*/ 197140 h 3352873"/>
                <a:gd name="connsiteX13" fmla="*/ 1422574 w 2011153"/>
                <a:gd name="connsiteY13" fmla="*/ 9550 h 3352873"/>
                <a:gd name="connsiteX14" fmla="*/ 1202054 w 2011153"/>
                <a:gd name="connsiteY14" fmla="*/ 100149 h 3352873"/>
                <a:gd name="connsiteX15" fmla="*/ 935489 w 2011153"/>
                <a:gd name="connsiteY15" fmla="*/ 182237 h 3352873"/>
                <a:gd name="connsiteX16" fmla="*/ 790048 w 2011153"/>
                <a:gd name="connsiteY16" fmla="*/ 389402 h 3352873"/>
                <a:gd name="connsiteX17" fmla="*/ 516916 w 2011153"/>
                <a:gd name="connsiteY17" fmla="*/ 559118 h 3352873"/>
                <a:gd name="connsiteX18" fmla="*/ 278602 w 2011153"/>
                <a:gd name="connsiteY18" fmla="*/ 1029090 h 3352873"/>
                <a:gd name="connsiteX19" fmla="*/ 63175 w 2011153"/>
                <a:gd name="connsiteY19" fmla="*/ 1261635 h 3352873"/>
                <a:gd name="connsiteX20" fmla="*/ 0 w 2011153"/>
                <a:gd name="connsiteY20" fmla="*/ 1509925 h 3352873"/>
                <a:gd name="connsiteX0" fmla="*/ 1034373 w 2011153"/>
                <a:gd name="connsiteY0" fmla="*/ 3352873 h 3352873"/>
                <a:gd name="connsiteX1" fmla="*/ 1250056 w 2011153"/>
                <a:gd name="connsiteY1" fmla="*/ 3278150 h 3352873"/>
                <a:gd name="connsiteX2" fmla="*/ 1551665 w 2011153"/>
                <a:gd name="connsiteY2" fmla="*/ 3075499 h 3352873"/>
                <a:gd name="connsiteX3" fmla="*/ 1878539 w 2011153"/>
                <a:gd name="connsiteY3" fmla="*/ 2938460 h 3352873"/>
                <a:gd name="connsiteX4" fmla="*/ 2000071 w 2011153"/>
                <a:gd name="connsiteY4" fmla="*/ 2537725 h 3352873"/>
                <a:gd name="connsiteX5" fmla="*/ 1965212 w 2011153"/>
                <a:gd name="connsiteY5" fmla="*/ 2379376 h 3352873"/>
                <a:gd name="connsiteX6" fmla="*/ 1846696 w 2011153"/>
                <a:gd name="connsiteY6" fmla="*/ 2034643 h 3352873"/>
                <a:gd name="connsiteX7" fmla="*/ 1683332 w 2011153"/>
                <a:gd name="connsiteY7" fmla="*/ 1831829 h 3352873"/>
                <a:gd name="connsiteX8" fmla="*/ 1303865 w 2011153"/>
                <a:gd name="connsiteY8" fmla="*/ 1608328 h 3352873"/>
                <a:gd name="connsiteX9" fmla="*/ 1362779 w 2011153"/>
                <a:gd name="connsiteY9" fmla="*/ 1303894 h 3352873"/>
                <a:gd name="connsiteX10" fmla="*/ 1452864 w 2011153"/>
                <a:gd name="connsiteY10" fmla="*/ 1000035 h 3352873"/>
                <a:gd name="connsiteX11" fmla="*/ 1355100 w 2011153"/>
                <a:gd name="connsiteY11" fmla="*/ 599792 h 3352873"/>
                <a:gd name="connsiteX12" fmla="*/ 1441902 w 2011153"/>
                <a:gd name="connsiteY12" fmla="*/ 197140 h 3352873"/>
                <a:gd name="connsiteX13" fmla="*/ 1422574 w 2011153"/>
                <a:gd name="connsiteY13" fmla="*/ 9550 h 3352873"/>
                <a:gd name="connsiteX14" fmla="*/ 1202054 w 2011153"/>
                <a:gd name="connsiteY14" fmla="*/ 100149 h 3352873"/>
                <a:gd name="connsiteX15" fmla="*/ 935489 w 2011153"/>
                <a:gd name="connsiteY15" fmla="*/ 182237 h 3352873"/>
                <a:gd name="connsiteX16" fmla="*/ 804660 w 2011153"/>
                <a:gd name="connsiteY16" fmla="*/ 346464 h 3352873"/>
                <a:gd name="connsiteX17" fmla="*/ 516916 w 2011153"/>
                <a:gd name="connsiteY17" fmla="*/ 559118 h 3352873"/>
                <a:gd name="connsiteX18" fmla="*/ 278602 w 2011153"/>
                <a:gd name="connsiteY18" fmla="*/ 1029090 h 3352873"/>
                <a:gd name="connsiteX19" fmla="*/ 63175 w 2011153"/>
                <a:gd name="connsiteY19" fmla="*/ 1261635 h 3352873"/>
                <a:gd name="connsiteX20" fmla="*/ 0 w 2011153"/>
                <a:gd name="connsiteY20" fmla="*/ 1509925 h 335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11153" h="3352873">
                  <a:moveTo>
                    <a:pt x="1034373" y="3352873"/>
                  </a:moveTo>
                  <a:cubicBezTo>
                    <a:pt x="1065876" y="3336763"/>
                    <a:pt x="1163841" y="3324379"/>
                    <a:pt x="1250056" y="3278150"/>
                  </a:cubicBezTo>
                  <a:cubicBezTo>
                    <a:pt x="1336271" y="3231921"/>
                    <a:pt x="1442474" y="3128458"/>
                    <a:pt x="1551665" y="3075499"/>
                  </a:cubicBezTo>
                  <a:cubicBezTo>
                    <a:pt x="1660856" y="3022540"/>
                    <a:pt x="1806200" y="3035649"/>
                    <a:pt x="1878539" y="2938460"/>
                  </a:cubicBezTo>
                  <a:cubicBezTo>
                    <a:pt x="1977203" y="2825368"/>
                    <a:pt x="1969427" y="2631424"/>
                    <a:pt x="2000071" y="2537725"/>
                  </a:cubicBezTo>
                  <a:cubicBezTo>
                    <a:pt x="2030715" y="2444026"/>
                    <a:pt x="1990774" y="2463223"/>
                    <a:pt x="1965212" y="2379376"/>
                  </a:cubicBezTo>
                  <a:cubicBezTo>
                    <a:pt x="1939650" y="2295529"/>
                    <a:pt x="1849030" y="2192006"/>
                    <a:pt x="1846696" y="2034643"/>
                  </a:cubicBezTo>
                  <a:cubicBezTo>
                    <a:pt x="1760706" y="1970524"/>
                    <a:pt x="1761655" y="1898929"/>
                    <a:pt x="1683332" y="1831829"/>
                  </a:cubicBezTo>
                  <a:cubicBezTo>
                    <a:pt x="1605009" y="1764729"/>
                    <a:pt x="1306950" y="1703208"/>
                    <a:pt x="1303865" y="1608328"/>
                  </a:cubicBezTo>
                  <a:cubicBezTo>
                    <a:pt x="1300780" y="1513448"/>
                    <a:pt x="1337946" y="1405276"/>
                    <a:pt x="1362779" y="1303894"/>
                  </a:cubicBezTo>
                  <a:cubicBezTo>
                    <a:pt x="1387612" y="1202512"/>
                    <a:pt x="1454144" y="1117385"/>
                    <a:pt x="1452864" y="1000035"/>
                  </a:cubicBezTo>
                  <a:cubicBezTo>
                    <a:pt x="1451584" y="882685"/>
                    <a:pt x="1342242" y="765337"/>
                    <a:pt x="1355100" y="599792"/>
                  </a:cubicBezTo>
                  <a:cubicBezTo>
                    <a:pt x="1362816" y="499875"/>
                    <a:pt x="1430656" y="295514"/>
                    <a:pt x="1441902" y="197140"/>
                  </a:cubicBezTo>
                  <a:cubicBezTo>
                    <a:pt x="1453148" y="98766"/>
                    <a:pt x="1476961" y="62494"/>
                    <a:pt x="1422574" y="9550"/>
                  </a:cubicBezTo>
                  <a:cubicBezTo>
                    <a:pt x="1328870" y="-31509"/>
                    <a:pt x="1283235" y="71368"/>
                    <a:pt x="1202054" y="100149"/>
                  </a:cubicBezTo>
                  <a:cubicBezTo>
                    <a:pt x="1120873" y="128930"/>
                    <a:pt x="1082922" y="140602"/>
                    <a:pt x="935489" y="182237"/>
                  </a:cubicBezTo>
                  <a:cubicBezTo>
                    <a:pt x="859944" y="247473"/>
                    <a:pt x="874422" y="283650"/>
                    <a:pt x="804660" y="346464"/>
                  </a:cubicBezTo>
                  <a:cubicBezTo>
                    <a:pt x="734898" y="409278"/>
                    <a:pt x="604592" y="445347"/>
                    <a:pt x="516916" y="559118"/>
                  </a:cubicBezTo>
                  <a:cubicBezTo>
                    <a:pt x="429240" y="672889"/>
                    <a:pt x="354225" y="912004"/>
                    <a:pt x="278602" y="1029090"/>
                  </a:cubicBezTo>
                  <a:cubicBezTo>
                    <a:pt x="202979" y="1146176"/>
                    <a:pt x="113499" y="1123655"/>
                    <a:pt x="63175" y="1261635"/>
                  </a:cubicBezTo>
                  <a:cubicBezTo>
                    <a:pt x="12851" y="1399615"/>
                    <a:pt x="11442" y="1406529"/>
                    <a:pt x="0" y="1509925"/>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3" name="Freeform: Shape 12">
              <a:extLst>
                <a:ext uri="{FF2B5EF4-FFF2-40B4-BE49-F238E27FC236}">
                  <a16:creationId xmlns:a16="http://schemas.microsoft.com/office/drawing/2014/main" id="{0E7A9AF8-9E8E-A18B-99A4-5555AD827CFE}"/>
                </a:ext>
              </a:extLst>
            </p:cNvPr>
            <p:cNvSpPr/>
            <p:nvPr/>
          </p:nvSpPr>
          <p:spPr>
            <a:xfrm rot="9123821" flipV="1">
              <a:off x="9923909" y="-302754"/>
              <a:ext cx="2578402" cy="5146490"/>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3044767 h 3044767"/>
                <a:gd name="connsiteX1" fmla="*/ 486918 w 810782"/>
                <a:gd name="connsiteY1" fmla="*/ 2017504 h 3044767"/>
                <a:gd name="connsiteX2" fmla="*/ 376809 w 810782"/>
                <a:gd name="connsiteY2" fmla="*/ 1732802 h 3044767"/>
                <a:gd name="connsiteX3" fmla="*/ 319373 w 810782"/>
                <a:gd name="connsiteY3" fmla="*/ 1498296 h 3044767"/>
                <a:gd name="connsiteX4" fmla="*/ 264319 w 810782"/>
                <a:gd name="connsiteY4" fmla="*/ 1203973 h 3044767"/>
                <a:gd name="connsiteX5" fmla="*/ 278702 w 810782"/>
                <a:gd name="connsiteY5" fmla="*/ 955180 h 3044767"/>
                <a:gd name="connsiteX6" fmla="*/ 302609 w 810782"/>
                <a:gd name="connsiteY6" fmla="*/ 809257 h 3044767"/>
                <a:gd name="connsiteX7" fmla="*/ 360045 w 810782"/>
                <a:gd name="connsiteY7" fmla="*/ 517316 h 3044767"/>
                <a:gd name="connsiteX8" fmla="*/ 386334 w 810782"/>
                <a:gd name="connsiteY8" fmla="*/ 306814 h 3044767"/>
                <a:gd name="connsiteX9" fmla="*/ 216378 w 810782"/>
                <a:gd name="connsiteY9" fmla="*/ 3897 h 3044767"/>
                <a:gd name="connsiteX10" fmla="*/ 0 w 810782"/>
                <a:gd name="connsiteY10" fmla="*/ 129934 h 3044767"/>
                <a:gd name="connsiteX0" fmla="*/ 1340281 w 1340281"/>
                <a:gd name="connsiteY0" fmla="*/ 3041555 h 3041555"/>
                <a:gd name="connsiteX1" fmla="*/ 1016417 w 1340281"/>
                <a:gd name="connsiteY1" fmla="*/ 2014292 h 3041555"/>
                <a:gd name="connsiteX2" fmla="*/ 906308 w 1340281"/>
                <a:gd name="connsiteY2" fmla="*/ 1729590 h 3041555"/>
                <a:gd name="connsiteX3" fmla="*/ 848872 w 1340281"/>
                <a:gd name="connsiteY3" fmla="*/ 1495084 h 3041555"/>
                <a:gd name="connsiteX4" fmla="*/ 793818 w 1340281"/>
                <a:gd name="connsiteY4" fmla="*/ 1200761 h 3041555"/>
                <a:gd name="connsiteX5" fmla="*/ 808201 w 1340281"/>
                <a:gd name="connsiteY5" fmla="*/ 951968 h 3041555"/>
                <a:gd name="connsiteX6" fmla="*/ 832108 w 1340281"/>
                <a:gd name="connsiteY6" fmla="*/ 806045 h 3041555"/>
                <a:gd name="connsiteX7" fmla="*/ 889544 w 1340281"/>
                <a:gd name="connsiteY7" fmla="*/ 514104 h 3041555"/>
                <a:gd name="connsiteX8" fmla="*/ 915833 w 1340281"/>
                <a:gd name="connsiteY8" fmla="*/ 303602 h 3041555"/>
                <a:gd name="connsiteX9" fmla="*/ 745877 w 1340281"/>
                <a:gd name="connsiteY9" fmla="*/ 685 h 3041555"/>
                <a:gd name="connsiteX10" fmla="*/ 0 w 1340281"/>
                <a:gd name="connsiteY10" fmla="*/ 912744 h 3041555"/>
                <a:gd name="connsiteX0" fmla="*/ 1293033 w 1293033"/>
                <a:gd name="connsiteY0" fmla="*/ 3041701 h 3041701"/>
                <a:gd name="connsiteX1" fmla="*/ 969169 w 1293033"/>
                <a:gd name="connsiteY1" fmla="*/ 2014438 h 3041701"/>
                <a:gd name="connsiteX2" fmla="*/ 859060 w 1293033"/>
                <a:gd name="connsiteY2" fmla="*/ 1729736 h 3041701"/>
                <a:gd name="connsiteX3" fmla="*/ 801624 w 1293033"/>
                <a:gd name="connsiteY3" fmla="*/ 1495230 h 3041701"/>
                <a:gd name="connsiteX4" fmla="*/ 746570 w 1293033"/>
                <a:gd name="connsiteY4" fmla="*/ 1200907 h 3041701"/>
                <a:gd name="connsiteX5" fmla="*/ 760953 w 1293033"/>
                <a:gd name="connsiteY5" fmla="*/ 952114 h 3041701"/>
                <a:gd name="connsiteX6" fmla="*/ 784860 w 1293033"/>
                <a:gd name="connsiteY6" fmla="*/ 806191 h 3041701"/>
                <a:gd name="connsiteX7" fmla="*/ 842296 w 1293033"/>
                <a:gd name="connsiteY7" fmla="*/ 514250 h 3041701"/>
                <a:gd name="connsiteX8" fmla="*/ 868585 w 1293033"/>
                <a:gd name="connsiteY8" fmla="*/ 303748 h 3041701"/>
                <a:gd name="connsiteX9" fmla="*/ 698629 w 1293033"/>
                <a:gd name="connsiteY9" fmla="*/ 831 h 3041701"/>
                <a:gd name="connsiteX10" fmla="*/ 0 w 1293033"/>
                <a:gd name="connsiteY10" fmla="*/ 744072 h 3041701"/>
                <a:gd name="connsiteX0" fmla="*/ 1293033 w 1293033"/>
                <a:gd name="connsiteY0" fmla="*/ 3041959 h 3041959"/>
                <a:gd name="connsiteX1" fmla="*/ 969169 w 1293033"/>
                <a:gd name="connsiteY1" fmla="*/ 2014696 h 3041959"/>
                <a:gd name="connsiteX2" fmla="*/ 859060 w 1293033"/>
                <a:gd name="connsiteY2" fmla="*/ 1729994 h 3041959"/>
                <a:gd name="connsiteX3" fmla="*/ 801624 w 1293033"/>
                <a:gd name="connsiteY3" fmla="*/ 1495488 h 3041959"/>
                <a:gd name="connsiteX4" fmla="*/ 746570 w 1293033"/>
                <a:gd name="connsiteY4" fmla="*/ 1201165 h 3041959"/>
                <a:gd name="connsiteX5" fmla="*/ 760953 w 1293033"/>
                <a:gd name="connsiteY5" fmla="*/ 952372 h 3041959"/>
                <a:gd name="connsiteX6" fmla="*/ 784860 w 1293033"/>
                <a:gd name="connsiteY6" fmla="*/ 806449 h 3041959"/>
                <a:gd name="connsiteX7" fmla="*/ 842296 w 1293033"/>
                <a:gd name="connsiteY7" fmla="*/ 514508 h 3041959"/>
                <a:gd name="connsiteX8" fmla="*/ 868585 w 1293033"/>
                <a:gd name="connsiteY8" fmla="*/ 304006 h 3041959"/>
                <a:gd name="connsiteX9" fmla="*/ 698629 w 1293033"/>
                <a:gd name="connsiteY9" fmla="*/ 1089 h 3041959"/>
                <a:gd name="connsiteX10" fmla="*/ 0 w 1293033"/>
                <a:gd name="connsiteY10" fmla="*/ 744330 h 3041959"/>
                <a:gd name="connsiteX0" fmla="*/ 1293033 w 1293033"/>
                <a:gd name="connsiteY0" fmla="*/ 3040870 h 3040870"/>
                <a:gd name="connsiteX1" fmla="*/ 969169 w 1293033"/>
                <a:gd name="connsiteY1" fmla="*/ 2013607 h 3040870"/>
                <a:gd name="connsiteX2" fmla="*/ 859060 w 1293033"/>
                <a:gd name="connsiteY2" fmla="*/ 1728905 h 3040870"/>
                <a:gd name="connsiteX3" fmla="*/ 801624 w 1293033"/>
                <a:gd name="connsiteY3" fmla="*/ 1494399 h 3040870"/>
                <a:gd name="connsiteX4" fmla="*/ 746570 w 1293033"/>
                <a:gd name="connsiteY4" fmla="*/ 1200076 h 3040870"/>
                <a:gd name="connsiteX5" fmla="*/ 760953 w 1293033"/>
                <a:gd name="connsiteY5" fmla="*/ 951283 h 3040870"/>
                <a:gd name="connsiteX6" fmla="*/ 784860 w 1293033"/>
                <a:gd name="connsiteY6" fmla="*/ 805360 h 3040870"/>
                <a:gd name="connsiteX7" fmla="*/ 842296 w 1293033"/>
                <a:gd name="connsiteY7" fmla="*/ 513419 h 3040870"/>
                <a:gd name="connsiteX8" fmla="*/ 868585 w 1293033"/>
                <a:gd name="connsiteY8" fmla="*/ 302917 h 3040870"/>
                <a:gd name="connsiteX9" fmla="*/ 698629 w 1293033"/>
                <a:gd name="connsiteY9" fmla="*/ 0 h 3040870"/>
                <a:gd name="connsiteX10" fmla="*/ 339188 w 1293033"/>
                <a:gd name="connsiteY10" fmla="*/ 287614 h 3040870"/>
                <a:gd name="connsiteX11" fmla="*/ 0 w 1293033"/>
                <a:gd name="connsiteY11" fmla="*/ 74324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0 w 2115242"/>
                <a:gd name="connsiteY11" fmla="*/ 195701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557798 w 2115242"/>
                <a:gd name="connsiteY11" fmla="*/ 1220052 h 3040870"/>
                <a:gd name="connsiteX12" fmla="*/ 0 w 2115242"/>
                <a:gd name="connsiteY12" fmla="*/ 1957011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0 w 2195910"/>
                <a:gd name="connsiteY12" fmla="*/ 2192434 h 3040870"/>
                <a:gd name="connsiteX0" fmla="*/ 2206738 w 2206738"/>
                <a:gd name="connsiteY0" fmla="*/ 3040870 h 3040870"/>
                <a:gd name="connsiteX1" fmla="*/ 1882874 w 2206738"/>
                <a:gd name="connsiteY1" fmla="*/ 2013607 h 3040870"/>
                <a:gd name="connsiteX2" fmla="*/ 1772765 w 2206738"/>
                <a:gd name="connsiteY2" fmla="*/ 1728905 h 3040870"/>
                <a:gd name="connsiteX3" fmla="*/ 1715329 w 2206738"/>
                <a:gd name="connsiteY3" fmla="*/ 1494399 h 3040870"/>
                <a:gd name="connsiteX4" fmla="*/ 1660275 w 2206738"/>
                <a:gd name="connsiteY4" fmla="*/ 1200076 h 3040870"/>
                <a:gd name="connsiteX5" fmla="*/ 1674658 w 2206738"/>
                <a:gd name="connsiteY5" fmla="*/ 951283 h 3040870"/>
                <a:gd name="connsiteX6" fmla="*/ 1698565 w 2206738"/>
                <a:gd name="connsiteY6" fmla="*/ 805360 h 3040870"/>
                <a:gd name="connsiteX7" fmla="*/ 1756001 w 2206738"/>
                <a:gd name="connsiteY7" fmla="*/ 513419 h 3040870"/>
                <a:gd name="connsiteX8" fmla="*/ 1782290 w 2206738"/>
                <a:gd name="connsiteY8" fmla="*/ 302917 h 3040870"/>
                <a:gd name="connsiteX9" fmla="*/ 1612334 w 2206738"/>
                <a:gd name="connsiteY9" fmla="*/ 0 h 3040870"/>
                <a:gd name="connsiteX10" fmla="*/ 1252893 w 2206738"/>
                <a:gd name="connsiteY10" fmla="*/ 287614 h 3040870"/>
                <a:gd name="connsiteX11" fmla="*/ 649294 w 2206738"/>
                <a:gd name="connsiteY11" fmla="*/ 1220052 h 3040870"/>
                <a:gd name="connsiteX12" fmla="*/ 10828 w 2206738"/>
                <a:gd name="connsiteY12" fmla="*/ 2192434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135150 w 2195910"/>
                <a:gd name="connsiteY12" fmla="*/ 1874577 h 3040870"/>
                <a:gd name="connsiteX13" fmla="*/ 0 w 2195910"/>
                <a:gd name="connsiteY13" fmla="*/ 2192434 h 3040870"/>
                <a:gd name="connsiteX0" fmla="*/ 2196078 w 2196078"/>
                <a:gd name="connsiteY0" fmla="*/ 3040870 h 3040870"/>
                <a:gd name="connsiteX1" fmla="*/ 1872214 w 2196078"/>
                <a:gd name="connsiteY1" fmla="*/ 2013607 h 3040870"/>
                <a:gd name="connsiteX2" fmla="*/ 1762105 w 2196078"/>
                <a:gd name="connsiteY2" fmla="*/ 1728905 h 3040870"/>
                <a:gd name="connsiteX3" fmla="*/ 1704669 w 2196078"/>
                <a:gd name="connsiteY3" fmla="*/ 1494399 h 3040870"/>
                <a:gd name="connsiteX4" fmla="*/ 1649615 w 2196078"/>
                <a:gd name="connsiteY4" fmla="*/ 1200076 h 3040870"/>
                <a:gd name="connsiteX5" fmla="*/ 1663998 w 2196078"/>
                <a:gd name="connsiteY5" fmla="*/ 951283 h 3040870"/>
                <a:gd name="connsiteX6" fmla="*/ 1687905 w 2196078"/>
                <a:gd name="connsiteY6" fmla="*/ 805360 h 3040870"/>
                <a:gd name="connsiteX7" fmla="*/ 1745341 w 2196078"/>
                <a:gd name="connsiteY7" fmla="*/ 513419 h 3040870"/>
                <a:gd name="connsiteX8" fmla="*/ 1771630 w 2196078"/>
                <a:gd name="connsiteY8" fmla="*/ 302917 h 3040870"/>
                <a:gd name="connsiteX9" fmla="*/ 1601674 w 2196078"/>
                <a:gd name="connsiteY9" fmla="*/ 0 h 3040870"/>
                <a:gd name="connsiteX10" fmla="*/ 1242233 w 2196078"/>
                <a:gd name="connsiteY10" fmla="*/ 287614 h 3040870"/>
                <a:gd name="connsiteX11" fmla="*/ 638634 w 2196078"/>
                <a:gd name="connsiteY11" fmla="*/ 1220052 h 3040870"/>
                <a:gd name="connsiteX12" fmla="*/ 135318 w 2196078"/>
                <a:gd name="connsiteY12" fmla="*/ 1874577 h 3040870"/>
                <a:gd name="connsiteX13" fmla="*/ 0 w 2196078"/>
                <a:gd name="connsiteY13" fmla="*/ 2631735 h 3040870"/>
                <a:gd name="connsiteX0" fmla="*/ 2214219 w 2214219"/>
                <a:gd name="connsiteY0" fmla="*/ 3040870 h 3040870"/>
                <a:gd name="connsiteX1" fmla="*/ 1890355 w 2214219"/>
                <a:gd name="connsiteY1" fmla="*/ 2013607 h 3040870"/>
                <a:gd name="connsiteX2" fmla="*/ 1780246 w 2214219"/>
                <a:gd name="connsiteY2" fmla="*/ 1728905 h 3040870"/>
                <a:gd name="connsiteX3" fmla="*/ 1722810 w 2214219"/>
                <a:gd name="connsiteY3" fmla="*/ 1494399 h 3040870"/>
                <a:gd name="connsiteX4" fmla="*/ 1667756 w 2214219"/>
                <a:gd name="connsiteY4" fmla="*/ 1200076 h 3040870"/>
                <a:gd name="connsiteX5" fmla="*/ 1682139 w 2214219"/>
                <a:gd name="connsiteY5" fmla="*/ 951283 h 3040870"/>
                <a:gd name="connsiteX6" fmla="*/ 1706046 w 2214219"/>
                <a:gd name="connsiteY6" fmla="*/ 805360 h 3040870"/>
                <a:gd name="connsiteX7" fmla="*/ 1763482 w 2214219"/>
                <a:gd name="connsiteY7" fmla="*/ 513419 h 3040870"/>
                <a:gd name="connsiteX8" fmla="*/ 1789771 w 2214219"/>
                <a:gd name="connsiteY8" fmla="*/ 302917 h 3040870"/>
                <a:gd name="connsiteX9" fmla="*/ 1619815 w 2214219"/>
                <a:gd name="connsiteY9" fmla="*/ 0 h 3040870"/>
                <a:gd name="connsiteX10" fmla="*/ 1260374 w 2214219"/>
                <a:gd name="connsiteY10" fmla="*/ 287614 h 3040870"/>
                <a:gd name="connsiteX11" fmla="*/ 656775 w 2214219"/>
                <a:gd name="connsiteY11" fmla="*/ 1220052 h 3040870"/>
                <a:gd name="connsiteX12" fmla="*/ 153459 w 2214219"/>
                <a:gd name="connsiteY12" fmla="*/ 1874577 h 3040870"/>
                <a:gd name="connsiteX13" fmla="*/ 18141 w 2214219"/>
                <a:gd name="connsiteY13" fmla="*/ 2631735 h 3040870"/>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06046 w 2214219"/>
                <a:gd name="connsiteY6" fmla="*/ 806797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63482 w 2214219"/>
                <a:gd name="connsiteY6" fmla="*/ 514856 h 3042307"/>
                <a:gd name="connsiteX7" fmla="*/ 1789771 w 2214219"/>
                <a:gd name="connsiteY7" fmla="*/ 304354 h 3042307"/>
                <a:gd name="connsiteX8" fmla="*/ 1619815 w 2214219"/>
                <a:gd name="connsiteY8" fmla="*/ 1437 h 3042307"/>
                <a:gd name="connsiteX9" fmla="*/ 1260374 w 2214219"/>
                <a:gd name="connsiteY9" fmla="*/ 289051 h 3042307"/>
                <a:gd name="connsiteX10" fmla="*/ 656775 w 2214219"/>
                <a:gd name="connsiteY10" fmla="*/ 1221489 h 3042307"/>
                <a:gd name="connsiteX11" fmla="*/ 153459 w 2214219"/>
                <a:gd name="connsiteY11" fmla="*/ 1876014 h 3042307"/>
                <a:gd name="connsiteX12" fmla="*/ 18141 w 2214219"/>
                <a:gd name="connsiteY12" fmla="*/ 2633172 h 3042307"/>
                <a:gd name="connsiteX0" fmla="*/ 2214219 w 2214219"/>
                <a:gd name="connsiteY0" fmla="*/ 3042307 h 3042307"/>
                <a:gd name="connsiteX1" fmla="*/ 2147268 w 2214219"/>
                <a:gd name="connsiteY1" fmla="*/ 2663787 h 3042307"/>
                <a:gd name="connsiteX2" fmla="*/ 1890355 w 2214219"/>
                <a:gd name="connsiteY2" fmla="*/ 2015044 h 3042307"/>
                <a:gd name="connsiteX3" fmla="*/ 1780246 w 2214219"/>
                <a:gd name="connsiteY3" fmla="*/ 1730342 h 3042307"/>
                <a:gd name="connsiteX4" fmla="*/ 1722810 w 2214219"/>
                <a:gd name="connsiteY4" fmla="*/ 1495836 h 3042307"/>
                <a:gd name="connsiteX5" fmla="*/ 1667756 w 2214219"/>
                <a:gd name="connsiteY5" fmla="*/ 1201513 h 3042307"/>
                <a:gd name="connsiteX6" fmla="*/ 1682139 w 2214219"/>
                <a:gd name="connsiteY6" fmla="*/ 952720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117678 w 2163891"/>
                <a:gd name="connsiteY0" fmla="*/ 3025631 h 3025631"/>
                <a:gd name="connsiteX1" fmla="*/ 2147268 w 2163891"/>
                <a:gd name="connsiteY1" fmla="*/ 2663787 h 3025631"/>
                <a:gd name="connsiteX2" fmla="*/ 1890355 w 2163891"/>
                <a:gd name="connsiteY2" fmla="*/ 2015044 h 3025631"/>
                <a:gd name="connsiteX3" fmla="*/ 1780246 w 2163891"/>
                <a:gd name="connsiteY3" fmla="*/ 1730342 h 3025631"/>
                <a:gd name="connsiteX4" fmla="*/ 1722810 w 2163891"/>
                <a:gd name="connsiteY4" fmla="*/ 1495836 h 3025631"/>
                <a:gd name="connsiteX5" fmla="*/ 1667756 w 2163891"/>
                <a:gd name="connsiteY5" fmla="*/ 1201513 h 3025631"/>
                <a:gd name="connsiteX6" fmla="*/ 1682139 w 2163891"/>
                <a:gd name="connsiteY6" fmla="*/ 952720 h 3025631"/>
                <a:gd name="connsiteX7" fmla="*/ 1763482 w 2163891"/>
                <a:gd name="connsiteY7" fmla="*/ 514856 h 3025631"/>
                <a:gd name="connsiteX8" fmla="*/ 1789771 w 2163891"/>
                <a:gd name="connsiteY8" fmla="*/ 304354 h 3025631"/>
                <a:gd name="connsiteX9" fmla="*/ 1619815 w 2163891"/>
                <a:gd name="connsiteY9" fmla="*/ 1437 h 3025631"/>
                <a:gd name="connsiteX10" fmla="*/ 1260374 w 2163891"/>
                <a:gd name="connsiteY10" fmla="*/ 289051 h 3025631"/>
                <a:gd name="connsiteX11" fmla="*/ 656775 w 2163891"/>
                <a:gd name="connsiteY11" fmla="*/ 1221489 h 3025631"/>
                <a:gd name="connsiteX12" fmla="*/ 153459 w 2163891"/>
                <a:gd name="connsiteY12" fmla="*/ 1876014 h 3025631"/>
                <a:gd name="connsiteX13" fmla="*/ 18141 w 2163891"/>
                <a:gd name="connsiteY13" fmla="*/ 2633172 h 3025631"/>
                <a:gd name="connsiteX0" fmla="*/ 2117678 w 2177172"/>
                <a:gd name="connsiteY0" fmla="*/ 3025631 h 3025631"/>
                <a:gd name="connsiteX1" fmla="*/ 2147268 w 2177172"/>
                <a:gd name="connsiteY1" fmla="*/ 2663787 h 3025631"/>
                <a:gd name="connsiteX2" fmla="*/ 1890355 w 2177172"/>
                <a:gd name="connsiteY2" fmla="*/ 2015044 h 3025631"/>
                <a:gd name="connsiteX3" fmla="*/ 1780246 w 2177172"/>
                <a:gd name="connsiteY3" fmla="*/ 1730342 h 3025631"/>
                <a:gd name="connsiteX4" fmla="*/ 1722810 w 2177172"/>
                <a:gd name="connsiteY4" fmla="*/ 1495836 h 3025631"/>
                <a:gd name="connsiteX5" fmla="*/ 1667756 w 2177172"/>
                <a:gd name="connsiteY5" fmla="*/ 1201513 h 3025631"/>
                <a:gd name="connsiteX6" fmla="*/ 1682139 w 2177172"/>
                <a:gd name="connsiteY6" fmla="*/ 952720 h 3025631"/>
                <a:gd name="connsiteX7" fmla="*/ 1763482 w 2177172"/>
                <a:gd name="connsiteY7" fmla="*/ 514856 h 3025631"/>
                <a:gd name="connsiteX8" fmla="*/ 1789771 w 2177172"/>
                <a:gd name="connsiteY8" fmla="*/ 304354 h 3025631"/>
                <a:gd name="connsiteX9" fmla="*/ 1619815 w 2177172"/>
                <a:gd name="connsiteY9" fmla="*/ 1437 h 3025631"/>
                <a:gd name="connsiteX10" fmla="*/ 1260374 w 2177172"/>
                <a:gd name="connsiteY10" fmla="*/ 289051 h 3025631"/>
                <a:gd name="connsiteX11" fmla="*/ 656775 w 2177172"/>
                <a:gd name="connsiteY11" fmla="*/ 1221489 h 3025631"/>
                <a:gd name="connsiteX12" fmla="*/ 153459 w 2177172"/>
                <a:gd name="connsiteY12" fmla="*/ 1876014 h 3025631"/>
                <a:gd name="connsiteX13" fmla="*/ 18141 w 2177172"/>
                <a:gd name="connsiteY13" fmla="*/ 2633172 h 3025631"/>
                <a:gd name="connsiteX0" fmla="*/ 2117678 w 2172644"/>
                <a:gd name="connsiteY0" fmla="*/ 3025631 h 3025631"/>
                <a:gd name="connsiteX1" fmla="*/ 2147268 w 2172644"/>
                <a:gd name="connsiteY1" fmla="*/ 2663787 h 3025631"/>
                <a:gd name="connsiteX2" fmla="*/ 1890355 w 2172644"/>
                <a:gd name="connsiteY2" fmla="*/ 2015044 h 3025631"/>
                <a:gd name="connsiteX3" fmla="*/ 1780246 w 2172644"/>
                <a:gd name="connsiteY3" fmla="*/ 1730342 h 3025631"/>
                <a:gd name="connsiteX4" fmla="*/ 1722810 w 2172644"/>
                <a:gd name="connsiteY4" fmla="*/ 1495836 h 3025631"/>
                <a:gd name="connsiteX5" fmla="*/ 1667756 w 2172644"/>
                <a:gd name="connsiteY5" fmla="*/ 1201513 h 3025631"/>
                <a:gd name="connsiteX6" fmla="*/ 1682139 w 2172644"/>
                <a:gd name="connsiteY6" fmla="*/ 952720 h 3025631"/>
                <a:gd name="connsiteX7" fmla="*/ 1763482 w 2172644"/>
                <a:gd name="connsiteY7" fmla="*/ 514856 h 3025631"/>
                <a:gd name="connsiteX8" fmla="*/ 1789771 w 2172644"/>
                <a:gd name="connsiteY8" fmla="*/ 304354 h 3025631"/>
                <a:gd name="connsiteX9" fmla="*/ 1619815 w 2172644"/>
                <a:gd name="connsiteY9" fmla="*/ 1437 h 3025631"/>
                <a:gd name="connsiteX10" fmla="*/ 1260374 w 2172644"/>
                <a:gd name="connsiteY10" fmla="*/ 289051 h 3025631"/>
                <a:gd name="connsiteX11" fmla="*/ 656775 w 2172644"/>
                <a:gd name="connsiteY11" fmla="*/ 1221489 h 3025631"/>
                <a:gd name="connsiteX12" fmla="*/ 153459 w 2172644"/>
                <a:gd name="connsiteY12" fmla="*/ 1876014 h 3025631"/>
                <a:gd name="connsiteX13" fmla="*/ 18141 w 2172644"/>
                <a:gd name="connsiteY13" fmla="*/ 2633172 h 3025631"/>
                <a:gd name="connsiteX0" fmla="*/ 1691770 w 2150522"/>
                <a:gd name="connsiteY0" fmla="*/ 3882391 h 3882391"/>
                <a:gd name="connsiteX1" fmla="*/ 2147268 w 2150522"/>
                <a:gd name="connsiteY1" fmla="*/ 2663787 h 3882391"/>
                <a:gd name="connsiteX2" fmla="*/ 1890355 w 2150522"/>
                <a:gd name="connsiteY2" fmla="*/ 2015044 h 3882391"/>
                <a:gd name="connsiteX3" fmla="*/ 1780246 w 2150522"/>
                <a:gd name="connsiteY3" fmla="*/ 1730342 h 3882391"/>
                <a:gd name="connsiteX4" fmla="*/ 1722810 w 2150522"/>
                <a:gd name="connsiteY4" fmla="*/ 1495836 h 3882391"/>
                <a:gd name="connsiteX5" fmla="*/ 1667756 w 2150522"/>
                <a:gd name="connsiteY5" fmla="*/ 1201513 h 3882391"/>
                <a:gd name="connsiteX6" fmla="*/ 1682139 w 2150522"/>
                <a:gd name="connsiteY6" fmla="*/ 952720 h 3882391"/>
                <a:gd name="connsiteX7" fmla="*/ 1763482 w 2150522"/>
                <a:gd name="connsiteY7" fmla="*/ 514856 h 3882391"/>
                <a:gd name="connsiteX8" fmla="*/ 1789771 w 2150522"/>
                <a:gd name="connsiteY8" fmla="*/ 304354 h 3882391"/>
                <a:gd name="connsiteX9" fmla="*/ 1619815 w 2150522"/>
                <a:gd name="connsiteY9" fmla="*/ 1437 h 3882391"/>
                <a:gd name="connsiteX10" fmla="*/ 1260374 w 2150522"/>
                <a:gd name="connsiteY10" fmla="*/ 289051 h 3882391"/>
                <a:gd name="connsiteX11" fmla="*/ 656775 w 2150522"/>
                <a:gd name="connsiteY11" fmla="*/ 1221489 h 3882391"/>
                <a:gd name="connsiteX12" fmla="*/ 153459 w 2150522"/>
                <a:gd name="connsiteY12" fmla="*/ 1876014 h 3882391"/>
                <a:gd name="connsiteX13" fmla="*/ 18141 w 2150522"/>
                <a:gd name="connsiteY13" fmla="*/ 2633172 h 3882391"/>
                <a:gd name="connsiteX0" fmla="*/ 1691770 w 2150522"/>
                <a:gd name="connsiteY0" fmla="*/ 3882391 h 3882391"/>
                <a:gd name="connsiteX1" fmla="*/ 2147268 w 2150522"/>
                <a:gd name="connsiteY1" fmla="*/ 2663787 h 3882391"/>
                <a:gd name="connsiteX2" fmla="*/ 1890355 w 2150522"/>
                <a:gd name="connsiteY2" fmla="*/ 2015044 h 3882391"/>
                <a:gd name="connsiteX3" fmla="*/ 1780246 w 2150522"/>
                <a:gd name="connsiteY3" fmla="*/ 1730342 h 3882391"/>
                <a:gd name="connsiteX4" fmla="*/ 1722810 w 2150522"/>
                <a:gd name="connsiteY4" fmla="*/ 1495836 h 3882391"/>
                <a:gd name="connsiteX5" fmla="*/ 1667756 w 2150522"/>
                <a:gd name="connsiteY5" fmla="*/ 1201513 h 3882391"/>
                <a:gd name="connsiteX6" fmla="*/ 1682139 w 2150522"/>
                <a:gd name="connsiteY6" fmla="*/ 952720 h 3882391"/>
                <a:gd name="connsiteX7" fmla="*/ 1763482 w 2150522"/>
                <a:gd name="connsiteY7" fmla="*/ 514856 h 3882391"/>
                <a:gd name="connsiteX8" fmla="*/ 1789771 w 2150522"/>
                <a:gd name="connsiteY8" fmla="*/ 304354 h 3882391"/>
                <a:gd name="connsiteX9" fmla="*/ 1619815 w 2150522"/>
                <a:gd name="connsiteY9" fmla="*/ 1437 h 3882391"/>
                <a:gd name="connsiteX10" fmla="*/ 1260374 w 2150522"/>
                <a:gd name="connsiteY10" fmla="*/ 289051 h 3882391"/>
                <a:gd name="connsiteX11" fmla="*/ 656775 w 2150522"/>
                <a:gd name="connsiteY11" fmla="*/ 1221489 h 3882391"/>
                <a:gd name="connsiteX12" fmla="*/ 153459 w 2150522"/>
                <a:gd name="connsiteY12" fmla="*/ 1876014 h 3882391"/>
                <a:gd name="connsiteX13" fmla="*/ 18141 w 2150522"/>
                <a:gd name="connsiteY13" fmla="*/ 2633172 h 3882391"/>
                <a:gd name="connsiteX0" fmla="*/ 1691770 w 2014524"/>
                <a:gd name="connsiteY0" fmla="*/ 3882391 h 3882391"/>
                <a:gd name="connsiteX1" fmla="*/ 2008540 w 2014524"/>
                <a:gd name="connsiteY1" fmla="*/ 3067949 h 3882391"/>
                <a:gd name="connsiteX2" fmla="*/ 1890355 w 2014524"/>
                <a:gd name="connsiteY2" fmla="*/ 2015044 h 3882391"/>
                <a:gd name="connsiteX3" fmla="*/ 1780246 w 2014524"/>
                <a:gd name="connsiteY3" fmla="*/ 1730342 h 3882391"/>
                <a:gd name="connsiteX4" fmla="*/ 1722810 w 2014524"/>
                <a:gd name="connsiteY4" fmla="*/ 1495836 h 3882391"/>
                <a:gd name="connsiteX5" fmla="*/ 1667756 w 2014524"/>
                <a:gd name="connsiteY5" fmla="*/ 1201513 h 3882391"/>
                <a:gd name="connsiteX6" fmla="*/ 1682139 w 2014524"/>
                <a:gd name="connsiteY6" fmla="*/ 952720 h 3882391"/>
                <a:gd name="connsiteX7" fmla="*/ 1763482 w 2014524"/>
                <a:gd name="connsiteY7" fmla="*/ 514856 h 3882391"/>
                <a:gd name="connsiteX8" fmla="*/ 1789771 w 2014524"/>
                <a:gd name="connsiteY8" fmla="*/ 304354 h 3882391"/>
                <a:gd name="connsiteX9" fmla="*/ 1619815 w 2014524"/>
                <a:gd name="connsiteY9" fmla="*/ 1437 h 3882391"/>
                <a:gd name="connsiteX10" fmla="*/ 1260374 w 2014524"/>
                <a:gd name="connsiteY10" fmla="*/ 289051 h 3882391"/>
                <a:gd name="connsiteX11" fmla="*/ 656775 w 2014524"/>
                <a:gd name="connsiteY11" fmla="*/ 1221489 h 3882391"/>
                <a:gd name="connsiteX12" fmla="*/ 153459 w 2014524"/>
                <a:gd name="connsiteY12" fmla="*/ 1876014 h 3882391"/>
                <a:gd name="connsiteX13" fmla="*/ 18141 w 2014524"/>
                <a:gd name="connsiteY13" fmla="*/ 2633172 h 3882391"/>
                <a:gd name="connsiteX0" fmla="*/ 1691770 w 2010787"/>
                <a:gd name="connsiteY0" fmla="*/ 3882391 h 3882391"/>
                <a:gd name="connsiteX1" fmla="*/ 2008540 w 2010787"/>
                <a:gd name="connsiteY1" fmla="*/ 3067949 h 3882391"/>
                <a:gd name="connsiteX2" fmla="*/ 1830840 w 2010787"/>
                <a:gd name="connsiteY2" fmla="*/ 2514146 h 3882391"/>
                <a:gd name="connsiteX3" fmla="*/ 1780246 w 2010787"/>
                <a:gd name="connsiteY3" fmla="*/ 1730342 h 3882391"/>
                <a:gd name="connsiteX4" fmla="*/ 1722810 w 2010787"/>
                <a:gd name="connsiteY4" fmla="*/ 1495836 h 3882391"/>
                <a:gd name="connsiteX5" fmla="*/ 1667756 w 2010787"/>
                <a:gd name="connsiteY5" fmla="*/ 1201513 h 3882391"/>
                <a:gd name="connsiteX6" fmla="*/ 1682139 w 2010787"/>
                <a:gd name="connsiteY6" fmla="*/ 952720 h 3882391"/>
                <a:gd name="connsiteX7" fmla="*/ 1763482 w 2010787"/>
                <a:gd name="connsiteY7" fmla="*/ 514856 h 3882391"/>
                <a:gd name="connsiteX8" fmla="*/ 1789771 w 2010787"/>
                <a:gd name="connsiteY8" fmla="*/ 304354 h 3882391"/>
                <a:gd name="connsiteX9" fmla="*/ 1619815 w 2010787"/>
                <a:gd name="connsiteY9" fmla="*/ 1437 h 3882391"/>
                <a:gd name="connsiteX10" fmla="*/ 1260374 w 2010787"/>
                <a:gd name="connsiteY10" fmla="*/ 289051 h 3882391"/>
                <a:gd name="connsiteX11" fmla="*/ 656775 w 2010787"/>
                <a:gd name="connsiteY11" fmla="*/ 1221489 h 3882391"/>
                <a:gd name="connsiteX12" fmla="*/ 153459 w 2010787"/>
                <a:gd name="connsiteY12" fmla="*/ 1876014 h 3882391"/>
                <a:gd name="connsiteX13" fmla="*/ 18141 w 2010787"/>
                <a:gd name="connsiteY13" fmla="*/ 2633172 h 3882391"/>
                <a:gd name="connsiteX0" fmla="*/ 1473471 w 2019573"/>
                <a:gd name="connsiteY0" fmla="*/ 3946713 h 3946713"/>
                <a:gd name="connsiteX1" fmla="*/ 2008540 w 2019573"/>
                <a:gd name="connsiteY1" fmla="*/ 3067949 h 3946713"/>
                <a:gd name="connsiteX2" fmla="*/ 1830840 w 2019573"/>
                <a:gd name="connsiteY2" fmla="*/ 2514146 h 3946713"/>
                <a:gd name="connsiteX3" fmla="*/ 1780246 w 2019573"/>
                <a:gd name="connsiteY3" fmla="*/ 1730342 h 3946713"/>
                <a:gd name="connsiteX4" fmla="*/ 1722810 w 2019573"/>
                <a:gd name="connsiteY4" fmla="*/ 1495836 h 3946713"/>
                <a:gd name="connsiteX5" fmla="*/ 1667756 w 2019573"/>
                <a:gd name="connsiteY5" fmla="*/ 1201513 h 3946713"/>
                <a:gd name="connsiteX6" fmla="*/ 1682139 w 2019573"/>
                <a:gd name="connsiteY6" fmla="*/ 952720 h 3946713"/>
                <a:gd name="connsiteX7" fmla="*/ 1763482 w 2019573"/>
                <a:gd name="connsiteY7" fmla="*/ 514856 h 3946713"/>
                <a:gd name="connsiteX8" fmla="*/ 1789771 w 2019573"/>
                <a:gd name="connsiteY8" fmla="*/ 304354 h 3946713"/>
                <a:gd name="connsiteX9" fmla="*/ 1619815 w 2019573"/>
                <a:gd name="connsiteY9" fmla="*/ 1437 h 3946713"/>
                <a:gd name="connsiteX10" fmla="*/ 1260374 w 2019573"/>
                <a:gd name="connsiteY10" fmla="*/ 289051 h 3946713"/>
                <a:gd name="connsiteX11" fmla="*/ 656775 w 2019573"/>
                <a:gd name="connsiteY11" fmla="*/ 1221489 h 3946713"/>
                <a:gd name="connsiteX12" fmla="*/ 153459 w 2019573"/>
                <a:gd name="connsiteY12" fmla="*/ 1876014 h 3946713"/>
                <a:gd name="connsiteX13" fmla="*/ 18141 w 2019573"/>
                <a:gd name="connsiteY13" fmla="*/ 2633172 h 3946713"/>
                <a:gd name="connsiteX0" fmla="*/ 1473471 w 2019573"/>
                <a:gd name="connsiteY0" fmla="*/ 3946713 h 3947192"/>
                <a:gd name="connsiteX1" fmla="*/ 2008540 w 2019573"/>
                <a:gd name="connsiteY1" fmla="*/ 3067949 h 3947192"/>
                <a:gd name="connsiteX2" fmla="*/ 1830840 w 2019573"/>
                <a:gd name="connsiteY2" fmla="*/ 2514146 h 3947192"/>
                <a:gd name="connsiteX3" fmla="*/ 1780246 w 2019573"/>
                <a:gd name="connsiteY3" fmla="*/ 1730342 h 3947192"/>
                <a:gd name="connsiteX4" fmla="*/ 1722810 w 2019573"/>
                <a:gd name="connsiteY4" fmla="*/ 1495836 h 3947192"/>
                <a:gd name="connsiteX5" fmla="*/ 1667756 w 2019573"/>
                <a:gd name="connsiteY5" fmla="*/ 1201513 h 3947192"/>
                <a:gd name="connsiteX6" fmla="*/ 1682139 w 2019573"/>
                <a:gd name="connsiteY6" fmla="*/ 952720 h 3947192"/>
                <a:gd name="connsiteX7" fmla="*/ 1763482 w 2019573"/>
                <a:gd name="connsiteY7" fmla="*/ 514856 h 3947192"/>
                <a:gd name="connsiteX8" fmla="*/ 1789771 w 2019573"/>
                <a:gd name="connsiteY8" fmla="*/ 304354 h 3947192"/>
                <a:gd name="connsiteX9" fmla="*/ 1619815 w 2019573"/>
                <a:gd name="connsiteY9" fmla="*/ 1437 h 3947192"/>
                <a:gd name="connsiteX10" fmla="*/ 1260374 w 2019573"/>
                <a:gd name="connsiteY10" fmla="*/ 289051 h 3947192"/>
                <a:gd name="connsiteX11" fmla="*/ 656775 w 2019573"/>
                <a:gd name="connsiteY11" fmla="*/ 1221489 h 3947192"/>
                <a:gd name="connsiteX12" fmla="*/ 153459 w 2019573"/>
                <a:gd name="connsiteY12" fmla="*/ 1876014 h 3947192"/>
                <a:gd name="connsiteX13" fmla="*/ 18141 w 2019573"/>
                <a:gd name="connsiteY13" fmla="*/ 2633172 h 3947192"/>
                <a:gd name="connsiteX0" fmla="*/ 1473471 w 2011891"/>
                <a:gd name="connsiteY0" fmla="*/ 3946713 h 3946713"/>
                <a:gd name="connsiteX1" fmla="*/ 1909062 w 2011891"/>
                <a:gd name="connsiteY1" fmla="*/ 3583403 h 3946713"/>
                <a:gd name="connsiteX2" fmla="*/ 2008540 w 2011891"/>
                <a:gd name="connsiteY2" fmla="*/ 3067949 h 3946713"/>
                <a:gd name="connsiteX3" fmla="*/ 1830840 w 2011891"/>
                <a:gd name="connsiteY3" fmla="*/ 2514146 h 3946713"/>
                <a:gd name="connsiteX4" fmla="*/ 1780246 w 2011891"/>
                <a:gd name="connsiteY4" fmla="*/ 1730342 h 3946713"/>
                <a:gd name="connsiteX5" fmla="*/ 1722810 w 2011891"/>
                <a:gd name="connsiteY5" fmla="*/ 1495836 h 3946713"/>
                <a:gd name="connsiteX6" fmla="*/ 1667756 w 2011891"/>
                <a:gd name="connsiteY6" fmla="*/ 1201513 h 3946713"/>
                <a:gd name="connsiteX7" fmla="*/ 1682139 w 2011891"/>
                <a:gd name="connsiteY7" fmla="*/ 952720 h 3946713"/>
                <a:gd name="connsiteX8" fmla="*/ 1763482 w 2011891"/>
                <a:gd name="connsiteY8" fmla="*/ 514856 h 3946713"/>
                <a:gd name="connsiteX9" fmla="*/ 1789771 w 2011891"/>
                <a:gd name="connsiteY9" fmla="*/ 304354 h 3946713"/>
                <a:gd name="connsiteX10" fmla="*/ 1619815 w 2011891"/>
                <a:gd name="connsiteY10" fmla="*/ 1437 h 3946713"/>
                <a:gd name="connsiteX11" fmla="*/ 1260374 w 2011891"/>
                <a:gd name="connsiteY11" fmla="*/ 289051 h 3946713"/>
                <a:gd name="connsiteX12" fmla="*/ 656775 w 2011891"/>
                <a:gd name="connsiteY12" fmla="*/ 1221489 h 3946713"/>
                <a:gd name="connsiteX13" fmla="*/ 153459 w 2011891"/>
                <a:gd name="connsiteY13" fmla="*/ 1876014 h 3946713"/>
                <a:gd name="connsiteX14" fmla="*/ 18141 w 2011891"/>
                <a:gd name="connsiteY14" fmla="*/ 2633172 h 3946713"/>
                <a:gd name="connsiteX0" fmla="*/ 1685419 w 2223839"/>
                <a:gd name="connsiteY0" fmla="*/ 3946713 h 3946713"/>
                <a:gd name="connsiteX1" fmla="*/ 2121010 w 2223839"/>
                <a:gd name="connsiteY1" fmla="*/ 3583403 h 3946713"/>
                <a:gd name="connsiteX2" fmla="*/ 2220488 w 2223839"/>
                <a:gd name="connsiteY2" fmla="*/ 3067949 h 3946713"/>
                <a:gd name="connsiteX3" fmla="*/ 2042788 w 2223839"/>
                <a:gd name="connsiteY3" fmla="*/ 2514146 h 3946713"/>
                <a:gd name="connsiteX4" fmla="*/ 1992194 w 2223839"/>
                <a:gd name="connsiteY4" fmla="*/ 1730342 h 3946713"/>
                <a:gd name="connsiteX5" fmla="*/ 1934758 w 2223839"/>
                <a:gd name="connsiteY5" fmla="*/ 1495836 h 3946713"/>
                <a:gd name="connsiteX6" fmla="*/ 1879704 w 2223839"/>
                <a:gd name="connsiteY6" fmla="*/ 1201513 h 3946713"/>
                <a:gd name="connsiteX7" fmla="*/ 1894087 w 2223839"/>
                <a:gd name="connsiteY7" fmla="*/ 952720 h 3946713"/>
                <a:gd name="connsiteX8" fmla="*/ 1975430 w 2223839"/>
                <a:gd name="connsiteY8" fmla="*/ 514856 h 3946713"/>
                <a:gd name="connsiteX9" fmla="*/ 2001719 w 2223839"/>
                <a:gd name="connsiteY9" fmla="*/ 304354 h 3946713"/>
                <a:gd name="connsiteX10" fmla="*/ 1831763 w 2223839"/>
                <a:gd name="connsiteY10" fmla="*/ 1437 h 3946713"/>
                <a:gd name="connsiteX11" fmla="*/ 1472322 w 2223839"/>
                <a:gd name="connsiteY11" fmla="*/ 289051 h 3946713"/>
                <a:gd name="connsiteX12" fmla="*/ 868723 w 2223839"/>
                <a:gd name="connsiteY12" fmla="*/ 1221489 h 3946713"/>
                <a:gd name="connsiteX13" fmla="*/ 365407 w 2223839"/>
                <a:gd name="connsiteY13" fmla="*/ 1876014 h 3946713"/>
                <a:gd name="connsiteX14" fmla="*/ 6936 w 2223839"/>
                <a:gd name="connsiteY14" fmla="*/ 2842047 h 3946713"/>
                <a:gd name="connsiteX0" fmla="*/ 1678483 w 2216903"/>
                <a:gd name="connsiteY0" fmla="*/ 3946713 h 3946713"/>
                <a:gd name="connsiteX1" fmla="*/ 2114074 w 2216903"/>
                <a:gd name="connsiteY1" fmla="*/ 3583403 h 3946713"/>
                <a:gd name="connsiteX2" fmla="*/ 2213552 w 2216903"/>
                <a:gd name="connsiteY2" fmla="*/ 3067949 h 3946713"/>
                <a:gd name="connsiteX3" fmla="*/ 2035852 w 2216903"/>
                <a:gd name="connsiteY3" fmla="*/ 2514146 h 3946713"/>
                <a:gd name="connsiteX4" fmla="*/ 1985258 w 2216903"/>
                <a:gd name="connsiteY4" fmla="*/ 1730342 h 3946713"/>
                <a:gd name="connsiteX5" fmla="*/ 1927822 w 2216903"/>
                <a:gd name="connsiteY5" fmla="*/ 1495836 h 3946713"/>
                <a:gd name="connsiteX6" fmla="*/ 1872768 w 2216903"/>
                <a:gd name="connsiteY6" fmla="*/ 1201513 h 3946713"/>
                <a:gd name="connsiteX7" fmla="*/ 1887151 w 2216903"/>
                <a:gd name="connsiteY7" fmla="*/ 952720 h 3946713"/>
                <a:gd name="connsiteX8" fmla="*/ 1968494 w 2216903"/>
                <a:gd name="connsiteY8" fmla="*/ 514856 h 3946713"/>
                <a:gd name="connsiteX9" fmla="*/ 1994783 w 2216903"/>
                <a:gd name="connsiteY9" fmla="*/ 304354 h 3946713"/>
                <a:gd name="connsiteX10" fmla="*/ 1824827 w 2216903"/>
                <a:gd name="connsiteY10" fmla="*/ 1437 h 3946713"/>
                <a:gd name="connsiteX11" fmla="*/ 1465386 w 2216903"/>
                <a:gd name="connsiteY11" fmla="*/ 289051 h 3946713"/>
                <a:gd name="connsiteX12" fmla="*/ 861787 w 2216903"/>
                <a:gd name="connsiteY12" fmla="*/ 1221489 h 3946713"/>
                <a:gd name="connsiteX13" fmla="*/ 358471 w 2216903"/>
                <a:gd name="connsiteY13" fmla="*/ 1876014 h 3946713"/>
                <a:gd name="connsiteX14" fmla="*/ 186734 w 2216903"/>
                <a:gd name="connsiteY14" fmla="*/ 2606054 h 3946713"/>
                <a:gd name="connsiteX15" fmla="*/ 0 w 2216903"/>
                <a:gd name="connsiteY15" fmla="*/ 2842047 h 3946713"/>
                <a:gd name="connsiteX0" fmla="*/ 1678483 w 2216903"/>
                <a:gd name="connsiteY0" fmla="*/ 3946713 h 3946713"/>
                <a:gd name="connsiteX1" fmla="*/ 2114074 w 2216903"/>
                <a:gd name="connsiteY1" fmla="*/ 3583403 h 3946713"/>
                <a:gd name="connsiteX2" fmla="*/ 2213552 w 2216903"/>
                <a:gd name="connsiteY2" fmla="*/ 3067949 h 3946713"/>
                <a:gd name="connsiteX3" fmla="*/ 2035852 w 2216903"/>
                <a:gd name="connsiteY3" fmla="*/ 2514146 h 3946713"/>
                <a:gd name="connsiteX4" fmla="*/ 1985258 w 2216903"/>
                <a:gd name="connsiteY4" fmla="*/ 1730342 h 3946713"/>
                <a:gd name="connsiteX5" fmla="*/ 1927822 w 2216903"/>
                <a:gd name="connsiteY5" fmla="*/ 1495836 h 3946713"/>
                <a:gd name="connsiteX6" fmla="*/ 1872768 w 2216903"/>
                <a:gd name="connsiteY6" fmla="*/ 1201513 h 3946713"/>
                <a:gd name="connsiteX7" fmla="*/ 1887151 w 2216903"/>
                <a:gd name="connsiteY7" fmla="*/ 952720 h 3946713"/>
                <a:gd name="connsiteX8" fmla="*/ 1968494 w 2216903"/>
                <a:gd name="connsiteY8" fmla="*/ 514856 h 3946713"/>
                <a:gd name="connsiteX9" fmla="*/ 1994783 w 2216903"/>
                <a:gd name="connsiteY9" fmla="*/ 304354 h 3946713"/>
                <a:gd name="connsiteX10" fmla="*/ 1824827 w 2216903"/>
                <a:gd name="connsiteY10" fmla="*/ 1437 h 3946713"/>
                <a:gd name="connsiteX11" fmla="*/ 1465386 w 2216903"/>
                <a:gd name="connsiteY11" fmla="*/ 289051 h 3946713"/>
                <a:gd name="connsiteX12" fmla="*/ 861787 w 2216903"/>
                <a:gd name="connsiteY12" fmla="*/ 1221489 h 3946713"/>
                <a:gd name="connsiteX13" fmla="*/ 358471 w 2216903"/>
                <a:gd name="connsiteY13" fmla="*/ 1876014 h 3946713"/>
                <a:gd name="connsiteX14" fmla="*/ 186734 w 2216903"/>
                <a:gd name="connsiteY14" fmla="*/ 2606054 h 3946713"/>
                <a:gd name="connsiteX15" fmla="*/ 81025 w 2216903"/>
                <a:gd name="connsiteY15" fmla="*/ 2721887 h 3946713"/>
                <a:gd name="connsiteX16" fmla="*/ 0 w 2216903"/>
                <a:gd name="connsiteY16" fmla="*/ 2842047 h 3946713"/>
                <a:gd name="connsiteX0" fmla="*/ 1874577 w 2412997"/>
                <a:gd name="connsiteY0" fmla="*/ 3946713 h 3946713"/>
                <a:gd name="connsiteX1" fmla="*/ 2310168 w 2412997"/>
                <a:gd name="connsiteY1" fmla="*/ 3583403 h 3946713"/>
                <a:gd name="connsiteX2" fmla="*/ 2409646 w 2412997"/>
                <a:gd name="connsiteY2" fmla="*/ 3067949 h 3946713"/>
                <a:gd name="connsiteX3" fmla="*/ 2231946 w 2412997"/>
                <a:gd name="connsiteY3" fmla="*/ 2514146 h 3946713"/>
                <a:gd name="connsiteX4" fmla="*/ 2181352 w 2412997"/>
                <a:gd name="connsiteY4" fmla="*/ 1730342 h 3946713"/>
                <a:gd name="connsiteX5" fmla="*/ 2123916 w 2412997"/>
                <a:gd name="connsiteY5" fmla="*/ 1495836 h 3946713"/>
                <a:gd name="connsiteX6" fmla="*/ 2068862 w 2412997"/>
                <a:gd name="connsiteY6" fmla="*/ 1201513 h 3946713"/>
                <a:gd name="connsiteX7" fmla="*/ 2083245 w 2412997"/>
                <a:gd name="connsiteY7" fmla="*/ 952720 h 3946713"/>
                <a:gd name="connsiteX8" fmla="*/ 2164588 w 2412997"/>
                <a:gd name="connsiteY8" fmla="*/ 514856 h 3946713"/>
                <a:gd name="connsiteX9" fmla="*/ 2190877 w 2412997"/>
                <a:gd name="connsiteY9" fmla="*/ 304354 h 3946713"/>
                <a:gd name="connsiteX10" fmla="*/ 2020921 w 2412997"/>
                <a:gd name="connsiteY10" fmla="*/ 1437 h 3946713"/>
                <a:gd name="connsiteX11" fmla="*/ 1661480 w 2412997"/>
                <a:gd name="connsiteY11" fmla="*/ 289051 h 3946713"/>
                <a:gd name="connsiteX12" fmla="*/ 1057881 w 2412997"/>
                <a:gd name="connsiteY12" fmla="*/ 1221489 h 3946713"/>
                <a:gd name="connsiteX13" fmla="*/ 554565 w 2412997"/>
                <a:gd name="connsiteY13" fmla="*/ 1876014 h 3946713"/>
                <a:gd name="connsiteX14" fmla="*/ 382828 w 2412997"/>
                <a:gd name="connsiteY14" fmla="*/ 2606054 h 3946713"/>
                <a:gd name="connsiteX15" fmla="*/ 277119 w 2412997"/>
                <a:gd name="connsiteY15" fmla="*/ 2721887 h 3946713"/>
                <a:gd name="connsiteX16" fmla="*/ 0 w 2412997"/>
                <a:gd name="connsiteY16" fmla="*/ 3345284 h 3946713"/>
                <a:gd name="connsiteX0" fmla="*/ 1977933 w 2516353"/>
                <a:gd name="connsiteY0" fmla="*/ 3946713 h 3946713"/>
                <a:gd name="connsiteX1" fmla="*/ 2413524 w 2516353"/>
                <a:gd name="connsiteY1" fmla="*/ 3583403 h 3946713"/>
                <a:gd name="connsiteX2" fmla="*/ 2513002 w 2516353"/>
                <a:gd name="connsiteY2" fmla="*/ 3067949 h 3946713"/>
                <a:gd name="connsiteX3" fmla="*/ 2335302 w 2516353"/>
                <a:gd name="connsiteY3" fmla="*/ 2514146 h 3946713"/>
                <a:gd name="connsiteX4" fmla="*/ 2284708 w 2516353"/>
                <a:gd name="connsiteY4" fmla="*/ 1730342 h 3946713"/>
                <a:gd name="connsiteX5" fmla="*/ 2227272 w 2516353"/>
                <a:gd name="connsiteY5" fmla="*/ 1495836 h 3946713"/>
                <a:gd name="connsiteX6" fmla="*/ 2172218 w 2516353"/>
                <a:gd name="connsiteY6" fmla="*/ 1201513 h 3946713"/>
                <a:gd name="connsiteX7" fmla="*/ 2186601 w 2516353"/>
                <a:gd name="connsiteY7" fmla="*/ 952720 h 3946713"/>
                <a:gd name="connsiteX8" fmla="*/ 2267944 w 2516353"/>
                <a:gd name="connsiteY8" fmla="*/ 514856 h 3946713"/>
                <a:gd name="connsiteX9" fmla="*/ 2294233 w 2516353"/>
                <a:gd name="connsiteY9" fmla="*/ 304354 h 3946713"/>
                <a:gd name="connsiteX10" fmla="*/ 2124277 w 2516353"/>
                <a:gd name="connsiteY10" fmla="*/ 1437 h 3946713"/>
                <a:gd name="connsiteX11" fmla="*/ 1764836 w 2516353"/>
                <a:gd name="connsiteY11" fmla="*/ 289051 h 3946713"/>
                <a:gd name="connsiteX12" fmla="*/ 1161237 w 2516353"/>
                <a:gd name="connsiteY12" fmla="*/ 1221489 h 3946713"/>
                <a:gd name="connsiteX13" fmla="*/ 657921 w 2516353"/>
                <a:gd name="connsiteY13" fmla="*/ 1876014 h 3946713"/>
                <a:gd name="connsiteX14" fmla="*/ 486184 w 2516353"/>
                <a:gd name="connsiteY14" fmla="*/ 2606054 h 3946713"/>
                <a:gd name="connsiteX15" fmla="*/ 380475 w 2516353"/>
                <a:gd name="connsiteY15" fmla="*/ 2721887 h 3946713"/>
                <a:gd name="connsiteX16" fmla="*/ 0 w 2516353"/>
                <a:gd name="connsiteY16" fmla="*/ 3140890 h 3946713"/>
                <a:gd name="connsiteX0" fmla="*/ 1843808 w 2382228"/>
                <a:gd name="connsiteY0" fmla="*/ 3946713 h 3946713"/>
                <a:gd name="connsiteX1" fmla="*/ 2279399 w 2382228"/>
                <a:gd name="connsiteY1" fmla="*/ 3583403 h 3946713"/>
                <a:gd name="connsiteX2" fmla="*/ 2378877 w 2382228"/>
                <a:gd name="connsiteY2" fmla="*/ 3067949 h 3946713"/>
                <a:gd name="connsiteX3" fmla="*/ 2201177 w 2382228"/>
                <a:gd name="connsiteY3" fmla="*/ 2514146 h 3946713"/>
                <a:gd name="connsiteX4" fmla="*/ 2150583 w 2382228"/>
                <a:gd name="connsiteY4" fmla="*/ 1730342 h 3946713"/>
                <a:gd name="connsiteX5" fmla="*/ 2093147 w 2382228"/>
                <a:gd name="connsiteY5" fmla="*/ 1495836 h 3946713"/>
                <a:gd name="connsiteX6" fmla="*/ 2038093 w 2382228"/>
                <a:gd name="connsiteY6" fmla="*/ 1201513 h 3946713"/>
                <a:gd name="connsiteX7" fmla="*/ 2052476 w 2382228"/>
                <a:gd name="connsiteY7" fmla="*/ 952720 h 3946713"/>
                <a:gd name="connsiteX8" fmla="*/ 2133819 w 2382228"/>
                <a:gd name="connsiteY8" fmla="*/ 514856 h 3946713"/>
                <a:gd name="connsiteX9" fmla="*/ 2160108 w 2382228"/>
                <a:gd name="connsiteY9" fmla="*/ 304354 h 3946713"/>
                <a:gd name="connsiteX10" fmla="*/ 1990152 w 2382228"/>
                <a:gd name="connsiteY10" fmla="*/ 1437 h 3946713"/>
                <a:gd name="connsiteX11" fmla="*/ 1630711 w 2382228"/>
                <a:gd name="connsiteY11" fmla="*/ 289051 h 3946713"/>
                <a:gd name="connsiteX12" fmla="*/ 1027112 w 2382228"/>
                <a:gd name="connsiteY12" fmla="*/ 1221489 h 3946713"/>
                <a:gd name="connsiteX13" fmla="*/ 523796 w 2382228"/>
                <a:gd name="connsiteY13" fmla="*/ 1876014 h 3946713"/>
                <a:gd name="connsiteX14" fmla="*/ 352059 w 2382228"/>
                <a:gd name="connsiteY14" fmla="*/ 2606054 h 3946713"/>
                <a:gd name="connsiteX15" fmla="*/ 246350 w 2382228"/>
                <a:gd name="connsiteY15" fmla="*/ 2721887 h 3946713"/>
                <a:gd name="connsiteX16" fmla="*/ 0 w 2382228"/>
                <a:gd name="connsiteY16" fmla="*/ 3296792 h 3946713"/>
                <a:gd name="connsiteX0" fmla="*/ 1907904 w 2446324"/>
                <a:gd name="connsiteY0" fmla="*/ 3946713 h 3946713"/>
                <a:gd name="connsiteX1" fmla="*/ 2343495 w 2446324"/>
                <a:gd name="connsiteY1" fmla="*/ 3583403 h 3946713"/>
                <a:gd name="connsiteX2" fmla="*/ 2442973 w 2446324"/>
                <a:gd name="connsiteY2" fmla="*/ 3067949 h 3946713"/>
                <a:gd name="connsiteX3" fmla="*/ 2265273 w 2446324"/>
                <a:gd name="connsiteY3" fmla="*/ 2514146 h 3946713"/>
                <a:gd name="connsiteX4" fmla="*/ 2214679 w 2446324"/>
                <a:gd name="connsiteY4" fmla="*/ 1730342 h 3946713"/>
                <a:gd name="connsiteX5" fmla="*/ 2157243 w 2446324"/>
                <a:gd name="connsiteY5" fmla="*/ 1495836 h 3946713"/>
                <a:gd name="connsiteX6" fmla="*/ 2102189 w 2446324"/>
                <a:gd name="connsiteY6" fmla="*/ 1201513 h 3946713"/>
                <a:gd name="connsiteX7" fmla="*/ 2116572 w 2446324"/>
                <a:gd name="connsiteY7" fmla="*/ 952720 h 3946713"/>
                <a:gd name="connsiteX8" fmla="*/ 2197915 w 2446324"/>
                <a:gd name="connsiteY8" fmla="*/ 514856 h 3946713"/>
                <a:gd name="connsiteX9" fmla="*/ 2224204 w 2446324"/>
                <a:gd name="connsiteY9" fmla="*/ 304354 h 3946713"/>
                <a:gd name="connsiteX10" fmla="*/ 2054248 w 2446324"/>
                <a:gd name="connsiteY10" fmla="*/ 1437 h 3946713"/>
                <a:gd name="connsiteX11" fmla="*/ 1694807 w 2446324"/>
                <a:gd name="connsiteY11" fmla="*/ 289051 h 3946713"/>
                <a:gd name="connsiteX12" fmla="*/ 1091208 w 2446324"/>
                <a:gd name="connsiteY12" fmla="*/ 1221489 h 3946713"/>
                <a:gd name="connsiteX13" fmla="*/ 587892 w 2446324"/>
                <a:gd name="connsiteY13" fmla="*/ 1876014 h 3946713"/>
                <a:gd name="connsiteX14" fmla="*/ 416155 w 2446324"/>
                <a:gd name="connsiteY14" fmla="*/ 2606054 h 3946713"/>
                <a:gd name="connsiteX15" fmla="*/ 310446 w 2446324"/>
                <a:gd name="connsiteY15" fmla="*/ 2721887 h 3946713"/>
                <a:gd name="connsiteX16" fmla="*/ 64096 w 2446324"/>
                <a:gd name="connsiteY16" fmla="*/ 3296792 h 3946713"/>
                <a:gd name="connsiteX0" fmla="*/ 1924939 w 2463359"/>
                <a:gd name="connsiteY0" fmla="*/ 3946713 h 3946713"/>
                <a:gd name="connsiteX1" fmla="*/ 2360530 w 2463359"/>
                <a:gd name="connsiteY1" fmla="*/ 3583403 h 3946713"/>
                <a:gd name="connsiteX2" fmla="*/ 2460008 w 2463359"/>
                <a:gd name="connsiteY2" fmla="*/ 3067949 h 3946713"/>
                <a:gd name="connsiteX3" fmla="*/ 2282308 w 2463359"/>
                <a:gd name="connsiteY3" fmla="*/ 2514146 h 3946713"/>
                <a:gd name="connsiteX4" fmla="*/ 2231714 w 2463359"/>
                <a:gd name="connsiteY4" fmla="*/ 1730342 h 3946713"/>
                <a:gd name="connsiteX5" fmla="*/ 2174278 w 2463359"/>
                <a:gd name="connsiteY5" fmla="*/ 1495836 h 3946713"/>
                <a:gd name="connsiteX6" fmla="*/ 2119224 w 2463359"/>
                <a:gd name="connsiteY6" fmla="*/ 1201513 h 3946713"/>
                <a:gd name="connsiteX7" fmla="*/ 2133607 w 2463359"/>
                <a:gd name="connsiteY7" fmla="*/ 952720 h 3946713"/>
                <a:gd name="connsiteX8" fmla="*/ 2214950 w 2463359"/>
                <a:gd name="connsiteY8" fmla="*/ 514856 h 3946713"/>
                <a:gd name="connsiteX9" fmla="*/ 2241239 w 2463359"/>
                <a:gd name="connsiteY9" fmla="*/ 304354 h 3946713"/>
                <a:gd name="connsiteX10" fmla="*/ 2071283 w 2463359"/>
                <a:gd name="connsiteY10" fmla="*/ 1437 h 3946713"/>
                <a:gd name="connsiteX11" fmla="*/ 1711842 w 2463359"/>
                <a:gd name="connsiteY11" fmla="*/ 289051 h 3946713"/>
                <a:gd name="connsiteX12" fmla="*/ 1108243 w 2463359"/>
                <a:gd name="connsiteY12" fmla="*/ 1221489 h 3946713"/>
                <a:gd name="connsiteX13" fmla="*/ 604927 w 2463359"/>
                <a:gd name="connsiteY13" fmla="*/ 1876014 h 3946713"/>
                <a:gd name="connsiteX14" fmla="*/ 433190 w 2463359"/>
                <a:gd name="connsiteY14" fmla="*/ 2606054 h 3946713"/>
                <a:gd name="connsiteX15" fmla="*/ 200443 w 2463359"/>
                <a:gd name="connsiteY15" fmla="*/ 2843201 h 3946713"/>
                <a:gd name="connsiteX16" fmla="*/ 81131 w 2463359"/>
                <a:gd name="connsiteY16" fmla="*/ 3296792 h 3946713"/>
                <a:gd name="connsiteX0" fmla="*/ 1924939 w 2463359"/>
                <a:gd name="connsiteY0" fmla="*/ 3946713 h 3946713"/>
                <a:gd name="connsiteX1" fmla="*/ 2360530 w 2463359"/>
                <a:gd name="connsiteY1" fmla="*/ 3583403 h 3946713"/>
                <a:gd name="connsiteX2" fmla="*/ 2460008 w 2463359"/>
                <a:gd name="connsiteY2" fmla="*/ 3067949 h 3946713"/>
                <a:gd name="connsiteX3" fmla="*/ 2282308 w 2463359"/>
                <a:gd name="connsiteY3" fmla="*/ 2514146 h 3946713"/>
                <a:gd name="connsiteX4" fmla="*/ 2231714 w 2463359"/>
                <a:gd name="connsiteY4" fmla="*/ 1730342 h 3946713"/>
                <a:gd name="connsiteX5" fmla="*/ 2174278 w 2463359"/>
                <a:gd name="connsiteY5" fmla="*/ 1495836 h 3946713"/>
                <a:gd name="connsiteX6" fmla="*/ 2119224 w 2463359"/>
                <a:gd name="connsiteY6" fmla="*/ 1201513 h 3946713"/>
                <a:gd name="connsiteX7" fmla="*/ 2133607 w 2463359"/>
                <a:gd name="connsiteY7" fmla="*/ 952720 h 3946713"/>
                <a:gd name="connsiteX8" fmla="*/ 2214950 w 2463359"/>
                <a:gd name="connsiteY8" fmla="*/ 514856 h 3946713"/>
                <a:gd name="connsiteX9" fmla="*/ 2241239 w 2463359"/>
                <a:gd name="connsiteY9" fmla="*/ 304354 h 3946713"/>
                <a:gd name="connsiteX10" fmla="*/ 2071283 w 2463359"/>
                <a:gd name="connsiteY10" fmla="*/ 1437 h 3946713"/>
                <a:gd name="connsiteX11" fmla="*/ 1711842 w 2463359"/>
                <a:gd name="connsiteY11" fmla="*/ 289051 h 3946713"/>
                <a:gd name="connsiteX12" fmla="*/ 1108243 w 2463359"/>
                <a:gd name="connsiteY12" fmla="*/ 1221489 h 3946713"/>
                <a:gd name="connsiteX13" fmla="*/ 604927 w 2463359"/>
                <a:gd name="connsiteY13" fmla="*/ 1876014 h 3946713"/>
                <a:gd name="connsiteX14" fmla="*/ 433190 w 2463359"/>
                <a:gd name="connsiteY14" fmla="*/ 2606054 h 3946713"/>
                <a:gd name="connsiteX15" fmla="*/ 200443 w 2463359"/>
                <a:gd name="connsiteY15" fmla="*/ 2843201 h 3946713"/>
                <a:gd name="connsiteX16" fmla="*/ 81131 w 2463359"/>
                <a:gd name="connsiteY16" fmla="*/ 3296792 h 3946713"/>
                <a:gd name="connsiteX0" fmla="*/ 1924939 w 2463359"/>
                <a:gd name="connsiteY0" fmla="*/ 3946713 h 3946713"/>
                <a:gd name="connsiteX1" fmla="*/ 2360530 w 2463359"/>
                <a:gd name="connsiteY1" fmla="*/ 3583403 h 3946713"/>
                <a:gd name="connsiteX2" fmla="*/ 2460008 w 2463359"/>
                <a:gd name="connsiteY2" fmla="*/ 3067949 h 3946713"/>
                <a:gd name="connsiteX3" fmla="*/ 2282308 w 2463359"/>
                <a:gd name="connsiteY3" fmla="*/ 2514146 h 3946713"/>
                <a:gd name="connsiteX4" fmla="*/ 2231714 w 2463359"/>
                <a:gd name="connsiteY4" fmla="*/ 1730342 h 3946713"/>
                <a:gd name="connsiteX5" fmla="*/ 2174278 w 2463359"/>
                <a:gd name="connsiteY5" fmla="*/ 1495836 h 3946713"/>
                <a:gd name="connsiteX6" fmla="*/ 2119224 w 2463359"/>
                <a:gd name="connsiteY6" fmla="*/ 1201513 h 3946713"/>
                <a:gd name="connsiteX7" fmla="*/ 2133607 w 2463359"/>
                <a:gd name="connsiteY7" fmla="*/ 952720 h 3946713"/>
                <a:gd name="connsiteX8" fmla="*/ 2214950 w 2463359"/>
                <a:gd name="connsiteY8" fmla="*/ 514856 h 3946713"/>
                <a:gd name="connsiteX9" fmla="*/ 2241239 w 2463359"/>
                <a:gd name="connsiteY9" fmla="*/ 304354 h 3946713"/>
                <a:gd name="connsiteX10" fmla="*/ 2071283 w 2463359"/>
                <a:gd name="connsiteY10" fmla="*/ 1437 h 3946713"/>
                <a:gd name="connsiteX11" fmla="*/ 1711842 w 2463359"/>
                <a:gd name="connsiteY11" fmla="*/ 289051 h 3946713"/>
                <a:gd name="connsiteX12" fmla="*/ 1108243 w 2463359"/>
                <a:gd name="connsiteY12" fmla="*/ 1221489 h 3946713"/>
                <a:gd name="connsiteX13" fmla="*/ 604927 w 2463359"/>
                <a:gd name="connsiteY13" fmla="*/ 1876014 h 3946713"/>
                <a:gd name="connsiteX14" fmla="*/ 451027 w 2463359"/>
                <a:gd name="connsiteY14" fmla="*/ 2572135 h 3946713"/>
                <a:gd name="connsiteX15" fmla="*/ 200443 w 2463359"/>
                <a:gd name="connsiteY15" fmla="*/ 2843201 h 3946713"/>
                <a:gd name="connsiteX16" fmla="*/ 81131 w 2463359"/>
                <a:gd name="connsiteY16" fmla="*/ 3296792 h 3946713"/>
                <a:gd name="connsiteX0" fmla="*/ 1872642 w 2411062"/>
                <a:gd name="connsiteY0" fmla="*/ 3946713 h 3946713"/>
                <a:gd name="connsiteX1" fmla="*/ 2308233 w 2411062"/>
                <a:gd name="connsiteY1" fmla="*/ 3583403 h 3946713"/>
                <a:gd name="connsiteX2" fmla="*/ 2407711 w 2411062"/>
                <a:gd name="connsiteY2" fmla="*/ 3067949 h 3946713"/>
                <a:gd name="connsiteX3" fmla="*/ 2230011 w 2411062"/>
                <a:gd name="connsiteY3" fmla="*/ 2514146 h 3946713"/>
                <a:gd name="connsiteX4" fmla="*/ 2179417 w 2411062"/>
                <a:gd name="connsiteY4" fmla="*/ 1730342 h 3946713"/>
                <a:gd name="connsiteX5" fmla="*/ 2121981 w 2411062"/>
                <a:gd name="connsiteY5" fmla="*/ 1495836 h 3946713"/>
                <a:gd name="connsiteX6" fmla="*/ 2066927 w 2411062"/>
                <a:gd name="connsiteY6" fmla="*/ 1201513 h 3946713"/>
                <a:gd name="connsiteX7" fmla="*/ 2081310 w 2411062"/>
                <a:gd name="connsiteY7" fmla="*/ 952720 h 3946713"/>
                <a:gd name="connsiteX8" fmla="*/ 2162653 w 2411062"/>
                <a:gd name="connsiteY8" fmla="*/ 514856 h 3946713"/>
                <a:gd name="connsiteX9" fmla="*/ 2188942 w 2411062"/>
                <a:gd name="connsiteY9" fmla="*/ 304354 h 3946713"/>
                <a:gd name="connsiteX10" fmla="*/ 2018986 w 2411062"/>
                <a:gd name="connsiteY10" fmla="*/ 1437 h 3946713"/>
                <a:gd name="connsiteX11" fmla="*/ 1659545 w 2411062"/>
                <a:gd name="connsiteY11" fmla="*/ 289051 h 3946713"/>
                <a:gd name="connsiteX12" fmla="*/ 1055946 w 2411062"/>
                <a:gd name="connsiteY12" fmla="*/ 1221489 h 3946713"/>
                <a:gd name="connsiteX13" fmla="*/ 552630 w 2411062"/>
                <a:gd name="connsiteY13" fmla="*/ 1876014 h 3946713"/>
                <a:gd name="connsiteX14" fmla="*/ 398730 w 2411062"/>
                <a:gd name="connsiteY14" fmla="*/ 2572135 h 3946713"/>
                <a:gd name="connsiteX15" fmla="*/ 148146 w 2411062"/>
                <a:gd name="connsiteY15" fmla="*/ 2843201 h 3946713"/>
                <a:gd name="connsiteX16" fmla="*/ 93759 w 2411062"/>
                <a:gd name="connsiteY16" fmla="*/ 3368785 h 3946713"/>
                <a:gd name="connsiteX0" fmla="*/ 1872642 w 2411062"/>
                <a:gd name="connsiteY0" fmla="*/ 3946713 h 3946713"/>
                <a:gd name="connsiteX1" fmla="*/ 2308233 w 2411062"/>
                <a:gd name="connsiteY1" fmla="*/ 3583403 h 3946713"/>
                <a:gd name="connsiteX2" fmla="*/ 2407711 w 2411062"/>
                <a:gd name="connsiteY2" fmla="*/ 3067949 h 3946713"/>
                <a:gd name="connsiteX3" fmla="*/ 2230011 w 2411062"/>
                <a:gd name="connsiteY3" fmla="*/ 2514146 h 3946713"/>
                <a:gd name="connsiteX4" fmla="*/ 2179417 w 2411062"/>
                <a:gd name="connsiteY4" fmla="*/ 1730342 h 3946713"/>
                <a:gd name="connsiteX5" fmla="*/ 2121981 w 2411062"/>
                <a:gd name="connsiteY5" fmla="*/ 1495836 h 3946713"/>
                <a:gd name="connsiteX6" fmla="*/ 2066927 w 2411062"/>
                <a:gd name="connsiteY6" fmla="*/ 1201513 h 3946713"/>
                <a:gd name="connsiteX7" fmla="*/ 2081310 w 2411062"/>
                <a:gd name="connsiteY7" fmla="*/ 952720 h 3946713"/>
                <a:gd name="connsiteX8" fmla="*/ 2162653 w 2411062"/>
                <a:gd name="connsiteY8" fmla="*/ 514856 h 3946713"/>
                <a:gd name="connsiteX9" fmla="*/ 2188942 w 2411062"/>
                <a:gd name="connsiteY9" fmla="*/ 304354 h 3946713"/>
                <a:gd name="connsiteX10" fmla="*/ 2018986 w 2411062"/>
                <a:gd name="connsiteY10" fmla="*/ 1437 h 3946713"/>
                <a:gd name="connsiteX11" fmla="*/ 1659545 w 2411062"/>
                <a:gd name="connsiteY11" fmla="*/ 289051 h 3946713"/>
                <a:gd name="connsiteX12" fmla="*/ 1055946 w 2411062"/>
                <a:gd name="connsiteY12" fmla="*/ 1221489 h 3946713"/>
                <a:gd name="connsiteX13" fmla="*/ 552630 w 2411062"/>
                <a:gd name="connsiteY13" fmla="*/ 1876014 h 3946713"/>
                <a:gd name="connsiteX14" fmla="*/ 451712 w 2411062"/>
                <a:gd name="connsiteY14" fmla="*/ 2631756 h 3946713"/>
                <a:gd name="connsiteX15" fmla="*/ 148146 w 2411062"/>
                <a:gd name="connsiteY15" fmla="*/ 2843201 h 3946713"/>
                <a:gd name="connsiteX16" fmla="*/ 93759 w 2411062"/>
                <a:gd name="connsiteY16" fmla="*/ 3368785 h 3946713"/>
                <a:gd name="connsiteX0" fmla="*/ 1872642 w 2411062"/>
                <a:gd name="connsiteY0" fmla="*/ 3946713 h 3946713"/>
                <a:gd name="connsiteX1" fmla="*/ 2308233 w 2411062"/>
                <a:gd name="connsiteY1" fmla="*/ 3583403 h 3946713"/>
                <a:gd name="connsiteX2" fmla="*/ 2407711 w 2411062"/>
                <a:gd name="connsiteY2" fmla="*/ 3067949 h 3946713"/>
                <a:gd name="connsiteX3" fmla="*/ 2230011 w 2411062"/>
                <a:gd name="connsiteY3" fmla="*/ 2514146 h 3946713"/>
                <a:gd name="connsiteX4" fmla="*/ 2242042 w 2411062"/>
                <a:gd name="connsiteY4" fmla="*/ 1735983 h 3946713"/>
                <a:gd name="connsiteX5" fmla="*/ 2121981 w 2411062"/>
                <a:gd name="connsiteY5" fmla="*/ 1495836 h 3946713"/>
                <a:gd name="connsiteX6" fmla="*/ 2066927 w 2411062"/>
                <a:gd name="connsiteY6" fmla="*/ 1201513 h 3946713"/>
                <a:gd name="connsiteX7" fmla="*/ 2081310 w 2411062"/>
                <a:gd name="connsiteY7" fmla="*/ 952720 h 3946713"/>
                <a:gd name="connsiteX8" fmla="*/ 2162653 w 2411062"/>
                <a:gd name="connsiteY8" fmla="*/ 514856 h 3946713"/>
                <a:gd name="connsiteX9" fmla="*/ 2188942 w 2411062"/>
                <a:gd name="connsiteY9" fmla="*/ 304354 h 3946713"/>
                <a:gd name="connsiteX10" fmla="*/ 2018986 w 2411062"/>
                <a:gd name="connsiteY10" fmla="*/ 1437 h 3946713"/>
                <a:gd name="connsiteX11" fmla="*/ 1659545 w 2411062"/>
                <a:gd name="connsiteY11" fmla="*/ 289051 h 3946713"/>
                <a:gd name="connsiteX12" fmla="*/ 1055946 w 2411062"/>
                <a:gd name="connsiteY12" fmla="*/ 1221489 h 3946713"/>
                <a:gd name="connsiteX13" fmla="*/ 552630 w 2411062"/>
                <a:gd name="connsiteY13" fmla="*/ 1876014 h 3946713"/>
                <a:gd name="connsiteX14" fmla="*/ 451712 w 2411062"/>
                <a:gd name="connsiteY14" fmla="*/ 2631756 h 3946713"/>
                <a:gd name="connsiteX15" fmla="*/ 148146 w 2411062"/>
                <a:gd name="connsiteY15" fmla="*/ 2843201 h 3946713"/>
                <a:gd name="connsiteX16" fmla="*/ 93759 w 2411062"/>
                <a:gd name="connsiteY16" fmla="*/ 3368785 h 3946713"/>
                <a:gd name="connsiteX0" fmla="*/ 1872642 w 2411062"/>
                <a:gd name="connsiteY0" fmla="*/ 3946713 h 3946713"/>
                <a:gd name="connsiteX1" fmla="*/ 2308233 w 2411062"/>
                <a:gd name="connsiteY1" fmla="*/ 3583403 h 3946713"/>
                <a:gd name="connsiteX2" fmla="*/ 2407711 w 2411062"/>
                <a:gd name="connsiteY2" fmla="*/ 3067949 h 3946713"/>
                <a:gd name="connsiteX3" fmla="*/ 2230011 w 2411062"/>
                <a:gd name="connsiteY3" fmla="*/ 2514146 h 3946713"/>
                <a:gd name="connsiteX4" fmla="*/ 2242042 w 2411062"/>
                <a:gd name="connsiteY4" fmla="*/ 1735983 h 3946713"/>
                <a:gd name="connsiteX5" fmla="*/ 2121981 w 2411062"/>
                <a:gd name="connsiteY5" fmla="*/ 1495836 h 3946713"/>
                <a:gd name="connsiteX6" fmla="*/ 2066927 w 2411062"/>
                <a:gd name="connsiteY6" fmla="*/ 1201513 h 3946713"/>
                <a:gd name="connsiteX7" fmla="*/ 2081310 w 2411062"/>
                <a:gd name="connsiteY7" fmla="*/ 952720 h 3946713"/>
                <a:gd name="connsiteX8" fmla="*/ 2162653 w 2411062"/>
                <a:gd name="connsiteY8" fmla="*/ 514856 h 3946713"/>
                <a:gd name="connsiteX9" fmla="*/ 2188942 w 2411062"/>
                <a:gd name="connsiteY9" fmla="*/ 304354 h 3946713"/>
                <a:gd name="connsiteX10" fmla="*/ 2018986 w 2411062"/>
                <a:gd name="connsiteY10" fmla="*/ 1437 h 3946713"/>
                <a:gd name="connsiteX11" fmla="*/ 1659545 w 2411062"/>
                <a:gd name="connsiteY11" fmla="*/ 289051 h 3946713"/>
                <a:gd name="connsiteX12" fmla="*/ 1055946 w 2411062"/>
                <a:gd name="connsiteY12" fmla="*/ 1221489 h 3946713"/>
                <a:gd name="connsiteX13" fmla="*/ 552630 w 2411062"/>
                <a:gd name="connsiteY13" fmla="*/ 1876014 h 3946713"/>
                <a:gd name="connsiteX14" fmla="*/ 451712 w 2411062"/>
                <a:gd name="connsiteY14" fmla="*/ 2631756 h 3946713"/>
                <a:gd name="connsiteX15" fmla="*/ 148146 w 2411062"/>
                <a:gd name="connsiteY15" fmla="*/ 2843201 h 3946713"/>
                <a:gd name="connsiteX16" fmla="*/ 93759 w 2411062"/>
                <a:gd name="connsiteY16" fmla="*/ 3368785 h 3946713"/>
                <a:gd name="connsiteX0" fmla="*/ 1872642 w 2411062"/>
                <a:gd name="connsiteY0" fmla="*/ 3946713 h 3946713"/>
                <a:gd name="connsiteX1" fmla="*/ 2308233 w 2411062"/>
                <a:gd name="connsiteY1" fmla="*/ 3583403 h 3946713"/>
                <a:gd name="connsiteX2" fmla="*/ 2407711 w 2411062"/>
                <a:gd name="connsiteY2" fmla="*/ 3067949 h 3946713"/>
                <a:gd name="connsiteX3" fmla="*/ 2230011 w 2411062"/>
                <a:gd name="connsiteY3" fmla="*/ 2514146 h 3946713"/>
                <a:gd name="connsiteX4" fmla="*/ 2262971 w 2411062"/>
                <a:gd name="connsiteY4" fmla="*/ 1742958 h 3946713"/>
                <a:gd name="connsiteX5" fmla="*/ 2121981 w 2411062"/>
                <a:gd name="connsiteY5" fmla="*/ 1495836 h 3946713"/>
                <a:gd name="connsiteX6" fmla="*/ 2066927 w 2411062"/>
                <a:gd name="connsiteY6" fmla="*/ 1201513 h 3946713"/>
                <a:gd name="connsiteX7" fmla="*/ 2081310 w 2411062"/>
                <a:gd name="connsiteY7" fmla="*/ 952720 h 3946713"/>
                <a:gd name="connsiteX8" fmla="*/ 2162653 w 2411062"/>
                <a:gd name="connsiteY8" fmla="*/ 514856 h 3946713"/>
                <a:gd name="connsiteX9" fmla="*/ 2188942 w 2411062"/>
                <a:gd name="connsiteY9" fmla="*/ 304354 h 3946713"/>
                <a:gd name="connsiteX10" fmla="*/ 2018986 w 2411062"/>
                <a:gd name="connsiteY10" fmla="*/ 1437 h 3946713"/>
                <a:gd name="connsiteX11" fmla="*/ 1659545 w 2411062"/>
                <a:gd name="connsiteY11" fmla="*/ 289051 h 3946713"/>
                <a:gd name="connsiteX12" fmla="*/ 1055946 w 2411062"/>
                <a:gd name="connsiteY12" fmla="*/ 1221489 h 3946713"/>
                <a:gd name="connsiteX13" fmla="*/ 552630 w 2411062"/>
                <a:gd name="connsiteY13" fmla="*/ 1876014 h 3946713"/>
                <a:gd name="connsiteX14" fmla="*/ 451712 w 2411062"/>
                <a:gd name="connsiteY14" fmla="*/ 2631756 h 3946713"/>
                <a:gd name="connsiteX15" fmla="*/ 148146 w 2411062"/>
                <a:gd name="connsiteY15" fmla="*/ 2843201 h 3946713"/>
                <a:gd name="connsiteX16" fmla="*/ 93759 w 2411062"/>
                <a:gd name="connsiteY16"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262971 w 2408862"/>
                <a:gd name="connsiteY4" fmla="*/ 1742958 h 3946713"/>
                <a:gd name="connsiteX5" fmla="*/ 2121981 w 2408862"/>
                <a:gd name="connsiteY5" fmla="*/ 1495836 h 3946713"/>
                <a:gd name="connsiteX6" fmla="*/ 2066927 w 2408862"/>
                <a:gd name="connsiteY6" fmla="*/ 1201513 h 3946713"/>
                <a:gd name="connsiteX7" fmla="*/ 2081310 w 2408862"/>
                <a:gd name="connsiteY7" fmla="*/ 952720 h 3946713"/>
                <a:gd name="connsiteX8" fmla="*/ 2162653 w 2408862"/>
                <a:gd name="connsiteY8" fmla="*/ 514856 h 3946713"/>
                <a:gd name="connsiteX9" fmla="*/ 2188942 w 2408862"/>
                <a:gd name="connsiteY9" fmla="*/ 304354 h 3946713"/>
                <a:gd name="connsiteX10" fmla="*/ 2018986 w 2408862"/>
                <a:gd name="connsiteY10" fmla="*/ 1437 h 3946713"/>
                <a:gd name="connsiteX11" fmla="*/ 1659545 w 2408862"/>
                <a:gd name="connsiteY11" fmla="*/ 289051 h 3946713"/>
                <a:gd name="connsiteX12" fmla="*/ 1055946 w 2408862"/>
                <a:gd name="connsiteY12" fmla="*/ 1221489 h 3946713"/>
                <a:gd name="connsiteX13" fmla="*/ 552630 w 2408862"/>
                <a:gd name="connsiteY13" fmla="*/ 1876014 h 3946713"/>
                <a:gd name="connsiteX14" fmla="*/ 451712 w 2408862"/>
                <a:gd name="connsiteY14" fmla="*/ 2631756 h 3946713"/>
                <a:gd name="connsiteX15" fmla="*/ 148146 w 2408862"/>
                <a:gd name="connsiteY15" fmla="*/ 2843201 h 3946713"/>
                <a:gd name="connsiteX16" fmla="*/ 93759 w 2408862"/>
                <a:gd name="connsiteY16"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262971 w 2408862"/>
                <a:gd name="connsiteY5" fmla="*/ 1742958 h 3946713"/>
                <a:gd name="connsiteX6" fmla="*/ 2121981 w 2408862"/>
                <a:gd name="connsiteY6" fmla="*/ 1495836 h 3946713"/>
                <a:gd name="connsiteX7" fmla="*/ 2066927 w 2408862"/>
                <a:gd name="connsiteY7" fmla="*/ 1201513 h 3946713"/>
                <a:gd name="connsiteX8" fmla="*/ 2081310 w 2408862"/>
                <a:gd name="connsiteY8" fmla="*/ 95272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055946 w 2408862"/>
                <a:gd name="connsiteY13" fmla="*/ 1221489 h 3946713"/>
                <a:gd name="connsiteX14" fmla="*/ 552630 w 2408862"/>
                <a:gd name="connsiteY14" fmla="*/ 1876014 h 3946713"/>
                <a:gd name="connsiteX15" fmla="*/ 451712 w 2408862"/>
                <a:gd name="connsiteY15" fmla="*/ 2631756 h 3946713"/>
                <a:gd name="connsiteX16" fmla="*/ 148146 w 2408862"/>
                <a:gd name="connsiteY16" fmla="*/ 2843201 h 3946713"/>
                <a:gd name="connsiteX17" fmla="*/ 93759 w 2408862"/>
                <a:gd name="connsiteY17"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081310 w 2408862"/>
                <a:gd name="connsiteY8" fmla="*/ 95272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055946 w 2408862"/>
                <a:gd name="connsiteY13" fmla="*/ 1221489 h 3946713"/>
                <a:gd name="connsiteX14" fmla="*/ 552630 w 2408862"/>
                <a:gd name="connsiteY14" fmla="*/ 1876014 h 3946713"/>
                <a:gd name="connsiteX15" fmla="*/ 451712 w 2408862"/>
                <a:gd name="connsiteY15" fmla="*/ 2631756 h 3946713"/>
                <a:gd name="connsiteX16" fmla="*/ 148146 w 2408862"/>
                <a:gd name="connsiteY16" fmla="*/ 2843201 h 3946713"/>
                <a:gd name="connsiteX17" fmla="*/ 93759 w 2408862"/>
                <a:gd name="connsiteY17"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107703 w 2408862"/>
                <a:gd name="connsiteY8" fmla="*/ 94411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055946 w 2408862"/>
                <a:gd name="connsiteY13" fmla="*/ 1221489 h 3946713"/>
                <a:gd name="connsiteX14" fmla="*/ 552630 w 2408862"/>
                <a:gd name="connsiteY14" fmla="*/ 1876014 h 3946713"/>
                <a:gd name="connsiteX15" fmla="*/ 451712 w 2408862"/>
                <a:gd name="connsiteY15" fmla="*/ 2631756 h 3946713"/>
                <a:gd name="connsiteX16" fmla="*/ 148146 w 2408862"/>
                <a:gd name="connsiteY16" fmla="*/ 2843201 h 3946713"/>
                <a:gd name="connsiteX17" fmla="*/ 93759 w 2408862"/>
                <a:gd name="connsiteY17"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107703 w 2408862"/>
                <a:gd name="connsiteY8" fmla="*/ 94411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309183 w 2408862"/>
                <a:gd name="connsiteY13" fmla="*/ 866999 h 3946713"/>
                <a:gd name="connsiteX14" fmla="*/ 1055946 w 2408862"/>
                <a:gd name="connsiteY14" fmla="*/ 1221489 h 3946713"/>
                <a:gd name="connsiteX15" fmla="*/ 552630 w 2408862"/>
                <a:gd name="connsiteY15" fmla="*/ 1876014 h 3946713"/>
                <a:gd name="connsiteX16" fmla="*/ 451712 w 2408862"/>
                <a:gd name="connsiteY16" fmla="*/ 2631756 h 3946713"/>
                <a:gd name="connsiteX17" fmla="*/ 148146 w 2408862"/>
                <a:gd name="connsiteY17" fmla="*/ 2843201 h 3946713"/>
                <a:gd name="connsiteX18" fmla="*/ 93759 w 2408862"/>
                <a:gd name="connsiteY18"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107703 w 2408862"/>
                <a:gd name="connsiteY8" fmla="*/ 94411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309183 w 2408862"/>
                <a:gd name="connsiteY13" fmla="*/ 866999 h 3946713"/>
                <a:gd name="connsiteX14" fmla="*/ 1055946 w 2408862"/>
                <a:gd name="connsiteY14" fmla="*/ 1221489 h 3946713"/>
                <a:gd name="connsiteX15" fmla="*/ 822450 w 2408862"/>
                <a:gd name="connsiteY15" fmla="*/ 1574580 h 3946713"/>
                <a:gd name="connsiteX16" fmla="*/ 552630 w 2408862"/>
                <a:gd name="connsiteY16" fmla="*/ 1876014 h 3946713"/>
                <a:gd name="connsiteX17" fmla="*/ 451712 w 2408862"/>
                <a:gd name="connsiteY17" fmla="*/ 2631756 h 3946713"/>
                <a:gd name="connsiteX18" fmla="*/ 148146 w 2408862"/>
                <a:gd name="connsiteY18" fmla="*/ 2843201 h 3946713"/>
                <a:gd name="connsiteX19" fmla="*/ 93759 w 2408862"/>
                <a:gd name="connsiteY19"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107703 w 2408862"/>
                <a:gd name="connsiteY8" fmla="*/ 94411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309183 w 2408862"/>
                <a:gd name="connsiteY13" fmla="*/ 866999 h 3946713"/>
                <a:gd name="connsiteX14" fmla="*/ 937577 w 2408862"/>
                <a:gd name="connsiteY14" fmla="*/ 1192182 h 3946713"/>
                <a:gd name="connsiteX15" fmla="*/ 822450 w 2408862"/>
                <a:gd name="connsiteY15" fmla="*/ 1574580 h 3946713"/>
                <a:gd name="connsiteX16" fmla="*/ 552630 w 2408862"/>
                <a:gd name="connsiteY16" fmla="*/ 1876014 h 3946713"/>
                <a:gd name="connsiteX17" fmla="*/ 451712 w 2408862"/>
                <a:gd name="connsiteY17" fmla="*/ 2631756 h 3946713"/>
                <a:gd name="connsiteX18" fmla="*/ 148146 w 2408862"/>
                <a:gd name="connsiteY18" fmla="*/ 2843201 h 3946713"/>
                <a:gd name="connsiteX19" fmla="*/ 93759 w 2408862"/>
                <a:gd name="connsiteY19" fmla="*/ 3368785 h 3946713"/>
                <a:gd name="connsiteX0" fmla="*/ 1872642 w 2408862"/>
                <a:gd name="connsiteY0" fmla="*/ 3946713 h 3946713"/>
                <a:gd name="connsiteX1" fmla="*/ 2308233 w 2408862"/>
                <a:gd name="connsiteY1" fmla="*/ 3583403 h 3946713"/>
                <a:gd name="connsiteX2" fmla="*/ 2407711 w 2408862"/>
                <a:gd name="connsiteY2" fmla="*/ 3067949 h 3946713"/>
                <a:gd name="connsiteX3" fmla="*/ 2271329 w 2408862"/>
                <a:gd name="connsiteY3" fmla="*/ 2508335 h 3946713"/>
                <a:gd name="connsiteX4" fmla="*/ 2160521 w 2408862"/>
                <a:gd name="connsiteY4" fmla="*/ 2294832 h 3946713"/>
                <a:gd name="connsiteX5" fmla="*/ 2306993 w 2408862"/>
                <a:gd name="connsiteY5" fmla="*/ 1742400 h 3946713"/>
                <a:gd name="connsiteX6" fmla="*/ 2121981 w 2408862"/>
                <a:gd name="connsiteY6" fmla="*/ 1495836 h 3946713"/>
                <a:gd name="connsiteX7" fmla="*/ 2066927 w 2408862"/>
                <a:gd name="connsiteY7" fmla="*/ 1201513 h 3946713"/>
                <a:gd name="connsiteX8" fmla="*/ 2107703 w 2408862"/>
                <a:gd name="connsiteY8" fmla="*/ 944110 h 3946713"/>
                <a:gd name="connsiteX9" fmla="*/ 2162653 w 2408862"/>
                <a:gd name="connsiteY9" fmla="*/ 514856 h 3946713"/>
                <a:gd name="connsiteX10" fmla="*/ 2188942 w 2408862"/>
                <a:gd name="connsiteY10" fmla="*/ 304354 h 3946713"/>
                <a:gd name="connsiteX11" fmla="*/ 2018986 w 2408862"/>
                <a:gd name="connsiteY11" fmla="*/ 1437 h 3946713"/>
                <a:gd name="connsiteX12" fmla="*/ 1659545 w 2408862"/>
                <a:gd name="connsiteY12" fmla="*/ 289051 h 3946713"/>
                <a:gd name="connsiteX13" fmla="*/ 1309183 w 2408862"/>
                <a:gd name="connsiteY13" fmla="*/ 866999 h 3946713"/>
                <a:gd name="connsiteX14" fmla="*/ 937577 w 2408862"/>
                <a:gd name="connsiteY14" fmla="*/ 1192182 h 3946713"/>
                <a:gd name="connsiteX15" fmla="*/ 822450 w 2408862"/>
                <a:gd name="connsiteY15" fmla="*/ 1574580 h 3946713"/>
                <a:gd name="connsiteX16" fmla="*/ 552630 w 2408862"/>
                <a:gd name="connsiteY16" fmla="*/ 1876014 h 3946713"/>
                <a:gd name="connsiteX17" fmla="*/ 395158 w 2408862"/>
                <a:gd name="connsiteY17" fmla="*/ 2175179 h 3946713"/>
                <a:gd name="connsiteX18" fmla="*/ 451712 w 2408862"/>
                <a:gd name="connsiteY18" fmla="*/ 2631756 h 3946713"/>
                <a:gd name="connsiteX19" fmla="*/ 148146 w 2408862"/>
                <a:gd name="connsiteY19" fmla="*/ 2843201 h 3946713"/>
                <a:gd name="connsiteX20" fmla="*/ 93759 w 2408862"/>
                <a:gd name="connsiteY20" fmla="*/ 3368785 h 3946713"/>
                <a:gd name="connsiteX0" fmla="*/ 1872642 w 2466549"/>
                <a:gd name="connsiteY0" fmla="*/ 3946713 h 3946713"/>
                <a:gd name="connsiteX1" fmla="*/ 2308233 w 2466549"/>
                <a:gd name="connsiteY1" fmla="*/ 3583403 h 3946713"/>
                <a:gd name="connsiteX2" fmla="*/ 2407711 w 2466549"/>
                <a:gd name="connsiteY2" fmla="*/ 3067949 h 3946713"/>
                <a:gd name="connsiteX3" fmla="*/ 2452795 w 2466549"/>
                <a:gd name="connsiteY3" fmla="*/ 2411591 h 3946713"/>
                <a:gd name="connsiteX4" fmla="*/ 2160521 w 2466549"/>
                <a:gd name="connsiteY4" fmla="*/ 2294832 h 3946713"/>
                <a:gd name="connsiteX5" fmla="*/ 2306993 w 2466549"/>
                <a:gd name="connsiteY5" fmla="*/ 1742400 h 3946713"/>
                <a:gd name="connsiteX6" fmla="*/ 2121981 w 2466549"/>
                <a:gd name="connsiteY6" fmla="*/ 1495836 h 3946713"/>
                <a:gd name="connsiteX7" fmla="*/ 2066927 w 2466549"/>
                <a:gd name="connsiteY7" fmla="*/ 1201513 h 3946713"/>
                <a:gd name="connsiteX8" fmla="*/ 2107703 w 2466549"/>
                <a:gd name="connsiteY8" fmla="*/ 944110 h 3946713"/>
                <a:gd name="connsiteX9" fmla="*/ 2162653 w 2466549"/>
                <a:gd name="connsiteY9" fmla="*/ 514856 h 3946713"/>
                <a:gd name="connsiteX10" fmla="*/ 2188942 w 2466549"/>
                <a:gd name="connsiteY10" fmla="*/ 304354 h 3946713"/>
                <a:gd name="connsiteX11" fmla="*/ 2018986 w 2466549"/>
                <a:gd name="connsiteY11" fmla="*/ 1437 h 3946713"/>
                <a:gd name="connsiteX12" fmla="*/ 1659545 w 2466549"/>
                <a:gd name="connsiteY12" fmla="*/ 289051 h 3946713"/>
                <a:gd name="connsiteX13" fmla="*/ 1309183 w 2466549"/>
                <a:gd name="connsiteY13" fmla="*/ 866999 h 3946713"/>
                <a:gd name="connsiteX14" fmla="*/ 937577 w 2466549"/>
                <a:gd name="connsiteY14" fmla="*/ 1192182 h 3946713"/>
                <a:gd name="connsiteX15" fmla="*/ 822450 w 2466549"/>
                <a:gd name="connsiteY15" fmla="*/ 1574580 h 3946713"/>
                <a:gd name="connsiteX16" fmla="*/ 552630 w 2466549"/>
                <a:gd name="connsiteY16" fmla="*/ 1876014 h 3946713"/>
                <a:gd name="connsiteX17" fmla="*/ 395158 w 2466549"/>
                <a:gd name="connsiteY17" fmla="*/ 2175179 h 3946713"/>
                <a:gd name="connsiteX18" fmla="*/ 451712 w 2466549"/>
                <a:gd name="connsiteY18" fmla="*/ 2631756 h 3946713"/>
                <a:gd name="connsiteX19" fmla="*/ 148146 w 2466549"/>
                <a:gd name="connsiteY19" fmla="*/ 2843201 h 3946713"/>
                <a:gd name="connsiteX20" fmla="*/ 93759 w 2466549"/>
                <a:gd name="connsiteY20" fmla="*/ 3368785 h 3946713"/>
                <a:gd name="connsiteX0" fmla="*/ 1872642 w 2473664"/>
                <a:gd name="connsiteY0" fmla="*/ 3946713 h 3946713"/>
                <a:gd name="connsiteX1" fmla="*/ 2308233 w 2473664"/>
                <a:gd name="connsiteY1" fmla="*/ 3583403 h 3946713"/>
                <a:gd name="connsiteX2" fmla="*/ 2407711 w 2473664"/>
                <a:gd name="connsiteY2" fmla="*/ 3067949 h 3946713"/>
                <a:gd name="connsiteX3" fmla="*/ 2452795 w 2473664"/>
                <a:gd name="connsiteY3" fmla="*/ 2411591 h 3946713"/>
                <a:gd name="connsiteX4" fmla="*/ 2059171 w 2473664"/>
                <a:gd name="connsiteY4" fmla="*/ 2233159 h 3946713"/>
                <a:gd name="connsiteX5" fmla="*/ 2306993 w 2473664"/>
                <a:gd name="connsiteY5" fmla="*/ 1742400 h 3946713"/>
                <a:gd name="connsiteX6" fmla="*/ 2121981 w 2473664"/>
                <a:gd name="connsiteY6" fmla="*/ 1495836 h 3946713"/>
                <a:gd name="connsiteX7" fmla="*/ 2066927 w 2473664"/>
                <a:gd name="connsiteY7" fmla="*/ 1201513 h 3946713"/>
                <a:gd name="connsiteX8" fmla="*/ 2107703 w 2473664"/>
                <a:gd name="connsiteY8" fmla="*/ 944110 h 3946713"/>
                <a:gd name="connsiteX9" fmla="*/ 2162653 w 2473664"/>
                <a:gd name="connsiteY9" fmla="*/ 514856 h 3946713"/>
                <a:gd name="connsiteX10" fmla="*/ 2188942 w 2473664"/>
                <a:gd name="connsiteY10" fmla="*/ 304354 h 3946713"/>
                <a:gd name="connsiteX11" fmla="*/ 2018986 w 2473664"/>
                <a:gd name="connsiteY11" fmla="*/ 1437 h 3946713"/>
                <a:gd name="connsiteX12" fmla="*/ 1659545 w 2473664"/>
                <a:gd name="connsiteY12" fmla="*/ 289051 h 3946713"/>
                <a:gd name="connsiteX13" fmla="*/ 1309183 w 2473664"/>
                <a:gd name="connsiteY13" fmla="*/ 866999 h 3946713"/>
                <a:gd name="connsiteX14" fmla="*/ 937577 w 2473664"/>
                <a:gd name="connsiteY14" fmla="*/ 1192182 h 3946713"/>
                <a:gd name="connsiteX15" fmla="*/ 822450 w 2473664"/>
                <a:gd name="connsiteY15" fmla="*/ 1574580 h 3946713"/>
                <a:gd name="connsiteX16" fmla="*/ 552630 w 2473664"/>
                <a:gd name="connsiteY16" fmla="*/ 1876014 h 3946713"/>
                <a:gd name="connsiteX17" fmla="*/ 395158 w 2473664"/>
                <a:gd name="connsiteY17" fmla="*/ 2175179 h 3946713"/>
                <a:gd name="connsiteX18" fmla="*/ 451712 w 2473664"/>
                <a:gd name="connsiteY18" fmla="*/ 2631756 h 3946713"/>
                <a:gd name="connsiteX19" fmla="*/ 148146 w 2473664"/>
                <a:gd name="connsiteY19" fmla="*/ 2843201 h 3946713"/>
                <a:gd name="connsiteX20" fmla="*/ 93759 w 2473664"/>
                <a:gd name="connsiteY20" fmla="*/ 3368785 h 3946713"/>
                <a:gd name="connsiteX0" fmla="*/ 1872642 w 2577723"/>
                <a:gd name="connsiteY0" fmla="*/ 3946713 h 3946713"/>
                <a:gd name="connsiteX1" fmla="*/ 2308233 w 2577723"/>
                <a:gd name="connsiteY1" fmla="*/ 3583403 h 3946713"/>
                <a:gd name="connsiteX2" fmla="*/ 2407711 w 2577723"/>
                <a:gd name="connsiteY2" fmla="*/ 3067949 h 3946713"/>
                <a:gd name="connsiteX3" fmla="*/ 2576918 w 2577723"/>
                <a:gd name="connsiteY3" fmla="*/ 2793279 h 3946713"/>
                <a:gd name="connsiteX4" fmla="*/ 2452795 w 2577723"/>
                <a:gd name="connsiteY4" fmla="*/ 2411591 h 3946713"/>
                <a:gd name="connsiteX5" fmla="*/ 2059171 w 2577723"/>
                <a:gd name="connsiteY5" fmla="*/ 2233159 h 3946713"/>
                <a:gd name="connsiteX6" fmla="*/ 2306993 w 2577723"/>
                <a:gd name="connsiteY6" fmla="*/ 1742400 h 3946713"/>
                <a:gd name="connsiteX7" fmla="*/ 2121981 w 2577723"/>
                <a:gd name="connsiteY7" fmla="*/ 1495836 h 3946713"/>
                <a:gd name="connsiteX8" fmla="*/ 2066927 w 2577723"/>
                <a:gd name="connsiteY8" fmla="*/ 1201513 h 3946713"/>
                <a:gd name="connsiteX9" fmla="*/ 2107703 w 2577723"/>
                <a:gd name="connsiteY9" fmla="*/ 944110 h 3946713"/>
                <a:gd name="connsiteX10" fmla="*/ 2162653 w 2577723"/>
                <a:gd name="connsiteY10" fmla="*/ 514856 h 3946713"/>
                <a:gd name="connsiteX11" fmla="*/ 2188942 w 2577723"/>
                <a:gd name="connsiteY11" fmla="*/ 304354 h 3946713"/>
                <a:gd name="connsiteX12" fmla="*/ 2018986 w 2577723"/>
                <a:gd name="connsiteY12" fmla="*/ 1437 h 3946713"/>
                <a:gd name="connsiteX13" fmla="*/ 1659545 w 2577723"/>
                <a:gd name="connsiteY13" fmla="*/ 289051 h 3946713"/>
                <a:gd name="connsiteX14" fmla="*/ 1309183 w 2577723"/>
                <a:gd name="connsiteY14" fmla="*/ 866999 h 3946713"/>
                <a:gd name="connsiteX15" fmla="*/ 937577 w 2577723"/>
                <a:gd name="connsiteY15" fmla="*/ 1192182 h 3946713"/>
                <a:gd name="connsiteX16" fmla="*/ 822450 w 2577723"/>
                <a:gd name="connsiteY16" fmla="*/ 1574580 h 3946713"/>
                <a:gd name="connsiteX17" fmla="*/ 552630 w 2577723"/>
                <a:gd name="connsiteY17" fmla="*/ 1876014 h 3946713"/>
                <a:gd name="connsiteX18" fmla="*/ 395158 w 2577723"/>
                <a:gd name="connsiteY18" fmla="*/ 2175179 h 3946713"/>
                <a:gd name="connsiteX19" fmla="*/ 451712 w 2577723"/>
                <a:gd name="connsiteY19" fmla="*/ 2631756 h 3946713"/>
                <a:gd name="connsiteX20" fmla="*/ 148146 w 2577723"/>
                <a:gd name="connsiteY20" fmla="*/ 2843201 h 3946713"/>
                <a:gd name="connsiteX21" fmla="*/ 93759 w 2577723"/>
                <a:gd name="connsiteY21" fmla="*/ 3368785 h 3946713"/>
                <a:gd name="connsiteX0" fmla="*/ 1872642 w 2736435"/>
                <a:gd name="connsiteY0" fmla="*/ 3946713 h 3946713"/>
                <a:gd name="connsiteX1" fmla="*/ 2308233 w 2736435"/>
                <a:gd name="connsiteY1" fmla="*/ 3583403 h 3946713"/>
                <a:gd name="connsiteX2" fmla="*/ 2730043 w 2736435"/>
                <a:gd name="connsiteY2" fmla="*/ 3157625 h 3946713"/>
                <a:gd name="connsiteX3" fmla="*/ 2576918 w 2736435"/>
                <a:gd name="connsiteY3" fmla="*/ 2793279 h 3946713"/>
                <a:gd name="connsiteX4" fmla="*/ 2452795 w 2736435"/>
                <a:gd name="connsiteY4" fmla="*/ 2411591 h 3946713"/>
                <a:gd name="connsiteX5" fmla="*/ 2059171 w 2736435"/>
                <a:gd name="connsiteY5" fmla="*/ 2233159 h 3946713"/>
                <a:gd name="connsiteX6" fmla="*/ 2306993 w 2736435"/>
                <a:gd name="connsiteY6" fmla="*/ 1742400 h 3946713"/>
                <a:gd name="connsiteX7" fmla="*/ 2121981 w 2736435"/>
                <a:gd name="connsiteY7" fmla="*/ 1495836 h 3946713"/>
                <a:gd name="connsiteX8" fmla="*/ 2066927 w 2736435"/>
                <a:gd name="connsiteY8" fmla="*/ 1201513 h 3946713"/>
                <a:gd name="connsiteX9" fmla="*/ 2107703 w 2736435"/>
                <a:gd name="connsiteY9" fmla="*/ 944110 h 3946713"/>
                <a:gd name="connsiteX10" fmla="*/ 2162653 w 2736435"/>
                <a:gd name="connsiteY10" fmla="*/ 514856 h 3946713"/>
                <a:gd name="connsiteX11" fmla="*/ 2188942 w 2736435"/>
                <a:gd name="connsiteY11" fmla="*/ 304354 h 3946713"/>
                <a:gd name="connsiteX12" fmla="*/ 2018986 w 2736435"/>
                <a:gd name="connsiteY12" fmla="*/ 1437 h 3946713"/>
                <a:gd name="connsiteX13" fmla="*/ 1659545 w 2736435"/>
                <a:gd name="connsiteY13" fmla="*/ 289051 h 3946713"/>
                <a:gd name="connsiteX14" fmla="*/ 1309183 w 2736435"/>
                <a:gd name="connsiteY14" fmla="*/ 866999 h 3946713"/>
                <a:gd name="connsiteX15" fmla="*/ 937577 w 2736435"/>
                <a:gd name="connsiteY15" fmla="*/ 1192182 h 3946713"/>
                <a:gd name="connsiteX16" fmla="*/ 822450 w 2736435"/>
                <a:gd name="connsiteY16" fmla="*/ 1574580 h 3946713"/>
                <a:gd name="connsiteX17" fmla="*/ 552630 w 2736435"/>
                <a:gd name="connsiteY17" fmla="*/ 1876014 h 3946713"/>
                <a:gd name="connsiteX18" fmla="*/ 395158 w 2736435"/>
                <a:gd name="connsiteY18" fmla="*/ 2175179 h 3946713"/>
                <a:gd name="connsiteX19" fmla="*/ 451712 w 2736435"/>
                <a:gd name="connsiteY19" fmla="*/ 2631756 h 3946713"/>
                <a:gd name="connsiteX20" fmla="*/ 148146 w 2736435"/>
                <a:gd name="connsiteY20" fmla="*/ 2843201 h 3946713"/>
                <a:gd name="connsiteX21" fmla="*/ 93759 w 2736435"/>
                <a:gd name="connsiteY21" fmla="*/ 3368785 h 3946713"/>
                <a:gd name="connsiteX0" fmla="*/ 1872642 w 2731002"/>
                <a:gd name="connsiteY0" fmla="*/ 3946713 h 3946713"/>
                <a:gd name="connsiteX1" fmla="*/ 2484273 w 2731002"/>
                <a:gd name="connsiteY1" fmla="*/ 3702935 h 3946713"/>
                <a:gd name="connsiteX2" fmla="*/ 2730043 w 2731002"/>
                <a:gd name="connsiteY2" fmla="*/ 3157625 h 3946713"/>
                <a:gd name="connsiteX3" fmla="*/ 2576918 w 2731002"/>
                <a:gd name="connsiteY3" fmla="*/ 2793279 h 3946713"/>
                <a:gd name="connsiteX4" fmla="*/ 2452795 w 2731002"/>
                <a:gd name="connsiteY4" fmla="*/ 2411591 h 3946713"/>
                <a:gd name="connsiteX5" fmla="*/ 2059171 w 2731002"/>
                <a:gd name="connsiteY5" fmla="*/ 2233159 h 3946713"/>
                <a:gd name="connsiteX6" fmla="*/ 2306993 w 2731002"/>
                <a:gd name="connsiteY6" fmla="*/ 1742400 h 3946713"/>
                <a:gd name="connsiteX7" fmla="*/ 2121981 w 2731002"/>
                <a:gd name="connsiteY7" fmla="*/ 1495836 h 3946713"/>
                <a:gd name="connsiteX8" fmla="*/ 2066927 w 2731002"/>
                <a:gd name="connsiteY8" fmla="*/ 1201513 h 3946713"/>
                <a:gd name="connsiteX9" fmla="*/ 2107703 w 2731002"/>
                <a:gd name="connsiteY9" fmla="*/ 944110 h 3946713"/>
                <a:gd name="connsiteX10" fmla="*/ 2162653 w 2731002"/>
                <a:gd name="connsiteY10" fmla="*/ 514856 h 3946713"/>
                <a:gd name="connsiteX11" fmla="*/ 2188942 w 2731002"/>
                <a:gd name="connsiteY11" fmla="*/ 304354 h 3946713"/>
                <a:gd name="connsiteX12" fmla="*/ 2018986 w 2731002"/>
                <a:gd name="connsiteY12" fmla="*/ 1437 h 3946713"/>
                <a:gd name="connsiteX13" fmla="*/ 1659545 w 2731002"/>
                <a:gd name="connsiteY13" fmla="*/ 289051 h 3946713"/>
                <a:gd name="connsiteX14" fmla="*/ 1309183 w 2731002"/>
                <a:gd name="connsiteY14" fmla="*/ 866999 h 3946713"/>
                <a:gd name="connsiteX15" fmla="*/ 937577 w 2731002"/>
                <a:gd name="connsiteY15" fmla="*/ 1192182 h 3946713"/>
                <a:gd name="connsiteX16" fmla="*/ 822450 w 2731002"/>
                <a:gd name="connsiteY16" fmla="*/ 1574580 h 3946713"/>
                <a:gd name="connsiteX17" fmla="*/ 552630 w 2731002"/>
                <a:gd name="connsiteY17" fmla="*/ 1876014 h 3946713"/>
                <a:gd name="connsiteX18" fmla="*/ 395158 w 2731002"/>
                <a:gd name="connsiteY18" fmla="*/ 2175179 h 3946713"/>
                <a:gd name="connsiteX19" fmla="*/ 451712 w 2731002"/>
                <a:gd name="connsiteY19" fmla="*/ 2631756 h 3946713"/>
                <a:gd name="connsiteX20" fmla="*/ 148146 w 2731002"/>
                <a:gd name="connsiteY20" fmla="*/ 2843201 h 3946713"/>
                <a:gd name="connsiteX21" fmla="*/ 93759 w 2731002"/>
                <a:gd name="connsiteY21" fmla="*/ 3368785 h 3946713"/>
                <a:gd name="connsiteX0" fmla="*/ 2087762 w 2731002"/>
                <a:gd name="connsiteY0" fmla="*/ 3967691 h 3967691"/>
                <a:gd name="connsiteX1" fmla="*/ 2484273 w 2731002"/>
                <a:gd name="connsiteY1" fmla="*/ 3702935 h 3967691"/>
                <a:gd name="connsiteX2" fmla="*/ 2730043 w 2731002"/>
                <a:gd name="connsiteY2" fmla="*/ 3157625 h 3967691"/>
                <a:gd name="connsiteX3" fmla="*/ 2576918 w 2731002"/>
                <a:gd name="connsiteY3" fmla="*/ 2793279 h 3967691"/>
                <a:gd name="connsiteX4" fmla="*/ 2452795 w 2731002"/>
                <a:gd name="connsiteY4" fmla="*/ 2411591 h 3967691"/>
                <a:gd name="connsiteX5" fmla="*/ 2059171 w 2731002"/>
                <a:gd name="connsiteY5" fmla="*/ 2233159 h 3967691"/>
                <a:gd name="connsiteX6" fmla="*/ 2306993 w 2731002"/>
                <a:gd name="connsiteY6" fmla="*/ 1742400 h 3967691"/>
                <a:gd name="connsiteX7" fmla="*/ 2121981 w 2731002"/>
                <a:gd name="connsiteY7" fmla="*/ 1495836 h 3967691"/>
                <a:gd name="connsiteX8" fmla="*/ 2066927 w 2731002"/>
                <a:gd name="connsiteY8" fmla="*/ 1201513 h 3967691"/>
                <a:gd name="connsiteX9" fmla="*/ 2107703 w 2731002"/>
                <a:gd name="connsiteY9" fmla="*/ 944110 h 3967691"/>
                <a:gd name="connsiteX10" fmla="*/ 2162653 w 2731002"/>
                <a:gd name="connsiteY10" fmla="*/ 514856 h 3967691"/>
                <a:gd name="connsiteX11" fmla="*/ 2188942 w 2731002"/>
                <a:gd name="connsiteY11" fmla="*/ 304354 h 3967691"/>
                <a:gd name="connsiteX12" fmla="*/ 2018986 w 2731002"/>
                <a:gd name="connsiteY12" fmla="*/ 1437 h 3967691"/>
                <a:gd name="connsiteX13" fmla="*/ 1659545 w 2731002"/>
                <a:gd name="connsiteY13" fmla="*/ 289051 h 3967691"/>
                <a:gd name="connsiteX14" fmla="*/ 1309183 w 2731002"/>
                <a:gd name="connsiteY14" fmla="*/ 866999 h 3967691"/>
                <a:gd name="connsiteX15" fmla="*/ 937577 w 2731002"/>
                <a:gd name="connsiteY15" fmla="*/ 1192182 h 3967691"/>
                <a:gd name="connsiteX16" fmla="*/ 822450 w 2731002"/>
                <a:gd name="connsiteY16" fmla="*/ 1574580 h 3967691"/>
                <a:gd name="connsiteX17" fmla="*/ 552630 w 2731002"/>
                <a:gd name="connsiteY17" fmla="*/ 1876014 h 3967691"/>
                <a:gd name="connsiteX18" fmla="*/ 395158 w 2731002"/>
                <a:gd name="connsiteY18" fmla="*/ 2175179 h 3967691"/>
                <a:gd name="connsiteX19" fmla="*/ 451712 w 2731002"/>
                <a:gd name="connsiteY19" fmla="*/ 2631756 h 3967691"/>
                <a:gd name="connsiteX20" fmla="*/ 148146 w 2731002"/>
                <a:gd name="connsiteY20" fmla="*/ 2843201 h 3967691"/>
                <a:gd name="connsiteX21" fmla="*/ 93759 w 2731002"/>
                <a:gd name="connsiteY21" fmla="*/ 3368785 h 3967691"/>
                <a:gd name="connsiteX0" fmla="*/ 2087762 w 2731002"/>
                <a:gd name="connsiteY0" fmla="*/ 3967691 h 3967691"/>
                <a:gd name="connsiteX1" fmla="*/ 2484273 w 2731002"/>
                <a:gd name="connsiteY1" fmla="*/ 3702935 h 3967691"/>
                <a:gd name="connsiteX2" fmla="*/ 2730043 w 2731002"/>
                <a:gd name="connsiteY2" fmla="*/ 3157625 h 3967691"/>
                <a:gd name="connsiteX3" fmla="*/ 2576918 w 2731002"/>
                <a:gd name="connsiteY3" fmla="*/ 2793279 h 3967691"/>
                <a:gd name="connsiteX4" fmla="*/ 2452795 w 2731002"/>
                <a:gd name="connsiteY4" fmla="*/ 2411591 h 3967691"/>
                <a:gd name="connsiteX5" fmla="*/ 2059171 w 2731002"/>
                <a:gd name="connsiteY5" fmla="*/ 2233159 h 3967691"/>
                <a:gd name="connsiteX6" fmla="*/ 2306993 w 2731002"/>
                <a:gd name="connsiteY6" fmla="*/ 1742400 h 3967691"/>
                <a:gd name="connsiteX7" fmla="*/ 2121981 w 2731002"/>
                <a:gd name="connsiteY7" fmla="*/ 1495836 h 3967691"/>
                <a:gd name="connsiteX8" fmla="*/ 2066927 w 2731002"/>
                <a:gd name="connsiteY8" fmla="*/ 1201513 h 3967691"/>
                <a:gd name="connsiteX9" fmla="*/ 2107703 w 2731002"/>
                <a:gd name="connsiteY9" fmla="*/ 944110 h 3967691"/>
                <a:gd name="connsiteX10" fmla="*/ 2225870 w 2731002"/>
                <a:gd name="connsiteY10" fmla="*/ 546069 h 3967691"/>
                <a:gd name="connsiteX11" fmla="*/ 2188942 w 2731002"/>
                <a:gd name="connsiteY11" fmla="*/ 304354 h 3967691"/>
                <a:gd name="connsiteX12" fmla="*/ 2018986 w 2731002"/>
                <a:gd name="connsiteY12" fmla="*/ 1437 h 3967691"/>
                <a:gd name="connsiteX13" fmla="*/ 1659545 w 2731002"/>
                <a:gd name="connsiteY13" fmla="*/ 289051 h 3967691"/>
                <a:gd name="connsiteX14" fmla="*/ 1309183 w 2731002"/>
                <a:gd name="connsiteY14" fmla="*/ 866999 h 3967691"/>
                <a:gd name="connsiteX15" fmla="*/ 937577 w 2731002"/>
                <a:gd name="connsiteY15" fmla="*/ 1192182 h 3967691"/>
                <a:gd name="connsiteX16" fmla="*/ 822450 w 2731002"/>
                <a:gd name="connsiteY16" fmla="*/ 1574580 h 3967691"/>
                <a:gd name="connsiteX17" fmla="*/ 552630 w 2731002"/>
                <a:gd name="connsiteY17" fmla="*/ 1876014 h 3967691"/>
                <a:gd name="connsiteX18" fmla="*/ 395158 w 2731002"/>
                <a:gd name="connsiteY18" fmla="*/ 2175179 h 3967691"/>
                <a:gd name="connsiteX19" fmla="*/ 451712 w 2731002"/>
                <a:gd name="connsiteY19" fmla="*/ 2631756 h 3967691"/>
                <a:gd name="connsiteX20" fmla="*/ 148146 w 2731002"/>
                <a:gd name="connsiteY20" fmla="*/ 2843201 h 3967691"/>
                <a:gd name="connsiteX21" fmla="*/ 93759 w 2731002"/>
                <a:gd name="connsiteY21" fmla="*/ 3368785 h 3967691"/>
                <a:gd name="connsiteX0" fmla="*/ 2087762 w 2731782"/>
                <a:gd name="connsiteY0" fmla="*/ 3967691 h 3967691"/>
                <a:gd name="connsiteX1" fmla="*/ 2484273 w 2731782"/>
                <a:gd name="connsiteY1" fmla="*/ 3702935 h 3967691"/>
                <a:gd name="connsiteX2" fmla="*/ 2648754 w 2731782"/>
                <a:gd name="connsiteY2" fmla="*/ 3565301 h 3967691"/>
                <a:gd name="connsiteX3" fmla="*/ 2730043 w 2731782"/>
                <a:gd name="connsiteY3" fmla="*/ 3157625 h 3967691"/>
                <a:gd name="connsiteX4" fmla="*/ 2576918 w 2731782"/>
                <a:gd name="connsiteY4" fmla="*/ 2793279 h 3967691"/>
                <a:gd name="connsiteX5" fmla="*/ 2452795 w 2731782"/>
                <a:gd name="connsiteY5" fmla="*/ 2411591 h 3967691"/>
                <a:gd name="connsiteX6" fmla="*/ 2059171 w 2731782"/>
                <a:gd name="connsiteY6" fmla="*/ 2233159 h 3967691"/>
                <a:gd name="connsiteX7" fmla="*/ 2306993 w 2731782"/>
                <a:gd name="connsiteY7" fmla="*/ 1742400 h 3967691"/>
                <a:gd name="connsiteX8" fmla="*/ 2121981 w 2731782"/>
                <a:gd name="connsiteY8" fmla="*/ 1495836 h 3967691"/>
                <a:gd name="connsiteX9" fmla="*/ 2066927 w 2731782"/>
                <a:gd name="connsiteY9" fmla="*/ 1201513 h 3967691"/>
                <a:gd name="connsiteX10" fmla="*/ 2107703 w 2731782"/>
                <a:gd name="connsiteY10" fmla="*/ 944110 h 3967691"/>
                <a:gd name="connsiteX11" fmla="*/ 2225870 w 2731782"/>
                <a:gd name="connsiteY11" fmla="*/ 546069 h 3967691"/>
                <a:gd name="connsiteX12" fmla="*/ 2188942 w 2731782"/>
                <a:gd name="connsiteY12" fmla="*/ 304354 h 3967691"/>
                <a:gd name="connsiteX13" fmla="*/ 2018986 w 2731782"/>
                <a:gd name="connsiteY13" fmla="*/ 1437 h 3967691"/>
                <a:gd name="connsiteX14" fmla="*/ 1659545 w 2731782"/>
                <a:gd name="connsiteY14" fmla="*/ 289051 h 3967691"/>
                <a:gd name="connsiteX15" fmla="*/ 1309183 w 2731782"/>
                <a:gd name="connsiteY15" fmla="*/ 866999 h 3967691"/>
                <a:gd name="connsiteX16" fmla="*/ 937577 w 2731782"/>
                <a:gd name="connsiteY16" fmla="*/ 1192182 h 3967691"/>
                <a:gd name="connsiteX17" fmla="*/ 822450 w 2731782"/>
                <a:gd name="connsiteY17" fmla="*/ 1574580 h 3967691"/>
                <a:gd name="connsiteX18" fmla="*/ 552630 w 2731782"/>
                <a:gd name="connsiteY18" fmla="*/ 1876014 h 3967691"/>
                <a:gd name="connsiteX19" fmla="*/ 395158 w 2731782"/>
                <a:gd name="connsiteY19" fmla="*/ 2175179 h 3967691"/>
                <a:gd name="connsiteX20" fmla="*/ 451712 w 2731782"/>
                <a:gd name="connsiteY20" fmla="*/ 2631756 h 3967691"/>
                <a:gd name="connsiteX21" fmla="*/ 148146 w 2731782"/>
                <a:gd name="connsiteY21" fmla="*/ 2843201 h 3967691"/>
                <a:gd name="connsiteX22" fmla="*/ 93759 w 2731782"/>
                <a:gd name="connsiteY22" fmla="*/ 3368785 h 3967691"/>
                <a:gd name="connsiteX0" fmla="*/ 2087762 w 2731782"/>
                <a:gd name="connsiteY0" fmla="*/ 3967691 h 3967691"/>
                <a:gd name="connsiteX1" fmla="*/ 2272838 w 2731782"/>
                <a:gd name="connsiteY1" fmla="*/ 3807716 h 3967691"/>
                <a:gd name="connsiteX2" fmla="*/ 2484273 w 2731782"/>
                <a:gd name="connsiteY2" fmla="*/ 3702935 h 3967691"/>
                <a:gd name="connsiteX3" fmla="*/ 2648754 w 2731782"/>
                <a:gd name="connsiteY3" fmla="*/ 3565301 h 3967691"/>
                <a:gd name="connsiteX4" fmla="*/ 2730043 w 2731782"/>
                <a:gd name="connsiteY4" fmla="*/ 3157625 h 3967691"/>
                <a:gd name="connsiteX5" fmla="*/ 2576918 w 2731782"/>
                <a:gd name="connsiteY5" fmla="*/ 2793279 h 3967691"/>
                <a:gd name="connsiteX6" fmla="*/ 2452795 w 2731782"/>
                <a:gd name="connsiteY6" fmla="*/ 2411591 h 3967691"/>
                <a:gd name="connsiteX7" fmla="*/ 2059171 w 2731782"/>
                <a:gd name="connsiteY7" fmla="*/ 2233159 h 3967691"/>
                <a:gd name="connsiteX8" fmla="*/ 2306993 w 2731782"/>
                <a:gd name="connsiteY8" fmla="*/ 1742400 h 3967691"/>
                <a:gd name="connsiteX9" fmla="*/ 2121981 w 2731782"/>
                <a:gd name="connsiteY9" fmla="*/ 1495836 h 3967691"/>
                <a:gd name="connsiteX10" fmla="*/ 2066927 w 2731782"/>
                <a:gd name="connsiteY10" fmla="*/ 1201513 h 3967691"/>
                <a:gd name="connsiteX11" fmla="*/ 2107703 w 2731782"/>
                <a:gd name="connsiteY11" fmla="*/ 944110 h 3967691"/>
                <a:gd name="connsiteX12" fmla="*/ 2225870 w 2731782"/>
                <a:gd name="connsiteY12" fmla="*/ 546069 h 3967691"/>
                <a:gd name="connsiteX13" fmla="*/ 2188942 w 2731782"/>
                <a:gd name="connsiteY13" fmla="*/ 304354 h 3967691"/>
                <a:gd name="connsiteX14" fmla="*/ 2018986 w 2731782"/>
                <a:gd name="connsiteY14" fmla="*/ 1437 h 3967691"/>
                <a:gd name="connsiteX15" fmla="*/ 1659545 w 2731782"/>
                <a:gd name="connsiteY15" fmla="*/ 289051 h 3967691"/>
                <a:gd name="connsiteX16" fmla="*/ 1309183 w 2731782"/>
                <a:gd name="connsiteY16" fmla="*/ 866999 h 3967691"/>
                <a:gd name="connsiteX17" fmla="*/ 937577 w 2731782"/>
                <a:gd name="connsiteY17" fmla="*/ 1192182 h 3967691"/>
                <a:gd name="connsiteX18" fmla="*/ 822450 w 2731782"/>
                <a:gd name="connsiteY18" fmla="*/ 1574580 h 3967691"/>
                <a:gd name="connsiteX19" fmla="*/ 552630 w 2731782"/>
                <a:gd name="connsiteY19" fmla="*/ 1876014 h 3967691"/>
                <a:gd name="connsiteX20" fmla="*/ 395158 w 2731782"/>
                <a:gd name="connsiteY20" fmla="*/ 2175179 h 3967691"/>
                <a:gd name="connsiteX21" fmla="*/ 451712 w 2731782"/>
                <a:gd name="connsiteY21" fmla="*/ 2631756 h 3967691"/>
                <a:gd name="connsiteX22" fmla="*/ 148146 w 2731782"/>
                <a:gd name="connsiteY22" fmla="*/ 2843201 h 3967691"/>
                <a:gd name="connsiteX23" fmla="*/ 93759 w 2731782"/>
                <a:gd name="connsiteY23" fmla="*/ 3368785 h 3967691"/>
                <a:gd name="connsiteX0" fmla="*/ 2087762 w 2731782"/>
                <a:gd name="connsiteY0" fmla="*/ 3967691 h 3967691"/>
                <a:gd name="connsiteX1" fmla="*/ 2272838 w 2731782"/>
                <a:gd name="connsiteY1" fmla="*/ 3807716 h 3967691"/>
                <a:gd name="connsiteX2" fmla="*/ 2475826 w 2731782"/>
                <a:gd name="connsiteY2" fmla="*/ 3743229 h 3967691"/>
                <a:gd name="connsiteX3" fmla="*/ 2648754 w 2731782"/>
                <a:gd name="connsiteY3" fmla="*/ 3565301 h 3967691"/>
                <a:gd name="connsiteX4" fmla="*/ 2730043 w 2731782"/>
                <a:gd name="connsiteY4" fmla="*/ 3157625 h 3967691"/>
                <a:gd name="connsiteX5" fmla="*/ 2576918 w 2731782"/>
                <a:gd name="connsiteY5" fmla="*/ 2793279 h 3967691"/>
                <a:gd name="connsiteX6" fmla="*/ 2452795 w 2731782"/>
                <a:gd name="connsiteY6" fmla="*/ 2411591 h 3967691"/>
                <a:gd name="connsiteX7" fmla="*/ 2059171 w 2731782"/>
                <a:gd name="connsiteY7" fmla="*/ 2233159 h 3967691"/>
                <a:gd name="connsiteX8" fmla="*/ 2306993 w 2731782"/>
                <a:gd name="connsiteY8" fmla="*/ 1742400 h 3967691"/>
                <a:gd name="connsiteX9" fmla="*/ 2121981 w 2731782"/>
                <a:gd name="connsiteY9" fmla="*/ 1495836 h 3967691"/>
                <a:gd name="connsiteX10" fmla="*/ 2066927 w 2731782"/>
                <a:gd name="connsiteY10" fmla="*/ 1201513 h 3967691"/>
                <a:gd name="connsiteX11" fmla="*/ 2107703 w 2731782"/>
                <a:gd name="connsiteY11" fmla="*/ 944110 h 3967691"/>
                <a:gd name="connsiteX12" fmla="*/ 2225870 w 2731782"/>
                <a:gd name="connsiteY12" fmla="*/ 546069 h 3967691"/>
                <a:gd name="connsiteX13" fmla="*/ 2188942 w 2731782"/>
                <a:gd name="connsiteY13" fmla="*/ 304354 h 3967691"/>
                <a:gd name="connsiteX14" fmla="*/ 2018986 w 2731782"/>
                <a:gd name="connsiteY14" fmla="*/ 1437 h 3967691"/>
                <a:gd name="connsiteX15" fmla="*/ 1659545 w 2731782"/>
                <a:gd name="connsiteY15" fmla="*/ 289051 h 3967691"/>
                <a:gd name="connsiteX16" fmla="*/ 1309183 w 2731782"/>
                <a:gd name="connsiteY16" fmla="*/ 866999 h 3967691"/>
                <a:gd name="connsiteX17" fmla="*/ 937577 w 2731782"/>
                <a:gd name="connsiteY17" fmla="*/ 1192182 h 3967691"/>
                <a:gd name="connsiteX18" fmla="*/ 822450 w 2731782"/>
                <a:gd name="connsiteY18" fmla="*/ 1574580 h 3967691"/>
                <a:gd name="connsiteX19" fmla="*/ 552630 w 2731782"/>
                <a:gd name="connsiteY19" fmla="*/ 1876014 h 3967691"/>
                <a:gd name="connsiteX20" fmla="*/ 395158 w 2731782"/>
                <a:gd name="connsiteY20" fmla="*/ 2175179 h 3967691"/>
                <a:gd name="connsiteX21" fmla="*/ 451712 w 2731782"/>
                <a:gd name="connsiteY21" fmla="*/ 2631756 h 3967691"/>
                <a:gd name="connsiteX22" fmla="*/ 148146 w 2731782"/>
                <a:gd name="connsiteY22" fmla="*/ 2843201 h 3967691"/>
                <a:gd name="connsiteX23" fmla="*/ 93759 w 2731782"/>
                <a:gd name="connsiteY23" fmla="*/ 3368785 h 3967691"/>
                <a:gd name="connsiteX0" fmla="*/ 2087762 w 2731210"/>
                <a:gd name="connsiteY0" fmla="*/ 3967691 h 3967691"/>
                <a:gd name="connsiteX1" fmla="*/ 2272838 w 2731210"/>
                <a:gd name="connsiteY1" fmla="*/ 3807716 h 3967691"/>
                <a:gd name="connsiteX2" fmla="*/ 2475826 w 2731210"/>
                <a:gd name="connsiteY2" fmla="*/ 3743229 h 3967691"/>
                <a:gd name="connsiteX3" fmla="*/ 2648754 w 2731210"/>
                <a:gd name="connsiteY3" fmla="*/ 3565301 h 3967691"/>
                <a:gd name="connsiteX4" fmla="*/ 2730043 w 2731210"/>
                <a:gd name="connsiteY4" fmla="*/ 3157625 h 3967691"/>
                <a:gd name="connsiteX5" fmla="*/ 2576918 w 2731210"/>
                <a:gd name="connsiteY5" fmla="*/ 2793279 h 3967691"/>
                <a:gd name="connsiteX6" fmla="*/ 2452795 w 2731210"/>
                <a:gd name="connsiteY6" fmla="*/ 2411591 h 3967691"/>
                <a:gd name="connsiteX7" fmla="*/ 2059171 w 2731210"/>
                <a:gd name="connsiteY7" fmla="*/ 2233159 h 3967691"/>
                <a:gd name="connsiteX8" fmla="*/ 2306993 w 2731210"/>
                <a:gd name="connsiteY8" fmla="*/ 1742400 h 3967691"/>
                <a:gd name="connsiteX9" fmla="*/ 2121981 w 2731210"/>
                <a:gd name="connsiteY9" fmla="*/ 1495836 h 3967691"/>
                <a:gd name="connsiteX10" fmla="*/ 2066927 w 2731210"/>
                <a:gd name="connsiteY10" fmla="*/ 1201513 h 3967691"/>
                <a:gd name="connsiteX11" fmla="*/ 2107703 w 2731210"/>
                <a:gd name="connsiteY11" fmla="*/ 944110 h 3967691"/>
                <a:gd name="connsiteX12" fmla="*/ 2225870 w 2731210"/>
                <a:gd name="connsiteY12" fmla="*/ 546069 h 3967691"/>
                <a:gd name="connsiteX13" fmla="*/ 2188942 w 2731210"/>
                <a:gd name="connsiteY13" fmla="*/ 304354 h 3967691"/>
                <a:gd name="connsiteX14" fmla="*/ 2018986 w 2731210"/>
                <a:gd name="connsiteY14" fmla="*/ 1437 h 3967691"/>
                <a:gd name="connsiteX15" fmla="*/ 1659545 w 2731210"/>
                <a:gd name="connsiteY15" fmla="*/ 289051 h 3967691"/>
                <a:gd name="connsiteX16" fmla="*/ 1309183 w 2731210"/>
                <a:gd name="connsiteY16" fmla="*/ 866999 h 3967691"/>
                <a:gd name="connsiteX17" fmla="*/ 937577 w 2731210"/>
                <a:gd name="connsiteY17" fmla="*/ 1192182 h 3967691"/>
                <a:gd name="connsiteX18" fmla="*/ 822450 w 2731210"/>
                <a:gd name="connsiteY18" fmla="*/ 1574580 h 3967691"/>
                <a:gd name="connsiteX19" fmla="*/ 552630 w 2731210"/>
                <a:gd name="connsiteY19" fmla="*/ 1876014 h 3967691"/>
                <a:gd name="connsiteX20" fmla="*/ 395158 w 2731210"/>
                <a:gd name="connsiteY20" fmla="*/ 2175179 h 3967691"/>
                <a:gd name="connsiteX21" fmla="*/ 451712 w 2731210"/>
                <a:gd name="connsiteY21" fmla="*/ 2631756 h 3967691"/>
                <a:gd name="connsiteX22" fmla="*/ 148146 w 2731210"/>
                <a:gd name="connsiteY22" fmla="*/ 2843201 h 3967691"/>
                <a:gd name="connsiteX23" fmla="*/ 93759 w 2731210"/>
                <a:gd name="connsiteY23" fmla="*/ 3368785 h 3967691"/>
                <a:gd name="connsiteX0" fmla="*/ 2087762 w 2731210"/>
                <a:gd name="connsiteY0" fmla="*/ 3967691 h 3967691"/>
                <a:gd name="connsiteX1" fmla="*/ 2220838 w 2731210"/>
                <a:gd name="connsiteY1" fmla="*/ 3815744 h 3967691"/>
                <a:gd name="connsiteX2" fmla="*/ 2475826 w 2731210"/>
                <a:gd name="connsiteY2" fmla="*/ 3743229 h 3967691"/>
                <a:gd name="connsiteX3" fmla="*/ 2648754 w 2731210"/>
                <a:gd name="connsiteY3" fmla="*/ 3565301 h 3967691"/>
                <a:gd name="connsiteX4" fmla="*/ 2730043 w 2731210"/>
                <a:gd name="connsiteY4" fmla="*/ 3157625 h 3967691"/>
                <a:gd name="connsiteX5" fmla="*/ 2576918 w 2731210"/>
                <a:gd name="connsiteY5" fmla="*/ 2793279 h 3967691"/>
                <a:gd name="connsiteX6" fmla="*/ 2452795 w 2731210"/>
                <a:gd name="connsiteY6" fmla="*/ 2411591 h 3967691"/>
                <a:gd name="connsiteX7" fmla="*/ 2059171 w 2731210"/>
                <a:gd name="connsiteY7" fmla="*/ 2233159 h 3967691"/>
                <a:gd name="connsiteX8" fmla="*/ 2306993 w 2731210"/>
                <a:gd name="connsiteY8" fmla="*/ 1742400 h 3967691"/>
                <a:gd name="connsiteX9" fmla="*/ 2121981 w 2731210"/>
                <a:gd name="connsiteY9" fmla="*/ 1495836 h 3967691"/>
                <a:gd name="connsiteX10" fmla="*/ 2066927 w 2731210"/>
                <a:gd name="connsiteY10" fmla="*/ 1201513 h 3967691"/>
                <a:gd name="connsiteX11" fmla="*/ 2107703 w 2731210"/>
                <a:gd name="connsiteY11" fmla="*/ 944110 h 3967691"/>
                <a:gd name="connsiteX12" fmla="*/ 2225870 w 2731210"/>
                <a:gd name="connsiteY12" fmla="*/ 546069 h 3967691"/>
                <a:gd name="connsiteX13" fmla="*/ 2188942 w 2731210"/>
                <a:gd name="connsiteY13" fmla="*/ 304354 h 3967691"/>
                <a:gd name="connsiteX14" fmla="*/ 2018986 w 2731210"/>
                <a:gd name="connsiteY14" fmla="*/ 1437 h 3967691"/>
                <a:gd name="connsiteX15" fmla="*/ 1659545 w 2731210"/>
                <a:gd name="connsiteY15" fmla="*/ 289051 h 3967691"/>
                <a:gd name="connsiteX16" fmla="*/ 1309183 w 2731210"/>
                <a:gd name="connsiteY16" fmla="*/ 866999 h 3967691"/>
                <a:gd name="connsiteX17" fmla="*/ 937577 w 2731210"/>
                <a:gd name="connsiteY17" fmla="*/ 1192182 h 3967691"/>
                <a:gd name="connsiteX18" fmla="*/ 822450 w 2731210"/>
                <a:gd name="connsiteY18" fmla="*/ 1574580 h 3967691"/>
                <a:gd name="connsiteX19" fmla="*/ 552630 w 2731210"/>
                <a:gd name="connsiteY19" fmla="*/ 1876014 h 3967691"/>
                <a:gd name="connsiteX20" fmla="*/ 395158 w 2731210"/>
                <a:gd name="connsiteY20" fmla="*/ 2175179 h 3967691"/>
                <a:gd name="connsiteX21" fmla="*/ 451712 w 2731210"/>
                <a:gd name="connsiteY21" fmla="*/ 2631756 h 3967691"/>
                <a:gd name="connsiteX22" fmla="*/ 148146 w 2731210"/>
                <a:gd name="connsiteY22" fmla="*/ 2843201 h 3967691"/>
                <a:gd name="connsiteX23" fmla="*/ 93759 w 2731210"/>
                <a:gd name="connsiteY23" fmla="*/ 3368785 h 3967691"/>
                <a:gd name="connsiteX0" fmla="*/ 2087762 w 2731210"/>
                <a:gd name="connsiteY0" fmla="*/ 3726304 h 3726304"/>
                <a:gd name="connsiteX1" fmla="*/ 2220838 w 2731210"/>
                <a:gd name="connsiteY1" fmla="*/ 3574357 h 3726304"/>
                <a:gd name="connsiteX2" fmla="*/ 2475826 w 2731210"/>
                <a:gd name="connsiteY2" fmla="*/ 3501842 h 3726304"/>
                <a:gd name="connsiteX3" fmla="*/ 2648754 w 2731210"/>
                <a:gd name="connsiteY3" fmla="*/ 3323914 h 3726304"/>
                <a:gd name="connsiteX4" fmla="*/ 2730043 w 2731210"/>
                <a:gd name="connsiteY4" fmla="*/ 2916238 h 3726304"/>
                <a:gd name="connsiteX5" fmla="*/ 2576918 w 2731210"/>
                <a:gd name="connsiteY5" fmla="*/ 2551892 h 3726304"/>
                <a:gd name="connsiteX6" fmla="*/ 2452795 w 2731210"/>
                <a:gd name="connsiteY6" fmla="*/ 2170204 h 3726304"/>
                <a:gd name="connsiteX7" fmla="*/ 2059171 w 2731210"/>
                <a:gd name="connsiteY7" fmla="*/ 1991772 h 3726304"/>
                <a:gd name="connsiteX8" fmla="*/ 2306993 w 2731210"/>
                <a:gd name="connsiteY8" fmla="*/ 1501013 h 3726304"/>
                <a:gd name="connsiteX9" fmla="*/ 2121981 w 2731210"/>
                <a:gd name="connsiteY9" fmla="*/ 1254449 h 3726304"/>
                <a:gd name="connsiteX10" fmla="*/ 2066927 w 2731210"/>
                <a:gd name="connsiteY10" fmla="*/ 960126 h 3726304"/>
                <a:gd name="connsiteX11" fmla="*/ 2107703 w 2731210"/>
                <a:gd name="connsiteY11" fmla="*/ 702723 h 3726304"/>
                <a:gd name="connsiteX12" fmla="*/ 2225870 w 2731210"/>
                <a:gd name="connsiteY12" fmla="*/ 304682 h 3726304"/>
                <a:gd name="connsiteX13" fmla="*/ 2188942 w 2731210"/>
                <a:gd name="connsiteY13" fmla="*/ 62967 h 3726304"/>
                <a:gd name="connsiteX14" fmla="*/ 1659545 w 2731210"/>
                <a:gd name="connsiteY14" fmla="*/ 47664 h 3726304"/>
                <a:gd name="connsiteX15" fmla="*/ 1309183 w 2731210"/>
                <a:gd name="connsiteY15" fmla="*/ 625612 h 3726304"/>
                <a:gd name="connsiteX16" fmla="*/ 937577 w 2731210"/>
                <a:gd name="connsiteY16" fmla="*/ 950795 h 3726304"/>
                <a:gd name="connsiteX17" fmla="*/ 822450 w 2731210"/>
                <a:gd name="connsiteY17" fmla="*/ 1333193 h 3726304"/>
                <a:gd name="connsiteX18" fmla="*/ 552630 w 2731210"/>
                <a:gd name="connsiteY18" fmla="*/ 1634627 h 3726304"/>
                <a:gd name="connsiteX19" fmla="*/ 395158 w 2731210"/>
                <a:gd name="connsiteY19" fmla="*/ 1933792 h 3726304"/>
                <a:gd name="connsiteX20" fmla="*/ 451712 w 2731210"/>
                <a:gd name="connsiteY20" fmla="*/ 2390369 h 3726304"/>
                <a:gd name="connsiteX21" fmla="*/ 148146 w 2731210"/>
                <a:gd name="connsiteY21" fmla="*/ 2601814 h 3726304"/>
                <a:gd name="connsiteX22" fmla="*/ 93759 w 2731210"/>
                <a:gd name="connsiteY22" fmla="*/ 3127398 h 3726304"/>
                <a:gd name="connsiteX0" fmla="*/ 2087762 w 2731210"/>
                <a:gd name="connsiteY0" fmla="*/ 3669829 h 3669829"/>
                <a:gd name="connsiteX1" fmla="*/ 2220838 w 2731210"/>
                <a:gd name="connsiteY1" fmla="*/ 3517882 h 3669829"/>
                <a:gd name="connsiteX2" fmla="*/ 2475826 w 2731210"/>
                <a:gd name="connsiteY2" fmla="*/ 3445367 h 3669829"/>
                <a:gd name="connsiteX3" fmla="*/ 2648754 w 2731210"/>
                <a:gd name="connsiteY3" fmla="*/ 3267439 h 3669829"/>
                <a:gd name="connsiteX4" fmla="*/ 2730043 w 2731210"/>
                <a:gd name="connsiteY4" fmla="*/ 2859763 h 3669829"/>
                <a:gd name="connsiteX5" fmla="*/ 2576918 w 2731210"/>
                <a:gd name="connsiteY5" fmla="*/ 2495417 h 3669829"/>
                <a:gd name="connsiteX6" fmla="*/ 2452795 w 2731210"/>
                <a:gd name="connsiteY6" fmla="*/ 2113729 h 3669829"/>
                <a:gd name="connsiteX7" fmla="*/ 2059171 w 2731210"/>
                <a:gd name="connsiteY7" fmla="*/ 1935297 h 3669829"/>
                <a:gd name="connsiteX8" fmla="*/ 2306993 w 2731210"/>
                <a:gd name="connsiteY8" fmla="*/ 1444538 h 3669829"/>
                <a:gd name="connsiteX9" fmla="*/ 2121981 w 2731210"/>
                <a:gd name="connsiteY9" fmla="*/ 1197974 h 3669829"/>
                <a:gd name="connsiteX10" fmla="*/ 2066927 w 2731210"/>
                <a:gd name="connsiteY10" fmla="*/ 903651 h 3669829"/>
                <a:gd name="connsiteX11" fmla="*/ 2107703 w 2731210"/>
                <a:gd name="connsiteY11" fmla="*/ 646248 h 3669829"/>
                <a:gd name="connsiteX12" fmla="*/ 2225870 w 2731210"/>
                <a:gd name="connsiteY12" fmla="*/ 248207 h 3669829"/>
                <a:gd name="connsiteX13" fmla="*/ 2188942 w 2731210"/>
                <a:gd name="connsiteY13" fmla="*/ 6492 h 3669829"/>
                <a:gd name="connsiteX14" fmla="*/ 1670955 w 2731210"/>
                <a:gd name="connsiteY14" fmla="*/ 237119 h 3669829"/>
                <a:gd name="connsiteX15" fmla="*/ 1309183 w 2731210"/>
                <a:gd name="connsiteY15" fmla="*/ 569137 h 3669829"/>
                <a:gd name="connsiteX16" fmla="*/ 937577 w 2731210"/>
                <a:gd name="connsiteY16" fmla="*/ 894320 h 3669829"/>
                <a:gd name="connsiteX17" fmla="*/ 822450 w 2731210"/>
                <a:gd name="connsiteY17" fmla="*/ 1276718 h 3669829"/>
                <a:gd name="connsiteX18" fmla="*/ 552630 w 2731210"/>
                <a:gd name="connsiteY18" fmla="*/ 1578152 h 3669829"/>
                <a:gd name="connsiteX19" fmla="*/ 395158 w 2731210"/>
                <a:gd name="connsiteY19" fmla="*/ 1877317 h 3669829"/>
                <a:gd name="connsiteX20" fmla="*/ 451712 w 2731210"/>
                <a:gd name="connsiteY20" fmla="*/ 2333894 h 3669829"/>
                <a:gd name="connsiteX21" fmla="*/ 148146 w 2731210"/>
                <a:gd name="connsiteY21" fmla="*/ 2545339 h 3669829"/>
                <a:gd name="connsiteX22" fmla="*/ 93759 w 2731210"/>
                <a:gd name="connsiteY22" fmla="*/ 3070923 h 3669829"/>
                <a:gd name="connsiteX0" fmla="*/ 2087762 w 2731210"/>
                <a:gd name="connsiteY0" fmla="*/ 3567982 h 3567982"/>
                <a:gd name="connsiteX1" fmla="*/ 2220838 w 2731210"/>
                <a:gd name="connsiteY1" fmla="*/ 3416035 h 3567982"/>
                <a:gd name="connsiteX2" fmla="*/ 2475826 w 2731210"/>
                <a:gd name="connsiteY2" fmla="*/ 3343520 h 3567982"/>
                <a:gd name="connsiteX3" fmla="*/ 2648754 w 2731210"/>
                <a:gd name="connsiteY3" fmla="*/ 3165592 h 3567982"/>
                <a:gd name="connsiteX4" fmla="*/ 2730043 w 2731210"/>
                <a:gd name="connsiteY4" fmla="*/ 2757916 h 3567982"/>
                <a:gd name="connsiteX5" fmla="*/ 2576918 w 2731210"/>
                <a:gd name="connsiteY5" fmla="*/ 2393570 h 3567982"/>
                <a:gd name="connsiteX6" fmla="*/ 2452795 w 2731210"/>
                <a:gd name="connsiteY6" fmla="*/ 2011882 h 3567982"/>
                <a:gd name="connsiteX7" fmla="*/ 2059171 w 2731210"/>
                <a:gd name="connsiteY7" fmla="*/ 1833450 h 3567982"/>
                <a:gd name="connsiteX8" fmla="*/ 2306993 w 2731210"/>
                <a:gd name="connsiteY8" fmla="*/ 1342691 h 3567982"/>
                <a:gd name="connsiteX9" fmla="*/ 2121981 w 2731210"/>
                <a:gd name="connsiteY9" fmla="*/ 1096127 h 3567982"/>
                <a:gd name="connsiteX10" fmla="*/ 2066927 w 2731210"/>
                <a:gd name="connsiteY10" fmla="*/ 801804 h 3567982"/>
                <a:gd name="connsiteX11" fmla="*/ 2107703 w 2731210"/>
                <a:gd name="connsiteY11" fmla="*/ 544401 h 3567982"/>
                <a:gd name="connsiteX12" fmla="*/ 2225870 w 2731210"/>
                <a:gd name="connsiteY12" fmla="*/ 146360 h 3567982"/>
                <a:gd name="connsiteX13" fmla="*/ 2095825 w 2731210"/>
                <a:gd name="connsiteY13" fmla="*/ 12710 h 3567982"/>
                <a:gd name="connsiteX14" fmla="*/ 1670955 w 2731210"/>
                <a:gd name="connsiteY14" fmla="*/ 135272 h 3567982"/>
                <a:gd name="connsiteX15" fmla="*/ 1309183 w 2731210"/>
                <a:gd name="connsiteY15" fmla="*/ 467290 h 3567982"/>
                <a:gd name="connsiteX16" fmla="*/ 937577 w 2731210"/>
                <a:gd name="connsiteY16" fmla="*/ 792473 h 3567982"/>
                <a:gd name="connsiteX17" fmla="*/ 822450 w 2731210"/>
                <a:gd name="connsiteY17" fmla="*/ 1174871 h 3567982"/>
                <a:gd name="connsiteX18" fmla="*/ 552630 w 2731210"/>
                <a:gd name="connsiteY18" fmla="*/ 1476305 h 3567982"/>
                <a:gd name="connsiteX19" fmla="*/ 395158 w 2731210"/>
                <a:gd name="connsiteY19" fmla="*/ 1775470 h 3567982"/>
                <a:gd name="connsiteX20" fmla="*/ 451712 w 2731210"/>
                <a:gd name="connsiteY20" fmla="*/ 2232047 h 3567982"/>
                <a:gd name="connsiteX21" fmla="*/ 148146 w 2731210"/>
                <a:gd name="connsiteY21" fmla="*/ 2443492 h 3567982"/>
                <a:gd name="connsiteX22" fmla="*/ 93759 w 2731210"/>
                <a:gd name="connsiteY22" fmla="*/ 2969076 h 3567982"/>
                <a:gd name="connsiteX0" fmla="*/ 2087762 w 2731210"/>
                <a:gd name="connsiteY0" fmla="*/ 3578166 h 3578166"/>
                <a:gd name="connsiteX1" fmla="*/ 2220838 w 2731210"/>
                <a:gd name="connsiteY1" fmla="*/ 3426219 h 3578166"/>
                <a:gd name="connsiteX2" fmla="*/ 2475826 w 2731210"/>
                <a:gd name="connsiteY2" fmla="*/ 3353704 h 3578166"/>
                <a:gd name="connsiteX3" fmla="*/ 2648754 w 2731210"/>
                <a:gd name="connsiteY3" fmla="*/ 3175776 h 3578166"/>
                <a:gd name="connsiteX4" fmla="*/ 2730043 w 2731210"/>
                <a:gd name="connsiteY4" fmla="*/ 2768100 h 3578166"/>
                <a:gd name="connsiteX5" fmla="*/ 2576918 w 2731210"/>
                <a:gd name="connsiteY5" fmla="*/ 2403754 h 3578166"/>
                <a:gd name="connsiteX6" fmla="*/ 2452795 w 2731210"/>
                <a:gd name="connsiteY6" fmla="*/ 2022066 h 3578166"/>
                <a:gd name="connsiteX7" fmla="*/ 2059171 w 2731210"/>
                <a:gd name="connsiteY7" fmla="*/ 1843634 h 3578166"/>
                <a:gd name="connsiteX8" fmla="*/ 2306993 w 2731210"/>
                <a:gd name="connsiteY8" fmla="*/ 1352875 h 3578166"/>
                <a:gd name="connsiteX9" fmla="*/ 2121981 w 2731210"/>
                <a:gd name="connsiteY9" fmla="*/ 1106311 h 3578166"/>
                <a:gd name="connsiteX10" fmla="*/ 2066927 w 2731210"/>
                <a:gd name="connsiteY10" fmla="*/ 811988 h 3578166"/>
                <a:gd name="connsiteX11" fmla="*/ 2107703 w 2731210"/>
                <a:gd name="connsiteY11" fmla="*/ 554585 h 3578166"/>
                <a:gd name="connsiteX12" fmla="*/ 2095825 w 2731210"/>
                <a:gd name="connsiteY12" fmla="*/ 22894 h 3578166"/>
                <a:gd name="connsiteX13" fmla="*/ 1670955 w 2731210"/>
                <a:gd name="connsiteY13" fmla="*/ 145456 h 3578166"/>
                <a:gd name="connsiteX14" fmla="*/ 1309183 w 2731210"/>
                <a:gd name="connsiteY14" fmla="*/ 477474 h 3578166"/>
                <a:gd name="connsiteX15" fmla="*/ 937577 w 2731210"/>
                <a:gd name="connsiteY15" fmla="*/ 802657 h 3578166"/>
                <a:gd name="connsiteX16" fmla="*/ 822450 w 2731210"/>
                <a:gd name="connsiteY16" fmla="*/ 1185055 h 3578166"/>
                <a:gd name="connsiteX17" fmla="*/ 552630 w 2731210"/>
                <a:gd name="connsiteY17" fmla="*/ 1486489 h 3578166"/>
                <a:gd name="connsiteX18" fmla="*/ 395158 w 2731210"/>
                <a:gd name="connsiteY18" fmla="*/ 1785654 h 3578166"/>
                <a:gd name="connsiteX19" fmla="*/ 451712 w 2731210"/>
                <a:gd name="connsiteY19" fmla="*/ 2242231 h 3578166"/>
                <a:gd name="connsiteX20" fmla="*/ 148146 w 2731210"/>
                <a:gd name="connsiteY20" fmla="*/ 2453676 h 3578166"/>
                <a:gd name="connsiteX21" fmla="*/ 93759 w 2731210"/>
                <a:gd name="connsiteY21" fmla="*/ 2979260 h 3578166"/>
                <a:gd name="connsiteX0" fmla="*/ 2087762 w 2731210"/>
                <a:gd name="connsiteY0" fmla="*/ 3484865 h 3484865"/>
                <a:gd name="connsiteX1" fmla="*/ 2220838 w 2731210"/>
                <a:gd name="connsiteY1" fmla="*/ 3332918 h 3484865"/>
                <a:gd name="connsiteX2" fmla="*/ 2475826 w 2731210"/>
                <a:gd name="connsiteY2" fmla="*/ 3260403 h 3484865"/>
                <a:gd name="connsiteX3" fmla="*/ 2648754 w 2731210"/>
                <a:gd name="connsiteY3" fmla="*/ 3082475 h 3484865"/>
                <a:gd name="connsiteX4" fmla="*/ 2730043 w 2731210"/>
                <a:gd name="connsiteY4" fmla="*/ 2674799 h 3484865"/>
                <a:gd name="connsiteX5" fmla="*/ 2576918 w 2731210"/>
                <a:gd name="connsiteY5" fmla="*/ 2310453 h 3484865"/>
                <a:gd name="connsiteX6" fmla="*/ 2452795 w 2731210"/>
                <a:gd name="connsiteY6" fmla="*/ 1928765 h 3484865"/>
                <a:gd name="connsiteX7" fmla="*/ 2059171 w 2731210"/>
                <a:gd name="connsiteY7" fmla="*/ 1750333 h 3484865"/>
                <a:gd name="connsiteX8" fmla="*/ 2306993 w 2731210"/>
                <a:gd name="connsiteY8" fmla="*/ 1259574 h 3484865"/>
                <a:gd name="connsiteX9" fmla="*/ 2121981 w 2731210"/>
                <a:gd name="connsiteY9" fmla="*/ 1013010 h 3484865"/>
                <a:gd name="connsiteX10" fmla="*/ 2066927 w 2731210"/>
                <a:gd name="connsiteY10" fmla="*/ 718687 h 3484865"/>
                <a:gd name="connsiteX11" fmla="*/ 2107703 w 2731210"/>
                <a:gd name="connsiteY11" fmla="*/ 461284 h 3484865"/>
                <a:gd name="connsiteX12" fmla="*/ 2063052 w 2731210"/>
                <a:gd name="connsiteY12" fmla="*/ 74869 h 3484865"/>
                <a:gd name="connsiteX13" fmla="*/ 1670955 w 2731210"/>
                <a:gd name="connsiteY13" fmla="*/ 52155 h 3484865"/>
                <a:gd name="connsiteX14" fmla="*/ 1309183 w 2731210"/>
                <a:gd name="connsiteY14" fmla="*/ 384173 h 3484865"/>
                <a:gd name="connsiteX15" fmla="*/ 937577 w 2731210"/>
                <a:gd name="connsiteY15" fmla="*/ 709356 h 3484865"/>
                <a:gd name="connsiteX16" fmla="*/ 822450 w 2731210"/>
                <a:gd name="connsiteY16" fmla="*/ 1091754 h 3484865"/>
                <a:gd name="connsiteX17" fmla="*/ 552630 w 2731210"/>
                <a:gd name="connsiteY17" fmla="*/ 1393188 h 3484865"/>
                <a:gd name="connsiteX18" fmla="*/ 395158 w 2731210"/>
                <a:gd name="connsiteY18" fmla="*/ 1692353 h 3484865"/>
                <a:gd name="connsiteX19" fmla="*/ 451712 w 2731210"/>
                <a:gd name="connsiteY19" fmla="*/ 2148930 h 3484865"/>
                <a:gd name="connsiteX20" fmla="*/ 148146 w 2731210"/>
                <a:gd name="connsiteY20" fmla="*/ 2360375 h 3484865"/>
                <a:gd name="connsiteX21" fmla="*/ 93759 w 2731210"/>
                <a:gd name="connsiteY21" fmla="*/ 2885959 h 3484865"/>
                <a:gd name="connsiteX0" fmla="*/ 1939616 w 2583064"/>
                <a:gd name="connsiteY0" fmla="*/ 3484865 h 3484865"/>
                <a:gd name="connsiteX1" fmla="*/ 2072692 w 2583064"/>
                <a:gd name="connsiteY1" fmla="*/ 3332918 h 3484865"/>
                <a:gd name="connsiteX2" fmla="*/ 2327680 w 2583064"/>
                <a:gd name="connsiteY2" fmla="*/ 3260403 h 3484865"/>
                <a:gd name="connsiteX3" fmla="*/ 2500608 w 2583064"/>
                <a:gd name="connsiteY3" fmla="*/ 3082475 h 3484865"/>
                <a:gd name="connsiteX4" fmla="*/ 2581897 w 2583064"/>
                <a:gd name="connsiteY4" fmla="*/ 2674799 h 3484865"/>
                <a:gd name="connsiteX5" fmla="*/ 2428772 w 2583064"/>
                <a:gd name="connsiteY5" fmla="*/ 2310453 h 3484865"/>
                <a:gd name="connsiteX6" fmla="*/ 2304649 w 2583064"/>
                <a:gd name="connsiteY6" fmla="*/ 1928765 h 3484865"/>
                <a:gd name="connsiteX7" fmla="*/ 1911025 w 2583064"/>
                <a:gd name="connsiteY7" fmla="*/ 1750333 h 3484865"/>
                <a:gd name="connsiteX8" fmla="*/ 2158847 w 2583064"/>
                <a:gd name="connsiteY8" fmla="*/ 1259574 h 3484865"/>
                <a:gd name="connsiteX9" fmla="*/ 1973835 w 2583064"/>
                <a:gd name="connsiteY9" fmla="*/ 1013010 h 3484865"/>
                <a:gd name="connsiteX10" fmla="*/ 1918781 w 2583064"/>
                <a:gd name="connsiteY10" fmla="*/ 718687 h 3484865"/>
                <a:gd name="connsiteX11" fmla="*/ 1959557 w 2583064"/>
                <a:gd name="connsiteY11" fmla="*/ 461284 h 3484865"/>
                <a:gd name="connsiteX12" fmla="*/ 1914906 w 2583064"/>
                <a:gd name="connsiteY12" fmla="*/ 74869 h 3484865"/>
                <a:gd name="connsiteX13" fmla="*/ 1522809 w 2583064"/>
                <a:gd name="connsiteY13" fmla="*/ 52155 h 3484865"/>
                <a:gd name="connsiteX14" fmla="*/ 1161037 w 2583064"/>
                <a:gd name="connsiteY14" fmla="*/ 384173 h 3484865"/>
                <a:gd name="connsiteX15" fmla="*/ 789431 w 2583064"/>
                <a:gd name="connsiteY15" fmla="*/ 709356 h 3484865"/>
                <a:gd name="connsiteX16" fmla="*/ 674304 w 2583064"/>
                <a:gd name="connsiteY16" fmla="*/ 1091754 h 3484865"/>
                <a:gd name="connsiteX17" fmla="*/ 404484 w 2583064"/>
                <a:gd name="connsiteY17" fmla="*/ 1393188 h 3484865"/>
                <a:gd name="connsiteX18" fmla="*/ 247012 w 2583064"/>
                <a:gd name="connsiteY18" fmla="*/ 1692353 h 3484865"/>
                <a:gd name="connsiteX19" fmla="*/ 303566 w 2583064"/>
                <a:gd name="connsiteY19" fmla="*/ 2148930 h 3484865"/>
                <a:gd name="connsiteX20" fmla="*/ 0 w 2583064"/>
                <a:gd name="connsiteY20" fmla="*/ 2360375 h 3484865"/>
                <a:gd name="connsiteX0" fmla="*/ 1694160 w 2337608"/>
                <a:gd name="connsiteY0" fmla="*/ 3484865 h 3484865"/>
                <a:gd name="connsiteX1" fmla="*/ 1827236 w 2337608"/>
                <a:gd name="connsiteY1" fmla="*/ 3332918 h 3484865"/>
                <a:gd name="connsiteX2" fmla="*/ 2082224 w 2337608"/>
                <a:gd name="connsiteY2" fmla="*/ 3260403 h 3484865"/>
                <a:gd name="connsiteX3" fmla="*/ 2255152 w 2337608"/>
                <a:gd name="connsiteY3" fmla="*/ 3082475 h 3484865"/>
                <a:gd name="connsiteX4" fmla="*/ 2336441 w 2337608"/>
                <a:gd name="connsiteY4" fmla="*/ 2674799 h 3484865"/>
                <a:gd name="connsiteX5" fmla="*/ 2183316 w 2337608"/>
                <a:gd name="connsiteY5" fmla="*/ 2310453 h 3484865"/>
                <a:gd name="connsiteX6" fmla="*/ 2059193 w 2337608"/>
                <a:gd name="connsiteY6" fmla="*/ 1928765 h 3484865"/>
                <a:gd name="connsiteX7" fmla="*/ 1665569 w 2337608"/>
                <a:gd name="connsiteY7" fmla="*/ 1750333 h 3484865"/>
                <a:gd name="connsiteX8" fmla="*/ 1913391 w 2337608"/>
                <a:gd name="connsiteY8" fmla="*/ 1259574 h 3484865"/>
                <a:gd name="connsiteX9" fmla="*/ 1728379 w 2337608"/>
                <a:gd name="connsiteY9" fmla="*/ 1013010 h 3484865"/>
                <a:gd name="connsiteX10" fmla="*/ 1673325 w 2337608"/>
                <a:gd name="connsiteY10" fmla="*/ 718687 h 3484865"/>
                <a:gd name="connsiteX11" fmla="*/ 1714101 w 2337608"/>
                <a:gd name="connsiteY11" fmla="*/ 461284 h 3484865"/>
                <a:gd name="connsiteX12" fmla="*/ 1669450 w 2337608"/>
                <a:gd name="connsiteY12" fmla="*/ 74869 h 3484865"/>
                <a:gd name="connsiteX13" fmla="*/ 1277353 w 2337608"/>
                <a:gd name="connsiteY13" fmla="*/ 52155 h 3484865"/>
                <a:gd name="connsiteX14" fmla="*/ 915581 w 2337608"/>
                <a:gd name="connsiteY14" fmla="*/ 384173 h 3484865"/>
                <a:gd name="connsiteX15" fmla="*/ 543975 w 2337608"/>
                <a:gd name="connsiteY15" fmla="*/ 709356 h 3484865"/>
                <a:gd name="connsiteX16" fmla="*/ 428848 w 2337608"/>
                <a:gd name="connsiteY16" fmla="*/ 1091754 h 3484865"/>
                <a:gd name="connsiteX17" fmla="*/ 159028 w 2337608"/>
                <a:gd name="connsiteY17" fmla="*/ 1393188 h 3484865"/>
                <a:gd name="connsiteX18" fmla="*/ 1556 w 2337608"/>
                <a:gd name="connsiteY18" fmla="*/ 1692353 h 3484865"/>
                <a:gd name="connsiteX19" fmla="*/ 58110 w 2337608"/>
                <a:gd name="connsiteY19" fmla="*/ 2148930 h 3484865"/>
                <a:gd name="connsiteX0" fmla="*/ 1692604 w 2336052"/>
                <a:gd name="connsiteY0" fmla="*/ 3484865 h 3484865"/>
                <a:gd name="connsiteX1" fmla="*/ 1825680 w 2336052"/>
                <a:gd name="connsiteY1" fmla="*/ 3332918 h 3484865"/>
                <a:gd name="connsiteX2" fmla="*/ 2080668 w 2336052"/>
                <a:gd name="connsiteY2" fmla="*/ 3260403 h 3484865"/>
                <a:gd name="connsiteX3" fmla="*/ 2253596 w 2336052"/>
                <a:gd name="connsiteY3" fmla="*/ 3082475 h 3484865"/>
                <a:gd name="connsiteX4" fmla="*/ 2334885 w 2336052"/>
                <a:gd name="connsiteY4" fmla="*/ 2674799 h 3484865"/>
                <a:gd name="connsiteX5" fmla="*/ 2181760 w 2336052"/>
                <a:gd name="connsiteY5" fmla="*/ 2310453 h 3484865"/>
                <a:gd name="connsiteX6" fmla="*/ 2057637 w 2336052"/>
                <a:gd name="connsiteY6" fmla="*/ 1928765 h 3484865"/>
                <a:gd name="connsiteX7" fmla="*/ 1664013 w 2336052"/>
                <a:gd name="connsiteY7" fmla="*/ 1750333 h 3484865"/>
                <a:gd name="connsiteX8" fmla="*/ 1911835 w 2336052"/>
                <a:gd name="connsiteY8" fmla="*/ 1259574 h 3484865"/>
                <a:gd name="connsiteX9" fmla="*/ 1726823 w 2336052"/>
                <a:gd name="connsiteY9" fmla="*/ 1013010 h 3484865"/>
                <a:gd name="connsiteX10" fmla="*/ 1671769 w 2336052"/>
                <a:gd name="connsiteY10" fmla="*/ 718687 h 3484865"/>
                <a:gd name="connsiteX11" fmla="*/ 1712545 w 2336052"/>
                <a:gd name="connsiteY11" fmla="*/ 461284 h 3484865"/>
                <a:gd name="connsiteX12" fmla="*/ 1667894 w 2336052"/>
                <a:gd name="connsiteY12" fmla="*/ 74869 h 3484865"/>
                <a:gd name="connsiteX13" fmla="*/ 1275797 w 2336052"/>
                <a:gd name="connsiteY13" fmla="*/ 52155 h 3484865"/>
                <a:gd name="connsiteX14" fmla="*/ 914025 w 2336052"/>
                <a:gd name="connsiteY14" fmla="*/ 384173 h 3484865"/>
                <a:gd name="connsiteX15" fmla="*/ 542419 w 2336052"/>
                <a:gd name="connsiteY15" fmla="*/ 709356 h 3484865"/>
                <a:gd name="connsiteX16" fmla="*/ 427292 w 2336052"/>
                <a:gd name="connsiteY16" fmla="*/ 1091754 h 3484865"/>
                <a:gd name="connsiteX17" fmla="*/ 157472 w 2336052"/>
                <a:gd name="connsiteY17" fmla="*/ 1393188 h 3484865"/>
                <a:gd name="connsiteX18" fmla="*/ 0 w 2336052"/>
                <a:gd name="connsiteY18" fmla="*/ 1692353 h 3484865"/>
                <a:gd name="connsiteX0" fmla="*/ 1555168 w 2198616"/>
                <a:gd name="connsiteY0" fmla="*/ 3484865 h 3484865"/>
                <a:gd name="connsiteX1" fmla="*/ 1688244 w 2198616"/>
                <a:gd name="connsiteY1" fmla="*/ 3332918 h 3484865"/>
                <a:gd name="connsiteX2" fmla="*/ 1943232 w 2198616"/>
                <a:gd name="connsiteY2" fmla="*/ 3260403 h 3484865"/>
                <a:gd name="connsiteX3" fmla="*/ 2116160 w 2198616"/>
                <a:gd name="connsiteY3" fmla="*/ 3082475 h 3484865"/>
                <a:gd name="connsiteX4" fmla="*/ 2197449 w 2198616"/>
                <a:gd name="connsiteY4" fmla="*/ 2674799 h 3484865"/>
                <a:gd name="connsiteX5" fmla="*/ 2044324 w 2198616"/>
                <a:gd name="connsiteY5" fmla="*/ 2310453 h 3484865"/>
                <a:gd name="connsiteX6" fmla="*/ 1920201 w 2198616"/>
                <a:gd name="connsiteY6" fmla="*/ 1928765 h 3484865"/>
                <a:gd name="connsiteX7" fmla="*/ 1526577 w 2198616"/>
                <a:gd name="connsiteY7" fmla="*/ 1750333 h 3484865"/>
                <a:gd name="connsiteX8" fmla="*/ 1774399 w 2198616"/>
                <a:gd name="connsiteY8" fmla="*/ 1259574 h 3484865"/>
                <a:gd name="connsiteX9" fmla="*/ 1589387 w 2198616"/>
                <a:gd name="connsiteY9" fmla="*/ 1013010 h 3484865"/>
                <a:gd name="connsiteX10" fmla="*/ 1534333 w 2198616"/>
                <a:gd name="connsiteY10" fmla="*/ 718687 h 3484865"/>
                <a:gd name="connsiteX11" fmla="*/ 1575109 w 2198616"/>
                <a:gd name="connsiteY11" fmla="*/ 461284 h 3484865"/>
                <a:gd name="connsiteX12" fmla="*/ 1530458 w 2198616"/>
                <a:gd name="connsiteY12" fmla="*/ 74869 h 3484865"/>
                <a:gd name="connsiteX13" fmla="*/ 1138361 w 2198616"/>
                <a:gd name="connsiteY13" fmla="*/ 52155 h 3484865"/>
                <a:gd name="connsiteX14" fmla="*/ 776589 w 2198616"/>
                <a:gd name="connsiteY14" fmla="*/ 384173 h 3484865"/>
                <a:gd name="connsiteX15" fmla="*/ 404983 w 2198616"/>
                <a:gd name="connsiteY15" fmla="*/ 709356 h 3484865"/>
                <a:gd name="connsiteX16" fmla="*/ 289856 w 2198616"/>
                <a:gd name="connsiteY16" fmla="*/ 1091754 h 3484865"/>
                <a:gd name="connsiteX17" fmla="*/ 20036 w 2198616"/>
                <a:gd name="connsiteY17" fmla="*/ 1393188 h 3484865"/>
                <a:gd name="connsiteX18" fmla="*/ 37172 w 2198616"/>
                <a:gd name="connsiteY18" fmla="*/ 1657058 h 3484865"/>
                <a:gd name="connsiteX0" fmla="*/ 1555168 w 2198616"/>
                <a:gd name="connsiteY0" fmla="*/ 3484865 h 3484865"/>
                <a:gd name="connsiteX1" fmla="*/ 1688244 w 2198616"/>
                <a:gd name="connsiteY1" fmla="*/ 3332918 h 3484865"/>
                <a:gd name="connsiteX2" fmla="*/ 1943232 w 2198616"/>
                <a:gd name="connsiteY2" fmla="*/ 3260403 h 3484865"/>
                <a:gd name="connsiteX3" fmla="*/ 2116160 w 2198616"/>
                <a:gd name="connsiteY3" fmla="*/ 3082475 h 3484865"/>
                <a:gd name="connsiteX4" fmla="*/ 2197449 w 2198616"/>
                <a:gd name="connsiteY4" fmla="*/ 2674799 h 3484865"/>
                <a:gd name="connsiteX5" fmla="*/ 2044324 w 2198616"/>
                <a:gd name="connsiteY5" fmla="*/ 2310453 h 3484865"/>
                <a:gd name="connsiteX6" fmla="*/ 1920201 w 2198616"/>
                <a:gd name="connsiteY6" fmla="*/ 1928765 h 3484865"/>
                <a:gd name="connsiteX7" fmla="*/ 1615400 w 2198616"/>
                <a:gd name="connsiteY7" fmla="*/ 1666325 h 3484865"/>
                <a:gd name="connsiteX8" fmla="*/ 1774399 w 2198616"/>
                <a:gd name="connsiteY8" fmla="*/ 1259574 h 3484865"/>
                <a:gd name="connsiteX9" fmla="*/ 1589387 w 2198616"/>
                <a:gd name="connsiteY9" fmla="*/ 1013010 h 3484865"/>
                <a:gd name="connsiteX10" fmla="*/ 1534333 w 2198616"/>
                <a:gd name="connsiteY10" fmla="*/ 718687 h 3484865"/>
                <a:gd name="connsiteX11" fmla="*/ 1575109 w 2198616"/>
                <a:gd name="connsiteY11" fmla="*/ 461284 h 3484865"/>
                <a:gd name="connsiteX12" fmla="*/ 1530458 w 2198616"/>
                <a:gd name="connsiteY12" fmla="*/ 74869 h 3484865"/>
                <a:gd name="connsiteX13" fmla="*/ 1138361 w 2198616"/>
                <a:gd name="connsiteY13" fmla="*/ 52155 h 3484865"/>
                <a:gd name="connsiteX14" fmla="*/ 776589 w 2198616"/>
                <a:gd name="connsiteY14" fmla="*/ 384173 h 3484865"/>
                <a:gd name="connsiteX15" fmla="*/ 404983 w 2198616"/>
                <a:gd name="connsiteY15" fmla="*/ 709356 h 3484865"/>
                <a:gd name="connsiteX16" fmla="*/ 289856 w 2198616"/>
                <a:gd name="connsiteY16" fmla="*/ 1091754 h 3484865"/>
                <a:gd name="connsiteX17" fmla="*/ 20036 w 2198616"/>
                <a:gd name="connsiteY17" fmla="*/ 1393188 h 3484865"/>
                <a:gd name="connsiteX18" fmla="*/ 37172 w 2198616"/>
                <a:gd name="connsiteY18" fmla="*/ 1657058 h 3484865"/>
                <a:gd name="connsiteX0" fmla="*/ 1555168 w 2198616"/>
                <a:gd name="connsiteY0" fmla="*/ 3484865 h 3484865"/>
                <a:gd name="connsiteX1" fmla="*/ 1688244 w 2198616"/>
                <a:gd name="connsiteY1" fmla="*/ 3332918 h 3484865"/>
                <a:gd name="connsiteX2" fmla="*/ 1943232 w 2198616"/>
                <a:gd name="connsiteY2" fmla="*/ 3260403 h 3484865"/>
                <a:gd name="connsiteX3" fmla="*/ 2116160 w 2198616"/>
                <a:gd name="connsiteY3" fmla="*/ 3082475 h 3484865"/>
                <a:gd name="connsiteX4" fmla="*/ 2197449 w 2198616"/>
                <a:gd name="connsiteY4" fmla="*/ 2674799 h 3484865"/>
                <a:gd name="connsiteX5" fmla="*/ 2044324 w 2198616"/>
                <a:gd name="connsiteY5" fmla="*/ 2310453 h 3484865"/>
                <a:gd name="connsiteX6" fmla="*/ 1920201 w 2198616"/>
                <a:gd name="connsiteY6" fmla="*/ 1928765 h 3484865"/>
                <a:gd name="connsiteX7" fmla="*/ 1615400 w 2198616"/>
                <a:gd name="connsiteY7" fmla="*/ 1666325 h 3484865"/>
                <a:gd name="connsiteX8" fmla="*/ 1774399 w 2198616"/>
                <a:gd name="connsiteY8" fmla="*/ 1259574 h 3484865"/>
                <a:gd name="connsiteX9" fmla="*/ 1589387 w 2198616"/>
                <a:gd name="connsiteY9" fmla="*/ 1013010 h 3484865"/>
                <a:gd name="connsiteX10" fmla="*/ 1514058 w 2198616"/>
                <a:gd name="connsiteY10" fmla="*/ 745447 h 3484865"/>
                <a:gd name="connsiteX11" fmla="*/ 1575109 w 2198616"/>
                <a:gd name="connsiteY11" fmla="*/ 461284 h 3484865"/>
                <a:gd name="connsiteX12" fmla="*/ 1530458 w 2198616"/>
                <a:gd name="connsiteY12" fmla="*/ 74869 h 3484865"/>
                <a:gd name="connsiteX13" fmla="*/ 1138361 w 2198616"/>
                <a:gd name="connsiteY13" fmla="*/ 52155 h 3484865"/>
                <a:gd name="connsiteX14" fmla="*/ 776589 w 2198616"/>
                <a:gd name="connsiteY14" fmla="*/ 384173 h 3484865"/>
                <a:gd name="connsiteX15" fmla="*/ 404983 w 2198616"/>
                <a:gd name="connsiteY15" fmla="*/ 709356 h 3484865"/>
                <a:gd name="connsiteX16" fmla="*/ 289856 w 2198616"/>
                <a:gd name="connsiteY16" fmla="*/ 1091754 h 3484865"/>
                <a:gd name="connsiteX17" fmla="*/ 20036 w 2198616"/>
                <a:gd name="connsiteY17" fmla="*/ 1393188 h 3484865"/>
                <a:gd name="connsiteX18" fmla="*/ 37172 w 2198616"/>
                <a:gd name="connsiteY18" fmla="*/ 1657058 h 3484865"/>
                <a:gd name="connsiteX0" fmla="*/ 1555168 w 2198616"/>
                <a:gd name="connsiteY0" fmla="*/ 3484865 h 3484865"/>
                <a:gd name="connsiteX1" fmla="*/ 1688244 w 2198616"/>
                <a:gd name="connsiteY1" fmla="*/ 3332918 h 3484865"/>
                <a:gd name="connsiteX2" fmla="*/ 1943232 w 2198616"/>
                <a:gd name="connsiteY2" fmla="*/ 3260403 h 3484865"/>
                <a:gd name="connsiteX3" fmla="*/ 2116160 w 2198616"/>
                <a:gd name="connsiteY3" fmla="*/ 3082475 h 3484865"/>
                <a:gd name="connsiteX4" fmla="*/ 2197449 w 2198616"/>
                <a:gd name="connsiteY4" fmla="*/ 2674799 h 3484865"/>
                <a:gd name="connsiteX5" fmla="*/ 2044324 w 2198616"/>
                <a:gd name="connsiteY5" fmla="*/ 2310453 h 3484865"/>
                <a:gd name="connsiteX6" fmla="*/ 1920201 w 2198616"/>
                <a:gd name="connsiteY6" fmla="*/ 1928765 h 3484865"/>
                <a:gd name="connsiteX7" fmla="*/ 1615400 w 2198616"/>
                <a:gd name="connsiteY7" fmla="*/ 1666325 h 3484865"/>
                <a:gd name="connsiteX8" fmla="*/ 1774399 w 2198616"/>
                <a:gd name="connsiteY8" fmla="*/ 1259574 h 3484865"/>
                <a:gd name="connsiteX9" fmla="*/ 1589387 w 2198616"/>
                <a:gd name="connsiteY9" fmla="*/ 1013010 h 3484865"/>
                <a:gd name="connsiteX10" fmla="*/ 1514058 w 2198616"/>
                <a:gd name="connsiteY10" fmla="*/ 745447 h 3484865"/>
                <a:gd name="connsiteX11" fmla="*/ 1532037 w 2198616"/>
                <a:gd name="connsiteY11" fmla="*/ 430937 h 3484865"/>
                <a:gd name="connsiteX12" fmla="*/ 1530458 w 2198616"/>
                <a:gd name="connsiteY12" fmla="*/ 74869 h 3484865"/>
                <a:gd name="connsiteX13" fmla="*/ 1138361 w 2198616"/>
                <a:gd name="connsiteY13" fmla="*/ 52155 h 3484865"/>
                <a:gd name="connsiteX14" fmla="*/ 776589 w 2198616"/>
                <a:gd name="connsiteY14" fmla="*/ 384173 h 3484865"/>
                <a:gd name="connsiteX15" fmla="*/ 404983 w 2198616"/>
                <a:gd name="connsiteY15" fmla="*/ 709356 h 3484865"/>
                <a:gd name="connsiteX16" fmla="*/ 289856 w 2198616"/>
                <a:gd name="connsiteY16" fmla="*/ 1091754 h 3484865"/>
                <a:gd name="connsiteX17" fmla="*/ 20036 w 2198616"/>
                <a:gd name="connsiteY17" fmla="*/ 1393188 h 3484865"/>
                <a:gd name="connsiteX18" fmla="*/ 37172 w 2198616"/>
                <a:gd name="connsiteY18" fmla="*/ 1657058 h 3484865"/>
                <a:gd name="connsiteX0" fmla="*/ 1555168 w 2198616"/>
                <a:gd name="connsiteY0" fmla="*/ 3498638 h 3498638"/>
                <a:gd name="connsiteX1" fmla="*/ 1688244 w 2198616"/>
                <a:gd name="connsiteY1" fmla="*/ 3346691 h 3498638"/>
                <a:gd name="connsiteX2" fmla="*/ 1943232 w 2198616"/>
                <a:gd name="connsiteY2" fmla="*/ 3274176 h 3498638"/>
                <a:gd name="connsiteX3" fmla="*/ 2116160 w 2198616"/>
                <a:gd name="connsiteY3" fmla="*/ 3096248 h 3498638"/>
                <a:gd name="connsiteX4" fmla="*/ 2197449 w 2198616"/>
                <a:gd name="connsiteY4" fmla="*/ 2688572 h 3498638"/>
                <a:gd name="connsiteX5" fmla="*/ 2044324 w 2198616"/>
                <a:gd name="connsiteY5" fmla="*/ 2324226 h 3498638"/>
                <a:gd name="connsiteX6" fmla="*/ 1920201 w 2198616"/>
                <a:gd name="connsiteY6" fmla="*/ 1942538 h 3498638"/>
                <a:gd name="connsiteX7" fmla="*/ 1615400 w 2198616"/>
                <a:gd name="connsiteY7" fmla="*/ 1680098 h 3498638"/>
                <a:gd name="connsiteX8" fmla="*/ 1774399 w 2198616"/>
                <a:gd name="connsiteY8" fmla="*/ 1273347 h 3498638"/>
                <a:gd name="connsiteX9" fmla="*/ 1589387 w 2198616"/>
                <a:gd name="connsiteY9" fmla="*/ 1026783 h 3498638"/>
                <a:gd name="connsiteX10" fmla="*/ 1514058 w 2198616"/>
                <a:gd name="connsiteY10" fmla="*/ 759220 h 3498638"/>
                <a:gd name="connsiteX11" fmla="*/ 1532037 w 2198616"/>
                <a:gd name="connsiteY11" fmla="*/ 444710 h 3498638"/>
                <a:gd name="connsiteX12" fmla="*/ 1546529 w 2198616"/>
                <a:gd name="connsiteY12" fmla="*/ 55569 h 3498638"/>
                <a:gd name="connsiteX13" fmla="*/ 1138361 w 2198616"/>
                <a:gd name="connsiteY13" fmla="*/ 65928 h 3498638"/>
                <a:gd name="connsiteX14" fmla="*/ 776589 w 2198616"/>
                <a:gd name="connsiteY14" fmla="*/ 397946 h 3498638"/>
                <a:gd name="connsiteX15" fmla="*/ 404983 w 2198616"/>
                <a:gd name="connsiteY15" fmla="*/ 723129 h 3498638"/>
                <a:gd name="connsiteX16" fmla="*/ 289856 w 2198616"/>
                <a:gd name="connsiteY16" fmla="*/ 1105527 h 3498638"/>
                <a:gd name="connsiteX17" fmla="*/ 20036 w 2198616"/>
                <a:gd name="connsiteY17" fmla="*/ 1406961 h 3498638"/>
                <a:gd name="connsiteX18" fmla="*/ 37172 w 2198616"/>
                <a:gd name="connsiteY18" fmla="*/ 1670831 h 3498638"/>
                <a:gd name="connsiteX0" fmla="*/ 1555168 w 2198616"/>
                <a:gd name="connsiteY0" fmla="*/ 3477682 h 3477682"/>
                <a:gd name="connsiteX1" fmla="*/ 1688244 w 2198616"/>
                <a:gd name="connsiteY1" fmla="*/ 3325735 h 3477682"/>
                <a:gd name="connsiteX2" fmla="*/ 1943232 w 2198616"/>
                <a:gd name="connsiteY2" fmla="*/ 3253220 h 3477682"/>
                <a:gd name="connsiteX3" fmla="*/ 2116160 w 2198616"/>
                <a:gd name="connsiteY3" fmla="*/ 3075292 h 3477682"/>
                <a:gd name="connsiteX4" fmla="*/ 2197449 w 2198616"/>
                <a:gd name="connsiteY4" fmla="*/ 2667616 h 3477682"/>
                <a:gd name="connsiteX5" fmla="*/ 2044324 w 2198616"/>
                <a:gd name="connsiteY5" fmla="*/ 2303270 h 3477682"/>
                <a:gd name="connsiteX6" fmla="*/ 1920201 w 2198616"/>
                <a:gd name="connsiteY6" fmla="*/ 1921582 h 3477682"/>
                <a:gd name="connsiteX7" fmla="*/ 1615400 w 2198616"/>
                <a:gd name="connsiteY7" fmla="*/ 1659142 h 3477682"/>
                <a:gd name="connsiteX8" fmla="*/ 1774399 w 2198616"/>
                <a:gd name="connsiteY8" fmla="*/ 1252391 h 3477682"/>
                <a:gd name="connsiteX9" fmla="*/ 1589387 w 2198616"/>
                <a:gd name="connsiteY9" fmla="*/ 1005827 h 3477682"/>
                <a:gd name="connsiteX10" fmla="*/ 1514058 w 2198616"/>
                <a:gd name="connsiteY10" fmla="*/ 738264 h 3477682"/>
                <a:gd name="connsiteX11" fmla="*/ 1532037 w 2198616"/>
                <a:gd name="connsiteY11" fmla="*/ 423754 h 3477682"/>
                <a:gd name="connsiteX12" fmla="*/ 1546529 w 2198616"/>
                <a:gd name="connsiteY12" fmla="*/ 34613 h 3477682"/>
                <a:gd name="connsiteX13" fmla="*/ 1174105 w 2198616"/>
                <a:gd name="connsiteY13" fmla="*/ 98635 h 3477682"/>
                <a:gd name="connsiteX14" fmla="*/ 776589 w 2198616"/>
                <a:gd name="connsiteY14" fmla="*/ 376990 h 3477682"/>
                <a:gd name="connsiteX15" fmla="*/ 404983 w 2198616"/>
                <a:gd name="connsiteY15" fmla="*/ 702173 h 3477682"/>
                <a:gd name="connsiteX16" fmla="*/ 289856 w 2198616"/>
                <a:gd name="connsiteY16" fmla="*/ 1084571 h 3477682"/>
                <a:gd name="connsiteX17" fmla="*/ 20036 w 2198616"/>
                <a:gd name="connsiteY17" fmla="*/ 1386005 h 3477682"/>
                <a:gd name="connsiteX18" fmla="*/ 37172 w 2198616"/>
                <a:gd name="connsiteY18" fmla="*/ 1649875 h 3477682"/>
                <a:gd name="connsiteX0" fmla="*/ 1555168 w 2197576"/>
                <a:gd name="connsiteY0" fmla="*/ 3477682 h 3477682"/>
                <a:gd name="connsiteX1" fmla="*/ 1688244 w 2197576"/>
                <a:gd name="connsiteY1" fmla="*/ 3325735 h 3477682"/>
                <a:gd name="connsiteX2" fmla="*/ 1943232 w 2197576"/>
                <a:gd name="connsiteY2" fmla="*/ 3253220 h 3477682"/>
                <a:gd name="connsiteX3" fmla="*/ 2116160 w 2197576"/>
                <a:gd name="connsiteY3" fmla="*/ 3075292 h 3477682"/>
                <a:gd name="connsiteX4" fmla="*/ 2197449 w 2197576"/>
                <a:gd name="connsiteY4" fmla="*/ 2667616 h 3477682"/>
                <a:gd name="connsiteX5" fmla="*/ 2137351 w 2197576"/>
                <a:gd name="connsiteY5" fmla="*/ 2225575 h 3477682"/>
                <a:gd name="connsiteX6" fmla="*/ 1920201 w 2197576"/>
                <a:gd name="connsiteY6" fmla="*/ 1921582 h 3477682"/>
                <a:gd name="connsiteX7" fmla="*/ 1615400 w 2197576"/>
                <a:gd name="connsiteY7" fmla="*/ 1659142 h 3477682"/>
                <a:gd name="connsiteX8" fmla="*/ 1774399 w 2197576"/>
                <a:gd name="connsiteY8" fmla="*/ 1252391 h 3477682"/>
                <a:gd name="connsiteX9" fmla="*/ 1589387 w 2197576"/>
                <a:gd name="connsiteY9" fmla="*/ 1005827 h 3477682"/>
                <a:gd name="connsiteX10" fmla="*/ 1514058 w 2197576"/>
                <a:gd name="connsiteY10" fmla="*/ 738264 h 3477682"/>
                <a:gd name="connsiteX11" fmla="*/ 1532037 w 2197576"/>
                <a:gd name="connsiteY11" fmla="*/ 423754 h 3477682"/>
                <a:gd name="connsiteX12" fmla="*/ 1546529 w 2197576"/>
                <a:gd name="connsiteY12" fmla="*/ 34613 h 3477682"/>
                <a:gd name="connsiteX13" fmla="*/ 1174105 w 2197576"/>
                <a:gd name="connsiteY13" fmla="*/ 98635 h 3477682"/>
                <a:gd name="connsiteX14" fmla="*/ 776589 w 2197576"/>
                <a:gd name="connsiteY14" fmla="*/ 376990 h 3477682"/>
                <a:gd name="connsiteX15" fmla="*/ 404983 w 2197576"/>
                <a:gd name="connsiteY15" fmla="*/ 702173 h 3477682"/>
                <a:gd name="connsiteX16" fmla="*/ 289856 w 2197576"/>
                <a:gd name="connsiteY16" fmla="*/ 1084571 h 3477682"/>
                <a:gd name="connsiteX17" fmla="*/ 20036 w 2197576"/>
                <a:gd name="connsiteY17" fmla="*/ 1386005 h 3477682"/>
                <a:gd name="connsiteX18" fmla="*/ 37172 w 2197576"/>
                <a:gd name="connsiteY18" fmla="*/ 1649875 h 3477682"/>
                <a:gd name="connsiteX0" fmla="*/ 1555168 w 2302241"/>
                <a:gd name="connsiteY0" fmla="*/ 3477682 h 3477682"/>
                <a:gd name="connsiteX1" fmla="*/ 1688244 w 2302241"/>
                <a:gd name="connsiteY1" fmla="*/ 3325735 h 3477682"/>
                <a:gd name="connsiteX2" fmla="*/ 1943232 w 2302241"/>
                <a:gd name="connsiteY2" fmla="*/ 3253220 h 3477682"/>
                <a:gd name="connsiteX3" fmla="*/ 2116160 w 2302241"/>
                <a:gd name="connsiteY3" fmla="*/ 3075292 h 3477682"/>
                <a:gd name="connsiteX4" fmla="*/ 2302189 w 2302241"/>
                <a:gd name="connsiteY4" fmla="*/ 2645641 h 3477682"/>
                <a:gd name="connsiteX5" fmla="*/ 2137351 w 2302241"/>
                <a:gd name="connsiteY5" fmla="*/ 2225575 h 3477682"/>
                <a:gd name="connsiteX6" fmla="*/ 1920201 w 2302241"/>
                <a:gd name="connsiteY6" fmla="*/ 1921582 h 3477682"/>
                <a:gd name="connsiteX7" fmla="*/ 1615400 w 2302241"/>
                <a:gd name="connsiteY7" fmla="*/ 1659142 h 3477682"/>
                <a:gd name="connsiteX8" fmla="*/ 1774399 w 2302241"/>
                <a:gd name="connsiteY8" fmla="*/ 1252391 h 3477682"/>
                <a:gd name="connsiteX9" fmla="*/ 1589387 w 2302241"/>
                <a:gd name="connsiteY9" fmla="*/ 1005827 h 3477682"/>
                <a:gd name="connsiteX10" fmla="*/ 1514058 w 2302241"/>
                <a:gd name="connsiteY10" fmla="*/ 738264 h 3477682"/>
                <a:gd name="connsiteX11" fmla="*/ 1532037 w 2302241"/>
                <a:gd name="connsiteY11" fmla="*/ 423754 h 3477682"/>
                <a:gd name="connsiteX12" fmla="*/ 1546529 w 2302241"/>
                <a:gd name="connsiteY12" fmla="*/ 34613 h 3477682"/>
                <a:gd name="connsiteX13" fmla="*/ 1174105 w 2302241"/>
                <a:gd name="connsiteY13" fmla="*/ 98635 h 3477682"/>
                <a:gd name="connsiteX14" fmla="*/ 776589 w 2302241"/>
                <a:gd name="connsiteY14" fmla="*/ 376990 h 3477682"/>
                <a:gd name="connsiteX15" fmla="*/ 404983 w 2302241"/>
                <a:gd name="connsiteY15" fmla="*/ 702173 h 3477682"/>
                <a:gd name="connsiteX16" fmla="*/ 289856 w 2302241"/>
                <a:gd name="connsiteY16" fmla="*/ 1084571 h 3477682"/>
                <a:gd name="connsiteX17" fmla="*/ 20036 w 2302241"/>
                <a:gd name="connsiteY17" fmla="*/ 1386005 h 3477682"/>
                <a:gd name="connsiteX18" fmla="*/ 37172 w 2302241"/>
                <a:gd name="connsiteY18" fmla="*/ 1649875 h 3477682"/>
                <a:gd name="connsiteX0" fmla="*/ 1555168 w 2303216"/>
                <a:gd name="connsiteY0" fmla="*/ 3477682 h 3477682"/>
                <a:gd name="connsiteX1" fmla="*/ 1688244 w 2303216"/>
                <a:gd name="connsiteY1" fmla="*/ 3325735 h 3477682"/>
                <a:gd name="connsiteX2" fmla="*/ 1943232 w 2303216"/>
                <a:gd name="connsiteY2" fmla="*/ 3253220 h 3477682"/>
                <a:gd name="connsiteX3" fmla="*/ 2208945 w 2303216"/>
                <a:gd name="connsiteY3" fmla="*/ 3123072 h 3477682"/>
                <a:gd name="connsiteX4" fmla="*/ 2302189 w 2303216"/>
                <a:gd name="connsiteY4" fmla="*/ 2645641 h 3477682"/>
                <a:gd name="connsiteX5" fmla="*/ 2137351 w 2303216"/>
                <a:gd name="connsiteY5" fmla="*/ 2225575 h 3477682"/>
                <a:gd name="connsiteX6" fmla="*/ 1920201 w 2303216"/>
                <a:gd name="connsiteY6" fmla="*/ 1921582 h 3477682"/>
                <a:gd name="connsiteX7" fmla="*/ 1615400 w 2303216"/>
                <a:gd name="connsiteY7" fmla="*/ 1659142 h 3477682"/>
                <a:gd name="connsiteX8" fmla="*/ 1774399 w 2303216"/>
                <a:gd name="connsiteY8" fmla="*/ 1252391 h 3477682"/>
                <a:gd name="connsiteX9" fmla="*/ 1589387 w 2303216"/>
                <a:gd name="connsiteY9" fmla="*/ 1005827 h 3477682"/>
                <a:gd name="connsiteX10" fmla="*/ 1514058 w 2303216"/>
                <a:gd name="connsiteY10" fmla="*/ 738264 h 3477682"/>
                <a:gd name="connsiteX11" fmla="*/ 1532037 w 2303216"/>
                <a:gd name="connsiteY11" fmla="*/ 423754 h 3477682"/>
                <a:gd name="connsiteX12" fmla="*/ 1546529 w 2303216"/>
                <a:gd name="connsiteY12" fmla="*/ 34613 h 3477682"/>
                <a:gd name="connsiteX13" fmla="*/ 1174105 w 2303216"/>
                <a:gd name="connsiteY13" fmla="*/ 98635 h 3477682"/>
                <a:gd name="connsiteX14" fmla="*/ 776589 w 2303216"/>
                <a:gd name="connsiteY14" fmla="*/ 376990 h 3477682"/>
                <a:gd name="connsiteX15" fmla="*/ 404983 w 2303216"/>
                <a:gd name="connsiteY15" fmla="*/ 702173 h 3477682"/>
                <a:gd name="connsiteX16" fmla="*/ 289856 w 2303216"/>
                <a:gd name="connsiteY16" fmla="*/ 1084571 h 3477682"/>
                <a:gd name="connsiteX17" fmla="*/ 20036 w 2303216"/>
                <a:gd name="connsiteY17" fmla="*/ 1386005 h 3477682"/>
                <a:gd name="connsiteX18" fmla="*/ 37172 w 2303216"/>
                <a:gd name="connsiteY18" fmla="*/ 1649875 h 3477682"/>
                <a:gd name="connsiteX0" fmla="*/ 1555168 w 2303216"/>
                <a:gd name="connsiteY0" fmla="*/ 3477682 h 3477682"/>
                <a:gd name="connsiteX1" fmla="*/ 1757868 w 2303216"/>
                <a:gd name="connsiteY1" fmla="*/ 3437891 h 3477682"/>
                <a:gd name="connsiteX2" fmla="*/ 1943232 w 2303216"/>
                <a:gd name="connsiteY2" fmla="*/ 3253220 h 3477682"/>
                <a:gd name="connsiteX3" fmla="*/ 2208945 w 2303216"/>
                <a:gd name="connsiteY3" fmla="*/ 3123072 h 3477682"/>
                <a:gd name="connsiteX4" fmla="*/ 2302189 w 2303216"/>
                <a:gd name="connsiteY4" fmla="*/ 2645641 h 3477682"/>
                <a:gd name="connsiteX5" fmla="*/ 2137351 w 2303216"/>
                <a:gd name="connsiteY5" fmla="*/ 2225575 h 3477682"/>
                <a:gd name="connsiteX6" fmla="*/ 1920201 w 2303216"/>
                <a:gd name="connsiteY6" fmla="*/ 1921582 h 3477682"/>
                <a:gd name="connsiteX7" fmla="*/ 1615400 w 2303216"/>
                <a:gd name="connsiteY7" fmla="*/ 1659142 h 3477682"/>
                <a:gd name="connsiteX8" fmla="*/ 1774399 w 2303216"/>
                <a:gd name="connsiteY8" fmla="*/ 1252391 h 3477682"/>
                <a:gd name="connsiteX9" fmla="*/ 1589387 w 2303216"/>
                <a:gd name="connsiteY9" fmla="*/ 1005827 h 3477682"/>
                <a:gd name="connsiteX10" fmla="*/ 1514058 w 2303216"/>
                <a:gd name="connsiteY10" fmla="*/ 738264 h 3477682"/>
                <a:gd name="connsiteX11" fmla="*/ 1532037 w 2303216"/>
                <a:gd name="connsiteY11" fmla="*/ 423754 h 3477682"/>
                <a:gd name="connsiteX12" fmla="*/ 1546529 w 2303216"/>
                <a:gd name="connsiteY12" fmla="*/ 34613 h 3477682"/>
                <a:gd name="connsiteX13" fmla="*/ 1174105 w 2303216"/>
                <a:gd name="connsiteY13" fmla="*/ 98635 h 3477682"/>
                <a:gd name="connsiteX14" fmla="*/ 776589 w 2303216"/>
                <a:gd name="connsiteY14" fmla="*/ 376990 h 3477682"/>
                <a:gd name="connsiteX15" fmla="*/ 404983 w 2303216"/>
                <a:gd name="connsiteY15" fmla="*/ 702173 h 3477682"/>
                <a:gd name="connsiteX16" fmla="*/ 289856 w 2303216"/>
                <a:gd name="connsiteY16" fmla="*/ 1084571 h 3477682"/>
                <a:gd name="connsiteX17" fmla="*/ 20036 w 2303216"/>
                <a:gd name="connsiteY17" fmla="*/ 1386005 h 3477682"/>
                <a:gd name="connsiteX18" fmla="*/ 37172 w 2303216"/>
                <a:gd name="connsiteY18" fmla="*/ 1649875 h 3477682"/>
                <a:gd name="connsiteX0" fmla="*/ 1381969 w 2303216"/>
                <a:gd name="connsiteY0" fmla="*/ 3659999 h 3659999"/>
                <a:gd name="connsiteX1" fmla="*/ 1757868 w 2303216"/>
                <a:gd name="connsiteY1" fmla="*/ 3437891 h 3659999"/>
                <a:gd name="connsiteX2" fmla="*/ 1943232 w 2303216"/>
                <a:gd name="connsiteY2" fmla="*/ 3253220 h 3659999"/>
                <a:gd name="connsiteX3" fmla="*/ 2208945 w 2303216"/>
                <a:gd name="connsiteY3" fmla="*/ 3123072 h 3659999"/>
                <a:gd name="connsiteX4" fmla="*/ 2302189 w 2303216"/>
                <a:gd name="connsiteY4" fmla="*/ 2645641 h 3659999"/>
                <a:gd name="connsiteX5" fmla="*/ 2137351 w 2303216"/>
                <a:gd name="connsiteY5" fmla="*/ 2225575 h 3659999"/>
                <a:gd name="connsiteX6" fmla="*/ 1920201 w 2303216"/>
                <a:gd name="connsiteY6" fmla="*/ 1921582 h 3659999"/>
                <a:gd name="connsiteX7" fmla="*/ 1615400 w 2303216"/>
                <a:gd name="connsiteY7" fmla="*/ 1659142 h 3659999"/>
                <a:gd name="connsiteX8" fmla="*/ 1774399 w 2303216"/>
                <a:gd name="connsiteY8" fmla="*/ 1252391 h 3659999"/>
                <a:gd name="connsiteX9" fmla="*/ 1589387 w 2303216"/>
                <a:gd name="connsiteY9" fmla="*/ 1005827 h 3659999"/>
                <a:gd name="connsiteX10" fmla="*/ 1514058 w 2303216"/>
                <a:gd name="connsiteY10" fmla="*/ 738264 h 3659999"/>
                <a:gd name="connsiteX11" fmla="*/ 1532037 w 2303216"/>
                <a:gd name="connsiteY11" fmla="*/ 423754 h 3659999"/>
                <a:gd name="connsiteX12" fmla="*/ 1546529 w 2303216"/>
                <a:gd name="connsiteY12" fmla="*/ 34613 h 3659999"/>
                <a:gd name="connsiteX13" fmla="*/ 1174105 w 2303216"/>
                <a:gd name="connsiteY13" fmla="*/ 98635 h 3659999"/>
                <a:gd name="connsiteX14" fmla="*/ 776589 w 2303216"/>
                <a:gd name="connsiteY14" fmla="*/ 376990 h 3659999"/>
                <a:gd name="connsiteX15" fmla="*/ 404983 w 2303216"/>
                <a:gd name="connsiteY15" fmla="*/ 702173 h 3659999"/>
                <a:gd name="connsiteX16" fmla="*/ 289856 w 2303216"/>
                <a:gd name="connsiteY16" fmla="*/ 1084571 h 3659999"/>
                <a:gd name="connsiteX17" fmla="*/ 20036 w 2303216"/>
                <a:gd name="connsiteY17" fmla="*/ 1386005 h 3659999"/>
                <a:gd name="connsiteX18" fmla="*/ 37172 w 2303216"/>
                <a:gd name="connsiteY18" fmla="*/ 1649875 h 365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03216" h="3659999">
                  <a:moveTo>
                    <a:pt x="1381969" y="3659999"/>
                  </a:moveTo>
                  <a:cubicBezTo>
                    <a:pt x="1418351" y="3633914"/>
                    <a:pt x="1691783" y="3482017"/>
                    <a:pt x="1757868" y="3437891"/>
                  </a:cubicBezTo>
                  <a:cubicBezTo>
                    <a:pt x="1823953" y="3393765"/>
                    <a:pt x="1868053" y="3305690"/>
                    <a:pt x="1943232" y="3253220"/>
                  </a:cubicBezTo>
                  <a:cubicBezTo>
                    <a:pt x="2018412" y="3200750"/>
                    <a:pt x="2167983" y="3213957"/>
                    <a:pt x="2208945" y="3123072"/>
                  </a:cubicBezTo>
                  <a:cubicBezTo>
                    <a:pt x="2218392" y="2970967"/>
                    <a:pt x="2314121" y="2795224"/>
                    <a:pt x="2302189" y="2645641"/>
                  </a:cubicBezTo>
                  <a:cubicBezTo>
                    <a:pt x="2290257" y="2496058"/>
                    <a:pt x="2129837" y="2334968"/>
                    <a:pt x="2137351" y="2225575"/>
                  </a:cubicBezTo>
                  <a:cubicBezTo>
                    <a:pt x="2144865" y="2116182"/>
                    <a:pt x="2007193" y="2015988"/>
                    <a:pt x="1920201" y="1921582"/>
                  </a:cubicBezTo>
                  <a:cubicBezTo>
                    <a:pt x="1833209" y="1827177"/>
                    <a:pt x="1616793" y="1786705"/>
                    <a:pt x="1615400" y="1659142"/>
                  </a:cubicBezTo>
                  <a:cubicBezTo>
                    <a:pt x="1614007" y="1531579"/>
                    <a:pt x="1778734" y="1361277"/>
                    <a:pt x="1774399" y="1252391"/>
                  </a:cubicBezTo>
                  <a:cubicBezTo>
                    <a:pt x="1770064" y="1143505"/>
                    <a:pt x="1607771" y="1084218"/>
                    <a:pt x="1589387" y="1005827"/>
                  </a:cubicBezTo>
                  <a:cubicBezTo>
                    <a:pt x="1566432" y="908481"/>
                    <a:pt x="1520249" y="838087"/>
                    <a:pt x="1514058" y="738264"/>
                  </a:cubicBezTo>
                  <a:cubicBezTo>
                    <a:pt x="1508819" y="655111"/>
                    <a:pt x="1520226" y="506241"/>
                    <a:pt x="1532037" y="423754"/>
                  </a:cubicBezTo>
                  <a:cubicBezTo>
                    <a:pt x="1536853" y="292238"/>
                    <a:pt x="1619320" y="102801"/>
                    <a:pt x="1546529" y="34613"/>
                  </a:cubicBezTo>
                  <a:cubicBezTo>
                    <a:pt x="1473738" y="-33575"/>
                    <a:pt x="1320732" y="4861"/>
                    <a:pt x="1174105" y="98635"/>
                  </a:cubicBezTo>
                  <a:cubicBezTo>
                    <a:pt x="1027479" y="192409"/>
                    <a:pt x="877189" y="221584"/>
                    <a:pt x="776589" y="376990"/>
                  </a:cubicBezTo>
                  <a:cubicBezTo>
                    <a:pt x="675989" y="532396"/>
                    <a:pt x="486105" y="584243"/>
                    <a:pt x="404983" y="702173"/>
                  </a:cubicBezTo>
                  <a:cubicBezTo>
                    <a:pt x="323861" y="820103"/>
                    <a:pt x="373742" y="975484"/>
                    <a:pt x="289856" y="1084571"/>
                  </a:cubicBezTo>
                  <a:cubicBezTo>
                    <a:pt x="205970" y="1193659"/>
                    <a:pt x="79475" y="1279022"/>
                    <a:pt x="20036" y="1386005"/>
                  </a:cubicBezTo>
                  <a:cubicBezTo>
                    <a:pt x="-39403" y="1492988"/>
                    <a:pt x="53992" y="1523918"/>
                    <a:pt x="37172" y="1649875"/>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4" name="Freeform: Shape 13">
              <a:extLst>
                <a:ext uri="{FF2B5EF4-FFF2-40B4-BE49-F238E27FC236}">
                  <a16:creationId xmlns:a16="http://schemas.microsoft.com/office/drawing/2014/main" id="{C7AAAD5A-FD70-9D68-D15A-8C15DE482300}"/>
                </a:ext>
              </a:extLst>
            </p:cNvPr>
            <p:cNvSpPr/>
            <p:nvPr/>
          </p:nvSpPr>
          <p:spPr>
            <a:xfrm rot="9390017" flipV="1">
              <a:off x="11240859" y="-204571"/>
              <a:ext cx="746203" cy="1127304"/>
            </a:xfrm>
            <a:custGeom>
              <a:avLst/>
              <a:gdLst>
                <a:gd name="connsiteX0" fmla="*/ 11621 w 286935"/>
                <a:gd name="connsiteY0" fmla="*/ 1358265 h 1358264"/>
                <a:gd name="connsiteX1" fmla="*/ 163830 w 286935"/>
                <a:gd name="connsiteY1" fmla="*/ 1157287 h 1358264"/>
                <a:gd name="connsiteX2" fmla="*/ 258604 w 286935"/>
                <a:gd name="connsiteY2" fmla="*/ 858679 h 1358264"/>
                <a:gd name="connsiteX3" fmla="*/ 284417 w 286935"/>
                <a:gd name="connsiteY3" fmla="*/ 577310 h 1358264"/>
                <a:gd name="connsiteX4" fmla="*/ 215456 w 286935"/>
                <a:gd name="connsiteY4" fmla="*/ 330422 h 1358264"/>
                <a:gd name="connsiteX5" fmla="*/ 0 w 286935"/>
                <a:gd name="connsiteY5" fmla="*/ 0 h 1358264"/>
                <a:gd name="connsiteX0" fmla="*/ 0 w 565131"/>
                <a:gd name="connsiteY0" fmla="*/ 1375489 h 1375489"/>
                <a:gd name="connsiteX1" fmla="*/ 442026 w 565131"/>
                <a:gd name="connsiteY1" fmla="*/ 1157287 h 1375489"/>
                <a:gd name="connsiteX2" fmla="*/ 536800 w 565131"/>
                <a:gd name="connsiteY2" fmla="*/ 858679 h 1375489"/>
                <a:gd name="connsiteX3" fmla="*/ 562613 w 565131"/>
                <a:gd name="connsiteY3" fmla="*/ 577310 h 1375489"/>
                <a:gd name="connsiteX4" fmla="*/ 493652 w 565131"/>
                <a:gd name="connsiteY4" fmla="*/ 330422 h 1375489"/>
                <a:gd name="connsiteX5" fmla="*/ 278196 w 565131"/>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493652 w 567196"/>
                <a:gd name="connsiteY4" fmla="*/ 330422 h 1375489"/>
                <a:gd name="connsiteX5" fmla="*/ 278196 w 567196"/>
                <a:gd name="connsiteY5" fmla="*/ 0 h 1375489"/>
                <a:gd name="connsiteX0" fmla="*/ 0 w 567196"/>
                <a:gd name="connsiteY0" fmla="*/ 1375489 h 1375489"/>
                <a:gd name="connsiteX1" fmla="*/ 363531 w 567196"/>
                <a:gd name="connsiteY1" fmla="*/ 1151767 h 1375489"/>
                <a:gd name="connsiteX2" fmla="*/ 536800 w 567196"/>
                <a:gd name="connsiteY2" fmla="*/ 858679 h 1375489"/>
                <a:gd name="connsiteX3" fmla="*/ 562613 w 567196"/>
                <a:gd name="connsiteY3" fmla="*/ 577310 h 1375489"/>
                <a:gd name="connsiteX4" fmla="*/ 538652 w 567196"/>
                <a:gd name="connsiteY4" fmla="*/ 446240 h 1375489"/>
                <a:gd name="connsiteX5" fmla="*/ 278196 w 567196"/>
                <a:gd name="connsiteY5" fmla="*/ 0 h 1375489"/>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67196"/>
                <a:gd name="connsiteY0" fmla="*/ 1335352 h 1335352"/>
                <a:gd name="connsiteX1" fmla="*/ 363531 w 567196"/>
                <a:gd name="connsiteY1" fmla="*/ 1111630 h 1335352"/>
                <a:gd name="connsiteX2" fmla="*/ 536800 w 567196"/>
                <a:gd name="connsiteY2" fmla="*/ 818542 h 1335352"/>
                <a:gd name="connsiteX3" fmla="*/ 562613 w 567196"/>
                <a:gd name="connsiteY3" fmla="*/ 537173 h 1335352"/>
                <a:gd name="connsiteX4" fmla="*/ 538652 w 567196"/>
                <a:gd name="connsiteY4" fmla="*/ 406103 h 1335352"/>
                <a:gd name="connsiteX5" fmla="*/ 399735 w 567196"/>
                <a:gd name="connsiteY5" fmla="*/ 0 h 1335352"/>
                <a:gd name="connsiteX0" fmla="*/ 0 w 576877"/>
                <a:gd name="connsiteY0" fmla="*/ 1335352 h 1335352"/>
                <a:gd name="connsiteX1" fmla="*/ 363531 w 576877"/>
                <a:gd name="connsiteY1" fmla="*/ 1111630 h 1335352"/>
                <a:gd name="connsiteX2" fmla="*/ 536800 w 576877"/>
                <a:gd name="connsiteY2" fmla="*/ 818542 h 1335352"/>
                <a:gd name="connsiteX3" fmla="*/ 562613 w 576877"/>
                <a:gd name="connsiteY3" fmla="*/ 537173 h 1335352"/>
                <a:gd name="connsiteX4" fmla="*/ 575109 w 576877"/>
                <a:gd name="connsiteY4" fmla="*/ 341723 h 1335352"/>
                <a:gd name="connsiteX5" fmla="*/ 399735 w 576877"/>
                <a:gd name="connsiteY5" fmla="*/ 0 h 1335352"/>
                <a:gd name="connsiteX0" fmla="*/ 0 w 583762"/>
                <a:gd name="connsiteY0" fmla="*/ 1335352 h 1335352"/>
                <a:gd name="connsiteX1" fmla="*/ 363531 w 583762"/>
                <a:gd name="connsiteY1" fmla="*/ 1111630 h 1335352"/>
                <a:gd name="connsiteX2" fmla="*/ 536800 w 583762"/>
                <a:gd name="connsiteY2" fmla="*/ 818542 h 1335352"/>
                <a:gd name="connsiteX3" fmla="*/ 581505 w 583762"/>
                <a:gd name="connsiteY3" fmla="*/ 502801 h 1335352"/>
                <a:gd name="connsiteX4" fmla="*/ 575109 w 583762"/>
                <a:gd name="connsiteY4" fmla="*/ 341723 h 1335352"/>
                <a:gd name="connsiteX5" fmla="*/ 399735 w 583762"/>
                <a:gd name="connsiteY5" fmla="*/ 0 h 1335352"/>
                <a:gd name="connsiteX0" fmla="*/ 0 w 583762"/>
                <a:gd name="connsiteY0" fmla="*/ 1511218 h 1511218"/>
                <a:gd name="connsiteX1" fmla="*/ 363531 w 583762"/>
                <a:gd name="connsiteY1" fmla="*/ 1287496 h 1511218"/>
                <a:gd name="connsiteX2" fmla="*/ 536800 w 583762"/>
                <a:gd name="connsiteY2" fmla="*/ 994408 h 1511218"/>
                <a:gd name="connsiteX3" fmla="*/ 581505 w 583762"/>
                <a:gd name="connsiteY3" fmla="*/ 678667 h 1511218"/>
                <a:gd name="connsiteX4" fmla="*/ 575109 w 583762"/>
                <a:gd name="connsiteY4" fmla="*/ 517589 h 1511218"/>
                <a:gd name="connsiteX5" fmla="*/ 375364 w 583762"/>
                <a:gd name="connsiteY5" fmla="*/ 1 h 1511218"/>
                <a:gd name="connsiteX0" fmla="*/ 0 w 583397"/>
                <a:gd name="connsiteY0" fmla="*/ 1540515 h 1540516"/>
                <a:gd name="connsiteX1" fmla="*/ 363166 w 583397"/>
                <a:gd name="connsiteY1" fmla="*/ 1287494 h 1540516"/>
                <a:gd name="connsiteX2" fmla="*/ 536435 w 583397"/>
                <a:gd name="connsiteY2" fmla="*/ 994406 h 1540516"/>
                <a:gd name="connsiteX3" fmla="*/ 581140 w 583397"/>
                <a:gd name="connsiteY3" fmla="*/ 678665 h 1540516"/>
                <a:gd name="connsiteX4" fmla="*/ 574744 w 583397"/>
                <a:gd name="connsiteY4" fmla="*/ 517587 h 1540516"/>
                <a:gd name="connsiteX5" fmla="*/ 374999 w 583397"/>
                <a:gd name="connsiteY5" fmla="*/ -1 h 1540516"/>
                <a:gd name="connsiteX0" fmla="*/ 0 w 373241"/>
                <a:gd name="connsiteY0" fmla="*/ 1606410 h 1606410"/>
                <a:gd name="connsiteX1" fmla="*/ 153010 w 373241"/>
                <a:gd name="connsiteY1" fmla="*/ 1287496 h 1606410"/>
                <a:gd name="connsiteX2" fmla="*/ 326279 w 373241"/>
                <a:gd name="connsiteY2" fmla="*/ 994408 h 1606410"/>
                <a:gd name="connsiteX3" fmla="*/ 370984 w 373241"/>
                <a:gd name="connsiteY3" fmla="*/ 678667 h 1606410"/>
                <a:gd name="connsiteX4" fmla="*/ 364588 w 373241"/>
                <a:gd name="connsiteY4" fmla="*/ 517589 h 1606410"/>
                <a:gd name="connsiteX5" fmla="*/ 164843 w 373241"/>
                <a:gd name="connsiteY5" fmla="*/ 1 h 1606410"/>
                <a:gd name="connsiteX0" fmla="*/ 0 w 374505"/>
                <a:gd name="connsiteY0" fmla="*/ 1606408 h 1606408"/>
                <a:gd name="connsiteX1" fmla="*/ 80420 w 374505"/>
                <a:gd name="connsiteY1" fmla="*/ 1188186 h 1606408"/>
                <a:gd name="connsiteX2" fmla="*/ 326279 w 374505"/>
                <a:gd name="connsiteY2" fmla="*/ 994406 h 1606408"/>
                <a:gd name="connsiteX3" fmla="*/ 370984 w 374505"/>
                <a:gd name="connsiteY3" fmla="*/ 678665 h 1606408"/>
                <a:gd name="connsiteX4" fmla="*/ 364588 w 374505"/>
                <a:gd name="connsiteY4" fmla="*/ 517587 h 1606408"/>
                <a:gd name="connsiteX5" fmla="*/ 164843 w 374505"/>
                <a:gd name="connsiteY5" fmla="*/ -1 h 1606408"/>
                <a:gd name="connsiteX0" fmla="*/ 0 w 651530"/>
                <a:gd name="connsiteY0" fmla="*/ 1716872 h 1716872"/>
                <a:gd name="connsiteX1" fmla="*/ 80420 w 651530"/>
                <a:gd name="connsiteY1" fmla="*/ 1298650 h 1716872"/>
                <a:gd name="connsiteX2" fmla="*/ 326279 w 651530"/>
                <a:gd name="connsiteY2" fmla="*/ 1104870 h 1716872"/>
                <a:gd name="connsiteX3" fmla="*/ 370984 w 651530"/>
                <a:gd name="connsiteY3" fmla="*/ 789129 h 1716872"/>
                <a:gd name="connsiteX4" fmla="*/ 364588 w 651530"/>
                <a:gd name="connsiteY4" fmla="*/ 628051 h 1716872"/>
                <a:gd name="connsiteX5" fmla="*/ 651530 w 651530"/>
                <a:gd name="connsiteY5" fmla="*/ 0 h 171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530" h="1716872">
                  <a:moveTo>
                    <a:pt x="0" y="1716872"/>
                  </a:moveTo>
                  <a:cubicBezTo>
                    <a:pt x="0" y="1716872"/>
                    <a:pt x="26040" y="1400650"/>
                    <a:pt x="80420" y="1298650"/>
                  </a:cubicBezTo>
                  <a:cubicBezTo>
                    <a:pt x="134800" y="1196650"/>
                    <a:pt x="277852" y="1189790"/>
                    <a:pt x="326279" y="1104870"/>
                  </a:cubicBezTo>
                  <a:cubicBezTo>
                    <a:pt x="374706" y="1019950"/>
                    <a:pt x="379747" y="883331"/>
                    <a:pt x="370984" y="789129"/>
                  </a:cubicBezTo>
                  <a:cubicBezTo>
                    <a:pt x="363078" y="703499"/>
                    <a:pt x="373709" y="708360"/>
                    <a:pt x="364588" y="628051"/>
                  </a:cubicBezTo>
                  <a:cubicBezTo>
                    <a:pt x="364749" y="496234"/>
                    <a:pt x="651530" y="0"/>
                    <a:pt x="65153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5" name="Freeform: Shape 14">
              <a:extLst>
                <a:ext uri="{FF2B5EF4-FFF2-40B4-BE49-F238E27FC236}">
                  <a16:creationId xmlns:a16="http://schemas.microsoft.com/office/drawing/2014/main" id="{F5853CF6-BCDC-BC66-A564-513DF8D0FC61}"/>
                </a:ext>
              </a:extLst>
            </p:cNvPr>
            <p:cNvSpPr/>
            <p:nvPr/>
          </p:nvSpPr>
          <p:spPr>
            <a:xfrm rot="9390017" flipV="1">
              <a:off x="11684014" y="-46991"/>
              <a:ext cx="402685" cy="552810"/>
            </a:xfrm>
            <a:custGeom>
              <a:avLst/>
              <a:gdLst>
                <a:gd name="connsiteX0" fmla="*/ 0 w 167300"/>
                <a:gd name="connsiteY0" fmla="*/ 0 h 890873"/>
                <a:gd name="connsiteX1" fmla="*/ 143732 w 167300"/>
                <a:gd name="connsiteY1" fmla="*/ 233077 h 890873"/>
                <a:gd name="connsiteX2" fmla="*/ 160973 w 167300"/>
                <a:gd name="connsiteY2" fmla="*/ 482822 h 890873"/>
                <a:gd name="connsiteX3" fmla="*/ 0 w 167300"/>
                <a:gd name="connsiteY3" fmla="*/ 890873 h 890873"/>
                <a:gd name="connsiteX0" fmla="*/ 386354 w 553656"/>
                <a:gd name="connsiteY0" fmla="*/ 0 h 851751"/>
                <a:gd name="connsiteX1" fmla="*/ 530086 w 553656"/>
                <a:gd name="connsiteY1" fmla="*/ 233077 h 851751"/>
                <a:gd name="connsiteX2" fmla="*/ 547327 w 553656"/>
                <a:gd name="connsiteY2" fmla="*/ 482822 h 851751"/>
                <a:gd name="connsiteX3" fmla="*/ 0 w 553656"/>
                <a:gd name="connsiteY3" fmla="*/ 851751 h 851751"/>
              </a:gdLst>
              <a:ahLst/>
              <a:cxnLst>
                <a:cxn ang="0">
                  <a:pos x="connsiteX0" y="connsiteY0"/>
                </a:cxn>
                <a:cxn ang="0">
                  <a:pos x="connsiteX1" y="connsiteY1"/>
                </a:cxn>
                <a:cxn ang="0">
                  <a:pos x="connsiteX2" y="connsiteY2"/>
                </a:cxn>
                <a:cxn ang="0">
                  <a:pos x="connsiteX3" y="connsiteY3"/>
                </a:cxn>
              </a:cxnLst>
              <a:rect l="l" t="t" r="r" b="b"/>
              <a:pathLst>
                <a:path w="553656" h="851751">
                  <a:moveTo>
                    <a:pt x="386354" y="0"/>
                  </a:moveTo>
                  <a:cubicBezTo>
                    <a:pt x="386354" y="0"/>
                    <a:pt x="496939" y="127254"/>
                    <a:pt x="530086" y="233077"/>
                  </a:cubicBezTo>
                  <a:cubicBezTo>
                    <a:pt x="555328" y="313563"/>
                    <a:pt x="558947" y="399098"/>
                    <a:pt x="547327" y="482822"/>
                  </a:cubicBezTo>
                  <a:cubicBezTo>
                    <a:pt x="523324" y="655892"/>
                    <a:pt x="0" y="851751"/>
                    <a:pt x="0" y="85175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6" name="Freeform: Shape 15">
              <a:extLst>
                <a:ext uri="{FF2B5EF4-FFF2-40B4-BE49-F238E27FC236}">
                  <a16:creationId xmlns:a16="http://schemas.microsoft.com/office/drawing/2014/main" id="{DD8C478D-5066-A450-62E7-798664E7C85A}"/>
                </a:ext>
              </a:extLst>
            </p:cNvPr>
            <p:cNvSpPr/>
            <p:nvPr/>
          </p:nvSpPr>
          <p:spPr>
            <a:xfrm rot="11226966" flipV="1">
              <a:off x="6615025" y="-139641"/>
              <a:ext cx="2292238" cy="1189941"/>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486445 w 2625243"/>
                <a:gd name="connsiteY14" fmla="*/ 599344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35620 w 2625243"/>
                <a:gd name="connsiteY13" fmla="*/ 625765 h 1523050"/>
                <a:gd name="connsiteX14" fmla="*/ 486445 w 2625243"/>
                <a:gd name="connsiteY14" fmla="*/ 599344 h 1523050"/>
                <a:gd name="connsiteX15" fmla="*/ 284893 w 2625243"/>
                <a:gd name="connsiteY15" fmla="*/ 279244 h 1523050"/>
                <a:gd name="connsiteX16" fmla="*/ 0 w 2625243"/>
                <a:gd name="connsiteY16" fmla="*/ 54359 h 1523050"/>
                <a:gd name="connsiteX0" fmla="*/ 2263130 w 2340350"/>
                <a:gd name="connsiteY0" fmla="*/ 0 h 1523050"/>
                <a:gd name="connsiteX1" fmla="*/ 2337900 w 2340350"/>
                <a:gd name="connsiteY1" fmla="*/ 557185 h 1523050"/>
                <a:gd name="connsiteX2" fmla="*/ 2282652 w 2340350"/>
                <a:gd name="connsiteY2" fmla="*/ 1180075 h 1523050"/>
                <a:gd name="connsiteX3" fmla="*/ 1927003 w 2340350"/>
                <a:gd name="connsiteY3" fmla="*/ 1444437 h 1523050"/>
                <a:gd name="connsiteX4" fmla="*/ 1651730 w 2340350"/>
                <a:gd name="connsiteY4" fmla="*/ 1521019 h 1523050"/>
                <a:gd name="connsiteX5" fmla="*/ 1465040 w 2340350"/>
                <a:gd name="connsiteY5" fmla="*/ 1501873 h 1523050"/>
                <a:gd name="connsiteX6" fmla="*/ 1309402 w 2340350"/>
                <a:gd name="connsiteY6" fmla="*/ 1406147 h 1523050"/>
                <a:gd name="connsiteX7" fmla="*/ 1228058 w 2340350"/>
                <a:gd name="connsiteY7" fmla="*/ 1281751 h 1523050"/>
                <a:gd name="connsiteX8" fmla="*/ 1216056 w 2340350"/>
                <a:gd name="connsiteY8" fmla="*/ 1047245 h 1523050"/>
                <a:gd name="connsiteX9" fmla="*/ 1256728 w 2340350"/>
                <a:gd name="connsiteY9" fmla="*/ 858269 h 1523050"/>
                <a:gd name="connsiteX10" fmla="*/ 1256728 w 2340350"/>
                <a:gd name="connsiteY10" fmla="*/ 719490 h 1523050"/>
                <a:gd name="connsiteX11" fmla="*/ 1144238 w 2340350"/>
                <a:gd name="connsiteY11" fmla="*/ 580711 h 1523050"/>
                <a:gd name="connsiteX12" fmla="*/ 878490 w 2340350"/>
                <a:gd name="connsiteY12" fmla="*/ 504130 h 1523050"/>
                <a:gd name="connsiteX13" fmla="*/ 550727 w 2340350"/>
                <a:gd name="connsiteY13" fmla="*/ 625765 h 1523050"/>
                <a:gd name="connsiteX14" fmla="*/ 201552 w 2340350"/>
                <a:gd name="connsiteY14" fmla="*/ 599344 h 1523050"/>
                <a:gd name="connsiteX15" fmla="*/ 0 w 2340350"/>
                <a:gd name="connsiteY15" fmla="*/ 279244 h 1523050"/>
                <a:gd name="connsiteX0" fmla="*/ 2316669 w 2393889"/>
                <a:gd name="connsiteY0" fmla="*/ 0 h 1523050"/>
                <a:gd name="connsiteX1" fmla="*/ 2391439 w 2393889"/>
                <a:gd name="connsiteY1" fmla="*/ 557185 h 1523050"/>
                <a:gd name="connsiteX2" fmla="*/ 2336191 w 2393889"/>
                <a:gd name="connsiteY2" fmla="*/ 1180075 h 1523050"/>
                <a:gd name="connsiteX3" fmla="*/ 1980542 w 2393889"/>
                <a:gd name="connsiteY3" fmla="*/ 1444437 h 1523050"/>
                <a:gd name="connsiteX4" fmla="*/ 1705269 w 2393889"/>
                <a:gd name="connsiteY4" fmla="*/ 1521019 h 1523050"/>
                <a:gd name="connsiteX5" fmla="*/ 1518579 w 2393889"/>
                <a:gd name="connsiteY5" fmla="*/ 1501873 h 1523050"/>
                <a:gd name="connsiteX6" fmla="*/ 1362941 w 2393889"/>
                <a:gd name="connsiteY6" fmla="*/ 1406147 h 1523050"/>
                <a:gd name="connsiteX7" fmla="*/ 1281597 w 2393889"/>
                <a:gd name="connsiteY7" fmla="*/ 1281751 h 1523050"/>
                <a:gd name="connsiteX8" fmla="*/ 1269595 w 2393889"/>
                <a:gd name="connsiteY8" fmla="*/ 1047245 h 1523050"/>
                <a:gd name="connsiteX9" fmla="*/ 1310267 w 2393889"/>
                <a:gd name="connsiteY9" fmla="*/ 858269 h 1523050"/>
                <a:gd name="connsiteX10" fmla="*/ 1310267 w 2393889"/>
                <a:gd name="connsiteY10" fmla="*/ 719490 h 1523050"/>
                <a:gd name="connsiteX11" fmla="*/ 1197777 w 2393889"/>
                <a:gd name="connsiteY11" fmla="*/ 580711 h 1523050"/>
                <a:gd name="connsiteX12" fmla="*/ 932029 w 2393889"/>
                <a:gd name="connsiteY12" fmla="*/ 504130 h 1523050"/>
                <a:gd name="connsiteX13" fmla="*/ 604266 w 2393889"/>
                <a:gd name="connsiteY13" fmla="*/ 625765 h 1523050"/>
                <a:gd name="connsiteX14" fmla="*/ 255091 w 2393889"/>
                <a:gd name="connsiteY14" fmla="*/ 599344 h 1523050"/>
                <a:gd name="connsiteX15" fmla="*/ 0 w 2393889"/>
                <a:gd name="connsiteY15" fmla="*/ 217340 h 1523050"/>
                <a:gd name="connsiteX0" fmla="*/ 2391439 w 2393889"/>
                <a:gd name="connsiteY0" fmla="*/ 339845 h 1305710"/>
                <a:gd name="connsiteX1" fmla="*/ 2336191 w 2393889"/>
                <a:gd name="connsiteY1" fmla="*/ 962735 h 1305710"/>
                <a:gd name="connsiteX2" fmla="*/ 1980542 w 2393889"/>
                <a:gd name="connsiteY2" fmla="*/ 1227097 h 1305710"/>
                <a:gd name="connsiteX3" fmla="*/ 1705269 w 2393889"/>
                <a:gd name="connsiteY3" fmla="*/ 1303679 h 1305710"/>
                <a:gd name="connsiteX4" fmla="*/ 1518579 w 2393889"/>
                <a:gd name="connsiteY4" fmla="*/ 1284533 h 1305710"/>
                <a:gd name="connsiteX5" fmla="*/ 1362941 w 2393889"/>
                <a:gd name="connsiteY5" fmla="*/ 1188807 h 1305710"/>
                <a:gd name="connsiteX6" fmla="*/ 1281597 w 2393889"/>
                <a:gd name="connsiteY6" fmla="*/ 1064411 h 1305710"/>
                <a:gd name="connsiteX7" fmla="*/ 1269595 w 2393889"/>
                <a:gd name="connsiteY7" fmla="*/ 829905 h 1305710"/>
                <a:gd name="connsiteX8" fmla="*/ 1310267 w 2393889"/>
                <a:gd name="connsiteY8" fmla="*/ 640929 h 1305710"/>
                <a:gd name="connsiteX9" fmla="*/ 1310267 w 2393889"/>
                <a:gd name="connsiteY9" fmla="*/ 502150 h 1305710"/>
                <a:gd name="connsiteX10" fmla="*/ 1197777 w 2393889"/>
                <a:gd name="connsiteY10" fmla="*/ 363371 h 1305710"/>
                <a:gd name="connsiteX11" fmla="*/ 932029 w 2393889"/>
                <a:gd name="connsiteY11" fmla="*/ 286790 h 1305710"/>
                <a:gd name="connsiteX12" fmla="*/ 604266 w 2393889"/>
                <a:gd name="connsiteY12" fmla="*/ 408425 h 1305710"/>
                <a:gd name="connsiteX13" fmla="*/ 255091 w 2393889"/>
                <a:gd name="connsiteY13" fmla="*/ 382004 h 1305710"/>
                <a:gd name="connsiteX14" fmla="*/ 0 w 2393889"/>
                <a:gd name="connsiteY14" fmla="*/ 0 h 1305710"/>
                <a:gd name="connsiteX0" fmla="*/ 2482122 w 2482238"/>
                <a:gd name="connsiteY0" fmla="*/ 689677 h 1305710"/>
                <a:gd name="connsiteX1" fmla="*/ 2336191 w 2482238"/>
                <a:gd name="connsiteY1" fmla="*/ 962735 h 1305710"/>
                <a:gd name="connsiteX2" fmla="*/ 1980542 w 2482238"/>
                <a:gd name="connsiteY2" fmla="*/ 1227097 h 1305710"/>
                <a:gd name="connsiteX3" fmla="*/ 1705269 w 2482238"/>
                <a:gd name="connsiteY3" fmla="*/ 1303679 h 1305710"/>
                <a:gd name="connsiteX4" fmla="*/ 1518579 w 2482238"/>
                <a:gd name="connsiteY4" fmla="*/ 1284533 h 1305710"/>
                <a:gd name="connsiteX5" fmla="*/ 1362941 w 2482238"/>
                <a:gd name="connsiteY5" fmla="*/ 1188807 h 1305710"/>
                <a:gd name="connsiteX6" fmla="*/ 1281597 w 2482238"/>
                <a:gd name="connsiteY6" fmla="*/ 1064411 h 1305710"/>
                <a:gd name="connsiteX7" fmla="*/ 1269595 w 2482238"/>
                <a:gd name="connsiteY7" fmla="*/ 829905 h 1305710"/>
                <a:gd name="connsiteX8" fmla="*/ 1310267 w 2482238"/>
                <a:gd name="connsiteY8" fmla="*/ 640929 h 1305710"/>
                <a:gd name="connsiteX9" fmla="*/ 1310267 w 2482238"/>
                <a:gd name="connsiteY9" fmla="*/ 502150 h 1305710"/>
                <a:gd name="connsiteX10" fmla="*/ 1197777 w 2482238"/>
                <a:gd name="connsiteY10" fmla="*/ 363371 h 1305710"/>
                <a:gd name="connsiteX11" fmla="*/ 932029 w 2482238"/>
                <a:gd name="connsiteY11" fmla="*/ 286790 h 1305710"/>
                <a:gd name="connsiteX12" fmla="*/ 604266 w 2482238"/>
                <a:gd name="connsiteY12" fmla="*/ 408425 h 1305710"/>
                <a:gd name="connsiteX13" fmla="*/ 255091 w 2482238"/>
                <a:gd name="connsiteY13" fmla="*/ 382004 h 1305710"/>
                <a:gd name="connsiteX14" fmla="*/ 0 w 2482238"/>
                <a:gd name="connsiteY14"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281597 w 2482229"/>
                <a:gd name="connsiteY6" fmla="*/ 1064411 h 1305710"/>
                <a:gd name="connsiteX7" fmla="*/ 1269595 w 2482229"/>
                <a:gd name="connsiteY7" fmla="*/ 829905 h 1305710"/>
                <a:gd name="connsiteX8" fmla="*/ 1310267 w 2482229"/>
                <a:gd name="connsiteY8" fmla="*/ 640929 h 1305710"/>
                <a:gd name="connsiteX9" fmla="*/ 1310267 w 2482229"/>
                <a:gd name="connsiteY9" fmla="*/ 502150 h 1305710"/>
                <a:gd name="connsiteX10" fmla="*/ 1197777 w 2482229"/>
                <a:gd name="connsiteY10" fmla="*/ 363371 h 1305710"/>
                <a:gd name="connsiteX11" fmla="*/ 932029 w 2482229"/>
                <a:gd name="connsiteY11" fmla="*/ 286790 h 1305710"/>
                <a:gd name="connsiteX12" fmla="*/ 604266 w 2482229"/>
                <a:gd name="connsiteY12" fmla="*/ 408425 h 1305710"/>
                <a:gd name="connsiteX13" fmla="*/ 255091 w 2482229"/>
                <a:gd name="connsiteY13" fmla="*/ 382004 h 1305710"/>
                <a:gd name="connsiteX14" fmla="*/ 0 w 2482229"/>
                <a:gd name="connsiteY14"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281597 w 2482229"/>
                <a:gd name="connsiteY6" fmla="*/ 1064411 h 1305710"/>
                <a:gd name="connsiteX7" fmla="*/ 1269595 w 2482229"/>
                <a:gd name="connsiteY7" fmla="*/ 829905 h 1305710"/>
                <a:gd name="connsiteX8" fmla="*/ 1310267 w 2482229"/>
                <a:gd name="connsiteY8" fmla="*/ 640929 h 1305710"/>
                <a:gd name="connsiteX9" fmla="*/ 1310267 w 2482229"/>
                <a:gd name="connsiteY9" fmla="*/ 502150 h 1305710"/>
                <a:gd name="connsiteX10" fmla="*/ 1197777 w 2482229"/>
                <a:gd name="connsiteY10" fmla="*/ 363371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281597 w 2482229"/>
                <a:gd name="connsiteY6" fmla="*/ 1064411 h 1305710"/>
                <a:gd name="connsiteX7" fmla="*/ 1269595 w 2482229"/>
                <a:gd name="connsiteY7" fmla="*/ 829905 h 1305710"/>
                <a:gd name="connsiteX8" fmla="*/ 1310267 w 2482229"/>
                <a:gd name="connsiteY8" fmla="*/ 640929 h 1305710"/>
                <a:gd name="connsiteX9" fmla="*/ 1310267 w 2482229"/>
                <a:gd name="connsiteY9" fmla="*/ 502150 h 1305710"/>
                <a:gd name="connsiteX10" fmla="*/ 936971 w 2482229"/>
                <a:gd name="connsiteY10" fmla="*/ 339494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281597 w 2482229"/>
                <a:gd name="connsiteY6" fmla="*/ 1064411 h 1305710"/>
                <a:gd name="connsiteX7" fmla="*/ 1269595 w 2482229"/>
                <a:gd name="connsiteY7" fmla="*/ 829905 h 1305710"/>
                <a:gd name="connsiteX8" fmla="*/ 1310267 w 2482229"/>
                <a:gd name="connsiteY8" fmla="*/ 640929 h 1305710"/>
                <a:gd name="connsiteX9" fmla="*/ 1212541 w 2482229"/>
                <a:gd name="connsiteY9" fmla="*/ 466735 h 1305710"/>
                <a:gd name="connsiteX10" fmla="*/ 936971 w 2482229"/>
                <a:gd name="connsiteY10" fmla="*/ 339494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281597 w 2482229"/>
                <a:gd name="connsiteY6" fmla="*/ 1064411 h 1305710"/>
                <a:gd name="connsiteX7" fmla="*/ 1269595 w 2482229"/>
                <a:gd name="connsiteY7" fmla="*/ 829905 h 1305710"/>
                <a:gd name="connsiteX8" fmla="*/ 1256637 w 2482229"/>
                <a:gd name="connsiteY8" fmla="*/ 675098 h 1305710"/>
                <a:gd name="connsiteX9" fmla="*/ 1212541 w 2482229"/>
                <a:gd name="connsiteY9" fmla="*/ 466735 h 1305710"/>
                <a:gd name="connsiteX10" fmla="*/ 936971 w 2482229"/>
                <a:gd name="connsiteY10" fmla="*/ 339494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133045 w 2482229"/>
                <a:gd name="connsiteY6" fmla="*/ 1032648 h 1305710"/>
                <a:gd name="connsiteX7" fmla="*/ 1269595 w 2482229"/>
                <a:gd name="connsiteY7" fmla="*/ 829905 h 1305710"/>
                <a:gd name="connsiteX8" fmla="*/ 1256637 w 2482229"/>
                <a:gd name="connsiteY8" fmla="*/ 675098 h 1305710"/>
                <a:gd name="connsiteX9" fmla="*/ 1212541 w 2482229"/>
                <a:gd name="connsiteY9" fmla="*/ 466735 h 1305710"/>
                <a:gd name="connsiteX10" fmla="*/ 936971 w 2482229"/>
                <a:gd name="connsiteY10" fmla="*/ 339494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5710"/>
                <a:gd name="connsiteX1" fmla="*/ 2330530 w 2482229"/>
                <a:gd name="connsiteY1" fmla="*/ 1048927 h 1305710"/>
                <a:gd name="connsiteX2" fmla="*/ 1980542 w 2482229"/>
                <a:gd name="connsiteY2" fmla="*/ 1227097 h 1305710"/>
                <a:gd name="connsiteX3" fmla="*/ 1705269 w 2482229"/>
                <a:gd name="connsiteY3" fmla="*/ 1303679 h 1305710"/>
                <a:gd name="connsiteX4" fmla="*/ 1518579 w 2482229"/>
                <a:gd name="connsiteY4" fmla="*/ 1284533 h 1305710"/>
                <a:gd name="connsiteX5" fmla="*/ 1362941 w 2482229"/>
                <a:gd name="connsiteY5" fmla="*/ 1188807 h 1305710"/>
                <a:gd name="connsiteX6" fmla="*/ 1133045 w 2482229"/>
                <a:gd name="connsiteY6" fmla="*/ 1032648 h 1305710"/>
                <a:gd name="connsiteX7" fmla="*/ 1170901 w 2482229"/>
                <a:gd name="connsiteY7" fmla="*/ 821434 h 1305710"/>
                <a:gd name="connsiteX8" fmla="*/ 1256637 w 2482229"/>
                <a:gd name="connsiteY8" fmla="*/ 675098 h 1305710"/>
                <a:gd name="connsiteX9" fmla="*/ 1212541 w 2482229"/>
                <a:gd name="connsiteY9" fmla="*/ 466735 h 1305710"/>
                <a:gd name="connsiteX10" fmla="*/ 936971 w 2482229"/>
                <a:gd name="connsiteY10" fmla="*/ 339494 h 1305710"/>
                <a:gd name="connsiteX11" fmla="*/ 604266 w 2482229"/>
                <a:gd name="connsiteY11" fmla="*/ 408425 h 1305710"/>
                <a:gd name="connsiteX12" fmla="*/ 255091 w 2482229"/>
                <a:gd name="connsiteY12" fmla="*/ 382004 h 1305710"/>
                <a:gd name="connsiteX13" fmla="*/ 0 w 2482229"/>
                <a:gd name="connsiteY13" fmla="*/ 0 h 1305710"/>
                <a:gd name="connsiteX0" fmla="*/ 2482122 w 2482229"/>
                <a:gd name="connsiteY0" fmla="*/ 689677 h 1304891"/>
                <a:gd name="connsiteX1" fmla="*/ 2330530 w 2482229"/>
                <a:gd name="connsiteY1" fmla="*/ 1048927 h 1304891"/>
                <a:gd name="connsiteX2" fmla="*/ 1980542 w 2482229"/>
                <a:gd name="connsiteY2" fmla="*/ 1227097 h 1304891"/>
                <a:gd name="connsiteX3" fmla="*/ 1705269 w 2482229"/>
                <a:gd name="connsiteY3" fmla="*/ 1303679 h 1304891"/>
                <a:gd name="connsiteX4" fmla="*/ 1518579 w 2482229"/>
                <a:gd name="connsiteY4" fmla="*/ 1284533 h 1304891"/>
                <a:gd name="connsiteX5" fmla="*/ 1334697 w 2482229"/>
                <a:gd name="connsiteY5" fmla="*/ 1233729 h 1304891"/>
                <a:gd name="connsiteX6" fmla="*/ 1133045 w 2482229"/>
                <a:gd name="connsiteY6" fmla="*/ 1032648 h 1304891"/>
                <a:gd name="connsiteX7" fmla="*/ 1170901 w 2482229"/>
                <a:gd name="connsiteY7" fmla="*/ 821434 h 1304891"/>
                <a:gd name="connsiteX8" fmla="*/ 1256637 w 2482229"/>
                <a:gd name="connsiteY8" fmla="*/ 675098 h 1304891"/>
                <a:gd name="connsiteX9" fmla="*/ 1212541 w 2482229"/>
                <a:gd name="connsiteY9" fmla="*/ 466735 h 1304891"/>
                <a:gd name="connsiteX10" fmla="*/ 936971 w 2482229"/>
                <a:gd name="connsiteY10" fmla="*/ 339494 h 1304891"/>
                <a:gd name="connsiteX11" fmla="*/ 604266 w 2482229"/>
                <a:gd name="connsiteY11" fmla="*/ 408425 h 1304891"/>
                <a:gd name="connsiteX12" fmla="*/ 255091 w 2482229"/>
                <a:gd name="connsiteY12" fmla="*/ 382004 h 1304891"/>
                <a:gd name="connsiteX13" fmla="*/ 0 w 2482229"/>
                <a:gd name="connsiteY13" fmla="*/ 0 h 1304891"/>
                <a:gd name="connsiteX0" fmla="*/ 2562861 w 2562968"/>
                <a:gd name="connsiteY0" fmla="*/ 741306 h 1356520"/>
                <a:gd name="connsiteX1" fmla="*/ 2411269 w 2562968"/>
                <a:gd name="connsiteY1" fmla="*/ 1100556 h 1356520"/>
                <a:gd name="connsiteX2" fmla="*/ 2061281 w 2562968"/>
                <a:gd name="connsiteY2" fmla="*/ 1278726 h 1356520"/>
                <a:gd name="connsiteX3" fmla="*/ 1786008 w 2562968"/>
                <a:gd name="connsiteY3" fmla="*/ 1355308 h 1356520"/>
                <a:gd name="connsiteX4" fmla="*/ 1599318 w 2562968"/>
                <a:gd name="connsiteY4" fmla="*/ 1336162 h 1356520"/>
                <a:gd name="connsiteX5" fmla="*/ 1415436 w 2562968"/>
                <a:gd name="connsiteY5" fmla="*/ 1285358 h 1356520"/>
                <a:gd name="connsiteX6" fmla="*/ 1213784 w 2562968"/>
                <a:gd name="connsiteY6" fmla="*/ 1084277 h 1356520"/>
                <a:gd name="connsiteX7" fmla="*/ 1251640 w 2562968"/>
                <a:gd name="connsiteY7" fmla="*/ 873063 h 1356520"/>
                <a:gd name="connsiteX8" fmla="*/ 1337376 w 2562968"/>
                <a:gd name="connsiteY8" fmla="*/ 726727 h 1356520"/>
                <a:gd name="connsiteX9" fmla="*/ 1293280 w 2562968"/>
                <a:gd name="connsiteY9" fmla="*/ 518364 h 1356520"/>
                <a:gd name="connsiteX10" fmla="*/ 1017710 w 2562968"/>
                <a:gd name="connsiteY10" fmla="*/ 391123 h 1356520"/>
                <a:gd name="connsiteX11" fmla="*/ 685005 w 2562968"/>
                <a:gd name="connsiteY11" fmla="*/ 460054 h 1356520"/>
                <a:gd name="connsiteX12" fmla="*/ 335830 w 2562968"/>
                <a:gd name="connsiteY12" fmla="*/ 433633 h 1356520"/>
                <a:gd name="connsiteX13" fmla="*/ 0 w 2562968"/>
                <a:gd name="connsiteY13" fmla="*/ 0 h 1356520"/>
                <a:gd name="connsiteX0" fmla="*/ 2562861 w 2562968"/>
                <a:gd name="connsiteY0" fmla="*/ 741306 h 1356520"/>
                <a:gd name="connsiteX1" fmla="*/ 2411269 w 2562968"/>
                <a:gd name="connsiteY1" fmla="*/ 1100556 h 1356520"/>
                <a:gd name="connsiteX2" fmla="*/ 2061281 w 2562968"/>
                <a:gd name="connsiteY2" fmla="*/ 1278726 h 1356520"/>
                <a:gd name="connsiteX3" fmla="*/ 1786008 w 2562968"/>
                <a:gd name="connsiteY3" fmla="*/ 1355308 h 1356520"/>
                <a:gd name="connsiteX4" fmla="*/ 1599318 w 2562968"/>
                <a:gd name="connsiteY4" fmla="*/ 1336162 h 1356520"/>
                <a:gd name="connsiteX5" fmla="*/ 1415436 w 2562968"/>
                <a:gd name="connsiteY5" fmla="*/ 1285358 h 1356520"/>
                <a:gd name="connsiteX6" fmla="*/ 1213784 w 2562968"/>
                <a:gd name="connsiteY6" fmla="*/ 1084277 h 1356520"/>
                <a:gd name="connsiteX7" fmla="*/ 1290398 w 2562968"/>
                <a:gd name="connsiteY7" fmla="*/ 916405 h 1356520"/>
                <a:gd name="connsiteX8" fmla="*/ 1337376 w 2562968"/>
                <a:gd name="connsiteY8" fmla="*/ 726727 h 1356520"/>
                <a:gd name="connsiteX9" fmla="*/ 1293280 w 2562968"/>
                <a:gd name="connsiteY9" fmla="*/ 518364 h 1356520"/>
                <a:gd name="connsiteX10" fmla="*/ 1017710 w 2562968"/>
                <a:gd name="connsiteY10" fmla="*/ 391123 h 1356520"/>
                <a:gd name="connsiteX11" fmla="*/ 685005 w 2562968"/>
                <a:gd name="connsiteY11" fmla="*/ 460054 h 1356520"/>
                <a:gd name="connsiteX12" fmla="*/ 335830 w 2562968"/>
                <a:gd name="connsiteY12" fmla="*/ 433633 h 1356520"/>
                <a:gd name="connsiteX13" fmla="*/ 0 w 2562968"/>
                <a:gd name="connsiteY13" fmla="*/ 0 h 1356520"/>
                <a:gd name="connsiteX0" fmla="*/ 2562861 w 2562968"/>
                <a:gd name="connsiteY0" fmla="*/ 741306 h 1356520"/>
                <a:gd name="connsiteX1" fmla="*/ 2411269 w 2562968"/>
                <a:gd name="connsiteY1" fmla="*/ 1100556 h 1356520"/>
                <a:gd name="connsiteX2" fmla="*/ 2061281 w 2562968"/>
                <a:gd name="connsiteY2" fmla="*/ 1278726 h 1356520"/>
                <a:gd name="connsiteX3" fmla="*/ 1786008 w 2562968"/>
                <a:gd name="connsiteY3" fmla="*/ 1355308 h 1356520"/>
                <a:gd name="connsiteX4" fmla="*/ 1599318 w 2562968"/>
                <a:gd name="connsiteY4" fmla="*/ 1336162 h 1356520"/>
                <a:gd name="connsiteX5" fmla="*/ 1415436 w 2562968"/>
                <a:gd name="connsiteY5" fmla="*/ 1285358 h 1356520"/>
                <a:gd name="connsiteX6" fmla="*/ 1293572 w 2562968"/>
                <a:gd name="connsiteY6" fmla="*/ 1087378 h 1356520"/>
                <a:gd name="connsiteX7" fmla="*/ 1290398 w 2562968"/>
                <a:gd name="connsiteY7" fmla="*/ 916405 h 1356520"/>
                <a:gd name="connsiteX8" fmla="*/ 1337376 w 2562968"/>
                <a:gd name="connsiteY8" fmla="*/ 726727 h 1356520"/>
                <a:gd name="connsiteX9" fmla="*/ 1293280 w 2562968"/>
                <a:gd name="connsiteY9" fmla="*/ 518364 h 1356520"/>
                <a:gd name="connsiteX10" fmla="*/ 1017710 w 2562968"/>
                <a:gd name="connsiteY10" fmla="*/ 391123 h 1356520"/>
                <a:gd name="connsiteX11" fmla="*/ 685005 w 2562968"/>
                <a:gd name="connsiteY11" fmla="*/ 460054 h 1356520"/>
                <a:gd name="connsiteX12" fmla="*/ 335830 w 2562968"/>
                <a:gd name="connsiteY12" fmla="*/ 433633 h 1356520"/>
                <a:gd name="connsiteX13" fmla="*/ 0 w 2562968"/>
                <a:gd name="connsiteY13" fmla="*/ 0 h 135652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93572 w 2562968"/>
                <a:gd name="connsiteY6" fmla="*/ 1087378 h 1357090"/>
                <a:gd name="connsiteX7" fmla="*/ 1290398 w 2562968"/>
                <a:gd name="connsiteY7" fmla="*/ 916405 h 1357090"/>
                <a:gd name="connsiteX8" fmla="*/ 1337376 w 2562968"/>
                <a:gd name="connsiteY8" fmla="*/ 726727 h 1357090"/>
                <a:gd name="connsiteX9" fmla="*/ 1293280 w 2562968"/>
                <a:gd name="connsiteY9" fmla="*/ 518364 h 1357090"/>
                <a:gd name="connsiteX10" fmla="*/ 1017710 w 2562968"/>
                <a:gd name="connsiteY10" fmla="*/ 391123 h 1357090"/>
                <a:gd name="connsiteX11" fmla="*/ 685005 w 2562968"/>
                <a:gd name="connsiteY11" fmla="*/ 460054 h 1357090"/>
                <a:gd name="connsiteX12" fmla="*/ 335830 w 2562968"/>
                <a:gd name="connsiteY12" fmla="*/ 433633 h 1357090"/>
                <a:gd name="connsiteX13" fmla="*/ 0 w 2562968"/>
                <a:gd name="connsiteY13" fmla="*/ 0 h 135709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93572 w 2562968"/>
                <a:gd name="connsiteY6" fmla="*/ 1087378 h 1357090"/>
                <a:gd name="connsiteX7" fmla="*/ 1290398 w 2562968"/>
                <a:gd name="connsiteY7" fmla="*/ 916405 h 1357090"/>
                <a:gd name="connsiteX8" fmla="*/ 1337376 w 2562968"/>
                <a:gd name="connsiteY8" fmla="*/ 726727 h 1357090"/>
                <a:gd name="connsiteX9" fmla="*/ 1293280 w 2562968"/>
                <a:gd name="connsiteY9" fmla="*/ 518364 h 1357090"/>
                <a:gd name="connsiteX10" fmla="*/ 685005 w 2562968"/>
                <a:gd name="connsiteY10" fmla="*/ 460054 h 1357090"/>
                <a:gd name="connsiteX11" fmla="*/ 335830 w 2562968"/>
                <a:gd name="connsiteY11" fmla="*/ 433633 h 1357090"/>
                <a:gd name="connsiteX12" fmla="*/ 0 w 2562968"/>
                <a:gd name="connsiteY12" fmla="*/ 0 h 135709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93572 w 2562968"/>
                <a:gd name="connsiteY6" fmla="*/ 1087378 h 1357090"/>
                <a:gd name="connsiteX7" fmla="*/ 1290398 w 2562968"/>
                <a:gd name="connsiteY7" fmla="*/ 916405 h 1357090"/>
                <a:gd name="connsiteX8" fmla="*/ 1337376 w 2562968"/>
                <a:gd name="connsiteY8" fmla="*/ 726727 h 1357090"/>
                <a:gd name="connsiteX9" fmla="*/ 1139304 w 2562968"/>
                <a:gd name="connsiteY9" fmla="*/ 609695 h 1357090"/>
                <a:gd name="connsiteX10" fmla="*/ 685005 w 2562968"/>
                <a:gd name="connsiteY10" fmla="*/ 460054 h 1357090"/>
                <a:gd name="connsiteX11" fmla="*/ 335830 w 2562968"/>
                <a:gd name="connsiteY11" fmla="*/ 433633 h 1357090"/>
                <a:gd name="connsiteX12" fmla="*/ 0 w 2562968"/>
                <a:gd name="connsiteY12" fmla="*/ 0 h 135709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93572 w 2562968"/>
                <a:gd name="connsiteY6" fmla="*/ 1087378 h 1357090"/>
                <a:gd name="connsiteX7" fmla="*/ 1290398 w 2562968"/>
                <a:gd name="connsiteY7" fmla="*/ 916405 h 1357090"/>
                <a:gd name="connsiteX8" fmla="*/ 1240002 w 2562968"/>
                <a:gd name="connsiteY8" fmla="*/ 806848 h 1357090"/>
                <a:gd name="connsiteX9" fmla="*/ 1139304 w 2562968"/>
                <a:gd name="connsiteY9" fmla="*/ 609695 h 1357090"/>
                <a:gd name="connsiteX10" fmla="*/ 685005 w 2562968"/>
                <a:gd name="connsiteY10" fmla="*/ 460054 h 1357090"/>
                <a:gd name="connsiteX11" fmla="*/ 335830 w 2562968"/>
                <a:gd name="connsiteY11" fmla="*/ 433633 h 1357090"/>
                <a:gd name="connsiteX12" fmla="*/ 0 w 2562968"/>
                <a:gd name="connsiteY12" fmla="*/ 0 h 135709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46051 w 2562968"/>
                <a:gd name="connsiteY6" fmla="*/ 1114760 h 1357090"/>
                <a:gd name="connsiteX7" fmla="*/ 1290398 w 2562968"/>
                <a:gd name="connsiteY7" fmla="*/ 916405 h 1357090"/>
                <a:gd name="connsiteX8" fmla="*/ 1240002 w 2562968"/>
                <a:gd name="connsiteY8" fmla="*/ 806848 h 1357090"/>
                <a:gd name="connsiteX9" fmla="*/ 1139304 w 2562968"/>
                <a:gd name="connsiteY9" fmla="*/ 609695 h 1357090"/>
                <a:gd name="connsiteX10" fmla="*/ 685005 w 2562968"/>
                <a:gd name="connsiteY10" fmla="*/ 460054 h 1357090"/>
                <a:gd name="connsiteX11" fmla="*/ 335830 w 2562968"/>
                <a:gd name="connsiteY11" fmla="*/ 433633 h 1357090"/>
                <a:gd name="connsiteX12" fmla="*/ 0 w 2562968"/>
                <a:gd name="connsiteY12" fmla="*/ 0 h 1357090"/>
                <a:gd name="connsiteX0" fmla="*/ 2562861 w 2562968"/>
                <a:gd name="connsiteY0" fmla="*/ 741306 h 1357090"/>
                <a:gd name="connsiteX1" fmla="*/ 2411269 w 2562968"/>
                <a:gd name="connsiteY1" fmla="*/ 1100556 h 1357090"/>
                <a:gd name="connsiteX2" fmla="*/ 2061281 w 2562968"/>
                <a:gd name="connsiteY2" fmla="*/ 1278726 h 1357090"/>
                <a:gd name="connsiteX3" fmla="*/ 1786008 w 2562968"/>
                <a:gd name="connsiteY3" fmla="*/ 1355308 h 1357090"/>
                <a:gd name="connsiteX4" fmla="*/ 1599318 w 2562968"/>
                <a:gd name="connsiteY4" fmla="*/ 1336162 h 1357090"/>
                <a:gd name="connsiteX5" fmla="*/ 1439006 w 2562968"/>
                <a:gd name="connsiteY5" fmla="*/ 1246698 h 1357090"/>
                <a:gd name="connsiteX6" fmla="*/ 1246051 w 2562968"/>
                <a:gd name="connsiteY6" fmla="*/ 1114760 h 1357090"/>
                <a:gd name="connsiteX7" fmla="*/ 1290398 w 2562968"/>
                <a:gd name="connsiteY7" fmla="*/ 916405 h 1357090"/>
                <a:gd name="connsiteX8" fmla="*/ 1240002 w 2562968"/>
                <a:gd name="connsiteY8" fmla="*/ 806848 h 1357090"/>
                <a:gd name="connsiteX9" fmla="*/ 1139304 w 2562968"/>
                <a:gd name="connsiteY9" fmla="*/ 609695 h 1357090"/>
                <a:gd name="connsiteX10" fmla="*/ 724610 w 2562968"/>
                <a:gd name="connsiteY10" fmla="*/ 497528 h 1357090"/>
                <a:gd name="connsiteX11" fmla="*/ 335830 w 2562968"/>
                <a:gd name="connsiteY11" fmla="*/ 433633 h 1357090"/>
                <a:gd name="connsiteX12" fmla="*/ 0 w 2562968"/>
                <a:gd name="connsiteY12" fmla="*/ 0 h 1357090"/>
                <a:gd name="connsiteX0" fmla="*/ 2587720 w 2587827"/>
                <a:gd name="connsiteY0" fmla="*/ 700750 h 1316534"/>
                <a:gd name="connsiteX1" fmla="*/ 2436128 w 2587827"/>
                <a:gd name="connsiteY1" fmla="*/ 1060000 h 1316534"/>
                <a:gd name="connsiteX2" fmla="*/ 2086140 w 2587827"/>
                <a:gd name="connsiteY2" fmla="*/ 1238170 h 1316534"/>
                <a:gd name="connsiteX3" fmla="*/ 1810867 w 2587827"/>
                <a:gd name="connsiteY3" fmla="*/ 1314752 h 1316534"/>
                <a:gd name="connsiteX4" fmla="*/ 1624177 w 2587827"/>
                <a:gd name="connsiteY4" fmla="*/ 1295606 h 1316534"/>
                <a:gd name="connsiteX5" fmla="*/ 1463865 w 2587827"/>
                <a:gd name="connsiteY5" fmla="*/ 1206142 h 1316534"/>
                <a:gd name="connsiteX6" fmla="*/ 1270910 w 2587827"/>
                <a:gd name="connsiteY6" fmla="*/ 1074204 h 1316534"/>
                <a:gd name="connsiteX7" fmla="*/ 1315257 w 2587827"/>
                <a:gd name="connsiteY7" fmla="*/ 875849 h 1316534"/>
                <a:gd name="connsiteX8" fmla="*/ 1264861 w 2587827"/>
                <a:gd name="connsiteY8" fmla="*/ 766292 h 1316534"/>
                <a:gd name="connsiteX9" fmla="*/ 1164163 w 2587827"/>
                <a:gd name="connsiteY9" fmla="*/ 569139 h 1316534"/>
                <a:gd name="connsiteX10" fmla="*/ 749469 w 2587827"/>
                <a:gd name="connsiteY10" fmla="*/ 456972 h 1316534"/>
                <a:gd name="connsiteX11" fmla="*/ 360689 w 2587827"/>
                <a:gd name="connsiteY11" fmla="*/ 393077 h 1316534"/>
                <a:gd name="connsiteX12" fmla="*/ 0 w 2587827"/>
                <a:gd name="connsiteY12" fmla="*/ 0 h 1316534"/>
                <a:gd name="connsiteX0" fmla="*/ 2587720 w 2587827"/>
                <a:gd name="connsiteY0" fmla="*/ 700750 h 1316534"/>
                <a:gd name="connsiteX1" fmla="*/ 2436128 w 2587827"/>
                <a:gd name="connsiteY1" fmla="*/ 1060000 h 1316534"/>
                <a:gd name="connsiteX2" fmla="*/ 2086140 w 2587827"/>
                <a:gd name="connsiteY2" fmla="*/ 1238170 h 1316534"/>
                <a:gd name="connsiteX3" fmla="*/ 1810867 w 2587827"/>
                <a:gd name="connsiteY3" fmla="*/ 1314752 h 1316534"/>
                <a:gd name="connsiteX4" fmla="*/ 1624177 w 2587827"/>
                <a:gd name="connsiteY4" fmla="*/ 1295606 h 1316534"/>
                <a:gd name="connsiteX5" fmla="*/ 1463865 w 2587827"/>
                <a:gd name="connsiteY5" fmla="*/ 1206142 h 1316534"/>
                <a:gd name="connsiteX6" fmla="*/ 1270910 w 2587827"/>
                <a:gd name="connsiteY6" fmla="*/ 1074204 h 1316534"/>
                <a:gd name="connsiteX7" fmla="*/ 1315257 w 2587827"/>
                <a:gd name="connsiteY7" fmla="*/ 875849 h 1316534"/>
                <a:gd name="connsiteX8" fmla="*/ 1264861 w 2587827"/>
                <a:gd name="connsiteY8" fmla="*/ 766292 h 1316534"/>
                <a:gd name="connsiteX9" fmla="*/ 1164163 w 2587827"/>
                <a:gd name="connsiteY9" fmla="*/ 569139 h 1316534"/>
                <a:gd name="connsiteX10" fmla="*/ 749469 w 2587827"/>
                <a:gd name="connsiteY10" fmla="*/ 456972 h 1316534"/>
                <a:gd name="connsiteX11" fmla="*/ 360689 w 2587827"/>
                <a:gd name="connsiteY11" fmla="*/ 393077 h 1316534"/>
                <a:gd name="connsiteX12" fmla="*/ 0 w 2587827"/>
                <a:gd name="connsiteY12" fmla="*/ 0 h 1316534"/>
                <a:gd name="connsiteX0" fmla="*/ 2587720 w 2587827"/>
                <a:gd name="connsiteY0" fmla="*/ 700750 h 1316534"/>
                <a:gd name="connsiteX1" fmla="*/ 2436128 w 2587827"/>
                <a:gd name="connsiteY1" fmla="*/ 1060000 h 1316534"/>
                <a:gd name="connsiteX2" fmla="*/ 2086140 w 2587827"/>
                <a:gd name="connsiteY2" fmla="*/ 1238170 h 1316534"/>
                <a:gd name="connsiteX3" fmla="*/ 1810867 w 2587827"/>
                <a:gd name="connsiteY3" fmla="*/ 1314752 h 1316534"/>
                <a:gd name="connsiteX4" fmla="*/ 1624177 w 2587827"/>
                <a:gd name="connsiteY4" fmla="*/ 1295606 h 1316534"/>
                <a:gd name="connsiteX5" fmla="*/ 1463865 w 2587827"/>
                <a:gd name="connsiteY5" fmla="*/ 1206142 h 1316534"/>
                <a:gd name="connsiteX6" fmla="*/ 1270910 w 2587827"/>
                <a:gd name="connsiteY6" fmla="*/ 1074204 h 1316534"/>
                <a:gd name="connsiteX7" fmla="*/ 1315257 w 2587827"/>
                <a:gd name="connsiteY7" fmla="*/ 875849 h 1316534"/>
                <a:gd name="connsiteX8" fmla="*/ 1239128 w 2587827"/>
                <a:gd name="connsiteY8" fmla="*/ 769504 h 1316534"/>
                <a:gd name="connsiteX9" fmla="*/ 1164163 w 2587827"/>
                <a:gd name="connsiteY9" fmla="*/ 569139 h 1316534"/>
                <a:gd name="connsiteX10" fmla="*/ 749469 w 2587827"/>
                <a:gd name="connsiteY10" fmla="*/ 456972 h 1316534"/>
                <a:gd name="connsiteX11" fmla="*/ 360689 w 2587827"/>
                <a:gd name="connsiteY11" fmla="*/ 393077 h 1316534"/>
                <a:gd name="connsiteX12" fmla="*/ 0 w 2587827"/>
                <a:gd name="connsiteY12" fmla="*/ 0 h 1316534"/>
                <a:gd name="connsiteX0" fmla="*/ 2584412 w 2584523"/>
                <a:gd name="connsiteY0" fmla="*/ 647321 h 1316534"/>
                <a:gd name="connsiteX1" fmla="*/ 2436128 w 2584523"/>
                <a:gd name="connsiteY1" fmla="*/ 1060000 h 1316534"/>
                <a:gd name="connsiteX2" fmla="*/ 2086140 w 2584523"/>
                <a:gd name="connsiteY2" fmla="*/ 1238170 h 1316534"/>
                <a:gd name="connsiteX3" fmla="*/ 1810867 w 2584523"/>
                <a:gd name="connsiteY3" fmla="*/ 1314752 h 1316534"/>
                <a:gd name="connsiteX4" fmla="*/ 1624177 w 2584523"/>
                <a:gd name="connsiteY4" fmla="*/ 1295606 h 1316534"/>
                <a:gd name="connsiteX5" fmla="*/ 1463865 w 2584523"/>
                <a:gd name="connsiteY5" fmla="*/ 1206142 h 1316534"/>
                <a:gd name="connsiteX6" fmla="*/ 1270910 w 2584523"/>
                <a:gd name="connsiteY6" fmla="*/ 1074204 h 1316534"/>
                <a:gd name="connsiteX7" fmla="*/ 1315257 w 2584523"/>
                <a:gd name="connsiteY7" fmla="*/ 875849 h 1316534"/>
                <a:gd name="connsiteX8" fmla="*/ 1239128 w 2584523"/>
                <a:gd name="connsiteY8" fmla="*/ 769504 h 1316534"/>
                <a:gd name="connsiteX9" fmla="*/ 1164163 w 2584523"/>
                <a:gd name="connsiteY9" fmla="*/ 569139 h 1316534"/>
                <a:gd name="connsiteX10" fmla="*/ 749469 w 2584523"/>
                <a:gd name="connsiteY10" fmla="*/ 456972 h 1316534"/>
                <a:gd name="connsiteX11" fmla="*/ 360689 w 2584523"/>
                <a:gd name="connsiteY11" fmla="*/ 393077 h 1316534"/>
                <a:gd name="connsiteX12" fmla="*/ 0 w 2584523"/>
                <a:gd name="connsiteY12" fmla="*/ 0 h 1316534"/>
                <a:gd name="connsiteX0" fmla="*/ 2584412 w 2584714"/>
                <a:gd name="connsiteY0" fmla="*/ 647321 h 1316534"/>
                <a:gd name="connsiteX1" fmla="*/ 2482300 w 2584714"/>
                <a:gd name="connsiteY1" fmla="*/ 1043053 h 1316534"/>
                <a:gd name="connsiteX2" fmla="*/ 2086140 w 2584714"/>
                <a:gd name="connsiteY2" fmla="*/ 1238170 h 1316534"/>
                <a:gd name="connsiteX3" fmla="*/ 1810867 w 2584714"/>
                <a:gd name="connsiteY3" fmla="*/ 1314752 h 1316534"/>
                <a:gd name="connsiteX4" fmla="*/ 1624177 w 2584714"/>
                <a:gd name="connsiteY4" fmla="*/ 1295606 h 1316534"/>
                <a:gd name="connsiteX5" fmla="*/ 1463865 w 2584714"/>
                <a:gd name="connsiteY5" fmla="*/ 1206142 h 1316534"/>
                <a:gd name="connsiteX6" fmla="*/ 1270910 w 2584714"/>
                <a:gd name="connsiteY6" fmla="*/ 1074204 h 1316534"/>
                <a:gd name="connsiteX7" fmla="*/ 1315257 w 2584714"/>
                <a:gd name="connsiteY7" fmla="*/ 875849 h 1316534"/>
                <a:gd name="connsiteX8" fmla="*/ 1239128 w 2584714"/>
                <a:gd name="connsiteY8" fmla="*/ 769504 h 1316534"/>
                <a:gd name="connsiteX9" fmla="*/ 1164163 w 2584714"/>
                <a:gd name="connsiteY9" fmla="*/ 569139 h 1316534"/>
                <a:gd name="connsiteX10" fmla="*/ 749469 w 2584714"/>
                <a:gd name="connsiteY10" fmla="*/ 456972 h 1316534"/>
                <a:gd name="connsiteX11" fmla="*/ 360689 w 2584714"/>
                <a:gd name="connsiteY11" fmla="*/ 393077 h 1316534"/>
                <a:gd name="connsiteX12" fmla="*/ 0 w 2584714"/>
                <a:gd name="connsiteY12" fmla="*/ 0 h 1316534"/>
                <a:gd name="connsiteX0" fmla="*/ 2584412 w 2584638"/>
                <a:gd name="connsiteY0" fmla="*/ 647321 h 1316922"/>
                <a:gd name="connsiteX1" fmla="*/ 2482300 w 2584638"/>
                <a:gd name="connsiteY1" fmla="*/ 1043053 h 1316922"/>
                <a:gd name="connsiteX2" fmla="*/ 2142582 w 2584638"/>
                <a:gd name="connsiteY2" fmla="*/ 1258503 h 1316922"/>
                <a:gd name="connsiteX3" fmla="*/ 1810867 w 2584638"/>
                <a:gd name="connsiteY3" fmla="*/ 1314752 h 1316922"/>
                <a:gd name="connsiteX4" fmla="*/ 1624177 w 2584638"/>
                <a:gd name="connsiteY4" fmla="*/ 1295606 h 1316922"/>
                <a:gd name="connsiteX5" fmla="*/ 1463865 w 2584638"/>
                <a:gd name="connsiteY5" fmla="*/ 1206142 h 1316922"/>
                <a:gd name="connsiteX6" fmla="*/ 1270910 w 2584638"/>
                <a:gd name="connsiteY6" fmla="*/ 1074204 h 1316922"/>
                <a:gd name="connsiteX7" fmla="*/ 1315257 w 2584638"/>
                <a:gd name="connsiteY7" fmla="*/ 875849 h 1316922"/>
                <a:gd name="connsiteX8" fmla="*/ 1239128 w 2584638"/>
                <a:gd name="connsiteY8" fmla="*/ 769504 h 1316922"/>
                <a:gd name="connsiteX9" fmla="*/ 1164163 w 2584638"/>
                <a:gd name="connsiteY9" fmla="*/ 569139 h 1316922"/>
                <a:gd name="connsiteX10" fmla="*/ 749469 w 2584638"/>
                <a:gd name="connsiteY10" fmla="*/ 456972 h 1316922"/>
                <a:gd name="connsiteX11" fmla="*/ 360689 w 2584638"/>
                <a:gd name="connsiteY11" fmla="*/ 393077 h 1316922"/>
                <a:gd name="connsiteX12" fmla="*/ 0 w 2584638"/>
                <a:gd name="connsiteY12" fmla="*/ 0 h 1316922"/>
                <a:gd name="connsiteX0" fmla="*/ 2584412 w 2584638"/>
                <a:gd name="connsiteY0" fmla="*/ 647321 h 1316922"/>
                <a:gd name="connsiteX1" fmla="*/ 2482300 w 2584638"/>
                <a:gd name="connsiteY1" fmla="*/ 1043053 h 1316922"/>
                <a:gd name="connsiteX2" fmla="*/ 2142582 w 2584638"/>
                <a:gd name="connsiteY2" fmla="*/ 1258503 h 1316922"/>
                <a:gd name="connsiteX3" fmla="*/ 1810867 w 2584638"/>
                <a:gd name="connsiteY3" fmla="*/ 1314752 h 1316922"/>
                <a:gd name="connsiteX4" fmla="*/ 1624177 w 2584638"/>
                <a:gd name="connsiteY4" fmla="*/ 1295606 h 1316922"/>
                <a:gd name="connsiteX5" fmla="*/ 1463865 w 2584638"/>
                <a:gd name="connsiteY5" fmla="*/ 1206142 h 1316922"/>
                <a:gd name="connsiteX6" fmla="*/ 1270910 w 2584638"/>
                <a:gd name="connsiteY6" fmla="*/ 1074204 h 1316922"/>
                <a:gd name="connsiteX7" fmla="*/ 1315257 w 2584638"/>
                <a:gd name="connsiteY7" fmla="*/ 875849 h 1316922"/>
                <a:gd name="connsiteX8" fmla="*/ 1239128 w 2584638"/>
                <a:gd name="connsiteY8" fmla="*/ 769504 h 1316922"/>
                <a:gd name="connsiteX9" fmla="*/ 1164163 w 2584638"/>
                <a:gd name="connsiteY9" fmla="*/ 569139 h 1316922"/>
                <a:gd name="connsiteX10" fmla="*/ 749469 w 2584638"/>
                <a:gd name="connsiteY10" fmla="*/ 456972 h 1316922"/>
                <a:gd name="connsiteX11" fmla="*/ 360689 w 2584638"/>
                <a:gd name="connsiteY11" fmla="*/ 393077 h 1316922"/>
                <a:gd name="connsiteX12" fmla="*/ 0 w 2584638"/>
                <a:gd name="connsiteY12" fmla="*/ 0 h 1316922"/>
                <a:gd name="connsiteX0" fmla="*/ 2584412 w 2584638"/>
                <a:gd name="connsiteY0" fmla="*/ 647321 h 1352081"/>
                <a:gd name="connsiteX1" fmla="*/ 2482300 w 2584638"/>
                <a:gd name="connsiteY1" fmla="*/ 1043053 h 1352081"/>
                <a:gd name="connsiteX2" fmla="*/ 2142582 w 2584638"/>
                <a:gd name="connsiteY2" fmla="*/ 1258503 h 1352081"/>
                <a:gd name="connsiteX3" fmla="*/ 1816109 w 2584638"/>
                <a:gd name="connsiteY3" fmla="*/ 1351407 h 1352081"/>
                <a:gd name="connsiteX4" fmla="*/ 1624177 w 2584638"/>
                <a:gd name="connsiteY4" fmla="*/ 1295606 h 1352081"/>
                <a:gd name="connsiteX5" fmla="*/ 1463865 w 2584638"/>
                <a:gd name="connsiteY5" fmla="*/ 1206142 h 1352081"/>
                <a:gd name="connsiteX6" fmla="*/ 1270910 w 2584638"/>
                <a:gd name="connsiteY6" fmla="*/ 1074204 h 1352081"/>
                <a:gd name="connsiteX7" fmla="*/ 1315257 w 2584638"/>
                <a:gd name="connsiteY7" fmla="*/ 875849 h 1352081"/>
                <a:gd name="connsiteX8" fmla="*/ 1239128 w 2584638"/>
                <a:gd name="connsiteY8" fmla="*/ 769504 h 1352081"/>
                <a:gd name="connsiteX9" fmla="*/ 1164163 w 2584638"/>
                <a:gd name="connsiteY9" fmla="*/ 569139 h 1352081"/>
                <a:gd name="connsiteX10" fmla="*/ 749469 w 2584638"/>
                <a:gd name="connsiteY10" fmla="*/ 456972 h 1352081"/>
                <a:gd name="connsiteX11" fmla="*/ 360689 w 2584638"/>
                <a:gd name="connsiteY11" fmla="*/ 393077 h 1352081"/>
                <a:gd name="connsiteX12" fmla="*/ 0 w 2584638"/>
                <a:gd name="connsiteY12" fmla="*/ 0 h 1352081"/>
                <a:gd name="connsiteX0" fmla="*/ 2910181 w 2910206"/>
                <a:gd name="connsiteY0" fmla="*/ 594214 h 1352081"/>
                <a:gd name="connsiteX1" fmla="*/ 2482300 w 2910206"/>
                <a:gd name="connsiteY1" fmla="*/ 1043053 h 1352081"/>
                <a:gd name="connsiteX2" fmla="*/ 2142582 w 2910206"/>
                <a:gd name="connsiteY2" fmla="*/ 1258503 h 1352081"/>
                <a:gd name="connsiteX3" fmla="*/ 1816109 w 2910206"/>
                <a:gd name="connsiteY3" fmla="*/ 1351407 h 1352081"/>
                <a:gd name="connsiteX4" fmla="*/ 1624177 w 2910206"/>
                <a:gd name="connsiteY4" fmla="*/ 1295606 h 1352081"/>
                <a:gd name="connsiteX5" fmla="*/ 1463865 w 2910206"/>
                <a:gd name="connsiteY5" fmla="*/ 1206142 h 1352081"/>
                <a:gd name="connsiteX6" fmla="*/ 1270910 w 2910206"/>
                <a:gd name="connsiteY6" fmla="*/ 1074204 h 1352081"/>
                <a:gd name="connsiteX7" fmla="*/ 1315257 w 2910206"/>
                <a:gd name="connsiteY7" fmla="*/ 875849 h 1352081"/>
                <a:gd name="connsiteX8" fmla="*/ 1239128 w 2910206"/>
                <a:gd name="connsiteY8" fmla="*/ 769504 h 1352081"/>
                <a:gd name="connsiteX9" fmla="*/ 1164163 w 2910206"/>
                <a:gd name="connsiteY9" fmla="*/ 569139 h 1352081"/>
                <a:gd name="connsiteX10" fmla="*/ 749469 w 2910206"/>
                <a:gd name="connsiteY10" fmla="*/ 456972 h 1352081"/>
                <a:gd name="connsiteX11" fmla="*/ 360689 w 2910206"/>
                <a:gd name="connsiteY11" fmla="*/ 393077 h 1352081"/>
                <a:gd name="connsiteX12" fmla="*/ 0 w 2910206"/>
                <a:gd name="connsiteY12" fmla="*/ 0 h 1352081"/>
                <a:gd name="connsiteX0" fmla="*/ 2910181 w 2910237"/>
                <a:gd name="connsiteY0" fmla="*/ 594214 h 1352081"/>
                <a:gd name="connsiteX1" fmla="*/ 2647031 w 2910237"/>
                <a:gd name="connsiteY1" fmla="*/ 1066436 h 1352081"/>
                <a:gd name="connsiteX2" fmla="*/ 2142582 w 2910237"/>
                <a:gd name="connsiteY2" fmla="*/ 1258503 h 1352081"/>
                <a:gd name="connsiteX3" fmla="*/ 1816109 w 2910237"/>
                <a:gd name="connsiteY3" fmla="*/ 1351407 h 1352081"/>
                <a:gd name="connsiteX4" fmla="*/ 1624177 w 2910237"/>
                <a:gd name="connsiteY4" fmla="*/ 1295606 h 1352081"/>
                <a:gd name="connsiteX5" fmla="*/ 1463865 w 2910237"/>
                <a:gd name="connsiteY5" fmla="*/ 1206142 h 1352081"/>
                <a:gd name="connsiteX6" fmla="*/ 1270910 w 2910237"/>
                <a:gd name="connsiteY6" fmla="*/ 1074204 h 1352081"/>
                <a:gd name="connsiteX7" fmla="*/ 1315257 w 2910237"/>
                <a:gd name="connsiteY7" fmla="*/ 875849 h 1352081"/>
                <a:gd name="connsiteX8" fmla="*/ 1239128 w 2910237"/>
                <a:gd name="connsiteY8" fmla="*/ 769504 h 1352081"/>
                <a:gd name="connsiteX9" fmla="*/ 1164163 w 2910237"/>
                <a:gd name="connsiteY9" fmla="*/ 569139 h 1352081"/>
                <a:gd name="connsiteX10" fmla="*/ 749469 w 2910237"/>
                <a:gd name="connsiteY10" fmla="*/ 456972 h 1352081"/>
                <a:gd name="connsiteX11" fmla="*/ 360689 w 2910237"/>
                <a:gd name="connsiteY11" fmla="*/ 393077 h 1352081"/>
                <a:gd name="connsiteX12" fmla="*/ 0 w 2910237"/>
                <a:gd name="connsiteY12" fmla="*/ 0 h 1352081"/>
                <a:gd name="connsiteX0" fmla="*/ 2910181 w 2910229"/>
                <a:gd name="connsiteY0" fmla="*/ 594214 h 1351744"/>
                <a:gd name="connsiteX1" fmla="*/ 2647031 w 2910229"/>
                <a:gd name="connsiteY1" fmla="*/ 1066436 h 1351744"/>
                <a:gd name="connsiteX2" fmla="*/ 2260200 w 2910229"/>
                <a:gd name="connsiteY2" fmla="*/ 1270462 h 1351744"/>
                <a:gd name="connsiteX3" fmla="*/ 1816109 w 2910229"/>
                <a:gd name="connsiteY3" fmla="*/ 1351407 h 1351744"/>
                <a:gd name="connsiteX4" fmla="*/ 1624177 w 2910229"/>
                <a:gd name="connsiteY4" fmla="*/ 1295606 h 1351744"/>
                <a:gd name="connsiteX5" fmla="*/ 1463865 w 2910229"/>
                <a:gd name="connsiteY5" fmla="*/ 1206142 h 1351744"/>
                <a:gd name="connsiteX6" fmla="*/ 1270910 w 2910229"/>
                <a:gd name="connsiteY6" fmla="*/ 1074204 h 1351744"/>
                <a:gd name="connsiteX7" fmla="*/ 1315257 w 2910229"/>
                <a:gd name="connsiteY7" fmla="*/ 875849 h 1351744"/>
                <a:gd name="connsiteX8" fmla="*/ 1239128 w 2910229"/>
                <a:gd name="connsiteY8" fmla="*/ 769504 h 1351744"/>
                <a:gd name="connsiteX9" fmla="*/ 1164163 w 2910229"/>
                <a:gd name="connsiteY9" fmla="*/ 569139 h 1351744"/>
                <a:gd name="connsiteX10" fmla="*/ 749469 w 2910229"/>
                <a:gd name="connsiteY10" fmla="*/ 456972 h 1351744"/>
                <a:gd name="connsiteX11" fmla="*/ 360689 w 2910229"/>
                <a:gd name="connsiteY11" fmla="*/ 393077 h 1351744"/>
                <a:gd name="connsiteX12" fmla="*/ 0 w 2910229"/>
                <a:gd name="connsiteY12" fmla="*/ 0 h 1351744"/>
                <a:gd name="connsiteX0" fmla="*/ 2910181 w 2910230"/>
                <a:gd name="connsiteY0" fmla="*/ 594214 h 1382068"/>
                <a:gd name="connsiteX1" fmla="*/ 2647031 w 2910230"/>
                <a:gd name="connsiteY1" fmla="*/ 1066436 h 1382068"/>
                <a:gd name="connsiteX2" fmla="*/ 2260200 w 2910230"/>
                <a:gd name="connsiteY2" fmla="*/ 1270462 h 1382068"/>
                <a:gd name="connsiteX3" fmla="*/ 1985186 w 2910230"/>
                <a:gd name="connsiteY3" fmla="*/ 1381864 h 1382068"/>
                <a:gd name="connsiteX4" fmla="*/ 1624177 w 2910230"/>
                <a:gd name="connsiteY4" fmla="*/ 1295606 h 1382068"/>
                <a:gd name="connsiteX5" fmla="*/ 1463865 w 2910230"/>
                <a:gd name="connsiteY5" fmla="*/ 1206142 h 1382068"/>
                <a:gd name="connsiteX6" fmla="*/ 1270910 w 2910230"/>
                <a:gd name="connsiteY6" fmla="*/ 1074204 h 1382068"/>
                <a:gd name="connsiteX7" fmla="*/ 1315257 w 2910230"/>
                <a:gd name="connsiteY7" fmla="*/ 875849 h 1382068"/>
                <a:gd name="connsiteX8" fmla="*/ 1239128 w 2910230"/>
                <a:gd name="connsiteY8" fmla="*/ 769504 h 1382068"/>
                <a:gd name="connsiteX9" fmla="*/ 1164163 w 2910230"/>
                <a:gd name="connsiteY9" fmla="*/ 569139 h 1382068"/>
                <a:gd name="connsiteX10" fmla="*/ 749469 w 2910230"/>
                <a:gd name="connsiteY10" fmla="*/ 456972 h 1382068"/>
                <a:gd name="connsiteX11" fmla="*/ 360689 w 2910230"/>
                <a:gd name="connsiteY11" fmla="*/ 393077 h 1382068"/>
                <a:gd name="connsiteX12" fmla="*/ 0 w 2910230"/>
                <a:gd name="connsiteY12" fmla="*/ 0 h 1382068"/>
                <a:gd name="connsiteX0" fmla="*/ 2910181 w 2910230"/>
                <a:gd name="connsiteY0" fmla="*/ 594214 h 1382053"/>
                <a:gd name="connsiteX1" fmla="*/ 2647031 w 2910230"/>
                <a:gd name="connsiteY1" fmla="*/ 1066436 h 1382053"/>
                <a:gd name="connsiteX2" fmla="*/ 2260200 w 2910230"/>
                <a:gd name="connsiteY2" fmla="*/ 1270462 h 1382053"/>
                <a:gd name="connsiteX3" fmla="*/ 1985186 w 2910230"/>
                <a:gd name="connsiteY3" fmla="*/ 1381864 h 1382053"/>
                <a:gd name="connsiteX4" fmla="*/ 1703033 w 2910230"/>
                <a:gd name="connsiteY4" fmla="*/ 1294779 h 1382053"/>
                <a:gd name="connsiteX5" fmla="*/ 1463865 w 2910230"/>
                <a:gd name="connsiteY5" fmla="*/ 1206142 h 1382053"/>
                <a:gd name="connsiteX6" fmla="*/ 1270910 w 2910230"/>
                <a:gd name="connsiteY6" fmla="*/ 1074204 h 1382053"/>
                <a:gd name="connsiteX7" fmla="*/ 1315257 w 2910230"/>
                <a:gd name="connsiteY7" fmla="*/ 875849 h 1382053"/>
                <a:gd name="connsiteX8" fmla="*/ 1239128 w 2910230"/>
                <a:gd name="connsiteY8" fmla="*/ 769504 h 1382053"/>
                <a:gd name="connsiteX9" fmla="*/ 1164163 w 2910230"/>
                <a:gd name="connsiteY9" fmla="*/ 569139 h 1382053"/>
                <a:gd name="connsiteX10" fmla="*/ 749469 w 2910230"/>
                <a:gd name="connsiteY10" fmla="*/ 456972 h 1382053"/>
                <a:gd name="connsiteX11" fmla="*/ 360689 w 2910230"/>
                <a:gd name="connsiteY11" fmla="*/ 393077 h 1382053"/>
                <a:gd name="connsiteX12" fmla="*/ 0 w 2910230"/>
                <a:gd name="connsiteY12" fmla="*/ 0 h 1382053"/>
                <a:gd name="connsiteX0" fmla="*/ 2910181 w 2910230"/>
                <a:gd name="connsiteY0" fmla="*/ 594214 h 1382053"/>
                <a:gd name="connsiteX1" fmla="*/ 2647031 w 2910230"/>
                <a:gd name="connsiteY1" fmla="*/ 1066436 h 1382053"/>
                <a:gd name="connsiteX2" fmla="*/ 2260200 w 2910230"/>
                <a:gd name="connsiteY2" fmla="*/ 1270462 h 1382053"/>
                <a:gd name="connsiteX3" fmla="*/ 1985186 w 2910230"/>
                <a:gd name="connsiteY3" fmla="*/ 1381864 h 1382053"/>
                <a:gd name="connsiteX4" fmla="*/ 1703033 w 2910230"/>
                <a:gd name="connsiteY4" fmla="*/ 1294779 h 1382053"/>
                <a:gd name="connsiteX5" fmla="*/ 1463865 w 2910230"/>
                <a:gd name="connsiteY5" fmla="*/ 1206142 h 1382053"/>
                <a:gd name="connsiteX6" fmla="*/ 1270910 w 2910230"/>
                <a:gd name="connsiteY6" fmla="*/ 1074204 h 1382053"/>
                <a:gd name="connsiteX7" fmla="*/ 1123795 w 2910230"/>
                <a:gd name="connsiteY7" fmla="*/ 849750 h 1382053"/>
                <a:gd name="connsiteX8" fmla="*/ 1239128 w 2910230"/>
                <a:gd name="connsiteY8" fmla="*/ 769504 h 1382053"/>
                <a:gd name="connsiteX9" fmla="*/ 1164163 w 2910230"/>
                <a:gd name="connsiteY9" fmla="*/ 569139 h 1382053"/>
                <a:gd name="connsiteX10" fmla="*/ 749469 w 2910230"/>
                <a:gd name="connsiteY10" fmla="*/ 456972 h 1382053"/>
                <a:gd name="connsiteX11" fmla="*/ 360689 w 2910230"/>
                <a:gd name="connsiteY11" fmla="*/ 393077 h 1382053"/>
                <a:gd name="connsiteX12" fmla="*/ 0 w 2910230"/>
                <a:gd name="connsiteY12" fmla="*/ 0 h 1382053"/>
                <a:gd name="connsiteX0" fmla="*/ 2910181 w 2910230"/>
                <a:gd name="connsiteY0" fmla="*/ 594214 h 1382053"/>
                <a:gd name="connsiteX1" fmla="*/ 2647031 w 2910230"/>
                <a:gd name="connsiteY1" fmla="*/ 1066436 h 1382053"/>
                <a:gd name="connsiteX2" fmla="*/ 2260200 w 2910230"/>
                <a:gd name="connsiteY2" fmla="*/ 1270462 h 1382053"/>
                <a:gd name="connsiteX3" fmla="*/ 1985186 w 2910230"/>
                <a:gd name="connsiteY3" fmla="*/ 1381864 h 1382053"/>
                <a:gd name="connsiteX4" fmla="*/ 1703033 w 2910230"/>
                <a:gd name="connsiteY4" fmla="*/ 1294779 h 1382053"/>
                <a:gd name="connsiteX5" fmla="*/ 1463865 w 2910230"/>
                <a:gd name="connsiteY5" fmla="*/ 1206142 h 1382053"/>
                <a:gd name="connsiteX6" fmla="*/ 1270910 w 2910230"/>
                <a:gd name="connsiteY6" fmla="*/ 1074204 h 1382053"/>
                <a:gd name="connsiteX7" fmla="*/ 1123795 w 2910230"/>
                <a:gd name="connsiteY7" fmla="*/ 849750 h 1382053"/>
                <a:gd name="connsiteX8" fmla="*/ 1239128 w 2910230"/>
                <a:gd name="connsiteY8" fmla="*/ 769504 h 1382053"/>
                <a:gd name="connsiteX9" fmla="*/ 1164163 w 2910230"/>
                <a:gd name="connsiteY9" fmla="*/ 569139 h 1382053"/>
                <a:gd name="connsiteX10" fmla="*/ 749469 w 2910230"/>
                <a:gd name="connsiteY10" fmla="*/ 456972 h 1382053"/>
                <a:gd name="connsiteX11" fmla="*/ 509403 w 2910230"/>
                <a:gd name="connsiteY11" fmla="*/ 520957 h 1382053"/>
                <a:gd name="connsiteX12" fmla="*/ 0 w 2910230"/>
                <a:gd name="connsiteY12" fmla="*/ 0 h 1382053"/>
                <a:gd name="connsiteX0" fmla="*/ 2522860 w 2522909"/>
                <a:gd name="connsiteY0" fmla="*/ 269619 h 1057458"/>
                <a:gd name="connsiteX1" fmla="*/ 2259710 w 2522909"/>
                <a:gd name="connsiteY1" fmla="*/ 741841 h 1057458"/>
                <a:gd name="connsiteX2" fmla="*/ 1872879 w 2522909"/>
                <a:gd name="connsiteY2" fmla="*/ 945867 h 1057458"/>
                <a:gd name="connsiteX3" fmla="*/ 1597865 w 2522909"/>
                <a:gd name="connsiteY3" fmla="*/ 1057269 h 1057458"/>
                <a:gd name="connsiteX4" fmla="*/ 1315712 w 2522909"/>
                <a:gd name="connsiteY4" fmla="*/ 970184 h 1057458"/>
                <a:gd name="connsiteX5" fmla="*/ 1076544 w 2522909"/>
                <a:gd name="connsiteY5" fmla="*/ 881547 h 1057458"/>
                <a:gd name="connsiteX6" fmla="*/ 883589 w 2522909"/>
                <a:gd name="connsiteY6" fmla="*/ 749609 h 1057458"/>
                <a:gd name="connsiteX7" fmla="*/ 736474 w 2522909"/>
                <a:gd name="connsiteY7" fmla="*/ 525155 h 1057458"/>
                <a:gd name="connsiteX8" fmla="*/ 851807 w 2522909"/>
                <a:gd name="connsiteY8" fmla="*/ 444909 h 1057458"/>
                <a:gd name="connsiteX9" fmla="*/ 776842 w 2522909"/>
                <a:gd name="connsiteY9" fmla="*/ 244544 h 1057458"/>
                <a:gd name="connsiteX10" fmla="*/ 362148 w 2522909"/>
                <a:gd name="connsiteY10" fmla="*/ 132377 h 1057458"/>
                <a:gd name="connsiteX11" fmla="*/ 122082 w 2522909"/>
                <a:gd name="connsiteY11" fmla="*/ 196362 h 1057458"/>
                <a:gd name="connsiteX12" fmla="*/ 0 w 2522909"/>
                <a:gd name="connsiteY12" fmla="*/ 0 h 1057458"/>
                <a:gd name="connsiteX0" fmla="*/ 2524692 w 2524741"/>
                <a:gd name="connsiteY0" fmla="*/ 269619 h 1057458"/>
                <a:gd name="connsiteX1" fmla="*/ 2261542 w 2524741"/>
                <a:gd name="connsiteY1" fmla="*/ 741841 h 1057458"/>
                <a:gd name="connsiteX2" fmla="*/ 1874711 w 2524741"/>
                <a:gd name="connsiteY2" fmla="*/ 945867 h 1057458"/>
                <a:gd name="connsiteX3" fmla="*/ 1599697 w 2524741"/>
                <a:gd name="connsiteY3" fmla="*/ 1057269 h 1057458"/>
                <a:gd name="connsiteX4" fmla="*/ 1317544 w 2524741"/>
                <a:gd name="connsiteY4" fmla="*/ 970184 h 1057458"/>
                <a:gd name="connsiteX5" fmla="*/ 1078376 w 2524741"/>
                <a:gd name="connsiteY5" fmla="*/ 881547 h 1057458"/>
                <a:gd name="connsiteX6" fmla="*/ 885421 w 2524741"/>
                <a:gd name="connsiteY6" fmla="*/ 749609 h 1057458"/>
                <a:gd name="connsiteX7" fmla="*/ 738306 w 2524741"/>
                <a:gd name="connsiteY7" fmla="*/ 525155 h 1057458"/>
                <a:gd name="connsiteX8" fmla="*/ 853639 w 2524741"/>
                <a:gd name="connsiteY8" fmla="*/ 444909 h 1057458"/>
                <a:gd name="connsiteX9" fmla="*/ 778674 w 2524741"/>
                <a:gd name="connsiteY9" fmla="*/ 244544 h 1057458"/>
                <a:gd name="connsiteX10" fmla="*/ 363980 w 2524741"/>
                <a:gd name="connsiteY10" fmla="*/ 132377 h 1057458"/>
                <a:gd name="connsiteX11" fmla="*/ 123914 w 2524741"/>
                <a:gd name="connsiteY11" fmla="*/ 196362 h 1057458"/>
                <a:gd name="connsiteX12" fmla="*/ 1832 w 2524741"/>
                <a:gd name="connsiteY12" fmla="*/ 0 h 1057458"/>
                <a:gd name="connsiteX0" fmla="*/ 2458055 w 2458104"/>
                <a:gd name="connsiteY0" fmla="*/ 251398 h 1039237"/>
                <a:gd name="connsiteX1" fmla="*/ 2194905 w 2458104"/>
                <a:gd name="connsiteY1" fmla="*/ 723620 h 1039237"/>
                <a:gd name="connsiteX2" fmla="*/ 1808074 w 2458104"/>
                <a:gd name="connsiteY2" fmla="*/ 927646 h 1039237"/>
                <a:gd name="connsiteX3" fmla="*/ 1533060 w 2458104"/>
                <a:gd name="connsiteY3" fmla="*/ 1039048 h 1039237"/>
                <a:gd name="connsiteX4" fmla="*/ 1250907 w 2458104"/>
                <a:gd name="connsiteY4" fmla="*/ 951963 h 1039237"/>
                <a:gd name="connsiteX5" fmla="*/ 1011739 w 2458104"/>
                <a:gd name="connsiteY5" fmla="*/ 863326 h 1039237"/>
                <a:gd name="connsiteX6" fmla="*/ 818784 w 2458104"/>
                <a:gd name="connsiteY6" fmla="*/ 731388 h 1039237"/>
                <a:gd name="connsiteX7" fmla="*/ 671669 w 2458104"/>
                <a:gd name="connsiteY7" fmla="*/ 506934 h 1039237"/>
                <a:gd name="connsiteX8" fmla="*/ 787002 w 2458104"/>
                <a:gd name="connsiteY8" fmla="*/ 426688 h 1039237"/>
                <a:gd name="connsiteX9" fmla="*/ 712037 w 2458104"/>
                <a:gd name="connsiteY9" fmla="*/ 226323 h 1039237"/>
                <a:gd name="connsiteX10" fmla="*/ 297343 w 2458104"/>
                <a:gd name="connsiteY10" fmla="*/ 114156 h 1039237"/>
                <a:gd name="connsiteX11" fmla="*/ 57277 w 2458104"/>
                <a:gd name="connsiteY11" fmla="*/ 178141 h 1039237"/>
                <a:gd name="connsiteX12" fmla="*/ 27418 w 2458104"/>
                <a:gd name="connsiteY12" fmla="*/ 0 h 1039237"/>
                <a:gd name="connsiteX0" fmla="*/ 2458055 w 2458104"/>
                <a:gd name="connsiteY0" fmla="*/ 251398 h 1039237"/>
                <a:gd name="connsiteX1" fmla="*/ 2194905 w 2458104"/>
                <a:gd name="connsiteY1" fmla="*/ 723620 h 1039237"/>
                <a:gd name="connsiteX2" fmla="*/ 1808074 w 2458104"/>
                <a:gd name="connsiteY2" fmla="*/ 927646 h 1039237"/>
                <a:gd name="connsiteX3" fmla="*/ 1533060 w 2458104"/>
                <a:gd name="connsiteY3" fmla="*/ 1039048 h 1039237"/>
                <a:gd name="connsiteX4" fmla="*/ 1250907 w 2458104"/>
                <a:gd name="connsiteY4" fmla="*/ 951963 h 1039237"/>
                <a:gd name="connsiteX5" fmla="*/ 1011739 w 2458104"/>
                <a:gd name="connsiteY5" fmla="*/ 863326 h 1039237"/>
                <a:gd name="connsiteX6" fmla="*/ 818784 w 2458104"/>
                <a:gd name="connsiteY6" fmla="*/ 731388 h 1039237"/>
                <a:gd name="connsiteX7" fmla="*/ 671669 w 2458104"/>
                <a:gd name="connsiteY7" fmla="*/ 506934 h 1039237"/>
                <a:gd name="connsiteX8" fmla="*/ 787002 w 2458104"/>
                <a:gd name="connsiteY8" fmla="*/ 426688 h 1039237"/>
                <a:gd name="connsiteX9" fmla="*/ 712037 w 2458104"/>
                <a:gd name="connsiteY9" fmla="*/ 226323 h 1039237"/>
                <a:gd name="connsiteX10" fmla="*/ 323739 w 2458104"/>
                <a:gd name="connsiteY10" fmla="*/ 119051 h 1039237"/>
                <a:gd name="connsiteX11" fmla="*/ 57277 w 2458104"/>
                <a:gd name="connsiteY11" fmla="*/ 178141 h 1039237"/>
                <a:gd name="connsiteX12" fmla="*/ 27418 w 2458104"/>
                <a:gd name="connsiteY12" fmla="*/ 0 h 103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58104" h="1039237">
                  <a:moveTo>
                    <a:pt x="2458055" y="251398"/>
                  </a:moveTo>
                  <a:cubicBezTo>
                    <a:pt x="2461309" y="448077"/>
                    <a:pt x="2303235" y="610912"/>
                    <a:pt x="2194905" y="723620"/>
                  </a:cubicBezTo>
                  <a:cubicBezTo>
                    <a:pt x="2086575" y="836328"/>
                    <a:pt x="1918381" y="875075"/>
                    <a:pt x="1808074" y="927646"/>
                  </a:cubicBezTo>
                  <a:cubicBezTo>
                    <a:pt x="1697767" y="980217"/>
                    <a:pt x="1625921" y="1034995"/>
                    <a:pt x="1533060" y="1039048"/>
                  </a:cubicBezTo>
                  <a:cubicBezTo>
                    <a:pt x="1440199" y="1043101"/>
                    <a:pt x="1337794" y="981250"/>
                    <a:pt x="1250907" y="951963"/>
                  </a:cubicBezTo>
                  <a:cubicBezTo>
                    <a:pt x="1164020" y="922676"/>
                    <a:pt x="1083759" y="900088"/>
                    <a:pt x="1011739" y="863326"/>
                  </a:cubicBezTo>
                  <a:cubicBezTo>
                    <a:pt x="939719" y="826564"/>
                    <a:pt x="875462" y="790787"/>
                    <a:pt x="818784" y="731388"/>
                  </a:cubicBezTo>
                  <a:cubicBezTo>
                    <a:pt x="762106" y="671989"/>
                    <a:pt x="676966" y="557717"/>
                    <a:pt x="671669" y="506934"/>
                  </a:cubicBezTo>
                  <a:cubicBezTo>
                    <a:pt x="666372" y="456151"/>
                    <a:pt x="775191" y="490029"/>
                    <a:pt x="787002" y="426688"/>
                  </a:cubicBezTo>
                  <a:cubicBezTo>
                    <a:pt x="795575" y="380492"/>
                    <a:pt x="789247" y="277596"/>
                    <a:pt x="712037" y="226323"/>
                  </a:cubicBezTo>
                  <a:cubicBezTo>
                    <a:pt x="634827" y="175050"/>
                    <a:pt x="432866" y="127081"/>
                    <a:pt x="323739" y="119051"/>
                  </a:cubicBezTo>
                  <a:cubicBezTo>
                    <a:pt x="214612" y="111021"/>
                    <a:pt x="157988" y="246212"/>
                    <a:pt x="57277" y="178141"/>
                  </a:cubicBezTo>
                  <a:cubicBezTo>
                    <a:pt x="-43434" y="110070"/>
                    <a:pt x="17175" y="164468"/>
                    <a:pt x="27418"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Freeform: Shape 16">
              <a:extLst>
                <a:ext uri="{FF2B5EF4-FFF2-40B4-BE49-F238E27FC236}">
                  <a16:creationId xmlns:a16="http://schemas.microsoft.com/office/drawing/2014/main" id="{CF54DAA4-FCBA-F070-0C1C-3C205F29F816}"/>
                </a:ext>
              </a:extLst>
            </p:cNvPr>
            <p:cNvSpPr/>
            <p:nvPr/>
          </p:nvSpPr>
          <p:spPr>
            <a:xfrm rot="10800000" flipV="1">
              <a:off x="6797617" y="-8699"/>
              <a:ext cx="1386296" cy="82177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544578 w 1657796"/>
                <a:gd name="connsiteY0" fmla="*/ 298541 h 1634657"/>
                <a:gd name="connsiteX1" fmla="*/ 1648700 w 1657796"/>
                <a:gd name="connsiteY1" fmla="*/ 807636 h 1634657"/>
                <a:gd name="connsiteX2" fmla="*/ 1635191 w 1657796"/>
                <a:gd name="connsiteY2" fmla="*/ 1202766 h 1634657"/>
                <a:gd name="connsiteX3" fmla="*/ 1496068 w 1657796"/>
                <a:gd name="connsiteY3" fmla="*/ 1560626 h 1634657"/>
                <a:gd name="connsiteX4" fmla="*/ 1220812 w 1657796"/>
                <a:gd name="connsiteY4" fmla="*/ 1627392 h 1634657"/>
                <a:gd name="connsiteX5" fmla="*/ 840700 w 1657796"/>
                <a:gd name="connsiteY5" fmla="*/ 1450538 h 1634657"/>
                <a:gd name="connsiteX6" fmla="*/ 1069742 w 1657796"/>
                <a:gd name="connsiteY6" fmla="*/ 907026 h 1634657"/>
                <a:gd name="connsiteX7" fmla="*/ 888801 w 1657796"/>
                <a:gd name="connsiteY7" fmla="*/ 612802 h 1634657"/>
                <a:gd name="connsiteX8" fmla="*/ 573860 w 1657796"/>
                <a:gd name="connsiteY8" fmla="*/ 547014 h 1634657"/>
                <a:gd name="connsiteX9" fmla="*/ 247825 w 1657796"/>
                <a:gd name="connsiteY9" fmla="*/ 590646 h 1634657"/>
                <a:gd name="connsiteX10" fmla="*/ 127655 w 1657796"/>
                <a:gd name="connsiteY10" fmla="*/ 0 h 1634657"/>
                <a:gd name="connsiteX0" fmla="*/ 1544578 w 1657796"/>
                <a:gd name="connsiteY0" fmla="*/ 298541 h 1639146"/>
                <a:gd name="connsiteX1" fmla="*/ 1648700 w 1657796"/>
                <a:gd name="connsiteY1" fmla="*/ 807636 h 1639146"/>
                <a:gd name="connsiteX2" fmla="*/ 1635191 w 1657796"/>
                <a:gd name="connsiteY2" fmla="*/ 1202766 h 1639146"/>
                <a:gd name="connsiteX3" fmla="*/ 1496068 w 1657796"/>
                <a:gd name="connsiteY3" fmla="*/ 1560626 h 1639146"/>
                <a:gd name="connsiteX4" fmla="*/ 1220812 w 1657796"/>
                <a:gd name="connsiteY4" fmla="*/ 1627392 h 1639146"/>
                <a:gd name="connsiteX5" fmla="*/ 1065694 w 1657796"/>
                <a:gd name="connsiteY5" fmla="*/ 1387887 h 1639146"/>
                <a:gd name="connsiteX6" fmla="*/ 1069742 w 1657796"/>
                <a:gd name="connsiteY6" fmla="*/ 907026 h 1639146"/>
                <a:gd name="connsiteX7" fmla="*/ 888801 w 1657796"/>
                <a:gd name="connsiteY7" fmla="*/ 612802 h 1639146"/>
                <a:gd name="connsiteX8" fmla="*/ 573860 w 1657796"/>
                <a:gd name="connsiteY8" fmla="*/ 547014 h 1639146"/>
                <a:gd name="connsiteX9" fmla="*/ 247825 w 1657796"/>
                <a:gd name="connsiteY9" fmla="*/ 590646 h 1639146"/>
                <a:gd name="connsiteX10" fmla="*/ 127655 w 1657796"/>
                <a:gd name="connsiteY10" fmla="*/ 0 h 1639146"/>
                <a:gd name="connsiteX0" fmla="*/ 1544578 w 1657796"/>
                <a:gd name="connsiteY0" fmla="*/ 298541 h 1639146"/>
                <a:gd name="connsiteX1" fmla="*/ 1648700 w 1657796"/>
                <a:gd name="connsiteY1" fmla="*/ 807636 h 1639146"/>
                <a:gd name="connsiteX2" fmla="*/ 1635191 w 1657796"/>
                <a:gd name="connsiteY2" fmla="*/ 1202766 h 1639146"/>
                <a:gd name="connsiteX3" fmla="*/ 1496068 w 1657796"/>
                <a:gd name="connsiteY3" fmla="*/ 1560626 h 1639146"/>
                <a:gd name="connsiteX4" fmla="*/ 1220812 w 1657796"/>
                <a:gd name="connsiteY4" fmla="*/ 1627392 h 1639146"/>
                <a:gd name="connsiteX5" fmla="*/ 1065694 w 1657796"/>
                <a:gd name="connsiteY5" fmla="*/ 1387887 h 1639146"/>
                <a:gd name="connsiteX6" fmla="*/ 1069742 w 1657796"/>
                <a:gd name="connsiteY6" fmla="*/ 907026 h 1639146"/>
                <a:gd name="connsiteX7" fmla="*/ 690867 w 1657796"/>
                <a:gd name="connsiteY7" fmla="*/ 529366 h 1639146"/>
                <a:gd name="connsiteX8" fmla="*/ 573860 w 1657796"/>
                <a:gd name="connsiteY8" fmla="*/ 547014 h 1639146"/>
                <a:gd name="connsiteX9" fmla="*/ 247825 w 1657796"/>
                <a:gd name="connsiteY9" fmla="*/ 590646 h 1639146"/>
                <a:gd name="connsiteX10" fmla="*/ 127655 w 1657796"/>
                <a:gd name="connsiteY10" fmla="*/ 0 h 1639146"/>
                <a:gd name="connsiteX0" fmla="*/ 1544578 w 1657796"/>
                <a:gd name="connsiteY0" fmla="*/ 298541 h 1639146"/>
                <a:gd name="connsiteX1" fmla="*/ 1648700 w 1657796"/>
                <a:gd name="connsiteY1" fmla="*/ 807636 h 1639146"/>
                <a:gd name="connsiteX2" fmla="*/ 1635191 w 1657796"/>
                <a:gd name="connsiteY2" fmla="*/ 1202766 h 1639146"/>
                <a:gd name="connsiteX3" fmla="*/ 1496068 w 1657796"/>
                <a:gd name="connsiteY3" fmla="*/ 1560626 h 1639146"/>
                <a:gd name="connsiteX4" fmla="*/ 1220812 w 1657796"/>
                <a:gd name="connsiteY4" fmla="*/ 1627392 h 1639146"/>
                <a:gd name="connsiteX5" fmla="*/ 1065694 w 1657796"/>
                <a:gd name="connsiteY5" fmla="*/ 1387887 h 1639146"/>
                <a:gd name="connsiteX6" fmla="*/ 894266 w 1657796"/>
                <a:gd name="connsiteY6" fmla="*/ 808624 h 1639146"/>
                <a:gd name="connsiteX7" fmla="*/ 1069742 w 1657796"/>
                <a:gd name="connsiteY7" fmla="*/ 907026 h 1639146"/>
                <a:gd name="connsiteX8" fmla="*/ 690867 w 1657796"/>
                <a:gd name="connsiteY8" fmla="*/ 529366 h 1639146"/>
                <a:gd name="connsiteX9" fmla="*/ 573860 w 1657796"/>
                <a:gd name="connsiteY9" fmla="*/ 547014 h 1639146"/>
                <a:gd name="connsiteX10" fmla="*/ 247825 w 1657796"/>
                <a:gd name="connsiteY10" fmla="*/ 590646 h 1639146"/>
                <a:gd name="connsiteX11" fmla="*/ 127655 w 1657796"/>
                <a:gd name="connsiteY11" fmla="*/ 0 h 1639146"/>
                <a:gd name="connsiteX0" fmla="*/ 1544578 w 1657796"/>
                <a:gd name="connsiteY0" fmla="*/ 298541 h 1639146"/>
                <a:gd name="connsiteX1" fmla="*/ 1648700 w 1657796"/>
                <a:gd name="connsiteY1" fmla="*/ 807636 h 1639146"/>
                <a:gd name="connsiteX2" fmla="*/ 1635191 w 1657796"/>
                <a:gd name="connsiteY2" fmla="*/ 1202766 h 1639146"/>
                <a:gd name="connsiteX3" fmla="*/ 1496068 w 1657796"/>
                <a:gd name="connsiteY3" fmla="*/ 1560626 h 1639146"/>
                <a:gd name="connsiteX4" fmla="*/ 1220812 w 1657796"/>
                <a:gd name="connsiteY4" fmla="*/ 1627392 h 1639146"/>
                <a:gd name="connsiteX5" fmla="*/ 1065694 w 1657796"/>
                <a:gd name="connsiteY5" fmla="*/ 1387887 h 1639146"/>
                <a:gd name="connsiteX6" fmla="*/ 894266 w 1657796"/>
                <a:gd name="connsiteY6" fmla="*/ 808624 h 1639146"/>
                <a:gd name="connsiteX7" fmla="*/ 690867 w 1657796"/>
                <a:gd name="connsiteY7" fmla="*/ 529366 h 1639146"/>
                <a:gd name="connsiteX8" fmla="*/ 573860 w 1657796"/>
                <a:gd name="connsiteY8" fmla="*/ 547014 h 1639146"/>
                <a:gd name="connsiteX9" fmla="*/ 247825 w 1657796"/>
                <a:gd name="connsiteY9" fmla="*/ 590646 h 1639146"/>
                <a:gd name="connsiteX10" fmla="*/ 127655 w 1657796"/>
                <a:gd name="connsiteY10" fmla="*/ 0 h 1639146"/>
                <a:gd name="connsiteX0" fmla="*/ 1544578 w 1657796"/>
                <a:gd name="connsiteY0" fmla="*/ 298541 h 1639146"/>
                <a:gd name="connsiteX1" fmla="*/ 1648700 w 1657796"/>
                <a:gd name="connsiteY1" fmla="*/ 807636 h 1639146"/>
                <a:gd name="connsiteX2" fmla="*/ 1635191 w 1657796"/>
                <a:gd name="connsiteY2" fmla="*/ 1202766 h 1639146"/>
                <a:gd name="connsiteX3" fmla="*/ 1496068 w 1657796"/>
                <a:gd name="connsiteY3" fmla="*/ 1560626 h 1639146"/>
                <a:gd name="connsiteX4" fmla="*/ 1220812 w 1657796"/>
                <a:gd name="connsiteY4" fmla="*/ 1627392 h 1639146"/>
                <a:gd name="connsiteX5" fmla="*/ 1065694 w 1657796"/>
                <a:gd name="connsiteY5" fmla="*/ 1387887 h 1639146"/>
                <a:gd name="connsiteX6" fmla="*/ 894266 w 1657796"/>
                <a:gd name="connsiteY6" fmla="*/ 808624 h 1639146"/>
                <a:gd name="connsiteX7" fmla="*/ 690867 w 1657796"/>
                <a:gd name="connsiteY7" fmla="*/ 529366 h 1639146"/>
                <a:gd name="connsiteX8" fmla="*/ 456147 w 1657796"/>
                <a:gd name="connsiteY8" fmla="*/ 477091 h 1639146"/>
                <a:gd name="connsiteX9" fmla="*/ 247825 w 1657796"/>
                <a:gd name="connsiteY9" fmla="*/ 590646 h 1639146"/>
                <a:gd name="connsiteX10" fmla="*/ 127655 w 1657796"/>
                <a:gd name="connsiteY10" fmla="*/ 0 h 1639146"/>
                <a:gd name="connsiteX0" fmla="*/ 1553444 w 1666662"/>
                <a:gd name="connsiteY0" fmla="*/ 298541 h 1639146"/>
                <a:gd name="connsiteX1" fmla="*/ 1657566 w 1666662"/>
                <a:gd name="connsiteY1" fmla="*/ 807636 h 1639146"/>
                <a:gd name="connsiteX2" fmla="*/ 1644057 w 1666662"/>
                <a:gd name="connsiteY2" fmla="*/ 1202766 h 1639146"/>
                <a:gd name="connsiteX3" fmla="*/ 1504934 w 1666662"/>
                <a:gd name="connsiteY3" fmla="*/ 1560626 h 1639146"/>
                <a:gd name="connsiteX4" fmla="*/ 1229678 w 1666662"/>
                <a:gd name="connsiteY4" fmla="*/ 1627392 h 1639146"/>
                <a:gd name="connsiteX5" fmla="*/ 1074560 w 1666662"/>
                <a:gd name="connsiteY5" fmla="*/ 1387887 h 1639146"/>
                <a:gd name="connsiteX6" fmla="*/ 903132 w 1666662"/>
                <a:gd name="connsiteY6" fmla="*/ 808624 h 1639146"/>
                <a:gd name="connsiteX7" fmla="*/ 699733 w 1666662"/>
                <a:gd name="connsiteY7" fmla="*/ 529366 h 1639146"/>
                <a:gd name="connsiteX8" fmla="*/ 465013 w 1666662"/>
                <a:gd name="connsiteY8" fmla="*/ 477091 h 1639146"/>
                <a:gd name="connsiteX9" fmla="*/ 221540 w 1666662"/>
                <a:gd name="connsiteY9" fmla="*/ 601061 h 1639146"/>
                <a:gd name="connsiteX10" fmla="*/ 136521 w 1666662"/>
                <a:gd name="connsiteY10" fmla="*/ 0 h 1639146"/>
                <a:gd name="connsiteX0" fmla="*/ 1699730 w 1812948"/>
                <a:gd name="connsiteY0" fmla="*/ 242250 h 1582855"/>
                <a:gd name="connsiteX1" fmla="*/ 1803852 w 1812948"/>
                <a:gd name="connsiteY1" fmla="*/ 751345 h 1582855"/>
                <a:gd name="connsiteX2" fmla="*/ 1790343 w 1812948"/>
                <a:gd name="connsiteY2" fmla="*/ 1146475 h 1582855"/>
                <a:gd name="connsiteX3" fmla="*/ 1651220 w 1812948"/>
                <a:gd name="connsiteY3" fmla="*/ 1504335 h 1582855"/>
                <a:gd name="connsiteX4" fmla="*/ 1375964 w 1812948"/>
                <a:gd name="connsiteY4" fmla="*/ 1571101 h 1582855"/>
                <a:gd name="connsiteX5" fmla="*/ 1220846 w 1812948"/>
                <a:gd name="connsiteY5" fmla="*/ 1331596 h 1582855"/>
                <a:gd name="connsiteX6" fmla="*/ 1049418 w 1812948"/>
                <a:gd name="connsiteY6" fmla="*/ 752333 h 1582855"/>
                <a:gd name="connsiteX7" fmla="*/ 846019 w 1812948"/>
                <a:gd name="connsiteY7" fmla="*/ 473075 h 1582855"/>
                <a:gd name="connsiteX8" fmla="*/ 611299 w 1812948"/>
                <a:gd name="connsiteY8" fmla="*/ 420800 h 1582855"/>
                <a:gd name="connsiteX9" fmla="*/ 367826 w 1812948"/>
                <a:gd name="connsiteY9" fmla="*/ 544770 h 1582855"/>
                <a:gd name="connsiteX10" fmla="*/ 99788 w 1812948"/>
                <a:gd name="connsiteY10" fmla="*/ 0 h 1582855"/>
                <a:gd name="connsiteX0" fmla="*/ 1599942 w 1713160"/>
                <a:gd name="connsiteY0" fmla="*/ 242250 h 1582855"/>
                <a:gd name="connsiteX1" fmla="*/ 1704064 w 1713160"/>
                <a:gd name="connsiteY1" fmla="*/ 751345 h 1582855"/>
                <a:gd name="connsiteX2" fmla="*/ 1690555 w 1713160"/>
                <a:gd name="connsiteY2" fmla="*/ 1146475 h 1582855"/>
                <a:gd name="connsiteX3" fmla="*/ 1551432 w 1713160"/>
                <a:gd name="connsiteY3" fmla="*/ 1504335 h 1582855"/>
                <a:gd name="connsiteX4" fmla="*/ 1276176 w 1713160"/>
                <a:gd name="connsiteY4" fmla="*/ 1571101 h 1582855"/>
                <a:gd name="connsiteX5" fmla="*/ 1121058 w 1713160"/>
                <a:gd name="connsiteY5" fmla="*/ 1331596 h 1582855"/>
                <a:gd name="connsiteX6" fmla="*/ 949630 w 1713160"/>
                <a:gd name="connsiteY6" fmla="*/ 752333 h 1582855"/>
                <a:gd name="connsiteX7" fmla="*/ 746231 w 1713160"/>
                <a:gd name="connsiteY7" fmla="*/ 473075 h 1582855"/>
                <a:gd name="connsiteX8" fmla="*/ 511511 w 1713160"/>
                <a:gd name="connsiteY8" fmla="*/ 420800 h 1582855"/>
                <a:gd name="connsiteX9" fmla="*/ 268038 w 1713160"/>
                <a:gd name="connsiteY9" fmla="*/ 544770 h 1582855"/>
                <a:gd name="connsiteX10" fmla="*/ 0 w 1713160"/>
                <a:gd name="connsiteY10" fmla="*/ 0 h 1582855"/>
                <a:gd name="connsiteX0" fmla="*/ 1599942 w 1713160"/>
                <a:gd name="connsiteY0" fmla="*/ 242250 h 1582855"/>
                <a:gd name="connsiteX1" fmla="*/ 1704064 w 1713160"/>
                <a:gd name="connsiteY1" fmla="*/ 751345 h 1582855"/>
                <a:gd name="connsiteX2" fmla="*/ 1690555 w 1713160"/>
                <a:gd name="connsiteY2" fmla="*/ 1146475 h 1582855"/>
                <a:gd name="connsiteX3" fmla="*/ 1551432 w 1713160"/>
                <a:gd name="connsiteY3" fmla="*/ 1504335 h 1582855"/>
                <a:gd name="connsiteX4" fmla="*/ 1276176 w 1713160"/>
                <a:gd name="connsiteY4" fmla="*/ 1571101 h 1582855"/>
                <a:gd name="connsiteX5" fmla="*/ 1121058 w 1713160"/>
                <a:gd name="connsiteY5" fmla="*/ 1331596 h 1582855"/>
                <a:gd name="connsiteX6" fmla="*/ 949630 w 1713160"/>
                <a:gd name="connsiteY6" fmla="*/ 752333 h 1582855"/>
                <a:gd name="connsiteX7" fmla="*/ 746231 w 1713160"/>
                <a:gd name="connsiteY7" fmla="*/ 473075 h 1582855"/>
                <a:gd name="connsiteX8" fmla="*/ 508059 w 1713160"/>
                <a:gd name="connsiteY8" fmla="*/ 452888 h 1582855"/>
                <a:gd name="connsiteX9" fmla="*/ 268038 w 1713160"/>
                <a:gd name="connsiteY9" fmla="*/ 544770 h 1582855"/>
                <a:gd name="connsiteX10" fmla="*/ 0 w 1713160"/>
                <a:gd name="connsiteY10" fmla="*/ 0 h 1582855"/>
                <a:gd name="connsiteX0" fmla="*/ 1599942 w 1713160"/>
                <a:gd name="connsiteY0" fmla="*/ 242250 h 1582855"/>
                <a:gd name="connsiteX1" fmla="*/ 1704064 w 1713160"/>
                <a:gd name="connsiteY1" fmla="*/ 751345 h 1582855"/>
                <a:gd name="connsiteX2" fmla="*/ 1690555 w 1713160"/>
                <a:gd name="connsiteY2" fmla="*/ 1146475 h 1582855"/>
                <a:gd name="connsiteX3" fmla="*/ 1551432 w 1713160"/>
                <a:gd name="connsiteY3" fmla="*/ 1504335 h 1582855"/>
                <a:gd name="connsiteX4" fmla="*/ 1276176 w 1713160"/>
                <a:gd name="connsiteY4" fmla="*/ 1571101 h 1582855"/>
                <a:gd name="connsiteX5" fmla="*/ 1121058 w 1713160"/>
                <a:gd name="connsiteY5" fmla="*/ 1331596 h 1582855"/>
                <a:gd name="connsiteX6" fmla="*/ 931062 w 1713160"/>
                <a:gd name="connsiteY6" fmla="*/ 815271 h 1582855"/>
                <a:gd name="connsiteX7" fmla="*/ 746231 w 1713160"/>
                <a:gd name="connsiteY7" fmla="*/ 473075 h 1582855"/>
                <a:gd name="connsiteX8" fmla="*/ 508059 w 1713160"/>
                <a:gd name="connsiteY8" fmla="*/ 452888 h 1582855"/>
                <a:gd name="connsiteX9" fmla="*/ 268038 w 1713160"/>
                <a:gd name="connsiteY9" fmla="*/ 544770 h 1582855"/>
                <a:gd name="connsiteX10" fmla="*/ 0 w 1713160"/>
                <a:gd name="connsiteY10" fmla="*/ 0 h 1582855"/>
                <a:gd name="connsiteX0" fmla="*/ 1599942 w 1713160"/>
                <a:gd name="connsiteY0" fmla="*/ 242250 h 1582855"/>
                <a:gd name="connsiteX1" fmla="*/ 1704064 w 1713160"/>
                <a:gd name="connsiteY1" fmla="*/ 751345 h 1582855"/>
                <a:gd name="connsiteX2" fmla="*/ 1690555 w 1713160"/>
                <a:gd name="connsiteY2" fmla="*/ 1146475 h 1582855"/>
                <a:gd name="connsiteX3" fmla="*/ 1551432 w 1713160"/>
                <a:gd name="connsiteY3" fmla="*/ 1504335 h 1582855"/>
                <a:gd name="connsiteX4" fmla="*/ 1276176 w 1713160"/>
                <a:gd name="connsiteY4" fmla="*/ 1571101 h 1582855"/>
                <a:gd name="connsiteX5" fmla="*/ 1121058 w 1713160"/>
                <a:gd name="connsiteY5" fmla="*/ 1331596 h 1582855"/>
                <a:gd name="connsiteX6" fmla="*/ 931062 w 1713160"/>
                <a:gd name="connsiteY6" fmla="*/ 815271 h 1582855"/>
                <a:gd name="connsiteX7" fmla="*/ 737184 w 1713160"/>
                <a:gd name="connsiteY7" fmla="*/ 544514 h 1582855"/>
                <a:gd name="connsiteX8" fmla="*/ 508059 w 1713160"/>
                <a:gd name="connsiteY8" fmla="*/ 452888 h 1582855"/>
                <a:gd name="connsiteX9" fmla="*/ 268038 w 1713160"/>
                <a:gd name="connsiteY9" fmla="*/ 544770 h 1582855"/>
                <a:gd name="connsiteX10" fmla="*/ 0 w 1713160"/>
                <a:gd name="connsiteY10" fmla="*/ 0 h 1582855"/>
                <a:gd name="connsiteX0" fmla="*/ 1704064 w 1713160"/>
                <a:gd name="connsiteY0" fmla="*/ 751345 h 1582855"/>
                <a:gd name="connsiteX1" fmla="*/ 1690555 w 1713160"/>
                <a:gd name="connsiteY1" fmla="*/ 1146475 h 1582855"/>
                <a:gd name="connsiteX2" fmla="*/ 1551432 w 1713160"/>
                <a:gd name="connsiteY2" fmla="*/ 1504335 h 1582855"/>
                <a:gd name="connsiteX3" fmla="*/ 1276176 w 1713160"/>
                <a:gd name="connsiteY3" fmla="*/ 1571101 h 1582855"/>
                <a:gd name="connsiteX4" fmla="*/ 1121058 w 1713160"/>
                <a:gd name="connsiteY4" fmla="*/ 1331596 h 1582855"/>
                <a:gd name="connsiteX5" fmla="*/ 931062 w 1713160"/>
                <a:gd name="connsiteY5" fmla="*/ 815271 h 1582855"/>
                <a:gd name="connsiteX6" fmla="*/ 737184 w 1713160"/>
                <a:gd name="connsiteY6" fmla="*/ 544514 h 1582855"/>
                <a:gd name="connsiteX7" fmla="*/ 508059 w 1713160"/>
                <a:gd name="connsiteY7" fmla="*/ 452888 h 1582855"/>
                <a:gd name="connsiteX8" fmla="*/ 268038 w 1713160"/>
                <a:gd name="connsiteY8" fmla="*/ 544770 h 1582855"/>
                <a:gd name="connsiteX9" fmla="*/ 0 w 1713160"/>
                <a:gd name="connsiteY9" fmla="*/ 0 h 1582855"/>
                <a:gd name="connsiteX0" fmla="*/ 1690555 w 1690555"/>
                <a:gd name="connsiteY0" fmla="*/ 1146475 h 1582855"/>
                <a:gd name="connsiteX1" fmla="*/ 1551432 w 1690555"/>
                <a:gd name="connsiteY1" fmla="*/ 1504335 h 1582855"/>
                <a:gd name="connsiteX2" fmla="*/ 1276176 w 1690555"/>
                <a:gd name="connsiteY2" fmla="*/ 1571101 h 1582855"/>
                <a:gd name="connsiteX3" fmla="*/ 1121058 w 1690555"/>
                <a:gd name="connsiteY3" fmla="*/ 1331596 h 1582855"/>
                <a:gd name="connsiteX4" fmla="*/ 931062 w 1690555"/>
                <a:gd name="connsiteY4" fmla="*/ 815271 h 1582855"/>
                <a:gd name="connsiteX5" fmla="*/ 737184 w 1690555"/>
                <a:gd name="connsiteY5" fmla="*/ 544514 h 1582855"/>
                <a:gd name="connsiteX6" fmla="*/ 508059 w 1690555"/>
                <a:gd name="connsiteY6" fmla="*/ 452888 h 1582855"/>
                <a:gd name="connsiteX7" fmla="*/ 268038 w 1690555"/>
                <a:gd name="connsiteY7" fmla="*/ 544770 h 1582855"/>
                <a:gd name="connsiteX8" fmla="*/ 0 w 1690555"/>
                <a:gd name="connsiteY8" fmla="*/ 0 h 1582855"/>
                <a:gd name="connsiteX0" fmla="*/ 1685716 w 1685716"/>
                <a:gd name="connsiteY0" fmla="*/ 1026958 h 1586744"/>
                <a:gd name="connsiteX1" fmla="*/ 1551432 w 1685716"/>
                <a:gd name="connsiteY1" fmla="*/ 1504335 h 1586744"/>
                <a:gd name="connsiteX2" fmla="*/ 1276176 w 1685716"/>
                <a:gd name="connsiteY2" fmla="*/ 1571101 h 1586744"/>
                <a:gd name="connsiteX3" fmla="*/ 1121058 w 1685716"/>
                <a:gd name="connsiteY3" fmla="*/ 1331596 h 1586744"/>
                <a:gd name="connsiteX4" fmla="*/ 931062 w 1685716"/>
                <a:gd name="connsiteY4" fmla="*/ 815271 h 1586744"/>
                <a:gd name="connsiteX5" fmla="*/ 737184 w 1685716"/>
                <a:gd name="connsiteY5" fmla="*/ 544514 h 1586744"/>
                <a:gd name="connsiteX6" fmla="*/ 508059 w 1685716"/>
                <a:gd name="connsiteY6" fmla="*/ 452888 h 1586744"/>
                <a:gd name="connsiteX7" fmla="*/ 268038 w 1685716"/>
                <a:gd name="connsiteY7" fmla="*/ 544770 h 1586744"/>
                <a:gd name="connsiteX8" fmla="*/ 0 w 1685716"/>
                <a:gd name="connsiteY8" fmla="*/ 0 h 1586744"/>
                <a:gd name="connsiteX0" fmla="*/ 1685716 w 1688801"/>
                <a:gd name="connsiteY0" fmla="*/ 1026958 h 1586744"/>
                <a:gd name="connsiteX1" fmla="*/ 1551432 w 1688801"/>
                <a:gd name="connsiteY1" fmla="*/ 1504335 h 1586744"/>
                <a:gd name="connsiteX2" fmla="*/ 1276176 w 1688801"/>
                <a:gd name="connsiteY2" fmla="*/ 1571101 h 1586744"/>
                <a:gd name="connsiteX3" fmla="*/ 1121058 w 1688801"/>
                <a:gd name="connsiteY3" fmla="*/ 1331596 h 1586744"/>
                <a:gd name="connsiteX4" fmla="*/ 931062 w 1688801"/>
                <a:gd name="connsiteY4" fmla="*/ 815271 h 1586744"/>
                <a:gd name="connsiteX5" fmla="*/ 737184 w 1688801"/>
                <a:gd name="connsiteY5" fmla="*/ 544514 h 1586744"/>
                <a:gd name="connsiteX6" fmla="*/ 508059 w 1688801"/>
                <a:gd name="connsiteY6" fmla="*/ 452888 h 1586744"/>
                <a:gd name="connsiteX7" fmla="*/ 268038 w 1688801"/>
                <a:gd name="connsiteY7" fmla="*/ 544770 h 1586744"/>
                <a:gd name="connsiteX8" fmla="*/ 0 w 1688801"/>
                <a:gd name="connsiteY8" fmla="*/ 0 h 1586744"/>
                <a:gd name="connsiteX0" fmla="*/ 1685716 w 1688768"/>
                <a:gd name="connsiteY0" fmla="*/ 1026958 h 1550717"/>
                <a:gd name="connsiteX1" fmla="*/ 1551432 w 1688768"/>
                <a:gd name="connsiteY1" fmla="*/ 1504335 h 1550717"/>
                <a:gd name="connsiteX2" fmla="*/ 1283358 w 1688768"/>
                <a:gd name="connsiteY2" fmla="*/ 1512779 h 1550717"/>
                <a:gd name="connsiteX3" fmla="*/ 1121058 w 1688768"/>
                <a:gd name="connsiteY3" fmla="*/ 1331596 h 1550717"/>
                <a:gd name="connsiteX4" fmla="*/ 931062 w 1688768"/>
                <a:gd name="connsiteY4" fmla="*/ 815271 h 1550717"/>
                <a:gd name="connsiteX5" fmla="*/ 737184 w 1688768"/>
                <a:gd name="connsiteY5" fmla="*/ 544514 h 1550717"/>
                <a:gd name="connsiteX6" fmla="*/ 508059 w 1688768"/>
                <a:gd name="connsiteY6" fmla="*/ 452888 h 1550717"/>
                <a:gd name="connsiteX7" fmla="*/ 268038 w 1688768"/>
                <a:gd name="connsiteY7" fmla="*/ 544770 h 1550717"/>
                <a:gd name="connsiteX8" fmla="*/ 0 w 1688768"/>
                <a:gd name="connsiteY8" fmla="*/ 0 h 1550717"/>
                <a:gd name="connsiteX0" fmla="*/ 1795949 w 1799001"/>
                <a:gd name="connsiteY0" fmla="*/ 1092438 h 1616197"/>
                <a:gd name="connsiteX1" fmla="*/ 1661665 w 1799001"/>
                <a:gd name="connsiteY1" fmla="*/ 1569815 h 1616197"/>
                <a:gd name="connsiteX2" fmla="*/ 1393591 w 1799001"/>
                <a:gd name="connsiteY2" fmla="*/ 1578259 h 1616197"/>
                <a:gd name="connsiteX3" fmla="*/ 1231291 w 1799001"/>
                <a:gd name="connsiteY3" fmla="*/ 1397076 h 1616197"/>
                <a:gd name="connsiteX4" fmla="*/ 1041295 w 1799001"/>
                <a:gd name="connsiteY4" fmla="*/ 880751 h 1616197"/>
                <a:gd name="connsiteX5" fmla="*/ 847417 w 1799001"/>
                <a:gd name="connsiteY5" fmla="*/ 609994 h 1616197"/>
                <a:gd name="connsiteX6" fmla="*/ 618292 w 1799001"/>
                <a:gd name="connsiteY6" fmla="*/ 518368 h 1616197"/>
                <a:gd name="connsiteX7" fmla="*/ 378271 w 1799001"/>
                <a:gd name="connsiteY7" fmla="*/ 610250 h 1616197"/>
                <a:gd name="connsiteX8" fmla="*/ 0 w 1799001"/>
                <a:gd name="connsiteY8" fmla="*/ 0 h 1616197"/>
                <a:gd name="connsiteX0" fmla="*/ 1795949 w 1799001"/>
                <a:gd name="connsiteY0" fmla="*/ 1092438 h 1616197"/>
                <a:gd name="connsiteX1" fmla="*/ 1661665 w 1799001"/>
                <a:gd name="connsiteY1" fmla="*/ 1569815 h 1616197"/>
                <a:gd name="connsiteX2" fmla="*/ 1393591 w 1799001"/>
                <a:gd name="connsiteY2" fmla="*/ 1578259 h 1616197"/>
                <a:gd name="connsiteX3" fmla="*/ 1231291 w 1799001"/>
                <a:gd name="connsiteY3" fmla="*/ 1397076 h 1616197"/>
                <a:gd name="connsiteX4" fmla="*/ 1041295 w 1799001"/>
                <a:gd name="connsiteY4" fmla="*/ 880751 h 1616197"/>
                <a:gd name="connsiteX5" fmla="*/ 847417 w 1799001"/>
                <a:gd name="connsiteY5" fmla="*/ 609994 h 1616197"/>
                <a:gd name="connsiteX6" fmla="*/ 618292 w 1799001"/>
                <a:gd name="connsiteY6" fmla="*/ 518368 h 1616197"/>
                <a:gd name="connsiteX7" fmla="*/ 378271 w 1799001"/>
                <a:gd name="connsiteY7" fmla="*/ 610250 h 1616197"/>
                <a:gd name="connsiteX8" fmla="*/ 0 w 1799001"/>
                <a:gd name="connsiteY8" fmla="*/ 0 h 1616197"/>
                <a:gd name="connsiteX0" fmla="*/ 1795949 w 1799001"/>
                <a:gd name="connsiteY0" fmla="*/ 1092438 h 1609969"/>
                <a:gd name="connsiteX1" fmla="*/ 1661665 w 1799001"/>
                <a:gd name="connsiteY1" fmla="*/ 1569815 h 1609969"/>
                <a:gd name="connsiteX2" fmla="*/ 1393591 w 1799001"/>
                <a:gd name="connsiteY2" fmla="*/ 1578259 h 1609969"/>
                <a:gd name="connsiteX3" fmla="*/ 1201723 w 1799001"/>
                <a:gd name="connsiteY3" fmla="*/ 1526574 h 1609969"/>
                <a:gd name="connsiteX4" fmla="*/ 1041295 w 1799001"/>
                <a:gd name="connsiteY4" fmla="*/ 880751 h 1609969"/>
                <a:gd name="connsiteX5" fmla="*/ 847417 w 1799001"/>
                <a:gd name="connsiteY5" fmla="*/ 609994 h 1609969"/>
                <a:gd name="connsiteX6" fmla="*/ 618292 w 1799001"/>
                <a:gd name="connsiteY6" fmla="*/ 518368 h 1609969"/>
                <a:gd name="connsiteX7" fmla="*/ 378271 w 1799001"/>
                <a:gd name="connsiteY7" fmla="*/ 610250 h 1609969"/>
                <a:gd name="connsiteX8" fmla="*/ 0 w 1799001"/>
                <a:gd name="connsiteY8" fmla="*/ 0 h 1609969"/>
                <a:gd name="connsiteX0" fmla="*/ 1795949 w 1799234"/>
                <a:gd name="connsiteY0" fmla="*/ 1092438 h 1706061"/>
                <a:gd name="connsiteX1" fmla="*/ 1661665 w 1799234"/>
                <a:gd name="connsiteY1" fmla="*/ 1569815 h 1706061"/>
                <a:gd name="connsiteX2" fmla="*/ 1346049 w 1799234"/>
                <a:gd name="connsiteY2" fmla="*/ 1705251 h 1706061"/>
                <a:gd name="connsiteX3" fmla="*/ 1201723 w 1799234"/>
                <a:gd name="connsiteY3" fmla="*/ 1526574 h 1706061"/>
                <a:gd name="connsiteX4" fmla="*/ 1041295 w 1799234"/>
                <a:gd name="connsiteY4" fmla="*/ 880751 h 1706061"/>
                <a:gd name="connsiteX5" fmla="*/ 847417 w 1799234"/>
                <a:gd name="connsiteY5" fmla="*/ 609994 h 1706061"/>
                <a:gd name="connsiteX6" fmla="*/ 618292 w 1799234"/>
                <a:gd name="connsiteY6" fmla="*/ 518368 h 1706061"/>
                <a:gd name="connsiteX7" fmla="*/ 378271 w 1799234"/>
                <a:gd name="connsiteY7" fmla="*/ 610250 h 1706061"/>
                <a:gd name="connsiteX8" fmla="*/ 0 w 1799234"/>
                <a:gd name="connsiteY8" fmla="*/ 0 h 1706061"/>
                <a:gd name="connsiteX0" fmla="*/ 1761570 w 1766166"/>
                <a:gd name="connsiteY0" fmla="*/ 1057719 h 1706161"/>
                <a:gd name="connsiteX1" fmla="*/ 1661665 w 1766166"/>
                <a:gd name="connsiteY1" fmla="*/ 1569815 h 1706161"/>
                <a:gd name="connsiteX2" fmla="*/ 1346049 w 1766166"/>
                <a:gd name="connsiteY2" fmla="*/ 1705251 h 1706161"/>
                <a:gd name="connsiteX3" fmla="*/ 1201723 w 1766166"/>
                <a:gd name="connsiteY3" fmla="*/ 1526574 h 1706161"/>
                <a:gd name="connsiteX4" fmla="*/ 1041295 w 1766166"/>
                <a:gd name="connsiteY4" fmla="*/ 880751 h 1706161"/>
                <a:gd name="connsiteX5" fmla="*/ 847417 w 1766166"/>
                <a:gd name="connsiteY5" fmla="*/ 609994 h 1706161"/>
                <a:gd name="connsiteX6" fmla="*/ 618292 w 1766166"/>
                <a:gd name="connsiteY6" fmla="*/ 518368 h 1706161"/>
                <a:gd name="connsiteX7" fmla="*/ 378271 w 1766166"/>
                <a:gd name="connsiteY7" fmla="*/ 610250 h 1706161"/>
                <a:gd name="connsiteX8" fmla="*/ 0 w 1766166"/>
                <a:gd name="connsiteY8" fmla="*/ 0 h 1706161"/>
                <a:gd name="connsiteX0" fmla="*/ 1761570 w 1766166"/>
                <a:gd name="connsiteY0" fmla="*/ 1057719 h 1705354"/>
                <a:gd name="connsiteX1" fmla="*/ 1661665 w 1766166"/>
                <a:gd name="connsiteY1" fmla="*/ 1569815 h 1705354"/>
                <a:gd name="connsiteX2" fmla="*/ 1346049 w 1766166"/>
                <a:gd name="connsiteY2" fmla="*/ 1705251 h 1705354"/>
                <a:gd name="connsiteX3" fmla="*/ 1146634 w 1766166"/>
                <a:gd name="connsiteY3" fmla="*/ 1557169 h 1705354"/>
                <a:gd name="connsiteX4" fmla="*/ 1041295 w 1766166"/>
                <a:gd name="connsiteY4" fmla="*/ 880751 h 1705354"/>
                <a:gd name="connsiteX5" fmla="*/ 847417 w 1766166"/>
                <a:gd name="connsiteY5" fmla="*/ 609994 h 1705354"/>
                <a:gd name="connsiteX6" fmla="*/ 618292 w 1766166"/>
                <a:gd name="connsiteY6" fmla="*/ 518368 h 1705354"/>
                <a:gd name="connsiteX7" fmla="*/ 378271 w 1766166"/>
                <a:gd name="connsiteY7" fmla="*/ 610250 h 1705354"/>
                <a:gd name="connsiteX8" fmla="*/ 0 w 1766166"/>
                <a:gd name="connsiteY8" fmla="*/ 0 h 1705354"/>
                <a:gd name="connsiteX0" fmla="*/ 1761570 w 1766166"/>
                <a:gd name="connsiteY0" fmla="*/ 1057719 h 1705354"/>
                <a:gd name="connsiteX1" fmla="*/ 1661665 w 1766166"/>
                <a:gd name="connsiteY1" fmla="*/ 1569815 h 1705354"/>
                <a:gd name="connsiteX2" fmla="*/ 1346049 w 1766166"/>
                <a:gd name="connsiteY2" fmla="*/ 1705251 h 1705354"/>
                <a:gd name="connsiteX3" fmla="*/ 1146634 w 1766166"/>
                <a:gd name="connsiteY3" fmla="*/ 1557169 h 1705354"/>
                <a:gd name="connsiteX4" fmla="*/ 1041295 w 1766166"/>
                <a:gd name="connsiteY4" fmla="*/ 880751 h 1705354"/>
                <a:gd name="connsiteX5" fmla="*/ 847417 w 1766166"/>
                <a:gd name="connsiteY5" fmla="*/ 609994 h 1705354"/>
                <a:gd name="connsiteX6" fmla="*/ 634982 w 1766166"/>
                <a:gd name="connsiteY6" fmla="*/ 461797 h 1705354"/>
                <a:gd name="connsiteX7" fmla="*/ 378271 w 1766166"/>
                <a:gd name="connsiteY7" fmla="*/ 610250 h 1705354"/>
                <a:gd name="connsiteX8" fmla="*/ 0 w 1766166"/>
                <a:gd name="connsiteY8" fmla="*/ 0 h 1705354"/>
                <a:gd name="connsiteX0" fmla="*/ 1761570 w 1766166"/>
                <a:gd name="connsiteY0" fmla="*/ 1057719 h 1705354"/>
                <a:gd name="connsiteX1" fmla="*/ 1661665 w 1766166"/>
                <a:gd name="connsiteY1" fmla="*/ 1569815 h 1705354"/>
                <a:gd name="connsiteX2" fmla="*/ 1346049 w 1766166"/>
                <a:gd name="connsiteY2" fmla="*/ 1705251 h 1705354"/>
                <a:gd name="connsiteX3" fmla="*/ 1146634 w 1766166"/>
                <a:gd name="connsiteY3" fmla="*/ 1557169 h 1705354"/>
                <a:gd name="connsiteX4" fmla="*/ 1041295 w 1766166"/>
                <a:gd name="connsiteY4" fmla="*/ 880751 h 1705354"/>
                <a:gd name="connsiteX5" fmla="*/ 847417 w 1766166"/>
                <a:gd name="connsiteY5" fmla="*/ 609994 h 1705354"/>
                <a:gd name="connsiteX6" fmla="*/ 634982 w 1766166"/>
                <a:gd name="connsiteY6" fmla="*/ 461797 h 1705354"/>
                <a:gd name="connsiteX7" fmla="*/ 369497 w 1766166"/>
                <a:gd name="connsiteY7" fmla="*/ 343533 h 1705354"/>
                <a:gd name="connsiteX8" fmla="*/ 0 w 1766166"/>
                <a:gd name="connsiteY8" fmla="*/ 0 h 170535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01014 w 1725885"/>
                <a:gd name="connsiteY4" fmla="*/ 893761 h 1718364"/>
                <a:gd name="connsiteX5" fmla="*/ 807136 w 1725885"/>
                <a:gd name="connsiteY5" fmla="*/ 623004 h 1718364"/>
                <a:gd name="connsiteX6" fmla="*/ 594701 w 1725885"/>
                <a:gd name="connsiteY6" fmla="*/ 474807 h 1718364"/>
                <a:gd name="connsiteX7" fmla="*/ 329216 w 1725885"/>
                <a:gd name="connsiteY7" fmla="*/ 356543 h 1718364"/>
                <a:gd name="connsiteX8" fmla="*/ 0 w 1725885"/>
                <a:gd name="connsiteY8"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01014 w 1725885"/>
                <a:gd name="connsiteY4" fmla="*/ 893761 h 1718364"/>
                <a:gd name="connsiteX5" fmla="*/ 807136 w 1725885"/>
                <a:gd name="connsiteY5" fmla="*/ 623004 h 1718364"/>
                <a:gd name="connsiteX6" fmla="*/ 594701 w 1725885"/>
                <a:gd name="connsiteY6" fmla="*/ 474807 h 1718364"/>
                <a:gd name="connsiteX7" fmla="*/ 329216 w 1725885"/>
                <a:gd name="connsiteY7" fmla="*/ 356543 h 1718364"/>
                <a:gd name="connsiteX8" fmla="*/ 0 w 1725885"/>
                <a:gd name="connsiteY8"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01014 w 1725885"/>
                <a:gd name="connsiteY4" fmla="*/ 893761 h 1718364"/>
                <a:gd name="connsiteX5" fmla="*/ 807136 w 1725885"/>
                <a:gd name="connsiteY5" fmla="*/ 623004 h 1718364"/>
                <a:gd name="connsiteX6" fmla="*/ 640463 w 1725885"/>
                <a:gd name="connsiteY6" fmla="*/ 450280 h 1718364"/>
                <a:gd name="connsiteX7" fmla="*/ 329216 w 1725885"/>
                <a:gd name="connsiteY7" fmla="*/ 356543 h 1718364"/>
                <a:gd name="connsiteX8" fmla="*/ 0 w 1725885"/>
                <a:gd name="connsiteY8"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01014 w 1725885"/>
                <a:gd name="connsiteY4" fmla="*/ 893761 h 1718364"/>
                <a:gd name="connsiteX5" fmla="*/ 878858 w 1725885"/>
                <a:gd name="connsiteY5" fmla="*/ 637536 h 1718364"/>
                <a:gd name="connsiteX6" fmla="*/ 640463 w 1725885"/>
                <a:gd name="connsiteY6" fmla="*/ 450280 h 1718364"/>
                <a:gd name="connsiteX7" fmla="*/ 329216 w 1725885"/>
                <a:gd name="connsiteY7" fmla="*/ 356543 h 1718364"/>
                <a:gd name="connsiteX8" fmla="*/ 0 w 1725885"/>
                <a:gd name="connsiteY8"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63472 w 1725885"/>
                <a:gd name="connsiteY4" fmla="*/ 1203711 h 1718364"/>
                <a:gd name="connsiteX5" fmla="*/ 1001014 w 1725885"/>
                <a:gd name="connsiteY5" fmla="*/ 893761 h 1718364"/>
                <a:gd name="connsiteX6" fmla="*/ 878858 w 1725885"/>
                <a:gd name="connsiteY6" fmla="*/ 637536 h 1718364"/>
                <a:gd name="connsiteX7" fmla="*/ 640463 w 1725885"/>
                <a:gd name="connsiteY7" fmla="*/ 450280 h 1718364"/>
                <a:gd name="connsiteX8" fmla="*/ 329216 w 1725885"/>
                <a:gd name="connsiteY8" fmla="*/ 356543 h 1718364"/>
                <a:gd name="connsiteX9" fmla="*/ 0 w 1725885"/>
                <a:gd name="connsiteY9"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63472 w 1725885"/>
                <a:gd name="connsiteY4" fmla="*/ 1203711 h 1718364"/>
                <a:gd name="connsiteX5" fmla="*/ 1001014 w 1725885"/>
                <a:gd name="connsiteY5" fmla="*/ 893761 h 1718364"/>
                <a:gd name="connsiteX6" fmla="*/ 878858 w 1725885"/>
                <a:gd name="connsiteY6" fmla="*/ 637536 h 1718364"/>
                <a:gd name="connsiteX7" fmla="*/ 640463 w 1725885"/>
                <a:gd name="connsiteY7" fmla="*/ 450280 h 1718364"/>
                <a:gd name="connsiteX8" fmla="*/ 329216 w 1725885"/>
                <a:gd name="connsiteY8" fmla="*/ 356543 h 1718364"/>
                <a:gd name="connsiteX9" fmla="*/ 0 w 1725885"/>
                <a:gd name="connsiteY9"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63472 w 1725885"/>
                <a:gd name="connsiteY4" fmla="*/ 1203711 h 1718364"/>
                <a:gd name="connsiteX5" fmla="*/ 1001014 w 1725885"/>
                <a:gd name="connsiteY5" fmla="*/ 893761 h 1718364"/>
                <a:gd name="connsiteX6" fmla="*/ 878858 w 1725885"/>
                <a:gd name="connsiteY6" fmla="*/ 637536 h 1718364"/>
                <a:gd name="connsiteX7" fmla="*/ 640463 w 1725885"/>
                <a:gd name="connsiteY7" fmla="*/ 450280 h 1718364"/>
                <a:gd name="connsiteX8" fmla="*/ 329216 w 1725885"/>
                <a:gd name="connsiteY8" fmla="*/ 356543 h 1718364"/>
                <a:gd name="connsiteX9" fmla="*/ 0 w 1725885"/>
                <a:gd name="connsiteY9" fmla="*/ 0 h 1718364"/>
                <a:gd name="connsiteX0" fmla="*/ 1721289 w 1725885"/>
                <a:gd name="connsiteY0" fmla="*/ 1070729 h 1718364"/>
                <a:gd name="connsiteX1" fmla="*/ 1621384 w 1725885"/>
                <a:gd name="connsiteY1" fmla="*/ 1582825 h 1718364"/>
                <a:gd name="connsiteX2" fmla="*/ 1305768 w 1725885"/>
                <a:gd name="connsiteY2" fmla="*/ 1718261 h 1718364"/>
                <a:gd name="connsiteX3" fmla="*/ 1106353 w 1725885"/>
                <a:gd name="connsiteY3" fmla="*/ 1570179 h 1718364"/>
                <a:gd name="connsiteX4" fmla="*/ 1063472 w 1725885"/>
                <a:gd name="connsiteY4" fmla="*/ 1203711 h 1718364"/>
                <a:gd name="connsiteX5" fmla="*/ 1008184 w 1725885"/>
                <a:gd name="connsiteY5" fmla="*/ 954163 h 1718364"/>
                <a:gd name="connsiteX6" fmla="*/ 878858 w 1725885"/>
                <a:gd name="connsiteY6" fmla="*/ 637536 h 1718364"/>
                <a:gd name="connsiteX7" fmla="*/ 640463 w 1725885"/>
                <a:gd name="connsiteY7" fmla="*/ 450280 h 1718364"/>
                <a:gd name="connsiteX8" fmla="*/ 329216 w 1725885"/>
                <a:gd name="connsiteY8" fmla="*/ 356543 h 1718364"/>
                <a:gd name="connsiteX9" fmla="*/ 0 w 1725885"/>
                <a:gd name="connsiteY9" fmla="*/ 0 h 1718364"/>
                <a:gd name="connsiteX0" fmla="*/ 1721289 w 1725885"/>
                <a:gd name="connsiteY0" fmla="*/ 1070729 h 1734692"/>
                <a:gd name="connsiteX1" fmla="*/ 1621384 w 1725885"/>
                <a:gd name="connsiteY1" fmla="*/ 1582825 h 1734692"/>
                <a:gd name="connsiteX2" fmla="*/ 1305768 w 1725885"/>
                <a:gd name="connsiteY2" fmla="*/ 1718261 h 1734692"/>
                <a:gd name="connsiteX3" fmla="*/ 1098397 w 1725885"/>
                <a:gd name="connsiteY3" fmla="*/ 1674785 h 1734692"/>
                <a:gd name="connsiteX4" fmla="*/ 1063472 w 1725885"/>
                <a:gd name="connsiteY4" fmla="*/ 1203711 h 1734692"/>
                <a:gd name="connsiteX5" fmla="*/ 1008184 w 1725885"/>
                <a:gd name="connsiteY5" fmla="*/ 954163 h 1734692"/>
                <a:gd name="connsiteX6" fmla="*/ 878858 w 1725885"/>
                <a:gd name="connsiteY6" fmla="*/ 637536 h 1734692"/>
                <a:gd name="connsiteX7" fmla="*/ 640463 w 1725885"/>
                <a:gd name="connsiteY7" fmla="*/ 450280 h 1734692"/>
                <a:gd name="connsiteX8" fmla="*/ 329216 w 1725885"/>
                <a:gd name="connsiteY8" fmla="*/ 356543 h 1734692"/>
                <a:gd name="connsiteX9" fmla="*/ 0 w 1725885"/>
                <a:gd name="connsiteY9" fmla="*/ 0 h 1734692"/>
                <a:gd name="connsiteX0" fmla="*/ 1392073 w 1396669"/>
                <a:gd name="connsiteY0" fmla="*/ 714186 h 1378149"/>
                <a:gd name="connsiteX1" fmla="*/ 1292168 w 1396669"/>
                <a:gd name="connsiteY1" fmla="*/ 1226282 h 1378149"/>
                <a:gd name="connsiteX2" fmla="*/ 976552 w 1396669"/>
                <a:gd name="connsiteY2" fmla="*/ 1361718 h 1378149"/>
                <a:gd name="connsiteX3" fmla="*/ 769181 w 1396669"/>
                <a:gd name="connsiteY3" fmla="*/ 1318242 h 1378149"/>
                <a:gd name="connsiteX4" fmla="*/ 734256 w 1396669"/>
                <a:gd name="connsiteY4" fmla="*/ 847168 h 1378149"/>
                <a:gd name="connsiteX5" fmla="*/ 678968 w 1396669"/>
                <a:gd name="connsiteY5" fmla="*/ 597620 h 1378149"/>
                <a:gd name="connsiteX6" fmla="*/ 549642 w 1396669"/>
                <a:gd name="connsiteY6" fmla="*/ 280993 h 1378149"/>
                <a:gd name="connsiteX7" fmla="*/ 311247 w 1396669"/>
                <a:gd name="connsiteY7" fmla="*/ 93737 h 1378149"/>
                <a:gd name="connsiteX8" fmla="*/ 0 w 1396669"/>
                <a:gd name="connsiteY8" fmla="*/ 0 h 1378149"/>
                <a:gd name="connsiteX0" fmla="*/ 1080826 w 1085422"/>
                <a:gd name="connsiteY0" fmla="*/ 620449 h 1284412"/>
                <a:gd name="connsiteX1" fmla="*/ 980921 w 1085422"/>
                <a:gd name="connsiteY1" fmla="*/ 1132545 h 1284412"/>
                <a:gd name="connsiteX2" fmla="*/ 665305 w 1085422"/>
                <a:gd name="connsiteY2" fmla="*/ 1267981 h 1284412"/>
                <a:gd name="connsiteX3" fmla="*/ 457934 w 1085422"/>
                <a:gd name="connsiteY3" fmla="*/ 1224505 h 1284412"/>
                <a:gd name="connsiteX4" fmla="*/ 423009 w 1085422"/>
                <a:gd name="connsiteY4" fmla="*/ 753431 h 1284412"/>
                <a:gd name="connsiteX5" fmla="*/ 367721 w 1085422"/>
                <a:gd name="connsiteY5" fmla="*/ 503883 h 1284412"/>
                <a:gd name="connsiteX6" fmla="*/ 238395 w 1085422"/>
                <a:gd name="connsiteY6" fmla="*/ 187256 h 1284412"/>
                <a:gd name="connsiteX7" fmla="*/ 0 w 1085422"/>
                <a:gd name="connsiteY7" fmla="*/ 0 h 1284412"/>
                <a:gd name="connsiteX0" fmla="*/ 842431 w 847027"/>
                <a:gd name="connsiteY0" fmla="*/ 433193 h 1097156"/>
                <a:gd name="connsiteX1" fmla="*/ 742526 w 847027"/>
                <a:gd name="connsiteY1" fmla="*/ 945289 h 1097156"/>
                <a:gd name="connsiteX2" fmla="*/ 426910 w 847027"/>
                <a:gd name="connsiteY2" fmla="*/ 1080725 h 1097156"/>
                <a:gd name="connsiteX3" fmla="*/ 219539 w 847027"/>
                <a:gd name="connsiteY3" fmla="*/ 1037249 h 1097156"/>
                <a:gd name="connsiteX4" fmla="*/ 184614 w 847027"/>
                <a:gd name="connsiteY4" fmla="*/ 566175 h 1097156"/>
                <a:gd name="connsiteX5" fmla="*/ 129326 w 847027"/>
                <a:gd name="connsiteY5" fmla="*/ 316627 h 1097156"/>
                <a:gd name="connsiteX6" fmla="*/ 0 w 847027"/>
                <a:gd name="connsiteY6" fmla="*/ 0 h 1097156"/>
                <a:gd name="connsiteX0" fmla="*/ 914132 w 916630"/>
                <a:gd name="connsiteY0" fmla="*/ 297539 h 1097156"/>
                <a:gd name="connsiteX1" fmla="*/ 742526 w 916630"/>
                <a:gd name="connsiteY1" fmla="*/ 945289 h 1097156"/>
                <a:gd name="connsiteX2" fmla="*/ 426910 w 916630"/>
                <a:gd name="connsiteY2" fmla="*/ 1080725 h 1097156"/>
                <a:gd name="connsiteX3" fmla="*/ 219539 w 916630"/>
                <a:gd name="connsiteY3" fmla="*/ 1037249 h 1097156"/>
                <a:gd name="connsiteX4" fmla="*/ 184614 w 916630"/>
                <a:gd name="connsiteY4" fmla="*/ 566175 h 1097156"/>
                <a:gd name="connsiteX5" fmla="*/ 129326 w 916630"/>
                <a:gd name="connsiteY5" fmla="*/ 316627 h 1097156"/>
                <a:gd name="connsiteX6" fmla="*/ 0 w 916630"/>
                <a:gd name="connsiteY6" fmla="*/ 0 h 1097156"/>
                <a:gd name="connsiteX0" fmla="*/ 914132 w 916630"/>
                <a:gd name="connsiteY0" fmla="*/ 297539 h 1089974"/>
                <a:gd name="connsiteX1" fmla="*/ 742526 w 916630"/>
                <a:gd name="connsiteY1" fmla="*/ 945289 h 1089974"/>
                <a:gd name="connsiteX2" fmla="*/ 426910 w 916630"/>
                <a:gd name="connsiteY2" fmla="*/ 1080725 h 1089974"/>
                <a:gd name="connsiteX3" fmla="*/ 219539 w 916630"/>
                <a:gd name="connsiteY3" fmla="*/ 1037249 h 1089974"/>
                <a:gd name="connsiteX4" fmla="*/ 133399 w 916630"/>
                <a:gd name="connsiteY4" fmla="*/ 711519 h 1089974"/>
                <a:gd name="connsiteX5" fmla="*/ 129326 w 916630"/>
                <a:gd name="connsiteY5" fmla="*/ 316627 h 1089974"/>
                <a:gd name="connsiteX6" fmla="*/ 0 w 916630"/>
                <a:gd name="connsiteY6" fmla="*/ 0 h 1089974"/>
                <a:gd name="connsiteX0" fmla="*/ 914132 w 916630"/>
                <a:gd name="connsiteY0" fmla="*/ 297539 h 1089974"/>
                <a:gd name="connsiteX1" fmla="*/ 742526 w 916630"/>
                <a:gd name="connsiteY1" fmla="*/ 945289 h 1089974"/>
                <a:gd name="connsiteX2" fmla="*/ 426910 w 916630"/>
                <a:gd name="connsiteY2" fmla="*/ 1080725 h 1089974"/>
                <a:gd name="connsiteX3" fmla="*/ 219539 w 916630"/>
                <a:gd name="connsiteY3" fmla="*/ 1037249 h 1089974"/>
                <a:gd name="connsiteX4" fmla="*/ 133399 w 916630"/>
                <a:gd name="connsiteY4" fmla="*/ 711519 h 1089974"/>
                <a:gd name="connsiteX5" fmla="*/ 107133 w 916630"/>
                <a:gd name="connsiteY5" fmla="*/ 469239 h 1089974"/>
                <a:gd name="connsiteX6" fmla="*/ 0 w 916630"/>
                <a:gd name="connsiteY6" fmla="*/ 0 h 1089974"/>
                <a:gd name="connsiteX0" fmla="*/ 939739 w 942237"/>
                <a:gd name="connsiteY0" fmla="*/ 0 h 792435"/>
                <a:gd name="connsiteX1" fmla="*/ 768133 w 942237"/>
                <a:gd name="connsiteY1" fmla="*/ 647750 h 792435"/>
                <a:gd name="connsiteX2" fmla="*/ 452517 w 942237"/>
                <a:gd name="connsiteY2" fmla="*/ 783186 h 792435"/>
                <a:gd name="connsiteX3" fmla="*/ 245146 w 942237"/>
                <a:gd name="connsiteY3" fmla="*/ 739710 h 792435"/>
                <a:gd name="connsiteX4" fmla="*/ 159006 w 942237"/>
                <a:gd name="connsiteY4" fmla="*/ 413980 h 792435"/>
                <a:gd name="connsiteX5" fmla="*/ 132740 w 942237"/>
                <a:gd name="connsiteY5" fmla="*/ 171700 h 792435"/>
                <a:gd name="connsiteX6" fmla="*/ 0 w 942237"/>
                <a:gd name="connsiteY6" fmla="*/ 2839 h 792435"/>
                <a:gd name="connsiteX0" fmla="*/ 939739 w 942105"/>
                <a:gd name="connsiteY0" fmla="*/ 0 h 792435"/>
                <a:gd name="connsiteX1" fmla="*/ 768133 w 942105"/>
                <a:gd name="connsiteY1" fmla="*/ 647750 h 792435"/>
                <a:gd name="connsiteX2" fmla="*/ 496903 w 942105"/>
                <a:gd name="connsiteY2" fmla="*/ 783186 h 792435"/>
                <a:gd name="connsiteX3" fmla="*/ 245146 w 942105"/>
                <a:gd name="connsiteY3" fmla="*/ 739710 h 792435"/>
                <a:gd name="connsiteX4" fmla="*/ 159006 w 942105"/>
                <a:gd name="connsiteY4" fmla="*/ 413980 h 792435"/>
                <a:gd name="connsiteX5" fmla="*/ 132740 w 942105"/>
                <a:gd name="connsiteY5" fmla="*/ 171700 h 792435"/>
                <a:gd name="connsiteX6" fmla="*/ 0 w 942105"/>
                <a:gd name="connsiteY6" fmla="*/ 2839 h 79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2105" h="792435">
                  <a:moveTo>
                    <a:pt x="939739" y="0"/>
                  </a:moveTo>
                  <a:cubicBezTo>
                    <a:pt x="960321" y="186974"/>
                    <a:pt x="841939" y="517219"/>
                    <a:pt x="768133" y="647750"/>
                  </a:cubicBezTo>
                  <a:cubicBezTo>
                    <a:pt x="694327" y="778281"/>
                    <a:pt x="584068" y="767859"/>
                    <a:pt x="496903" y="783186"/>
                  </a:cubicBezTo>
                  <a:cubicBezTo>
                    <a:pt x="409739" y="798513"/>
                    <a:pt x="301462" y="801244"/>
                    <a:pt x="245146" y="739710"/>
                  </a:cubicBezTo>
                  <a:cubicBezTo>
                    <a:pt x="188830" y="678176"/>
                    <a:pt x="61016" y="650147"/>
                    <a:pt x="159006" y="413980"/>
                  </a:cubicBezTo>
                  <a:cubicBezTo>
                    <a:pt x="206372" y="317646"/>
                    <a:pt x="159241" y="240224"/>
                    <a:pt x="132740" y="171700"/>
                  </a:cubicBezTo>
                  <a:cubicBezTo>
                    <a:pt x="106239" y="103177"/>
                    <a:pt x="61287" y="86819"/>
                    <a:pt x="0" y="2839"/>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8" name="Oval 55">
              <a:extLst>
                <a:ext uri="{FF2B5EF4-FFF2-40B4-BE49-F238E27FC236}">
                  <a16:creationId xmlns:a16="http://schemas.microsoft.com/office/drawing/2014/main" id="{DADB69A2-79CC-CE2A-661C-6B3AF22E083E}"/>
                </a:ext>
              </a:extLst>
            </p:cNvPr>
            <p:cNvSpPr/>
            <p:nvPr/>
          </p:nvSpPr>
          <p:spPr>
            <a:xfrm rot="8094666" flipH="1">
              <a:off x="10266446" y="329733"/>
              <a:ext cx="1014791" cy="1728863"/>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8898"/>
                <a:gd name="connsiteY0" fmla="*/ 594260 h 1037900"/>
                <a:gd name="connsiteX1" fmla="*/ 4647 w 638898"/>
                <a:gd name="connsiteY1" fmla="*/ 25941 h 1037900"/>
                <a:gd name="connsiteX2" fmla="*/ 289580 w 638898"/>
                <a:gd name="connsiteY2" fmla="*/ 94493 h 1037900"/>
                <a:gd name="connsiteX3" fmla="*/ 380023 w 638898"/>
                <a:gd name="connsiteY3" fmla="*/ 242289 h 1037900"/>
                <a:gd name="connsiteX4" fmla="*/ 634194 w 638898"/>
                <a:gd name="connsiteY4" fmla="*/ 317032 h 1037900"/>
                <a:gd name="connsiteX5" fmla="*/ 507954 w 638898"/>
                <a:gd name="connsiteY5" fmla="*/ 694569 h 1037900"/>
                <a:gd name="connsiteX6" fmla="*/ 342603 w 638898"/>
                <a:gd name="connsiteY6" fmla="*/ 1037131 h 1037900"/>
                <a:gd name="connsiteX7" fmla="*/ 189154 w 638898"/>
                <a:gd name="connsiteY7" fmla="*/ 594260 h 1037900"/>
                <a:gd name="connsiteX0" fmla="*/ 189154 w 634370"/>
                <a:gd name="connsiteY0" fmla="*/ 594260 h 1037900"/>
                <a:gd name="connsiteX1" fmla="*/ 4647 w 634370"/>
                <a:gd name="connsiteY1" fmla="*/ 25941 h 1037900"/>
                <a:gd name="connsiteX2" fmla="*/ 289580 w 634370"/>
                <a:gd name="connsiteY2" fmla="*/ 94493 h 1037900"/>
                <a:gd name="connsiteX3" fmla="*/ 477643 w 634370"/>
                <a:gd name="connsiteY3" fmla="*/ 198394 h 1037900"/>
                <a:gd name="connsiteX4" fmla="*/ 634194 w 634370"/>
                <a:gd name="connsiteY4" fmla="*/ 317032 h 1037900"/>
                <a:gd name="connsiteX5" fmla="*/ 507954 w 634370"/>
                <a:gd name="connsiteY5" fmla="*/ 694569 h 1037900"/>
                <a:gd name="connsiteX6" fmla="*/ 342603 w 634370"/>
                <a:gd name="connsiteY6" fmla="*/ 1037131 h 1037900"/>
                <a:gd name="connsiteX7" fmla="*/ 189154 w 634370"/>
                <a:gd name="connsiteY7" fmla="*/ 594260 h 1037900"/>
                <a:gd name="connsiteX0" fmla="*/ 189154 w 640560"/>
                <a:gd name="connsiteY0" fmla="*/ 594260 h 1037867"/>
                <a:gd name="connsiteX1" fmla="*/ 4647 w 640560"/>
                <a:gd name="connsiteY1" fmla="*/ 25941 h 1037867"/>
                <a:gd name="connsiteX2" fmla="*/ 289580 w 640560"/>
                <a:gd name="connsiteY2" fmla="*/ 94493 h 1037867"/>
                <a:gd name="connsiteX3" fmla="*/ 477643 w 640560"/>
                <a:gd name="connsiteY3" fmla="*/ 198394 h 1037867"/>
                <a:gd name="connsiteX4" fmla="*/ 634194 w 640560"/>
                <a:gd name="connsiteY4" fmla="*/ 317032 h 1037867"/>
                <a:gd name="connsiteX5" fmla="*/ 600164 w 640560"/>
                <a:gd name="connsiteY5" fmla="*/ 522575 h 1037867"/>
                <a:gd name="connsiteX6" fmla="*/ 507954 w 640560"/>
                <a:gd name="connsiteY6" fmla="*/ 694569 h 1037867"/>
                <a:gd name="connsiteX7" fmla="*/ 342603 w 640560"/>
                <a:gd name="connsiteY7" fmla="*/ 1037131 h 1037867"/>
                <a:gd name="connsiteX8" fmla="*/ 189154 w 640560"/>
                <a:gd name="connsiteY8" fmla="*/ 594260 h 1037867"/>
                <a:gd name="connsiteX0" fmla="*/ 189154 w 640560"/>
                <a:gd name="connsiteY0" fmla="*/ 594260 h 1046952"/>
                <a:gd name="connsiteX1" fmla="*/ 4647 w 640560"/>
                <a:gd name="connsiteY1" fmla="*/ 25941 h 1046952"/>
                <a:gd name="connsiteX2" fmla="*/ 289580 w 640560"/>
                <a:gd name="connsiteY2" fmla="*/ 94493 h 1046952"/>
                <a:gd name="connsiteX3" fmla="*/ 477643 w 640560"/>
                <a:gd name="connsiteY3" fmla="*/ 198394 h 1046952"/>
                <a:gd name="connsiteX4" fmla="*/ 634194 w 640560"/>
                <a:gd name="connsiteY4" fmla="*/ 317032 h 1046952"/>
                <a:gd name="connsiteX5" fmla="*/ 600164 w 640560"/>
                <a:gd name="connsiteY5" fmla="*/ 522575 h 1046952"/>
                <a:gd name="connsiteX6" fmla="*/ 507954 w 640560"/>
                <a:gd name="connsiteY6" fmla="*/ 694569 h 1046952"/>
                <a:gd name="connsiteX7" fmla="*/ 466436 w 640560"/>
                <a:gd name="connsiteY7" fmla="*/ 884925 h 1046952"/>
                <a:gd name="connsiteX8" fmla="*/ 342603 w 640560"/>
                <a:gd name="connsiteY8" fmla="*/ 1037131 h 1046952"/>
                <a:gd name="connsiteX9" fmla="*/ 189154 w 640560"/>
                <a:gd name="connsiteY9" fmla="*/ 594260 h 1046952"/>
                <a:gd name="connsiteX0" fmla="*/ 189154 w 640560"/>
                <a:gd name="connsiteY0" fmla="*/ 594260 h 1053888"/>
                <a:gd name="connsiteX1" fmla="*/ 4647 w 640560"/>
                <a:gd name="connsiteY1" fmla="*/ 25941 h 1053888"/>
                <a:gd name="connsiteX2" fmla="*/ 289580 w 640560"/>
                <a:gd name="connsiteY2" fmla="*/ 94493 h 1053888"/>
                <a:gd name="connsiteX3" fmla="*/ 477643 w 640560"/>
                <a:gd name="connsiteY3" fmla="*/ 198394 h 1053888"/>
                <a:gd name="connsiteX4" fmla="*/ 634194 w 640560"/>
                <a:gd name="connsiteY4" fmla="*/ 317032 h 1053888"/>
                <a:gd name="connsiteX5" fmla="*/ 600164 w 640560"/>
                <a:gd name="connsiteY5" fmla="*/ 522575 h 1053888"/>
                <a:gd name="connsiteX6" fmla="*/ 507954 w 640560"/>
                <a:gd name="connsiteY6" fmla="*/ 694569 h 1053888"/>
                <a:gd name="connsiteX7" fmla="*/ 479942 w 640560"/>
                <a:gd name="connsiteY7" fmla="*/ 935436 h 1053888"/>
                <a:gd name="connsiteX8" fmla="*/ 342603 w 640560"/>
                <a:gd name="connsiteY8" fmla="*/ 1037131 h 1053888"/>
                <a:gd name="connsiteX9" fmla="*/ 189154 w 640560"/>
                <a:gd name="connsiteY9" fmla="*/ 594260 h 1053888"/>
                <a:gd name="connsiteX0" fmla="*/ 191834 w 643240"/>
                <a:gd name="connsiteY0" fmla="*/ 594260 h 1053888"/>
                <a:gd name="connsiteX1" fmla="*/ 78978 w 643240"/>
                <a:gd name="connsiteY1" fmla="*/ 432435 h 1053888"/>
                <a:gd name="connsiteX2" fmla="*/ 7327 w 643240"/>
                <a:gd name="connsiteY2" fmla="*/ 25941 h 1053888"/>
                <a:gd name="connsiteX3" fmla="*/ 292260 w 643240"/>
                <a:gd name="connsiteY3" fmla="*/ 94493 h 1053888"/>
                <a:gd name="connsiteX4" fmla="*/ 480323 w 643240"/>
                <a:gd name="connsiteY4" fmla="*/ 198394 h 1053888"/>
                <a:gd name="connsiteX5" fmla="*/ 636874 w 643240"/>
                <a:gd name="connsiteY5" fmla="*/ 317032 h 1053888"/>
                <a:gd name="connsiteX6" fmla="*/ 602844 w 643240"/>
                <a:gd name="connsiteY6" fmla="*/ 522575 h 1053888"/>
                <a:gd name="connsiteX7" fmla="*/ 510634 w 643240"/>
                <a:gd name="connsiteY7" fmla="*/ 694569 h 1053888"/>
                <a:gd name="connsiteX8" fmla="*/ 482622 w 643240"/>
                <a:gd name="connsiteY8" fmla="*/ 935436 h 1053888"/>
                <a:gd name="connsiteX9" fmla="*/ 345283 w 643240"/>
                <a:gd name="connsiteY9" fmla="*/ 1037131 h 1053888"/>
                <a:gd name="connsiteX10" fmla="*/ 191834 w 643240"/>
                <a:gd name="connsiteY10" fmla="*/ 594260 h 1053888"/>
                <a:gd name="connsiteX0" fmla="*/ 191834 w 644310"/>
                <a:gd name="connsiteY0" fmla="*/ 594260 h 1053888"/>
                <a:gd name="connsiteX1" fmla="*/ 78978 w 644310"/>
                <a:gd name="connsiteY1" fmla="*/ 432435 h 1053888"/>
                <a:gd name="connsiteX2" fmla="*/ 7327 w 644310"/>
                <a:gd name="connsiteY2" fmla="*/ 25941 h 1053888"/>
                <a:gd name="connsiteX3" fmla="*/ 292260 w 644310"/>
                <a:gd name="connsiteY3" fmla="*/ 94493 h 1053888"/>
                <a:gd name="connsiteX4" fmla="*/ 464443 w 644310"/>
                <a:gd name="connsiteY4" fmla="*/ 241370 h 1053888"/>
                <a:gd name="connsiteX5" fmla="*/ 636874 w 644310"/>
                <a:gd name="connsiteY5" fmla="*/ 317032 h 1053888"/>
                <a:gd name="connsiteX6" fmla="*/ 602844 w 644310"/>
                <a:gd name="connsiteY6" fmla="*/ 522575 h 1053888"/>
                <a:gd name="connsiteX7" fmla="*/ 510634 w 644310"/>
                <a:gd name="connsiteY7" fmla="*/ 694569 h 1053888"/>
                <a:gd name="connsiteX8" fmla="*/ 482622 w 644310"/>
                <a:gd name="connsiteY8" fmla="*/ 935436 h 1053888"/>
                <a:gd name="connsiteX9" fmla="*/ 345283 w 644310"/>
                <a:gd name="connsiteY9" fmla="*/ 1037131 h 1053888"/>
                <a:gd name="connsiteX10" fmla="*/ 191834 w 644310"/>
                <a:gd name="connsiteY10" fmla="*/ 594260 h 1053888"/>
                <a:gd name="connsiteX0" fmla="*/ 191834 w 616483"/>
                <a:gd name="connsiteY0" fmla="*/ 594260 h 1053888"/>
                <a:gd name="connsiteX1" fmla="*/ 78978 w 616483"/>
                <a:gd name="connsiteY1" fmla="*/ 432435 h 1053888"/>
                <a:gd name="connsiteX2" fmla="*/ 7327 w 616483"/>
                <a:gd name="connsiteY2" fmla="*/ 25941 h 1053888"/>
                <a:gd name="connsiteX3" fmla="*/ 292260 w 616483"/>
                <a:gd name="connsiteY3" fmla="*/ 94493 h 1053888"/>
                <a:gd name="connsiteX4" fmla="*/ 464443 w 616483"/>
                <a:gd name="connsiteY4" fmla="*/ 241370 h 1053888"/>
                <a:gd name="connsiteX5" fmla="*/ 596575 w 616483"/>
                <a:gd name="connsiteY5" fmla="*/ 308673 h 1053888"/>
                <a:gd name="connsiteX6" fmla="*/ 602844 w 616483"/>
                <a:gd name="connsiteY6" fmla="*/ 522575 h 1053888"/>
                <a:gd name="connsiteX7" fmla="*/ 510634 w 616483"/>
                <a:gd name="connsiteY7" fmla="*/ 694569 h 1053888"/>
                <a:gd name="connsiteX8" fmla="*/ 482622 w 616483"/>
                <a:gd name="connsiteY8" fmla="*/ 935436 h 1053888"/>
                <a:gd name="connsiteX9" fmla="*/ 345283 w 616483"/>
                <a:gd name="connsiteY9" fmla="*/ 1037131 h 1053888"/>
                <a:gd name="connsiteX10" fmla="*/ 191834 w 616483"/>
                <a:gd name="connsiteY10" fmla="*/ 594260 h 105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483" h="1053888">
                  <a:moveTo>
                    <a:pt x="191834" y="594260"/>
                  </a:moveTo>
                  <a:cubicBezTo>
                    <a:pt x="147450" y="493477"/>
                    <a:pt x="109729" y="527155"/>
                    <a:pt x="78978" y="432435"/>
                  </a:cubicBezTo>
                  <a:cubicBezTo>
                    <a:pt x="48227" y="337715"/>
                    <a:pt x="-22907" y="80291"/>
                    <a:pt x="7327" y="25941"/>
                  </a:cubicBezTo>
                  <a:cubicBezTo>
                    <a:pt x="21773" y="-48915"/>
                    <a:pt x="229697" y="58435"/>
                    <a:pt x="292260" y="94493"/>
                  </a:cubicBezTo>
                  <a:cubicBezTo>
                    <a:pt x="354823" y="130551"/>
                    <a:pt x="413724" y="205673"/>
                    <a:pt x="464443" y="241370"/>
                  </a:cubicBezTo>
                  <a:cubicBezTo>
                    <a:pt x="515162" y="277067"/>
                    <a:pt x="573508" y="261806"/>
                    <a:pt x="596575" y="308673"/>
                  </a:cubicBezTo>
                  <a:cubicBezTo>
                    <a:pt x="619642" y="355540"/>
                    <a:pt x="623884" y="459652"/>
                    <a:pt x="602844" y="522575"/>
                  </a:cubicBezTo>
                  <a:cubicBezTo>
                    <a:pt x="581804" y="585498"/>
                    <a:pt x="536005" y="637541"/>
                    <a:pt x="510634" y="694569"/>
                  </a:cubicBezTo>
                  <a:cubicBezTo>
                    <a:pt x="485263" y="751597"/>
                    <a:pt x="510181" y="878342"/>
                    <a:pt x="482622" y="935436"/>
                  </a:cubicBezTo>
                  <a:cubicBezTo>
                    <a:pt x="455063" y="992530"/>
                    <a:pt x="393748" y="1093994"/>
                    <a:pt x="345283" y="1037131"/>
                  </a:cubicBezTo>
                  <a:cubicBezTo>
                    <a:pt x="296818" y="980268"/>
                    <a:pt x="236218" y="695043"/>
                    <a:pt x="191834" y="594260"/>
                  </a:cubicBezTo>
                  <a:close/>
                </a:path>
              </a:pathLst>
            </a:custGeom>
            <a:noFill/>
            <a:ln w="9525">
              <a:solidFill>
                <a:schemeClr val="tx1">
                  <a:alpha val="3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55">
              <a:extLst>
                <a:ext uri="{FF2B5EF4-FFF2-40B4-BE49-F238E27FC236}">
                  <a16:creationId xmlns:a16="http://schemas.microsoft.com/office/drawing/2014/main" id="{25A4F420-28AF-DE5F-0EF7-74E3BFD1B971}"/>
                </a:ext>
              </a:extLst>
            </p:cNvPr>
            <p:cNvSpPr/>
            <p:nvPr/>
          </p:nvSpPr>
          <p:spPr>
            <a:xfrm rot="8094666" flipH="1">
              <a:off x="10586149" y="794688"/>
              <a:ext cx="441174" cy="546084"/>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551" h="589221">
                  <a:moveTo>
                    <a:pt x="26159" y="259494"/>
                  </a:moveTo>
                  <a:cubicBezTo>
                    <a:pt x="-1910" y="163542"/>
                    <a:pt x="-20601" y="37547"/>
                    <a:pt x="41464" y="11699"/>
                  </a:cubicBezTo>
                  <a:cubicBezTo>
                    <a:pt x="103529" y="-14149"/>
                    <a:pt x="395707" y="-2924"/>
                    <a:pt x="398551" y="104403"/>
                  </a:cubicBezTo>
                  <a:cubicBezTo>
                    <a:pt x="277289" y="308722"/>
                    <a:pt x="271942" y="561562"/>
                    <a:pt x="209877" y="587410"/>
                  </a:cubicBezTo>
                  <a:cubicBezTo>
                    <a:pt x="147812" y="613258"/>
                    <a:pt x="54228" y="355446"/>
                    <a:pt x="26159" y="259494"/>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882FDB10-F82D-693A-DC5E-CD905849B4DB}"/>
                </a:ext>
              </a:extLst>
            </p:cNvPr>
            <p:cNvSpPr/>
            <p:nvPr/>
          </p:nvSpPr>
          <p:spPr>
            <a:xfrm rot="10800000" flipV="1">
              <a:off x="6936274" y="-5592"/>
              <a:ext cx="946722" cy="677779"/>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015342 w 1560036"/>
                <a:gd name="connsiteY0" fmla="*/ 0 h 1356481"/>
                <a:gd name="connsiteX1" fmla="*/ 1499689 w 1560036"/>
                <a:gd name="connsiteY1" fmla="*/ 610596 h 1356481"/>
                <a:gd name="connsiteX2" fmla="*/ 1535591 w 1560036"/>
                <a:gd name="connsiteY2" fmla="*/ 1060140 h 1356481"/>
                <a:gd name="connsiteX3" fmla="*/ 1343274 w 1560036"/>
                <a:gd name="connsiteY3" fmla="*/ 1317241 h 1356481"/>
                <a:gd name="connsiteX4" fmla="*/ 976260 w 1560036"/>
                <a:gd name="connsiteY4" fmla="*/ 1286479 h 1356481"/>
                <a:gd name="connsiteX5" fmla="*/ 1051940 w 1560036"/>
                <a:gd name="connsiteY5" fmla="*/ 670387 h 1356481"/>
                <a:gd name="connsiteX6" fmla="*/ 881444 w 1560036"/>
                <a:gd name="connsiteY6" fmla="*/ 403703 h 1356481"/>
                <a:gd name="connsiteX7" fmla="*/ 541815 w 1560036"/>
                <a:gd name="connsiteY7" fmla="*/ 270744 h 1356481"/>
                <a:gd name="connsiteX8" fmla="*/ 0 w 1560036"/>
                <a:gd name="connsiteY8" fmla="*/ 261942 h 1356481"/>
                <a:gd name="connsiteX0" fmla="*/ 1015342 w 1560036"/>
                <a:gd name="connsiteY0" fmla="*/ 0 h 1341429"/>
                <a:gd name="connsiteX1" fmla="*/ 1499689 w 1560036"/>
                <a:gd name="connsiteY1" fmla="*/ 610596 h 1341429"/>
                <a:gd name="connsiteX2" fmla="*/ 1535591 w 1560036"/>
                <a:gd name="connsiteY2" fmla="*/ 1060140 h 1341429"/>
                <a:gd name="connsiteX3" fmla="*/ 1343274 w 1560036"/>
                <a:gd name="connsiteY3" fmla="*/ 1317241 h 1341429"/>
                <a:gd name="connsiteX4" fmla="*/ 1044508 w 1560036"/>
                <a:gd name="connsiteY4" fmla="*/ 1257309 h 1341429"/>
                <a:gd name="connsiteX5" fmla="*/ 1051940 w 1560036"/>
                <a:gd name="connsiteY5" fmla="*/ 670387 h 1341429"/>
                <a:gd name="connsiteX6" fmla="*/ 881444 w 1560036"/>
                <a:gd name="connsiteY6" fmla="*/ 403703 h 1341429"/>
                <a:gd name="connsiteX7" fmla="*/ 541815 w 1560036"/>
                <a:gd name="connsiteY7" fmla="*/ 270744 h 1341429"/>
                <a:gd name="connsiteX8" fmla="*/ 0 w 1560036"/>
                <a:gd name="connsiteY8" fmla="*/ 261942 h 1341429"/>
                <a:gd name="connsiteX0" fmla="*/ 1015342 w 1560036"/>
                <a:gd name="connsiteY0" fmla="*/ 0 h 1334863"/>
                <a:gd name="connsiteX1" fmla="*/ 1499689 w 1560036"/>
                <a:gd name="connsiteY1" fmla="*/ 610596 h 1334863"/>
                <a:gd name="connsiteX2" fmla="*/ 1535591 w 1560036"/>
                <a:gd name="connsiteY2" fmla="*/ 1060140 h 1334863"/>
                <a:gd name="connsiteX3" fmla="*/ 1343274 w 1560036"/>
                <a:gd name="connsiteY3" fmla="*/ 1317241 h 1334863"/>
                <a:gd name="connsiteX4" fmla="*/ 1044508 w 1560036"/>
                <a:gd name="connsiteY4" fmla="*/ 1257309 h 1334863"/>
                <a:gd name="connsiteX5" fmla="*/ 929002 w 1560036"/>
                <a:gd name="connsiteY5" fmla="*/ 816777 h 1334863"/>
                <a:gd name="connsiteX6" fmla="*/ 881444 w 1560036"/>
                <a:gd name="connsiteY6" fmla="*/ 403703 h 1334863"/>
                <a:gd name="connsiteX7" fmla="*/ 541815 w 1560036"/>
                <a:gd name="connsiteY7" fmla="*/ 270744 h 1334863"/>
                <a:gd name="connsiteX8" fmla="*/ 0 w 1560036"/>
                <a:gd name="connsiteY8" fmla="*/ 261942 h 1334863"/>
                <a:gd name="connsiteX0" fmla="*/ 1015342 w 1560036"/>
                <a:gd name="connsiteY0" fmla="*/ 0 h 1334863"/>
                <a:gd name="connsiteX1" fmla="*/ 1499689 w 1560036"/>
                <a:gd name="connsiteY1" fmla="*/ 610596 h 1334863"/>
                <a:gd name="connsiteX2" fmla="*/ 1535591 w 1560036"/>
                <a:gd name="connsiteY2" fmla="*/ 1060140 h 1334863"/>
                <a:gd name="connsiteX3" fmla="*/ 1343274 w 1560036"/>
                <a:gd name="connsiteY3" fmla="*/ 1317241 h 1334863"/>
                <a:gd name="connsiteX4" fmla="*/ 1044508 w 1560036"/>
                <a:gd name="connsiteY4" fmla="*/ 1257309 h 1334863"/>
                <a:gd name="connsiteX5" fmla="*/ 929002 w 1560036"/>
                <a:gd name="connsiteY5" fmla="*/ 816777 h 1334863"/>
                <a:gd name="connsiteX6" fmla="*/ 799688 w 1560036"/>
                <a:gd name="connsiteY6" fmla="*/ 618434 h 1334863"/>
                <a:gd name="connsiteX7" fmla="*/ 541815 w 1560036"/>
                <a:gd name="connsiteY7" fmla="*/ 270744 h 1334863"/>
                <a:gd name="connsiteX8" fmla="*/ 0 w 1560036"/>
                <a:gd name="connsiteY8" fmla="*/ 261942 h 1334863"/>
                <a:gd name="connsiteX0" fmla="*/ 1015342 w 1560036"/>
                <a:gd name="connsiteY0" fmla="*/ 0 h 1334863"/>
                <a:gd name="connsiteX1" fmla="*/ 1499689 w 1560036"/>
                <a:gd name="connsiteY1" fmla="*/ 610596 h 1334863"/>
                <a:gd name="connsiteX2" fmla="*/ 1535591 w 1560036"/>
                <a:gd name="connsiteY2" fmla="*/ 1060140 h 1334863"/>
                <a:gd name="connsiteX3" fmla="*/ 1343274 w 1560036"/>
                <a:gd name="connsiteY3" fmla="*/ 1317241 h 1334863"/>
                <a:gd name="connsiteX4" fmla="*/ 1044508 w 1560036"/>
                <a:gd name="connsiteY4" fmla="*/ 1257309 h 1334863"/>
                <a:gd name="connsiteX5" fmla="*/ 929002 w 1560036"/>
                <a:gd name="connsiteY5" fmla="*/ 816777 h 1334863"/>
                <a:gd name="connsiteX6" fmla="*/ 799688 w 1560036"/>
                <a:gd name="connsiteY6" fmla="*/ 618434 h 1334863"/>
                <a:gd name="connsiteX7" fmla="*/ 315152 w 1560036"/>
                <a:gd name="connsiteY7" fmla="*/ 359605 h 1334863"/>
                <a:gd name="connsiteX8" fmla="*/ 0 w 1560036"/>
                <a:gd name="connsiteY8" fmla="*/ 261942 h 1334863"/>
                <a:gd name="connsiteX0" fmla="*/ 1015342 w 1560036"/>
                <a:gd name="connsiteY0" fmla="*/ 0 h 1334863"/>
                <a:gd name="connsiteX1" fmla="*/ 1499689 w 1560036"/>
                <a:gd name="connsiteY1" fmla="*/ 610596 h 1334863"/>
                <a:gd name="connsiteX2" fmla="*/ 1535591 w 1560036"/>
                <a:gd name="connsiteY2" fmla="*/ 1060140 h 1334863"/>
                <a:gd name="connsiteX3" fmla="*/ 1343274 w 1560036"/>
                <a:gd name="connsiteY3" fmla="*/ 1317241 h 1334863"/>
                <a:gd name="connsiteX4" fmla="*/ 1044508 w 1560036"/>
                <a:gd name="connsiteY4" fmla="*/ 1257309 h 1334863"/>
                <a:gd name="connsiteX5" fmla="*/ 929002 w 1560036"/>
                <a:gd name="connsiteY5" fmla="*/ 816777 h 1334863"/>
                <a:gd name="connsiteX6" fmla="*/ 799688 w 1560036"/>
                <a:gd name="connsiteY6" fmla="*/ 618434 h 1334863"/>
                <a:gd name="connsiteX7" fmla="*/ 315152 w 1560036"/>
                <a:gd name="connsiteY7" fmla="*/ 359605 h 1334863"/>
                <a:gd name="connsiteX8" fmla="*/ 0 w 1560036"/>
                <a:gd name="connsiteY8" fmla="*/ 261942 h 1334863"/>
                <a:gd name="connsiteX0" fmla="*/ 1015342 w 1560036"/>
                <a:gd name="connsiteY0" fmla="*/ 0 h 1334863"/>
                <a:gd name="connsiteX1" fmla="*/ 1499689 w 1560036"/>
                <a:gd name="connsiteY1" fmla="*/ 610596 h 1334863"/>
                <a:gd name="connsiteX2" fmla="*/ 1535591 w 1560036"/>
                <a:gd name="connsiteY2" fmla="*/ 1060140 h 1334863"/>
                <a:gd name="connsiteX3" fmla="*/ 1343274 w 1560036"/>
                <a:gd name="connsiteY3" fmla="*/ 1317241 h 1334863"/>
                <a:gd name="connsiteX4" fmla="*/ 1044508 w 1560036"/>
                <a:gd name="connsiteY4" fmla="*/ 1257309 h 1334863"/>
                <a:gd name="connsiteX5" fmla="*/ 929002 w 1560036"/>
                <a:gd name="connsiteY5" fmla="*/ 816777 h 1334863"/>
                <a:gd name="connsiteX6" fmla="*/ 799688 w 1560036"/>
                <a:gd name="connsiteY6" fmla="*/ 618434 h 1334863"/>
                <a:gd name="connsiteX7" fmla="*/ 315152 w 1560036"/>
                <a:gd name="connsiteY7" fmla="*/ 359605 h 1334863"/>
                <a:gd name="connsiteX8" fmla="*/ 0 w 1560036"/>
                <a:gd name="connsiteY8" fmla="*/ 261942 h 1334863"/>
                <a:gd name="connsiteX0" fmla="*/ 1017632 w 1562326"/>
                <a:gd name="connsiteY0" fmla="*/ 0 h 1334863"/>
                <a:gd name="connsiteX1" fmla="*/ 1501979 w 1562326"/>
                <a:gd name="connsiteY1" fmla="*/ 610596 h 1334863"/>
                <a:gd name="connsiteX2" fmla="*/ 1537881 w 1562326"/>
                <a:gd name="connsiteY2" fmla="*/ 1060140 h 1334863"/>
                <a:gd name="connsiteX3" fmla="*/ 1345564 w 1562326"/>
                <a:gd name="connsiteY3" fmla="*/ 1317241 h 1334863"/>
                <a:gd name="connsiteX4" fmla="*/ 1046798 w 1562326"/>
                <a:gd name="connsiteY4" fmla="*/ 1257309 h 1334863"/>
                <a:gd name="connsiteX5" fmla="*/ 931292 w 1562326"/>
                <a:gd name="connsiteY5" fmla="*/ 816777 h 1334863"/>
                <a:gd name="connsiteX6" fmla="*/ 801978 w 1562326"/>
                <a:gd name="connsiteY6" fmla="*/ 618434 h 1334863"/>
                <a:gd name="connsiteX7" fmla="*/ 317442 w 1562326"/>
                <a:gd name="connsiteY7" fmla="*/ 359605 h 1334863"/>
                <a:gd name="connsiteX8" fmla="*/ 0 w 1562326"/>
                <a:gd name="connsiteY8" fmla="*/ 124987 h 1334863"/>
                <a:gd name="connsiteX0" fmla="*/ 1027052 w 1571746"/>
                <a:gd name="connsiteY0" fmla="*/ 0 h 1334863"/>
                <a:gd name="connsiteX1" fmla="*/ 1511399 w 1571746"/>
                <a:gd name="connsiteY1" fmla="*/ 610596 h 1334863"/>
                <a:gd name="connsiteX2" fmla="*/ 1547301 w 1571746"/>
                <a:gd name="connsiteY2" fmla="*/ 1060140 h 1334863"/>
                <a:gd name="connsiteX3" fmla="*/ 1354984 w 1571746"/>
                <a:gd name="connsiteY3" fmla="*/ 1317241 h 1334863"/>
                <a:gd name="connsiteX4" fmla="*/ 1056218 w 1571746"/>
                <a:gd name="connsiteY4" fmla="*/ 1257309 h 1334863"/>
                <a:gd name="connsiteX5" fmla="*/ 940712 w 1571746"/>
                <a:gd name="connsiteY5" fmla="*/ 816777 h 1334863"/>
                <a:gd name="connsiteX6" fmla="*/ 811398 w 1571746"/>
                <a:gd name="connsiteY6" fmla="*/ 618434 h 1334863"/>
                <a:gd name="connsiteX7" fmla="*/ 326862 w 1571746"/>
                <a:gd name="connsiteY7" fmla="*/ 359605 h 1334863"/>
                <a:gd name="connsiteX8" fmla="*/ 9420 w 1571746"/>
                <a:gd name="connsiteY8" fmla="*/ 124987 h 1334863"/>
                <a:gd name="connsiteX0" fmla="*/ 1027453 w 1572147"/>
                <a:gd name="connsiteY0" fmla="*/ 0 h 1334863"/>
                <a:gd name="connsiteX1" fmla="*/ 1511800 w 1572147"/>
                <a:gd name="connsiteY1" fmla="*/ 610596 h 1334863"/>
                <a:gd name="connsiteX2" fmla="*/ 1547702 w 1572147"/>
                <a:gd name="connsiteY2" fmla="*/ 1060140 h 1334863"/>
                <a:gd name="connsiteX3" fmla="*/ 1355385 w 1572147"/>
                <a:gd name="connsiteY3" fmla="*/ 1317241 h 1334863"/>
                <a:gd name="connsiteX4" fmla="*/ 1056619 w 1572147"/>
                <a:gd name="connsiteY4" fmla="*/ 1257309 h 1334863"/>
                <a:gd name="connsiteX5" fmla="*/ 941113 w 1572147"/>
                <a:gd name="connsiteY5" fmla="*/ 816777 h 1334863"/>
                <a:gd name="connsiteX6" fmla="*/ 811799 w 1572147"/>
                <a:gd name="connsiteY6" fmla="*/ 618434 h 1334863"/>
                <a:gd name="connsiteX7" fmla="*/ 327263 w 1572147"/>
                <a:gd name="connsiteY7" fmla="*/ 359605 h 1334863"/>
                <a:gd name="connsiteX8" fmla="*/ 9821 w 1572147"/>
                <a:gd name="connsiteY8" fmla="*/ 124987 h 1334863"/>
                <a:gd name="connsiteX0" fmla="*/ 1026920 w 1571614"/>
                <a:gd name="connsiteY0" fmla="*/ 0 h 1334863"/>
                <a:gd name="connsiteX1" fmla="*/ 1511267 w 1571614"/>
                <a:gd name="connsiteY1" fmla="*/ 610596 h 1334863"/>
                <a:gd name="connsiteX2" fmla="*/ 1547169 w 1571614"/>
                <a:gd name="connsiteY2" fmla="*/ 1060140 h 1334863"/>
                <a:gd name="connsiteX3" fmla="*/ 1354852 w 1571614"/>
                <a:gd name="connsiteY3" fmla="*/ 1317241 h 1334863"/>
                <a:gd name="connsiteX4" fmla="*/ 1056086 w 1571614"/>
                <a:gd name="connsiteY4" fmla="*/ 1257309 h 1334863"/>
                <a:gd name="connsiteX5" fmla="*/ 940580 w 1571614"/>
                <a:gd name="connsiteY5" fmla="*/ 816777 h 1334863"/>
                <a:gd name="connsiteX6" fmla="*/ 811266 w 1571614"/>
                <a:gd name="connsiteY6" fmla="*/ 618434 h 1334863"/>
                <a:gd name="connsiteX7" fmla="*/ 343075 w 1571614"/>
                <a:gd name="connsiteY7" fmla="*/ 417854 h 1334863"/>
                <a:gd name="connsiteX8" fmla="*/ 9288 w 1571614"/>
                <a:gd name="connsiteY8" fmla="*/ 124987 h 1334863"/>
                <a:gd name="connsiteX0" fmla="*/ 1026920 w 1571614"/>
                <a:gd name="connsiteY0" fmla="*/ 0 h 1387631"/>
                <a:gd name="connsiteX1" fmla="*/ 1511267 w 1571614"/>
                <a:gd name="connsiteY1" fmla="*/ 610596 h 1387631"/>
                <a:gd name="connsiteX2" fmla="*/ 1547169 w 1571614"/>
                <a:gd name="connsiteY2" fmla="*/ 1060140 h 1387631"/>
                <a:gd name="connsiteX3" fmla="*/ 1354852 w 1571614"/>
                <a:gd name="connsiteY3" fmla="*/ 1317241 h 1387631"/>
                <a:gd name="connsiteX4" fmla="*/ 1105880 w 1571614"/>
                <a:gd name="connsiteY4" fmla="*/ 1347777 h 1387631"/>
                <a:gd name="connsiteX5" fmla="*/ 940580 w 1571614"/>
                <a:gd name="connsiteY5" fmla="*/ 816777 h 1387631"/>
                <a:gd name="connsiteX6" fmla="*/ 811266 w 1571614"/>
                <a:gd name="connsiteY6" fmla="*/ 618434 h 1387631"/>
                <a:gd name="connsiteX7" fmla="*/ 343075 w 1571614"/>
                <a:gd name="connsiteY7" fmla="*/ 417854 h 1387631"/>
                <a:gd name="connsiteX8" fmla="*/ 9288 w 1571614"/>
                <a:gd name="connsiteY8" fmla="*/ 124987 h 1387631"/>
                <a:gd name="connsiteX0" fmla="*/ 1026920 w 1570180"/>
                <a:gd name="connsiteY0" fmla="*/ 0 h 1404568"/>
                <a:gd name="connsiteX1" fmla="*/ 1511267 w 1570180"/>
                <a:gd name="connsiteY1" fmla="*/ 610596 h 1404568"/>
                <a:gd name="connsiteX2" fmla="*/ 1547169 w 1570180"/>
                <a:gd name="connsiteY2" fmla="*/ 1060140 h 1404568"/>
                <a:gd name="connsiteX3" fmla="*/ 1376902 w 1570180"/>
                <a:gd name="connsiteY3" fmla="*/ 1357132 h 1404568"/>
                <a:gd name="connsiteX4" fmla="*/ 1105880 w 1570180"/>
                <a:gd name="connsiteY4" fmla="*/ 1347777 h 1404568"/>
                <a:gd name="connsiteX5" fmla="*/ 940580 w 1570180"/>
                <a:gd name="connsiteY5" fmla="*/ 816777 h 1404568"/>
                <a:gd name="connsiteX6" fmla="*/ 811266 w 1570180"/>
                <a:gd name="connsiteY6" fmla="*/ 618434 h 1404568"/>
                <a:gd name="connsiteX7" fmla="*/ 343075 w 1570180"/>
                <a:gd name="connsiteY7" fmla="*/ 417854 h 1404568"/>
                <a:gd name="connsiteX8" fmla="*/ 9288 w 1570180"/>
                <a:gd name="connsiteY8" fmla="*/ 124987 h 1404568"/>
                <a:gd name="connsiteX0" fmla="*/ 1026920 w 1524530"/>
                <a:gd name="connsiteY0" fmla="*/ 0 h 1407921"/>
                <a:gd name="connsiteX1" fmla="*/ 1511267 w 1524530"/>
                <a:gd name="connsiteY1" fmla="*/ 610596 h 1407921"/>
                <a:gd name="connsiteX2" fmla="*/ 1387043 w 1524530"/>
                <a:gd name="connsiteY2" fmla="*/ 1002589 h 1407921"/>
                <a:gd name="connsiteX3" fmla="*/ 1376902 w 1524530"/>
                <a:gd name="connsiteY3" fmla="*/ 1357132 h 1407921"/>
                <a:gd name="connsiteX4" fmla="*/ 1105880 w 1524530"/>
                <a:gd name="connsiteY4" fmla="*/ 1347777 h 1407921"/>
                <a:gd name="connsiteX5" fmla="*/ 940580 w 1524530"/>
                <a:gd name="connsiteY5" fmla="*/ 816777 h 1407921"/>
                <a:gd name="connsiteX6" fmla="*/ 811266 w 1524530"/>
                <a:gd name="connsiteY6" fmla="*/ 618434 h 1407921"/>
                <a:gd name="connsiteX7" fmla="*/ 343075 w 1524530"/>
                <a:gd name="connsiteY7" fmla="*/ 417854 h 1407921"/>
                <a:gd name="connsiteX8" fmla="*/ 9288 w 1524530"/>
                <a:gd name="connsiteY8" fmla="*/ 124987 h 1407921"/>
                <a:gd name="connsiteX0" fmla="*/ 1511267 w 1524530"/>
                <a:gd name="connsiteY0" fmla="*/ 485609 h 1282934"/>
                <a:gd name="connsiteX1" fmla="*/ 1387043 w 1524530"/>
                <a:gd name="connsiteY1" fmla="*/ 877602 h 1282934"/>
                <a:gd name="connsiteX2" fmla="*/ 1376902 w 1524530"/>
                <a:gd name="connsiteY2" fmla="*/ 1232145 h 1282934"/>
                <a:gd name="connsiteX3" fmla="*/ 1105880 w 1524530"/>
                <a:gd name="connsiteY3" fmla="*/ 1222790 h 1282934"/>
                <a:gd name="connsiteX4" fmla="*/ 940580 w 1524530"/>
                <a:gd name="connsiteY4" fmla="*/ 691790 h 1282934"/>
                <a:gd name="connsiteX5" fmla="*/ 811266 w 1524530"/>
                <a:gd name="connsiteY5" fmla="*/ 493447 h 1282934"/>
                <a:gd name="connsiteX6" fmla="*/ 343075 w 1524530"/>
                <a:gd name="connsiteY6" fmla="*/ 292867 h 1282934"/>
                <a:gd name="connsiteX7" fmla="*/ 9288 w 1524530"/>
                <a:gd name="connsiteY7" fmla="*/ 0 h 1282934"/>
                <a:gd name="connsiteX0" fmla="*/ 1387043 w 1395526"/>
                <a:gd name="connsiteY0" fmla="*/ 877602 h 1282934"/>
                <a:gd name="connsiteX1" fmla="*/ 1376902 w 1395526"/>
                <a:gd name="connsiteY1" fmla="*/ 1232145 h 1282934"/>
                <a:gd name="connsiteX2" fmla="*/ 1105880 w 1395526"/>
                <a:gd name="connsiteY2" fmla="*/ 1222790 h 1282934"/>
                <a:gd name="connsiteX3" fmla="*/ 940580 w 1395526"/>
                <a:gd name="connsiteY3" fmla="*/ 691790 h 1282934"/>
                <a:gd name="connsiteX4" fmla="*/ 811266 w 1395526"/>
                <a:gd name="connsiteY4" fmla="*/ 493447 h 1282934"/>
                <a:gd name="connsiteX5" fmla="*/ 343075 w 1395526"/>
                <a:gd name="connsiteY5" fmla="*/ 292867 h 1282934"/>
                <a:gd name="connsiteX6" fmla="*/ 9288 w 1395526"/>
                <a:gd name="connsiteY6" fmla="*/ 0 h 1282934"/>
                <a:gd name="connsiteX0" fmla="*/ 1387043 w 1409009"/>
                <a:gd name="connsiteY0" fmla="*/ 877602 h 1282934"/>
                <a:gd name="connsiteX1" fmla="*/ 1376902 w 1409009"/>
                <a:gd name="connsiteY1" fmla="*/ 1232145 h 1282934"/>
                <a:gd name="connsiteX2" fmla="*/ 1105880 w 1409009"/>
                <a:gd name="connsiteY2" fmla="*/ 1222790 h 1282934"/>
                <a:gd name="connsiteX3" fmla="*/ 940580 w 1409009"/>
                <a:gd name="connsiteY3" fmla="*/ 691790 h 1282934"/>
                <a:gd name="connsiteX4" fmla="*/ 811266 w 1409009"/>
                <a:gd name="connsiteY4" fmla="*/ 493447 h 1282934"/>
                <a:gd name="connsiteX5" fmla="*/ 343075 w 1409009"/>
                <a:gd name="connsiteY5" fmla="*/ 292867 h 1282934"/>
                <a:gd name="connsiteX6" fmla="*/ 9288 w 1409009"/>
                <a:gd name="connsiteY6" fmla="*/ 0 h 1282934"/>
                <a:gd name="connsiteX0" fmla="*/ 1482742 w 1488122"/>
                <a:gd name="connsiteY0" fmla="*/ 903674 h 1281397"/>
                <a:gd name="connsiteX1" fmla="*/ 1376902 w 1488122"/>
                <a:gd name="connsiteY1" fmla="*/ 1232145 h 1281397"/>
                <a:gd name="connsiteX2" fmla="*/ 1105880 w 1488122"/>
                <a:gd name="connsiteY2" fmla="*/ 1222790 h 1281397"/>
                <a:gd name="connsiteX3" fmla="*/ 940580 w 1488122"/>
                <a:gd name="connsiteY3" fmla="*/ 691790 h 1281397"/>
                <a:gd name="connsiteX4" fmla="*/ 811266 w 1488122"/>
                <a:gd name="connsiteY4" fmla="*/ 493447 h 1281397"/>
                <a:gd name="connsiteX5" fmla="*/ 343075 w 1488122"/>
                <a:gd name="connsiteY5" fmla="*/ 292867 h 1281397"/>
                <a:gd name="connsiteX6" fmla="*/ 9288 w 1488122"/>
                <a:gd name="connsiteY6" fmla="*/ 0 h 1281397"/>
                <a:gd name="connsiteX0" fmla="*/ 1482742 w 1488278"/>
                <a:gd name="connsiteY0" fmla="*/ 903674 h 1304973"/>
                <a:gd name="connsiteX1" fmla="*/ 1376902 w 1488278"/>
                <a:gd name="connsiteY1" fmla="*/ 1232145 h 1304973"/>
                <a:gd name="connsiteX2" fmla="*/ 1089293 w 1488278"/>
                <a:gd name="connsiteY2" fmla="*/ 1258008 h 1304973"/>
                <a:gd name="connsiteX3" fmla="*/ 940580 w 1488278"/>
                <a:gd name="connsiteY3" fmla="*/ 691790 h 1304973"/>
                <a:gd name="connsiteX4" fmla="*/ 811266 w 1488278"/>
                <a:gd name="connsiteY4" fmla="*/ 493447 h 1304973"/>
                <a:gd name="connsiteX5" fmla="*/ 343075 w 1488278"/>
                <a:gd name="connsiteY5" fmla="*/ 292867 h 1304973"/>
                <a:gd name="connsiteX6" fmla="*/ 9288 w 1488278"/>
                <a:gd name="connsiteY6" fmla="*/ 0 h 1304973"/>
                <a:gd name="connsiteX0" fmla="*/ 1428942 w 1439562"/>
                <a:gd name="connsiteY0" fmla="*/ 855680 h 1307147"/>
                <a:gd name="connsiteX1" fmla="*/ 1376902 w 1439562"/>
                <a:gd name="connsiteY1" fmla="*/ 1232145 h 1307147"/>
                <a:gd name="connsiteX2" fmla="*/ 1089293 w 1439562"/>
                <a:gd name="connsiteY2" fmla="*/ 1258008 h 1307147"/>
                <a:gd name="connsiteX3" fmla="*/ 940580 w 1439562"/>
                <a:gd name="connsiteY3" fmla="*/ 691790 h 1307147"/>
                <a:gd name="connsiteX4" fmla="*/ 811266 w 1439562"/>
                <a:gd name="connsiteY4" fmla="*/ 493447 h 1307147"/>
                <a:gd name="connsiteX5" fmla="*/ 343075 w 1439562"/>
                <a:gd name="connsiteY5" fmla="*/ 292867 h 1307147"/>
                <a:gd name="connsiteX6" fmla="*/ 9288 w 1439562"/>
                <a:gd name="connsiteY6" fmla="*/ 0 h 1307147"/>
                <a:gd name="connsiteX0" fmla="*/ 1428942 w 1439562"/>
                <a:gd name="connsiteY0" fmla="*/ 855680 h 1304658"/>
                <a:gd name="connsiteX1" fmla="*/ 1376902 w 1439562"/>
                <a:gd name="connsiteY1" fmla="*/ 1232145 h 1304658"/>
                <a:gd name="connsiteX2" fmla="*/ 1089293 w 1439562"/>
                <a:gd name="connsiteY2" fmla="*/ 1258008 h 1304658"/>
                <a:gd name="connsiteX3" fmla="*/ 910985 w 1439562"/>
                <a:gd name="connsiteY3" fmla="*/ 726139 h 1304658"/>
                <a:gd name="connsiteX4" fmla="*/ 811266 w 1439562"/>
                <a:gd name="connsiteY4" fmla="*/ 493447 h 1304658"/>
                <a:gd name="connsiteX5" fmla="*/ 343075 w 1439562"/>
                <a:gd name="connsiteY5" fmla="*/ 292867 h 1304658"/>
                <a:gd name="connsiteX6" fmla="*/ 9288 w 1439562"/>
                <a:gd name="connsiteY6" fmla="*/ 0 h 1304658"/>
                <a:gd name="connsiteX0" fmla="*/ 1428942 w 1439562"/>
                <a:gd name="connsiteY0" fmla="*/ 855680 h 1304658"/>
                <a:gd name="connsiteX1" fmla="*/ 1376902 w 1439562"/>
                <a:gd name="connsiteY1" fmla="*/ 1232145 h 1304658"/>
                <a:gd name="connsiteX2" fmla="*/ 1089293 w 1439562"/>
                <a:gd name="connsiteY2" fmla="*/ 1258008 h 1304658"/>
                <a:gd name="connsiteX3" fmla="*/ 910985 w 1439562"/>
                <a:gd name="connsiteY3" fmla="*/ 726139 h 1304658"/>
                <a:gd name="connsiteX4" fmla="*/ 725775 w 1439562"/>
                <a:gd name="connsiteY4" fmla="*/ 471588 h 1304658"/>
                <a:gd name="connsiteX5" fmla="*/ 343075 w 1439562"/>
                <a:gd name="connsiteY5" fmla="*/ 292867 h 1304658"/>
                <a:gd name="connsiteX6" fmla="*/ 9288 w 1439562"/>
                <a:gd name="connsiteY6" fmla="*/ 0 h 1304658"/>
                <a:gd name="connsiteX0" fmla="*/ 1429770 w 1440390"/>
                <a:gd name="connsiteY0" fmla="*/ 855680 h 1304658"/>
                <a:gd name="connsiteX1" fmla="*/ 1377730 w 1440390"/>
                <a:gd name="connsiteY1" fmla="*/ 1232145 h 1304658"/>
                <a:gd name="connsiteX2" fmla="*/ 1090121 w 1440390"/>
                <a:gd name="connsiteY2" fmla="*/ 1258008 h 1304658"/>
                <a:gd name="connsiteX3" fmla="*/ 911813 w 1440390"/>
                <a:gd name="connsiteY3" fmla="*/ 726139 h 1304658"/>
                <a:gd name="connsiteX4" fmla="*/ 726603 w 1440390"/>
                <a:gd name="connsiteY4" fmla="*/ 471588 h 1304658"/>
                <a:gd name="connsiteX5" fmla="*/ 319248 w 1440390"/>
                <a:gd name="connsiteY5" fmla="*/ 300638 h 1304658"/>
                <a:gd name="connsiteX6" fmla="*/ 10116 w 1440390"/>
                <a:gd name="connsiteY6" fmla="*/ 0 h 1304658"/>
                <a:gd name="connsiteX0" fmla="*/ 1491124 w 1501744"/>
                <a:gd name="connsiteY0" fmla="*/ 898924 h 1347902"/>
                <a:gd name="connsiteX1" fmla="*/ 1439084 w 1501744"/>
                <a:gd name="connsiteY1" fmla="*/ 1275389 h 1347902"/>
                <a:gd name="connsiteX2" fmla="*/ 1151475 w 1501744"/>
                <a:gd name="connsiteY2" fmla="*/ 1301252 h 1347902"/>
                <a:gd name="connsiteX3" fmla="*/ 973167 w 1501744"/>
                <a:gd name="connsiteY3" fmla="*/ 769383 h 1347902"/>
                <a:gd name="connsiteX4" fmla="*/ 787957 w 1501744"/>
                <a:gd name="connsiteY4" fmla="*/ 514832 h 1347902"/>
                <a:gd name="connsiteX5" fmla="*/ 380602 w 1501744"/>
                <a:gd name="connsiteY5" fmla="*/ 343882 h 1347902"/>
                <a:gd name="connsiteX6" fmla="*/ 8228 w 1501744"/>
                <a:gd name="connsiteY6" fmla="*/ 0 h 1347902"/>
                <a:gd name="connsiteX0" fmla="*/ 1491124 w 1501744"/>
                <a:gd name="connsiteY0" fmla="*/ 898924 h 1348286"/>
                <a:gd name="connsiteX1" fmla="*/ 1439084 w 1501744"/>
                <a:gd name="connsiteY1" fmla="*/ 1275389 h 1348286"/>
                <a:gd name="connsiteX2" fmla="*/ 1151475 w 1501744"/>
                <a:gd name="connsiteY2" fmla="*/ 1301252 h 1348286"/>
                <a:gd name="connsiteX3" fmla="*/ 973167 w 1501744"/>
                <a:gd name="connsiteY3" fmla="*/ 769383 h 1348286"/>
                <a:gd name="connsiteX4" fmla="*/ 787957 w 1501744"/>
                <a:gd name="connsiteY4" fmla="*/ 514832 h 1348286"/>
                <a:gd name="connsiteX5" fmla="*/ 380602 w 1501744"/>
                <a:gd name="connsiteY5" fmla="*/ 343882 h 1348286"/>
                <a:gd name="connsiteX6" fmla="*/ 8228 w 1501744"/>
                <a:gd name="connsiteY6" fmla="*/ 0 h 1348286"/>
                <a:gd name="connsiteX0" fmla="*/ 1491124 w 1502387"/>
                <a:gd name="connsiteY0" fmla="*/ 898924 h 1333830"/>
                <a:gd name="connsiteX1" fmla="*/ 1439084 w 1502387"/>
                <a:gd name="connsiteY1" fmla="*/ 1275389 h 1333830"/>
                <a:gd name="connsiteX2" fmla="*/ 1129977 w 1502387"/>
                <a:gd name="connsiteY2" fmla="*/ 1279633 h 1333830"/>
                <a:gd name="connsiteX3" fmla="*/ 973167 w 1502387"/>
                <a:gd name="connsiteY3" fmla="*/ 769383 h 1333830"/>
                <a:gd name="connsiteX4" fmla="*/ 787957 w 1502387"/>
                <a:gd name="connsiteY4" fmla="*/ 514832 h 1333830"/>
                <a:gd name="connsiteX5" fmla="*/ 380602 w 1502387"/>
                <a:gd name="connsiteY5" fmla="*/ 343882 h 1333830"/>
                <a:gd name="connsiteX6" fmla="*/ 8228 w 1502387"/>
                <a:gd name="connsiteY6" fmla="*/ 0 h 1333830"/>
                <a:gd name="connsiteX0" fmla="*/ 1491124 w 1502387"/>
                <a:gd name="connsiteY0" fmla="*/ 898924 h 1332679"/>
                <a:gd name="connsiteX1" fmla="*/ 1439084 w 1502387"/>
                <a:gd name="connsiteY1" fmla="*/ 1275389 h 1332679"/>
                <a:gd name="connsiteX2" fmla="*/ 1129977 w 1502387"/>
                <a:gd name="connsiteY2" fmla="*/ 1279633 h 1332679"/>
                <a:gd name="connsiteX3" fmla="*/ 946308 w 1502387"/>
                <a:gd name="connsiteY3" fmla="*/ 781042 h 1332679"/>
                <a:gd name="connsiteX4" fmla="*/ 787957 w 1502387"/>
                <a:gd name="connsiteY4" fmla="*/ 514832 h 1332679"/>
                <a:gd name="connsiteX5" fmla="*/ 380602 w 1502387"/>
                <a:gd name="connsiteY5" fmla="*/ 343882 h 1332679"/>
                <a:gd name="connsiteX6" fmla="*/ 8228 w 1502387"/>
                <a:gd name="connsiteY6" fmla="*/ 0 h 1332679"/>
                <a:gd name="connsiteX0" fmla="*/ 1491124 w 1491124"/>
                <a:gd name="connsiteY0" fmla="*/ 898924 h 1332679"/>
                <a:gd name="connsiteX1" fmla="*/ 1439084 w 1491124"/>
                <a:gd name="connsiteY1" fmla="*/ 1275389 h 1332679"/>
                <a:gd name="connsiteX2" fmla="*/ 1129977 w 1491124"/>
                <a:gd name="connsiteY2" fmla="*/ 1279633 h 1332679"/>
                <a:gd name="connsiteX3" fmla="*/ 946308 w 1491124"/>
                <a:gd name="connsiteY3" fmla="*/ 781042 h 1332679"/>
                <a:gd name="connsiteX4" fmla="*/ 787957 w 1491124"/>
                <a:gd name="connsiteY4" fmla="*/ 514832 h 1332679"/>
                <a:gd name="connsiteX5" fmla="*/ 380602 w 1491124"/>
                <a:gd name="connsiteY5" fmla="*/ 343882 h 1332679"/>
                <a:gd name="connsiteX6" fmla="*/ 8228 w 1491124"/>
                <a:gd name="connsiteY6" fmla="*/ 0 h 1332679"/>
                <a:gd name="connsiteX0" fmla="*/ 1491124 w 1491124"/>
                <a:gd name="connsiteY0" fmla="*/ 898924 h 1345668"/>
                <a:gd name="connsiteX1" fmla="*/ 1420612 w 1491124"/>
                <a:gd name="connsiteY1" fmla="*/ 1299045 h 1345668"/>
                <a:gd name="connsiteX2" fmla="*/ 1129977 w 1491124"/>
                <a:gd name="connsiteY2" fmla="*/ 1279633 h 1345668"/>
                <a:gd name="connsiteX3" fmla="*/ 946308 w 1491124"/>
                <a:gd name="connsiteY3" fmla="*/ 781042 h 1345668"/>
                <a:gd name="connsiteX4" fmla="*/ 787957 w 1491124"/>
                <a:gd name="connsiteY4" fmla="*/ 514832 h 1345668"/>
                <a:gd name="connsiteX5" fmla="*/ 380602 w 1491124"/>
                <a:gd name="connsiteY5" fmla="*/ 343882 h 1345668"/>
                <a:gd name="connsiteX6" fmla="*/ 8228 w 1491124"/>
                <a:gd name="connsiteY6" fmla="*/ 0 h 1345668"/>
                <a:gd name="connsiteX0" fmla="*/ 1567835 w 1567835"/>
                <a:gd name="connsiteY0" fmla="*/ 918648 h 1344378"/>
                <a:gd name="connsiteX1" fmla="*/ 1420612 w 1567835"/>
                <a:gd name="connsiteY1" fmla="*/ 1299045 h 1344378"/>
                <a:gd name="connsiteX2" fmla="*/ 1129977 w 1567835"/>
                <a:gd name="connsiteY2" fmla="*/ 1279633 h 1344378"/>
                <a:gd name="connsiteX3" fmla="*/ 946308 w 1567835"/>
                <a:gd name="connsiteY3" fmla="*/ 781042 h 1344378"/>
                <a:gd name="connsiteX4" fmla="*/ 787957 w 1567835"/>
                <a:gd name="connsiteY4" fmla="*/ 514832 h 1344378"/>
                <a:gd name="connsiteX5" fmla="*/ 380602 w 1567835"/>
                <a:gd name="connsiteY5" fmla="*/ 343882 h 1344378"/>
                <a:gd name="connsiteX6" fmla="*/ 8228 w 1567835"/>
                <a:gd name="connsiteY6" fmla="*/ 0 h 1344378"/>
                <a:gd name="connsiteX0" fmla="*/ 1567835 w 1567835"/>
                <a:gd name="connsiteY0" fmla="*/ 918648 h 1330993"/>
                <a:gd name="connsiteX1" fmla="*/ 1541818 w 1567835"/>
                <a:gd name="connsiteY1" fmla="*/ 1138692 h 1330993"/>
                <a:gd name="connsiteX2" fmla="*/ 1420612 w 1567835"/>
                <a:gd name="connsiteY2" fmla="*/ 1299045 h 1330993"/>
                <a:gd name="connsiteX3" fmla="*/ 1129977 w 1567835"/>
                <a:gd name="connsiteY3" fmla="*/ 1279633 h 1330993"/>
                <a:gd name="connsiteX4" fmla="*/ 946308 w 1567835"/>
                <a:gd name="connsiteY4" fmla="*/ 781042 h 1330993"/>
                <a:gd name="connsiteX5" fmla="*/ 787957 w 1567835"/>
                <a:gd name="connsiteY5" fmla="*/ 514832 h 1330993"/>
                <a:gd name="connsiteX6" fmla="*/ 380602 w 1567835"/>
                <a:gd name="connsiteY6" fmla="*/ 343882 h 1330993"/>
                <a:gd name="connsiteX7" fmla="*/ 8228 w 1567835"/>
                <a:gd name="connsiteY7" fmla="*/ 0 h 1330993"/>
                <a:gd name="connsiteX0" fmla="*/ 1187233 w 1187233"/>
                <a:gd name="connsiteY0" fmla="*/ 579545 h 991890"/>
                <a:gd name="connsiteX1" fmla="*/ 1161216 w 1187233"/>
                <a:gd name="connsiteY1" fmla="*/ 799589 h 991890"/>
                <a:gd name="connsiteX2" fmla="*/ 1040010 w 1187233"/>
                <a:gd name="connsiteY2" fmla="*/ 959942 h 991890"/>
                <a:gd name="connsiteX3" fmla="*/ 749375 w 1187233"/>
                <a:gd name="connsiteY3" fmla="*/ 940530 h 991890"/>
                <a:gd name="connsiteX4" fmla="*/ 565706 w 1187233"/>
                <a:gd name="connsiteY4" fmla="*/ 441939 h 991890"/>
                <a:gd name="connsiteX5" fmla="*/ 407355 w 1187233"/>
                <a:gd name="connsiteY5" fmla="*/ 175729 h 991890"/>
                <a:gd name="connsiteX6" fmla="*/ 0 w 1187233"/>
                <a:gd name="connsiteY6" fmla="*/ 4779 h 991890"/>
                <a:gd name="connsiteX0" fmla="*/ 779878 w 779878"/>
                <a:gd name="connsiteY0" fmla="*/ 403816 h 816161"/>
                <a:gd name="connsiteX1" fmla="*/ 753861 w 779878"/>
                <a:gd name="connsiteY1" fmla="*/ 623860 h 816161"/>
                <a:gd name="connsiteX2" fmla="*/ 632655 w 779878"/>
                <a:gd name="connsiteY2" fmla="*/ 784213 h 816161"/>
                <a:gd name="connsiteX3" fmla="*/ 342020 w 779878"/>
                <a:gd name="connsiteY3" fmla="*/ 764801 h 816161"/>
                <a:gd name="connsiteX4" fmla="*/ 158351 w 779878"/>
                <a:gd name="connsiteY4" fmla="*/ 266210 h 816161"/>
                <a:gd name="connsiteX5" fmla="*/ 0 w 779878"/>
                <a:gd name="connsiteY5" fmla="*/ 0 h 816161"/>
                <a:gd name="connsiteX0" fmla="*/ 621543 w 621543"/>
                <a:gd name="connsiteY0" fmla="*/ 278251 h 690596"/>
                <a:gd name="connsiteX1" fmla="*/ 595526 w 621543"/>
                <a:gd name="connsiteY1" fmla="*/ 498295 h 690596"/>
                <a:gd name="connsiteX2" fmla="*/ 474320 w 621543"/>
                <a:gd name="connsiteY2" fmla="*/ 658648 h 690596"/>
                <a:gd name="connsiteX3" fmla="*/ 183685 w 621543"/>
                <a:gd name="connsiteY3" fmla="*/ 639236 h 690596"/>
                <a:gd name="connsiteX4" fmla="*/ 16 w 621543"/>
                <a:gd name="connsiteY4" fmla="*/ 140645 h 690596"/>
                <a:gd name="connsiteX5" fmla="*/ 169661 w 621543"/>
                <a:gd name="connsiteY5" fmla="*/ 0 h 690596"/>
                <a:gd name="connsiteX0" fmla="*/ 621575 w 621575"/>
                <a:gd name="connsiteY0" fmla="*/ 285806 h 698151"/>
                <a:gd name="connsiteX1" fmla="*/ 595558 w 621575"/>
                <a:gd name="connsiteY1" fmla="*/ 505850 h 698151"/>
                <a:gd name="connsiteX2" fmla="*/ 474352 w 621575"/>
                <a:gd name="connsiteY2" fmla="*/ 666203 h 698151"/>
                <a:gd name="connsiteX3" fmla="*/ 183717 w 621575"/>
                <a:gd name="connsiteY3" fmla="*/ 646791 h 698151"/>
                <a:gd name="connsiteX4" fmla="*/ 48 w 621575"/>
                <a:gd name="connsiteY4" fmla="*/ 148200 h 698151"/>
                <a:gd name="connsiteX5" fmla="*/ 169693 w 621575"/>
                <a:gd name="connsiteY5" fmla="*/ 7555 h 698151"/>
                <a:gd name="connsiteX0" fmla="*/ 639567 w 639567"/>
                <a:gd name="connsiteY0" fmla="*/ 341398 h 753743"/>
                <a:gd name="connsiteX1" fmla="*/ 613550 w 639567"/>
                <a:gd name="connsiteY1" fmla="*/ 561442 h 753743"/>
                <a:gd name="connsiteX2" fmla="*/ 492344 w 639567"/>
                <a:gd name="connsiteY2" fmla="*/ 721795 h 753743"/>
                <a:gd name="connsiteX3" fmla="*/ 201709 w 639567"/>
                <a:gd name="connsiteY3" fmla="*/ 702383 h 753743"/>
                <a:gd name="connsiteX4" fmla="*/ 18040 w 639567"/>
                <a:gd name="connsiteY4" fmla="*/ 203792 h 753743"/>
                <a:gd name="connsiteX5" fmla="*/ 68038 w 639567"/>
                <a:gd name="connsiteY5" fmla="*/ 5031 h 753743"/>
                <a:gd name="connsiteX0" fmla="*/ 608678 w 608678"/>
                <a:gd name="connsiteY0" fmla="*/ 340780 h 751764"/>
                <a:gd name="connsiteX1" fmla="*/ 582661 w 608678"/>
                <a:gd name="connsiteY1" fmla="*/ 560824 h 751764"/>
                <a:gd name="connsiteX2" fmla="*/ 461455 w 608678"/>
                <a:gd name="connsiteY2" fmla="*/ 721177 h 751764"/>
                <a:gd name="connsiteX3" fmla="*/ 170820 w 608678"/>
                <a:gd name="connsiteY3" fmla="*/ 701765 h 751764"/>
                <a:gd name="connsiteX4" fmla="*/ 68566 w 608678"/>
                <a:gd name="connsiteY4" fmla="*/ 223213 h 751764"/>
                <a:gd name="connsiteX5" fmla="*/ 37149 w 608678"/>
                <a:gd name="connsiteY5" fmla="*/ 4413 h 751764"/>
                <a:gd name="connsiteX0" fmla="*/ 607698 w 607698"/>
                <a:gd name="connsiteY0" fmla="*/ 336367 h 747351"/>
                <a:gd name="connsiteX1" fmla="*/ 581681 w 607698"/>
                <a:gd name="connsiteY1" fmla="*/ 556411 h 747351"/>
                <a:gd name="connsiteX2" fmla="*/ 460475 w 607698"/>
                <a:gd name="connsiteY2" fmla="*/ 716764 h 747351"/>
                <a:gd name="connsiteX3" fmla="*/ 169840 w 607698"/>
                <a:gd name="connsiteY3" fmla="*/ 697352 h 747351"/>
                <a:gd name="connsiteX4" fmla="*/ 67586 w 607698"/>
                <a:gd name="connsiteY4" fmla="*/ 218800 h 747351"/>
                <a:gd name="connsiteX5" fmla="*/ 36169 w 607698"/>
                <a:gd name="connsiteY5" fmla="*/ 0 h 747351"/>
                <a:gd name="connsiteX0" fmla="*/ 611805 w 611805"/>
                <a:gd name="connsiteY0" fmla="*/ 336367 h 740410"/>
                <a:gd name="connsiteX1" fmla="*/ 585788 w 611805"/>
                <a:gd name="connsiteY1" fmla="*/ 556411 h 740410"/>
                <a:gd name="connsiteX2" fmla="*/ 464582 w 611805"/>
                <a:gd name="connsiteY2" fmla="*/ 716764 h 740410"/>
                <a:gd name="connsiteX3" fmla="*/ 173947 w 611805"/>
                <a:gd name="connsiteY3" fmla="*/ 697352 h 740410"/>
                <a:gd name="connsiteX4" fmla="*/ 54658 w 611805"/>
                <a:gd name="connsiteY4" fmla="*/ 324227 h 740410"/>
                <a:gd name="connsiteX5" fmla="*/ 40276 w 611805"/>
                <a:gd name="connsiteY5" fmla="*/ 0 h 740410"/>
                <a:gd name="connsiteX0" fmla="*/ 609865 w 609865"/>
                <a:gd name="connsiteY0" fmla="*/ 336367 h 750360"/>
                <a:gd name="connsiteX1" fmla="*/ 583848 w 609865"/>
                <a:gd name="connsiteY1" fmla="*/ 556411 h 750360"/>
                <a:gd name="connsiteX2" fmla="*/ 462642 w 609865"/>
                <a:gd name="connsiteY2" fmla="*/ 716764 h 750360"/>
                <a:gd name="connsiteX3" fmla="*/ 119036 w 609865"/>
                <a:gd name="connsiteY3" fmla="*/ 713276 h 750360"/>
                <a:gd name="connsiteX4" fmla="*/ 52718 w 609865"/>
                <a:gd name="connsiteY4" fmla="*/ 324227 h 750360"/>
                <a:gd name="connsiteX5" fmla="*/ 38336 w 609865"/>
                <a:gd name="connsiteY5" fmla="*/ 0 h 750360"/>
                <a:gd name="connsiteX0" fmla="*/ 671953 w 671953"/>
                <a:gd name="connsiteY0" fmla="*/ 108632 h 522625"/>
                <a:gd name="connsiteX1" fmla="*/ 645936 w 671953"/>
                <a:gd name="connsiteY1" fmla="*/ 328676 h 522625"/>
                <a:gd name="connsiteX2" fmla="*/ 524730 w 671953"/>
                <a:gd name="connsiteY2" fmla="*/ 489029 h 522625"/>
                <a:gd name="connsiteX3" fmla="*/ 181124 w 671953"/>
                <a:gd name="connsiteY3" fmla="*/ 485541 h 522625"/>
                <a:gd name="connsiteX4" fmla="*/ 114806 w 671953"/>
                <a:gd name="connsiteY4" fmla="*/ 96492 h 522625"/>
                <a:gd name="connsiteX5" fmla="*/ 27346 w 671953"/>
                <a:gd name="connsiteY5" fmla="*/ 0 h 522625"/>
                <a:gd name="connsiteX0" fmla="*/ 673718 w 673718"/>
                <a:gd name="connsiteY0" fmla="*/ 108632 h 512413"/>
                <a:gd name="connsiteX1" fmla="*/ 647701 w 673718"/>
                <a:gd name="connsiteY1" fmla="*/ 328676 h 512413"/>
                <a:gd name="connsiteX2" fmla="*/ 526495 w 673718"/>
                <a:gd name="connsiteY2" fmla="*/ 489029 h 512413"/>
                <a:gd name="connsiteX3" fmla="*/ 182889 w 673718"/>
                <a:gd name="connsiteY3" fmla="*/ 485541 h 512413"/>
                <a:gd name="connsiteX4" fmla="*/ 103455 w 673718"/>
                <a:gd name="connsiteY4" fmla="*/ 245098 h 512413"/>
                <a:gd name="connsiteX5" fmla="*/ 29111 w 673718"/>
                <a:gd name="connsiteY5" fmla="*/ 0 h 512413"/>
                <a:gd name="connsiteX0" fmla="*/ 728059 w 728059"/>
                <a:gd name="connsiteY0" fmla="*/ 554 h 512413"/>
                <a:gd name="connsiteX1" fmla="*/ 647701 w 728059"/>
                <a:gd name="connsiteY1" fmla="*/ 328676 h 512413"/>
                <a:gd name="connsiteX2" fmla="*/ 526495 w 728059"/>
                <a:gd name="connsiteY2" fmla="*/ 489029 h 512413"/>
                <a:gd name="connsiteX3" fmla="*/ 182889 w 728059"/>
                <a:gd name="connsiteY3" fmla="*/ 485541 h 512413"/>
                <a:gd name="connsiteX4" fmla="*/ 103455 w 728059"/>
                <a:gd name="connsiteY4" fmla="*/ 245098 h 512413"/>
                <a:gd name="connsiteX5" fmla="*/ 29111 w 728059"/>
                <a:gd name="connsiteY5" fmla="*/ 0 h 512413"/>
                <a:gd name="connsiteX0" fmla="*/ 706993 w 706993"/>
                <a:gd name="connsiteY0" fmla="*/ 0 h 511859"/>
                <a:gd name="connsiteX1" fmla="*/ 626635 w 706993"/>
                <a:gd name="connsiteY1" fmla="*/ 328122 h 511859"/>
                <a:gd name="connsiteX2" fmla="*/ 505429 w 706993"/>
                <a:gd name="connsiteY2" fmla="*/ 488475 h 511859"/>
                <a:gd name="connsiteX3" fmla="*/ 161823 w 706993"/>
                <a:gd name="connsiteY3" fmla="*/ 484987 h 511859"/>
                <a:gd name="connsiteX4" fmla="*/ 82389 w 706993"/>
                <a:gd name="connsiteY4" fmla="*/ 244544 h 511859"/>
                <a:gd name="connsiteX5" fmla="*/ 32404 w 706993"/>
                <a:gd name="connsiteY5" fmla="*/ 9095 h 511859"/>
                <a:gd name="connsiteX0" fmla="*/ 706175 w 706175"/>
                <a:gd name="connsiteY0" fmla="*/ 0 h 520717"/>
                <a:gd name="connsiteX1" fmla="*/ 625817 w 706175"/>
                <a:gd name="connsiteY1" fmla="*/ 328122 h 520717"/>
                <a:gd name="connsiteX2" fmla="*/ 504611 w 706175"/>
                <a:gd name="connsiteY2" fmla="*/ 488475 h 520717"/>
                <a:gd name="connsiteX3" fmla="*/ 129150 w 706175"/>
                <a:gd name="connsiteY3" fmla="*/ 498497 h 520717"/>
                <a:gd name="connsiteX4" fmla="*/ 81571 w 706175"/>
                <a:gd name="connsiteY4" fmla="*/ 244544 h 520717"/>
                <a:gd name="connsiteX5" fmla="*/ 31586 w 706175"/>
                <a:gd name="connsiteY5" fmla="*/ 9095 h 52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175" h="520717">
                  <a:moveTo>
                    <a:pt x="706175" y="0"/>
                  </a:moveTo>
                  <a:cubicBezTo>
                    <a:pt x="697336" y="38157"/>
                    <a:pt x="650354" y="264723"/>
                    <a:pt x="625817" y="328122"/>
                  </a:cubicBezTo>
                  <a:cubicBezTo>
                    <a:pt x="601280" y="391521"/>
                    <a:pt x="587389" y="460079"/>
                    <a:pt x="504611" y="488475"/>
                  </a:cubicBezTo>
                  <a:cubicBezTo>
                    <a:pt x="421833" y="516871"/>
                    <a:pt x="199657" y="539152"/>
                    <a:pt x="129150" y="498497"/>
                  </a:cubicBezTo>
                  <a:cubicBezTo>
                    <a:pt x="58643" y="457842"/>
                    <a:pt x="97832" y="326111"/>
                    <a:pt x="81571" y="244544"/>
                  </a:cubicBezTo>
                  <a:cubicBezTo>
                    <a:pt x="65310" y="162977"/>
                    <a:pt x="-56267" y="138394"/>
                    <a:pt x="31586" y="9095"/>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6E266AB5-75C2-01F9-1C22-EAB5E3006435}"/>
                </a:ext>
              </a:extLst>
            </p:cNvPr>
            <p:cNvSpPr/>
            <p:nvPr/>
          </p:nvSpPr>
          <p:spPr>
            <a:xfrm rot="11139186" flipV="1">
              <a:off x="10821744" y="1311199"/>
              <a:ext cx="1477972" cy="2828738"/>
            </a:xfrm>
            <a:custGeom>
              <a:avLst/>
              <a:gdLst>
                <a:gd name="connsiteX0" fmla="*/ 1103852 w 1103852"/>
                <a:gd name="connsiteY0" fmla="*/ 657879 h 657879"/>
                <a:gd name="connsiteX1" fmla="*/ 883063 w 1103852"/>
                <a:gd name="connsiteY1" fmla="*/ 177724 h 657879"/>
                <a:gd name="connsiteX2" fmla="*/ 678085 w 1103852"/>
                <a:gd name="connsiteY2" fmla="*/ 17132 h 657879"/>
                <a:gd name="connsiteX3" fmla="*/ 461962 w 1103852"/>
                <a:gd name="connsiteY3" fmla="*/ 17132 h 657879"/>
                <a:gd name="connsiteX4" fmla="*/ 136398 w 1103852"/>
                <a:gd name="connsiteY4" fmla="*/ 267735 h 657879"/>
                <a:gd name="connsiteX5" fmla="*/ 0 w 1103852"/>
                <a:gd name="connsiteY5" fmla="*/ 650830 h 657879"/>
                <a:gd name="connsiteX0" fmla="*/ 1025204 w 1025204"/>
                <a:gd name="connsiteY0" fmla="*/ 657879 h 761443"/>
                <a:gd name="connsiteX1" fmla="*/ 804415 w 1025204"/>
                <a:gd name="connsiteY1" fmla="*/ 177724 h 761443"/>
                <a:gd name="connsiteX2" fmla="*/ 599437 w 1025204"/>
                <a:gd name="connsiteY2" fmla="*/ 17132 h 761443"/>
                <a:gd name="connsiteX3" fmla="*/ 383314 w 1025204"/>
                <a:gd name="connsiteY3" fmla="*/ 17132 h 761443"/>
                <a:gd name="connsiteX4" fmla="*/ 57750 w 1025204"/>
                <a:gd name="connsiteY4" fmla="*/ 267735 h 761443"/>
                <a:gd name="connsiteX5" fmla="*/ 0 w 1025204"/>
                <a:gd name="connsiteY5" fmla="*/ 761443 h 761443"/>
                <a:gd name="connsiteX0" fmla="*/ 1078427 w 1078427"/>
                <a:gd name="connsiteY0" fmla="*/ 657879 h 761443"/>
                <a:gd name="connsiteX1" fmla="*/ 857638 w 1078427"/>
                <a:gd name="connsiteY1" fmla="*/ 177724 h 761443"/>
                <a:gd name="connsiteX2" fmla="*/ 652660 w 1078427"/>
                <a:gd name="connsiteY2" fmla="*/ 17132 h 761443"/>
                <a:gd name="connsiteX3" fmla="*/ 436537 w 1078427"/>
                <a:gd name="connsiteY3" fmla="*/ 17132 h 761443"/>
                <a:gd name="connsiteX4" fmla="*/ 110973 w 1078427"/>
                <a:gd name="connsiteY4" fmla="*/ 267735 h 761443"/>
                <a:gd name="connsiteX5" fmla="*/ 53223 w 1078427"/>
                <a:gd name="connsiteY5" fmla="*/ 761443 h 761443"/>
                <a:gd name="connsiteX0" fmla="*/ 1090099 w 1090099"/>
                <a:gd name="connsiteY0" fmla="*/ 662175 h 765739"/>
                <a:gd name="connsiteX1" fmla="*/ 869310 w 1090099"/>
                <a:gd name="connsiteY1" fmla="*/ 182020 h 765739"/>
                <a:gd name="connsiteX2" fmla="*/ 664332 w 1090099"/>
                <a:gd name="connsiteY2" fmla="*/ 21428 h 765739"/>
                <a:gd name="connsiteX3" fmla="*/ 448209 w 1090099"/>
                <a:gd name="connsiteY3" fmla="*/ 21428 h 765739"/>
                <a:gd name="connsiteX4" fmla="*/ 78498 w 1090099"/>
                <a:gd name="connsiteY4" fmla="*/ 215774 h 765739"/>
                <a:gd name="connsiteX5" fmla="*/ 64895 w 1090099"/>
                <a:gd name="connsiteY5" fmla="*/ 765739 h 765739"/>
                <a:gd name="connsiteX0" fmla="*/ 1143680 w 1143680"/>
                <a:gd name="connsiteY0" fmla="*/ 1019406 h 1019406"/>
                <a:gd name="connsiteX1" fmla="*/ 869310 w 1143680"/>
                <a:gd name="connsiteY1" fmla="*/ 182020 h 1019406"/>
                <a:gd name="connsiteX2" fmla="*/ 664332 w 1143680"/>
                <a:gd name="connsiteY2" fmla="*/ 21428 h 1019406"/>
                <a:gd name="connsiteX3" fmla="*/ 448209 w 1143680"/>
                <a:gd name="connsiteY3" fmla="*/ 21428 h 1019406"/>
                <a:gd name="connsiteX4" fmla="*/ 78498 w 1143680"/>
                <a:gd name="connsiteY4" fmla="*/ 215774 h 1019406"/>
                <a:gd name="connsiteX5" fmla="*/ 64895 w 1143680"/>
                <a:gd name="connsiteY5" fmla="*/ 765739 h 1019406"/>
                <a:gd name="connsiteX0" fmla="*/ 1143680 w 1150209"/>
                <a:gd name="connsiteY0" fmla="*/ 1019406 h 1019406"/>
                <a:gd name="connsiteX1" fmla="*/ 869310 w 1150209"/>
                <a:gd name="connsiteY1" fmla="*/ 182020 h 1019406"/>
                <a:gd name="connsiteX2" fmla="*/ 664332 w 1150209"/>
                <a:gd name="connsiteY2" fmla="*/ 21428 h 1019406"/>
                <a:gd name="connsiteX3" fmla="*/ 448209 w 1150209"/>
                <a:gd name="connsiteY3" fmla="*/ 21428 h 1019406"/>
                <a:gd name="connsiteX4" fmla="*/ 78498 w 1150209"/>
                <a:gd name="connsiteY4" fmla="*/ 215774 h 1019406"/>
                <a:gd name="connsiteX5" fmla="*/ 64895 w 1150209"/>
                <a:gd name="connsiteY5" fmla="*/ 765739 h 1019406"/>
                <a:gd name="connsiteX0" fmla="*/ 1143680 w 1162780"/>
                <a:gd name="connsiteY0" fmla="*/ 1037742 h 1037742"/>
                <a:gd name="connsiteX1" fmla="*/ 1060317 w 1162780"/>
                <a:gd name="connsiteY1" fmla="*/ 461867 h 1037742"/>
                <a:gd name="connsiteX2" fmla="*/ 664332 w 1162780"/>
                <a:gd name="connsiteY2" fmla="*/ 39764 h 1037742"/>
                <a:gd name="connsiteX3" fmla="*/ 448209 w 1162780"/>
                <a:gd name="connsiteY3" fmla="*/ 39764 h 1037742"/>
                <a:gd name="connsiteX4" fmla="*/ 78498 w 1162780"/>
                <a:gd name="connsiteY4" fmla="*/ 234110 h 1037742"/>
                <a:gd name="connsiteX5" fmla="*/ 64895 w 1162780"/>
                <a:gd name="connsiteY5" fmla="*/ 784075 h 1037742"/>
                <a:gd name="connsiteX0" fmla="*/ 1143680 w 1157189"/>
                <a:gd name="connsiteY0" fmla="*/ 1035564 h 1035564"/>
                <a:gd name="connsiteX1" fmla="*/ 1060317 w 1157189"/>
                <a:gd name="connsiteY1" fmla="*/ 459689 h 1035564"/>
                <a:gd name="connsiteX2" fmla="*/ 942449 w 1157189"/>
                <a:gd name="connsiteY2" fmla="*/ 40847 h 1035564"/>
                <a:gd name="connsiteX3" fmla="*/ 448209 w 1157189"/>
                <a:gd name="connsiteY3" fmla="*/ 37586 h 1035564"/>
                <a:gd name="connsiteX4" fmla="*/ 78498 w 1157189"/>
                <a:gd name="connsiteY4" fmla="*/ 231932 h 1035564"/>
                <a:gd name="connsiteX5" fmla="*/ 64895 w 1157189"/>
                <a:gd name="connsiteY5" fmla="*/ 781897 h 1035564"/>
                <a:gd name="connsiteX0" fmla="*/ 1143680 w 1157189"/>
                <a:gd name="connsiteY0" fmla="*/ 1018029 h 1018029"/>
                <a:gd name="connsiteX1" fmla="*/ 1060317 w 1157189"/>
                <a:gd name="connsiteY1" fmla="*/ 442154 h 1018029"/>
                <a:gd name="connsiteX2" fmla="*/ 942449 w 1157189"/>
                <a:gd name="connsiteY2" fmla="*/ 23312 h 1018029"/>
                <a:gd name="connsiteX3" fmla="*/ 548445 w 1157189"/>
                <a:gd name="connsiteY3" fmla="*/ 70691 h 1018029"/>
                <a:gd name="connsiteX4" fmla="*/ 78498 w 1157189"/>
                <a:gd name="connsiteY4" fmla="*/ 214397 h 1018029"/>
                <a:gd name="connsiteX5" fmla="*/ 64895 w 1157189"/>
                <a:gd name="connsiteY5" fmla="*/ 764362 h 1018029"/>
                <a:gd name="connsiteX0" fmla="*/ 1152928 w 1166437"/>
                <a:gd name="connsiteY0" fmla="*/ 1019079 h 1019079"/>
                <a:gd name="connsiteX1" fmla="*/ 1069565 w 1166437"/>
                <a:gd name="connsiteY1" fmla="*/ 443204 h 1019079"/>
                <a:gd name="connsiteX2" fmla="*/ 951697 w 1166437"/>
                <a:gd name="connsiteY2" fmla="*/ 24362 h 1019079"/>
                <a:gd name="connsiteX3" fmla="*/ 557693 w 1166437"/>
                <a:gd name="connsiteY3" fmla="*/ 71741 h 1019079"/>
                <a:gd name="connsiteX4" fmla="*/ 61674 w 1166437"/>
                <a:gd name="connsiteY4" fmla="*/ 253435 h 1019079"/>
                <a:gd name="connsiteX5" fmla="*/ 74143 w 1166437"/>
                <a:gd name="connsiteY5" fmla="*/ 765412 h 1019079"/>
                <a:gd name="connsiteX0" fmla="*/ 1084827 w 1107731"/>
                <a:gd name="connsiteY0" fmla="*/ 1227398 h 1227398"/>
                <a:gd name="connsiteX1" fmla="*/ 1069565 w 1107731"/>
                <a:gd name="connsiteY1" fmla="*/ 443204 h 1227398"/>
                <a:gd name="connsiteX2" fmla="*/ 951697 w 1107731"/>
                <a:gd name="connsiteY2" fmla="*/ 24362 h 1227398"/>
                <a:gd name="connsiteX3" fmla="*/ 557693 w 1107731"/>
                <a:gd name="connsiteY3" fmla="*/ 71741 h 1227398"/>
                <a:gd name="connsiteX4" fmla="*/ 61674 w 1107731"/>
                <a:gd name="connsiteY4" fmla="*/ 253435 h 1227398"/>
                <a:gd name="connsiteX5" fmla="*/ 74143 w 1107731"/>
                <a:gd name="connsiteY5" fmla="*/ 765412 h 1227398"/>
                <a:gd name="connsiteX0" fmla="*/ 1084827 w 1202501"/>
                <a:gd name="connsiteY0" fmla="*/ 1227398 h 1227398"/>
                <a:gd name="connsiteX1" fmla="*/ 1069565 w 1202501"/>
                <a:gd name="connsiteY1" fmla="*/ 443204 h 1227398"/>
                <a:gd name="connsiteX2" fmla="*/ 951697 w 1202501"/>
                <a:gd name="connsiteY2" fmla="*/ 24362 h 1227398"/>
                <a:gd name="connsiteX3" fmla="*/ 557693 w 1202501"/>
                <a:gd name="connsiteY3" fmla="*/ 71741 h 1227398"/>
                <a:gd name="connsiteX4" fmla="*/ 61674 w 1202501"/>
                <a:gd name="connsiteY4" fmla="*/ 253435 h 1227398"/>
                <a:gd name="connsiteX5" fmla="*/ 74143 w 1202501"/>
                <a:gd name="connsiteY5" fmla="*/ 765412 h 1227398"/>
                <a:gd name="connsiteX0" fmla="*/ 1198983 w 1316657"/>
                <a:gd name="connsiteY0" fmla="*/ 1227398 h 1227398"/>
                <a:gd name="connsiteX1" fmla="*/ 1183721 w 1316657"/>
                <a:gd name="connsiteY1" fmla="*/ 443204 h 1227398"/>
                <a:gd name="connsiteX2" fmla="*/ 1065853 w 1316657"/>
                <a:gd name="connsiteY2" fmla="*/ 24362 h 1227398"/>
                <a:gd name="connsiteX3" fmla="*/ 671849 w 1316657"/>
                <a:gd name="connsiteY3" fmla="*/ 71741 h 1227398"/>
                <a:gd name="connsiteX4" fmla="*/ 175830 w 1316657"/>
                <a:gd name="connsiteY4" fmla="*/ 253435 h 1227398"/>
                <a:gd name="connsiteX5" fmla="*/ 40087 w 1316657"/>
                <a:gd name="connsiteY5" fmla="*/ 744956 h 1227398"/>
                <a:gd name="connsiteX0" fmla="*/ 1160008 w 1277682"/>
                <a:gd name="connsiteY0" fmla="*/ 1227398 h 1227398"/>
                <a:gd name="connsiteX1" fmla="*/ 1144746 w 1277682"/>
                <a:gd name="connsiteY1" fmla="*/ 443204 h 1227398"/>
                <a:gd name="connsiteX2" fmla="*/ 1026878 w 1277682"/>
                <a:gd name="connsiteY2" fmla="*/ 24362 h 1227398"/>
                <a:gd name="connsiteX3" fmla="*/ 632874 w 1277682"/>
                <a:gd name="connsiteY3" fmla="*/ 71741 h 1227398"/>
                <a:gd name="connsiteX4" fmla="*/ 136855 w 1277682"/>
                <a:gd name="connsiteY4" fmla="*/ 253435 h 1227398"/>
                <a:gd name="connsiteX5" fmla="*/ 1112 w 1277682"/>
                <a:gd name="connsiteY5" fmla="*/ 744956 h 1227398"/>
                <a:gd name="connsiteX0" fmla="*/ 1159961 w 1277635"/>
                <a:gd name="connsiteY0" fmla="*/ 1226139 h 1226139"/>
                <a:gd name="connsiteX1" fmla="*/ 1144699 w 1277635"/>
                <a:gd name="connsiteY1" fmla="*/ 441945 h 1226139"/>
                <a:gd name="connsiteX2" fmla="*/ 1026831 w 1277635"/>
                <a:gd name="connsiteY2" fmla="*/ 23103 h 1226139"/>
                <a:gd name="connsiteX3" fmla="*/ 632827 w 1277635"/>
                <a:gd name="connsiteY3" fmla="*/ 70482 h 1226139"/>
                <a:gd name="connsiteX4" fmla="*/ 141569 w 1277635"/>
                <a:gd name="connsiteY4" fmla="*/ 206319 h 1226139"/>
                <a:gd name="connsiteX5" fmla="*/ 1065 w 1277635"/>
                <a:gd name="connsiteY5" fmla="*/ 743697 h 1226139"/>
                <a:gd name="connsiteX0" fmla="*/ 1159961 w 1277635"/>
                <a:gd name="connsiteY0" fmla="*/ 1350197 h 1350197"/>
                <a:gd name="connsiteX1" fmla="*/ 1144699 w 1277635"/>
                <a:gd name="connsiteY1" fmla="*/ 566003 h 1350197"/>
                <a:gd name="connsiteX2" fmla="*/ 1026831 w 1277635"/>
                <a:gd name="connsiteY2" fmla="*/ 147161 h 1350197"/>
                <a:gd name="connsiteX3" fmla="*/ 857820 w 1277635"/>
                <a:gd name="connsiteY3" fmla="*/ 6745 h 1350197"/>
                <a:gd name="connsiteX4" fmla="*/ 141569 w 1277635"/>
                <a:gd name="connsiteY4" fmla="*/ 330377 h 1350197"/>
                <a:gd name="connsiteX5" fmla="*/ 1065 w 1277635"/>
                <a:gd name="connsiteY5" fmla="*/ 867755 h 1350197"/>
                <a:gd name="connsiteX0" fmla="*/ 1159961 w 1273690"/>
                <a:gd name="connsiteY0" fmla="*/ 1345845 h 1345845"/>
                <a:gd name="connsiteX1" fmla="*/ 1144699 w 1273690"/>
                <a:gd name="connsiteY1" fmla="*/ 561651 h 1345845"/>
                <a:gd name="connsiteX2" fmla="*/ 1135534 w 1273690"/>
                <a:gd name="connsiteY2" fmla="*/ 198721 h 1345845"/>
                <a:gd name="connsiteX3" fmla="*/ 857820 w 1273690"/>
                <a:gd name="connsiteY3" fmla="*/ 2393 h 1345845"/>
                <a:gd name="connsiteX4" fmla="*/ 141569 w 1273690"/>
                <a:gd name="connsiteY4" fmla="*/ 326025 h 1345845"/>
                <a:gd name="connsiteX5" fmla="*/ 1065 w 1273690"/>
                <a:gd name="connsiteY5" fmla="*/ 863403 h 1345845"/>
                <a:gd name="connsiteX0" fmla="*/ 1159961 w 1291569"/>
                <a:gd name="connsiteY0" fmla="*/ 1346005 h 1346005"/>
                <a:gd name="connsiteX1" fmla="*/ 1207719 w 1291569"/>
                <a:gd name="connsiteY1" fmla="*/ 617608 h 1346005"/>
                <a:gd name="connsiteX2" fmla="*/ 1135534 w 1291569"/>
                <a:gd name="connsiteY2" fmla="*/ 198881 h 1346005"/>
                <a:gd name="connsiteX3" fmla="*/ 857820 w 1291569"/>
                <a:gd name="connsiteY3" fmla="*/ 2553 h 1346005"/>
                <a:gd name="connsiteX4" fmla="*/ 141569 w 1291569"/>
                <a:gd name="connsiteY4" fmla="*/ 326185 h 1346005"/>
                <a:gd name="connsiteX5" fmla="*/ 1065 w 1291569"/>
                <a:gd name="connsiteY5" fmla="*/ 863563 h 1346005"/>
                <a:gd name="connsiteX0" fmla="*/ 1220822 w 1337286"/>
                <a:gd name="connsiteY0" fmla="*/ 1413468 h 1413468"/>
                <a:gd name="connsiteX1" fmla="*/ 1207719 w 1337286"/>
                <a:gd name="connsiteY1" fmla="*/ 617608 h 1413468"/>
                <a:gd name="connsiteX2" fmla="*/ 1135534 w 1337286"/>
                <a:gd name="connsiteY2" fmla="*/ 198881 h 1413468"/>
                <a:gd name="connsiteX3" fmla="*/ 857820 w 1337286"/>
                <a:gd name="connsiteY3" fmla="*/ 2553 h 1413468"/>
                <a:gd name="connsiteX4" fmla="*/ 141569 w 1337286"/>
                <a:gd name="connsiteY4" fmla="*/ 326185 h 1413468"/>
                <a:gd name="connsiteX5" fmla="*/ 1065 w 1337286"/>
                <a:gd name="connsiteY5" fmla="*/ 863563 h 1413468"/>
                <a:gd name="connsiteX0" fmla="*/ 1220822 w 1280809"/>
                <a:gd name="connsiteY0" fmla="*/ 1413468 h 1413468"/>
                <a:gd name="connsiteX1" fmla="*/ 1207719 w 1280809"/>
                <a:gd name="connsiteY1" fmla="*/ 617608 h 1413468"/>
                <a:gd name="connsiteX2" fmla="*/ 1135534 w 1280809"/>
                <a:gd name="connsiteY2" fmla="*/ 198881 h 1413468"/>
                <a:gd name="connsiteX3" fmla="*/ 857820 w 1280809"/>
                <a:gd name="connsiteY3" fmla="*/ 2553 h 1413468"/>
                <a:gd name="connsiteX4" fmla="*/ 141569 w 1280809"/>
                <a:gd name="connsiteY4" fmla="*/ 326185 h 1413468"/>
                <a:gd name="connsiteX5" fmla="*/ 1065 w 1280809"/>
                <a:gd name="connsiteY5" fmla="*/ 863563 h 1413468"/>
                <a:gd name="connsiteX0" fmla="*/ 1220822 w 1286940"/>
                <a:gd name="connsiteY0" fmla="*/ 1412131 h 1412131"/>
                <a:gd name="connsiteX1" fmla="*/ 1207719 w 1286940"/>
                <a:gd name="connsiteY1" fmla="*/ 616271 h 1412131"/>
                <a:gd name="connsiteX2" fmla="*/ 978471 w 1286940"/>
                <a:gd name="connsiteY2" fmla="*/ 443320 h 1412131"/>
                <a:gd name="connsiteX3" fmla="*/ 857820 w 1286940"/>
                <a:gd name="connsiteY3" fmla="*/ 1216 h 1412131"/>
                <a:gd name="connsiteX4" fmla="*/ 141569 w 1286940"/>
                <a:gd name="connsiteY4" fmla="*/ 324848 h 1412131"/>
                <a:gd name="connsiteX5" fmla="*/ 1065 w 1286940"/>
                <a:gd name="connsiteY5" fmla="*/ 862226 h 1412131"/>
                <a:gd name="connsiteX0" fmla="*/ 1220822 w 1251293"/>
                <a:gd name="connsiteY0" fmla="*/ 1412131 h 1412131"/>
                <a:gd name="connsiteX1" fmla="*/ 958023 w 1251293"/>
                <a:gd name="connsiteY1" fmla="*/ 828431 h 1412131"/>
                <a:gd name="connsiteX2" fmla="*/ 978471 w 1251293"/>
                <a:gd name="connsiteY2" fmla="*/ 443320 h 1412131"/>
                <a:gd name="connsiteX3" fmla="*/ 857820 w 1251293"/>
                <a:gd name="connsiteY3" fmla="*/ 1216 h 1412131"/>
                <a:gd name="connsiteX4" fmla="*/ 141569 w 1251293"/>
                <a:gd name="connsiteY4" fmla="*/ 324848 h 1412131"/>
                <a:gd name="connsiteX5" fmla="*/ 1065 w 1251293"/>
                <a:gd name="connsiteY5" fmla="*/ 862226 h 1412131"/>
                <a:gd name="connsiteX0" fmla="*/ 1019190 w 1067828"/>
                <a:gd name="connsiteY0" fmla="*/ 1309845 h 1309845"/>
                <a:gd name="connsiteX1" fmla="*/ 958023 w 1067828"/>
                <a:gd name="connsiteY1" fmla="*/ 828431 h 1309845"/>
                <a:gd name="connsiteX2" fmla="*/ 978471 w 1067828"/>
                <a:gd name="connsiteY2" fmla="*/ 443320 h 1309845"/>
                <a:gd name="connsiteX3" fmla="*/ 857820 w 1067828"/>
                <a:gd name="connsiteY3" fmla="*/ 1216 h 1309845"/>
                <a:gd name="connsiteX4" fmla="*/ 141569 w 1067828"/>
                <a:gd name="connsiteY4" fmla="*/ 324848 h 1309845"/>
                <a:gd name="connsiteX5" fmla="*/ 1065 w 1067828"/>
                <a:gd name="connsiteY5" fmla="*/ 862226 h 1309845"/>
                <a:gd name="connsiteX0" fmla="*/ 1019190 w 1051554"/>
                <a:gd name="connsiteY0" fmla="*/ 1309845 h 1309845"/>
                <a:gd name="connsiteX1" fmla="*/ 958023 w 1051554"/>
                <a:gd name="connsiteY1" fmla="*/ 828431 h 1309845"/>
                <a:gd name="connsiteX2" fmla="*/ 978471 w 1051554"/>
                <a:gd name="connsiteY2" fmla="*/ 443320 h 1309845"/>
                <a:gd name="connsiteX3" fmla="*/ 857820 w 1051554"/>
                <a:gd name="connsiteY3" fmla="*/ 1216 h 1309845"/>
                <a:gd name="connsiteX4" fmla="*/ 141569 w 1051554"/>
                <a:gd name="connsiteY4" fmla="*/ 324848 h 1309845"/>
                <a:gd name="connsiteX5" fmla="*/ 1065 w 1051554"/>
                <a:gd name="connsiteY5" fmla="*/ 862226 h 1309845"/>
                <a:gd name="connsiteX0" fmla="*/ 1019190 w 1051554"/>
                <a:gd name="connsiteY0" fmla="*/ 1208323 h 1208323"/>
                <a:gd name="connsiteX1" fmla="*/ 958023 w 1051554"/>
                <a:gd name="connsiteY1" fmla="*/ 726909 h 1208323"/>
                <a:gd name="connsiteX2" fmla="*/ 978471 w 1051554"/>
                <a:gd name="connsiteY2" fmla="*/ 341798 h 1208323"/>
                <a:gd name="connsiteX3" fmla="*/ 781483 w 1051554"/>
                <a:gd name="connsiteY3" fmla="*/ 2096 h 1208323"/>
                <a:gd name="connsiteX4" fmla="*/ 141569 w 1051554"/>
                <a:gd name="connsiteY4" fmla="*/ 223326 h 1208323"/>
                <a:gd name="connsiteX5" fmla="*/ 1065 w 1051554"/>
                <a:gd name="connsiteY5" fmla="*/ 760704 h 1208323"/>
                <a:gd name="connsiteX0" fmla="*/ 1019190 w 1051554"/>
                <a:gd name="connsiteY0" fmla="*/ 1210263 h 1210263"/>
                <a:gd name="connsiteX1" fmla="*/ 958023 w 1051554"/>
                <a:gd name="connsiteY1" fmla="*/ 728849 h 1210263"/>
                <a:gd name="connsiteX2" fmla="*/ 978471 w 1051554"/>
                <a:gd name="connsiteY2" fmla="*/ 343738 h 1210263"/>
                <a:gd name="connsiteX3" fmla="*/ 1040704 w 1051554"/>
                <a:gd name="connsiteY3" fmla="*/ 399138 h 1210263"/>
                <a:gd name="connsiteX4" fmla="*/ 781483 w 1051554"/>
                <a:gd name="connsiteY4" fmla="*/ 4036 h 1210263"/>
                <a:gd name="connsiteX5" fmla="*/ 141569 w 1051554"/>
                <a:gd name="connsiteY5" fmla="*/ 225266 h 1210263"/>
                <a:gd name="connsiteX6" fmla="*/ 1065 w 1051554"/>
                <a:gd name="connsiteY6" fmla="*/ 762644 h 1210263"/>
                <a:gd name="connsiteX0" fmla="*/ 1019190 w 1050228"/>
                <a:gd name="connsiteY0" fmla="*/ 1210263 h 1210263"/>
                <a:gd name="connsiteX1" fmla="*/ 958023 w 1050228"/>
                <a:gd name="connsiteY1" fmla="*/ 728849 h 1210263"/>
                <a:gd name="connsiteX2" fmla="*/ 1040704 w 1050228"/>
                <a:gd name="connsiteY2" fmla="*/ 399138 h 1210263"/>
                <a:gd name="connsiteX3" fmla="*/ 781483 w 1050228"/>
                <a:gd name="connsiteY3" fmla="*/ 4036 h 1210263"/>
                <a:gd name="connsiteX4" fmla="*/ 141569 w 1050228"/>
                <a:gd name="connsiteY4" fmla="*/ 225266 h 1210263"/>
                <a:gd name="connsiteX5" fmla="*/ 1065 w 1050228"/>
                <a:gd name="connsiteY5" fmla="*/ 762644 h 1210263"/>
                <a:gd name="connsiteX0" fmla="*/ 1019190 w 1050228"/>
                <a:gd name="connsiteY0" fmla="*/ 1130810 h 1130810"/>
                <a:gd name="connsiteX1" fmla="*/ 958023 w 1050228"/>
                <a:gd name="connsiteY1" fmla="*/ 649396 h 1130810"/>
                <a:gd name="connsiteX2" fmla="*/ 1040704 w 1050228"/>
                <a:gd name="connsiteY2" fmla="*/ 319685 h 1130810"/>
                <a:gd name="connsiteX3" fmla="*/ 764966 w 1050228"/>
                <a:gd name="connsiteY3" fmla="*/ 8136 h 1130810"/>
                <a:gd name="connsiteX4" fmla="*/ 141569 w 1050228"/>
                <a:gd name="connsiteY4" fmla="*/ 145813 h 1130810"/>
                <a:gd name="connsiteX5" fmla="*/ 1065 w 1050228"/>
                <a:gd name="connsiteY5" fmla="*/ 683191 h 1130810"/>
                <a:gd name="connsiteX0" fmla="*/ 1019190 w 1110534"/>
                <a:gd name="connsiteY0" fmla="*/ 1130810 h 1130810"/>
                <a:gd name="connsiteX1" fmla="*/ 1110327 w 1110534"/>
                <a:gd name="connsiteY1" fmla="*/ 782770 h 1130810"/>
                <a:gd name="connsiteX2" fmla="*/ 1040704 w 1110534"/>
                <a:gd name="connsiteY2" fmla="*/ 319685 h 1130810"/>
                <a:gd name="connsiteX3" fmla="*/ 764966 w 1110534"/>
                <a:gd name="connsiteY3" fmla="*/ 8136 h 1130810"/>
                <a:gd name="connsiteX4" fmla="*/ 141569 w 1110534"/>
                <a:gd name="connsiteY4" fmla="*/ 145813 h 1130810"/>
                <a:gd name="connsiteX5" fmla="*/ 1065 w 1110534"/>
                <a:gd name="connsiteY5" fmla="*/ 683191 h 1130810"/>
                <a:gd name="connsiteX0" fmla="*/ 1223278 w 1251757"/>
                <a:gd name="connsiteY0" fmla="*/ 1234188 h 1234188"/>
                <a:gd name="connsiteX1" fmla="*/ 1110327 w 1251757"/>
                <a:gd name="connsiteY1" fmla="*/ 782770 h 1234188"/>
                <a:gd name="connsiteX2" fmla="*/ 1040704 w 1251757"/>
                <a:gd name="connsiteY2" fmla="*/ 319685 h 1234188"/>
                <a:gd name="connsiteX3" fmla="*/ 764966 w 1251757"/>
                <a:gd name="connsiteY3" fmla="*/ 8136 h 1234188"/>
                <a:gd name="connsiteX4" fmla="*/ 141569 w 1251757"/>
                <a:gd name="connsiteY4" fmla="*/ 145813 h 1234188"/>
                <a:gd name="connsiteX5" fmla="*/ 1065 w 1251757"/>
                <a:gd name="connsiteY5" fmla="*/ 683191 h 1234188"/>
                <a:gd name="connsiteX0" fmla="*/ 1223278 w 1251757"/>
                <a:gd name="connsiteY0" fmla="*/ 1216379 h 1216379"/>
                <a:gd name="connsiteX1" fmla="*/ 1110327 w 1251757"/>
                <a:gd name="connsiteY1" fmla="*/ 764961 h 1216379"/>
                <a:gd name="connsiteX2" fmla="*/ 1040704 w 1251757"/>
                <a:gd name="connsiteY2" fmla="*/ 301876 h 1216379"/>
                <a:gd name="connsiteX3" fmla="*/ 668243 w 1251757"/>
                <a:gd name="connsiteY3" fmla="*/ 10440 h 1216379"/>
                <a:gd name="connsiteX4" fmla="*/ 141569 w 1251757"/>
                <a:gd name="connsiteY4" fmla="*/ 128004 h 1216379"/>
                <a:gd name="connsiteX5" fmla="*/ 1065 w 1251757"/>
                <a:gd name="connsiteY5" fmla="*/ 665382 h 1216379"/>
                <a:gd name="connsiteX0" fmla="*/ 1223278 w 1254562"/>
                <a:gd name="connsiteY0" fmla="*/ 1228071 h 1228071"/>
                <a:gd name="connsiteX1" fmla="*/ 1110327 w 1254562"/>
                <a:gd name="connsiteY1" fmla="*/ 776653 h 1228071"/>
                <a:gd name="connsiteX2" fmla="*/ 891008 w 1254562"/>
                <a:gd name="connsiteY2" fmla="*/ 479296 h 1228071"/>
                <a:gd name="connsiteX3" fmla="*/ 668243 w 1254562"/>
                <a:gd name="connsiteY3" fmla="*/ 22132 h 1228071"/>
                <a:gd name="connsiteX4" fmla="*/ 141569 w 1254562"/>
                <a:gd name="connsiteY4" fmla="*/ 139696 h 1228071"/>
                <a:gd name="connsiteX5" fmla="*/ 1065 w 1254562"/>
                <a:gd name="connsiteY5" fmla="*/ 677074 h 1228071"/>
                <a:gd name="connsiteX0" fmla="*/ 704299 w 1113321"/>
                <a:gd name="connsiteY0" fmla="*/ 1840573 h 1840573"/>
                <a:gd name="connsiteX1" fmla="*/ 1110327 w 1113321"/>
                <a:gd name="connsiteY1" fmla="*/ 776653 h 1840573"/>
                <a:gd name="connsiteX2" fmla="*/ 891008 w 1113321"/>
                <a:gd name="connsiteY2" fmla="*/ 479296 h 1840573"/>
                <a:gd name="connsiteX3" fmla="*/ 668243 w 1113321"/>
                <a:gd name="connsiteY3" fmla="*/ 22132 h 1840573"/>
                <a:gd name="connsiteX4" fmla="*/ 141569 w 1113321"/>
                <a:gd name="connsiteY4" fmla="*/ 139696 h 1840573"/>
                <a:gd name="connsiteX5" fmla="*/ 1065 w 1113321"/>
                <a:gd name="connsiteY5" fmla="*/ 677074 h 1840573"/>
                <a:gd name="connsiteX0" fmla="*/ 704299 w 1130674"/>
                <a:gd name="connsiteY0" fmla="*/ 1840573 h 1840573"/>
                <a:gd name="connsiteX1" fmla="*/ 1110327 w 1130674"/>
                <a:gd name="connsiteY1" fmla="*/ 776653 h 1840573"/>
                <a:gd name="connsiteX2" fmla="*/ 891008 w 1130674"/>
                <a:gd name="connsiteY2" fmla="*/ 479296 h 1840573"/>
                <a:gd name="connsiteX3" fmla="*/ 668243 w 1130674"/>
                <a:gd name="connsiteY3" fmla="*/ 22132 h 1840573"/>
                <a:gd name="connsiteX4" fmla="*/ 141569 w 1130674"/>
                <a:gd name="connsiteY4" fmla="*/ 139696 h 1840573"/>
                <a:gd name="connsiteX5" fmla="*/ 1065 w 1130674"/>
                <a:gd name="connsiteY5" fmla="*/ 677074 h 1840573"/>
                <a:gd name="connsiteX0" fmla="*/ 704299 w 1222818"/>
                <a:gd name="connsiteY0" fmla="*/ 1840573 h 1840573"/>
                <a:gd name="connsiteX1" fmla="*/ 1201004 w 1222818"/>
                <a:gd name="connsiteY1" fmla="*/ 1247170 h 1840573"/>
                <a:gd name="connsiteX2" fmla="*/ 1110327 w 1222818"/>
                <a:gd name="connsiteY2" fmla="*/ 776653 h 1840573"/>
                <a:gd name="connsiteX3" fmla="*/ 891008 w 1222818"/>
                <a:gd name="connsiteY3" fmla="*/ 479296 h 1840573"/>
                <a:gd name="connsiteX4" fmla="*/ 668243 w 1222818"/>
                <a:gd name="connsiteY4" fmla="*/ 22132 h 1840573"/>
                <a:gd name="connsiteX5" fmla="*/ 141569 w 1222818"/>
                <a:gd name="connsiteY5" fmla="*/ 139696 h 1840573"/>
                <a:gd name="connsiteX6" fmla="*/ 1065 w 1222818"/>
                <a:gd name="connsiteY6" fmla="*/ 677074 h 1840573"/>
                <a:gd name="connsiteX0" fmla="*/ 265670 w 1222818"/>
                <a:gd name="connsiteY0" fmla="*/ 1792738 h 1792738"/>
                <a:gd name="connsiteX1" fmla="*/ 1201004 w 1222818"/>
                <a:gd name="connsiteY1" fmla="*/ 1247170 h 1792738"/>
                <a:gd name="connsiteX2" fmla="*/ 1110327 w 1222818"/>
                <a:gd name="connsiteY2" fmla="*/ 776653 h 1792738"/>
                <a:gd name="connsiteX3" fmla="*/ 891008 w 1222818"/>
                <a:gd name="connsiteY3" fmla="*/ 479296 h 1792738"/>
                <a:gd name="connsiteX4" fmla="*/ 668243 w 1222818"/>
                <a:gd name="connsiteY4" fmla="*/ 22132 h 1792738"/>
                <a:gd name="connsiteX5" fmla="*/ 141569 w 1222818"/>
                <a:gd name="connsiteY5" fmla="*/ 139696 h 1792738"/>
                <a:gd name="connsiteX6" fmla="*/ 1065 w 1222818"/>
                <a:gd name="connsiteY6" fmla="*/ 677074 h 1792738"/>
                <a:gd name="connsiteX0" fmla="*/ 265670 w 1222818"/>
                <a:gd name="connsiteY0" fmla="*/ 1792738 h 1826806"/>
                <a:gd name="connsiteX1" fmla="*/ 1201004 w 1222818"/>
                <a:gd name="connsiteY1" fmla="*/ 1247170 h 1826806"/>
                <a:gd name="connsiteX2" fmla="*/ 1110327 w 1222818"/>
                <a:gd name="connsiteY2" fmla="*/ 776653 h 1826806"/>
                <a:gd name="connsiteX3" fmla="*/ 891008 w 1222818"/>
                <a:gd name="connsiteY3" fmla="*/ 479296 h 1826806"/>
                <a:gd name="connsiteX4" fmla="*/ 668243 w 1222818"/>
                <a:gd name="connsiteY4" fmla="*/ 22132 h 1826806"/>
                <a:gd name="connsiteX5" fmla="*/ 141569 w 1222818"/>
                <a:gd name="connsiteY5" fmla="*/ 139696 h 1826806"/>
                <a:gd name="connsiteX6" fmla="*/ 1065 w 1222818"/>
                <a:gd name="connsiteY6" fmla="*/ 677074 h 1826806"/>
                <a:gd name="connsiteX0" fmla="*/ 265670 w 1215547"/>
                <a:gd name="connsiteY0" fmla="*/ 1792738 h 1825194"/>
                <a:gd name="connsiteX1" fmla="*/ 763256 w 1215547"/>
                <a:gd name="connsiteY1" fmla="*/ 1787250 h 1825194"/>
                <a:gd name="connsiteX2" fmla="*/ 1201004 w 1215547"/>
                <a:gd name="connsiteY2" fmla="*/ 1247170 h 1825194"/>
                <a:gd name="connsiteX3" fmla="*/ 1110327 w 1215547"/>
                <a:gd name="connsiteY3" fmla="*/ 776653 h 1825194"/>
                <a:gd name="connsiteX4" fmla="*/ 891008 w 1215547"/>
                <a:gd name="connsiteY4" fmla="*/ 479296 h 1825194"/>
                <a:gd name="connsiteX5" fmla="*/ 668243 w 1215547"/>
                <a:gd name="connsiteY5" fmla="*/ 22132 h 1825194"/>
                <a:gd name="connsiteX6" fmla="*/ 141569 w 1215547"/>
                <a:gd name="connsiteY6" fmla="*/ 139696 h 1825194"/>
                <a:gd name="connsiteX7" fmla="*/ 1065 w 1215547"/>
                <a:gd name="connsiteY7" fmla="*/ 677074 h 1825194"/>
                <a:gd name="connsiteX0" fmla="*/ 765258 w 1715135"/>
                <a:gd name="connsiteY0" fmla="*/ 1792738 h 1825194"/>
                <a:gd name="connsiteX1" fmla="*/ 1262844 w 1715135"/>
                <a:gd name="connsiteY1" fmla="*/ 1787250 h 1825194"/>
                <a:gd name="connsiteX2" fmla="*/ 1700592 w 1715135"/>
                <a:gd name="connsiteY2" fmla="*/ 1247170 h 1825194"/>
                <a:gd name="connsiteX3" fmla="*/ 1609915 w 1715135"/>
                <a:gd name="connsiteY3" fmla="*/ 776653 h 1825194"/>
                <a:gd name="connsiteX4" fmla="*/ 1390596 w 1715135"/>
                <a:gd name="connsiteY4" fmla="*/ 479296 h 1825194"/>
                <a:gd name="connsiteX5" fmla="*/ 1167831 w 1715135"/>
                <a:gd name="connsiteY5" fmla="*/ 22132 h 1825194"/>
                <a:gd name="connsiteX6" fmla="*/ 641157 w 1715135"/>
                <a:gd name="connsiteY6" fmla="*/ 139696 h 1825194"/>
                <a:gd name="connsiteX7" fmla="*/ 196 w 1715135"/>
                <a:gd name="connsiteY7" fmla="*/ 1338444 h 1825194"/>
                <a:gd name="connsiteX0" fmla="*/ 767352 w 1717229"/>
                <a:gd name="connsiteY0" fmla="*/ 1796888 h 1829344"/>
                <a:gd name="connsiteX1" fmla="*/ 1264938 w 1717229"/>
                <a:gd name="connsiteY1" fmla="*/ 1791400 h 1829344"/>
                <a:gd name="connsiteX2" fmla="*/ 1702686 w 1717229"/>
                <a:gd name="connsiteY2" fmla="*/ 1251320 h 1829344"/>
                <a:gd name="connsiteX3" fmla="*/ 1612009 w 1717229"/>
                <a:gd name="connsiteY3" fmla="*/ 780803 h 1829344"/>
                <a:gd name="connsiteX4" fmla="*/ 1392690 w 1717229"/>
                <a:gd name="connsiteY4" fmla="*/ 483446 h 1829344"/>
                <a:gd name="connsiteX5" fmla="*/ 1169925 w 1717229"/>
                <a:gd name="connsiteY5" fmla="*/ 26282 h 1829344"/>
                <a:gd name="connsiteX6" fmla="*/ 643251 w 1717229"/>
                <a:gd name="connsiteY6" fmla="*/ 143846 h 1829344"/>
                <a:gd name="connsiteX7" fmla="*/ 61038 w 1717229"/>
                <a:gd name="connsiteY7" fmla="*/ 836311 h 1829344"/>
                <a:gd name="connsiteX8" fmla="*/ 2290 w 1717229"/>
                <a:gd name="connsiteY8" fmla="*/ 1342594 h 1829344"/>
                <a:gd name="connsiteX0" fmla="*/ 767352 w 1717229"/>
                <a:gd name="connsiteY0" fmla="*/ 1796888 h 1829344"/>
                <a:gd name="connsiteX1" fmla="*/ 1264938 w 1717229"/>
                <a:gd name="connsiteY1" fmla="*/ 1791400 h 1829344"/>
                <a:gd name="connsiteX2" fmla="*/ 1702686 w 1717229"/>
                <a:gd name="connsiteY2" fmla="*/ 1251320 h 1829344"/>
                <a:gd name="connsiteX3" fmla="*/ 1612009 w 1717229"/>
                <a:gd name="connsiteY3" fmla="*/ 780803 h 1829344"/>
                <a:gd name="connsiteX4" fmla="*/ 1392690 w 1717229"/>
                <a:gd name="connsiteY4" fmla="*/ 483446 h 1829344"/>
                <a:gd name="connsiteX5" fmla="*/ 1169925 w 1717229"/>
                <a:gd name="connsiteY5" fmla="*/ 26282 h 1829344"/>
                <a:gd name="connsiteX6" fmla="*/ 643251 w 1717229"/>
                <a:gd name="connsiteY6" fmla="*/ 143846 h 1829344"/>
                <a:gd name="connsiteX7" fmla="*/ 61038 w 1717229"/>
                <a:gd name="connsiteY7" fmla="*/ 836311 h 1829344"/>
                <a:gd name="connsiteX8" fmla="*/ 2290 w 1717229"/>
                <a:gd name="connsiteY8" fmla="*/ 1342594 h 1829344"/>
                <a:gd name="connsiteX0" fmla="*/ 850990 w 1800867"/>
                <a:gd name="connsiteY0" fmla="*/ 1796888 h 1829344"/>
                <a:gd name="connsiteX1" fmla="*/ 1348576 w 1800867"/>
                <a:gd name="connsiteY1" fmla="*/ 1791400 h 1829344"/>
                <a:gd name="connsiteX2" fmla="*/ 1786324 w 1800867"/>
                <a:gd name="connsiteY2" fmla="*/ 1251320 h 1829344"/>
                <a:gd name="connsiteX3" fmla="*/ 1695647 w 1800867"/>
                <a:gd name="connsiteY3" fmla="*/ 780803 h 1829344"/>
                <a:gd name="connsiteX4" fmla="*/ 1476328 w 1800867"/>
                <a:gd name="connsiteY4" fmla="*/ 483446 h 1829344"/>
                <a:gd name="connsiteX5" fmla="*/ 1253563 w 1800867"/>
                <a:gd name="connsiteY5" fmla="*/ 26282 h 1829344"/>
                <a:gd name="connsiteX6" fmla="*/ 726889 w 1800867"/>
                <a:gd name="connsiteY6" fmla="*/ 143846 h 1829344"/>
                <a:gd name="connsiteX7" fmla="*/ 144676 w 1800867"/>
                <a:gd name="connsiteY7" fmla="*/ 836311 h 1829344"/>
                <a:gd name="connsiteX8" fmla="*/ 85928 w 1800867"/>
                <a:gd name="connsiteY8" fmla="*/ 1342594 h 1829344"/>
                <a:gd name="connsiteX0" fmla="*/ 812444 w 1762321"/>
                <a:gd name="connsiteY0" fmla="*/ 1796888 h 1829344"/>
                <a:gd name="connsiteX1" fmla="*/ 1310030 w 1762321"/>
                <a:gd name="connsiteY1" fmla="*/ 1791400 h 1829344"/>
                <a:gd name="connsiteX2" fmla="*/ 1747778 w 1762321"/>
                <a:gd name="connsiteY2" fmla="*/ 1251320 h 1829344"/>
                <a:gd name="connsiteX3" fmla="*/ 1657101 w 1762321"/>
                <a:gd name="connsiteY3" fmla="*/ 780803 h 1829344"/>
                <a:gd name="connsiteX4" fmla="*/ 1437782 w 1762321"/>
                <a:gd name="connsiteY4" fmla="*/ 483446 h 1829344"/>
                <a:gd name="connsiteX5" fmla="*/ 1215017 w 1762321"/>
                <a:gd name="connsiteY5" fmla="*/ 26282 h 1829344"/>
                <a:gd name="connsiteX6" fmla="*/ 688343 w 1762321"/>
                <a:gd name="connsiteY6" fmla="*/ 143846 h 1829344"/>
                <a:gd name="connsiteX7" fmla="*/ 165482 w 1762321"/>
                <a:gd name="connsiteY7" fmla="*/ 873130 h 1829344"/>
                <a:gd name="connsiteX8" fmla="*/ 47382 w 1762321"/>
                <a:gd name="connsiteY8" fmla="*/ 1342594 h 1829344"/>
                <a:gd name="connsiteX0" fmla="*/ 764445 w 1714322"/>
                <a:gd name="connsiteY0" fmla="*/ 1796888 h 1829344"/>
                <a:gd name="connsiteX1" fmla="*/ 1262031 w 1714322"/>
                <a:gd name="connsiteY1" fmla="*/ 1791400 h 1829344"/>
                <a:gd name="connsiteX2" fmla="*/ 1699779 w 1714322"/>
                <a:gd name="connsiteY2" fmla="*/ 1251320 h 1829344"/>
                <a:gd name="connsiteX3" fmla="*/ 1609102 w 1714322"/>
                <a:gd name="connsiteY3" fmla="*/ 780803 h 1829344"/>
                <a:gd name="connsiteX4" fmla="*/ 1389783 w 1714322"/>
                <a:gd name="connsiteY4" fmla="*/ 483446 h 1829344"/>
                <a:gd name="connsiteX5" fmla="*/ 1167018 w 1714322"/>
                <a:gd name="connsiteY5" fmla="*/ 26282 h 1829344"/>
                <a:gd name="connsiteX6" fmla="*/ 640344 w 1714322"/>
                <a:gd name="connsiteY6" fmla="*/ 143846 h 1829344"/>
                <a:gd name="connsiteX7" fmla="*/ 117483 w 1714322"/>
                <a:gd name="connsiteY7" fmla="*/ 873130 h 1829344"/>
                <a:gd name="connsiteX8" fmla="*/ 167753 w 1714322"/>
                <a:gd name="connsiteY8" fmla="*/ 1465351 h 1829344"/>
                <a:gd name="connsiteX0" fmla="*/ 764445 w 1714322"/>
                <a:gd name="connsiteY0" fmla="*/ 1782468 h 1814924"/>
                <a:gd name="connsiteX1" fmla="*/ 1262031 w 1714322"/>
                <a:gd name="connsiteY1" fmla="*/ 1776980 h 1814924"/>
                <a:gd name="connsiteX2" fmla="*/ 1699779 w 1714322"/>
                <a:gd name="connsiteY2" fmla="*/ 1236900 h 1814924"/>
                <a:gd name="connsiteX3" fmla="*/ 1609102 w 1714322"/>
                <a:gd name="connsiteY3" fmla="*/ 766383 h 1814924"/>
                <a:gd name="connsiteX4" fmla="*/ 1389783 w 1714322"/>
                <a:gd name="connsiteY4" fmla="*/ 469026 h 1814924"/>
                <a:gd name="connsiteX5" fmla="*/ 1167018 w 1714322"/>
                <a:gd name="connsiteY5" fmla="*/ 11862 h 1814924"/>
                <a:gd name="connsiteX6" fmla="*/ 768024 w 1714322"/>
                <a:gd name="connsiteY6" fmla="*/ 197190 h 1814924"/>
                <a:gd name="connsiteX7" fmla="*/ 117483 w 1714322"/>
                <a:gd name="connsiteY7" fmla="*/ 858710 h 1814924"/>
                <a:gd name="connsiteX8" fmla="*/ 167753 w 1714322"/>
                <a:gd name="connsiteY8" fmla="*/ 1450931 h 1814924"/>
                <a:gd name="connsiteX0" fmla="*/ 686966 w 1636843"/>
                <a:gd name="connsiteY0" fmla="*/ 1782468 h 1814924"/>
                <a:gd name="connsiteX1" fmla="*/ 1184552 w 1636843"/>
                <a:gd name="connsiteY1" fmla="*/ 1776980 h 1814924"/>
                <a:gd name="connsiteX2" fmla="*/ 1622300 w 1636843"/>
                <a:gd name="connsiteY2" fmla="*/ 1236900 h 1814924"/>
                <a:gd name="connsiteX3" fmla="*/ 1531623 w 1636843"/>
                <a:gd name="connsiteY3" fmla="*/ 766383 h 1814924"/>
                <a:gd name="connsiteX4" fmla="*/ 1312304 w 1636843"/>
                <a:gd name="connsiteY4" fmla="*/ 469026 h 1814924"/>
                <a:gd name="connsiteX5" fmla="*/ 1089539 w 1636843"/>
                <a:gd name="connsiteY5" fmla="*/ 11862 h 1814924"/>
                <a:gd name="connsiteX6" fmla="*/ 690545 w 1636843"/>
                <a:gd name="connsiteY6" fmla="*/ 197190 h 1814924"/>
                <a:gd name="connsiteX7" fmla="*/ 40004 w 1636843"/>
                <a:gd name="connsiteY7" fmla="*/ 858710 h 1814924"/>
                <a:gd name="connsiteX8" fmla="*/ 129473 w 1636843"/>
                <a:gd name="connsiteY8" fmla="*/ 1168230 h 1814924"/>
                <a:gd name="connsiteX9" fmla="*/ 90274 w 1636843"/>
                <a:gd name="connsiteY9" fmla="*/ 1450931 h 1814924"/>
                <a:gd name="connsiteX0" fmla="*/ 601837 w 1551714"/>
                <a:gd name="connsiteY0" fmla="*/ 1782468 h 1814924"/>
                <a:gd name="connsiteX1" fmla="*/ 1099423 w 1551714"/>
                <a:gd name="connsiteY1" fmla="*/ 1776980 h 1814924"/>
                <a:gd name="connsiteX2" fmla="*/ 1537171 w 1551714"/>
                <a:gd name="connsiteY2" fmla="*/ 1236900 h 1814924"/>
                <a:gd name="connsiteX3" fmla="*/ 1446494 w 1551714"/>
                <a:gd name="connsiteY3" fmla="*/ 766383 h 1814924"/>
                <a:gd name="connsiteX4" fmla="*/ 1227175 w 1551714"/>
                <a:gd name="connsiteY4" fmla="*/ 469026 h 1814924"/>
                <a:gd name="connsiteX5" fmla="*/ 1004410 w 1551714"/>
                <a:gd name="connsiteY5" fmla="*/ 11862 h 1814924"/>
                <a:gd name="connsiteX6" fmla="*/ 605416 w 1551714"/>
                <a:gd name="connsiteY6" fmla="*/ 197190 h 1814924"/>
                <a:gd name="connsiteX7" fmla="*/ 120965 w 1551714"/>
                <a:gd name="connsiteY7" fmla="*/ 897668 h 1814924"/>
                <a:gd name="connsiteX8" fmla="*/ 44344 w 1551714"/>
                <a:gd name="connsiteY8" fmla="*/ 1168230 h 1814924"/>
                <a:gd name="connsiteX9" fmla="*/ 5145 w 1551714"/>
                <a:gd name="connsiteY9" fmla="*/ 1450931 h 1814924"/>
                <a:gd name="connsiteX0" fmla="*/ 601837 w 1551714"/>
                <a:gd name="connsiteY0" fmla="*/ 1782468 h 1814924"/>
                <a:gd name="connsiteX1" fmla="*/ 1099423 w 1551714"/>
                <a:gd name="connsiteY1" fmla="*/ 1776980 h 1814924"/>
                <a:gd name="connsiteX2" fmla="*/ 1537171 w 1551714"/>
                <a:gd name="connsiteY2" fmla="*/ 1236900 h 1814924"/>
                <a:gd name="connsiteX3" fmla="*/ 1446494 w 1551714"/>
                <a:gd name="connsiteY3" fmla="*/ 766383 h 1814924"/>
                <a:gd name="connsiteX4" fmla="*/ 1227175 w 1551714"/>
                <a:gd name="connsiteY4" fmla="*/ 469026 h 1814924"/>
                <a:gd name="connsiteX5" fmla="*/ 1004410 w 1551714"/>
                <a:gd name="connsiteY5" fmla="*/ 11862 h 1814924"/>
                <a:gd name="connsiteX6" fmla="*/ 605416 w 1551714"/>
                <a:gd name="connsiteY6" fmla="*/ 197190 h 1814924"/>
                <a:gd name="connsiteX7" fmla="*/ 120965 w 1551714"/>
                <a:gd name="connsiteY7" fmla="*/ 897668 h 1814924"/>
                <a:gd name="connsiteX8" fmla="*/ 44344 w 1551714"/>
                <a:gd name="connsiteY8" fmla="*/ 1168230 h 1814924"/>
                <a:gd name="connsiteX9" fmla="*/ 5145 w 1551714"/>
                <a:gd name="connsiteY9" fmla="*/ 1450931 h 1814924"/>
                <a:gd name="connsiteX0" fmla="*/ 601837 w 1551714"/>
                <a:gd name="connsiteY0" fmla="*/ 1782468 h 1814924"/>
                <a:gd name="connsiteX1" fmla="*/ 1099423 w 1551714"/>
                <a:gd name="connsiteY1" fmla="*/ 1776980 h 1814924"/>
                <a:gd name="connsiteX2" fmla="*/ 1537171 w 1551714"/>
                <a:gd name="connsiteY2" fmla="*/ 1236900 h 1814924"/>
                <a:gd name="connsiteX3" fmla="*/ 1446494 w 1551714"/>
                <a:gd name="connsiteY3" fmla="*/ 766383 h 1814924"/>
                <a:gd name="connsiteX4" fmla="*/ 1227175 w 1551714"/>
                <a:gd name="connsiteY4" fmla="*/ 469026 h 1814924"/>
                <a:gd name="connsiteX5" fmla="*/ 1004410 w 1551714"/>
                <a:gd name="connsiteY5" fmla="*/ 11862 h 1814924"/>
                <a:gd name="connsiteX6" fmla="*/ 605416 w 1551714"/>
                <a:gd name="connsiteY6" fmla="*/ 197190 h 1814924"/>
                <a:gd name="connsiteX7" fmla="*/ 120965 w 1551714"/>
                <a:gd name="connsiteY7" fmla="*/ 897668 h 1814924"/>
                <a:gd name="connsiteX8" fmla="*/ 44344 w 1551714"/>
                <a:gd name="connsiteY8" fmla="*/ 1168230 h 1814924"/>
                <a:gd name="connsiteX9" fmla="*/ 5145 w 1551714"/>
                <a:gd name="connsiteY9" fmla="*/ 1450931 h 1814924"/>
                <a:gd name="connsiteX0" fmla="*/ 601837 w 1551714"/>
                <a:gd name="connsiteY0" fmla="*/ 1782468 h 1814924"/>
                <a:gd name="connsiteX1" fmla="*/ 1099423 w 1551714"/>
                <a:gd name="connsiteY1" fmla="*/ 1776980 h 1814924"/>
                <a:gd name="connsiteX2" fmla="*/ 1537171 w 1551714"/>
                <a:gd name="connsiteY2" fmla="*/ 1236900 h 1814924"/>
                <a:gd name="connsiteX3" fmla="*/ 1446494 w 1551714"/>
                <a:gd name="connsiteY3" fmla="*/ 766383 h 1814924"/>
                <a:gd name="connsiteX4" fmla="*/ 1227175 w 1551714"/>
                <a:gd name="connsiteY4" fmla="*/ 469026 h 1814924"/>
                <a:gd name="connsiteX5" fmla="*/ 1004410 w 1551714"/>
                <a:gd name="connsiteY5" fmla="*/ 11862 h 1814924"/>
                <a:gd name="connsiteX6" fmla="*/ 605416 w 1551714"/>
                <a:gd name="connsiteY6" fmla="*/ 197190 h 1814924"/>
                <a:gd name="connsiteX7" fmla="*/ 120965 w 1551714"/>
                <a:gd name="connsiteY7" fmla="*/ 897668 h 1814924"/>
                <a:gd name="connsiteX8" fmla="*/ 44344 w 1551714"/>
                <a:gd name="connsiteY8" fmla="*/ 1168230 h 1814924"/>
                <a:gd name="connsiteX9" fmla="*/ 5145 w 1551714"/>
                <a:gd name="connsiteY9" fmla="*/ 1450931 h 1814924"/>
                <a:gd name="connsiteX0" fmla="*/ 662138 w 1612015"/>
                <a:gd name="connsiteY0" fmla="*/ 1782468 h 1814924"/>
                <a:gd name="connsiteX1" fmla="*/ 1159724 w 1612015"/>
                <a:gd name="connsiteY1" fmla="*/ 1776980 h 1814924"/>
                <a:gd name="connsiteX2" fmla="*/ 1597472 w 1612015"/>
                <a:gd name="connsiteY2" fmla="*/ 1236900 h 1814924"/>
                <a:gd name="connsiteX3" fmla="*/ 1506795 w 1612015"/>
                <a:gd name="connsiteY3" fmla="*/ 766383 h 1814924"/>
                <a:gd name="connsiteX4" fmla="*/ 1287476 w 1612015"/>
                <a:gd name="connsiteY4" fmla="*/ 469026 h 1814924"/>
                <a:gd name="connsiteX5" fmla="*/ 1064711 w 1612015"/>
                <a:gd name="connsiteY5" fmla="*/ 11862 h 1814924"/>
                <a:gd name="connsiteX6" fmla="*/ 665717 w 1612015"/>
                <a:gd name="connsiteY6" fmla="*/ 197190 h 1814924"/>
                <a:gd name="connsiteX7" fmla="*/ 181266 w 1612015"/>
                <a:gd name="connsiteY7" fmla="*/ 897668 h 1814924"/>
                <a:gd name="connsiteX8" fmla="*/ 727 w 1612015"/>
                <a:gd name="connsiteY8" fmla="*/ 1128937 h 1814924"/>
                <a:gd name="connsiteX9" fmla="*/ 65446 w 1612015"/>
                <a:gd name="connsiteY9" fmla="*/ 1450931 h 1814924"/>
                <a:gd name="connsiteX0" fmla="*/ 662138 w 1612015"/>
                <a:gd name="connsiteY0" fmla="*/ 1782468 h 1814924"/>
                <a:gd name="connsiteX1" fmla="*/ 1159724 w 1612015"/>
                <a:gd name="connsiteY1" fmla="*/ 1776980 h 1814924"/>
                <a:gd name="connsiteX2" fmla="*/ 1597472 w 1612015"/>
                <a:gd name="connsiteY2" fmla="*/ 1236900 h 1814924"/>
                <a:gd name="connsiteX3" fmla="*/ 1506795 w 1612015"/>
                <a:gd name="connsiteY3" fmla="*/ 766383 h 1814924"/>
                <a:gd name="connsiteX4" fmla="*/ 1287476 w 1612015"/>
                <a:gd name="connsiteY4" fmla="*/ 469026 h 1814924"/>
                <a:gd name="connsiteX5" fmla="*/ 1064711 w 1612015"/>
                <a:gd name="connsiteY5" fmla="*/ 11862 h 1814924"/>
                <a:gd name="connsiteX6" fmla="*/ 665717 w 1612015"/>
                <a:gd name="connsiteY6" fmla="*/ 197190 h 1814924"/>
                <a:gd name="connsiteX7" fmla="*/ 181266 w 1612015"/>
                <a:gd name="connsiteY7" fmla="*/ 897668 h 1814924"/>
                <a:gd name="connsiteX8" fmla="*/ 727 w 1612015"/>
                <a:gd name="connsiteY8" fmla="*/ 1128937 h 1814924"/>
                <a:gd name="connsiteX9" fmla="*/ 115426 w 1612015"/>
                <a:gd name="connsiteY9" fmla="*/ 1468205 h 1814924"/>
                <a:gd name="connsiteX0" fmla="*/ 662138 w 1612015"/>
                <a:gd name="connsiteY0" fmla="*/ 1782468 h 1814924"/>
                <a:gd name="connsiteX1" fmla="*/ 1159724 w 1612015"/>
                <a:gd name="connsiteY1" fmla="*/ 1776980 h 1814924"/>
                <a:gd name="connsiteX2" fmla="*/ 1597472 w 1612015"/>
                <a:gd name="connsiteY2" fmla="*/ 1236900 h 1814924"/>
                <a:gd name="connsiteX3" fmla="*/ 1506795 w 1612015"/>
                <a:gd name="connsiteY3" fmla="*/ 766383 h 1814924"/>
                <a:gd name="connsiteX4" fmla="*/ 1287476 w 1612015"/>
                <a:gd name="connsiteY4" fmla="*/ 469026 h 1814924"/>
                <a:gd name="connsiteX5" fmla="*/ 1064711 w 1612015"/>
                <a:gd name="connsiteY5" fmla="*/ 11862 h 1814924"/>
                <a:gd name="connsiteX6" fmla="*/ 665717 w 1612015"/>
                <a:gd name="connsiteY6" fmla="*/ 197190 h 1814924"/>
                <a:gd name="connsiteX7" fmla="*/ 181266 w 1612015"/>
                <a:gd name="connsiteY7" fmla="*/ 897668 h 1814924"/>
                <a:gd name="connsiteX8" fmla="*/ 727 w 1612015"/>
                <a:gd name="connsiteY8" fmla="*/ 1128937 h 1814924"/>
                <a:gd name="connsiteX9" fmla="*/ 115426 w 1612015"/>
                <a:gd name="connsiteY9" fmla="*/ 1468205 h 1814924"/>
                <a:gd name="connsiteX0" fmla="*/ 662138 w 1645774"/>
                <a:gd name="connsiteY0" fmla="*/ 1782468 h 1814924"/>
                <a:gd name="connsiteX1" fmla="*/ 1159724 w 1645774"/>
                <a:gd name="connsiteY1" fmla="*/ 1776980 h 1814924"/>
                <a:gd name="connsiteX2" fmla="*/ 1597472 w 1645774"/>
                <a:gd name="connsiteY2" fmla="*/ 1236900 h 1814924"/>
                <a:gd name="connsiteX3" fmla="*/ 1624508 w 1645774"/>
                <a:gd name="connsiteY3" fmla="*/ 967991 h 1814924"/>
                <a:gd name="connsiteX4" fmla="*/ 1506795 w 1645774"/>
                <a:gd name="connsiteY4" fmla="*/ 766383 h 1814924"/>
                <a:gd name="connsiteX5" fmla="*/ 1287476 w 1645774"/>
                <a:gd name="connsiteY5" fmla="*/ 469026 h 1814924"/>
                <a:gd name="connsiteX6" fmla="*/ 1064711 w 1645774"/>
                <a:gd name="connsiteY6" fmla="*/ 11862 h 1814924"/>
                <a:gd name="connsiteX7" fmla="*/ 665717 w 1645774"/>
                <a:gd name="connsiteY7" fmla="*/ 197190 h 1814924"/>
                <a:gd name="connsiteX8" fmla="*/ 181266 w 1645774"/>
                <a:gd name="connsiteY8" fmla="*/ 897668 h 1814924"/>
                <a:gd name="connsiteX9" fmla="*/ 727 w 1645774"/>
                <a:gd name="connsiteY9" fmla="*/ 1128937 h 1814924"/>
                <a:gd name="connsiteX10" fmla="*/ 115426 w 1645774"/>
                <a:gd name="connsiteY10" fmla="*/ 1468205 h 1814924"/>
                <a:gd name="connsiteX0" fmla="*/ 662138 w 1630507"/>
                <a:gd name="connsiteY0" fmla="*/ 1782468 h 1795012"/>
                <a:gd name="connsiteX1" fmla="*/ 1159724 w 1630507"/>
                <a:gd name="connsiteY1" fmla="*/ 1776980 h 1795012"/>
                <a:gd name="connsiteX2" fmla="*/ 1462013 w 1630507"/>
                <a:gd name="connsiteY2" fmla="*/ 1507062 h 1795012"/>
                <a:gd name="connsiteX3" fmla="*/ 1597472 w 1630507"/>
                <a:gd name="connsiteY3" fmla="*/ 1236900 h 1795012"/>
                <a:gd name="connsiteX4" fmla="*/ 1624508 w 1630507"/>
                <a:gd name="connsiteY4" fmla="*/ 967991 h 1795012"/>
                <a:gd name="connsiteX5" fmla="*/ 1506795 w 1630507"/>
                <a:gd name="connsiteY5" fmla="*/ 766383 h 1795012"/>
                <a:gd name="connsiteX6" fmla="*/ 1287476 w 1630507"/>
                <a:gd name="connsiteY6" fmla="*/ 469026 h 1795012"/>
                <a:gd name="connsiteX7" fmla="*/ 1064711 w 1630507"/>
                <a:gd name="connsiteY7" fmla="*/ 11862 h 1795012"/>
                <a:gd name="connsiteX8" fmla="*/ 665717 w 1630507"/>
                <a:gd name="connsiteY8" fmla="*/ 197190 h 1795012"/>
                <a:gd name="connsiteX9" fmla="*/ 181266 w 1630507"/>
                <a:gd name="connsiteY9" fmla="*/ 897668 h 1795012"/>
                <a:gd name="connsiteX10" fmla="*/ 727 w 1630507"/>
                <a:gd name="connsiteY10" fmla="*/ 1128937 h 1795012"/>
                <a:gd name="connsiteX11" fmla="*/ 115426 w 1630507"/>
                <a:gd name="connsiteY11" fmla="*/ 1468205 h 1795012"/>
                <a:gd name="connsiteX0" fmla="*/ 662138 w 1641487"/>
                <a:gd name="connsiteY0" fmla="*/ 1782468 h 1795012"/>
                <a:gd name="connsiteX1" fmla="*/ 1159724 w 1641487"/>
                <a:gd name="connsiteY1" fmla="*/ 1776980 h 1795012"/>
                <a:gd name="connsiteX2" fmla="*/ 1462013 w 1641487"/>
                <a:gd name="connsiteY2" fmla="*/ 1507062 h 1795012"/>
                <a:gd name="connsiteX3" fmla="*/ 1597472 w 1641487"/>
                <a:gd name="connsiteY3" fmla="*/ 1236900 h 1795012"/>
                <a:gd name="connsiteX4" fmla="*/ 1636992 w 1641487"/>
                <a:gd name="connsiteY4" fmla="*/ 984856 h 1795012"/>
                <a:gd name="connsiteX5" fmla="*/ 1506795 w 1641487"/>
                <a:gd name="connsiteY5" fmla="*/ 766383 h 1795012"/>
                <a:gd name="connsiteX6" fmla="*/ 1287476 w 1641487"/>
                <a:gd name="connsiteY6" fmla="*/ 469026 h 1795012"/>
                <a:gd name="connsiteX7" fmla="*/ 1064711 w 1641487"/>
                <a:gd name="connsiteY7" fmla="*/ 11862 h 1795012"/>
                <a:gd name="connsiteX8" fmla="*/ 665717 w 1641487"/>
                <a:gd name="connsiteY8" fmla="*/ 197190 h 1795012"/>
                <a:gd name="connsiteX9" fmla="*/ 181266 w 1641487"/>
                <a:gd name="connsiteY9" fmla="*/ 897668 h 1795012"/>
                <a:gd name="connsiteX10" fmla="*/ 727 w 1641487"/>
                <a:gd name="connsiteY10" fmla="*/ 1128937 h 1795012"/>
                <a:gd name="connsiteX11" fmla="*/ 115426 w 1641487"/>
                <a:gd name="connsiteY11" fmla="*/ 1468205 h 1795012"/>
                <a:gd name="connsiteX0" fmla="*/ 662138 w 1641487"/>
                <a:gd name="connsiteY0" fmla="*/ 1773428 h 1785972"/>
                <a:gd name="connsiteX1" fmla="*/ 1159724 w 1641487"/>
                <a:gd name="connsiteY1" fmla="*/ 1767940 h 1785972"/>
                <a:gd name="connsiteX2" fmla="*/ 1462013 w 1641487"/>
                <a:gd name="connsiteY2" fmla="*/ 1498022 h 1785972"/>
                <a:gd name="connsiteX3" fmla="*/ 1597472 w 1641487"/>
                <a:gd name="connsiteY3" fmla="*/ 1227860 h 1785972"/>
                <a:gd name="connsiteX4" fmla="*/ 1636992 w 1641487"/>
                <a:gd name="connsiteY4" fmla="*/ 975816 h 1785972"/>
                <a:gd name="connsiteX5" fmla="*/ 1506795 w 1641487"/>
                <a:gd name="connsiteY5" fmla="*/ 757343 h 1785972"/>
                <a:gd name="connsiteX6" fmla="*/ 1287476 w 1641487"/>
                <a:gd name="connsiteY6" fmla="*/ 459986 h 1785972"/>
                <a:gd name="connsiteX7" fmla="*/ 1216256 w 1641487"/>
                <a:gd name="connsiteY7" fmla="*/ 103984 h 1785972"/>
                <a:gd name="connsiteX8" fmla="*/ 1064711 w 1641487"/>
                <a:gd name="connsiteY8" fmla="*/ 2822 h 1785972"/>
                <a:gd name="connsiteX9" fmla="*/ 665717 w 1641487"/>
                <a:gd name="connsiteY9" fmla="*/ 188150 h 1785972"/>
                <a:gd name="connsiteX10" fmla="*/ 181266 w 1641487"/>
                <a:gd name="connsiteY10" fmla="*/ 888628 h 1785972"/>
                <a:gd name="connsiteX11" fmla="*/ 727 w 1641487"/>
                <a:gd name="connsiteY11" fmla="*/ 1119897 h 1785972"/>
                <a:gd name="connsiteX12" fmla="*/ 115426 w 1641487"/>
                <a:gd name="connsiteY12" fmla="*/ 1459165 h 1785972"/>
                <a:gd name="connsiteX0" fmla="*/ 662138 w 1641487"/>
                <a:gd name="connsiteY0" fmla="*/ 1773428 h 1785972"/>
                <a:gd name="connsiteX1" fmla="*/ 1159724 w 1641487"/>
                <a:gd name="connsiteY1" fmla="*/ 1767940 h 1785972"/>
                <a:gd name="connsiteX2" fmla="*/ 1462013 w 1641487"/>
                <a:gd name="connsiteY2" fmla="*/ 1498022 h 1785972"/>
                <a:gd name="connsiteX3" fmla="*/ 1597472 w 1641487"/>
                <a:gd name="connsiteY3" fmla="*/ 1227860 h 1785972"/>
                <a:gd name="connsiteX4" fmla="*/ 1636992 w 1641487"/>
                <a:gd name="connsiteY4" fmla="*/ 975816 h 1785972"/>
                <a:gd name="connsiteX5" fmla="*/ 1506795 w 1641487"/>
                <a:gd name="connsiteY5" fmla="*/ 757343 h 1785972"/>
                <a:gd name="connsiteX6" fmla="*/ 1287476 w 1641487"/>
                <a:gd name="connsiteY6" fmla="*/ 459986 h 1785972"/>
                <a:gd name="connsiteX7" fmla="*/ 1216256 w 1641487"/>
                <a:gd name="connsiteY7" fmla="*/ 103984 h 1785972"/>
                <a:gd name="connsiteX8" fmla="*/ 1064711 w 1641487"/>
                <a:gd name="connsiteY8" fmla="*/ 2822 h 1785972"/>
                <a:gd name="connsiteX9" fmla="*/ 665717 w 1641487"/>
                <a:gd name="connsiteY9" fmla="*/ 188150 h 1785972"/>
                <a:gd name="connsiteX10" fmla="*/ 334248 w 1641487"/>
                <a:gd name="connsiteY10" fmla="*/ 485972 h 1785972"/>
                <a:gd name="connsiteX11" fmla="*/ 181266 w 1641487"/>
                <a:gd name="connsiteY11" fmla="*/ 888628 h 1785972"/>
                <a:gd name="connsiteX12" fmla="*/ 727 w 1641487"/>
                <a:gd name="connsiteY12" fmla="*/ 1119897 h 1785972"/>
                <a:gd name="connsiteX13" fmla="*/ 115426 w 1641487"/>
                <a:gd name="connsiteY13" fmla="*/ 1459165 h 1785972"/>
                <a:gd name="connsiteX0" fmla="*/ 289141 w 1641487"/>
                <a:gd name="connsiteY0" fmla="*/ 1750691 h 1780676"/>
                <a:gd name="connsiteX1" fmla="*/ 1159724 w 1641487"/>
                <a:gd name="connsiteY1" fmla="*/ 1767940 h 1780676"/>
                <a:gd name="connsiteX2" fmla="*/ 1462013 w 1641487"/>
                <a:gd name="connsiteY2" fmla="*/ 1498022 h 1780676"/>
                <a:gd name="connsiteX3" fmla="*/ 1597472 w 1641487"/>
                <a:gd name="connsiteY3" fmla="*/ 1227860 h 1780676"/>
                <a:gd name="connsiteX4" fmla="*/ 1636992 w 1641487"/>
                <a:gd name="connsiteY4" fmla="*/ 975816 h 1780676"/>
                <a:gd name="connsiteX5" fmla="*/ 1506795 w 1641487"/>
                <a:gd name="connsiteY5" fmla="*/ 757343 h 1780676"/>
                <a:gd name="connsiteX6" fmla="*/ 1287476 w 1641487"/>
                <a:gd name="connsiteY6" fmla="*/ 459986 h 1780676"/>
                <a:gd name="connsiteX7" fmla="*/ 1216256 w 1641487"/>
                <a:gd name="connsiteY7" fmla="*/ 103984 h 1780676"/>
                <a:gd name="connsiteX8" fmla="*/ 1064711 w 1641487"/>
                <a:gd name="connsiteY8" fmla="*/ 2822 h 1780676"/>
                <a:gd name="connsiteX9" fmla="*/ 665717 w 1641487"/>
                <a:gd name="connsiteY9" fmla="*/ 188150 h 1780676"/>
                <a:gd name="connsiteX10" fmla="*/ 334248 w 1641487"/>
                <a:gd name="connsiteY10" fmla="*/ 485972 h 1780676"/>
                <a:gd name="connsiteX11" fmla="*/ 181266 w 1641487"/>
                <a:gd name="connsiteY11" fmla="*/ 888628 h 1780676"/>
                <a:gd name="connsiteX12" fmla="*/ 727 w 1641487"/>
                <a:gd name="connsiteY12" fmla="*/ 1119897 h 1780676"/>
                <a:gd name="connsiteX13" fmla="*/ 115426 w 1641487"/>
                <a:gd name="connsiteY13" fmla="*/ 1459165 h 1780676"/>
                <a:gd name="connsiteX0" fmla="*/ 289141 w 1641487"/>
                <a:gd name="connsiteY0" fmla="*/ 1750691 h 1799794"/>
                <a:gd name="connsiteX1" fmla="*/ 797693 w 1641487"/>
                <a:gd name="connsiteY1" fmla="*/ 1792630 h 1799794"/>
                <a:gd name="connsiteX2" fmla="*/ 1159724 w 1641487"/>
                <a:gd name="connsiteY2" fmla="*/ 1767940 h 1799794"/>
                <a:gd name="connsiteX3" fmla="*/ 1462013 w 1641487"/>
                <a:gd name="connsiteY3" fmla="*/ 1498022 h 1799794"/>
                <a:gd name="connsiteX4" fmla="*/ 1597472 w 1641487"/>
                <a:gd name="connsiteY4" fmla="*/ 1227860 h 1799794"/>
                <a:gd name="connsiteX5" fmla="*/ 1636992 w 1641487"/>
                <a:gd name="connsiteY5" fmla="*/ 975816 h 1799794"/>
                <a:gd name="connsiteX6" fmla="*/ 1506795 w 1641487"/>
                <a:gd name="connsiteY6" fmla="*/ 757343 h 1799794"/>
                <a:gd name="connsiteX7" fmla="*/ 1287476 w 1641487"/>
                <a:gd name="connsiteY7" fmla="*/ 459986 h 1799794"/>
                <a:gd name="connsiteX8" fmla="*/ 1216256 w 1641487"/>
                <a:gd name="connsiteY8" fmla="*/ 103984 h 1799794"/>
                <a:gd name="connsiteX9" fmla="*/ 1064711 w 1641487"/>
                <a:gd name="connsiteY9" fmla="*/ 2822 h 1799794"/>
                <a:gd name="connsiteX10" fmla="*/ 665717 w 1641487"/>
                <a:gd name="connsiteY10" fmla="*/ 188150 h 1799794"/>
                <a:gd name="connsiteX11" fmla="*/ 334248 w 1641487"/>
                <a:gd name="connsiteY11" fmla="*/ 485972 h 1799794"/>
                <a:gd name="connsiteX12" fmla="*/ 181266 w 1641487"/>
                <a:gd name="connsiteY12" fmla="*/ 888628 h 1799794"/>
                <a:gd name="connsiteX13" fmla="*/ 727 w 1641487"/>
                <a:gd name="connsiteY13" fmla="*/ 1119897 h 1799794"/>
                <a:gd name="connsiteX14" fmla="*/ 115426 w 1641487"/>
                <a:gd name="connsiteY14" fmla="*/ 1459165 h 1799794"/>
                <a:gd name="connsiteX0" fmla="*/ 289141 w 1641487"/>
                <a:gd name="connsiteY0" fmla="*/ 1750691 h 1799794"/>
                <a:gd name="connsiteX1" fmla="*/ 797693 w 1641487"/>
                <a:gd name="connsiteY1" fmla="*/ 1792630 h 1799794"/>
                <a:gd name="connsiteX2" fmla="*/ 1159724 w 1641487"/>
                <a:gd name="connsiteY2" fmla="*/ 1767940 h 1799794"/>
                <a:gd name="connsiteX3" fmla="*/ 1462013 w 1641487"/>
                <a:gd name="connsiteY3" fmla="*/ 1498022 h 1799794"/>
                <a:gd name="connsiteX4" fmla="*/ 1597472 w 1641487"/>
                <a:gd name="connsiteY4" fmla="*/ 1227860 h 1799794"/>
                <a:gd name="connsiteX5" fmla="*/ 1636992 w 1641487"/>
                <a:gd name="connsiteY5" fmla="*/ 975816 h 1799794"/>
                <a:gd name="connsiteX6" fmla="*/ 1506795 w 1641487"/>
                <a:gd name="connsiteY6" fmla="*/ 757343 h 1799794"/>
                <a:gd name="connsiteX7" fmla="*/ 1287476 w 1641487"/>
                <a:gd name="connsiteY7" fmla="*/ 459986 h 1799794"/>
                <a:gd name="connsiteX8" fmla="*/ 1216256 w 1641487"/>
                <a:gd name="connsiteY8" fmla="*/ 103984 h 1799794"/>
                <a:gd name="connsiteX9" fmla="*/ 1064711 w 1641487"/>
                <a:gd name="connsiteY9" fmla="*/ 2822 h 1799794"/>
                <a:gd name="connsiteX10" fmla="*/ 665717 w 1641487"/>
                <a:gd name="connsiteY10" fmla="*/ 188150 h 1799794"/>
                <a:gd name="connsiteX11" fmla="*/ 334248 w 1641487"/>
                <a:gd name="connsiteY11" fmla="*/ 485972 h 1799794"/>
                <a:gd name="connsiteX12" fmla="*/ 181266 w 1641487"/>
                <a:gd name="connsiteY12" fmla="*/ 888628 h 1799794"/>
                <a:gd name="connsiteX13" fmla="*/ 727 w 1641487"/>
                <a:gd name="connsiteY13" fmla="*/ 1119897 h 1799794"/>
                <a:gd name="connsiteX14" fmla="*/ 135273 w 1641487"/>
                <a:gd name="connsiteY14" fmla="*/ 1507653 h 1799794"/>
                <a:gd name="connsiteX0" fmla="*/ 289141 w 1641487"/>
                <a:gd name="connsiteY0" fmla="*/ 1750691 h 1835454"/>
                <a:gd name="connsiteX1" fmla="*/ 797693 w 1641487"/>
                <a:gd name="connsiteY1" fmla="*/ 1792630 h 1835454"/>
                <a:gd name="connsiteX2" fmla="*/ 1158537 w 1641487"/>
                <a:gd name="connsiteY2" fmla="*/ 1818353 h 1835454"/>
                <a:gd name="connsiteX3" fmla="*/ 1462013 w 1641487"/>
                <a:gd name="connsiteY3" fmla="*/ 1498022 h 1835454"/>
                <a:gd name="connsiteX4" fmla="*/ 1597472 w 1641487"/>
                <a:gd name="connsiteY4" fmla="*/ 1227860 h 1835454"/>
                <a:gd name="connsiteX5" fmla="*/ 1636992 w 1641487"/>
                <a:gd name="connsiteY5" fmla="*/ 975816 h 1835454"/>
                <a:gd name="connsiteX6" fmla="*/ 1506795 w 1641487"/>
                <a:gd name="connsiteY6" fmla="*/ 757343 h 1835454"/>
                <a:gd name="connsiteX7" fmla="*/ 1287476 w 1641487"/>
                <a:gd name="connsiteY7" fmla="*/ 459986 h 1835454"/>
                <a:gd name="connsiteX8" fmla="*/ 1216256 w 1641487"/>
                <a:gd name="connsiteY8" fmla="*/ 103984 h 1835454"/>
                <a:gd name="connsiteX9" fmla="*/ 1064711 w 1641487"/>
                <a:gd name="connsiteY9" fmla="*/ 2822 h 1835454"/>
                <a:gd name="connsiteX10" fmla="*/ 665717 w 1641487"/>
                <a:gd name="connsiteY10" fmla="*/ 188150 h 1835454"/>
                <a:gd name="connsiteX11" fmla="*/ 334248 w 1641487"/>
                <a:gd name="connsiteY11" fmla="*/ 485972 h 1835454"/>
                <a:gd name="connsiteX12" fmla="*/ 181266 w 1641487"/>
                <a:gd name="connsiteY12" fmla="*/ 888628 h 1835454"/>
                <a:gd name="connsiteX13" fmla="*/ 727 w 1641487"/>
                <a:gd name="connsiteY13" fmla="*/ 1119897 h 1835454"/>
                <a:gd name="connsiteX14" fmla="*/ 135273 w 1641487"/>
                <a:gd name="connsiteY14" fmla="*/ 1507653 h 1835454"/>
                <a:gd name="connsiteX0" fmla="*/ 374995 w 1641487"/>
                <a:gd name="connsiteY0" fmla="*/ 1948096 h 1948173"/>
                <a:gd name="connsiteX1" fmla="*/ 797693 w 1641487"/>
                <a:gd name="connsiteY1" fmla="*/ 1792630 h 1948173"/>
                <a:gd name="connsiteX2" fmla="*/ 1158537 w 1641487"/>
                <a:gd name="connsiteY2" fmla="*/ 1818353 h 1948173"/>
                <a:gd name="connsiteX3" fmla="*/ 1462013 w 1641487"/>
                <a:gd name="connsiteY3" fmla="*/ 1498022 h 1948173"/>
                <a:gd name="connsiteX4" fmla="*/ 1597472 w 1641487"/>
                <a:gd name="connsiteY4" fmla="*/ 1227860 h 1948173"/>
                <a:gd name="connsiteX5" fmla="*/ 1636992 w 1641487"/>
                <a:gd name="connsiteY5" fmla="*/ 975816 h 1948173"/>
                <a:gd name="connsiteX6" fmla="*/ 1506795 w 1641487"/>
                <a:gd name="connsiteY6" fmla="*/ 757343 h 1948173"/>
                <a:gd name="connsiteX7" fmla="*/ 1287476 w 1641487"/>
                <a:gd name="connsiteY7" fmla="*/ 459986 h 1948173"/>
                <a:gd name="connsiteX8" fmla="*/ 1216256 w 1641487"/>
                <a:gd name="connsiteY8" fmla="*/ 103984 h 1948173"/>
                <a:gd name="connsiteX9" fmla="*/ 1064711 w 1641487"/>
                <a:gd name="connsiteY9" fmla="*/ 2822 h 1948173"/>
                <a:gd name="connsiteX10" fmla="*/ 665717 w 1641487"/>
                <a:gd name="connsiteY10" fmla="*/ 188150 h 1948173"/>
                <a:gd name="connsiteX11" fmla="*/ 334248 w 1641487"/>
                <a:gd name="connsiteY11" fmla="*/ 485972 h 1948173"/>
                <a:gd name="connsiteX12" fmla="*/ 181266 w 1641487"/>
                <a:gd name="connsiteY12" fmla="*/ 888628 h 1948173"/>
                <a:gd name="connsiteX13" fmla="*/ 727 w 1641487"/>
                <a:gd name="connsiteY13" fmla="*/ 1119897 h 1948173"/>
                <a:gd name="connsiteX14" fmla="*/ 135273 w 1641487"/>
                <a:gd name="connsiteY14" fmla="*/ 1507653 h 1948173"/>
                <a:gd name="connsiteX0" fmla="*/ 391777 w 1641487"/>
                <a:gd name="connsiteY0" fmla="*/ 1849840 h 1850030"/>
                <a:gd name="connsiteX1" fmla="*/ 797693 w 1641487"/>
                <a:gd name="connsiteY1" fmla="*/ 1792630 h 1850030"/>
                <a:gd name="connsiteX2" fmla="*/ 1158537 w 1641487"/>
                <a:gd name="connsiteY2" fmla="*/ 1818353 h 1850030"/>
                <a:gd name="connsiteX3" fmla="*/ 1462013 w 1641487"/>
                <a:gd name="connsiteY3" fmla="*/ 1498022 h 1850030"/>
                <a:gd name="connsiteX4" fmla="*/ 1597472 w 1641487"/>
                <a:gd name="connsiteY4" fmla="*/ 1227860 h 1850030"/>
                <a:gd name="connsiteX5" fmla="*/ 1636992 w 1641487"/>
                <a:gd name="connsiteY5" fmla="*/ 975816 h 1850030"/>
                <a:gd name="connsiteX6" fmla="*/ 1506795 w 1641487"/>
                <a:gd name="connsiteY6" fmla="*/ 757343 h 1850030"/>
                <a:gd name="connsiteX7" fmla="*/ 1287476 w 1641487"/>
                <a:gd name="connsiteY7" fmla="*/ 459986 h 1850030"/>
                <a:gd name="connsiteX8" fmla="*/ 1216256 w 1641487"/>
                <a:gd name="connsiteY8" fmla="*/ 103984 h 1850030"/>
                <a:gd name="connsiteX9" fmla="*/ 1064711 w 1641487"/>
                <a:gd name="connsiteY9" fmla="*/ 2822 h 1850030"/>
                <a:gd name="connsiteX10" fmla="*/ 665717 w 1641487"/>
                <a:gd name="connsiteY10" fmla="*/ 188150 h 1850030"/>
                <a:gd name="connsiteX11" fmla="*/ 334248 w 1641487"/>
                <a:gd name="connsiteY11" fmla="*/ 485972 h 1850030"/>
                <a:gd name="connsiteX12" fmla="*/ 181266 w 1641487"/>
                <a:gd name="connsiteY12" fmla="*/ 888628 h 1850030"/>
                <a:gd name="connsiteX13" fmla="*/ 727 w 1641487"/>
                <a:gd name="connsiteY13" fmla="*/ 1119897 h 1850030"/>
                <a:gd name="connsiteX14" fmla="*/ 135273 w 1641487"/>
                <a:gd name="connsiteY14" fmla="*/ 1507653 h 1850030"/>
                <a:gd name="connsiteX0" fmla="*/ 391777 w 1641487"/>
                <a:gd name="connsiteY0" fmla="*/ 1849840 h 1850030"/>
                <a:gd name="connsiteX1" fmla="*/ 797693 w 1641487"/>
                <a:gd name="connsiteY1" fmla="*/ 1792630 h 1850030"/>
                <a:gd name="connsiteX2" fmla="*/ 1158537 w 1641487"/>
                <a:gd name="connsiteY2" fmla="*/ 1818353 h 1850030"/>
                <a:gd name="connsiteX3" fmla="*/ 1462013 w 1641487"/>
                <a:gd name="connsiteY3" fmla="*/ 1498022 h 1850030"/>
                <a:gd name="connsiteX4" fmla="*/ 1597472 w 1641487"/>
                <a:gd name="connsiteY4" fmla="*/ 1227860 h 1850030"/>
                <a:gd name="connsiteX5" fmla="*/ 1636992 w 1641487"/>
                <a:gd name="connsiteY5" fmla="*/ 975816 h 1850030"/>
                <a:gd name="connsiteX6" fmla="*/ 1506795 w 1641487"/>
                <a:gd name="connsiteY6" fmla="*/ 757343 h 1850030"/>
                <a:gd name="connsiteX7" fmla="*/ 1287476 w 1641487"/>
                <a:gd name="connsiteY7" fmla="*/ 459986 h 1850030"/>
                <a:gd name="connsiteX8" fmla="*/ 1216256 w 1641487"/>
                <a:gd name="connsiteY8" fmla="*/ 103984 h 1850030"/>
                <a:gd name="connsiteX9" fmla="*/ 1064711 w 1641487"/>
                <a:gd name="connsiteY9" fmla="*/ 2822 h 1850030"/>
                <a:gd name="connsiteX10" fmla="*/ 665717 w 1641487"/>
                <a:gd name="connsiteY10" fmla="*/ 188150 h 1850030"/>
                <a:gd name="connsiteX11" fmla="*/ 334248 w 1641487"/>
                <a:gd name="connsiteY11" fmla="*/ 485972 h 1850030"/>
                <a:gd name="connsiteX12" fmla="*/ 181266 w 1641487"/>
                <a:gd name="connsiteY12" fmla="*/ 888628 h 1850030"/>
                <a:gd name="connsiteX13" fmla="*/ 727 w 1641487"/>
                <a:gd name="connsiteY13" fmla="*/ 1119897 h 1850030"/>
                <a:gd name="connsiteX0" fmla="*/ 210511 w 1460221"/>
                <a:gd name="connsiteY0" fmla="*/ 1849840 h 1850030"/>
                <a:gd name="connsiteX1" fmla="*/ 616427 w 1460221"/>
                <a:gd name="connsiteY1" fmla="*/ 1792630 h 1850030"/>
                <a:gd name="connsiteX2" fmla="*/ 977271 w 1460221"/>
                <a:gd name="connsiteY2" fmla="*/ 1818353 h 1850030"/>
                <a:gd name="connsiteX3" fmla="*/ 1280747 w 1460221"/>
                <a:gd name="connsiteY3" fmla="*/ 1498022 h 1850030"/>
                <a:gd name="connsiteX4" fmla="*/ 1416206 w 1460221"/>
                <a:gd name="connsiteY4" fmla="*/ 1227860 h 1850030"/>
                <a:gd name="connsiteX5" fmla="*/ 1455726 w 1460221"/>
                <a:gd name="connsiteY5" fmla="*/ 975816 h 1850030"/>
                <a:gd name="connsiteX6" fmla="*/ 1325529 w 1460221"/>
                <a:gd name="connsiteY6" fmla="*/ 757343 h 1850030"/>
                <a:gd name="connsiteX7" fmla="*/ 1106210 w 1460221"/>
                <a:gd name="connsiteY7" fmla="*/ 459986 h 1850030"/>
                <a:gd name="connsiteX8" fmla="*/ 1034990 w 1460221"/>
                <a:gd name="connsiteY8" fmla="*/ 103984 h 1850030"/>
                <a:gd name="connsiteX9" fmla="*/ 883445 w 1460221"/>
                <a:gd name="connsiteY9" fmla="*/ 2822 h 1850030"/>
                <a:gd name="connsiteX10" fmla="*/ 484451 w 1460221"/>
                <a:gd name="connsiteY10" fmla="*/ 188150 h 1850030"/>
                <a:gd name="connsiteX11" fmla="*/ 152982 w 1460221"/>
                <a:gd name="connsiteY11" fmla="*/ 485972 h 1850030"/>
                <a:gd name="connsiteX12" fmla="*/ 0 w 1460221"/>
                <a:gd name="connsiteY12" fmla="*/ 888628 h 1850030"/>
                <a:gd name="connsiteX0" fmla="*/ 57529 w 1307239"/>
                <a:gd name="connsiteY0" fmla="*/ 1849840 h 1850030"/>
                <a:gd name="connsiteX1" fmla="*/ 463445 w 1307239"/>
                <a:gd name="connsiteY1" fmla="*/ 1792630 h 1850030"/>
                <a:gd name="connsiteX2" fmla="*/ 824289 w 1307239"/>
                <a:gd name="connsiteY2" fmla="*/ 1818353 h 1850030"/>
                <a:gd name="connsiteX3" fmla="*/ 1127765 w 1307239"/>
                <a:gd name="connsiteY3" fmla="*/ 1498022 h 1850030"/>
                <a:gd name="connsiteX4" fmla="*/ 1263224 w 1307239"/>
                <a:gd name="connsiteY4" fmla="*/ 1227860 h 1850030"/>
                <a:gd name="connsiteX5" fmla="*/ 1302744 w 1307239"/>
                <a:gd name="connsiteY5" fmla="*/ 975816 h 1850030"/>
                <a:gd name="connsiteX6" fmla="*/ 1172547 w 1307239"/>
                <a:gd name="connsiteY6" fmla="*/ 757343 h 1850030"/>
                <a:gd name="connsiteX7" fmla="*/ 953228 w 1307239"/>
                <a:gd name="connsiteY7" fmla="*/ 459986 h 1850030"/>
                <a:gd name="connsiteX8" fmla="*/ 882008 w 1307239"/>
                <a:gd name="connsiteY8" fmla="*/ 103984 h 1850030"/>
                <a:gd name="connsiteX9" fmla="*/ 730463 w 1307239"/>
                <a:gd name="connsiteY9" fmla="*/ 2822 h 1850030"/>
                <a:gd name="connsiteX10" fmla="*/ 331469 w 1307239"/>
                <a:gd name="connsiteY10" fmla="*/ 188150 h 1850030"/>
                <a:gd name="connsiteX11" fmla="*/ 0 w 1307239"/>
                <a:gd name="connsiteY11" fmla="*/ 485972 h 1850030"/>
                <a:gd name="connsiteX0" fmla="*/ 0 w 1249710"/>
                <a:gd name="connsiteY0" fmla="*/ 1849840 h 1850030"/>
                <a:gd name="connsiteX1" fmla="*/ 405916 w 1249710"/>
                <a:gd name="connsiteY1" fmla="*/ 1792630 h 1850030"/>
                <a:gd name="connsiteX2" fmla="*/ 766760 w 1249710"/>
                <a:gd name="connsiteY2" fmla="*/ 1818353 h 1850030"/>
                <a:gd name="connsiteX3" fmla="*/ 1070236 w 1249710"/>
                <a:gd name="connsiteY3" fmla="*/ 1498022 h 1850030"/>
                <a:gd name="connsiteX4" fmla="*/ 1205695 w 1249710"/>
                <a:gd name="connsiteY4" fmla="*/ 1227860 h 1850030"/>
                <a:gd name="connsiteX5" fmla="*/ 1245215 w 1249710"/>
                <a:gd name="connsiteY5" fmla="*/ 975816 h 1850030"/>
                <a:gd name="connsiteX6" fmla="*/ 1115018 w 1249710"/>
                <a:gd name="connsiteY6" fmla="*/ 757343 h 1850030"/>
                <a:gd name="connsiteX7" fmla="*/ 895699 w 1249710"/>
                <a:gd name="connsiteY7" fmla="*/ 459986 h 1850030"/>
                <a:gd name="connsiteX8" fmla="*/ 824479 w 1249710"/>
                <a:gd name="connsiteY8" fmla="*/ 103984 h 1850030"/>
                <a:gd name="connsiteX9" fmla="*/ 672934 w 1249710"/>
                <a:gd name="connsiteY9" fmla="*/ 2822 h 1850030"/>
                <a:gd name="connsiteX10" fmla="*/ 273940 w 1249710"/>
                <a:gd name="connsiteY10" fmla="*/ 188150 h 1850030"/>
                <a:gd name="connsiteX0" fmla="*/ 0 w 1249710"/>
                <a:gd name="connsiteY0" fmla="*/ 1858983 h 1859173"/>
                <a:gd name="connsiteX1" fmla="*/ 405916 w 1249710"/>
                <a:gd name="connsiteY1" fmla="*/ 1801773 h 1859173"/>
                <a:gd name="connsiteX2" fmla="*/ 766760 w 1249710"/>
                <a:gd name="connsiteY2" fmla="*/ 1827496 h 1859173"/>
                <a:gd name="connsiteX3" fmla="*/ 1070236 w 1249710"/>
                <a:gd name="connsiteY3" fmla="*/ 1507165 h 1859173"/>
                <a:gd name="connsiteX4" fmla="*/ 1205695 w 1249710"/>
                <a:gd name="connsiteY4" fmla="*/ 1237003 h 1859173"/>
                <a:gd name="connsiteX5" fmla="*/ 1245215 w 1249710"/>
                <a:gd name="connsiteY5" fmla="*/ 984959 h 1859173"/>
                <a:gd name="connsiteX6" fmla="*/ 1115018 w 1249710"/>
                <a:gd name="connsiteY6" fmla="*/ 766486 h 1859173"/>
                <a:gd name="connsiteX7" fmla="*/ 895699 w 1249710"/>
                <a:gd name="connsiteY7" fmla="*/ 469129 h 1859173"/>
                <a:gd name="connsiteX8" fmla="*/ 824479 w 1249710"/>
                <a:gd name="connsiteY8" fmla="*/ 113127 h 1859173"/>
                <a:gd name="connsiteX9" fmla="*/ 672934 w 1249710"/>
                <a:gd name="connsiteY9" fmla="*/ 11965 h 1859173"/>
                <a:gd name="connsiteX10" fmla="*/ 164866 w 1249710"/>
                <a:gd name="connsiteY10" fmla="*/ 349836 h 1859173"/>
                <a:gd name="connsiteX0" fmla="*/ 0 w 1249710"/>
                <a:gd name="connsiteY0" fmla="*/ 1858983 h 1859173"/>
                <a:gd name="connsiteX1" fmla="*/ 405916 w 1249710"/>
                <a:gd name="connsiteY1" fmla="*/ 1801773 h 1859173"/>
                <a:gd name="connsiteX2" fmla="*/ 766760 w 1249710"/>
                <a:gd name="connsiteY2" fmla="*/ 1827496 h 1859173"/>
                <a:gd name="connsiteX3" fmla="*/ 1070236 w 1249710"/>
                <a:gd name="connsiteY3" fmla="*/ 1507165 h 1859173"/>
                <a:gd name="connsiteX4" fmla="*/ 1205695 w 1249710"/>
                <a:gd name="connsiteY4" fmla="*/ 1237003 h 1859173"/>
                <a:gd name="connsiteX5" fmla="*/ 1245215 w 1249710"/>
                <a:gd name="connsiteY5" fmla="*/ 984959 h 1859173"/>
                <a:gd name="connsiteX6" fmla="*/ 1115018 w 1249710"/>
                <a:gd name="connsiteY6" fmla="*/ 766486 h 1859173"/>
                <a:gd name="connsiteX7" fmla="*/ 895699 w 1249710"/>
                <a:gd name="connsiteY7" fmla="*/ 469129 h 1859173"/>
                <a:gd name="connsiteX8" fmla="*/ 824479 w 1249710"/>
                <a:gd name="connsiteY8" fmla="*/ 113127 h 1859173"/>
                <a:gd name="connsiteX9" fmla="*/ 672934 w 1249710"/>
                <a:gd name="connsiteY9" fmla="*/ 11965 h 1859173"/>
                <a:gd name="connsiteX10" fmla="*/ 164866 w 1249710"/>
                <a:gd name="connsiteY10" fmla="*/ 349836 h 185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9710" h="1859173">
                  <a:moveTo>
                    <a:pt x="0" y="1858983"/>
                  </a:moveTo>
                  <a:cubicBezTo>
                    <a:pt x="87450" y="1863106"/>
                    <a:pt x="260819" y="1798898"/>
                    <a:pt x="405916" y="1801773"/>
                  </a:cubicBezTo>
                  <a:cubicBezTo>
                    <a:pt x="551013" y="1804648"/>
                    <a:pt x="656040" y="1876597"/>
                    <a:pt x="766760" y="1827496"/>
                  </a:cubicBezTo>
                  <a:cubicBezTo>
                    <a:pt x="877480" y="1778395"/>
                    <a:pt x="997278" y="1597178"/>
                    <a:pt x="1070236" y="1507165"/>
                  </a:cubicBezTo>
                  <a:cubicBezTo>
                    <a:pt x="1143194" y="1417152"/>
                    <a:pt x="1176532" y="1324037"/>
                    <a:pt x="1205695" y="1237003"/>
                  </a:cubicBezTo>
                  <a:cubicBezTo>
                    <a:pt x="1234858" y="1149969"/>
                    <a:pt x="1260328" y="1063378"/>
                    <a:pt x="1245215" y="984959"/>
                  </a:cubicBezTo>
                  <a:cubicBezTo>
                    <a:pt x="1230102" y="906540"/>
                    <a:pt x="1173271" y="852458"/>
                    <a:pt x="1115018" y="766486"/>
                  </a:cubicBezTo>
                  <a:cubicBezTo>
                    <a:pt x="1056765" y="680514"/>
                    <a:pt x="944122" y="578022"/>
                    <a:pt x="895699" y="469129"/>
                  </a:cubicBezTo>
                  <a:cubicBezTo>
                    <a:pt x="847276" y="360236"/>
                    <a:pt x="861607" y="189321"/>
                    <a:pt x="824479" y="113127"/>
                  </a:cubicBezTo>
                  <a:cubicBezTo>
                    <a:pt x="787352" y="36933"/>
                    <a:pt x="782869" y="-27486"/>
                    <a:pt x="672934" y="11965"/>
                  </a:cubicBezTo>
                  <a:cubicBezTo>
                    <a:pt x="562999" y="51416"/>
                    <a:pt x="364796" y="76370"/>
                    <a:pt x="164866" y="349836"/>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2" name="Oval 55">
              <a:extLst>
                <a:ext uri="{FF2B5EF4-FFF2-40B4-BE49-F238E27FC236}">
                  <a16:creationId xmlns:a16="http://schemas.microsoft.com/office/drawing/2014/main" id="{D95507C6-0FE7-F236-D269-2FD9C7C247BD}"/>
                </a:ext>
              </a:extLst>
            </p:cNvPr>
            <p:cNvSpPr/>
            <p:nvPr/>
          </p:nvSpPr>
          <p:spPr>
            <a:xfrm rot="11740322" flipH="1">
              <a:off x="11088800" y="1845449"/>
              <a:ext cx="1166537" cy="1879448"/>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05463 w 655207"/>
                <a:gd name="connsiteY0" fmla="*/ 417630 h 861270"/>
                <a:gd name="connsiteX1" fmla="*/ 3665 w 655207"/>
                <a:gd name="connsiteY1" fmla="*/ 89927 h 861270"/>
                <a:gd name="connsiteX2" fmla="*/ 396332 w 655207"/>
                <a:gd name="connsiteY2" fmla="*/ 65659 h 861270"/>
                <a:gd name="connsiteX3" fmla="*/ 650503 w 655207"/>
                <a:gd name="connsiteY3" fmla="*/ 140402 h 861270"/>
                <a:gd name="connsiteX4" fmla="*/ 524263 w 655207"/>
                <a:gd name="connsiteY4" fmla="*/ 517939 h 861270"/>
                <a:gd name="connsiteX5" fmla="*/ 358912 w 655207"/>
                <a:gd name="connsiteY5" fmla="*/ 860501 h 861270"/>
                <a:gd name="connsiteX6" fmla="*/ 205463 w 655207"/>
                <a:gd name="connsiteY6" fmla="*/ 417630 h 861270"/>
                <a:gd name="connsiteX0" fmla="*/ 205463 w 650686"/>
                <a:gd name="connsiteY0" fmla="*/ 457358 h 900998"/>
                <a:gd name="connsiteX1" fmla="*/ 3665 w 650686"/>
                <a:gd name="connsiteY1" fmla="*/ 129655 h 900998"/>
                <a:gd name="connsiteX2" fmla="*/ 493321 w 650686"/>
                <a:gd name="connsiteY2" fmla="*/ 16253 h 900998"/>
                <a:gd name="connsiteX3" fmla="*/ 650503 w 650686"/>
                <a:gd name="connsiteY3" fmla="*/ 180130 h 900998"/>
                <a:gd name="connsiteX4" fmla="*/ 524263 w 650686"/>
                <a:gd name="connsiteY4" fmla="*/ 557667 h 900998"/>
                <a:gd name="connsiteX5" fmla="*/ 358912 w 650686"/>
                <a:gd name="connsiteY5" fmla="*/ 900229 h 900998"/>
                <a:gd name="connsiteX6" fmla="*/ 205463 w 650686"/>
                <a:gd name="connsiteY6" fmla="*/ 457358 h 900998"/>
                <a:gd name="connsiteX0" fmla="*/ 152666 w 652059"/>
                <a:gd name="connsiteY0" fmla="*/ 718959 h 905435"/>
                <a:gd name="connsiteX1" fmla="*/ 5038 w 652059"/>
                <a:gd name="connsiteY1" fmla="*/ 129655 h 905435"/>
                <a:gd name="connsiteX2" fmla="*/ 494694 w 652059"/>
                <a:gd name="connsiteY2" fmla="*/ 16253 h 905435"/>
                <a:gd name="connsiteX3" fmla="*/ 651876 w 652059"/>
                <a:gd name="connsiteY3" fmla="*/ 180130 h 905435"/>
                <a:gd name="connsiteX4" fmla="*/ 525636 w 652059"/>
                <a:gd name="connsiteY4" fmla="*/ 557667 h 905435"/>
                <a:gd name="connsiteX5" fmla="*/ 360285 w 652059"/>
                <a:gd name="connsiteY5" fmla="*/ 900229 h 905435"/>
                <a:gd name="connsiteX6" fmla="*/ 152666 w 652059"/>
                <a:gd name="connsiteY6" fmla="*/ 718959 h 905435"/>
                <a:gd name="connsiteX0" fmla="*/ 74209 w 658632"/>
                <a:gd name="connsiteY0" fmla="*/ 741796 h 908074"/>
                <a:gd name="connsiteX1" fmla="*/ 11611 w 658632"/>
                <a:gd name="connsiteY1" fmla="*/ 129655 h 908074"/>
                <a:gd name="connsiteX2" fmla="*/ 501267 w 658632"/>
                <a:gd name="connsiteY2" fmla="*/ 16253 h 908074"/>
                <a:gd name="connsiteX3" fmla="*/ 658449 w 658632"/>
                <a:gd name="connsiteY3" fmla="*/ 180130 h 908074"/>
                <a:gd name="connsiteX4" fmla="*/ 532209 w 658632"/>
                <a:gd name="connsiteY4" fmla="*/ 557667 h 908074"/>
                <a:gd name="connsiteX5" fmla="*/ 366858 w 658632"/>
                <a:gd name="connsiteY5" fmla="*/ 900229 h 908074"/>
                <a:gd name="connsiteX6" fmla="*/ 74209 w 658632"/>
                <a:gd name="connsiteY6" fmla="*/ 741796 h 908074"/>
                <a:gd name="connsiteX0" fmla="*/ 117104 w 701527"/>
                <a:gd name="connsiteY0" fmla="*/ 741796 h 906035"/>
                <a:gd name="connsiteX1" fmla="*/ 16468 w 701527"/>
                <a:gd name="connsiteY1" fmla="*/ 344738 h 906035"/>
                <a:gd name="connsiteX2" fmla="*/ 54506 w 701527"/>
                <a:gd name="connsiteY2" fmla="*/ 129655 h 906035"/>
                <a:gd name="connsiteX3" fmla="*/ 544162 w 701527"/>
                <a:gd name="connsiteY3" fmla="*/ 16253 h 906035"/>
                <a:gd name="connsiteX4" fmla="*/ 701344 w 701527"/>
                <a:gd name="connsiteY4" fmla="*/ 180130 h 906035"/>
                <a:gd name="connsiteX5" fmla="*/ 575104 w 701527"/>
                <a:gd name="connsiteY5" fmla="*/ 557667 h 906035"/>
                <a:gd name="connsiteX6" fmla="*/ 409753 w 701527"/>
                <a:gd name="connsiteY6" fmla="*/ 900229 h 906035"/>
                <a:gd name="connsiteX7" fmla="*/ 117104 w 701527"/>
                <a:gd name="connsiteY7" fmla="*/ 741796 h 906035"/>
                <a:gd name="connsiteX0" fmla="*/ 117104 w 701527"/>
                <a:gd name="connsiteY0" fmla="*/ 741796 h 906035"/>
                <a:gd name="connsiteX1" fmla="*/ 16468 w 701527"/>
                <a:gd name="connsiteY1" fmla="*/ 344738 h 906035"/>
                <a:gd name="connsiteX2" fmla="*/ 54506 w 701527"/>
                <a:gd name="connsiteY2" fmla="*/ 129655 h 906035"/>
                <a:gd name="connsiteX3" fmla="*/ 544162 w 701527"/>
                <a:gd name="connsiteY3" fmla="*/ 16253 h 906035"/>
                <a:gd name="connsiteX4" fmla="*/ 701344 w 701527"/>
                <a:gd name="connsiteY4" fmla="*/ 180130 h 906035"/>
                <a:gd name="connsiteX5" fmla="*/ 575104 w 701527"/>
                <a:gd name="connsiteY5" fmla="*/ 557667 h 906035"/>
                <a:gd name="connsiteX6" fmla="*/ 409753 w 701527"/>
                <a:gd name="connsiteY6" fmla="*/ 900229 h 906035"/>
                <a:gd name="connsiteX7" fmla="*/ 117104 w 701527"/>
                <a:gd name="connsiteY7" fmla="*/ 741796 h 906035"/>
                <a:gd name="connsiteX0" fmla="*/ 102387 w 686810"/>
                <a:gd name="connsiteY0" fmla="*/ 777214 h 941453"/>
                <a:gd name="connsiteX1" fmla="*/ 1751 w 686810"/>
                <a:gd name="connsiteY1" fmla="*/ 380156 h 941453"/>
                <a:gd name="connsiteX2" fmla="*/ 111651 w 686810"/>
                <a:gd name="connsiteY2" fmla="*/ 102344 h 941453"/>
                <a:gd name="connsiteX3" fmla="*/ 529445 w 686810"/>
                <a:gd name="connsiteY3" fmla="*/ 51671 h 941453"/>
                <a:gd name="connsiteX4" fmla="*/ 686627 w 686810"/>
                <a:gd name="connsiteY4" fmla="*/ 215548 h 941453"/>
                <a:gd name="connsiteX5" fmla="*/ 560387 w 686810"/>
                <a:gd name="connsiteY5" fmla="*/ 593085 h 941453"/>
                <a:gd name="connsiteX6" fmla="*/ 395036 w 686810"/>
                <a:gd name="connsiteY6" fmla="*/ 935647 h 941453"/>
                <a:gd name="connsiteX7" fmla="*/ 102387 w 686810"/>
                <a:gd name="connsiteY7" fmla="*/ 777214 h 941453"/>
                <a:gd name="connsiteX0" fmla="*/ 103440 w 687863"/>
                <a:gd name="connsiteY0" fmla="*/ 777214 h 941453"/>
                <a:gd name="connsiteX1" fmla="*/ 2804 w 687863"/>
                <a:gd name="connsiteY1" fmla="*/ 380156 h 941453"/>
                <a:gd name="connsiteX2" fmla="*/ 112704 w 687863"/>
                <a:gd name="connsiteY2" fmla="*/ 102344 h 941453"/>
                <a:gd name="connsiteX3" fmla="*/ 530498 w 687863"/>
                <a:gd name="connsiteY3" fmla="*/ 51671 h 941453"/>
                <a:gd name="connsiteX4" fmla="*/ 687680 w 687863"/>
                <a:gd name="connsiteY4" fmla="*/ 215548 h 941453"/>
                <a:gd name="connsiteX5" fmla="*/ 561440 w 687863"/>
                <a:gd name="connsiteY5" fmla="*/ 593085 h 941453"/>
                <a:gd name="connsiteX6" fmla="*/ 396089 w 687863"/>
                <a:gd name="connsiteY6" fmla="*/ 935647 h 941453"/>
                <a:gd name="connsiteX7" fmla="*/ 103440 w 687863"/>
                <a:gd name="connsiteY7" fmla="*/ 777214 h 941453"/>
                <a:gd name="connsiteX0" fmla="*/ 103440 w 687863"/>
                <a:gd name="connsiteY0" fmla="*/ 812243 h 976482"/>
                <a:gd name="connsiteX1" fmla="*/ 2804 w 687863"/>
                <a:gd name="connsiteY1" fmla="*/ 415185 h 976482"/>
                <a:gd name="connsiteX2" fmla="*/ 112704 w 687863"/>
                <a:gd name="connsiteY2" fmla="*/ 137373 h 976482"/>
                <a:gd name="connsiteX3" fmla="*/ 530498 w 687863"/>
                <a:gd name="connsiteY3" fmla="*/ 86700 h 976482"/>
                <a:gd name="connsiteX4" fmla="*/ 687680 w 687863"/>
                <a:gd name="connsiteY4" fmla="*/ 250577 h 976482"/>
                <a:gd name="connsiteX5" fmla="*/ 561440 w 687863"/>
                <a:gd name="connsiteY5" fmla="*/ 628114 h 976482"/>
                <a:gd name="connsiteX6" fmla="*/ 396089 w 687863"/>
                <a:gd name="connsiteY6" fmla="*/ 970676 h 976482"/>
                <a:gd name="connsiteX7" fmla="*/ 103440 w 687863"/>
                <a:gd name="connsiteY7" fmla="*/ 812243 h 976482"/>
                <a:gd name="connsiteX0" fmla="*/ 103440 w 711700"/>
                <a:gd name="connsiteY0" fmla="*/ 810315 h 974554"/>
                <a:gd name="connsiteX1" fmla="*/ 2804 w 711700"/>
                <a:gd name="connsiteY1" fmla="*/ 413257 h 974554"/>
                <a:gd name="connsiteX2" fmla="*/ 112704 w 711700"/>
                <a:gd name="connsiteY2" fmla="*/ 135445 h 974554"/>
                <a:gd name="connsiteX3" fmla="*/ 530498 w 711700"/>
                <a:gd name="connsiteY3" fmla="*/ 84772 h 974554"/>
                <a:gd name="connsiteX4" fmla="*/ 711550 w 711700"/>
                <a:gd name="connsiteY4" fmla="*/ 207658 h 974554"/>
                <a:gd name="connsiteX5" fmla="*/ 561440 w 711700"/>
                <a:gd name="connsiteY5" fmla="*/ 626186 h 974554"/>
                <a:gd name="connsiteX6" fmla="*/ 396089 w 711700"/>
                <a:gd name="connsiteY6" fmla="*/ 968748 h 974554"/>
                <a:gd name="connsiteX7" fmla="*/ 103440 w 711700"/>
                <a:gd name="connsiteY7" fmla="*/ 810315 h 974554"/>
                <a:gd name="connsiteX0" fmla="*/ 103440 w 711700"/>
                <a:gd name="connsiteY0" fmla="*/ 810315 h 1084155"/>
                <a:gd name="connsiteX1" fmla="*/ 2804 w 711700"/>
                <a:gd name="connsiteY1" fmla="*/ 413257 h 1084155"/>
                <a:gd name="connsiteX2" fmla="*/ 112704 w 711700"/>
                <a:gd name="connsiteY2" fmla="*/ 135445 h 1084155"/>
                <a:gd name="connsiteX3" fmla="*/ 530498 w 711700"/>
                <a:gd name="connsiteY3" fmla="*/ 84772 h 1084155"/>
                <a:gd name="connsiteX4" fmla="*/ 711550 w 711700"/>
                <a:gd name="connsiteY4" fmla="*/ 207658 h 1084155"/>
                <a:gd name="connsiteX5" fmla="*/ 561440 w 711700"/>
                <a:gd name="connsiteY5" fmla="*/ 626186 h 1084155"/>
                <a:gd name="connsiteX6" fmla="*/ 396089 w 711700"/>
                <a:gd name="connsiteY6" fmla="*/ 968748 h 1084155"/>
                <a:gd name="connsiteX7" fmla="*/ 205128 w 711700"/>
                <a:gd name="connsiteY7" fmla="*/ 1077838 h 1084155"/>
                <a:gd name="connsiteX8" fmla="*/ 103440 w 711700"/>
                <a:gd name="connsiteY8" fmla="*/ 810315 h 1084155"/>
                <a:gd name="connsiteX0" fmla="*/ 103440 w 711700"/>
                <a:gd name="connsiteY0" fmla="*/ 810315 h 1079061"/>
                <a:gd name="connsiteX1" fmla="*/ 2804 w 711700"/>
                <a:gd name="connsiteY1" fmla="*/ 413257 h 1079061"/>
                <a:gd name="connsiteX2" fmla="*/ 112704 w 711700"/>
                <a:gd name="connsiteY2" fmla="*/ 135445 h 1079061"/>
                <a:gd name="connsiteX3" fmla="*/ 530498 w 711700"/>
                <a:gd name="connsiteY3" fmla="*/ 84772 h 1079061"/>
                <a:gd name="connsiteX4" fmla="*/ 711550 w 711700"/>
                <a:gd name="connsiteY4" fmla="*/ 207658 h 1079061"/>
                <a:gd name="connsiteX5" fmla="*/ 561440 w 711700"/>
                <a:gd name="connsiteY5" fmla="*/ 626186 h 1079061"/>
                <a:gd name="connsiteX6" fmla="*/ 396089 w 711700"/>
                <a:gd name="connsiteY6" fmla="*/ 968748 h 1079061"/>
                <a:gd name="connsiteX7" fmla="*/ 205128 w 711700"/>
                <a:gd name="connsiteY7" fmla="*/ 1077838 h 1079061"/>
                <a:gd name="connsiteX8" fmla="*/ 165264 w 711700"/>
                <a:gd name="connsiteY8" fmla="*/ 926566 h 1079061"/>
                <a:gd name="connsiteX9" fmla="*/ 103440 w 711700"/>
                <a:gd name="connsiteY9" fmla="*/ 810315 h 1079061"/>
                <a:gd name="connsiteX0" fmla="*/ 175364 w 783624"/>
                <a:gd name="connsiteY0" fmla="*/ 810315 h 1079061"/>
                <a:gd name="connsiteX1" fmla="*/ 835 w 783624"/>
                <a:gd name="connsiteY1" fmla="*/ 401394 h 1079061"/>
                <a:gd name="connsiteX2" fmla="*/ 184628 w 783624"/>
                <a:gd name="connsiteY2" fmla="*/ 135445 h 1079061"/>
                <a:gd name="connsiteX3" fmla="*/ 602422 w 783624"/>
                <a:gd name="connsiteY3" fmla="*/ 84772 h 1079061"/>
                <a:gd name="connsiteX4" fmla="*/ 783474 w 783624"/>
                <a:gd name="connsiteY4" fmla="*/ 207658 h 1079061"/>
                <a:gd name="connsiteX5" fmla="*/ 633364 w 783624"/>
                <a:gd name="connsiteY5" fmla="*/ 626186 h 1079061"/>
                <a:gd name="connsiteX6" fmla="*/ 468013 w 783624"/>
                <a:gd name="connsiteY6" fmla="*/ 968748 h 1079061"/>
                <a:gd name="connsiteX7" fmla="*/ 277052 w 783624"/>
                <a:gd name="connsiteY7" fmla="*/ 1077838 h 1079061"/>
                <a:gd name="connsiteX8" fmla="*/ 237188 w 783624"/>
                <a:gd name="connsiteY8" fmla="*/ 926566 h 1079061"/>
                <a:gd name="connsiteX9" fmla="*/ 175364 w 783624"/>
                <a:gd name="connsiteY9" fmla="*/ 810315 h 1079061"/>
                <a:gd name="connsiteX0" fmla="*/ 175364 w 783624"/>
                <a:gd name="connsiteY0" fmla="*/ 810315 h 1079061"/>
                <a:gd name="connsiteX1" fmla="*/ 835 w 783624"/>
                <a:gd name="connsiteY1" fmla="*/ 401394 h 1079061"/>
                <a:gd name="connsiteX2" fmla="*/ 184628 w 783624"/>
                <a:gd name="connsiteY2" fmla="*/ 135445 h 1079061"/>
                <a:gd name="connsiteX3" fmla="*/ 602422 w 783624"/>
                <a:gd name="connsiteY3" fmla="*/ 84772 h 1079061"/>
                <a:gd name="connsiteX4" fmla="*/ 783474 w 783624"/>
                <a:gd name="connsiteY4" fmla="*/ 207658 h 1079061"/>
                <a:gd name="connsiteX5" fmla="*/ 633364 w 783624"/>
                <a:gd name="connsiteY5" fmla="*/ 626186 h 1079061"/>
                <a:gd name="connsiteX6" fmla="*/ 468013 w 783624"/>
                <a:gd name="connsiteY6" fmla="*/ 968748 h 1079061"/>
                <a:gd name="connsiteX7" fmla="*/ 277052 w 783624"/>
                <a:gd name="connsiteY7" fmla="*/ 1077838 h 1079061"/>
                <a:gd name="connsiteX8" fmla="*/ 237188 w 783624"/>
                <a:gd name="connsiteY8" fmla="*/ 926566 h 1079061"/>
                <a:gd name="connsiteX9" fmla="*/ 175364 w 783624"/>
                <a:gd name="connsiteY9" fmla="*/ 810315 h 1079061"/>
                <a:gd name="connsiteX0" fmla="*/ 198396 w 783624"/>
                <a:gd name="connsiteY0" fmla="*/ 781043 h 1079061"/>
                <a:gd name="connsiteX1" fmla="*/ 835 w 783624"/>
                <a:gd name="connsiteY1" fmla="*/ 401394 h 1079061"/>
                <a:gd name="connsiteX2" fmla="*/ 184628 w 783624"/>
                <a:gd name="connsiteY2" fmla="*/ 135445 h 1079061"/>
                <a:gd name="connsiteX3" fmla="*/ 602422 w 783624"/>
                <a:gd name="connsiteY3" fmla="*/ 84772 h 1079061"/>
                <a:gd name="connsiteX4" fmla="*/ 783474 w 783624"/>
                <a:gd name="connsiteY4" fmla="*/ 207658 h 1079061"/>
                <a:gd name="connsiteX5" fmla="*/ 633364 w 783624"/>
                <a:gd name="connsiteY5" fmla="*/ 626186 h 1079061"/>
                <a:gd name="connsiteX6" fmla="*/ 468013 w 783624"/>
                <a:gd name="connsiteY6" fmla="*/ 968748 h 1079061"/>
                <a:gd name="connsiteX7" fmla="*/ 277052 w 783624"/>
                <a:gd name="connsiteY7" fmla="*/ 1077838 h 1079061"/>
                <a:gd name="connsiteX8" fmla="*/ 237188 w 783624"/>
                <a:gd name="connsiteY8" fmla="*/ 926566 h 1079061"/>
                <a:gd name="connsiteX9" fmla="*/ 198396 w 783624"/>
                <a:gd name="connsiteY9" fmla="*/ 781043 h 1079061"/>
                <a:gd name="connsiteX0" fmla="*/ 198396 w 783624"/>
                <a:gd name="connsiteY0" fmla="*/ 781043 h 1107628"/>
                <a:gd name="connsiteX1" fmla="*/ 835 w 783624"/>
                <a:gd name="connsiteY1" fmla="*/ 401394 h 1107628"/>
                <a:gd name="connsiteX2" fmla="*/ 184628 w 783624"/>
                <a:gd name="connsiteY2" fmla="*/ 135445 h 1107628"/>
                <a:gd name="connsiteX3" fmla="*/ 602422 w 783624"/>
                <a:gd name="connsiteY3" fmla="*/ 84772 h 1107628"/>
                <a:gd name="connsiteX4" fmla="*/ 783474 w 783624"/>
                <a:gd name="connsiteY4" fmla="*/ 207658 h 1107628"/>
                <a:gd name="connsiteX5" fmla="*/ 633364 w 783624"/>
                <a:gd name="connsiteY5" fmla="*/ 626186 h 1107628"/>
                <a:gd name="connsiteX6" fmla="*/ 468013 w 783624"/>
                <a:gd name="connsiteY6" fmla="*/ 968748 h 1107628"/>
                <a:gd name="connsiteX7" fmla="*/ 266978 w 783624"/>
                <a:gd name="connsiteY7" fmla="*/ 1106787 h 1107628"/>
                <a:gd name="connsiteX8" fmla="*/ 237188 w 783624"/>
                <a:gd name="connsiteY8" fmla="*/ 926566 h 1107628"/>
                <a:gd name="connsiteX9" fmla="*/ 198396 w 783624"/>
                <a:gd name="connsiteY9" fmla="*/ 781043 h 1107628"/>
                <a:gd name="connsiteX0" fmla="*/ 198396 w 783624"/>
                <a:gd name="connsiteY0" fmla="*/ 781043 h 1107628"/>
                <a:gd name="connsiteX1" fmla="*/ 835 w 783624"/>
                <a:gd name="connsiteY1" fmla="*/ 401394 h 1107628"/>
                <a:gd name="connsiteX2" fmla="*/ 184628 w 783624"/>
                <a:gd name="connsiteY2" fmla="*/ 135445 h 1107628"/>
                <a:gd name="connsiteX3" fmla="*/ 602422 w 783624"/>
                <a:gd name="connsiteY3" fmla="*/ 84772 h 1107628"/>
                <a:gd name="connsiteX4" fmla="*/ 783474 w 783624"/>
                <a:gd name="connsiteY4" fmla="*/ 207658 h 1107628"/>
                <a:gd name="connsiteX5" fmla="*/ 633364 w 783624"/>
                <a:gd name="connsiteY5" fmla="*/ 626186 h 1107628"/>
                <a:gd name="connsiteX6" fmla="*/ 468013 w 783624"/>
                <a:gd name="connsiteY6" fmla="*/ 968748 h 1107628"/>
                <a:gd name="connsiteX7" fmla="*/ 266978 w 783624"/>
                <a:gd name="connsiteY7" fmla="*/ 1106787 h 1107628"/>
                <a:gd name="connsiteX8" fmla="*/ 237188 w 783624"/>
                <a:gd name="connsiteY8" fmla="*/ 926566 h 1107628"/>
                <a:gd name="connsiteX9" fmla="*/ 198396 w 783624"/>
                <a:gd name="connsiteY9" fmla="*/ 781043 h 1107628"/>
                <a:gd name="connsiteX0" fmla="*/ 198396 w 783624"/>
                <a:gd name="connsiteY0" fmla="*/ 781043 h 1107628"/>
                <a:gd name="connsiteX1" fmla="*/ 835 w 783624"/>
                <a:gd name="connsiteY1" fmla="*/ 401394 h 1107628"/>
                <a:gd name="connsiteX2" fmla="*/ 184628 w 783624"/>
                <a:gd name="connsiteY2" fmla="*/ 135445 h 1107628"/>
                <a:gd name="connsiteX3" fmla="*/ 602422 w 783624"/>
                <a:gd name="connsiteY3" fmla="*/ 84772 h 1107628"/>
                <a:gd name="connsiteX4" fmla="*/ 783474 w 783624"/>
                <a:gd name="connsiteY4" fmla="*/ 207658 h 1107628"/>
                <a:gd name="connsiteX5" fmla="*/ 633364 w 783624"/>
                <a:gd name="connsiteY5" fmla="*/ 626186 h 1107628"/>
                <a:gd name="connsiteX6" fmla="*/ 468013 w 783624"/>
                <a:gd name="connsiteY6" fmla="*/ 968748 h 1107628"/>
                <a:gd name="connsiteX7" fmla="*/ 266978 w 783624"/>
                <a:gd name="connsiteY7" fmla="*/ 1106787 h 1107628"/>
                <a:gd name="connsiteX8" fmla="*/ 237188 w 783624"/>
                <a:gd name="connsiteY8" fmla="*/ 926566 h 1107628"/>
                <a:gd name="connsiteX9" fmla="*/ 198396 w 783624"/>
                <a:gd name="connsiteY9" fmla="*/ 781043 h 1107628"/>
                <a:gd name="connsiteX0" fmla="*/ 198396 w 783624"/>
                <a:gd name="connsiteY0" fmla="*/ 781043 h 1114783"/>
                <a:gd name="connsiteX1" fmla="*/ 835 w 783624"/>
                <a:gd name="connsiteY1" fmla="*/ 401394 h 1114783"/>
                <a:gd name="connsiteX2" fmla="*/ 184628 w 783624"/>
                <a:gd name="connsiteY2" fmla="*/ 135445 h 1114783"/>
                <a:gd name="connsiteX3" fmla="*/ 602422 w 783624"/>
                <a:gd name="connsiteY3" fmla="*/ 84772 h 1114783"/>
                <a:gd name="connsiteX4" fmla="*/ 783474 w 783624"/>
                <a:gd name="connsiteY4" fmla="*/ 207658 h 1114783"/>
                <a:gd name="connsiteX5" fmla="*/ 633364 w 783624"/>
                <a:gd name="connsiteY5" fmla="*/ 626186 h 1114783"/>
                <a:gd name="connsiteX6" fmla="*/ 468013 w 783624"/>
                <a:gd name="connsiteY6" fmla="*/ 968748 h 1114783"/>
                <a:gd name="connsiteX7" fmla="*/ 381014 w 783624"/>
                <a:gd name="connsiteY7" fmla="*/ 1081281 h 1114783"/>
                <a:gd name="connsiteX8" fmla="*/ 266978 w 783624"/>
                <a:gd name="connsiteY8" fmla="*/ 1106787 h 1114783"/>
                <a:gd name="connsiteX9" fmla="*/ 237188 w 783624"/>
                <a:gd name="connsiteY9" fmla="*/ 926566 h 1114783"/>
                <a:gd name="connsiteX10" fmla="*/ 198396 w 783624"/>
                <a:gd name="connsiteY10" fmla="*/ 781043 h 1114783"/>
                <a:gd name="connsiteX0" fmla="*/ 201888 w 783624"/>
                <a:gd name="connsiteY0" fmla="*/ 772093 h 1114783"/>
                <a:gd name="connsiteX1" fmla="*/ 835 w 783624"/>
                <a:gd name="connsiteY1" fmla="*/ 401394 h 1114783"/>
                <a:gd name="connsiteX2" fmla="*/ 184628 w 783624"/>
                <a:gd name="connsiteY2" fmla="*/ 135445 h 1114783"/>
                <a:gd name="connsiteX3" fmla="*/ 602422 w 783624"/>
                <a:gd name="connsiteY3" fmla="*/ 84772 h 1114783"/>
                <a:gd name="connsiteX4" fmla="*/ 783474 w 783624"/>
                <a:gd name="connsiteY4" fmla="*/ 207658 h 1114783"/>
                <a:gd name="connsiteX5" fmla="*/ 633364 w 783624"/>
                <a:gd name="connsiteY5" fmla="*/ 626186 h 1114783"/>
                <a:gd name="connsiteX6" fmla="*/ 468013 w 783624"/>
                <a:gd name="connsiteY6" fmla="*/ 968748 h 1114783"/>
                <a:gd name="connsiteX7" fmla="*/ 381014 w 783624"/>
                <a:gd name="connsiteY7" fmla="*/ 1081281 h 1114783"/>
                <a:gd name="connsiteX8" fmla="*/ 266978 w 783624"/>
                <a:gd name="connsiteY8" fmla="*/ 1106787 h 1114783"/>
                <a:gd name="connsiteX9" fmla="*/ 237188 w 783624"/>
                <a:gd name="connsiteY9" fmla="*/ 926566 h 1114783"/>
                <a:gd name="connsiteX10" fmla="*/ 201888 w 783624"/>
                <a:gd name="connsiteY10" fmla="*/ 772093 h 1114783"/>
                <a:gd name="connsiteX0" fmla="*/ 168695 w 783624"/>
                <a:gd name="connsiteY0" fmla="*/ 784599 h 1114783"/>
                <a:gd name="connsiteX1" fmla="*/ 835 w 783624"/>
                <a:gd name="connsiteY1" fmla="*/ 401394 h 1114783"/>
                <a:gd name="connsiteX2" fmla="*/ 184628 w 783624"/>
                <a:gd name="connsiteY2" fmla="*/ 135445 h 1114783"/>
                <a:gd name="connsiteX3" fmla="*/ 602422 w 783624"/>
                <a:gd name="connsiteY3" fmla="*/ 84772 h 1114783"/>
                <a:gd name="connsiteX4" fmla="*/ 783474 w 783624"/>
                <a:gd name="connsiteY4" fmla="*/ 207658 h 1114783"/>
                <a:gd name="connsiteX5" fmla="*/ 633364 w 783624"/>
                <a:gd name="connsiteY5" fmla="*/ 626186 h 1114783"/>
                <a:gd name="connsiteX6" fmla="*/ 468013 w 783624"/>
                <a:gd name="connsiteY6" fmla="*/ 968748 h 1114783"/>
                <a:gd name="connsiteX7" fmla="*/ 381014 w 783624"/>
                <a:gd name="connsiteY7" fmla="*/ 1081281 h 1114783"/>
                <a:gd name="connsiteX8" fmla="*/ 266978 w 783624"/>
                <a:gd name="connsiteY8" fmla="*/ 1106787 h 1114783"/>
                <a:gd name="connsiteX9" fmla="*/ 237188 w 783624"/>
                <a:gd name="connsiteY9" fmla="*/ 926566 h 1114783"/>
                <a:gd name="connsiteX10" fmla="*/ 168695 w 783624"/>
                <a:gd name="connsiteY10" fmla="*/ 784599 h 1114783"/>
                <a:gd name="connsiteX0" fmla="*/ 168695 w 783624"/>
                <a:gd name="connsiteY0" fmla="*/ 784599 h 1114783"/>
                <a:gd name="connsiteX1" fmla="*/ 835 w 783624"/>
                <a:gd name="connsiteY1" fmla="*/ 401394 h 1114783"/>
                <a:gd name="connsiteX2" fmla="*/ 184628 w 783624"/>
                <a:gd name="connsiteY2" fmla="*/ 135445 h 1114783"/>
                <a:gd name="connsiteX3" fmla="*/ 602422 w 783624"/>
                <a:gd name="connsiteY3" fmla="*/ 84772 h 1114783"/>
                <a:gd name="connsiteX4" fmla="*/ 783474 w 783624"/>
                <a:gd name="connsiteY4" fmla="*/ 207658 h 1114783"/>
                <a:gd name="connsiteX5" fmla="*/ 633364 w 783624"/>
                <a:gd name="connsiteY5" fmla="*/ 626186 h 1114783"/>
                <a:gd name="connsiteX6" fmla="*/ 468013 w 783624"/>
                <a:gd name="connsiteY6" fmla="*/ 968748 h 1114783"/>
                <a:gd name="connsiteX7" fmla="*/ 381014 w 783624"/>
                <a:gd name="connsiteY7" fmla="*/ 1081281 h 1114783"/>
                <a:gd name="connsiteX8" fmla="*/ 266978 w 783624"/>
                <a:gd name="connsiteY8" fmla="*/ 1106787 h 1114783"/>
                <a:gd name="connsiteX9" fmla="*/ 203725 w 783624"/>
                <a:gd name="connsiteY9" fmla="*/ 964822 h 1114783"/>
                <a:gd name="connsiteX10" fmla="*/ 168695 w 783624"/>
                <a:gd name="connsiteY10" fmla="*/ 784599 h 1114783"/>
                <a:gd name="connsiteX0" fmla="*/ 168695 w 783624"/>
                <a:gd name="connsiteY0" fmla="*/ 784599 h 1156044"/>
                <a:gd name="connsiteX1" fmla="*/ 835 w 783624"/>
                <a:gd name="connsiteY1" fmla="*/ 401394 h 1156044"/>
                <a:gd name="connsiteX2" fmla="*/ 184628 w 783624"/>
                <a:gd name="connsiteY2" fmla="*/ 135445 h 1156044"/>
                <a:gd name="connsiteX3" fmla="*/ 602422 w 783624"/>
                <a:gd name="connsiteY3" fmla="*/ 84772 h 1156044"/>
                <a:gd name="connsiteX4" fmla="*/ 783474 w 783624"/>
                <a:gd name="connsiteY4" fmla="*/ 207658 h 1156044"/>
                <a:gd name="connsiteX5" fmla="*/ 633364 w 783624"/>
                <a:gd name="connsiteY5" fmla="*/ 626186 h 1156044"/>
                <a:gd name="connsiteX6" fmla="*/ 468013 w 783624"/>
                <a:gd name="connsiteY6" fmla="*/ 968748 h 1156044"/>
                <a:gd name="connsiteX7" fmla="*/ 381014 w 783624"/>
                <a:gd name="connsiteY7" fmla="*/ 1081281 h 1156044"/>
                <a:gd name="connsiteX8" fmla="*/ 241404 w 783624"/>
                <a:gd name="connsiteY8" fmla="*/ 1152230 h 1156044"/>
                <a:gd name="connsiteX9" fmla="*/ 203725 w 783624"/>
                <a:gd name="connsiteY9" fmla="*/ 964822 h 1156044"/>
                <a:gd name="connsiteX10" fmla="*/ 168695 w 783624"/>
                <a:gd name="connsiteY10" fmla="*/ 784599 h 1156044"/>
                <a:gd name="connsiteX0" fmla="*/ 168695 w 716140"/>
                <a:gd name="connsiteY0" fmla="*/ 786318 h 1157763"/>
                <a:gd name="connsiteX1" fmla="*/ 835 w 716140"/>
                <a:gd name="connsiteY1" fmla="*/ 403113 h 1157763"/>
                <a:gd name="connsiteX2" fmla="*/ 184628 w 716140"/>
                <a:gd name="connsiteY2" fmla="*/ 137164 h 1157763"/>
                <a:gd name="connsiteX3" fmla="*/ 602422 w 716140"/>
                <a:gd name="connsiteY3" fmla="*/ 86491 h 1157763"/>
                <a:gd name="connsiteX4" fmla="*/ 715834 w 716140"/>
                <a:gd name="connsiteY4" fmla="*/ 245957 h 1157763"/>
                <a:gd name="connsiteX5" fmla="*/ 633364 w 716140"/>
                <a:gd name="connsiteY5" fmla="*/ 627905 h 1157763"/>
                <a:gd name="connsiteX6" fmla="*/ 468013 w 716140"/>
                <a:gd name="connsiteY6" fmla="*/ 970467 h 1157763"/>
                <a:gd name="connsiteX7" fmla="*/ 381014 w 716140"/>
                <a:gd name="connsiteY7" fmla="*/ 1083000 h 1157763"/>
                <a:gd name="connsiteX8" fmla="*/ 241404 w 716140"/>
                <a:gd name="connsiteY8" fmla="*/ 1153949 h 1157763"/>
                <a:gd name="connsiteX9" fmla="*/ 203725 w 716140"/>
                <a:gd name="connsiteY9" fmla="*/ 966541 h 1157763"/>
                <a:gd name="connsiteX10" fmla="*/ 168695 w 716140"/>
                <a:gd name="connsiteY10" fmla="*/ 786318 h 115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140" h="1157763">
                  <a:moveTo>
                    <a:pt x="168695" y="786318"/>
                  </a:moveTo>
                  <a:cubicBezTo>
                    <a:pt x="134880" y="692413"/>
                    <a:pt x="51836" y="643444"/>
                    <a:pt x="835" y="403113"/>
                  </a:cubicBezTo>
                  <a:cubicBezTo>
                    <a:pt x="-9598" y="301090"/>
                    <a:pt x="79196" y="211906"/>
                    <a:pt x="184628" y="137164"/>
                  </a:cubicBezTo>
                  <a:cubicBezTo>
                    <a:pt x="362204" y="-126948"/>
                    <a:pt x="513888" y="68359"/>
                    <a:pt x="602422" y="86491"/>
                  </a:cubicBezTo>
                  <a:cubicBezTo>
                    <a:pt x="690956" y="104623"/>
                    <a:pt x="710677" y="155721"/>
                    <a:pt x="715834" y="245957"/>
                  </a:cubicBezTo>
                  <a:cubicBezTo>
                    <a:pt x="720991" y="336193"/>
                    <a:pt x="659654" y="528779"/>
                    <a:pt x="633364" y="627905"/>
                  </a:cubicBezTo>
                  <a:cubicBezTo>
                    <a:pt x="607075" y="727031"/>
                    <a:pt x="510071" y="894618"/>
                    <a:pt x="468013" y="970467"/>
                  </a:cubicBezTo>
                  <a:cubicBezTo>
                    <a:pt x="425955" y="1046316"/>
                    <a:pt x="414520" y="1059994"/>
                    <a:pt x="381014" y="1083000"/>
                  </a:cubicBezTo>
                  <a:cubicBezTo>
                    <a:pt x="347508" y="1106006"/>
                    <a:pt x="266987" y="1174560"/>
                    <a:pt x="241404" y="1153949"/>
                  </a:cubicBezTo>
                  <a:cubicBezTo>
                    <a:pt x="215821" y="1133338"/>
                    <a:pt x="166402" y="1106102"/>
                    <a:pt x="203725" y="966541"/>
                  </a:cubicBezTo>
                  <a:cubicBezTo>
                    <a:pt x="198930" y="917430"/>
                    <a:pt x="202510" y="880223"/>
                    <a:pt x="168695" y="786318"/>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55">
              <a:extLst>
                <a:ext uri="{FF2B5EF4-FFF2-40B4-BE49-F238E27FC236}">
                  <a16:creationId xmlns:a16="http://schemas.microsoft.com/office/drawing/2014/main" id="{78DB03FE-1C03-AB6C-424A-3A73552C771E}"/>
                </a:ext>
              </a:extLst>
            </p:cNvPr>
            <p:cNvSpPr/>
            <p:nvPr/>
          </p:nvSpPr>
          <p:spPr>
            <a:xfrm rot="11841953" flipH="1">
              <a:off x="10978273" y="1686026"/>
              <a:ext cx="1515707" cy="2272224"/>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05463 w 655207"/>
                <a:gd name="connsiteY0" fmla="*/ 417630 h 861270"/>
                <a:gd name="connsiteX1" fmla="*/ 3665 w 655207"/>
                <a:gd name="connsiteY1" fmla="*/ 89927 h 861270"/>
                <a:gd name="connsiteX2" fmla="*/ 396332 w 655207"/>
                <a:gd name="connsiteY2" fmla="*/ 65659 h 861270"/>
                <a:gd name="connsiteX3" fmla="*/ 650503 w 655207"/>
                <a:gd name="connsiteY3" fmla="*/ 140402 h 861270"/>
                <a:gd name="connsiteX4" fmla="*/ 524263 w 655207"/>
                <a:gd name="connsiteY4" fmla="*/ 517939 h 861270"/>
                <a:gd name="connsiteX5" fmla="*/ 358912 w 655207"/>
                <a:gd name="connsiteY5" fmla="*/ 860501 h 861270"/>
                <a:gd name="connsiteX6" fmla="*/ 205463 w 655207"/>
                <a:gd name="connsiteY6" fmla="*/ 417630 h 861270"/>
                <a:gd name="connsiteX0" fmla="*/ 205463 w 650686"/>
                <a:gd name="connsiteY0" fmla="*/ 457358 h 900998"/>
                <a:gd name="connsiteX1" fmla="*/ 3665 w 650686"/>
                <a:gd name="connsiteY1" fmla="*/ 129655 h 900998"/>
                <a:gd name="connsiteX2" fmla="*/ 493321 w 650686"/>
                <a:gd name="connsiteY2" fmla="*/ 16253 h 900998"/>
                <a:gd name="connsiteX3" fmla="*/ 650503 w 650686"/>
                <a:gd name="connsiteY3" fmla="*/ 180130 h 900998"/>
                <a:gd name="connsiteX4" fmla="*/ 524263 w 650686"/>
                <a:gd name="connsiteY4" fmla="*/ 557667 h 900998"/>
                <a:gd name="connsiteX5" fmla="*/ 358912 w 650686"/>
                <a:gd name="connsiteY5" fmla="*/ 900229 h 900998"/>
                <a:gd name="connsiteX6" fmla="*/ 205463 w 650686"/>
                <a:gd name="connsiteY6" fmla="*/ 457358 h 900998"/>
                <a:gd name="connsiteX0" fmla="*/ 152666 w 652059"/>
                <a:gd name="connsiteY0" fmla="*/ 718959 h 905435"/>
                <a:gd name="connsiteX1" fmla="*/ 5038 w 652059"/>
                <a:gd name="connsiteY1" fmla="*/ 129655 h 905435"/>
                <a:gd name="connsiteX2" fmla="*/ 494694 w 652059"/>
                <a:gd name="connsiteY2" fmla="*/ 16253 h 905435"/>
                <a:gd name="connsiteX3" fmla="*/ 651876 w 652059"/>
                <a:gd name="connsiteY3" fmla="*/ 180130 h 905435"/>
                <a:gd name="connsiteX4" fmla="*/ 525636 w 652059"/>
                <a:gd name="connsiteY4" fmla="*/ 557667 h 905435"/>
                <a:gd name="connsiteX5" fmla="*/ 360285 w 652059"/>
                <a:gd name="connsiteY5" fmla="*/ 900229 h 905435"/>
                <a:gd name="connsiteX6" fmla="*/ 152666 w 652059"/>
                <a:gd name="connsiteY6" fmla="*/ 718959 h 905435"/>
                <a:gd name="connsiteX0" fmla="*/ 74209 w 658632"/>
                <a:gd name="connsiteY0" fmla="*/ 741796 h 908074"/>
                <a:gd name="connsiteX1" fmla="*/ 11611 w 658632"/>
                <a:gd name="connsiteY1" fmla="*/ 129655 h 908074"/>
                <a:gd name="connsiteX2" fmla="*/ 501267 w 658632"/>
                <a:gd name="connsiteY2" fmla="*/ 16253 h 908074"/>
                <a:gd name="connsiteX3" fmla="*/ 658449 w 658632"/>
                <a:gd name="connsiteY3" fmla="*/ 180130 h 908074"/>
                <a:gd name="connsiteX4" fmla="*/ 532209 w 658632"/>
                <a:gd name="connsiteY4" fmla="*/ 557667 h 908074"/>
                <a:gd name="connsiteX5" fmla="*/ 366858 w 658632"/>
                <a:gd name="connsiteY5" fmla="*/ 900229 h 908074"/>
                <a:gd name="connsiteX6" fmla="*/ 74209 w 658632"/>
                <a:gd name="connsiteY6" fmla="*/ 741796 h 908074"/>
                <a:gd name="connsiteX0" fmla="*/ 69930 w 654353"/>
                <a:gd name="connsiteY0" fmla="*/ 741796 h 1019223"/>
                <a:gd name="connsiteX1" fmla="*/ 7332 w 654353"/>
                <a:gd name="connsiteY1" fmla="*/ 129655 h 1019223"/>
                <a:gd name="connsiteX2" fmla="*/ 496988 w 654353"/>
                <a:gd name="connsiteY2" fmla="*/ 16253 h 1019223"/>
                <a:gd name="connsiteX3" fmla="*/ 654170 w 654353"/>
                <a:gd name="connsiteY3" fmla="*/ 180130 h 1019223"/>
                <a:gd name="connsiteX4" fmla="*/ 527930 w 654353"/>
                <a:gd name="connsiteY4" fmla="*/ 557667 h 1019223"/>
                <a:gd name="connsiteX5" fmla="*/ 362579 w 654353"/>
                <a:gd name="connsiteY5" fmla="*/ 900229 h 1019223"/>
                <a:gd name="connsiteX6" fmla="*/ 112918 w 654353"/>
                <a:gd name="connsiteY6" fmla="*/ 1013128 h 1019223"/>
                <a:gd name="connsiteX7" fmla="*/ 69930 w 654353"/>
                <a:gd name="connsiteY7" fmla="*/ 741796 h 1019223"/>
                <a:gd name="connsiteX0" fmla="*/ 102227 w 686650"/>
                <a:gd name="connsiteY0" fmla="*/ 741796 h 1019223"/>
                <a:gd name="connsiteX1" fmla="*/ 39629 w 686650"/>
                <a:gd name="connsiteY1" fmla="*/ 129655 h 1019223"/>
                <a:gd name="connsiteX2" fmla="*/ 529285 w 686650"/>
                <a:gd name="connsiteY2" fmla="*/ 16253 h 1019223"/>
                <a:gd name="connsiteX3" fmla="*/ 686467 w 686650"/>
                <a:gd name="connsiteY3" fmla="*/ 180130 h 1019223"/>
                <a:gd name="connsiteX4" fmla="*/ 560227 w 686650"/>
                <a:gd name="connsiteY4" fmla="*/ 557667 h 1019223"/>
                <a:gd name="connsiteX5" fmla="*/ 394876 w 686650"/>
                <a:gd name="connsiteY5" fmla="*/ 900229 h 1019223"/>
                <a:gd name="connsiteX6" fmla="*/ 145215 w 686650"/>
                <a:gd name="connsiteY6" fmla="*/ 1013128 h 1019223"/>
                <a:gd name="connsiteX7" fmla="*/ 102227 w 686650"/>
                <a:gd name="connsiteY7" fmla="*/ 741796 h 1019223"/>
                <a:gd name="connsiteX0" fmla="*/ 102227 w 686650"/>
                <a:gd name="connsiteY0" fmla="*/ 812935 h 1090362"/>
                <a:gd name="connsiteX1" fmla="*/ 39629 w 686650"/>
                <a:gd name="connsiteY1" fmla="*/ 200794 h 1090362"/>
                <a:gd name="connsiteX2" fmla="*/ 291459 w 686650"/>
                <a:gd name="connsiteY2" fmla="*/ 3517 h 1090362"/>
                <a:gd name="connsiteX3" fmla="*/ 529285 w 686650"/>
                <a:gd name="connsiteY3" fmla="*/ 87392 h 1090362"/>
                <a:gd name="connsiteX4" fmla="*/ 686467 w 686650"/>
                <a:gd name="connsiteY4" fmla="*/ 251269 h 1090362"/>
                <a:gd name="connsiteX5" fmla="*/ 560227 w 686650"/>
                <a:gd name="connsiteY5" fmla="*/ 628806 h 1090362"/>
                <a:gd name="connsiteX6" fmla="*/ 394876 w 686650"/>
                <a:gd name="connsiteY6" fmla="*/ 971368 h 1090362"/>
                <a:gd name="connsiteX7" fmla="*/ 145215 w 686650"/>
                <a:gd name="connsiteY7" fmla="*/ 1084267 h 1090362"/>
                <a:gd name="connsiteX8" fmla="*/ 102227 w 686650"/>
                <a:gd name="connsiteY8" fmla="*/ 812935 h 1090362"/>
                <a:gd name="connsiteX0" fmla="*/ 102227 w 711423"/>
                <a:gd name="connsiteY0" fmla="*/ 812784 h 1090211"/>
                <a:gd name="connsiteX1" fmla="*/ 39629 w 711423"/>
                <a:gd name="connsiteY1" fmla="*/ 200643 h 1090211"/>
                <a:gd name="connsiteX2" fmla="*/ 291459 w 711423"/>
                <a:gd name="connsiteY2" fmla="*/ 3366 h 1090211"/>
                <a:gd name="connsiteX3" fmla="*/ 529285 w 711423"/>
                <a:gd name="connsiteY3" fmla="*/ 87241 h 1090211"/>
                <a:gd name="connsiteX4" fmla="*/ 711274 w 711423"/>
                <a:gd name="connsiteY4" fmla="*/ 228854 h 1090211"/>
                <a:gd name="connsiteX5" fmla="*/ 560227 w 711423"/>
                <a:gd name="connsiteY5" fmla="*/ 628655 h 1090211"/>
                <a:gd name="connsiteX6" fmla="*/ 394876 w 711423"/>
                <a:gd name="connsiteY6" fmla="*/ 971217 h 1090211"/>
                <a:gd name="connsiteX7" fmla="*/ 145215 w 711423"/>
                <a:gd name="connsiteY7" fmla="*/ 1084116 h 1090211"/>
                <a:gd name="connsiteX8" fmla="*/ 102227 w 711423"/>
                <a:gd name="connsiteY8" fmla="*/ 812784 h 1090211"/>
                <a:gd name="connsiteX0" fmla="*/ 102227 w 711423"/>
                <a:gd name="connsiteY0" fmla="*/ 812784 h 1090211"/>
                <a:gd name="connsiteX1" fmla="*/ 39629 w 711423"/>
                <a:gd name="connsiteY1" fmla="*/ 200643 h 1090211"/>
                <a:gd name="connsiteX2" fmla="*/ 291459 w 711423"/>
                <a:gd name="connsiteY2" fmla="*/ 3366 h 1090211"/>
                <a:gd name="connsiteX3" fmla="*/ 529285 w 711423"/>
                <a:gd name="connsiteY3" fmla="*/ 87241 h 1090211"/>
                <a:gd name="connsiteX4" fmla="*/ 711274 w 711423"/>
                <a:gd name="connsiteY4" fmla="*/ 228854 h 1090211"/>
                <a:gd name="connsiteX5" fmla="*/ 560227 w 711423"/>
                <a:gd name="connsiteY5" fmla="*/ 628655 h 1090211"/>
                <a:gd name="connsiteX6" fmla="*/ 394876 w 711423"/>
                <a:gd name="connsiteY6" fmla="*/ 971217 h 1090211"/>
                <a:gd name="connsiteX7" fmla="*/ 145215 w 711423"/>
                <a:gd name="connsiteY7" fmla="*/ 1084116 h 1090211"/>
                <a:gd name="connsiteX8" fmla="*/ 102227 w 711423"/>
                <a:gd name="connsiteY8" fmla="*/ 812784 h 1090211"/>
                <a:gd name="connsiteX0" fmla="*/ 92367 w 701563"/>
                <a:gd name="connsiteY0" fmla="*/ 812784 h 1090211"/>
                <a:gd name="connsiteX1" fmla="*/ 12718 w 701563"/>
                <a:gd name="connsiteY1" fmla="*/ 470895 h 1090211"/>
                <a:gd name="connsiteX2" fmla="*/ 29769 w 701563"/>
                <a:gd name="connsiteY2" fmla="*/ 200643 h 1090211"/>
                <a:gd name="connsiteX3" fmla="*/ 281599 w 701563"/>
                <a:gd name="connsiteY3" fmla="*/ 3366 h 1090211"/>
                <a:gd name="connsiteX4" fmla="*/ 519425 w 701563"/>
                <a:gd name="connsiteY4" fmla="*/ 87241 h 1090211"/>
                <a:gd name="connsiteX5" fmla="*/ 701414 w 701563"/>
                <a:gd name="connsiteY5" fmla="*/ 228854 h 1090211"/>
                <a:gd name="connsiteX6" fmla="*/ 550367 w 701563"/>
                <a:gd name="connsiteY6" fmla="*/ 628655 h 1090211"/>
                <a:gd name="connsiteX7" fmla="*/ 385016 w 701563"/>
                <a:gd name="connsiteY7" fmla="*/ 971217 h 1090211"/>
                <a:gd name="connsiteX8" fmla="*/ 135355 w 701563"/>
                <a:gd name="connsiteY8" fmla="*/ 1084116 h 1090211"/>
                <a:gd name="connsiteX9" fmla="*/ 92367 w 701563"/>
                <a:gd name="connsiteY9" fmla="*/ 812784 h 1090211"/>
                <a:gd name="connsiteX0" fmla="*/ 99682 w 708878"/>
                <a:gd name="connsiteY0" fmla="*/ 812784 h 1090211"/>
                <a:gd name="connsiteX1" fmla="*/ 20033 w 708878"/>
                <a:gd name="connsiteY1" fmla="*/ 470895 h 1090211"/>
                <a:gd name="connsiteX2" fmla="*/ 37084 w 708878"/>
                <a:gd name="connsiteY2" fmla="*/ 200643 h 1090211"/>
                <a:gd name="connsiteX3" fmla="*/ 288914 w 708878"/>
                <a:gd name="connsiteY3" fmla="*/ 3366 h 1090211"/>
                <a:gd name="connsiteX4" fmla="*/ 526740 w 708878"/>
                <a:gd name="connsiteY4" fmla="*/ 87241 h 1090211"/>
                <a:gd name="connsiteX5" fmla="*/ 708729 w 708878"/>
                <a:gd name="connsiteY5" fmla="*/ 228854 h 1090211"/>
                <a:gd name="connsiteX6" fmla="*/ 557682 w 708878"/>
                <a:gd name="connsiteY6" fmla="*/ 628655 h 1090211"/>
                <a:gd name="connsiteX7" fmla="*/ 392331 w 708878"/>
                <a:gd name="connsiteY7" fmla="*/ 971217 h 1090211"/>
                <a:gd name="connsiteX8" fmla="*/ 142670 w 708878"/>
                <a:gd name="connsiteY8" fmla="*/ 1084116 h 1090211"/>
                <a:gd name="connsiteX9" fmla="*/ 99682 w 708878"/>
                <a:gd name="connsiteY9" fmla="*/ 812784 h 1090211"/>
                <a:gd name="connsiteX0" fmla="*/ 99682 w 708878"/>
                <a:gd name="connsiteY0" fmla="*/ 812784 h 1090211"/>
                <a:gd name="connsiteX1" fmla="*/ 20033 w 708878"/>
                <a:gd name="connsiteY1" fmla="*/ 470895 h 1090211"/>
                <a:gd name="connsiteX2" fmla="*/ 37084 w 708878"/>
                <a:gd name="connsiteY2" fmla="*/ 200643 h 1090211"/>
                <a:gd name="connsiteX3" fmla="*/ 288914 w 708878"/>
                <a:gd name="connsiteY3" fmla="*/ 3366 h 1090211"/>
                <a:gd name="connsiteX4" fmla="*/ 526740 w 708878"/>
                <a:gd name="connsiteY4" fmla="*/ 87241 h 1090211"/>
                <a:gd name="connsiteX5" fmla="*/ 708729 w 708878"/>
                <a:gd name="connsiteY5" fmla="*/ 228854 h 1090211"/>
                <a:gd name="connsiteX6" fmla="*/ 557682 w 708878"/>
                <a:gd name="connsiteY6" fmla="*/ 628655 h 1090211"/>
                <a:gd name="connsiteX7" fmla="*/ 392331 w 708878"/>
                <a:gd name="connsiteY7" fmla="*/ 971217 h 1090211"/>
                <a:gd name="connsiteX8" fmla="*/ 142670 w 708878"/>
                <a:gd name="connsiteY8" fmla="*/ 1084116 h 1090211"/>
                <a:gd name="connsiteX9" fmla="*/ 99682 w 708878"/>
                <a:gd name="connsiteY9" fmla="*/ 812784 h 1090211"/>
                <a:gd name="connsiteX0" fmla="*/ 99682 w 708878"/>
                <a:gd name="connsiteY0" fmla="*/ 852717 h 1130144"/>
                <a:gd name="connsiteX1" fmla="*/ 20033 w 708878"/>
                <a:gd name="connsiteY1" fmla="*/ 510828 h 1130144"/>
                <a:gd name="connsiteX2" fmla="*/ 37084 w 708878"/>
                <a:gd name="connsiteY2" fmla="*/ 240576 h 1130144"/>
                <a:gd name="connsiteX3" fmla="*/ 279761 w 708878"/>
                <a:gd name="connsiteY3" fmla="*/ 2363 h 1130144"/>
                <a:gd name="connsiteX4" fmla="*/ 526740 w 708878"/>
                <a:gd name="connsiteY4" fmla="*/ 127174 h 1130144"/>
                <a:gd name="connsiteX5" fmla="*/ 708729 w 708878"/>
                <a:gd name="connsiteY5" fmla="*/ 268787 h 1130144"/>
                <a:gd name="connsiteX6" fmla="*/ 557682 w 708878"/>
                <a:gd name="connsiteY6" fmla="*/ 668588 h 1130144"/>
                <a:gd name="connsiteX7" fmla="*/ 392331 w 708878"/>
                <a:gd name="connsiteY7" fmla="*/ 1011150 h 1130144"/>
                <a:gd name="connsiteX8" fmla="*/ 142670 w 708878"/>
                <a:gd name="connsiteY8" fmla="*/ 1124049 h 1130144"/>
                <a:gd name="connsiteX9" fmla="*/ 99682 w 708878"/>
                <a:gd name="connsiteY9" fmla="*/ 852717 h 1130144"/>
                <a:gd name="connsiteX0" fmla="*/ 99682 w 708878"/>
                <a:gd name="connsiteY0" fmla="*/ 852717 h 1130144"/>
                <a:gd name="connsiteX1" fmla="*/ 25518 w 708878"/>
                <a:gd name="connsiteY1" fmla="*/ 633207 h 1130144"/>
                <a:gd name="connsiteX2" fmla="*/ 20033 w 708878"/>
                <a:gd name="connsiteY2" fmla="*/ 510828 h 1130144"/>
                <a:gd name="connsiteX3" fmla="*/ 37084 w 708878"/>
                <a:gd name="connsiteY3" fmla="*/ 240576 h 1130144"/>
                <a:gd name="connsiteX4" fmla="*/ 279761 w 708878"/>
                <a:gd name="connsiteY4" fmla="*/ 2363 h 1130144"/>
                <a:gd name="connsiteX5" fmla="*/ 526740 w 708878"/>
                <a:gd name="connsiteY5" fmla="*/ 127174 h 1130144"/>
                <a:gd name="connsiteX6" fmla="*/ 708729 w 708878"/>
                <a:gd name="connsiteY6" fmla="*/ 268787 h 1130144"/>
                <a:gd name="connsiteX7" fmla="*/ 557682 w 708878"/>
                <a:gd name="connsiteY7" fmla="*/ 668588 h 1130144"/>
                <a:gd name="connsiteX8" fmla="*/ 392331 w 708878"/>
                <a:gd name="connsiteY8" fmla="*/ 1011150 h 1130144"/>
                <a:gd name="connsiteX9" fmla="*/ 142670 w 708878"/>
                <a:gd name="connsiteY9" fmla="*/ 1124049 h 1130144"/>
                <a:gd name="connsiteX10" fmla="*/ 99682 w 708878"/>
                <a:gd name="connsiteY10" fmla="*/ 852717 h 1130144"/>
                <a:gd name="connsiteX0" fmla="*/ 123533 w 732729"/>
                <a:gd name="connsiteY0" fmla="*/ 852717 h 1130144"/>
                <a:gd name="connsiteX1" fmla="*/ 49369 w 732729"/>
                <a:gd name="connsiteY1" fmla="*/ 633207 h 1130144"/>
                <a:gd name="connsiteX2" fmla="*/ 10936 w 732729"/>
                <a:gd name="connsiteY2" fmla="*/ 487559 h 1130144"/>
                <a:gd name="connsiteX3" fmla="*/ 60935 w 732729"/>
                <a:gd name="connsiteY3" fmla="*/ 240576 h 1130144"/>
                <a:gd name="connsiteX4" fmla="*/ 303612 w 732729"/>
                <a:gd name="connsiteY4" fmla="*/ 2363 h 1130144"/>
                <a:gd name="connsiteX5" fmla="*/ 550591 w 732729"/>
                <a:gd name="connsiteY5" fmla="*/ 127174 h 1130144"/>
                <a:gd name="connsiteX6" fmla="*/ 732580 w 732729"/>
                <a:gd name="connsiteY6" fmla="*/ 268787 h 1130144"/>
                <a:gd name="connsiteX7" fmla="*/ 581533 w 732729"/>
                <a:gd name="connsiteY7" fmla="*/ 668588 h 1130144"/>
                <a:gd name="connsiteX8" fmla="*/ 416182 w 732729"/>
                <a:gd name="connsiteY8" fmla="*/ 1011150 h 1130144"/>
                <a:gd name="connsiteX9" fmla="*/ 166521 w 732729"/>
                <a:gd name="connsiteY9" fmla="*/ 1124049 h 1130144"/>
                <a:gd name="connsiteX10" fmla="*/ 123533 w 732729"/>
                <a:gd name="connsiteY10" fmla="*/ 852717 h 1130144"/>
                <a:gd name="connsiteX0" fmla="*/ 121024 w 730220"/>
                <a:gd name="connsiteY0" fmla="*/ 852705 h 1130132"/>
                <a:gd name="connsiteX1" fmla="*/ 46860 w 730220"/>
                <a:gd name="connsiteY1" fmla="*/ 633195 h 1130132"/>
                <a:gd name="connsiteX2" fmla="*/ 8427 w 730220"/>
                <a:gd name="connsiteY2" fmla="*/ 487547 h 1130132"/>
                <a:gd name="connsiteX3" fmla="*/ 77124 w 730220"/>
                <a:gd name="connsiteY3" fmla="*/ 240186 h 1130132"/>
                <a:gd name="connsiteX4" fmla="*/ 301103 w 730220"/>
                <a:gd name="connsiteY4" fmla="*/ 2351 h 1130132"/>
                <a:gd name="connsiteX5" fmla="*/ 548082 w 730220"/>
                <a:gd name="connsiteY5" fmla="*/ 127162 h 1130132"/>
                <a:gd name="connsiteX6" fmla="*/ 730071 w 730220"/>
                <a:gd name="connsiteY6" fmla="*/ 268775 h 1130132"/>
                <a:gd name="connsiteX7" fmla="*/ 579024 w 730220"/>
                <a:gd name="connsiteY7" fmla="*/ 668576 h 1130132"/>
                <a:gd name="connsiteX8" fmla="*/ 413673 w 730220"/>
                <a:gd name="connsiteY8" fmla="*/ 1011138 h 1130132"/>
                <a:gd name="connsiteX9" fmla="*/ 164012 w 730220"/>
                <a:gd name="connsiteY9" fmla="*/ 1124037 h 1130132"/>
                <a:gd name="connsiteX10" fmla="*/ 121024 w 730220"/>
                <a:gd name="connsiteY10" fmla="*/ 852705 h 1130132"/>
                <a:gd name="connsiteX0" fmla="*/ 730071 w 773126"/>
                <a:gd name="connsiteY0" fmla="*/ 268775 h 1130132"/>
                <a:gd name="connsiteX1" fmla="*/ 579024 w 773126"/>
                <a:gd name="connsiteY1" fmla="*/ 668576 h 1130132"/>
                <a:gd name="connsiteX2" fmla="*/ 413673 w 773126"/>
                <a:gd name="connsiteY2" fmla="*/ 1011138 h 1130132"/>
                <a:gd name="connsiteX3" fmla="*/ 164012 w 773126"/>
                <a:gd name="connsiteY3" fmla="*/ 1124037 h 1130132"/>
                <a:gd name="connsiteX4" fmla="*/ 121024 w 773126"/>
                <a:gd name="connsiteY4" fmla="*/ 852705 h 1130132"/>
                <a:gd name="connsiteX5" fmla="*/ 46860 w 773126"/>
                <a:gd name="connsiteY5" fmla="*/ 633195 h 1130132"/>
                <a:gd name="connsiteX6" fmla="*/ 8427 w 773126"/>
                <a:gd name="connsiteY6" fmla="*/ 487547 h 1130132"/>
                <a:gd name="connsiteX7" fmla="*/ 77124 w 773126"/>
                <a:gd name="connsiteY7" fmla="*/ 240186 h 1130132"/>
                <a:gd name="connsiteX8" fmla="*/ 301103 w 773126"/>
                <a:gd name="connsiteY8" fmla="*/ 2351 h 1130132"/>
                <a:gd name="connsiteX9" fmla="*/ 548082 w 773126"/>
                <a:gd name="connsiteY9" fmla="*/ 127162 h 1130132"/>
                <a:gd name="connsiteX10" fmla="*/ 773126 w 773126"/>
                <a:gd name="connsiteY10" fmla="*/ 315465 h 1130132"/>
                <a:gd name="connsiteX0" fmla="*/ 730071 w 730220"/>
                <a:gd name="connsiteY0" fmla="*/ 268369 h 1129726"/>
                <a:gd name="connsiteX1" fmla="*/ 579024 w 730220"/>
                <a:gd name="connsiteY1" fmla="*/ 668170 h 1129726"/>
                <a:gd name="connsiteX2" fmla="*/ 413673 w 730220"/>
                <a:gd name="connsiteY2" fmla="*/ 1010732 h 1129726"/>
                <a:gd name="connsiteX3" fmla="*/ 164012 w 730220"/>
                <a:gd name="connsiteY3" fmla="*/ 1123631 h 1129726"/>
                <a:gd name="connsiteX4" fmla="*/ 121024 w 730220"/>
                <a:gd name="connsiteY4" fmla="*/ 852299 h 1129726"/>
                <a:gd name="connsiteX5" fmla="*/ 46860 w 730220"/>
                <a:gd name="connsiteY5" fmla="*/ 632789 h 1129726"/>
                <a:gd name="connsiteX6" fmla="*/ 8427 w 730220"/>
                <a:gd name="connsiteY6" fmla="*/ 487141 h 1129726"/>
                <a:gd name="connsiteX7" fmla="*/ 77124 w 730220"/>
                <a:gd name="connsiteY7" fmla="*/ 239780 h 1129726"/>
                <a:gd name="connsiteX8" fmla="*/ 301103 w 730220"/>
                <a:gd name="connsiteY8" fmla="*/ 1945 h 1129726"/>
                <a:gd name="connsiteX9" fmla="*/ 548082 w 730220"/>
                <a:gd name="connsiteY9" fmla="*/ 126756 h 1129726"/>
                <a:gd name="connsiteX10" fmla="*/ 713680 w 730220"/>
                <a:gd name="connsiteY10" fmla="*/ 121531 h 1129726"/>
                <a:gd name="connsiteX0" fmla="*/ 730071 w 730220"/>
                <a:gd name="connsiteY0" fmla="*/ 268369 h 1129726"/>
                <a:gd name="connsiteX1" fmla="*/ 579024 w 730220"/>
                <a:gd name="connsiteY1" fmla="*/ 668170 h 1129726"/>
                <a:gd name="connsiteX2" fmla="*/ 413673 w 730220"/>
                <a:gd name="connsiteY2" fmla="*/ 1010732 h 1129726"/>
                <a:gd name="connsiteX3" fmla="*/ 164012 w 730220"/>
                <a:gd name="connsiteY3" fmla="*/ 1123631 h 1129726"/>
                <a:gd name="connsiteX4" fmla="*/ 121024 w 730220"/>
                <a:gd name="connsiteY4" fmla="*/ 852299 h 1129726"/>
                <a:gd name="connsiteX5" fmla="*/ 46860 w 730220"/>
                <a:gd name="connsiteY5" fmla="*/ 632789 h 1129726"/>
                <a:gd name="connsiteX6" fmla="*/ 8427 w 730220"/>
                <a:gd name="connsiteY6" fmla="*/ 487141 h 1129726"/>
                <a:gd name="connsiteX7" fmla="*/ 77124 w 730220"/>
                <a:gd name="connsiteY7" fmla="*/ 239780 h 1129726"/>
                <a:gd name="connsiteX8" fmla="*/ 301103 w 730220"/>
                <a:gd name="connsiteY8" fmla="*/ 1945 h 1129726"/>
                <a:gd name="connsiteX9" fmla="*/ 548082 w 730220"/>
                <a:gd name="connsiteY9" fmla="*/ 126756 h 1129726"/>
                <a:gd name="connsiteX10" fmla="*/ 713680 w 730220"/>
                <a:gd name="connsiteY10" fmla="*/ 121531 h 1129726"/>
                <a:gd name="connsiteX0" fmla="*/ 579024 w 713680"/>
                <a:gd name="connsiteY0" fmla="*/ 668170 h 1129726"/>
                <a:gd name="connsiteX1" fmla="*/ 413673 w 713680"/>
                <a:gd name="connsiteY1" fmla="*/ 1010732 h 1129726"/>
                <a:gd name="connsiteX2" fmla="*/ 164012 w 713680"/>
                <a:gd name="connsiteY2" fmla="*/ 1123631 h 1129726"/>
                <a:gd name="connsiteX3" fmla="*/ 121024 w 713680"/>
                <a:gd name="connsiteY3" fmla="*/ 852299 h 1129726"/>
                <a:gd name="connsiteX4" fmla="*/ 46860 w 713680"/>
                <a:gd name="connsiteY4" fmla="*/ 632789 h 1129726"/>
                <a:gd name="connsiteX5" fmla="*/ 8427 w 713680"/>
                <a:gd name="connsiteY5" fmla="*/ 487141 h 1129726"/>
                <a:gd name="connsiteX6" fmla="*/ 77124 w 713680"/>
                <a:gd name="connsiteY6" fmla="*/ 239780 h 1129726"/>
                <a:gd name="connsiteX7" fmla="*/ 301103 w 713680"/>
                <a:gd name="connsiteY7" fmla="*/ 1945 h 1129726"/>
                <a:gd name="connsiteX8" fmla="*/ 548082 w 713680"/>
                <a:gd name="connsiteY8" fmla="*/ 126756 h 1129726"/>
                <a:gd name="connsiteX9" fmla="*/ 713680 w 713680"/>
                <a:gd name="connsiteY9" fmla="*/ 121531 h 1129726"/>
                <a:gd name="connsiteX0" fmla="*/ 579024 w 713680"/>
                <a:gd name="connsiteY0" fmla="*/ 668170 h 1160204"/>
                <a:gd name="connsiteX1" fmla="*/ 323689 w 713680"/>
                <a:gd name="connsiteY1" fmla="*/ 1107890 h 1160204"/>
                <a:gd name="connsiteX2" fmla="*/ 164012 w 713680"/>
                <a:gd name="connsiteY2" fmla="*/ 1123631 h 1160204"/>
                <a:gd name="connsiteX3" fmla="*/ 121024 w 713680"/>
                <a:gd name="connsiteY3" fmla="*/ 852299 h 1160204"/>
                <a:gd name="connsiteX4" fmla="*/ 46860 w 713680"/>
                <a:gd name="connsiteY4" fmla="*/ 632789 h 1160204"/>
                <a:gd name="connsiteX5" fmla="*/ 8427 w 713680"/>
                <a:gd name="connsiteY5" fmla="*/ 487141 h 1160204"/>
                <a:gd name="connsiteX6" fmla="*/ 77124 w 713680"/>
                <a:gd name="connsiteY6" fmla="*/ 239780 h 1160204"/>
                <a:gd name="connsiteX7" fmla="*/ 301103 w 713680"/>
                <a:gd name="connsiteY7" fmla="*/ 1945 h 1160204"/>
                <a:gd name="connsiteX8" fmla="*/ 548082 w 713680"/>
                <a:gd name="connsiteY8" fmla="*/ 126756 h 1160204"/>
                <a:gd name="connsiteX9" fmla="*/ 713680 w 713680"/>
                <a:gd name="connsiteY9" fmla="*/ 121531 h 1160204"/>
                <a:gd name="connsiteX0" fmla="*/ 507090 w 713680"/>
                <a:gd name="connsiteY0" fmla="*/ 835958 h 1160204"/>
                <a:gd name="connsiteX1" fmla="*/ 323689 w 713680"/>
                <a:gd name="connsiteY1" fmla="*/ 1107890 h 1160204"/>
                <a:gd name="connsiteX2" fmla="*/ 164012 w 713680"/>
                <a:gd name="connsiteY2" fmla="*/ 1123631 h 1160204"/>
                <a:gd name="connsiteX3" fmla="*/ 121024 w 713680"/>
                <a:gd name="connsiteY3" fmla="*/ 852299 h 1160204"/>
                <a:gd name="connsiteX4" fmla="*/ 46860 w 713680"/>
                <a:gd name="connsiteY4" fmla="*/ 632789 h 1160204"/>
                <a:gd name="connsiteX5" fmla="*/ 8427 w 713680"/>
                <a:gd name="connsiteY5" fmla="*/ 487141 h 1160204"/>
                <a:gd name="connsiteX6" fmla="*/ 77124 w 713680"/>
                <a:gd name="connsiteY6" fmla="*/ 239780 h 1160204"/>
                <a:gd name="connsiteX7" fmla="*/ 301103 w 713680"/>
                <a:gd name="connsiteY7" fmla="*/ 1945 h 1160204"/>
                <a:gd name="connsiteX8" fmla="*/ 548082 w 713680"/>
                <a:gd name="connsiteY8" fmla="*/ 126756 h 1160204"/>
                <a:gd name="connsiteX9" fmla="*/ 713680 w 713680"/>
                <a:gd name="connsiteY9" fmla="*/ 121531 h 116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3680" h="1160204">
                  <a:moveTo>
                    <a:pt x="507090" y="835958"/>
                  </a:moveTo>
                  <a:cubicBezTo>
                    <a:pt x="480801" y="935084"/>
                    <a:pt x="392858" y="1031980"/>
                    <a:pt x="323689" y="1107890"/>
                  </a:cubicBezTo>
                  <a:cubicBezTo>
                    <a:pt x="254520" y="1183800"/>
                    <a:pt x="197790" y="1166230"/>
                    <a:pt x="164012" y="1123631"/>
                  </a:cubicBezTo>
                  <a:cubicBezTo>
                    <a:pt x="130235" y="1081033"/>
                    <a:pt x="140549" y="934106"/>
                    <a:pt x="121024" y="852299"/>
                  </a:cubicBezTo>
                  <a:cubicBezTo>
                    <a:pt x="101499" y="770492"/>
                    <a:pt x="60135" y="689770"/>
                    <a:pt x="46860" y="632789"/>
                  </a:cubicBezTo>
                  <a:cubicBezTo>
                    <a:pt x="33585" y="575808"/>
                    <a:pt x="9416" y="551777"/>
                    <a:pt x="8427" y="487141"/>
                  </a:cubicBezTo>
                  <a:cubicBezTo>
                    <a:pt x="-20569" y="372290"/>
                    <a:pt x="30920" y="318492"/>
                    <a:pt x="77124" y="239780"/>
                  </a:cubicBezTo>
                  <a:cubicBezTo>
                    <a:pt x="150616" y="179378"/>
                    <a:pt x="222610" y="20782"/>
                    <a:pt x="301103" y="1945"/>
                  </a:cubicBezTo>
                  <a:cubicBezTo>
                    <a:pt x="379596" y="-16892"/>
                    <a:pt x="479319" y="106825"/>
                    <a:pt x="548082" y="126756"/>
                  </a:cubicBezTo>
                  <a:cubicBezTo>
                    <a:pt x="616845" y="146687"/>
                    <a:pt x="643929" y="80784"/>
                    <a:pt x="713680" y="121531"/>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55">
              <a:extLst>
                <a:ext uri="{FF2B5EF4-FFF2-40B4-BE49-F238E27FC236}">
                  <a16:creationId xmlns:a16="http://schemas.microsoft.com/office/drawing/2014/main" id="{1AEC6914-1D33-456D-8A64-8201BBCAD0D5}"/>
                </a:ext>
              </a:extLst>
            </p:cNvPr>
            <p:cNvSpPr/>
            <p:nvPr/>
          </p:nvSpPr>
          <p:spPr>
            <a:xfrm rot="11740322" flipH="1">
              <a:off x="11210458" y="2083507"/>
              <a:ext cx="807002" cy="149467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05463 w 655207"/>
                <a:gd name="connsiteY0" fmla="*/ 417630 h 861270"/>
                <a:gd name="connsiteX1" fmla="*/ 3665 w 655207"/>
                <a:gd name="connsiteY1" fmla="*/ 89927 h 861270"/>
                <a:gd name="connsiteX2" fmla="*/ 396332 w 655207"/>
                <a:gd name="connsiteY2" fmla="*/ 65659 h 861270"/>
                <a:gd name="connsiteX3" fmla="*/ 650503 w 655207"/>
                <a:gd name="connsiteY3" fmla="*/ 140402 h 861270"/>
                <a:gd name="connsiteX4" fmla="*/ 524263 w 655207"/>
                <a:gd name="connsiteY4" fmla="*/ 517939 h 861270"/>
                <a:gd name="connsiteX5" fmla="*/ 358912 w 655207"/>
                <a:gd name="connsiteY5" fmla="*/ 860501 h 861270"/>
                <a:gd name="connsiteX6" fmla="*/ 205463 w 655207"/>
                <a:gd name="connsiteY6" fmla="*/ 417630 h 861270"/>
                <a:gd name="connsiteX0" fmla="*/ 205463 w 650686"/>
                <a:gd name="connsiteY0" fmla="*/ 457358 h 900998"/>
                <a:gd name="connsiteX1" fmla="*/ 3665 w 650686"/>
                <a:gd name="connsiteY1" fmla="*/ 129655 h 900998"/>
                <a:gd name="connsiteX2" fmla="*/ 493321 w 650686"/>
                <a:gd name="connsiteY2" fmla="*/ 16253 h 900998"/>
                <a:gd name="connsiteX3" fmla="*/ 650503 w 650686"/>
                <a:gd name="connsiteY3" fmla="*/ 180130 h 900998"/>
                <a:gd name="connsiteX4" fmla="*/ 524263 w 650686"/>
                <a:gd name="connsiteY4" fmla="*/ 557667 h 900998"/>
                <a:gd name="connsiteX5" fmla="*/ 358912 w 650686"/>
                <a:gd name="connsiteY5" fmla="*/ 900229 h 900998"/>
                <a:gd name="connsiteX6" fmla="*/ 205463 w 650686"/>
                <a:gd name="connsiteY6" fmla="*/ 457358 h 900998"/>
                <a:gd name="connsiteX0" fmla="*/ 152666 w 652059"/>
                <a:gd name="connsiteY0" fmla="*/ 718959 h 905435"/>
                <a:gd name="connsiteX1" fmla="*/ 5038 w 652059"/>
                <a:gd name="connsiteY1" fmla="*/ 129655 h 905435"/>
                <a:gd name="connsiteX2" fmla="*/ 494694 w 652059"/>
                <a:gd name="connsiteY2" fmla="*/ 16253 h 905435"/>
                <a:gd name="connsiteX3" fmla="*/ 651876 w 652059"/>
                <a:gd name="connsiteY3" fmla="*/ 180130 h 905435"/>
                <a:gd name="connsiteX4" fmla="*/ 525636 w 652059"/>
                <a:gd name="connsiteY4" fmla="*/ 557667 h 905435"/>
                <a:gd name="connsiteX5" fmla="*/ 360285 w 652059"/>
                <a:gd name="connsiteY5" fmla="*/ 900229 h 905435"/>
                <a:gd name="connsiteX6" fmla="*/ 152666 w 652059"/>
                <a:gd name="connsiteY6" fmla="*/ 718959 h 905435"/>
                <a:gd name="connsiteX0" fmla="*/ 74209 w 658632"/>
                <a:gd name="connsiteY0" fmla="*/ 741796 h 908074"/>
                <a:gd name="connsiteX1" fmla="*/ 11611 w 658632"/>
                <a:gd name="connsiteY1" fmla="*/ 129655 h 908074"/>
                <a:gd name="connsiteX2" fmla="*/ 501267 w 658632"/>
                <a:gd name="connsiteY2" fmla="*/ 16253 h 908074"/>
                <a:gd name="connsiteX3" fmla="*/ 658449 w 658632"/>
                <a:gd name="connsiteY3" fmla="*/ 180130 h 908074"/>
                <a:gd name="connsiteX4" fmla="*/ 532209 w 658632"/>
                <a:gd name="connsiteY4" fmla="*/ 557667 h 908074"/>
                <a:gd name="connsiteX5" fmla="*/ 366858 w 658632"/>
                <a:gd name="connsiteY5" fmla="*/ 900229 h 908074"/>
                <a:gd name="connsiteX6" fmla="*/ 74209 w 658632"/>
                <a:gd name="connsiteY6" fmla="*/ 741796 h 908074"/>
                <a:gd name="connsiteX0" fmla="*/ 68925 w 653348"/>
                <a:gd name="connsiteY0" fmla="*/ 741796 h 913839"/>
                <a:gd name="connsiteX1" fmla="*/ 6327 w 653348"/>
                <a:gd name="connsiteY1" fmla="*/ 129655 h 913839"/>
                <a:gd name="connsiteX2" fmla="*/ 495983 w 653348"/>
                <a:gd name="connsiteY2" fmla="*/ 16253 h 913839"/>
                <a:gd name="connsiteX3" fmla="*/ 653165 w 653348"/>
                <a:gd name="connsiteY3" fmla="*/ 180130 h 913839"/>
                <a:gd name="connsiteX4" fmla="*/ 526925 w 653348"/>
                <a:gd name="connsiteY4" fmla="*/ 557667 h 913839"/>
                <a:gd name="connsiteX5" fmla="*/ 361574 w 653348"/>
                <a:gd name="connsiteY5" fmla="*/ 900229 h 913839"/>
                <a:gd name="connsiteX6" fmla="*/ 68925 w 653348"/>
                <a:gd name="connsiteY6" fmla="*/ 741796 h 913839"/>
                <a:gd name="connsiteX0" fmla="*/ 89884 w 652324"/>
                <a:gd name="connsiteY0" fmla="*/ 680067 h 904019"/>
                <a:gd name="connsiteX1" fmla="*/ 5303 w 652324"/>
                <a:gd name="connsiteY1" fmla="*/ 129655 h 904019"/>
                <a:gd name="connsiteX2" fmla="*/ 494959 w 652324"/>
                <a:gd name="connsiteY2" fmla="*/ 16253 h 904019"/>
                <a:gd name="connsiteX3" fmla="*/ 652141 w 652324"/>
                <a:gd name="connsiteY3" fmla="*/ 180130 h 904019"/>
                <a:gd name="connsiteX4" fmla="*/ 525901 w 652324"/>
                <a:gd name="connsiteY4" fmla="*/ 557667 h 904019"/>
                <a:gd name="connsiteX5" fmla="*/ 360550 w 652324"/>
                <a:gd name="connsiteY5" fmla="*/ 900229 h 904019"/>
                <a:gd name="connsiteX6" fmla="*/ 89884 w 652324"/>
                <a:gd name="connsiteY6" fmla="*/ 680067 h 904019"/>
                <a:gd name="connsiteX0" fmla="*/ 91262 w 653702"/>
                <a:gd name="connsiteY0" fmla="*/ 680067 h 940909"/>
                <a:gd name="connsiteX1" fmla="*/ 6681 w 653702"/>
                <a:gd name="connsiteY1" fmla="*/ 129655 h 940909"/>
                <a:gd name="connsiteX2" fmla="*/ 496337 w 653702"/>
                <a:gd name="connsiteY2" fmla="*/ 16253 h 940909"/>
                <a:gd name="connsiteX3" fmla="*/ 653519 w 653702"/>
                <a:gd name="connsiteY3" fmla="*/ 180130 h 940909"/>
                <a:gd name="connsiteX4" fmla="*/ 527279 w 653702"/>
                <a:gd name="connsiteY4" fmla="*/ 557667 h 940909"/>
                <a:gd name="connsiteX5" fmla="*/ 361928 w 653702"/>
                <a:gd name="connsiteY5" fmla="*/ 900229 h 940909"/>
                <a:gd name="connsiteX6" fmla="*/ 190428 w 653702"/>
                <a:gd name="connsiteY6" fmla="*/ 910014 h 940909"/>
                <a:gd name="connsiteX7" fmla="*/ 91262 w 653702"/>
                <a:gd name="connsiteY7" fmla="*/ 680067 h 940909"/>
                <a:gd name="connsiteX0" fmla="*/ 177003 w 739443"/>
                <a:gd name="connsiteY0" fmla="*/ 680067 h 940909"/>
                <a:gd name="connsiteX1" fmla="*/ 3885 w 739443"/>
                <a:gd name="connsiteY1" fmla="*/ 317828 h 940909"/>
                <a:gd name="connsiteX2" fmla="*/ 92422 w 739443"/>
                <a:gd name="connsiteY2" fmla="*/ 129655 h 940909"/>
                <a:gd name="connsiteX3" fmla="*/ 582078 w 739443"/>
                <a:gd name="connsiteY3" fmla="*/ 16253 h 940909"/>
                <a:gd name="connsiteX4" fmla="*/ 739260 w 739443"/>
                <a:gd name="connsiteY4" fmla="*/ 180130 h 940909"/>
                <a:gd name="connsiteX5" fmla="*/ 613020 w 739443"/>
                <a:gd name="connsiteY5" fmla="*/ 557667 h 940909"/>
                <a:gd name="connsiteX6" fmla="*/ 447669 w 739443"/>
                <a:gd name="connsiteY6" fmla="*/ 900229 h 940909"/>
                <a:gd name="connsiteX7" fmla="*/ 276169 w 739443"/>
                <a:gd name="connsiteY7" fmla="*/ 910014 h 940909"/>
                <a:gd name="connsiteX8" fmla="*/ 177003 w 739443"/>
                <a:gd name="connsiteY8" fmla="*/ 680067 h 940909"/>
                <a:gd name="connsiteX0" fmla="*/ 175208 w 737648"/>
                <a:gd name="connsiteY0" fmla="*/ 919056 h 1179898"/>
                <a:gd name="connsiteX1" fmla="*/ 2090 w 737648"/>
                <a:gd name="connsiteY1" fmla="*/ 556817 h 1179898"/>
                <a:gd name="connsiteX2" fmla="*/ 90627 w 737648"/>
                <a:gd name="connsiteY2" fmla="*/ 368644 h 1179898"/>
                <a:gd name="connsiteX3" fmla="*/ 332749 w 737648"/>
                <a:gd name="connsiteY3" fmla="*/ 1234 h 1179898"/>
                <a:gd name="connsiteX4" fmla="*/ 580283 w 737648"/>
                <a:gd name="connsiteY4" fmla="*/ 255242 h 1179898"/>
                <a:gd name="connsiteX5" fmla="*/ 737465 w 737648"/>
                <a:gd name="connsiteY5" fmla="*/ 419119 h 1179898"/>
                <a:gd name="connsiteX6" fmla="*/ 611225 w 737648"/>
                <a:gd name="connsiteY6" fmla="*/ 796656 h 1179898"/>
                <a:gd name="connsiteX7" fmla="*/ 445874 w 737648"/>
                <a:gd name="connsiteY7" fmla="*/ 1139218 h 1179898"/>
                <a:gd name="connsiteX8" fmla="*/ 274374 w 737648"/>
                <a:gd name="connsiteY8" fmla="*/ 1149003 h 1179898"/>
                <a:gd name="connsiteX9" fmla="*/ 175208 w 737648"/>
                <a:gd name="connsiteY9" fmla="*/ 919056 h 1179898"/>
                <a:gd name="connsiteX0" fmla="*/ 175208 w 737866"/>
                <a:gd name="connsiteY0" fmla="*/ 919169 h 1180011"/>
                <a:gd name="connsiteX1" fmla="*/ 2090 w 737866"/>
                <a:gd name="connsiteY1" fmla="*/ 556930 h 1180011"/>
                <a:gd name="connsiteX2" fmla="*/ 90627 w 737866"/>
                <a:gd name="connsiteY2" fmla="*/ 368757 h 1180011"/>
                <a:gd name="connsiteX3" fmla="*/ 332749 w 737866"/>
                <a:gd name="connsiteY3" fmla="*/ 1347 h 1180011"/>
                <a:gd name="connsiteX4" fmla="*/ 639037 w 737866"/>
                <a:gd name="connsiteY4" fmla="*/ 237172 h 1180011"/>
                <a:gd name="connsiteX5" fmla="*/ 737465 w 737866"/>
                <a:gd name="connsiteY5" fmla="*/ 419232 h 1180011"/>
                <a:gd name="connsiteX6" fmla="*/ 611225 w 737866"/>
                <a:gd name="connsiteY6" fmla="*/ 796769 h 1180011"/>
                <a:gd name="connsiteX7" fmla="*/ 445874 w 737866"/>
                <a:gd name="connsiteY7" fmla="*/ 1139331 h 1180011"/>
                <a:gd name="connsiteX8" fmla="*/ 274374 w 737866"/>
                <a:gd name="connsiteY8" fmla="*/ 1149116 h 1180011"/>
                <a:gd name="connsiteX9" fmla="*/ 175208 w 737866"/>
                <a:gd name="connsiteY9" fmla="*/ 919169 h 1180011"/>
                <a:gd name="connsiteX0" fmla="*/ 163837 w 737866"/>
                <a:gd name="connsiteY0" fmla="*/ 833384 h 1180011"/>
                <a:gd name="connsiteX1" fmla="*/ 2090 w 737866"/>
                <a:gd name="connsiteY1" fmla="*/ 556930 h 1180011"/>
                <a:gd name="connsiteX2" fmla="*/ 90627 w 737866"/>
                <a:gd name="connsiteY2" fmla="*/ 368757 h 1180011"/>
                <a:gd name="connsiteX3" fmla="*/ 332749 w 737866"/>
                <a:gd name="connsiteY3" fmla="*/ 1347 h 1180011"/>
                <a:gd name="connsiteX4" fmla="*/ 639037 w 737866"/>
                <a:gd name="connsiteY4" fmla="*/ 237172 h 1180011"/>
                <a:gd name="connsiteX5" fmla="*/ 737465 w 737866"/>
                <a:gd name="connsiteY5" fmla="*/ 419232 h 1180011"/>
                <a:gd name="connsiteX6" fmla="*/ 611225 w 737866"/>
                <a:gd name="connsiteY6" fmla="*/ 796769 h 1180011"/>
                <a:gd name="connsiteX7" fmla="*/ 445874 w 737866"/>
                <a:gd name="connsiteY7" fmla="*/ 1139331 h 1180011"/>
                <a:gd name="connsiteX8" fmla="*/ 274374 w 737866"/>
                <a:gd name="connsiteY8" fmla="*/ 1149116 h 1180011"/>
                <a:gd name="connsiteX9" fmla="*/ 163837 w 737866"/>
                <a:gd name="connsiteY9" fmla="*/ 833384 h 1180011"/>
                <a:gd name="connsiteX0" fmla="*/ 163837 w 737465"/>
                <a:gd name="connsiteY0" fmla="*/ 833384 h 1179229"/>
                <a:gd name="connsiteX1" fmla="*/ 2090 w 737465"/>
                <a:gd name="connsiteY1" fmla="*/ 556930 h 1179229"/>
                <a:gd name="connsiteX2" fmla="*/ 90627 w 737465"/>
                <a:gd name="connsiteY2" fmla="*/ 368757 h 1179229"/>
                <a:gd name="connsiteX3" fmla="*/ 332749 w 737465"/>
                <a:gd name="connsiteY3" fmla="*/ 1347 h 1179229"/>
                <a:gd name="connsiteX4" fmla="*/ 639037 w 737465"/>
                <a:gd name="connsiteY4" fmla="*/ 237172 h 1179229"/>
                <a:gd name="connsiteX5" fmla="*/ 737465 w 737465"/>
                <a:gd name="connsiteY5" fmla="*/ 419232 h 1179229"/>
                <a:gd name="connsiteX6" fmla="*/ 639743 w 737465"/>
                <a:gd name="connsiteY6" fmla="*/ 809183 h 1179229"/>
                <a:gd name="connsiteX7" fmla="*/ 445874 w 737465"/>
                <a:gd name="connsiteY7" fmla="*/ 1139331 h 1179229"/>
                <a:gd name="connsiteX8" fmla="*/ 274374 w 737465"/>
                <a:gd name="connsiteY8" fmla="*/ 1149116 h 1179229"/>
                <a:gd name="connsiteX9" fmla="*/ 163837 w 737465"/>
                <a:gd name="connsiteY9" fmla="*/ 833384 h 1179229"/>
                <a:gd name="connsiteX0" fmla="*/ 163837 w 737465"/>
                <a:gd name="connsiteY0" fmla="*/ 833384 h 1211674"/>
                <a:gd name="connsiteX1" fmla="*/ 2090 w 737465"/>
                <a:gd name="connsiteY1" fmla="*/ 556930 h 1211674"/>
                <a:gd name="connsiteX2" fmla="*/ 90627 w 737465"/>
                <a:gd name="connsiteY2" fmla="*/ 368757 h 1211674"/>
                <a:gd name="connsiteX3" fmla="*/ 332749 w 737465"/>
                <a:gd name="connsiteY3" fmla="*/ 1347 h 1211674"/>
                <a:gd name="connsiteX4" fmla="*/ 639037 w 737465"/>
                <a:gd name="connsiteY4" fmla="*/ 237172 h 1211674"/>
                <a:gd name="connsiteX5" fmla="*/ 737465 w 737465"/>
                <a:gd name="connsiteY5" fmla="*/ 419232 h 1211674"/>
                <a:gd name="connsiteX6" fmla="*/ 639743 w 737465"/>
                <a:gd name="connsiteY6" fmla="*/ 809183 h 1211674"/>
                <a:gd name="connsiteX7" fmla="*/ 445874 w 737465"/>
                <a:gd name="connsiteY7" fmla="*/ 1139331 h 1211674"/>
                <a:gd name="connsiteX8" fmla="*/ 270139 w 737465"/>
                <a:gd name="connsiteY8" fmla="*/ 1195445 h 1211674"/>
                <a:gd name="connsiteX9" fmla="*/ 163837 w 737465"/>
                <a:gd name="connsiteY9" fmla="*/ 833384 h 1211674"/>
                <a:gd name="connsiteX0" fmla="*/ 163837 w 737465"/>
                <a:gd name="connsiteY0" fmla="*/ 833384 h 1207656"/>
                <a:gd name="connsiteX1" fmla="*/ 2090 w 737465"/>
                <a:gd name="connsiteY1" fmla="*/ 556930 h 1207656"/>
                <a:gd name="connsiteX2" fmla="*/ 90627 w 737465"/>
                <a:gd name="connsiteY2" fmla="*/ 368757 h 1207656"/>
                <a:gd name="connsiteX3" fmla="*/ 332749 w 737465"/>
                <a:gd name="connsiteY3" fmla="*/ 1347 h 1207656"/>
                <a:gd name="connsiteX4" fmla="*/ 639037 w 737465"/>
                <a:gd name="connsiteY4" fmla="*/ 237172 h 1207656"/>
                <a:gd name="connsiteX5" fmla="*/ 737465 w 737465"/>
                <a:gd name="connsiteY5" fmla="*/ 419232 h 1207656"/>
                <a:gd name="connsiteX6" fmla="*/ 639743 w 737465"/>
                <a:gd name="connsiteY6" fmla="*/ 809183 h 1207656"/>
                <a:gd name="connsiteX7" fmla="*/ 473814 w 737465"/>
                <a:gd name="connsiteY7" fmla="*/ 1116056 h 1207656"/>
                <a:gd name="connsiteX8" fmla="*/ 270139 w 737465"/>
                <a:gd name="connsiteY8" fmla="*/ 1195445 h 1207656"/>
                <a:gd name="connsiteX9" fmla="*/ 163837 w 737465"/>
                <a:gd name="connsiteY9" fmla="*/ 833384 h 1207656"/>
                <a:gd name="connsiteX0" fmla="*/ 163837 w 737465"/>
                <a:gd name="connsiteY0" fmla="*/ 833384 h 1199333"/>
                <a:gd name="connsiteX1" fmla="*/ 2090 w 737465"/>
                <a:gd name="connsiteY1" fmla="*/ 556930 h 1199333"/>
                <a:gd name="connsiteX2" fmla="*/ 90627 w 737465"/>
                <a:gd name="connsiteY2" fmla="*/ 368757 h 1199333"/>
                <a:gd name="connsiteX3" fmla="*/ 332749 w 737465"/>
                <a:gd name="connsiteY3" fmla="*/ 1347 h 1199333"/>
                <a:gd name="connsiteX4" fmla="*/ 639037 w 737465"/>
                <a:gd name="connsiteY4" fmla="*/ 237172 h 1199333"/>
                <a:gd name="connsiteX5" fmla="*/ 737465 w 737465"/>
                <a:gd name="connsiteY5" fmla="*/ 419232 h 1199333"/>
                <a:gd name="connsiteX6" fmla="*/ 639743 w 737465"/>
                <a:gd name="connsiteY6" fmla="*/ 809183 h 1199333"/>
                <a:gd name="connsiteX7" fmla="*/ 473814 w 737465"/>
                <a:gd name="connsiteY7" fmla="*/ 1116056 h 1199333"/>
                <a:gd name="connsiteX8" fmla="*/ 270139 w 737465"/>
                <a:gd name="connsiteY8" fmla="*/ 1195445 h 1199333"/>
                <a:gd name="connsiteX9" fmla="*/ 234506 w 737465"/>
                <a:gd name="connsiteY9" fmla="*/ 1018011 h 1199333"/>
                <a:gd name="connsiteX10" fmla="*/ 163837 w 737465"/>
                <a:gd name="connsiteY10" fmla="*/ 833384 h 1199333"/>
                <a:gd name="connsiteX0" fmla="*/ 163837 w 737465"/>
                <a:gd name="connsiteY0" fmla="*/ 833384 h 1220305"/>
                <a:gd name="connsiteX1" fmla="*/ 2090 w 737465"/>
                <a:gd name="connsiteY1" fmla="*/ 556930 h 1220305"/>
                <a:gd name="connsiteX2" fmla="*/ 90627 w 737465"/>
                <a:gd name="connsiteY2" fmla="*/ 368757 h 1220305"/>
                <a:gd name="connsiteX3" fmla="*/ 332749 w 737465"/>
                <a:gd name="connsiteY3" fmla="*/ 1347 h 1220305"/>
                <a:gd name="connsiteX4" fmla="*/ 639037 w 737465"/>
                <a:gd name="connsiteY4" fmla="*/ 237172 h 1220305"/>
                <a:gd name="connsiteX5" fmla="*/ 737465 w 737465"/>
                <a:gd name="connsiteY5" fmla="*/ 419232 h 1220305"/>
                <a:gd name="connsiteX6" fmla="*/ 639743 w 737465"/>
                <a:gd name="connsiteY6" fmla="*/ 809183 h 1220305"/>
                <a:gd name="connsiteX7" fmla="*/ 473814 w 737465"/>
                <a:gd name="connsiteY7" fmla="*/ 1116056 h 1220305"/>
                <a:gd name="connsiteX8" fmla="*/ 270139 w 737465"/>
                <a:gd name="connsiteY8" fmla="*/ 1195445 h 1220305"/>
                <a:gd name="connsiteX9" fmla="*/ 234506 w 737465"/>
                <a:gd name="connsiteY9" fmla="*/ 1018011 h 1220305"/>
                <a:gd name="connsiteX10" fmla="*/ 163837 w 737465"/>
                <a:gd name="connsiteY10" fmla="*/ 833384 h 122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7465" h="1220305">
                  <a:moveTo>
                    <a:pt x="163837" y="833384"/>
                  </a:moveTo>
                  <a:cubicBezTo>
                    <a:pt x="125101" y="756537"/>
                    <a:pt x="16187" y="648665"/>
                    <a:pt x="2090" y="556930"/>
                  </a:cubicBezTo>
                  <a:cubicBezTo>
                    <a:pt x="-12007" y="465195"/>
                    <a:pt x="48292" y="420675"/>
                    <a:pt x="90627" y="368757"/>
                  </a:cubicBezTo>
                  <a:cubicBezTo>
                    <a:pt x="132962" y="316839"/>
                    <a:pt x="251140" y="20247"/>
                    <a:pt x="332749" y="1347"/>
                  </a:cubicBezTo>
                  <a:cubicBezTo>
                    <a:pt x="414358" y="-17553"/>
                    <a:pt x="571584" y="167525"/>
                    <a:pt x="639037" y="237172"/>
                  </a:cubicBezTo>
                  <a:cubicBezTo>
                    <a:pt x="706490" y="306819"/>
                    <a:pt x="737347" y="323897"/>
                    <a:pt x="737465" y="419232"/>
                  </a:cubicBezTo>
                  <a:cubicBezTo>
                    <a:pt x="737583" y="514567"/>
                    <a:pt x="666033" y="710057"/>
                    <a:pt x="639743" y="809183"/>
                  </a:cubicBezTo>
                  <a:cubicBezTo>
                    <a:pt x="613454" y="908309"/>
                    <a:pt x="535415" y="1051679"/>
                    <a:pt x="473814" y="1116056"/>
                  </a:cubicBezTo>
                  <a:cubicBezTo>
                    <a:pt x="412213" y="1180433"/>
                    <a:pt x="366643" y="1262180"/>
                    <a:pt x="270139" y="1195445"/>
                  </a:cubicBezTo>
                  <a:cubicBezTo>
                    <a:pt x="226720" y="1180193"/>
                    <a:pt x="252223" y="1078354"/>
                    <a:pt x="234506" y="1018011"/>
                  </a:cubicBezTo>
                  <a:cubicBezTo>
                    <a:pt x="216789" y="957668"/>
                    <a:pt x="202573" y="910231"/>
                    <a:pt x="163837" y="833384"/>
                  </a:cubicBezTo>
                  <a:close/>
                </a:path>
              </a:pathLst>
            </a:custGeom>
            <a:noFill/>
            <a:ln w="9525">
              <a:solidFill>
                <a:schemeClr val="tx1">
                  <a:alpha val="3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55">
              <a:extLst>
                <a:ext uri="{FF2B5EF4-FFF2-40B4-BE49-F238E27FC236}">
                  <a16:creationId xmlns:a16="http://schemas.microsoft.com/office/drawing/2014/main" id="{B15A6682-CC35-C495-903D-90718588B078}"/>
                </a:ext>
              </a:extLst>
            </p:cNvPr>
            <p:cNvSpPr/>
            <p:nvPr/>
          </p:nvSpPr>
          <p:spPr>
            <a:xfrm rot="11510295" flipH="1">
              <a:off x="11538578" y="2366860"/>
              <a:ext cx="359234" cy="501568"/>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05463 w 655207"/>
                <a:gd name="connsiteY0" fmla="*/ 417630 h 861270"/>
                <a:gd name="connsiteX1" fmla="*/ 3665 w 655207"/>
                <a:gd name="connsiteY1" fmla="*/ 89927 h 861270"/>
                <a:gd name="connsiteX2" fmla="*/ 396332 w 655207"/>
                <a:gd name="connsiteY2" fmla="*/ 65659 h 861270"/>
                <a:gd name="connsiteX3" fmla="*/ 650503 w 655207"/>
                <a:gd name="connsiteY3" fmla="*/ 140402 h 861270"/>
                <a:gd name="connsiteX4" fmla="*/ 524263 w 655207"/>
                <a:gd name="connsiteY4" fmla="*/ 517939 h 861270"/>
                <a:gd name="connsiteX5" fmla="*/ 358912 w 655207"/>
                <a:gd name="connsiteY5" fmla="*/ 860501 h 861270"/>
                <a:gd name="connsiteX6" fmla="*/ 205463 w 655207"/>
                <a:gd name="connsiteY6" fmla="*/ 417630 h 861270"/>
                <a:gd name="connsiteX0" fmla="*/ 205463 w 650686"/>
                <a:gd name="connsiteY0" fmla="*/ 457358 h 900998"/>
                <a:gd name="connsiteX1" fmla="*/ 3665 w 650686"/>
                <a:gd name="connsiteY1" fmla="*/ 129655 h 900998"/>
                <a:gd name="connsiteX2" fmla="*/ 493321 w 650686"/>
                <a:gd name="connsiteY2" fmla="*/ 16253 h 900998"/>
                <a:gd name="connsiteX3" fmla="*/ 650503 w 650686"/>
                <a:gd name="connsiteY3" fmla="*/ 180130 h 900998"/>
                <a:gd name="connsiteX4" fmla="*/ 524263 w 650686"/>
                <a:gd name="connsiteY4" fmla="*/ 557667 h 900998"/>
                <a:gd name="connsiteX5" fmla="*/ 358912 w 650686"/>
                <a:gd name="connsiteY5" fmla="*/ 900229 h 900998"/>
                <a:gd name="connsiteX6" fmla="*/ 205463 w 650686"/>
                <a:gd name="connsiteY6" fmla="*/ 457358 h 900998"/>
                <a:gd name="connsiteX0" fmla="*/ 152666 w 652059"/>
                <a:gd name="connsiteY0" fmla="*/ 718959 h 905435"/>
                <a:gd name="connsiteX1" fmla="*/ 5038 w 652059"/>
                <a:gd name="connsiteY1" fmla="*/ 129655 h 905435"/>
                <a:gd name="connsiteX2" fmla="*/ 494694 w 652059"/>
                <a:gd name="connsiteY2" fmla="*/ 16253 h 905435"/>
                <a:gd name="connsiteX3" fmla="*/ 651876 w 652059"/>
                <a:gd name="connsiteY3" fmla="*/ 180130 h 905435"/>
                <a:gd name="connsiteX4" fmla="*/ 525636 w 652059"/>
                <a:gd name="connsiteY4" fmla="*/ 557667 h 905435"/>
                <a:gd name="connsiteX5" fmla="*/ 360285 w 652059"/>
                <a:gd name="connsiteY5" fmla="*/ 900229 h 905435"/>
                <a:gd name="connsiteX6" fmla="*/ 152666 w 652059"/>
                <a:gd name="connsiteY6" fmla="*/ 718959 h 905435"/>
                <a:gd name="connsiteX0" fmla="*/ 74209 w 658632"/>
                <a:gd name="connsiteY0" fmla="*/ 741796 h 908074"/>
                <a:gd name="connsiteX1" fmla="*/ 11611 w 658632"/>
                <a:gd name="connsiteY1" fmla="*/ 129655 h 908074"/>
                <a:gd name="connsiteX2" fmla="*/ 501267 w 658632"/>
                <a:gd name="connsiteY2" fmla="*/ 16253 h 908074"/>
                <a:gd name="connsiteX3" fmla="*/ 658449 w 658632"/>
                <a:gd name="connsiteY3" fmla="*/ 180130 h 908074"/>
                <a:gd name="connsiteX4" fmla="*/ 532209 w 658632"/>
                <a:gd name="connsiteY4" fmla="*/ 557667 h 908074"/>
                <a:gd name="connsiteX5" fmla="*/ 366858 w 658632"/>
                <a:gd name="connsiteY5" fmla="*/ 900229 h 908074"/>
                <a:gd name="connsiteX6" fmla="*/ 74209 w 658632"/>
                <a:gd name="connsiteY6" fmla="*/ 741796 h 90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8632" h="908074">
                  <a:moveTo>
                    <a:pt x="74209" y="741796"/>
                  </a:moveTo>
                  <a:cubicBezTo>
                    <a:pt x="15001" y="613367"/>
                    <a:pt x="-19339" y="194057"/>
                    <a:pt x="11611" y="129655"/>
                  </a:cubicBezTo>
                  <a:cubicBezTo>
                    <a:pt x="40525" y="-52458"/>
                    <a:pt x="393461" y="7841"/>
                    <a:pt x="501267" y="16253"/>
                  </a:cubicBezTo>
                  <a:cubicBezTo>
                    <a:pt x="609073" y="24665"/>
                    <a:pt x="653292" y="89894"/>
                    <a:pt x="658449" y="180130"/>
                  </a:cubicBezTo>
                  <a:cubicBezTo>
                    <a:pt x="663606" y="270366"/>
                    <a:pt x="558499" y="458541"/>
                    <a:pt x="532209" y="557667"/>
                  </a:cubicBezTo>
                  <a:cubicBezTo>
                    <a:pt x="505920" y="656793"/>
                    <a:pt x="443191" y="869541"/>
                    <a:pt x="366858" y="900229"/>
                  </a:cubicBezTo>
                  <a:cubicBezTo>
                    <a:pt x="290525" y="930917"/>
                    <a:pt x="133417" y="870225"/>
                    <a:pt x="74209" y="741796"/>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55">
              <a:extLst>
                <a:ext uri="{FF2B5EF4-FFF2-40B4-BE49-F238E27FC236}">
                  <a16:creationId xmlns:a16="http://schemas.microsoft.com/office/drawing/2014/main" id="{C3470E8C-9519-3C97-1B14-30F07D05CF8A}"/>
                </a:ext>
              </a:extLst>
            </p:cNvPr>
            <p:cNvSpPr/>
            <p:nvPr userDrawn="1"/>
          </p:nvSpPr>
          <p:spPr>
            <a:xfrm rot="11617266" flipH="1">
              <a:off x="7196393" y="100193"/>
              <a:ext cx="477833" cy="426694"/>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205463 w 655207"/>
                <a:gd name="connsiteY0" fmla="*/ 417630 h 861270"/>
                <a:gd name="connsiteX1" fmla="*/ 3665 w 655207"/>
                <a:gd name="connsiteY1" fmla="*/ 89927 h 861270"/>
                <a:gd name="connsiteX2" fmla="*/ 396332 w 655207"/>
                <a:gd name="connsiteY2" fmla="*/ 65659 h 861270"/>
                <a:gd name="connsiteX3" fmla="*/ 650503 w 655207"/>
                <a:gd name="connsiteY3" fmla="*/ 140402 h 861270"/>
                <a:gd name="connsiteX4" fmla="*/ 524263 w 655207"/>
                <a:gd name="connsiteY4" fmla="*/ 517939 h 861270"/>
                <a:gd name="connsiteX5" fmla="*/ 358912 w 655207"/>
                <a:gd name="connsiteY5" fmla="*/ 860501 h 861270"/>
                <a:gd name="connsiteX6" fmla="*/ 205463 w 655207"/>
                <a:gd name="connsiteY6" fmla="*/ 417630 h 861270"/>
                <a:gd name="connsiteX0" fmla="*/ 205463 w 650686"/>
                <a:gd name="connsiteY0" fmla="*/ 457358 h 900998"/>
                <a:gd name="connsiteX1" fmla="*/ 3665 w 650686"/>
                <a:gd name="connsiteY1" fmla="*/ 129655 h 900998"/>
                <a:gd name="connsiteX2" fmla="*/ 493321 w 650686"/>
                <a:gd name="connsiteY2" fmla="*/ 16253 h 900998"/>
                <a:gd name="connsiteX3" fmla="*/ 650503 w 650686"/>
                <a:gd name="connsiteY3" fmla="*/ 180130 h 900998"/>
                <a:gd name="connsiteX4" fmla="*/ 524263 w 650686"/>
                <a:gd name="connsiteY4" fmla="*/ 557667 h 900998"/>
                <a:gd name="connsiteX5" fmla="*/ 358912 w 650686"/>
                <a:gd name="connsiteY5" fmla="*/ 900229 h 900998"/>
                <a:gd name="connsiteX6" fmla="*/ 205463 w 650686"/>
                <a:gd name="connsiteY6" fmla="*/ 457358 h 900998"/>
                <a:gd name="connsiteX0" fmla="*/ 152666 w 652059"/>
                <a:gd name="connsiteY0" fmla="*/ 718959 h 905435"/>
                <a:gd name="connsiteX1" fmla="*/ 5038 w 652059"/>
                <a:gd name="connsiteY1" fmla="*/ 129655 h 905435"/>
                <a:gd name="connsiteX2" fmla="*/ 494694 w 652059"/>
                <a:gd name="connsiteY2" fmla="*/ 16253 h 905435"/>
                <a:gd name="connsiteX3" fmla="*/ 651876 w 652059"/>
                <a:gd name="connsiteY3" fmla="*/ 180130 h 905435"/>
                <a:gd name="connsiteX4" fmla="*/ 525636 w 652059"/>
                <a:gd name="connsiteY4" fmla="*/ 557667 h 905435"/>
                <a:gd name="connsiteX5" fmla="*/ 360285 w 652059"/>
                <a:gd name="connsiteY5" fmla="*/ 900229 h 905435"/>
                <a:gd name="connsiteX6" fmla="*/ 152666 w 652059"/>
                <a:gd name="connsiteY6" fmla="*/ 718959 h 905435"/>
                <a:gd name="connsiteX0" fmla="*/ 74209 w 658632"/>
                <a:gd name="connsiteY0" fmla="*/ 741796 h 908074"/>
                <a:gd name="connsiteX1" fmla="*/ 11611 w 658632"/>
                <a:gd name="connsiteY1" fmla="*/ 129655 h 908074"/>
                <a:gd name="connsiteX2" fmla="*/ 501267 w 658632"/>
                <a:gd name="connsiteY2" fmla="*/ 16253 h 908074"/>
                <a:gd name="connsiteX3" fmla="*/ 658449 w 658632"/>
                <a:gd name="connsiteY3" fmla="*/ 180130 h 908074"/>
                <a:gd name="connsiteX4" fmla="*/ 532209 w 658632"/>
                <a:gd name="connsiteY4" fmla="*/ 557667 h 908074"/>
                <a:gd name="connsiteX5" fmla="*/ 366858 w 658632"/>
                <a:gd name="connsiteY5" fmla="*/ 900229 h 908074"/>
                <a:gd name="connsiteX6" fmla="*/ 74209 w 658632"/>
                <a:gd name="connsiteY6" fmla="*/ 741796 h 90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8632" h="908074">
                  <a:moveTo>
                    <a:pt x="74209" y="741796"/>
                  </a:moveTo>
                  <a:cubicBezTo>
                    <a:pt x="15001" y="613367"/>
                    <a:pt x="-19339" y="194057"/>
                    <a:pt x="11611" y="129655"/>
                  </a:cubicBezTo>
                  <a:cubicBezTo>
                    <a:pt x="40525" y="-52458"/>
                    <a:pt x="393461" y="7841"/>
                    <a:pt x="501267" y="16253"/>
                  </a:cubicBezTo>
                  <a:cubicBezTo>
                    <a:pt x="609073" y="24665"/>
                    <a:pt x="653292" y="89894"/>
                    <a:pt x="658449" y="180130"/>
                  </a:cubicBezTo>
                  <a:cubicBezTo>
                    <a:pt x="663606" y="270366"/>
                    <a:pt x="558499" y="458541"/>
                    <a:pt x="532209" y="557667"/>
                  </a:cubicBezTo>
                  <a:cubicBezTo>
                    <a:pt x="505920" y="656793"/>
                    <a:pt x="443191" y="869541"/>
                    <a:pt x="366858" y="900229"/>
                  </a:cubicBezTo>
                  <a:cubicBezTo>
                    <a:pt x="290525" y="930917"/>
                    <a:pt x="133417" y="870225"/>
                    <a:pt x="74209" y="741796"/>
                  </a:cubicBezTo>
                  <a:close/>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B5A00653-1050-25AB-AE45-4AE6FFFAB889}"/>
                </a:ext>
              </a:extLst>
            </p:cNvPr>
            <p:cNvSpPr/>
            <p:nvPr userDrawn="1"/>
          </p:nvSpPr>
          <p:spPr>
            <a:xfrm rot="9390017" flipV="1">
              <a:off x="7352942" y="-994499"/>
              <a:ext cx="3405601" cy="7845911"/>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81082 w 2478714"/>
                <a:gd name="connsiteY0" fmla="*/ 5521764 h 5521764"/>
                <a:gd name="connsiteX1" fmla="*/ 524993 w 2478714"/>
                <a:gd name="connsiteY1" fmla="*/ 3906089 h 5521764"/>
                <a:gd name="connsiteX2" fmla="*/ 280820 w 2478714"/>
                <a:gd name="connsiteY2" fmla="*/ 3178874 h 5521764"/>
                <a:gd name="connsiteX3" fmla="*/ 43076 w 2478714"/>
                <a:gd name="connsiteY3" fmla="*/ 2663762 h 5521764"/>
                <a:gd name="connsiteX4" fmla="*/ 3167 w 2478714"/>
                <a:gd name="connsiteY4" fmla="*/ 2344769 h 5521764"/>
                <a:gd name="connsiteX5" fmla="*/ 117943 w 2478714"/>
                <a:gd name="connsiteY5" fmla="*/ 1976723 h 5521764"/>
                <a:gd name="connsiteX6" fmla="*/ 224242 w 2478714"/>
                <a:gd name="connsiteY6" fmla="*/ 1744123 h 5521764"/>
                <a:gd name="connsiteX7" fmla="*/ 447222 w 2478714"/>
                <a:gd name="connsiteY7" fmla="*/ 1569244 h 5521764"/>
                <a:gd name="connsiteX8" fmla="*/ 708588 w 2478714"/>
                <a:gd name="connsiteY8" fmla="*/ 1598295 h 5521764"/>
                <a:gd name="connsiteX9" fmla="*/ 1024532 w 2478714"/>
                <a:gd name="connsiteY9" fmla="*/ 1741837 h 5521764"/>
                <a:gd name="connsiteX10" fmla="*/ 1538692 w 2478714"/>
                <a:gd name="connsiteY10" fmla="*/ 1773460 h 5521764"/>
                <a:gd name="connsiteX11" fmla="*/ 1869019 w 2478714"/>
                <a:gd name="connsiteY11" fmla="*/ 1650016 h 5521764"/>
                <a:gd name="connsiteX12" fmla="*/ 2124670 w 2478714"/>
                <a:gd name="connsiteY12" fmla="*/ 1515047 h 5521764"/>
                <a:gd name="connsiteX13" fmla="*/ 2334410 w 2478714"/>
                <a:gd name="connsiteY13" fmla="*/ 1305401 h 5521764"/>
                <a:gd name="connsiteX14" fmla="*/ 2430232 w 2478714"/>
                <a:gd name="connsiteY14" fmla="*/ 933164 h 5521764"/>
                <a:gd name="connsiteX15" fmla="*/ 2430232 w 2478714"/>
                <a:gd name="connsiteY15" fmla="*/ 571786 h 5521764"/>
                <a:gd name="connsiteX16" fmla="*/ 2445472 w 2478714"/>
                <a:gd name="connsiteY16" fmla="*/ 315659 h 5521764"/>
                <a:gd name="connsiteX17" fmla="*/ 2478714 w 2478714"/>
                <a:gd name="connsiteY17" fmla="*/ 0 h 5521764"/>
                <a:gd name="connsiteX0" fmla="*/ 81082 w 2478714"/>
                <a:gd name="connsiteY0" fmla="*/ 5521764 h 5521764"/>
                <a:gd name="connsiteX1" fmla="*/ 524993 w 2478714"/>
                <a:gd name="connsiteY1" fmla="*/ 3906089 h 5521764"/>
                <a:gd name="connsiteX2" fmla="*/ 280820 w 2478714"/>
                <a:gd name="connsiteY2" fmla="*/ 3178874 h 5521764"/>
                <a:gd name="connsiteX3" fmla="*/ 43076 w 2478714"/>
                <a:gd name="connsiteY3" fmla="*/ 2663762 h 5521764"/>
                <a:gd name="connsiteX4" fmla="*/ 3167 w 2478714"/>
                <a:gd name="connsiteY4" fmla="*/ 2344769 h 5521764"/>
                <a:gd name="connsiteX5" fmla="*/ 117943 w 2478714"/>
                <a:gd name="connsiteY5" fmla="*/ 1976723 h 5521764"/>
                <a:gd name="connsiteX6" fmla="*/ 224242 w 2478714"/>
                <a:gd name="connsiteY6" fmla="*/ 1744123 h 5521764"/>
                <a:gd name="connsiteX7" fmla="*/ 447222 w 2478714"/>
                <a:gd name="connsiteY7" fmla="*/ 1569244 h 5521764"/>
                <a:gd name="connsiteX8" fmla="*/ 708588 w 2478714"/>
                <a:gd name="connsiteY8" fmla="*/ 1598295 h 5521764"/>
                <a:gd name="connsiteX9" fmla="*/ 1024532 w 2478714"/>
                <a:gd name="connsiteY9" fmla="*/ 1741837 h 5521764"/>
                <a:gd name="connsiteX10" fmla="*/ 1538692 w 2478714"/>
                <a:gd name="connsiteY10" fmla="*/ 1773460 h 5521764"/>
                <a:gd name="connsiteX11" fmla="*/ 1869019 w 2478714"/>
                <a:gd name="connsiteY11" fmla="*/ 1650016 h 5521764"/>
                <a:gd name="connsiteX12" fmla="*/ 2124670 w 2478714"/>
                <a:gd name="connsiteY12" fmla="*/ 1515047 h 5521764"/>
                <a:gd name="connsiteX13" fmla="*/ 2334410 w 2478714"/>
                <a:gd name="connsiteY13" fmla="*/ 1305401 h 5521764"/>
                <a:gd name="connsiteX14" fmla="*/ 2430232 w 2478714"/>
                <a:gd name="connsiteY14" fmla="*/ 933164 h 5521764"/>
                <a:gd name="connsiteX15" fmla="*/ 2430232 w 2478714"/>
                <a:gd name="connsiteY15" fmla="*/ 571786 h 5521764"/>
                <a:gd name="connsiteX16" fmla="*/ 2445472 w 2478714"/>
                <a:gd name="connsiteY16" fmla="*/ 315659 h 5521764"/>
                <a:gd name="connsiteX17" fmla="*/ 2478714 w 2478714"/>
                <a:gd name="connsiteY17" fmla="*/ 0 h 5521764"/>
                <a:gd name="connsiteX0" fmla="*/ 0 w 2555088"/>
                <a:gd name="connsiteY0" fmla="*/ 5493764 h 5493764"/>
                <a:gd name="connsiteX1" fmla="*/ 601367 w 2555088"/>
                <a:gd name="connsiteY1" fmla="*/ 3906089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55088"/>
                <a:gd name="connsiteY0" fmla="*/ 5493764 h 5493764"/>
                <a:gd name="connsiteX1" fmla="*/ 601367 w 2555088"/>
                <a:gd name="connsiteY1" fmla="*/ 3906089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55088"/>
                <a:gd name="connsiteY0" fmla="*/ 5493764 h 5493764"/>
                <a:gd name="connsiteX1" fmla="*/ 571057 w 2555088"/>
                <a:gd name="connsiteY1" fmla="*/ 4419820 h 5493764"/>
                <a:gd name="connsiteX2" fmla="*/ 357194 w 2555088"/>
                <a:gd name="connsiteY2" fmla="*/ 3178874 h 5493764"/>
                <a:gd name="connsiteX3" fmla="*/ 119450 w 2555088"/>
                <a:gd name="connsiteY3" fmla="*/ 2663762 h 5493764"/>
                <a:gd name="connsiteX4" fmla="*/ 79541 w 2555088"/>
                <a:gd name="connsiteY4" fmla="*/ 2344769 h 5493764"/>
                <a:gd name="connsiteX5" fmla="*/ 194317 w 2555088"/>
                <a:gd name="connsiteY5" fmla="*/ 1976723 h 5493764"/>
                <a:gd name="connsiteX6" fmla="*/ 300616 w 2555088"/>
                <a:gd name="connsiteY6" fmla="*/ 1744123 h 5493764"/>
                <a:gd name="connsiteX7" fmla="*/ 523596 w 2555088"/>
                <a:gd name="connsiteY7" fmla="*/ 1569244 h 5493764"/>
                <a:gd name="connsiteX8" fmla="*/ 784962 w 2555088"/>
                <a:gd name="connsiteY8" fmla="*/ 1598295 h 5493764"/>
                <a:gd name="connsiteX9" fmla="*/ 1100906 w 2555088"/>
                <a:gd name="connsiteY9" fmla="*/ 1741837 h 5493764"/>
                <a:gd name="connsiteX10" fmla="*/ 1615066 w 2555088"/>
                <a:gd name="connsiteY10" fmla="*/ 1773460 h 5493764"/>
                <a:gd name="connsiteX11" fmla="*/ 1945393 w 2555088"/>
                <a:gd name="connsiteY11" fmla="*/ 1650016 h 5493764"/>
                <a:gd name="connsiteX12" fmla="*/ 2201044 w 2555088"/>
                <a:gd name="connsiteY12" fmla="*/ 1515047 h 5493764"/>
                <a:gd name="connsiteX13" fmla="*/ 2410784 w 2555088"/>
                <a:gd name="connsiteY13" fmla="*/ 1305401 h 5493764"/>
                <a:gd name="connsiteX14" fmla="*/ 2506606 w 2555088"/>
                <a:gd name="connsiteY14" fmla="*/ 933164 h 5493764"/>
                <a:gd name="connsiteX15" fmla="*/ 2506606 w 2555088"/>
                <a:gd name="connsiteY15" fmla="*/ 571786 h 5493764"/>
                <a:gd name="connsiteX16" fmla="*/ 2521846 w 2555088"/>
                <a:gd name="connsiteY16" fmla="*/ 315659 h 5493764"/>
                <a:gd name="connsiteX17" fmla="*/ 2555088 w 2555088"/>
                <a:gd name="connsiteY17" fmla="*/ 0 h 5493764"/>
                <a:gd name="connsiteX0" fmla="*/ 0 w 2521846"/>
                <a:gd name="connsiteY0" fmla="*/ 5178105 h 5178105"/>
                <a:gd name="connsiteX1" fmla="*/ 571057 w 2521846"/>
                <a:gd name="connsiteY1" fmla="*/ 4104161 h 5178105"/>
                <a:gd name="connsiteX2" fmla="*/ 357194 w 2521846"/>
                <a:gd name="connsiteY2" fmla="*/ 2863215 h 5178105"/>
                <a:gd name="connsiteX3" fmla="*/ 119450 w 2521846"/>
                <a:gd name="connsiteY3" fmla="*/ 2348103 h 5178105"/>
                <a:gd name="connsiteX4" fmla="*/ 79541 w 2521846"/>
                <a:gd name="connsiteY4" fmla="*/ 2029110 h 5178105"/>
                <a:gd name="connsiteX5" fmla="*/ 194317 w 2521846"/>
                <a:gd name="connsiteY5" fmla="*/ 1661064 h 5178105"/>
                <a:gd name="connsiteX6" fmla="*/ 300616 w 2521846"/>
                <a:gd name="connsiteY6" fmla="*/ 1428464 h 5178105"/>
                <a:gd name="connsiteX7" fmla="*/ 523596 w 2521846"/>
                <a:gd name="connsiteY7" fmla="*/ 1253585 h 5178105"/>
                <a:gd name="connsiteX8" fmla="*/ 784962 w 2521846"/>
                <a:gd name="connsiteY8" fmla="*/ 1282636 h 5178105"/>
                <a:gd name="connsiteX9" fmla="*/ 1100906 w 2521846"/>
                <a:gd name="connsiteY9" fmla="*/ 1426178 h 5178105"/>
                <a:gd name="connsiteX10" fmla="*/ 1615066 w 2521846"/>
                <a:gd name="connsiteY10" fmla="*/ 1457801 h 5178105"/>
                <a:gd name="connsiteX11" fmla="*/ 1945393 w 2521846"/>
                <a:gd name="connsiteY11" fmla="*/ 1334357 h 5178105"/>
                <a:gd name="connsiteX12" fmla="*/ 2201044 w 2521846"/>
                <a:gd name="connsiteY12" fmla="*/ 1199388 h 5178105"/>
                <a:gd name="connsiteX13" fmla="*/ 2410784 w 2521846"/>
                <a:gd name="connsiteY13" fmla="*/ 989742 h 5178105"/>
                <a:gd name="connsiteX14" fmla="*/ 2506606 w 2521846"/>
                <a:gd name="connsiteY14" fmla="*/ 617505 h 5178105"/>
                <a:gd name="connsiteX15" fmla="*/ 2506606 w 2521846"/>
                <a:gd name="connsiteY15" fmla="*/ 256127 h 5178105"/>
                <a:gd name="connsiteX16" fmla="*/ 2521846 w 2521846"/>
                <a:gd name="connsiteY16" fmla="*/ 0 h 5178105"/>
                <a:gd name="connsiteX0" fmla="*/ 0 w 2509013"/>
                <a:gd name="connsiteY0" fmla="*/ 4921978 h 4921978"/>
                <a:gd name="connsiteX1" fmla="*/ 571057 w 2509013"/>
                <a:gd name="connsiteY1" fmla="*/ 3848034 h 4921978"/>
                <a:gd name="connsiteX2" fmla="*/ 357194 w 2509013"/>
                <a:gd name="connsiteY2" fmla="*/ 2607088 h 4921978"/>
                <a:gd name="connsiteX3" fmla="*/ 119450 w 2509013"/>
                <a:gd name="connsiteY3" fmla="*/ 2091976 h 4921978"/>
                <a:gd name="connsiteX4" fmla="*/ 79541 w 2509013"/>
                <a:gd name="connsiteY4" fmla="*/ 1772983 h 4921978"/>
                <a:gd name="connsiteX5" fmla="*/ 194317 w 2509013"/>
                <a:gd name="connsiteY5" fmla="*/ 1404937 h 4921978"/>
                <a:gd name="connsiteX6" fmla="*/ 300616 w 2509013"/>
                <a:gd name="connsiteY6" fmla="*/ 1172337 h 4921978"/>
                <a:gd name="connsiteX7" fmla="*/ 523596 w 2509013"/>
                <a:gd name="connsiteY7" fmla="*/ 997458 h 4921978"/>
                <a:gd name="connsiteX8" fmla="*/ 784962 w 2509013"/>
                <a:gd name="connsiteY8" fmla="*/ 1026509 h 4921978"/>
                <a:gd name="connsiteX9" fmla="*/ 1100906 w 2509013"/>
                <a:gd name="connsiteY9" fmla="*/ 1170051 h 4921978"/>
                <a:gd name="connsiteX10" fmla="*/ 1615066 w 2509013"/>
                <a:gd name="connsiteY10" fmla="*/ 1201674 h 4921978"/>
                <a:gd name="connsiteX11" fmla="*/ 1945393 w 2509013"/>
                <a:gd name="connsiteY11" fmla="*/ 1078230 h 4921978"/>
                <a:gd name="connsiteX12" fmla="*/ 2201044 w 2509013"/>
                <a:gd name="connsiteY12" fmla="*/ 943261 h 4921978"/>
                <a:gd name="connsiteX13" fmla="*/ 2410784 w 2509013"/>
                <a:gd name="connsiteY13" fmla="*/ 733615 h 4921978"/>
                <a:gd name="connsiteX14" fmla="*/ 2506606 w 2509013"/>
                <a:gd name="connsiteY14" fmla="*/ 361378 h 4921978"/>
                <a:gd name="connsiteX15" fmla="*/ 2506606 w 2509013"/>
                <a:gd name="connsiteY15" fmla="*/ 0 h 4921978"/>
                <a:gd name="connsiteX0" fmla="*/ 0 w 2506606"/>
                <a:gd name="connsiteY0" fmla="*/ 4560600 h 4560600"/>
                <a:gd name="connsiteX1" fmla="*/ 571057 w 2506606"/>
                <a:gd name="connsiteY1" fmla="*/ 3486656 h 4560600"/>
                <a:gd name="connsiteX2" fmla="*/ 357194 w 2506606"/>
                <a:gd name="connsiteY2" fmla="*/ 2245710 h 4560600"/>
                <a:gd name="connsiteX3" fmla="*/ 119450 w 2506606"/>
                <a:gd name="connsiteY3" fmla="*/ 1730598 h 4560600"/>
                <a:gd name="connsiteX4" fmla="*/ 79541 w 2506606"/>
                <a:gd name="connsiteY4" fmla="*/ 1411605 h 4560600"/>
                <a:gd name="connsiteX5" fmla="*/ 194317 w 2506606"/>
                <a:gd name="connsiteY5" fmla="*/ 1043559 h 4560600"/>
                <a:gd name="connsiteX6" fmla="*/ 300616 w 2506606"/>
                <a:gd name="connsiteY6" fmla="*/ 810959 h 4560600"/>
                <a:gd name="connsiteX7" fmla="*/ 523596 w 2506606"/>
                <a:gd name="connsiteY7" fmla="*/ 636080 h 4560600"/>
                <a:gd name="connsiteX8" fmla="*/ 784962 w 2506606"/>
                <a:gd name="connsiteY8" fmla="*/ 665131 h 4560600"/>
                <a:gd name="connsiteX9" fmla="*/ 1100906 w 2506606"/>
                <a:gd name="connsiteY9" fmla="*/ 808673 h 4560600"/>
                <a:gd name="connsiteX10" fmla="*/ 1615066 w 2506606"/>
                <a:gd name="connsiteY10" fmla="*/ 840296 h 4560600"/>
                <a:gd name="connsiteX11" fmla="*/ 1945393 w 2506606"/>
                <a:gd name="connsiteY11" fmla="*/ 716852 h 4560600"/>
                <a:gd name="connsiteX12" fmla="*/ 2201044 w 2506606"/>
                <a:gd name="connsiteY12" fmla="*/ 581883 h 4560600"/>
                <a:gd name="connsiteX13" fmla="*/ 2410784 w 2506606"/>
                <a:gd name="connsiteY13" fmla="*/ 372237 h 4560600"/>
                <a:gd name="connsiteX14" fmla="*/ 2506606 w 2506606"/>
                <a:gd name="connsiteY14" fmla="*/ 0 h 4560600"/>
                <a:gd name="connsiteX0" fmla="*/ 0 w 2493978"/>
                <a:gd name="connsiteY0" fmla="*/ 4487053 h 4487053"/>
                <a:gd name="connsiteX1" fmla="*/ 571057 w 2493978"/>
                <a:gd name="connsiteY1" fmla="*/ 3413109 h 4487053"/>
                <a:gd name="connsiteX2" fmla="*/ 357194 w 2493978"/>
                <a:gd name="connsiteY2" fmla="*/ 2172163 h 4487053"/>
                <a:gd name="connsiteX3" fmla="*/ 119450 w 2493978"/>
                <a:gd name="connsiteY3" fmla="*/ 1657051 h 4487053"/>
                <a:gd name="connsiteX4" fmla="*/ 79541 w 2493978"/>
                <a:gd name="connsiteY4" fmla="*/ 1338058 h 4487053"/>
                <a:gd name="connsiteX5" fmla="*/ 194317 w 2493978"/>
                <a:gd name="connsiteY5" fmla="*/ 970012 h 4487053"/>
                <a:gd name="connsiteX6" fmla="*/ 300616 w 2493978"/>
                <a:gd name="connsiteY6" fmla="*/ 737412 h 4487053"/>
                <a:gd name="connsiteX7" fmla="*/ 523596 w 2493978"/>
                <a:gd name="connsiteY7" fmla="*/ 562533 h 4487053"/>
                <a:gd name="connsiteX8" fmla="*/ 784962 w 2493978"/>
                <a:gd name="connsiteY8" fmla="*/ 591584 h 4487053"/>
                <a:gd name="connsiteX9" fmla="*/ 1100906 w 2493978"/>
                <a:gd name="connsiteY9" fmla="*/ 735126 h 4487053"/>
                <a:gd name="connsiteX10" fmla="*/ 1615066 w 2493978"/>
                <a:gd name="connsiteY10" fmla="*/ 766749 h 4487053"/>
                <a:gd name="connsiteX11" fmla="*/ 1945393 w 2493978"/>
                <a:gd name="connsiteY11" fmla="*/ 643305 h 4487053"/>
                <a:gd name="connsiteX12" fmla="*/ 2201044 w 2493978"/>
                <a:gd name="connsiteY12" fmla="*/ 508336 h 4487053"/>
                <a:gd name="connsiteX13" fmla="*/ 2410784 w 2493978"/>
                <a:gd name="connsiteY13" fmla="*/ 298690 h 4487053"/>
                <a:gd name="connsiteX14" fmla="*/ 2493978 w 2493978"/>
                <a:gd name="connsiteY14"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357194 w 2493978"/>
                <a:gd name="connsiteY3" fmla="*/ 2172163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32636 w 2493978"/>
                <a:gd name="connsiteY2" fmla="*/ 2549874 h 4487053"/>
                <a:gd name="connsiteX3" fmla="*/ 547561 w 2493978"/>
                <a:gd name="connsiteY3" fmla="*/ 2111586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0 w 2493978"/>
                <a:gd name="connsiteY0" fmla="*/ 4487053 h 4487053"/>
                <a:gd name="connsiteX1" fmla="*/ 571057 w 2493978"/>
                <a:gd name="connsiteY1" fmla="*/ 3413109 h 4487053"/>
                <a:gd name="connsiteX2" fmla="*/ 405273 w 2493978"/>
                <a:gd name="connsiteY2" fmla="*/ 2466776 h 4487053"/>
                <a:gd name="connsiteX3" fmla="*/ 547561 w 2493978"/>
                <a:gd name="connsiteY3" fmla="*/ 2111586 h 4487053"/>
                <a:gd name="connsiteX4" fmla="*/ 119450 w 2493978"/>
                <a:gd name="connsiteY4" fmla="*/ 1657051 h 4487053"/>
                <a:gd name="connsiteX5" fmla="*/ 79541 w 2493978"/>
                <a:gd name="connsiteY5" fmla="*/ 1338058 h 4487053"/>
                <a:gd name="connsiteX6" fmla="*/ 194317 w 2493978"/>
                <a:gd name="connsiteY6" fmla="*/ 970012 h 4487053"/>
                <a:gd name="connsiteX7" fmla="*/ 300616 w 2493978"/>
                <a:gd name="connsiteY7" fmla="*/ 737412 h 4487053"/>
                <a:gd name="connsiteX8" fmla="*/ 523596 w 2493978"/>
                <a:gd name="connsiteY8" fmla="*/ 562533 h 4487053"/>
                <a:gd name="connsiteX9" fmla="*/ 784962 w 2493978"/>
                <a:gd name="connsiteY9" fmla="*/ 591584 h 4487053"/>
                <a:gd name="connsiteX10" fmla="*/ 1100906 w 2493978"/>
                <a:gd name="connsiteY10" fmla="*/ 735126 h 4487053"/>
                <a:gd name="connsiteX11" fmla="*/ 1615066 w 2493978"/>
                <a:gd name="connsiteY11" fmla="*/ 766749 h 4487053"/>
                <a:gd name="connsiteX12" fmla="*/ 1945393 w 2493978"/>
                <a:gd name="connsiteY12" fmla="*/ 643305 h 4487053"/>
                <a:gd name="connsiteX13" fmla="*/ 2201044 w 2493978"/>
                <a:gd name="connsiteY13" fmla="*/ 508336 h 4487053"/>
                <a:gd name="connsiteX14" fmla="*/ 2410784 w 2493978"/>
                <a:gd name="connsiteY14" fmla="*/ 298690 h 4487053"/>
                <a:gd name="connsiteX15" fmla="*/ 2493978 w 2493978"/>
                <a:gd name="connsiteY15" fmla="*/ 0 h 4487053"/>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49146 w 2428058"/>
                <a:gd name="connsiteY11" fmla="*/ 766749 h 4495407"/>
                <a:gd name="connsiteX12" fmla="*/ 1879473 w 2428058"/>
                <a:gd name="connsiteY12" fmla="*/ 643305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879473 w 2428058"/>
                <a:gd name="connsiteY12" fmla="*/ 643305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34696 w 2428058"/>
                <a:gd name="connsiteY7" fmla="*/ 737412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339353 w 2428058"/>
                <a:gd name="connsiteY2" fmla="*/ 2466776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83531 w 2428058"/>
                <a:gd name="connsiteY7" fmla="*/ 753689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499176 w 2428058"/>
                <a:gd name="connsiteY2" fmla="*/ 2419863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83531 w 2428058"/>
                <a:gd name="connsiteY7" fmla="*/ 753689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505137 w 2428058"/>
                <a:gd name="connsiteY1" fmla="*/ 3413109 h 4495407"/>
                <a:gd name="connsiteX2" fmla="*/ 499176 w 2428058"/>
                <a:gd name="connsiteY2" fmla="*/ 2419863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83531 w 2428058"/>
                <a:gd name="connsiteY7" fmla="*/ 753689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63605 w 2428058"/>
                <a:gd name="connsiteY0" fmla="*/ 4495407 h 4495407"/>
                <a:gd name="connsiteX1" fmla="*/ 603260 w 2428058"/>
                <a:gd name="connsiteY1" fmla="*/ 3456943 h 4495407"/>
                <a:gd name="connsiteX2" fmla="*/ 499176 w 2428058"/>
                <a:gd name="connsiteY2" fmla="*/ 2419863 h 4495407"/>
                <a:gd name="connsiteX3" fmla="*/ 481641 w 2428058"/>
                <a:gd name="connsiteY3" fmla="*/ 2111586 h 4495407"/>
                <a:gd name="connsiteX4" fmla="*/ 53530 w 2428058"/>
                <a:gd name="connsiteY4" fmla="*/ 1657051 h 4495407"/>
                <a:gd name="connsiteX5" fmla="*/ 13621 w 2428058"/>
                <a:gd name="connsiteY5" fmla="*/ 1338058 h 4495407"/>
                <a:gd name="connsiteX6" fmla="*/ 128397 w 2428058"/>
                <a:gd name="connsiteY6" fmla="*/ 970012 h 4495407"/>
                <a:gd name="connsiteX7" fmla="*/ 283531 w 2428058"/>
                <a:gd name="connsiteY7" fmla="*/ 753689 h 4495407"/>
                <a:gd name="connsiteX8" fmla="*/ 457676 w 2428058"/>
                <a:gd name="connsiteY8" fmla="*/ 562533 h 4495407"/>
                <a:gd name="connsiteX9" fmla="*/ 719042 w 2428058"/>
                <a:gd name="connsiteY9" fmla="*/ 591584 h 4495407"/>
                <a:gd name="connsiteX10" fmla="*/ 1034986 w 2428058"/>
                <a:gd name="connsiteY10" fmla="*/ 735126 h 4495407"/>
                <a:gd name="connsiteX11" fmla="*/ 1514102 w 2428058"/>
                <a:gd name="connsiteY11" fmla="*/ 833399 h 4495407"/>
                <a:gd name="connsiteX12" fmla="*/ 1906189 w 2428058"/>
                <a:gd name="connsiteY12" fmla="*/ 665263 h 4495407"/>
                <a:gd name="connsiteX13" fmla="*/ 2135124 w 2428058"/>
                <a:gd name="connsiteY13" fmla="*/ 508336 h 4495407"/>
                <a:gd name="connsiteX14" fmla="*/ 2344864 w 2428058"/>
                <a:gd name="connsiteY14" fmla="*/ 298690 h 4495407"/>
                <a:gd name="connsiteX15" fmla="*/ 2428058 w 2428058"/>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30805 w 2401187"/>
                <a:gd name="connsiteY8" fmla="*/ 562533 h 4495407"/>
                <a:gd name="connsiteX9" fmla="*/ 692171 w 2401187"/>
                <a:gd name="connsiteY9" fmla="*/ 591584 h 4495407"/>
                <a:gd name="connsiteX10" fmla="*/ 1008115 w 2401187"/>
                <a:gd name="connsiteY10" fmla="*/ 735126 h 4495407"/>
                <a:gd name="connsiteX11" fmla="*/ 1487231 w 2401187"/>
                <a:gd name="connsiteY11" fmla="*/ 833399 h 4495407"/>
                <a:gd name="connsiteX12" fmla="*/ 1879318 w 2401187"/>
                <a:gd name="connsiteY12" fmla="*/ 665263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30805 w 2401187"/>
                <a:gd name="connsiteY8" fmla="*/ 562533 h 4495407"/>
                <a:gd name="connsiteX9" fmla="*/ 774705 w 2401187"/>
                <a:gd name="connsiteY9" fmla="*/ 815740 h 4495407"/>
                <a:gd name="connsiteX10" fmla="*/ 1008115 w 2401187"/>
                <a:gd name="connsiteY10" fmla="*/ 735126 h 4495407"/>
                <a:gd name="connsiteX11" fmla="*/ 1487231 w 2401187"/>
                <a:gd name="connsiteY11" fmla="*/ 833399 h 4495407"/>
                <a:gd name="connsiteX12" fmla="*/ 1879318 w 2401187"/>
                <a:gd name="connsiteY12" fmla="*/ 665263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008115 w 2401187"/>
                <a:gd name="connsiteY10" fmla="*/ 735126 h 4495407"/>
                <a:gd name="connsiteX11" fmla="*/ 1487231 w 2401187"/>
                <a:gd name="connsiteY11" fmla="*/ 833399 h 4495407"/>
                <a:gd name="connsiteX12" fmla="*/ 1879318 w 2401187"/>
                <a:gd name="connsiteY12" fmla="*/ 665263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309030 w 2401187"/>
                <a:gd name="connsiteY10" fmla="*/ 1058037 h 4495407"/>
                <a:gd name="connsiteX11" fmla="*/ 1487231 w 2401187"/>
                <a:gd name="connsiteY11" fmla="*/ 833399 h 4495407"/>
                <a:gd name="connsiteX12" fmla="*/ 1879318 w 2401187"/>
                <a:gd name="connsiteY12" fmla="*/ 665263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309030 w 2401187"/>
                <a:gd name="connsiteY10" fmla="*/ 1058037 h 4495407"/>
                <a:gd name="connsiteX11" fmla="*/ 1899090 w 2401187"/>
                <a:gd name="connsiteY11" fmla="*/ 1078266 h 4495407"/>
                <a:gd name="connsiteX12" fmla="*/ 1879318 w 2401187"/>
                <a:gd name="connsiteY12" fmla="*/ 665263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309030 w 2401187"/>
                <a:gd name="connsiteY10" fmla="*/ 1058037 h 4495407"/>
                <a:gd name="connsiteX11" fmla="*/ 1899090 w 2401187"/>
                <a:gd name="connsiteY11" fmla="*/ 1078266 h 4495407"/>
                <a:gd name="connsiteX12" fmla="*/ 2030009 w 2401187"/>
                <a:gd name="connsiteY12" fmla="*/ 715485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309030 w 2401187"/>
                <a:gd name="connsiteY10" fmla="*/ 1058037 h 4495407"/>
                <a:gd name="connsiteX11" fmla="*/ 1899090 w 2401187"/>
                <a:gd name="connsiteY11" fmla="*/ 1078266 h 4495407"/>
                <a:gd name="connsiteX12" fmla="*/ 1831761 w 2401187"/>
                <a:gd name="connsiteY12" fmla="*/ 913240 h 4495407"/>
                <a:gd name="connsiteX13" fmla="*/ 2030009 w 2401187"/>
                <a:gd name="connsiteY13" fmla="*/ 715485 h 4495407"/>
                <a:gd name="connsiteX14" fmla="*/ 2108253 w 2401187"/>
                <a:gd name="connsiteY14" fmla="*/ 508336 h 4495407"/>
                <a:gd name="connsiteX15" fmla="*/ 2317993 w 2401187"/>
                <a:gd name="connsiteY15" fmla="*/ 298690 h 4495407"/>
                <a:gd name="connsiteX16" fmla="*/ 2401187 w 2401187"/>
                <a:gd name="connsiteY16" fmla="*/ 0 h 4495407"/>
                <a:gd name="connsiteX0" fmla="*/ 36734 w 2401187"/>
                <a:gd name="connsiteY0" fmla="*/ 4495407 h 4495407"/>
                <a:gd name="connsiteX1" fmla="*/ 576389 w 2401187"/>
                <a:gd name="connsiteY1" fmla="*/ 3456943 h 4495407"/>
                <a:gd name="connsiteX2" fmla="*/ 472305 w 2401187"/>
                <a:gd name="connsiteY2" fmla="*/ 2419863 h 4495407"/>
                <a:gd name="connsiteX3" fmla="*/ 454770 w 2401187"/>
                <a:gd name="connsiteY3" fmla="*/ 2111586 h 4495407"/>
                <a:gd name="connsiteX4" fmla="*/ 26659 w 2401187"/>
                <a:gd name="connsiteY4" fmla="*/ 1657051 h 4495407"/>
                <a:gd name="connsiteX5" fmla="*/ 50567 w 2401187"/>
                <a:gd name="connsiteY5" fmla="*/ 1340775 h 4495407"/>
                <a:gd name="connsiteX6" fmla="*/ 101526 w 2401187"/>
                <a:gd name="connsiteY6" fmla="*/ 970012 h 4495407"/>
                <a:gd name="connsiteX7" fmla="*/ 256660 w 2401187"/>
                <a:gd name="connsiteY7" fmla="*/ 753689 h 4495407"/>
                <a:gd name="connsiteX8" fmla="*/ 444083 w 2401187"/>
                <a:gd name="connsiteY8" fmla="*/ 696821 h 4495407"/>
                <a:gd name="connsiteX9" fmla="*/ 774705 w 2401187"/>
                <a:gd name="connsiteY9" fmla="*/ 815740 h 4495407"/>
                <a:gd name="connsiteX10" fmla="*/ 1309030 w 2401187"/>
                <a:gd name="connsiteY10" fmla="*/ 1058037 h 4495407"/>
                <a:gd name="connsiteX11" fmla="*/ 1831761 w 2401187"/>
                <a:gd name="connsiteY11" fmla="*/ 913240 h 4495407"/>
                <a:gd name="connsiteX12" fmla="*/ 2030009 w 2401187"/>
                <a:gd name="connsiteY12" fmla="*/ 715485 h 4495407"/>
                <a:gd name="connsiteX13" fmla="*/ 2108253 w 2401187"/>
                <a:gd name="connsiteY13" fmla="*/ 508336 h 4495407"/>
                <a:gd name="connsiteX14" fmla="*/ 2317993 w 2401187"/>
                <a:gd name="connsiteY14" fmla="*/ 298690 h 4495407"/>
                <a:gd name="connsiteX15" fmla="*/ 2401187 w 2401187"/>
                <a:gd name="connsiteY15" fmla="*/ 0 h 4495407"/>
                <a:gd name="connsiteX0" fmla="*/ 36734 w 2401187"/>
                <a:gd name="connsiteY0" fmla="*/ 4495407 h 4495407"/>
                <a:gd name="connsiteX1" fmla="*/ 368976 w 2401187"/>
                <a:gd name="connsiteY1" fmla="*/ 4391626 h 4495407"/>
                <a:gd name="connsiteX2" fmla="*/ 576389 w 2401187"/>
                <a:gd name="connsiteY2" fmla="*/ 3456943 h 4495407"/>
                <a:gd name="connsiteX3" fmla="*/ 472305 w 2401187"/>
                <a:gd name="connsiteY3" fmla="*/ 2419863 h 4495407"/>
                <a:gd name="connsiteX4" fmla="*/ 454770 w 2401187"/>
                <a:gd name="connsiteY4" fmla="*/ 2111586 h 4495407"/>
                <a:gd name="connsiteX5" fmla="*/ 26659 w 2401187"/>
                <a:gd name="connsiteY5" fmla="*/ 1657051 h 4495407"/>
                <a:gd name="connsiteX6" fmla="*/ 50567 w 2401187"/>
                <a:gd name="connsiteY6" fmla="*/ 1340775 h 4495407"/>
                <a:gd name="connsiteX7" fmla="*/ 101526 w 2401187"/>
                <a:gd name="connsiteY7" fmla="*/ 970012 h 4495407"/>
                <a:gd name="connsiteX8" fmla="*/ 256660 w 2401187"/>
                <a:gd name="connsiteY8" fmla="*/ 753689 h 4495407"/>
                <a:gd name="connsiteX9" fmla="*/ 444083 w 2401187"/>
                <a:gd name="connsiteY9" fmla="*/ 696821 h 4495407"/>
                <a:gd name="connsiteX10" fmla="*/ 774705 w 2401187"/>
                <a:gd name="connsiteY10" fmla="*/ 815740 h 4495407"/>
                <a:gd name="connsiteX11" fmla="*/ 1309030 w 2401187"/>
                <a:gd name="connsiteY11" fmla="*/ 1058037 h 4495407"/>
                <a:gd name="connsiteX12" fmla="*/ 1831761 w 2401187"/>
                <a:gd name="connsiteY12" fmla="*/ 913240 h 4495407"/>
                <a:gd name="connsiteX13" fmla="*/ 2030009 w 2401187"/>
                <a:gd name="connsiteY13" fmla="*/ 715485 h 4495407"/>
                <a:gd name="connsiteX14" fmla="*/ 2108253 w 2401187"/>
                <a:gd name="connsiteY14" fmla="*/ 508336 h 4495407"/>
                <a:gd name="connsiteX15" fmla="*/ 2317993 w 2401187"/>
                <a:gd name="connsiteY15" fmla="*/ 298690 h 4495407"/>
                <a:gd name="connsiteX16" fmla="*/ 2401187 w 2401187"/>
                <a:gd name="connsiteY16" fmla="*/ 0 h 4495407"/>
                <a:gd name="connsiteX0" fmla="*/ 36734 w 2401187"/>
                <a:gd name="connsiteY0" fmla="*/ 4495407 h 4495407"/>
                <a:gd name="connsiteX1" fmla="*/ 368976 w 2401187"/>
                <a:gd name="connsiteY1" fmla="*/ 4391626 h 4495407"/>
                <a:gd name="connsiteX2" fmla="*/ 477210 w 2401187"/>
                <a:gd name="connsiteY2" fmla="*/ 3864736 h 4495407"/>
                <a:gd name="connsiteX3" fmla="*/ 576389 w 2401187"/>
                <a:gd name="connsiteY3" fmla="*/ 3456943 h 4495407"/>
                <a:gd name="connsiteX4" fmla="*/ 472305 w 2401187"/>
                <a:gd name="connsiteY4" fmla="*/ 2419863 h 4495407"/>
                <a:gd name="connsiteX5" fmla="*/ 454770 w 2401187"/>
                <a:gd name="connsiteY5" fmla="*/ 2111586 h 4495407"/>
                <a:gd name="connsiteX6" fmla="*/ 26659 w 2401187"/>
                <a:gd name="connsiteY6" fmla="*/ 1657051 h 4495407"/>
                <a:gd name="connsiteX7" fmla="*/ 50567 w 2401187"/>
                <a:gd name="connsiteY7" fmla="*/ 1340775 h 4495407"/>
                <a:gd name="connsiteX8" fmla="*/ 101526 w 2401187"/>
                <a:gd name="connsiteY8" fmla="*/ 970012 h 4495407"/>
                <a:gd name="connsiteX9" fmla="*/ 256660 w 2401187"/>
                <a:gd name="connsiteY9" fmla="*/ 753689 h 4495407"/>
                <a:gd name="connsiteX10" fmla="*/ 444083 w 2401187"/>
                <a:gd name="connsiteY10" fmla="*/ 696821 h 4495407"/>
                <a:gd name="connsiteX11" fmla="*/ 774705 w 2401187"/>
                <a:gd name="connsiteY11" fmla="*/ 815740 h 4495407"/>
                <a:gd name="connsiteX12" fmla="*/ 1309030 w 2401187"/>
                <a:gd name="connsiteY12" fmla="*/ 1058037 h 4495407"/>
                <a:gd name="connsiteX13" fmla="*/ 1831761 w 2401187"/>
                <a:gd name="connsiteY13" fmla="*/ 913240 h 4495407"/>
                <a:gd name="connsiteX14" fmla="*/ 2030009 w 2401187"/>
                <a:gd name="connsiteY14" fmla="*/ 715485 h 4495407"/>
                <a:gd name="connsiteX15" fmla="*/ 2108253 w 2401187"/>
                <a:gd name="connsiteY15" fmla="*/ 508336 h 4495407"/>
                <a:gd name="connsiteX16" fmla="*/ 2317993 w 2401187"/>
                <a:gd name="connsiteY16" fmla="*/ 298690 h 4495407"/>
                <a:gd name="connsiteX17" fmla="*/ 2401187 w 2401187"/>
                <a:gd name="connsiteY17" fmla="*/ 0 h 4495407"/>
                <a:gd name="connsiteX0" fmla="*/ 36734 w 2401187"/>
                <a:gd name="connsiteY0" fmla="*/ 4495407 h 4495407"/>
                <a:gd name="connsiteX1" fmla="*/ 368976 w 2401187"/>
                <a:gd name="connsiteY1" fmla="*/ 4391626 h 4495407"/>
                <a:gd name="connsiteX2" fmla="*/ 477210 w 2401187"/>
                <a:gd name="connsiteY2" fmla="*/ 3864736 h 4495407"/>
                <a:gd name="connsiteX3" fmla="*/ 576389 w 2401187"/>
                <a:gd name="connsiteY3" fmla="*/ 3456943 h 4495407"/>
                <a:gd name="connsiteX4" fmla="*/ 549970 w 2401187"/>
                <a:gd name="connsiteY4" fmla="*/ 2793493 h 4495407"/>
                <a:gd name="connsiteX5" fmla="*/ 472305 w 2401187"/>
                <a:gd name="connsiteY5" fmla="*/ 2419863 h 4495407"/>
                <a:gd name="connsiteX6" fmla="*/ 454770 w 2401187"/>
                <a:gd name="connsiteY6" fmla="*/ 2111586 h 4495407"/>
                <a:gd name="connsiteX7" fmla="*/ 26659 w 2401187"/>
                <a:gd name="connsiteY7" fmla="*/ 1657051 h 4495407"/>
                <a:gd name="connsiteX8" fmla="*/ 50567 w 2401187"/>
                <a:gd name="connsiteY8" fmla="*/ 1340775 h 4495407"/>
                <a:gd name="connsiteX9" fmla="*/ 101526 w 2401187"/>
                <a:gd name="connsiteY9" fmla="*/ 970012 h 4495407"/>
                <a:gd name="connsiteX10" fmla="*/ 256660 w 2401187"/>
                <a:gd name="connsiteY10" fmla="*/ 753689 h 4495407"/>
                <a:gd name="connsiteX11" fmla="*/ 444083 w 2401187"/>
                <a:gd name="connsiteY11" fmla="*/ 696821 h 4495407"/>
                <a:gd name="connsiteX12" fmla="*/ 774705 w 2401187"/>
                <a:gd name="connsiteY12" fmla="*/ 815740 h 4495407"/>
                <a:gd name="connsiteX13" fmla="*/ 1309030 w 2401187"/>
                <a:gd name="connsiteY13" fmla="*/ 1058037 h 4495407"/>
                <a:gd name="connsiteX14" fmla="*/ 1831761 w 2401187"/>
                <a:gd name="connsiteY14" fmla="*/ 913240 h 4495407"/>
                <a:gd name="connsiteX15" fmla="*/ 2030009 w 2401187"/>
                <a:gd name="connsiteY15" fmla="*/ 715485 h 4495407"/>
                <a:gd name="connsiteX16" fmla="*/ 2108253 w 2401187"/>
                <a:gd name="connsiteY16" fmla="*/ 508336 h 4495407"/>
                <a:gd name="connsiteX17" fmla="*/ 2317993 w 2401187"/>
                <a:gd name="connsiteY17" fmla="*/ 298690 h 4495407"/>
                <a:gd name="connsiteX18" fmla="*/ 2401187 w 2401187"/>
                <a:gd name="connsiteY18" fmla="*/ 0 h 4495407"/>
                <a:gd name="connsiteX0" fmla="*/ 36734 w 2401187"/>
                <a:gd name="connsiteY0" fmla="*/ 4495407 h 4495407"/>
                <a:gd name="connsiteX1" fmla="*/ 368976 w 2401187"/>
                <a:gd name="connsiteY1" fmla="*/ 4391626 h 4495407"/>
                <a:gd name="connsiteX2" fmla="*/ 477210 w 2401187"/>
                <a:gd name="connsiteY2" fmla="*/ 3864736 h 4495407"/>
                <a:gd name="connsiteX3" fmla="*/ 576389 w 2401187"/>
                <a:gd name="connsiteY3" fmla="*/ 3456943 h 4495407"/>
                <a:gd name="connsiteX4" fmla="*/ 549970 w 2401187"/>
                <a:gd name="connsiteY4" fmla="*/ 2793493 h 4495407"/>
                <a:gd name="connsiteX5" fmla="*/ 472305 w 2401187"/>
                <a:gd name="connsiteY5" fmla="*/ 2419863 h 4495407"/>
                <a:gd name="connsiteX6" fmla="*/ 454770 w 2401187"/>
                <a:gd name="connsiteY6" fmla="*/ 2111586 h 4495407"/>
                <a:gd name="connsiteX7" fmla="*/ 26659 w 2401187"/>
                <a:gd name="connsiteY7" fmla="*/ 1657051 h 4495407"/>
                <a:gd name="connsiteX8" fmla="*/ 50567 w 2401187"/>
                <a:gd name="connsiteY8" fmla="*/ 1340775 h 4495407"/>
                <a:gd name="connsiteX9" fmla="*/ 101526 w 2401187"/>
                <a:gd name="connsiteY9" fmla="*/ 970012 h 4495407"/>
                <a:gd name="connsiteX10" fmla="*/ 256660 w 2401187"/>
                <a:gd name="connsiteY10" fmla="*/ 753689 h 4495407"/>
                <a:gd name="connsiteX11" fmla="*/ 561945 w 2401187"/>
                <a:gd name="connsiteY11" fmla="*/ 860360 h 4495407"/>
                <a:gd name="connsiteX12" fmla="*/ 774705 w 2401187"/>
                <a:gd name="connsiteY12" fmla="*/ 815740 h 4495407"/>
                <a:gd name="connsiteX13" fmla="*/ 1309030 w 2401187"/>
                <a:gd name="connsiteY13" fmla="*/ 1058037 h 4495407"/>
                <a:gd name="connsiteX14" fmla="*/ 1831761 w 2401187"/>
                <a:gd name="connsiteY14" fmla="*/ 913240 h 4495407"/>
                <a:gd name="connsiteX15" fmla="*/ 2030009 w 2401187"/>
                <a:gd name="connsiteY15" fmla="*/ 715485 h 4495407"/>
                <a:gd name="connsiteX16" fmla="*/ 2108253 w 2401187"/>
                <a:gd name="connsiteY16" fmla="*/ 508336 h 4495407"/>
                <a:gd name="connsiteX17" fmla="*/ 2317993 w 2401187"/>
                <a:gd name="connsiteY17" fmla="*/ 298690 h 4495407"/>
                <a:gd name="connsiteX18" fmla="*/ 2401187 w 2401187"/>
                <a:gd name="connsiteY18" fmla="*/ 0 h 4495407"/>
                <a:gd name="connsiteX0" fmla="*/ 36734 w 2401187"/>
                <a:gd name="connsiteY0" fmla="*/ 4495407 h 4495407"/>
                <a:gd name="connsiteX1" fmla="*/ 368976 w 2401187"/>
                <a:gd name="connsiteY1" fmla="*/ 4391626 h 4495407"/>
                <a:gd name="connsiteX2" fmla="*/ 477210 w 2401187"/>
                <a:gd name="connsiteY2" fmla="*/ 3864736 h 4495407"/>
                <a:gd name="connsiteX3" fmla="*/ 576389 w 2401187"/>
                <a:gd name="connsiteY3" fmla="*/ 3456943 h 4495407"/>
                <a:gd name="connsiteX4" fmla="*/ 549970 w 2401187"/>
                <a:gd name="connsiteY4" fmla="*/ 2793493 h 4495407"/>
                <a:gd name="connsiteX5" fmla="*/ 472305 w 2401187"/>
                <a:gd name="connsiteY5" fmla="*/ 2419863 h 4495407"/>
                <a:gd name="connsiteX6" fmla="*/ 454770 w 2401187"/>
                <a:gd name="connsiteY6" fmla="*/ 2111586 h 4495407"/>
                <a:gd name="connsiteX7" fmla="*/ 26659 w 2401187"/>
                <a:gd name="connsiteY7" fmla="*/ 1657051 h 4495407"/>
                <a:gd name="connsiteX8" fmla="*/ 50567 w 2401187"/>
                <a:gd name="connsiteY8" fmla="*/ 1340775 h 4495407"/>
                <a:gd name="connsiteX9" fmla="*/ 101526 w 2401187"/>
                <a:gd name="connsiteY9" fmla="*/ 970012 h 4495407"/>
                <a:gd name="connsiteX10" fmla="*/ 256660 w 2401187"/>
                <a:gd name="connsiteY10" fmla="*/ 753689 h 4495407"/>
                <a:gd name="connsiteX11" fmla="*/ 561945 w 2401187"/>
                <a:gd name="connsiteY11" fmla="*/ 860360 h 4495407"/>
                <a:gd name="connsiteX12" fmla="*/ 887964 w 2401187"/>
                <a:gd name="connsiteY12" fmla="*/ 1018318 h 4495407"/>
                <a:gd name="connsiteX13" fmla="*/ 1309030 w 2401187"/>
                <a:gd name="connsiteY13" fmla="*/ 1058037 h 4495407"/>
                <a:gd name="connsiteX14" fmla="*/ 1831761 w 2401187"/>
                <a:gd name="connsiteY14" fmla="*/ 913240 h 4495407"/>
                <a:gd name="connsiteX15" fmla="*/ 2030009 w 2401187"/>
                <a:gd name="connsiteY15" fmla="*/ 715485 h 4495407"/>
                <a:gd name="connsiteX16" fmla="*/ 2108253 w 2401187"/>
                <a:gd name="connsiteY16" fmla="*/ 508336 h 4495407"/>
                <a:gd name="connsiteX17" fmla="*/ 2317993 w 2401187"/>
                <a:gd name="connsiteY17" fmla="*/ 298690 h 4495407"/>
                <a:gd name="connsiteX18" fmla="*/ 2401187 w 2401187"/>
                <a:gd name="connsiteY18" fmla="*/ 0 h 4495407"/>
                <a:gd name="connsiteX0" fmla="*/ 36734 w 2401187"/>
                <a:gd name="connsiteY0" fmla="*/ 4495407 h 4495407"/>
                <a:gd name="connsiteX1" fmla="*/ 368976 w 2401187"/>
                <a:gd name="connsiteY1" fmla="*/ 4391626 h 4495407"/>
                <a:gd name="connsiteX2" fmla="*/ 477210 w 2401187"/>
                <a:gd name="connsiteY2" fmla="*/ 3864736 h 4495407"/>
                <a:gd name="connsiteX3" fmla="*/ 576389 w 2401187"/>
                <a:gd name="connsiteY3" fmla="*/ 3456943 h 4495407"/>
                <a:gd name="connsiteX4" fmla="*/ 549970 w 2401187"/>
                <a:gd name="connsiteY4" fmla="*/ 2793493 h 4495407"/>
                <a:gd name="connsiteX5" fmla="*/ 472305 w 2401187"/>
                <a:gd name="connsiteY5" fmla="*/ 2419863 h 4495407"/>
                <a:gd name="connsiteX6" fmla="*/ 454770 w 2401187"/>
                <a:gd name="connsiteY6" fmla="*/ 2111586 h 4495407"/>
                <a:gd name="connsiteX7" fmla="*/ 26659 w 2401187"/>
                <a:gd name="connsiteY7" fmla="*/ 1657051 h 4495407"/>
                <a:gd name="connsiteX8" fmla="*/ 50567 w 2401187"/>
                <a:gd name="connsiteY8" fmla="*/ 1340775 h 4495407"/>
                <a:gd name="connsiteX9" fmla="*/ 101526 w 2401187"/>
                <a:gd name="connsiteY9" fmla="*/ 970012 h 4495407"/>
                <a:gd name="connsiteX10" fmla="*/ 370299 w 2401187"/>
                <a:gd name="connsiteY10" fmla="*/ 882856 h 4495407"/>
                <a:gd name="connsiteX11" fmla="*/ 561945 w 2401187"/>
                <a:gd name="connsiteY11" fmla="*/ 860360 h 4495407"/>
                <a:gd name="connsiteX12" fmla="*/ 887964 w 2401187"/>
                <a:gd name="connsiteY12" fmla="*/ 1018318 h 4495407"/>
                <a:gd name="connsiteX13" fmla="*/ 1309030 w 2401187"/>
                <a:gd name="connsiteY13" fmla="*/ 1058037 h 4495407"/>
                <a:gd name="connsiteX14" fmla="*/ 1831761 w 2401187"/>
                <a:gd name="connsiteY14" fmla="*/ 913240 h 4495407"/>
                <a:gd name="connsiteX15" fmla="*/ 2030009 w 2401187"/>
                <a:gd name="connsiteY15" fmla="*/ 715485 h 4495407"/>
                <a:gd name="connsiteX16" fmla="*/ 2108253 w 2401187"/>
                <a:gd name="connsiteY16" fmla="*/ 508336 h 4495407"/>
                <a:gd name="connsiteX17" fmla="*/ 2317993 w 2401187"/>
                <a:gd name="connsiteY17" fmla="*/ 298690 h 4495407"/>
                <a:gd name="connsiteX18" fmla="*/ 2401187 w 2401187"/>
                <a:gd name="connsiteY18" fmla="*/ 0 h 4495407"/>
                <a:gd name="connsiteX0" fmla="*/ 39444 w 2403897"/>
                <a:gd name="connsiteY0" fmla="*/ 4495407 h 4495407"/>
                <a:gd name="connsiteX1" fmla="*/ 371686 w 2403897"/>
                <a:gd name="connsiteY1" fmla="*/ 4391626 h 4495407"/>
                <a:gd name="connsiteX2" fmla="*/ 479920 w 2403897"/>
                <a:gd name="connsiteY2" fmla="*/ 3864736 h 4495407"/>
                <a:gd name="connsiteX3" fmla="*/ 579099 w 2403897"/>
                <a:gd name="connsiteY3" fmla="*/ 3456943 h 4495407"/>
                <a:gd name="connsiteX4" fmla="*/ 552680 w 2403897"/>
                <a:gd name="connsiteY4" fmla="*/ 2793493 h 4495407"/>
                <a:gd name="connsiteX5" fmla="*/ 475015 w 2403897"/>
                <a:gd name="connsiteY5" fmla="*/ 2419863 h 4495407"/>
                <a:gd name="connsiteX6" fmla="*/ 457480 w 2403897"/>
                <a:gd name="connsiteY6" fmla="*/ 2111586 h 4495407"/>
                <a:gd name="connsiteX7" fmla="*/ 29369 w 2403897"/>
                <a:gd name="connsiteY7" fmla="*/ 1657051 h 4495407"/>
                <a:gd name="connsiteX8" fmla="*/ 53277 w 2403897"/>
                <a:gd name="connsiteY8" fmla="*/ 1340775 h 4495407"/>
                <a:gd name="connsiteX9" fmla="*/ 179933 w 2403897"/>
                <a:gd name="connsiteY9" fmla="*/ 1086531 h 4495407"/>
                <a:gd name="connsiteX10" fmla="*/ 373009 w 2403897"/>
                <a:gd name="connsiteY10" fmla="*/ 882856 h 4495407"/>
                <a:gd name="connsiteX11" fmla="*/ 564655 w 2403897"/>
                <a:gd name="connsiteY11" fmla="*/ 860360 h 4495407"/>
                <a:gd name="connsiteX12" fmla="*/ 890674 w 2403897"/>
                <a:gd name="connsiteY12" fmla="*/ 1018318 h 4495407"/>
                <a:gd name="connsiteX13" fmla="*/ 1311740 w 2403897"/>
                <a:gd name="connsiteY13" fmla="*/ 1058037 h 4495407"/>
                <a:gd name="connsiteX14" fmla="*/ 1834471 w 2403897"/>
                <a:gd name="connsiteY14" fmla="*/ 913240 h 4495407"/>
                <a:gd name="connsiteX15" fmla="*/ 2032719 w 2403897"/>
                <a:gd name="connsiteY15" fmla="*/ 715485 h 4495407"/>
                <a:gd name="connsiteX16" fmla="*/ 2110963 w 2403897"/>
                <a:gd name="connsiteY16" fmla="*/ 508336 h 4495407"/>
                <a:gd name="connsiteX17" fmla="*/ 2320703 w 2403897"/>
                <a:gd name="connsiteY17" fmla="*/ 298690 h 4495407"/>
                <a:gd name="connsiteX18" fmla="*/ 2403897 w 2403897"/>
                <a:gd name="connsiteY18" fmla="*/ 0 h 4495407"/>
                <a:gd name="connsiteX0" fmla="*/ 39444 w 2403897"/>
                <a:gd name="connsiteY0" fmla="*/ 4495407 h 4495407"/>
                <a:gd name="connsiteX1" fmla="*/ 371686 w 2403897"/>
                <a:gd name="connsiteY1" fmla="*/ 4391626 h 4495407"/>
                <a:gd name="connsiteX2" fmla="*/ 479920 w 2403897"/>
                <a:gd name="connsiteY2" fmla="*/ 3864736 h 4495407"/>
                <a:gd name="connsiteX3" fmla="*/ 579099 w 2403897"/>
                <a:gd name="connsiteY3" fmla="*/ 3456943 h 4495407"/>
                <a:gd name="connsiteX4" fmla="*/ 552680 w 2403897"/>
                <a:gd name="connsiteY4" fmla="*/ 2793493 h 4495407"/>
                <a:gd name="connsiteX5" fmla="*/ 277480 w 2403897"/>
                <a:gd name="connsiteY5" fmla="*/ 2419961 h 4495407"/>
                <a:gd name="connsiteX6" fmla="*/ 457480 w 2403897"/>
                <a:gd name="connsiteY6" fmla="*/ 2111586 h 4495407"/>
                <a:gd name="connsiteX7" fmla="*/ 29369 w 2403897"/>
                <a:gd name="connsiteY7" fmla="*/ 1657051 h 4495407"/>
                <a:gd name="connsiteX8" fmla="*/ 53277 w 2403897"/>
                <a:gd name="connsiteY8" fmla="*/ 1340775 h 4495407"/>
                <a:gd name="connsiteX9" fmla="*/ 179933 w 2403897"/>
                <a:gd name="connsiteY9" fmla="*/ 1086531 h 4495407"/>
                <a:gd name="connsiteX10" fmla="*/ 373009 w 2403897"/>
                <a:gd name="connsiteY10" fmla="*/ 882856 h 4495407"/>
                <a:gd name="connsiteX11" fmla="*/ 564655 w 2403897"/>
                <a:gd name="connsiteY11" fmla="*/ 860360 h 4495407"/>
                <a:gd name="connsiteX12" fmla="*/ 890674 w 2403897"/>
                <a:gd name="connsiteY12" fmla="*/ 1018318 h 4495407"/>
                <a:gd name="connsiteX13" fmla="*/ 1311740 w 2403897"/>
                <a:gd name="connsiteY13" fmla="*/ 1058037 h 4495407"/>
                <a:gd name="connsiteX14" fmla="*/ 1834471 w 2403897"/>
                <a:gd name="connsiteY14" fmla="*/ 913240 h 4495407"/>
                <a:gd name="connsiteX15" fmla="*/ 2032719 w 2403897"/>
                <a:gd name="connsiteY15" fmla="*/ 715485 h 4495407"/>
                <a:gd name="connsiteX16" fmla="*/ 2110963 w 2403897"/>
                <a:gd name="connsiteY16" fmla="*/ 508336 h 4495407"/>
                <a:gd name="connsiteX17" fmla="*/ 2320703 w 2403897"/>
                <a:gd name="connsiteY17" fmla="*/ 298690 h 4495407"/>
                <a:gd name="connsiteX18" fmla="*/ 2403897 w 2403897"/>
                <a:gd name="connsiteY18" fmla="*/ 0 h 4495407"/>
                <a:gd name="connsiteX0" fmla="*/ 39444 w 2403897"/>
                <a:gd name="connsiteY0" fmla="*/ 4495407 h 4495407"/>
                <a:gd name="connsiteX1" fmla="*/ 371686 w 2403897"/>
                <a:gd name="connsiteY1" fmla="*/ 4391626 h 4495407"/>
                <a:gd name="connsiteX2" fmla="*/ 479920 w 2403897"/>
                <a:gd name="connsiteY2" fmla="*/ 3864736 h 4495407"/>
                <a:gd name="connsiteX3" fmla="*/ 579099 w 2403897"/>
                <a:gd name="connsiteY3" fmla="*/ 3456943 h 4495407"/>
                <a:gd name="connsiteX4" fmla="*/ 552680 w 2403897"/>
                <a:gd name="connsiteY4" fmla="*/ 2793493 h 4495407"/>
                <a:gd name="connsiteX5" fmla="*/ 277480 w 2403897"/>
                <a:gd name="connsiteY5" fmla="*/ 2419961 h 4495407"/>
                <a:gd name="connsiteX6" fmla="*/ 457480 w 2403897"/>
                <a:gd name="connsiteY6" fmla="*/ 2111586 h 4495407"/>
                <a:gd name="connsiteX7" fmla="*/ 29369 w 2403897"/>
                <a:gd name="connsiteY7" fmla="*/ 1657051 h 4495407"/>
                <a:gd name="connsiteX8" fmla="*/ 53277 w 2403897"/>
                <a:gd name="connsiteY8" fmla="*/ 1340775 h 4495407"/>
                <a:gd name="connsiteX9" fmla="*/ 179933 w 2403897"/>
                <a:gd name="connsiteY9" fmla="*/ 1086531 h 4495407"/>
                <a:gd name="connsiteX10" fmla="*/ 373009 w 2403897"/>
                <a:gd name="connsiteY10" fmla="*/ 882856 h 4495407"/>
                <a:gd name="connsiteX11" fmla="*/ 890674 w 2403897"/>
                <a:gd name="connsiteY11" fmla="*/ 1018318 h 4495407"/>
                <a:gd name="connsiteX12" fmla="*/ 1311740 w 2403897"/>
                <a:gd name="connsiteY12" fmla="*/ 1058037 h 4495407"/>
                <a:gd name="connsiteX13" fmla="*/ 1834471 w 2403897"/>
                <a:gd name="connsiteY13" fmla="*/ 913240 h 4495407"/>
                <a:gd name="connsiteX14" fmla="*/ 2032719 w 2403897"/>
                <a:gd name="connsiteY14" fmla="*/ 715485 h 4495407"/>
                <a:gd name="connsiteX15" fmla="*/ 2110963 w 2403897"/>
                <a:gd name="connsiteY15" fmla="*/ 508336 h 4495407"/>
                <a:gd name="connsiteX16" fmla="*/ 2320703 w 2403897"/>
                <a:gd name="connsiteY16" fmla="*/ 298690 h 4495407"/>
                <a:gd name="connsiteX17" fmla="*/ 2403897 w 2403897"/>
                <a:gd name="connsiteY17" fmla="*/ 0 h 4495407"/>
                <a:gd name="connsiteX0" fmla="*/ 39444 w 2403897"/>
                <a:gd name="connsiteY0" fmla="*/ 4495407 h 4495407"/>
                <a:gd name="connsiteX1" fmla="*/ 371686 w 2403897"/>
                <a:gd name="connsiteY1" fmla="*/ 4391626 h 4495407"/>
                <a:gd name="connsiteX2" fmla="*/ 479920 w 2403897"/>
                <a:gd name="connsiteY2" fmla="*/ 3864736 h 4495407"/>
                <a:gd name="connsiteX3" fmla="*/ 579099 w 2403897"/>
                <a:gd name="connsiteY3" fmla="*/ 3456943 h 4495407"/>
                <a:gd name="connsiteX4" fmla="*/ 552680 w 2403897"/>
                <a:gd name="connsiteY4" fmla="*/ 2793493 h 4495407"/>
                <a:gd name="connsiteX5" fmla="*/ 277480 w 2403897"/>
                <a:gd name="connsiteY5" fmla="*/ 2419961 h 4495407"/>
                <a:gd name="connsiteX6" fmla="*/ 457480 w 2403897"/>
                <a:gd name="connsiteY6" fmla="*/ 2111586 h 4495407"/>
                <a:gd name="connsiteX7" fmla="*/ 29369 w 2403897"/>
                <a:gd name="connsiteY7" fmla="*/ 1657051 h 4495407"/>
                <a:gd name="connsiteX8" fmla="*/ 53277 w 2403897"/>
                <a:gd name="connsiteY8" fmla="*/ 1340775 h 4495407"/>
                <a:gd name="connsiteX9" fmla="*/ 179933 w 2403897"/>
                <a:gd name="connsiteY9" fmla="*/ 1086531 h 4495407"/>
                <a:gd name="connsiteX10" fmla="*/ 505495 w 2403897"/>
                <a:gd name="connsiteY10" fmla="*/ 970121 h 4495407"/>
                <a:gd name="connsiteX11" fmla="*/ 890674 w 2403897"/>
                <a:gd name="connsiteY11" fmla="*/ 1018318 h 4495407"/>
                <a:gd name="connsiteX12" fmla="*/ 1311740 w 2403897"/>
                <a:gd name="connsiteY12" fmla="*/ 1058037 h 4495407"/>
                <a:gd name="connsiteX13" fmla="*/ 1834471 w 2403897"/>
                <a:gd name="connsiteY13" fmla="*/ 913240 h 4495407"/>
                <a:gd name="connsiteX14" fmla="*/ 2032719 w 2403897"/>
                <a:gd name="connsiteY14" fmla="*/ 715485 h 4495407"/>
                <a:gd name="connsiteX15" fmla="*/ 2110963 w 2403897"/>
                <a:gd name="connsiteY15" fmla="*/ 508336 h 4495407"/>
                <a:gd name="connsiteX16" fmla="*/ 2320703 w 2403897"/>
                <a:gd name="connsiteY16" fmla="*/ 298690 h 4495407"/>
                <a:gd name="connsiteX17" fmla="*/ 2403897 w 2403897"/>
                <a:gd name="connsiteY17" fmla="*/ 0 h 4495407"/>
                <a:gd name="connsiteX0" fmla="*/ 42679 w 2407132"/>
                <a:gd name="connsiteY0" fmla="*/ 4495407 h 4495407"/>
                <a:gd name="connsiteX1" fmla="*/ 374921 w 2407132"/>
                <a:gd name="connsiteY1" fmla="*/ 4391626 h 4495407"/>
                <a:gd name="connsiteX2" fmla="*/ 483155 w 2407132"/>
                <a:gd name="connsiteY2" fmla="*/ 3864736 h 4495407"/>
                <a:gd name="connsiteX3" fmla="*/ 582334 w 2407132"/>
                <a:gd name="connsiteY3" fmla="*/ 3456943 h 4495407"/>
                <a:gd name="connsiteX4" fmla="*/ 555915 w 2407132"/>
                <a:gd name="connsiteY4" fmla="*/ 2793493 h 4495407"/>
                <a:gd name="connsiteX5" fmla="*/ 280715 w 2407132"/>
                <a:gd name="connsiteY5" fmla="*/ 2419961 h 4495407"/>
                <a:gd name="connsiteX6" fmla="*/ 460715 w 2407132"/>
                <a:gd name="connsiteY6" fmla="*/ 2111586 h 4495407"/>
                <a:gd name="connsiteX7" fmla="*/ 32604 w 2407132"/>
                <a:gd name="connsiteY7" fmla="*/ 1657051 h 4495407"/>
                <a:gd name="connsiteX8" fmla="*/ 56512 w 2407132"/>
                <a:gd name="connsiteY8" fmla="*/ 1340775 h 4495407"/>
                <a:gd name="connsiteX9" fmla="*/ 270085 w 2407132"/>
                <a:gd name="connsiteY9" fmla="*/ 1133250 h 4495407"/>
                <a:gd name="connsiteX10" fmla="*/ 508730 w 2407132"/>
                <a:gd name="connsiteY10" fmla="*/ 970121 h 4495407"/>
                <a:gd name="connsiteX11" fmla="*/ 893909 w 2407132"/>
                <a:gd name="connsiteY11" fmla="*/ 1018318 h 4495407"/>
                <a:gd name="connsiteX12" fmla="*/ 1314975 w 2407132"/>
                <a:gd name="connsiteY12" fmla="*/ 1058037 h 4495407"/>
                <a:gd name="connsiteX13" fmla="*/ 1837706 w 2407132"/>
                <a:gd name="connsiteY13" fmla="*/ 913240 h 4495407"/>
                <a:gd name="connsiteX14" fmla="*/ 2035954 w 2407132"/>
                <a:gd name="connsiteY14" fmla="*/ 715485 h 4495407"/>
                <a:gd name="connsiteX15" fmla="*/ 2114198 w 2407132"/>
                <a:gd name="connsiteY15" fmla="*/ 508336 h 4495407"/>
                <a:gd name="connsiteX16" fmla="*/ 2323938 w 2407132"/>
                <a:gd name="connsiteY16" fmla="*/ 298690 h 4495407"/>
                <a:gd name="connsiteX17" fmla="*/ 2407132 w 2407132"/>
                <a:gd name="connsiteY17" fmla="*/ 0 h 4495407"/>
                <a:gd name="connsiteX0" fmla="*/ 15981 w 2380434"/>
                <a:gd name="connsiteY0" fmla="*/ 4495407 h 4495407"/>
                <a:gd name="connsiteX1" fmla="*/ 348223 w 2380434"/>
                <a:gd name="connsiteY1" fmla="*/ 4391626 h 4495407"/>
                <a:gd name="connsiteX2" fmla="*/ 456457 w 2380434"/>
                <a:gd name="connsiteY2" fmla="*/ 3864736 h 4495407"/>
                <a:gd name="connsiteX3" fmla="*/ 555636 w 2380434"/>
                <a:gd name="connsiteY3" fmla="*/ 3456943 h 4495407"/>
                <a:gd name="connsiteX4" fmla="*/ 529217 w 2380434"/>
                <a:gd name="connsiteY4" fmla="*/ 2793493 h 4495407"/>
                <a:gd name="connsiteX5" fmla="*/ 254017 w 2380434"/>
                <a:gd name="connsiteY5" fmla="*/ 2419961 h 4495407"/>
                <a:gd name="connsiteX6" fmla="*/ 434017 w 2380434"/>
                <a:gd name="connsiteY6" fmla="*/ 2111586 h 4495407"/>
                <a:gd name="connsiteX7" fmla="*/ 70322 w 2380434"/>
                <a:gd name="connsiteY7" fmla="*/ 1758069 h 4495407"/>
                <a:gd name="connsiteX8" fmla="*/ 5906 w 2380434"/>
                <a:gd name="connsiteY8" fmla="*/ 1657051 h 4495407"/>
                <a:gd name="connsiteX9" fmla="*/ 29814 w 2380434"/>
                <a:gd name="connsiteY9" fmla="*/ 1340775 h 4495407"/>
                <a:gd name="connsiteX10" fmla="*/ 243387 w 2380434"/>
                <a:gd name="connsiteY10" fmla="*/ 1133250 h 4495407"/>
                <a:gd name="connsiteX11" fmla="*/ 482032 w 2380434"/>
                <a:gd name="connsiteY11" fmla="*/ 970121 h 4495407"/>
                <a:gd name="connsiteX12" fmla="*/ 867211 w 2380434"/>
                <a:gd name="connsiteY12" fmla="*/ 1018318 h 4495407"/>
                <a:gd name="connsiteX13" fmla="*/ 1288277 w 2380434"/>
                <a:gd name="connsiteY13" fmla="*/ 1058037 h 4495407"/>
                <a:gd name="connsiteX14" fmla="*/ 1811008 w 2380434"/>
                <a:gd name="connsiteY14" fmla="*/ 913240 h 4495407"/>
                <a:gd name="connsiteX15" fmla="*/ 2009256 w 2380434"/>
                <a:gd name="connsiteY15" fmla="*/ 715485 h 4495407"/>
                <a:gd name="connsiteX16" fmla="*/ 2087500 w 2380434"/>
                <a:gd name="connsiteY16" fmla="*/ 508336 h 4495407"/>
                <a:gd name="connsiteX17" fmla="*/ 2297240 w 2380434"/>
                <a:gd name="connsiteY17" fmla="*/ 298690 h 4495407"/>
                <a:gd name="connsiteX18" fmla="*/ 2380434 w 2380434"/>
                <a:gd name="connsiteY18" fmla="*/ 0 h 4495407"/>
                <a:gd name="connsiteX0" fmla="*/ 34920 w 2399373"/>
                <a:gd name="connsiteY0" fmla="*/ 4495407 h 4495407"/>
                <a:gd name="connsiteX1" fmla="*/ 367162 w 2399373"/>
                <a:gd name="connsiteY1" fmla="*/ 4391626 h 4495407"/>
                <a:gd name="connsiteX2" fmla="*/ 475396 w 2399373"/>
                <a:gd name="connsiteY2" fmla="*/ 3864736 h 4495407"/>
                <a:gd name="connsiteX3" fmla="*/ 574575 w 2399373"/>
                <a:gd name="connsiteY3" fmla="*/ 3456943 h 4495407"/>
                <a:gd name="connsiteX4" fmla="*/ 548156 w 2399373"/>
                <a:gd name="connsiteY4" fmla="*/ 2793493 h 4495407"/>
                <a:gd name="connsiteX5" fmla="*/ 272956 w 2399373"/>
                <a:gd name="connsiteY5" fmla="*/ 2419961 h 4495407"/>
                <a:gd name="connsiteX6" fmla="*/ 452956 w 2399373"/>
                <a:gd name="connsiteY6" fmla="*/ 2111586 h 4495407"/>
                <a:gd name="connsiteX7" fmla="*/ 89261 w 2399373"/>
                <a:gd name="connsiteY7" fmla="*/ 1758069 h 4495407"/>
                <a:gd name="connsiteX8" fmla="*/ 1904 w 2399373"/>
                <a:gd name="connsiteY8" fmla="*/ 1603760 h 4495407"/>
                <a:gd name="connsiteX9" fmla="*/ 48753 w 2399373"/>
                <a:gd name="connsiteY9" fmla="*/ 1340775 h 4495407"/>
                <a:gd name="connsiteX10" fmla="*/ 262326 w 2399373"/>
                <a:gd name="connsiteY10" fmla="*/ 1133250 h 4495407"/>
                <a:gd name="connsiteX11" fmla="*/ 500971 w 2399373"/>
                <a:gd name="connsiteY11" fmla="*/ 970121 h 4495407"/>
                <a:gd name="connsiteX12" fmla="*/ 886150 w 2399373"/>
                <a:gd name="connsiteY12" fmla="*/ 1018318 h 4495407"/>
                <a:gd name="connsiteX13" fmla="*/ 1307216 w 2399373"/>
                <a:gd name="connsiteY13" fmla="*/ 1058037 h 4495407"/>
                <a:gd name="connsiteX14" fmla="*/ 1829947 w 2399373"/>
                <a:gd name="connsiteY14" fmla="*/ 913240 h 4495407"/>
                <a:gd name="connsiteX15" fmla="*/ 2028195 w 2399373"/>
                <a:gd name="connsiteY15" fmla="*/ 715485 h 4495407"/>
                <a:gd name="connsiteX16" fmla="*/ 2106439 w 2399373"/>
                <a:gd name="connsiteY16" fmla="*/ 508336 h 4495407"/>
                <a:gd name="connsiteX17" fmla="*/ 2316179 w 2399373"/>
                <a:gd name="connsiteY17" fmla="*/ 298690 h 4495407"/>
                <a:gd name="connsiteX18" fmla="*/ 2399373 w 2399373"/>
                <a:gd name="connsiteY18" fmla="*/ 0 h 4495407"/>
                <a:gd name="connsiteX0" fmla="*/ 255459 w 2399373"/>
                <a:gd name="connsiteY0" fmla="*/ 4627233 h 4627233"/>
                <a:gd name="connsiteX1" fmla="*/ 367162 w 2399373"/>
                <a:gd name="connsiteY1" fmla="*/ 4391626 h 4627233"/>
                <a:gd name="connsiteX2" fmla="*/ 475396 w 2399373"/>
                <a:gd name="connsiteY2" fmla="*/ 3864736 h 4627233"/>
                <a:gd name="connsiteX3" fmla="*/ 574575 w 2399373"/>
                <a:gd name="connsiteY3" fmla="*/ 3456943 h 4627233"/>
                <a:gd name="connsiteX4" fmla="*/ 548156 w 2399373"/>
                <a:gd name="connsiteY4" fmla="*/ 2793493 h 4627233"/>
                <a:gd name="connsiteX5" fmla="*/ 272956 w 2399373"/>
                <a:gd name="connsiteY5" fmla="*/ 2419961 h 4627233"/>
                <a:gd name="connsiteX6" fmla="*/ 452956 w 2399373"/>
                <a:gd name="connsiteY6" fmla="*/ 2111586 h 4627233"/>
                <a:gd name="connsiteX7" fmla="*/ 89261 w 2399373"/>
                <a:gd name="connsiteY7" fmla="*/ 1758069 h 4627233"/>
                <a:gd name="connsiteX8" fmla="*/ 1904 w 2399373"/>
                <a:gd name="connsiteY8" fmla="*/ 1603760 h 4627233"/>
                <a:gd name="connsiteX9" fmla="*/ 48753 w 2399373"/>
                <a:gd name="connsiteY9" fmla="*/ 1340775 h 4627233"/>
                <a:gd name="connsiteX10" fmla="*/ 262326 w 2399373"/>
                <a:gd name="connsiteY10" fmla="*/ 1133250 h 4627233"/>
                <a:gd name="connsiteX11" fmla="*/ 500971 w 2399373"/>
                <a:gd name="connsiteY11" fmla="*/ 970121 h 4627233"/>
                <a:gd name="connsiteX12" fmla="*/ 886150 w 2399373"/>
                <a:gd name="connsiteY12" fmla="*/ 1018318 h 4627233"/>
                <a:gd name="connsiteX13" fmla="*/ 1307216 w 2399373"/>
                <a:gd name="connsiteY13" fmla="*/ 1058037 h 4627233"/>
                <a:gd name="connsiteX14" fmla="*/ 1829947 w 2399373"/>
                <a:gd name="connsiteY14" fmla="*/ 913240 h 4627233"/>
                <a:gd name="connsiteX15" fmla="*/ 2028195 w 2399373"/>
                <a:gd name="connsiteY15" fmla="*/ 715485 h 4627233"/>
                <a:gd name="connsiteX16" fmla="*/ 2106439 w 2399373"/>
                <a:gd name="connsiteY16" fmla="*/ 508336 h 4627233"/>
                <a:gd name="connsiteX17" fmla="*/ 2316179 w 2399373"/>
                <a:gd name="connsiteY17" fmla="*/ 298690 h 4627233"/>
                <a:gd name="connsiteX18" fmla="*/ 2399373 w 2399373"/>
                <a:gd name="connsiteY18" fmla="*/ 0 h 4627233"/>
                <a:gd name="connsiteX0" fmla="*/ 255459 w 2399373"/>
                <a:gd name="connsiteY0" fmla="*/ 4627233 h 4627233"/>
                <a:gd name="connsiteX1" fmla="*/ 577680 w 2399373"/>
                <a:gd name="connsiteY1" fmla="*/ 4451645 h 4627233"/>
                <a:gd name="connsiteX2" fmla="*/ 475396 w 2399373"/>
                <a:gd name="connsiteY2" fmla="*/ 3864736 h 4627233"/>
                <a:gd name="connsiteX3" fmla="*/ 574575 w 2399373"/>
                <a:gd name="connsiteY3" fmla="*/ 3456943 h 4627233"/>
                <a:gd name="connsiteX4" fmla="*/ 548156 w 2399373"/>
                <a:gd name="connsiteY4" fmla="*/ 2793493 h 4627233"/>
                <a:gd name="connsiteX5" fmla="*/ 272956 w 2399373"/>
                <a:gd name="connsiteY5" fmla="*/ 2419961 h 4627233"/>
                <a:gd name="connsiteX6" fmla="*/ 452956 w 2399373"/>
                <a:gd name="connsiteY6" fmla="*/ 2111586 h 4627233"/>
                <a:gd name="connsiteX7" fmla="*/ 89261 w 2399373"/>
                <a:gd name="connsiteY7" fmla="*/ 1758069 h 4627233"/>
                <a:gd name="connsiteX8" fmla="*/ 1904 w 2399373"/>
                <a:gd name="connsiteY8" fmla="*/ 1603760 h 4627233"/>
                <a:gd name="connsiteX9" fmla="*/ 48753 w 2399373"/>
                <a:gd name="connsiteY9" fmla="*/ 1340775 h 4627233"/>
                <a:gd name="connsiteX10" fmla="*/ 262326 w 2399373"/>
                <a:gd name="connsiteY10" fmla="*/ 1133250 h 4627233"/>
                <a:gd name="connsiteX11" fmla="*/ 500971 w 2399373"/>
                <a:gd name="connsiteY11" fmla="*/ 970121 h 4627233"/>
                <a:gd name="connsiteX12" fmla="*/ 886150 w 2399373"/>
                <a:gd name="connsiteY12" fmla="*/ 1018318 h 4627233"/>
                <a:gd name="connsiteX13" fmla="*/ 1307216 w 2399373"/>
                <a:gd name="connsiteY13" fmla="*/ 1058037 h 4627233"/>
                <a:gd name="connsiteX14" fmla="*/ 1829947 w 2399373"/>
                <a:gd name="connsiteY14" fmla="*/ 913240 h 4627233"/>
                <a:gd name="connsiteX15" fmla="*/ 2028195 w 2399373"/>
                <a:gd name="connsiteY15" fmla="*/ 715485 h 4627233"/>
                <a:gd name="connsiteX16" fmla="*/ 2106439 w 2399373"/>
                <a:gd name="connsiteY16" fmla="*/ 508336 h 4627233"/>
                <a:gd name="connsiteX17" fmla="*/ 2316179 w 2399373"/>
                <a:gd name="connsiteY17" fmla="*/ 298690 h 4627233"/>
                <a:gd name="connsiteX18" fmla="*/ 2399373 w 2399373"/>
                <a:gd name="connsiteY18" fmla="*/ 0 h 4627233"/>
                <a:gd name="connsiteX0" fmla="*/ 353028 w 2399373"/>
                <a:gd name="connsiteY0" fmla="*/ 4659751 h 4659751"/>
                <a:gd name="connsiteX1" fmla="*/ 577680 w 2399373"/>
                <a:gd name="connsiteY1" fmla="*/ 4451645 h 4659751"/>
                <a:gd name="connsiteX2" fmla="*/ 475396 w 2399373"/>
                <a:gd name="connsiteY2" fmla="*/ 3864736 h 4659751"/>
                <a:gd name="connsiteX3" fmla="*/ 574575 w 2399373"/>
                <a:gd name="connsiteY3" fmla="*/ 3456943 h 4659751"/>
                <a:gd name="connsiteX4" fmla="*/ 548156 w 2399373"/>
                <a:gd name="connsiteY4" fmla="*/ 2793493 h 4659751"/>
                <a:gd name="connsiteX5" fmla="*/ 272956 w 2399373"/>
                <a:gd name="connsiteY5" fmla="*/ 2419961 h 4659751"/>
                <a:gd name="connsiteX6" fmla="*/ 452956 w 2399373"/>
                <a:gd name="connsiteY6" fmla="*/ 2111586 h 4659751"/>
                <a:gd name="connsiteX7" fmla="*/ 89261 w 2399373"/>
                <a:gd name="connsiteY7" fmla="*/ 1758069 h 4659751"/>
                <a:gd name="connsiteX8" fmla="*/ 1904 w 2399373"/>
                <a:gd name="connsiteY8" fmla="*/ 1603760 h 4659751"/>
                <a:gd name="connsiteX9" fmla="*/ 48753 w 2399373"/>
                <a:gd name="connsiteY9" fmla="*/ 1340775 h 4659751"/>
                <a:gd name="connsiteX10" fmla="*/ 262326 w 2399373"/>
                <a:gd name="connsiteY10" fmla="*/ 1133250 h 4659751"/>
                <a:gd name="connsiteX11" fmla="*/ 500971 w 2399373"/>
                <a:gd name="connsiteY11" fmla="*/ 970121 h 4659751"/>
                <a:gd name="connsiteX12" fmla="*/ 886150 w 2399373"/>
                <a:gd name="connsiteY12" fmla="*/ 1018318 h 4659751"/>
                <a:gd name="connsiteX13" fmla="*/ 1307216 w 2399373"/>
                <a:gd name="connsiteY13" fmla="*/ 1058037 h 4659751"/>
                <a:gd name="connsiteX14" fmla="*/ 1829947 w 2399373"/>
                <a:gd name="connsiteY14" fmla="*/ 913240 h 4659751"/>
                <a:gd name="connsiteX15" fmla="*/ 2028195 w 2399373"/>
                <a:gd name="connsiteY15" fmla="*/ 715485 h 4659751"/>
                <a:gd name="connsiteX16" fmla="*/ 2106439 w 2399373"/>
                <a:gd name="connsiteY16" fmla="*/ 508336 h 4659751"/>
                <a:gd name="connsiteX17" fmla="*/ 2316179 w 2399373"/>
                <a:gd name="connsiteY17" fmla="*/ 298690 h 4659751"/>
                <a:gd name="connsiteX18" fmla="*/ 2399373 w 2399373"/>
                <a:gd name="connsiteY18" fmla="*/ 0 h 4659751"/>
                <a:gd name="connsiteX0" fmla="*/ 353028 w 2399373"/>
                <a:gd name="connsiteY0" fmla="*/ 4659751 h 4659751"/>
                <a:gd name="connsiteX1" fmla="*/ 577680 w 2399373"/>
                <a:gd name="connsiteY1" fmla="*/ 4451645 h 4659751"/>
                <a:gd name="connsiteX2" fmla="*/ 475396 w 2399373"/>
                <a:gd name="connsiteY2" fmla="*/ 3864736 h 4659751"/>
                <a:gd name="connsiteX3" fmla="*/ 647563 w 2399373"/>
                <a:gd name="connsiteY3" fmla="*/ 3463517 h 4659751"/>
                <a:gd name="connsiteX4" fmla="*/ 548156 w 2399373"/>
                <a:gd name="connsiteY4" fmla="*/ 2793493 h 4659751"/>
                <a:gd name="connsiteX5" fmla="*/ 272956 w 2399373"/>
                <a:gd name="connsiteY5" fmla="*/ 2419961 h 4659751"/>
                <a:gd name="connsiteX6" fmla="*/ 452956 w 2399373"/>
                <a:gd name="connsiteY6" fmla="*/ 2111586 h 4659751"/>
                <a:gd name="connsiteX7" fmla="*/ 89261 w 2399373"/>
                <a:gd name="connsiteY7" fmla="*/ 1758069 h 4659751"/>
                <a:gd name="connsiteX8" fmla="*/ 1904 w 2399373"/>
                <a:gd name="connsiteY8" fmla="*/ 1603760 h 4659751"/>
                <a:gd name="connsiteX9" fmla="*/ 48753 w 2399373"/>
                <a:gd name="connsiteY9" fmla="*/ 1340775 h 4659751"/>
                <a:gd name="connsiteX10" fmla="*/ 262326 w 2399373"/>
                <a:gd name="connsiteY10" fmla="*/ 1133250 h 4659751"/>
                <a:gd name="connsiteX11" fmla="*/ 500971 w 2399373"/>
                <a:gd name="connsiteY11" fmla="*/ 970121 h 4659751"/>
                <a:gd name="connsiteX12" fmla="*/ 886150 w 2399373"/>
                <a:gd name="connsiteY12" fmla="*/ 1018318 h 4659751"/>
                <a:gd name="connsiteX13" fmla="*/ 1307216 w 2399373"/>
                <a:gd name="connsiteY13" fmla="*/ 1058037 h 4659751"/>
                <a:gd name="connsiteX14" fmla="*/ 1829947 w 2399373"/>
                <a:gd name="connsiteY14" fmla="*/ 913240 h 4659751"/>
                <a:gd name="connsiteX15" fmla="*/ 2028195 w 2399373"/>
                <a:gd name="connsiteY15" fmla="*/ 715485 h 4659751"/>
                <a:gd name="connsiteX16" fmla="*/ 2106439 w 2399373"/>
                <a:gd name="connsiteY16" fmla="*/ 508336 h 4659751"/>
                <a:gd name="connsiteX17" fmla="*/ 2316179 w 2399373"/>
                <a:gd name="connsiteY17" fmla="*/ 298690 h 4659751"/>
                <a:gd name="connsiteX18" fmla="*/ 2399373 w 2399373"/>
                <a:gd name="connsiteY18" fmla="*/ 0 h 4659751"/>
                <a:gd name="connsiteX0" fmla="*/ 360099 w 2406444"/>
                <a:gd name="connsiteY0" fmla="*/ 4659751 h 4659751"/>
                <a:gd name="connsiteX1" fmla="*/ 584751 w 2406444"/>
                <a:gd name="connsiteY1" fmla="*/ 4451645 h 4659751"/>
                <a:gd name="connsiteX2" fmla="*/ 482467 w 2406444"/>
                <a:gd name="connsiteY2" fmla="*/ 3864736 h 4659751"/>
                <a:gd name="connsiteX3" fmla="*/ 654634 w 2406444"/>
                <a:gd name="connsiteY3" fmla="*/ 3463517 h 4659751"/>
                <a:gd name="connsiteX4" fmla="*/ 555227 w 2406444"/>
                <a:gd name="connsiteY4" fmla="*/ 2793493 h 4659751"/>
                <a:gd name="connsiteX5" fmla="*/ 280027 w 2406444"/>
                <a:gd name="connsiteY5" fmla="*/ 2419961 h 4659751"/>
                <a:gd name="connsiteX6" fmla="*/ 460027 w 2406444"/>
                <a:gd name="connsiteY6" fmla="*/ 2111586 h 4659751"/>
                <a:gd name="connsiteX7" fmla="*/ 200709 w 2406444"/>
                <a:gd name="connsiteY7" fmla="*/ 1777640 h 4659751"/>
                <a:gd name="connsiteX8" fmla="*/ 8975 w 2406444"/>
                <a:gd name="connsiteY8" fmla="*/ 1603760 h 4659751"/>
                <a:gd name="connsiteX9" fmla="*/ 55824 w 2406444"/>
                <a:gd name="connsiteY9" fmla="*/ 1340775 h 4659751"/>
                <a:gd name="connsiteX10" fmla="*/ 269397 w 2406444"/>
                <a:gd name="connsiteY10" fmla="*/ 1133250 h 4659751"/>
                <a:gd name="connsiteX11" fmla="*/ 508042 w 2406444"/>
                <a:gd name="connsiteY11" fmla="*/ 970121 h 4659751"/>
                <a:gd name="connsiteX12" fmla="*/ 893221 w 2406444"/>
                <a:gd name="connsiteY12" fmla="*/ 1018318 h 4659751"/>
                <a:gd name="connsiteX13" fmla="*/ 1314287 w 2406444"/>
                <a:gd name="connsiteY13" fmla="*/ 1058037 h 4659751"/>
                <a:gd name="connsiteX14" fmla="*/ 1837018 w 2406444"/>
                <a:gd name="connsiteY14" fmla="*/ 913240 h 4659751"/>
                <a:gd name="connsiteX15" fmla="*/ 2035266 w 2406444"/>
                <a:gd name="connsiteY15" fmla="*/ 715485 h 4659751"/>
                <a:gd name="connsiteX16" fmla="*/ 2113510 w 2406444"/>
                <a:gd name="connsiteY16" fmla="*/ 508336 h 4659751"/>
                <a:gd name="connsiteX17" fmla="*/ 2323250 w 2406444"/>
                <a:gd name="connsiteY17" fmla="*/ 298690 h 4659751"/>
                <a:gd name="connsiteX18" fmla="*/ 2406444 w 2406444"/>
                <a:gd name="connsiteY18" fmla="*/ 0 h 4659751"/>
                <a:gd name="connsiteX0" fmla="*/ 360099 w 2406444"/>
                <a:gd name="connsiteY0" fmla="*/ 4659751 h 4659751"/>
                <a:gd name="connsiteX1" fmla="*/ 584751 w 2406444"/>
                <a:gd name="connsiteY1" fmla="*/ 4451645 h 4659751"/>
                <a:gd name="connsiteX2" fmla="*/ 482467 w 2406444"/>
                <a:gd name="connsiteY2" fmla="*/ 3864736 h 4659751"/>
                <a:gd name="connsiteX3" fmla="*/ 654634 w 2406444"/>
                <a:gd name="connsiteY3" fmla="*/ 3463517 h 4659751"/>
                <a:gd name="connsiteX4" fmla="*/ 555227 w 2406444"/>
                <a:gd name="connsiteY4" fmla="*/ 2793493 h 4659751"/>
                <a:gd name="connsiteX5" fmla="*/ 410689 w 2406444"/>
                <a:gd name="connsiteY5" fmla="*/ 2407719 h 4659751"/>
                <a:gd name="connsiteX6" fmla="*/ 460027 w 2406444"/>
                <a:gd name="connsiteY6" fmla="*/ 2111586 h 4659751"/>
                <a:gd name="connsiteX7" fmla="*/ 200709 w 2406444"/>
                <a:gd name="connsiteY7" fmla="*/ 1777640 h 4659751"/>
                <a:gd name="connsiteX8" fmla="*/ 8975 w 2406444"/>
                <a:gd name="connsiteY8" fmla="*/ 1603760 h 4659751"/>
                <a:gd name="connsiteX9" fmla="*/ 55824 w 2406444"/>
                <a:gd name="connsiteY9" fmla="*/ 1340775 h 4659751"/>
                <a:gd name="connsiteX10" fmla="*/ 269397 w 2406444"/>
                <a:gd name="connsiteY10" fmla="*/ 1133250 h 4659751"/>
                <a:gd name="connsiteX11" fmla="*/ 508042 w 2406444"/>
                <a:gd name="connsiteY11" fmla="*/ 970121 h 4659751"/>
                <a:gd name="connsiteX12" fmla="*/ 893221 w 2406444"/>
                <a:gd name="connsiteY12" fmla="*/ 1018318 h 4659751"/>
                <a:gd name="connsiteX13" fmla="*/ 1314287 w 2406444"/>
                <a:gd name="connsiteY13" fmla="*/ 1058037 h 4659751"/>
                <a:gd name="connsiteX14" fmla="*/ 1837018 w 2406444"/>
                <a:gd name="connsiteY14" fmla="*/ 913240 h 4659751"/>
                <a:gd name="connsiteX15" fmla="*/ 2035266 w 2406444"/>
                <a:gd name="connsiteY15" fmla="*/ 715485 h 4659751"/>
                <a:gd name="connsiteX16" fmla="*/ 2113510 w 2406444"/>
                <a:gd name="connsiteY16" fmla="*/ 508336 h 4659751"/>
                <a:gd name="connsiteX17" fmla="*/ 2323250 w 2406444"/>
                <a:gd name="connsiteY17" fmla="*/ 298690 h 4659751"/>
                <a:gd name="connsiteX18" fmla="*/ 2406444 w 2406444"/>
                <a:gd name="connsiteY18" fmla="*/ 0 h 4659751"/>
                <a:gd name="connsiteX0" fmla="*/ 360099 w 2406444"/>
                <a:gd name="connsiteY0" fmla="*/ 4659751 h 4659751"/>
                <a:gd name="connsiteX1" fmla="*/ 584751 w 2406444"/>
                <a:gd name="connsiteY1" fmla="*/ 4451645 h 4659751"/>
                <a:gd name="connsiteX2" fmla="*/ 482467 w 2406444"/>
                <a:gd name="connsiteY2" fmla="*/ 3864736 h 4659751"/>
                <a:gd name="connsiteX3" fmla="*/ 654634 w 2406444"/>
                <a:gd name="connsiteY3" fmla="*/ 3463517 h 4659751"/>
                <a:gd name="connsiteX4" fmla="*/ 521758 w 2406444"/>
                <a:gd name="connsiteY4" fmla="*/ 2802625 h 4659751"/>
                <a:gd name="connsiteX5" fmla="*/ 410689 w 2406444"/>
                <a:gd name="connsiteY5" fmla="*/ 2407719 h 4659751"/>
                <a:gd name="connsiteX6" fmla="*/ 460027 w 2406444"/>
                <a:gd name="connsiteY6" fmla="*/ 2111586 h 4659751"/>
                <a:gd name="connsiteX7" fmla="*/ 200709 w 2406444"/>
                <a:gd name="connsiteY7" fmla="*/ 1777640 h 4659751"/>
                <a:gd name="connsiteX8" fmla="*/ 8975 w 2406444"/>
                <a:gd name="connsiteY8" fmla="*/ 1603760 h 4659751"/>
                <a:gd name="connsiteX9" fmla="*/ 55824 w 2406444"/>
                <a:gd name="connsiteY9" fmla="*/ 1340775 h 4659751"/>
                <a:gd name="connsiteX10" fmla="*/ 269397 w 2406444"/>
                <a:gd name="connsiteY10" fmla="*/ 1133250 h 4659751"/>
                <a:gd name="connsiteX11" fmla="*/ 508042 w 2406444"/>
                <a:gd name="connsiteY11" fmla="*/ 970121 h 4659751"/>
                <a:gd name="connsiteX12" fmla="*/ 893221 w 2406444"/>
                <a:gd name="connsiteY12" fmla="*/ 1018318 h 4659751"/>
                <a:gd name="connsiteX13" fmla="*/ 1314287 w 2406444"/>
                <a:gd name="connsiteY13" fmla="*/ 1058037 h 4659751"/>
                <a:gd name="connsiteX14" fmla="*/ 1837018 w 2406444"/>
                <a:gd name="connsiteY14" fmla="*/ 913240 h 4659751"/>
                <a:gd name="connsiteX15" fmla="*/ 2035266 w 2406444"/>
                <a:gd name="connsiteY15" fmla="*/ 715485 h 4659751"/>
                <a:gd name="connsiteX16" fmla="*/ 2113510 w 2406444"/>
                <a:gd name="connsiteY16" fmla="*/ 508336 h 4659751"/>
                <a:gd name="connsiteX17" fmla="*/ 2323250 w 2406444"/>
                <a:gd name="connsiteY17" fmla="*/ 298690 h 4659751"/>
                <a:gd name="connsiteX18" fmla="*/ 2406444 w 2406444"/>
                <a:gd name="connsiteY18" fmla="*/ 0 h 4659751"/>
                <a:gd name="connsiteX0" fmla="*/ 360099 w 2524433"/>
                <a:gd name="connsiteY0" fmla="*/ 4557030 h 4557030"/>
                <a:gd name="connsiteX1" fmla="*/ 584751 w 2524433"/>
                <a:gd name="connsiteY1" fmla="*/ 4348924 h 4557030"/>
                <a:gd name="connsiteX2" fmla="*/ 482467 w 2524433"/>
                <a:gd name="connsiteY2" fmla="*/ 3762015 h 4557030"/>
                <a:gd name="connsiteX3" fmla="*/ 654634 w 2524433"/>
                <a:gd name="connsiteY3" fmla="*/ 3360796 h 4557030"/>
                <a:gd name="connsiteX4" fmla="*/ 521758 w 2524433"/>
                <a:gd name="connsiteY4" fmla="*/ 2699904 h 4557030"/>
                <a:gd name="connsiteX5" fmla="*/ 410689 w 2524433"/>
                <a:gd name="connsiteY5" fmla="*/ 2304998 h 4557030"/>
                <a:gd name="connsiteX6" fmla="*/ 460027 w 2524433"/>
                <a:gd name="connsiteY6" fmla="*/ 2008865 h 4557030"/>
                <a:gd name="connsiteX7" fmla="*/ 200709 w 2524433"/>
                <a:gd name="connsiteY7" fmla="*/ 1674919 h 4557030"/>
                <a:gd name="connsiteX8" fmla="*/ 8975 w 2524433"/>
                <a:gd name="connsiteY8" fmla="*/ 1501039 h 4557030"/>
                <a:gd name="connsiteX9" fmla="*/ 55824 w 2524433"/>
                <a:gd name="connsiteY9" fmla="*/ 1238054 h 4557030"/>
                <a:gd name="connsiteX10" fmla="*/ 269397 w 2524433"/>
                <a:gd name="connsiteY10" fmla="*/ 1030529 h 4557030"/>
                <a:gd name="connsiteX11" fmla="*/ 508042 w 2524433"/>
                <a:gd name="connsiteY11" fmla="*/ 867400 h 4557030"/>
                <a:gd name="connsiteX12" fmla="*/ 893221 w 2524433"/>
                <a:gd name="connsiteY12" fmla="*/ 915597 h 4557030"/>
                <a:gd name="connsiteX13" fmla="*/ 1314287 w 2524433"/>
                <a:gd name="connsiteY13" fmla="*/ 955316 h 4557030"/>
                <a:gd name="connsiteX14" fmla="*/ 1837018 w 2524433"/>
                <a:gd name="connsiteY14" fmla="*/ 810519 h 4557030"/>
                <a:gd name="connsiteX15" fmla="*/ 2035266 w 2524433"/>
                <a:gd name="connsiteY15" fmla="*/ 612764 h 4557030"/>
                <a:gd name="connsiteX16" fmla="*/ 2113510 w 2524433"/>
                <a:gd name="connsiteY16" fmla="*/ 405615 h 4557030"/>
                <a:gd name="connsiteX17" fmla="*/ 2323250 w 2524433"/>
                <a:gd name="connsiteY17" fmla="*/ 195969 h 4557030"/>
                <a:gd name="connsiteX18" fmla="*/ 2524433 w 2524433"/>
                <a:gd name="connsiteY18" fmla="*/ 0 h 4557030"/>
                <a:gd name="connsiteX0" fmla="*/ 360099 w 2524433"/>
                <a:gd name="connsiteY0" fmla="*/ 4557030 h 4557030"/>
                <a:gd name="connsiteX1" fmla="*/ 584751 w 2524433"/>
                <a:gd name="connsiteY1" fmla="*/ 4348924 h 4557030"/>
                <a:gd name="connsiteX2" fmla="*/ 482467 w 2524433"/>
                <a:gd name="connsiteY2" fmla="*/ 3762015 h 4557030"/>
                <a:gd name="connsiteX3" fmla="*/ 654634 w 2524433"/>
                <a:gd name="connsiteY3" fmla="*/ 3360796 h 4557030"/>
                <a:gd name="connsiteX4" fmla="*/ 521758 w 2524433"/>
                <a:gd name="connsiteY4" fmla="*/ 2699904 h 4557030"/>
                <a:gd name="connsiteX5" fmla="*/ 410689 w 2524433"/>
                <a:gd name="connsiteY5" fmla="*/ 2304998 h 4557030"/>
                <a:gd name="connsiteX6" fmla="*/ 460027 w 2524433"/>
                <a:gd name="connsiteY6" fmla="*/ 2008865 h 4557030"/>
                <a:gd name="connsiteX7" fmla="*/ 200709 w 2524433"/>
                <a:gd name="connsiteY7" fmla="*/ 1674919 h 4557030"/>
                <a:gd name="connsiteX8" fmla="*/ 8975 w 2524433"/>
                <a:gd name="connsiteY8" fmla="*/ 1501039 h 4557030"/>
                <a:gd name="connsiteX9" fmla="*/ 55824 w 2524433"/>
                <a:gd name="connsiteY9" fmla="*/ 1238054 h 4557030"/>
                <a:gd name="connsiteX10" fmla="*/ 269397 w 2524433"/>
                <a:gd name="connsiteY10" fmla="*/ 1030529 h 4557030"/>
                <a:gd name="connsiteX11" fmla="*/ 508042 w 2524433"/>
                <a:gd name="connsiteY11" fmla="*/ 867400 h 4557030"/>
                <a:gd name="connsiteX12" fmla="*/ 893221 w 2524433"/>
                <a:gd name="connsiteY12" fmla="*/ 915597 h 4557030"/>
                <a:gd name="connsiteX13" fmla="*/ 1314287 w 2524433"/>
                <a:gd name="connsiteY13" fmla="*/ 955316 h 4557030"/>
                <a:gd name="connsiteX14" fmla="*/ 1837018 w 2524433"/>
                <a:gd name="connsiteY14" fmla="*/ 810519 h 4557030"/>
                <a:gd name="connsiteX15" fmla="*/ 2035266 w 2524433"/>
                <a:gd name="connsiteY15" fmla="*/ 612764 h 4557030"/>
                <a:gd name="connsiteX16" fmla="*/ 2113510 w 2524433"/>
                <a:gd name="connsiteY16" fmla="*/ 405615 h 4557030"/>
                <a:gd name="connsiteX17" fmla="*/ 2331253 w 2524433"/>
                <a:gd name="connsiteY17" fmla="*/ 259497 h 4557030"/>
                <a:gd name="connsiteX18" fmla="*/ 2524433 w 2524433"/>
                <a:gd name="connsiteY18" fmla="*/ 0 h 4557030"/>
                <a:gd name="connsiteX0" fmla="*/ 360099 w 2524433"/>
                <a:gd name="connsiteY0" fmla="*/ 4557030 h 4557030"/>
                <a:gd name="connsiteX1" fmla="*/ 584751 w 2524433"/>
                <a:gd name="connsiteY1" fmla="*/ 4348924 h 4557030"/>
                <a:gd name="connsiteX2" fmla="*/ 482467 w 2524433"/>
                <a:gd name="connsiteY2" fmla="*/ 3762015 h 4557030"/>
                <a:gd name="connsiteX3" fmla="*/ 654634 w 2524433"/>
                <a:gd name="connsiteY3" fmla="*/ 3360796 h 4557030"/>
                <a:gd name="connsiteX4" fmla="*/ 521758 w 2524433"/>
                <a:gd name="connsiteY4" fmla="*/ 2699904 h 4557030"/>
                <a:gd name="connsiteX5" fmla="*/ 410689 w 2524433"/>
                <a:gd name="connsiteY5" fmla="*/ 2304998 h 4557030"/>
                <a:gd name="connsiteX6" fmla="*/ 460027 w 2524433"/>
                <a:gd name="connsiteY6" fmla="*/ 2008865 h 4557030"/>
                <a:gd name="connsiteX7" fmla="*/ 200709 w 2524433"/>
                <a:gd name="connsiteY7" fmla="*/ 1674919 h 4557030"/>
                <a:gd name="connsiteX8" fmla="*/ 8975 w 2524433"/>
                <a:gd name="connsiteY8" fmla="*/ 1501039 h 4557030"/>
                <a:gd name="connsiteX9" fmla="*/ 55824 w 2524433"/>
                <a:gd name="connsiteY9" fmla="*/ 1238054 h 4557030"/>
                <a:gd name="connsiteX10" fmla="*/ 269397 w 2524433"/>
                <a:gd name="connsiteY10" fmla="*/ 1030529 h 4557030"/>
                <a:gd name="connsiteX11" fmla="*/ 508042 w 2524433"/>
                <a:gd name="connsiteY11" fmla="*/ 867400 h 4557030"/>
                <a:gd name="connsiteX12" fmla="*/ 891520 w 2524433"/>
                <a:gd name="connsiteY12" fmla="*/ 864314 h 4557030"/>
                <a:gd name="connsiteX13" fmla="*/ 1314287 w 2524433"/>
                <a:gd name="connsiteY13" fmla="*/ 955316 h 4557030"/>
                <a:gd name="connsiteX14" fmla="*/ 1837018 w 2524433"/>
                <a:gd name="connsiteY14" fmla="*/ 810519 h 4557030"/>
                <a:gd name="connsiteX15" fmla="*/ 2035266 w 2524433"/>
                <a:gd name="connsiteY15" fmla="*/ 612764 h 4557030"/>
                <a:gd name="connsiteX16" fmla="*/ 2113510 w 2524433"/>
                <a:gd name="connsiteY16" fmla="*/ 405615 h 4557030"/>
                <a:gd name="connsiteX17" fmla="*/ 2331253 w 2524433"/>
                <a:gd name="connsiteY17" fmla="*/ 259497 h 4557030"/>
                <a:gd name="connsiteX18" fmla="*/ 2524433 w 2524433"/>
                <a:gd name="connsiteY18" fmla="*/ 0 h 4557030"/>
                <a:gd name="connsiteX0" fmla="*/ 311698 w 2476032"/>
                <a:gd name="connsiteY0" fmla="*/ 4557030 h 4557030"/>
                <a:gd name="connsiteX1" fmla="*/ 536350 w 2476032"/>
                <a:gd name="connsiteY1" fmla="*/ 4348924 h 4557030"/>
                <a:gd name="connsiteX2" fmla="*/ 434066 w 2476032"/>
                <a:gd name="connsiteY2" fmla="*/ 3762015 h 4557030"/>
                <a:gd name="connsiteX3" fmla="*/ 606233 w 2476032"/>
                <a:gd name="connsiteY3" fmla="*/ 3360796 h 4557030"/>
                <a:gd name="connsiteX4" fmla="*/ 473357 w 2476032"/>
                <a:gd name="connsiteY4" fmla="*/ 2699904 h 4557030"/>
                <a:gd name="connsiteX5" fmla="*/ 362288 w 2476032"/>
                <a:gd name="connsiteY5" fmla="*/ 2304998 h 4557030"/>
                <a:gd name="connsiteX6" fmla="*/ 411626 w 2476032"/>
                <a:gd name="connsiteY6" fmla="*/ 2008865 h 4557030"/>
                <a:gd name="connsiteX7" fmla="*/ 152308 w 2476032"/>
                <a:gd name="connsiteY7" fmla="*/ 1674919 h 4557030"/>
                <a:gd name="connsiteX8" fmla="*/ 58459 w 2476032"/>
                <a:gd name="connsiteY8" fmla="*/ 1490553 h 4557030"/>
                <a:gd name="connsiteX9" fmla="*/ 7423 w 2476032"/>
                <a:gd name="connsiteY9" fmla="*/ 1238054 h 4557030"/>
                <a:gd name="connsiteX10" fmla="*/ 220996 w 2476032"/>
                <a:gd name="connsiteY10" fmla="*/ 1030529 h 4557030"/>
                <a:gd name="connsiteX11" fmla="*/ 459641 w 2476032"/>
                <a:gd name="connsiteY11" fmla="*/ 867400 h 4557030"/>
                <a:gd name="connsiteX12" fmla="*/ 843119 w 2476032"/>
                <a:gd name="connsiteY12" fmla="*/ 864314 h 4557030"/>
                <a:gd name="connsiteX13" fmla="*/ 1265886 w 2476032"/>
                <a:gd name="connsiteY13" fmla="*/ 955316 h 4557030"/>
                <a:gd name="connsiteX14" fmla="*/ 1788617 w 2476032"/>
                <a:gd name="connsiteY14" fmla="*/ 810519 h 4557030"/>
                <a:gd name="connsiteX15" fmla="*/ 1986865 w 2476032"/>
                <a:gd name="connsiteY15" fmla="*/ 612764 h 4557030"/>
                <a:gd name="connsiteX16" fmla="*/ 2065109 w 2476032"/>
                <a:gd name="connsiteY16" fmla="*/ 405615 h 4557030"/>
                <a:gd name="connsiteX17" fmla="*/ 2282852 w 2476032"/>
                <a:gd name="connsiteY17" fmla="*/ 259497 h 4557030"/>
                <a:gd name="connsiteX18" fmla="*/ 2476032 w 2476032"/>
                <a:gd name="connsiteY18" fmla="*/ 0 h 4557030"/>
                <a:gd name="connsiteX0" fmla="*/ 311698 w 2462602"/>
                <a:gd name="connsiteY0" fmla="*/ 4940048 h 4940048"/>
                <a:gd name="connsiteX1" fmla="*/ 536350 w 2462602"/>
                <a:gd name="connsiteY1" fmla="*/ 4731942 h 4940048"/>
                <a:gd name="connsiteX2" fmla="*/ 434066 w 2462602"/>
                <a:gd name="connsiteY2" fmla="*/ 4145033 h 4940048"/>
                <a:gd name="connsiteX3" fmla="*/ 606233 w 2462602"/>
                <a:gd name="connsiteY3" fmla="*/ 3743814 h 4940048"/>
                <a:gd name="connsiteX4" fmla="*/ 473357 w 2462602"/>
                <a:gd name="connsiteY4" fmla="*/ 3082922 h 4940048"/>
                <a:gd name="connsiteX5" fmla="*/ 362288 w 2462602"/>
                <a:gd name="connsiteY5" fmla="*/ 2688016 h 4940048"/>
                <a:gd name="connsiteX6" fmla="*/ 411626 w 2462602"/>
                <a:gd name="connsiteY6" fmla="*/ 2391883 h 4940048"/>
                <a:gd name="connsiteX7" fmla="*/ 152308 w 2462602"/>
                <a:gd name="connsiteY7" fmla="*/ 2057937 h 4940048"/>
                <a:gd name="connsiteX8" fmla="*/ 58459 w 2462602"/>
                <a:gd name="connsiteY8" fmla="*/ 1873571 h 4940048"/>
                <a:gd name="connsiteX9" fmla="*/ 7423 w 2462602"/>
                <a:gd name="connsiteY9" fmla="*/ 1621072 h 4940048"/>
                <a:gd name="connsiteX10" fmla="*/ 220996 w 2462602"/>
                <a:gd name="connsiteY10" fmla="*/ 1413547 h 4940048"/>
                <a:gd name="connsiteX11" fmla="*/ 459641 w 2462602"/>
                <a:gd name="connsiteY11" fmla="*/ 1250418 h 4940048"/>
                <a:gd name="connsiteX12" fmla="*/ 843119 w 2462602"/>
                <a:gd name="connsiteY12" fmla="*/ 1247332 h 4940048"/>
                <a:gd name="connsiteX13" fmla="*/ 1265886 w 2462602"/>
                <a:gd name="connsiteY13" fmla="*/ 1338334 h 4940048"/>
                <a:gd name="connsiteX14" fmla="*/ 1788617 w 2462602"/>
                <a:gd name="connsiteY14" fmla="*/ 1193537 h 4940048"/>
                <a:gd name="connsiteX15" fmla="*/ 1986865 w 2462602"/>
                <a:gd name="connsiteY15" fmla="*/ 995782 h 4940048"/>
                <a:gd name="connsiteX16" fmla="*/ 2065109 w 2462602"/>
                <a:gd name="connsiteY16" fmla="*/ 788633 h 4940048"/>
                <a:gd name="connsiteX17" fmla="*/ 2282852 w 2462602"/>
                <a:gd name="connsiteY17" fmla="*/ 642515 h 4940048"/>
                <a:gd name="connsiteX18" fmla="*/ 2462602 w 2462602"/>
                <a:gd name="connsiteY18" fmla="*/ 0 h 4940048"/>
                <a:gd name="connsiteX0" fmla="*/ 311698 w 2462602"/>
                <a:gd name="connsiteY0" fmla="*/ 4940048 h 4940048"/>
                <a:gd name="connsiteX1" fmla="*/ 536350 w 2462602"/>
                <a:gd name="connsiteY1" fmla="*/ 4731942 h 4940048"/>
                <a:gd name="connsiteX2" fmla="*/ 434066 w 2462602"/>
                <a:gd name="connsiteY2" fmla="*/ 4145033 h 4940048"/>
                <a:gd name="connsiteX3" fmla="*/ 606233 w 2462602"/>
                <a:gd name="connsiteY3" fmla="*/ 3743814 h 4940048"/>
                <a:gd name="connsiteX4" fmla="*/ 473357 w 2462602"/>
                <a:gd name="connsiteY4" fmla="*/ 3082922 h 4940048"/>
                <a:gd name="connsiteX5" fmla="*/ 362288 w 2462602"/>
                <a:gd name="connsiteY5" fmla="*/ 2688016 h 4940048"/>
                <a:gd name="connsiteX6" fmla="*/ 411626 w 2462602"/>
                <a:gd name="connsiteY6" fmla="*/ 2391883 h 4940048"/>
                <a:gd name="connsiteX7" fmla="*/ 152308 w 2462602"/>
                <a:gd name="connsiteY7" fmla="*/ 2057937 h 4940048"/>
                <a:gd name="connsiteX8" fmla="*/ 58459 w 2462602"/>
                <a:gd name="connsiteY8" fmla="*/ 1873571 h 4940048"/>
                <a:gd name="connsiteX9" fmla="*/ 7423 w 2462602"/>
                <a:gd name="connsiteY9" fmla="*/ 1621072 h 4940048"/>
                <a:gd name="connsiteX10" fmla="*/ 220996 w 2462602"/>
                <a:gd name="connsiteY10" fmla="*/ 1413547 h 4940048"/>
                <a:gd name="connsiteX11" fmla="*/ 459641 w 2462602"/>
                <a:gd name="connsiteY11" fmla="*/ 1250418 h 4940048"/>
                <a:gd name="connsiteX12" fmla="*/ 843119 w 2462602"/>
                <a:gd name="connsiteY12" fmla="*/ 1247332 h 4940048"/>
                <a:gd name="connsiteX13" fmla="*/ 1265886 w 2462602"/>
                <a:gd name="connsiteY13" fmla="*/ 1338334 h 4940048"/>
                <a:gd name="connsiteX14" fmla="*/ 1788617 w 2462602"/>
                <a:gd name="connsiteY14" fmla="*/ 1193537 h 4940048"/>
                <a:gd name="connsiteX15" fmla="*/ 1986865 w 2462602"/>
                <a:gd name="connsiteY15" fmla="*/ 995782 h 4940048"/>
                <a:gd name="connsiteX16" fmla="*/ 2065109 w 2462602"/>
                <a:gd name="connsiteY16" fmla="*/ 788633 h 4940048"/>
                <a:gd name="connsiteX17" fmla="*/ 2282852 w 2462602"/>
                <a:gd name="connsiteY17" fmla="*/ 642515 h 4940048"/>
                <a:gd name="connsiteX18" fmla="*/ 2442882 w 2462602"/>
                <a:gd name="connsiteY18" fmla="*/ 400495 h 4940048"/>
                <a:gd name="connsiteX19" fmla="*/ 2462602 w 2462602"/>
                <a:gd name="connsiteY19" fmla="*/ 0 h 4940048"/>
                <a:gd name="connsiteX0" fmla="*/ 311698 w 2462602"/>
                <a:gd name="connsiteY0" fmla="*/ 4940048 h 4940048"/>
                <a:gd name="connsiteX1" fmla="*/ 536350 w 2462602"/>
                <a:gd name="connsiteY1" fmla="*/ 4731942 h 4940048"/>
                <a:gd name="connsiteX2" fmla="*/ 434066 w 2462602"/>
                <a:gd name="connsiteY2" fmla="*/ 4145033 h 4940048"/>
                <a:gd name="connsiteX3" fmla="*/ 606233 w 2462602"/>
                <a:gd name="connsiteY3" fmla="*/ 3743814 h 4940048"/>
                <a:gd name="connsiteX4" fmla="*/ 473357 w 2462602"/>
                <a:gd name="connsiteY4" fmla="*/ 3082922 h 4940048"/>
                <a:gd name="connsiteX5" fmla="*/ 362288 w 2462602"/>
                <a:gd name="connsiteY5" fmla="*/ 2688016 h 4940048"/>
                <a:gd name="connsiteX6" fmla="*/ 411626 w 2462602"/>
                <a:gd name="connsiteY6" fmla="*/ 2391883 h 4940048"/>
                <a:gd name="connsiteX7" fmla="*/ 152308 w 2462602"/>
                <a:gd name="connsiteY7" fmla="*/ 2057937 h 4940048"/>
                <a:gd name="connsiteX8" fmla="*/ 58459 w 2462602"/>
                <a:gd name="connsiteY8" fmla="*/ 1873571 h 4940048"/>
                <a:gd name="connsiteX9" fmla="*/ 7423 w 2462602"/>
                <a:gd name="connsiteY9" fmla="*/ 1621072 h 4940048"/>
                <a:gd name="connsiteX10" fmla="*/ 220996 w 2462602"/>
                <a:gd name="connsiteY10" fmla="*/ 1413547 h 4940048"/>
                <a:gd name="connsiteX11" fmla="*/ 459641 w 2462602"/>
                <a:gd name="connsiteY11" fmla="*/ 1250418 h 4940048"/>
                <a:gd name="connsiteX12" fmla="*/ 843119 w 2462602"/>
                <a:gd name="connsiteY12" fmla="*/ 1247332 h 4940048"/>
                <a:gd name="connsiteX13" fmla="*/ 1265886 w 2462602"/>
                <a:gd name="connsiteY13" fmla="*/ 1338334 h 4940048"/>
                <a:gd name="connsiteX14" fmla="*/ 1788617 w 2462602"/>
                <a:gd name="connsiteY14" fmla="*/ 1193537 h 4940048"/>
                <a:gd name="connsiteX15" fmla="*/ 1986865 w 2462602"/>
                <a:gd name="connsiteY15" fmla="*/ 995782 h 4940048"/>
                <a:gd name="connsiteX16" fmla="*/ 2081841 w 2462602"/>
                <a:gd name="connsiteY16" fmla="*/ 823749 h 4940048"/>
                <a:gd name="connsiteX17" fmla="*/ 2282852 w 2462602"/>
                <a:gd name="connsiteY17" fmla="*/ 642515 h 4940048"/>
                <a:gd name="connsiteX18" fmla="*/ 2442882 w 2462602"/>
                <a:gd name="connsiteY18" fmla="*/ 400495 h 4940048"/>
                <a:gd name="connsiteX19" fmla="*/ 2462602 w 2462602"/>
                <a:gd name="connsiteY19" fmla="*/ 0 h 4940048"/>
                <a:gd name="connsiteX0" fmla="*/ 311698 w 2462602"/>
                <a:gd name="connsiteY0" fmla="*/ 4940048 h 4940048"/>
                <a:gd name="connsiteX1" fmla="*/ 536350 w 2462602"/>
                <a:gd name="connsiteY1" fmla="*/ 4731942 h 4940048"/>
                <a:gd name="connsiteX2" fmla="*/ 434066 w 2462602"/>
                <a:gd name="connsiteY2" fmla="*/ 4145033 h 4940048"/>
                <a:gd name="connsiteX3" fmla="*/ 606233 w 2462602"/>
                <a:gd name="connsiteY3" fmla="*/ 3743814 h 4940048"/>
                <a:gd name="connsiteX4" fmla="*/ 473357 w 2462602"/>
                <a:gd name="connsiteY4" fmla="*/ 3082922 h 4940048"/>
                <a:gd name="connsiteX5" fmla="*/ 362288 w 2462602"/>
                <a:gd name="connsiteY5" fmla="*/ 2688016 h 4940048"/>
                <a:gd name="connsiteX6" fmla="*/ 411626 w 2462602"/>
                <a:gd name="connsiteY6" fmla="*/ 2391883 h 4940048"/>
                <a:gd name="connsiteX7" fmla="*/ 152308 w 2462602"/>
                <a:gd name="connsiteY7" fmla="*/ 2057937 h 4940048"/>
                <a:gd name="connsiteX8" fmla="*/ 58459 w 2462602"/>
                <a:gd name="connsiteY8" fmla="*/ 1873571 h 4940048"/>
                <a:gd name="connsiteX9" fmla="*/ 7423 w 2462602"/>
                <a:gd name="connsiteY9" fmla="*/ 1621072 h 4940048"/>
                <a:gd name="connsiteX10" fmla="*/ 220996 w 2462602"/>
                <a:gd name="connsiteY10" fmla="*/ 1413547 h 4940048"/>
                <a:gd name="connsiteX11" fmla="*/ 459641 w 2462602"/>
                <a:gd name="connsiteY11" fmla="*/ 1250418 h 4940048"/>
                <a:gd name="connsiteX12" fmla="*/ 744072 w 2462602"/>
                <a:gd name="connsiteY12" fmla="*/ 1285515 h 4940048"/>
                <a:gd name="connsiteX13" fmla="*/ 1265886 w 2462602"/>
                <a:gd name="connsiteY13" fmla="*/ 1338334 h 4940048"/>
                <a:gd name="connsiteX14" fmla="*/ 1788617 w 2462602"/>
                <a:gd name="connsiteY14" fmla="*/ 1193537 h 4940048"/>
                <a:gd name="connsiteX15" fmla="*/ 1986865 w 2462602"/>
                <a:gd name="connsiteY15" fmla="*/ 995782 h 4940048"/>
                <a:gd name="connsiteX16" fmla="*/ 2081841 w 2462602"/>
                <a:gd name="connsiteY16" fmla="*/ 823749 h 4940048"/>
                <a:gd name="connsiteX17" fmla="*/ 2282852 w 2462602"/>
                <a:gd name="connsiteY17" fmla="*/ 642515 h 4940048"/>
                <a:gd name="connsiteX18" fmla="*/ 2442882 w 2462602"/>
                <a:gd name="connsiteY18" fmla="*/ 400495 h 4940048"/>
                <a:gd name="connsiteX19" fmla="*/ 2462602 w 2462602"/>
                <a:gd name="connsiteY19" fmla="*/ 0 h 4940048"/>
                <a:gd name="connsiteX0" fmla="*/ 311698 w 2462602"/>
                <a:gd name="connsiteY0" fmla="*/ 4940048 h 4940048"/>
                <a:gd name="connsiteX1" fmla="*/ 536350 w 2462602"/>
                <a:gd name="connsiteY1" fmla="*/ 4731942 h 4940048"/>
                <a:gd name="connsiteX2" fmla="*/ 434066 w 2462602"/>
                <a:gd name="connsiteY2" fmla="*/ 4145033 h 4940048"/>
                <a:gd name="connsiteX3" fmla="*/ 606233 w 2462602"/>
                <a:gd name="connsiteY3" fmla="*/ 3743814 h 4940048"/>
                <a:gd name="connsiteX4" fmla="*/ 473357 w 2462602"/>
                <a:gd name="connsiteY4" fmla="*/ 3082922 h 4940048"/>
                <a:gd name="connsiteX5" fmla="*/ 362288 w 2462602"/>
                <a:gd name="connsiteY5" fmla="*/ 2688016 h 4940048"/>
                <a:gd name="connsiteX6" fmla="*/ 411626 w 2462602"/>
                <a:gd name="connsiteY6" fmla="*/ 2391883 h 4940048"/>
                <a:gd name="connsiteX7" fmla="*/ 152308 w 2462602"/>
                <a:gd name="connsiteY7" fmla="*/ 2057937 h 4940048"/>
                <a:gd name="connsiteX8" fmla="*/ 58459 w 2462602"/>
                <a:gd name="connsiteY8" fmla="*/ 1873571 h 4940048"/>
                <a:gd name="connsiteX9" fmla="*/ 7423 w 2462602"/>
                <a:gd name="connsiteY9" fmla="*/ 1621072 h 4940048"/>
                <a:gd name="connsiteX10" fmla="*/ 220996 w 2462602"/>
                <a:gd name="connsiteY10" fmla="*/ 1413547 h 4940048"/>
                <a:gd name="connsiteX11" fmla="*/ 459641 w 2462602"/>
                <a:gd name="connsiteY11" fmla="*/ 1250418 h 4940048"/>
                <a:gd name="connsiteX12" fmla="*/ 744072 w 2462602"/>
                <a:gd name="connsiteY12" fmla="*/ 1285515 h 4940048"/>
                <a:gd name="connsiteX13" fmla="*/ 1265886 w 2462602"/>
                <a:gd name="connsiteY13" fmla="*/ 1338334 h 4940048"/>
                <a:gd name="connsiteX14" fmla="*/ 1860196 w 2462602"/>
                <a:gd name="connsiteY14" fmla="*/ 1190188 h 4940048"/>
                <a:gd name="connsiteX15" fmla="*/ 1986865 w 2462602"/>
                <a:gd name="connsiteY15" fmla="*/ 995782 h 4940048"/>
                <a:gd name="connsiteX16" fmla="*/ 2081841 w 2462602"/>
                <a:gd name="connsiteY16" fmla="*/ 823749 h 4940048"/>
                <a:gd name="connsiteX17" fmla="*/ 2282852 w 2462602"/>
                <a:gd name="connsiteY17" fmla="*/ 642515 h 4940048"/>
                <a:gd name="connsiteX18" fmla="*/ 2442882 w 2462602"/>
                <a:gd name="connsiteY18" fmla="*/ 400495 h 4940048"/>
                <a:gd name="connsiteX19" fmla="*/ 2462602 w 2462602"/>
                <a:gd name="connsiteY19" fmla="*/ 0 h 4940048"/>
                <a:gd name="connsiteX0" fmla="*/ 0 w 3042132"/>
                <a:gd name="connsiteY0" fmla="*/ 5579733 h 5579733"/>
                <a:gd name="connsiteX1" fmla="*/ 1115880 w 3042132"/>
                <a:gd name="connsiteY1" fmla="*/ 4731942 h 5579733"/>
                <a:gd name="connsiteX2" fmla="*/ 1013596 w 3042132"/>
                <a:gd name="connsiteY2" fmla="*/ 4145033 h 5579733"/>
                <a:gd name="connsiteX3" fmla="*/ 1185763 w 3042132"/>
                <a:gd name="connsiteY3" fmla="*/ 3743814 h 5579733"/>
                <a:gd name="connsiteX4" fmla="*/ 1052887 w 3042132"/>
                <a:gd name="connsiteY4" fmla="*/ 3082922 h 5579733"/>
                <a:gd name="connsiteX5" fmla="*/ 941818 w 3042132"/>
                <a:gd name="connsiteY5" fmla="*/ 2688016 h 5579733"/>
                <a:gd name="connsiteX6" fmla="*/ 991156 w 3042132"/>
                <a:gd name="connsiteY6" fmla="*/ 2391883 h 5579733"/>
                <a:gd name="connsiteX7" fmla="*/ 731838 w 3042132"/>
                <a:gd name="connsiteY7" fmla="*/ 2057937 h 5579733"/>
                <a:gd name="connsiteX8" fmla="*/ 637989 w 3042132"/>
                <a:gd name="connsiteY8" fmla="*/ 1873571 h 5579733"/>
                <a:gd name="connsiteX9" fmla="*/ 586953 w 3042132"/>
                <a:gd name="connsiteY9" fmla="*/ 1621072 h 5579733"/>
                <a:gd name="connsiteX10" fmla="*/ 800526 w 3042132"/>
                <a:gd name="connsiteY10" fmla="*/ 1413547 h 5579733"/>
                <a:gd name="connsiteX11" fmla="*/ 1039171 w 3042132"/>
                <a:gd name="connsiteY11" fmla="*/ 1250418 h 5579733"/>
                <a:gd name="connsiteX12" fmla="*/ 1323602 w 3042132"/>
                <a:gd name="connsiteY12" fmla="*/ 1285515 h 5579733"/>
                <a:gd name="connsiteX13" fmla="*/ 1845416 w 3042132"/>
                <a:gd name="connsiteY13" fmla="*/ 1338334 h 5579733"/>
                <a:gd name="connsiteX14" fmla="*/ 2439726 w 3042132"/>
                <a:gd name="connsiteY14" fmla="*/ 1190188 h 5579733"/>
                <a:gd name="connsiteX15" fmla="*/ 2566395 w 3042132"/>
                <a:gd name="connsiteY15" fmla="*/ 995782 h 5579733"/>
                <a:gd name="connsiteX16" fmla="*/ 2661371 w 3042132"/>
                <a:gd name="connsiteY16" fmla="*/ 823749 h 5579733"/>
                <a:gd name="connsiteX17" fmla="*/ 2862382 w 3042132"/>
                <a:gd name="connsiteY17" fmla="*/ 642515 h 5579733"/>
                <a:gd name="connsiteX18" fmla="*/ 3022412 w 3042132"/>
                <a:gd name="connsiteY18" fmla="*/ 400495 h 5579733"/>
                <a:gd name="connsiteX19" fmla="*/ 3042132 w 3042132"/>
                <a:gd name="connsiteY19" fmla="*/ 0 h 5579733"/>
                <a:gd name="connsiteX0" fmla="*/ 0 w 3042132"/>
                <a:gd name="connsiteY0" fmla="*/ 5579733 h 5579733"/>
                <a:gd name="connsiteX1" fmla="*/ 241258 w 3042132"/>
                <a:gd name="connsiteY1" fmla="*/ 5366529 h 5579733"/>
                <a:gd name="connsiteX2" fmla="*/ 1115880 w 3042132"/>
                <a:gd name="connsiteY2" fmla="*/ 4731942 h 5579733"/>
                <a:gd name="connsiteX3" fmla="*/ 1013596 w 3042132"/>
                <a:gd name="connsiteY3" fmla="*/ 4145033 h 5579733"/>
                <a:gd name="connsiteX4" fmla="*/ 1185763 w 3042132"/>
                <a:gd name="connsiteY4" fmla="*/ 3743814 h 5579733"/>
                <a:gd name="connsiteX5" fmla="*/ 1052887 w 3042132"/>
                <a:gd name="connsiteY5" fmla="*/ 3082922 h 5579733"/>
                <a:gd name="connsiteX6" fmla="*/ 941818 w 3042132"/>
                <a:gd name="connsiteY6" fmla="*/ 2688016 h 5579733"/>
                <a:gd name="connsiteX7" fmla="*/ 991156 w 3042132"/>
                <a:gd name="connsiteY7" fmla="*/ 2391883 h 5579733"/>
                <a:gd name="connsiteX8" fmla="*/ 731838 w 3042132"/>
                <a:gd name="connsiteY8" fmla="*/ 2057937 h 5579733"/>
                <a:gd name="connsiteX9" fmla="*/ 637989 w 3042132"/>
                <a:gd name="connsiteY9" fmla="*/ 1873571 h 5579733"/>
                <a:gd name="connsiteX10" fmla="*/ 586953 w 3042132"/>
                <a:gd name="connsiteY10" fmla="*/ 1621072 h 5579733"/>
                <a:gd name="connsiteX11" fmla="*/ 800526 w 3042132"/>
                <a:gd name="connsiteY11" fmla="*/ 1413547 h 5579733"/>
                <a:gd name="connsiteX12" fmla="*/ 1039171 w 3042132"/>
                <a:gd name="connsiteY12" fmla="*/ 1250418 h 5579733"/>
                <a:gd name="connsiteX13" fmla="*/ 1323602 w 3042132"/>
                <a:gd name="connsiteY13" fmla="*/ 1285515 h 5579733"/>
                <a:gd name="connsiteX14" fmla="*/ 1845416 w 3042132"/>
                <a:gd name="connsiteY14" fmla="*/ 1338334 h 5579733"/>
                <a:gd name="connsiteX15" fmla="*/ 2439726 w 3042132"/>
                <a:gd name="connsiteY15" fmla="*/ 1190188 h 5579733"/>
                <a:gd name="connsiteX16" fmla="*/ 2566395 w 3042132"/>
                <a:gd name="connsiteY16" fmla="*/ 995782 h 5579733"/>
                <a:gd name="connsiteX17" fmla="*/ 2661371 w 3042132"/>
                <a:gd name="connsiteY17" fmla="*/ 823749 h 5579733"/>
                <a:gd name="connsiteX18" fmla="*/ 2862382 w 3042132"/>
                <a:gd name="connsiteY18" fmla="*/ 642515 h 5579733"/>
                <a:gd name="connsiteX19" fmla="*/ 3022412 w 3042132"/>
                <a:gd name="connsiteY19" fmla="*/ 400495 h 5579733"/>
                <a:gd name="connsiteX20" fmla="*/ 3042132 w 3042132"/>
                <a:gd name="connsiteY20" fmla="*/ 0 h 557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42132" h="5579733">
                  <a:moveTo>
                    <a:pt x="0" y="5579733"/>
                  </a:moveTo>
                  <a:cubicBezTo>
                    <a:pt x="41194" y="5551975"/>
                    <a:pt x="55278" y="5507827"/>
                    <a:pt x="241258" y="5366529"/>
                  </a:cubicBezTo>
                  <a:cubicBezTo>
                    <a:pt x="427238" y="5225231"/>
                    <a:pt x="988141" y="4943301"/>
                    <a:pt x="1115880" y="4731942"/>
                  </a:cubicBezTo>
                  <a:cubicBezTo>
                    <a:pt x="1195952" y="4630318"/>
                    <a:pt x="979027" y="4300813"/>
                    <a:pt x="1013596" y="4145033"/>
                  </a:cubicBezTo>
                  <a:cubicBezTo>
                    <a:pt x="1048165" y="3989253"/>
                    <a:pt x="1179215" y="3920832"/>
                    <a:pt x="1185763" y="3743814"/>
                  </a:cubicBezTo>
                  <a:cubicBezTo>
                    <a:pt x="1192311" y="3566796"/>
                    <a:pt x="1070234" y="3255769"/>
                    <a:pt x="1052887" y="3082922"/>
                  </a:cubicBezTo>
                  <a:cubicBezTo>
                    <a:pt x="1035540" y="2910075"/>
                    <a:pt x="967139" y="2801860"/>
                    <a:pt x="941818" y="2688016"/>
                  </a:cubicBezTo>
                  <a:cubicBezTo>
                    <a:pt x="895679" y="2584311"/>
                    <a:pt x="1026153" y="2496896"/>
                    <a:pt x="991156" y="2391883"/>
                  </a:cubicBezTo>
                  <a:cubicBezTo>
                    <a:pt x="956159" y="2286870"/>
                    <a:pt x="803190" y="2133693"/>
                    <a:pt x="731838" y="2057937"/>
                  </a:cubicBezTo>
                  <a:cubicBezTo>
                    <a:pt x="660486" y="1982181"/>
                    <a:pt x="662136" y="1946382"/>
                    <a:pt x="637989" y="1873571"/>
                  </a:cubicBezTo>
                  <a:cubicBezTo>
                    <a:pt x="613842" y="1800760"/>
                    <a:pt x="559864" y="1697743"/>
                    <a:pt x="586953" y="1621072"/>
                  </a:cubicBezTo>
                  <a:cubicBezTo>
                    <a:pt x="614042" y="1544401"/>
                    <a:pt x="725156" y="1475323"/>
                    <a:pt x="800526" y="1413547"/>
                  </a:cubicBezTo>
                  <a:cubicBezTo>
                    <a:pt x="875896" y="1351771"/>
                    <a:pt x="951992" y="1271757"/>
                    <a:pt x="1039171" y="1250418"/>
                  </a:cubicBezTo>
                  <a:cubicBezTo>
                    <a:pt x="1126350" y="1229079"/>
                    <a:pt x="1189228" y="1270862"/>
                    <a:pt x="1323602" y="1285515"/>
                  </a:cubicBezTo>
                  <a:cubicBezTo>
                    <a:pt x="1457976" y="1300168"/>
                    <a:pt x="1659395" y="1354222"/>
                    <a:pt x="1845416" y="1338334"/>
                  </a:cubicBezTo>
                  <a:cubicBezTo>
                    <a:pt x="2031437" y="1322446"/>
                    <a:pt x="2319563" y="1247280"/>
                    <a:pt x="2439726" y="1190188"/>
                  </a:cubicBezTo>
                  <a:cubicBezTo>
                    <a:pt x="2559889" y="1133096"/>
                    <a:pt x="2529454" y="1056855"/>
                    <a:pt x="2566395" y="995782"/>
                  </a:cubicBezTo>
                  <a:cubicBezTo>
                    <a:pt x="2603336" y="934709"/>
                    <a:pt x="2612040" y="882627"/>
                    <a:pt x="2661371" y="823749"/>
                  </a:cubicBezTo>
                  <a:cubicBezTo>
                    <a:pt x="2710702" y="764871"/>
                    <a:pt x="2808606" y="715064"/>
                    <a:pt x="2862382" y="642515"/>
                  </a:cubicBezTo>
                  <a:cubicBezTo>
                    <a:pt x="2916158" y="569966"/>
                    <a:pt x="2992454" y="507581"/>
                    <a:pt x="3022412" y="400495"/>
                  </a:cubicBezTo>
                  <a:cubicBezTo>
                    <a:pt x="3052370" y="293409"/>
                    <a:pt x="3029659" y="58890"/>
                    <a:pt x="3042132"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8" name="Freeform: Shape 27">
              <a:extLst>
                <a:ext uri="{FF2B5EF4-FFF2-40B4-BE49-F238E27FC236}">
                  <a16:creationId xmlns:a16="http://schemas.microsoft.com/office/drawing/2014/main" id="{FA170550-FD10-A038-FAB6-A5CECEC19FE3}"/>
                </a:ext>
              </a:extLst>
            </p:cNvPr>
            <p:cNvSpPr/>
            <p:nvPr userDrawn="1"/>
          </p:nvSpPr>
          <p:spPr>
            <a:xfrm rot="6513747" flipH="1">
              <a:off x="9784152" y="-1242284"/>
              <a:ext cx="868208" cy="4401212"/>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9958" h="5716803">
                  <a:moveTo>
                    <a:pt x="0" y="0"/>
                  </a:moveTo>
                  <a:cubicBezTo>
                    <a:pt x="668827" y="543294"/>
                    <a:pt x="530079" y="721000"/>
                    <a:pt x="560492" y="899702"/>
                  </a:cubicBezTo>
                  <a:cubicBezTo>
                    <a:pt x="615774" y="1224528"/>
                    <a:pt x="-71163" y="1490232"/>
                    <a:pt x="574870" y="1891556"/>
                  </a:cubicBezTo>
                  <a:cubicBezTo>
                    <a:pt x="652831" y="1927874"/>
                    <a:pt x="888185" y="2006415"/>
                    <a:pt x="923760" y="2170234"/>
                  </a:cubicBezTo>
                  <a:cubicBezTo>
                    <a:pt x="993126" y="2343748"/>
                    <a:pt x="1128477" y="2502124"/>
                    <a:pt x="1182107" y="2719448"/>
                  </a:cubicBezTo>
                  <a:cubicBezTo>
                    <a:pt x="1235737" y="2936772"/>
                    <a:pt x="1365588" y="3163915"/>
                    <a:pt x="1303516" y="3450464"/>
                  </a:cubicBezTo>
                  <a:cubicBezTo>
                    <a:pt x="1241444" y="3737013"/>
                    <a:pt x="853104" y="4043369"/>
                    <a:pt x="809674" y="4438741"/>
                  </a:cubicBezTo>
                  <a:cubicBezTo>
                    <a:pt x="766244" y="4834113"/>
                    <a:pt x="911742" y="5487195"/>
                    <a:pt x="1065755" y="5716803"/>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3" y="310410"/>
            <a:ext cx="8893844" cy="1690084"/>
          </a:xfrm>
        </p:spPr>
        <p:txBody>
          <a:bodyPr>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294065" y="2201007"/>
            <a:ext cx="5997734" cy="3894993"/>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00B223AC-2579-70E4-F42C-13F9C0649133}"/>
              </a:ext>
            </a:extLst>
          </p:cNvPr>
          <p:cNvSpPr>
            <a:spLocks noGrp="1"/>
          </p:cNvSpPr>
          <p:nvPr>
            <p:ph type="pic" sz="quarter" idx="13"/>
          </p:nvPr>
        </p:nvSpPr>
        <p:spPr>
          <a:xfrm>
            <a:off x="7189042" y="2335246"/>
            <a:ext cx="4698158" cy="3760754"/>
          </a:xfrm>
        </p:spPr>
        <p:txBody>
          <a:bodyPr/>
          <a:lstStyle/>
          <a:p>
            <a:r>
              <a:rPr lang="en-US"/>
              <a:t>Click icon to add picture</a:t>
            </a:r>
          </a:p>
        </p:txBody>
      </p:sp>
    </p:spTree>
    <p:extLst>
      <p:ext uri="{BB962C8B-B14F-4D97-AF65-F5344CB8AC3E}">
        <p14:creationId xmlns:p14="http://schemas.microsoft.com/office/powerpoint/2010/main" val="304085788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 Content + Photo_5">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0A6005CB-E68F-772D-A510-FA6E2D128733}"/>
              </a:ext>
            </a:extLst>
          </p:cNvPr>
          <p:cNvSpPr/>
          <p:nvPr userDrawn="1"/>
        </p:nvSpPr>
        <p:spPr>
          <a:xfrm rot="5861186" flipH="1" flipV="1">
            <a:off x="9762844" y="5934572"/>
            <a:ext cx="1103636" cy="927047"/>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099996 w 2610943"/>
              <a:gd name="connsiteY2" fmla="*/ 1584783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797621 w 2610943"/>
              <a:gd name="connsiteY1" fmla="*/ 1682447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0 w 2610943"/>
              <a:gd name="connsiteY0" fmla="*/ 2004520 h 2145194"/>
              <a:gd name="connsiteX1" fmla="*/ 913330 w 2610943"/>
              <a:gd name="connsiteY1" fmla="*/ 1830221 h 2145194"/>
              <a:gd name="connsiteX2" fmla="*/ 1107317 w 2610943"/>
              <a:gd name="connsiteY2" fmla="*/ 1714581 h 2145194"/>
              <a:gd name="connsiteX3" fmla="*/ 1568032 w 2610943"/>
              <a:gd name="connsiteY3" fmla="*/ 1651126 h 2145194"/>
              <a:gd name="connsiteX4" fmla="*/ 1896559 w 2610943"/>
              <a:gd name="connsiteY4" fmla="*/ 1934997 h 2145194"/>
              <a:gd name="connsiteX5" fmla="*/ 2332270 w 2610943"/>
              <a:gd name="connsiteY5" fmla="*/ 2140084 h 2145194"/>
              <a:gd name="connsiteX6" fmla="*/ 2591367 w 2610943"/>
              <a:gd name="connsiteY6" fmla="*/ 1721402 h 2145194"/>
              <a:gd name="connsiteX7" fmla="*/ 2585814 w 2610943"/>
              <a:gd name="connsiteY7" fmla="*/ 1450143 h 2145194"/>
              <a:gd name="connsiteX8" fmla="*/ 2412678 w 2610943"/>
              <a:gd name="connsiteY8" fmla="*/ 1149330 h 2145194"/>
              <a:gd name="connsiteX9" fmla="*/ 1760406 w 2610943"/>
              <a:gd name="connsiteY9" fmla="*/ 666127 h 2145194"/>
              <a:gd name="connsiteX10" fmla="*/ 1520662 w 2610943"/>
              <a:gd name="connsiteY10" fmla="*/ 522871 h 2145194"/>
              <a:gd name="connsiteX11" fmla="*/ 1241008 w 2610943"/>
              <a:gd name="connsiteY11" fmla="*/ 352469 h 2145194"/>
              <a:gd name="connsiteX12" fmla="*/ 988656 w 2610943"/>
              <a:gd name="connsiteY12" fmla="*/ 274151 h 2145194"/>
              <a:gd name="connsiteX13" fmla="*/ 586196 w 2610943"/>
              <a:gd name="connsiteY13" fmla="*/ 0 h 2145194"/>
              <a:gd name="connsiteX0" fmla="*/ 78019 w 2024747"/>
              <a:gd name="connsiteY0" fmla="*/ 1851594 h 2145194"/>
              <a:gd name="connsiteX1" fmla="*/ 327134 w 2024747"/>
              <a:gd name="connsiteY1" fmla="*/ 1830221 h 2145194"/>
              <a:gd name="connsiteX2" fmla="*/ 521121 w 2024747"/>
              <a:gd name="connsiteY2" fmla="*/ 1714581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27134 w 2024747"/>
              <a:gd name="connsiteY1" fmla="*/ 1830221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78019 w 2024747"/>
              <a:gd name="connsiteY0" fmla="*/ 1851594 h 2145194"/>
              <a:gd name="connsiteX1" fmla="*/ 339324 w 2024747"/>
              <a:gd name="connsiteY1" fmla="*/ 1805047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267085 w 2024747"/>
              <a:gd name="connsiteY0" fmla="*/ 1974396 h 2145194"/>
              <a:gd name="connsiteX1" fmla="*/ 339324 w 2024747"/>
              <a:gd name="connsiteY1" fmla="*/ 1805047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267085 w 2024747"/>
              <a:gd name="connsiteY0" fmla="*/ 1974396 h 2145194"/>
              <a:gd name="connsiteX1" fmla="*/ 428910 w 2024747"/>
              <a:gd name="connsiteY1" fmla="*/ 1869886 h 2145194"/>
              <a:gd name="connsiteX2" fmla="*/ 649330 w 2024747"/>
              <a:gd name="connsiteY2" fmla="*/ 1677906 h 2145194"/>
              <a:gd name="connsiteX3" fmla="*/ 981836 w 2024747"/>
              <a:gd name="connsiteY3" fmla="*/ 1651126 h 2145194"/>
              <a:gd name="connsiteX4" fmla="*/ 1310363 w 2024747"/>
              <a:gd name="connsiteY4" fmla="*/ 1934997 h 2145194"/>
              <a:gd name="connsiteX5" fmla="*/ 1746074 w 2024747"/>
              <a:gd name="connsiteY5" fmla="*/ 2140084 h 2145194"/>
              <a:gd name="connsiteX6" fmla="*/ 2005171 w 2024747"/>
              <a:gd name="connsiteY6" fmla="*/ 1721402 h 2145194"/>
              <a:gd name="connsiteX7" fmla="*/ 1999618 w 2024747"/>
              <a:gd name="connsiteY7" fmla="*/ 1450143 h 2145194"/>
              <a:gd name="connsiteX8" fmla="*/ 1826482 w 2024747"/>
              <a:gd name="connsiteY8" fmla="*/ 1149330 h 2145194"/>
              <a:gd name="connsiteX9" fmla="*/ 1174210 w 2024747"/>
              <a:gd name="connsiteY9" fmla="*/ 666127 h 2145194"/>
              <a:gd name="connsiteX10" fmla="*/ 934466 w 2024747"/>
              <a:gd name="connsiteY10" fmla="*/ 522871 h 2145194"/>
              <a:gd name="connsiteX11" fmla="*/ 654812 w 2024747"/>
              <a:gd name="connsiteY11" fmla="*/ 352469 h 2145194"/>
              <a:gd name="connsiteX12" fmla="*/ 402460 w 2024747"/>
              <a:gd name="connsiteY12" fmla="*/ 274151 h 2145194"/>
              <a:gd name="connsiteX13" fmla="*/ 0 w 2024747"/>
              <a:gd name="connsiteY13" fmla="*/ 0 h 2145194"/>
              <a:gd name="connsiteX0" fmla="*/ 267085 w 2024747"/>
              <a:gd name="connsiteY0" fmla="*/ 1974396 h 2144809"/>
              <a:gd name="connsiteX1" fmla="*/ 428910 w 2024747"/>
              <a:gd name="connsiteY1" fmla="*/ 1869886 h 2144809"/>
              <a:gd name="connsiteX2" fmla="*/ 649330 w 2024747"/>
              <a:gd name="connsiteY2" fmla="*/ 1677906 h 2144809"/>
              <a:gd name="connsiteX3" fmla="*/ 1048479 w 2024747"/>
              <a:gd name="connsiteY3" fmla="*/ 1746691 h 2144809"/>
              <a:gd name="connsiteX4" fmla="*/ 1310363 w 2024747"/>
              <a:gd name="connsiteY4" fmla="*/ 1934997 h 2144809"/>
              <a:gd name="connsiteX5" fmla="*/ 1746074 w 2024747"/>
              <a:gd name="connsiteY5" fmla="*/ 2140084 h 2144809"/>
              <a:gd name="connsiteX6" fmla="*/ 2005171 w 2024747"/>
              <a:gd name="connsiteY6" fmla="*/ 1721402 h 2144809"/>
              <a:gd name="connsiteX7" fmla="*/ 1999618 w 2024747"/>
              <a:gd name="connsiteY7" fmla="*/ 1450143 h 2144809"/>
              <a:gd name="connsiteX8" fmla="*/ 1826482 w 2024747"/>
              <a:gd name="connsiteY8" fmla="*/ 1149330 h 2144809"/>
              <a:gd name="connsiteX9" fmla="*/ 1174210 w 2024747"/>
              <a:gd name="connsiteY9" fmla="*/ 666127 h 2144809"/>
              <a:gd name="connsiteX10" fmla="*/ 934466 w 2024747"/>
              <a:gd name="connsiteY10" fmla="*/ 522871 h 2144809"/>
              <a:gd name="connsiteX11" fmla="*/ 654812 w 2024747"/>
              <a:gd name="connsiteY11" fmla="*/ 352469 h 2144809"/>
              <a:gd name="connsiteX12" fmla="*/ 402460 w 2024747"/>
              <a:gd name="connsiteY12" fmla="*/ 274151 h 2144809"/>
              <a:gd name="connsiteX13" fmla="*/ 0 w 2024747"/>
              <a:gd name="connsiteY13" fmla="*/ 0 h 2144809"/>
              <a:gd name="connsiteX0" fmla="*/ 267085 w 2024747"/>
              <a:gd name="connsiteY0" fmla="*/ 1974396 h 2144809"/>
              <a:gd name="connsiteX1" fmla="*/ 428910 w 2024747"/>
              <a:gd name="connsiteY1" fmla="*/ 1869886 h 2144809"/>
              <a:gd name="connsiteX2" fmla="*/ 691603 w 2024747"/>
              <a:gd name="connsiteY2" fmla="*/ 1793367 h 2144809"/>
              <a:gd name="connsiteX3" fmla="*/ 1048479 w 2024747"/>
              <a:gd name="connsiteY3" fmla="*/ 1746691 h 2144809"/>
              <a:gd name="connsiteX4" fmla="*/ 1310363 w 2024747"/>
              <a:gd name="connsiteY4" fmla="*/ 1934997 h 2144809"/>
              <a:gd name="connsiteX5" fmla="*/ 1746074 w 2024747"/>
              <a:gd name="connsiteY5" fmla="*/ 2140084 h 2144809"/>
              <a:gd name="connsiteX6" fmla="*/ 2005171 w 2024747"/>
              <a:gd name="connsiteY6" fmla="*/ 1721402 h 2144809"/>
              <a:gd name="connsiteX7" fmla="*/ 1999618 w 2024747"/>
              <a:gd name="connsiteY7" fmla="*/ 1450143 h 2144809"/>
              <a:gd name="connsiteX8" fmla="*/ 1826482 w 2024747"/>
              <a:gd name="connsiteY8" fmla="*/ 1149330 h 2144809"/>
              <a:gd name="connsiteX9" fmla="*/ 1174210 w 2024747"/>
              <a:gd name="connsiteY9" fmla="*/ 666127 h 2144809"/>
              <a:gd name="connsiteX10" fmla="*/ 934466 w 2024747"/>
              <a:gd name="connsiteY10" fmla="*/ 522871 h 2144809"/>
              <a:gd name="connsiteX11" fmla="*/ 654812 w 2024747"/>
              <a:gd name="connsiteY11" fmla="*/ 352469 h 2144809"/>
              <a:gd name="connsiteX12" fmla="*/ 402460 w 2024747"/>
              <a:gd name="connsiteY12" fmla="*/ 274151 h 2144809"/>
              <a:gd name="connsiteX13" fmla="*/ 0 w 2024747"/>
              <a:gd name="connsiteY13" fmla="*/ 0 h 2144809"/>
              <a:gd name="connsiteX0" fmla="*/ 318077 w 2075739"/>
              <a:gd name="connsiteY0" fmla="*/ 2237503 h 2407916"/>
              <a:gd name="connsiteX1" fmla="*/ 479902 w 2075739"/>
              <a:gd name="connsiteY1" fmla="*/ 2132993 h 2407916"/>
              <a:gd name="connsiteX2" fmla="*/ 742595 w 2075739"/>
              <a:gd name="connsiteY2" fmla="*/ 2056474 h 2407916"/>
              <a:gd name="connsiteX3" fmla="*/ 1099471 w 2075739"/>
              <a:gd name="connsiteY3" fmla="*/ 2009798 h 2407916"/>
              <a:gd name="connsiteX4" fmla="*/ 1361355 w 2075739"/>
              <a:gd name="connsiteY4" fmla="*/ 2198104 h 2407916"/>
              <a:gd name="connsiteX5" fmla="*/ 1797066 w 2075739"/>
              <a:gd name="connsiteY5" fmla="*/ 2403191 h 2407916"/>
              <a:gd name="connsiteX6" fmla="*/ 2056163 w 2075739"/>
              <a:gd name="connsiteY6" fmla="*/ 1984509 h 2407916"/>
              <a:gd name="connsiteX7" fmla="*/ 2050610 w 2075739"/>
              <a:gd name="connsiteY7" fmla="*/ 1713250 h 2407916"/>
              <a:gd name="connsiteX8" fmla="*/ 1877474 w 2075739"/>
              <a:gd name="connsiteY8" fmla="*/ 1412437 h 2407916"/>
              <a:gd name="connsiteX9" fmla="*/ 1225202 w 2075739"/>
              <a:gd name="connsiteY9" fmla="*/ 929234 h 2407916"/>
              <a:gd name="connsiteX10" fmla="*/ 985458 w 2075739"/>
              <a:gd name="connsiteY10" fmla="*/ 785978 h 2407916"/>
              <a:gd name="connsiteX11" fmla="*/ 705804 w 2075739"/>
              <a:gd name="connsiteY11" fmla="*/ 615576 h 2407916"/>
              <a:gd name="connsiteX12" fmla="*/ 453452 w 2075739"/>
              <a:gd name="connsiteY12" fmla="*/ 537258 h 2407916"/>
              <a:gd name="connsiteX13" fmla="*/ 1 w 2075739"/>
              <a:gd name="connsiteY13" fmla="*/ 0 h 2407916"/>
              <a:gd name="connsiteX0" fmla="*/ 318075 w 2075737"/>
              <a:gd name="connsiteY0" fmla="*/ 2237503 h 2407916"/>
              <a:gd name="connsiteX1" fmla="*/ 479900 w 2075737"/>
              <a:gd name="connsiteY1" fmla="*/ 2132993 h 2407916"/>
              <a:gd name="connsiteX2" fmla="*/ 742593 w 2075737"/>
              <a:gd name="connsiteY2" fmla="*/ 2056474 h 2407916"/>
              <a:gd name="connsiteX3" fmla="*/ 1099469 w 2075737"/>
              <a:gd name="connsiteY3" fmla="*/ 2009798 h 2407916"/>
              <a:gd name="connsiteX4" fmla="*/ 1361353 w 2075737"/>
              <a:gd name="connsiteY4" fmla="*/ 2198104 h 2407916"/>
              <a:gd name="connsiteX5" fmla="*/ 1797064 w 2075737"/>
              <a:gd name="connsiteY5" fmla="*/ 2403191 h 2407916"/>
              <a:gd name="connsiteX6" fmla="*/ 2056161 w 2075737"/>
              <a:gd name="connsiteY6" fmla="*/ 1984509 h 2407916"/>
              <a:gd name="connsiteX7" fmla="*/ 2050608 w 2075737"/>
              <a:gd name="connsiteY7" fmla="*/ 1713250 h 2407916"/>
              <a:gd name="connsiteX8" fmla="*/ 1877472 w 2075737"/>
              <a:gd name="connsiteY8" fmla="*/ 1412437 h 2407916"/>
              <a:gd name="connsiteX9" fmla="*/ 1225200 w 2075737"/>
              <a:gd name="connsiteY9" fmla="*/ 929234 h 2407916"/>
              <a:gd name="connsiteX10" fmla="*/ 985456 w 2075737"/>
              <a:gd name="connsiteY10" fmla="*/ 785978 h 2407916"/>
              <a:gd name="connsiteX11" fmla="*/ 705802 w 2075737"/>
              <a:gd name="connsiteY11" fmla="*/ 615576 h 2407916"/>
              <a:gd name="connsiteX12" fmla="*/ 478996 w 2075737"/>
              <a:gd name="connsiteY12" fmla="*/ 362840 h 2407916"/>
              <a:gd name="connsiteX13" fmla="*/ -1 w 2075737"/>
              <a:gd name="connsiteY13" fmla="*/ 0 h 2407916"/>
              <a:gd name="connsiteX0" fmla="*/ 318077 w 2075739"/>
              <a:gd name="connsiteY0" fmla="*/ 2237503 h 2407916"/>
              <a:gd name="connsiteX1" fmla="*/ 479902 w 2075739"/>
              <a:gd name="connsiteY1" fmla="*/ 2132993 h 2407916"/>
              <a:gd name="connsiteX2" fmla="*/ 742595 w 2075739"/>
              <a:gd name="connsiteY2" fmla="*/ 2056474 h 2407916"/>
              <a:gd name="connsiteX3" fmla="*/ 1099471 w 2075739"/>
              <a:gd name="connsiteY3" fmla="*/ 2009798 h 2407916"/>
              <a:gd name="connsiteX4" fmla="*/ 1361355 w 2075739"/>
              <a:gd name="connsiteY4" fmla="*/ 2198104 h 2407916"/>
              <a:gd name="connsiteX5" fmla="*/ 1797066 w 2075739"/>
              <a:gd name="connsiteY5" fmla="*/ 2403191 h 2407916"/>
              <a:gd name="connsiteX6" fmla="*/ 2056163 w 2075739"/>
              <a:gd name="connsiteY6" fmla="*/ 1984509 h 2407916"/>
              <a:gd name="connsiteX7" fmla="*/ 2050610 w 2075739"/>
              <a:gd name="connsiteY7" fmla="*/ 1713250 h 2407916"/>
              <a:gd name="connsiteX8" fmla="*/ 1877474 w 2075739"/>
              <a:gd name="connsiteY8" fmla="*/ 1412437 h 2407916"/>
              <a:gd name="connsiteX9" fmla="*/ 1225202 w 2075739"/>
              <a:gd name="connsiteY9" fmla="*/ 929234 h 2407916"/>
              <a:gd name="connsiteX10" fmla="*/ 985458 w 2075739"/>
              <a:gd name="connsiteY10" fmla="*/ 785978 h 2407916"/>
              <a:gd name="connsiteX11" fmla="*/ 777070 w 2075739"/>
              <a:gd name="connsiteY11" fmla="*/ 501014 h 2407916"/>
              <a:gd name="connsiteX12" fmla="*/ 478998 w 2075739"/>
              <a:gd name="connsiteY12" fmla="*/ 362840 h 2407916"/>
              <a:gd name="connsiteX13" fmla="*/ 1 w 2075739"/>
              <a:gd name="connsiteY13" fmla="*/ 0 h 2407916"/>
              <a:gd name="connsiteX0" fmla="*/ 274358 w 2032020"/>
              <a:gd name="connsiteY0" fmla="*/ 2030302 h 2200715"/>
              <a:gd name="connsiteX1" fmla="*/ 436183 w 2032020"/>
              <a:gd name="connsiteY1" fmla="*/ 1925792 h 2200715"/>
              <a:gd name="connsiteX2" fmla="*/ 698876 w 2032020"/>
              <a:gd name="connsiteY2" fmla="*/ 1849273 h 2200715"/>
              <a:gd name="connsiteX3" fmla="*/ 1055752 w 2032020"/>
              <a:gd name="connsiteY3" fmla="*/ 1802597 h 2200715"/>
              <a:gd name="connsiteX4" fmla="*/ 1317636 w 2032020"/>
              <a:gd name="connsiteY4" fmla="*/ 1990903 h 2200715"/>
              <a:gd name="connsiteX5" fmla="*/ 1753347 w 2032020"/>
              <a:gd name="connsiteY5" fmla="*/ 2195990 h 2200715"/>
              <a:gd name="connsiteX6" fmla="*/ 2012444 w 2032020"/>
              <a:gd name="connsiteY6" fmla="*/ 1777308 h 2200715"/>
              <a:gd name="connsiteX7" fmla="*/ 2006891 w 2032020"/>
              <a:gd name="connsiteY7" fmla="*/ 1506049 h 2200715"/>
              <a:gd name="connsiteX8" fmla="*/ 1833755 w 2032020"/>
              <a:gd name="connsiteY8" fmla="*/ 1205236 h 2200715"/>
              <a:gd name="connsiteX9" fmla="*/ 1181483 w 2032020"/>
              <a:gd name="connsiteY9" fmla="*/ 722033 h 2200715"/>
              <a:gd name="connsiteX10" fmla="*/ 941739 w 2032020"/>
              <a:gd name="connsiteY10" fmla="*/ 578777 h 2200715"/>
              <a:gd name="connsiteX11" fmla="*/ 733351 w 2032020"/>
              <a:gd name="connsiteY11" fmla="*/ 293813 h 2200715"/>
              <a:gd name="connsiteX12" fmla="*/ 435279 w 2032020"/>
              <a:gd name="connsiteY12" fmla="*/ 155639 h 2200715"/>
              <a:gd name="connsiteX13" fmla="*/ 0 w 2032020"/>
              <a:gd name="connsiteY13" fmla="*/ -1 h 2200715"/>
              <a:gd name="connsiteX0" fmla="*/ 274358 w 2032020"/>
              <a:gd name="connsiteY0" fmla="*/ 2030304 h 2200717"/>
              <a:gd name="connsiteX1" fmla="*/ 436183 w 2032020"/>
              <a:gd name="connsiteY1" fmla="*/ 1925794 h 2200717"/>
              <a:gd name="connsiteX2" fmla="*/ 698876 w 2032020"/>
              <a:gd name="connsiteY2" fmla="*/ 1849275 h 2200717"/>
              <a:gd name="connsiteX3" fmla="*/ 1055752 w 2032020"/>
              <a:gd name="connsiteY3" fmla="*/ 1802599 h 2200717"/>
              <a:gd name="connsiteX4" fmla="*/ 1317636 w 2032020"/>
              <a:gd name="connsiteY4" fmla="*/ 1990905 h 2200717"/>
              <a:gd name="connsiteX5" fmla="*/ 1753347 w 2032020"/>
              <a:gd name="connsiteY5" fmla="*/ 2195992 h 2200717"/>
              <a:gd name="connsiteX6" fmla="*/ 2012444 w 2032020"/>
              <a:gd name="connsiteY6" fmla="*/ 1777310 h 2200717"/>
              <a:gd name="connsiteX7" fmla="*/ 2006891 w 2032020"/>
              <a:gd name="connsiteY7" fmla="*/ 1506051 h 2200717"/>
              <a:gd name="connsiteX8" fmla="*/ 1833755 w 2032020"/>
              <a:gd name="connsiteY8" fmla="*/ 1205238 h 2200717"/>
              <a:gd name="connsiteX9" fmla="*/ 1181483 w 2032020"/>
              <a:gd name="connsiteY9" fmla="*/ 722035 h 2200717"/>
              <a:gd name="connsiteX10" fmla="*/ 941739 w 2032020"/>
              <a:gd name="connsiteY10" fmla="*/ 578779 h 2200717"/>
              <a:gd name="connsiteX11" fmla="*/ 733351 w 2032020"/>
              <a:gd name="connsiteY11" fmla="*/ 293815 h 2200717"/>
              <a:gd name="connsiteX12" fmla="*/ 435279 w 2032020"/>
              <a:gd name="connsiteY12" fmla="*/ 155641 h 2200717"/>
              <a:gd name="connsiteX13" fmla="*/ 0 w 2032020"/>
              <a:gd name="connsiteY13" fmla="*/ 1 h 2200717"/>
              <a:gd name="connsiteX0" fmla="*/ 274358 w 2032020"/>
              <a:gd name="connsiteY0" fmla="*/ 2030302 h 2200715"/>
              <a:gd name="connsiteX1" fmla="*/ 436183 w 2032020"/>
              <a:gd name="connsiteY1" fmla="*/ 1925792 h 2200715"/>
              <a:gd name="connsiteX2" fmla="*/ 698876 w 2032020"/>
              <a:gd name="connsiteY2" fmla="*/ 1849273 h 2200715"/>
              <a:gd name="connsiteX3" fmla="*/ 1055752 w 2032020"/>
              <a:gd name="connsiteY3" fmla="*/ 1802597 h 2200715"/>
              <a:gd name="connsiteX4" fmla="*/ 1317636 w 2032020"/>
              <a:gd name="connsiteY4" fmla="*/ 1990903 h 2200715"/>
              <a:gd name="connsiteX5" fmla="*/ 1753347 w 2032020"/>
              <a:gd name="connsiteY5" fmla="*/ 2195990 h 2200715"/>
              <a:gd name="connsiteX6" fmla="*/ 2012444 w 2032020"/>
              <a:gd name="connsiteY6" fmla="*/ 1777308 h 2200715"/>
              <a:gd name="connsiteX7" fmla="*/ 2006891 w 2032020"/>
              <a:gd name="connsiteY7" fmla="*/ 1506049 h 2200715"/>
              <a:gd name="connsiteX8" fmla="*/ 1833755 w 2032020"/>
              <a:gd name="connsiteY8" fmla="*/ 1205236 h 2200715"/>
              <a:gd name="connsiteX9" fmla="*/ 1181483 w 2032020"/>
              <a:gd name="connsiteY9" fmla="*/ 722033 h 2200715"/>
              <a:gd name="connsiteX10" fmla="*/ 941739 w 2032020"/>
              <a:gd name="connsiteY10" fmla="*/ 578777 h 2200715"/>
              <a:gd name="connsiteX11" fmla="*/ 435279 w 2032020"/>
              <a:gd name="connsiteY11" fmla="*/ 155639 h 2200715"/>
              <a:gd name="connsiteX12" fmla="*/ 0 w 2032020"/>
              <a:gd name="connsiteY12" fmla="*/ -1 h 2200715"/>
              <a:gd name="connsiteX0" fmla="*/ 274358 w 2032020"/>
              <a:gd name="connsiteY0" fmla="*/ 2030304 h 2200717"/>
              <a:gd name="connsiteX1" fmla="*/ 436183 w 2032020"/>
              <a:gd name="connsiteY1" fmla="*/ 1925794 h 2200717"/>
              <a:gd name="connsiteX2" fmla="*/ 698876 w 2032020"/>
              <a:gd name="connsiteY2" fmla="*/ 1849275 h 2200717"/>
              <a:gd name="connsiteX3" fmla="*/ 1055752 w 2032020"/>
              <a:gd name="connsiteY3" fmla="*/ 1802599 h 2200717"/>
              <a:gd name="connsiteX4" fmla="*/ 1317636 w 2032020"/>
              <a:gd name="connsiteY4" fmla="*/ 1990905 h 2200717"/>
              <a:gd name="connsiteX5" fmla="*/ 1753347 w 2032020"/>
              <a:gd name="connsiteY5" fmla="*/ 2195992 h 2200717"/>
              <a:gd name="connsiteX6" fmla="*/ 2012444 w 2032020"/>
              <a:gd name="connsiteY6" fmla="*/ 1777310 h 2200717"/>
              <a:gd name="connsiteX7" fmla="*/ 2006891 w 2032020"/>
              <a:gd name="connsiteY7" fmla="*/ 1506051 h 2200717"/>
              <a:gd name="connsiteX8" fmla="*/ 1833755 w 2032020"/>
              <a:gd name="connsiteY8" fmla="*/ 1205238 h 2200717"/>
              <a:gd name="connsiteX9" fmla="*/ 1181483 w 2032020"/>
              <a:gd name="connsiteY9" fmla="*/ 722035 h 2200717"/>
              <a:gd name="connsiteX10" fmla="*/ 762427 w 2032020"/>
              <a:gd name="connsiteY10" fmla="*/ 456890 h 2200717"/>
              <a:gd name="connsiteX11" fmla="*/ 435279 w 2032020"/>
              <a:gd name="connsiteY11" fmla="*/ 155641 h 2200717"/>
              <a:gd name="connsiteX12" fmla="*/ 0 w 2032020"/>
              <a:gd name="connsiteY12" fmla="*/ 1 h 2200717"/>
              <a:gd name="connsiteX0" fmla="*/ 244939 w 2002601"/>
              <a:gd name="connsiteY0" fmla="*/ 1885988 h 2056401"/>
              <a:gd name="connsiteX1" fmla="*/ 406764 w 2002601"/>
              <a:gd name="connsiteY1" fmla="*/ 1781478 h 2056401"/>
              <a:gd name="connsiteX2" fmla="*/ 669457 w 2002601"/>
              <a:gd name="connsiteY2" fmla="*/ 1704959 h 2056401"/>
              <a:gd name="connsiteX3" fmla="*/ 1026333 w 2002601"/>
              <a:gd name="connsiteY3" fmla="*/ 1658283 h 2056401"/>
              <a:gd name="connsiteX4" fmla="*/ 1288217 w 2002601"/>
              <a:gd name="connsiteY4" fmla="*/ 1846589 h 2056401"/>
              <a:gd name="connsiteX5" fmla="*/ 1723928 w 2002601"/>
              <a:gd name="connsiteY5" fmla="*/ 2051676 h 2056401"/>
              <a:gd name="connsiteX6" fmla="*/ 1983025 w 2002601"/>
              <a:gd name="connsiteY6" fmla="*/ 1632994 h 2056401"/>
              <a:gd name="connsiteX7" fmla="*/ 1977472 w 2002601"/>
              <a:gd name="connsiteY7" fmla="*/ 1361735 h 2056401"/>
              <a:gd name="connsiteX8" fmla="*/ 1804336 w 2002601"/>
              <a:gd name="connsiteY8" fmla="*/ 1060922 h 2056401"/>
              <a:gd name="connsiteX9" fmla="*/ 1152064 w 2002601"/>
              <a:gd name="connsiteY9" fmla="*/ 577719 h 2056401"/>
              <a:gd name="connsiteX10" fmla="*/ 733008 w 2002601"/>
              <a:gd name="connsiteY10" fmla="*/ 312574 h 2056401"/>
              <a:gd name="connsiteX11" fmla="*/ 405860 w 2002601"/>
              <a:gd name="connsiteY11" fmla="*/ 11325 h 2056401"/>
              <a:gd name="connsiteX12" fmla="*/ 0 w 2002601"/>
              <a:gd name="connsiteY12" fmla="*/ 353794 h 2056401"/>
              <a:gd name="connsiteX0" fmla="*/ 244939 w 2002601"/>
              <a:gd name="connsiteY0" fmla="*/ 1573794 h 1744207"/>
              <a:gd name="connsiteX1" fmla="*/ 406764 w 2002601"/>
              <a:gd name="connsiteY1" fmla="*/ 1469284 h 1744207"/>
              <a:gd name="connsiteX2" fmla="*/ 669457 w 2002601"/>
              <a:gd name="connsiteY2" fmla="*/ 1392765 h 1744207"/>
              <a:gd name="connsiteX3" fmla="*/ 1026333 w 2002601"/>
              <a:gd name="connsiteY3" fmla="*/ 1346089 h 1744207"/>
              <a:gd name="connsiteX4" fmla="*/ 1288217 w 2002601"/>
              <a:gd name="connsiteY4" fmla="*/ 1534395 h 1744207"/>
              <a:gd name="connsiteX5" fmla="*/ 1723928 w 2002601"/>
              <a:gd name="connsiteY5" fmla="*/ 1739482 h 1744207"/>
              <a:gd name="connsiteX6" fmla="*/ 1983025 w 2002601"/>
              <a:gd name="connsiteY6" fmla="*/ 1320800 h 1744207"/>
              <a:gd name="connsiteX7" fmla="*/ 1977472 w 2002601"/>
              <a:gd name="connsiteY7" fmla="*/ 1049541 h 1744207"/>
              <a:gd name="connsiteX8" fmla="*/ 1804336 w 2002601"/>
              <a:gd name="connsiteY8" fmla="*/ 748728 h 1744207"/>
              <a:gd name="connsiteX9" fmla="*/ 1152064 w 2002601"/>
              <a:gd name="connsiteY9" fmla="*/ 265525 h 1744207"/>
              <a:gd name="connsiteX10" fmla="*/ 733008 w 2002601"/>
              <a:gd name="connsiteY10" fmla="*/ 380 h 1744207"/>
              <a:gd name="connsiteX11" fmla="*/ 448096 w 2002601"/>
              <a:gd name="connsiteY11" fmla="*/ 190821 h 1744207"/>
              <a:gd name="connsiteX12" fmla="*/ 0 w 2002601"/>
              <a:gd name="connsiteY12" fmla="*/ 41600 h 1744207"/>
              <a:gd name="connsiteX0" fmla="*/ 244939 w 2002601"/>
              <a:gd name="connsiteY0" fmla="*/ 1532195 h 1702608"/>
              <a:gd name="connsiteX1" fmla="*/ 406764 w 2002601"/>
              <a:gd name="connsiteY1" fmla="*/ 1427685 h 1702608"/>
              <a:gd name="connsiteX2" fmla="*/ 669457 w 2002601"/>
              <a:gd name="connsiteY2" fmla="*/ 1351166 h 1702608"/>
              <a:gd name="connsiteX3" fmla="*/ 1026333 w 2002601"/>
              <a:gd name="connsiteY3" fmla="*/ 1304490 h 1702608"/>
              <a:gd name="connsiteX4" fmla="*/ 1288217 w 2002601"/>
              <a:gd name="connsiteY4" fmla="*/ 1492796 h 1702608"/>
              <a:gd name="connsiteX5" fmla="*/ 1723928 w 2002601"/>
              <a:gd name="connsiteY5" fmla="*/ 1697883 h 1702608"/>
              <a:gd name="connsiteX6" fmla="*/ 1983025 w 2002601"/>
              <a:gd name="connsiteY6" fmla="*/ 1279201 h 1702608"/>
              <a:gd name="connsiteX7" fmla="*/ 1977472 w 2002601"/>
              <a:gd name="connsiteY7" fmla="*/ 1007942 h 1702608"/>
              <a:gd name="connsiteX8" fmla="*/ 1804336 w 2002601"/>
              <a:gd name="connsiteY8" fmla="*/ 707129 h 1702608"/>
              <a:gd name="connsiteX9" fmla="*/ 1152064 w 2002601"/>
              <a:gd name="connsiteY9" fmla="*/ 223926 h 1702608"/>
              <a:gd name="connsiteX10" fmla="*/ 833544 w 2002601"/>
              <a:gd name="connsiteY10" fmla="*/ 340151 h 1702608"/>
              <a:gd name="connsiteX11" fmla="*/ 448096 w 2002601"/>
              <a:gd name="connsiteY11" fmla="*/ 149222 h 1702608"/>
              <a:gd name="connsiteX12" fmla="*/ 0 w 2002601"/>
              <a:gd name="connsiteY12" fmla="*/ 1 h 1702608"/>
              <a:gd name="connsiteX0" fmla="*/ 244939 w 2002601"/>
              <a:gd name="connsiteY0" fmla="*/ 1532193 h 1702606"/>
              <a:gd name="connsiteX1" fmla="*/ 406764 w 2002601"/>
              <a:gd name="connsiteY1" fmla="*/ 1427683 h 1702606"/>
              <a:gd name="connsiteX2" fmla="*/ 669457 w 2002601"/>
              <a:gd name="connsiteY2" fmla="*/ 1351164 h 1702606"/>
              <a:gd name="connsiteX3" fmla="*/ 1026333 w 2002601"/>
              <a:gd name="connsiteY3" fmla="*/ 1304488 h 1702606"/>
              <a:gd name="connsiteX4" fmla="*/ 1288217 w 2002601"/>
              <a:gd name="connsiteY4" fmla="*/ 1492794 h 1702606"/>
              <a:gd name="connsiteX5" fmla="*/ 1723928 w 2002601"/>
              <a:gd name="connsiteY5" fmla="*/ 1697881 h 1702606"/>
              <a:gd name="connsiteX6" fmla="*/ 1983025 w 2002601"/>
              <a:gd name="connsiteY6" fmla="*/ 1279199 h 1702606"/>
              <a:gd name="connsiteX7" fmla="*/ 1977472 w 2002601"/>
              <a:gd name="connsiteY7" fmla="*/ 1007940 h 1702606"/>
              <a:gd name="connsiteX8" fmla="*/ 1804336 w 2002601"/>
              <a:gd name="connsiteY8" fmla="*/ 707127 h 1702606"/>
              <a:gd name="connsiteX9" fmla="*/ 1188896 w 2002601"/>
              <a:gd name="connsiteY9" fmla="*/ 502476 h 1702606"/>
              <a:gd name="connsiteX10" fmla="*/ 833544 w 2002601"/>
              <a:gd name="connsiteY10" fmla="*/ 340149 h 1702606"/>
              <a:gd name="connsiteX11" fmla="*/ 448096 w 2002601"/>
              <a:gd name="connsiteY11" fmla="*/ 149220 h 1702606"/>
              <a:gd name="connsiteX12" fmla="*/ 0 w 2002601"/>
              <a:gd name="connsiteY12" fmla="*/ -1 h 1702606"/>
              <a:gd name="connsiteX0" fmla="*/ 244939 w 2014928"/>
              <a:gd name="connsiteY0" fmla="*/ 1532195 h 1702608"/>
              <a:gd name="connsiteX1" fmla="*/ 406764 w 2014928"/>
              <a:gd name="connsiteY1" fmla="*/ 1427685 h 1702608"/>
              <a:gd name="connsiteX2" fmla="*/ 669457 w 2014928"/>
              <a:gd name="connsiteY2" fmla="*/ 1351166 h 1702608"/>
              <a:gd name="connsiteX3" fmla="*/ 1026333 w 2014928"/>
              <a:gd name="connsiteY3" fmla="*/ 1304490 h 1702608"/>
              <a:gd name="connsiteX4" fmla="*/ 1288217 w 2014928"/>
              <a:gd name="connsiteY4" fmla="*/ 1492796 h 1702608"/>
              <a:gd name="connsiteX5" fmla="*/ 1723928 w 2014928"/>
              <a:gd name="connsiteY5" fmla="*/ 1697883 h 1702608"/>
              <a:gd name="connsiteX6" fmla="*/ 1983025 w 2014928"/>
              <a:gd name="connsiteY6" fmla="*/ 1279201 h 1702608"/>
              <a:gd name="connsiteX7" fmla="*/ 1977472 w 2014928"/>
              <a:gd name="connsiteY7" fmla="*/ 1007942 h 1702608"/>
              <a:gd name="connsiteX8" fmla="*/ 1681844 w 2014928"/>
              <a:gd name="connsiteY8" fmla="*/ 779798 h 1702608"/>
              <a:gd name="connsiteX9" fmla="*/ 1188896 w 2014928"/>
              <a:gd name="connsiteY9" fmla="*/ 502478 h 1702608"/>
              <a:gd name="connsiteX10" fmla="*/ 833544 w 2014928"/>
              <a:gd name="connsiteY10" fmla="*/ 340151 h 1702608"/>
              <a:gd name="connsiteX11" fmla="*/ 448096 w 2014928"/>
              <a:gd name="connsiteY11" fmla="*/ 149222 h 1702608"/>
              <a:gd name="connsiteX12" fmla="*/ 0 w 2014928"/>
              <a:gd name="connsiteY12" fmla="*/ 1 h 1702608"/>
              <a:gd name="connsiteX0" fmla="*/ 244939 w 1983261"/>
              <a:gd name="connsiteY0" fmla="*/ 1532193 h 1702606"/>
              <a:gd name="connsiteX1" fmla="*/ 406764 w 1983261"/>
              <a:gd name="connsiteY1" fmla="*/ 1427683 h 1702606"/>
              <a:gd name="connsiteX2" fmla="*/ 669457 w 1983261"/>
              <a:gd name="connsiteY2" fmla="*/ 1351164 h 1702606"/>
              <a:gd name="connsiteX3" fmla="*/ 1026333 w 1983261"/>
              <a:gd name="connsiteY3" fmla="*/ 1304488 h 1702606"/>
              <a:gd name="connsiteX4" fmla="*/ 1288217 w 1983261"/>
              <a:gd name="connsiteY4" fmla="*/ 1492794 h 1702606"/>
              <a:gd name="connsiteX5" fmla="*/ 1723928 w 1983261"/>
              <a:gd name="connsiteY5" fmla="*/ 1697881 h 1702606"/>
              <a:gd name="connsiteX6" fmla="*/ 1983025 w 1983261"/>
              <a:gd name="connsiteY6" fmla="*/ 1279199 h 1702606"/>
              <a:gd name="connsiteX7" fmla="*/ 1681844 w 1983261"/>
              <a:gd name="connsiteY7" fmla="*/ 779796 h 1702606"/>
              <a:gd name="connsiteX8" fmla="*/ 1188896 w 1983261"/>
              <a:gd name="connsiteY8" fmla="*/ 502476 h 1702606"/>
              <a:gd name="connsiteX9" fmla="*/ 833544 w 1983261"/>
              <a:gd name="connsiteY9" fmla="*/ 340149 h 1702606"/>
              <a:gd name="connsiteX10" fmla="*/ 448096 w 1983261"/>
              <a:gd name="connsiteY10" fmla="*/ 149220 h 1702606"/>
              <a:gd name="connsiteX11" fmla="*/ 0 w 1983261"/>
              <a:gd name="connsiteY11" fmla="*/ -1 h 1702606"/>
              <a:gd name="connsiteX0" fmla="*/ 244939 w 1983241"/>
              <a:gd name="connsiteY0" fmla="*/ 1532195 h 1700453"/>
              <a:gd name="connsiteX1" fmla="*/ 406764 w 1983241"/>
              <a:gd name="connsiteY1" fmla="*/ 1427685 h 1700453"/>
              <a:gd name="connsiteX2" fmla="*/ 669457 w 1983241"/>
              <a:gd name="connsiteY2" fmla="*/ 1351166 h 1700453"/>
              <a:gd name="connsiteX3" fmla="*/ 1026333 w 1983241"/>
              <a:gd name="connsiteY3" fmla="*/ 1304490 h 1700453"/>
              <a:gd name="connsiteX4" fmla="*/ 1373465 w 1983241"/>
              <a:gd name="connsiteY4" fmla="*/ 1448504 h 1700453"/>
              <a:gd name="connsiteX5" fmla="*/ 1723928 w 1983241"/>
              <a:gd name="connsiteY5" fmla="*/ 1697883 h 1700453"/>
              <a:gd name="connsiteX6" fmla="*/ 1983025 w 1983241"/>
              <a:gd name="connsiteY6" fmla="*/ 1279201 h 1700453"/>
              <a:gd name="connsiteX7" fmla="*/ 1681844 w 1983241"/>
              <a:gd name="connsiteY7" fmla="*/ 779798 h 1700453"/>
              <a:gd name="connsiteX8" fmla="*/ 1188896 w 1983241"/>
              <a:gd name="connsiteY8" fmla="*/ 502478 h 1700453"/>
              <a:gd name="connsiteX9" fmla="*/ 833544 w 1983241"/>
              <a:gd name="connsiteY9" fmla="*/ 340151 h 1700453"/>
              <a:gd name="connsiteX10" fmla="*/ 448096 w 1983241"/>
              <a:gd name="connsiteY10" fmla="*/ 149222 h 1700453"/>
              <a:gd name="connsiteX11" fmla="*/ 0 w 1983241"/>
              <a:gd name="connsiteY11" fmla="*/ 1 h 170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3241" h="1700453">
                <a:moveTo>
                  <a:pt x="244939" y="1532195"/>
                </a:moveTo>
                <a:cubicBezTo>
                  <a:pt x="443748" y="1479902"/>
                  <a:pt x="336011" y="1457856"/>
                  <a:pt x="406764" y="1427685"/>
                </a:cubicBezTo>
                <a:cubicBezTo>
                  <a:pt x="477517" y="1397514"/>
                  <a:pt x="566196" y="1371698"/>
                  <a:pt x="669457" y="1351166"/>
                </a:cubicBezTo>
                <a:cubicBezTo>
                  <a:pt x="772718" y="1330634"/>
                  <a:pt x="908998" y="1288267"/>
                  <a:pt x="1026333" y="1304490"/>
                </a:cubicBezTo>
                <a:cubicBezTo>
                  <a:pt x="1143668" y="1320713"/>
                  <a:pt x="1257199" y="1382939"/>
                  <a:pt x="1373465" y="1448504"/>
                </a:cubicBezTo>
                <a:cubicBezTo>
                  <a:pt x="1489731" y="1514070"/>
                  <a:pt x="1622335" y="1726100"/>
                  <a:pt x="1723928" y="1697883"/>
                </a:cubicBezTo>
                <a:cubicBezTo>
                  <a:pt x="1825521" y="1669666"/>
                  <a:pt x="1990039" y="1432215"/>
                  <a:pt x="1983025" y="1279201"/>
                </a:cubicBezTo>
                <a:cubicBezTo>
                  <a:pt x="1976011" y="1126187"/>
                  <a:pt x="1814199" y="909252"/>
                  <a:pt x="1681844" y="779798"/>
                </a:cubicBezTo>
                <a:cubicBezTo>
                  <a:pt x="1549489" y="650344"/>
                  <a:pt x="1330279" y="575752"/>
                  <a:pt x="1188896" y="502478"/>
                </a:cubicBezTo>
                <a:cubicBezTo>
                  <a:pt x="1047513" y="429204"/>
                  <a:pt x="957011" y="399027"/>
                  <a:pt x="833544" y="340151"/>
                </a:cubicBezTo>
                <a:cubicBezTo>
                  <a:pt x="710077" y="281275"/>
                  <a:pt x="605053" y="245685"/>
                  <a:pt x="448096" y="149222"/>
                </a:cubicBezTo>
                <a:cubicBezTo>
                  <a:pt x="280868" y="56976"/>
                  <a:pt x="159887" y="68962"/>
                  <a:pt x="0" y="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6E989F22-3608-9843-F693-CF7E8455B2F5}"/>
              </a:ext>
            </a:extLst>
          </p:cNvPr>
          <p:cNvSpPr/>
          <p:nvPr userDrawn="1"/>
        </p:nvSpPr>
        <p:spPr>
          <a:xfrm rot="5861186" flipH="1" flipV="1">
            <a:off x="9914819" y="6226641"/>
            <a:ext cx="698717" cy="662900"/>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58047 w 1051972"/>
              <a:gd name="connsiteY0" fmla="*/ 1107696 h 1107696"/>
              <a:gd name="connsiteX1" fmla="*/ 430464 w 1051972"/>
              <a:gd name="connsiteY1" fmla="*/ 1043815 h 1107696"/>
              <a:gd name="connsiteX2" fmla="*/ 780150 w 1051972"/>
              <a:gd name="connsiteY2" fmla="*/ 901839 h 1107696"/>
              <a:gd name="connsiteX3" fmla="*/ 1041068 w 1051972"/>
              <a:gd name="connsiteY3" fmla="*/ 888136 h 1107696"/>
              <a:gd name="connsiteX4" fmla="*/ 954604 w 1051972"/>
              <a:gd name="connsiteY4" fmla="*/ 628243 h 1107696"/>
              <a:gd name="connsiteX5" fmla="*/ 522755 w 1051972"/>
              <a:gd name="connsiteY5" fmla="*/ 296528 h 1107696"/>
              <a:gd name="connsiteX6" fmla="*/ 0 w 1051972"/>
              <a:gd name="connsiteY6" fmla="*/ 0 h 1107696"/>
              <a:gd name="connsiteX0" fmla="*/ 41508 w 1035433"/>
              <a:gd name="connsiteY0" fmla="*/ 1088787 h 1088787"/>
              <a:gd name="connsiteX1" fmla="*/ 413925 w 1035433"/>
              <a:gd name="connsiteY1" fmla="*/ 1024906 h 1088787"/>
              <a:gd name="connsiteX2" fmla="*/ 763611 w 1035433"/>
              <a:gd name="connsiteY2" fmla="*/ 882930 h 1088787"/>
              <a:gd name="connsiteX3" fmla="*/ 1024529 w 1035433"/>
              <a:gd name="connsiteY3" fmla="*/ 869227 h 1088787"/>
              <a:gd name="connsiteX4" fmla="*/ 938065 w 1035433"/>
              <a:gd name="connsiteY4" fmla="*/ 609334 h 1088787"/>
              <a:gd name="connsiteX5" fmla="*/ 506216 w 1035433"/>
              <a:gd name="connsiteY5" fmla="*/ 277619 h 1088787"/>
              <a:gd name="connsiteX6" fmla="*/ 0 w 1035433"/>
              <a:gd name="connsiteY6" fmla="*/ 0 h 1088787"/>
              <a:gd name="connsiteX0" fmla="*/ 113349 w 1107274"/>
              <a:gd name="connsiteY0" fmla="*/ 1145166 h 1145166"/>
              <a:gd name="connsiteX1" fmla="*/ 485766 w 1107274"/>
              <a:gd name="connsiteY1" fmla="*/ 1081285 h 1145166"/>
              <a:gd name="connsiteX2" fmla="*/ 835452 w 1107274"/>
              <a:gd name="connsiteY2" fmla="*/ 939309 h 1145166"/>
              <a:gd name="connsiteX3" fmla="*/ 1096370 w 1107274"/>
              <a:gd name="connsiteY3" fmla="*/ 925606 h 1145166"/>
              <a:gd name="connsiteX4" fmla="*/ 1009906 w 1107274"/>
              <a:gd name="connsiteY4" fmla="*/ 665713 h 1145166"/>
              <a:gd name="connsiteX5" fmla="*/ 578057 w 1107274"/>
              <a:gd name="connsiteY5" fmla="*/ 333998 h 1145166"/>
              <a:gd name="connsiteX6" fmla="*/ 0 w 1107274"/>
              <a:gd name="connsiteY6" fmla="*/ 1 h 1145166"/>
              <a:gd name="connsiteX0" fmla="*/ 113349 w 1099136"/>
              <a:gd name="connsiteY0" fmla="*/ 1145164 h 1145164"/>
              <a:gd name="connsiteX1" fmla="*/ 485766 w 1099136"/>
              <a:gd name="connsiteY1" fmla="*/ 1081283 h 1145164"/>
              <a:gd name="connsiteX2" fmla="*/ 835452 w 1099136"/>
              <a:gd name="connsiteY2" fmla="*/ 939307 h 1145164"/>
              <a:gd name="connsiteX3" fmla="*/ 1096370 w 1099136"/>
              <a:gd name="connsiteY3" fmla="*/ 925604 h 1145164"/>
              <a:gd name="connsiteX4" fmla="*/ 948451 w 1099136"/>
              <a:gd name="connsiteY4" fmla="*/ 656448 h 1145164"/>
              <a:gd name="connsiteX5" fmla="*/ 578057 w 1099136"/>
              <a:gd name="connsiteY5" fmla="*/ 333996 h 1145164"/>
              <a:gd name="connsiteX6" fmla="*/ 0 w 1099136"/>
              <a:gd name="connsiteY6" fmla="*/ -1 h 1145164"/>
              <a:gd name="connsiteX0" fmla="*/ 113349 w 1010992"/>
              <a:gd name="connsiteY0" fmla="*/ 1145166 h 1145166"/>
              <a:gd name="connsiteX1" fmla="*/ 485766 w 1010992"/>
              <a:gd name="connsiteY1" fmla="*/ 1081285 h 1145166"/>
              <a:gd name="connsiteX2" fmla="*/ 835452 w 1010992"/>
              <a:gd name="connsiteY2" fmla="*/ 939309 h 1145166"/>
              <a:gd name="connsiteX3" fmla="*/ 1000459 w 1010992"/>
              <a:gd name="connsiteY3" fmla="*/ 889537 h 1145166"/>
              <a:gd name="connsiteX4" fmla="*/ 948451 w 1010992"/>
              <a:gd name="connsiteY4" fmla="*/ 656450 h 1145166"/>
              <a:gd name="connsiteX5" fmla="*/ 578057 w 1010992"/>
              <a:gd name="connsiteY5" fmla="*/ 333998 h 1145166"/>
              <a:gd name="connsiteX6" fmla="*/ 0 w 1010992"/>
              <a:gd name="connsiteY6" fmla="*/ 1 h 1145166"/>
              <a:gd name="connsiteX0" fmla="*/ 113349 w 1010992"/>
              <a:gd name="connsiteY0" fmla="*/ 1145164 h 1145164"/>
              <a:gd name="connsiteX1" fmla="*/ 512148 w 1010992"/>
              <a:gd name="connsiteY1" fmla="*/ 985679 h 1145164"/>
              <a:gd name="connsiteX2" fmla="*/ 835452 w 1010992"/>
              <a:gd name="connsiteY2" fmla="*/ 939307 h 1145164"/>
              <a:gd name="connsiteX3" fmla="*/ 1000459 w 1010992"/>
              <a:gd name="connsiteY3" fmla="*/ 889535 h 1145164"/>
              <a:gd name="connsiteX4" fmla="*/ 948451 w 1010992"/>
              <a:gd name="connsiteY4" fmla="*/ 656448 h 1145164"/>
              <a:gd name="connsiteX5" fmla="*/ 578057 w 1010992"/>
              <a:gd name="connsiteY5" fmla="*/ 333996 h 1145164"/>
              <a:gd name="connsiteX6" fmla="*/ 0 w 1010992"/>
              <a:gd name="connsiteY6" fmla="*/ -1 h 1145164"/>
              <a:gd name="connsiteX0" fmla="*/ 125969 w 1010992"/>
              <a:gd name="connsiteY0" fmla="*/ 1188650 h 1188650"/>
              <a:gd name="connsiteX1" fmla="*/ 512148 w 1010992"/>
              <a:gd name="connsiteY1" fmla="*/ 985681 h 1188650"/>
              <a:gd name="connsiteX2" fmla="*/ 835452 w 1010992"/>
              <a:gd name="connsiteY2" fmla="*/ 939309 h 1188650"/>
              <a:gd name="connsiteX3" fmla="*/ 1000459 w 1010992"/>
              <a:gd name="connsiteY3" fmla="*/ 889537 h 1188650"/>
              <a:gd name="connsiteX4" fmla="*/ 948451 w 1010992"/>
              <a:gd name="connsiteY4" fmla="*/ 656450 h 1188650"/>
              <a:gd name="connsiteX5" fmla="*/ 578057 w 1010992"/>
              <a:gd name="connsiteY5" fmla="*/ 333998 h 1188650"/>
              <a:gd name="connsiteX6" fmla="*/ 0 w 1010992"/>
              <a:gd name="connsiteY6" fmla="*/ 1 h 1188650"/>
              <a:gd name="connsiteX0" fmla="*/ 125969 w 1010992"/>
              <a:gd name="connsiteY0" fmla="*/ 1188648 h 1188648"/>
              <a:gd name="connsiteX1" fmla="*/ 512148 w 1010992"/>
              <a:gd name="connsiteY1" fmla="*/ 985679 h 1188648"/>
              <a:gd name="connsiteX2" fmla="*/ 835452 w 1010992"/>
              <a:gd name="connsiteY2" fmla="*/ 939307 h 1188648"/>
              <a:gd name="connsiteX3" fmla="*/ 1000459 w 1010992"/>
              <a:gd name="connsiteY3" fmla="*/ 889535 h 1188648"/>
              <a:gd name="connsiteX4" fmla="*/ 948451 w 1010992"/>
              <a:gd name="connsiteY4" fmla="*/ 656448 h 1188648"/>
              <a:gd name="connsiteX5" fmla="*/ 578057 w 1010992"/>
              <a:gd name="connsiteY5" fmla="*/ 333996 h 1188648"/>
              <a:gd name="connsiteX6" fmla="*/ 0 w 1010992"/>
              <a:gd name="connsiteY6" fmla="*/ -1 h 1188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992" h="1188648">
                <a:moveTo>
                  <a:pt x="125969" y="1188648"/>
                </a:moveTo>
                <a:cubicBezTo>
                  <a:pt x="393192" y="1114047"/>
                  <a:pt x="393901" y="1027236"/>
                  <a:pt x="512148" y="985679"/>
                </a:cubicBezTo>
                <a:cubicBezTo>
                  <a:pt x="630395" y="944122"/>
                  <a:pt x="754067" y="955331"/>
                  <a:pt x="835452" y="939307"/>
                </a:cubicBezTo>
                <a:cubicBezTo>
                  <a:pt x="916837" y="923283"/>
                  <a:pt x="981626" y="936678"/>
                  <a:pt x="1000459" y="889535"/>
                </a:cubicBezTo>
                <a:cubicBezTo>
                  <a:pt x="1019292" y="842392"/>
                  <a:pt x="1018851" y="749038"/>
                  <a:pt x="948451" y="656448"/>
                </a:cubicBezTo>
                <a:cubicBezTo>
                  <a:pt x="878051" y="563858"/>
                  <a:pt x="767525" y="473712"/>
                  <a:pt x="578057" y="333996"/>
                </a:cubicBezTo>
                <a:cubicBezTo>
                  <a:pt x="426514" y="211123"/>
                  <a:pt x="154084" y="125062"/>
                  <a:pt x="0" y="-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D5D113E5-34EB-7DBD-72F5-066038F91C78}"/>
              </a:ext>
            </a:extLst>
          </p:cNvPr>
          <p:cNvSpPr/>
          <p:nvPr userDrawn="1"/>
        </p:nvSpPr>
        <p:spPr>
          <a:xfrm rot="5722766" flipH="1" flipV="1">
            <a:off x="10111783" y="6530538"/>
            <a:ext cx="260981" cy="406719"/>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665459A6-54B8-5325-9F17-171CB0ABEEBD}"/>
              </a:ext>
            </a:extLst>
          </p:cNvPr>
          <p:cNvSpPr/>
          <p:nvPr/>
        </p:nvSpPr>
        <p:spPr>
          <a:xfrm rot="7803869" flipH="1" flipV="1">
            <a:off x="8890532" y="4914807"/>
            <a:ext cx="3924244" cy="744442"/>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623855"/>
              <a:gd name="connsiteY0" fmla="*/ 0 h 1340931"/>
              <a:gd name="connsiteX1" fmla="*/ 957418 w 4623855"/>
              <a:gd name="connsiteY1" fmla="*/ 537574 h 1340931"/>
              <a:gd name="connsiteX2" fmla="*/ 1255517 w 4623855"/>
              <a:gd name="connsiteY2" fmla="*/ 734955 h 1340931"/>
              <a:gd name="connsiteX3" fmla="*/ 1437595 w 4623855"/>
              <a:gd name="connsiteY3" fmla="*/ 883118 h 1340931"/>
              <a:gd name="connsiteX4" fmla="*/ 1748300 w 4623855"/>
              <a:gd name="connsiteY4" fmla="*/ 1080952 h 1340931"/>
              <a:gd name="connsiteX5" fmla="*/ 1892931 w 4623855"/>
              <a:gd name="connsiteY5" fmla="*/ 1331621 h 1340931"/>
              <a:gd name="connsiteX6" fmla="*/ 2128824 w 4623855"/>
              <a:gd name="connsiteY6" fmla="*/ 1237162 h 1340931"/>
              <a:gd name="connsiteX7" fmla="*/ 2421242 w 4623855"/>
              <a:gd name="connsiteY7" fmla="*/ 1094192 h 1340931"/>
              <a:gd name="connsiteX8" fmla="*/ 2579071 w 4623855"/>
              <a:gd name="connsiteY8" fmla="*/ 848161 h 1340931"/>
              <a:gd name="connsiteX9" fmla="*/ 2714135 w 4623855"/>
              <a:gd name="connsiteY9" fmla="*/ 540980 h 1340931"/>
              <a:gd name="connsiteX10" fmla="*/ 2842914 w 4623855"/>
              <a:gd name="connsiteY10" fmla="*/ 377531 h 1340931"/>
              <a:gd name="connsiteX11" fmla="*/ 3107093 w 4623855"/>
              <a:gd name="connsiteY11" fmla="*/ 114374 h 1340931"/>
              <a:gd name="connsiteX12" fmla="*/ 3334404 w 4623855"/>
              <a:gd name="connsiteY12" fmla="*/ 291616 h 1340931"/>
              <a:gd name="connsiteX13" fmla="*/ 3631919 w 4623855"/>
              <a:gd name="connsiteY13" fmla="*/ 248305 h 1340931"/>
              <a:gd name="connsiteX14" fmla="*/ 4051965 w 4623855"/>
              <a:gd name="connsiteY14" fmla="*/ 292938 h 1340931"/>
              <a:gd name="connsiteX15" fmla="*/ 4357484 w 4623855"/>
              <a:gd name="connsiteY15" fmla="*/ 386485 h 1340931"/>
              <a:gd name="connsiteX16" fmla="*/ 4623855 w 4623855"/>
              <a:gd name="connsiteY16" fmla="*/ 366696 h 1340931"/>
              <a:gd name="connsiteX0" fmla="*/ 0 w 4609141"/>
              <a:gd name="connsiteY0" fmla="*/ 0 h 1348204"/>
              <a:gd name="connsiteX1" fmla="*/ 942704 w 4609141"/>
              <a:gd name="connsiteY1" fmla="*/ 544847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141"/>
              <a:gd name="connsiteY0" fmla="*/ 0 h 1348204"/>
              <a:gd name="connsiteX1" fmla="*/ 999616 w 4609141"/>
              <a:gd name="connsiteY1" fmla="*/ 513654 h 1348204"/>
              <a:gd name="connsiteX2" fmla="*/ 1240803 w 4609141"/>
              <a:gd name="connsiteY2" fmla="*/ 742228 h 1348204"/>
              <a:gd name="connsiteX3" fmla="*/ 1422881 w 4609141"/>
              <a:gd name="connsiteY3" fmla="*/ 890391 h 1348204"/>
              <a:gd name="connsiteX4" fmla="*/ 1733586 w 4609141"/>
              <a:gd name="connsiteY4" fmla="*/ 1088225 h 1348204"/>
              <a:gd name="connsiteX5" fmla="*/ 1878217 w 4609141"/>
              <a:gd name="connsiteY5" fmla="*/ 1338894 h 1348204"/>
              <a:gd name="connsiteX6" fmla="*/ 2114110 w 4609141"/>
              <a:gd name="connsiteY6" fmla="*/ 1244435 h 1348204"/>
              <a:gd name="connsiteX7" fmla="*/ 2406528 w 4609141"/>
              <a:gd name="connsiteY7" fmla="*/ 1101465 h 1348204"/>
              <a:gd name="connsiteX8" fmla="*/ 2564357 w 4609141"/>
              <a:gd name="connsiteY8" fmla="*/ 855434 h 1348204"/>
              <a:gd name="connsiteX9" fmla="*/ 2699421 w 4609141"/>
              <a:gd name="connsiteY9" fmla="*/ 548253 h 1348204"/>
              <a:gd name="connsiteX10" fmla="*/ 2828200 w 4609141"/>
              <a:gd name="connsiteY10" fmla="*/ 384804 h 1348204"/>
              <a:gd name="connsiteX11" fmla="*/ 3092379 w 4609141"/>
              <a:gd name="connsiteY11" fmla="*/ 121647 h 1348204"/>
              <a:gd name="connsiteX12" fmla="*/ 3319690 w 4609141"/>
              <a:gd name="connsiteY12" fmla="*/ 298889 h 1348204"/>
              <a:gd name="connsiteX13" fmla="*/ 3617205 w 4609141"/>
              <a:gd name="connsiteY13" fmla="*/ 255578 h 1348204"/>
              <a:gd name="connsiteX14" fmla="*/ 4037251 w 4609141"/>
              <a:gd name="connsiteY14" fmla="*/ 300211 h 1348204"/>
              <a:gd name="connsiteX15" fmla="*/ 4342770 w 4609141"/>
              <a:gd name="connsiteY15" fmla="*/ 393758 h 1348204"/>
              <a:gd name="connsiteX16" fmla="*/ 4609141 w 4609141"/>
              <a:gd name="connsiteY16" fmla="*/ 373969 h 1348204"/>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4609518"/>
              <a:gd name="connsiteY0" fmla="*/ 0 h 1359150"/>
              <a:gd name="connsiteX1" fmla="*/ 999993 w 4609518"/>
              <a:gd name="connsiteY1" fmla="*/ 524600 h 1359150"/>
              <a:gd name="connsiteX2" fmla="*/ 1241180 w 4609518"/>
              <a:gd name="connsiteY2" fmla="*/ 753174 h 1359150"/>
              <a:gd name="connsiteX3" fmla="*/ 1423258 w 4609518"/>
              <a:gd name="connsiteY3" fmla="*/ 901337 h 1359150"/>
              <a:gd name="connsiteX4" fmla="*/ 1733963 w 4609518"/>
              <a:gd name="connsiteY4" fmla="*/ 1099171 h 1359150"/>
              <a:gd name="connsiteX5" fmla="*/ 1878594 w 4609518"/>
              <a:gd name="connsiteY5" fmla="*/ 1349840 h 1359150"/>
              <a:gd name="connsiteX6" fmla="*/ 2114487 w 4609518"/>
              <a:gd name="connsiteY6" fmla="*/ 1255381 h 1359150"/>
              <a:gd name="connsiteX7" fmla="*/ 2406905 w 4609518"/>
              <a:gd name="connsiteY7" fmla="*/ 1112411 h 1359150"/>
              <a:gd name="connsiteX8" fmla="*/ 2564734 w 4609518"/>
              <a:gd name="connsiteY8" fmla="*/ 866380 h 1359150"/>
              <a:gd name="connsiteX9" fmla="*/ 2699798 w 4609518"/>
              <a:gd name="connsiteY9" fmla="*/ 559199 h 1359150"/>
              <a:gd name="connsiteX10" fmla="*/ 2828577 w 4609518"/>
              <a:gd name="connsiteY10" fmla="*/ 395750 h 1359150"/>
              <a:gd name="connsiteX11" fmla="*/ 3092756 w 4609518"/>
              <a:gd name="connsiteY11" fmla="*/ 132593 h 1359150"/>
              <a:gd name="connsiteX12" fmla="*/ 3320067 w 4609518"/>
              <a:gd name="connsiteY12" fmla="*/ 309835 h 1359150"/>
              <a:gd name="connsiteX13" fmla="*/ 3617582 w 4609518"/>
              <a:gd name="connsiteY13" fmla="*/ 266524 h 1359150"/>
              <a:gd name="connsiteX14" fmla="*/ 4037628 w 4609518"/>
              <a:gd name="connsiteY14" fmla="*/ 311157 h 1359150"/>
              <a:gd name="connsiteX15" fmla="*/ 4343147 w 4609518"/>
              <a:gd name="connsiteY15" fmla="*/ 404704 h 1359150"/>
              <a:gd name="connsiteX16" fmla="*/ 4609518 w 4609518"/>
              <a:gd name="connsiteY16" fmla="*/ 384915 h 1359150"/>
              <a:gd name="connsiteX0" fmla="*/ 0 w 5607547"/>
              <a:gd name="connsiteY0" fmla="*/ 55748 h 1226628"/>
              <a:gd name="connsiteX1" fmla="*/ 1998022 w 5607547"/>
              <a:gd name="connsiteY1" fmla="*/ 392078 h 1226628"/>
              <a:gd name="connsiteX2" fmla="*/ 2239209 w 5607547"/>
              <a:gd name="connsiteY2" fmla="*/ 620652 h 1226628"/>
              <a:gd name="connsiteX3" fmla="*/ 2421287 w 5607547"/>
              <a:gd name="connsiteY3" fmla="*/ 768815 h 1226628"/>
              <a:gd name="connsiteX4" fmla="*/ 2731992 w 5607547"/>
              <a:gd name="connsiteY4" fmla="*/ 966649 h 1226628"/>
              <a:gd name="connsiteX5" fmla="*/ 2876623 w 5607547"/>
              <a:gd name="connsiteY5" fmla="*/ 1217318 h 1226628"/>
              <a:gd name="connsiteX6" fmla="*/ 3112516 w 5607547"/>
              <a:gd name="connsiteY6" fmla="*/ 1122859 h 1226628"/>
              <a:gd name="connsiteX7" fmla="*/ 3404934 w 5607547"/>
              <a:gd name="connsiteY7" fmla="*/ 979889 h 1226628"/>
              <a:gd name="connsiteX8" fmla="*/ 3562763 w 5607547"/>
              <a:gd name="connsiteY8" fmla="*/ 733858 h 1226628"/>
              <a:gd name="connsiteX9" fmla="*/ 3697827 w 5607547"/>
              <a:gd name="connsiteY9" fmla="*/ 426677 h 1226628"/>
              <a:gd name="connsiteX10" fmla="*/ 3826606 w 5607547"/>
              <a:gd name="connsiteY10" fmla="*/ 263228 h 1226628"/>
              <a:gd name="connsiteX11" fmla="*/ 4090785 w 5607547"/>
              <a:gd name="connsiteY11" fmla="*/ 71 h 1226628"/>
              <a:gd name="connsiteX12" fmla="*/ 4318096 w 5607547"/>
              <a:gd name="connsiteY12" fmla="*/ 177313 h 1226628"/>
              <a:gd name="connsiteX13" fmla="*/ 4615611 w 5607547"/>
              <a:gd name="connsiteY13" fmla="*/ 134002 h 1226628"/>
              <a:gd name="connsiteX14" fmla="*/ 5035657 w 5607547"/>
              <a:gd name="connsiteY14" fmla="*/ 178635 h 1226628"/>
              <a:gd name="connsiteX15" fmla="*/ 5341176 w 5607547"/>
              <a:gd name="connsiteY15" fmla="*/ 272182 h 1226628"/>
              <a:gd name="connsiteX16" fmla="*/ 5607547 w 5607547"/>
              <a:gd name="connsiteY16" fmla="*/ 252393 h 1226628"/>
              <a:gd name="connsiteX0" fmla="*/ 0 w 5607547"/>
              <a:gd name="connsiteY0" fmla="*/ 55748 h 1226628"/>
              <a:gd name="connsiteX1" fmla="*/ 1998022 w 5607547"/>
              <a:gd name="connsiteY1" fmla="*/ 392078 h 1226628"/>
              <a:gd name="connsiteX2" fmla="*/ 2239209 w 5607547"/>
              <a:gd name="connsiteY2" fmla="*/ 620652 h 1226628"/>
              <a:gd name="connsiteX3" fmla="*/ 2421287 w 5607547"/>
              <a:gd name="connsiteY3" fmla="*/ 768815 h 1226628"/>
              <a:gd name="connsiteX4" fmla="*/ 2731992 w 5607547"/>
              <a:gd name="connsiteY4" fmla="*/ 966649 h 1226628"/>
              <a:gd name="connsiteX5" fmla="*/ 2876623 w 5607547"/>
              <a:gd name="connsiteY5" fmla="*/ 1217318 h 1226628"/>
              <a:gd name="connsiteX6" fmla="*/ 3112516 w 5607547"/>
              <a:gd name="connsiteY6" fmla="*/ 1122859 h 1226628"/>
              <a:gd name="connsiteX7" fmla="*/ 3404934 w 5607547"/>
              <a:gd name="connsiteY7" fmla="*/ 979889 h 1226628"/>
              <a:gd name="connsiteX8" fmla="*/ 3562763 w 5607547"/>
              <a:gd name="connsiteY8" fmla="*/ 733858 h 1226628"/>
              <a:gd name="connsiteX9" fmla="*/ 3697827 w 5607547"/>
              <a:gd name="connsiteY9" fmla="*/ 426677 h 1226628"/>
              <a:gd name="connsiteX10" fmla="*/ 3826606 w 5607547"/>
              <a:gd name="connsiteY10" fmla="*/ 263228 h 1226628"/>
              <a:gd name="connsiteX11" fmla="*/ 4090785 w 5607547"/>
              <a:gd name="connsiteY11" fmla="*/ 71 h 1226628"/>
              <a:gd name="connsiteX12" fmla="*/ 4318096 w 5607547"/>
              <a:gd name="connsiteY12" fmla="*/ 177313 h 1226628"/>
              <a:gd name="connsiteX13" fmla="*/ 4615611 w 5607547"/>
              <a:gd name="connsiteY13" fmla="*/ 134002 h 1226628"/>
              <a:gd name="connsiteX14" fmla="*/ 5035657 w 5607547"/>
              <a:gd name="connsiteY14" fmla="*/ 178635 h 1226628"/>
              <a:gd name="connsiteX15" fmla="*/ 5341176 w 5607547"/>
              <a:gd name="connsiteY15" fmla="*/ 272182 h 1226628"/>
              <a:gd name="connsiteX16" fmla="*/ 5607547 w 5607547"/>
              <a:gd name="connsiteY16" fmla="*/ 252393 h 1226628"/>
              <a:gd name="connsiteX0" fmla="*/ 0 w 5607547"/>
              <a:gd name="connsiteY0" fmla="*/ 55748 h 1226628"/>
              <a:gd name="connsiteX1" fmla="*/ 1074445 w 5607547"/>
              <a:gd name="connsiteY1" fmla="*/ 134757 h 1226628"/>
              <a:gd name="connsiteX2" fmla="*/ 2239209 w 5607547"/>
              <a:gd name="connsiteY2" fmla="*/ 620652 h 1226628"/>
              <a:gd name="connsiteX3" fmla="*/ 2421287 w 5607547"/>
              <a:gd name="connsiteY3" fmla="*/ 768815 h 1226628"/>
              <a:gd name="connsiteX4" fmla="*/ 2731992 w 5607547"/>
              <a:gd name="connsiteY4" fmla="*/ 966649 h 1226628"/>
              <a:gd name="connsiteX5" fmla="*/ 2876623 w 5607547"/>
              <a:gd name="connsiteY5" fmla="*/ 1217318 h 1226628"/>
              <a:gd name="connsiteX6" fmla="*/ 3112516 w 5607547"/>
              <a:gd name="connsiteY6" fmla="*/ 1122859 h 1226628"/>
              <a:gd name="connsiteX7" fmla="*/ 3404934 w 5607547"/>
              <a:gd name="connsiteY7" fmla="*/ 979889 h 1226628"/>
              <a:gd name="connsiteX8" fmla="*/ 3562763 w 5607547"/>
              <a:gd name="connsiteY8" fmla="*/ 733858 h 1226628"/>
              <a:gd name="connsiteX9" fmla="*/ 3697827 w 5607547"/>
              <a:gd name="connsiteY9" fmla="*/ 426677 h 1226628"/>
              <a:gd name="connsiteX10" fmla="*/ 3826606 w 5607547"/>
              <a:gd name="connsiteY10" fmla="*/ 263228 h 1226628"/>
              <a:gd name="connsiteX11" fmla="*/ 4090785 w 5607547"/>
              <a:gd name="connsiteY11" fmla="*/ 71 h 1226628"/>
              <a:gd name="connsiteX12" fmla="*/ 4318096 w 5607547"/>
              <a:gd name="connsiteY12" fmla="*/ 177313 h 1226628"/>
              <a:gd name="connsiteX13" fmla="*/ 4615611 w 5607547"/>
              <a:gd name="connsiteY13" fmla="*/ 134002 h 1226628"/>
              <a:gd name="connsiteX14" fmla="*/ 5035657 w 5607547"/>
              <a:gd name="connsiteY14" fmla="*/ 178635 h 1226628"/>
              <a:gd name="connsiteX15" fmla="*/ 5341176 w 5607547"/>
              <a:gd name="connsiteY15" fmla="*/ 272182 h 1226628"/>
              <a:gd name="connsiteX16" fmla="*/ 5607547 w 5607547"/>
              <a:gd name="connsiteY16" fmla="*/ 252393 h 1226628"/>
              <a:gd name="connsiteX0" fmla="*/ 0 w 5607547"/>
              <a:gd name="connsiteY0" fmla="*/ 55748 h 1226628"/>
              <a:gd name="connsiteX1" fmla="*/ 1074445 w 5607547"/>
              <a:gd name="connsiteY1" fmla="*/ 134757 h 1226628"/>
              <a:gd name="connsiteX2" fmla="*/ 2193288 w 5607547"/>
              <a:gd name="connsiteY2" fmla="*/ 396410 h 1226628"/>
              <a:gd name="connsiteX3" fmla="*/ 2421287 w 5607547"/>
              <a:gd name="connsiteY3" fmla="*/ 768815 h 1226628"/>
              <a:gd name="connsiteX4" fmla="*/ 2731992 w 5607547"/>
              <a:gd name="connsiteY4" fmla="*/ 966649 h 1226628"/>
              <a:gd name="connsiteX5" fmla="*/ 2876623 w 5607547"/>
              <a:gd name="connsiteY5" fmla="*/ 1217318 h 1226628"/>
              <a:gd name="connsiteX6" fmla="*/ 3112516 w 5607547"/>
              <a:gd name="connsiteY6" fmla="*/ 1122859 h 1226628"/>
              <a:gd name="connsiteX7" fmla="*/ 3404934 w 5607547"/>
              <a:gd name="connsiteY7" fmla="*/ 979889 h 1226628"/>
              <a:gd name="connsiteX8" fmla="*/ 3562763 w 5607547"/>
              <a:gd name="connsiteY8" fmla="*/ 733858 h 1226628"/>
              <a:gd name="connsiteX9" fmla="*/ 3697827 w 5607547"/>
              <a:gd name="connsiteY9" fmla="*/ 426677 h 1226628"/>
              <a:gd name="connsiteX10" fmla="*/ 3826606 w 5607547"/>
              <a:gd name="connsiteY10" fmla="*/ 263228 h 1226628"/>
              <a:gd name="connsiteX11" fmla="*/ 4090785 w 5607547"/>
              <a:gd name="connsiteY11" fmla="*/ 71 h 1226628"/>
              <a:gd name="connsiteX12" fmla="*/ 4318096 w 5607547"/>
              <a:gd name="connsiteY12" fmla="*/ 177313 h 1226628"/>
              <a:gd name="connsiteX13" fmla="*/ 4615611 w 5607547"/>
              <a:gd name="connsiteY13" fmla="*/ 134002 h 1226628"/>
              <a:gd name="connsiteX14" fmla="*/ 5035657 w 5607547"/>
              <a:gd name="connsiteY14" fmla="*/ 178635 h 1226628"/>
              <a:gd name="connsiteX15" fmla="*/ 5341176 w 5607547"/>
              <a:gd name="connsiteY15" fmla="*/ 272182 h 1226628"/>
              <a:gd name="connsiteX16" fmla="*/ 5607547 w 5607547"/>
              <a:gd name="connsiteY16" fmla="*/ 252393 h 1226628"/>
              <a:gd name="connsiteX0" fmla="*/ 0 w 5607547"/>
              <a:gd name="connsiteY0" fmla="*/ 55748 h 1226628"/>
              <a:gd name="connsiteX1" fmla="*/ 1074445 w 5607547"/>
              <a:gd name="connsiteY1" fmla="*/ 134757 h 1226628"/>
              <a:gd name="connsiteX2" fmla="*/ 2193288 w 5607547"/>
              <a:gd name="connsiteY2" fmla="*/ 396410 h 1226628"/>
              <a:gd name="connsiteX3" fmla="*/ 2521187 w 5607547"/>
              <a:gd name="connsiteY3" fmla="*/ 663904 h 1226628"/>
              <a:gd name="connsiteX4" fmla="*/ 2731992 w 5607547"/>
              <a:gd name="connsiteY4" fmla="*/ 966649 h 1226628"/>
              <a:gd name="connsiteX5" fmla="*/ 2876623 w 5607547"/>
              <a:gd name="connsiteY5" fmla="*/ 1217318 h 1226628"/>
              <a:gd name="connsiteX6" fmla="*/ 3112516 w 5607547"/>
              <a:gd name="connsiteY6" fmla="*/ 1122859 h 1226628"/>
              <a:gd name="connsiteX7" fmla="*/ 3404934 w 5607547"/>
              <a:gd name="connsiteY7" fmla="*/ 979889 h 1226628"/>
              <a:gd name="connsiteX8" fmla="*/ 3562763 w 5607547"/>
              <a:gd name="connsiteY8" fmla="*/ 733858 h 1226628"/>
              <a:gd name="connsiteX9" fmla="*/ 3697827 w 5607547"/>
              <a:gd name="connsiteY9" fmla="*/ 426677 h 1226628"/>
              <a:gd name="connsiteX10" fmla="*/ 3826606 w 5607547"/>
              <a:gd name="connsiteY10" fmla="*/ 263228 h 1226628"/>
              <a:gd name="connsiteX11" fmla="*/ 4090785 w 5607547"/>
              <a:gd name="connsiteY11" fmla="*/ 71 h 1226628"/>
              <a:gd name="connsiteX12" fmla="*/ 4318096 w 5607547"/>
              <a:gd name="connsiteY12" fmla="*/ 177313 h 1226628"/>
              <a:gd name="connsiteX13" fmla="*/ 4615611 w 5607547"/>
              <a:gd name="connsiteY13" fmla="*/ 134002 h 1226628"/>
              <a:gd name="connsiteX14" fmla="*/ 5035657 w 5607547"/>
              <a:gd name="connsiteY14" fmla="*/ 178635 h 1226628"/>
              <a:gd name="connsiteX15" fmla="*/ 5341176 w 5607547"/>
              <a:gd name="connsiteY15" fmla="*/ 272182 h 1226628"/>
              <a:gd name="connsiteX16" fmla="*/ 5607547 w 5607547"/>
              <a:gd name="connsiteY16" fmla="*/ 252393 h 1226628"/>
              <a:gd name="connsiteX0" fmla="*/ 0 w 6094994"/>
              <a:gd name="connsiteY0" fmla="*/ 55748 h 1226628"/>
              <a:gd name="connsiteX1" fmla="*/ 1074445 w 6094994"/>
              <a:gd name="connsiteY1" fmla="*/ 134757 h 1226628"/>
              <a:gd name="connsiteX2" fmla="*/ 2193288 w 6094994"/>
              <a:gd name="connsiteY2" fmla="*/ 396410 h 1226628"/>
              <a:gd name="connsiteX3" fmla="*/ 2521187 w 6094994"/>
              <a:gd name="connsiteY3" fmla="*/ 663904 h 1226628"/>
              <a:gd name="connsiteX4" fmla="*/ 2731992 w 6094994"/>
              <a:gd name="connsiteY4" fmla="*/ 966649 h 1226628"/>
              <a:gd name="connsiteX5" fmla="*/ 2876623 w 6094994"/>
              <a:gd name="connsiteY5" fmla="*/ 1217318 h 1226628"/>
              <a:gd name="connsiteX6" fmla="*/ 3112516 w 6094994"/>
              <a:gd name="connsiteY6" fmla="*/ 1122859 h 1226628"/>
              <a:gd name="connsiteX7" fmla="*/ 3404934 w 6094994"/>
              <a:gd name="connsiteY7" fmla="*/ 979889 h 1226628"/>
              <a:gd name="connsiteX8" fmla="*/ 3562763 w 6094994"/>
              <a:gd name="connsiteY8" fmla="*/ 733858 h 1226628"/>
              <a:gd name="connsiteX9" fmla="*/ 3697827 w 6094994"/>
              <a:gd name="connsiteY9" fmla="*/ 426677 h 1226628"/>
              <a:gd name="connsiteX10" fmla="*/ 3826606 w 6094994"/>
              <a:gd name="connsiteY10" fmla="*/ 263228 h 1226628"/>
              <a:gd name="connsiteX11" fmla="*/ 4090785 w 6094994"/>
              <a:gd name="connsiteY11" fmla="*/ 71 h 1226628"/>
              <a:gd name="connsiteX12" fmla="*/ 4318096 w 6094994"/>
              <a:gd name="connsiteY12" fmla="*/ 177313 h 1226628"/>
              <a:gd name="connsiteX13" fmla="*/ 4615611 w 6094994"/>
              <a:gd name="connsiteY13" fmla="*/ 134002 h 1226628"/>
              <a:gd name="connsiteX14" fmla="*/ 5035657 w 6094994"/>
              <a:gd name="connsiteY14" fmla="*/ 178635 h 1226628"/>
              <a:gd name="connsiteX15" fmla="*/ 5341176 w 6094994"/>
              <a:gd name="connsiteY15" fmla="*/ 272182 h 1226628"/>
              <a:gd name="connsiteX16" fmla="*/ 6094994 w 6094994"/>
              <a:gd name="connsiteY16" fmla="*/ 496935 h 1226628"/>
              <a:gd name="connsiteX0" fmla="*/ 0 w 6098001"/>
              <a:gd name="connsiteY0" fmla="*/ 55748 h 1226628"/>
              <a:gd name="connsiteX1" fmla="*/ 1074445 w 6098001"/>
              <a:gd name="connsiteY1" fmla="*/ 134757 h 1226628"/>
              <a:gd name="connsiteX2" fmla="*/ 2193288 w 6098001"/>
              <a:gd name="connsiteY2" fmla="*/ 396410 h 1226628"/>
              <a:gd name="connsiteX3" fmla="*/ 2521187 w 6098001"/>
              <a:gd name="connsiteY3" fmla="*/ 663904 h 1226628"/>
              <a:gd name="connsiteX4" fmla="*/ 2731992 w 6098001"/>
              <a:gd name="connsiteY4" fmla="*/ 966649 h 1226628"/>
              <a:gd name="connsiteX5" fmla="*/ 2876623 w 6098001"/>
              <a:gd name="connsiteY5" fmla="*/ 1217318 h 1226628"/>
              <a:gd name="connsiteX6" fmla="*/ 3112516 w 6098001"/>
              <a:gd name="connsiteY6" fmla="*/ 1122859 h 1226628"/>
              <a:gd name="connsiteX7" fmla="*/ 3404934 w 6098001"/>
              <a:gd name="connsiteY7" fmla="*/ 979889 h 1226628"/>
              <a:gd name="connsiteX8" fmla="*/ 3562763 w 6098001"/>
              <a:gd name="connsiteY8" fmla="*/ 733858 h 1226628"/>
              <a:gd name="connsiteX9" fmla="*/ 3697827 w 6098001"/>
              <a:gd name="connsiteY9" fmla="*/ 426677 h 1226628"/>
              <a:gd name="connsiteX10" fmla="*/ 3826606 w 6098001"/>
              <a:gd name="connsiteY10" fmla="*/ 263228 h 1226628"/>
              <a:gd name="connsiteX11" fmla="*/ 4090785 w 6098001"/>
              <a:gd name="connsiteY11" fmla="*/ 71 h 1226628"/>
              <a:gd name="connsiteX12" fmla="*/ 4318096 w 6098001"/>
              <a:gd name="connsiteY12" fmla="*/ 177313 h 1226628"/>
              <a:gd name="connsiteX13" fmla="*/ 4615611 w 6098001"/>
              <a:gd name="connsiteY13" fmla="*/ 134002 h 1226628"/>
              <a:gd name="connsiteX14" fmla="*/ 5035657 w 6098001"/>
              <a:gd name="connsiteY14" fmla="*/ 178635 h 1226628"/>
              <a:gd name="connsiteX15" fmla="*/ 5341176 w 6098001"/>
              <a:gd name="connsiteY15" fmla="*/ 272182 h 1226628"/>
              <a:gd name="connsiteX16" fmla="*/ 6094994 w 6098001"/>
              <a:gd name="connsiteY16" fmla="*/ 496935 h 1226628"/>
              <a:gd name="connsiteX0" fmla="*/ 0 w 6099723"/>
              <a:gd name="connsiteY0" fmla="*/ 55748 h 1226628"/>
              <a:gd name="connsiteX1" fmla="*/ 1074445 w 6099723"/>
              <a:gd name="connsiteY1" fmla="*/ 134757 h 1226628"/>
              <a:gd name="connsiteX2" fmla="*/ 2193288 w 6099723"/>
              <a:gd name="connsiteY2" fmla="*/ 396410 h 1226628"/>
              <a:gd name="connsiteX3" fmla="*/ 2521187 w 6099723"/>
              <a:gd name="connsiteY3" fmla="*/ 663904 h 1226628"/>
              <a:gd name="connsiteX4" fmla="*/ 2731992 w 6099723"/>
              <a:gd name="connsiteY4" fmla="*/ 966649 h 1226628"/>
              <a:gd name="connsiteX5" fmla="*/ 2876623 w 6099723"/>
              <a:gd name="connsiteY5" fmla="*/ 1217318 h 1226628"/>
              <a:gd name="connsiteX6" fmla="*/ 3112516 w 6099723"/>
              <a:gd name="connsiteY6" fmla="*/ 1122859 h 1226628"/>
              <a:gd name="connsiteX7" fmla="*/ 3404934 w 6099723"/>
              <a:gd name="connsiteY7" fmla="*/ 979889 h 1226628"/>
              <a:gd name="connsiteX8" fmla="*/ 3562763 w 6099723"/>
              <a:gd name="connsiteY8" fmla="*/ 733858 h 1226628"/>
              <a:gd name="connsiteX9" fmla="*/ 3697827 w 6099723"/>
              <a:gd name="connsiteY9" fmla="*/ 426677 h 1226628"/>
              <a:gd name="connsiteX10" fmla="*/ 3826606 w 6099723"/>
              <a:gd name="connsiteY10" fmla="*/ 263228 h 1226628"/>
              <a:gd name="connsiteX11" fmla="*/ 4090785 w 6099723"/>
              <a:gd name="connsiteY11" fmla="*/ 71 h 1226628"/>
              <a:gd name="connsiteX12" fmla="*/ 4318096 w 6099723"/>
              <a:gd name="connsiteY12" fmla="*/ 177313 h 1226628"/>
              <a:gd name="connsiteX13" fmla="*/ 4615611 w 6099723"/>
              <a:gd name="connsiteY13" fmla="*/ 134002 h 1226628"/>
              <a:gd name="connsiteX14" fmla="*/ 5035657 w 6099723"/>
              <a:gd name="connsiteY14" fmla="*/ 178635 h 1226628"/>
              <a:gd name="connsiteX15" fmla="*/ 5615457 w 6099723"/>
              <a:gd name="connsiteY15" fmla="*/ 181438 h 1226628"/>
              <a:gd name="connsiteX16" fmla="*/ 6094994 w 6099723"/>
              <a:gd name="connsiteY16" fmla="*/ 496935 h 1226628"/>
              <a:gd name="connsiteX0" fmla="*/ 0 w 5997275"/>
              <a:gd name="connsiteY0" fmla="*/ 55748 h 1226628"/>
              <a:gd name="connsiteX1" fmla="*/ 1074445 w 5997275"/>
              <a:gd name="connsiteY1" fmla="*/ 134757 h 1226628"/>
              <a:gd name="connsiteX2" fmla="*/ 2193288 w 5997275"/>
              <a:gd name="connsiteY2" fmla="*/ 396410 h 1226628"/>
              <a:gd name="connsiteX3" fmla="*/ 2521187 w 5997275"/>
              <a:gd name="connsiteY3" fmla="*/ 663904 h 1226628"/>
              <a:gd name="connsiteX4" fmla="*/ 2731992 w 5997275"/>
              <a:gd name="connsiteY4" fmla="*/ 966649 h 1226628"/>
              <a:gd name="connsiteX5" fmla="*/ 2876623 w 5997275"/>
              <a:gd name="connsiteY5" fmla="*/ 1217318 h 1226628"/>
              <a:gd name="connsiteX6" fmla="*/ 3112516 w 5997275"/>
              <a:gd name="connsiteY6" fmla="*/ 1122859 h 1226628"/>
              <a:gd name="connsiteX7" fmla="*/ 3404934 w 5997275"/>
              <a:gd name="connsiteY7" fmla="*/ 979889 h 1226628"/>
              <a:gd name="connsiteX8" fmla="*/ 3562763 w 5997275"/>
              <a:gd name="connsiteY8" fmla="*/ 733858 h 1226628"/>
              <a:gd name="connsiteX9" fmla="*/ 3697827 w 5997275"/>
              <a:gd name="connsiteY9" fmla="*/ 426677 h 1226628"/>
              <a:gd name="connsiteX10" fmla="*/ 3826606 w 5997275"/>
              <a:gd name="connsiteY10" fmla="*/ 263228 h 1226628"/>
              <a:gd name="connsiteX11" fmla="*/ 4090785 w 5997275"/>
              <a:gd name="connsiteY11" fmla="*/ 71 h 1226628"/>
              <a:gd name="connsiteX12" fmla="*/ 4318096 w 5997275"/>
              <a:gd name="connsiteY12" fmla="*/ 177313 h 1226628"/>
              <a:gd name="connsiteX13" fmla="*/ 4615611 w 5997275"/>
              <a:gd name="connsiteY13" fmla="*/ 134002 h 1226628"/>
              <a:gd name="connsiteX14" fmla="*/ 5035657 w 5997275"/>
              <a:gd name="connsiteY14" fmla="*/ 178635 h 1226628"/>
              <a:gd name="connsiteX15" fmla="*/ 5615457 w 5997275"/>
              <a:gd name="connsiteY15" fmla="*/ 181438 h 1226628"/>
              <a:gd name="connsiteX16" fmla="*/ 5991246 w 5997275"/>
              <a:gd name="connsiteY16" fmla="*/ 855907 h 1226628"/>
              <a:gd name="connsiteX0" fmla="*/ 0 w 6073102"/>
              <a:gd name="connsiteY0" fmla="*/ 55748 h 1226628"/>
              <a:gd name="connsiteX1" fmla="*/ 1074445 w 6073102"/>
              <a:gd name="connsiteY1" fmla="*/ 134757 h 1226628"/>
              <a:gd name="connsiteX2" fmla="*/ 2193288 w 6073102"/>
              <a:gd name="connsiteY2" fmla="*/ 396410 h 1226628"/>
              <a:gd name="connsiteX3" fmla="*/ 2521187 w 6073102"/>
              <a:gd name="connsiteY3" fmla="*/ 663904 h 1226628"/>
              <a:gd name="connsiteX4" fmla="*/ 2731992 w 6073102"/>
              <a:gd name="connsiteY4" fmla="*/ 966649 h 1226628"/>
              <a:gd name="connsiteX5" fmla="*/ 2876623 w 6073102"/>
              <a:gd name="connsiteY5" fmla="*/ 1217318 h 1226628"/>
              <a:gd name="connsiteX6" fmla="*/ 3112516 w 6073102"/>
              <a:gd name="connsiteY6" fmla="*/ 1122859 h 1226628"/>
              <a:gd name="connsiteX7" fmla="*/ 3404934 w 6073102"/>
              <a:gd name="connsiteY7" fmla="*/ 979889 h 1226628"/>
              <a:gd name="connsiteX8" fmla="*/ 3562763 w 6073102"/>
              <a:gd name="connsiteY8" fmla="*/ 733858 h 1226628"/>
              <a:gd name="connsiteX9" fmla="*/ 3697827 w 6073102"/>
              <a:gd name="connsiteY9" fmla="*/ 426677 h 1226628"/>
              <a:gd name="connsiteX10" fmla="*/ 3826606 w 6073102"/>
              <a:gd name="connsiteY10" fmla="*/ 263228 h 1226628"/>
              <a:gd name="connsiteX11" fmla="*/ 4090785 w 6073102"/>
              <a:gd name="connsiteY11" fmla="*/ 71 h 1226628"/>
              <a:gd name="connsiteX12" fmla="*/ 4318096 w 6073102"/>
              <a:gd name="connsiteY12" fmla="*/ 177313 h 1226628"/>
              <a:gd name="connsiteX13" fmla="*/ 4615611 w 6073102"/>
              <a:gd name="connsiteY13" fmla="*/ 134002 h 1226628"/>
              <a:gd name="connsiteX14" fmla="*/ 5035657 w 6073102"/>
              <a:gd name="connsiteY14" fmla="*/ 178635 h 1226628"/>
              <a:gd name="connsiteX15" fmla="*/ 5615457 w 6073102"/>
              <a:gd name="connsiteY15" fmla="*/ 181438 h 1226628"/>
              <a:gd name="connsiteX16" fmla="*/ 5991246 w 6073102"/>
              <a:gd name="connsiteY16" fmla="*/ 855907 h 1226628"/>
              <a:gd name="connsiteX0" fmla="*/ 0 w 5815111"/>
              <a:gd name="connsiteY0" fmla="*/ 383090 h 1226628"/>
              <a:gd name="connsiteX1" fmla="*/ 816453 w 5815111"/>
              <a:gd name="connsiteY1" fmla="*/ 134757 h 1226628"/>
              <a:gd name="connsiteX2" fmla="*/ 1935296 w 5815111"/>
              <a:gd name="connsiteY2" fmla="*/ 396410 h 1226628"/>
              <a:gd name="connsiteX3" fmla="*/ 2263195 w 5815111"/>
              <a:gd name="connsiteY3" fmla="*/ 663904 h 1226628"/>
              <a:gd name="connsiteX4" fmla="*/ 2474000 w 5815111"/>
              <a:gd name="connsiteY4" fmla="*/ 966649 h 1226628"/>
              <a:gd name="connsiteX5" fmla="*/ 2618631 w 5815111"/>
              <a:gd name="connsiteY5" fmla="*/ 1217318 h 1226628"/>
              <a:gd name="connsiteX6" fmla="*/ 2854524 w 5815111"/>
              <a:gd name="connsiteY6" fmla="*/ 1122859 h 1226628"/>
              <a:gd name="connsiteX7" fmla="*/ 3146942 w 5815111"/>
              <a:gd name="connsiteY7" fmla="*/ 979889 h 1226628"/>
              <a:gd name="connsiteX8" fmla="*/ 3304771 w 5815111"/>
              <a:gd name="connsiteY8" fmla="*/ 733858 h 1226628"/>
              <a:gd name="connsiteX9" fmla="*/ 3439835 w 5815111"/>
              <a:gd name="connsiteY9" fmla="*/ 426677 h 1226628"/>
              <a:gd name="connsiteX10" fmla="*/ 3568614 w 5815111"/>
              <a:gd name="connsiteY10" fmla="*/ 263228 h 1226628"/>
              <a:gd name="connsiteX11" fmla="*/ 3832793 w 5815111"/>
              <a:gd name="connsiteY11" fmla="*/ 71 h 1226628"/>
              <a:gd name="connsiteX12" fmla="*/ 4060104 w 5815111"/>
              <a:gd name="connsiteY12" fmla="*/ 177313 h 1226628"/>
              <a:gd name="connsiteX13" fmla="*/ 4357619 w 5815111"/>
              <a:gd name="connsiteY13" fmla="*/ 134002 h 1226628"/>
              <a:gd name="connsiteX14" fmla="*/ 4777665 w 5815111"/>
              <a:gd name="connsiteY14" fmla="*/ 178635 h 1226628"/>
              <a:gd name="connsiteX15" fmla="*/ 5357465 w 5815111"/>
              <a:gd name="connsiteY15" fmla="*/ 181438 h 1226628"/>
              <a:gd name="connsiteX16" fmla="*/ 5733254 w 5815111"/>
              <a:gd name="connsiteY16" fmla="*/ 855907 h 1226628"/>
              <a:gd name="connsiteX0" fmla="*/ 0 w 5815111"/>
              <a:gd name="connsiteY0" fmla="*/ 383090 h 1226628"/>
              <a:gd name="connsiteX1" fmla="*/ 816453 w 5815111"/>
              <a:gd name="connsiteY1" fmla="*/ 134757 h 1226628"/>
              <a:gd name="connsiteX2" fmla="*/ 1935296 w 5815111"/>
              <a:gd name="connsiteY2" fmla="*/ 396410 h 1226628"/>
              <a:gd name="connsiteX3" fmla="*/ 2263195 w 5815111"/>
              <a:gd name="connsiteY3" fmla="*/ 663904 h 1226628"/>
              <a:gd name="connsiteX4" fmla="*/ 2474000 w 5815111"/>
              <a:gd name="connsiteY4" fmla="*/ 966649 h 1226628"/>
              <a:gd name="connsiteX5" fmla="*/ 2618631 w 5815111"/>
              <a:gd name="connsiteY5" fmla="*/ 1217318 h 1226628"/>
              <a:gd name="connsiteX6" fmla="*/ 2854524 w 5815111"/>
              <a:gd name="connsiteY6" fmla="*/ 1122859 h 1226628"/>
              <a:gd name="connsiteX7" fmla="*/ 3146942 w 5815111"/>
              <a:gd name="connsiteY7" fmla="*/ 979889 h 1226628"/>
              <a:gd name="connsiteX8" fmla="*/ 3304771 w 5815111"/>
              <a:gd name="connsiteY8" fmla="*/ 733858 h 1226628"/>
              <a:gd name="connsiteX9" fmla="*/ 3439835 w 5815111"/>
              <a:gd name="connsiteY9" fmla="*/ 426677 h 1226628"/>
              <a:gd name="connsiteX10" fmla="*/ 3568614 w 5815111"/>
              <a:gd name="connsiteY10" fmla="*/ 263228 h 1226628"/>
              <a:gd name="connsiteX11" fmla="*/ 3832793 w 5815111"/>
              <a:gd name="connsiteY11" fmla="*/ 71 h 1226628"/>
              <a:gd name="connsiteX12" fmla="*/ 4060104 w 5815111"/>
              <a:gd name="connsiteY12" fmla="*/ 177313 h 1226628"/>
              <a:gd name="connsiteX13" fmla="*/ 4357619 w 5815111"/>
              <a:gd name="connsiteY13" fmla="*/ 134002 h 1226628"/>
              <a:gd name="connsiteX14" fmla="*/ 4777665 w 5815111"/>
              <a:gd name="connsiteY14" fmla="*/ 178635 h 1226628"/>
              <a:gd name="connsiteX15" fmla="*/ 5357465 w 5815111"/>
              <a:gd name="connsiteY15" fmla="*/ 181438 h 1226628"/>
              <a:gd name="connsiteX16" fmla="*/ 5733254 w 5815111"/>
              <a:gd name="connsiteY16" fmla="*/ 855907 h 1226628"/>
              <a:gd name="connsiteX0" fmla="*/ 0 w 5815111"/>
              <a:gd name="connsiteY0" fmla="*/ 383090 h 1226628"/>
              <a:gd name="connsiteX1" fmla="*/ 597419 w 5815111"/>
              <a:gd name="connsiteY1" fmla="*/ 327442 h 1226628"/>
              <a:gd name="connsiteX2" fmla="*/ 1935296 w 5815111"/>
              <a:gd name="connsiteY2" fmla="*/ 396410 h 1226628"/>
              <a:gd name="connsiteX3" fmla="*/ 2263195 w 5815111"/>
              <a:gd name="connsiteY3" fmla="*/ 663904 h 1226628"/>
              <a:gd name="connsiteX4" fmla="*/ 2474000 w 5815111"/>
              <a:gd name="connsiteY4" fmla="*/ 966649 h 1226628"/>
              <a:gd name="connsiteX5" fmla="*/ 2618631 w 5815111"/>
              <a:gd name="connsiteY5" fmla="*/ 1217318 h 1226628"/>
              <a:gd name="connsiteX6" fmla="*/ 2854524 w 5815111"/>
              <a:gd name="connsiteY6" fmla="*/ 1122859 h 1226628"/>
              <a:gd name="connsiteX7" fmla="*/ 3146942 w 5815111"/>
              <a:gd name="connsiteY7" fmla="*/ 979889 h 1226628"/>
              <a:gd name="connsiteX8" fmla="*/ 3304771 w 5815111"/>
              <a:gd name="connsiteY8" fmla="*/ 733858 h 1226628"/>
              <a:gd name="connsiteX9" fmla="*/ 3439835 w 5815111"/>
              <a:gd name="connsiteY9" fmla="*/ 426677 h 1226628"/>
              <a:gd name="connsiteX10" fmla="*/ 3568614 w 5815111"/>
              <a:gd name="connsiteY10" fmla="*/ 263228 h 1226628"/>
              <a:gd name="connsiteX11" fmla="*/ 3832793 w 5815111"/>
              <a:gd name="connsiteY11" fmla="*/ 71 h 1226628"/>
              <a:gd name="connsiteX12" fmla="*/ 4060104 w 5815111"/>
              <a:gd name="connsiteY12" fmla="*/ 177313 h 1226628"/>
              <a:gd name="connsiteX13" fmla="*/ 4357619 w 5815111"/>
              <a:gd name="connsiteY13" fmla="*/ 134002 h 1226628"/>
              <a:gd name="connsiteX14" fmla="*/ 4777665 w 5815111"/>
              <a:gd name="connsiteY14" fmla="*/ 178635 h 1226628"/>
              <a:gd name="connsiteX15" fmla="*/ 5357465 w 5815111"/>
              <a:gd name="connsiteY15" fmla="*/ 181438 h 1226628"/>
              <a:gd name="connsiteX16" fmla="*/ 5733254 w 5815111"/>
              <a:gd name="connsiteY16" fmla="*/ 855907 h 1226628"/>
              <a:gd name="connsiteX0" fmla="*/ 0 w 5815111"/>
              <a:gd name="connsiteY0" fmla="*/ 383090 h 1226628"/>
              <a:gd name="connsiteX1" fmla="*/ 597419 w 5815111"/>
              <a:gd name="connsiteY1" fmla="*/ 327442 h 1226628"/>
              <a:gd name="connsiteX2" fmla="*/ 1072516 w 5815111"/>
              <a:gd name="connsiteY2" fmla="*/ 430084 h 1226628"/>
              <a:gd name="connsiteX3" fmla="*/ 1935296 w 5815111"/>
              <a:gd name="connsiteY3" fmla="*/ 396410 h 1226628"/>
              <a:gd name="connsiteX4" fmla="*/ 2263195 w 5815111"/>
              <a:gd name="connsiteY4" fmla="*/ 663904 h 1226628"/>
              <a:gd name="connsiteX5" fmla="*/ 2474000 w 5815111"/>
              <a:gd name="connsiteY5" fmla="*/ 966649 h 1226628"/>
              <a:gd name="connsiteX6" fmla="*/ 2618631 w 5815111"/>
              <a:gd name="connsiteY6" fmla="*/ 1217318 h 1226628"/>
              <a:gd name="connsiteX7" fmla="*/ 2854524 w 5815111"/>
              <a:gd name="connsiteY7" fmla="*/ 1122859 h 1226628"/>
              <a:gd name="connsiteX8" fmla="*/ 3146942 w 5815111"/>
              <a:gd name="connsiteY8" fmla="*/ 979889 h 1226628"/>
              <a:gd name="connsiteX9" fmla="*/ 3304771 w 5815111"/>
              <a:gd name="connsiteY9" fmla="*/ 733858 h 1226628"/>
              <a:gd name="connsiteX10" fmla="*/ 3439835 w 5815111"/>
              <a:gd name="connsiteY10" fmla="*/ 426677 h 1226628"/>
              <a:gd name="connsiteX11" fmla="*/ 3568614 w 5815111"/>
              <a:gd name="connsiteY11" fmla="*/ 263228 h 1226628"/>
              <a:gd name="connsiteX12" fmla="*/ 3832793 w 5815111"/>
              <a:gd name="connsiteY12" fmla="*/ 71 h 1226628"/>
              <a:gd name="connsiteX13" fmla="*/ 4060104 w 5815111"/>
              <a:gd name="connsiteY13" fmla="*/ 177313 h 1226628"/>
              <a:gd name="connsiteX14" fmla="*/ 4357619 w 5815111"/>
              <a:gd name="connsiteY14" fmla="*/ 134002 h 1226628"/>
              <a:gd name="connsiteX15" fmla="*/ 4777665 w 5815111"/>
              <a:gd name="connsiteY15" fmla="*/ 178635 h 1226628"/>
              <a:gd name="connsiteX16" fmla="*/ 5357465 w 5815111"/>
              <a:gd name="connsiteY16" fmla="*/ 181438 h 1226628"/>
              <a:gd name="connsiteX17" fmla="*/ 5733254 w 5815111"/>
              <a:gd name="connsiteY17" fmla="*/ 855907 h 1226628"/>
              <a:gd name="connsiteX0" fmla="*/ 0 w 5815111"/>
              <a:gd name="connsiteY0" fmla="*/ 383090 h 1226628"/>
              <a:gd name="connsiteX1" fmla="*/ 597419 w 5815111"/>
              <a:gd name="connsiteY1" fmla="*/ 327442 h 1226628"/>
              <a:gd name="connsiteX2" fmla="*/ 1072516 w 5815111"/>
              <a:gd name="connsiteY2" fmla="*/ 430084 h 1226628"/>
              <a:gd name="connsiteX3" fmla="*/ 1935296 w 5815111"/>
              <a:gd name="connsiteY3" fmla="*/ 396410 h 1226628"/>
              <a:gd name="connsiteX4" fmla="*/ 2263195 w 5815111"/>
              <a:gd name="connsiteY4" fmla="*/ 663904 h 1226628"/>
              <a:gd name="connsiteX5" fmla="*/ 2474000 w 5815111"/>
              <a:gd name="connsiteY5" fmla="*/ 966649 h 1226628"/>
              <a:gd name="connsiteX6" fmla="*/ 2618631 w 5815111"/>
              <a:gd name="connsiteY6" fmla="*/ 1217318 h 1226628"/>
              <a:gd name="connsiteX7" fmla="*/ 2854524 w 5815111"/>
              <a:gd name="connsiteY7" fmla="*/ 1122859 h 1226628"/>
              <a:gd name="connsiteX8" fmla="*/ 3146942 w 5815111"/>
              <a:gd name="connsiteY8" fmla="*/ 979889 h 1226628"/>
              <a:gd name="connsiteX9" fmla="*/ 3304771 w 5815111"/>
              <a:gd name="connsiteY9" fmla="*/ 733858 h 1226628"/>
              <a:gd name="connsiteX10" fmla="*/ 3439835 w 5815111"/>
              <a:gd name="connsiteY10" fmla="*/ 426677 h 1226628"/>
              <a:gd name="connsiteX11" fmla="*/ 3568614 w 5815111"/>
              <a:gd name="connsiteY11" fmla="*/ 263228 h 1226628"/>
              <a:gd name="connsiteX12" fmla="*/ 3832793 w 5815111"/>
              <a:gd name="connsiteY12" fmla="*/ 71 h 1226628"/>
              <a:gd name="connsiteX13" fmla="*/ 4060104 w 5815111"/>
              <a:gd name="connsiteY13" fmla="*/ 177313 h 1226628"/>
              <a:gd name="connsiteX14" fmla="*/ 4357619 w 5815111"/>
              <a:gd name="connsiteY14" fmla="*/ 134002 h 1226628"/>
              <a:gd name="connsiteX15" fmla="*/ 4777665 w 5815111"/>
              <a:gd name="connsiteY15" fmla="*/ 178635 h 1226628"/>
              <a:gd name="connsiteX16" fmla="*/ 5357465 w 5815111"/>
              <a:gd name="connsiteY16" fmla="*/ 181438 h 1226628"/>
              <a:gd name="connsiteX17" fmla="*/ 5733254 w 5815111"/>
              <a:gd name="connsiteY17" fmla="*/ 855907 h 1226628"/>
              <a:gd name="connsiteX0" fmla="*/ 0 w 5815111"/>
              <a:gd name="connsiteY0" fmla="*/ 383090 h 1226628"/>
              <a:gd name="connsiteX1" fmla="*/ 597419 w 5815111"/>
              <a:gd name="connsiteY1" fmla="*/ 327442 h 1226628"/>
              <a:gd name="connsiteX2" fmla="*/ 1072516 w 5815111"/>
              <a:gd name="connsiteY2" fmla="*/ 430084 h 1226628"/>
              <a:gd name="connsiteX3" fmla="*/ 1916318 w 5815111"/>
              <a:gd name="connsiteY3" fmla="*/ 434512 h 1226628"/>
              <a:gd name="connsiteX4" fmla="*/ 2263195 w 5815111"/>
              <a:gd name="connsiteY4" fmla="*/ 663904 h 1226628"/>
              <a:gd name="connsiteX5" fmla="*/ 2474000 w 5815111"/>
              <a:gd name="connsiteY5" fmla="*/ 966649 h 1226628"/>
              <a:gd name="connsiteX6" fmla="*/ 2618631 w 5815111"/>
              <a:gd name="connsiteY6" fmla="*/ 1217318 h 1226628"/>
              <a:gd name="connsiteX7" fmla="*/ 2854524 w 5815111"/>
              <a:gd name="connsiteY7" fmla="*/ 1122859 h 1226628"/>
              <a:gd name="connsiteX8" fmla="*/ 3146942 w 5815111"/>
              <a:gd name="connsiteY8" fmla="*/ 979889 h 1226628"/>
              <a:gd name="connsiteX9" fmla="*/ 3304771 w 5815111"/>
              <a:gd name="connsiteY9" fmla="*/ 733858 h 1226628"/>
              <a:gd name="connsiteX10" fmla="*/ 3439835 w 5815111"/>
              <a:gd name="connsiteY10" fmla="*/ 426677 h 1226628"/>
              <a:gd name="connsiteX11" fmla="*/ 3568614 w 5815111"/>
              <a:gd name="connsiteY11" fmla="*/ 263228 h 1226628"/>
              <a:gd name="connsiteX12" fmla="*/ 3832793 w 5815111"/>
              <a:gd name="connsiteY12" fmla="*/ 71 h 1226628"/>
              <a:gd name="connsiteX13" fmla="*/ 4060104 w 5815111"/>
              <a:gd name="connsiteY13" fmla="*/ 177313 h 1226628"/>
              <a:gd name="connsiteX14" fmla="*/ 4357619 w 5815111"/>
              <a:gd name="connsiteY14" fmla="*/ 134002 h 1226628"/>
              <a:gd name="connsiteX15" fmla="*/ 4777665 w 5815111"/>
              <a:gd name="connsiteY15" fmla="*/ 178635 h 1226628"/>
              <a:gd name="connsiteX16" fmla="*/ 5357465 w 5815111"/>
              <a:gd name="connsiteY16" fmla="*/ 181438 h 1226628"/>
              <a:gd name="connsiteX17" fmla="*/ 5733254 w 5815111"/>
              <a:gd name="connsiteY17" fmla="*/ 855907 h 1226628"/>
              <a:gd name="connsiteX0" fmla="*/ 0 w 5815111"/>
              <a:gd name="connsiteY0" fmla="*/ 383090 h 1226628"/>
              <a:gd name="connsiteX1" fmla="*/ 597419 w 5815111"/>
              <a:gd name="connsiteY1" fmla="*/ 327442 h 1226628"/>
              <a:gd name="connsiteX2" fmla="*/ 1131895 w 5815111"/>
              <a:gd name="connsiteY2" fmla="*/ 577207 h 1226628"/>
              <a:gd name="connsiteX3" fmla="*/ 1916318 w 5815111"/>
              <a:gd name="connsiteY3" fmla="*/ 434512 h 1226628"/>
              <a:gd name="connsiteX4" fmla="*/ 2263195 w 5815111"/>
              <a:gd name="connsiteY4" fmla="*/ 663904 h 1226628"/>
              <a:gd name="connsiteX5" fmla="*/ 2474000 w 5815111"/>
              <a:gd name="connsiteY5" fmla="*/ 966649 h 1226628"/>
              <a:gd name="connsiteX6" fmla="*/ 2618631 w 5815111"/>
              <a:gd name="connsiteY6" fmla="*/ 1217318 h 1226628"/>
              <a:gd name="connsiteX7" fmla="*/ 2854524 w 5815111"/>
              <a:gd name="connsiteY7" fmla="*/ 1122859 h 1226628"/>
              <a:gd name="connsiteX8" fmla="*/ 3146942 w 5815111"/>
              <a:gd name="connsiteY8" fmla="*/ 979889 h 1226628"/>
              <a:gd name="connsiteX9" fmla="*/ 3304771 w 5815111"/>
              <a:gd name="connsiteY9" fmla="*/ 733858 h 1226628"/>
              <a:gd name="connsiteX10" fmla="*/ 3439835 w 5815111"/>
              <a:gd name="connsiteY10" fmla="*/ 426677 h 1226628"/>
              <a:gd name="connsiteX11" fmla="*/ 3568614 w 5815111"/>
              <a:gd name="connsiteY11" fmla="*/ 263228 h 1226628"/>
              <a:gd name="connsiteX12" fmla="*/ 3832793 w 5815111"/>
              <a:gd name="connsiteY12" fmla="*/ 71 h 1226628"/>
              <a:gd name="connsiteX13" fmla="*/ 4060104 w 5815111"/>
              <a:gd name="connsiteY13" fmla="*/ 177313 h 1226628"/>
              <a:gd name="connsiteX14" fmla="*/ 4357619 w 5815111"/>
              <a:gd name="connsiteY14" fmla="*/ 134002 h 1226628"/>
              <a:gd name="connsiteX15" fmla="*/ 4777665 w 5815111"/>
              <a:gd name="connsiteY15" fmla="*/ 178635 h 1226628"/>
              <a:gd name="connsiteX16" fmla="*/ 5357465 w 5815111"/>
              <a:gd name="connsiteY16" fmla="*/ 181438 h 1226628"/>
              <a:gd name="connsiteX17" fmla="*/ 5733254 w 5815111"/>
              <a:gd name="connsiteY17" fmla="*/ 855907 h 1226628"/>
              <a:gd name="connsiteX0" fmla="*/ 0 w 5815111"/>
              <a:gd name="connsiteY0" fmla="*/ 383090 h 1226628"/>
              <a:gd name="connsiteX1" fmla="*/ 810638 w 5815111"/>
              <a:gd name="connsiteY1" fmla="*/ 598908 h 1226628"/>
              <a:gd name="connsiteX2" fmla="*/ 1131895 w 5815111"/>
              <a:gd name="connsiteY2" fmla="*/ 577207 h 1226628"/>
              <a:gd name="connsiteX3" fmla="*/ 1916318 w 5815111"/>
              <a:gd name="connsiteY3" fmla="*/ 434512 h 1226628"/>
              <a:gd name="connsiteX4" fmla="*/ 2263195 w 5815111"/>
              <a:gd name="connsiteY4" fmla="*/ 663904 h 1226628"/>
              <a:gd name="connsiteX5" fmla="*/ 2474000 w 5815111"/>
              <a:gd name="connsiteY5" fmla="*/ 966649 h 1226628"/>
              <a:gd name="connsiteX6" fmla="*/ 2618631 w 5815111"/>
              <a:gd name="connsiteY6" fmla="*/ 1217318 h 1226628"/>
              <a:gd name="connsiteX7" fmla="*/ 2854524 w 5815111"/>
              <a:gd name="connsiteY7" fmla="*/ 1122859 h 1226628"/>
              <a:gd name="connsiteX8" fmla="*/ 3146942 w 5815111"/>
              <a:gd name="connsiteY8" fmla="*/ 979889 h 1226628"/>
              <a:gd name="connsiteX9" fmla="*/ 3304771 w 5815111"/>
              <a:gd name="connsiteY9" fmla="*/ 733858 h 1226628"/>
              <a:gd name="connsiteX10" fmla="*/ 3439835 w 5815111"/>
              <a:gd name="connsiteY10" fmla="*/ 426677 h 1226628"/>
              <a:gd name="connsiteX11" fmla="*/ 3568614 w 5815111"/>
              <a:gd name="connsiteY11" fmla="*/ 263228 h 1226628"/>
              <a:gd name="connsiteX12" fmla="*/ 3832793 w 5815111"/>
              <a:gd name="connsiteY12" fmla="*/ 71 h 1226628"/>
              <a:gd name="connsiteX13" fmla="*/ 4060104 w 5815111"/>
              <a:gd name="connsiteY13" fmla="*/ 177313 h 1226628"/>
              <a:gd name="connsiteX14" fmla="*/ 4357619 w 5815111"/>
              <a:gd name="connsiteY14" fmla="*/ 134002 h 1226628"/>
              <a:gd name="connsiteX15" fmla="*/ 4777665 w 5815111"/>
              <a:gd name="connsiteY15" fmla="*/ 178635 h 1226628"/>
              <a:gd name="connsiteX16" fmla="*/ 5357465 w 5815111"/>
              <a:gd name="connsiteY16" fmla="*/ 181438 h 1226628"/>
              <a:gd name="connsiteX17" fmla="*/ 5733254 w 5815111"/>
              <a:gd name="connsiteY17" fmla="*/ 855907 h 1226628"/>
              <a:gd name="connsiteX0" fmla="*/ 0 w 5519467"/>
              <a:gd name="connsiteY0" fmla="*/ 795191 h 1226628"/>
              <a:gd name="connsiteX1" fmla="*/ 514994 w 5519467"/>
              <a:gd name="connsiteY1" fmla="*/ 598908 h 1226628"/>
              <a:gd name="connsiteX2" fmla="*/ 836251 w 5519467"/>
              <a:gd name="connsiteY2" fmla="*/ 577207 h 1226628"/>
              <a:gd name="connsiteX3" fmla="*/ 1620674 w 5519467"/>
              <a:gd name="connsiteY3" fmla="*/ 434512 h 1226628"/>
              <a:gd name="connsiteX4" fmla="*/ 1967551 w 5519467"/>
              <a:gd name="connsiteY4" fmla="*/ 663904 h 1226628"/>
              <a:gd name="connsiteX5" fmla="*/ 2178356 w 5519467"/>
              <a:gd name="connsiteY5" fmla="*/ 966649 h 1226628"/>
              <a:gd name="connsiteX6" fmla="*/ 2322987 w 5519467"/>
              <a:gd name="connsiteY6" fmla="*/ 1217318 h 1226628"/>
              <a:gd name="connsiteX7" fmla="*/ 2558880 w 5519467"/>
              <a:gd name="connsiteY7" fmla="*/ 1122859 h 1226628"/>
              <a:gd name="connsiteX8" fmla="*/ 2851298 w 5519467"/>
              <a:gd name="connsiteY8" fmla="*/ 979889 h 1226628"/>
              <a:gd name="connsiteX9" fmla="*/ 3009127 w 5519467"/>
              <a:gd name="connsiteY9" fmla="*/ 733858 h 1226628"/>
              <a:gd name="connsiteX10" fmla="*/ 3144191 w 5519467"/>
              <a:gd name="connsiteY10" fmla="*/ 426677 h 1226628"/>
              <a:gd name="connsiteX11" fmla="*/ 3272970 w 5519467"/>
              <a:gd name="connsiteY11" fmla="*/ 263228 h 1226628"/>
              <a:gd name="connsiteX12" fmla="*/ 3537149 w 5519467"/>
              <a:gd name="connsiteY12" fmla="*/ 71 h 1226628"/>
              <a:gd name="connsiteX13" fmla="*/ 3764460 w 5519467"/>
              <a:gd name="connsiteY13" fmla="*/ 177313 h 1226628"/>
              <a:gd name="connsiteX14" fmla="*/ 4061975 w 5519467"/>
              <a:gd name="connsiteY14" fmla="*/ 134002 h 1226628"/>
              <a:gd name="connsiteX15" fmla="*/ 4482021 w 5519467"/>
              <a:gd name="connsiteY15" fmla="*/ 178635 h 1226628"/>
              <a:gd name="connsiteX16" fmla="*/ 5061821 w 5519467"/>
              <a:gd name="connsiteY16" fmla="*/ 181438 h 1226628"/>
              <a:gd name="connsiteX17" fmla="*/ 5437610 w 5519467"/>
              <a:gd name="connsiteY17" fmla="*/ 855907 h 1226628"/>
              <a:gd name="connsiteX0" fmla="*/ 0 w 5519467"/>
              <a:gd name="connsiteY0" fmla="*/ 795191 h 1226628"/>
              <a:gd name="connsiteX1" fmla="*/ 410880 w 5519467"/>
              <a:gd name="connsiteY1" fmla="*/ 582488 h 1226628"/>
              <a:gd name="connsiteX2" fmla="*/ 836251 w 5519467"/>
              <a:gd name="connsiteY2" fmla="*/ 577207 h 1226628"/>
              <a:gd name="connsiteX3" fmla="*/ 1620674 w 5519467"/>
              <a:gd name="connsiteY3" fmla="*/ 434512 h 1226628"/>
              <a:gd name="connsiteX4" fmla="*/ 1967551 w 5519467"/>
              <a:gd name="connsiteY4" fmla="*/ 663904 h 1226628"/>
              <a:gd name="connsiteX5" fmla="*/ 2178356 w 5519467"/>
              <a:gd name="connsiteY5" fmla="*/ 966649 h 1226628"/>
              <a:gd name="connsiteX6" fmla="*/ 2322987 w 5519467"/>
              <a:gd name="connsiteY6" fmla="*/ 1217318 h 1226628"/>
              <a:gd name="connsiteX7" fmla="*/ 2558880 w 5519467"/>
              <a:gd name="connsiteY7" fmla="*/ 1122859 h 1226628"/>
              <a:gd name="connsiteX8" fmla="*/ 2851298 w 5519467"/>
              <a:gd name="connsiteY8" fmla="*/ 979889 h 1226628"/>
              <a:gd name="connsiteX9" fmla="*/ 3009127 w 5519467"/>
              <a:gd name="connsiteY9" fmla="*/ 733858 h 1226628"/>
              <a:gd name="connsiteX10" fmla="*/ 3144191 w 5519467"/>
              <a:gd name="connsiteY10" fmla="*/ 426677 h 1226628"/>
              <a:gd name="connsiteX11" fmla="*/ 3272970 w 5519467"/>
              <a:gd name="connsiteY11" fmla="*/ 263228 h 1226628"/>
              <a:gd name="connsiteX12" fmla="*/ 3537149 w 5519467"/>
              <a:gd name="connsiteY12" fmla="*/ 71 h 1226628"/>
              <a:gd name="connsiteX13" fmla="*/ 3764460 w 5519467"/>
              <a:gd name="connsiteY13" fmla="*/ 177313 h 1226628"/>
              <a:gd name="connsiteX14" fmla="*/ 4061975 w 5519467"/>
              <a:gd name="connsiteY14" fmla="*/ 134002 h 1226628"/>
              <a:gd name="connsiteX15" fmla="*/ 4482021 w 5519467"/>
              <a:gd name="connsiteY15" fmla="*/ 178635 h 1226628"/>
              <a:gd name="connsiteX16" fmla="*/ 5061821 w 5519467"/>
              <a:gd name="connsiteY16" fmla="*/ 181438 h 1226628"/>
              <a:gd name="connsiteX17" fmla="*/ 5437610 w 5519467"/>
              <a:gd name="connsiteY17" fmla="*/ 855907 h 1226628"/>
              <a:gd name="connsiteX0" fmla="*/ 0 w 5519467"/>
              <a:gd name="connsiteY0" fmla="*/ 795191 h 1226628"/>
              <a:gd name="connsiteX1" fmla="*/ 410880 w 5519467"/>
              <a:gd name="connsiteY1" fmla="*/ 582488 h 1226628"/>
              <a:gd name="connsiteX2" fmla="*/ 766931 w 5519467"/>
              <a:gd name="connsiteY2" fmla="*/ 667204 h 1226628"/>
              <a:gd name="connsiteX3" fmla="*/ 1620674 w 5519467"/>
              <a:gd name="connsiteY3" fmla="*/ 434512 h 1226628"/>
              <a:gd name="connsiteX4" fmla="*/ 1967551 w 5519467"/>
              <a:gd name="connsiteY4" fmla="*/ 663904 h 1226628"/>
              <a:gd name="connsiteX5" fmla="*/ 2178356 w 5519467"/>
              <a:gd name="connsiteY5" fmla="*/ 966649 h 1226628"/>
              <a:gd name="connsiteX6" fmla="*/ 2322987 w 5519467"/>
              <a:gd name="connsiteY6" fmla="*/ 1217318 h 1226628"/>
              <a:gd name="connsiteX7" fmla="*/ 2558880 w 5519467"/>
              <a:gd name="connsiteY7" fmla="*/ 1122859 h 1226628"/>
              <a:gd name="connsiteX8" fmla="*/ 2851298 w 5519467"/>
              <a:gd name="connsiteY8" fmla="*/ 979889 h 1226628"/>
              <a:gd name="connsiteX9" fmla="*/ 3009127 w 5519467"/>
              <a:gd name="connsiteY9" fmla="*/ 733858 h 1226628"/>
              <a:gd name="connsiteX10" fmla="*/ 3144191 w 5519467"/>
              <a:gd name="connsiteY10" fmla="*/ 426677 h 1226628"/>
              <a:gd name="connsiteX11" fmla="*/ 3272970 w 5519467"/>
              <a:gd name="connsiteY11" fmla="*/ 263228 h 1226628"/>
              <a:gd name="connsiteX12" fmla="*/ 3537149 w 5519467"/>
              <a:gd name="connsiteY12" fmla="*/ 71 h 1226628"/>
              <a:gd name="connsiteX13" fmla="*/ 3764460 w 5519467"/>
              <a:gd name="connsiteY13" fmla="*/ 177313 h 1226628"/>
              <a:gd name="connsiteX14" fmla="*/ 4061975 w 5519467"/>
              <a:gd name="connsiteY14" fmla="*/ 134002 h 1226628"/>
              <a:gd name="connsiteX15" fmla="*/ 4482021 w 5519467"/>
              <a:gd name="connsiteY15" fmla="*/ 178635 h 1226628"/>
              <a:gd name="connsiteX16" fmla="*/ 5061821 w 5519467"/>
              <a:gd name="connsiteY16" fmla="*/ 181438 h 1226628"/>
              <a:gd name="connsiteX17" fmla="*/ 5437610 w 5519467"/>
              <a:gd name="connsiteY17" fmla="*/ 855907 h 1226628"/>
              <a:gd name="connsiteX0" fmla="*/ 0 w 5519467"/>
              <a:gd name="connsiteY0" fmla="*/ 795191 h 1226628"/>
              <a:gd name="connsiteX1" fmla="*/ 410880 w 5519467"/>
              <a:gd name="connsiteY1" fmla="*/ 582488 h 1226628"/>
              <a:gd name="connsiteX2" fmla="*/ 766931 w 5519467"/>
              <a:gd name="connsiteY2" fmla="*/ 667204 h 1226628"/>
              <a:gd name="connsiteX3" fmla="*/ 1620674 w 5519467"/>
              <a:gd name="connsiteY3" fmla="*/ 434512 h 1226628"/>
              <a:gd name="connsiteX4" fmla="*/ 1967551 w 5519467"/>
              <a:gd name="connsiteY4" fmla="*/ 663904 h 1226628"/>
              <a:gd name="connsiteX5" fmla="*/ 2178356 w 5519467"/>
              <a:gd name="connsiteY5" fmla="*/ 966649 h 1226628"/>
              <a:gd name="connsiteX6" fmla="*/ 2322987 w 5519467"/>
              <a:gd name="connsiteY6" fmla="*/ 1217318 h 1226628"/>
              <a:gd name="connsiteX7" fmla="*/ 2558880 w 5519467"/>
              <a:gd name="connsiteY7" fmla="*/ 1122859 h 1226628"/>
              <a:gd name="connsiteX8" fmla="*/ 2851298 w 5519467"/>
              <a:gd name="connsiteY8" fmla="*/ 979889 h 1226628"/>
              <a:gd name="connsiteX9" fmla="*/ 3009127 w 5519467"/>
              <a:gd name="connsiteY9" fmla="*/ 733858 h 1226628"/>
              <a:gd name="connsiteX10" fmla="*/ 3171177 w 5519467"/>
              <a:gd name="connsiteY10" fmla="*/ 502904 h 1226628"/>
              <a:gd name="connsiteX11" fmla="*/ 3272970 w 5519467"/>
              <a:gd name="connsiteY11" fmla="*/ 263228 h 1226628"/>
              <a:gd name="connsiteX12" fmla="*/ 3537149 w 5519467"/>
              <a:gd name="connsiteY12" fmla="*/ 71 h 1226628"/>
              <a:gd name="connsiteX13" fmla="*/ 3764460 w 5519467"/>
              <a:gd name="connsiteY13" fmla="*/ 177313 h 1226628"/>
              <a:gd name="connsiteX14" fmla="*/ 4061975 w 5519467"/>
              <a:gd name="connsiteY14" fmla="*/ 134002 h 1226628"/>
              <a:gd name="connsiteX15" fmla="*/ 4482021 w 5519467"/>
              <a:gd name="connsiteY15" fmla="*/ 178635 h 1226628"/>
              <a:gd name="connsiteX16" fmla="*/ 5061821 w 5519467"/>
              <a:gd name="connsiteY16" fmla="*/ 181438 h 1226628"/>
              <a:gd name="connsiteX17" fmla="*/ 5437610 w 5519467"/>
              <a:gd name="connsiteY17" fmla="*/ 855907 h 1226628"/>
              <a:gd name="connsiteX0" fmla="*/ 0 w 5519467"/>
              <a:gd name="connsiteY0" fmla="*/ 796039 h 1227476"/>
              <a:gd name="connsiteX1" fmla="*/ 410880 w 5519467"/>
              <a:gd name="connsiteY1" fmla="*/ 583336 h 1227476"/>
              <a:gd name="connsiteX2" fmla="*/ 766931 w 5519467"/>
              <a:gd name="connsiteY2" fmla="*/ 668052 h 1227476"/>
              <a:gd name="connsiteX3" fmla="*/ 1620674 w 5519467"/>
              <a:gd name="connsiteY3" fmla="*/ 435360 h 1227476"/>
              <a:gd name="connsiteX4" fmla="*/ 1967551 w 5519467"/>
              <a:gd name="connsiteY4" fmla="*/ 664752 h 1227476"/>
              <a:gd name="connsiteX5" fmla="*/ 2178356 w 5519467"/>
              <a:gd name="connsiteY5" fmla="*/ 967497 h 1227476"/>
              <a:gd name="connsiteX6" fmla="*/ 2322987 w 5519467"/>
              <a:gd name="connsiteY6" fmla="*/ 1218166 h 1227476"/>
              <a:gd name="connsiteX7" fmla="*/ 2558880 w 5519467"/>
              <a:gd name="connsiteY7" fmla="*/ 1123707 h 1227476"/>
              <a:gd name="connsiteX8" fmla="*/ 2851298 w 5519467"/>
              <a:gd name="connsiteY8" fmla="*/ 980737 h 1227476"/>
              <a:gd name="connsiteX9" fmla="*/ 3009127 w 5519467"/>
              <a:gd name="connsiteY9" fmla="*/ 734706 h 1227476"/>
              <a:gd name="connsiteX10" fmla="*/ 3171177 w 5519467"/>
              <a:gd name="connsiteY10" fmla="*/ 503752 h 1227476"/>
              <a:gd name="connsiteX11" fmla="*/ 3363008 w 5519467"/>
              <a:gd name="connsiteY11" fmla="*/ 267313 h 1227476"/>
              <a:gd name="connsiteX12" fmla="*/ 3537149 w 5519467"/>
              <a:gd name="connsiteY12" fmla="*/ 919 h 1227476"/>
              <a:gd name="connsiteX13" fmla="*/ 3764460 w 5519467"/>
              <a:gd name="connsiteY13" fmla="*/ 178161 h 1227476"/>
              <a:gd name="connsiteX14" fmla="*/ 4061975 w 5519467"/>
              <a:gd name="connsiteY14" fmla="*/ 134850 h 1227476"/>
              <a:gd name="connsiteX15" fmla="*/ 4482021 w 5519467"/>
              <a:gd name="connsiteY15" fmla="*/ 179483 h 1227476"/>
              <a:gd name="connsiteX16" fmla="*/ 5061821 w 5519467"/>
              <a:gd name="connsiteY16" fmla="*/ 182286 h 1227476"/>
              <a:gd name="connsiteX17" fmla="*/ 5437610 w 5519467"/>
              <a:gd name="connsiteY17" fmla="*/ 856755 h 1227476"/>
              <a:gd name="connsiteX0" fmla="*/ 0 w 5519467"/>
              <a:gd name="connsiteY0" fmla="*/ 796039 h 1227476"/>
              <a:gd name="connsiteX1" fmla="*/ 410880 w 5519467"/>
              <a:gd name="connsiteY1" fmla="*/ 583336 h 1227476"/>
              <a:gd name="connsiteX2" fmla="*/ 766931 w 5519467"/>
              <a:gd name="connsiteY2" fmla="*/ 668052 h 1227476"/>
              <a:gd name="connsiteX3" fmla="*/ 1641822 w 5519467"/>
              <a:gd name="connsiteY3" fmla="*/ 522754 h 1227476"/>
              <a:gd name="connsiteX4" fmla="*/ 1967551 w 5519467"/>
              <a:gd name="connsiteY4" fmla="*/ 664752 h 1227476"/>
              <a:gd name="connsiteX5" fmla="*/ 2178356 w 5519467"/>
              <a:gd name="connsiteY5" fmla="*/ 967497 h 1227476"/>
              <a:gd name="connsiteX6" fmla="*/ 2322987 w 5519467"/>
              <a:gd name="connsiteY6" fmla="*/ 1218166 h 1227476"/>
              <a:gd name="connsiteX7" fmla="*/ 2558880 w 5519467"/>
              <a:gd name="connsiteY7" fmla="*/ 1123707 h 1227476"/>
              <a:gd name="connsiteX8" fmla="*/ 2851298 w 5519467"/>
              <a:gd name="connsiteY8" fmla="*/ 980737 h 1227476"/>
              <a:gd name="connsiteX9" fmla="*/ 3009127 w 5519467"/>
              <a:gd name="connsiteY9" fmla="*/ 734706 h 1227476"/>
              <a:gd name="connsiteX10" fmla="*/ 3171177 w 5519467"/>
              <a:gd name="connsiteY10" fmla="*/ 503752 h 1227476"/>
              <a:gd name="connsiteX11" fmla="*/ 3363008 w 5519467"/>
              <a:gd name="connsiteY11" fmla="*/ 267313 h 1227476"/>
              <a:gd name="connsiteX12" fmla="*/ 3537149 w 5519467"/>
              <a:gd name="connsiteY12" fmla="*/ 919 h 1227476"/>
              <a:gd name="connsiteX13" fmla="*/ 3764460 w 5519467"/>
              <a:gd name="connsiteY13" fmla="*/ 178161 h 1227476"/>
              <a:gd name="connsiteX14" fmla="*/ 4061975 w 5519467"/>
              <a:gd name="connsiteY14" fmla="*/ 134850 h 1227476"/>
              <a:gd name="connsiteX15" fmla="*/ 4482021 w 5519467"/>
              <a:gd name="connsiteY15" fmla="*/ 179483 h 1227476"/>
              <a:gd name="connsiteX16" fmla="*/ 5061821 w 5519467"/>
              <a:gd name="connsiteY16" fmla="*/ 182286 h 1227476"/>
              <a:gd name="connsiteX17" fmla="*/ 5437610 w 5519467"/>
              <a:gd name="connsiteY17" fmla="*/ 856755 h 1227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19467" h="1227476">
                <a:moveTo>
                  <a:pt x="0" y="796039"/>
                </a:moveTo>
                <a:cubicBezTo>
                  <a:pt x="225968" y="720983"/>
                  <a:pt x="283058" y="604667"/>
                  <a:pt x="410880" y="583336"/>
                </a:cubicBezTo>
                <a:cubicBezTo>
                  <a:pt x="538702" y="562005"/>
                  <a:pt x="534304" y="592386"/>
                  <a:pt x="766931" y="668052"/>
                </a:cubicBezTo>
                <a:cubicBezTo>
                  <a:pt x="989910" y="679547"/>
                  <a:pt x="1441719" y="523304"/>
                  <a:pt x="1641822" y="522754"/>
                </a:cubicBezTo>
                <a:cubicBezTo>
                  <a:pt x="1841925" y="522204"/>
                  <a:pt x="1878129" y="590628"/>
                  <a:pt x="1967551" y="664752"/>
                </a:cubicBezTo>
                <a:cubicBezTo>
                  <a:pt x="2056973" y="738876"/>
                  <a:pt x="2119117" y="875261"/>
                  <a:pt x="2178356" y="967497"/>
                </a:cubicBezTo>
                <a:cubicBezTo>
                  <a:pt x="2237595" y="1059733"/>
                  <a:pt x="2272505" y="1191210"/>
                  <a:pt x="2322987" y="1218166"/>
                </a:cubicBezTo>
                <a:cubicBezTo>
                  <a:pt x="2395949" y="1257218"/>
                  <a:pt x="2470828" y="1163278"/>
                  <a:pt x="2558880" y="1123707"/>
                </a:cubicBezTo>
                <a:cubicBezTo>
                  <a:pt x="2646932" y="1084136"/>
                  <a:pt x="2772907" y="1062081"/>
                  <a:pt x="2851298" y="980737"/>
                </a:cubicBezTo>
                <a:cubicBezTo>
                  <a:pt x="2919402" y="910157"/>
                  <a:pt x="2955814" y="814203"/>
                  <a:pt x="3009127" y="734706"/>
                </a:cubicBezTo>
                <a:cubicBezTo>
                  <a:pt x="3062440" y="655209"/>
                  <a:pt x="3112197" y="581651"/>
                  <a:pt x="3171177" y="503752"/>
                </a:cubicBezTo>
                <a:cubicBezTo>
                  <a:pt x="3230157" y="425853"/>
                  <a:pt x="3302013" y="351118"/>
                  <a:pt x="3363008" y="267313"/>
                </a:cubicBezTo>
                <a:cubicBezTo>
                  <a:pt x="3424003" y="183508"/>
                  <a:pt x="3470240" y="15778"/>
                  <a:pt x="3537149" y="919"/>
                </a:cubicBezTo>
                <a:cubicBezTo>
                  <a:pt x="3604058" y="-13940"/>
                  <a:pt x="3676989" y="155839"/>
                  <a:pt x="3764460" y="178161"/>
                </a:cubicBezTo>
                <a:cubicBezTo>
                  <a:pt x="3851931" y="200483"/>
                  <a:pt x="3942382" y="134630"/>
                  <a:pt x="4061975" y="134850"/>
                </a:cubicBezTo>
                <a:cubicBezTo>
                  <a:pt x="4181568" y="135070"/>
                  <a:pt x="4315380" y="171577"/>
                  <a:pt x="4482021" y="179483"/>
                </a:cubicBezTo>
                <a:cubicBezTo>
                  <a:pt x="4648662" y="187389"/>
                  <a:pt x="4966506" y="169993"/>
                  <a:pt x="5061821" y="182286"/>
                </a:cubicBezTo>
                <a:cubicBezTo>
                  <a:pt x="5157136" y="194579"/>
                  <a:pt x="5728728" y="270596"/>
                  <a:pt x="5437610" y="856755"/>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58B6B0ED-36B3-F3FE-CD60-49099BE93DC6}"/>
              </a:ext>
            </a:extLst>
          </p:cNvPr>
          <p:cNvSpPr/>
          <p:nvPr/>
        </p:nvSpPr>
        <p:spPr>
          <a:xfrm rot="7803869" flipH="1" flipV="1">
            <a:off x="8643355" y="4651848"/>
            <a:ext cx="4302444" cy="837245"/>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700671"/>
              <a:gd name="connsiteY0" fmla="*/ 0 h 1062437"/>
              <a:gd name="connsiteX1" fmla="*/ 370853 w 4700671"/>
              <a:gd name="connsiteY1" fmla="*/ 314064 h 1062437"/>
              <a:gd name="connsiteX2" fmla="*/ 1155449 w 4700671"/>
              <a:gd name="connsiteY2" fmla="*/ 556217 h 1062437"/>
              <a:gd name="connsiteX3" fmla="*/ 1536762 w 4700671"/>
              <a:gd name="connsiteY3" fmla="*/ 869317 h 1062437"/>
              <a:gd name="connsiteX4" fmla="*/ 1912250 w 4700671"/>
              <a:gd name="connsiteY4" fmla="*/ 1061010 h 1062437"/>
              <a:gd name="connsiteX5" fmla="*/ 2182842 w 4700671"/>
              <a:gd name="connsiteY5" fmla="*/ 924372 h 1062437"/>
              <a:gd name="connsiteX6" fmla="*/ 2333623 w 4700671"/>
              <a:gd name="connsiteY6" fmla="*/ 687390 h 1062437"/>
              <a:gd name="connsiteX7" fmla="*/ 2542503 w 4700671"/>
              <a:gd name="connsiteY7" fmla="*/ 505079 h 1062437"/>
              <a:gd name="connsiteX8" fmla="*/ 2747484 w 4700671"/>
              <a:gd name="connsiteY8" fmla="*/ 143988 h 1062437"/>
              <a:gd name="connsiteX9" fmla="*/ 3094385 w 4700671"/>
              <a:gd name="connsiteY9" fmla="*/ 112842 h 1062437"/>
              <a:gd name="connsiteX10" fmla="*/ 3318623 w 4700671"/>
              <a:gd name="connsiteY10" fmla="*/ 317915 h 1062437"/>
              <a:gd name="connsiteX11" fmla="*/ 3958595 w 4700671"/>
              <a:gd name="connsiteY11" fmla="*/ 228306 h 1062437"/>
              <a:gd name="connsiteX12" fmla="*/ 4334218 w 4700671"/>
              <a:gd name="connsiteY12" fmla="*/ 328091 h 1062437"/>
              <a:gd name="connsiteX13" fmla="*/ 4700671 w 4700671"/>
              <a:gd name="connsiteY13" fmla="*/ 325355 h 1062437"/>
              <a:gd name="connsiteX0" fmla="*/ 0 w 4718894"/>
              <a:gd name="connsiteY0" fmla="*/ 0 h 1063428"/>
              <a:gd name="connsiteX1" fmla="*/ 389076 w 4718894"/>
              <a:gd name="connsiteY1" fmla="*/ 315055 h 1063428"/>
              <a:gd name="connsiteX2" fmla="*/ 1173672 w 4718894"/>
              <a:gd name="connsiteY2" fmla="*/ 557208 h 1063428"/>
              <a:gd name="connsiteX3" fmla="*/ 1554985 w 4718894"/>
              <a:gd name="connsiteY3" fmla="*/ 870308 h 1063428"/>
              <a:gd name="connsiteX4" fmla="*/ 1930473 w 4718894"/>
              <a:gd name="connsiteY4" fmla="*/ 1062001 h 1063428"/>
              <a:gd name="connsiteX5" fmla="*/ 2201065 w 4718894"/>
              <a:gd name="connsiteY5" fmla="*/ 925363 h 1063428"/>
              <a:gd name="connsiteX6" fmla="*/ 2351846 w 4718894"/>
              <a:gd name="connsiteY6" fmla="*/ 688381 h 1063428"/>
              <a:gd name="connsiteX7" fmla="*/ 2560726 w 4718894"/>
              <a:gd name="connsiteY7" fmla="*/ 506070 h 1063428"/>
              <a:gd name="connsiteX8" fmla="*/ 2765707 w 4718894"/>
              <a:gd name="connsiteY8" fmla="*/ 144979 h 1063428"/>
              <a:gd name="connsiteX9" fmla="*/ 3112608 w 4718894"/>
              <a:gd name="connsiteY9" fmla="*/ 113833 h 1063428"/>
              <a:gd name="connsiteX10" fmla="*/ 3336846 w 4718894"/>
              <a:gd name="connsiteY10" fmla="*/ 318906 h 1063428"/>
              <a:gd name="connsiteX11" fmla="*/ 3976818 w 4718894"/>
              <a:gd name="connsiteY11" fmla="*/ 229297 h 1063428"/>
              <a:gd name="connsiteX12" fmla="*/ 4352441 w 4718894"/>
              <a:gd name="connsiteY12" fmla="*/ 329082 h 1063428"/>
              <a:gd name="connsiteX13" fmla="*/ 4718894 w 4718894"/>
              <a:gd name="connsiteY13" fmla="*/ 326346 h 1063428"/>
              <a:gd name="connsiteX0" fmla="*/ 0 w 5143005"/>
              <a:gd name="connsiteY0" fmla="*/ 0 h 1063428"/>
              <a:gd name="connsiteX1" fmla="*/ 389076 w 5143005"/>
              <a:gd name="connsiteY1" fmla="*/ 315055 h 1063428"/>
              <a:gd name="connsiteX2" fmla="*/ 1173672 w 5143005"/>
              <a:gd name="connsiteY2" fmla="*/ 557208 h 1063428"/>
              <a:gd name="connsiteX3" fmla="*/ 1554985 w 5143005"/>
              <a:gd name="connsiteY3" fmla="*/ 870308 h 1063428"/>
              <a:gd name="connsiteX4" fmla="*/ 1930473 w 5143005"/>
              <a:gd name="connsiteY4" fmla="*/ 1062001 h 1063428"/>
              <a:gd name="connsiteX5" fmla="*/ 2201065 w 5143005"/>
              <a:gd name="connsiteY5" fmla="*/ 925363 h 1063428"/>
              <a:gd name="connsiteX6" fmla="*/ 2351846 w 5143005"/>
              <a:gd name="connsiteY6" fmla="*/ 688381 h 1063428"/>
              <a:gd name="connsiteX7" fmla="*/ 2560726 w 5143005"/>
              <a:gd name="connsiteY7" fmla="*/ 506070 h 1063428"/>
              <a:gd name="connsiteX8" fmla="*/ 2765707 w 5143005"/>
              <a:gd name="connsiteY8" fmla="*/ 144979 h 1063428"/>
              <a:gd name="connsiteX9" fmla="*/ 3112608 w 5143005"/>
              <a:gd name="connsiteY9" fmla="*/ 113833 h 1063428"/>
              <a:gd name="connsiteX10" fmla="*/ 3336846 w 5143005"/>
              <a:gd name="connsiteY10" fmla="*/ 318906 h 1063428"/>
              <a:gd name="connsiteX11" fmla="*/ 3976818 w 5143005"/>
              <a:gd name="connsiteY11" fmla="*/ 229297 h 1063428"/>
              <a:gd name="connsiteX12" fmla="*/ 4352441 w 5143005"/>
              <a:gd name="connsiteY12" fmla="*/ 329082 h 1063428"/>
              <a:gd name="connsiteX13" fmla="*/ 5143005 w 5143005"/>
              <a:gd name="connsiteY13" fmla="*/ 486773 h 1063428"/>
              <a:gd name="connsiteX0" fmla="*/ 0 w 5143005"/>
              <a:gd name="connsiteY0" fmla="*/ 0 h 1063428"/>
              <a:gd name="connsiteX1" fmla="*/ 389076 w 5143005"/>
              <a:gd name="connsiteY1" fmla="*/ 315055 h 1063428"/>
              <a:gd name="connsiteX2" fmla="*/ 1173672 w 5143005"/>
              <a:gd name="connsiteY2" fmla="*/ 557208 h 1063428"/>
              <a:gd name="connsiteX3" fmla="*/ 1554985 w 5143005"/>
              <a:gd name="connsiteY3" fmla="*/ 870308 h 1063428"/>
              <a:gd name="connsiteX4" fmla="*/ 1930473 w 5143005"/>
              <a:gd name="connsiteY4" fmla="*/ 1062001 h 1063428"/>
              <a:gd name="connsiteX5" fmla="*/ 2201065 w 5143005"/>
              <a:gd name="connsiteY5" fmla="*/ 925363 h 1063428"/>
              <a:gd name="connsiteX6" fmla="*/ 2351846 w 5143005"/>
              <a:gd name="connsiteY6" fmla="*/ 688381 h 1063428"/>
              <a:gd name="connsiteX7" fmla="*/ 2560726 w 5143005"/>
              <a:gd name="connsiteY7" fmla="*/ 506070 h 1063428"/>
              <a:gd name="connsiteX8" fmla="*/ 2765707 w 5143005"/>
              <a:gd name="connsiteY8" fmla="*/ 144979 h 1063428"/>
              <a:gd name="connsiteX9" fmla="*/ 3112608 w 5143005"/>
              <a:gd name="connsiteY9" fmla="*/ 113833 h 1063428"/>
              <a:gd name="connsiteX10" fmla="*/ 3336846 w 5143005"/>
              <a:gd name="connsiteY10" fmla="*/ 318906 h 1063428"/>
              <a:gd name="connsiteX11" fmla="*/ 3976818 w 5143005"/>
              <a:gd name="connsiteY11" fmla="*/ 229297 h 1063428"/>
              <a:gd name="connsiteX12" fmla="*/ 4352441 w 5143005"/>
              <a:gd name="connsiteY12" fmla="*/ 329082 h 1063428"/>
              <a:gd name="connsiteX13" fmla="*/ 5143005 w 5143005"/>
              <a:gd name="connsiteY13" fmla="*/ 486773 h 1063428"/>
              <a:gd name="connsiteX0" fmla="*/ 0 w 5143005"/>
              <a:gd name="connsiteY0" fmla="*/ 0 h 1063428"/>
              <a:gd name="connsiteX1" fmla="*/ 389076 w 5143005"/>
              <a:gd name="connsiteY1" fmla="*/ 315055 h 1063428"/>
              <a:gd name="connsiteX2" fmla="*/ 1173672 w 5143005"/>
              <a:gd name="connsiteY2" fmla="*/ 557208 h 1063428"/>
              <a:gd name="connsiteX3" fmla="*/ 1554985 w 5143005"/>
              <a:gd name="connsiteY3" fmla="*/ 870308 h 1063428"/>
              <a:gd name="connsiteX4" fmla="*/ 1930473 w 5143005"/>
              <a:gd name="connsiteY4" fmla="*/ 1062001 h 1063428"/>
              <a:gd name="connsiteX5" fmla="*/ 2201065 w 5143005"/>
              <a:gd name="connsiteY5" fmla="*/ 925363 h 1063428"/>
              <a:gd name="connsiteX6" fmla="*/ 2351846 w 5143005"/>
              <a:gd name="connsiteY6" fmla="*/ 688381 h 1063428"/>
              <a:gd name="connsiteX7" fmla="*/ 2560726 w 5143005"/>
              <a:gd name="connsiteY7" fmla="*/ 506070 h 1063428"/>
              <a:gd name="connsiteX8" fmla="*/ 2765707 w 5143005"/>
              <a:gd name="connsiteY8" fmla="*/ 144979 h 1063428"/>
              <a:gd name="connsiteX9" fmla="*/ 3112608 w 5143005"/>
              <a:gd name="connsiteY9" fmla="*/ 113833 h 1063428"/>
              <a:gd name="connsiteX10" fmla="*/ 3336846 w 5143005"/>
              <a:gd name="connsiteY10" fmla="*/ 318906 h 1063428"/>
              <a:gd name="connsiteX11" fmla="*/ 3976818 w 5143005"/>
              <a:gd name="connsiteY11" fmla="*/ 229297 h 1063428"/>
              <a:gd name="connsiteX12" fmla="*/ 4352441 w 5143005"/>
              <a:gd name="connsiteY12" fmla="*/ 329082 h 1063428"/>
              <a:gd name="connsiteX13" fmla="*/ 4862790 w 5143005"/>
              <a:gd name="connsiteY13" fmla="*/ 226902 h 1063428"/>
              <a:gd name="connsiteX14" fmla="*/ 5143005 w 5143005"/>
              <a:gd name="connsiteY14" fmla="*/ 486773 h 1063428"/>
              <a:gd name="connsiteX0" fmla="*/ 0 w 5134662"/>
              <a:gd name="connsiteY0" fmla="*/ 0 h 1063428"/>
              <a:gd name="connsiteX1" fmla="*/ 389076 w 5134662"/>
              <a:gd name="connsiteY1" fmla="*/ 315055 h 1063428"/>
              <a:gd name="connsiteX2" fmla="*/ 1173672 w 5134662"/>
              <a:gd name="connsiteY2" fmla="*/ 557208 h 1063428"/>
              <a:gd name="connsiteX3" fmla="*/ 1554985 w 5134662"/>
              <a:gd name="connsiteY3" fmla="*/ 870308 h 1063428"/>
              <a:gd name="connsiteX4" fmla="*/ 1930473 w 5134662"/>
              <a:gd name="connsiteY4" fmla="*/ 1062001 h 1063428"/>
              <a:gd name="connsiteX5" fmla="*/ 2201065 w 5134662"/>
              <a:gd name="connsiteY5" fmla="*/ 925363 h 1063428"/>
              <a:gd name="connsiteX6" fmla="*/ 2351846 w 5134662"/>
              <a:gd name="connsiteY6" fmla="*/ 688381 h 1063428"/>
              <a:gd name="connsiteX7" fmla="*/ 2560726 w 5134662"/>
              <a:gd name="connsiteY7" fmla="*/ 506070 h 1063428"/>
              <a:gd name="connsiteX8" fmla="*/ 2765707 w 5134662"/>
              <a:gd name="connsiteY8" fmla="*/ 144979 h 1063428"/>
              <a:gd name="connsiteX9" fmla="*/ 3112608 w 5134662"/>
              <a:gd name="connsiteY9" fmla="*/ 113833 h 1063428"/>
              <a:gd name="connsiteX10" fmla="*/ 3336846 w 5134662"/>
              <a:gd name="connsiteY10" fmla="*/ 318906 h 1063428"/>
              <a:gd name="connsiteX11" fmla="*/ 3976818 w 5134662"/>
              <a:gd name="connsiteY11" fmla="*/ 229297 h 1063428"/>
              <a:gd name="connsiteX12" fmla="*/ 4352441 w 5134662"/>
              <a:gd name="connsiteY12" fmla="*/ 329082 h 1063428"/>
              <a:gd name="connsiteX13" fmla="*/ 4862790 w 5134662"/>
              <a:gd name="connsiteY13" fmla="*/ 226902 h 1063428"/>
              <a:gd name="connsiteX14" fmla="*/ 5134662 w 5134662"/>
              <a:gd name="connsiteY14" fmla="*/ 697642 h 1063428"/>
              <a:gd name="connsiteX0" fmla="*/ 0 w 5136864"/>
              <a:gd name="connsiteY0" fmla="*/ 0 h 1063428"/>
              <a:gd name="connsiteX1" fmla="*/ 389076 w 5136864"/>
              <a:gd name="connsiteY1" fmla="*/ 315055 h 1063428"/>
              <a:gd name="connsiteX2" fmla="*/ 1173672 w 5136864"/>
              <a:gd name="connsiteY2" fmla="*/ 557208 h 1063428"/>
              <a:gd name="connsiteX3" fmla="*/ 1554985 w 5136864"/>
              <a:gd name="connsiteY3" fmla="*/ 870308 h 1063428"/>
              <a:gd name="connsiteX4" fmla="*/ 1930473 w 5136864"/>
              <a:gd name="connsiteY4" fmla="*/ 1062001 h 1063428"/>
              <a:gd name="connsiteX5" fmla="*/ 2201065 w 5136864"/>
              <a:gd name="connsiteY5" fmla="*/ 925363 h 1063428"/>
              <a:gd name="connsiteX6" fmla="*/ 2351846 w 5136864"/>
              <a:gd name="connsiteY6" fmla="*/ 688381 h 1063428"/>
              <a:gd name="connsiteX7" fmla="*/ 2560726 w 5136864"/>
              <a:gd name="connsiteY7" fmla="*/ 506070 h 1063428"/>
              <a:gd name="connsiteX8" fmla="*/ 2765707 w 5136864"/>
              <a:gd name="connsiteY8" fmla="*/ 144979 h 1063428"/>
              <a:gd name="connsiteX9" fmla="*/ 3112608 w 5136864"/>
              <a:gd name="connsiteY9" fmla="*/ 113833 h 1063428"/>
              <a:gd name="connsiteX10" fmla="*/ 3336846 w 5136864"/>
              <a:gd name="connsiteY10" fmla="*/ 318906 h 1063428"/>
              <a:gd name="connsiteX11" fmla="*/ 3976818 w 5136864"/>
              <a:gd name="connsiteY11" fmla="*/ 229297 h 1063428"/>
              <a:gd name="connsiteX12" fmla="*/ 4352441 w 5136864"/>
              <a:gd name="connsiteY12" fmla="*/ 329082 h 1063428"/>
              <a:gd name="connsiteX13" fmla="*/ 4862790 w 5136864"/>
              <a:gd name="connsiteY13" fmla="*/ 226902 h 1063428"/>
              <a:gd name="connsiteX14" fmla="*/ 5134662 w 5136864"/>
              <a:gd name="connsiteY14" fmla="*/ 697642 h 1063428"/>
              <a:gd name="connsiteX0" fmla="*/ 0 w 5136864"/>
              <a:gd name="connsiteY0" fmla="*/ 0 h 1063428"/>
              <a:gd name="connsiteX1" fmla="*/ 389076 w 5136864"/>
              <a:gd name="connsiteY1" fmla="*/ 315055 h 1063428"/>
              <a:gd name="connsiteX2" fmla="*/ 1173672 w 5136864"/>
              <a:gd name="connsiteY2" fmla="*/ 557208 h 1063428"/>
              <a:gd name="connsiteX3" fmla="*/ 1554985 w 5136864"/>
              <a:gd name="connsiteY3" fmla="*/ 870308 h 1063428"/>
              <a:gd name="connsiteX4" fmla="*/ 1930473 w 5136864"/>
              <a:gd name="connsiteY4" fmla="*/ 1062001 h 1063428"/>
              <a:gd name="connsiteX5" fmla="*/ 2201065 w 5136864"/>
              <a:gd name="connsiteY5" fmla="*/ 925363 h 1063428"/>
              <a:gd name="connsiteX6" fmla="*/ 2351846 w 5136864"/>
              <a:gd name="connsiteY6" fmla="*/ 688381 h 1063428"/>
              <a:gd name="connsiteX7" fmla="*/ 2560726 w 5136864"/>
              <a:gd name="connsiteY7" fmla="*/ 506070 h 1063428"/>
              <a:gd name="connsiteX8" fmla="*/ 2765707 w 5136864"/>
              <a:gd name="connsiteY8" fmla="*/ 144979 h 1063428"/>
              <a:gd name="connsiteX9" fmla="*/ 3112608 w 5136864"/>
              <a:gd name="connsiteY9" fmla="*/ 113833 h 1063428"/>
              <a:gd name="connsiteX10" fmla="*/ 3336846 w 5136864"/>
              <a:gd name="connsiteY10" fmla="*/ 318906 h 1063428"/>
              <a:gd name="connsiteX11" fmla="*/ 3976818 w 5136864"/>
              <a:gd name="connsiteY11" fmla="*/ 229297 h 1063428"/>
              <a:gd name="connsiteX12" fmla="*/ 4491035 w 5136864"/>
              <a:gd name="connsiteY12" fmla="*/ 207828 h 1063428"/>
              <a:gd name="connsiteX13" fmla="*/ 4862790 w 5136864"/>
              <a:gd name="connsiteY13" fmla="*/ 226902 h 1063428"/>
              <a:gd name="connsiteX14" fmla="*/ 5134662 w 5136864"/>
              <a:gd name="connsiteY14" fmla="*/ 697642 h 1063428"/>
              <a:gd name="connsiteX0" fmla="*/ 1 w 5950649"/>
              <a:gd name="connsiteY0" fmla="*/ 0 h 1167388"/>
              <a:gd name="connsiteX1" fmla="*/ 1202861 w 5950649"/>
              <a:gd name="connsiteY1" fmla="*/ 419015 h 1167388"/>
              <a:gd name="connsiteX2" fmla="*/ 1987457 w 5950649"/>
              <a:gd name="connsiteY2" fmla="*/ 661168 h 1167388"/>
              <a:gd name="connsiteX3" fmla="*/ 2368770 w 5950649"/>
              <a:gd name="connsiteY3" fmla="*/ 974268 h 1167388"/>
              <a:gd name="connsiteX4" fmla="*/ 2744258 w 5950649"/>
              <a:gd name="connsiteY4" fmla="*/ 1165961 h 1167388"/>
              <a:gd name="connsiteX5" fmla="*/ 3014850 w 5950649"/>
              <a:gd name="connsiteY5" fmla="*/ 1029323 h 1167388"/>
              <a:gd name="connsiteX6" fmla="*/ 3165631 w 5950649"/>
              <a:gd name="connsiteY6" fmla="*/ 792341 h 1167388"/>
              <a:gd name="connsiteX7" fmla="*/ 3374511 w 5950649"/>
              <a:gd name="connsiteY7" fmla="*/ 610030 h 1167388"/>
              <a:gd name="connsiteX8" fmla="*/ 3579492 w 5950649"/>
              <a:gd name="connsiteY8" fmla="*/ 248939 h 1167388"/>
              <a:gd name="connsiteX9" fmla="*/ 3926393 w 5950649"/>
              <a:gd name="connsiteY9" fmla="*/ 217793 h 1167388"/>
              <a:gd name="connsiteX10" fmla="*/ 4150631 w 5950649"/>
              <a:gd name="connsiteY10" fmla="*/ 422866 h 1167388"/>
              <a:gd name="connsiteX11" fmla="*/ 4790603 w 5950649"/>
              <a:gd name="connsiteY11" fmla="*/ 333257 h 1167388"/>
              <a:gd name="connsiteX12" fmla="*/ 5304820 w 5950649"/>
              <a:gd name="connsiteY12" fmla="*/ 311788 h 1167388"/>
              <a:gd name="connsiteX13" fmla="*/ 5676575 w 5950649"/>
              <a:gd name="connsiteY13" fmla="*/ 330862 h 1167388"/>
              <a:gd name="connsiteX14" fmla="*/ 5948447 w 5950649"/>
              <a:gd name="connsiteY14" fmla="*/ 801602 h 1167388"/>
              <a:gd name="connsiteX0" fmla="*/ 0 w 5950648"/>
              <a:gd name="connsiteY0" fmla="*/ 0 h 1167388"/>
              <a:gd name="connsiteX1" fmla="*/ 636876 w 5950648"/>
              <a:gd name="connsiteY1" fmla="*/ 115108 h 1167388"/>
              <a:gd name="connsiteX2" fmla="*/ 1202860 w 5950648"/>
              <a:gd name="connsiteY2" fmla="*/ 419015 h 1167388"/>
              <a:gd name="connsiteX3" fmla="*/ 1987456 w 5950648"/>
              <a:gd name="connsiteY3" fmla="*/ 661168 h 1167388"/>
              <a:gd name="connsiteX4" fmla="*/ 2368769 w 5950648"/>
              <a:gd name="connsiteY4" fmla="*/ 974268 h 1167388"/>
              <a:gd name="connsiteX5" fmla="*/ 2744257 w 5950648"/>
              <a:gd name="connsiteY5" fmla="*/ 1165961 h 1167388"/>
              <a:gd name="connsiteX6" fmla="*/ 3014849 w 5950648"/>
              <a:gd name="connsiteY6" fmla="*/ 1029323 h 1167388"/>
              <a:gd name="connsiteX7" fmla="*/ 3165630 w 5950648"/>
              <a:gd name="connsiteY7" fmla="*/ 792341 h 1167388"/>
              <a:gd name="connsiteX8" fmla="*/ 3374510 w 5950648"/>
              <a:gd name="connsiteY8" fmla="*/ 610030 h 1167388"/>
              <a:gd name="connsiteX9" fmla="*/ 3579491 w 5950648"/>
              <a:gd name="connsiteY9" fmla="*/ 248939 h 1167388"/>
              <a:gd name="connsiteX10" fmla="*/ 3926392 w 5950648"/>
              <a:gd name="connsiteY10" fmla="*/ 217793 h 1167388"/>
              <a:gd name="connsiteX11" fmla="*/ 4150630 w 5950648"/>
              <a:gd name="connsiteY11" fmla="*/ 422866 h 1167388"/>
              <a:gd name="connsiteX12" fmla="*/ 4790602 w 5950648"/>
              <a:gd name="connsiteY12" fmla="*/ 333257 h 1167388"/>
              <a:gd name="connsiteX13" fmla="*/ 5304819 w 5950648"/>
              <a:gd name="connsiteY13" fmla="*/ 311788 h 1167388"/>
              <a:gd name="connsiteX14" fmla="*/ 5676574 w 5950648"/>
              <a:gd name="connsiteY14" fmla="*/ 330862 h 1167388"/>
              <a:gd name="connsiteX15" fmla="*/ 5948446 w 5950648"/>
              <a:gd name="connsiteY15" fmla="*/ 801602 h 1167388"/>
              <a:gd name="connsiteX0" fmla="*/ 1 w 6196457"/>
              <a:gd name="connsiteY0" fmla="*/ 263097 h 1061227"/>
              <a:gd name="connsiteX1" fmla="*/ 882685 w 6196457"/>
              <a:gd name="connsiteY1" fmla="*/ 8947 h 1061227"/>
              <a:gd name="connsiteX2" fmla="*/ 1448669 w 6196457"/>
              <a:gd name="connsiteY2" fmla="*/ 312854 h 1061227"/>
              <a:gd name="connsiteX3" fmla="*/ 2233265 w 6196457"/>
              <a:gd name="connsiteY3" fmla="*/ 555007 h 1061227"/>
              <a:gd name="connsiteX4" fmla="*/ 2614578 w 6196457"/>
              <a:gd name="connsiteY4" fmla="*/ 868107 h 1061227"/>
              <a:gd name="connsiteX5" fmla="*/ 2990066 w 6196457"/>
              <a:gd name="connsiteY5" fmla="*/ 1059800 h 1061227"/>
              <a:gd name="connsiteX6" fmla="*/ 3260658 w 6196457"/>
              <a:gd name="connsiteY6" fmla="*/ 923162 h 1061227"/>
              <a:gd name="connsiteX7" fmla="*/ 3411439 w 6196457"/>
              <a:gd name="connsiteY7" fmla="*/ 686180 h 1061227"/>
              <a:gd name="connsiteX8" fmla="*/ 3620319 w 6196457"/>
              <a:gd name="connsiteY8" fmla="*/ 503869 h 1061227"/>
              <a:gd name="connsiteX9" fmla="*/ 3825300 w 6196457"/>
              <a:gd name="connsiteY9" fmla="*/ 142778 h 1061227"/>
              <a:gd name="connsiteX10" fmla="*/ 4172201 w 6196457"/>
              <a:gd name="connsiteY10" fmla="*/ 111632 h 1061227"/>
              <a:gd name="connsiteX11" fmla="*/ 4396439 w 6196457"/>
              <a:gd name="connsiteY11" fmla="*/ 316705 h 1061227"/>
              <a:gd name="connsiteX12" fmla="*/ 5036411 w 6196457"/>
              <a:gd name="connsiteY12" fmla="*/ 227096 h 1061227"/>
              <a:gd name="connsiteX13" fmla="*/ 5550628 w 6196457"/>
              <a:gd name="connsiteY13" fmla="*/ 205627 h 1061227"/>
              <a:gd name="connsiteX14" fmla="*/ 5922383 w 6196457"/>
              <a:gd name="connsiteY14" fmla="*/ 224701 h 1061227"/>
              <a:gd name="connsiteX15" fmla="*/ 6194255 w 6196457"/>
              <a:gd name="connsiteY15" fmla="*/ 695441 h 1061227"/>
              <a:gd name="connsiteX0" fmla="*/ 0 w 6196456"/>
              <a:gd name="connsiteY0" fmla="*/ 171962 h 970092"/>
              <a:gd name="connsiteX1" fmla="*/ 870443 w 6196456"/>
              <a:gd name="connsiteY1" fmla="*/ 78134 h 970092"/>
              <a:gd name="connsiteX2" fmla="*/ 1448668 w 6196456"/>
              <a:gd name="connsiteY2" fmla="*/ 221719 h 970092"/>
              <a:gd name="connsiteX3" fmla="*/ 2233264 w 6196456"/>
              <a:gd name="connsiteY3" fmla="*/ 463872 h 970092"/>
              <a:gd name="connsiteX4" fmla="*/ 2614577 w 6196456"/>
              <a:gd name="connsiteY4" fmla="*/ 776972 h 970092"/>
              <a:gd name="connsiteX5" fmla="*/ 2990065 w 6196456"/>
              <a:gd name="connsiteY5" fmla="*/ 968665 h 970092"/>
              <a:gd name="connsiteX6" fmla="*/ 3260657 w 6196456"/>
              <a:gd name="connsiteY6" fmla="*/ 832027 h 970092"/>
              <a:gd name="connsiteX7" fmla="*/ 3411438 w 6196456"/>
              <a:gd name="connsiteY7" fmla="*/ 595045 h 970092"/>
              <a:gd name="connsiteX8" fmla="*/ 3620318 w 6196456"/>
              <a:gd name="connsiteY8" fmla="*/ 412734 h 970092"/>
              <a:gd name="connsiteX9" fmla="*/ 3825299 w 6196456"/>
              <a:gd name="connsiteY9" fmla="*/ 51643 h 970092"/>
              <a:gd name="connsiteX10" fmla="*/ 4172200 w 6196456"/>
              <a:gd name="connsiteY10" fmla="*/ 20497 h 970092"/>
              <a:gd name="connsiteX11" fmla="*/ 4396438 w 6196456"/>
              <a:gd name="connsiteY11" fmla="*/ 225570 h 970092"/>
              <a:gd name="connsiteX12" fmla="*/ 5036410 w 6196456"/>
              <a:gd name="connsiteY12" fmla="*/ 135961 h 970092"/>
              <a:gd name="connsiteX13" fmla="*/ 5550627 w 6196456"/>
              <a:gd name="connsiteY13" fmla="*/ 114492 h 970092"/>
              <a:gd name="connsiteX14" fmla="*/ 5922382 w 6196456"/>
              <a:gd name="connsiteY14" fmla="*/ 133566 h 970092"/>
              <a:gd name="connsiteX15" fmla="*/ 6194254 w 6196456"/>
              <a:gd name="connsiteY15" fmla="*/ 604306 h 970092"/>
              <a:gd name="connsiteX0" fmla="*/ 0 w 6196456"/>
              <a:gd name="connsiteY0" fmla="*/ 171961 h 970091"/>
              <a:gd name="connsiteX1" fmla="*/ 870443 w 6196456"/>
              <a:gd name="connsiteY1" fmla="*/ 78133 h 970091"/>
              <a:gd name="connsiteX2" fmla="*/ 1448668 w 6196456"/>
              <a:gd name="connsiteY2" fmla="*/ 221718 h 970091"/>
              <a:gd name="connsiteX3" fmla="*/ 2230069 w 6196456"/>
              <a:gd name="connsiteY3" fmla="*/ 344635 h 970091"/>
              <a:gd name="connsiteX4" fmla="*/ 2614577 w 6196456"/>
              <a:gd name="connsiteY4" fmla="*/ 776971 h 970091"/>
              <a:gd name="connsiteX5" fmla="*/ 2990065 w 6196456"/>
              <a:gd name="connsiteY5" fmla="*/ 968664 h 970091"/>
              <a:gd name="connsiteX6" fmla="*/ 3260657 w 6196456"/>
              <a:gd name="connsiteY6" fmla="*/ 832026 h 970091"/>
              <a:gd name="connsiteX7" fmla="*/ 3411438 w 6196456"/>
              <a:gd name="connsiteY7" fmla="*/ 595044 h 970091"/>
              <a:gd name="connsiteX8" fmla="*/ 3620318 w 6196456"/>
              <a:gd name="connsiteY8" fmla="*/ 412733 h 970091"/>
              <a:gd name="connsiteX9" fmla="*/ 3825299 w 6196456"/>
              <a:gd name="connsiteY9" fmla="*/ 51642 h 970091"/>
              <a:gd name="connsiteX10" fmla="*/ 4172200 w 6196456"/>
              <a:gd name="connsiteY10" fmla="*/ 20496 h 970091"/>
              <a:gd name="connsiteX11" fmla="*/ 4396438 w 6196456"/>
              <a:gd name="connsiteY11" fmla="*/ 225569 h 970091"/>
              <a:gd name="connsiteX12" fmla="*/ 5036410 w 6196456"/>
              <a:gd name="connsiteY12" fmla="*/ 135960 h 970091"/>
              <a:gd name="connsiteX13" fmla="*/ 5550627 w 6196456"/>
              <a:gd name="connsiteY13" fmla="*/ 114491 h 970091"/>
              <a:gd name="connsiteX14" fmla="*/ 5922382 w 6196456"/>
              <a:gd name="connsiteY14" fmla="*/ 133565 h 970091"/>
              <a:gd name="connsiteX15" fmla="*/ 6194254 w 6196456"/>
              <a:gd name="connsiteY15" fmla="*/ 604305 h 970091"/>
              <a:gd name="connsiteX0" fmla="*/ 0 w 6196456"/>
              <a:gd name="connsiteY0" fmla="*/ 171961 h 973227"/>
              <a:gd name="connsiteX1" fmla="*/ 870443 w 6196456"/>
              <a:gd name="connsiteY1" fmla="*/ 78133 h 973227"/>
              <a:gd name="connsiteX2" fmla="*/ 1448668 w 6196456"/>
              <a:gd name="connsiteY2" fmla="*/ 221718 h 973227"/>
              <a:gd name="connsiteX3" fmla="*/ 2230069 w 6196456"/>
              <a:gd name="connsiteY3" fmla="*/ 344635 h 973227"/>
              <a:gd name="connsiteX4" fmla="*/ 2642191 w 6196456"/>
              <a:gd name="connsiteY4" fmla="*/ 668101 h 973227"/>
              <a:gd name="connsiteX5" fmla="*/ 2990065 w 6196456"/>
              <a:gd name="connsiteY5" fmla="*/ 968664 h 973227"/>
              <a:gd name="connsiteX6" fmla="*/ 3260657 w 6196456"/>
              <a:gd name="connsiteY6" fmla="*/ 832026 h 973227"/>
              <a:gd name="connsiteX7" fmla="*/ 3411438 w 6196456"/>
              <a:gd name="connsiteY7" fmla="*/ 595044 h 973227"/>
              <a:gd name="connsiteX8" fmla="*/ 3620318 w 6196456"/>
              <a:gd name="connsiteY8" fmla="*/ 412733 h 973227"/>
              <a:gd name="connsiteX9" fmla="*/ 3825299 w 6196456"/>
              <a:gd name="connsiteY9" fmla="*/ 51642 h 973227"/>
              <a:gd name="connsiteX10" fmla="*/ 4172200 w 6196456"/>
              <a:gd name="connsiteY10" fmla="*/ 20496 h 973227"/>
              <a:gd name="connsiteX11" fmla="*/ 4396438 w 6196456"/>
              <a:gd name="connsiteY11" fmla="*/ 225569 h 973227"/>
              <a:gd name="connsiteX12" fmla="*/ 5036410 w 6196456"/>
              <a:gd name="connsiteY12" fmla="*/ 135960 h 973227"/>
              <a:gd name="connsiteX13" fmla="*/ 5550627 w 6196456"/>
              <a:gd name="connsiteY13" fmla="*/ 114491 h 973227"/>
              <a:gd name="connsiteX14" fmla="*/ 5922382 w 6196456"/>
              <a:gd name="connsiteY14" fmla="*/ 133565 h 973227"/>
              <a:gd name="connsiteX15" fmla="*/ 6194254 w 6196456"/>
              <a:gd name="connsiteY15" fmla="*/ 604305 h 973227"/>
              <a:gd name="connsiteX0" fmla="*/ 0 w 6196456"/>
              <a:gd name="connsiteY0" fmla="*/ 171961 h 858029"/>
              <a:gd name="connsiteX1" fmla="*/ 870443 w 6196456"/>
              <a:gd name="connsiteY1" fmla="*/ 78133 h 858029"/>
              <a:gd name="connsiteX2" fmla="*/ 1448668 w 6196456"/>
              <a:gd name="connsiteY2" fmla="*/ 221718 h 858029"/>
              <a:gd name="connsiteX3" fmla="*/ 2230069 w 6196456"/>
              <a:gd name="connsiteY3" fmla="*/ 344635 h 858029"/>
              <a:gd name="connsiteX4" fmla="*/ 2642191 w 6196456"/>
              <a:gd name="connsiteY4" fmla="*/ 668101 h 858029"/>
              <a:gd name="connsiteX5" fmla="*/ 2919018 w 6196456"/>
              <a:gd name="connsiteY5" fmla="*/ 833488 h 858029"/>
              <a:gd name="connsiteX6" fmla="*/ 3260657 w 6196456"/>
              <a:gd name="connsiteY6" fmla="*/ 832026 h 858029"/>
              <a:gd name="connsiteX7" fmla="*/ 3411438 w 6196456"/>
              <a:gd name="connsiteY7" fmla="*/ 595044 h 858029"/>
              <a:gd name="connsiteX8" fmla="*/ 3620318 w 6196456"/>
              <a:gd name="connsiteY8" fmla="*/ 412733 h 858029"/>
              <a:gd name="connsiteX9" fmla="*/ 3825299 w 6196456"/>
              <a:gd name="connsiteY9" fmla="*/ 51642 h 858029"/>
              <a:gd name="connsiteX10" fmla="*/ 4172200 w 6196456"/>
              <a:gd name="connsiteY10" fmla="*/ 20496 h 858029"/>
              <a:gd name="connsiteX11" fmla="*/ 4396438 w 6196456"/>
              <a:gd name="connsiteY11" fmla="*/ 225569 h 858029"/>
              <a:gd name="connsiteX12" fmla="*/ 5036410 w 6196456"/>
              <a:gd name="connsiteY12" fmla="*/ 135960 h 858029"/>
              <a:gd name="connsiteX13" fmla="*/ 5550627 w 6196456"/>
              <a:gd name="connsiteY13" fmla="*/ 114491 h 858029"/>
              <a:gd name="connsiteX14" fmla="*/ 5922382 w 6196456"/>
              <a:gd name="connsiteY14" fmla="*/ 133565 h 858029"/>
              <a:gd name="connsiteX15" fmla="*/ 6194254 w 6196456"/>
              <a:gd name="connsiteY15" fmla="*/ 604305 h 858029"/>
              <a:gd name="connsiteX0" fmla="*/ 0 w 6196456"/>
              <a:gd name="connsiteY0" fmla="*/ 171961 h 974047"/>
              <a:gd name="connsiteX1" fmla="*/ 870443 w 6196456"/>
              <a:gd name="connsiteY1" fmla="*/ 78133 h 974047"/>
              <a:gd name="connsiteX2" fmla="*/ 1448668 w 6196456"/>
              <a:gd name="connsiteY2" fmla="*/ 221718 h 974047"/>
              <a:gd name="connsiteX3" fmla="*/ 2230069 w 6196456"/>
              <a:gd name="connsiteY3" fmla="*/ 344635 h 974047"/>
              <a:gd name="connsiteX4" fmla="*/ 2642191 w 6196456"/>
              <a:gd name="connsiteY4" fmla="*/ 668101 h 974047"/>
              <a:gd name="connsiteX5" fmla="*/ 2900399 w 6196456"/>
              <a:gd name="connsiteY5" fmla="*/ 969510 h 974047"/>
              <a:gd name="connsiteX6" fmla="*/ 3260657 w 6196456"/>
              <a:gd name="connsiteY6" fmla="*/ 832026 h 974047"/>
              <a:gd name="connsiteX7" fmla="*/ 3411438 w 6196456"/>
              <a:gd name="connsiteY7" fmla="*/ 595044 h 974047"/>
              <a:gd name="connsiteX8" fmla="*/ 3620318 w 6196456"/>
              <a:gd name="connsiteY8" fmla="*/ 412733 h 974047"/>
              <a:gd name="connsiteX9" fmla="*/ 3825299 w 6196456"/>
              <a:gd name="connsiteY9" fmla="*/ 51642 h 974047"/>
              <a:gd name="connsiteX10" fmla="*/ 4172200 w 6196456"/>
              <a:gd name="connsiteY10" fmla="*/ 20496 h 974047"/>
              <a:gd name="connsiteX11" fmla="*/ 4396438 w 6196456"/>
              <a:gd name="connsiteY11" fmla="*/ 225569 h 974047"/>
              <a:gd name="connsiteX12" fmla="*/ 5036410 w 6196456"/>
              <a:gd name="connsiteY12" fmla="*/ 135960 h 974047"/>
              <a:gd name="connsiteX13" fmla="*/ 5550627 w 6196456"/>
              <a:gd name="connsiteY13" fmla="*/ 114491 h 974047"/>
              <a:gd name="connsiteX14" fmla="*/ 5922382 w 6196456"/>
              <a:gd name="connsiteY14" fmla="*/ 133565 h 974047"/>
              <a:gd name="connsiteX15" fmla="*/ 6194254 w 6196456"/>
              <a:gd name="connsiteY15" fmla="*/ 604305 h 974047"/>
              <a:gd name="connsiteX0" fmla="*/ 0 w 5991763"/>
              <a:gd name="connsiteY0" fmla="*/ 408645 h 974047"/>
              <a:gd name="connsiteX1" fmla="*/ 665750 w 5991763"/>
              <a:gd name="connsiteY1" fmla="*/ 78133 h 974047"/>
              <a:gd name="connsiteX2" fmla="*/ 1243975 w 5991763"/>
              <a:gd name="connsiteY2" fmla="*/ 221718 h 974047"/>
              <a:gd name="connsiteX3" fmla="*/ 2025376 w 5991763"/>
              <a:gd name="connsiteY3" fmla="*/ 344635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665750 w 5991763"/>
              <a:gd name="connsiteY1" fmla="*/ 78133 h 974047"/>
              <a:gd name="connsiteX2" fmla="*/ 1243975 w 5991763"/>
              <a:gd name="connsiteY2" fmla="*/ 221718 h 974047"/>
              <a:gd name="connsiteX3" fmla="*/ 2025376 w 5991763"/>
              <a:gd name="connsiteY3" fmla="*/ 344635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696545 w 5991763"/>
              <a:gd name="connsiteY1" fmla="*/ 380973 h 974047"/>
              <a:gd name="connsiteX2" fmla="*/ 1243975 w 5991763"/>
              <a:gd name="connsiteY2" fmla="*/ 221718 h 974047"/>
              <a:gd name="connsiteX3" fmla="*/ 2025376 w 5991763"/>
              <a:gd name="connsiteY3" fmla="*/ 344635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696545 w 5991763"/>
              <a:gd name="connsiteY1" fmla="*/ 380973 h 974047"/>
              <a:gd name="connsiteX2" fmla="*/ 1202429 w 5991763"/>
              <a:gd name="connsiteY2" fmla="*/ 421369 h 974047"/>
              <a:gd name="connsiteX3" fmla="*/ 2025376 w 5991763"/>
              <a:gd name="connsiteY3" fmla="*/ 344635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772644 w 5991763"/>
              <a:gd name="connsiteY1" fmla="*/ 351832 h 974047"/>
              <a:gd name="connsiteX2" fmla="*/ 1202429 w 5991763"/>
              <a:gd name="connsiteY2" fmla="*/ 421369 h 974047"/>
              <a:gd name="connsiteX3" fmla="*/ 2025376 w 5991763"/>
              <a:gd name="connsiteY3" fmla="*/ 344635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772644 w 5991763"/>
              <a:gd name="connsiteY1" fmla="*/ 351832 h 974047"/>
              <a:gd name="connsiteX2" fmla="*/ 1202429 w 5991763"/>
              <a:gd name="connsiteY2" fmla="*/ 421369 h 974047"/>
              <a:gd name="connsiteX3" fmla="*/ 2032783 w 5991763"/>
              <a:gd name="connsiteY3" fmla="*/ 377179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772644 w 5991763"/>
              <a:gd name="connsiteY1" fmla="*/ 351832 h 974047"/>
              <a:gd name="connsiteX2" fmla="*/ 1202429 w 5991763"/>
              <a:gd name="connsiteY2" fmla="*/ 421369 h 974047"/>
              <a:gd name="connsiteX3" fmla="*/ 2118273 w 5991763"/>
              <a:gd name="connsiteY3" fmla="*/ 504356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772644 w 5991763"/>
              <a:gd name="connsiteY1" fmla="*/ 351832 h 974047"/>
              <a:gd name="connsiteX2" fmla="*/ 1236014 w 5991763"/>
              <a:gd name="connsiteY2" fmla="*/ 633649 h 974047"/>
              <a:gd name="connsiteX3" fmla="*/ 2118273 w 5991763"/>
              <a:gd name="connsiteY3" fmla="*/ 504356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991763"/>
              <a:gd name="connsiteY0" fmla="*/ 408645 h 974047"/>
              <a:gd name="connsiteX1" fmla="*/ 762927 w 5991763"/>
              <a:gd name="connsiteY1" fmla="*/ 609749 h 974047"/>
              <a:gd name="connsiteX2" fmla="*/ 1236014 w 5991763"/>
              <a:gd name="connsiteY2" fmla="*/ 633649 h 974047"/>
              <a:gd name="connsiteX3" fmla="*/ 2118273 w 5991763"/>
              <a:gd name="connsiteY3" fmla="*/ 504356 h 974047"/>
              <a:gd name="connsiteX4" fmla="*/ 2437498 w 5991763"/>
              <a:gd name="connsiteY4" fmla="*/ 668101 h 974047"/>
              <a:gd name="connsiteX5" fmla="*/ 2695706 w 5991763"/>
              <a:gd name="connsiteY5" fmla="*/ 969510 h 974047"/>
              <a:gd name="connsiteX6" fmla="*/ 3055964 w 5991763"/>
              <a:gd name="connsiteY6" fmla="*/ 832026 h 974047"/>
              <a:gd name="connsiteX7" fmla="*/ 3206745 w 5991763"/>
              <a:gd name="connsiteY7" fmla="*/ 595044 h 974047"/>
              <a:gd name="connsiteX8" fmla="*/ 3415625 w 5991763"/>
              <a:gd name="connsiteY8" fmla="*/ 412733 h 974047"/>
              <a:gd name="connsiteX9" fmla="*/ 3620606 w 5991763"/>
              <a:gd name="connsiteY9" fmla="*/ 51642 h 974047"/>
              <a:gd name="connsiteX10" fmla="*/ 3967507 w 5991763"/>
              <a:gd name="connsiteY10" fmla="*/ 20496 h 974047"/>
              <a:gd name="connsiteX11" fmla="*/ 4191745 w 5991763"/>
              <a:gd name="connsiteY11" fmla="*/ 225569 h 974047"/>
              <a:gd name="connsiteX12" fmla="*/ 4831717 w 5991763"/>
              <a:gd name="connsiteY12" fmla="*/ 135960 h 974047"/>
              <a:gd name="connsiteX13" fmla="*/ 5345934 w 5991763"/>
              <a:gd name="connsiteY13" fmla="*/ 114491 h 974047"/>
              <a:gd name="connsiteX14" fmla="*/ 5717689 w 5991763"/>
              <a:gd name="connsiteY14" fmla="*/ 133565 h 974047"/>
              <a:gd name="connsiteX15" fmla="*/ 5989561 w 5991763"/>
              <a:gd name="connsiteY15" fmla="*/ 604305 h 974047"/>
              <a:gd name="connsiteX0" fmla="*/ 0 w 5858348"/>
              <a:gd name="connsiteY0" fmla="*/ 802754 h 974047"/>
              <a:gd name="connsiteX1" fmla="*/ 629512 w 5858348"/>
              <a:gd name="connsiteY1" fmla="*/ 609749 h 974047"/>
              <a:gd name="connsiteX2" fmla="*/ 1102599 w 5858348"/>
              <a:gd name="connsiteY2" fmla="*/ 633649 h 974047"/>
              <a:gd name="connsiteX3" fmla="*/ 1984858 w 5858348"/>
              <a:gd name="connsiteY3" fmla="*/ 504356 h 974047"/>
              <a:gd name="connsiteX4" fmla="*/ 2304083 w 5858348"/>
              <a:gd name="connsiteY4" fmla="*/ 668101 h 974047"/>
              <a:gd name="connsiteX5" fmla="*/ 2562291 w 5858348"/>
              <a:gd name="connsiteY5" fmla="*/ 969510 h 974047"/>
              <a:gd name="connsiteX6" fmla="*/ 2922549 w 5858348"/>
              <a:gd name="connsiteY6" fmla="*/ 832026 h 974047"/>
              <a:gd name="connsiteX7" fmla="*/ 3073330 w 5858348"/>
              <a:gd name="connsiteY7" fmla="*/ 595044 h 974047"/>
              <a:gd name="connsiteX8" fmla="*/ 3282210 w 5858348"/>
              <a:gd name="connsiteY8" fmla="*/ 412733 h 974047"/>
              <a:gd name="connsiteX9" fmla="*/ 3487191 w 5858348"/>
              <a:gd name="connsiteY9" fmla="*/ 51642 h 974047"/>
              <a:gd name="connsiteX10" fmla="*/ 3834092 w 5858348"/>
              <a:gd name="connsiteY10" fmla="*/ 20496 h 974047"/>
              <a:gd name="connsiteX11" fmla="*/ 4058330 w 5858348"/>
              <a:gd name="connsiteY11" fmla="*/ 225569 h 974047"/>
              <a:gd name="connsiteX12" fmla="*/ 4698302 w 5858348"/>
              <a:gd name="connsiteY12" fmla="*/ 135960 h 974047"/>
              <a:gd name="connsiteX13" fmla="*/ 5212519 w 5858348"/>
              <a:gd name="connsiteY13" fmla="*/ 114491 h 974047"/>
              <a:gd name="connsiteX14" fmla="*/ 5584274 w 5858348"/>
              <a:gd name="connsiteY14" fmla="*/ 133565 h 974047"/>
              <a:gd name="connsiteX15" fmla="*/ 5856146 w 5858348"/>
              <a:gd name="connsiteY15" fmla="*/ 604305 h 974047"/>
              <a:gd name="connsiteX0" fmla="*/ 0 w 5858348"/>
              <a:gd name="connsiteY0" fmla="*/ 802754 h 974047"/>
              <a:gd name="connsiteX1" fmla="*/ 629512 w 5858348"/>
              <a:gd name="connsiteY1" fmla="*/ 609749 h 974047"/>
              <a:gd name="connsiteX2" fmla="*/ 1102599 w 5858348"/>
              <a:gd name="connsiteY2" fmla="*/ 633649 h 974047"/>
              <a:gd name="connsiteX3" fmla="*/ 1906728 w 5858348"/>
              <a:gd name="connsiteY3" fmla="*/ 531632 h 974047"/>
              <a:gd name="connsiteX4" fmla="*/ 2304083 w 5858348"/>
              <a:gd name="connsiteY4" fmla="*/ 668101 h 974047"/>
              <a:gd name="connsiteX5" fmla="*/ 2562291 w 5858348"/>
              <a:gd name="connsiteY5" fmla="*/ 969510 h 974047"/>
              <a:gd name="connsiteX6" fmla="*/ 2922549 w 5858348"/>
              <a:gd name="connsiteY6" fmla="*/ 832026 h 974047"/>
              <a:gd name="connsiteX7" fmla="*/ 3073330 w 5858348"/>
              <a:gd name="connsiteY7" fmla="*/ 595044 h 974047"/>
              <a:gd name="connsiteX8" fmla="*/ 3282210 w 5858348"/>
              <a:gd name="connsiteY8" fmla="*/ 412733 h 974047"/>
              <a:gd name="connsiteX9" fmla="*/ 3487191 w 5858348"/>
              <a:gd name="connsiteY9" fmla="*/ 51642 h 974047"/>
              <a:gd name="connsiteX10" fmla="*/ 3834092 w 5858348"/>
              <a:gd name="connsiteY10" fmla="*/ 20496 h 974047"/>
              <a:gd name="connsiteX11" fmla="*/ 4058330 w 5858348"/>
              <a:gd name="connsiteY11" fmla="*/ 225569 h 974047"/>
              <a:gd name="connsiteX12" fmla="*/ 4698302 w 5858348"/>
              <a:gd name="connsiteY12" fmla="*/ 135960 h 974047"/>
              <a:gd name="connsiteX13" fmla="*/ 5212519 w 5858348"/>
              <a:gd name="connsiteY13" fmla="*/ 114491 h 974047"/>
              <a:gd name="connsiteX14" fmla="*/ 5584274 w 5858348"/>
              <a:gd name="connsiteY14" fmla="*/ 133565 h 974047"/>
              <a:gd name="connsiteX15" fmla="*/ 5856146 w 5858348"/>
              <a:gd name="connsiteY15" fmla="*/ 604305 h 974047"/>
              <a:gd name="connsiteX0" fmla="*/ 0 w 5858348"/>
              <a:gd name="connsiteY0" fmla="*/ 802754 h 972460"/>
              <a:gd name="connsiteX1" fmla="*/ 629512 w 5858348"/>
              <a:gd name="connsiteY1" fmla="*/ 609749 h 972460"/>
              <a:gd name="connsiteX2" fmla="*/ 1102599 w 5858348"/>
              <a:gd name="connsiteY2" fmla="*/ 633649 h 972460"/>
              <a:gd name="connsiteX3" fmla="*/ 1906728 w 5858348"/>
              <a:gd name="connsiteY3" fmla="*/ 531632 h 972460"/>
              <a:gd name="connsiteX4" fmla="*/ 2217648 w 5858348"/>
              <a:gd name="connsiteY4" fmla="*/ 705871 h 972460"/>
              <a:gd name="connsiteX5" fmla="*/ 2562291 w 5858348"/>
              <a:gd name="connsiteY5" fmla="*/ 969510 h 972460"/>
              <a:gd name="connsiteX6" fmla="*/ 2922549 w 5858348"/>
              <a:gd name="connsiteY6" fmla="*/ 832026 h 972460"/>
              <a:gd name="connsiteX7" fmla="*/ 3073330 w 5858348"/>
              <a:gd name="connsiteY7" fmla="*/ 595044 h 972460"/>
              <a:gd name="connsiteX8" fmla="*/ 3282210 w 5858348"/>
              <a:gd name="connsiteY8" fmla="*/ 412733 h 972460"/>
              <a:gd name="connsiteX9" fmla="*/ 3487191 w 5858348"/>
              <a:gd name="connsiteY9" fmla="*/ 51642 h 972460"/>
              <a:gd name="connsiteX10" fmla="*/ 3834092 w 5858348"/>
              <a:gd name="connsiteY10" fmla="*/ 20496 h 972460"/>
              <a:gd name="connsiteX11" fmla="*/ 4058330 w 5858348"/>
              <a:gd name="connsiteY11" fmla="*/ 225569 h 972460"/>
              <a:gd name="connsiteX12" fmla="*/ 4698302 w 5858348"/>
              <a:gd name="connsiteY12" fmla="*/ 135960 h 972460"/>
              <a:gd name="connsiteX13" fmla="*/ 5212519 w 5858348"/>
              <a:gd name="connsiteY13" fmla="*/ 114491 h 972460"/>
              <a:gd name="connsiteX14" fmla="*/ 5584274 w 5858348"/>
              <a:gd name="connsiteY14" fmla="*/ 133565 h 972460"/>
              <a:gd name="connsiteX15" fmla="*/ 5856146 w 5858348"/>
              <a:gd name="connsiteY15" fmla="*/ 604305 h 972460"/>
              <a:gd name="connsiteX0" fmla="*/ 0 w 5858348"/>
              <a:gd name="connsiteY0" fmla="*/ 802754 h 1043101"/>
              <a:gd name="connsiteX1" fmla="*/ 629512 w 5858348"/>
              <a:gd name="connsiteY1" fmla="*/ 609749 h 1043101"/>
              <a:gd name="connsiteX2" fmla="*/ 1102599 w 5858348"/>
              <a:gd name="connsiteY2" fmla="*/ 633649 h 1043101"/>
              <a:gd name="connsiteX3" fmla="*/ 1906728 w 5858348"/>
              <a:gd name="connsiteY3" fmla="*/ 531632 h 1043101"/>
              <a:gd name="connsiteX4" fmla="*/ 2217648 w 5858348"/>
              <a:gd name="connsiteY4" fmla="*/ 705871 h 1043101"/>
              <a:gd name="connsiteX5" fmla="*/ 2453161 w 5858348"/>
              <a:gd name="connsiteY5" fmla="*/ 1041168 h 1043101"/>
              <a:gd name="connsiteX6" fmla="*/ 2922549 w 5858348"/>
              <a:gd name="connsiteY6" fmla="*/ 832026 h 1043101"/>
              <a:gd name="connsiteX7" fmla="*/ 3073330 w 5858348"/>
              <a:gd name="connsiteY7" fmla="*/ 595044 h 1043101"/>
              <a:gd name="connsiteX8" fmla="*/ 3282210 w 5858348"/>
              <a:gd name="connsiteY8" fmla="*/ 412733 h 1043101"/>
              <a:gd name="connsiteX9" fmla="*/ 3487191 w 5858348"/>
              <a:gd name="connsiteY9" fmla="*/ 51642 h 1043101"/>
              <a:gd name="connsiteX10" fmla="*/ 3834092 w 5858348"/>
              <a:gd name="connsiteY10" fmla="*/ 20496 h 1043101"/>
              <a:gd name="connsiteX11" fmla="*/ 4058330 w 5858348"/>
              <a:gd name="connsiteY11" fmla="*/ 225569 h 1043101"/>
              <a:gd name="connsiteX12" fmla="*/ 4698302 w 5858348"/>
              <a:gd name="connsiteY12" fmla="*/ 135960 h 1043101"/>
              <a:gd name="connsiteX13" fmla="*/ 5212519 w 5858348"/>
              <a:gd name="connsiteY13" fmla="*/ 114491 h 1043101"/>
              <a:gd name="connsiteX14" fmla="*/ 5584274 w 5858348"/>
              <a:gd name="connsiteY14" fmla="*/ 133565 h 1043101"/>
              <a:gd name="connsiteX15" fmla="*/ 5856146 w 5858348"/>
              <a:gd name="connsiteY15" fmla="*/ 604305 h 1043101"/>
              <a:gd name="connsiteX0" fmla="*/ 0 w 5858348"/>
              <a:gd name="connsiteY0" fmla="*/ 802754 h 1047207"/>
              <a:gd name="connsiteX1" fmla="*/ 629512 w 5858348"/>
              <a:gd name="connsiteY1" fmla="*/ 609749 h 1047207"/>
              <a:gd name="connsiteX2" fmla="*/ 1102599 w 5858348"/>
              <a:gd name="connsiteY2" fmla="*/ 633649 h 1047207"/>
              <a:gd name="connsiteX3" fmla="*/ 1906728 w 5858348"/>
              <a:gd name="connsiteY3" fmla="*/ 531632 h 1047207"/>
              <a:gd name="connsiteX4" fmla="*/ 2217648 w 5858348"/>
              <a:gd name="connsiteY4" fmla="*/ 705871 h 1047207"/>
              <a:gd name="connsiteX5" fmla="*/ 2453161 w 5858348"/>
              <a:gd name="connsiteY5" fmla="*/ 1041168 h 1047207"/>
              <a:gd name="connsiteX6" fmla="*/ 2789646 w 5858348"/>
              <a:gd name="connsiteY6" fmla="*/ 897345 h 1047207"/>
              <a:gd name="connsiteX7" fmla="*/ 3073330 w 5858348"/>
              <a:gd name="connsiteY7" fmla="*/ 595044 h 1047207"/>
              <a:gd name="connsiteX8" fmla="*/ 3282210 w 5858348"/>
              <a:gd name="connsiteY8" fmla="*/ 412733 h 1047207"/>
              <a:gd name="connsiteX9" fmla="*/ 3487191 w 5858348"/>
              <a:gd name="connsiteY9" fmla="*/ 51642 h 1047207"/>
              <a:gd name="connsiteX10" fmla="*/ 3834092 w 5858348"/>
              <a:gd name="connsiteY10" fmla="*/ 20496 h 1047207"/>
              <a:gd name="connsiteX11" fmla="*/ 4058330 w 5858348"/>
              <a:gd name="connsiteY11" fmla="*/ 225569 h 1047207"/>
              <a:gd name="connsiteX12" fmla="*/ 4698302 w 5858348"/>
              <a:gd name="connsiteY12" fmla="*/ 135960 h 1047207"/>
              <a:gd name="connsiteX13" fmla="*/ 5212519 w 5858348"/>
              <a:gd name="connsiteY13" fmla="*/ 114491 h 1047207"/>
              <a:gd name="connsiteX14" fmla="*/ 5584274 w 5858348"/>
              <a:gd name="connsiteY14" fmla="*/ 133565 h 1047207"/>
              <a:gd name="connsiteX15" fmla="*/ 5856146 w 5858348"/>
              <a:gd name="connsiteY15" fmla="*/ 604305 h 1047207"/>
              <a:gd name="connsiteX0" fmla="*/ 0 w 5881511"/>
              <a:gd name="connsiteY0" fmla="*/ 802754 h 1047207"/>
              <a:gd name="connsiteX1" fmla="*/ 629512 w 5881511"/>
              <a:gd name="connsiteY1" fmla="*/ 609749 h 1047207"/>
              <a:gd name="connsiteX2" fmla="*/ 1102599 w 5881511"/>
              <a:gd name="connsiteY2" fmla="*/ 633649 h 1047207"/>
              <a:gd name="connsiteX3" fmla="*/ 1906728 w 5881511"/>
              <a:gd name="connsiteY3" fmla="*/ 531632 h 1047207"/>
              <a:gd name="connsiteX4" fmla="*/ 2217648 w 5881511"/>
              <a:gd name="connsiteY4" fmla="*/ 705871 h 1047207"/>
              <a:gd name="connsiteX5" fmla="*/ 2453161 w 5881511"/>
              <a:gd name="connsiteY5" fmla="*/ 1041168 h 1047207"/>
              <a:gd name="connsiteX6" fmla="*/ 2789646 w 5881511"/>
              <a:gd name="connsiteY6" fmla="*/ 897345 h 1047207"/>
              <a:gd name="connsiteX7" fmla="*/ 3073330 w 5881511"/>
              <a:gd name="connsiteY7" fmla="*/ 595044 h 1047207"/>
              <a:gd name="connsiteX8" fmla="*/ 3282210 w 5881511"/>
              <a:gd name="connsiteY8" fmla="*/ 412733 h 1047207"/>
              <a:gd name="connsiteX9" fmla="*/ 3487191 w 5881511"/>
              <a:gd name="connsiteY9" fmla="*/ 51642 h 1047207"/>
              <a:gd name="connsiteX10" fmla="*/ 3834092 w 5881511"/>
              <a:gd name="connsiteY10" fmla="*/ 20496 h 1047207"/>
              <a:gd name="connsiteX11" fmla="*/ 4058330 w 5881511"/>
              <a:gd name="connsiteY11" fmla="*/ 225569 h 1047207"/>
              <a:gd name="connsiteX12" fmla="*/ 4698302 w 5881511"/>
              <a:gd name="connsiteY12" fmla="*/ 135960 h 1047207"/>
              <a:gd name="connsiteX13" fmla="*/ 5212519 w 5881511"/>
              <a:gd name="connsiteY13" fmla="*/ 114491 h 1047207"/>
              <a:gd name="connsiteX14" fmla="*/ 5584274 w 5881511"/>
              <a:gd name="connsiteY14" fmla="*/ 133565 h 1047207"/>
              <a:gd name="connsiteX15" fmla="*/ 5879557 w 5881511"/>
              <a:gd name="connsiteY15" fmla="*/ 537023 h 1047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81511" h="1047207">
                <a:moveTo>
                  <a:pt x="0" y="802754"/>
                </a:moveTo>
                <a:cubicBezTo>
                  <a:pt x="244347" y="687389"/>
                  <a:pt x="429035" y="539913"/>
                  <a:pt x="629512" y="609749"/>
                </a:cubicBezTo>
                <a:cubicBezTo>
                  <a:pt x="829989" y="679585"/>
                  <a:pt x="889730" y="646668"/>
                  <a:pt x="1102599" y="633649"/>
                </a:cubicBezTo>
                <a:cubicBezTo>
                  <a:pt x="1315468" y="620630"/>
                  <a:pt x="1720887" y="519595"/>
                  <a:pt x="1906728" y="531632"/>
                </a:cubicBezTo>
                <a:cubicBezTo>
                  <a:pt x="2092569" y="543669"/>
                  <a:pt x="2126576" y="620948"/>
                  <a:pt x="2217648" y="705871"/>
                </a:cubicBezTo>
                <a:cubicBezTo>
                  <a:pt x="2308720" y="790794"/>
                  <a:pt x="2357828" y="1009256"/>
                  <a:pt x="2453161" y="1041168"/>
                </a:cubicBezTo>
                <a:cubicBezTo>
                  <a:pt x="2548494" y="1073080"/>
                  <a:pt x="2686285" y="971699"/>
                  <a:pt x="2789646" y="897345"/>
                </a:cubicBezTo>
                <a:cubicBezTo>
                  <a:pt x="2893007" y="822991"/>
                  <a:pt x="2991236" y="675813"/>
                  <a:pt x="3073330" y="595044"/>
                </a:cubicBezTo>
                <a:cubicBezTo>
                  <a:pt x="3155424" y="514275"/>
                  <a:pt x="3231537" y="494077"/>
                  <a:pt x="3282210" y="412733"/>
                </a:cubicBezTo>
                <a:cubicBezTo>
                  <a:pt x="3354505" y="296814"/>
                  <a:pt x="3395211" y="117015"/>
                  <a:pt x="3487191" y="51642"/>
                </a:cubicBezTo>
                <a:cubicBezTo>
                  <a:pt x="3579171" y="-13731"/>
                  <a:pt x="3738902" y="-8492"/>
                  <a:pt x="3834092" y="20496"/>
                </a:cubicBezTo>
                <a:cubicBezTo>
                  <a:pt x="3929282" y="49484"/>
                  <a:pt x="3914295" y="206325"/>
                  <a:pt x="4058330" y="225569"/>
                </a:cubicBezTo>
                <a:cubicBezTo>
                  <a:pt x="4202365" y="244813"/>
                  <a:pt x="4505937" y="154473"/>
                  <a:pt x="4698302" y="135960"/>
                </a:cubicBezTo>
                <a:cubicBezTo>
                  <a:pt x="4890667" y="117447"/>
                  <a:pt x="5076283" y="106098"/>
                  <a:pt x="5212519" y="114491"/>
                </a:cubicBezTo>
                <a:cubicBezTo>
                  <a:pt x="5348755" y="122884"/>
                  <a:pt x="5452513" y="107283"/>
                  <a:pt x="5584274" y="133565"/>
                </a:cubicBezTo>
                <a:cubicBezTo>
                  <a:pt x="5716035" y="159847"/>
                  <a:pt x="5902657" y="376716"/>
                  <a:pt x="5879557" y="53702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B1DCB0E6-44E6-50CE-DFD9-62AEE40D75A3}"/>
              </a:ext>
            </a:extLst>
          </p:cNvPr>
          <p:cNvSpPr/>
          <p:nvPr/>
        </p:nvSpPr>
        <p:spPr>
          <a:xfrm rot="7632039" flipH="1" flipV="1">
            <a:off x="10612315" y="4451187"/>
            <a:ext cx="2351517" cy="1862717"/>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313659"/>
              <a:gd name="connsiteY0" fmla="*/ 2055307 h 2376136"/>
              <a:gd name="connsiteX1" fmla="*/ 47086 w 4313659"/>
              <a:gd name="connsiteY1" fmla="*/ 1923802 h 2376136"/>
              <a:gd name="connsiteX2" fmla="*/ 355521 w 4313659"/>
              <a:gd name="connsiteY2" fmla="*/ 1735407 h 2376136"/>
              <a:gd name="connsiteX3" fmla="*/ 565423 w 4313659"/>
              <a:gd name="connsiteY3" fmla="*/ 1682785 h 2376136"/>
              <a:gd name="connsiteX4" fmla="*/ 797364 w 4313659"/>
              <a:gd name="connsiteY4" fmla="*/ 1582355 h 2376136"/>
              <a:gd name="connsiteX5" fmla="*/ 869791 w 4313659"/>
              <a:gd name="connsiteY5" fmla="*/ 1456680 h 2376136"/>
              <a:gd name="connsiteX6" fmla="*/ 893970 w 4313659"/>
              <a:gd name="connsiteY6" fmla="*/ 1329821 h 2376136"/>
              <a:gd name="connsiteX7" fmla="*/ 878993 w 4313659"/>
              <a:gd name="connsiteY7" fmla="*/ 1171168 h 2376136"/>
              <a:gd name="connsiteX8" fmla="*/ 920075 w 4313659"/>
              <a:gd name="connsiteY8" fmla="*/ 1077917 h 2376136"/>
              <a:gd name="connsiteX9" fmla="*/ 1077769 w 4313659"/>
              <a:gd name="connsiteY9" fmla="*/ 961551 h 2376136"/>
              <a:gd name="connsiteX10" fmla="*/ 1341270 w 4313659"/>
              <a:gd name="connsiteY10" fmla="*/ 806212 h 2376136"/>
              <a:gd name="connsiteX11" fmla="*/ 1660937 w 4313659"/>
              <a:gd name="connsiteY11" fmla="*/ 603063 h 2376136"/>
              <a:gd name="connsiteX12" fmla="*/ 1859607 w 4313659"/>
              <a:gd name="connsiteY12" fmla="*/ 391079 h 2376136"/>
              <a:gd name="connsiteX13" fmla="*/ 2084273 w 4313659"/>
              <a:gd name="connsiteY13" fmla="*/ 157636 h 2376136"/>
              <a:gd name="connsiteX14" fmla="*/ 2272244 w 4313659"/>
              <a:gd name="connsiteY14" fmla="*/ 55628 h 2376136"/>
              <a:gd name="connsiteX15" fmla="*/ 2624328 w 4313659"/>
              <a:gd name="connsiteY15" fmla="*/ 7030 h 2376136"/>
              <a:gd name="connsiteX16" fmla="*/ 3032578 w 4313659"/>
              <a:gd name="connsiteY16" fmla="*/ 7030 h 2376136"/>
              <a:gd name="connsiteX17" fmla="*/ 3381452 w 4313659"/>
              <a:gd name="connsiteY17" fmla="*/ 69987 h 2376136"/>
              <a:gd name="connsiteX18" fmla="*/ 3825990 w 4313659"/>
              <a:gd name="connsiteY18" fmla="*/ 84724 h 2376136"/>
              <a:gd name="connsiteX19" fmla="*/ 4202879 w 4313659"/>
              <a:gd name="connsiteY19" fmla="*/ 260337 h 2376136"/>
              <a:gd name="connsiteX20" fmla="*/ 4279498 w 4313659"/>
              <a:gd name="connsiteY20" fmla="*/ 584570 h 2376136"/>
              <a:gd name="connsiteX21" fmla="*/ 3795052 w 4313659"/>
              <a:gd name="connsiteY21" fmla="*/ 1300394 h 2376136"/>
              <a:gd name="connsiteX22" fmla="*/ 3713591 w 4313659"/>
              <a:gd name="connsiteY22" fmla="*/ 1701868 h 2376136"/>
              <a:gd name="connsiteX23" fmla="*/ 3740594 w 4313659"/>
              <a:gd name="connsiteY23" fmla="*/ 1984338 h 2376136"/>
              <a:gd name="connsiteX24" fmla="*/ 3562819 w 4313659"/>
              <a:gd name="connsiteY24" fmla="*/ 2110139 h 2376136"/>
              <a:gd name="connsiteX25" fmla="*/ 3328653 w 4313659"/>
              <a:gd name="connsiteY25" fmla="*/ 2376136 h 2376136"/>
              <a:gd name="connsiteX0" fmla="*/ 0 w 4313661"/>
              <a:gd name="connsiteY0" fmla="*/ 2055307 h 2110140"/>
              <a:gd name="connsiteX1" fmla="*/ 47086 w 4313661"/>
              <a:gd name="connsiteY1" fmla="*/ 1923802 h 2110140"/>
              <a:gd name="connsiteX2" fmla="*/ 355521 w 4313661"/>
              <a:gd name="connsiteY2" fmla="*/ 1735407 h 2110140"/>
              <a:gd name="connsiteX3" fmla="*/ 565423 w 4313661"/>
              <a:gd name="connsiteY3" fmla="*/ 1682785 h 2110140"/>
              <a:gd name="connsiteX4" fmla="*/ 797364 w 4313661"/>
              <a:gd name="connsiteY4" fmla="*/ 1582355 h 2110140"/>
              <a:gd name="connsiteX5" fmla="*/ 869791 w 4313661"/>
              <a:gd name="connsiteY5" fmla="*/ 1456680 h 2110140"/>
              <a:gd name="connsiteX6" fmla="*/ 893970 w 4313661"/>
              <a:gd name="connsiteY6" fmla="*/ 1329821 h 2110140"/>
              <a:gd name="connsiteX7" fmla="*/ 878993 w 4313661"/>
              <a:gd name="connsiteY7" fmla="*/ 1171168 h 2110140"/>
              <a:gd name="connsiteX8" fmla="*/ 920075 w 4313661"/>
              <a:gd name="connsiteY8" fmla="*/ 1077917 h 2110140"/>
              <a:gd name="connsiteX9" fmla="*/ 1077769 w 4313661"/>
              <a:gd name="connsiteY9" fmla="*/ 961551 h 2110140"/>
              <a:gd name="connsiteX10" fmla="*/ 1341270 w 4313661"/>
              <a:gd name="connsiteY10" fmla="*/ 806212 h 2110140"/>
              <a:gd name="connsiteX11" fmla="*/ 1660937 w 4313661"/>
              <a:gd name="connsiteY11" fmla="*/ 603063 h 2110140"/>
              <a:gd name="connsiteX12" fmla="*/ 1859607 w 4313661"/>
              <a:gd name="connsiteY12" fmla="*/ 391079 h 2110140"/>
              <a:gd name="connsiteX13" fmla="*/ 2084273 w 4313661"/>
              <a:gd name="connsiteY13" fmla="*/ 157636 h 2110140"/>
              <a:gd name="connsiteX14" fmla="*/ 2272244 w 4313661"/>
              <a:gd name="connsiteY14" fmla="*/ 55628 h 2110140"/>
              <a:gd name="connsiteX15" fmla="*/ 2624328 w 4313661"/>
              <a:gd name="connsiteY15" fmla="*/ 7030 h 2110140"/>
              <a:gd name="connsiteX16" fmla="*/ 3032578 w 4313661"/>
              <a:gd name="connsiteY16" fmla="*/ 7030 h 2110140"/>
              <a:gd name="connsiteX17" fmla="*/ 3381452 w 4313661"/>
              <a:gd name="connsiteY17" fmla="*/ 69987 h 2110140"/>
              <a:gd name="connsiteX18" fmla="*/ 3825990 w 4313661"/>
              <a:gd name="connsiteY18" fmla="*/ 84724 h 2110140"/>
              <a:gd name="connsiteX19" fmla="*/ 4202879 w 4313661"/>
              <a:gd name="connsiteY19" fmla="*/ 260337 h 2110140"/>
              <a:gd name="connsiteX20" fmla="*/ 4279498 w 4313661"/>
              <a:gd name="connsiteY20" fmla="*/ 584570 h 2110140"/>
              <a:gd name="connsiteX21" fmla="*/ 3795052 w 4313661"/>
              <a:gd name="connsiteY21" fmla="*/ 1300394 h 2110140"/>
              <a:gd name="connsiteX22" fmla="*/ 3713591 w 4313661"/>
              <a:gd name="connsiteY22" fmla="*/ 1701868 h 2110140"/>
              <a:gd name="connsiteX23" fmla="*/ 3740594 w 4313661"/>
              <a:gd name="connsiteY23" fmla="*/ 1984338 h 2110140"/>
              <a:gd name="connsiteX24" fmla="*/ 3562819 w 4313661"/>
              <a:gd name="connsiteY24" fmla="*/ 2110139 h 2110140"/>
              <a:gd name="connsiteX0" fmla="*/ 0 w 4313659"/>
              <a:gd name="connsiteY0" fmla="*/ 2055307 h 2055306"/>
              <a:gd name="connsiteX1" fmla="*/ 47086 w 4313659"/>
              <a:gd name="connsiteY1" fmla="*/ 1923802 h 2055306"/>
              <a:gd name="connsiteX2" fmla="*/ 355521 w 4313659"/>
              <a:gd name="connsiteY2" fmla="*/ 1735407 h 2055306"/>
              <a:gd name="connsiteX3" fmla="*/ 565423 w 4313659"/>
              <a:gd name="connsiteY3" fmla="*/ 1682785 h 2055306"/>
              <a:gd name="connsiteX4" fmla="*/ 797364 w 4313659"/>
              <a:gd name="connsiteY4" fmla="*/ 1582355 h 2055306"/>
              <a:gd name="connsiteX5" fmla="*/ 869791 w 4313659"/>
              <a:gd name="connsiteY5" fmla="*/ 1456680 h 2055306"/>
              <a:gd name="connsiteX6" fmla="*/ 893970 w 4313659"/>
              <a:gd name="connsiteY6" fmla="*/ 1329821 h 2055306"/>
              <a:gd name="connsiteX7" fmla="*/ 878993 w 4313659"/>
              <a:gd name="connsiteY7" fmla="*/ 1171168 h 2055306"/>
              <a:gd name="connsiteX8" fmla="*/ 920075 w 4313659"/>
              <a:gd name="connsiteY8" fmla="*/ 1077917 h 2055306"/>
              <a:gd name="connsiteX9" fmla="*/ 1077769 w 4313659"/>
              <a:gd name="connsiteY9" fmla="*/ 961551 h 2055306"/>
              <a:gd name="connsiteX10" fmla="*/ 1341270 w 4313659"/>
              <a:gd name="connsiteY10" fmla="*/ 806212 h 2055306"/>
              <a:gd name="connsiteX11" fmla="*/ 1660937 w 4313659"/>
              <a:gd name="connsiteY11" fmla="*/ 603063 h 2055306"/>
              <a:gd name="connsiteX12" fmla="*/ 1859607 w 4313659"/>
              <a:gd name="connsiteY12" fmla="*/ 391079 h 2055306"/>
              <a:gd name="connsiteX13" fmla="*/ 2084273 w 4313659"/>
              <a:gd name="connsiteY13" fmla="*/ 157636 h 2055306"/>
              <a:gd name="connsiteX14" fmla="*/ 2272244 w 4313659"/>
              <a:gd name="connsiteY14" fmla="*/ 55628 h 2055306"/>
              <a:gd name="connsiteX15" fmla="*/ 2624328 w 4313659"/>
              <a:gd name="connsiteY15" fmla="*/ 7030 h 2055306"/>
              <a:gd name="connsiteX16" fmla="*/ 3032578 w 4313659"/>
              <a:gd name="connsiteY16" fmla="*/ 7030 h 2055306"/>
              <a:gd name="connsiteX17" fmla="*/ 3381452 w 4313659"/>
              <a:gd name="connsiteY17" fmla="*/ 69987 h 2055306"/>
              <a:gd name="connsiteX18" fmla="*/ 3825990 w 4313659"/>
              <a:gd name="connsiteY18" fmla="*/ 84724 h 2055306"/>
              <a:gd name="connsiteX19" fmla="*/ 4202879 w 4313659"/>
              <a:gd name="connsiteY19" fmla="*/ 260337 h 2055306"/>
              <a:gd name="connsiteX20" fmla="*/ 4279498 w 4313659"/>
              <a:gd name="connsiteY20" fmla="*/ 584570 h 2055306"/>
              <a:gd name="connsiteX21" fmla="*/ 3795052 w 4313659"/>
              <a:gd name="connsiteY21" fmla="*/ 1300394 h 2055306"/>
              <a:gd name="connsiteX22" fmla="*/ 3713591 w 4313659"/>
              <a:gd name="connsiteY22" fmla="*/ 1701868 h 2055306"/>
              <a:gd name="connsiteX23" fmla="*/ 3740594 w 4313659"/>
              <a:gd name="connsiteY23" fmla="*/ 1984338 h 2055306"/>
              <a:gd name="connsiteX0" fmla="*/ 0 w 4313661"/>
              <a:gd name="connsiteY0" fmla="*/ 2055307 h 2055308"/>
              <a:gd name="connsiteX1" fmla="*/ 47086 w 4313661"/>
              <a:gd name="connsiteY1" fmla="*/ 1923802 h 2055308"/>
              <a:gd name="connsiteX2" fmla="*/ 355521 w 4313661"/>
              <a:gd name="connsiteY2" fmla="*/ 1735407 h 2055308"/>
              <a:gd name="connsiteX3" fmla="*/ 565423 w 4313661"/>
              <a:gd name="connsiteY3" fmla="*/ 1682785 h 2055308"/>
              <a:gd name="connsiteX4" fmla="*/ 797364 w 4313661"/>
              <a:gd name="connsiteY4" fmla="*/ 1582355 h 2055308"/>
              <a:gd name="connsiteX5" fmla="*/ 869791 w 4313661"/>
              <a:gd name="connsiteY5" fmla="*/ 1456680 h 2055308"/>
              <a:gd name="connsiteX6" fmla="*/ 893970 w 4313661"/>
              <a:gd name="connsiteY6" fmla="*/ 1329821 h 2055308"/>
              <a:gd name="connsiteX7" fmla="*/ 878993 w 4313661"/>
              <a:gd name="connsiteY7" fmla="*/ 1171168 h 2055308"/>
              <a:gd name="connsiteX8" fmla="*/ 920075 w 4313661"/>
              <a:gd name="connsiteY8" fmla="*/ 1077917 h 2055308"/>
              <a:gd name="connsiteX9" fmla="*/ 1077769 w 4313661"/>
              <a:gd name="connsiteY9" fmla="*/ 961551 h 2055308"/>
              <a:gd name="connsiteX10" fmla="*/ 1341270 w 4313661"/>
              <a:gd name="connsiteY10" fmla="*/ 806212 h 2055308"/>
              <a:gd name="connsiteX11" fmla="*/ 1660937 w 4313661"/>
              <a:gd name="connsiteY11" fmla="*/ 603063 h 2055308"/>
              <a:gd name="connsiteX12" fmla="*/ 1859607 w 4313661"/>
              <a:gd name="connsiteY12" fmla="*/ 391079 h 2055308"/>
              <a:gd name="connsiteX13" fmla="*/ 2084273 w 4313661"/>
              <a:gd name="connsiteY13" fmla="*/ 157636 h 2055308"/>
              <a:gd name="connsiteX14" fmla="*/ 2272244 w 4313661"/>
              <a:gd name="connsiteY14" fmla="*/ 55628 h 2055308"/>
              <a:gd name="connsiteX15" fmla="*/ 2624328 w 4313661"/>
              <a:gd name="connsiteY15" fmla="*/ 7030 h 2055308"/>
              <a:gd name="connsiteX16" fmla="*/ 3032578 w 4313661"/>
              <a:gd name="connsiteY16" fmla="*/ 7030 h 2055308"/>
              <a:gd name="connsiteX17" fmla="*/ 3381452 w 4313661"/>
              <a:gd name="connsiteY17" fmla="*/ 69987 h 2055308"/>
              <a:gd name="connsiteX18" fmla="*/ 3825990 w 4313661"/>
              <a:gd name="connsiteY18" fmla="*/ 84724 h 2055308"/>
              <a:gd name="connsiteX19" fmla="*/ 4202879 w 4313661"/>
              <a:gd name="connsiteY19" fmla="*/ 260337 h 2055308"/>
              <a:gd name="connsiteX20" fmla="*/ 4279498 w 4313661"/>
              <a:gd name="connsiteY20" fmla="*/ 584570 h 2055308"/>
              <a:gd name="connsiteX21" fmla="*/ 3795052 w 4313661"/>
              <a:gd name="connsiteY21" fmla="*/ 1300394 h 2055308"/>
              <a:gd name="connsiteX22" fmla="*/ 3713591 w 4313661"/>
              <a:gd name="connsiteY22" fmla="*/ 1701868 h 2055308"/>
              <a:gd name="connsiteX0" fmla="*/ 0 w 4313659"/>
              <a:gd name="connsiteY0" fmla="*/ 2055307 h 2055306"/>
              <a:gd name="connsiteX1" fmla="*/ 47086 w 4313659"/>
              <a:gd name="connsiteY1" fmla="*/ 1923802 h 2055306"/>
              <a:gd name="connsiteX2" fmla="*/ 355521 w 4313659"/>
              <a:gd name="connsiteY2" fmla="*/ 1735407 h 2055306"/>
              <a:gd name="connsiteX3" fmla="*/ 565423 w 4313659"/>
              <a:gd name="connsiteY3" fmla="*/ 1682785 h 2055306"/>
              <a:gd name="connsiteX4" fmla="*/ 797364 w 4313659"/>
              <a:gd name="connsiteY4" fmla="*/ 1582355 h 2055306"/>
              <a:gd name="connsiteX5" fmla="*/ 869791 w 4313659"/>
              <a:gd name="connsiteY5" fmla="*/ 1456680 h 2055306"/>
              <a:gd name="connsiteX6" fmla="*/ 893970 w 4313659"/>
              <a:gd name="connsiteY6" fmla="*/ 1329821 h 2055306"/>
              <a:gd name="connsiteX7" fmla="*/ 878993 w 4313659"/>
              <a:gd name="connsiteY7" fmla="*/ 1171168 h 2055306"/>
              <a:gd name="connsiteX8" fmla="*/ 920075 w 4313659"/>
              <a:gd name="connsiteY8" fmla="*/ 1077917 h 2055306"/>
              <a:gd name="connsiteX9" fmla="*/ 1077769 w 4313659"/>
              <a:gd name="connsiteY9" fmla="*/ 961551 h 2055306"/>
              <a:gd name="connsiteX10" fmla="*/ 1341270 w 4313659"/>
              <a:gd name="connsiteY10" fmla="*/ 806212 h 2055306"/>
              <a:gd name="connsiteX11" fmla="*/ 1660937 w 4313659"/>
              <a:gd name="connsiteY11" fmla="*/ 603063 h 2055306"/>
              <a:gd name="connsiteX12" fmla="*/ 1859607 w 4313659"/>
              <a:gd name="connsiteY12" fmla="*/ 391079 h 2055306"/>
              <a:gd name="connsiteX13" fmla="*/ 2084273 w 4313659"/>
              <a:gd name="connsiteY13" fmla="*/ 157636 h 2055306"/>
              <a:gd name="connsiteX14" fmla="*/ 2272244 w 4313659"/>
              <a:gd name="connsiteY14" fmla="*/ 55628 h 2055306"/>
              <a:gd name="connsiteX15" fmla="*/ 2624328 w 4313659"/>
              <a:gd name="connsiteY15" fmla="*/ 7030 h 2055306"/>
              <a:gd name="connsiteX16" fmla="*/ 3032578 w 4313659"/>
              <a:gd name="connsiteY16" fmla="*/ 7030 h 2055306"/>
              <a:gd name="connsiteX17" fmla="*/ 3381452 w 4313659"/>
              <a:gd name="connsiteY17" fmla="*/ 69987 h 2055306"/>
              <a:gd name="connsiteX18" fmla="*/ 3825990 w 4313659"/>
              <a:gd name="connsiteY18" fmla="*/ 84724 h 2055306"/>
              <a:gd name="connsiteX19" fmla="*/ 4202879 w 4313659"/>
              <a:gd name="connsiteY19" fmla="*/ 260337 h 2055306"/>
              <a:gd name="connsiteX20" fmla="*/ 4279498 w 4313659"/>
              <a:gd name="connsiteY20" fmla="*/ 584570 h 2055306"/>
              <a:gd name="connsiteX21" fmla="*/ 3795052 w 4313659"/>
              <a:gd name="connsiteY21" fmla="*/ 1300394 h 2055306"/>
              <a:gd name="connsiteX0" fmla="*/ 0 w 4313661"/>
              <a:gd name="connsiteY0" fmla="*/ 2055307 h 2055308"/>
              <a:gd name="connsiteX1" fmla="*/ 47086 w 4313661"/>
              <a:gd name="connsiteY1" fmla="*/ 1923802 h 2055308"/>
              <a:gd name="connsiteX2" fmla="*/ 355521 w 4313661"/>
              <a:gd name="connsiteY2" fmla="*/ 1735407 h 2055308"/>
              <a:gd name="connsiteX3" fmla="*/ 565423 w 4313661"/>
              <a:gd name="connsiteY3" fmla="*/ 1682785 h 2055308"/>
              <a:gd name="connsiteX4" fmla="*/ 797364 w 4313661"/>
              <a:gd name="connsiteY4" fmla="*/ 1582355 h 2055308"/>
              <a:gd name="connsiteX5" fmla="*/ 869791 w 4313661"/>
              <a:gd name="connsiteY5" fmla="*/ 1456680 h 2055308"/>
              <a:gd name="connsiteX6" fmla="*/ 893970 w 4313661"/>
              <a:gd name="connsiteY6" fmla="*/ 1329821 h 2055308"/>
              <a:gd name="connsiteX7" fmla="*/ 878993 w 4313661"/>
              <a:gd name="connsiteY7" fmla="*/ 1171168 h 2055308"/>
              <a:gd name="connsiteX8" fmla="*/ 920075 w 4313661"/>
              <a:gd name="connsiteY8" fmla="*/ 1077917 h 2055308"/>
              <a:gd name="connsiteX9" fmla="*/ 1077769 w 4313661"/>
              <a:gd name="connsiteY9" fmla="*/ 961551 h 2055308"/>
              <a:gd name="connsiteX10" fmla="*/ 1341270 w 4313661"/>
              <a:gd name="connsiteY10" fmla="*/ 806212 h 2055308"/>
              <a:gd name="connsiteX11" fmla="*/ 1660937 w 4313661"/>
              <a:gd name="connsiteY11" fmla="*/ 603063 h 2055308"/>
              <a:gd name="connsiteX12" fmla="*/ 1859607 w 4313661"/>
              <a:gd name="connsiteY12" fmla="*/ 391079 h 2055308"/>
              <a:gd name="connsiteX13" fmla="*/ 2084273 w 4313661"/>
              <a:gd name="connsiteY13" fmla="*/ 157636 h 2055308"/>
              <a:gd name="connsiteX14" fmla="*/ 2272244 w 4313661"/>
              <a:gd name="connsiteY14" fmla="*/ 55628 h 2055308"/>
              <a:gd name="connsiteX15" fmla="*/ 2624328 w 4313661"/>
              <a:gd name="connsiteY15" fmla="*/ 7030 h 2055308"/>
              <a:gd name="connsiteX16" fmla="*/ 3032578 w 4313661"/>
              <a:gd name="connsiteY16" fmla="*/ 7030 h 2055308"/>
              <a:gd name="connsiteX17" fmla="*/ 3381452 w 4313661"/>
              <a:gd name="connsiteY17" fmla="*/ 69987 h 2055308"/>
              <a:gd name="connsiteX18" fmla="*/ 3825990 w 4313661"/>
              <a:gd name="connsiteY18" fmla="*/ 84724 h 2055308"/>
              <a:gd name="connsiteX19" fmla="*/ 4202879 w 4313661"/>
              <a:gd name="connsiteY19" fmla="*/ 260337 h 2055308"/>
              <a:gd name="connsiteX20" fmla="*/ 4279498 w 4313661"/>
              <a:gd name="connsiteY20" fmla="*/ 584570 h 2055308"/>
              <a:gd name="connsiteX21" fmla="*/ 3865474 w 4313661"/>
              <a:gd name="connsiteY21" fmla="*/ 1097218 h 2055308"/>
              <a:gd name="connsiteX0" fmla="*/ 0 w 4550424"/>
              <a:gd name="connsiteY0" fmla="*/ 2536228 h 2536228"/>
              <a:gd name="connsiteX1" fmla="*/ 283851 w 4550424"/>
              <a:gd name="connsiteY1" fmla="*/ 1923802 h 2536228"/>
              <a:gd name="connsiteX2" fmla="*/ 592286 w 4550424"/>
              <a:gd name="connsiteY2" fmla="*/ 1735407 h 2536228"/>
              <a:gd name="connsiteX3" fmla="*/ 802188 w 4550424"/>
              <a:gd name="connsiteY3" fmla="*/ 1682785 h 2536228"/>
              <a:gd name="connsiteX4" fmla="*/ 1034129 w 4550424"/>
              <a:gd name="connsiteY4" fmla="*/ 1582355 h 2536228"/>
              <a:gd name="connsiteX5" fmla="*/ 1106556 w 4550424"/>
              <a:gd name="connsiteY5" fmla="*/ 1456680 h 2536228"/>
              <a:gd name="connsiteX6" fmla="*/ 1130735 w 4550424"/>
              <a:gd name="connsiteY6" fmla="*/ 1329821 h 2536228"/>
              <a:gd name="connsiteX7" fmla="*/ 1115758 w 4550424"/>
              <a:gd name="connsiteY7" fmla="*/ 1171168 h 2536228"/>
              <a:gd name="connsiteX8" fmla="*/ 1156840 w 4550424"/>
              <a:gd name="connsiteY8" fmla="*/ 1077917 h 2536228"/>
              <a:gd name="connsiteX9" fmla="*/ 1314534 w 4550424"/>
              <a:gd name="connsiteY9" fmla="*/ 961551 h 2536228"/>
              <a:gd name="connsiteX10" fmla="*/ 1578035 w 4550424"/>
              <a:gd name="connsiteY10" fmla="*/ 806212 h 2536228"/>
              <a:gd name="connsiteX11" fmla="*/ 1897702 w 4550424"/>
              <a:gd name="connsiteY11" fmla="*/ 603063 h 2536228"/>
              <a:gd name="connsiteX12" fmla="*/ 2096372 w 4550424"/>
              <a:gd name="connsiteY12" fmla="*/ 391079 h 2536228"/>
              <a:gd name="connsiteX13" fmla="*/ 2321038 w 4550424"/>
              <a:gd name="connsiteY13" fmla="*/ 157636 h 2536228"/>
              <a:gd name="connsiteX14" fmla="*/ 2509009 w 4550424"/>
              <a:gd name="connsiteY14" fmla="*/ 55628 h 2536228"/>
              <a:gd name="connsiteX15" fmla="*/ 2861093 w 4550424"/>
              <a:gd name="connsiteY15" fmla="*/ 7030 h 2536228"/>
              <a:gd name="connsiteX16" fmla="*/ 3269343 w 4550424"/>
              <a:gd name="connsiteY16" fmla="*/ 7030 h 2536228"/>
              <a:gd name="connsiteX17" fmla="*/ 3618217 w 4550424"/>
              <a:gd name="connsiteY17" fmla="*/ 69987 h 2536228"/>
              <a:gd name="connsiteX18" fmla="*/ 4062755 w 4550424"/>
              <a:gd name="connsiteY18" fmla="*/ 84724 h 2536228"/>
              <a:gd name="connsiteX19" fmla="*/ 4439644 w 4550424"/>
              <a:gd name="connsiteY19" fmla="*/ 260337 h 2536228"/>
              <a:gd name="connsiteX20" fmla="*/ 4516263 w 4550424"/>
              <a:gd name="connsiteY20" fmla="*/ 584570 h 2536228"/>
              <a:gd name="connsiteX21" fmla="*/ 4102239 w 4550424"/>
              <a:gd name="connsiteY21" fmla="*/ 1097218 h 2536228"/>
              <a:gd name="connsiteX0" fmla="*/ 48561 w 4277496"/>
              <a:gd name="connsiteY0" fmla="*/ 2871738 h 2871737"/>
              <a:gd name="connsiteX1" fmla="*/ 10921 w 4277496"/>
              <a:gd name="connsiteY1" fmla="*/ 1923802 h 2871737"/>
              <a:gd name="connsiteX2" fmla="*/ 319356 w 4277496"/>
              <a:gd name="connsiteY2" fmla="*/ 1735407 h 2871737"/>
              <a:gd name="connsiteX3" fmla="*/ 529258 w 4277496"/>
              <a:gd name="connsiteY3" fmla="*/ 1682785 h 2871737"/>
              <a:gd name="connsiteX4" fmla="*/ 761199 w 4277496"/>
              <a:gd name="connsiteY4" fmla="*/ 1582355 h 2871737"/>
              <a:gd name="connsiteX5" fmla="*/ 833626 w 4277496"/>
              <a:gd name="connsiteY5" fmla="*/ 1456680 h 2871737"/>
              <a:gd name="connsiteX6" fmla="*/ 857805 w 4277496"/>
              <a:gd name="connsiteY6" fmla="*/ 1329821 h 2871737"/>
              <a:gd name="connsiteX7" fmla="*/ 842828 w 4277496"/>
              <a:gd name="connsiteY7" fmla="*/ 1171168 h 2871737"/>
              <a:gd name="connsiteX8" fmla="*/ 883910 w 4277496"/>
              <a:gd name="connsiteY8" fmla="*/ 1077917 h 2871737"/>
              <a:gd name="connsiteX9" fmla="*/ 1041604 w 4277496"/>
              <a:gd name="connsiteY9" fmla="*/ 961551 h 2871737"/>
              <a:gd name="connsiteX10" fmla="*/ 1305105 w 4277496"/>
              <a:gd name="connsiteY10" fmla="*/ 806212 h 2871737"/>
              <a:gd name="connsiteX11" fmla="*/ 1624772 w 4277496"/>
              <a:gd name="connsiteY11" fmla="*/ 603063 h 2871737"/>
              <a:gd name="connsiteX12" fmla="*/ 1823442 w 4277496"/>
              <a:gd name="connsiteY12" fmla="*/ 391079 h 2871737"/>
              <a:gd name="connsiteX13" fmla="*/ 2048108 w 4277496"/>
              <a:gd name="connsiteY13" fmla="*/ 157636 h 2871737"/>
              <a:gd name="connsiteX14" fmla="*/ 2236079 w 4277496"/>
              <a:gd name="connsiteY14" fmla="*/ 55628 h 2871737"/>
              <a:gd name="connsiteX15" fmla="*/ 2588163 w 4277496"/>
              <a:gd name="connsiteY15" fmla="*/ 7030 h 2871737"/>
              <a:gd name="connsiteX16" fmla="*/ 2996413 w 4277496"/>
              <a:gd name="connsiteY16" fmla="*/ 7030 h 2871737"/>
              <a:gd name="connsiteX17" fmla="*/ 3345287 w 4277496"/>
              <a:gd name="connsiteY17" fmla="*/ 69987 h 2871737"/>
              <a:gd name="connsiteX18" fmla="*/ 3789825 w 4277496"/>
              <a:gd name="connsiteY18" fmla="*/ 84724 h 2871737"/>
              <a:gd name="connsiteX19" fmla="*/ 4166714 w 4277496"/>
              <a:gd name="connsiteY19" fmla="*/ 260337 h 2871737"/>
              <a:gd name="connsiteX20" fmla="*/ 4243333 w 4277496"/>
              <a:gd name="connsiteY20" fmla="*/ 584570 h 2871737"/>
              <a:gd name="connsiteX21" fmla="*/ 3829309 w 4277496"/>
              <a:gd name="connsiteY21" fmla="*/ 1097218 h 2871737"/>
              <a:gd name="connsiteX0" fmla="*/ -1 w 4228932"/>
              <a:gd name="connsiteY0" fmla="*/ 2871738 h 2871739"/>
              <a:gd name="connsiteX1" fmla="*/ 144438 w 4228932"/>
              <a:gd name="connsiteY1" fmla="*/ 2077558 h 2871739"/>
              <a:gd name="connsiteX2" fmla="*/ 270794 w 4228932"/>
              <a:gd name="connsiteY2" fmla="*/ 1735407 h 2871739"/>
              <a:gd name="connsiteX3" fmla="*/ 480696 w 4228932"/>
              <a:gd name="connsiteY3" fmla="*/ 1682785 h 2871739"/>
              <a:gd name="connsiteX4" fmla="*/ 712637 w 4228932"/>
              <a:gd name="connsiteY4" fmla="*/ 1582355 h 2871739"/>
              <a:gd name="connsiteX5" fmla="*/ 785064 w 4228932"/>
              <a:gd name="connsiteY5" fmla="*/ 1456680 h 2871739"/>
              <a:gd name="connsiteX6" fmla="*/ 809243 w 4228932"/>
              <a:gd name="connsiteY6" fmla="*/ 1329821 h 2871739"/>
              <a:gd name="connsiteX7" fmla="*/ 794266 w 4228932"/>
              <a:gd name="connsiteY7" fmla="*/ 1171168 h 2871739"/>
              <a:gd name="connsiteX8" fmla="*/ 835348 w 4228932"/>
              <a:gd name="connsiteY8" fmla="*/ 1077917 h 2871739"/>
              <a:gd name="connsiteX9" fmla="*/ 993042 w 4228932"/>
              <a:gd name="connsiteY9" fmla="*/ 961551 h 2871739"/>
              <a:gd name="connsiteX10" fmla="*/ 1256543 w 4228932"/>
              <a:gd name="connsiteY10" fmla="*/ 806212 h 2871739"/>
              <a:gd name="connsiteX11" fmla="*/ 1576210 w 4228932"/>
              <a:gd name="connsiteY11" fmla="*/ 603063 h 2871739"/>
              <a:gd name="connsiteX12" fmla="*/ 1774880 w 4228932"/>
              <a:gd name="connsiteY12" fmla="*/ 391079 h 2871739"/>
              <a:gd name="connsiteX13" fmla="*/ 1999546 w 4228932"/>
              <a:gd name="connsiteY13" fmla="*/ 157636 h 2871739"/>
              <a:gd name="connsiteX14" fmla="*/ 2187517 w 4228932"/>
              <a:gd name="connsiteY14" fmla="*/ 55628 h 2871739"/>
              <a:gd name="connsiteX15" fmla="*/ 2539601 w 4228932"/>
              <a:gd name="connsiteY15" fmla="*/ 7030 h 2871739"/>
              <a:gd name="connsiteX16" fmla="*/ 2947851 w 4228932"/>
              <a:gd name="connsiteY16" fmla="*/ 7030 h 2871739"/>
              <a:gd name="connsiteX17" fmla="*/ 3296725 w 4228932"/>
              <a:gd name="connsiteY17" fmla="*/ 69987 h 2871739"/>
              <a:gd name="connsiteX18" fmla="*/ 3741263 w 4228932"/>
              <a:gd name="connsiteY18" fmla="*/ 84724 h 2871739"/>
              <a:gd name="connsiteX19" fmla="*/ 4118152 w 4228932"/>
              <a:gd name="connsiteY19" fmla="*/ 260337 h 2871739"/>
              <a:gd name="connsiteX20" fmla="*/ 4194771 w 4228932"/>
              <a:gd name="connsiteY20" fmla="*/ 584570 h 2871739"/>
              <a:gd name="connsiteX21" fmla="*/ 3780747 w 4228932"/>
              <a:gd name="connsiteY21" fmla="*/ 1097218 h 2871739"/>
              <a:gd name="connsiteX0" fmla="*/ 1 w 4228936"/>
              <a:gd name="connsiteY0" fmla="*/ 2871738 h 2871737"/>
              <a:gd name="connsiteX1" fmla="*/ 144440 w 4228936"/>
              <a:gd name="connsiteY1" fmla="*/ 2077558 h 2871737"/>
              <a:gd name="connsiteX2" fmla="*/ 480698 w 4228936"/>
              <a:gd name="connsiteY2" fmla="*/ 1682785 h 2871737"/>
              <a:gd name="connsiteX3" fmla="*/ 712639 w 4228936"/>
              <a:gd name="connsiteY3" fmla="*/ 1582355 h 2871737"/>
              <a:gd name="connsiteX4" fmla="*/ 785066 w 4228936"/>
              <a:gd name="connsiteY4" fmla="*/ 1456680 h 2871737"/>
              <a:gd name="connsiteX5" fmla="*/ 809245 w 4228936"/>
              <a:gd name="connsiteY5" fmla="*/ 1329821 h 2871737"/>
              <a:gd name="connsiteX6" fmla="*/ 794268 w 4228936"/>
              <a:gd name="connsiteY6" fmla="*/ 1171168 h 2871737"/>
              <a:gd name="connsiteX7" fmla="*/ 835350 w 4228936"/>
              <a:gd name="connsiteY7" fmla="*/ 1077917 h 2871737"/>
              <a:gd name="connsiteX8" fmla="*/ 993044 w 4228936"/>
              <a:gd name="connsiteY8" fmla="*/ 961551 h 2871737"/>
              <a:gd name="connsiteX9" fmla="*/ 1256545 w 4228936"/>
              <a:gd name="connsiteY9" fmla="*/ 806212 h 2871737"/>
              <a:gd name="connsiteX10" fmla="*/ 1576212 w 4228936"/>
              <a:gd name="connsiteY10" fmla="*/ 603063 h 2871737"/>
              <a:gd name="connsiteX11" fmla="*/ 1774882 w 4228936"/>
              <a:gd name="connsiteY11" fmla="*/ 391079 h 2871737"/>
              <a:gd name="connsiteX12" fmla="*/ 1999548 w 4228936"/>
              <a:gd name="connsiteY12" fmla="*/ 157636 h 2871737"/>
              <a:gd name="connsiteX13" fmla="*/ 2187519 w 4228936"/>
              <a:gd name="connsiteY13" fmla="*/ 55628 h 2871737"/>
              <a:gd name="connsiteX14" fmla="*/ 2539603 w 4228936"/>
              <a:gd name="connsiteY14" fmla="*/ 7030 h 2871737"/>
              <a:gd name="connsiteX15" fmla="*/ 2947853 w 4228936"/>
              <a:gd name="connsiteY15" fmla="*/ 7030 h 2871737"/>
              <a:gd name="connsiteX16" fmla="*/ 3296727 w 4228936"/>
              <a:gd name="connsiteY16" fmla="*/ 69987 h 2871737"/>
              <a:gd name="connsiteX17" fmla="*/ 3741265 w 4228936"/>
              <a:gd name="connsiteY17" fmla="*/ 84724 h 2871737"/>
              <a:gd name="connsiteX18" fmla="*/ 4118154 w 4228936"/>
              <a:gd name="connsiteY18" fmla="*/ 260337 h 2871737"/>
              <a:gd name="connsiteX19" fmla="*/ 4194773 w 4228936"/>
              <a:gd name="connsiteY19" fmla="*/ 584570 h 2871737"/>
              <a:gd name="connsiteX20" fmla="*/ 3780749 w 4228936"/>
              <a:gd name="connsiteY20" fmla="*/ 1097218 h 2871737"/>
              <a:gd name="connsiteX0" fmla="*/ -1 w 4228932"/>
              <a:gd name="connsiteY0" fmla="*/ 2871738 h 2871739"/>
              <a:gd name="connsiteX1" fmla="*/ 144438 w 4228932"/>
              <a:gd name="connsiteY1" fmla="*/ 2077558 h 2871739"/>
              <a:gd name="connsiteX2" fmla="*/ 480696 w 4228932"/>
              <a:gd name="connsiteY2" fmla="*/ 1682785 h 2871739"/>
              <a:gd name="connsiteX3" fmla="*/ 712637 w 4228932"/>
              <a:gd name="connsiteY3" fmla="*/ 1582355 h 2871739"/>
              <a:gd name="connsiteX4" fmla="*/ 785064 w 4228932"/>
              <a:gd name="connsiteY4" fmla="*/ 1456680 h 2871739"/>
              <a:gd name="connsiteX5" fmla="*/ 794266 w 4228932"/>
              <a:gd name="connsiteY5" fmla="*/ 1171168 h 2871739"/>
              <a:gd name="connsiteX6" fmla="*/ 835348 w 4228932"/>
              <a:gd name="connsiteY6" fmla="*/ 1077917 h 2871739"/>
              <a:gd name="connsiteX7" fmla="*/ 993042 w 4228932"/>
              <a:gd name="connsiteY7" fmla="*/ 961551 h 2871739"/>
              <a:gd name="connsiteX8" fmla="*/ 1256543 w 4228932"/>
              <a:gd name="connsiteY8" fmla="*/ 806212 h 2871739"/>
              <a:gd name="connsiteX9" fmla="*/ 1576210 w 4228932"/>
              <a:gd name="connsiteY9" fmla="*/ 603063 h 2871739"/>
              <a:gd name="connsiteX10" fmla="*/ 1774880 w 4228932"/>
              <a:gd name="connsiteY10" fmla="*/ 391079 h 2871739"/>
              <a:gd name="connsiteX11" fmla="*/ 1999546 w 4228932"/>
              <a:gd name="connsiteY11" fmla="*/ 157636 h 2871739"/>
              <a:gd name="connsiteX12" fmla="*/ 2187517 w 4228932"/>
              <a:gd name="connsiteY12" fmla="*/ 55628 h 2871739"/>
              <a:gd name="connsiteX13" fmla="*/ 2539601 w 4228932"/>
              <a:gd name="connsiteY13" fmla="*/ 7030 h 2871739"/>
              <a:gd name="connsiteX14" fmla="*/ 2947851 w 4228932"/>
              <a:gd name="connsiteY14" fmla="*/ 7030 h 2871739"/>
              <a:gd name="connsiteX15" fmla="*/ 3296725 w 4228932"/>
              <a:gd name="connsiteY15" fmla="*/ 69987 h 2871739"/>
              <a:gd name="connsiteX16" fmla="*/ 3741263 w 4228932"/>
              <a:gd name="connsiteY16" fmla="*/ 84724 h 2871739"/>
              <a:gd name="connsiteX17" fmla="*/ 4118152 w 4228932"/>
              <a:gd name="connsiteY17" fmla="*/ 260337 h 2871739"/>
              <a:gd name="connsiteX18" fmla="*/ 4194771 w 4228932"/>
              <a:gd name="connsiteY18" fmla="*/ 584570 h 2871739"/>
              <a:gd name="connsiteX19" fmla="*/ 3780747 w 4228932"/>
              <a:gd name="connsiteY19" fmla="*/ 1097218 h 2871739"/>
              <a:gd name="connsiteX0" fmla="*/ 1 w 4228936"/>
              <a:gd name="connsiteY0" fmla="*/ 2871738 h 2871737"/>
              <a:gd name="connsiteX1" fmla="*/ 144440 w 4228936"/>
              <a:gd name="connsiteY1" fmla="*/ 2077558 h 2871737"/>
              <a:gd name="connsiteX2" fmla="*/ 683291 w 4228936"/>
              <a:gd name="connsiteY2" fmla="*/ 2020741 h 2871737"/>
              <a:gd name="connsiteX3" fmla="*/ 712639 w 4228936"/>
              <a:gd name="connsiteY3" fmla="*/ 1582355 h 2871737"/>
              <a:gd name="connsiteX4" fmla="*/ 785066 w 4228936"/>
              <a:gd name="connsiteY4" fmla="*/ 1456680 h 2871737"/>
              <a:gd name="connsiteX5" fmla="*/ 794268 w 4228936"/>
              <a:gd name="connsiteY5" fmla="*/ 1171168 h 2871737"/>
              <a:gd name="connsiteX6" fmla="*/ 835350 w 4228936"/>
              <a:gd name="connsiteY6" fmla="*/ 1077917 h 2871737"/>
              <a:gd name="connsiteX7" fmla="*/ 993044 w 4228936"/>
              <a:gd name="connsiteY7" fmla="*/ 961551 h 2871737"/>
              <a:gd name="connsiteX8" fmla="*/ 1256545 w 4228936"/>
              <a:gd name="connsiteY8" fmla="*/ 806212 h 2871737"/>
              <a:gd name="connsiteX9" fmla="*/ 1576212 w 4228936"/>
              <a:gd name="connsiteY9" fmla="*/ 603063 h 2871737"/>
              <a:gd name="connsiteX10" fmla="*/ 1774882 w 4228936"/>
              <a:gd name="connsiteY10" fmla="*/ 391079 h 2871737"/>
              <a:gd name="connsiteX11" fmla="*/ 1999548 w 4228936"/>
              <a:gd name="connsiteY11" fmla="*/ 157636 h 2871737"/>
              <a:gd name="connsiteX12" fmla="*/ 2187519 w 4228936"/>
              <a:gd name="connsiteY12" fmla="*/ 55628 h 2871737"/>
              <a:gd name="connsiteX13" fmla="*/ 2539603 w 4228936"/>
              <a:gd name="connsiteY13" fmla="*/ 7030 h 2871737"/>
              <a:gd name="connsiteX14" fmla="*/ 2947853 w 4228936"/>
              <a:gd name="connsiteY14" fmla="*/ 7030 h 2871737"/>
              <a:gd name="connsiteX15" fmla="*/ 3296727 w 4228936"/>
              <a:gd name="connsiteY15" fmla="*/ 69987 h 2871737"/>
              <a:gd name="connsiteX16" fmla="*/ 3741265 w 4228936"/>
              <a:gd name="connsiteY16" fmla="*/ 84724 h 2871737"/>
              <a:gd name="connsiteX17" fmla="*/ 4118154 w 4228936"/>
              <a:gd name="connsiteY17" fmla="*/ 260337 h 2871737"/>
              <a:gd name="connsiteX18" fmla="*/ 4194773 w 4228936"/>
              <a:gd name="connsiteY18" fmla="*/ 584570 h 2871737"/>
              <a:gd name="connsiteX19" fmla="*/ 3780749 w 4228936"/>
              <a:gd name="connsiteY19" fmla="*/ 1097218 h 2871737"/>
              <a:gd name="connsiteX0" fmla="*/ -1 w 4228932"/>
              <a:gd name="connsiteY0" fmla="*/ 2895929 h 2895929"/>
              <a:gd name="connsiteX1" fmla="*/ 144438 w 4228932"/>
              <a:gd name="connsiteY1" fmla="*/ 2101749 h 2895929"/>
              <a:gd name="connsiteX2" fmla="*/ 683289 w 4228932"/>
              <a:gd name="connsiteY2" fmla="*/ 2044932 h 2895929"/>
              <a:gd name="connsiteX3" fmla="*/ 712637 w 4228932"/>
              <a:gd name="connsiteY3" fmla="*/ 1606546 h 2895929"/>
              <a:gd name="connsiteX4" fmla="*/ 785064 w 4228932"/>
              <a:gd name="connsiteY4" fmla="*/ 1480871 h 2895929"/>
              <a:gd name="connsiteX5" fmla="*/ 794266 w 4228932"/>
              <a:gd name="connsiteY5" fmla="*/ 1195359 h 2895929"/>
              <a:gd name="connsiteX6" fmla="*/ 835348 w 4228932"/>
              <a:gd name="connsiteY6" fmla="*/ 1102108 h 2895929"/>
              <a:gd name="connsiteX7" fmla="*/ 993042 w 4228932"/>
              <a:gd name="connsiteY7" fmla="*/ 985742 h 2895929"/>
              <a:gd name="connsiteX8" fmla="*/ 1256543 w 4228932"/>
              <a:gd name="connsiteY8" fmla="*/ 830403 h 2895929"/>
              <a:gd name="connsiteX9" fmla="*/ 1576210 w 4228932"/>
              <a:gd name="connsiteY9" fmla="*/ 627254 h 2895929"/>
              <a:gd name="connsiteX10" fmla="*/ 1774880 w 4228932"/>
              <a:gd name="connsiteY10" fmla="*/ 415270 h 2895929"/>
              <a:gd name="connsiteX11" fmla="*/ 1999546 w 4228932"/>
              <a:gd name="connsiteY11" fmla="*/ 181827 h 2895929"/>
              <a:gd name="connsiteX12" fmla="*/ 2182787 w 4228932"/>
              <a:gd name="connsiteY12" fmla="*/ 13160 h 2895929"/>
              <a:gd name="connsiteX13" fmla="*/ 2539601 w 4228932"/>
              <a:gd name="connsiteY13" fmla="*/ 31221 h 2895929"/>
              <a:gd name="connsiteX14" fmla="*/ 2947851 w 4228932"/>
              <a:gd name="connsiteY14" fmla="*/ 31221 h 2895929"/>
              <a:gd name="connsiteX15" fmla="*/ 3296725 w 4228932"/>
              <a:gd name="connsiteY15" fmla="*/ 94178 h 2895929"/>
              <a:gd name="connsiteX16" fmla="*/ 3741263 w 4228932"/>
              <a:gd name="connsiteY16" fmla="*/ 108915 h 2895929"/>
              <a:gd name="connsiteX17" fmla="*/ 4118152 w 4228932"/>
              <a:gd name="connsiteY17" fmla="*/ 284528 h 2895929"/>
              <a:gd name="connsiteX18" fmla="*/ 4194771 w 4228932"/>
              <a:gd name="connsiteY18" fmla="*/ 608761 h 2895929"/>
              <a:gd name="connsiteX19" fmla="*/ 3780747 w 4228932"/>
              <a:gd name="connsiteY19" fmla="*/ 1121409 h 289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28932" h="2895929">
                <a:moveTo>
                  <a:pt x="-1" y="2895929"/>
                </a:moveTo>
                <a:cubicBezTo>
                  <a:pt x="28418" y="2796040"/>
                  <a:pt x="30556" y="2243582"/>
                  <a:pt x="144438" y="2101749"/>
                </a:cubicBezTo>
                <a:cubicBezTo>
                  <a:pt x="258320" y="1959916"/>
                  <a:pt x="588589" y="2127466"/>
                  <a:pt x="683289" y="2044932"/>
                </a:cubicBezTo>
                <a:cubicBezTo>
                  <a:pt x="777989" y="1962398"/>
                  <a:pt x="695675" y="1700556"/>
                  <a:pt x="712637" y="1606546"/>
                </a:cubicBezTo>
                <a:cubicBezTo>
                  <a:pt x="729599" y="1512536"/>
                  <a:pt x="771459" y="1549402"/>
                  <a:pt x="785064" y="1480871"/>
                </a:cubicBezTo>
                <a:cubicBezTo>
                  <a:pt x="798669" y="1412340"/>
                  <a:pt x="785885" y="1258486"/>
                  <a:pt x="794266" y="1195359"/>
                </a:cubicBezTo>
                <a:cubicBezTo>
                  <a:pt x="797904" y="1162382"/>
                  <a:pt x="812239" y="1130510"/>
                  <a:pt x="835348" y="1102108"/>
                </a:cubicBezTo>
                <a:cubicBezTo>
                  <a:pt x="873862" y="1054773"/>
                  <a:pt x="934414" y="1020376"/>
                  <a:pt x="993042" y="985742"/>
                </a:cubicBezTo>
                <a:lnTo>
                  <a:pt x="1256543" y="830403"/>
                </a:lnTo>
                <a:cubicBezTo>
                  <a:pt x="1368020" y="766578"/>
                  <a:pt x="1483135" y="705279"/>
                  <a:pt x="1576210" y="627254"/>
                </a:cubicBezTo>
                <a:cubicBezTo>
                  <a:pt x="1653239" y="562641"/>
                  <a:pt x="1714327" y="488876"/>
                  <a:pt x="1774880" y="415270"/>
                </a:cubicBezTo>
                <a:cubicBezTo>
                  <a:pt x="1842280" y="333380"/>
                  <a:pt x="1931562" y="248845"/>
                  <a:pt x="1999546" y="181827"/>
                </a:cubicBezTo>
                <a:cubicBezTo>
                  <a:pt x="2067530" y="114809"/>
                  <a:pt x="2111321" y="37222"/>
                  <a:pt x="2182787" y="13160"/>
                </a:cubicBezTo>
                <a:cubicBezTo>
                  <a:pt x="2292124" y="-23683"/>
                  <a:pt x="2412090" y="28211"/>
                  <a:pt x="2539601" y="31221"/>
                </a:cubicBezTo>
                <a:cubicBezTo>
                  <a:pt x="2667112" y="34231"/>
                  <a:pt x="2812409" y="19387"/>
                  <a:pt x="2947851" y="31221"/>
                </a:cubicBezTo>
                <a:cubicBezTo>
                  <a:pt x="3067031" y="41635"/>
                  <a:pt x="3164490" y="81229"/>
                  <a:pt x="3296725" y="94178"/>
                </a:cubicBezTo>
                <a:cubicBezTo>
                  <a:pt x="3428960" y="107127"/>
                  <a:pt x="3604359" y="77190"/>
                  <a:pt x="3741263" y="108915"/>
                </a:cubicBezTo>
                <a:cubicBezTo>
                  <a:pt x="3878168" y="140640"/>
                  <a:pt x="4090069" y="180679"/>
                  <a:pt x="4118152" y="284528"/>
                </a:cubicBezTo>
                <a:cubicBezTo>
                  <a:pt x="4118220" y="428956"/>
                  <a:pt x="4303407" y="439602"/>
                  <a:pt x="4194771" y="608761"/>
                </a:cubicBezTo>
                <a:cubicBezTo>
                  <a:pt x="4116147" y="748878"/>
                  <a:pt x="3790589" y="1004963"/>
                  <a:pt x="3780747" y="1121409"/>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C9959E66-0751-331D-D99A-6E5BB7550B6D}"/>
              </a:ext>
            </a:extLst>
          </p:cNvPr>
          <p:cNvSpPr/>
          <p:nvPr/>
        </p:nvSpPr>
        <p:spPr>
          <a:xfrm rot="7632039" flipH="1" flipV="1">
            <a:off x="11034959" y="4485182"/>
            <a:ext cx="1782221" cy="2017318"/>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62212"/>
              <a:gd name="connsiteY0" fmla="*/ 1938168 h 1945381"/>
              <a:gd name="connsiteX1" fmla="*/ 183705 w 3462212"/>
              <a:gd name="connsiteY1" fmla="*/ 1829274 h 1945381"/>
              <a:gd name="connsiteX2" fmla="*/ 444380 w 3462212"/>
              <a:gd name="connsiteY2" fmla="*/ 1840980 h 1945381"/>
              <a:gd name="connsiteX3" fmla="*/ 629613 w 3462212"/>
              <a:gd name="connsiteY3" fmla="*/ 1935471 h 1945381"/>
              <a:gd name="connsiteX4" fmla="*/ 785489 w 3462212"/>
              <a:gd name="connsiteY4" fmla="*/ 1935471 h 1945381"/>
              <a:gd name="connsiteX5" fmla="*/ 941365 w 3462212"/>
              <a:gd name="connsiteY5" fmla="*/ 1842299 h 1945381"/>
              <a:gd name="connsiteX6" fmla="*/ 1027380 w 3462212"/>
              <a:gd name="connsiteY6" fmla="*/ 1622189 h 1945381"/>
              <a:gd name="connsiteX7" fmla="*/ 1075737 w 3462212"/>
              <a:gd name="connsiteY7" fmla="*/ 1330760 h 1945381"/>
              <a:gd name="connsiteX8" fmla="*/ 1134898 w 3462212"/>
              <a:gd name="connsiteY8" fmla="*/ 1134476 h 1945381"/>
              <a:gd name="connsiteX9" fmla="*/ 1279968 w 3462212"/>
              <a:gd name="connsiteY9" fmla="*/ 894564 h 1945381"/>
              <a:gd name="connsiteX10" fmla="*/ 1532557 w 3462212"/>
              <a:gd name="connsiteY10" fmla="*/ 658596 h 1945381"/>
              <a:gd name="connsiteX11" fmla="*/ 1871161 w 3462212"/>
              <a:gd name="connsiteY11" fmla="*/ 375056 h 1945381"/>
              <a:gd name="connsiteX12" fmla="*/ 2221854 w 3462212"/>
              <a:gd name="connsiteY12" fmla="*/ 116289 h 1945381"/>
              <a:gd name="connsiteX13" fmla="*/ 2465028 w 3462212"/>
              <a:gd name="connsiteY13" fmla="*/ 26115 h 1945381"/>
              <a:gd name="connsiteX14" fmla="*/ 2728423 w 3462212"/>
              <a:gd name="connsiteY14" fmla="*/ 317 h 1945381"/>
              <a:gd name="connsiteX15" fmla="*/ 3024020 w 3462212"/>
              <a:gd name="connsiteY15" fmla="*/ 43945 h 1945381"/>
              <a:gd name="connsiteX16" fmla="*/ 3268584 w 3462212"/>
              <a:gd name="connsiteY16" fmla="*/ 147057 h 1945381"/>
              <a:gd name="connsiteX17" fmla="*/ 3400282 w 3462212"/>
              <a:gd name="connsiteY17" fmla="*/ 303659 h 1945381"/>
              <a:gd name="connsiteX18" fmla="*/ 3448638 w 3462212"/>
              <a:gd name="connsiteY18" fmla="*/ 505860 h 1945381"/>
              <a:gd name="connsiteX19" fmla="*/ 3441363 w 3462212"/>
              <a:gd name="connsiteY19" fmla="*/ 822851 h 1945381"/>
              <a:gd name="connsiteX20" fmla="*/ 3461155 w 3462212"/>
              <a:gd name="connsiteY20" fmla="*/ 1240033 h 1945381"/>
              <a:gd name="connsiteX21" fmla="*/ 3421892 w 3462212"/>
              <a:gd name="connsiteY21" fmla="*/ 1483338 h 1945381"/>
              <a:gd name="connsiteX22" fmla="*/ 3338017 w 3462212"/>
              <a:gd name="connsiteY22" fmla="*/ 1715677 h 1945381"/>
              <a:gd name="connsiteX0" fmla="*/ 0 w 3462212"/>
              <a:gd name="connsiteY0" fmla="*/ 1938168 h 1945381"/>
              <a:gd name="connsiteX1" fmla="*/ 183705 w 3462212"/>
              <a:gd name="connsiteY1" fmla="*/ 1829274 h 1945381"/>
              <a:gd name="connsiteX2" fmla="*/ 444380 w 3462212"/>
              <a:gd name="connsiteY2" fmla="*/ 1840980 h 1945381"/>
              <a:gd name="connsiteX3" fmla="*/ 629613 w 3462212"/>
              <a:gd name="connsiteY3" fmla="*/ 1935471 h 1945381"/>
              <a:gd name="connsiteX4" fmla="*/ 785489 w 3462212"/>
              <a:gd name="connsiteY4" fmla="*/ 1935471 h 1945381"/>
              <a:gd name="connsiteX5" fmla="*/ 941365 w 3462212"/>
              <a:gd name="connsiteY5" fmla="*/ 1842299 h 1945381"/>
              <a:gd name="connsiteX6" fmla="*/ 1027380 w 3462212"/>
              <a:gd name="connsiteY6" fmla="*/ 1622189 h 1945381"/>
              <a:gd name="connsiteX7" fmla="*/ 1075737 w 3462212"/>
              <a:gd name="connsiteY7" fmla="*/ 1330760 h 1945381"/>
              <a:gd name="connsiteX8" fmla="*/ 1134898 w 3462212"/>
              <a:gd name="connsiteY8" fmla="*/ 1134476 h 1945381"/>
              <a:gd name="connsiteX9" fmla="*/ 1279968 w 3462212"/>
              <a:gd name="connsiteY9" fmla="*/ 894564 h 1945381"/>
              <a:gd name="connsiteX10" fmla="*/ 1532557 w 3462212"/>
              <a:gd name="connsiteY10" fmla="*/ 658596 h 1945381"/>
              <a:gd name="connsiteX11" fmla="*/ 1871161 w 3462212"/>
              <a:gd name="connsiteY11" fmla="*/ 375056 h 1945381"/>
              <a:gd name="connsiteX12" fmla="*/ 2221854 w 3462212"/>
              <a:gd name="connsiteY12" fmla="*/ 116289 h 1945381"/>
              <a:gd name="connsiteX13" fmla="*/ 2465028 w 3462212"/>
              <a:gd name="connsiteY13" fmla="*/ 26115 h 1945381"/>
              <a:gd name="connsiteX14" fmla="*/ 2728423 w 3462212"/>
              <a:gd name="connsiteY14" fmla="*/ 317 h 1945381"/>
              <a:gd name="connsiteX15" fmla="*/ 3024020 w 3462212"/>
              <a:gd name="connsiteY15" fmla="*/ 43945 h 1945381"/>
              <a:gd name="connsiteX16" fmla="*/ 3268584 w 3462212"/>
              <a:gd name="connsiteY16" fmla="*/ 147057 h 1945381"/>
              <a:gd name="connsiteX17" fmla="*/ 3400282 w 3462212"/>
              <a:gd name="connsiteY17" fmla="*/ 303659 h 1945381"/>
              <a:gd name="connsiteX18" fmla="*/ 3448638 w 3462212"/>
              <a:gd name="connsiteY18" fmla="*/ 505860 h 1945381"/>
              <a:gd name="connsiteX19" fmla="*/ 3441363 w 3462212"/>
              <a:gd name="connsiteY19" fmla="*/ 822851 h 1945381"/>
              <a:gd name="connsiteX20" fmla="*/ 3461155 w 3462212"/>
              <a:gd name="connsiteY20" fmla="*/ 1240033 h 1945381"/>
              <a:gd name="connsiteX21" fmla="*/ 3421892 w 3462212"/>
              <a:gd name="connsiteY21" fmla="*/ 1483338 h 1945381"/>
              <a:gd name="connsiteX0" fmla="*/ 0 w 3462212"/>
              <a:gd name="connsiteY0" fmla="*/ 1938168 h 1945381"/>
              <a:gd name="connsiteX1" fmla="*/ 183705 w 3462212"/>
              <a:gd name="connsiteY1" fmla="*/ 1829274 h 1945381"/>
              <a:gd name="connsiteX2" fmla="*/ 444380 w 3462212"/>
              <a:gd name="connsiteY2" fmla="*/ 1840980 h 1945381"/>
              <a:gd name="connsiteX3" fmla="*/ 629613 w 3462212"/>
              <a:gd name="connsiteY3" fmla="*/ 1935471 h 1945381"/>
              <a:gd name="connsiteX4" fmla="*/ 785489 w 3462212"/>
              <a:gd name="connsiteY4" fmla="*/ 1935471 h 1945381"/>
              <a:gd name="connsiteX5" fmla="*/ 941365 w 3462212"/>
              <a:gd name="connsiteY5" fmla="*/ 1842299 h 1945381"/>
              <a:gd name="connsiteX6" fmla="*/ 1027380 w 3462212"/>
              <a:gd name="connsiteY6" fmla="*/ 1622189 h 1945381"/>
              <a:gd name="connsiteX7" fmla="*/ 1075737 w 3462212"/>
              <a:gd name="connsiteY7" fmla="*/ 1330760 h 1945381"/>
              <a:gd name="connsiteX8" fmla="*/ 1134898 w 3462212"/>
              <a:gd name="connsiteY8" fmla="*/ 1134476 h 1945381"/>
              <a:gd name="connsiteX9" fmla="*/ 1279968 w 3462212"/>
              <a:gd name="connsiteY9" fmla="*/ 894564 h 1945381"/>
              <a:gd name="connsiteX10" fmla="*/ 1532557 w 3462212"/>
              <a:gd name="connsiteY10" fmla="*/ 658596 h 1945381"/>
              <a:gd name="connsiteX11" fmla="*/ 1871161 w 3462212"/>
              <a:gd name="connsiteY11" fmla="*/ 375056 h 1945381"/>
              <a:gd name="connsiteX12" fmla="*/ 2221854 w 3462212"/>
              <a:gd name="connsiteY12" fmla="*/ 116289 h 1945381"/>
              <a:gd name="connsiteX13" fmla="*/ 2465028 w 3462212"/>
              <a:gd name="connsiteY13" fmla="*/ 26115 h 1945381"/>
              <a:gd name="connsiteX14" fmla="*/ 2728423 w 3462212"/>
              <a:gd name="connsiteY14" fmla="*/ 317 h 1945381"/>
              <a:gd name="connsiteX15" fmla="*/ 3024020 w 3462212"/>
              <a:gd name="connsiteY15" fmla="*/ 43945 h 1945381"/>
              <a:gd name="connsiteX16" fmla="*/ 3268584 w 3462212"/>
              <a:gd name="connsiteY16" fmla="*/ 147057 h 1945381"/>
              <a:gd name="connsiteX17" fmla="*/ 3400282 w 3462212"/>
              <a:gd name="connsiteY17" fmla="*/ 303659 h 1945381"/>
              <a:gd name="connsiteX18" fmla="*/ 3448638 w 3462212"/>
              <a:gd name="connsiteY18" fmla="*/ 505860 h 1945381"/>
              <a:gd name="connsiteX19" fmla="*/ 3441363 w 3462212"/>
              <a:gd name="connsiteY19" fmla="*/ 822851 h 1945381"/>
              <a:gd name="connsiteX20" fmla="*/ 3461155 w 3462212"/>
              <a:gd name="connsiteY20" fmla="*/ 1240033 h 1945381"/>
              <a:gd name="connsiteX0" fmla="*/ 0 w 3625935"/>
              <a:gd name="connsiteY0" fmla="*/ 1938168 h 1945381"/>
              <a:gd name="connsiteX1" fmla="*/ 183705 w 3625935"/>
              <a:gd name="connsiteY1" fmla="*/ 1829274 h 1945381"/>
              <a:gd name="connsiteX2" fmla="*/ 444380 w 3625935"/>
              <a:gd name="connsiteY2" fmla="*/ 1840980 h 1945381"/>
              <a:gd name="connsiteX3" fmla="*/ 629613 w 3625935"/>
              <a:gd name="connsiteY3" fmla="*/ 1935471 h 1945381"/>
              <a:gd name="connsiteX4" fmla="*/ 785489 w 3625935"/>
              <a:gd name="connsiteY4" fmla="*/ 1935471 h 1945381"/>
              <a:gd name="connsiteX5" fmla="*/ 941365 w 3625935"/>
              <a:gd name="connsiteY5" fmla="*/ 1842299 h 1945381"/>
              <a:gd name="connsiteX6" fmla="*/ 1027380 w 3625935"/>
              <a:gd name="connsiteY6" fmla="*/ 1622189 h 1945381"/>
              <a:gd name="connsiteX7" fmla="*/ 1075737 w 3625935"/>
              <a:gd name="connsiteY7" fmla="*/ 1330760 h 1945381"/>
              <a:gd name="connsiteX8" fmla="*/ 1134898 w 3625935"/>
              <a:gd name="connsiteY8" fmla="*/ 1134476 h 1945381"/>
              <a:gd name="connsiteX9" fmla="*/ 1279968 w 3625935"/>
              <a:gd name="connsiteY9" fmla="*/ 894564 h 1945381"/>
              <a:gd name="connsiteX10" fmla="*/ 1532557 w 3625935"/>
              <a:gd name="connsiteY10" fmla="*/ 658596 h 1945381"/>
              <a:gd name="connsiteX11" fmla="*/ 1871161 w 3625935"/>
              <a:gd name="connsiteY11" fmla="*/ 375056 h 1945381"/>
              <a:gd name="connsiteX12" fmla="*/ 2221854 w 3625935"/>
              <a:gd name="connsiteY12" fmla="*/ 116289 h 1945381"/>
              <a:gd name="connsiteX13" fmla="*/ 2465028 w 3625935"/>
              <a:gd name="connsiteY13" fmla="*/ 26115 h 1945381"/>
              <a:gd name="connsiteX14" fmla="*/ 2728423 w 3625935"/>
              <a:gd name="connsiteY14" fmla="*/ 317 h 1945381"/>
              <a:gd name="connsiteX15" fmla="*/ 3024020 w 3625935"/>
              <a:gd name="connsiteY15" fmla="*/ 43945 h 1945381"/>
              <a:gd name="connsiteX16" fmla="*/ 3268584 w 3625935"/>
              <a:gd name="connsiteY16" fmla="*/ 147057 h 1945381"/>
              <a:gd name="connsiteX17" fmla="*/ 3400282 w 3625935"/>
              <a:gd name="connsiteY17" fmla="*/ 303659 h 1945381"/>
              <a:gd name="connsiteX18" fmla="*/ 3625777 w 3625935"/>
              <a:gd name="connsiteY18" fmla="*/ 401249 h 1945381"/>
              <a:gd name="connsiteX19" fmla="*/ 3441363 w 3625935"/>
              <a:gd name="connsiteY19" fmla="*/ 822851 h 1945381"/>
              <a:gd name="connsiteX20" fmla="*/ 3461155 w 3625935"/>
              <a:gd name="connsiteY20" fmla="*/ 1240033 h 1945381"/>
              <a:gd name="connsiteX0" fmla="*/ 0 w 3626052"/>
              <a:gd name="connsiteY0" fmla="*/ 1938168 h 1945381"/>
              <a:gd name="connsiteX1" fmla="*/ 183705 w 3626052"/>
              <a:gd name="connsiteY1" fmla="*/ 1829274 h 1945381"/>
              <a:gd name="connsiteX2" fmla="*/ 444380 w 3626052"/>
              <a:gd name="connsiteY2" fmla="*/ 1840980 h 1945381"/>
              <a:gd name="connsiteX3" fmla="*/ 629613 w 3626052"/>
              <a:gd name="connsiteY3" fmla="*/ 1935471 h 1945381"/>
              <a:gd name="connsiteX4" fmla="*/ 785489 w 3626052"/>
              <a:gd name="connsiteY4" fmla="*/ 1935471 h 1945381"/>
              <a:gd name="connsiteX5" fmla="*/ 941365 w 3626052"/>
              <a:gd name="connsiteY5" fmla="*/ 1842299 h 1945381"/>
              <a:gd name="connsiteX6" fmla="*/ 1027380 w 3626052"/>
              <a:gd name="connsiteY6" fmla="*/ 1622189 h 1945381"/>
              <a:gd name="connsiteX7" fmla="*/ 1075737 w 3626052"/>
              <a:gd name="connsiteY7" fmla="*/ 1330760 h 1945381"/>
              <a:gd name="connsiteX8" fmla="*/ 1134898 w 3626052"/>
              <a:gd name="connsiteY8" fmla="*/ 1134476 h 1945381"/>
              <a:gd name="connsiteX9" fmla="*/ 1279968 w 3626052"/>
              <a:gd name="connsiteY9" fmla="*/ 894564 h 1945381"/>
              <a:gd name="connsiteX10" fmla="*/ 1532557 w 3626052"/>
              <a:gd name="connsiteY10" fmla="*/ 658596 h 1945381"/>
              <a:gd name="connsiteX11" fmla="*/ 1871161 w 3626052"/>
              <a:gd name="connsiteY11" fmla="*/ 375056 h 1945381"/>
              <a:gd name="connsiteX12" fmla="*/ 2221854 w 3626052"/>
              <a:gd name="connsiteY12" fmla="*/ 116289 h 1945381"/>
              <a:gd name="connsiteX13" fmla="*/ 2465028 w 3626052"/>
              <a:gd name="connsiteY13" fmla="*/ 26115 h 1945381"/>
              <a:gd name="connsiteX14" fmla="*/ 2728423 w 3626052"/>
              <a:gd name="connsiteY14" fmla="*/ 317 h 1945381"/>
              <a:gd name="connsiteX15" fmla="*/ 3024020 w 3626052"/>
              <a:gd name="connsiteY15" fmla="*/ 43945 h 1945381"/>
              <a:gd name="connsiteX16" fmla="*/ 3268584 w 3626052"/>
              <a:gd name="connsiteY16" fmla="*/ 147057 h 1945381"/>
              <a:gd name="connsiteX17" fmla="*/ 3400282 w 3626052"/>
              <a:gd name="connsiteY17" fmla="*/ 303659 h 1945381"/>
              <a:gd name="connsiteX18" fmla="*/ 3625777 w 3626052"/>
              <a:gd name="connsiteY18" fmla="*/ 401249 h 1945381"/>
              <a:gd name="connsiteX19" fmla="*/ 3524331 w 3626052"/>
              <a:gd name="connsiteY19" fmla="*/ 733526 h 1945381"/>
              <a:gd name="connsiteX20" fmla="*/ 3461155 w 3626052"/>
              <a:gd name="connsiteY20" fmla="*/ 1240033 h 1945381"/>
              <a:gd name="connsiteX0" fmla="*/ 0 w 3626050"/>
              <a:gd name="connsiteY0" fmla="*/ 1938168 h 1945381"/>
              <a:gd name="connsiteX1" fmla="*/ 183705 w 3626050"/>
              <a:gd name="connsiteY1" fmla="*/ 1829274 h 1945381"/>
              <a:gd name="connsiteX2" fmla="*/ 444380 w 3626050"/>
              <a:gd name="connsiteY2" fmla="*/ 1840980 h 1945381"/>
              <a:gd name="connsiteX3" fmla="*/ 629613 w 3626050"/>
              <a:gd name="connsiteY3" fmla="*/ 1935471 h 1945381"/>
              <a:gd name="connsiteX4" fmla="*/ 785489 w 3626050"/>
              <a:gd name="connsiteY4" fmla="*/ 1935471 h 1945381"/>
              <a:gd name="connsiteX5" fmla="*/ 941365 w 3626050"/>
              <a:gd name="connsiteY5" fmla="*/ 1842299 h 1945381"/>
              <a:gd name="connsiteX6" fmla="*/ 1027380 w 3626050"/>
              <a:gd name="connsiteY6" fmla="*/ 1622189 h 1945381"/>
              <a:gd name="connsiteX7" fmla="*/ 1075737 w 3626050"/>
              <a:gd name="connsiteY7" fmla="*/ 1330760 h 1945381"/>
              <a:gd name="connsiteX8" fmla="*/ 1134898 w 3626050"/>
              <a:gd name="connsiteY8" fmla="*/ 1134476 h 1945381"/>
              <a:gd name="connsiteX9" fmla="*/ 1279968 w 3626050"/>
              <a:gd name="connsiteY9" fmla="*/ 894564 h 1945381"/>
              <a:gd name="connsiteX10" fmla="*/ 1532557 w 3626050"/>
              <a:gd name="connsiteY10" fmla="*/ 658596 h 1945381"/>
              <a:gd name="connsiteX11" fmla="*/ 1871161 w 3626050"/>
              <a:gd name="connsiteY11" fmla="*/ 375056 h 1945381"/>
              <a:gd name="connsiteX12" fmla="*/ 2221854 w 3626050"/>
              <a:gd name="connsiteY12" fmla="*/ 116289 h 1945381"/>
              <a:gd name="connsiteX13" fmla="*/ 2465028 w 3626050"/>
              <a:gd name="connsiteY13" fmla="*/ 26115 h 1945381"/>
              <a:gd name="connsiteX14" fmla="*/ 2728423 w 3626050"/>
              <a:gd name="connsiteY14" fmla="*/ 317 h 1945381"/>
              <a:gd name="connsiteX15" fmla="*/ 3024020 w 3626050"/>
              <a:gd name="connsiteY15" fmla="*/ 43945 h 1945381"/>
              <a:gd name="connsiteX16" fmla="*/ 3268584 w 3626050"/>
              <a:gd name="connsiteY16" fmla="*/ 147057 h 1945381"/>
              <a:gd name="connsiteX17" fmla="*/ 3400282 w 3626050"/>
              <a:gd name="connsiteY17" fmla="*/ 303659 h 1945381"/>
              <a:gd name="connsiteX18" fmla="*/ 3625777 w 3626050"/>
              <a:gd name="connsiteY18" fmla="*/ 401249 h 1945381"/>
              <a:gd name="connsiteX19" fmla="*/ 3524331 w 3626050"/>
              <a:gd name="connsiteY19" fmla="*/ 733526 h 1945381"/>
              <a:gd name="connsiteX20" fmla="*/ 3466703 w 3626050"/>
              <a:gd name="connsiteY20" fmla="*/ 1108494 h 1945381"/>
              <a:gd name="connsiteX0" fmla="*/ 0 w 3626052"/>
              <a:gd name="connsiteY0" fmla="*/ 1938168 h 2234287"/>
              <a:gd name="connsiteX1" fmla="*/ 183705 w 3626052"/>
              <a:gd name="connsiteY1" fmla="*/ 1829274 h 2234287"/>
              <a:gd name="connsiteX2" fmla="*/ 444380 w 3626052"/>
              <a:gd name="connsiteY2" fmla="*/ 1840980 h 2234287"/>
              <a:gd name="connsiteX3" fmla="*/ 629613 w 3626052"/>
              <a:gd name="connsiteY3" fmla="*/ 1935471 h 2234287"/>
              <a:gd name="connsiteX4" fmla="*/ 1101380 w 3626052"/>
              <a:gd name="connsiteY4" fmla="*/ 2233963 h 2234287"/>
              <a:gd name="connsiteX5" fmla="*/ 941365 w 3626052"/>
              <a:gd name="connsiteY5" fmla="*/ 1842299 h 2234287"/>
              <a:gd name="connsiteX6" fmla="*/ 1027380 w 3626052"/>
              <a:gd name="connsiteY6" fmla="*/ 1622189 h 2234287"/>
              <a:gd name="connsiteX7" fmla="*/ 1075737 w 3626052"/>
              <a:gd name="connsiteY7" fmla="*/ 1330760 h 2234287"/>
              <a:gd name="connsiteX8" fmla="*/ 1134898 w 3626052"/>
              <a:gd name="connsiteY8" fmla="*/ 1134476 h 2234287"/>
              <a:gd name="connsiteX9" fmla="*/ 1279968 w 3626052"/>
              <a:gd name="connsiteY9" fmla="*/ 894564 h 2234287"/>
              <a:gd name="connsiteX10" fmla="*/ 1532557 w 3626052"/>
              <a:gd name="connsiteY10" fmla="*/ 658596 h 2234287"/>
              <a:gd name="connsiteX11" fmla="*/ 1871161 w 3626052"/>
              <a:gd name="connsiteY11" fmla="*/ 375056 h 2234287"/>
              <a:gd name="connsiteX12" fmla="*/ 2221854 w 3626052"/>
              <a:gd name="connsiteY12" fmla="*/ 116289 h 2234287"/>
              <a:gd name="connsiteX13" fmla="*/ 2465028 w 3626052"/>
              <a:gd name="connsiteY13" fmla="*/ 26115 h 2234287"/>
              <a:gd name="connsiteX14" fmla="*/ 2728423 w 3626052"/>
              <a:gd name="connsiteY14" fmla="*/ 317 h 2234287"/>
              <a:gd name="connsiteX15" fmla="*/ 3024020 w 3626052"/>
              <a:gd name="connsiteY15" fmla="*/ 43945 h 2234287"/>
              <a:gd name="connsiteX16" fmla="*/ 3268584 w 3626052"/>
              <a:gd name="connsiteY16" fmla="*/ 147057 h 2234287"/>
              <a:gd name="connsiteX17" fmla="*/ 3400282 w 3626052"/>
              <a:gd name="connsiteY17" fmla="*/ 303659 h 2234287"/>
              <a:gd name="connsiteX18" fmla="*/ 3625777 w 3626052"/>
              <a:gd name="connsiteY18" fmla="*/ 401249 h 2234287"/>
              <a:gd name="connsiteX19" fmla="*/ 3524331 w 3626052"/>
              <a:gd name="connsiteY19" fmla="*/ 733526 h 2234287"/>
              <a:gd name="connsiteX20" fmla="*/ 3466703 w 3626052"/>
              <a:gd name="connsiteY20" fmla="*/ 1108494 h 2234287"/>
              <a:gd name="connsiteX0" fmla="*/ 0 w 3626050"/>
              <a:gd name="connsiteY0" fmla="*/ 1938168 h 2399982"/>
              <a:gd name="connsiteX1" fmla="*/ 183705 w 3626050"/>
              <a:gd name="connsiteY1" fmla="*/ 1829274 h 2399982"/>
              <a:gd name="connsiteX2" fmla="*/ 444380 w 3626050"/>
              <a:gd name="connsiteY2" fmla="*/ 1840980 h 2399982"/>
              <a:gd name="connsiteX3" fmla="*/ 880066 w 3626050"/>
              <a:gd name="connsiteY3" fmla="*/ 2381546 h 2399982"/>
              <a:gd name="connsiteX4" fmla="*/ 1101380 w 3626050"/>
              <a:gd name="connsiteY4" fmla="*/ 2233963 h 2399982"/>
              <a:gd name="connsiteX5" fmla="*/ 941365 w 3626050"/>
              <a:gd name="connsiteY5" fmla="*/ 1842299 h 2399982"/>
              <a:gd name="connsiteX6" fmla="*/ 1027380 w 3626050"/>
              <a:gd name="connsiteY6" fmla="*/ 1622189 h 2399982"/>
              <a:gd name="connsiteX7" fmla="*/ 1075737 w 3626050"/>
              <a:gd name="connsiteY7" fmla="*/ 1330760 h 2399982"/>
              <a:gd name="connsiteX8" fmla="*/ 1134898 w 3626050"/>
              <a:gd name="connsiteY8" fmla="*/ 1134476 h 2399982"/>
              <a:gd name="connsiteX9" fmla="*/ 1279968 w 3626050"/>
              <a:gd name="connsiteY9" fmla="*/ 894564 h 2399982"/>
              <a:gd name="connsiteX10" fmla="*/ 1532557 w 3626050"/>
              <a:gd name="connsiteY10" fmla="*/ 658596 h 2399982"/>
              <a:gd name="connsiteX11" fmla="*/ 1871161 w 3626050"/>
              <a:gd name="connsiteY11" fmla="*/ 375056 h 2399982"/>
              <a:gd name="connsiteX12" fmla="*/ 2221854 w 3626050"/>
              <a:gd name="connsiteY12" fmla="*/ 116289 h 2399982"/>
              <a:gd name="connsiteX13" fmla="*/ 2465028 w 3626050"/>
              <a:gd name="connsiteY13" fmla="*/ 26115 h 2399982"/>
              <a:gd name="connsiteX14" fmla="*/ 2728423 w 3626050"/>
              <a:gd name="connsiteY14" fmla="*/ 317 h 2399982"/>
              <a:gd name="connsiteX15" fmla="*/ 3024020 w 3626050"/>
              <a:gd name="connsiteY15" fmla="*/ 43945 h 2399982"/>
              <a:gd name="connsiteX16" fmla="*/ 3268584 w 3626050"/>
              <a:gd name="connsiteY16" fmla="*/ 147057 h 2399982"/>
              <a:gd name="connsiteX17" fmla="*/ 3400282 w 3626050"/>
              <a:gd name="connsiteY17" fmla="*/ 303659 h 2399982"/>
              <a:gd name="connsiteX18" fmla="*/ 3625777 w 3626050"/>
              <a:gd name="connsiteY18" fmla="*/ 401249 h 2399982"/>
              <a:gd name="connsiteX19" fmla="*/ 3524331 w 3626050"/>
              <a:gd name="connsiteY19" fmla="*/ 733526 h 2399982"/>
              <a:gd name="connsiteX20" fmla="*/ 3466703 w 3626050"/>
              <a:gd name="connsiteY20" fmla="*/ 1108494 h 2399982"/>
              <a:gd name="connsiteX0" fmla="*/ 0 w 3626052"/>
              <a:gd name="connsiteY0" fmla="*/ 1938168 h 2681497"/>
              <a:gd name="connsiteX1" fmla="*/ 183705 w 3626052"/>
              <a:gd name="connsiteY1" fmla="*/ 1829274 h 2681497"/>
              <a:gd name="connsiteX2" fmla="*/ 642716 w 3626052"/>
              <a:gd name="connsiteY2" fmla="*/ 2664254 h 2681497"/>
              <a:gd name="connsiteX3" fmla="*/ 880066 w 3626052"/>
              <a:gd name="connsiteY3" fmla="*/ 2381546 h 2681497"/>
              <a:gd name="connsiteX4" fmla="*/ 1101380 w 3626052"/>
              <a:gd name="connsiteY4" fmla="*/ 2233963 h 2681497"/>
              <a:gd name="connsiteX5" fmla="*/ 941365 w 3626052"/>
              <a:gd name="connsiteY5" fmla="*/ 1842299 h 2681497"/>
              <a:gd name="connsiteX6" fmla="*/ 1027380 w 3626052"/>
              <a:gd name="connsiteY6" fmla="*/ 1622189 h 2681497"/>
              <a:gd name="connsiteX7" fmla="*/ 1075737 w 3626052"/>
              <a:gd name="connsiteY7" fmla="*/ 1330760 h 2681497"/>
              <a:gd name="connsiteX8" fmla="*/ 1134898 w 3626052"/>
              <a:gd name="connsiteY8" fmla="*/ 1134476 h 2681497"/>
              <a:gd name="connsiteX9" fmla="*/ 1279968 w 3626052"/>
              <a:gd name="connsiteY9" fmla="*/ 894564 h 2681497"/>
              <a:gd name="connsiteX10" fmla="*/ 1532557 w 3626052"/>
              <a:gd name="connsiteY10" fmla="*/ 658596 h 2681497"/>
              <a:gd name="connsiteX11" fmla="*/ 1871161 w 3626052"/>
              <a:gd name="connsiteY11" fmla="*/ 375056 h 2681497"/>
              <a:gd name="connsiteX12" fmla="*/ 2221854 w 3626052"/>
              <a:gd name="connsiteY12" fmla="*/ 116289 h 2681497"/>
              <a:gd name="connsiteX13" fmla="*/ 2465028 w 3626052"/>
              <a:gd name="connsiteY13" fmla="*/ 26115 h 2681497"/>
              <a:gd name="connsiteX14" fmla="*/ 2728423 w 3626052"/>
              <a:gd name="connsiteY14" fmla="*/ 317 h 2681497"/>
              <a:gd name="connsiteX15" fmla="*/ 3024020 w 3626052"/>
              <a:gd name="connsiteY15" fmla="*/ 43945 h 2681497"/>
              <a:gd name="connsiteX16" fmla="*/ 3268584 w 3626052"/>
              <a:gd name="connsiteY16" fmla="*/ 147057 h 2681497"/>
              <a:gd name="connsiteX17" fmla="*/ 3400282 w 3626052"/>
              <a:gd name="connsiteY17" fmla="*/ 303659 h 2681497"/>
              <a:gd name="connsiteX18" fmla="*/ 3625777 w 3626052"/>
              <a:gd name="connsiteY18" fmla="*/ 401249 h 2681497"/>
              <a:gd name="connsiteX19" fmla="*/ 3524331 w 3626052"/>
              <a:gd name="connsiteY19" fmla="*/ 733526 h 2681497"/>
              <a:gd name="connsiteX20" fmla="*/ 3466703 w 3626052"/>
              <a:gd name="connsiteY20" fmla="*/ 1108494 h 2681497"/>
              <a:gd name="connsiteX0" fmla="*/ 0 w 3626050"/>
              <a:gd name="connsiteY0" fmla="*/ 1938168 h 2845970"/>
              <a:gd name="connsiteX1" fmla="*/ 430209 w 3626050"/>
              <a:gd name="connsiteY1" fmla="*/ 2806974 h 2845970"/>
              <a:gd name="connsiteX2" fmla="*/ 642716 w 3626050"/>
              <a:gd name="connsiteY2" fmla="*/ 2664254 h 2845970"/>
              <a:gd name="connsiteX3" fmla="*/ 880066 w 3626050"/>
              <a:gd name="connsiteY3" fmla="*/ 2381546 h 2845970"/>
              <a:gd name="connsiteX4" fmla="*/ 1101380 w 3626050"/>
              <a:gd name="connsiteY4" fmla="*/ 2233963 h 2845970"/>
              <a:gd name="connsiteX5" fmla="*/ 941365 w 3626050"/>
              <a:gd name="connsiteY5" fmla="*/ 1842299 h 2845970"/>
              <a:gd name="connsiteX6" fmla="*/ 1027380 w 3626050"/>
              <a:gd name="connsiteY6" fmla="*/ 1622189 h 2845970"/>
              <a:gd name="connsiteX7" fmla="*/ 1075737 w 3626050"/>
              <a:gd name="connsiteY7" fmla="*/ 1330760 h 2845970"/>
              <a:gd name="connsiteX8" fmla="*/ 1134898 w 3626050"/>
              <a:gd name="connsiteY8" fmla="*/ 1134476 h 2845970"/>
              <a:gd name="connsiteX9" fmla="*/ 1279968 w 3626050"/>
              <a:gd name="connsiteY9" fmla="*/ 894564 h 2845970"/>
              <a:gd name="connsiteX10" fmla="*/ 1532557 w 3626050"/>
              <a:gd name="connsiteY10" fmla="*/ 658596 h 2845970"/>
              <a:gd name="connsiteX11" fmla="*/ 1871161 w 3626050"/>
              <a:gd name="connsiteY11" fmla="*/ 375056 h 2845970"/>
              <a:gd name="connsiteX12" fmla="*/ 2221854 w 3626050"/>
              <a:gd name="connsiteY12" fmla="*/ 116289 h 2845970"/>
              <a:gd name="connsiteX13" fmla="*/ 2465028 w 3626050"/>
              <a:gd name="connsiteY13" fmla="*/ 26115 h 2845970"/>
              <a:gd name="connsiteX14" fmla="*/ 2728423 w 3626050"/>
              <a:gd name="connsiteY14" fmla="*/ 317 h 2845970"/>
              <a:gd name="connsiteX15" fmla="*/ 3024020 w 3626050"/>
              <a:gd name="connsiteY15" fmla="*/ 43945 h 2845970"/>
              <a:gd name="connsiteX16" fmla="*/ 3268584 w 3626050"/>
              <a:gd name="connsiteY16" fmla="*/ 147057 h 2845970"/>
              <a:gd name="connsiteX17" fmla="*/ 3400282 w 3626050"/>
              <a:gd name="connsiteY17" fmla="*/ 303659 h 2845970"/>
              <a:gd name="connsiteX18" fmla="*/ 3625777 w 3626050"/>
              <a:gd name="connsiteY18" fmla="*/ 401249 h 2845970"/>
              <a:gd name="connsiteX19" fmla="*/ 3524331 w 3626050"/>
              <a:gd name="connsiteY19" fmla="*/ 733526 h 2845970"/>
              <a:gd name="connsiteX20" fmla="*/ 3466703 w 3626050"/>
              <a:gd name="connsiteY20" fmla="*/ 1108494 h 2845970"/>
              <a:gd name="connsiteX0" fmla="*/ 12384 w 3205122"/>
              <a:gd name="connsiteY0" fmla="*/ 3136284 h 3136283"/>
              <a:gd name="connsiteX1" fmla="*/ 9279 w 3205122"/>
              <a:gd name="connsiteY1" fmla="*/ 2806974 h 3136283"/>
              <a:gd name="connsiteX2" fmla="*/ 221786 w 3205122"/>
              <a:gd name="connsiteY2" fmla="*/ 2664254 h 3136283"/>
              <a:gd name="connsiteX3" fmla="*/ 459136 w 3205122"/>
              <a:gd name="connsiteY3" fmla="*/ 2381546 h 3136283"/>
              <a:gd name="connsiteX4" fmla="*/ 680450 w 3205122"/>
              <a:gd name="connsiteY4" fmla="*/ 2233963 h 3136283"/>
              <a:gd name="connsiteX5" fmla="*/ 520435 w 3205122"/>
              <a:gd name="connsiteY5" fmla="*/ 1842299 h 3136283"/>
              <a:gd name="connsiteX6" fmla="*/ 606450 w 3205122"/>
              <a:gd name="connsiteY6" fmla="*/ 1622189 h 3136283"/>
              <a:gd name="connsiteX7" fmla="*/ 654807 w 3205122"/>
              <a:gd name="connsiteY7" fmla="*/ 1330760 h 3136283"/>
              <a:gd name="connsiteX8" fmla="*/ 713968 w 3205122"/>
              <a:gd name="connsiteY8" fmla="*/ 1134476 h 3136283"/>
              <a:gd name="connsiteX9" fmla="*/ 859038 w 3205122"/>
              <a:gd name="connsiteY9" fmla="*/ 894564 h 3136283"/>
              <a:gd name="connsiteX10" fmla="*/ 1111627 w 3205122"/>
              <a:gd name="connsiteY10" fmla="*/ 658596 h 3136283"/>
              <a:gd name="connsiteX11" fmla="*/ 1450231 w 3205122"/>
              <a:gd name="connsiteY11" fmla="*/ 375056 h 3136283"/>
              <a:gd name="connsiteX12" fmla="*/ 1800924 w 3205122"/>
              <a:gd name="connsiteY12" fmla="*/ 116289 h 3136283"/>
              <a:gd name="connsiteX13" fmla="*/ 2044098 w 3205122"/>
              <a:gd name="connsiteY13" fmla="*/ 26115 h 3136283"/>
              <a:gd name="connsiteX14" fmla="*/ 2307493 w 3205122"/>
              <a:gd name="connsiteY14" fmla="*/ 317 h 3136283"/>
              <a:gd name="connsiteX15" fmla="*/ 2603090 w 3205122"/>
              <a:gd name="connsiteY15" fmla="*/ 43945 h 3136283"/>
              <a:gd name="connsiteX16" fmla="*/ 2847654 w 3205122"/>
              <a:gd name="connsiteY16" fmla="*/ 147057 h 3136283"/>
              <a:gd name="connsiteX17" fmla="*/ 2979352 w 3205122"/>
              <a:gd name="connsiteY17" fmla="*/ 303659 h 3136283"/>
              <a:gd name="connsiteX18" fmla="*/ 3204847 w 3205122"/>
              <a:gd name="connsiteY18" fmla="*/ 401249 h 3136283"/>
              <a:gd name="connsiteX19" fmla="*/ 3103401 w 3205122"/>
              <a:gd name="connsiteY19" fmla="*/ 733526 h 3136283"/>
              <a:gd name="connsiteX20" fmla="*/ 3045773 w 3205122"/>
              <a:gd name="connsiteY20" fmla="*/ 1108494 h 3136283"/>
              <a:gd name="connsiteX0" fmla="*/ 12384 w 3205120"/>
              <a:gd name="connsiteY0" fmla="*/ 3136284 h 3136285"/>
              <a:gd name="connsiteX1" fmla="*/ 9279 w 3205120"/>
              <a:gd name="connsiteY1" fmla="*/ 2806974 h 3136285"/>
              <a:gd name="connsiteX2" fmla="*/ 221786 w 3205120"/>
              <a:gd name="connsiteY2" fmla="*/ 2664254 h 3136285"/>
              <a:gd name="connsiteX3" fmla="*/ 701102 w 3205120"/>
              <a:gd name="connsiteY3" fmla="*/ 2519258 h 3136285"/>
              <a:gd name="connsiteX4" fmla="*/ 680450 w 3205120"/>
              <a:gd name="connsiteY4" fmla="*/ 2233963 h 3136285"/>
              <a:gd name="connsiteX5" fmla="*/ 520435 w 3205120"/>
              <a:gd name="connsiteY5" fmla="*/ 1842299 h 3136285"/>
              <a:gd name="connsiteX6" fmla="*/ 606450 w 3205120"/>
              <a:gd name="connsiteY6" fmla="*/ 1622189 h 3136285"/>
              <a:gd name="connsiteX7" fmla="*/ 654807 w 3205120"/>
              <a:gd name="connsiteY7" fmla="*/ 1330760 h 3136285"/>
              <a:gd name="connsiteX8" fmla="*/ 713968 w 3205120"/>
              <a:gd name="connsiteY8" fmla="*/ 1134476 h 3136285"/>
              <a:gd name="connsiteX9" fmla="*/ 859038 w 3205120"/>
              <a:gd name="connsiteY9" fmla="*/ 894564 h 3136285"/>
              <a:gd name="connsiteX10" fmla="*/ 1111627 w 3205120"/>
              <a:gd name="connsiteY10" fmla="*/ 658596 h 3136285"/>
              <a:gd name="connsiteX11" fmla="*/ 1450231 w 3205120"/>
              <a:gd name="connsiteY11" fmla="*/ 375056 h 3136285"/>
              <a:gd name="connsiteX12" fmla="*/ 1800924 w 3205120"/>
              <a:gd name="connsiteY12" fmla="*/ 116289 h 3136285"/>
              <a:gd name="connsiteX13" fmla="*/ 2044098 w 3205120"/>
              <a:gd name="connsiteY13" fmla="*/ 26115 h 3136285"/>
              <a:gd name="connsiteX14" fmla="*/ 2307493 w 3205120"/>
              <a:gd name="connsiteY14" fmla="*/ 317 h 3136285"/>
              <a:gd name="connsiteX15" fmla="*/ 2603090 w 3205120"/>
              <a:gd name="connsiteY15" fmla="*/ 43945 h 3136285"/>
              <a:gd name="connsiteX16" fmla="*/ 2847654 w 3205120"/>
              <a:gd name="connsiteY16" fmla="*/ 147057 h 3136285"/>
              <a:gd name="connsiteX17" fmla="*/ 2979352 w 3205120"/>
              <a:gd name="connsiteY17" fmla="*/ 303659 h 3136285"/>
              <a:gd name="connsiteX18" fmla="*/ 3204847 w 3205120"/>
              <a:gd name="connsiteY18" fmla="*/ 401249 h 3136285"/>
              <a:gd name="connsiteX19" fmla="*/ 3103401 w 3205120"/>
              <a:gd name="connsiteY19" fmla="*/ 733526 h 3136285"/>
              <a:gd name="connsiteX20" fmla="*/ 3045773 w 3205120"/>
              <a:gd name="connsiteY20" fmla="*/ 1108494 h 313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05120" h="3136285">
                <a:moveTo>
                  <a:pt x="12384" y="3136284"/>
                </a:moveTo>
                <a:cubicBezTo>
                  <a:pt x="52076" y="3106700"/>
                  <a:pt x="-25621" y="2885646"/>
                  <a:pt x="9279" y="2806974"/>
                </a:cubicBezTo>
                <a:cubicBezTo>
                  <a:pt x="44179" y="2728302"/>
                  <a:pt x="106482" y="2712207"/>
                  <a:pt x="221786" y="2664254"/>
                </a:cubicBezTo>
                <a:cubicBezTo>
                  <a:pt x="337090" y="2616301"/>
                  <a:pt x="624658" y="2590973"/>
                  <a:pt x="701102" y="2519258"/>
                </a:cubicBezTo>
                <a:cubicBezTo>
                  <a:pt x="777546" y="2447543"/>
                  <a:pt x="710561" y="2346789"/>
                  <a:pt x="680450" y="2233963"/>
                </a:cubicBezTo>
                <a:cubicBezTo>
                  <a:pt x="650339" y="2121137"/>
                  <a:pt x="532768" y="1944261"/>
                  <a:pt x="520435" y="1842299"/>
                </a:cubicBezTo>
                <a:cubicBezTo>
                  <a:pt x="508102" y="1740337"/>
                  <a:pt x="592969" y="1699030"/>
                  <a:pt x="606450" y="1622189"/>
                </a:cubicBezTo>
                <a:cubicBezTo>
                  <a:pt x="623459" y="1525073"/>
                  <a:pt x="634587" y="1427483"/>
                  <a:pt x="654807" y="1330760"/>
                </a:cubicBezTo>
                <a:cubicBezTo>
                  <a:pt x="668714" y="1264412"/>
                  <a:pt x="687543" y="1198695"/>
                  <a:pt x="713968" y="1134476"/>
                </a:cubicBezTo>
                <a:cubicBezTo>
                  <a:pt x="748524" y="1050297"/>
                  <a:pt x="796345" y="969275"/>
                  <a:pt x="859038" y="894564"/>
                </a:cubicBezTo>
                <a:cubicBezTo>
                  <a:pt x="930717" y="809202"/>
                  <a:pt x="1021441" y="733859"/>
                  <a:pt x="1111627" y="658596"/>
                </a:cubicBezTo>
                <a:lnTo>
                  <a:pt x="1450231" y="375056"/>
                </a:lnTo>
                <a:cubicBezTo>
                  <a:pt x="1559034" y="282437"/>
                  <a:pt x="1666018" y="187450"/>
                  <a:pt x="1800924" y="116289"/>
                </a:cubicBezTo>
                <a:cubicBezTo>
                  <a:pt x="1875278" y="77079"/>
                  <a:pt x="1956800" y="45917"/>
                  <a:pt x="2044098" y="26115"/>
                </a:cubicBezTo>
                <a:cubicBezTo>
                  <a:pt x="2129257" y="6786"/>
                  <a:pt x="2218376" y="-1813"/>
                  <a:pt x="2307493" y="317"/>
                </a:cubicBezTo>
                <a:cubicBezTo>
                  <a:pt x="2408486" y="2763"/>
                  <a:pt x="2507767" y="19015"/>
                  <a:pt x="2603090" y="43945"/>
                </a:cubicBezTo>
                <a:cubicBezTo>
                  <a:pt x="2692742" y="67375"/>
                  <a:pt x="2779399" y="98381"/>
                  <a:pt x="2847654" y="147057"/>
                </a:cubicBezTo>
                <a:cubicBezTo>
                  <a:pt x="2908314" y="190290"/>
                  <a:pt x="2919820" y="261294"/>
                  <a:pt x="2979352" y="303659"/>
                </a:cubicBezTo>
                <a:cubicBezTo>
                  <a:pt x="3038884" y="346024"/>
                  <a:pt x="3200675" y="332455"/>
                  <a:pt x="3204847" y="401249"/>
                </a:cubicBezTo>
                <a:cubicBezTo>
                  <a:pt x="3211266" y="506887"/>
                  <a:pt x="3103080" y="627730"/>
                  <a:pt x="3103401" y="733526"/>
                </a:cubicBezTo>
                <a:cubicBezTo>
                  <a:pt x="3103936" y="872771"/>
                  <a:pt x="3052299" y="969328"/>
                  <a:pt x="3045773" y="1108494"/>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68E4DBF4-B946-DDB3-12F1-9785730ACA2B}"/>
              </a:ext>
            </a:extLst>
          </p:cNvPr>
          <p:cNvSpPr/>
          <p:nvPr/>
        </p:nvSpPr>
        <p:spPr>
          <a:xfrm rot="7632039" flipH="1" flipV="1">
            <a:off x="11312486" y="4527895"/>
            <a:ext cx="1086531" cy="1509830"/>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82272"/>
              <a:gd name="connsiteX1" fmla="*/ 273954 w 2058039"/>
              <a:gd name="connsiteY1" fmla="*/ 2082233 h 2082272"/>
              <a:gd name="connsiteX2" fmla="*/ 35315 w 2058039"/>
              <a:gd name="connsiteY2" fmla="*/ 1830687 h 2082272"/>
              <a:gd name="connsiteX3" fmla="*/ 109241 w 2058039"/>
              <a:gd name="connsiteY3" fmla="*/ 1467230 h 2082272"/>
              <a:gd name="connsiteX4" fmla="*/ 124968 w 2058039"/>
              <a:gd name="connsiteY4" fmla="*/ 1230947 h 2082272"/>
              <a:gd name="connsiteX5" fmla="*/ 203387 w 2058039"/>
              <a:gd name="connsiteY5" fmla="*/ 923660 h 2082272"/>
              <a:gd name="connsiteX6" fmla="*/ 404945 w 2058039"/>
              <a:gd name="connsiteY6" fmla="*/ 642803 h 2082272"/>
              <a:gd name="connsiteX7" fmla="*/ 774468 w 2058039"/>
              <a:gd name="connsiteY7" fmla="*/ 330546 h 2082272"/>
              <a:gd name="connsiteX8" fmla="*/ 1197696 w 2058039"/>
              <a:gd name="connsiteY8" fmla="*/ 71147 h 2082272"/>
              <a:gd name="connsiteX9" fmla="*/ 1448466 w 2058039"/>
              <a:gd name="connsiteY9" fmla="*/ 1722 h 2082272"/>
              <a:gd name="connsiteX10" fmla="*/ 1723950 w 2058039"/>
              <a:gd name="connsiteY10" fmla="*/ 44719 h 2082272"/>
              <a:gd name="connsiteX11" fmla="*/ 1952360 w 2058039"/>
              <a:gd name="connsiteY11" fmla="*/ 241319 h 2082272"/>
              <a:gd name="connsiteX12" fmla="*/ 1976966 w 2058039"/>
              <a:gd name="connsiteY12" fmla="*/ 599885 h 2082272"/>
              <a:gd name="connsiteX13" fmla="*/ 2037412 w 2058039"/>
              <a:gd name="connsiteY13" fmla="*/ 925395 h 2082272"/>
              <a:gd name="connsiteX14" fmla="*/ 2053139 w 2058039"/>
              <a:gd name="connsiteY14" fmla="*/ 1222821 h 2082272"/>
              <a:gd name="connsiteX15" fmla="*/ 1952360 w 2058039"/>
              <a:gd name="connsiteY15" fmla="*/ 1540047 h 2082272"/>
              <a:gd name="connsiteX16" fmla="*/ 1436465 w 2058039"/>
              <a:gd name="connsiteY16" fmla="*/ 2057019 h 2082272"/>
              <a:gd name="connsiteX0" fmla="*/ 181241 w 2027999"/>
              <a:gd name="connsiteY0" fmla="*/ 2286621 h 2286620"/>
              <a:gd name="connsiteX1" fmla="*/ 243914 w 2027999"/>
              <a:gd name="connsiteY1" fmla="*/ 2082233 h 2286620"/>
              <a:gd name="connsiteX2" fmla="*/ 5275 w 2027999"/>
              <a:gd name="connsiteY2" fmla="*/ 1830687 h 2286620"/>
              <a:gd name="connsiteX3" fmla="*/ 79201 w 2027999"/>
              <a:gd name="connsiteY3" fmla="*/ 1467230 h 2286620"/>
              <a:gd name="connsiteX4" fmla="*/ 94928 w 2027999"/>
              <a:gd name="connsiteY4" fmla="*/ 1230947 h 2286620"/>
              <a:gd name="connsiteX5" fmla="*/ 173347 w 2027999"/>
              <a:gd name="connsiteY5" fmla="*/ 923660 h 2286620"/>
              <a:gd name="connsiteX6" fmla="*/ 374905 w 2027999"/>
              <a:gd name="connsiteY6" fmla="*/ 642803 h 2286620"/>
              <a:gd name="connsiteX7" fmla="*/ 744428 w 2027999"/>
              <a:gd name="connsiteY7" fmla="*/ 330546 h 2286620"/>
              <a:gd name="connsiteX8" fmla="*/ 1167656 w 2027999"/>
              <a:gd name="connsiteY8" fmla="*/ 71147 h 2286620"/>
              <a:gd name="connsiteX9" fmla="*/ 1418426 w 2027999"/>
              <a:gd name="connsiteY9" fmla="*/ 1722 h 2286620"/>
              <a:gd name="connsiteX10" fmla="*/ 1693910 w 2027999"/>
              <a:gd name="connsiteY10" fmla="*/ 44719 h 2286620"/>
              <a:gd name="connsiteX11" fmla="*/ 1922320 w 2027999"/>
              <a:gd name="connsiteY11" fmla="*/ 241319 h 2286620"/>
              <a:gd name="connsiteX12" fmla="*/ 1946926 w 2027999"/>
              <a:gd name="connsiteY12" fmla="*/ 599885 h 2286620"/>
              <a:gd name="connsiteX13" fmla="*/ 2007372 w 2027999"/>
              <a:gd name="connsiteY13" fmla="*/ 925395 h 2286620"/>
              <a:gd name="connsiteX14" fmla="*/ 2023099 w 2027999"/>
              <a:gd name="connsiteY14" fmla="*/ 1222821 h 2286620"/>
              <a:gd name="connsiteX15" fmla="*/ 1922320 w 2027999"/>
              <a:gd name="connsiteY15" fmla="*/ 1540047 h 2286620"/>
              <a:gd name="connsiteX16" fmla="*/ 1406425 w 2027999"/>
              <a:gd name="connsiteY16" fmla="*/ 2057019 h 2286620"/>
              <a:gd name="connsiteX0" fmla="*/ 181239 w 2027997"/>
              <a:gd name="connsiteY0" fmla="*/ 2286621 h 2286622"/>
              <a:gd name="connsiteX1" fmla="*/ 243912 w 2027997"/>
              <a:gd name="connsiteY1" fmla="*/ 2082233 h 2286622"/>
              <a:gd name="connsiteX2" fmla="*/ 5273 w 2027997"/>
              <a:gd name="connsiteY2" fmla="*/ 1830687 h 2286622"/>
              <a:gd name="connsiteX3" fmla="*/ 79199 w 2027997"/>
              <a:gd name="connsiteY3" fmla="*/ 1467230 h 2286622"/>
              <a:gd name="connsiteX4" fmla="*/ 94926 w 2027997"/>
              <a:gd name="connsiteY4" fmla="*/ 1230947 h 2286622"/>
              <a:gd name="connsiteX5" fmla="*/ 173345 w 2027997"/>
              <a:gd name="connsiteY5" fmla="*/ 923660 h 2286622"/>
              <a:gd name="connsiteX6" fmla="*/ 374903 w 2027997"/>
              <a:gd name="connsiteY6" fmla="*/ 642803 h 2286622"/>
              <a:gd name="connsiteX7" fmla="*/ 744426 w 2027997"/>
              <a:gd name="connsiteY7" fmla="*/ 330546 h 2286622"/>
              <a:gd name="connsiteX8" fmla="*/ 1167654 w 2027997"/>
              <a:gd name="connsiteY8" fmla="*/ 71147 h 2286622"/>
              <a:gd name="connsiteX9" fmla="*/ 1418424 w 2027997"/>
              <a:gd name="connsiteY9" fmla="*/ 1722 h 2286622"/>
              <a:gd name="connsiteX10" fmla="*/ 1693908 w 2027997"/>
              <a:gd name="connsiteY10" fmla="*/ 44719 h 2286622"/>
              <a:gd name="connsiteX11" fmla="*/ 1922318 w 2027997"/>
              <a:gd name="connsiteY11" fmla="*/ 241319 h 2286622"/>
              <a:gd name="connsiteX12" fmla="*/ 1946924 w 2027997"/>
              <a:gd name="connsiteY12" fmla="*/ 599885 h 2286622"/>
              <a:gd name="connsiteX13" fmla="*/ 2007370 w 2027997"/>
              <a:gd name="connsiteY13" fmla="*/ 925395 h 2286622"/>
              <a:gd name="connsiteX14" fmla="*/ 2023097 w 2027997"/>
              <a:gd name="connsiteY14" fmla="*/ 1222821 h 2286622"/>
              <a:gd name="connsiteX15" fmla="*/ 1922318 w 2027997"/>
              <a:gd name="connsiteY15" fmla="*/ 1540047 h 2286622"/>
              <a:gd name="connsiteX0" fmla="*/ 181239 w 2027997"/>
              <a:gd name="connsiteY0" fmla="*/ 2286621 h 2286620"/>
              <a:gd name="connsiteX1" fmla="*/ 243912 w 2027997"/>
              <a:gd name="connsiteY1" fmla="*/ 2082233 h 2286620"/>
              <a:gd name="connsiteX2" fmla="*/ 5273 w 2027997"/>
              <a:gd name="connsiteY2" fmla="*/ 1830687 h 2286620"/>
              <a:gd name="connsiteX3" fmla="*/ 79199 w 2027997"/>
              <a:gd name="connsiteY3" fmla="*/ 1467230 h 2286620"/>
              <a:gd name="connsiteX4" fmla="*/ 94926 w 2027997"/>
              <a:gd name="connsiteY4" fmla="*/ 1230947 h 2286620"/>
              <a:gd name="connsiteX5" fmla="*/ 173345 w 2027997"/>
              <a:gd name="connsiteY5" fmla="*/ 923660 h 2286620"/>
              <a:gd name="connsiteX6" fmla="*/ 374903 w 2027997"/>
              <a:gd name="connsiteY6" fmla="*/ 642803 h 2286620"/>
              <a:gd name="connsiteX7" fmla="*/ 744426 w 2027997"/>
              <a:gd name="connsiteY7" fmla="*/ 330546 h 2286620"/>
              <a:gd name="connsiteX8" fmla="*/ 1167654 w 2027997"/>
              <a:gd name="connsiteY8" fmla="*/ 71147 h 2286620"/>
              <a:gd name="connsiteX9" fmla="*/ 1418424 w 2027997"/>
              <a:gd name="connsiteY9" fmla="*/ 1722 h 2286620"/>
              <a:gd name="connsiteX10" fmla="*/ 1693908 w 2027997"/>
              <a:gd name="connsiteY10" fmla="*/ 44719 h 2286620"/>
              <a:gd name="connsiteX11" fmla="*/ 1922318 w 2027997"/>
              <a:gd name="connsiteY11" fmla="*/ 241319 h 2286620"/>
              <a:gd name="connsiteX12" fmla="*/ 1946924 w 2027997"/>
              <a:gd name="connsiteY12" fmla="*/ 599885 h 2286620"/>
              <a:gd name="connsiteX13" fmla="*/ 2007370 w 2027997"/>
              <a:gd name="connsiteY13" fmla="*/ 925395 h 2286620"/>
              <a:gd name="connsiteX14" fmla="*/ 2023097 w 2027997"/>
              <a:gd name="connsiteY14" fmla="*/ 1222821 h 2286620"/>
              <a:gd name="connsiteX0" fmla="*/ 181239 w 2024370"/>
              <a:gd name="connsiteY0" fmla="*/ 2286621 h 2286622"/>
              <a:gd name="connsiteX1" fmla="*/ 243912 w 2024370"/>
              <a:gd name="connsiteY1" fmla="*/ 2082233 h 2286622"/>
              <a:gd name="connsiteX2" fmla="*/ 5273 w 2024370"/>
              <a:gd name="connsiteY2" fmla="*/ 1830687 h 2286622"/>
              <a:gd name="connsiteX3" fmla="*/ 79199 w 2024370"/>
              <a:gd name="connsiteY3" fmla="*/ 1467230 h 2286622"/>
              <a:gd name="connsiteX4" fmla="*/ 94926 w 2024370"/>
              <a:gd name="connsiteY4" fmla="*/ 1230947 h 2286622"/>
              <a:gd name="connsiteX5" fmla="*/ 173345 w 2024370"/>
              <a:gd name="connsiteY5" fmla="*/ 923660 h 2286622"/>
              <a:gd name="connsiteX6" fmla="*/ 374903 w 2024370"/>
              <a:gd name="connsiteY6" fmla="*/ 642803 h 2286622"/>
              <a:gd name="connsiteX7" fmla="*/ 744426 w 2024370"/>
              <a:gd name="connsiteY7" fmla="*/ 330546 h 2286622"/>
              <a:gd name="connsiteX8" fmla="*/ 1167654 w 2024370"/>
              <a:gd name="connsiteY8" fmla="*/ 71147 h 2286622"/>
              <a:gd name="connsiteX9" fmla="*/ 1418424 w 2024370"/>
              <a:gd name="connsiteY9" fmla="*/ 1722 h 2286622"/>
              <a:gd name="connsiteX10" fmla="*/ 1693908 w 2024370"/>
              <a:gd name="connsiteY10" fmla="*/ 44719 h 2286622"/>
              <a:gd name="connsiteX11" fmla="*/ 1922318 w 2024370"/>
              <a:gd name="connsiteY11" fmla="*/ 241319 h 2286622"/>
              <a:gd name="connsiteX12" fmla="*/ 1946924 w 2024370"/>
              <a:gd name="connsiteY12" fmla="*/ 599885 h 2286622"/>
              <a:gd name="connsiteX13" fmla="*/ 1952314 w 2024370"/>
              <a:gd name="connsiteY13" fmla="*/ 864312 h 2286622"/>
              <a:gd name="connsiteX14" fmla="*/ 2023097 w 2024370"/>
              <a:gd name="connsiteY14" fmla="*/ 1222821 h 2286622"/>
              <a:gd name="connsiteX0" fmla="*/ 181239 w 1954001"/>
              <a:gd name="connsiteY0" fmla="*/ 2286621 h 2286620"/>
              <a:gd name="connsiteX1" fmla="*/ 243912 w 1954001"/>
              <a:gd name="connsiteY1" fmla="*/ 2082233 h 2286620"/>
              <a:gd name="connsiteX2" fmla="*/ 5273 w 1954001"/>
              <a:gd name="connsiteY2" fmla="*/ 1830687 h 2286620"/>
              <a:gd name="connsiteX3" fmla="*/ 79199 w 1954001"/>
              <a:gd name="connsiteY3" fmla="*/ 1467230 h 2286620"/>
              <a:gd name="connsiteX4" fmla="*/ 94926 w 1954001"/>
              <a:gd name="connsiteY4" fmla="*/ 1230947 h 2286620"/>
              <a:gd name="connsiteX5" fmla="*/ 173345 w 1954001"/>
              <a:gd name="connsiteY5" fmla="*/ 923660 h 2286620"/>
              <a:gd name="connsiteX6" fmla="*/ 374903 w 1954001"/>
              <a:gd name="connsiteY6" fmla="*/ 642803 h 2286620"/>
              <a:gd name="connsiteX7" fmla="*/ 744426 w 1954001"/>
              <a:gd name="connsiteY7" fmla="*/ 330546 h 2286620"/>
              <a:gd name="connsiteX8" fmla="*/ 1167654 w 1954001"/>
              <a:gd name="connsiteY8" fmla="*/ 71147 h 2286620"/>
              <a:gd name="connsiteX9" fmla="*/ 1418424 w 1954001"/>
              <a:gd name="connsiteY9" fmla="*/ 1722 h 2286620"/>
              <a:gd name="connsiteX10" fmla="*/ 1693908 w 1954001"/>
              <a:gd name="connsiteY10" fmla="*/ 44719 h 2286620"/>
              <a:gd name="connsiteX11" fmla="*/ 1922318 w 1954001"/>
              <a:gd name="connsiteY11" fmla="*/ 241319 h 2286620"/>
              <a:gd name="connsiteX12" fmla="*/ 1946924 w 1954001"/>
              <a:gd name="connsiteY12" fmla="*/ 599885 h 2286620"/>
              <a:gd name="connsiteX13" fmla="*/ 1952314 w 1954001"/>
              <a:gd name="connsiteY13" fmla="*/ 864312 h 2286620"/>
              <a:gd name="connsiteX14" fmla="*/ 1919771 w 1954001"/>
              <a:gd name="connsiteY14" fmla="*/ 1152951 h 2286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001" h="2286620">
                <a:moveTo>
                  <a:pt x="181239" y="2286621"/>
                </a:moveTo>
                <a:cubicBezTo>
                  <a:pt x="182580" y="2283844"/>
                  <a:pt x="242571" y="2085010"/>
                  <a:pt x="243912" y="2082233"/>
                </a:cubicBezTo>
                <a:cubicBezTo>
                  <a:pt x="257070" y="2049227"/>
                  <a:pt x="32725" y="1933187"/>
                  <a:pt x="5273" y="1830687"/>
                </a:cubicBezTo>
                <a:cubicBezTo>
                  <a:pt x="-22179" y="1728187"/>
                  <a:pt x="65826" y="1589434"/>
                  <a:pt x="79199" y="1467230"/>
                </a:cubicBezTo>
                <a:cubicBezTo>
                  <a:pt x="87758" y="1388653"/>
                  <a:pt x="86474" y="1309602"/>
                  <a:pt x="94926" y="1230947"/>
                </a:cubicBezTo>
                <a:cubicBezTo>
                  <a:pt x="106052" y="1126572"/>
                  <a:pt x="126487" y="1022433"/>
                  <a:pt x="173345" y="923660"/>
                </a:cubicBezTo>
                <a:cubicBezTo>
                  <a:pt x="220953" y="823151"/>
                  <a:pt x="291242" y="729663"/>
                  <a:pt x="374903" y="642803"/>
                </a:cubicBezTo>
                <a:cubicBezTo>
                  <a:pt x="483598" y="529908"/>
                  <a:pt x="611231" y="428137"/>
                  <a:pt x="744426" y="330546"/>
                </a:cubicBezTo>
                <a:cubicBezTo>
                  <a:pt x="875053" y="234850"/>
                  <a:pt x="1009639" y="140573"/>
                  <a:pt x="1167654" y="71147"/>
                </a:cubicBezTo>
                <a:cubicBezTo>
                  <a:pt x="1245431" y="36987"/>
                  <a:pt x="1328664" y="8586"/>
                  <a:pt x="1418424" y="1722"/>
                </a:cubicBezTo>
                <a:cubicBezTo>
                  <a:pt x="1513853" y="-5536"/>
                  <a:pt x="1609711" y="10401"/>
                  <a:pt x="1693908" y="44719"/>
                </a:cubicBezTo>
                <a:cubicBezTo>
                  <a:pt x="1799928" y="87873"/>
                  <a:pt x="1883268" y="156825"/>
                  <a:pt x="1922318" y="241319"/>
                </a:cubicBezTo>
                <a:cubicBezTo>
                  <a:pt x="1974953" y="355397"/>
                  <a:pt x="1942110" y="478548"/>
                  <a:pt x="1946924" y="599885"/>
                </a:cubicBezTo>
                <a:cubicBezTo>
                  <a:pt x="1951310" y="709388"/>
                  <a:pt x="1956839" y="772134"/>
                  <a:pt x="1952314" y="864312"/>
                </a:cubicBezTo>
                <a:cubicBezTo>
                  <a:pt x="1947789" y="956490"/>
                  <a:pt x="1930789" y="1053783"/>
                  <a:pt x="1919771" y="1152951"/>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AF3289F2-6748-61E8-94FF-C5963C9BD9B9}"/>
              </a:ext>
            </a:extLst>
          </p:cNvPr>
          <p:cNvSpPr/>
          <p:nvPr/>
        </p:nvSpPr>
        <p:spPr>
          <a:xfrm rot="7632039" flipH="1" flipV="1">
            <a:off x="11423901" y="4688703"/>
            <a:ext cx="826991" cy="1103493"/>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40 h 2118588"/>
              <a:gd name="connsiteX1" fmla="*/ 683 w 1324130"/>
              <a:gd name="connsiteY1" fmla="*/ 1829674 h 2118588"/>
              <a:gd name="connsiteX2" fmla="*/ 14495 w 1324130"/>
              <a:gd name="connsiteY2" fmla="*/ 1664130 h 2118588"/>
              <a:gd name="connsiteX3" fmla="*/ 97839 w 1324130"/>
              <a:gd name="connsiteY3" fmla="*/ 1271033 h 2118588"/>
              <a:gd name="connsiteX4" fmla="*/ 97839 w 1324130"/>
              <a:gd name="connsiteY4" fmla="*/ 991093 h 2118588"/>
              <a:gd name="connsiteX5" fmla="*/ 195756 w 1324130"/>
              <a:gd name="connsiteY5" fmla="*/ 588948 h 2118588"/>
              <a:gd name="connsiteX6" fmla="*/ 373778 w 1324130"/>
              <a:gd name="connsiteY6" fmla="*/ 336154 h 2118588"/>
              <a:gd name="connsiteX7" fmla="*/ 706867 w 1324130"/>
              <a:gd name="connsiteY7" fmla="*/ 86218 h 2118588"/>
              <a:gd name="connsiteX8" fmla="*/ 953755 w 1324130"/>
              <a:gd name="connsiteY8" fmla="*/ 17 h 2118588"/>
              <a:gd name="connsiteX9" fmla="*/ 1105965 w 1324130"/>
              <a:gd name="connsiteY9" fmla="*/ 60310 h 2118588"/>
              <a:gd name="connsiteX10" fmla="*/ 1227897 w 1324130"/>
              <a:gd name="connsiteY10" fmla="*/ 164958 h 2118588"/>
              <a:gd name="connsiteX11" fmla="*/ 1177783 w 1324130"/>
              <a:gd name="connsiteY11" fmla="*/ 448073 h 2118588"/>
              <a:gd name="connsiteX12" fmla="*/ 1281129 w 1324130"/>
              <a:gd name="connsiteY12" fmla="*/ 789925 h 2118588"/>
              <a:gd name="connsiteX13" fmla="*/ 1306942 w 1324130"/>
              <a:gd name="connsiteY13" fmla="*/ 942135 h 2118588"/>
              <a:gd name="connsiteX14" fmla="*/ 1321325 w 1324130"/>
              <a:gd name="connsiteY14" fmla="*/ 1272462 h 2118588"/>
              <a:gd name="connsiteX15" fmla="*/ 1215121 w 1324130"/>
              <a:gd name="connsiteY15" fmla="*/ 1660224 h 2118588"/>
              <a:gd name="connsiteX16" fmla="*/ 1085962 w 1324130"/>
              <a:gd name="connsiteY16" fmla="*/ 1844057 h 2118588"/>
              <a:gd name="connsiteX17" fmla="*/ 750526 w 1324130"/>
              <a:gd name="connsiteY17" fmla="*/ 2118588 h 2118588"/>
              <a:gd name="connsiteX0" fmla="*/ 203012 w 1324130"/>
              <a:gd name="connsiteY0" fmla="*/ 2037840 h 2037841"/>
              <a:gd name="connsiteX1" fmla="*/ 683 w 1324130"/>
              <a:gd name="connsiteY1" fmla="*/ 1829674 h 2037841"/>
              <a:gd name="connsiteX2" fmla="*/ 14495 w 1324130"/>
              <a:gd name="connsiteY2" fmla="*/ 1664130 h 2037841"/>
              <a:gd name="connsiteX3" fmla="*/ 97839 w 1324130"/>
              <a:gd name="connsiteY3" fmla="*/ 1271033 h 2037841"/>
              <a:gd name="connsiteX4" fmla="*/ 97839 w 1324130"/>
              <a:gd name="connsiteY4" fmla="*/ 991093 h 2037841"/>
              <a:gd name="connsiteX5" fmla="*/ 195756 w 1324130"/>
              <a:gd name="connsiteY5" fmla="*/ 588948 h 2037841"/>
              <a:gd name="connsiteX6" fmla="*/ 373778 w 1324130"/>
              <a:gd name="connsiteY6" fmla="*/ 336154 h 2037841"/>
              <a:gd name="connsiteX7" fmla="*/ 706867 w 1324130"/>
              <a:gd name="connsiteY7" fmla="*/ 86218 h 2037841"/>
              <a:gd name="connsiteX8" fmla="*/ 953755 w 1324130"/>
              <a:gd name="connsiteY8" fmla="*/ 17 h 2037841"/>
              <a:gd name="connsiteX9" fmla="*/ 1105965 w 1324130"/>
              <a:gd name="connsiteY9" fmla="*/ 60310 h 2037841"/>
              <a:gd name="connsiteX10" fmla="*/ 1227897 w 1324130"/>
              <a:gd name="connsiteY10" fmla="*/ 164958 h 2037841"/>
              <a:gd name="connsiteX11" fmla="*/ 1177783 w 1324130"/>
              <a:gd name="connsiteY11" fmla="*/ 448073 h 2037841"/>
              <a:gd name="connsiteX12" fmla="*/ 1281129 w 1324130"/>
              <a:gd name="connsiteY12" fmla="*/ 789925 h 2037841"/>
              <a:gd name="connsiteX13" fmla="*/ 1306942 w 1324130"/>
              <a:gd name="connsiteY13" fmla="*/ 942135 h 2037841"/>
              <a:gd name="connsiteX14" fmla="*/ 1321325 w 1324130"/>
              <a:gd name="connsiteY14" fmla="*/ 1272462 h 2037841"/>
              <a:gd name="connsiteX15" fmla="*/ 1215121 w 1324130"/>
              <a:gd name="connsiteY15" fmla="*/ 1660224 h 2037841"/>
              <a:gd name="connsiteX16" fmla="*/ 1085962 w 1324130"/>
              <a:gd name="connsiteY16" fmla="*/ 1844057 h 2037841"/>
              <a:gd name="connsiteX0" fmla="*/ 203012 w 1324130"/>
              <a:gd name="connsiteY0" fmla="*/ 2037840 h 2037839"/>
              <a:gd name="connsiteX1" fmla="*/ 683 w 1324130"/>
              <a:gd name="connsiteY1" fmla="*/ 1829674 h 2037839"/>
              <a:gd name="connsiteX2" fmla="*/ 14495 w 1324130"/>
              <a:gd name="connsiteY2" fmla="*/ 1664130 h 2037839"/>
              <a:gd name="connsiteX3" fmla="*/ 97839 w 1324130"/>
              <a:gd name="connsiteY3" fmla="*/ 1271033 h 2037839"/>
              <a:gd name="connsiteX4" fmla="*/ 97839 w 1324130"/>
              <a:gd name="connsiteY4" fmla="*/ 991093 h 2037839"/>
              <a:gd name="connsiteX5" fmla="*/ 195756 w 1324130"/>
              <a:gd name="connsiteY5" fmla="*/ 588948 h 2037839"/>
              <a:gd name="connsiteX6" fmla="*/ 373778 w 1324130"/>
              <a:gd name="connsiteY6" fmla="*/ 336154 h 2037839"/>
              <a:gd name="connsiteX7" fmla="*/ 706867 w 1324130"/>
              <a:gd name="connsiteY7" fmla="*/ 86218 h 2037839"/>
              <a:gd name="connsiteX8" fmla="*/ 953755 w 1324130"/>
              <a:gd name="connsiteY8" fmla="*/ 17 h 2037839"/>
              <a:gd name="connsiteX9" fmla="*/ 1105965 w 1324130"/>
              <a:gd name="connsiteY9" fmla="*/ 60310 h 2037839"/>
              <a:gd name="connsiteX10" fmla="*/ 1227897 w 1324130"/>
              <a:gd name="connsiteY10" fmla="*/ 164958 h 2037839"/>
              <a:gd name="connsiteX11" fmla="*/ 1177783 w 1324130"/>
              <a:gd name="connsiteY11" fmla="*/ 448073 h 2037839"/>
              <a:gd name="connsiteX12" fmla="*/ 1281129 w 1324130"/>
              <a:gd name="connsiteY12" fmla="*/ 789925 h 2037839"/>
              <a:gd name="connsiteX13" fmla="*/ 1306942 w 1324130"/>
              <a:gd name="connsiteY13" fmla="*/ 942135 h 2037839"/>
              <a:gd name="connsiteX14" fmla="*/ 1321325 w 1324130"/>
              <a:gd name="connsiteY14" fmla="*/ 1272462 h 2037839"/>
              <a:gd name="connsiteX15" fmla="*/ 1215121 w 1324130"/>
              <a:gd name="connsiteY15" fmla="*/ 1660224 h 2037839"/>
              <a:gd name="connsiteX0" fmla="*/ 203012 w 1324130"/>
              <a:gd name="connsiteY0" fmla="*/ 2037840 h 2037841"/>
              <a:gd name="connsiteX1" fmla="*/ 683 w 1324130"/>
              <a:gd name="connsiteY1" fmla="*/ 1829674 h 2037841"/>
              <a:gd name="connsiteX2" fmla="*/ 14495 w 1324130"/>
              <a:gd name="connsiteY2" fmla="*/ 1664130 h 2037841"/>
              <a:gd name="connsiteX3" fmla="*/ 97839 w 1324130"/>
              <a:gd name="connsiteY3" fmla="*/ 1271033 h 2037841"/>
              <a:gd name="connsiteX4" fmla="*/ 97839 w 1324130"/>
              <a:gd name="connsiteY4" fmla="*/ 991093 h 2037841"/>
              <a:gd name="connsiteX5" fmla="*/ 195756 w 1324130"/>
              <a:gd name="connsiteY5" fmla="*/ 588948 h 2037841"/>
              <a:gd name="connsiteX6" fmla="*/ 373778 w 1324130"/>
              <a:gd name="connsiteY6" fmla="*/ 336154 h 2037841"/>
              <a:gd name="connsiteX7" fmla="*/ 706867 w 1324130"/>
              <a:gd name="connsiteY7" fmla="*/ 86218 h 2037841"/>
              <a:gd name="connsiteX8" fmla="*/ 953755 w 1324130"/>
              <a:gd name="connsiteY8" fmla="*/ 17 h 2037841"/>
              <a:gd name="connsiteX9" fmla="*/ 1105965 w 1324130"/>
              <a:gd name="connsiteY9" fmla="*/ 60310 h 2037841"/>
              <a:gd name="connsiteX10" fmla="*/ 1227897 w 1324130"/>
              <a:gd name="connsiteY10" fmla="*/ 164958 h 2037841"/>
              <a:gd name="connsiteX11" fmla="*/ 1177783 w 1324130"/>
              <a:gd name="connsiteY11" fmla="*/ 448073 h 2037841"/>
              <a:gd name="connsiteX12" fmla="*/ 1281129 w 1324130"/>
              <a:gd name="connsiteY12" fmla="*/ 789925 h 2037841"/>
              <a:gd name="connsiteX13" fmla="*/ 1306942 w 1324130"/>
              <a:gd name="connsiteY13" fmla="*/ 942135 h 2037841"/>
              <a:gd name="connsiteX14" fmla="*/ 1321325 w 1324130"/>
              <a:gd name="connsiteY14" fmla="*/ 1272462 h 2037841"/>
              <a:gd name="connsiteX0" fmla="*/ 376330 w 1324130"/>
              <a:gd name="connsiteY0" fmla="*/ 1984231 h 1984231"/>
              <a:gd name="connsiteX1" fmla="*/ 683 w 1324130"/>
              <a:gd name="connsiteY1" fmla="*/ 1829674 h 1984231"/>
              <a:gd name="connsiteX2" fmla="*/ 14495 w 1324130"/>
              <a:gd name="connsiteY2" fmla="*/ 1664130 h 1984231"/>
              <a:gd name="connsiteX3" fmla="*/ 97839 w 1324130"/>
              <a:gd name="connsiteY3" fmla="*/ 1271033 h 1984231"/>
              <a:gd name="connsiteX4" fmla="*/ 97839 w 1324130"/>
              <a:gd name="connsiteY4" fmla="*/ 991093 h 1984231"/>
              <a:gd name="connsiteX5" fmla="*/ 195756 w 1324130"/>
              <a:gd name="connsiteY5" fmla="*/ 588948 h 1984231"/>
              <a:gd name="connsiteX6" fmla="*/ 373778 w 1324130"/>
              <a:gd name="connsiteY6" fmla="*/ 336154 h 1984231"/>
              <a:gd name="connsiteX7" fmla="*/ 706867 w 1324130"/>
              <a:gd name="connsiteY7" fmla="*/ 86218 h 1984231"/>
              <a:gd name="connsiteX8" fmla="*/ 953755 w 1324130"/>
              <a:gd name="connsiteY8" fmla="*/ 17 h 1984231"/>
              <a:gd name="connsiteX9" fmla="*/ 1105965 w 1324130"/>
              <a:gd name="connsiteY9" fmla="*/ 60310 h 1984231"/>
              <a:gd name="connsiteX10" fmla="*/ 1227897 w 1324130"/>
              <a:gd name="connsiteY10" fmla="*/ 164958 h 1984231"/>
              <a:gd name="connsiteX11" fmla="*/ 1177783 w 1324130"/>
              <a:gd name="connsiteY11" fmla="*/ 448073 h 1984231"/>
              <a:gd name="connsiteX12" fmla="*/ 1281129 w 1324130"/>
              <a:gd name="connsiteY12" fmla="*/ 789925 h 1984231"/>
              <a:gd name="connsiteX13" fmla="*/ 1306942 w 1324130"/>
              <a:gd name="connsiteY13" fmla="*/ 942135 h 1984231"/>
              <a:gd name="connsiteX14" fmla="*/ 1321325 w 1324130"/>
              <a:gd name="connsiteY14" fmla="*/ 1272462 h 198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4130" h="1984231">
                <a:moveTo>
                  <a:pt x="376330" y="1984231"/>
                </a:moveTo>
                <a:cubicBezTo>
                  <a:pt x="296987" y="1903458"/>
                  <a:pt x="5922" y="1943212"/>
                  <a:pt x="683" y="1829674"/>
                </a:cubicBezTo>
                <a:cubicBezTo>
                  <a:pt x="-2079" y="1774239"/>
                  <a:pt x="3732" y="1718803"/>
                  <a:pt x="14495" y="1664130"/>
                </a:cubicBezTo>
                <a:cubicBezTo>
                  <a:pt x="40593" y="1532304"/>
                  <a:pt x="87552" y="1404764"/>
                  <a:pt x="97839" y="1271033"/>
                </a:cubicBezTo>
                <a:cubicBezTo>
                  <a:pt x="104982" y="1177879"/>
                  <a:pt x="94790" y="1084438"/>
                  <a:pt x="97839" y="991093"/>
                </a:cubicBezTo>
                <a:cubicBezTo>
                  <a:pt x="102411" y="851743"/>
                  <a:pt x="135177" y="714392"/>
                  <a:pt x="195756" y="588948"/>
                </a:cubicBezTo>
                <a:cubicBezTo>
                  <a:pt x="240809" y="495508"/>
                  <a:pt x="301674" y="410735"/>
                  <a:pt x="373778" y="336154"/>
                </a:cubicBezTo>
                <a:cubicBezTo>
                  <a:pt x="470742" y="235951"/>
                  <a:pt x="585614" y="155370"/>
                  <a:pt x="706867" y="86218"/>
                </a:cubicBezTo>
                <a:cubicBezTo>
                  <a:pt x="784020" y="42213"/>
                  <a:pt x="865363" y="1351"/>
                  <a:pt x="953755" y="17"/>
                </a:cubicBezTo>
                <a:cubicBezTo>
                  <a:pt x="1011667" y="-840"/>
                  <a:pt x="1060275" y="32820"/>
                  <a:pt x="1105965" y="60310"/>
                </a:cubicBezTo>
                <a:cubicBezTo>
                  <a:pt x="1151655" y="87800"/>
                  <a:pt x="1224182" y="107998"/>
                  <a:pt x="1227897" y="164958"/>
                </a:cubicBezTo>
                <a:cubicBezTo>
                  <a:pt x="1232850" y="241348"/>
                  <a:pt x="1168911" y="343912"/>
                  <a:pt x="1177783" y="448073"/>
                </a:cubicBezTo>
                <a:cubicBezTo>
                  <a:pt x="1186655" y="552234"/>
                  <a:pt x="1253888" y="673911"/>
                  <a:pt x="1281129" y="789925"/>
                </a:cubicBezTo>
                <a:cubicBezTo>
                  <a:pt x="1292940" y="840027"/>
                  <a:pt x="1300656" y="891081"/>
                  <a:pt x="1306942" y="942135"/>
                </a:cubicBezTo>
                <a:cubicBezTo>
                  <a:pt x="1320563" y="1051768"/>
                  <a:pt x="1328754" y="1162258"/>
                  <a:pt x="1321325" y="1272462"/>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E17EC678-D945-CA75-3D3C-64C1F9DD8F1A}"/>
              </a:ext>
            </a:extLst>
          </p:cNvPr>
          <p:cNvSpPr/>
          <p:nvPr/>
        </p:nvSpPr>
        <p:spPr>
          <a:xfrm rot="6113614" flipH="1" flipV="1">
            <a:off x="11646726" y="5065074"/>
            <a:ext cx="285440" cy="378285"/>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lumMod val="85000"/>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22366CFE-D16B-426A-0BDC-40C6D8358A61}"/>
              </a:ext>
            </a:extLst>
          </p:cNvPr>
          <p:cNvSpPr/>
          <p:nvPr/>
        </p:nvSpPr>
        <p:spPr>
          <a:xfrm rot="937575" flipH="1" flipV="1">
            <a:off x="11512380" y="4956355"/>
            <a:ext cx="681437" cy="55408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6350" cap="rnd">
            <a:solidFill>
              <a:schemeClr val="tx1">
                <a:lumMod val="85000"/>
                <a:alpha val="35000"/>
              </a:schemeClr>
            </a:solidFill>
            <a:prstDash val="dash"/>
            <a:round/>
          </a:ln>
        </p:spPr>
        <p:txBody>
          <a:bodyPr rtlCol="0" anchor="ctr"/>
          <a:lstStyle/>
          <a:p>
            <a:endParaRPr lang="en-US"/>
          </a:p>
        </p:txBody>
      </p:sp>
      <p:sp>
        <p:nvSpPr>
          <p:cNvPr id="22" name="Freeform: Shape 21">
            <a:extLst>
              <a:ext uri="{FF2B5EF4-FFF2-40B4-BE49-F238E27FC236}">
                <a16:creationId xmlns:a16="http://schemas.microsoft.com/office/drawing/2014/main" id="{8B686341-0ABD-36B0-97F1-AB919A6D7FBC}"/>
              </a:ext>
            </a:extLst>
          </p:cNvPr>
          <p:cNvSpPr/>
          <p:nvPr/>
        </p:nvSpPr>
        <p:spPr>
          <a:xfrm rot="20685129" flipH="1" flipV="1">
            <a:off x="10752528" y="6680640"/>
            <a:ext cx="763532" cy="265902"/>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609623"/>
              <a:gd name="connsiteY0" fmla="*/ 0 h 448232"/>
              <a:gd name="connsiteX1" fmla="*/ 73251 w 609623"/>
              <a:gd name="connsiteY1" fmla="*/ 412752 h 448232"/>
              <a:gd name="connsiteX2" fmla="*/ 383956 w 609623"/>
              <a:gd name="connsiteY2" fmla="*/ 407175 h 448232"/>
              <a:gd name="connsiteX3" fmla="*/ 609623 w 609623"/>
              <a:gd name="connsiteY3" fmla="*/ 244293 h 448232"/>
              <a:gd name="connsiteX0" fmla="*/ 6984 w 681361"/>
              <a:gd name="connsiteY0" fmla="*/ 0 h 533163"/>
              <a:gd name="connsiteX1" fmla="*/ 144989 w 681361"/>
              <a:gd name="connsiteY1" fmla="*/ 491905 h 533163"/>
              <a:gd name="connsiteX2" fmla="*/ 455694 w 681361"/>
              <a:gd name="connsiteY2" fmla="*/ 486328 h 533163"/>
              <a:gd name="connsiteX3" fmla="*/ 681361 w 681361"/>
              <a:gd name="connsiteY3" fmla="*/ 323446 h 533163"/>
              <a:gd name="connsiteX0" fmla="*/ 0 w 674377"/>
              <a:gd name="connsiteY0" fmla="*/ 0 h 533163"/>
              <a:gd name="connsiteX1" fmla="*/ 138005 w 674377"/>
              <a:gd name="connsiteY1" fmla="*/ 491905 h 533163"/>
              <a:gd name="connsiteX2" fmla="*/ 448710 w 674377"/>
              <a:gd name="connsiteY2" fmla="*/ 486328 h 533163"/>
              <a:gd name="connsiteX3" fmla="*/ 674377 w 674377"/>
              <a:gd name="connsiteY3" fmla="*/ 323446 h 533163"/>
              <a:gd name="connsiteX0" fmla="*/ 0 w 674377"/>
              <a:gd name="connsiteY0" fmla="*/ 0 h 490271"/>
              <a:gd name="connsiteX1" fmla="*/ 136042 w 674377"/>
              <a:gd name="connsiteY1" fmla="*/ 305029 h 490271"/>
              <a:gd name="connsiteX2" fmla="*/ 448710 w 674377"/>
              <a:gd name="connsiteY2" fmla="*/ 486328 h 490271"/>
              <a:gd name="connsiteX3" fmla="*/ 674377 w 674377"/>
              <a:gd name="connsiteY3" fmla="*/ 323446 h 490271"/>
            </a:gdLst>
            <a:ahLst/>
            <a:cxnLst>
              <a:cxn ang="0">
                <a:pos x="connsiteX0" y="connsiteY0"/>
              </a:cxn>
              <a:cxn ang="0">
                <a:pos x="connsiteX1" y="connsiteY1"/>
              </a:cxn>
              <a:cxn ang="0">
                <a:pos x="connsiteX2" y="connsiteY2"/>
              </a:cxn>
              <a:cxn ang="0">
                <a:pos x="connsiteX3" y="connsiteY3"/>
              </a:cxn>
            </a:cxnLst>
            <a:rect l="l" t="t" r="r" b="b"/>
            <a:pathLst>
              <a:path w="674377" h="490271">
                <a:moveTo>
                  <a:pt x="0" y="0"/>
                </a:moveTo>
                <a:cubicBezTo>
                  <a:pt x="15495" y="155685"/>
                  <a:pt x="61257" y="223975"/>
                  <a:pt x="136042" y="305029"/>
                </a:cubicBezTo>
                <a:cubicBezTo>
                  <a:pt x="210827" y="386083"/>
                  <a:pt x="359315" y="514404"/>
                  <a:pt x="448710" y="486328"/>
                </a:cubicBezTo>
                <a:cubicBezTo>
                  <a:pt x="538105" y="458252"/>
                  <a:pt x="572235" y="362380"/>
                  <a:pt x="674377" y="32344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3" name="Freeform: Shape 22">
            <a:extLst>
              <a:ext uri="{FF2B5EF4-FFF2-40B4-BE49-F238E27FC236}">
                <a16:creationId xmlns:a16="http://schemas.microsoft.com/office/drawing/2014/main" id="{67E3FFFE-26B5-7031-459A-34399CB8859D}"/>
              </a:ext>
            </a:extLst>
          </p:cNvPr>
          <p:cNvSpPr/>
          <p:nvPr/>
        </p:nvSpPr>
        <p:spPr>
          <a:xfrm rot="7453054" flipH="1">
            <a:off x="8297799" y="4497419"/>
            <a:ext cx="4803230" cy="610397"/>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3866654 w 6059421"/>
              <a:gd name="connsiteY7" fmla="*/ 420470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456347 w 6059421"/>
              <a:gd name="connsiteY8" fmla="*/ 4305003 h 4413195"/>
              <a:gd name="connsiteX9" fmla="*/ 4763433 w 6059421"/>
              <a:gd name="connsiteY9" fmla="*/ 4243185 h 4413195"/>
              <a:gd name="connsiteX10" fmla="*/ 5467403 w 6059421"/>
              <a:gd name="connsiteY10" fmla="*/ 3779622 h 4413195"/>
              <a:gd name="connsiteX11" fmla="*/ 5713764 w 6059421"/>
              <a:gd name="connsiteY11" fmla="*/ 3489822 h 4413195"/>
              <a:gd name="connsiteX12" fmla="*/ 6057499 w 6059421"/>
              <a:gd name="connsiteY12" fmla="*/ 2932545 h 4413195"/>
              <a:gd name="connsiteX13" fmla="*/ 5824274 w 6059421"/>
              <a:gd name="connsiteY13" fmla="*/ 1915138 h 4413195"/>
              <a:gd name="connsiteX14" fmla="*/ 5247641 w 6059421"/>
              <a:gd name="connsiteY14" fmla="*/ 1216850 h 4413195"/>
              <a:gd name="connsiteX15" fmla="*/ 5361323 w 6059421"/>
              <a:gd name="connsiteY15" fmla="*/ 444093 h 4413195"/>
              <a:gd name="connsiteX16" fmla="*/ 5015497 w 6059421"/>
              <a:gd name="connsiteY16" fmla="*/ 0 h 4413195"/>
              <a:gd name="connsiteX0" fmla="*/ 0 w 6059421"/>
              <a:gd name="connsiteY0" fmla="*/ 4408834 h 4413643"/>
              <a:gd name="connsiteX1" fmla="*/ 436266 w 6059421"/>
              <a:gd name="connsiteY1" fmla="*/ 3803273 h 4413643"/>
              <a:gd name="connsiteX2" fmla="*/ 1080723 w 6059421"/>
              <a:gd name="connsiteY2" fmla="*/ 3408979 h 4413643"/>
              <a:gd name="connsiteX3" fmla="*/ 1782538 w 6059421"/>
              <a:gd name="connsiteY3" fmla="*/ 2917743 h 4413643"/>
              <a:gd name="connsiteX4" fmla="*/ 2189343 w 6059421"/>
              <a:gd name="connsiteY4" fmla="*/ 2827673 h 4413643"/>
              <a:gd name="connsiteX5" fmla="*/ 2644019 w 6059421"/>
              <a:gd name="connsiteY5" fmla="*/ 3353419 h 4413643"/>
              <a:gd name="connsiteX6" fmla="*/ 3213049 w 6059421"/>
              <a:gd name="connsiteY6" fmla="*/ 4229089 h 4413643"/>
              <a:gd name="connsiteX7" fmla="*/ 4041360 w 6059421"/>
              <a:gd name="connsiteY7" fmla="*/ 3933245 h 4413643"/>
              <a:gd name="connsiteX8" fmla="*/ 4456347 w 6059421"/>
              <a:gd name="connsiteY8" fmla="*/ 4305003 h 4413643"/>
              <a:gd name="connsiteX9" fmla="*/ 4763433 w 6059421"/>
              <a:gd name="connsiteY9" fmla="*/ 4243185 h 4413643"/>
              <a:gd name="connsiteX10" fmla="*/ 5467403 w 6059421"/>
              <a:gd name="connsiteY10" fmla="*/ 3779622 h 4413643"/>
              <a:gd name="connsiteX11" fmla="*/ 5713764 w 6059421"/>
              <a:gd name="connsiteY11" fmla="*/ 3489822 h 4413643"/>
              <a:gd name="connsiteX12" fmla="*/ 6057499 w 6059421"/>
              <a:gd name="connsiteY12" fmla="*/ 2932545 h 4413643"/>
              <a:gd name="connsiteX13" fmla="*/ 5824274 w 6059421"/>
              <a:gd name="connsiteY13" fmla="*/ 1915138 h 4413643"/>
              <a:gd name="connsiteX14" fmla="*/ 5247641 w 6059421"/>
              <a:gd name="connsiteY14" fmla="*/ 1216850 h 4413643"/>
              <a:gd name="connsiteX15" fmla="*/ 5361323 w 6059421"/>
              <a:gd name="connsiteY15" fmla="*/ 444093 h 4413643"/>
              <a:gd name="connsiteX16" fmla="*/ 5015497 w 6059421"/>
              <a:gd name="connsiteY16" fmla="*/ 0 h 4413643"/>
              <a:gd name="connsiteX0" fmla="*/ 0 w 6059421"/>
              <a:gd name="connsiteY0" fmla="*/ 4408834 h 4413642"/>
              <a:gd name="connsiteX1" fmla="*/ 436266 w 6059421"/>
              <a:gd name="connsiteY1" fmla="*/ 3803273 h 4413642"/>
              <a:gd name="connsiteX2" fmla="*/ 1080723 w 6059421"/>
              <a:gd name="connsiteY2" fmla="*/ 3408979 h 4413642"/>
              <a:gd name="connsiteX3" fmla="*/ 1782538 w 6059421"/>
              <a:gd name="connsiteY3" fmla="*/ 2917743 h 4413642"/>
              <a:gd name="connsiteX4" fmla="*/ 2336788 w 6059421"/>
              <a:gd name="connsiteY4" fmla="*/ 2729273 h 4413642"/>
              <a:gd name="connsiteX5" fmla="*/ 2644019 w 6059421"/>
              <a:gd name="connsiteY5" fmla="*/ 3353419 h 4413642"/>
              <a:gd name="connsiteX6" fmla="*/ 3213049 w 6059421"/>
              <a:gd name="connsiteY6" fmla="*/ 4229089 h 4413642"/>
              <a:gd name="connsiteX7" fmla="*/ 4041360 w 6059421"/>
              <a:gd name="connsiteY7" fmla="*/ 3933245 h 4413642"/>
              <a:gd name="connsiteX8" fmla="*/ 4456347 w 6059421"/>
              <a:gd name="connsiteY8" fmla="*/ 4305003 h 4413642"/>
              <a:gd name="connsiteX9" fmla="*/ 4763433 w 6059421"/>
              <a:gd name="connsiteY9" fmla="*/ 4243185 h 4413642"/>
              <a:gd name="connsiteX10" fmla="*/ 5467403 w 6059421"/>
              <a:gd name="connsiteY10" fmla="*/ 3779622 h 4413642"/>
              <a:gd name="connsiteX11" fmla="*/ 5713764 w 6059421"/>
              <a:gd name="connsiteY11" fmla="*/ 3489822 h 4413642"/>
              <a:gd name="connsiteX12" fmla="*/ 6057499 w 6059421"/>
              <a:gd name="connsiteY12" fmla="*/ 2932545 h 4413642"/>
              <a:gd name="connsiteX13" fmla="*/ 5824274 w 6059421"/>
              <a:gd name="connsiteY13" fmla="*/ 1915138 h 4413642"/>
              <a:gd name="connsiteX14" fmla="*/ 5247641 w 6059421"/>
              <a:gd name="connsiteY14" fmla="*/ 1216850 h 4413642"/>
              <a:gd name="connsiteX15" fmla="*/ 5361323 w 6059421"/>
              <a:gd name="connsiteY15" fmla="*/ 444093 h 4413642"/>
              <a:gd name="connsiteX16" fmla="*/ 5015497 w 6059421"/>
              <a:gd name="connsiteY16" fmla="*/ 0 h 4413642"/>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361323 w 6059421"/>
              <a:gd name="connsiteY15" fmla="*/ 239241 h 4208790"/>
              <a:gd name="connsiteX16" fmla="*/ 4973492 w 6059421"/>
              <a:gd name="connsiteY16" fmla="*/ 0 h 4208790"/>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267809 w 6059421"/>
              <a:gd name="connsiteY15" fmla="*/ 380738 h 4208790"/>
              <a:gd name="connsiteX16" fmla="*/ 4973492 w 6059421"/>
              <a:gd name="connsiteY16" fmla="*/ 0 h 4208790"/>
              <a:gd name="connsiteX0" fmla="*/ 0 w 6057899"/>
              <a:gd name="connsiteY0" fmla="*/ 4203982 h 4208790"/>
              <a:gd name="connsiteX1" fmla="*/ 436266 w 6057899"/>
              <a:gd name="connsiteY1" fmla="*/ 3598421 h 4208790"/>
              <a:gd name="connsiteX2" fmla="*/ 1080723 w 6057899"/>
              <a:gd name="connsiteY2" fmla="*/ 3204127 h 4208790"/>
              <a:gd name="connsiteX3" fmla="*/ 1782538 w 6057899"/>
              <a:gd name="connsiteY3" fmla="*/ 2712891 h 4208790"/>
              <a:gd name="connsiteX4" fmla="*/ 2336788 w 6057899"/>
              <a:gd name="connsiteY4" fmla="*/ 2524421 h 4208790"/>
              <a:gd name="connsiteX5" fmla="*/ 2644019 w 6057899"/>
              <a:gd name="connsiteY5" fmla="*/ 3148567 h 4208790"/>
              <a:gd name="connsiteX6" fmla="*/ 3213049 w 6057899"/>
              <a:gd name="connsiteY6" fmla="*/ 4024237 h 4208790"/>
              <a:gd name="connsiteX7" fmla="*/ 4041360 w 6057899"/>
              <a:gd name="connsiteY7" fmla="*/ 3728393 h 4208790"/>
              <a:gd name="connsiteX8" fmla="*/ 4456347 w 6057899"/>
              <a:gd name="connsiteY8" fmla="*/ 4100151 h 4208790"/>
              <a:gd name="connsiteX9" fmla="*/ 4763433 w 6057899"/>
              <a:gd name="connsiteY9" fmla="*/ 4038333 h 4208790"/>
              <a:gd name="connsiteX10" fmla="*/ 5467403 w 6057899"/>
              <a:gd name="connsiteY10" fmla="*/ 3574770 h 4208790"/>
              <a:gd name="connsiteX11" fmla="*/ 5713764 w 6057899"/>
              <a:gd name="connsiteY11" fmla="*/ 3284970 h 4208790"/>
              <a:gd name="connsiteX12" fmla="*/ 6057499 w 6057899"/>
              <a:gd name="connsiteY12" fmla="*/ 2727693 h 4208790"/>
              <a:gd name="connsiteX13" fmla="*/ 5770753 w 6057899"/>
              <a:gd name="connsiteY13" fmla="*/ 1846743 h 4208790"/>
              <a:gd name="connsiteX14" fmla="*/ 5247641 w 6057899"/>
              <a:gd name="connsiteY14" fmla="*/ 1011998 h 4208790"/>
              <a:gd name="connsiteX15" fmla="*/ 5267809 w 6057899"/>
              <a:gd name="connsiteY15" fmla="*/ 380738 h 4208790"/>
              <a:gd name="connsiteX16" fmla="*/ 4973492 w 6057899"/>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63433 w 6057921"/>
              <a:gd name="connsiteY9" fmla="*/ 4038333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37"/>
              <a:gd name="connsiteY0" fmla="*/ 4203982 h 4208790"/>
              <a:gd name="connsiteX1" fmla="*/ 436266 w 6057937"/>
              <a:gd name="connsiteY1" fmla="*/ 3598421 h 4208790"/>
              <a:gd name="connsiteX2" fmla="*/ 1080723 w 6057937"/>
              <a:gd name="connsiteY2" fmla="*/ 3204127 h 4208790"/>
              <a:gd name="connsiteX3" fmla="*/ 1782538 w 6057937"/>
              <a:gd name="connsiteY3" fmla="*/ 2712891 h 4208790"/>
              <a:gd name="connsiteX4" fmla="*/ 2313457 w 6057937"/>
              <a:gd name="connsiteY4" fmla="*/ 2472483 h 4208790"/>
              <a:gd name="connsiteX5" fmla="*/ 2644019 w 6057937"/>
              <a:gd name="connsiteY5" fmla="*/ 3148567 h 4208790"/>
              <a:gd name="connsiteX6" fmla="*/ 3213049 w 6057937"/>
              <a:gd name="connsiteY6" fmla="*/ 4024237 h 4208790"/>
              <a:gd name="connsiteX7" fmla="*/ 4041360 w 6057937"/>
              <a:gd name="connsiteY7" fmla="*/ 3728393 h 4208790"/>
              <a:gd name="connsiteX8" fmla="*/ 4411294 w 6057937"/>
              <a:gd name="connsiteY8" fmla="*/ 3836425 h 4208790"/>
              <a:gd name="connsiteX9" fmla="*/ 4743432 w 6057937"/>
              <a:gd name="connsiteY9" fmla="*/ 3931096 h 4208790"/>
              <a:gd name="connsiteX10" fmla="*/ 5467403 w 6057937"/>
              <a:gd name="connsiteY10" fmla="*/ 3574770 h 4208790"/>
              <a:gd name="connsiteX11" fmla="*/ 5713764 w 6057937"/>
              <a:gd name="connsiteY11" fmla="*/ 3284970 h 4208790"/>
              <a:gd name="connsiteX12" fmla="*/ 6057499 w 6057937"/>
              <a:gd name="connsiteY12" fmla="*/ 2727693 h 4208790"/>
              <a:gd name="connsiteX13" fmla="*/ 5770753 w 6057937"/>
              <a:gd name="connsiteY13" fmla="*/ 1846743 h 4208790"/>
              <a:gd name="connsiteX14" fmla="*/ 5157158 w 6057937"/>
              <a:gd name="connsiteY14" fmla="*/ 1183046 h 4208790"/>
              <a:gd name="connsiteX15" fmla="*/ 5267809 w 6057937"/>
              <a:gd name="connsiteY15" fmla="*/ 380738 h 4208790"/>
              <a:gd name="connsiteX16" fmla="*/ 4973492 w 6057937"/>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644019 w 6057725"/>
              <a:gd name="connsiteY5" fmla="*/ 3148567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596253 w 6057725"/>
              <a:gd name="connsiteY5" fmla="*/ 3209465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62584"/>
              <a:gd name="connsiteY0" fmla="*/ 4203982 h 4208790"/>
              <a:gd name="connsiteX1" fmla="*/ 436266 w 6062584"/>
              <a:gd name="connsiteY1" fmla="*/ 3598421 h 4208790"/>
              <a:gd name="connsiteX2" fmla="*/ 1080723 w 6062584"/>
              <a:gd name="connsiteY2" fmla="*/ 3204127 h 4208790"/>
              <a:gd name="connsiteX3" fmla="*/ 1782538 w 6062584"/>
              <a:gd name="connsiteY3" fmla="*/ 2712891 h 4208790"/>
              <a:gd name="connsiteX4" fmla="*/ 2313457 w 6062584"/>
              <a:gd name="connsiteY4" fmla="*/ 2472483 h 4208790"/>
              <a:gd name="connsiteX5" fmla="*/ 2596253 w 6062584"/>
              <a:gd name="connsiteY5" fmla="*/ 3209465 h 4208790"/>
              <a:gd name="connsiteX6" fmla="*/ 3213049 w 6062584"/>
              <a:gd name="connsiteY6" fmla="*/ 4024237 h 4208790"/>
              <a:gd name="connsiteX7" fmla="*/ 4041360 w 6062584"/>
              <a:gd name="connsiteY7" fmla="*/ 3728393 h 4208790"/>
              <a:gd name="connsiteX8" fmla="*/ 4411294 w 6062584"/>
              <a:gd name="connsiteY8" fmla="*/ 3836425 h 4208790"/>
              <a:gd name="connsiteX9" fmla="*/ 4743432 w 6062584"/>
              <a:gd name="connsiteY9" fmla="*/ 3931096 h 4208790"/>
              <a:gd name="connsiteX10" fmla="*/ 5467403 w 6062584"/>
              <a:gd name="connsiteY10" fmla="*/ 3574770 h 4208790"/>
              <a:gd name="connsiteX11" fmla="*/ 5523798 w 6062584"/>
              <a:gd name="connsiteY11" fmla="*/ 3239393 h 4208790"/>
              <a:gd name="connsiteX12" fmla="*/ 6057499 w 6062584"/>
              <a:gd name="connsiteY12" fmla="*/ 2727693 h 4208790"/>
              <a:gd name="connsiteX13" fmla="*/ 5756011 w 6062584"/>
              <a:gd name="connsiteY13" fmla="*/ 1878536 h 4208790"/>
              <a:gd name="connsiteX14" fmla="*/ 5157158 w 6062584"/>
              <a:gd name="connsiteY14" fmla="*/ 1183046 h 4208790"/>
              <a:gd name="connsiteX15" fmla="*/ 5267809 w 6062584"/>
              <a:gd name="connsiteY15" fmla="*/ 380738 h 4208790"/>
              <a:gd name="connsiteX16" fmla="*/ 4973492 w 6062584"/>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411294 w 5848359"/>
              <a:gd name="connsiteY8" fmla="*/ 3836425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332252 w 5848359"/>
              <a:gd name="connsiteY10" fmla="*/ 3563361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92093 h 4296901"/>
              <a:gd name="connsiteX1" fmla="*/ 436266 w 5848359"/>
              <a:gd name="connsiteY1" fmla="*/ 3686532 h 4296901"/>
              <a:gd name="connsiteX2" fmla="*/ 1080723 w 5848359"/>
              <a:gd name="connsiteY2" fmla="*/ 3292238 h 4296901"/>
              <a:gd name="connsiteX3" fmla="*/ 1782538 w 5848359"/>
              <a:gd name="connsiteY3" fmla="*/ 2801002 h 4296901"/>
              <a:gd name="connsiteX4" fmla="*/ 2313457 w 5848359"/>
              <a:gd name="connsiteY4" fmla="*/ 2560594 h 4296901"/>
              <a:gd name="connsiteX5" fmla="*/ 2596253 w 5848359"/>
              <a:gd name="connsiteY5" fmla="*/ 3297576 h 4296901"/>
              <a:gd name="connsiteX6" fmla="*/ 3213049 w 5848359"/>
              <a:gd name="connsiteY6" fmla="*/ 4112348 h 4296901"/>
              <a:gd name="connsiteX7" fmla="*/ 4041360 w 5848359"/>
              <a:gd name="connsiteY7" fmla="*/ 3816504 h 4296901"/>
              <a:gd name="connsiteX8" fmla="*/ 4584303 w 5848359"/>
              <a:gd name="connsiteY8" fmla="*/ 3665761 h 4296901"/>
              <a:gd name="connsiteX9" fmla="*/ 4837574 w 5848359"/>
              <a:gd name="connsiteY9" fmla="*/ 3741932 h 4296901"/>
              <a:gd name="connsiteX10" fmla="*/ 5332252 w 5848359"/>
              <a:gd name="connsiteY10" fmla="*/ 3651472 h 4296901"/>
              <a:gd name="connsiteX11" fmla="*/ 5523798 w 5848359"/>
              <a:gd name="connsiteY11" fmla="*/ 3327504 h 4296901"/>
              <a:gd name="connsiteX12" fmla="*/ 5823340 w 5848359"/>
              <a:gd name="connsiteY12" fmla="*/ 2867426 h 4296901"/>
              <a:gd name="connsiteX13" fmla="*/ 5756011 w 5848359"/>
              <a:gd name="connsiteY13" fmla="*/ 1966647 h 4296901"/>
              <a:gd name="connsiteX14" fmla="*/ 5157158 w 5848359"/>
              <a:gd name="connsiteY14" fmla="*/ 1271157 h 4296901"/>
              <a:gd name="connsiteX15" fmla="*/ 5267809 w 5848359"/>
              <a:gd name="connsiteY15" fmla="*/ 468849 h 4296901"/>
              <a:gd name="connsiteX16" fmla="*/ 5359023 w 5848359"/>
              <a:gd name="connsiteY16" fmla="*/ 1 h 4296901"/>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67809 w 5848359"/>
              <a:gd name="connsiteY15" fmla="*/ 468848 h 4296900"/>
              <a:gd name="connsiteX16" fmla="*/ 5359023 w 5848359"/>
              <a:gd name="connsiteY16" fmla="*/ 0 h 4296900"/>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87119 w 5848359"/>
              <a:gd name="connsiteY15" fmla="*/ 570191 h 4296900"/>
              <a:gd name="connsiteX16" fmla="*/ 5359023 w 5848359"/>
              <a:gd name="connsiteY16" fmla="*/ 0 h 4296900"/>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63938"/>
              <a:gd name="connsiteY0" fmla="*/ 4081236 h 4127531"/>
              <a:gd name="connsiteX1" fmla="*/ 251845 w 5663938"/>
              <a:gd name="connsiteY1" fmla="*/ 3686531 h 4127531"/>
              <a:gd name="connsiteX2" fmla="*/ 896302 w 5663938"/>
              <a:gd name="connsiteY2" fmla="*/ 3292237 h 4127531"/>
              <a:gd name="connsiteX3" fmla="*/ 1598117 w 5663938"/>
              <a:gd name="connsiteY3" fmla="*/ 2801001 h 4127531"/>
              <a:gd name="connsiteX4" fmla="*/ 2129036 w 5663938"/>
              <a:gd name="connsiteY4" fmla="*/ 2560593 h 4127531"/>
              <a:gd name="connsiteX5" fmla="*/ 2411832 w 5663938"/>
              <a:gd name="connsiteY5" fmla="*/ 3297575 h 4127531"/>
              <a:gd name="connsiteX6" fmla="*/ 3028628 w 5663938"/>
              <a:gd name="connsiteY6" fmla="*/ 4112347 h 4127531"/>
              <a:gd name="connsiteX7" fmla="*/ 3856939 w 5663938"/>
              <a:gd name="connsiteY7" fmla="*/ 3816503 h 4127531"/>
              <a:gd name="connsiteX8" fmla="*/ 4399882 w 5663938"/>
              <a:gd name="connsiteY8" fmla="*/ 3665760 h 4127531"/>
              <a:gd name="connsiteX9" fmla="*/ 4653153 w 5663938"/>
              <a:gd name="connsiteY9" fmla="*/ 3741931 h 4127531"/>
              <a:gd name="connsiteX10" fmla="*/ 5147831 w 5663938"/>
              <a:gd name="connsiteY10" fmla="*/ 3651471 h 4127531"/>
              <a:gd name="connsiteX11" fmla="*/ 5339377 w 5663938"/>
              <a:gd name="connsiteY11" fmla="*/ 3327503 h 4127531"/>
              <a:gd name="connsiteX12" fmla="*/ 5638919 w 5663938"/>
              <a:gd name="connsiteY12" fmla="*/ 2867425 h 4127531"/>
              <a:gd name="connsiteX13" fmla="*/ 5571590 w 5663938"/>
              <a:gd name="connsiteY13" fmla="*/ 1966646 h 4127531"/>
              <a:gd name="connsiteX14" fmla="*/ 4972737 w 5663938"/>
              <a:gd name="connsiteY14" fmla="*/ 1271156 h 4127531"/>
              <a:gd name="connsiteX15" fmla="*/ 5102698 w 5663938"/>
              <a:gd name="connsiteY15" fmla="*/ 570191 h 4127531"/>
              <a:gd name="connsiteX16" fmla="*/ 5174602 w 5663938"/>
              <a:gd name="connsiteY16" fmla="*/ 0 h 4127531"/>
              <a:gd name="connsiteX0" fmla="*/ 0 w 5663938"/>
              <a:gd name="connsiteY0" fmla="*/ 3511045 h 3557340"/>
              <a:gd name="connsiteX1" fmla="*/ 251845 w 5663938"/>
              <a:gd name="connsiteY1" fmla="*/ 3116340 h 3557340"/>
              <a:gd name="connsiteX2" fmla="*/ 896302 w 5663938"/>
              <a:gd name="connsiteY2" fmla="*/ 2722046 h 3557340"/>
              <a:gd name="connsiteX3" fmla="*/ 1598117 w 5663938"/>
              <a:gd name="connsiteY3" fmla="*/ 2230810 h 3557340"/>
              <a:gd name="connsiteX4" fmla="*/ 2129036 w 5663938"/>
              <a:gd name="connsiteY4" fmla="*/ 1990402 h 3557340"/>
              <a:gd name="connsiteX5" fmla="*/ 2411832 w 5663938"/>
              <a:gd name="connsiteY5" fmla="*/ 2727384 h 3557340"/>
              <a:gd name="connsiteX6" fmla="*/ 3028628 w 5663938"/>
              <a:gd name="connsiteY6" fmla="*/ 3542156 h 3557340"/>
              <a:gd name="connsiteX7" fmla="*/ 3856939 w 5663938"/>
              <a:gd name="connsiteY7" fmla="*/ 3246312 h 3557340"/>
              <a:gd name="connsiteX8" fmla="*/ 4399882 w 5663938"/>
              <a:gd name="connsiteY8" fmla="*/ 3095569 h 3557340"/>
              <a:gd name="connsiteX9" fmla="*/ 4653153 w 5663938"/>
              <a:gd name="connsiteY9" fmla="*/ 3171740 h 3557340"/>
              <a:gd name="connsiteX10" fmla="*/ 5147831 w 5663938"/>
              <a:gd name="connsiteY10" fmla="*/ 3081280 h 3557340"/>
              <a:gd name="connsiteX11" fmla="*/ 5339377 w 5663938"/>
              <a:gd name="connsiteY11" fmla="*/ 2757312 h 3557340"/>
              <a:gd name="connsiteX12" fmla="*/ 5638919 w 5663938"/>
              <a:gd name="connsiteY12" fmla="*/ 2297234 h 3557340"/>
              <a:gd name="connsiteX13" fmla="*/ 5571590 w 5663938"/>
              <a:gd name="connsiteY13" fmla="*/ 1396455 h 3557340"/>
              <a:gd name="connsiteX14" fmla="*/ 4972737 w 5663938"/>
              <a:gd name="connsiteY14" fmla="*/ 700965 h 3557340"/>
              <a:gd name="connsiteX15" fmla="*/ 5102698 w 5663938"/>
              <a:gd name="connsiteY15" fmla="*/ 0 h 3557340"/>
              <a:gd name="connsiteX0" fmla="*/ 0 w 5663938"/>
              <a:gd name="connsiteY0" fmla="*/ 2810079 h 2856374"/>
              <a:gd name="connsiteX1" fmla="*/ 251845 w 5663938"/>
              <a:gd name="connsiteY1" fmla="*/ 2415374 h 2856374"/>
              <a:gd name="connsiteX2" fmla="*/ 896302 w 5663938"/>
              <a:gd name="connsiteY2" fmla="*/ 2021080 h 2856374"/>
              <a:gd name="connsiteX3" fmla="*/ 1598117 w 5663938"/>
              <a:gd name="connsiteY3" fmla="*/ 1529844 h 2856374"/>
              <a:gd name="connsiteX4" fmla="*/ 2129036 w 5663938"/>
              <a:gd name="connsiteY4" fmla="*/ 1289436 h 2856374"/>
              <a:gd name="connsiteX5" fmla="*/ 2411832 w 5663938"/>
              <a:gd name="connsiteY5" fmla="*/ 2026418 h 2856374"/>
              <a:gd name="connsiteX6" fmla="*/ 3028628 w 5663938"/>
              <a:gd name="connsiteY6" fmla="*/ 2841190 h 2856374"/>
              <a:gd name="connsiteX7" fmla="*/ 3856939 w 5663938"/>
              <a:gd name="connsiteY7" fmla="*/ 2545346 h 2856374"/>
              <a:gd name="connsiteX8" fmla="*/ 4399882 w 5663938"/>
              <a:gd name="connsiteY8" fmla="*/ 2394603 h 2856374"/>
              <a:gd name="connsiteX9" fmla="*/ 4653153 w 5663938"/>
              <a:gd name="connsiteY9" fmla="*/ 2470774 h 2856374"/>
              <a:gd name="connsiteX10" fmla="*/ 5147831 w 5663938"/>
              <a:gd name="connsiteY10" fmla="*/ 2380314 h 2856374"/>
              <a:gd name="connsiteX11" fmla="*/ 5339377 w 5663938"/>
              <a:gd name="connsiteY11" fmla="*/ 2056346 h 2856374"/>
              <a:gd name="connsiteX12" fmla="*/ 5638919 w 5663938"/>
              <a:gd name="connsiteY12" fmla="*/ 1596268 h 2856374"/>
              <a:gd name="connsiteX13" fmla="*/ 5571590 w 5663938"/>
              <a:gd name="connsiteY13" fmla="*/ 695489 h 2856374"/>
              <a:gd name="connsiteX14" fmla="*/ 4972737 w 5663938"/>
              <a:gd name="connsiteY14" fmla="*/ -1 h 2856374"/>
              <a:gd name="connsiteX0" fmla="*/ 0 w 5663938"/>
              <a:gd name="connsiteY0" fmla="*/ 2114590 h 2160885"/>
              <a:gd name="connsiteX1" fmla="*/ 251845 w 5663938"/>
              <a:gd name="connsiteY1" fmla="*/ 1719885 h 2160885"/>
              <a:gd name="connsiteX2" fmla="*/ 896302 w 5663938"/>
              <a:gd name="connsiteY2" fmla="*/ 1325591 h 2160885"/>
              <a:gd name="connsiteX3" fmla="*/ 1598117 w 5663938"/>
              <a:gd name="connsiteY3" fmla="*/ 834355 h 2160885"/>
              <a:gd name="connsiteX4" fmla="*/ 2129036 w 5663938"/>
              <a:gd name="connsiteY4" fmla="*/ 593947 h 2160885"/>
              <a:gd name="connsiteX5" fmla="*/ 2411832 w 5663938"/>
              <a:gd name="connsiteY5" fmla="*/ 1330929 h 2160885"/>
              <a:gd name="connsiteX6" fmla="*/ 3028628 w 5663938"/>
              <a:gd name="connsiteY6" fmla="*/ 2145701 h 2160885"/>
              <a:gd name="connsiteX7" fmla="*/ 3856939 w 5663938"/>
              <a:gd name="connsiteY7" fmla="*/ 1849857 h 2160885"/>
              <a:gd name="connsiteX8" fmla="*/ 4399882 w 5663938"/>
              <a:gd name="connsiteY8" fmla="*/ 1699114 h 2160885"/>
              <a:gd name="connsiteX9" fmla="*/ 4653153 w 5663938"/>
              <a:gd name="connsiteY9" fmla="*/ 1775285 h 2160885"/>
              <a:gd name="connsiteX10" fmla="*/ 5147831 w 5663938"/>
              <a:gd name="connsiteY10" fmla="*/ 1684825 h 2160885"/>
              <a:gd name="connsiteX11" fmla="*/ 5339377 w 5663938"/>
              <a:gd name="connsiteY11" fmla="*/ 1360857 h 2160885"/>
              <a:gd name="connsiteX12" fmla="*/ 5638919 w 5663938"/>
              <a:gd name="connsiteY12" fmla="*/ 900779 h 2160885"/>
              <a:gd name="connsiteX13" fmla="*/ 5571590 w 5663938"/>
              <a:gd name="connsiteY13" fmla="*/ 0 h 2160885"/>
              <a:gd name="connsiteX0" fmla="*/ 0 w 5638919"/>
              <a:gd name="connsiteY0" fmla="*/ 1544513 h 1590808"/>
              <a:gd name="connsiteX1" fmla="*/ 251845 w 5638919"/>
              <a:gd name="connsiteY1" fmla="*/ 1149808 h 1590808"/>
              <a:gd name="connsiteX2" fmla="*/ 896302 w 5638919"/>
              <a:gd name="connsiteY2" fmla="*/ 755514 h 1590808"/>
              <a:gd name="connsiteX3" fmla="*/ 1598117 w 5638919"/>
              <a:gd name="connsiteY3" fmla="*/ 264278 h 1590808"/>
              <a:gd name="connsiteX4" fmla="*/ 2129036 w 5638919"/>
              <a:gd name="connsiteY4" fmla="*/ 23870 h 1590808"/>
              <a:gd name="connsiteX5" fmla="*/ 2411832 w 5638919"/>
              <a:gd name="connsiteY5" fmla="*/ 760852 h 1590808"/>
              <a:gd name="connsiteX6" fmla="*/ 3028628 w 5638919"/>
              <a:gd name="connsiteY6" fmla="*/ 1575624 h 1590808"/>
              <a:gd name="connsiteX7" fmla="*/ 3856939 w 5638919"/>
              <a:gd name="connsiteY7" fmla="*/ 1279780 h 1590808"/>
              <a:gd name="connsiteX8" fmla="*/ 4399882 w 5638919"/>
              <a:gd name="connsiteY8" fmla="*/ 1129037 h 1590808"/>
              <a:gd name="connsiteX9" fmla="*/ 4653153 w 5638919"/>
              <a:gd name="connsiteY9" fmla="*/ 1205208 h 1590808"/>
              <a:gd name="connsiteX10" fmla="*/ 5147831 w 5638919"/>
              <a:gd name="connsiteY10" fmla="*/ 1114748 h 1590808"/>
              <a:gd name="connsiteX11" fmla="*/ 5339377 w 5638919"/>
              <a:gd name="connsiteY11" fmla="*/ 790780 h 1590808"/>
              <a:gd name="connsiteX12" fmla="*/ 5638919 w 5638919"/>
              <a:gd name="connsiteY12" fmla="*/ 330702 h 1590808"/>
              <a:gd name="connsiteX0" fmla="*/ 1 w 6408540"/>
              <a:gd name="connsiteY0" fmla="*/ 1554554 h 1590808"/>
              <a:gd name="connsiteX1" fmla="*/ 1021466 w 6408540"/>
              <a:gd name="connsiteY1" fmla="*/ 1149808 h 1590808"/>
              <a:gd name="connsiteX2" fmla="*/ 1665923 w 6408540"/>
              <a:gd name="connsiteY2" fmla="*/ 755514 h 1590808"/>
              <a:gd name="connsiteX3" fmla="*/ 2367738 w 6408540"/>
              <a:gd name="connsiteY3" fmla="*/ 264278 h 1590808"/>
              <a:gd name="connsiteX4" fmla="*/ 2898657 w 6408540"/>
              <a:gd name="connsiteY4" fmla="*/ 23870 h 1590808"/>
              <a:gd name="connsiteX5" fmla="*/ 3181453 w 6408540"/>
              <a:gd name="connsiteY5" fmla="*/ 760852 h 1590808"/>
              <a:gd name="connsiteX6" fmla="*/ 3798249 w 6408540"/>
              <a:gd name="connsiteY6" fmla="*/ 1575624 h 1590808"/>
              <a:gd name="connsiteX7" fmla="*/ 4626560 w 6408540"/>
              <a:gd name="connsiteY7" fmla="*/ 1279780 h 1590808"/>
              <a:gd name="connsiteX8" fmla="*/ 5169503 w 6408540"/>
              <a:gd name="connsiteY8" fmla="*/ 1129037 h 1590808"/>
              <a:gd name="connsiteX9" fmla="*/ 5422774 w 6408540"/>
              <a:gd name="connsiteY9" fmla="*/ 1205208 h 1590808"/>
              <a:gd name="connsiteX10" fmla="*/ 5917452 w 6408540"/>
              <a:gd name="connsiteY10" fmla="*/ 1114748 h 1590808"/>
              <a:gd name="connsiteX11" fmla="*/ 6108998 w 6408540"/>
              <a:gd name="connsiteY11" fmla="*/ 790780 h 1590808"/>
              <a:gd name="connsiteX12" fmla="*/ 6408540 w 6408540"/>
              <a:gd name="connsiteY12" fmla="*/ 330702 h 1590808"/>
              <a:gd name="connsiteX0" fmla="*/ 0 w 6408539"/>
              <a:gd name="connsiteY0" fmla="*/ 1554554 h 1663925"/>
              <a:gd name="connsiteX1" fmla="*/ 475687 w 6408539"/>
              <a:gd name="connsiteY1" fmla="*/ 1649550 h 1663925"/>
              <a:gd name="connsiteX2" fmla="*/ 1021465 w 6408539"/>
              <a:gd name="connsiteY2" fmla="*/ 1149808 h 1663925"/>
              <a:gd name="connsiteX3" fmla="*/ 1665922 w 6408539"/>
              <a:gd name="connsiteY3" fmla="*/ 755514 h 1663925"/>
              <a:gd name="connsiteX4" fmla="*/ 2367737 w 6408539"/>
              <a:gd name="connsiteY4" fmla="*/ 264278 h 1663925"/>
              <a:gd name="connsiteX5" fmla="*/ 2898656 w 6408539"/>
              <a:gd name="connsiteY5" fmla="*/ 23870 h 1663925"/>
              <a:gd name="connsiteX6" fmla="*/ 3181452 w 6408539"/>
              <a:gd name="connsiteY6" fmla="*/ 760852 h 1663925"/>
              <a:gd name="connsiteX7" fmla="*/ 3798248 w 6408539"/>
              <a:gd name="connsiteY7" fmla="*/ 1575624 h 1663925"/>
              <a:gd name="connsiteX8" fmla="*/ 4626559 w 6408539"/>
              <a:gd name="connsiteY8" fmla="*/ 1279780 h 1663925"/>
              <a:gd name="connsiteX9" fmla="*/ 5169502 w 6408539"/>
              <a:gd name="connsiteY9" fmla="*/ 1129037 h 1663925"/>
              <a:gd name="connsiteX10" fmla="*/ 5422773 w 6408539"/>
              <a:gd name="connsiteY10" fmla="*/ 1205208 h 1663925"/>
              <a:gd name="connsiteX11" fmla="*/ 5917451 w 6408539"/>
              <a:gd name="connsiteY11" fmla="*/ 1114748 h 1663925"/>
              <a:gd name="connsiteX12" fmla="*/ 6108997 w 6408539"/>
              <a:gd name="connsiteY12" fmla="*/ 790780 h 1663925"/>
              <a:gd name="connsiteX13" fmla="*/ 6408539 w 6408539"/>
              <a:gd name="connsiteY13" fmla="*/ 330702 h 1663925"/>
              <a:gd name="connsiteX0" fmla="*/ 0 w 6957317"/>
              <a:gd name="connsiteY0" fmla="*/ 870369 h 1653248"/>
              <a:gd name="connsiteX1" fmla="*/ 1024465 w 6957317"/>
              <a:gd name="connsiteY1" fmla="*/ 1649550 h 1653248"/>
              <a:gd name="connsiteX2" fmla="*/ 1570243 w 6957317"/>
              <a:gd name="connsiteY2" fmla="*/ 1149808 h 1653248"/>
              <a:gd name="connsiteX3" fmla="*/ 2214700 w 6957317"/>
              <a:gd name="connsiteY3" fmla="*/ 755514 h 1653248"/>
              <a:gd name="connsiteX4" fmla="*/ 2916515 w 6957317"/>
              <a:gd name="connsiteY4" fmla="*/ 264278 h 1653248"/>
              <a:gd name="connsiteX5" fmla="*/ 3447434 w 6957317"/>
              <a:gd name="connsiteY5" fmla="*/ 23870 h 1653248"/>
              <a:gd name="connsiteX6" fmla="*/ 3730230 w 6957317"/>
              <a:gd name="connsiteY6" fmla="*/ 760852 h 1653248"/>
              <a:gd name="connsiteX7" fmla="*/ 4347026 w 6957317"/>
              <a:gd name="connsiteY7" fmla="*/ 1575624 h 1653248"/>
              <a:gd name="connsiteX8" fmla="*/ 5175337 w 6957317"/>
              <a:gd name="connsiteY8" fmla="*/ 1279780 h 1653248"/>
              <a:gd name="connsiteX9" fmla="*/ 5718280 w 6957317"/>
              <a:gd name="connsiteY9" fmla="*/ 1129037 h 1653248"/>
              <a:gd name="connsiteX10" fmla="*/ 5971551 w 6957317"/>
              <a:gd name="connsiteY10" fmla="*/ 1205208 h 1653248"/>
              <a:gd name="connsiteX11" fmla="*/ 6466229 w 6957317"/>
              <a:gd name="connsiteY11" fmla="*/ 1114748 h 1653248"/>
              <a:gd name="connsiteX12" fmla="*/ 6657775 w 6957317"/>
              <a:gd name="connsiteY12" fmla="*/ 790780 h 1653248"/>
              <a:gd name="connsiteX13" fmla="*/ 6957317 w 6957317"/>
              <a:gd name="connsiteY13" fmla="*/ 330702 h 1653248"/>
              <a:gd name="connsiteX0" fmla="*/ 0 w 6957317"/>
              <a:gd name="connsiteY0" fmla="*/ 870369 h 1590808"/>
              <a:gd name="connsiteX1" fmla="*/ 1027605 w 6957317"/>
              <a:gd name="connsiteY1" fmla="*/ 1146947 h 1590808"/>
              <a:gd name="connsiteX2" fmla="*/ 1570243 w 6957317"/>
              <a:gd name="connsiteY2" fmla="*/ 1149808 h 1590808"/>
              <a:gd name="connsiteX3" fmla="*/ 2214700 w 6957317"/>
              <a:gd name="connsiteY3" fmla="*/ 755514 h 1590808"/>
              <a:gd name="connsiteX4" fmla="*/ 2916515 w 6957317"/>
              <a:gd name="connsiteY4" fmla="*/ 264278 h 1590808"/>
              <a:gd name="connsiteX5" fmla="*/ 3447434 w 6957317"/>
              <a:gd name="connsiteY5" fmla="*/ 23870 h 1590808"/>
              <a:gd name="connsiteX6" fmla="*/ 3730230 w 6957317"/>
              <a:gd name="connsiteY6" fmla="*/ 760852 h 1590808"/>
              <a:gd name="connsiteX7" fmla="*/ 4347026 w 6957317"/>
              <a:gd name="connsiteY7" fmla="*/ 1575624 h 1590808"/>
              <a:gd name="connsiteX8" fmla="*/ 5175337 w 6957317"/>
              <a:gd name="connsiteY8" fmla="*/ 1279780 h 1590808"/>
              <a:gd name="connsiteX9" fmla="*/ 5718280 w 6957317"/>
              <a:gd name="connsiteY9" fmla="*/ 1129037 h 1590808"/>
              <a:gd name="connsiteX10" fmla="*/ 5971551 w 6957317"/>
              <a:gd name="connsiteY10" fmla="*/ 1205208 h 1590808"/>
              <a:gd name="connsiteX11" fmla="*/ 6466229 w 6957317"/>
              <a:gd name="connsiteY11" fmla="*/ 1114748 h 1590808"/>
              <a:gd name="connsiteX12" fmla="*/ 6657775 w 6957317"/>
              <a:gd name="connsiteY12" fmla="*/ 790780 h 1590808"/>
              <a:gd name="connsiteX13" fmla="*/ 6957317 w 6957317"/>
              <a:gd name="connsiteY13" fmla="*/ 330702 h 1590808"/>
              <a:gd name="connsiteX0" fmla="*/ 0 w 6957317"/>
              <a:gd name="connsiteY0" fmla="*/ 720880 h 1441319"/>
              <a:gd name="connsiteX1" fmla="*/ 1027605 w 6957317"/>
              <a:gd name="connsiteY1" fmla="*/ 997458 h 1441319"/>
              <a:gd name="connsiteX2" fmla="*/ 1570243 w 6957317"/>
              <a:gd name="connsiteY2" fmla="*/ 1000319 h 1441319"/>
              <a:gd name="connsiteX3" fmla="*/ 2214700 w 6957317"/>
              <a:gd name="connsiteY3" fmla="*/ 606025 h 1441319"/>
              <a:gd name="connsiteX4" fmla="*/ 2916515 w 6957317"/>
              <a:gd name="connsiteY4" fmla="*/ 114789 h 1441319"/>
              <a:gd name="connsiteX5" fmla="*/ 3417881 w 6957317"/>
              <a:gd name="connsiteY5" fmla="*/ 37948 h 1441319"/>
              <a:gd name="connsiteX6" fmla="*/ 3730230 w 6957317"/>
              <a:gd name="connsiteY6" fmla="*/ 611363 h 1441319"/>
              <a:gd name="connsiteX7" fmla="*/ 4347026 w 6957317"/>
              <a:gd name="connsiteY7" fmla="*/ 1426135 h 1441319"/>
              <a:gd name="connsiteX8" fmla="*/ 5175337 w 6957317"/>
              <a:gd name="connsiteY8" fmla="*/ 1130291 h 1441319"/>
              <a:gd name="connsiteX9" fmla="*/ 5718280 w 6957317"/>
              <a:gd name="connsiteY9" fmla="*/ 979548 h 1441319"/>
              <a:gd name="connsiteX10" fmla="*/ 5971551 w 6957317"/>
              <a:gd name="connsiteY10" fmla="*/ 1055719 h 1441319"/>
              <a:gd name="connsiteX11" fmla="*/ 6466229 w 6957317"/>
              <a:gd name="connsiteY11" fmla="*/ 965259 h 1441319"/>
              <a:gd name="connsiteX12" fmla="*/ 6657775 w 6957317"/>
              <a:gd name="connsiteY12" fmla="*/ 641291 h 1441319"/>
              <a:gd name="connsiteX13" fmla="*/ 6957317 w 6957317"/>
              <a:gd name="connsiteY13" fmla="*/ 181213 h 1441319"/>
              <a:gd name="connsiteX0" fmla="*/ 0 w 6957317"/>
              <a:gd name="connsiteY0" fmla="*/ 720880 h 1430305"/>
              <a:gd name="connsiteX1" fmla="*/ 1027605 w 6957317"/>
              <a:gd name="connsiteY1" fmla="*/ 997458 h 1430305"/>
              <a:gd name="connsiteX2" fmla="*/ 1570243 w 6957317"/>
              <a:gd name="connsiteY2" fmla="*/ 1000319 h 1430305"/>
              <a:gd name="connsiteX3" fmla="*/ 2214700 w 6957317"/>
              <a:gd name="connsiteY3" fmla="*/ 606025 h 1430305"/>
              <a:gd name="connsiteX4" fmla="*/ 2916515 w 6957317"/>
              <a:gd name="connsiteY4" fmla="*/ 114789 h 1430305"/>
              <a:gd name="connsiteX5" fmla="*/ 3417881 w 6957317"/>
              <a:gd name="connsiteY5" fmla="*/ 37948 h 1430305"/>
              <a:gd name="connsiteX6" fmla="*/ 3730230 w 6957317"/>
              <a:gd name="connsiteY6" fmla="*/ 611363 h 1430305"/>
              <a:gd name="connsiteX7" fmla="*/ 4347026 w 6957317"/>
              <a:gd name="connsiteY7" fmla="*/ 1426135 h 1430305"/>
              <a:gd name="connsiteX8" fmla="*/ 4981574 w 6957317"/>
              <a:gd name="connsiteY8" fmla="*/ 931170 h 1430305"/>
              <a:gd name="connsiteX9" fmla="*/ 5718280 w 6957317"/>
              <a:gd name="connsiteY9" fmla="*/ 979548 h 1430305"/>
              <a:gd name="connsiteX10" fmla="*/ 5971551 w 6957317"/>
              <a:gd name="connsiteY10" fmla="*/ 1055719 h 1430305"/>
              <a:gd name="connsiteX11" fmla="*/ 6466229 w 6957317"/>
              <a:gd name="connsiteY11" fmla="*/ 965259 h 1430305"/>
              <a:gd name="connsiteX12" fmla="*/ 6657775 w 6957317"/>
              <a:gd name="connsiteY12" fmla="*/ 641291 h 1430305"/>
              <a:gd name="connsiteX13" fmla="*/ 6957317 w 6957317"/>
              <a:gd name="connsiteY13" fmla="*/ 181213 h 1430305"/>
              <a:gd name="connsiteX0" fmla="*/ 0 w 6957317"/>
              <a:gd name="connsiteY0" fmla="*/ 720880 h 1055789"/>
              <a:gd name="connsiteX1" fmla="*/ 1027605 w 6957317"/>
              <a:gd name="connsiteY1" fmla="*/ 997458 h 1055789"/>
              <a:gd name="connsiteX2" fmla="*/ 1570243 w 6957317"/>
              <a:gd name="connsiteY2" fmla="*/ 1000319 h 1055789"/>
              <a:gd name="connsiteX3" fmla="*/ 2214700 w 6957317"/>
              <a:gd name="connsiteY3" fmla="*/ 606025 h 1055789"/>
              <a:gd name="connsiteX4" fmla="*/ 2916515 w 6957317"/>
              <a:gd name="connsiteY4" fmla="*/ 114789 h 1055789"/>
              <a:gd name="connsiteX5" fmla="*/ 3417881 w 6957317"/>
              <a:gd name="connsiteY5" fmla="*/ 37948 h 1055789"/>
              <a:gd name="connsiteX6" fmla="*/ 3730230 w 6957317"/>
              <a:gd name="connsiteY6" fmla="*/ 611363 h 1055789"/>
              <a:gd name="connsiteX7" fmla="*/ 4246652 w 6957317"/>
              <a:gd name="connsiteY7" fmla="*/ 913348 h 1055789"/>
              <a:gd name="connsiteX8" fmla="*/ 4981574 w 6957317"/>
              <a:gd name="connsiteY8" fmla="*/ 931170 h 1055789"/>
              <a:gd name="connsiteX9" fmla="*/ 5718280 w 6957317"/>
              <a:gd name="connsiteY9" fmla="*/ 979548 h 1055789"/>
              <a:gd name="connsiteX10" fmla="*/ 5971551 w 6957317"/>
              <a:gd name="connsiteY10" fmla="*/ 1055719 h 1055789"/>
              <a:gd name="connsiteX11" fmla="*/ 6466229 w 6957317"/>
              <a:gd name="connsiteY11" fmla="*/ 965259 h 1055789"/>
              <a:gd name="connsiteX12" fmla="*/ 6657775 w 6957317"/>
              <a:gd name="connsiteY12" fmla="*/ 641291 h 1055789"/>
              <a:gd name="connsiteX13" fmla="*/ 6957317 w 6957317"/>
              <a:gd name="connsiteY13" fmla="*/ 181213 h 1055789"/>
              <a:gd name="connsiteX0" fmla="*/ 0 w 6957317"/>
              <a:gd name="connsiteY0" fmla="*/ 701580 h 1036490"/>
              <a:gd name="connsiteX1" fmla="*/ 1027605 w 6957317"/>
              <a:gd name="connsiteY1" fmla="*/ 978158 h 1036490"/>
              <a:gd name="connsiteX2" fmla="*/ 1570243 w 6957317"/>
              <a:gd name="connsiteY2" fmla="*/ 981019 h 1036490"/>
              <a:gd name="connsiteX3" fmla="*/ 2214700 w 6957317"/>
              <a:gd name="connsiteY3" fmla="*/ 586725 h 1036490"/>
              <a:gd name="connsiteX4" fmla="*/ 2916515 w 6957317"/>
              <a:gd name="connsiteY4" fmla="*/ 95489 h 1036490"/>
              <a:gd name="connsiteX5" fmla="*/ 3417881 w 6957317"/>
              <a:gd name="connsiteY5" fmla="*/ 18648 h 1036490"/>
              <a:gd name="connsiteX6" fmla="*/ 3728024 w 6957317"/>
              <a:gd name="connsiteY6" fmla="*/ 331078 h 1036490"/>
              <a:gd name="connsiteX7" fmla="*/ 4246652 w 6957317"/>
              <a:gd name="connsiteY7" fmla="*/ 894048 h 1036490"/>
              <a:gd name="connsiteX8" fmla="*/ 4981574 w 6957317"/>
              <a:gd name="connsiteY8" fmla="*/ 911870 h 1036490"/>
              <a:gd name="connsiteX9" fmla="*/ 5718280 w 6957317"/>
              <a:gd name="connsiteY9" fmla="*/ 960248 h 1036490"/>
              <a:gd name="connsiteX10" fmla="*/ 5971551 w 6957317"/>
              <a:gd name="connsiteY10" fmla="*/ 1036419 h 1036490"/>
              <a:gd name="connsiteX11" fmla="*/ 6466229 w 6957317"/>
              <a:gd name="connsiteY11" fmla="*/ 945959 h 1036490"/>
              <a:gd name="connsiteX12" fmla="*/ 6657775 w 6957317"/>
              <a:gd name="connsiteY12" fmla="*/ 621991 h 1036490"/>
              <a:gd name="connsiteX13" fmla="*/ 6957317 w 6957317"/>
              <a:gd name="connsiteY13" fmla="*/ 161913 h 1036490"/>
              <a:gd name="connsiteX0" fmla="*/ 0 w 6992702"/>
              <a:gd name="connsiteY0" fmla="*/ 701578 h 1036488"/>
              <a:gd name="connsiteX1" fmla="*/ 1027605 w 6992702"/>
              <a:gd name="connsiteY1" fmla="*/ 978156 h 1036488"/>
              <a:gd name="connsiteX2" fmla="*/ 1570243 w 6992702"/>
              <a:gd name="connsiteY2" fmla="*/ 981017 h 1036488"/>
              <a:gd name="connsiteX3" fmla="*/ 2214700 w 6992702"/>
              <a:gd name="connsiteY3" fmla="*/ 586723 h 1036488"/>
              <a:gd name="connsiteX4" fmla="*/ 2916515 w 6992702"/>
              <a:gd name="connsiteY4" fmla="*/ 95487 h 1036488"/>
              <a:gd name="connsiteX5" fmla="*/ 3417881 w 6992702"/>
              <a:gd name="connsiteY5" fmla="*/ 18646 h 1036488"/>
              <a:gd name="connsiteX6" fmla="*/ 3728024 w 6992702"/>
              <a:gd name="connsiteY6" fmla="*/ 331076 h 1036488"/>
              <a:gd name="connsiteX7" fmla="*/ 4246652 w 6992702"/>
              <a:gd name="connsiteY7" fmla="*/ 894046 h 1036488"/>
              <a:gd name="connsiteX8" fmla="*/ 4981574 w 6992702"/>
              <a:gd name="connsiteY8" fmla="*/ 911868 h 1036488"/>
              <a:gd name="connsiteX9" fmla="*/ 5718280 w 6992702"/>
              <a:gd name="connsiteY9" fmla="*/ 960246 h 1036488"/>
              <a:gd name="connsiteX10" fmla="*/ 5971551 w 6992702"/>
              <a:gd name="connsiteY10" fmla="*/ 1036417 h 1036488"/>
              <a:gd name="connsiteX11" fmla="*/ 6466229 w 6992702"/>
              <a:gd name="connsiteY11" fmla="*/ 945957 h 1036488"/>
              <a:gd name="connsiteX12" fmla="*/ 6657775 w 6992702"/>
              <a:gd name="connsiteY12" fmla="*/ 621989 h 1036488"/>
              <a:gd name="connsiteX13" fmla="*/ 6992702 w 6992702"/>
              <a:gd name="connsiteY13" fmla="*/ 305866 h 1036488"/>
              <a:gd name="connsiteX0" fmla="*/ 0 w 6992702"/>
              <a:gd name="connsiteY0" fmla="*/ 701578 h 1052139"/>
              <a:gd name="connsiteX1" fmla="*/ 1027605 w 6992702"/>
              <a:gd name="connsiteY1" fmla="*/ 978156 h 1052139"/>
              <a:gd name="connsiteX2" fmla="*/ 1570243 w 6992702"/>
              <a:gd name="connsiteY2" fmla="*/ 981017 h 1052139"/>
              <a:gd name="connsiteX3" fmla="*/ 2214700 w 6992702"/>
              <a:gd name="connsiteY3" fmla="*/ 586723 h 1052139"/>
              <a:gd name="connsiteX4" fmla="*/ 2916515 w 6992702"/>
              <a:gd name="connsiteY4" fmla="*/ 95487 h 1052139"/>
              <a:gd name="connsiteX5" fmla="*/ 3417881 w 6992702"/>
              <a:gd name="connsiteY5" fmla="*/ 18646 h 1052139"/>
              <a:gd name="connsiteX6" fmla="*/ 3728024 w 6992702"/>
              <a:gd name="connsiteY6" fmla="*/ 331076 h 1052139"/>
              <a:gd name="connsiteX7" fmla="*/ 4246652 w 6992702"/>
              <a:gd name="connsiteY7" fmla="*/ 894046 h 1052139"/>
              <a:gd name="connsiteX8" fmla="*/ 4981574 w 6992702"/>
              <a:gd name="connsiteY8" fmla="*/ 911868 h 1052139"/>
              <a:gd name="connsiteX9" fmla="*/ 5718280 w 6992702"/>
              <a:gd name="connsiteY9" fmla="*/ 960246 h 1052139"/>
              <a:gd name="connsiteX10" fmla="*/ 5971551 w 6992702"/>
              <a:gd name="connsiteY10" fmla="*/ 1036417 h 1052139"/>
              <a:gd name="connsiteX11" fmla="*/ 6657775 w 6992702"/>
              <a:gd name="connsiteY11" fmla="*/ 621989 h 1052139"/>
              <a:gd name="connsiteX12" fmla="*/ 6992702 w 6992702"/>
              <a:gd name="connsiteY12" fmla="*/ 305866 h 1052139"/>
              <a:gd name="connsiteX0" fmla="*/ 0 w 6992702"/>
              <a:gd name="connsiteY0" fmla="*/ 701578 h 999302"/>
              <a:gd name="connsiteX1" fmla="*/ 1027605 w 6992702"/>
              <a:gd name="connsiteY1" fmla="*/ 978156 h 999302"/>
              <a:gd name="connsiteX2" fmla="*/ 1570243 w 6992702"/>
              <a:gd name="connsiteY2" fmla="*/ 981017 h 999302"/>
              <a:gd name="connsiteX3" fmla="*/ 2214700 w 6992702"/>
              <a:gd name="connsiteY3" fmla="*/ 586723 h 999302"/>
              <a:gd name="connsiteX4" fmla="*/ 2916515 w 6992702"/>
              <a:gd name="connsiteY4" fmla="*/ 95487 h 999302"/>
              <a:gd name="connsiteX5" fmla="*/ 3417881 w 6992702"/>
              <a:gd name="connsiteY5" fmla="*/ 18646 h 999302"/>
              <a:gd name="connsiteX6" fmla="*/ 3728024 w 6992702"/>
              <a:gd name="connsiteY6" fmla="*/ 331076 h 999302"/>
              <a:gd name="connsiteX7" fmla="*/ 4246652 w 6992702"/>
              <a:gd name="connsiteY7" fmla="*/ 894046 h 999302"/>
              <a:gd name="connsiteX8" fmla="*/ 4981574 w 6992702"/>
              <a:gd name="connsiteY8" fmla="*/ 911868 h 999302"/>
              <a:gd name="connsiteX9" fmla="*/ 5718280 w 6992702"/>
              <a:gd name="connsiteY9" fmla="*/ 960246 h 999302"/>
              <a:gd name="connsiteX10" fmla="*/ 6138382 w 6992702"/>
              <a:gd name="connsiteY10" fmla="*/ 889852 h 999302"/>
              <a:gd name="connsiteX11" fmla="*/ 6657775 w 6992702"/>
              <a:gd name="connsiteY11" fmla="*/ 621989 h 999302"/>
              <a:gd name="connsiteX12" fmla="*/ 6992702 w 6992702"/>
              <a:gd name="connsiteY12" fmla="*/ 305866 h 999302"/>
              <a:gd name="connsiteX0" fmla="*/ 0 w 6992702"/>
              <a:gd name="connsiteY0" fmla="*/ 701578 h 999302"/>
              <a:gd name="connsiteX1" fmla="*/ 1027605 w 6992702"/>
              <a:gd name="connsiteY1" fmla="*/ 978156 h 999302"/>
              <a:gd name="connsiteX2" fmla="*/ 1570243 w 6992702"/>
              <a:gd name="connsiteY2" fmla="*/ 981017 h 999302"/>
              <a:gd name="connsiteX3" fmla="*/ 2214700 w 6992702"/>
              <a:gd name="connsiteY3" fmla="*/ 586723 h 999302"/>
              <a:gd name="connsiteX4" fmla="*/ 2916515 w 6992702"/>
              <a:gd name="connsiteY4" fmla="*/ 95487 h 999302"/>
              <a:gd name="connsiteX5" fmla="*/ 3417881 w 6992702"/>
              <a:gd name="connsiteY5" fmla="*/ 18646 h 999302"/>
              <a:gd name="connsiteX6" fmla="*/ 3728024 w 6992702"/>
              <a:gd name="connsiteY6" fmla="*/ 331076 h 999302"/>
              <a:gd name="connsiteX7" fmla="*/ 4246652 w 6992702"/>
              <a:gd name="connsiteY7" fmla="*/ 894046 h 999302"/>
              <a:gd name="connsiteX8" fmla="*/ 4980102 w 6992702"/>
              <a:gd name="connsiteY8" fmla="*/ 737878 h 999302"/>
              <a:gd name="connsiteX9" fmla="*/ 5718280 w 6992702"/>
              <a:gd name="connsiteY9" fmla="*/ 960246 h 999302"/>
              <a:gd name="connsiteX10" fmla="*/ 6138382 w 6992702"/>
              <a:gd name="connsiteY10" fmla="*/ 889852 h 999302"/>
              <a:gd name="connsiteX11" fmla="*/ 6657775 w 6992702"/>
              <a:gd name="connsiteY11" fmla="*/ 621989 h 999302"/>
              <a:gd name="connsiteX12" fmla="*/ 6992702 w 6992702"/>
              <a:gd name="connsiteY12" fmla="*/ 305866 h 999302"/>
              <a:gd name="connsiteX0" fmla="*/ 0 w 6992702"/>
              <a:gd name="connsiteY0" fmla="*/ 701578 h 999302"/>
              <a:gd name="connsiteX1" fmla="*/ 1027605 w 6992702"/>
              <a:gd name="connsiteY1" fmla="*/ 978156 h 999302"/>
              <a:gd name="connsiteX2" fmla="*/ 1570243 w 6992702"/>
              <a:gd name="connsiteY2" fmla="*/ 981017 h 999302"/>
              <a:gd name="connsiteX3" fmla="*/ 2214700 w 6992702"/>
              <a:gd name="connsiteY3" fmla="*/ 586723 h 999302"/>
              <a:gd name="connsiteX4" fmla="*/ 2916515 w 6992702"/>
              <a:gd name="connsiteY4" fmla="*/ 95487 h 999302"/>
              <a:gd name="connsiteX5" fmla="*/ 3417881 w 6992702"/>
              <a:gd name="connsiteY5" fmla="*/ 18646 h 999302"/>
              <a:gd name="connsiteX6" fmla="*/ 3728024 w 6992702"/>
              <a:gd name="connsiteY6" fmla="*/ 331076 h 999302"/>
              <a:gd name="connsiteX7" fmla="*/ 4246652 w 6992702"/>
              <a:gd name="connsiteY7" fmla="*/ 894046 h 999302"/>
              <a:gd name="connsiteX8" fmla="*/ 4980102 w 6992702"/>
              <a:gd name="connsiteY8" fmla="*/ 737878 h 999302"/>
              <a:gd name="connsiteX9" fmla="*/ 5718280 w 6992702"/>
              <a:gd name="connsiteY9" fmla="*/ 960246 h 999302"/>
              <a:gd name="connsiteX10" fmla="*/ 6138382 w 6992702"/>
              <a:gd name="connsiteY10" fmla="*/ 889852 h 999302"/>
              <a:gd name="connsiteX11" fmla="*/ 6810891 w 6992702"/>
              <a:gd name="connsiteY11" fmla="*/ 764723 h 999302"/>
              <a:gd name="connsiteX12" fmla="*/ 6992702 w 6992702"/>
              <a:gd name="connsiteY12" fmla="*/ 305866 h 999302"/>
              <a:gd name="connsiteX0" fmla="*/ 0 w 7123013"/>
              <a:gd name="connsiteY0" fmla="*/ 701578 h 999302"/>
              <a:gd name="connsiteX1" fmla="*/ 1027605 w 7123013"/>
              <a:gd name="connsiteY1" fmla="*/ 978156 h 999302"/>
              <a:gd name="connsiteX2" fmla="*/ 1570243 w 7123013"/>
              <a:gd name="connsiteY2" fmla="*/ 981017 h 999302"/>
              <a:gd name="connsiteX3" fmla="*/ 2214700 w 7123013"/>
              <a:gd name="connsiteY3" fmla="*/ 586723 h 999302"/>
              <a:gd name="connsiteX4" fmla="*/ 2916515 w 7123013"/>
              <a:gd name="connsiteY4" fmla="*/ 95487 h 999302"/>
              <a:gd name="connsiteX5" fmla="*/ 3417881 w 7123013"/>
              <a:gd name="connsiteY5" fmla="*/ 18646 h 999302"/>
              <a:gd name="connsiteX6" fmla="*/ 3728024 w 7123013"/>
              <a:gd name="connsiteY6" fmla="*/ 331076 h 999302"/>
              <a:gd name="connsiteX7" fmla="*/ 4246652 w 7123013"/>
              <a:gd name="connsiteY7" fmla="*/ 894046 h 999302"/>
              <a:gd name="connsiteX8" fmla="*/ 4980102 w 7123013"/>
              <a:gd name="connsiteY8" fmla="*/ 737878 h 999302"/>
              <a:gd name="connsiteX9" fmla="*/ 5718280 w 7123013"/>
              <a:gd name="connsiteY9" fmla="*/ 960246 h 999302"/>
              <a:gd name="connsiteX10" fmla="*/ 6138382 w 7123013"/>
              <a:gd name="connsiteY10" fmla="*/ 889852 h 999302"/>
              <a:gd name="connsiteX11" fmla="*/ 6810891 w 7123013"/>
              <a:gd name="connsiteY11" fmla="*/ 764723 h 999302"/>
              <a:gd name="connsiteX12" fmla="*/ 7123013 w 7123013"/>
              <a:gd name="connsiteY12" fmla="*/ 427340 h 999302"/>
              <a:gd name="connsiteX0" fmla="*/ 0 w 7123013"/>
              <a:gd name="connsiteY0" fmla="*/ 702410 h 998588"/>
              <a:gd name="connsiteX1" fmla="*/ 1027605 w 7123013"/>
              <a:gd name="connsiteY1" fmla="*/ 978988 h 998588"/>
              <a:gd name="connsiteX2" fmla="*/ 1570243 w 7123013"/>
              <a:gd name="connsiteY2" fmla="*/ 981849 h 998588"/>
              <a:gd name="connsiteX3" fmla="*/ 2313253 w 7123013"/>
              <a:gd name="connsiteY3" fmla="*/ 611608 h 998588"/>
              <a:gd name="connsiteX4" fmla="*/ 2916515 w 7123013"/>
              <a:gd name="connsiteY4" fmla="*/ 96319 h 998588"/>
              <a:gd name="connsiteX5" fmla="*/ 3417881 w 7123013"/>
              <a:gd name="connsiteY5" fmla="*/ 19478 h 998588"/>
              <a:gd name="connsiteX6" fmla="*/ 3728024 w 7123013"/>
              <a:gd name="connsiteY6" fmla="*/ 331908 h 998588"/>
              <a:gd name="connsiteX7" fmla="*/ 4246652 w 7123013"/>
              <a:gd name="connsiteY7" fmla="*/ 894878 h 998588"/>
              <a:gd name="connsiteX8" fmla="*/ 4980102 w 7123013"/>
              <a:gd name="connsiteY8" fmla="*/ 738710 h 998588"/>
              <a:gd name="connsiteX9" fmla="*/ 5718280 w 7123013"/>
              <a:gd name="connsiteY9" fmla="*/ 961078 h 998588"/>
              <a:gd name="connsiteX10" fmla="*/ 6138382 w 7123013"/>
              <a:gd name="connsiteY10" fmla="*/ 890684 h 998588"/>
              <a:gd name="connsiteX11" fmla="*/ 6810891 w 7123013"/>
              <a:gd name="connsiteY11" fmla="*/ 765555 h 998588"/>
              <a:gd name="connsiteX12" fmla="*/ 7123013 w 7123013"/>
              <a:gd name="connsiteY12" fmla="*/ 428172 h 998588"/>
              <a:gd name="connsiteX0" fmla="*/ 0 w 7123013"/>
              <a:gd name="connsiteY0" fmla="*/ 702410 h 998588"/>
              <a:gd name="connsiteX1" fmla="*/ 1027605 w 7123013"/>
              <a:gd name="connsiteY1" fmla="*/ 978988 h 998588"/>
              <a:gd name="connsiteX2" fmla="*/ 1570243 w 7123013"/>
              <a:gd name="connsiteY2" fmla="*/ 981849 h 998588"/>
              <a:gd name="connsiteX3" fmla="*/ 2313253 w 7123013"/>
              <a:gd name="connsiteY3" fmla="*/ 611608 h 998588"/>
              <a:gd name="connsiteX4" fmla="*/ 2916515 w 7123013"/>
              <a:gd name="connsiteY4" fmla="*/ 96319 h 998588"/>
              <a:gd name="connsiteX5" fmla="*/ 3417881 w 7123013"/>
              <a:gd name="connsiteY5" fmla="*/ 19478 h 998588"/>
              <a:gd name="connsiteX6" fmla="*/ 3728024 w 7123013"/>
              <a:gd name="connsiteY6" fmla="*/ 331908 h 998588"/>
              <a:gd name="connsiteX7" fmla="*/ 4246652 w 7123013"/>
              <a:gd name="connsiteY7" fmla="*/ 894878 h 998588"/>
              <a:gd name="connsiteX8" fmla="*/ 4980102 w 7123013"/>
              <a:gd name="connsiteY8" fmla="*/ 738710 h 998588"/>
              <a:gd name="connsiteX9" fmla="*/ 5718280 w 7123013"/>
              <a:gd name="connsiteY9" fmla="*/ 961078 h 998588"/>
              <a:gd name="connsiteX10" fmla="*/ 6138382 w 7123013"/>
              <a:gd name="connsiteY10" fmla="*/ 890684 h 998588"/>
              <a:gd name="connsiteX11" fmla="*/ 6810891 w 7123013"/>
              <a:gd name="connsiteY11" fmla="*/ 765555 h 998588"/>
              <a:gd name="connsiteX12" fmla="*/ 7123013 w 7123013"/>
              <a:gd name="connsiteY12" fmla="*/ 428172 h 998588"/>
              <a:gd name="connsiteX0" fmla="*/ 0 w 7123013"/>
              <a:gd name="connsiteY0" fmla="*/ 702410 h 987122"/>
              <a:gd name="connsiteX1" fmla="*/ 1027605 w 7123013"/>
              <a:gd name="connsiteY1" fmla="*/ 978988 h 987122"/>
              <a:gd name="connsiteX2" fmla="*/ 1517015 w 7123013"/>
              <a:gd name="connsiteY2" fmla="*/ 802766 h 987122"/>
              <a:gd name="connsiteX3" fmla="*/ 2313253 w 7123013"/>
              <a:gd name="connsiteY3" fmla="*/ 611608 h 987122"/>
              <a:gd name="connsiteX4" fmla="*/ 2916515 w 7123013"/>
              <a:gd name="connsiteY4" fmla="*/ 96319 h 987122"/>
              <a:gd name="connsiteX5" fmla="*/ 3417881 w 7123013"/>
              <a:gd name="connsiteY5" fmla="*/ 19478 h 987122"/>
              <a:gd name="connsiteX6" fmla="*/ 3728024 w 7123013"/>
              <a:gd name="connsiteY6" fmla="*/ 331908 h 987122"/>
              <a:gd name="connsiteX7" fmla="*/ 4246652 w 7123013"/>
              <a:gd name="connsiteY7" fmla="*/ 894878 h 987122"/>
              <a:gd name="connsiteX8" fmla="*/ 4980102 w 7123013"/>
              <a:gd name="connsiteY8" fmla="*/ 738710 h 987122"/>
              <a:gd name="connsiteX9" fmla="*/ 5718280 w 7123013"/>
              <a:gd name="connsiteY9" fmla="*/ 961078 h 987122"/>
              <a:gd name="connsiteX10" fmla="*/ 6138382 w 7123013"/>
              <a:gd name="connsiteY10" fmla="*/ 890684 h 987122"/>
              <a:gd name="connsiteX11" fmla="*/ 6810891 w 7123013"/>
              <a:gd name="connsiteY11" fmla="*/ 765555 h 987122"/>
              <a:gd name="connsiteX12" fmla="*/ 7123013 w 7123013"/>
              <a:gd name="connsiteY12" fmla="*/ 428172 h 987122"/>
              <a:gd name="connsiteX0" fmla="*/ 0 w 6830161"/>
              <a:gd name="connsiteY0" fmla="*/ 289873 h 983087"/>
              <a:gd name="connsiteX1" fmla="*/ 734753 w 6830161"/>
              <a:gd name="connsiteY1" fmla="*/ 978988 h 983087"/>
              <a:gd name="connsiteX2" fmla="*/ 1224163 w 6830161"/>
              <a:gd name="connsiteY2" fmla="*/ 802766 h 983087"/>
              <a:gd name="connsiteX3" fmla="*/ 2020401 w 6830161"/>
              <a:gd name="connsiteY3" fmla="*/ 611608 h 983087"/>
              <a:gd name="connsiteX4" fmla="*/ 2623663 w 6830161"/>
              <a:gd name="connsiteY4" fmla="*/ 96319 h 983087"/>
              <a:gd name="connsiteX5" fmla="*/ 3125029 w 6830161"/>
              <a:gd name="connsiteY5" fmla="*/ 19478 h 983087"/>
              <a:gd name="connsiteX6" fmla="*/ 3435172 w 6830161"/>
              <a:gd name="connsiteY6" fmla="*/ 331908 h 983087"/>
              <a:gd name="connsiteX7" fmla="*/ 3953800 w 6830161"/>
              <a:gd name="connsiteY7" fmla="*/ 894878 h 983087"/>
              <a:gd name="connsiteX8" fmla="*/ 4687250 w 6830161"/>
              <a:gd name="connsiteY8" fmla="*/ 738710 h 983087"/>
              <a:gd name="connsiteX9" fmla="*/ 5425428 w 6830161"/>
              <a:gd name="connsiteY9" fmla="*/ 961078 h 983087"/>
              <a:gd name="connsiteX10" fmla="*/ 5845530 w 6830161"/>
              <a:gd name="connsiteY10" fmla="*/ 890684 h 983087"/>
              <a:gd name="connsiteX11" fmla="*/ 6518039 w 6830161"/>
              <a:gd name="connsiteY11" fmla="*/ 765555 h 983087"/>
              <a:gd name="connsiteX12" fmla="*/ 6830161 w 6830161"/>
              <a:gd name="connsiteY12" fmla="*/ 428172 h 983087"/>
              <a:gd name="connsiteX0" fmla="*/ 0 w 6830161"/>
              <a:gd name="connsiteY0" fmla="*/ 289873 h 966929"/>
              <a:gd name="connsiteX1" fmla="*/ 897039 w 6830161"/>
              <a:gd name="connsiteY1" fmla="*/ 437290 h 966929"/>
              <a:gd name="connsiteX2" fmla="*/ 1224163 w 6830161"/>
              <a:gd name="connsiteY2" fmla="*/ 802766 h 966929"/>
              <a:gd name="connsiteX3" fmla="*/ 2020401 w 6830161"/>
              <a:gd name="connsiteY3" fmla="*/ 611608 h 966929"/>
              <a:gd name="connsiteX4" fmla="*/ 2623663 w 6830161"/>
              <a:gd name="connsiteY4" fmla="*/ 96319 h 966929"/>
              <a:gd name="connsiteX5" fmla="*/ 3125029 w 6830161"/>
              <a:gd name="connsiteY5" fmla="*/ 19478 h 966929"/>
              <a:gd name="connsiteX6" fmla="*/ 3435172 w 6830161"/>
              <a:gd name="connsiteY6" fmla="*/ 331908 h 966929"/>
              <a:gd name="connsiteX7" fmla="*/ 3953800 w 6830161"/>
              <a:gd name="connsiteY7" fmla="*/ 894878 h 966929"/>
              <a:gd name="connsiteX8" fmla="*/ 4687250 w 6830161"/>
              <a:gd name="connsiteY8" fmla="*/ 738710 h 966929"/>
              <a:gd name="connsiteX9" fmla="*/ 5425428 w 6830161"/>
              <a:gd name="connsiteY9" fmla="*/ 961078 h 966929"/>
              <a:gd name="connsiteX10" fmla="*/ 5845530 w 6830161"/>
              <a:gd name="connsiteY10" fmla="*/ 890684 h 966929"/>
              <a:gd name="connsiteX11" fmla="*/ 6518039 w 6830161"/>
              <a:gd name="connsiteY11" fmla="*/ 765555 h 966929"/>
              <a:gd name="connsiteX12" fmla="*/ 6830161 w 6830161"/>
              <a:gd name="connsiteY12" fmla="*/ 428172 h 966929"/>
              <a:gd name="connsiteX0" fmla="*/ 0 w 6830161"/>
              <a:gd name="connsiteY0" fmla="*/ 289873 h 966929"/>
              <a:gd name="connsiteX1" fmla="*/ 897039 w 6830161"/>
              <a:gd name="connsiteY1" fmla="*/ 437290 h 966929"/>
              <a:gd name="connsiteX2" fmla="*/ 1452177 w 6830161"/>
              <a:gd name="connsiteY2" fmla="*/ 378222 h 966929"/>
              <a:gd name="connsiteX3" fmla="*/ 2020401 w 6830161"/>
              <a:gd name="connsiteY3" fmla="*/ 611608 h 966929"/>
              <a:gd name="connsiteX4" fmla="*/ 2623663 w 6830161"/>
              <a:gd name="connsiteY4" fmla="*/ 96319 h 966929"/>
              <a:gd name="connsiteX5" fmla="*/ 3125029 w 6830161"/>
              <a:gd name="connsiteY5" fmla="*/ 19478 h 966929"/>
              <a:gd name="connsiteX6" fmla="*/ 3435172 w 6830161"/>
              <a:gd name="connsiteY6" fmla="*/ 331908 h 966929"/>
              <a:gd name="connsiteX7" fmla="*/ 3953800 w 6830161"/>
              <a:gd name="connsiteY7" fmla="*/ 894878 h 966929"/>
              <a:gd name="connsiteX8" fmla="*/ 4687250 w 6830161"/>
              <a:gd name="connsiteY8" fmla="*/ 738710 h 966929"/>
              <a:gd name="connsiteX9" fmla="*/ 5425428 w 6830161"/>
              <a:gd name="connsiteY9" fmla="*/ 961078 h 966929"/>
              <a:gd name="connsiteX10" fmla="*/ 5845530 w 6830161"/>
              <a:gd name="connsiteY10" fmla="*/ 890684 h 966929"/>
              <a:gd name="connsiteX11" fmla="*/ 6518039 w 6830161"/>
              <a:gd name="connsiteY11" fmla="*/ 765555 h 966929"/>
              <a:gd name="connsiteX12" fmla="*/ 6830161 w 6830161"/>
              <a:gd name="connsiteY12" fmla="*/ 428172 h 966929"/>
              <a:gd name="connsiteX0" fmla="*/ 0 w 6830161"/>
              <a:gd name="connsiteY0" fmla="*/ 283155 h 960211"/>
              <a:gd name="connsiteX1" fmla="*/ 897039 w 6830161"/>
              <a:gd name="connsiteY1" fmla="*/ 430572 h 960211"/>
              <a:gd name="connsiteX2" fmla="*/ 1452177 w 6830161"/>
              <a:gd name="connsiteY2" fmla="*/ 371504 h 960211"/>
              <a:gd name="connsiteX3" fmla="*/ 2238470 w 6830161"/>
              <a:gd name="connsiteY3" fmla="*/ 357361 h 960211"/>
              <a:gd name="connsiteX4" fmla="*/ 2623663 w 6830161"/>
              <a:gd name="connsiteY4" fmla="*/ 89601 h 960211"/>
              <a:gd name="connsiteX5" fmla="*/ 3125029 w 6830161"/>
              <a:gd name="connsiteY5" fmla="*/ 12760 h 960211"/>
              <a:gd name="connsiteX6" fmla="*/ 3435172 w 6830161"/>
              <a:gd name="connsiteY6" fmla="*/ 325190 h 960211"/>
              <a:gd name="connsiteX7" fmla="*/ 3953800 w 6830161"/>
              <a:gd name="connsiteY7" fmla="*/ 888160 h 960211"/>
              <a:gd name="connsiteX8" fmla="*/ 4687250 w 6830161"/>
              <a:gd name="connsiteY8" fmla="*/ 731992 h 960211"/>
              <a:gd name="connsiteX9" fmla="*/ 5425428 w 6830161"/>
              <a:gd name="connsiteY9" fmla="*/ 954360 h 960211"/>
              <a:gd name="connsiteX10" fmla="*/ 5845530 w 6830161"/>
              <a:gd name="connsiteY10" fmla="*/ 883966 h 960211"/>
              <a:gd name="connsiteX11" fmla="*/ 6518039 w 6830161"/>
              <a:gd name="connsiteY11" fmla="*/ 758837 h 960211"/>
              <a:gd name="connsiteX12" fmla="*/ 6830161 w 6830161"/>
              <a:gd name="connsiteY12" fmla="*/ 421454 h 960211"/>
              <a:gd name="connsiteX0" fmla="*/ 0 w 6830161"/>
              <a:gd name="connsiteY0" fmla="*/ 283155 h 960211"/>
              <a:gd name="connsiteX1" fmla="*/ 897039 w 6830161"/>
              <a:gd name="connsiteY1" fmla="*/ 430572 h 960211"/>
              <a:gd name="connsiteX2" fmla="*/ 1452177 w 6830161"/>
              <a:gd name="connsiteY2" fmla="*/ 371504 h 960211"/>
              <a:gd name="connsiteX3" fmla="*/ 2238470 w 6830161"/>
              <a:gd name="connsiteY3" fmla="*/ 357361 h 960211"/>
              <a:gd name="connsiteX4" fmla="*/ 2623663 w 6830161"/>
              <a:gd name="connsiteY4" fmla="*/ 89601 h 960211"/>
              <a:gd name="connsiteX5" fmla="*/ 3125029 w 6830161"/>
              <a:gd name="connsiteY5" fmla="*/ 12760 h 960211"/>
              <a:gd name="connsiteX6" fmla="*/ 3435172 w 6830161"/>
              <a:gd name="connsiteY6" fmla="*/ 325190 h 960211"/>
              <a:gd name="connsiteX7" fmla="*/ 3953800 w 6830161"/>
              <a:gd name="connsiteY7" fmla="*/ 888160 h 960211"/>
              <a:gd name="connsiteX8" fmla="*/ 4687250 w 6830161"/>
              <a:gd name="connsiteY8" fmla="*/ 731992 h 960211"/>
              <a:gd name="connsiteX9" fmla="*/ 5425428 w 6830161"/>
              <a:gd name="connsiteY9" fmla="*/ 954360 h 960211"/>
              <a:gd name="connsiteX10" fmla="*/ 5845530 w 6830161"/>
              <a:gd name="connsiteY10" fmla="*/ 883966 h 960211"/>
              <a:gd name="connsiteX11" fmla="*/ 6518039 w 6830161"/>
              <a:gd name="connsiteY11" fmla="*/ 758837 h 960211"/>
              <a:gd name="connsiteX12" fmla="*/ 6830161 w 6830161"/>
              <a:gd name="connsiteY12" fmla="*/ 421454 h 960211"/>
              <a:gd name="connsiteX0" fmla="*/ 0 w 6830161"/>
              <a:gd name="connsiteY0" fmla="*/ 289864 h 966920"/>
              <a:gd name="connsiteX1" fmla="*/ 897039 w 6830161"/>
              <a:gd name="connsiteY1" fmla="*/ 437281 h 966920"/>
              <a:gd name="connsiteX2" fmla="*/ 1452177 w 6830161"/>
              <a:gd name="connsiteY2" fmla="*/ 378213 h 966920"/>
              <a:gd name="connsiteX3" fmla="*/ 2238470 w 6830161"/>
              <a:gd name="connsiteY3" fmla="*/ 364070 h 966920"/>
              <a:gd name="connsiteX4" fmla="*/ 2623663 w 6830161"/>
              <a:gd name="connsiteY4" fmla="*/ 96310 h 966920"/>
              <a:gd name="connsiteX5" fmla="*/ 3125029 w 6830161"/>
              <a:gd name="connsiteY5" fmla="*/ 19469 h 966920"/>
              <a:gd name="connsiteX6" fmla="*/ 3519425 w 6830161"/>
              <a:gd name="connsiteY6" fmla="*/ 429067 h 966920"/>
              <a:gd name="connsiteX7" fmla="*/ 3953800 w 6830161"/>
              <a:gd name="connsiteY7" fmla="*/ 894869 h 966920"/>
              <a:gd name="connsiteX8" fmla="*/ 4687250 w 6830161"/>
              <a:gd name="connsiteY8" fmla="*/ 738701 h 966920"/>
              <a:gd name="connsiteX9" fmla="*/ 5425428 w 6830161"/>
              <a:gd name="connsiteY9" fmla="*/ 961069 h 966920"/>
              <a:gd name="connsiteX10" fmla="*/ 5845530 w 6830161"/>
              <a:gd name="connsiteY10" fmla="*/ 890675 h 966920"/>
              <a:gd name="connsiteX11" fmla="*/ 6518039 w 6830161"/>
              <a:gd name="connsiteY11" fmla="*/ 765546 h 966920"/>
              <a:gd name="connsiteX12" fmla="*/ 6830161 w 6830161"/>
              <a:gd name="connsiteY12" fmla="*/ 428163 h 966920"/>
              <a:gd name="connsiteX0" fmla="*/ 0 w 6830161"/>
              <a:gd name="connsiteY0" fmla="*/ 289864 h 966920"/>
              <a:gd name="connsiteX1" fmla="*/ 897039 w 6830161"/>
              <a:gd name="connsiteY1" fmla="*/ 437281 h 966920"/>
              <a:gd name="connsiteX2" fmla="*/ 1370831 w 6830161"/>
              <a:gd name="connsiteY2" fmla="*/ 294931 h 966920"/>
              <a:gd name="connsiteX3" fmla="*/ 2238470 w 6830161"/>
              <a:gd name="connsiteY3" fmla="*/ 364070 h 966920"/>
              <a:gd name="connsiteX4" fmla="*/ 2623663 w 6830161"/>
              <a:gd name="connsiteY4" fmla="*/ 96310 h 966920"/>
              <a:gd name="connsiteX5" fmla="*/ 3125029 w 6830161"/>
              <a:gd name="connsiteY5" fmla="*/ 19469 h 966920"/>
              <a:gd name="connsiteX6" fmla="*/ 3519425 w 6830161"/>
              <a:gd name="connsiteY6" fmla="*/ 429067 h 966920"/>
              <a:gd name="connsiteX7" fmla="*/ 3953800 w 6830161"/>
              <a:gd name="connsiteY7" fmla="*/ 894869 h 966920"/>
              <a:gd name="connsiteX8" fmla="*/ 4687250 w 6830161"/>
              <a:gd name="connsiteY8" fmla="*/ 738701 h 966920"/>
              <a:gd name="connsiteX9" fmla="*/ 5425428 w 6830161"/>
              <a:gd name="connsiteY9" fmla="*/ 961069 h 966920"/>
              <a:gd name="connsiteX10" fmla="*/ 5845530 w 6830161"/>
              <a:gd name="connsiteY10" fmla="*/ 890675 h 966920"/>
              <a:gd name="connsiteX11" fmla="*/ 6518039 w 6830161"/>
              <a:gd name="connsiteY11" fmla="*/ 765546 h 966920"/>
              <a:gd name="connsiteX12" fmla="*/ 6830161 w 6830161"/>
              <a:gd name="connsiteY12" fmla="*/ 428163 h 966920"/>
              <a:gd name="connsiteX0" fmla="*/ 0 w 6864592"/>
              <a:gd name="connsiteY0" fmla="*/ 289864 h 966920"/>
              <a:gd name="connsiteX1" fmla="*/ 897039 w 6864592"/>
              <a:gd name="connsiteY1" fmla="*/ 437281 h 966920"/>
              <a:gd name="connsiteX2" fmla="*/ 1370831 w 6864592"/>
              <a:gd name="connsiteY2" fmla="*/ 294931 h 966920"/>
              <a:gd name="connsiteX3" fmla="*/ 2238470 w 6864592"/>
              <a:gd name="connsiteY3" fmla="*/ 364070 h 966920"/>
              <a:gd name="connsiteX4" fmla="*/ 2623663 w 6864592"/>
              <a:gd name="connsiteY4" fmla="*/ 96310 h 966920"/>
              <a:gd name="connsiteX5" fmla="*/ 3125029 w 6864592"/>
              <a:gd name="connsiteY5" fmla="*/ 19469 h 966920"/>
              <a:gd name="connsiteX6" fmla="*/ 3519425 w 6864592"/>
              <a:gd name="connsiteY6" fmla="*/ 429067 h 966920"/>
              <a:gd name="connsiteX7" fmla="*/ 3953800 w 6864592"/>
              <a:gd name="connsiteY7" fmla="*/ 894869 h 966920"/>
              <a:gd name="connsiteX8" fmla="*/ 4687250 w 6864592"/>
              <a:gd name="connsiteY8" fmla="*/ 738701 h 966920"/>
              <a:gd name="connsiteX9" fmla="*/ 5425428 w 6864592"/>
              <a:gd name="connsiteY9" fmla="*/ 961069 h 966920"/>
              <a:gd name="connsiteX10" fmla="*/ 5845530 w 6864592"/>
              <a:gd name="connsiteY10" fmla="*/ 890675 h 966920"/>
              <a:gd name="connsiteX11" fmla="*/ 6518039 w 6864592"/>
              <a:gd name="connsiteY11" fmla="*/ 765546 h 966920"/>
              <a:gd name="connsiteX12" fmla="*/ 6864593 w 6864592"/>
              <a:gd name="connsiteY12" fmla="*/ 202377 h 966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64592" h="966920">
                <a:moveTo>
                  <a:pt x="0" y="289864"/>
                </a:moveTo>
                <a:cubicBezTo>
                  <a:pt x="68572" y="258724"/>
                  <a:pt x="726795" y="504739"/>
                  <a:pt x="897039" y="437281"/>
                </a:cubicBezTo>
                <a:cubicBezTo>
                  <a:pt x="1067283" y="369823"/>
                  <a:pt x="1147259" y="307133"/>
                  <a:pt x="1370831" y="294931"/>
                </a:cubicBezTo>
                <a:cubicBezTo>
                  <a:pt x="1594403" y="282729"/>
                  <a:pt x="2029665" y="397173"/>
                  <a:pt x="2238470" y="364070"/>
                </a:cubicBezTo>
                <a:cubicBezTo>
                  <a:pt x="2447275" y="330967"/>
                  <a:pt x="2475903" y="153743"/>
                  <a:pt x="2623663" y="96310"/>
                </a:cubicBezTo>
                <a:cubicBezTo>
                  <a:pt x="2771423" y="38877"/>
                  <a:pt x="2975735" y="-35990"/>
                  <a:pt x="3125029" y="19469"/>
                </a:cubicBezTo>
                <a:cubicBezTo>
                  <a:pt x="3274323" y="74928"/>
                  <a:pt x="3387121" y="147020"/>
                  <a:pt x="3519425" y="429067"/>
                </a:cubicBezTo>
                <a:cubicBezTo>
                  <a:pt x="3651729" y="711114"/>
                  <a:pt x="3759162" y="843263"/>
                  <a:pt x="3953800" y="894869"/>
                </a:cubicBezTo>
                <a:cubicBezTo>
                  <a:pt x="4148438" y="946475"/>
                  <a:pt x="4441979" y="727668"/>
                  <a:pt x="4687250" y="738701"/>
                </a:cubicBezTo>
                <a:cubicBezTo>
                  <a:pt x="4932521" y="749734"/>
                  <a:pt x="5232381" y="935740"/>
                  <a:pt x="5425428" y="961069"/>
                </a:cubicBezTo>
                <a:cubicBezTo>
                  <a:pt x="5618475" y="986398"/>
                  <a:pt x="5663428" y="923262"/>
                  <a:pt x="5845530" y="890675"/>
                </a:cubicBezTo>
                <a:cubicBezTo>
                  <a:pt x="6027632" y="858088"/>
                  <a:pt x="6348195" y="880262"/>
                  <a:pt x="6518039" y="765546"/>
                </a:cubicBezTo>
                <a:cubicBezTo>
                  <a:pt x="6687883" y="650830"/>
                  <a:pt x="6825891" y="429187"/>
                  <a:pt x="6864593" y="202377"/>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5D66FA3B-7E1B-0654-F1DE-8508A0EDA34C}"/>
              </a:ext>
            </a:extLst>
          </p:cNvPr>
          <p:cNvSpPr>
            <a:spLocks noGrp="1"/>
          </p:cNvSpPr>
          <p:nvPr userDrawn="1">
            <p:ph type="title"/>
          </p:nvPr>
        </p:nvSpPr>
        <p:spPr>
          <a:xfrm>
            <a:off x="292607" y="941832"/>
            <a:ext cx="4154443" cy="1946616"/>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userDrawn="1">
            <p:ph idx="1"/>
          </p:nvPr>
        </p:nvSpPr>
        <p:spPr>
          <a:xfrm>
            <a:off x="5105401" y="886502"/>
            <a:ext cx="6103324" cy="5208317"/>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userDrawn="1">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userDrawn="1">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8" name="Picture Placeholder 7">
            <a:extLst>
              <a:ext uri="{FF2B5EF4-FFF2-40B4-BE49-F238E27FC236}">
                <a16:creationId xmlns:a16="http://schemas.microsoft.com/office/drawing/2014/main" id="{00B223AC-2579-70E4-F42C-13F9C0649133}"/>
              </a:ext>
            </a:extLst>
          </p:cNvPr>
          <p:cNvSpPr>
            <a:spLocks noGrp="1"/>
          </p:cNvSpPr>
          <p:nvPr userDrawn="1">
            <p:ph type="pic" sz="quarter" idx="13"/>
          </p:nvPr>
        </p:nvSpPr>
        <p:spPr>
          <a:xfrm>
            <a:off x="304800" y="3015703"/>
            <a:ext cx="4110841" cy="3080296"/>
          </a:xfrm>
        </p:spPr>
        <p:txBody>
          <a:bodyPr/>
          <a:lstStyle/>
          <a:p>
            <a:r>
              <a:rPr lang="en-US"/>
              <a:t>Click icon to add picture</a:t>
            </a:r>
          </a:p>
        </p:txBody>
      </p:sp>
    </p:spTree>
    <p:extLst>
      <p:ext uri="{BB962C8B-B14F-4D97-AF65-F5344CB8AC3E}">
        <p14:creationId xmlns:p14="http://schemas.microsoft.com/office/powerpoint/2010/main" val="254946532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CDF08F6-8231-4945-6C1A-0F1681E673F3}"/>
              </a:ext>
            </a:extLst>
          </p:cNvPr>
          <p:cNvGrpSpPr/>
          <p:nvPr userDrawn="1"/>
        </p:nvGrpSpPr>
        <p:grpSpPr>
          <a:xfrm>
            <a:off x="7906872" y="-265555"/>
            <a:ext cx="5122090" cy="4569972"/>
            <a:chOff x="7957036" y="-265555"/>
            <a:chExt cx="5071925" cy="4525214"/>
          </a:xfrm>
        </p:grpSpPr>
        <p:sp>
          <p:nvSpPr>
            <p:cNvPr id="9" name="Freeform: Shape 8">
              <a:extLst>
                <a:ext uri="{FF2B5EF4-FFF2-40B4-BE49-F238E27FC236}">
                  <a16:creationId xmlns:a16="http://schemas.microsoft.com/office/drawing/2014/main" id="{41600E18-680C-800B-E219-17E742968B67}"/>
                </a:ext>
              </a:extLst>
            </p:cNvPr>
            <p:cNvSpPr/>
            <p:nvPr/>
          </p:nvSpPr>
          <p:spPr>
            <a:xfrm flipH="1">
              <a:off x="11608347" y="12629"/>
              <a:ext cx="559810" cy="1366934"/>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285" h="1590918">
                  <a:moveTo>
                    <a:pt x="0" y="1590918"/>
                  </a:moveTo>
                  <a:cubicBezTo>
                    <a:pt x="123149" y="1444222"/>
                    <a:pt x="194754" y="1399605"/>
                    <a:pt x="275849" y="1330029"/>
                  </a:cubicBezTo>
                  <a:cubicBezTo>
                    <a:pt x="356944" y="1260453"/>
                    <a:pt x="439796" y="1268939"/>
                    <a:pt x="486570" y="1173459"/>
                  </a:cubicBezTo>
                  <a:cubicBezTo>
                    <a:pt x="533344" y="1077979"/>
                    <a:pt x="578648" y="863768"/>
                    <a:pt x="556494" y="757148"/>
                  </a:cubicBezTo>
                  <a:cubicBezTo>
                    <a:pt x="534340" y="650528"/>
                    <a:pt x="407103" y="618675"/>
                    <a:pt x="353644" y="533739"/>
                  </a:cubicBezTo>
                  <a:cubicBezTo>
                    <a:pt x="300185" y="448803"/>
                    <a:pt x="281121" y="326239"/>
                    <a:pt x="235742" y="247533"/>
                  </a:cubicBezTo>
                  <a:cubicBezTo>
                    <a:pt x="190363" y="168827"/>
                    <a:pt x="64564" y="47434"/>
                    <a:pt x="1903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0" name="Freeform: Shape 9">
              <a:extLst>
                <a:ext uri="{FF2B5EF4-FFF2-40B4-BE49-F238E27FC236}">
                  <a16:creationId xmlns:a16="http://schemas.microsoft.com/office/drawing/2014/main" id="{07E29432-8248-65A3-AD20-894366B8DC84}"/>
                </a:ext>
              </a:extLst>
            </p:cNvPr>
            <p:cNvSpPr/>
            <p:nvPr/>
          </p:nvSpPr>
          <p:spPr>
            <a:xfrm rot="1105590" flipH="1">
              <a:off x="11919779" y="151880"/>
              <a:ext cx="415604" cy="787945"/>
            </a:xfrm>
            <a:custGeom>
              <a:avLst/>
              <a:gdLst>
                <a:gd name="connsiteX0" fmla="*/ 0 w 421548"/>
                <a:gd name="connsiteY0" fmla="*/ 0 h 1865756"/>
                <a:gd name="connsiteX1" fmla="*/ 258699 w 421548"/>
                <a:gd name="connsiteY1" fmla="*/ 330803 h 1865756"/>
                <a:gd name="connsiteX2" fmla="*/ 408051 w 421548"/>
                <a:gd name="connsiteY2" fmla="*/ 617887 h 1865756"/>
                <a:gd name="connsiteX3" fmla="*/ 408051 w 421548"/>
                <a:gd name="connsiteY3" fmla="*/ 910781 h 1865756"/>
                <a:gd name="connsiteX4" fmla="*/ 336233 w 421548"/>
                <a:gd name="connsiteY4" fmla="*/ 1269683 h 1865756"/>
                <a:gd name="connsiteX5" fmla="*/ 186881 w 421548"/>
                <a:gd name="connsiteY5" fmla="*/ 1582674 h 1865756"/>
                <a:gd name="connsiteX6" fmla="*/ 0 w 421548"/>
                <a:gd name="connsiteY6" fmla="*/ 1865757 h 1865756"/>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987368 w 1408916"/>
                <a:gd name="connsiteY0" fmla="*/ 0 h 2311260"/>
                <a:gd name="connsiteX1" fmla="*/ 1246067 w 1408916"/>
                <a:gd name="connsiteY1" fmla="*/ 330803 h 2311260"/>
                <a:gd name="connsiteX2" fmla="*/ 1395419 w 1408916"/>
                <a:gd name="connsiteY2" fmla="*/ 617887 h 2311260"/>
                <a:gd name="connsiteX3" fmla="*/ 1395419 w 1408916"/>
                <a:gd name="connsiteY3" fmla="*/ 910781 h 2311260"/>
                <a:gd name="connsiteX4" fmla="*/ 1323601 w 1408916"/>
                <a:gd name="connsiteY4" fmla="*/ 1269683 h 2311260"/>
                <a:gd name="connsiteX5" fmla="*/ 1174249 w 1408916"/>
                <a:gd name="connsiteY5" fmla="*/ 1582674 h 2311260"/>
                <a:gd name="connsiteX6" fmla="*/ 0 w 1408916"/>
                <a:gd name="connsiteY6" fmla="*/ 2311260 h 2311260"/>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0 w 1311769"/>
                <a:gd name="connsiteY6" fmla="*/ 2066541 h 2066541"/>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481072 w 1311769"/>
                <a:gd name="connsiteY6" fmla="*/ 1940442 h 2066541"/>
                <a:gd name="connsiteX7" fmla="*/ 0 w 1311769"/>
                <a:gd name="connsiteY7" fmla="*/ 2066541 h 2066541"/>
                <a:gd name="connsiteX0" fmla="*/ 880809 w 1311769"/>
                <a:gd name="connsiteY0" fmla="*/ 0 h 1954205"/>
                <a:gd name="connsiteX1" fmla="*/ 1148920 w 1311769"/>
                <a:gd name="connsiteY1" fmla="*/ 218467 h 1954205"/>
                <a:gd name="connsiteX2" fmla="*/ 1298272 w 1311769"/>
                <a:gd name="connsiteY2" fmla="*/ 505551 h 1954205"/>
                <a:gd name="connsiteX3" fmla="*/ 1298272 w 1311769"/>
                <a:gd name="connsiteY3" fmla="*/ 798445 h 1954205"/>
                <a:gd name="connsiteX4" fmla="*/ 1226454 w 1311769"/>
                <a:gd name="connsiteY4" fmla="*/ 1157347 h 1954205"/>
                <a:gd name="connsiteX5" fmla="*/ 1077102 w 1311769"/>
                <a:gd name="connsiteY5" fmla="*/ 1470338 h 1954205"/>
                <a:gd name="connsiteX6" fmla="*/ 481072 w 1311769"/>
                <a:gd name="connsiteY6" fmla="*/ 1828106 h 1954205"/>
                <a:gd name="connsiteX7" fmla="*/ 0 w 1311769"/>
                <a:gd name="connsiteY7" fmla="*/ 1954205 h 1954205"/>
                <a:gd name="connsiteX0" fmla="*/ 986195 w 1311769"/>
                <a:gd name="connsiteY0" fmla="*/ 0 h 2210663"/>
                <a:gd name="connsiteX1" fmla="*/ 1148920 w 1311769"/>
                <a:gd name="connsiteY1" fmla="*/ 474925 h 2210663"/>
                <a:gd name="connsiteX2" fmla="*/ 1298272 w 1311769"/>
                <a:gd name="connsiteY2" fmla="*/ 762009 h 2210663"/>
                <a:gd name="connsiteX3" fmla="*/ 1298272 w 1311769"/>
                <a:gd name="connsiteY3" fmla="*/ 1054903 h 2210663"/>
                <a:gd name="connsiteX4" fmla="*/ 1226454 w 1311769"/>
                <a:gd name="connsiteY4" fmla="*/ 1413805 h 2210663"/>
                <a:gd name="connsiteX5" fmla="*/ 1077102 w 1311769"/>
                <a:gd name="connsiteY5" fmla="*/ 1726796 h 2210663"/>
                <a:gd name="connsiteX6" fmla="*/ 481072 w 1311769"/>
                <a:gd name="connsiteY6" fmla="*/ 2084564 h 2210663"/>
                <a:gd name="connsiteX7" fmla="*/ 0 w 1311769"/>
                <a:gd name="connsiteY7" fmla="*/ 2210663 h 2210663"/>
                <a:gd name="connsiteX0" fmla="*/ 986195 w 1354904"/>
                <a:gd name="connsiteY0" fmla="*/ 0 h 2210663"/>
                <a:gd name="connsiteX1" fmla="*/ 1338175 w 1354904"/>
                <a:gd name="connsiteY1" fmla="*/ 334568 h 2210663"/>
                <a:gd name="connsiteX2" fmla="*/ 1298272 w 1354904"/>
                <a:gd name="connsiteY2" fmla="*/ 762009 h 2210663"/>
                <a:gd name="connsiteX3" fmla="*/ 1298272 w 1354904"/>
                <a:gd name="connsiteY3" fmla="*/ 1054903 h 2210663"/>
                <a:gd name="connsiteX4" fmla="*/ 1226454 w 1354904"/>
                <a:gd name="connsiteY4" fmla="*/ 1413805 h 2210663"/>
                <a:gd name="connsiteX5" fmla="*/ 1077102 w 1354904"/>
                <a:gd name="connsiteY5" fmla="*/ 1726796 h 2210663"/>
                <a:gd name="connsiteX6" fmla="*/ 481072 w 1354904"/>
                <a:gd name="connsiteY6" fmla="*/ 2084564 h 2210663"/>
                <a:gd name="connsiteX7" fmla="*/ 0 w 1354904"/>
                <a:gd name="connsiteY7" fmla="*/ 2210663 h 2210663"/>
                <a:gd name="connsiteX0" fmla="*/ 985524 w 1354950"/>
                <a:gd name="connsiteY0" fmla="*/ 0 h 2244608"/>
                <a:gd name="connsiteX1" fmla="*/ 1338175 w 1354950"/>
                <a:gd name="connsiteY1" fmla="*/ 368513 h 2244608"/>
                <a:gd name="connsiteX2" fmla="*/ 1298272 w 1354950"/>
                <a:gd name="connsiteY2" fmla="*/ 795954 h 2244608"/>
                <a:gd name="connsiteX3" fmla="*/ 1298272 w 1354950"/>
                <a:gd name="connsiteY3" fmla="*/ 1088848 h 2244608"/>
                <a:gd name="connsiteX4" fmla="*/ 1226454 w 1354950"/>
                <a:gd name="connsiteY4" fmla="*/ 1447750 h 2244608"/>
                <a:gd name="connsiteX5" fmla="*/ 1077102 w 1354950"/>
                <a:gd name="connsiteY5" fmla="*/ 1760741 h 2244608"/>
                <a:gd name="connsiteX6" fmla="*/ 481072 w 1354950"/>
                <a:gd name="connsiteY6" fmla="*/ 2118509 h 2244608"/>
                <a:gd name="connsiteX7" fmla="*/ 0 w 1354950"/>
                <a:gd name="connsiteY7" fmla="*/ 2244608 h 2244608"/>
                <a:gd name="connsiteX0" fmla="*/ 985524 w 1345516"/>
                <a:gd name="connsiteY0" fmla="*/ 0 h 2244608"/>
                <a:gd name="connsiteX1" fmla="*/ 1338175 w 1345516"/>
                <a:gd name="connsiteY1" fmla="*/ 368513 h 2244608"/>
                <a:gd name="connsiteX2" fmla="*/ 1230208 w 1345516"/>
                <a:gd name="connsiteY2" fmla="*/ 712546 h 2244608"/>
                <a:gd name="connsiteX3" fmla="*/ 1298272 w 1345516"/>
                <a:gd name="connsiteY3" fmla="*/ 1088848 h 2244608"/>
                <a:gd name="connsiteX4" fmla="*/ 1226454 w 1345516"/>
                <a:gd name="connsiteY4" fmla="*/ 1447750 h 2244608"/>
                <a:gd name="connsiteX5" fmla="*/ 1077102 w 1345516"/>
                <a:gd name="connsiteY5" fmla="*/ 1760741 h 2244608"/>
                <a:gd name="connsiteX6" fmla="*/ 481072 w 1345516"/>
                <a:gd name="connsiteY6" fmla="*/ 2118509 h 2244608"/>
                <a:gd name="connsiteX7" fmla="*/ 0 w 1345516"/>
                <a:gd name="connsiteY7" fmla="*/ 2244608 h 2244608"/>
                <a:gd name="connsiteX0" fmla="*/ 934578 w 1348060"/>
                <a:gd name="connsiteY0" fmla="*/ 0 h 2170441"/>
                <a:gd name="connsiteX1" fmla="*/ 1338175 w 1348060"/>
                <a:gd name="connsiteY1" fmla="*/ 294346 h 2170441"/>
                <a:gd name="connsiteX2" fmla="*/ 1230208 w 1348060"/>
                <a:gd name="connsiteY2" fmla="*/ 638379 h 2170441"/>
                <a:gd name="connsiteX3" fmla="*/ 1298272 w 1348060"/>
                <a:gd name="connsiteY3" fmla="*/ 1014681 h 2170441"/>
                <a:gd name="connsiteX4" fmla="*/ 1226454 w 1348060"/>
                <a:gd name="connsiteY4" fmla="*/ 1373583 h 2170441"/>
                <a:gd name="connsiteX5" fmla="*/ 1077102 w 1348060"/>
                <a:gd name="connsiteY5" fmla="*/ 1686574 h 2170441"/>
                <a:gd name="connsiteX6" fmla="*/ 481072 w 1348060"/>
                <a:gd name="connsiteY6" fmla="*/ 2044342 h 2170441"/>
                <a:gd name="connsiteX7" fmla="*/ 0 w 1348060"/>
                <a:gd name="connsiteY7" fmla="*/ 2170441 h 2170441"/>
                <a:gd name="connsiteX0" fmla="*/ 453506 w 866988"/>
                <a:gd name="connsiteY0" fmla="*/ 0 h 2044343"/>
                <a:gd name="connsiteX1" fmla="*/ 857103 w 866988"/>
                <a:gd name="connsiteY1" fmla="*/ 294346 h 2044343"/>
                <a:gd name="connsiteX2" fmla="*/ 749136 w 866988"/>
                <a:gd name="connsiteY2" fmla="*/ 638379 h 2044343"/>
                <a:gd name="connsiteX3" fmla="*/ 817200 w 866988"/>
                <a:gd name="connsiteY3" fmla="*/ 1014681 h 2044343"/>
                <a:gd name="connsiteX4" fmla="*/ 745382 w 866988"/>
                <a:gd name="connsiteY4" fmla="*/ 1373583 h 2044343"/>
                <a:gd name="connsiteX5" fmla="*/ 596030 w 866988"/>
                <a:gd name="connsiteY5" fmla="*/ 1686574 h 2044343"/>
                <a:gd name="connsiteX6" fmla="*/ 0 w 866988"/>
                <a:gd name="connsiteY6" fmla="*/ 2044342 h 2044343"/>
                <a:gd name="connsiteX0" fmla="*/ 427914 w 841396"/>
                <a:gd name="connsiteY0" fmla="*/ 0 h 1846088"/>
                <a:gd name="connsiteX1" fmla="*/ 831511 w 841396"/>
                <a:gd name="connsiteY1" fmla="*/ 294346 h 1846088"/>
                <a:gd name="connsiteX2" fmla="*/ 723544 w 841396"/>
                <a:gd name="connsiteY2" fmla="*/ 638379 h 1846088"/>
                <a:gd name="connsiteX3" fmla="*/ 791608 w 841396"/>
                <a:gd name="connsiteY3" fmla="*/ 1014681 h 1846088"/>
                <a:gd name="connsiteX4" fmla="*/ 719790 w 841396"/>
                <a:gd name="connsiteY4" fmla="*/ 1373583 h 1846088"/>
                <a:gd name="connsiteX5" fmla="*/ 570438 w 841396"/>
                <a:gd name="connsiteY5" fmla="*/ 1686574 h 1846088"/>
                <a:gd name="connsiteX6" fmla="*/ 0 w 841396"/>
                <a:gd name="connsiteY6" fmla="*/ 1846089 h 1846088"/>
                <a:gd name="connsiteX0" fmla="*/ 427914 w 791638"/>
                <a:gd name="connsiteY0" fmla="*/ 0 h 1846088"/>
                <a:gd name="connsiteX1" fmla="*/ 723544 w 791638"/>
                <a:gd name="connsiteY1" fmla="*/ 638379 h 1846088"/>
                <a:gd name="connsiteX2" fmla="*/ 791608 w 791638"/>
                <a:gd name="connsiteY2" fmla="*/ 1014681 h 1846088"/>
                <a:gd name="connsiteX3" fmla="*/ 719790 w 791638"/>
                <a:gd name="connsiteY3" fmla="*/ 1373583 h 1846088"/>
                <a:gd name="connsiteX4" fmla="*/ 570438 w 791638"/>
                <a:gd name="connsiteY4" fmla="*/ 1686574 h 1846088"/>
                <a:gd name="connsiteX5" fmla="*/ 0 w 791638"/>
                <a:gd name="connsiteY5" fmla="*/ 1846089 h 1846088"/>
                <a:gd name="connsiteX0" fmla="*/ 500497 w 791623"/>
                <a:gd name="connsiteY0" fmla="*/ -1 h 1833929"/>
                <a:gd name="connsiteX1" fmla="*/ 723544 w 791623"/>
                <a:gd name="connsiteY1" fmla="*/ 626220 h 1833929"/>
                <a:gd name="connsiteX2" fmla="*/ 791608 w 791623"/>
                <a:gd name="connsiteY2" fmla="*/ 1002522 h 1833929"/>
                <a:gd name="connsiteX3" fmla="*/ 719790 w 791623"/>
                <a:gd name="connsiteY3" fmla="*/ 1361424 h 1833929"/>
                <a:gd name="connsiteX4" fmla="*/ 570438 w 791623"/>
                <a:gd name="connsiteY4" fmla="*/ 1674415 h 1833929"/>
                <a:gd name="connsiteX5" fmla="*/ 0 w 791623"/>
                <a:gd name="connsiteY5" fmla="*/ 1833930 h 183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23" h="1833929">
                  <a:moveTo>
                    <a:pt x="500497" y="-1"/>
                  </a:moveTo>
                  <a:cubicBezTo>
                    <a:pt x="562087" y="132995"/>
                    <a:pt x="675026" y="459133"/>
                    <a:pt x="723544" y="626220"/>
                  </a:cubicBezTo>
                  <a:cubicBezTo>
                    <a:pt x="772063" y="793307"/>
                    <a:pt x="792234" y="879988"/>
                    <a:pt x="791608" y="1002522"/>
                  </a:cubicBezTo>
                  <a:cubicBezTo>
                    <a:pt x="790982" y="1125056"/>
                    <a:pt x="759699" y="1245790"/>
                    <a:pt x="719790" y="1361424"/>
                  </a:cubicBezTo>
                  <a:cubicBezTo>
                    <a:pt x="681975" y="1470866"/>
                    <a:pt x="629969" y="1574879"/>
                    <a:pt x="570438" y="1674415"/>
                  </a:cubicBezTo>
                  <a:cubicBezTo>
                    <a:pt x="481088" y="1770834"/>
                    <a:pt x="179517" y="1753286"/>
                    <a:pt x="0" y="183393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AA6FB880-5F43-63C1-3FF8-1DA8F3ADE344}"/>
                </a:ext>
              </a:extLst>
            </p:cNvPr>
            <p:cNvSpPr/>
            <p:nvPr/>
          </p:nvSpPr>
          <p:spPr>
            <a:xfrm rot="21133989" flipH="1">
              <a:off x="8134811" y="-265555"/>
              <a:ext cx="3773569" cy="4525214"/>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85588" h="3116813">
                  <a:moveTo>
                    <a:pt x="0" y="3116283"/>
                  </a:moveTo>
                  <a:cubicBezTo>
                    <a:pt x="56111" y="2937243"/>
                    <a:pt x="194601" y="3170466"/>
                    <a:pt x="295832" y="3104792"/>
                  </a:cubicBezTo>
                  <a:cubicBezTo>
                    <a:pt x="397063" y="3039118"/>
                    <a:pt x="547739" y="2845638"/>
                    <a:pt x="607384" y="2722237"/>
                  </a:cubicBezTo>
                  <a:cubicBezTo>
                    <a:pt x="667029" y="2598836"/>
                    <a:pt x="614686" y="2464298"/>
                    <a:pt x="653701" y="2364385"/>
                  </a:cubicBezTo>
                  <a:cubicBezTo>
                    <a:pt x="692716" y="2264472"/>
                    <a:pt x="759278" y="2216357"/>
                    <a:pt x="841475" y="2122759"/>
                  </a:cubicBezTo>
                  <a:cubicBezTo>
                    <a:pt x="923672" y="2029162"/>
                    <a:pt x="1059488" y="1905794"/>
                    <a:pt x="1146884" y="1802800"/>
                  </a:cubicBezTo>
                  <a:cubicBezTo>
                    <a:pt x="1234280" y="1699806"/>
                    <a:pt x="1255965" y="1563606"/>
                    <a:pt x="1365849" y="1504794"/>
                  </a:cubicBezTo>
                  <a:cubicBezTo>
                    <a:pt x="1475733" y="1445982"/>
                    <a:pt x="1648856" y="1457878"/>
                    <a:pt x="1806191" y="1449925"/>
                  </a:cubicBezTo>
                  <a:cubicBezTo>
                    <a:pt x="1963526" y="1441972"/>
                    <a:pt x="2138982" y="1495368"/>
                    <a:pt x="2309860" y="1457078"/>
                  </a:cubicBezTo>
                  <a:cubicBezTo>
                    <a:pt x="2424827" y="1431265"/>
                    <a:pt x="2551267" y="1397095"/>
                    <a:pt x="2650678" y="1358104"/>
                  </a:cubicBezTo>
                  <a:cubicBezTo>
                    <a:pt x="2750090" y="1319114"/>
                    <a:pt x="2825938" y="1276379"/>
                    <a:pt x="2906329" y="1223135"/>
                  </a:cubicBezTo>
                  <a:cubicBezTo>
                    <a:pt x="2989863" y="1167794"/>
                    <a:pt x="3067143" y="1114831"/>
                    <a:pt x="3116069" y="1013489"/>
                  </a:cubicBezTo>
                  <a:cubicBezTo>
                    <a:pt x="3164995" y="912147"/>
                    <a:pt x="3193218" y="745196"/>
                    <a:pt x="3199885" y="615084"/>
                  </a:cubicBezTo>
                  <a:cubicBezTo>
                    <a:pt x="3206076" y="494784"/>
                    <a:pt x="3137692" y="363956"/>
                    <a:pt x="3139407" y="243465"/>
                  </a:cubicBezTo>
                  <a:cubicBezTo>
                    <a:pt x="3140645" y="157930"/>
                    <a:pt x="3278349" y="85248"/>
                    <a:pt x="3285588"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5CDB9003-DA36-046C-C0D1-B7EE2EF9049D}"/>
                </a:ext>
              </a:extLst>
            </p:cNvPr>
            <p:cNvSpPr/>
            <p:nvPr/>
          </p:nvSpPr>
          <p:spPr>
            <a:xfrm rot="20171727" flipH="1">
              <a:off x="11299966" y="131141"/>
              <a:ext cx="990577" cy="1480022"/>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927" h="1609061">
                  <a:moveTo>
                    <a:pt x="396858" y="1609061"/>
                  </a:moveTo>
                  <a:cubicBezTo>
                    <a:pt x="428612" y="1517040"/>
                    <a:pt x="611931" y="1367851"/>
                    <a:pt x="683467" y="1260044"/>
                  </a:cubicBezTo>
                  <a:cubicBezTo>
                    <a:pt x="755003" y="1152237"/>
                    <a:pt x="772000" y="1073900"/>
                    <a:pt x="826077" y="962217"/>
                  </a:cubicBezTo>
                  <a:cubicBezTo>
                    <a:pt x="880154" y="850534"/>
                    <a:pt x="1000736" y="692641"/>
                    <a:pt x="1007927" y="589947"/>
                  </a:cubicBezTo>
                  <a:cubicBezTo>
                    <a:pt x="1005927" y="477648"/>
                    <a:pt x="899102" y="440382"/>
                    <a:pt x="780335" y="359879"/>
                  </a:cubicBezTo>
                  <a:cubicBezTo>
                    <a:pt x="661568" y="279376"/>
                    <a:pt x="385050" y="147123"/>
                    <a:pt x="295324" y="106928"/>
                  </a:cubicBezTo>
                  <a:cubicBezTo>
                    <a:pt x="193121" y="61112"/>
                    <a:pt x="225239" y="21736"/>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3" name="Freeform: Shape 12">
              <a:extLst>
                <a:ext uri="{FF2B5EF4-FFF2-40B4-BE49-F238E27FC236}">
                  <a16:creationId xmlns:a16="http://schemas.microsoft.com/office/drawing/2014/main" id="{D087BD5C-49CB-8B2E-45B5-61BEF7B731C4}"/>
                </a:ext>
              </a:extLst>
            </p:cNvPr>
            <p:cNvSpPr/>
            <p:nvPr/>
          </p:nvSpPr>
          <p:spPr>
            <a:xfrm rot="18807661" flipH="1">
              <a:off x="10698599" y="782566"/>
              <a:ext cx="1773806" cy="2886919"/>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4" name="Freeform: Shape 13">
              <a:extLst>
                <a:ext uri="{FF2B5EF4-FFF2-40B4-BE49-F238E27FC236}">
                  <a16:creationId xmlns:a16="http://schemas.microsoft.com/office/drawing/2014/main" id="{45A641A4-1C09-CE4A-A863-8839C4022EC3}"/>
                </a:ext>
              </a:extLst>
            </p:cNvPr>
            <p:cNvSpPr/>
            <p:nvPr/>
          </p:nvSpPr>
          <p:spPr>
            <a:xfrm rot="18807661" flipH="1">
              <a:off x="10872665" y="937698"/>
              <a:ext cx="1547496" cy="252824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2757" h="2500318">
                  <a:moveTo>
                    <a:pt x="1911674" y="2500318"/>
                  </a:moveTo>
                  <a:cubicBezTo>
                    <a:pt x="1853262" y="2369918"/>
                    <a:pt x="2307516" y="2588207"/>
                    <a:pt x="2247234" y="2408719"/>
                  </a:cubicBezTo>
                  <a:cubicBezTo>
                    <a:pt x="2190265" y="2143182"/>
                    <a:pt x="2040041" y="2130364"/>
                    <a:pt x="1962930" y="2020646"/>
                  </a:cubicBezTo>
                  <a:cubicBezTo>
                    <a:pt x="1885819" y="1910928"/>
                    <a:pt x="1848855" y="1845675"/>
                    <a:pt x="1784569" y="1750409"/>
                  </a:cubicBezTo>
                  <a:cubicBezTo>
                    <a:pt x="1720283" y="1655143"/>
                    <a:pt x="1576834" y="1559826"/>
                    <a:pt x="1577215" y="1449051"/>
                  </a:cubicBezTo>
                  <a:cubicBezTo>
                    <a:pt x="1577691" y="1304080"/>
                    <a:pt x="1578433" y="1180030"/>
                    <a:pt x="1598241" y="1036068"/>
                  </a:cubicBezTo>
                  <a:cubicBezTo>
                    <a:pt x="1618049" y="892106"/>
                    <a:pt x="1666823" y="737965"/>
                    <a:pt x="1696065" y="585279"/>
                  </a:cubicBezTo>
                  <a:cubicBezTo>
                    <a:pt x="1721592" y="452500"/>
                    <a:pt x="1829269" y="394728"/>
                    <a:pt x="1739955" y="298667"/>
                  </a:cubicBezTo>
                  <a:cubicBezTo>
                    <a:pt x="1650641" y="202606"/>
                    <a:pt x="1339529" y="36190"/>
                    <a:pt x="1160180" y="8911"/>
                  </a:cubicBezTo>
                  <a:cubicBezTo>
                    <a:pt x="980831" y="-18368"/>
                    <a:pt x="776050" y="15135"/>
                    <a:pt x="663863" y="134993"/>
                  </a:cubicBezTo>
                  <a:cubicBezTo>
                    <a:pt x="551676" y="254851"/>
                    <a:pt x="551775" y="588590"/>
                    <a:pt x="487056" y="728059"/>
                  </a:cubicBezTo>
                  <a:cubicBezTo>
                    <a:pt x="422337" y="867528"/>
                    <a:pt x="417644" y="888398"/>
                    <a:pt x="275551" y="971810"/>
                  </a:cubicBezTo>
                  <a:cubicBezTo>
                    <a:pt x="133458" y="1055222"/>
                    <a:pt x="99074" y="1159144"/>
                    <a:pt x="0" y="1279008"/>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5" name="Freeform: Shape 14">
              <a:extLst>
                <a:ext uri="{FF2B5EF4-FFF2-40B4-BE49-F238E27FC236}">
                  <a16:creationId xmlns:a16="http://schemas.microsoft.com/office/drawing/2014/main" id="{1C35A7E5-7015-712C-536F-12B358A6573E}"/>
                </a:ext>
              </a:extLst>
            </p:cNvPr>
            <p:cNvSpPr/>
            <p:nvPr/>
          </p:nvSpPr>
          <p:spPr>
            <a:xfrm rot="18807661" flipH="1">
              <a:off x="11387047" y="1342764"/>
              <a:ext cx="955658" cy="1795985"/>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6" name="Freeform: Shape 15">
              <a:extLst>
                <a:ext uri="{FF2B5EF4-FFF2-40B4-BE49-F238E27FC236}">
                  <a16:creationId xmlns:a16="http://schemas.microsoft.com/office/drawing/2014/main" id="{A852C313-B339-B609-C91F-3A65CA39BAD9}"/>
                </a:ext>
              </a:extLst>
            </p:cNvPr>
            <p:cNvSpPr/>
            <p:nvPr/>
          </p:nvSpPr>
          <p:spPr>
            <a:xfrm rot="18807661" flipH="1">
              <a:off x="11018170" y="1074036"/>
              <a:ext cx="1347248" cy="2223723"/>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3044767 h 3044767"/>
                <a:gd name="connsiteX1" fmla="*/ 486918 w 810782"/>
                <a:gd name="connsiteY1" fmla="*/ 2017504 h 3044767"/>
                <a:gd name="connsiteX2" fmla="*/ 376809 w 810782"/>
                <a:gd name="connsiteY2" fmla="*/ 1732802 h 3044767"/>
                <a:gd name="connsiteX3" fmla="*/ 319373 w 810782"/>
                <a:gd name="connsiteY3" fmla="*/ 1498296 h 3044767"/>
                <a:gd name="connsiteX4" fmla="*/ 264319 w 810782"/>
                <a:gd name="connsiteY4" fmla="*/ 1203973 h 3044767"/>
                <a:gd name="connsiteX5" fmla="*/ 278702 w 810782"/>
                <a:gd name="connsiteY5" fmla="*/ 955180 h 3044767"/>
                <a:gd name="connsiteX6" fmla="*/ 302609 w 810782"/>
                <a:gd name="connsiteY6" fmla="*/ 809257 h 3044767"/>
                <a:gd name="connsiteX7" fmla="*/ 360045 w 810782"/>
                <a:gd name="connsiteY7" fmla="*/ 517316 h 3044767"/>
                <a:gd name="connsiteX8" fmla="*/ 386334 w 810782"/>
                <a:gd name="connsiteY8" fmla="*/ 306814 h 3044767"/>
                <a:gd name="connsiteX9" fmla="*/ 216378 w 810782"/>
                <a:gd name="connsiteY9" fmla="*/ 3897 h 3044767"/>
                <a:gd name="connsiteX10" fmla="*/ 0 w 810782"/>
                <a:gd name="connsiteY10" fmla="*/ 129934 h 3044767"/>
                <a:gd name="connsiteX0" fmla="*/ 1340281 w 1340281"/>
                <a:gd name="connsiteY0" fmla="*/ 3041555 h 3041555"/>
                <a:gd name="connsiteX1" fmla="*/ 1016417 w 1340281"/>
                <a:gd name="connsiteY1" fmla="*/ 2014292 h 3041555"/>
                <a:gd name="connsiteX2" fmla="*/ 906308 w 1340281"/>
                <a:gd name="connsiteY2" fmla="*/ 1729590 h 3041555"/>
                <a:gd name="connsiteX3" fmla="*/ 848872 w 1340281"/>
                <a:gd name="connsiteY3" fmla="*/ 1495084 h 3041555"/>
                <a:gd name="connsiteX4" fmla="*/ 793818 w 1340281"/>
                <a:gd name="connsiteY4" fmla="*/ 1200761 h 3041555"/>
                <a:gd name="connsiteX5" fmla="*/ 808201 w 1340281"/>
                <a:gd name="connsiteY5" fmla="*/ 951968 h 3041555"/>
                <a:gd name="connsiteX6" fmla="*/ 832108 w 1340281"/>
                <a:gd name="connsiteY6" fmla="*/ 806045 h 3041555"/>
                <a:gd name="connsiteX7" fmla="*/ 889544 w 1340281"/>
                <a:gd name="connsiteY7" fmla="*/ 514104 h 3041555"/>
                <a:gd name="connsiteX8" fmla="*/ 915833 w 1340281"/>
                <a:gd name="connsiteY8" fmla="*/ 303602 h 3041555"/>
                <a:gd name="connsiteX9" fmla="*/ 745877 w 1340281"/>
                <a:gd name="connsiteY9" fmla="*/ 685 h 3041555"/>
                <a:gd name="connsiteX10" fmla="*/ 0 w 1340281"/>
                <a:gd name="connsiteY10" fmla="*/ 912744 h 3041555"/>
                <a:gd name="connsiteX0" fmla="*/ 1293033 w 1293033"/>
                <a:gd name="connsiteY0" fmla="*/ 3041701 h 3041701"/>
                <a:gd name="connsiteX1" fmla="*/ 969169 w 1293033"/>
                <a:gd name="connsiteY1" fmla="*/ 2014438 h 3041701"/>
                <a:gd name="connsiteX2" fmla="*/ 859060 w 1293033"/>
                <a:gd name="connsiteY2" fmla="*/ 1729736 h 3041701"/>
                <a:gd name="connsiteX3" fmla="*/ 801624 w 1293033"/>
                <a:gd name="connsiteY3" fmla="*/ 1495230 h 3041701"/>
                <a:gd name="connsiteX4" fmla="*/ 746570 w 1293033"/>
                <a:gd name="connsiteY4" fmla="*/ 1200907 h 3041701"/>
                <a:gd name="connsiteX5" fmla="*/ 760953 w 1293033"/>
                <a:gd name="connsiteY5" fmla="*/ 952114 h 3041701"/>
                <a:gd name="connsiteX6" fmla="*/ 784860 w 1293033"/>
                <a:gd name="connsiteY6" fmla="*/ 806191 h 3041701"/>
                <a:gd name="connsiteX7" fmla="*/ 842296 w 1293033"/>
                <a:gd name="connsiteY7" fmla="*/ 514250 h 3041701"/>
                <a:gd name="connsiteX8" fmla="*/ 868585 w 1293033"/>
                <a:gd name="connsiteY8" fmla="*/ 303748 h 3041701"/>
                <a:gd name="connsiteX9" fmla="*/ 698629 w 1293033"/>
                <a:gd name="connsiteY9" fmla="*/ 831 h 3041701"/>
                <a:gd name="connsiteX10" fmla="*/ 0 w 1293033"/>
                <a:gd name="connsiteY10" fmla="*/ 744072 h 3041701"/>
                <a:gd name="connsiteX0" fmla="*/ 1293033 w 1293033"/>
                <a:gd name="connsiteY0" fmla="*/ 3041959 h 3041959"/>
                <a:gd name="connsiteX1" fmla="*/ 969169 w 1293033"/>
                <a:gd name="connsiteY1" fmla="*/ 2014696 h 3041959"/>
                <a:gd name="connsiteX2" fmla="*/ 859060 w 1293033"/>
                <a:gd name="connsiteY2" fmla="*/ 1729994 h 3041959"/>
                <a:gd name="connsiteX3" fmla="*/ 801624 w 1293033"/>
                <a:gd name="connsiteY3" fmla="*/ 1495488 h 3041959"/>
                <a:gd name="connsiteX4" fmla="*/ 746570 w 1293033"/>
                <a:gd name="connsiteY4" fmla="*/ 1201165 h 3041959"/>
                <a:gd name="connsiteX5" fmla="*/ 760953 w 1293033"/>
                <a:gd name="connsiteY5" fmla="*/ 952372 h 3041959"/>
                <a:gd name="connsiteX6" fmla="*/ 784860 w 1293033"/>
                <a:gd name="connsiteY6" fmla="*/ 806449 h 3041959"/>
                <a:gd name="connsiteX7" fmla="*/ 842296 w 1293033"/>
                <a:gd name="connsiteY7" fmla="*/ 514508 h 3041959"/>
                <a:gd name="connsiteX8" fmla="*/ 868585 w 1293033"/>
                <a:gd name="connsiteY8" fmla="*/ 304006 h 3041959"/>
                <a:gd name="connsiteX9" fmla="*/ 698629 w 1293033"/>
                <a:gd name="connsiteY9" fmla="*/ 1089 h 3041959"/>
                <a:gd name="connsiteX10" fmla="*/ 0 w 1293033"/>
                <a:gd name="connsiteY10" fmla="*/ 744330 h 3041959"/>
                <a:gd name="connsiteX0" fmla="*/ 1293033 w 1293033"/>
                <a:gd name="connsiteY0" fmla="*/ 3040870 h 3040870"/>
                <a:gd name="connsiteX1" fmla="*/ 969169 w 1293033"/>
                <a:gd name="connsiteY1" fmla="*/ 2013607 h 3040870"/>
                <a:gd name="connsiteX2" fmla="*/ 859060 w 1293033"/>
                <a:gd name="connsiteY2" fmla="*/ 1728905 h 3040870"/>
                <a:gd name="connsiteX3" fmla="*/ 801624 w 1293033"/>
                <a:gd name="connsiteY3" fmla="*/ 1494399 h 3040870"/>
                <a:gd name="connsiteX4" fmla="*/ 746570 w 1293033"/>
                <a:gd name="connsiteY4" fmla="*/ 1200076 h 3040870"/>
                <a:gd name="connsiteX5" fmla="*/ 760953 w 1293033"/>
                <a:gd name="connsiteY5" fmla="*/ 951283 h 3040870"/>
                <a:gd name="connsiteX6" fmla="*/ 784860 w 1293033"/>
                <a:gd name="connsiteY6" fmla="*/ 805360 h 3040870"/>
                <a:gd name="connsiteX7" fmla="*/ 842296 w 1293033"/>
                <a:gd name="connsiteY7" fmla="*/ 513419 h 3040870"/>
                <a:gd name="connsiteX8" fmla="*/ 868585 w 1293033"/>
                <a:gd name="connsiteY8" fmla="*/ 302917 h 3040870"/>
                <a:gd name="connsiteX9" fmla="*/ 698629 w 1293033"/>
                <a:gd name="connsiteY9" fmla="*/ 0 h 3040870"/>
                <a:gd name="connsiteX10" fmla="*/ 339188 w 1293033"/>
                <a:gd name="connsiteY10" fmla="*/ 287614 h 3040870"/>
                <a:gd name="connsiteX11" fmla="*/ 0 w 1293033"/>
                <a:gd name="connsiteY11" fmla="*/ 74324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0 w 2115242"/>
                <a:gd name="connsiteY11" fmla="*/ 195701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557798 w 2115242"/>
                <a:gd name="connsiteY11" fmla="*/ 1220052 h 3040870"/>
                <a:gd name="connsiteX12" fmla="*/ 0 w 2115242"/>
                <a:gd name="connsiteY12" fmla="*/ 1957011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0 w 2195910"/>
                <a:gd name="connsiteY12" fmla="*/ 2192434 h 3040870"/>
                <a:gd name="connsiteX0" fmla="*/ 2206738 w 2206738"/>
                <a:gd name="connsiteY0" fmla="*/ 3040870 h 3040870"/>
                <a:gd name="connsiteX1" fmla="*/ 1882874 w 2206738"/>
                <a:gd name="connsiteY1" fmla="*/ 2013607 h 3040870"/>
                <a:gd name="connsiteX2" fmla="*/ 1772765 w 2206738"/>
                <a:gd name="connsiteY2" fmla="*/ 1728905 h 3040870"/>
                <a:gd name="connsiteX3" fmla="*/ 1715329 w 2206738"/>
                <a:gd name="connsiteY3" fmla="*/ 1494399 h 3040870"/>
                <a:gd name="connsiteX4" fmla="*/ 1660275 w 2206738"/>
                <a:gd name="connsiteY4" fmla="*/ 1200076 h 3040870"/>
                <a:gd name="connsiteX5" fmla="*/ 1674658 w 2206738"/>
                <a:gd name="connsiteY5" fmla="*/ 951283 h 3040870"/>
                <a:gd name="connsiteX6" fmla="*/ 1698565 w 2206738"/>
                <a:gd name="connsiteY6" fmla="*/ 805360 h 3040870"/>
                <a:gd name="connsiteX7" fmla="*/ 1756001 w 2206738"/>
                <a:gd name="connsiteY7" fmla="*/ 513419 h 3040870"/>
                <a:gd name="connsiteX8" fmla="*/ 1782290 w 2206738"/>
                <a:gd name="connsiteY8" fmla="*/ 302917 h 3040870"/>
                <a:gd name="connsiteX9" fmla="*/ 1612334 w 2206738"/>
                <a:gd name="connsiteY9" fmla="*/ 0 h 3040870"/>
                <a:gd name="connsiteX10" fmla="*/ 1252893 w 2206738"/>
                <a:gd name="connsiteY10" fmla="*/ 287614 h 3040870"/>
                <a:gd name="connsiteX11" fmla="*/ 649294 w 2206738"/>
                <a:gd name="connsiteY11" fmla="*/ 1220052 h 3040870"/>
                <a:gd name="connsiteX12" fmla="*/ 10828 w 2206738"/>
                <a:gd name="connsiteY12" fmla="*/ 2192434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135150 w 2195910"/>
                <a:gd name="connsiteY12" fmla="*/ 1874577 h 3040870"/>
                <a:gd name="connsiteX13" fmla="*/ 0 w 2195910"/>
                <a:gd name="connsiteY13" fmla="*/ 2192434 h 3040870"/>
                <a:gd name="connsiteX0" fmla="*/ 2196078 w 2196078"/>
                <a:gd name="connsiteY0" fmla="*/ 3040870 h 3040870"/>
                <a:gd name="connsiteX1" fmla="*/ 1872214 w 2196078"/>
                <a:gd name="connsiteY1" fmla="*/ 2013607 h 3040870"/>
                <a:gd name="connsiteX2" fmla="*/ 1762105 w 2196078"/>
                <a:gd name="connsiteY2" fmla="*/ 1728905 h 3040870"/>
                <a:gd name="connsiteX3" fmla="*/ 1704669 w 2196078"/>
                <a:gd name="connsiteY3" fmla="*/ 1494399 h 3040870"/>
                <a:gd name="connsiteX4" fmla="*/ 1649615 w 2196078"/>
                <a:gd name="connsiteY4" fmla="*/ 1200076 h 3040870"/>
                <a:gd name="connsiteX5" fmla="*/ 1663998 w 2196078"/>
                <a:gd name="connsiteY5" fmla="*/ 951283 h 3040870"/>
                <a:gd name="connsiteX6" fmla="*/ 1687905 w 2196078"/>
                <a:gd name="connsiteY6" fmla="*/ 805360 h 3040870"/>
                <a:gd name="connsiteX7" fmla="*/ 1745341 w 2196078"/>
                <a:gd name="connsiteY7" fmla="*/ 513419 h 3040870"/>
                <a:gd name="connsiteX8" fmla="*/ 1771630 w 2196078"/>
                <a:gd name="connsiteY8" fmla="*/ 302917 h 3040870"/>
                <a:gd name="connsiteX9" fmla="*/ 1601674 w 2196078"/>
                <a:gd name="connsiteY9" fmla="*/ 0 h 3040870"/>
                <a:gd name="connsiteX10" fmla="*/ 1242233 w 2196078"/>
                <a:gd name="connsiteY10" fmla="*/ 287614 h 3040870"/>
                <a:gd name="connsiteX11" fmla="*/ 638634 w 2196078"/>
                <a:gd name="connsiteY11" fmla="*/ 1220052 h 3040870"/>
                <a:gd name="connsiteX12" fmla="*/ 135318 w 2196078"/>
                <a:gd name="connsiteY12" fmla="*/ 1874577 h 3040870"/>
                <a:gd name="connsiteX13" fmla="*/ 0 w 2196078"/>
                <a:gd name="connsiteY13" fmla="*/ 2631735 h 3040870"/>
                <a:gd name="connsiteX0" fmla="*/ 2214219 w 2214219"/>
                <a:gd name="connsiteY0" fmla="*/ 3040870 h 3040870"/>
                <a:gd name="connsiteX1" fmla="*/ 1890355 w 2214219"/>
                <a:gd name="connsiteY1" fmla="*/ 2013607 h 3040870"/>
                <a:gd name="connsiteX2" fmla="*/ 1780246 w 2214219"/>
                <a:gd name="connsiteY2" fmla="*/ 1728905 h 3040870"/>
                <a:gd name="connsiteX3" fmla="*/ 1722810 w 2214219"/>
                <a:gd name="connsiteY3" fmla="*/ 1494399 h 3040870"/>
                <a:gd name="connsiteX4" fmla="*/ 1667756 w 2214219"/>
                <a:gd name="connsiteY4" fmla="*/ 1200076 h 3040870"/>
                <a:gd name="connsiteX5" fmla="*/ 1682139 w 2214219"/>
                <a:gd name="connsiteY5" fmla="*/ 951283 h 3040870"/>
                <a:gd name="connsiteX6" fmla="*/ 1706046 w 2214219"/>
                <a:gd name="connsiteY6" fmla="*/ 805360 h 3040870"/>
                <a:gd name="connsiteX7" fmla="*/ 1763482 w 2214219"/>
                <a:gd name="connsiteY7" fmla="*/ 513419 h 3040870"/>
                <a:gd name="connsiteX8" fmla="*/ 1789771 w 2214219"/>
                <a:gd name="connsiteY8" fmla="*/ 302917 h 3040870"/>
                <a:gd name="connsiteX9" fmla="*/ 1619815 w 2214219"/>
                <a:gd name="connsiteY9" fmla="*/ 0 h 3040870"/>
                <a:gd name="connsiteX10" fmla="*/ 1260374 w 2214219"/>
                <a:gd name="connsiteY10" fmla="*/ 287614 h 3040870"/>
                <a:gd name="connsiteX11" fmla="*/ 656775 w 2214219"/>
                <a:gd name="connsiteY11" fmla="*/ 1220052 h 3040870"/>
                <a:gd name="connsiteX12" fmla="*/ 153459 w 2214219"/>
                <a:gd name="connsiteY12" fmla="*/ 1874577 h 3040870"/>
                <a:gd name="connsiteX13" fmla="*/ 18141 w 2214219"/>
                <a:gd name="connsiteY13" fmla="*/ 2631735 h 3040870"/>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06046 w 2214219"/>
                <a:gd name="connsiteY6" fmla="*/ 806797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63482 w 2214219"/>
                <a:gd name="connsiteY6" fmla="*/ 514856 h 3042307"/>
                <a:gd name="connsiteX7" fmla="*/ 1789771 w 2214219"/>
                <a:gd name="connsiteY7" fmla="*/ 304354 h 3042307"/>
                <a:gd name="connsiteX8" fmla="*/ 1619815 w 2214219"/>
                <a:gd name="connsiteY8" fmla="*/ 1437 h 3042307"/>
                <a:gd name="connsiteX9" fmla="*/ 1260374 w 2214219"/>
                <a:gd name="connsiteY9" fmla="*/ 289051 h 3042307"/>
                <a:gd name="connsiteX10" fmla="*/ 656775 w 2214219"/>
                <a:gd name="connsiteY10" fmla="*/ 1221489 h 3042307"/>
                <a:gd name="connsiteX11" fmla="*/ 153459 w 2214219"/>
                <a:gd name="connsiteY11" fmla="*/ 1876014 h 3042307"/>
                <a:gd name="connsiteX12" fmla="*/ 18141 w 2214219"/>
                <a:gd name="connsiteY12" fmla="*/ 2633172 h 3042307"/>
                <a:gd name="connsiteX0" fmla="*/ 2214219 w 2214219"/>
                <a:gd name="connsiteY0" fmla="*/ 3042307 h 3042307"/>
                <a:gd name="connsiteX1" fmla="*/ 2147268 w 2214219"/>
                <a:gd name="connsiteY1" fmla="*/ 2663787 h 3042307"/>
                <a:gd name="connsiteX2" fmla="*/ 1890355 w 2214219"/>
                <a:gd name="connsiteY2" fmla="*/ 2015044 h 3042307"/>
                <a:gd name="connsiteX3" fmla="*/ 1780246 w 2214219"/>
                <a:gd name="connsiteY3" fmla="*/ 1730342 h 3042307"/>
                <a:gd name="connsiteX4" fmla="*/ 1722810 w 2214219"/>
                <a:gd name="connsiteY4" fmla="*/ 1495836 h 3042307"/>
                <a:gd name="connsiteX5" fmla="*/ 1667756 w 2214219"/>
                <a:gd name="connsiteY5" fmla="*/ 1201513 h 3042307"/>
                <a:gd name="connsiteX6" fmla="*/ 1682139 w 2214219"/>
                <a:gd name="connsiteY6" fmla="*/ 952720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117678 w 2163891"/>
                <a:gd name="connsiteY0" fmla="*/ 3025631 h 3025631"/>
                <a:gd name="connsiteX1" fmla="*/ 2147268 w 2163891"/>
                <a:gd name="connsiteY1" fmla="*/ 2663787 h 3025631"/>
                <a:gd name="connsiteX2" fmla="*/ 1890355 w 2163891"/>
                <a:gd name="connsiteY2" fmla="*/ 2015044 h 3025631"/>
                <a:gd name="connsiteX3" fmla="*/ 1780246 w 2163891"/>
                <a:gd name="connsiteY3" fmla="*/ 1730342 h 3025631"/>
                <a:gd name="connsiteX4" fmla="*/ 1722810 w 2163891"/>
                <a:gd name="connsiteY4" fmla="*/ 1495836 h 3025631"/>
                <a:gd name="connsiteX5" fmla="*/ 1667756 w 2163891"/>
                <a:gd name="connsiteY5" fmla="*/ 1201513 h 3025631"/>
                <a:gd name="connsiteX6" fmla="*/ 1682139 w 2163891"/>
                <a:gd name="connsiteY6" fmla="*/ 952720 h 3025631"/>
                <a:gd name="connsiteX7" fmla="*/ 1763482 w 2163891"/>
                <a:gd name="connsiteY7" fmla="*/ 514856 h 3025631"/>
                <a:gd name="connsiteX8" fmla="*/ 1789771 w 2163891"/>
                <a:gd name="connsiteY8" fmla="*/ 304354 h 3025631"/>
                <a:gd name="connsiteX9" fmla="*/ 1619815 w 2163891"/>
                <a:gd name="connsiteY9" fmla="*/ 1437 h 3025631"/>
                <a:gd name="connsiteX10" fmla="*/ 1260374 w 2163891"/>
                <a:gd name="connsiteY10" fmla="*/ 289051 h 3025631"/>
                <a:gd name="connsiteX11" fmla="*/ 656775 w 2163891"/>
                <a:gd name="connsiteY11" fmla="*/ 1221489 h 3025631"/>
                <a:gd name="connsiteX12" fmla="*/ 153459 w 2163891"/>
                <a:gd name="connsiteY12" fmla="*/ 1876014 h 3025631"/>
                <a:gd name="connsiteX13" fmla="*/ 18141 w 2163891"/>
                <a:gd name="connsiteY13" fmla="*/ 2633172 h 3025631"/>
                <a:gd name="connsiteX0" fmla="*/ 2117678 w 2177172"/>
                <a:gd name="connsiteY0" fmla="*/ 3025631 h 3025631"/>
                <a:gd name="connsiteX1" fmla="*/ 2147268 w 2177172"/>
                <a:gd name="connsiteY1" fmla="*/ 2663787 h 3025631"/>
                <a:gd name="connsiteX2" fmla="*/ 1890355 w 2177172"/>
                <a:gd name="connsiteY2" fmla="*/ 2015044 h 3025631"/>
                <a:gd name="connsiteX3" fmla="*/ 1780246 w 2177172"/>
                <a:gd name="connsiteY3" fmla="*/ 1730342 h 3025631"/>
                <a:gd name="connsiteX4" fmla="*/ 1722810 w 2177172"/>
                <a:gd name="connsiteY4" fmla="*/ 1495836 h 3025631"/>
                <a:gd name="connsiteX5" fmla="*/ 1667756 w 2177172"/>
                <a:gd name="connsiteY5" fmla="*/ 1201513 h 3025631"/>
                <a:gd name="connsiteX6" fmla="*/ 1682139 w 2177172"/>
                <a:gd name="connsiteY6" fmla="*/ 952720 h 3025631"/>
                <a:gd name="connsiteX7" fmla="*/ 1763482 w 2177172"/>
                <a:gd name="connsiteY7" fmla="*/ 514856 h 3025631"/>
                <a:gd name="connsiteX8" fmla="*/ 1789771 w 2177172"/>
                <a:gd name="connsiteY8" fmla="*/ 304354 h 3025631"/>
                <a:gd name="connsiteX9" fmla="*/ 1619815 w 2177172"/>
                <a:gd name="connsiteY9" fmla="*/ 1437 h 3025631"/>
                <a:gd name="connsiteX10" fmla="*/ 1260374 w 2177172"/>
                <a:gd name="connsiteY10" fmla="*/ 289051 h 3025631"/>
                <a:gd name="connsiteX11" fmla="*/ 656775 w 2177172"/>
                <a:gd name="connsiteY11" fmla="*/ 1221489 h 3025631"/>
                <a:gd name="connsiteX12" fmla="*/ 153459 w 2177172"/>
                <a:gd name="connsiteY12" fmla="*/ 1876014 h 3025631"/>
                <a:gd name="connsiteX13" fmla="*/ 18141 w 2177172"/>
                <a:gd name="connsiteY13" fmla="*/ 2633172 h 3025631"/>
                <a:gd name="connsiteX0" fmla="*/ 2117678 w 2172644"/>
                <a:gd name="connsiteY0" fmla="*/ 3025631 h 3025631"/>
                <a:gd name="connsiteX1" fmla="*/ 2147268 w 2172644"/>
                <a:gd name="connsiteY1" fmla="*/ 2663787 h 3025631"/>
                <a:gd name="connsiteX2" fmla="*/ 1890355 w 2172644"/>
                <a:gd name="connsiteY2" fmla="*/ 2015044 h 3025631"/>
                <a:gd name="connsiteX3" fmla="*/ 1780246 w 2172644"/>
                <a:gd name="connsiteY3" fmla="*/ 1730342 h 3025631"/>
                <a:gd name="connsiteX4" fmla="*/ 1722810 w 2172644"/>
                <a:gd name="connsiteY4" fmla="*/ 1495836 h 3025631"/>
                <a:gd name="connsiteX5" fmla="*/ 1667756 w 2172644"/>
                <a:gd name="connsiteY5" fmla="*/ 1201513 h 3025631"/>
                <a:gd name="connsiteX6" fmla="*/ 1682139 w 2172644"/>
                <a:gd name="connsiteY6" fmla="*/ 952720 h 3025631"/>
                <a:gd name="connsiteX7" fmla="*/ 1763482 w 2172644"/>
                <a:gd name="connsiteY7" fmla="*/ 514856 h 3025631"/>
                <a:gd name="connsiteX8" fmla="*/ 1789771 w 2172644"/>
                <a:gd name="connsiteY8" fmla="*/ 304354 h 3025631"/>
                <a:gd name="connsiteX9" fmla="*/ 1619815 w 2172644"/>
                <a:gd name="connsiteY9" fmla="*/ 1437 h 3025631"/>
                <a:gd name="connsiteX10" fmla="*/ 1260374 w 2172644"/>
                <a:gd name="connsiteY10" fmla="*/ 289051 h 3025631"/>
                <a:gd name="connsiteX11" fmla="*/ 656775 w 2172644"/>
                <a:gd name="connsiteY11" fmla="*/ 1221489 h 3025631"/>
                <a:gd name="connsiteX12" fmla="*/ 153459 w 2172644"/>
                <a:gd name="connsiteY12" fmla="*/ 1876014 h 3025631"/>
                <a:gd name="connsiteX13" fmla="*/ 18141 w 2172644"/>
                <a:gd name="connsiteY13" fmla="*/ 2633172 h 3025631"/>
                <a:gd name="connsiteX0" fmla="*/ 2117678 w 2150840"/>
                <a:gd name="connsiteY0" fmla="*/ 3025631 h 3025631"/>
                <a:gd name="connsiteX1" fmla="*/ 2147268 w 2150840"/>
                <a:gd name="connsiteY1" fmla="*/ 2663787 h 3025631"/>
                <a:gd name="connsiteX2" fmla="*/ 2121412 w 2150840"/>
                <a:gd name="connsiteY2" fmla="*/ 2468094 h 3025631"/>
                <a:gd name="connsiteX3" fmla="*/ 1890355 w 2150840"/>
                <a:gd name="connsiteY3" fmla="*/ 2015044 h 3025631"/>
                <a:gd name="connsiteX4" fmla="*/ 1780246 w 2150840"/>
                <a:gd name="connsiteY4" fmla="*/ 1730342 h 3025631"/>
                <a:gd name="connsiteX5" fmla="*/ 1722810 w 2150840"/>
                <a:gd name="connsiteY5" fmla="*/ 1495836 h 3025631"/>
                <a:gd name="connsiteX6" fmla="*/ 1667756 w 2150840"/>
                <a:gd name="connsiteY6" fmla="*/ 1201513 h 3025631"/>
                <a:gd name="connsiteX7" fmla="*/ 1682139 w 2150840"/>
                <a:gd name="connsiteY7" fmla="*/ 952720 h 3025631"/>
                <a:gd name="connsiteX8" fmla="*/ 1763482 w 2150840"/>
                <a:gd name="connsiteY8" fmla="*/ 514856 h 3025631"/>
                <a:gd name="connsiteX9" fmla="*/ 1789771 w 2150840"/>
                <a:gd name="connsiteY9" fmla="*/ 304354 h 3025631"/>
                <a:gd name="connsiteX10" fmla="*/ 1619815 w 2150840"/>
                <a:gd name="connsiteY10" fmla="*/ 1437 h 3025631"/>
                <a:gd name="connsiteX11" fmla="*/ 1260374 w 2150840"/>
                <a:gd name="connsiteY11" fmla="*/ 289051 h 3025631"/>
                <a:gd name="connsiteX12" fmla="*/ 656775 w 2150840"/>
                <a:gd name="connsiteY12" fmla="*/ 1221489 h 3025631"/>
                <a:gd name="connsiteX13" fmla="*/ 153459 w 2150840"/>
                <a:gd name="connsiteY13" fmla="*/ 1876014 h 3025631"/>
                <a:gd name="connsiteX14" fmla="*/ 18141 w 2150840"/>
                <a:gd name="connsiteY14" fmla="*/ 2633172 h 3025631"/>
                <a:gd name="connsiteX0" fmla="*/ 2117678 w 2150840"/>
                <a:gd name="connsiteY0" fmla="*/ 3025631 h 3025631"/>
                <a:gd name="connsiteX1" fmla="*/ 2147268 w 2150840"/>
                <a:gd name="connsiteY1" fmla="*/ 2663787 h 3025631"/>
                <a:gd name="connsiteX2" fmla="*/ 2121412 w 2150840"/>
                <a:gd name="connsiteY2" fmla="*/ 2468094 h 3025631"/>
                <a:gd name="connsiteX3" fmla="*/ 1788327 w 2150840"/>
                <a:gd name="connsiteY3" fmla="*/ 2039205 h 3025631"/>
                <a:gd name="connsiteX4" fmla="*/ 1780246 w 2150840"/>
                <a:gd name="connsiteY4" fmla="*/ 1730342 h 3025631"/>
                <a:gd name="connsiteX5" fmla="*/ 1722810 w 2150840"/>
                <a:gd name="connsiteY5" fmla="*/ 1495836 h 3025631"/>
                <a:gd name="connsiteX6" fmla="*/ 1667756 w 2150840"/>
                <a:gd name="connsiteY6" fmla="*/ 1201513 h 3025631"/>
                <a:gd name="connsiteX7" fmla="*/ 1682139 w 2150840"/>
                <a:gd name="connsiteY7" fmla="*/ 952720 h 3025631"/>
                <a:gd name="connsiteX8" fmla="*/ 1763482 w 2150840"/>
                <a:gd name="connsiteY8" fmla="*/ 514856 h 3025631"/>
                <a:gd name="connsiteX9" fmla="*/ 1789771 w 2150840"/>
                <a:gd name="connsiteY9" fmla="*/ 304354 h 3025631"/>
                <a:gd name="connsiteX10" fmla="*/ 1619815 w 2150840"/>
                <a:gd name="connsiteY10" fmla="*/ 1437 h 3025631"/>
                <a:gd name="connsiteX11" fmla="*/ 1260374 w 2150840"/>
                <a:gd name="connsiteY11" fmla="*/ 289051 h 3025631"/>
                <a:gd name="connsiteX12" fmla="*/ 656775 w 2150840"/>
                <a:gd name="connsiteY12" fmla="*/ 1221489 h 3025631"/>
                <a:gd name="connsiteX13" fmla="*/ 153459 w 2150840"/>
                <a:gd name="connsiteY13" fmla="*/ 1876014 h 3025631"/>
                <a:gd name="connsiteX14" fmla="*/ 18141 w 2150840"/>
                <a:gd name="connsiteY14" fmla="*/ 2633172 h 3025631"/>
                <a:gd name="connsiteX0" fmla="*/ 2104479 w 2151758"/>
                <a:gd name="connsiteY0" fmla="*/ 3032756 h 3032756"/>
                <a:gd name="connsiteX1" fmla="*/ 2147268 w 2151758"/>
                <a:gd name="connsiteY1" fmla="*/ 2663787 h 3032756"/>
                <a:gd name="connsiteX2" fmla="*/ 2121412 w 2151758"/>
                <a:gd name="connsiteY2" fmla="*/ 2468094 h 3032756"/>
                <a:gd name="connsiteX3" fmla="*/ 1788327 w 2151758"/>
                <a:gd name="connsiteY3" fmla="*/ 2039205 h 3032756"/>
                <a:gd name="connsiteX4" fmla="*/ 1780246 w 2151758"/>
                <a:gd name="connsiteY4" fmla="*/ 1730342 h 3032756"/>
                <a:gd name="connsiteX5" fmla="*/ 1722810 w 2151758"/>
                <a:gd name="connsiteY5" fmla="*/ 1495836 h 3032756"/>
                <a:gd name="connsiteX6" fmla="*/ 1667756 w 2151758"/>
                <a:gd name="connsiteY6" fmla="*/ 1201513 h 3032756"/>
                <a:gd name="connsiteX7" fmla="*/ 1682139 w 2151758"/>
                <a:gd name="connsiteY7" fmla="*/ 952720 h 3032756"/>
                <a:gd name="connsiteX8" fmla="*/ 1763482 w 2151758"/>
                <a:gd name="connsiteY8" fmla="*/ 514856 h 3032756"/>
                <a:gd name="connsiteX9" fmla="*/ 1789771 w 2151758"/>
                <a:gd name="connsiteY9" fmla="*/ 304354 h 3032756"/>
                <a:gd name="connsiteX10" fmla="*/ 1619815 w 2151758"/>
                <a:gd name="connsiteY10" fmla="*/ 1437 h 3032756"/>
                <a:gd name="connsiteX11" fmla="*/ 1260374 w 2151758"/>
                <a:gd name="connsiteY11" fmla="*/ 289051 h 3032756"/>
                <a:gd name="connsiteX12" fmla="*/ 656775 w 2151758"/>
                <a:gd name="connsiteY12" fmla="*/ 1221489 h 3032756"/>
                <a:gd name="connsiteX13" fmla="*/ 153459 w 2151758"/>
                <a:gd name="connsiteY13" fmla="*/ 1876014 h 3032756"/>
                <a:gd name="connsiteX14" fmla="*/ 18141 w 2151758"/>
                <a:gd name="connsiteY14" fmla="*/ 2633172 h 3032756"/>
                <a:gd name="connsiteX0" fmla="*/ 2104479 w 2151758"/>
                <a:gd name="connsiteY0" fmla="*/ 3032756 h 3032756"/>
                <a:gd name="connsiteX1" fmla="*/ 2147268 w 2151758"/>
                <a:gd name="connsiteY1" fmla="*/ 2663787 h 3032756"/>
                <a:gd name="connsiteX2" fmla="*/ 2121412 w 2151758"/>
                <a:gd name="connsiteY2" fmla="*/ 2468094 h 3032756"/>
                <a:gd name="connsiteX3" fmla="*/ 1788327 w 2151758"/>
                <a:gd name="connsiteY3" fmla="*/ 2039205 h 3032756"/>
                <a:gd name="connsiteX4" fmla="*/ 1780246 w 2151758"/>
                <a:gd name="connsiteY4" fmla="*/ 1730342 h 3032756"/>
                <a:gd name="connsiteX5" fmla="*/ 1722810 w 2151758"/>
                <a:gd name="connsiteY5" fmla="*/ 1495836 h 3032756"/>
                <a:gd name="connsiteX6" fmla="*/ 1667756 w 2151758"/>
                <a:gd name="connsiteY6" fmla="*/ 1201513 h 3032756"/>
                <a:gd name="connsiteX7" fmla="*/ 1682139 w 2151758"/>
                <a:gd name="connsiteY7" fmla="*/ 952720 h 3032756"/>
                <a:gd name="connsiteX8" fmla="*/ 1763482 w 2151758"/>
                <a:gd name="connsiteY8" fmla="*/ 514856 h 3032756"/>
                <a:gd name="connsiteX9" fmla="*/ 1789771 w 2151758"/>
                <a:gd name="connsiteY9" fmla="*/ 304354 h 3032756"/>
                <a:gd name="connsiteX10" fmla="*/ 1619815 w 2151758"/>
                <a:gd name="connsiteY10" fmla="*/ 1437 h 3032756"/>
                <a:gd name="connsiteX11" fmla="*/ 1260374 w 2151758"/>
                <a:gd name="connsiteY11" fmla="*/ 289051 h 3032756"/>
                <a:gd name="connsiteX12" fmla="*/ 656775 w 2151758"/>
                <a:gd name="connsiteY12" fmla="*/ 1221489 h 3032756"/>
                <a:gd name="connsiteX13" fmla="*/ 153459 w 2151758"/>
                <a:gd name="connsiteY13" fmla="*/ 1876014 h 3032756"/>
                <a:gd name="connsiteX14" fmla="*/ 18141 w 2151758"/>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67756 w 2209803"/>
                <a:gd name="connsiteY6" fmla="*/ 1201513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975077 w 2209803"/>
                <a:gd name="connsiteY12" fmla="*/ 760832 h 3032756"/>
                <a:gd name="connsiteX13" fmla="*/ 656775 w 2209803"/>
                <a:gd name="connsiteY13" fmla="*/ 1221489 h 3032756"/>
                <a:gd name="connsiteX14" fmla="*/ 153459 w 2209803"/>
                <a:gd name="connsiteY14" fmla="*/ 1876014 h 3032756"/>
                <a:gd name="connsiteX15" fmla="*/ 18141 w 2209803"/>
                <a:gd name="connsiteY15"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975077 w 2209803"/>
                <a:gd name="connsiteY12" fmla="*/ 760832 h 3032756"/>
                <a:gd name="connsiteX13" fmla="*/ 822788 w 2209803"/>
                <a:gd name="connsiteY13" fmla="*/ 930858 h 3032756"/>
                <a:gd name="connsiteX14" fmla="*/ 656775 w 2209803"/>
                <a:gd name="connsiteY14" fmla="*/ 1221489 h 3032756"/>
                <a:gd name="connsiteX15" fmla="*/ 153459 w 2209803"/>
                <a:gd name="connsiteY15" fmla="*/ 1876014 h 3032756"/>
                <a:gd name="connsiteX16" fmla="*/ 18141 w 2209803"/>
                <a:gd name="connsiteY16"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1700 w 2307024"/>
                <a:gd name="connsiteY0" fmla="*/ 3032756 h 3032756"/>
                <a:gd name="connsiteX1" fmla="*/ 2306906 w 2307024"/>
                <a:gd name="connsiteY1" fmla="*/ 2708609 h 3032756"/>
                <a:gd name="connsiteX2" fmla="*/ 2218633 w 2307024"/>
                <a:gd name="connsiteY2" fmla="*/ 2468094 h 3032756"/>
                <a:gd name="connsiteX3" fmla="*/ 1885548 w 2307024"/>
                <a:gd name="connsiteY3" fmla="*/ 2039205 h 3032756"/>
                <a:gd name="connsiteX4" fmla="*/ 1877467 w 2307024"/>
                <a:gd name="connsiteY4" fmla="*/ 1730342 h 3032756"/>
                <a:gd name="connsiteX5" fmla="*/ 1820031 w 2307024"/>
                <a:gd name="connsiteY5" fmla="*/ 1495836 h 3032756"/>
                <a:gd name="connsiteX6" fmla="*/ 1710251 w 2307024"/>
                <a:gd name="connsiteY6" fmla="*/ 1240451 h 3032756"/>
                <a:gd name="connsiteX7" fmla="*/ 1779360 w 2307024"/>
                <a:gd name="connsiteY7" fmla="*/ 952720 h 3032756"/>
                <a:gd name="connsiteX8" fmla="*/ 1860703 w 2307024"/>
                <a:gd name="connsiteY8" fmla="*/ 514856 h 3032756"/>
                <a:gd name="connsiteX9" fmla="*/ 1886992 w 2307024"/>
                <a:gd name="connsiteY9" fmla="*/ 304354 h 3032756"/>
                <a:gd name="connsiteX10" fmla="*/ 1717036 w 2307024"/>
                <a:gd name="connsiteY10" fmla="*/ 1437 h 3032756"/>
                <a:gd name="connsiteX11" fmla="*/ 1357595 w 2307024"/>
                <a:gd name="connsiteY11" fmla="*/ 289051 h 3032756"/>
                <a:gd name="connsiteX12" fmla="*/ 1072298 w 2307024"/>
                <a:gd name="connsiteY12" fmla="*/ 760832 h 3032756"/>
                <a:gd name="connsiteX13" fmla="*/ 920009 w 2307024"/>
                <a:gd name="connsiteY13" fmla="*/ 930858 h 3032756"/>
                <a:gd name="connsiteX14" fmla="*/ 753996 w 2307024"/>
                <a:gd name="connsiteY14" fmla="*/ 1221489 h 3032756"/>
                <a:gd name="connsiteX15" fmla="*/ 250680 w 2307024"/>
                <a:gd name="connsiteY15" fmla="*/ 1876014 h 3032756"/>
                <a:gd name="connsiteX16" fmla="*/ 1913 w 2307024"/>
                <a:gd name="connsiteY16" fmla="*/ 2423011 h 3032756"/>
                <a:gd name="connsiteX17" fmla="*/ 166649 w 2307024"/>
                <a:gd name="connsiteY17" fmla="*/ 2627652 h 3032756"/>
                <a:gd name="connsiteX0" fmla="*/ 2128981 w 2234305"/>
                <a:gd name="connsiteY0" fmla="*/ 3032756 h 3032756"/>
                <a:gd name="connsiteX1" fmla="*/ 2234187 w 2234305"/>
                <a:gd name="connsiteY1" fmla="*/ 2708609 h 3032756"/>
                <a:gd name="connsiteX2" fmla="*/ 2145914 w 2234305"/>
                <a:gd name="connsiteY2" fmla="*/ 2468094 h 3032756"/>
                <a:gd name="connsiteX3" fmla="*/ 1812829 w 2234305"/>
                <a:gd name="connsiteY3" fmla="*/ 2039205 h 3032756"/>
                <a:gd name="connsiteX4" fmla="*/ 1804748 w 2234305"/>
                <a:gd name="connsiteY4" fmla="*/ 1730342 h 3032756"/>
                <a:gd name="connsiteX5" fmla="*/ 1747312 w 2234305"/>
                <a:gd name="connsiteY5" fmla="*/ 1495836 h 3032756"/>
                <a:gd name="connsiteX6" fmla="*/ 1637532 w 2234305"/>
                <a:gd name="connsiteY6" fmla="*/ 1240451 h 3032756"/>
                <a:gd name="connsiteX7" fmla="*/ 1706641 w 2234305"/>
                <a:gd name="connsiteY7" fmla="*/ 952720 h 3032756"/>
                <a:gd name="connsiteX8" fmla="*/ 1787984 w 2234305"/>
                <a:gd name="connsiteY8" fmla="*/ 514856 h 3032756"/>
                <a:gd name="connsiteX9" fmla="*/ 1814273 w 2234305"/>
                <a:gd name="connsiteY9" fmla="*/ 304354 h 3032756"/>
                <a:gd name="connsiteX10" fmla="*/ 1644317 w 2234305"/>
                <a:gd name="connsiteY10" fmla="*/ 1437 h 3032756"/>
                <a:gd name="connsiteX11" fmla="*/ 1284876 w 2234305"/>
                <a:gd name="connsiteY11" fmla="*/ 289051 h 3032756"/>
                <a:gd name="connsiteX12" fmla="*/ 999579 w 2234305"/>
                <a:gd name="connsiteY12" fmla="*/ 760832 h 3032756"/>
                <a:gd name="connsiteX13" fmla="*/ 847290 w 2234305"/>
                <a:gd name="connsiteY13" fmla="*/ 930858 h 3032756"/>
                <a:gd name="connsiteX14" fmla="*/ 681277 w 2234305"/>
                <a:gd name="connsiteY14" fmla="*/ 1221489 h 3032756"/>
                <a:gd name="connsiteX15" fmla="*/ 177961 w 2234305"/>
                <a:gd name="connsiteY15" fmla="*/ 1876014 h 3032756"/>
                <a:gd name="connsiteX16" fmla="*/ 3035 w 2234305"/>
                <a:gd name="connsiteY16" fmla="*/ 2367091 h 3032756"/>
                <a:gd name="connsiteX17" fmla="*/ 93930 w 2234305"/>
                <a:gd name="connsiteY17" fmla="*/ 2627652 h 3032756"/>
                <a:gd name="connsiteX0" fmla="*/ 2128146 w 2233470"/>
                <a:gd name="connsiteY0" fmla="*/ 3032756 h 3032756"/>
                <a:gd name="connsiteX1" fmla="*/ 2233352 w 2233470"/>
                <a:gd name="connsiteY1" fmla="*/ 2708609 h 3032756"/>
                <a:gd name="connsiteX2" fmla="*/ 2145079 w 2233470"/>
                <a:gd name="connsiteY2" fmla="*/ 2468094 h 3032756"/>
                <a:gd name="connsiteX3" fmla="*/ 1811994 w 2233470"/>
                <a:gd name="connsiteY3" fmla="*/ 2039205 h 3032756"/>
                <a:gd name="connsiteX4" fmla="*/ 1803913 w 2233470"/>
                <a:gd name="connsiteY4" fmla="*/ 1730342 h 3032756"/>
                <a:gd name="connsiteX5" fmla="*/ 1746477 w 2233470"/>
                <a:gd name="connsiteY5" fmla="*/ 1495836 h 3032756"/>
                <a:gd name="connsiteX6" fmla="*/ 1636697 w 2233470"/>
                <a:gd name="connsiteY6" fmla="*/ 1240451 h 3032756"/>
                <a:gd name="connsiteX7" fmla="*/ 1705806 w 2233470"/>
                <a:gd name="connsiteY7" fmla="*/ 952720 h 3032756"/>
                <a:gd name="connsiteX8" fmla="*/ 1787149 w 2233470"/>
                <a:gd name="connsiteY8" fmla="*/ 514856 h 3032756"/>
                <a:gd name="connsiteX9" fmla="*/ 1813438 w 2233470"/>
                <a:gd name="connsiteY9" fmla="*/ 304354 h 3032756"/>
                <a:gd name="connsiteX10" fmla="*/ 1643482 w 2233470"/>
                <a:gd name="connsiteY10" fmla="*/ 1437 h 3032756"/>
                <a:gd name="connsiteX11" fmla="*/ 1284041 w 2233470"/>
                <a:gd name="connsiteY11" fmla="*/ 289051 h 3032756"/>
                <a:gd name="connsiteX12" fmla="*/ 998744 w 2233470"/>
                <a:gd name="connsiteY12" fmla="*/ 760832 h 3032756"/>
                <a:gd name="connsiteX13" fmla="*/ 846455 w 2233470"/>
                <a:gd name="connsiteY13" fmla="*/ 930858 h 3032756"/>
                <a:gd name="connsiteX14" fmla="*/ 680442 w 2233470"/>
                <a:gd name="connsiteY14" fmla="*/ 1221489 h 3032756"/>
                <a:gd name="connsiteX15" fmla="*/ 177126 w 2233470"/>
                <a:gd name="connsiteY15" fmla="*/ 1876014 h 3032756"/>
                <a:gd name="connsiteX16" fmla="*/ 2200 w 2233470"/>
                <a:gd name="connsiteY16" fmla="*/ 2367091 h 3032756"/>
                <a:gd name="connsiteX17" fmla="*/ 140886 w 2233470"/>
                <a:gd name="connsiteY17" fmla="*/ 2879062 h 3032756"/>
                <a:gd name="connsiteX0" fmla="*/ 2011069 w 2116393"/>
                <a:gd name="connsiteY0" fmla="*/ 3032756 h 3032756"/>
                <a:gd name="connsiteX1" fmla="*/ 2116275 w 2116393"/>
                <a:gd name="connsiteY1" fmla="*/ 2708609 h 3032756"/>
                <a:gd name="connsiteX2" fmla="*/ 2028002 w 2116393"/>
                <a:gd name="connsiteY2" fmla="*/ 2468094 h 3032756"/>
                <a:gd name="connsiteX3" fmla="*/ 1694917 w 2116393"/>
                <a:gd name="connsiteY3" fmla="*/ 2039205 h 3032756"/>
                <a:gd name="connsiteX4" fmla="*/ 1686836 w 2116393"/>
                <a:gd name="connsiteY4" fmla="*/ 1730342 h 3032756"/>
                <a:gd name="connsiteX5" fmla="*/ 1629400 w 2116393"/>
                <a:gd name="connsiteY5" fmla="*/ 1495836 h 3032756"/>
                <a:gd name="connsiteX6" fmla="*/ 1519620 w 2116393"/>
                <a:gd name="connsiteY6" fmla="*/ 1240451 h 3032756"/>
                <a:gd name="connsiteX7" fmla="*/ 1588729 w 2116393"/>
                <a:gd name="connsiteY7" fmla="*/ 952720 h 3032756"/>
                <a:gd name="connsiteX8" fmla="*/ 1670072 w 2116393"/>
                <a:gd name="connsiteY8" fmla="*/ 514856 h 3032756"/>
                <a:gd name="connsiteX9" fmla="*/ 1696361 w 2116393"/>
                <a:gd name="connsiteY9" fmla="*/ 304354 h 3032756"/>
                <a:gd name="connsiteX10" fmla="*/ 1526405 w 2116393"/>
                <a:gd name="connsiteY10" fmla="*/ 1437 h 3032756"/>
                <a:gd name="connsiteX11" fmla="*/ 1166964 w 2116393"/>
                <a:gd name="connsiteY11" fmla="*/ 289051 h 3032756"/>
                <a:gd name="connsiteX12" fmla="*/ 881667 w 2116393"/>
                <a:gd name="connsiteY12" fmla="*/ 760832 h 3032756"/>
                <a:gd name="connsiteX13" fmla="*/ 729378 w 2116393"/>
                <a:gd name="connsiteY13" fmla="*/ 930858 h 3032756"/>
                <a:gd name="connsiteX14" fmla="*/ 563365 w 2116393"/>
                <a:gd name="connsiteY14" fmla="*/ 1221489 h 3032756"/>
                <a:gd name="connsiteX15" fmla="*/ 60049 w 2116393"/>
                <a:gd name="connsiteY15" fmla="*/ 1876014 h 3032756"/>
                <a:gd name="connsiteX16" fmla="*/ 44636 w 2116393"/>
                <a:gd name="connsiteY16" fmla="*/ 2375621 h 3032756"/>
                <a:gd name="connsiteX17" fmla="*/ 23809 w 2116393"/>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803017 w 2101788"/>
                <a:gd name="connsiteY0" fmla="*/ 2934144 h 2934144"/>
                <a:gd name="connsiteX1" fmla="*/ 2093643 w 2101788"/>
                <a:gd name="connsiteY1" fmla="*/ 2708609 h 2934144"/>
                <a:gd name="connsiteX2" fmla="*/ 2005370 w 2101788"/>
                <a:gd name="connsiteY2" fmla="*/ 2468094 h 2934144"/>
                <a:gd name="connsiteX3" fmla="*/ 1672285 w 2101788"/>
                <a:gd name="connsiteY3" fmla="*/ 2039205 h 2934144"/>
                <a:gd name="connsiteX4" fmla="*/ 1664204 w 2101788"/>
                <a:gd name="connsiteY4" fmla="*/ 1730342 h 2934144"/>
                <a:gd name="connsiteX5" fmla="*/ 1606768 w 2101788"/>
                <a:gd name="connsiteY5" fmla="*/ 1495836 h 2934144"/>
                <a:gd name="connsiteX6" fmla="*/ 1496988 w 2101788"/>
                <a:gd name="connsiteY6" fmla="*/ 1240451 h 2934144"/>
                <a:gd name="connsiteX7" fmla="*/ 1566097 w 2101788"/>
                <a:gd name="connsiteY7" fmla="*/ 952720 h 2934144"/>
                <a:gd name="connsiteX8" fmla="*/ 1647440 w 2101788"/>
                <a:gd name="connsiteY8" fmla="*/ 514856 h 2934144"/>
                <a:gd name="connsiteX9" fmla="*/ 1673729 w 2101788"/>
                <a:gd name="connsiteY9" fmla="*/ 304354 h 2934144"/>
                <a:gd name="connsiteX10" fmla="*/ 1503773 w 2101788"/>
                <a:gd name="connsiteY10" fmla="*/ 1437 h 2934144"/>
                <a:gd name="connsiteX11" fmla="*/ 1144332 w 2101788"/>
                <a:gd name="connsiteY11" fmla="*/ 289051 h 2934144"/>
                <a:gd name="connsiteX12" fmla="*/ 859035 w 2101788"/>
                <a:gd name="connsiteY12" fmla="*/ 760832 h 2934144"/>
                <a:gd name="connsiteX13" fmla="*/ 706746 w 2101788"/>
                <a:gd name="connsiteY13" fmla="*/ 930858 h 2934144"/>
                <a:gd name="connsiteX14" fmla="*/ 540733 w 2101788"/>
                <a:gd name="connsiteY14" fmla="*/ 1221489 h 2934144"/>
                <a:gd name="connsiteX15" fmla="*/ 138600 w 2101788"/>
                <a:gd name="connsiteY15" fmla="*/ 1864487 h 2934144"/>
                <a:gd name="connsiteX16" fmla="*/ 22004 w 2101788"/>
                <a:gd name="connsiteY16" fmla="*/ 2375621 h 2934144"/>
                <a:gd name="connsiteX17" fmla="*/ 1177 w 2101788"/>
                <a:gd name="connsiteY17" fmla="*/ 2879062 h 2934144"/>
                <a:gd name="connsiteX0" fmla="*/ 1803017 w 2046900"/>
                <a:gd name="connsiteY0" fmla="*/ 2934144 h 2934144"/>
                <a:gd name="connsiteX1" fmla="*/ 2019674 w 2046900"/>
                <a:gd name="connsiteY1" fmla="*/ 2677153 h 2934144"/>
                <a:gd name="connsiteX2" fmla="*/ 2005370 w 2046900"/>
                <a:gd name="connsiteY2" fmla="*/ 2468094 h 2934144"/>
                <a:gd name="connsiteX3" fmla="*/ 1672285 w 2046900"/>
                <a:gd name="connsiteY3" fmla="*/ 2039205 h 2934144"/>
                <a:gd name="connsiteX4" fmla="*/ 1664204 w 2046900"/>
                <a:gd name="connsiteY4" fmla="*/ 1730342 h 2934144"/>
                <a:gd name="connsiteX5" fmla="*/ 1606768 w 2046900"/>
                <a:gd name="connsiteY5" fmla="*/ 1495836 h 2934144"/>
                <a:gd name="connsiteX6" fmla="*/ 1496988 w 2046900"/>
                <a:gd name="connsiteY6" fmla="*/ 1240451 h 2934144"/>
                <a:gd name="connsiteX7" fmla="*/ 1566097 w 2046900"/>
                <a:gd name="connsiteY7" fmla="*/ 952720 h 2934144"/>
                <a:gd name="connsiteX8" fmla="*/ 1647440 w 2046900"/>
                <a:gd name="connsiteY8" fmla="*/ 514856 h 2934144"/>
                <a:gd name="connsiteX9" fmla="*/ 1673729 w 2046900"/>
                <a:gd name="connsiteY9" fmla="*/ 304354 h 2934144"/>
                <a:gd name="connsiteX10" fmla="*/ 1503773 w 2046900"/>
                <a:gd name="connsiteY10" fmla="*/ 1437 h 2934144"/>
                <a:gd name="connsiteX11" fmla="*/ 1144332 w 2046900"/>
                <a:gd name="connsiteY11" fmla="*/ 289051 h 2934144"/>
                <a:gd name="connsiteX12" fmla="*/ 859035 w 2046900"/>
                <a:gd name="connsiteY12" fmla="*/ 760832 h 2934144"/>
                <a:gd name="connsiteX13" fmla="*/ 706746 w 2046900"/>
                <a:gd name="connsiteY13" fmla="*/ 930858 h 2934144"/>
                <a:gd name="connsiteX14" fmla="*/ 540733 w 2046900"/>
                <a:gd name="connsiteY14" fmla="*/ 1221489 h 2934144"/>
                <a:gd name="connsiteX15" fmla="*/ 138600 w 2046900"/>
                <a:gd name="connsiteY15" fmla="*/ 1864487 h 2934144"/>
                <a:gd name="connsiteX16" fmla="*/ 22004 w 2046900"/>
                <a:gd name="connsiteY16" fmla="*/ 2375621 h 2934144"/>
                <a:gd name="connsiteX17" fmla="*/ 1177 w 2046900"/>
                <a:gd name="connsiteY17" fmla="*/ 2879062 h 2934144"/>
                <a:gd name="connsiteX0" fmla="*/ 1803017 w 2046900"/>
                <a:gd name="connsiteY0" fmla="*/ 2851260 h 2851260"/>
                <a:gd name="connsiteX1" fmla="*/ 2019674 w 2046900"/>
                <a:gd name="connsiteY1" fmla="*/ 2594269 h 2851260"/>
                <a:gd name="connsiteX2" fmla="*/ 2005370 w 2046900"/>
                <a:gd name="connsiteY2" fmla="*/ 2385210 h 2851260"/>
                <a:gd name="connsiteX3" fmla="*/ 1672285 w 2046900"/>
                <a:gd name="connsiteY3" fmla="*/ 1956321 h 2851260"/>
                <a:gd name="connsiteX4" fmla="*/ 1664204 w 2046900"/>
                <a:gd name="connsiteY4" fmla="*/ 1647458 h 2851260"/>
                <a:gd name="connsiteX5" fmla="*/ 1606768 w 2046900"/>
                <a:gd name="connsiteY5" fmla="*/ 1412952 h 2851260"/>
                <a:gd name="connsiteX6" fmla="*/ 1496988 w 2046900"/>
                <a:gd name="connsiteY6" fmla="*/ 1157567 h 2851260"/>
                <a:gd name="connsiteX7" fmla="*/ 1566097 w 2046900"/>
                <a:gd name="connsiteY7" fmla="*/ 869836 h 2851260"/>
                <a:gd name="connsiteX8" fmla="*/ 1647440 w 2046900"/>
                <a:gd name="connsiteY8" fmla="*/ 431972 h 2851260"/>
                <a:gd name="connsiteX9" fmla="*/ 1673729 w 2046900"/>
                <a:gd name="connsiteY9" fmla="*/ 221470 h 2851260"/>
                <a:gd name="connsiteX10" fmla="*/ 1449383 w 2046900"/>
                <a:gd name="connsiteY10" fmla="*/ 2456 h 2851260"/>
                <a:gd name="connsiteX11" fmla="*/ 1144332 w 2046900"/>
                <a:gd name="connsiteY11" fmla="*/ 206167 h 2851260"/>
                <a:gd name="connsiteX12" fmla="*/ 859035 w 2046900"/>
                <a:gd name="connsiteY12" fmla="*/ 677948 h 2851260"/>
                <a:gd name="connsiteX13" fmla="*/ 706746 w 2046900"/>
                <a:gd name="connsiteY13" fmla="*/ 847974 h 2851260"/>
                <a:gd name="connsiteX14" fmla="*/ 540733 w 2046900"/>
                <a:gd name="connsiteY14" fmla="*/ 1138605 h 2851260"/>
                <a:gd name="connsiteX15" fmla="*/ 138600 w 2046900"/>
                <a:gd name="connsiteY15" fmla="*/ 1781603 h 2851260"/>
                <a:gd name="connsiteX16" fmla="*/ 22004 w 2046900"/>
                <a:gd name="connsiteY16" fmla="*/ 2292737 h 2851260"/>
                <a:gd name="connsiteX17" fmla="*/ 1177 w 2046900"/>
                <a:gd name="connsiteY17" fmla="*/ 2796178 h 2851260"/>
                <a:gd name="connsiteX0" fmla="*/ 1803017 w 2046900"/>
                <a:gd name="connsiteY0" fmla="*/ 2851260 h 2851260"/>
                <a:gd name="connsiteX1" fmla="*/ 2019674 w 2046900"/>
                <a:gd name="connsiteY1" fmla="*/ 2594269 h 2851260"/>
                <a:gd name="connsiteX2" fmla="*/ 2005370 w 2046900"/>
                <a:gd name="connsiteY2" fmla="*/ 2385210 h 2851260"/>
                <a:gd name="connsiteX3" fmla="*/ 1672285 w 2046900"/>
                <a:gd name="connsiteY3" fmla="*/ 1956321 h 2851260"/>
                <a:gd name="connsiteX4" fmla="*/ 1664204 w 2046900"/>
                <a:gd name="connsiteY4" fmla="*/ 1647458 h 2851260"/>
                <a:gd name="connsiteX5" fmla="*/ 1606768 w 2046900"/>
                <a:gd name="connsiteY5" fmla="*/ 1412952 h 2851260"/>
                <a:gd name="connsiteX6" fmla="*/ 1496988 w 2046900"/>
                <a:gd name="connsiteY6" fmla="*/ 1157567 h 2851260"/>
                <a:gd name="connsiteX7" fmla="*/ 1566097 w 2046900"/>
                <a:gd name="connsiteY7" fmla="*/ 869836 h 2851260"/>
                <a:gd name="connsiteX8" fmla="*/ 1647440 w 2046900"/>
                <a:gd name="connsiteY8" fmla="*/ 431972 h 2851260"/>
                <a:gd name="connsiteX9" fmla="*/ 1673729 w 2046900"/>
                <a:gd name="connsiteY9" fmla="*/ 221470 h 2851260"/>
                <a:gd name="connsiteX10" fmla="*/ 1449383 w 2046900"/>
                <a:gd name="connsiteY10" fmla="*/ 2456 h 2851260"/>
                <a:gd name="connsiteX11" fmla="*/ 1144332 w 2046900"/>
                <a:gd name="connsiteY11" fmla="*/ 206167 h 2851260"/>
                <a:gd name="connsiteX12" fmla="*/ 859035 w 2046900"/>
                <a:gd name="connsiteY12" fmla="*/ 677948 h 2851260"/>
                <a:gd name="connsiteX13" fmla="*/ 706746 w 2046900"/>
                <a:gd name="connsiteY13" fmla="*/ 847974 h 2851260"/>
                <a:gd name="connsiteX14" fmla="*/ 540733 w 2046900"/>
                <a:gd name="connsiteY14" fmla="*/ 1138605 h 2851260"/>
                <a:gd name="connsiteX15" fmla="*/ 22004 w 2046900"/>
                <a:gd name="connsiteY15" fmla="*/ 2292737 h 2851260"/>
                <a:gd name="connsiteX16" fmla="*/ 1177 w 2046900"/>
                <a:gd name="connsiteY16" fmla="*/ 2796178 h 2851260"/>
                <a:gd name="connsiteX0" fmla="*/ 1781013 w 2024896"/>
                <a:gd name="connsiteY0" fmla="*/ 2851260 h 2851260"/>
                <a:gd name="connsiteX1" fmla="*/ 1997670 w 2024896"/>
                <a:gd name="connsiteY1" fmla="*/ 2594269 h 2851260"/>
                <a:gd name="connsiteX2" fmla="*/ 1983366 w 2024896"/>
                <a:gd name="connsiteY2" fmla="*/ 2385210 h 2851260"/>
                <a:gd name="connsiteX3" fmla="*/ 1650281 w 2024896"/>
                <a:gd name="connsiteY3" fmla="*/ 1956321 h 2851260"/>
                <a:gd name="connsiteX4" fmla="*/ 1642200 w 2024896"/>
                <a:gd name="connsiteY4" fmla="*/ 1647458 h 2851260"/>
                <a:gd name="connsiteX5" fmla="*/ 1584764 w 2024896"/>
                <a:gd name="connsiteY5" fmla="*/ 1412952 h 2851260"/>
                <a:gd name="connsiteX6" fmla="*/ 1474984 w 2024896"/>
                <a:gd name="connsiteY6" fmla="*/ 1157567 h 2851260"/>
                <a:gd name="connsiteX7" fmla="*/ 1544093 w 2024896"/>
                <a:gd name="connsiteY7" fmla="*/ 869836 h 2851260"/>
                <a:gd name="connsiteX8" fmla="*/ 1625436 w 2024896"/>
                <a:gd name="connsiteY8" fmla="*/ 431972 h 2851260"/>
                <a:gd name="connsiteX9" fmla="*/ 1651725 w 2024896"/>
                <a:gd name="connsiteY9" fmla="*/ 221470 h 2851260"/>
                <a:gd name="connsiteX10" fmla="*/ 1427379 w 2024896"/>
                <a:gd name="connsiteY10" fmla="*/ 2456 h 2851260"/>
                <a:gd name="connsiteX11" fmla="*/ 1122328 w 2024896"/>
                <a:gd name="connsiteY11" fmla="*/ 206167 h 2851260"/>
                <a:gd name="connsiteX12" fmla="*/ 837031 w 2024896"/>
                <a:gd name="connsiteY12" fmla="*/ 677948 h 2851260"/>
                <a:gd name="connsiteX13" fmla="*/ 684742 w 2024896"/>
                <a:gd name="connsiteY13" fmla="*/ 847974 h 2851260"/>
                <a:gd name="connsiteX14" fmla="*/ 518729 w 2024896"/>
                <a:gd name="connsiteY14" fmla="*/ 1138605 h 2851260"/>
                <a:gd name="connsiteX15" fmla="*/ 0 w 2024896"/>
                <a:gd name="connsiteY15" fmla="*/ 2292737 h 2851260"/>
                <a:gd name="connsiteX0" fmla="*/ 1262284 w 1506167"/>
                <a:gd name="connsiteY0" fmla="*/ 2851260 h 2851260"/>
                <a:gd name="connsiteX1" fmla="*/ 1478941 w 1506167"/>
                <a:gd name="connsiteY1" fmla="*/ 2594269 h 2851260"/>
                <a:gd name="connsiteX2" fmla="*/ 1464637 w 1506167"/>
                <a:gd name="connsiteY2" fmla="*/ 2385210 h 2851260"/>
                <a:gd name="connsiteX3" fmla="*/ 1131552 w 1506167"/>
                <a:gd name="connsiteY3" fmla="*/ 1956321 h 2851260"/>
                <a:gd name="connsiteX4" fmla="*/ 1123471 w 1506167"/>
                <a:gd name="connsiteY4" fmla="*/ 1647458 h 2851260"/>
                <a:gd name="connsiteX5" fmla="*/ 1066035 w 1506167"/>
                <a:gd name="connsiteY5" fmla="*/ 1412952 h 2851260"/>
                <a:gd name="connsiteX6" fmla="*/ 956255 w 1506167"/>
                <a:gd name="connsiteY6" fmla="*/ 1157567 h 2851260"/>
                <a:gd name="connsiteX7" fmla="*/ 1025364 w 1506167"/>
                <a:gd name="connsiteY7" fmla="*/ 869836 h 2851260"/>
                <a:gd name="connsiteX8" fmla="*/ 1106707 w 1506167"/>
                <a:gd name="connsiteY8" fmla="*/ 431972 h 2851260"/>
                <a:gd name="connsiteX9" fmla="*/ 1132996 w 1506167"/>
                <a:gd name="connsiteY9" fmla="*/ 221470 h 2851260"/>
                <a:gd name="connsiteX10" fmla="*/ 908650 w 1506167"/>
                <a:gd name="connsiteY10" fmla="*/ 2456 h 2851260"/>
                <a:gd name="connsiteX11" fmla="*/ 603599 w 1506167"/>
                <a:gd name="connsiteY11" fmla="*/ 206167 h 2851260"/>
                <a:gd name="connsiteX12" fmla="*/ 318302 w 1506167"/>
                <a:gd name="connsiteY12" fmla="*/ 677948 h 2851260"/>
                <a:gd name="connsiteX13" fmla="*/ 166013 w 1506167"/>
                <a:gd name="connsiteY13" fmla="*/ 847974 h 2851260"/>
                <a:gd name="connsiteX14" fmla="*/ 0 w 1506167"/>
                <a:gd name="connsiteY14" fmla="*/ 1138605 h 2851260"/>
                <a:gd name="connsiteX0" fmla="*/ 1237423 w 1481306"/>
                <a:gd name="connsiteY0" fmla="*/ 2851260 h 2851260"/>
                <a:gd name="connsiteX1" fmla="*/ 1454080 w 1481306"/>
                <a:gd name="connsiteY1" fmla="*/ 2594269 h 2851260"/>
                <a:gd name="connsiteX2" fmla="*/ 1439776 w 1481306"/>
                <a:gd name="connsiteY2" fmla="*/ 2385210 h 2851260"/>
                <a:gd name="connsiteX3" fmla="*/ 1106691 w 1481306"/>
                <a:gd name="connsiteY3" fmla="*/ 1956321 h 2851260"/>
                <a:gd name="connsiteX4" fmla="*/ 1098610 w 1481306"/>
                <a:gd name="connsiteY4" fmla="*/ 1647458 h 2851260"/>
                <a:gd name="connsiteX5" fmla="*/ 1041174 w 1481306"/>
                <a:gd name="connsiteY5" fmla="*/ 1412952 h 2851260"/>
                <a:gd name="connsiteX6" fmla="*/ 931394 w 1481306"/>
                <a:gd name="connsiteY6" fmla="*/ 1157567 h 2851260"/>
                <a:gd name="connsiteX7" fmla="*/ 1000503 w 1481306"/>
                <a:gd name="connsiteY7" fmla="*/ 869836 h 2851260"/>
                <a:gd name="connsiteX8" fmla="*/ 1081846 w 1481306"/>
                <a:gd name="connsiteY8" fmla="*/ 431972 h 2851260"/>
                <a:gd name="connsiteX9" fmla="*/ 1108135 w 1481306"/>
                <a:gd name="connsiteY9" fmla="*/ 221470 h 2851260"/>
                <a:gd name="connsiteX10" fmla="*/ 883789 w 1481306"/>
                <a:gd name="connsiteY10" fmla="*/ 2456 h 2851260"/>
                <a:gd name="connsiteX11" fmla="*/ 578738 w 1481306"/>
                <a:gd name="connsiteY11" fmla="*/ 206167 h 2851260"/>
                <a:gd name="connsiteX12" fmla="*/ 293441 w 1481306"/>
                <a:gd name="connsiteY12" fmla="*/ 677948 h 2851260"/>
                <a:gd name="connsiteX13" fmla="*/ 141152 w 1481306"/>
                <a:gd name="connsiteY13" fmla="*/ 847974 h 2851260"/>
                <a:gd name="connsiteX14" fmla="*/ 0 w 1481306"/>
                <a:gd name="connsiteY14" fmla="*/ 1072325 h 2851260"/>
                <a:gd name="connsiteX0" fmla="*/ 1237423 w 1481306"/>
                <a:gd name="connsiteY0" fmla="*/ 2851260 h 2851260"/>
                <a:gd name="connsiteX1" fmla="*/ 1454080 w 1481306"/>
                <a:gd name="connsiteY1" fmla="*/ 2594269 h 2851260"/>
                <a:gd name="connsiteX2" fmla="*/ 1439776 w 1481306"/>
                <a:gd name="connsiteY2" fmla="*/ 2385210 h 2851260"/>
                <a:gd name="connsiteX3" fmla="*/ 1106691 w 1481306"/>
                <a:gd name="connsiteY3" fmla="*/ 1956321 h 2851260"/>
                <a:gd name="connsiteX4" fmla="*/ 1098610 w 1481306"/>
                <a:gd name="connsiteY4" fmla="*/ 1647458 h 2851260"/>
                <a:gd name="connsiteX5" fmla="*/ 1041174 w 1481306"/>
                <a:gd name="connsiteY5" fmla="*/ 1412952 h 2851260"/>
                <a:gd name="connsiteX6" fmla="*/ 931394 w 1481306"/>
                <a:gd name="connsiteY6" fmla="*/ 1157567 h 2851260"/>
                <a:gd name="connsiteX7" fmla="*/ 1000503 w 1481306"/>
                <a:gd name="connsiteY7" fmla="*/ 869836 h 2851260"/>
                <a:gd name="connsiteX8" fmla="*/ 1081846 w 1481306"/>
                <a:gd name="connsiteY8" fmla="*/ 431972 h 2851260"/>
                <a:gd name="connsiteX9" fmla="*/ 1108135 w 1481306"/>
                <a:gd name="connsiteY9" fmla="*/ 221470 h 2851260"/>
                <a:gd name="connsiteX10" fmla="*/ 883789 w 1481306"/>
                <a:gd name="connsiteY10" fmla="*/ 2456 h 2851260"/>
                <a:gd name="connsiteX11" fmla="*/ 578738 w 1481306"/>
                <a:gd name="connsiteY11" fmla="*/ 206167 h 2851260"/>
                <a:gd name="connsiteX12" fmla="*/ 276552 w 1481306"/>
                <a:gd name="connsiteY12" fmla="*/ 639964 h 2851260"/>
                <a:gd name="connsiteX13" fmla="*/ 141152 w 1481306"/>
                <a:gd name="connsiteY13" fmla="*/ 847974 h 2851260"/>
                <a:gd name="connsiteX14" fmla="*/ 0 w 1481306"/>
                <a:gd name="connsiteY14" fmla="*/ 1072325 h 2851260"/>
                <a:gd name="connsiteX0" fmla="*/ 1237423 w 1481306"/>
                <a:gd name="connsiteY0" fmla="*/ 2854836 h 2854836"/>
                <a:gd name="connsiteX1" fmla="*/ 1454080 w 1481306"/>
                <a:gd name="connsiteY1" fmla="*/ 2597845 h 2854836"/>
                <a:gd name="connsiteX2" fmla="*/ 1439776 w 1481306"/>
                <a:gd name="connsiteY2" fmla="*/ 2388786 h 2854836"/>
                <a:gd name="connsiteX3" fmla="*/ 1106691 w 1481306"/>
                <a:gd name="connsiteY3" fmla="*/ 1959897 h 2854836"/>
                <a:gd name="connsiteX4" fmla="*/ 1098610 w 1481306"/>
                <a:gd name="connsiteY4" fmla="*/ 1651034 h 2854836"/>
                <a:gd name="connsiteX5" fmla="*/ 1041174 w 1481306"/>
                <a:gd name="connsiteY5" fmla="*/ 1416528 h 2854836"/>
                <a:gd name="connsiteX6" fmla="*/ 931394 w 1481306"/>
                <a:gd name="connsiteY6" fmla="*/ 1161143 h 2854836"/>
                <a:gd name="connsiteX7" fmla="*/ 1000503 w 1481306"/>
                <a:gd name="connsiteY7" fmla="*/ 873412 h 2854836"/>
                <a:gd name="connsiteX8" fmla="*/ 1081846 w 1481306"/>
                <a:gd name="connsiteY8" fmla="*/ 435548 h 2854836"/>
                <a:gd name="connsiteX9" fmla="*/ 1108135 w 1481306"/>
                <a:gd name="connsiteY9" fmla="*/ 225046 h 2854836"/>
                <a:gd name="connsiteX10" fmla="*/ 883789 w 1481306"/>
                <a:gd name="connsiteY10" fmla="*/ 6032 h 2854836"/>
                <a:gd name="connsiteX11" fmla="*/ 548350 w 1481306"/>
                <a:gd name="connsiteY11" fmla="*/ 134379 h 2854836"/>
                <a:gd name="connsiteX12" fmla="*/ 276552 w 1481306"/>
                <a:gd name="connsiteY12" fmla="*/ 643540 h 2854836"/>
                <a:gd name="connsiteX13" fmla="*/ 141152 w 1481306"/>
                <a:gd name="connsiteY13" fmla="*/ 851550 h 2854836"/>
                <a:gd name="connsiteX14" fmla="*/ 0 w 1481306"/>
                <a:gd name="connsiteY14" fmla="*/ 1075901 h 2854836"/>
                <a:gd name="connsiteX0" fmla="*/ 1329082 w 1572965"/>
                <a:gd name="connsiteY0" fmla="*/ 2854836 h 2854836"/>
                <a:gd name="connsiteX1" fmla="*/ 1545739 w 1572965"/>
                <a:gd name="connsiteY1" fmla="*/ 2597845 h 2854836"/>
                <a:gd name="connsiteX2" fmla="*/ 1531435 w 1572965"/>
                <a:gd name="connsiteY2" fmla="*/ 2388786 h 2854836"/>
                <a:gd name="connsiteX3" fmla="*/ 1198350 w 1572965"/>
                <a:gd name="connsiteY3" fmla="*/ 1959897 h 2854836"/>
                <a:gd name="connsiteX4" fmla="*/ 1190269 w 1572965"/>
                <a:gd name="connsiteY4" fmla="*/ 1651034 h 2854836"/>
                <a:gd name="connsiteX5" fmla="*/ 1132833 w 1572965"/>
                <a:gd name="connsiteY5" fmla="*/ 1416528 h 2854836"/>
                <a:gd name="connsiteX6" fmla="*/ 1023053 w 1572965"/>
                <a:gd name="connsiteY6" fmla="*/ 1161143 h 2854836"/>
                <a:gd name="connsiteX7" fmla="*/ 1092162 w 1572965"/>
                <a:gd name="connsiteY7" fmla="*/ 873412 h 2854836"/>
                <a:gd name="connsiteX8" fmla="*/ 1173505 w 1572965"/>
                <a:gd name="connsiteY8" fmla="*/ 435548 h 2854836"/>
                <a:gd name="connsiteX9" fmla="*/ 1199794 w 1572965"/>
                <a:gd name="connsiteY9" fmla="*/ 225046 h 2854836"/>
                <a:gd name="connsiteX10" fmla="*/ 975448 w 1572965"/>
                <a:gd name="connsiteY10" fmla="*/ 6032 h 2854836"/>
                <a:gd name="connsiteX11" fmla="*/ 640009 w 1572965"/>
                <a:gd name="connsiteY11" fmla="*/ 134379 h 2854836"/>
                <a:gd name="connsiteX12" fmla="*/ 368211 w 1572965"/>
                <a:gd name="connsiteY12" fmla="*/ 643540 h 2854836"/>
                <a:gd name="connsiteX13" fmla="*/ 232811 w 1572965"/>
                <a:gd name="connsiteY13" fmla="*/ 851550 h 2854836"/>
                <a:gd name="connsiteX14" fmla="*/ 1 w 1572965"/>
                <a:gd name="connsiteY14" fmla="*/ 1155824 h 2854836"/>
                <a:gd name="connsiteX0" fmla="*/ 1329081 w 1580167"/>
                <a:gd name="connsiteY0" fmla="*/ 2854836 h 2854836"/>
                <a:gd name="connsiteX1" fmla="*/ 1545738 w 1580167"/>
                <a:gd name="connsiteY1" fmla="*/ 2597845 h 2854836"/>
                <a:gd name="connsiteX2" fmla="*/ 1543706 w 1580167"/>
                <a:gd name="connsiteY2" fmla="*/ 2139550 h 2854836"/>
                <a:gd name="connsiteX3" fmla="*/ 1198349 w 1580167"/>
                <a:gd name="connsiteY3" fmla="*/ 1959897 h 2854836"/>
                <a:gd name="connsiteX4" fmla="*/ 1190268 w 1580167"/>
                <a:gd name="connsiteY4" fmla="*/ 1651034 h 2854836"/>
                <a:gd name="connsiteX5" fmla="*/ 1132832 w 1580167"/>
                <a:gd name="connsiteY5" fmla="*/ 1416528 h 2854836"/>
                <a:gd name="connsiteX6" fmla="*/ 1023052 w 1580167"/>
                <a:gd name="connsiteY6" fmla="*/ 1161143 h 2854836"/>
                <a:gd name="connsiteX7" fmla="*/ 1092161 w 1580167"/>
                <a:gd name="connsiteY7" fmla="*/ 873412 h 2854836"/>
                <a:gd name="connsiteX8" fmla="*/ 1173504 w 1580167"/>
                <a:gd name="connsiteY8" fmla="*/ 435548 h 2854836"/>
                <a:gd name="connsiteX9" fmla="*/ 1199793 w 1580167"/>
                <a:gd name="connsiteY9" fmla="*/ 225046 h 2854836"/>
                <a:gd name="connsiteX10" fmla="*/ 975447 w 1580167"/>
                <a:gd name="connsiteY10" fmla="*/ 6032 h 2854836"/>
                <a:gd name="connsiteX11" fmla="*/ 640008 w 1580167"/>
                <a:gd name="connsiteY11" fmla="*/ 134379 h 2854836"/>
                <a:gd name="connsiteX12" fmla="*/ 368210 w 1580167"/>
                <a:gd name="connsiteY12" fmla="*/ 643540 h 2854836"/>
                <a:gd name="connsiteX13" fmla="*/ 232810 w 1580167"/>
                <a:gd name="connsiteY13" fmla="*/ 851550 h 2854836"/>
                <a:gd name="connsiteX14" fmla="*/ 0 w 1580167"/>
                <a:gd name="connsiteY14" fmla="*/ 1155824 h 2854836"/>
                <a:gd name="connsiteX0" fmla="*/ 1329081 w 1575168"/>
                <a:gd name="connsiteY0" fmla="*/ 2854836 h 2854836"/>
                <a:gd name="connsiteX1" fmla="*/ 1545738 w 1575168"/>
                <a:gd name="connsiteY1" fmla="*/ 2597845 h 2854836"/>
                <a:gd name="connsiteX2" fmla="*/ 1543706 w 1575168"/>
                <a:gd name="connsiteY2" fmla="*/ 2139550 h 2854836"/>
                <a:gd name="connsiteX3" fmla="*/ 1273779 w 1575168"/>
                <a:gd name="connsiteY3" fmla="*/ 1873435 h 2854836"/>
                <a:gd name="connsiteX4" fmla="*/ 1190268 w 1575168"/>
                <a:gd name="connsiteY4" fmla="*/ 1651034 h 2854836"/>
                <a:gd name="connsiteX5" fmla="*/ 1132832 w 1575168"/>
                <a:gd name="connsiteY5" fmla="*/ 1416528 h 2854836"/>
                <a:gd name="connsiteX6" fmla="*/ 1023052 w 1575168"/>
                <a:gd name="connsiteY6" fmla="*/ 1161143 h 2854836"/>
                <a:gd name="connsiteX7" fmla="*/ 1092161 w 1575168"/>
                <a:gd name="connsiteY7" fmla="*/ 873412 h 2854836"/>
                <a:gd name="connsiteX8" fmla="*/ 1173504 w 1575168"/>
                <a:gd name="connsiteY8" fmla="*/ 435548 h 2854836"/>
                <a:gd name="connsiteX9" fmla="*/ 1199793 w 1575168"/>
                <a:gd name="connsiteY9" fmla="*/ 225046 h 2854836"/>
                <a:gd name="connsiteX10" fmla="*/ 975447 w 1575168"/>
                <a:gd name="connsiteY10" fmla="*/ 6032 h 2854836"/>
                <a:gd name="connsiteX11" fmla="*/ 640008 w 1575168"/>
                <a:gd name="connsiteY11" fmla="*/ 134379 h 2854836"/>
                <a:gd name="connsiteX12" fmla="*/ 368210 w 1575168"/>
                <a:gd name="connsiteY12" fmla="*/ 643540 h 2854836"/>
                <a:gd name="connsiteX13" fmla="*/ 232810 w 1575168"/>
                <a:gd name="connsiteY13" fmla="*/ 851550 h 2854836"/>
                <a:gd name="connsiteX14" fmla="*/ 0 w 1575168"/>
                <a:gd name="connsiteY14" fmla="*/ 1155824 h 2854836"/>
                <a:gd name="connsiteX0" fmla="*/ 1329081 w 1543740"/>
                <a:gd name="connsiteY0" fmla="*/ 2854836 h 2854836"/>
                <a:gd name="connsiteX1" fmla="*/ 1292957 w 1543740"/>
                <a:gd name="connsiteY1" fmla="*/ 2199161 h 2854836"/>
                <a:gd name="connsiteX2" fmla="*/ 1543706 w 1543740"/>
                <a:gd name="connsiteY2" fmla="*/ 2139550 h 2854836"/>
                <a:gd name="connsiteX3" fmla="*/ 1273779 w 1543740"/>
                <a:gd name="connsiteY3" fmla="*/ 1873435 h 2854836"/>
                <a:gd name="connsiteX4" fmla="*/ 1190268 w 1543740"/>
                <a:gd name="connsiteY4" fmla="*/ 1651034 h 2854836"/>
                <a:gd name="connsiteX5" fmla="*/ 1132832 w 1543740"/>
                <a:gd name="connsiteY5" fmla="*/ 1416528 h 2854836"/>
                <a:gd name="connsiteX6" fmla="*/ 1023052 w 1543740"/>
                <a:gd name="connsiteY6" fmla="*/ 1161143 h 2854836"/>
                <a:gd name="connsiteX7" fmla="*/ 1092161 w 1543740"/>
                <a:gd name="connsiteY7" fmla="*/ 873412 h 2854836"/>
                <a:gd name="connsiteX8" fmla="*/ 1173504 w 1543740"/>
                <a:gd name="connsiteY8" fmla="*/ 435548 h 2854836"/>
                <a:gd name="connsiteX9" fmla="*/ 1199793 w 1543740"/>
                <a:gd name="connsiteY9" fmla="*/ 225046 h 2854836"/>
                <a:gd name="connsiteX10" fmla="*/ 975447 w 1543740"/>
                <a:gd name="connsiteY10" fmla="*/ 6032 h 2854836"/>
                <a:gd name="connsiteX11" fmla="*/ 640008 w 1543740"/>
                <a:gd name="connsiteY11" fmla="*/ 134379 h 2854836"/>
                <a:gd name="connsiteX12" fmla="*/ 368210 w 1543740"/>
                <a:gd name="connsiteY12" fmla="*/ 643540 h 2854836"/>
                <a:gd name="connsiteX13" fmla="*/ 232810 w 1543740"/>
                <a:gd name="connsiteY13" fmla="*/ 851550 h 2854836"/>
                <a:gd name="connsiteX14" fmla="*/ 0 w 1543740"/>
                <a:gd name="connsiteY14" fmla="*/ 1155824 h 2854836"/>
                <a:gd name="connsiteX0" fmla="*/ 1292957 w 1543740"/>
                <a:gd name="connsiteY0" fmla="*/ 2199161 h 2199161"/>
                <a:gd name="connsiteX1" fmla="*/ 1543706 w 1543740"/>
                <a:gd name="connsiteY1" fmla="*/ 2139550 h 2199161"/>
                <a:gd name="connsiteX2" fmla="*/ 1273779 w 1543740"/>
                <a:gd name="connsiteY2" fmla="*/ 1873435 h 2199161"/>
                <a:gd name="connsiteX3" fmla="*/ 1190268 w 1543740"/>
                <a:gd name="connsiteY3" fmla="*/ 1651034 h 2199161"/>
                <a:gd name="connsiteX4" fmla="*/ 1132832 w 1543740"/>
                <a:gd name="connsiteY4" fmla="*/ 1416528 h 2199161"/>
                <a:gd name="connsiteX5" fmla="*/ 1023052 w 1543740"/>
                <a:gd name="connsiteY5" fmla="*/ 1161143 h 2199161"/>
                <a:gd name="connsiteX6" fmla="*/ 1092161 w 1543740"/>
                <a:gd name="connsiteY6" fmla="*/ 873412 h 2199161"/>
                <a:gd name="connsiteX7" fmla="*/ 1173504 w 1543740"/>
                <a:gd name="connsiteY7" fmla="*/ 435548 h 2199161"/>
                <a:gd name="connsiteX8" fmla="*/ 1199793 w 1543740"/>
                <a:gd name="connsiteY8" fmla="*/ 225046 h 2199161"/>
                <a:gd name="connsiteX9" fmla="*/ 975447 w 1543740"/>
                <a:gd name="connsiteY9" fmla="*/ 6032 h 2199161"/>
                <a:gd name="connsiteX10" fmla="*/ 640008 w 1543740"/>
                <a:gd name="connsiteY10" fmla="*/ 134379 h 2199161"/>
                <a:gd name="connsiteX11" fmla="*/ 368210 w 1543740"/>
                <a:gd name="connsiteY11" fmla="*/ 643540 h 2199161"/>
                <a:gd name="connsiteX12" fmla="*/ 232810 w 1543740"/>
                <a:gd name="connsiteY12" fmla="*/ 851550 h 2199161"/>
                <a:gd name="connsiteX13" fmla="*/ 0 w 1543740"/>
                <a:gd name="connsiteY13" fmla="*/ 1155824 h 219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43740" h="2199161">
                  <a:moveTo>
                    <a:pt x="1292957" y="2199161"/>
                  </a:moveTo>
                  <a:cubicBezTo>
                    <a:pt x="1328728" y="2079947"/>
                    <a:pt x="1546902" y="2193838"/>
                    <a:pt x="1543706" y="2139550"/>
                  </a:cubicBezTo>
                  <a:cubicBezTo>
                    <a:pt x="1540510" y="2085262"/>
                    <a:pt x="1332685" y="1954854"/>
                    <a:pt x="1273779" y="1873435"/>
                  </a:cubicBezTo>
                  <a:cubicBezTo>
                    <a:pt x="1214873" y="1792016"/>
                    <a:pt x="1213759" y="1727185"/>
                    <a:pt x="1190268" y="1651034"/>
                  </a:cubicBezTo>
                  <a:cubicBezTo>
                    <a:pt x="1166777" y="1574883"/>
                    <a:pt x="1151216" y="1494919"/>
                    <a:pt x="1132832" y="1416528"/>
                  </a:cubicBezTo>
                  <a:cubicBezTo>
                    <a:pt x="1109877" y="1319182"/>
                    <a:pt x="1029243" y="1260966"/>
                    <a:pt x="1023052" y="1161143"/>
                  </a:cubicBezTo>
                  <a:cubicBezTo>
                    <a:pt x="1017813" y="1077990"/>
                    <a:pt x="1080350" y="955899"/>
                    <a:pt x="1092161" y="873412"/>
                  </a:cubicBezTo>
                  <a:cubicBezTo>
                    <a:pt x="1170887" y="716214"/>
                    <a:pt x="1155565" y="543609"/>
                    <a:pt x="1173504" y="435548"/>
                  </a:cubicBezTo>
                  <a:cubicBezTo>
                    <a:pt x="1191443" y="327487"/>
                    <a:pt x="1203222" y="295912"/>
                    <a:pt x="1199793" y="225046"/>
                  </a:cubicBezTo>
                  <a:cubicBezTo>
                    <a:pt x="1180078" y="152111"/>
                    <a:pt x="1039836" y="35512"/>
                    <a:pt x="975447" y="6032"/>
                  </a:cubicBezTo>
                  <a:cubicBezTo>
                    <a:pt x="836527" y="-13470"/>
                    <a:pt x="756446" y="10506"/>
                    <a:pt x="640008" y="134379"/>
                  </a:cubicBezTo>
                  <a:cubicBezTo>
                    <a:pt x="517580" y="277998"/>
                    <a:pt x="468810" y="488134"/>
                    <a:pt x="368210" y="643540"/>
                  </a:cubicBezTo>
                  <a:cubicBezTo>
                    <a:pt x="297583" y="756194"/>
                    <a:pt x="278902" y="779490"/>
                    <a:pt x="232810" y="851550"/>
                  </a:cubicBezTo>
                  <a:cubicBezTo>
                    <a:pt x="186718" y="923610"/>
                    <a:pt x="114124" y="915030"/>
                    <a:pt x="0" y="1155824"/>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Oval 55">
              <a:extLst>
                <a:ext uri="{FF2B5EF4-FFF2-40B4-BE49-F238E27FC236}">
                  <a16:creationId xmlns:a16="http://schemas.microsoft.com/office/drawing/2014/main" id="{37A11024-72CA-C430-FCF6-2B2D79CA557E}"/>
                </a:ext>
              </a:extLst>
            </p:cNvPr>
            <p:cNvSpPr/>
            <p:nvPr/>
          </p:nvSpPr>
          <p:spPr>
            <a:xfrm rot="17964447" flipV="1">
              <a:off x="11545041" y="1699592"/>
              <a:ext cx="709704" cy="1053600"/>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55">
              <a:extLst>
                <a:ext uri="{FF2B5EF4-FFF2-40B4-BE49-F238E27FC236}">
                  <a16:creationId xmlns:a16="http://schemas.microsoft.com/office/drawing/2014/main" id="{7A795761-8206-BA01-4478-6F82479F4187}"/>
                </a:ext>
              </a:extLst>
            </p:cNvPr>
            <p:cNvSpPr/>
            <p:nvPr/>
          </p:nvSpPr>
          <p:spPr>
            <a:xfrm rot="17964447" flipV="1">
              <a:off x="11756870" y="1950765"/>
              <a:ext cx="369555" cy="470262"/>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79E177CA-8279-5E3D-2842-11F1A2CAC095}"/>
                </a:ext>
              </a:extLst>
            </p:cNvPr>
            <p:cNvSpPr/>
            <p:nvPr/>
          </p:nvSpPr>
          <p:spPr>
            <a:xfrm rot="473519" flipH="1">
              <a:off x="7957036" y="-254732"/>
              <a:ext cx="3690143" cy="2095176"/>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12952" h="1443085">
                  <a:moveTo>
                    <a:pt x="3212952" y="366816"/>
                  </a:moveTo>
                  <a:cubicBezTo>
                    <a:pt x="3116259" y="478224"/>
                    <a:pt x="3127323" y="433313"/>
                    <a:pt x="3096044" y="532558"/>
                  </a:cubicBezTo>
                  <a:cubicBezTo>
                    <a:pt x="3064765" y="631803"/>
                    <a:pt x="3103319" y="830893"/>
                    <a:pt x="3025277" y="962288"/>
                  </a:cubicBezTo>
                  <a:cubicBezTo>
                    <a:pt x="2947235" y="1093683"/>
                    <a:pt x="2752752" y="1241646"/>
                    <a:pt x="2627790" y="1320927"/>
                  </a:cubicBezTo>
                  <a:cubicBezTo>
                    <a:pt x="2502828" y="1400208"/>
                    <a:pt x="2407529" y="1422693"/>
                    <a:pt x="2275502" y="1437975"/>
                  </a:cubicBezTo>
                  <a:cubicBezTo>
                    <a:pt x="2143475" y="1453257"/>
                    <a:pt x="2004554" y="1431143"/>
                    <a:pt x="1835629" y="1412621"/>
                  </a:cubicBezTo>
                  <a:cubicBezTo>
                    <a:pt x="1666704" y="1394099"/>
                    <a:pt x="1385124" y="1385869"/>
                    <a:pt x="1261950" y="1326841"/>
                  </a:cubicBezTo>
                  <a:cubicBezTo>
                    <a:pt x="1138776" y="1267813"/>
                    <a:pt x="1134176" y="1135166"/>
                    <a:pt x="1096587" y="1058455"/>
                  </a:cubicBezTo>
                  <a:cubicBezTo>
                    <a:pt x="1058998" y="981744"/>
                    <a:pt x="1067715" y="931166"/>
                    <a:pt x="1036418" y="866574"/>
                  </a:cubicBezTo>
                  <a:cubicBezTo>
                    <a:pt x="1005121" y="801982"/>
                    <a:pt x="984608" y="720470"/>
                    <a:pt x="908804" y="670902"/>
                  </a:cubicBezTo>
                  <a:cubicBezTo>
                    <a:pt x="833000" y="621334"/>
                    <a:pt x="654895" y="592219"/>
                    <a:pt x="581596" y="569167"/>
                  </a:cubicBezTo>
                  <a:cubicBezTo>
                    <a:pt x="508297" y="546115"/>
                    <a:pt x="503300" y="553165"/>
                    <a:pt x="469010" y="532591"/>
                  </a:cubicBezTo>
                  <a:cubicBezTo>
                    <a:pt x="411860" y="498301"/>
                    <a:pt x="370331" y="444390"/>
                    <a:pt x="328516" y="392193"/>
                  </a:cubicBezTo>
                  <a:cubicBezTo>
                    <a:pt x="265937" y="314088"/>
                    <a:pt x="202310" y="236650"/>
                    <a:pt x="140969" y="157592"/>
                  </a:cubicBezTo>
                  <a:cubicBezTo>
                    <a:pt x="14604" y="48626"/>
                    <a:pt x="68391" y="45890"/>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0" name="Freeform: Shape 19">
              <a:extLst>
                <a:ext uri="{FF2B5EF4-FFF2-40B4-BE49-F238E27FC236}">
                  <a16:creationId xmlns:a16="http://schemas.microsoft.com/office/drawing/2014/main" id="{4FCA4C6C-23F7-ABCE-3E59-ACD4AF479548}"/>
                </a:ext>
              </a:extLst>
            </p:cNvPr>
            <p:cNvSpPr/>
            <p:nvPr/>
          </p:nvSpPr>
          <p:spPr>
            <a:xfrm rot="21453850" flipH="1">
              <a:off x="8439149" y="-61101"/>
              <a:ext cx="2898010" cy="1492351"/>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81476" h="1359185">
                  <a:moveTo>
                    <a:pt x="2776992" y="0"/>
                  </a:moveTo>
                  <a:cubicBezTo>
                    <a:pt x="2672204" y="54256"/>
                    <a:pt x="2643439" y="325269"/>
                    <a:pt x="2644025" y="449758"/>
                  </a:cubicBezTo>
                  <a:cubicBezTo>
                    <a:pt x="2644611" y="574247"/>
                    <a:pt x="2775893" y="635796"/>
                    <a:pt x="2780507" y="746936"/>
                  </a:cubicBezTo>
                  <a:cubicBezTo>
                    <a:pt x="2785121" y="858076"/>
                    <a:pt x="2777642" y="911794"/>
                    <a:pt x="2658888" y="1042448"/>
                  </a:cubicBezTo>
                  <a:cubicBezTo>
                    <a:pt x="2540134" y="1173102"/>
                    <a:pt x="2469330" y="1278891"/>
                    <a:pt x="2359526" y="1328922"/>
                  </a:cubicBezTo>
                  <a:cubicBezTo>
                    <a:pt x="2249722" y="1378953"/>
                    <a:pt x="2117800" y="1339882"/>
                    <a:pt x="2000065" y="1342632"/>
                  </a:cubicBezTo>
                  <a:cubicBezTo>
                    <a:pt x="1882330" y="1345382"/>
                    <a:pt x="1719778" y="1378103"/>
                    <a:pt x="1629633" y="1343199"/>
                  </a:cubicBezTo>
                  <a:cubicBezTo>
                    <a:pt x="1539488" y="1308295"/>
                    <a:pt x="1512996" y="1213553"/>
                    <a:pt x="1459193" y="1133205"/>
                  </a:cubicBezTo>
                  <a:cubicBezTo>
                    <a:pt x="1405390" y="1052857"/>
                    <a:pt x="1333592" y="956760"/>
                    <a:pt x="1306816" y="861110"/>
                  </a:cubicBezTo>
                  <a:cubicBezTo>
                    <a:pt x="1280040" y="765460"/>
                    <a:pt x="1311798" y="640993"/>
                    <a:pt x="1298538" y="559307"/>
                  </a:cubicBezTo>
                  <a:cubicBezTo>
                    <a:pt x="1285278" y="477621"/>
                    <a:pt x="1291062" y="397943"/>
                    <a:pt x="1227254" y="370992"/>
                  </a:cubicBezTo>
                  <a:cubicBezTo>
                    <a:pt x="1163447" y="344041"/>
                    <a:pt x="1007117" y="401947"/>
                    <a:pt x="915693" y="397603"/>
                  </a:cubicBezTo>
                  <a:cubicBezTo>
                    <a:pt x="824269" y="393259"/>
                    <a:pt x="786292" y="350550"/>
                    <a:pt x="678711" y="344929"/>
                  </a:cubicBezTo>
                  <a:cubicBezTo>
                    <a:pt x="571130" y="339308"/>
                    <a:pt x="360410" y="419693"/>
                    <a:pt x="270209" y="363876"/>
                  </a:cubicBezTo>
                  <a:cubicBezTo>
                    <a:pt x="168415" y="309503"/>
                    <a:pt x="100086" y="192812"/>
                    <a:pt x="0" y="12184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14A4BAEA-82EA-87C0-C477-0B05572FE23E}"/>
                </a:ext>
              </a:extLst>
            </p:cNvPr>
            <p:cNvSpPr/>
            <p:nvPr/>
          </p:nvSpPr>
          <p:spPr>
            <a:xfrm rot="21453850" flipH="1">
              <a:off x="8533646" y="-45636"/>
              <a:ext cx="2516029" cy="137658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671001 w 1784219"/>
                <a:gd name="connsiteY0" fmla="*/ 298541 h 1664456"/>
                <a:gd name="connsiteX1" fmla="*/ 1775123 w 1784219"/>
                <a:gd name="connsiteY1" fmla="*/ 807636 h 1664456"/>
                <a:gd name="connsiteX2" fmla="*/ 1761614 w 1784219"/>
                <a:gd name="connsiteY2" fmla="*/ 1202766 h 1664456"/>
                <a:gd name="connsiteX3" fmla="*/ 1622491 w 1784219"/>
                <a:gd name="connsiteY3" fmla="*/ 1560626 h 1664456"/>
                <a:gd name="connsiteX4" fmla="*/ 1201233 w 1784219"/>
                <a:gd name="connsiteY4" fmla="*/ 1660152 h 1664456"/>
                <a:gd name="connsiteX5" fmla="*/ 967123 w 1784219"/>
                <a:gd name="connsiteY5" fmla="*/ 1450538 h 1664456"/>
                <a:gd name="connsiteX6" fmla="*/ 1196165 w 1784219"/>
                <a:gd name="connsiteY6" fmla="*/ 907026 h 1664456"/>
                <a:gd name="connsiteX7" fmla="*/ 1015224 w 1784219"/>
                <a:gd name="connsiteY7" fmla="*/ 612802 h 1664456"/>
                <a:gd name="connsiteX8" fmla="*/ 700283 w 1784219"/>
                <a:gd name="connsiteY8" fmla="*/ 547014 h 1664456"/>
                <a:gd name="connsiteX9" fmla="*/ 374248 w 1784219"/>
                <a:gd name="connsiteY9" fmla="*/ 590646 h 1664456"/>
                <a:gd name="connsiteX10" fmla="*/ 1135 w 1784219"/>
                <a:gd name="connsiteY10" fmla="*/ 442719 h 1664456"/>
                <a:gd name="connsiteX11" fmla="*/ 254078 w 1784219"/>
                <a:gd name="connsiteY11" fmla="*/ 0 h 1664456"/>
                <a:gd name="connsiteX0" fmla="*/ 2074171 w 2187389"/>
                <a:gd name="connsiteY0" fmla="*/ 421669 h 1787584"/>
                <a:gd name="connsiteX1" fmla="*/ 2178293 w 2187389"/>
                <a:gd name="connsiteY1" fmla="*/ 930764 h 1787584"/>
                <a:gd name="connsiteX2" fmla="*/ 2164784 w 2187389"/>
                <a:gd name="connsiteY2" fmla="*/ 1325894 h 1787584"/>
                <a:gd name="connsiteX3" fmla="*/ 2025661 w 2187389"/>
                <a:gd name="connsiteY3" fmla="*/ 1683754 h 1787584"/>
                <a:gd name="connsiteX4" fmla="*/ 1604403 w 2187389"/>
                <a:gd name="connsiteY4" fmla="*/ 1783280 h 1787584"/>
                <a:gd name="connsiteX5" fmla="*/ 1370293 w 2187389"/>
                <a:gd name="connsiteY5" fmla="*/ 1573666 h 1787584"/>
                <a:gd name="connsiteX6" fmla="*/ 1599335 w 2187389"/>
                <a:gd name="connsiteY6" fmla="*/ 1030154 h 1787584"/>
                <a:gd name="connsiteX7" fmla="*/ 1418394 w 2187389"/>
                <a:gd name="connsiteY7" fmla="*/ 735930 h 1787584"/>
                <a:gd name="connsiteX8" fmla="*/ 1103453 w 2187389"/>
                <a:gd name="connsiteY8" fmla="*/ 670142 h 1787584"/>
                <a:gd name="connsiteX9" fmla="*/ 777418 w 2187389"/>
                <a:gd name="connsiteY9" fmla="*/ 713774 h 1787584"/>
                <a:gd name="connsiteX10" fmla="*/ 404305 w 2187389"/>
                <a:gd name="connsiteY10" fmla="*/ 565847 h 1787584"/>
                <a:gd name="connsiteX11" fmla="*/ 849 w 2187389"/>
                <a:gd name="connsiteY11" fmla="*/ 0 h 1787584"/>
                <a:gd name="connsiteX0" fmla="*/ 2074171 w 2187389"/>
                <a:gd name="connsiteY0" fmla="*/ 421669 h 1787584"/>
                <a:gd name="connsiteX1" fmla="*/ 2178293 w 2187389"/>
                <a:gd name="connsiteY1" fmla="*/ 930764 h 1787584"/>
                <a:gd name="connsiteX2" fmla="*/ 2164784 w 2187389"/>
                <a:gd name="connsiteY2" fmla="*/ 1325894 h 1787584"/>
                <a:gd name="connsiteX3" fmla="*/ 2025661 w 2187389"/>
                <a:gd name="connsiteY3" fmla="*/ 1683754 h 1787584"/>
                <a:gd name="connsiteX4" fmla="*/ 1604403 w 2187389"/>
                <a:gd name="connsiteY4" fmla="*/ 1783280 h 1787584"/>
                <a:gd name="connsiteX5" fmla="*/ 1370293 w 2187389"/>
                <a:gd name="connsiteY5" fmla="*/ 1573666 h 1787584"/>
                <a:gd name="connsiteX6" fmla="*/ 1460422 w 2187389"/>
                <a:gd name="connsiteY6" fmla="*/ 1291675 h 1787584"/>
                <a:gd name="connsiteX7" fmla="*/ 1599335 w 2187389"/>
                <a:gd name="connsiteY7" fmla="*/ 1030154 h 1787584"/>
                <a:gd name="connsiteX8" fmla="*/ 1418394 w 2187389"/>
                <a:gd name="connsiteY8" fmla="*/ 735930 h 1787584"/>
                <a:gd name="connsiteX9" fmla="*/ 1103453 w 2187389"/>
                <a:gd name="connsiteY9" fmla="*/ 670142 h 1787584"/>
                <a:gd name="connsiteX10" fmla="*/ 777418 w 2187389"/>
                <a:gd name="connsiteY10" fmla="*/ 713774 h 1787584"/>
                <a:gd name="connsiteX11" fmla="*/ 404305 w 2187389"/>
                <a:gd name="connsiteY11" fmla="*/ 565847 h 1787584"/>
                <a:gd name="connsiteX12" fmla="*/ 849 w 2187389"/>
                <a:gd name="connsiteY12" fmla="*/ 0 h 1787584"/>
                <a:gd name="connsiteX0" fmla="*/ 2074171 w 2187389"/>
                <a:gd name="connsiteY0" fmla="*/ 421669 h 1787584"/>
                <a:gd name="connsiteX1" fmla="*/ 2178293 w 2187389"/>
                <a:gd name="connsiteY1" fmla="*/ 930764 h 1787584"/>
                <a:gd name="connsiteX2" fmla="*/ 2164784 w 2187389"/>
                <a:gd name="connsiteY2" fmla="*/ 1325894 h 1787584"/>
                <a:gd name="connsiteX3" fmla="*/ 2025661 w 2187389"/>
                <a:gd name="connsiteY3" fmla="*/ 1683754 h 1787584"/>
                <a:gd name="connsiteX4" fmla="*/ 1604403 w 2187389"/>
                <a:gd name="connsiteY4" fmla="*/ 1783280 h 1787584"/>
                <a:gd name="connsiteX5" fmla="*/ 1370293 w 2187389"/>
                <a:gd name="connsiteY5" fmla="*/ 1573666 h 1787584"/>
                <a:gd name="connsiteX6" fmla="*/ 1460422 w 2187389"/>
                <a:gd name="connsiteY6" fmla="*/ 1291675 h 1787584"/>
                <a:gd name="connsiteX7" fmla="*/ 1548534 w 2187389"/>
                <a:gd name="connsiteY7" fmla="*/ 1015376 h 1787584"/>
                <a:gd name="connsiteX8" fmla="*/ 1418394 w 2187389"/>
                <a:gd name="connsiteY8" fmla="*/ 735930 h 1787584"/>
                <a:gd name="connsiteX9" fmla="*/ 1103453 w 2187389"/>
                <a:gd name="connsiteY9" fmla="*/ 670142 h 1787584"/>
                <a:gd name="connsiteX10" fmla="*/ 777418 w 2187389"/>
                <a:gd name="connsiteY10" fmla="*/ 713774 h 1787584"/>
                <a:gd name="connsiteX11" fmla="*/ 404305 w 2187389"/>
                <a:gd name="connsiteY11" fmla="*/ 565847 h 1787584"/>
                <a:gd name="connsiteX12" fmla="*/ 849 w 2187389"/>
                <a:gd name="connsiteY12" fmla="*/ 0 h 1787584"/>
                <a:gd name="connsiteX0" fmla="*/ 2074171 w 2187389"/>
                <a:gd name="connsiteY0" fmla="*/ 421669 h 1787584"/>
                <a:gd name="connsiteX1" fmla="*/ 2178293 w 2187389"/>
                <a:gd name="connsiteY1" fmla="*/ 930764 h 1787584"/>
                <a:gd name="connsiteX2" fmla="*/ 2164784 w 2187389"/>
                <a:gd name="connsiteY2" fmla="*/ 1325894 h 1787584"/>
                <a:gd name="connsiteX3" fmla="*/ 2025661 w 2187389"/>
                <a:gd name="connsiteY3" fmla="*/ 1683754 h 1787584"/>
                <a:gd name="connsiteX4" fmla="*/ 1604403 w 2187389"/>
                <a:gd name="connsiteY4" fmla="*/ 1783280 h 1787584"/>
                <a:gd name="connsiteX5" fmla="*/ 1370293 w 2187389"/>
                <a:gd name="connsiteY5" fmla="*/ 1573666 h 1787584"/>
                <a:gd name="connsiteX6" fmla="*/ 1460422 w 2187389"/>
                <a:gd name="connsiteY6" fmla="*/ 1291675 h 1787584"/>
                <a:gd name="connsiteX7" fmla="*/ 1548534 w 2187389"/>
                <a:gd name="connsiteY7" fmla="*/ 1015376 h 1787584"/>
                <a:gd name="connsiteX8" fmla="*/ 1382122 w 2187389"/>
                <a:gd name="connsiteY8" fmla="*/ 807459 h 1787584"/>
                <a:gd name="connsiteX9" fmla="*/ 1103453 w 2187389"/>
                <a:gd name="connsiteY9" fmla="*/ 670142 h 1787584"/>
                <a:gd name="connsiteX10" fmla="*/ 777418 w 2187389"/>
                <a:gd name="connsiteY10" fmla="*/ 713774 h 1787584"/>
                <a:gd name="connsiteX11" fmla="*/ 404305 w 2187389"/>
                <a:gd name="connsiteY11" fmla="*/ 565847 h 1787584"/>
                <a:gd name="connsiteX12" fmla="*/ 849 w 2187389"/>
                <a:gd name="connsiteY12" fmla="*/ 0 h 1787584"/>
                <a:gd name="connsiteX0" fmla="*/ 2074171 w 2239885"/>
                <a:gd name="connsiteY0" fmla="*/ 421669 h 1787243"/>
                <a:gd name="connsiteX1" fmla="*/ 2178293 w 2239885"/>
                <a:gd name="connsiteY1" fmla="*/ 930764 h 1787243"/>
                <a:gd name="connsiteX2" fmla="*/ 2233234 w 2239885"/>
                <a:gd name="connsiteY2" fmla="*/ 1360535 h 1787243"/>
                <a:gd name="connsiteX3" fmla="*/ 2025661 w 2239885"/>
                <a:gd name="connsiteY3" fmla="*/ 1683754 h 1787243"/>
                <a:gd name="connsiteX4" fmla="*/ 1604403 w 2239885"/>
                <a:gd name="connsiteY4" fmla="*/ 1783280 h 1787243"/>
                <a:gd name="connsiteX5" fmla="*/ 1370293 w 2239885"/>
                <a:gd name="connsiteY5" fmla="*/ 1573666 h 1787243"/>
                <a:gd name="connsiteX6" fmla="*/ 1460422 w 2239885"/>
                <a:gd name="connsiteY6" fmla="*/ 1291675 h 1787243"/>
                <a:gd name="connsiteX7" fmla="*/ 1548534 w 2239885"/>
                <a:gd name="connsiteY7" fmla="*/ 1015376 h 1787243"/>
                <a:gd name="connsiteX8" fmla="*/ 1382122 w 2239885"/>
                <a:gd name="connsiteY8" fmla="*/ 807459 h 1787243"/>
                <a:gd name="connsiteX9" fmla="*/ 1103453 w 2239885"/>
                <a:gd name="connsiteY9" fmla="*/ 670142 h 1787243"/>
                <a:gd name="connsiteX10" fmla="*/ 777418 w 2239885"/>
                <a:gd name="connsiteY10" fmla="*/ 713774 h 1787243"/>
                <a:gd name="connsiteX11" fmla="*/ 404305 w 2239885"/>
                <a:gd name="connsiteY11" fmla="*/ 565847 h 1787243"/>
                <a:gd name="connsiteX12" fmla="*/ 849 w 2239885"/>
                <a:gd name="connsiteY12" fmla="*/ 0 h 1787243"/>
                <a:gd name="connsiteX0" fmla="*/ 2074171 w 2237095"/>
                <a:gd name="connsiteY0" fmla="*/ 421669 h 1787243"/>
                <a:gd name="connsiteX1" fmla="*/ 2154408 w 2237095"/>
                <a:gd name="connsiteY1" fmla="*/ 1013498 h 1787243"/>
                <a:gd name="connsiteX2" fmla="*/ 2233234 w 2237095"/>
                <a:gd name="connsiteY2" fmla="*/ 1360535 h 1787243"/>
                <a:gd name="connsiteX3" fmla="*/ 2025661 w 2237095"/>
                <a:gd name="connsiteY3" fmla="*/ 1683754 h 1787243"/>
                <a:gd name="connsiteX4" fmla="*/ 1604403 w 2237095"/>
                <a:gd name="connsiteY4" fmla="*/ 1783280 h 1787243"/>
                <a:gd name="connsiteX5" fmla="*/ 1370293 w 2237095"/>
                <a:gd name="connsiteY5" fmla="*/ 1573666 h 1787243"/>
                <a:gd name="connsiteX6" fmla="*/ 1460422 w 2237095"/>
                <a:gd name="connsiteY6" fmla="*/ 1291675 h 1787243"/>
                <a:gd name="connsiteX7" fmla="*/ 1548534 w 2237095"/>
                <a:gd name="connsiteY7" fmla="*/ 1015376 h 1787243"/>
                <a:gd name="connsiteX8" fmla="*/ 1382122 w 2237095"/>
                <a:gd name="connsiteY8" fmla="*/ 807459 h 1787243"/>
                <a:gd name="connsiteX9" fmla="*/ 1103453 w 2237095"/>
                <a:gd name="connsiteY9" fmla="*/ 670142 h 1787243"/>
                <a:gd name="connsiteX10" fmla="*/ 777418 w 2237095"/>
                <a:gd name="connsiteY10" fmla="*/ 713774 h 1787243"/>
                <a:gd name="connsiteX11" fmla="*/ 404305 w 2237095"/>
                <a:gd name="connsiteY11" fmla="*/ 565847 h 1787243"/>
                <a:gd name="connsiteX12" fmla="*/ 849 w 2237095"/>
                <a:gd name="connsiteY12" fmla="*/ 0 h 1787243"/>
                <a:gd name="connsiteX0" fmla="*/ 2074171 w 2236693"/>
                <a:gd name="connsiteY0" fmla="*/ 421669 h 1787243"/>
                <a:gd name="connsiteX1" fmla="*/ 2140043 w 2236693"/>
                <a:gd name="connsiteY1" fmla="*/ 608031 h 1787243"/>
                <a:gd name="connsiteX2" fmla="*/ 2154408 w 2236693"/>
                <a:gd name="connsiteY2" fmla="*/ 1013498 h 1787243"/>
                <a:gd name="connsiteX3" fmla="*/ 2233234 w 2236693"/>
                <a:gd name="connsiteY3" fmla="*/ 1360535 h 1787243"/>
                <a:gd name="connsiteX4" fmla="*/ 2025661 w 2236693"/>
                <a:gd name="connsiteY4" fmla="*/ 1683754 h 1787243"/>
                <a:gd name="connsiteX5" fmla="*/ 1604403 w 2236693"/>
                <a:gd name="connsiteY5" fmla="*/ 1783280 h 1787243"/>
                <a:gd name="connsiteX6" fmla="*/ 1370293 w 2236693"/>
                <a:gd name="connsiteY6" fmla="*/ 1573666 h 1787243"/>
                <a:gd name="connsiteX7" fmla="*/ 1460422 w 2236693"/>
                <a:gd name="connsiteY7" fmla="*/ 1291675 h 1787243"/>
                <a:gd name="connsiteX8" fmla="*/ 1548534 w 2236693"/>
                <a:gd name="connsiteY8" fmla="*/ 1015376 h 1787243"/>
                <a:gd name="connsiteX9" fmla="*/ 1382122 w 2236693"/>
                <a:gd name="connsiteY9" fmla="*/ 807459 h 1787243"/>
                <a:gd name="connsiteX10" fmla="*/ 1103453 w 2236693"/>
                <a:gd name="connsiteY10" fmla="*/ 670142 h 1787243"/>
                <a:gd name="connsiteX11" fmla="*/ 777418 w 2236693"/>
                <a:gd name="connsiteY11" fmla="*/ 713774 h 1787243"/>
                <a:gd name="connsiteX12" fmla="*/ 404305 w 2236693"/>
                <a:gd name="connsiteY12" fmla="*/ 565847 h 1787243"/>
                <a:gd name="connsiteX13" fmla="*/ 849 w 2236693"/>
                <a:gd name="connsiteY13" fmla="*/ 0 h 1787243"/>
                <a:gd name="connsiteX0" fmla="*/ 2675680 w 2838202"/>
                <a:gd name="connsiteY0" fmla="*/ 587853 h 1953427"/>
                <a:gd name="connsiteX1" fmla="*/ 2741552 w 2838202"/>
                <a:gd name="connsiteY1" fmla="*/ 774215 h 1953427"/>
                <a:gd name="connsiteX2" fmla="*/ 2755917 w 2838202"/>
                <a:gd name="connsiteY2" fmla="*/ 1179682 h 1953427"/>
                <a:gd name="connsiteX3" fmla="*/ 2834743 w 2838202"/>
                <a:gd name="connsiteY3" fmla="*/ 1526719 h 1953427"/>
                <a:gd name="connsiteX4" fmla="*/ 2627170 w 2838202"/>
                <a:gd name="connsiteY4" fmla="*/ 1849938 h 1953427"/>
                <a:gd name="connsiteX5" fmla="*/ 2205912 w 2838202"/>
                <a:gd name="connsiteY5" fmla="*/ 1949464 h 1953427"/>
                <a:gd name="connsiteX6" fmla="*/ 1971802 w 2838202"/>
                <a:gd name="connsiteY6" fmla="*/ 1739850 h 1953427"/>
                <a:gd name="connsiteX7" fmla="*/ 2061931 w 2838202"/>
                <a:gd name="connsiteY7" fmla="*/ 1457859 h 1953427"/>
                <a:gd name="connsiteX8" fmla="*/ 2150043 w 2838202"/>
                <a:gd name="connsiteY8" fmla="*/ 1181560 h 1953427"/>
                <a:gd name="connsiteX9" fmla="*/ 1983631 w 2838202"/>
                <a:gd name="connsiteY9" fmla="*/ 973643 h 1953427"/>
                <a:gd name="connsiteX10" fmla="*/ 1704962 w 2838202"/>
                <a:gd name="connsiteY10" fmla="*/ 836326 h 1953427"/>
                <a:gd name="connsiteX11" fmla="*/ 1378927 w 2838202"/>
                <a:gd name="connsiteY11" fmla="*/ 879958 h 1953427"/>
                <a:gd name="connsiteX12" fmla="*/ 1005814 w 2838202"/>
                <a:gd name="connsiteY12" fmla="*/ 732031 h 1953427"/>
                <a:gd name="connsiteX13" fmla="*/ 349 w 2838202"/>
                <a:gd name="connsiteY13" fmla="*/ 0 h 1953427"/>
                <a:gd name="connsiteX0" fmla="*/ 2675331 w 2837853"/>
                <a:gd name="connsiteY0" fmla="*/ 587853 h 1953427"/>
                <a:gd name="connsiteX1" fmla="*/ 2741203 w 2837853"/>
                <a:gd name="connsiteY1" fmla="*/ 774215 h 1953427"/>
                <a:gd name="connsiteX2" fmla="*/ 2755568 w 2837853"/>
                <a:gd name="connsiteY2" fmla="*/ 1179682 h 1953427"/>
                <a:gd name="connsiteX3" fmla="*/ 2834394 w 2837853"/>
                <a:gd name="connsiteY3" fmla="*/ 1526719 h 1953427"/>
                <a:gd name="connsiteX4" fmla="*/ 2626821 w 2837853"/>
                <a:gd name="connsiteY4" fmla="*/ 1849938 h 1953427"/>
                <a:gd name="connsiteX5" fmla="*/ 2205563 w 2837853"/>
                <a:gd name="connsiteY5" fmla="*/ 1949464 h 1953427"/>
                <a:gd name="connsiteX6" fmla="*/ 1971453 w 2837853"/>
                <a:gd name="connsiteY6" fmla="*/ 1739850 h 1953427"/>
                <a:gd name="connsiteX7" fmla="*/ 2061582 w 2837853"/>
                <a:gd name="connsiteY7" fmla="*/ 1457859 h 1953427"/>
                <a:gd name="connsiteX8" fmla="*/ 2149694 w 2837853"/>
                <a:gd name="connsiteY8" fmla="*/ 1181560 h 1953427"/>
                <a:gd name="connsiteX9" fmla="*/ 1983282 w 2837853"/>
                <a:gd name="connsiteY9" fmla="*/ 973643 h 1953427"/>
                <a:gd name="connsiteX10" fmla="*/ 1704613 w 2837853"/>
                <a:gd name="connsiteY10" fmla="*/ 836326 h 1953427"/>
                <a:gd name="connsiteX11" fmla="*/ 1378578 w 2837853"/>
                <a:gd name="connsiteY11" fmla="*/ 879958 h 1953427"/>
                <a:gd name="connsiteX12" fmla="*/ 1005465 w 2837853"/>
                <a:gd name="connsiteY12" fmla="*/ 732031 h 1953427"/>
                <a:gd name="connsiteX13" fmla="*/ 0 w 2837853"/>
                <a:gd name="connsiteY13" fmla="*/ 0 h 1953427"/>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90113 w 2978272"/>
                <a:gd name="connsiteY8" fmla="*/ 1171633 h 1943500"/>
                <a:gd name="connsiteX9" fmla="*/ 2123701 w 2978272"/>
                <a:gd name="connsiteY9" fmla="*/ 963716 h 1943500"/>
                <a:gd name="connsiteX10" fmla="*/ 1845032 w 2978272"/>
                <a:gd name="connsiteY10" fmla="*/ 826399 h 1943500"/>
                <a:gd name="connsiteX11" fmla="*/ 1518997 w 2978272"/>
                <a:gd name="connsiteY11" fmla="*/ 870031 h 1943500"/>
                <a:gd name="connsiteX12" fmla="*/ 1145884 w 2978272"/>
                <a:gd name="connsiteY12" fmla="*/ 722104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90113 w 2978272"/>
                <a:gd name="connsiteY8" fmla="*/ 1171633 h 1943500"/>
                <a:gd name="connsiteX9" fmla="*/ 2123701 w 2978272"/>
                <a:gd name="connsiteY9" fmla="*/ 963716 h 1943500"/>
                <a:gd name="connsiteX10" fmla="*/ 1845032 w 2978272"/>
                <a:gd name="connsiteY10" fmla="*/ 826399 h 1943500"/>
                <a:gd name="connsiteX11" fmla="*/ 1518997 w 2978272"/>
                <a:gd name="connsiteY11" fmla="*/ 870031 h 1943500"/>
                <a:gd name="connsiteX12" fmla="*/ 772137 w 2978272"/>
                <a:gd name="connsiteY12" fmla="*/ 666390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90113 w 2978272"/>
                <a:gd name="connsiteY8" fmla="*/ 1171633 h 1943500"/>
                <a:gd name="connsiteX9" fmla="*/ 2123701 w 2978272"/>
                <a:gd name="connsiteY9" fmla="*/ 963716 h 1943500"/>
                <a:gd name="connsiteX10" fmla="*/ 1845032 w 2978272"/>
                <a:gd name="connsiteY10" fmla="*/ 826399 h 1943500"/>
                <a:gd name="connsiteX11" fmla="*/ 1398774 w 2978272"/>
                <a:gd name="connsiteY11" fmla="*/ 898227 h 1943500"/>
                <a:gd name="connsiteX12" fmla="*/ 772137 w 2978272"/>
                <a:gd name="connsiteY12" fmla="*/ 666390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90113 w 2978272"/>
                <a:gd name="connsiteY8" fmla="*/ 1171633 h 1943500"/>
                <a:gd name="connsiteX9" fmla="*/ 2123701 w 2978272"/>
                <a:gd name="connsiteY9" fmla="*/ 963716 h 1943500"/>
                <a:gd name="connsiteX10" fmla="*/ 1753077 w 2978272"/>
                <a:gd name="connsiteY10" fmla="*/ 902751 h 1943500"/>
                <a:gd name="connsiteX11" fmla="*/ 1398774 w 2978272"/>
                <a:gd name="connsiteY11" fmla="*/ 898227 h 1943500"/>
                <a:gd name="connsiteX12" fmla="*/ 772137 w 2978272"/>
                <a:gd name="connsiteY12" fmla="*/ 666390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90113 w 2978272"/>
                <a:gd name="connsiteY8" fmla="*/ 1171633 h 1943500"/>
                <a:gd name="connsiteX9" fmla="*/ 2008540 w 2978272"/>
                <a:gd name="connsiteY9" fmla="*/ 961197 h 1943500"/>
                <a:gd name="connsiteX10" fmla="*/ 1753077 w 2978272"/>
                <a:gd name="connsiteY10" fmla="*/ 902751 h 1943500"/>
                <a:gd name="connsiteX11" fmla="*/ 1398774 w 2978272"/>
                <a:gd name="connsiteY11" fmla="*/ 898227 h 1943500"/>
                <a:gd name="connsiteX12" fmla="*/ 772137 w 2978272"/>
                <a:gd name="connsiteY12" fmla="*/ 666390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202001 w 2978272"/>
                <a:gd name="connsiteY7" fmla="*/ 1447932 h 1943500"/>
                <a:gd name="connsiteX8" fmla="*/ 2204242 w 2978272"/>
                <a:gd name="connsiteY8" fmla="*/ 1185724 h 1943500"/>
                <a:gd name="connsiteX9" fmla="*/ 2008540 w 2978272"/>
                <a:gd name="connsiteY9" fmla="*/ 961197 h 1943500"/>
                <a:gd name="connsiteX10" fmla="*/ 1753077 w 2978272"/>
                <a:gd name="connsiteY10" fmla="*/ 902751 h 1943500"/>
                <a:gd name="connsiteX11" fmla="*/ 1398774 w 2978272"/>
                <a:gd name="connsiteY11" fmla="*/ 898227 h 1943500"/>
                <a:gd name="connsiteX12" fmla="*/ 772137 w 2978272"/>
                <a:gd name="connsiteY12" fmla="*/ 666390 h 1943500"/>
                <a:gd name="connsiteX13" fmla="*/ 0 w 2978272"/>
                <a:gd name="connsiteY13" fmla="*/ 0 h 1943500"/>
                <a:gd name="connsiteX0" fmla="*/ 2815750 w 2978272"/>
                <a:gd name="connsiteY0" fmla="*/ 577926 h 1943500"/>
                <a:gd name="connsiteX1" fmla="*/ 2881622 w 2978272"/>
                <a:gd name="connsiteY1" fmla="*/ 764288 h 1943500"/>
                <a:gd name="connsiteX2" fmla="*/ 2895987 w 2978272"/>
                <a:gd name="connsiteY2" fmla="*/ 1169755 h 1943500"/>
                <a:gd name="connsiteX3" fmla="*/ 2974813 w 2978272"/>
                <a:gd name="connsiteY3" fmla="*/ 1516792 h 1943500"/>
                <a:gd name="connsiteX4" fmla="*/ 2767240 w 2978272"/>
                <a:gd name="connsiteY4" fmla="*/ 1840011 h 1943500"/>
                <a:gd name="connsiteX5" fmla="*/ 2345982 w 2978272"/>
                <a:gd name="connsiteY5" fmla="*/ 1939537 h 1943500"/>
                <a:gd name="connsiteX6" fmla="*/ 2111872 w 2978272"/>
                <a:gd name="connsiteY6" fmla="*/ 1729923 h 1943500"/>
                <a:gd name="connsiteX7" fmla="*/ 2117744 w 2978272"/>
                <a:gd name="connsiteY7" fmla="*/ 1446868 h 1943500"/>
                <a:gd name="connsiteX8" fmla="*/ 2204242 w 2978272"/>
                <a:gd name="connsiteY8" fmla="*/ 1185724 h 1943500"/>
                <a:gd name="connsiteX9" fmla="*/ 2008540 w 2978272"/>
                <a:gd name="connsiteY9" fmla="*/ 961197 h 1943500"/>
                <a:gd name="connsiteX10" fmla="*/ 1753077 w 2978272"/>
                <a:gd name="connsiteY10" fmla="*/ 902751 h 1943500"/>
                <a:gd name="connsiteX11" fmla="*/ 1398774 w 2978272"/>
                <a:gd name="connsiteY11" fmla="*/ 898227 h 1943500"/>
                <a:gd name="connsiteX12" fmla="*/ 772137 w 2978272"/>
                <a:gd name="connsiteY12" fmla="*/ 666390 h 1943500"/>
                <a:gd name="connsiteX13" fmla="*/ 0 w 2978272"/>
                <a:gd name="connsiteY13" fmla="*/ 0 h 1943500"/>
                <a:gd name="connsiteX0" fmla="*/ 2815750 w 2978272"/>
                <a:gd name="connsiteY0" fmla="*/ 577926 h 1940857"/>
                <a:gd name="connsiteX1" fmla="*/ 2881622 w 2978272"/>
                <a:gd name="connsiteY1" fmla="*/ 764288 h 1940857"/>
                <a:gd name="connsiteX2" fmla="*/ 2895987 w 2978272"/>
                <a:gd name="connsiteY2" fmla="*/ 1169755 h 1940857"/>
                <a:gd name="connsiteX3" fmla="*/ 2974813 w 2978272"/>
                <a:gd name="connsiteY3" fmla="*/ 1516792 h 1940857"/>
                <a:gd name="connsiteX4" fmla="*/ 2767240 w 2978272"/>
                <a:gd name="connsiteY4" fmla="*/ 1840011 h 1940857"/>
                <a:gd name="connsiteX5" fmla="*/ 2345982 w 2978272"/>
                <a:gd name="connsiteY5" fmla="*/ 1939537 h 1940857"/>
                <a:gd name="connsiteX6" fmla="*/ 2051729 w 2978272"/>
                <a:gd name="connsiteY6" fmla="*/ 1785580 h 1940857"/>
                <a:gd name="connsiteX7" fmla="*/ 2117744 w 2978272"/>
                <a:gd name="connsiteY7" fmla="*/ 1446868 h 1940857"/>
                <a:gd name="connsiteX8" fmla="*/ 2204242 w 2978272"/>
                <a:gd name="connsiteY8" fmla="*/ 1185724 h 1940857"/>
                <a:gd name="connsiteX9" fmla="*/ 2008540 w 2978272"/>
                <a:gd name="connsiteY9" fmla="*/ 961197 h 1940857"/>
                <a:gd name="connsiteX10" fmla="*/ 1753077 w 2978272"/>
                <a:gd name="connsiteY10" fmla="*/ 902751 h 1940857"/>
                <a:gd name="connsiteX11" fmla="*/ 1398774 w 2978272"/>
                <a:gd name="connsiteY11" fmla="*/ 898227 h 1940857"/>
                <a:gd name="connsiteX12" fmla="*/ 772137 w 2978272"/>
                <a:gd name="connsiteY12" fmla="*/ 666390 h 1940857"/>
                <a:gd name="connsiteX13" fmla="*/ 0 w 2978272"/>
                <a:gd name="connsiteY13" fmla="*/ 0 h 1940857"/>
                <a:gd name="connsiteX0" fmla="*/ 2854485 w 2978272"/>
                <a:gd name="connsiteY0" fmla="*/ 502319 h 1940857"/>
                <a:gd name="connsiteX1" fmla="*/ 2881622 w 2978272"/>
                <a:gd name="connsiteY1" fmla="*/ 764288 h 1940857"/>
                <a:gd name="connsiteX2" fmla="*/ 2895987 w 2978272"/>
                <a:gd name="connsiteY2" fmla="*/ 1169755 h 1940857"/>
                <a:gd name="connsiteX3" fmla="*/ 2974813 w 2978272"/>
                <a:gd name="connsiteY3" fmla="*/ 1516792 h 1940857"/>
                <a:gd name="connsiteX4" fmla="*/ 2767240 w 2978272"/>
                <a:gd name="connsiteY4" fmla="*/ 1840011 h 1940857"/>
                <a:gd name="connsiteX5" fmla="*/ 2345982 w 2978272"/>
                <a:gd name="connsiteY5" fmla="*/ 1939537 h 1940857"/>
                <a:gd name="connsiteX6" fmla="*/ 2051729 w 2978272"/>
                <a:gd name="connsiteY6" fmla="*/ 1785580 h 1940857"/>
                <a:gd name="connsiteX7" fmla="*/ 2117744 w 2978272"/>
                <a:gd name="connsiteY7" fmla="*/ 1446868 h 1940857"/>
                <a:gd name="connsiteX8" fmla="*/ 2204242 w 2978272"/>
                <a:gd name="connsiteY8" fmla="*/ 1185724 h 1940857"/>
                <a:gd name="connsiteX9" fmla="*/ 2008540 w 2978272"/>
                <a:gd name="connsiteY9" fmla="*/ 961197 h 1940857"/>
                <a:gd name="connsiteX10" fmla="*/ 1753077 w 2978272"/>
                <a:gd name="connsiteY10" fmla="*/ 902751 h 1940857"/>
                <a:gd name="connsiteX11" fmla="*/ 1398774 w 2978272"/>
                <a:gd name="connsiteY11" fmla="*/ 898227 h 1940857"/>
                <a:gd name="connsiteX12" fmla="*/ 772137 w 2978272"/>
                <a:gd name="connsiteY12" fmla="*/ 666390 h 1940857"/>
                <a:gd name="connsiteX13" fmla="*/ 0 w 2978272"/>
                <a:gd name="connsiteY13" fmla="*/ 0 h 1940857"/>
                <a:gd name="connsiteX0" fmla="*/ 2854485 w 2978272"/>
                <a:gd name="connsiteY0" fmla="*/ 502319 h 1940857"/>
                <a:gd name="connsiteX1" fmla="*/ 2881622 w 2978272"/>
                <a:gd name="connsiteY1" fmla="*/ 764288 h 1940857"/>
                <a:gd name="connsiteX2" fmla="*/ 2895987 w 2978272"/>
                <a:gd name="connsiteY2" fmla="*/ 1169755 h 1940857"/>
                <a:gd name="connsiteX3" fmla="*/ 2974813 w 2978272"/>
                <a:gd name="connsiteY3" fmla="*/ 1516792 h 1940857"/>
                <a:gd name="connsiteX4" fmla="*/ 2767240 w 2978272"/>
                <a:gd name="connsiteY4" fmla="*/ 1840011 h 1940857"/>
                <a:gd name="connsiteX5" fmla="*/ 2345982 w 2978272"/>
                <a:gd name="connsiteY5" fmla="*/ 1939537 h 1940857"/>
                <a:gd name="connsiteX6" fmla="*/ 2051729 w 2978272"/>
                <a:gd name="connsiteY6" fmla="*/ 1785580 h 1940857"/>
                <a:gd name="connsiteX7" fmla="*/ 2117744 w 2978272"/>
                <a:gd name="connsiteY7" fmla="*/ 1446868 h 1940857"/>
                <a:gd name="connsiteX8" fmla="*/ 2204242 w 2978272"/>
                <a:gd name="connsiteY8" fmla="*/ 1185724 h 1940857"/>
                <a:gd name="connsiteX9" fmla="*/ 2008540 w 2978272"/>
                <a:gd name="connsiteY9" fmla="*/ 961197 h 1940857"/>
                <a:gd name="connsiteX10" fmla="*/ 1753077 w 2978272"/>
                <a:gd name="connsiteY10" fmla="*/ 902751 h 1940857"/>
                <a:gd name="connsiteX11" fmla="*/ 1398774 w 2978272"/>
                <a:gd name="connsiteY11" fmla="*/ 898227 h 1940857"/>
                <a:gd name="connsiteX12" fmla="*/ 772137 w 2978272"/>
                <a:gd name="connsiteY12" fmla="*/ 666390 h 1940857"/>
                <a:gd name="connsiteX13" fmla="*/ 0 w 2978272"/>
                <a:gd name="connsiteY13" fmla="*/ 0 h 1940857"/>
                <a:gd name="connsiteX0" fmla="*/ 2513288 w 2637075"/>
                <a:gd name="connsiteY0" fmla="*/ 223899 h 1662437"/>
                <a:gd name="connsiteX1" fmla="*/ 2540425 w 2637075"/>
                <a:gd name="connsiteY1" fmla="*/ 485868 h 1662437"/>
                <a:gd name="connsiteX2" fmla="*/ 2554790 w 2637075"/>
                <a:gd name="connsiteY2" fmla="*/ 891335 h 1662437"/>
                <a:gd name="connsiteX3" fmla="*/ 2633616 w 2637075"/>
                <a:gd name="connsiteY3" fmla="*/ 1238372 h 1662437"/>
                <a:gd name="connsiteX4" fmla="*/ 2426043 w 2637075"/>
                <a:gd name="connsiteY4" fmla="*/ 1561591 h 1662437"/>
                <a:gd name="connsiteX5" fmla="*/ 2004785 w 2637075"/>
                <a:gd name="connsiteY5" fmla="*/ 1661117 h 1662437"/>
                <a:gd name="connsiteX6" fmla="*/ 1710532 w 2637075"/>
                <a:gd name="connsiteY6" fmla="*/ 1507160 h 1662437"/>
                <a:gd name="connsiteX7" fmla="*/ 1776547 w 2637075"/>
                <a:gd name="connsiteY7" fmla="*/ 1168448 h 1662437"/>
                <a:gd name="connsiteX8" fmla="*/ 1863045 w 2637075"/>
                <a:gd name="connsiteY8" fmla="*/ 907304 h 1662437"/>
                <a:gd name="connsiteX9" fmla="*/ 1667343 w 2637075"/>
                <a:gd name="connsiteY9" fmla="*/ 682777 h 1662437"/>
                <a:gd name="connsiteX10" fmla="*/ 1411880 w 2637075"/>
                <a:gd name="connsiteY10" fmla="*/ 624331 h 1662437"/>
                <a:gd name="connsiteX11" fmla="*/ 1057577 w 2637075"/>
                <a:gd name="connsiteY11" fmla="*/ 619807 h 1662437"/>
                <a:gd name="connsiteX12" fmla="*/ 430940 w 2637075"/>
                <a:gd name="connsiteY12" fmla="*/ 387970 h 1662437"/>
                <a:gd name="connsiteX13" fmla="*/ 0 w 2637075"/>
                <a:gd name="connsiteY13" fmla="*/ 0 h 1662437"/>
                <a:gd name="connsiteX0" fmla="*/ 2513288 w 2637075"/>
                <a:gd name="connsiteY0" fmla="*/ 223899 h 1662437"/>
                <a:gd name="connsiteX1" fmla="*/ 2540425 w 2637075"/>
                <a:gd name="connsiteY1" fmla="*/ 485868 h 1662437"/>
                <a:gd name="connsiteX2" fmla="*/ 2554790 w 2637075"/>
                <a:gd name="connsiteY2" fmla="*/ 891335 h 1662437"/>
                <a:gd name="connsiteX3" fmla="*/ 2633616 w 2637075"/>
                <a:gd name="connsiteY3" fmla="*/ 1238372 h 1662437"/>
                <a:gd name="connsiteX4" fmla="*/ 2426043 w 2637075"/>
                <a:gd name="connsiteY4" fmla="*/ 1561591 h 1662437"/>
                <a:gd name="connsiteX5" fmla="*/ 2004785 w 2637075"/>
                <a:gd name="connsiteY5" fmla="*/ 1661117 h 1662437"/>
                <a:gd name="connsiteX6" fmla="*/ 1710532 w 2637075"/>
                <a:gd name="connsiteY6" fmla="*/ 1507160 h 1662437"/>
                <a:gd name="connsiteX7" fmla="*/ 1776547 w 2637075"/>
                <a:gd name="connsiteY7" fmla="*/ 1168448 h 1662437"/>
                <a:gd name="connsiteX8" fmla="*/ 1863045 w 2637075"/>
                <a:gd name="connsiteY8" fmla="*/ 907304 h 1662437"/>
                <a:gd name="connsiteX9" fmla="*/ 1667343 w 2637075"/>
                <a:gd name="connsiteY9" fmla="*/ 682777 h 1662437"/>
                <a:gd name="connsiteX10" fmla="*/ 1411880 w 2637075"/>
                <a:gd name="connsiteY10" fmla="*/ 624331 h 1662437"/>
                <a:gd name="connsiteX11" fmla="*/ 1057577 w 2637075"/>
                <a:gd name="connsiteY11" fmla="*/ 619807 h 1662437"/>
                <a:gd name="connsiteX12" fmla="*/ 401471 w 2637075"/>
                <a:gd name="connsiteY12" fmla="*/ 507908 h 1662437"/>
                <a:gd name="connsiteX13" fmla="*/ 0 w 2637075"/>
                <a:gd name="connsiteY13" fmla="*/ 0 h 1662437"/>
                <a:gd name="connsiteX0" fmla="*/ 2357874 w 2481661"/>
                <a:gd name="connsiteY0" fmla="*/ 0 h 1438538"/>
                <a:gd name="connsiteX1" fmla="*/ 2385011 w 2481661"/>
                <a:gd name="connsiteY1" fmla="*/ 261969 h 1438538"/>
                <a:gd name="connsiteX2" fmla="*/ 2399376 w 2481661"/>
                <a:gd name="connsiteY2" fmla="*/ 667436 h 1438538"/>
                <a:gd name="connsiteX3" fmla="*/ 2478202 w 2481661"/>
                <a:gd name="connsiteY3" fmla="*/ 1014473 h 1438538"/>
                <a:gd name="connsiteX4" fmla="*/ 2270629 w 2481661"/>
                <a:gd name="connsiteY4" fmla="*/ 1337692 h 1438538"/>
                <a:gd name="connsiteX5" fmla="*/ 1849371 w 2481661"/>
                <a:gd name="connsiteY5" fmla="*/ 1437218 h 1438538"/>
                <a:gd name="connsiteX6" fmla="*/ 1555118 w 2481661"/>
                <a:gd name="connsiteY6" fmla="*/ 1283261 h 1438538"/>
                <a:gd name="connsiteX7" fmla="*/ 1621133 w 2481661"/>
                <a:gd name="connsiteY7" fmla="*/ 944549 h 1438538"/>
                <a:gd name="connsiteX8" fmla="*/ 1707631 w 2481661"/>
                <a:gd name="connsiteY8" fmla="*/ 683405 h 1438538"/>
                <a:gd name="connsiteX9" fmla="*/ 1511929 w 2481661"/>
                <a:gd name="connsiteY9" fmla="*/ 458878 h 1438538"/>
                <a:gd name="connsiteX10" fmla="*/ 1256466 w 2481661"/>
                <a:gd name="connsiteY10" fmla="*/ 400432 h 1438538"/>
                <a:gd name="connsiteX11" fmla="*/ 902163 w 2481661"/>
                <a:gd name="connsiteY11" fmla="*/ 395908 h 1438538"/>
                <a:gd name="connsiteX12" fmla="*/ 246057 w 2481661"/>
                <a:gd name="connsiteY12" fmla="*/ 284009 h 1438538"/>
                <a:gd name="connsiteX13" fmla="*/ 0 w 2481661"/>
                <a:gd name="connsiteY13" fmla="*/ 21515 h 1438538"/>
                <a:gd name="connsiteX0" fmla="*/ 2315274 w 2439061"/>
                <a:gd name="connsiteY0" fmla="*/ 0 h 1438538"/>
                <a:gd name="connsiteX1" fmla="*/ 2342411 w 2439061"/>
                <a:gd name="connsiteY1" fmla="*/ 261969 h 1438538"/>
                <a:gd name="connsiteX2" fmla="*/ 2356776 w 2439061"/>
                <a:gd name="connsiteY2" fmla="*/ 667436 h 1438538"/>
                <a:gd name="connsiteX3" fmla="*/ 2435602 w 2439061"/>
                <a:gd name="connsiteY3" fmla="*/ 1014473 h 1438538"/>
                <a:gd name="connsiteX4" fmla="*/ 2228029 w 2439061"/>
                <a:gd name="connsiteY4" fmla="*/ 1337692 h 1438538"/>
                <a:gd name="connsiteX5" fmla="*/ 1806771 w 2439061"/>
                <a:gd name="connsiteY5" fmla="*/ 1437218 h 1438538"/>
                <a:gd name="connsiteX6" fmla="*/ 1512518 w 2439061"/>
                <a:gd name="connsiteY6" fmla="*/ 1283261 h 1438538"/>
                <a:gd name="connsiteX7" fmla="*/ 1578533 w 2439061"/>
                <a:gd name="connsiteY7" fmla="*/ 944549 h 1438538"/>
                <a:gd name="connsiteX8" fmla="*/ 1665031 w 2439061"/>
                <a:gd name="connsiteY8" fmla="*/ 683405 h 1438538"/>
                <a:gd name="connsiteX9" fmla="*/ 1469329 w 2439061"/>
                <a:gd name="connsiteY9" fmla="*/ 458878 h 1438538"/>
                <a:gd name="connsiteX10" fmla="*/ 1213866 w 2439061"/>
                <a:gd name="connsiteY10" fmla="*/ 400432 h 1438538"/>
                <a:gd name="connsiteX11" fmla="*/ 859563 w 2439061"/>
                <a:gd name="connsiteY11" fmla="*/ 395908 h 1438538"/>
                <a:gd name="connsiteX12" fmla="*/ 203457 w 2439061"/>
                <a:gd name="connsiteY12" fmla="*/ 284009 h 1438538"/>
                <a:gd name="connsiteX13" fmla="*/ 0 w 2439061"/>
                <a:gd name="connsiteY13" fmla="*/ 78665 h 1438538"/>
                <a:gd name="connsiteX0" fmla="*/ 2315274 w 2439061"/>
                <a:gd name="connsiteY0" fmla="*/ 0 h 1438538"/>
                <a:gd name="connsiteX1" fmla="*/ 2342411 w 2439061"/>
                <a:gd name="connsiteY1" fmla="*/ 261969 h 1438538"/>
                <a:gd name="connsiteX2" fmla="*/ 2356776 w 2439061"/>
                <a:gd name="connsiteY2" fmla="*/ 667436 h 1438538"/>
                <a:gd name="connsiteX3" fmla="*/ 2435602 w 2439061"/>
                <a:gd name="connsiteY3" fmla="*/ 1014473 h 1438538"/>
                <a:gd name="connsiteX4" fmla="*/ 2228029 w 2439061"/>
                <a:gd name="connsiteY4" fmla="*/ 1337692 h 1438538"/>
                <a:gd name="connsiteX5" fmla="*/ 1806771 w 2439061"/>
                <a:gd name="connsiteY5" fmla="*/ 1437218 h 1438538"/>
                <a:gd name="connsiteX6" fmla="*/ 1512518 w 2439061"/>
                <a:gd name="connsiteY6" fmla="*/ 1283261 h 1438538"/>
                <a:gd name="connsiteX7" fmla="*/ 1578533 w 2439061"/>
                <a:gd name="connsiteY7" fmla="*/ 944549 h 1438538"/>
                <a:gd name="connsiteX8" fmla="*/ 1665031 w 2439061"/>
                <a:gd name="connsiteY8" fmla="*/ 683405 h 1438538"/>
                <a:gd name="connsiteX9" fmla="*/ 1469329 w 2439061"/>
                <a:gd name="connsiteY9" fmla="*/ 458878 h 1438538"/>
                <a:gd name="connsiteX10" fmla="*/ 1213866 w 2439061"/>
                <a:gd name="connsiteY10" fmla="*/ 400432 h 1438538"/>
                <a:gd name="connsiteX11" fmla="*/ 859563 w 2439061"/>
                <a:gd name="connsiteY11" fmla="*/ 395908 h 1438538"/>
                <a:gd name="connsiteX12" fmla="*/ 203457 w 2439061"/>
                <a:gd name="connsiteY12" fmla="*/ 284009 h 1438538"/>
                <a:gd name="connsiteX13" fmla="*/ 0 w 2439061"/>
                <a:gd name="connsiteY13" fmla="*/ 78665 h 1438538"/>
                <a:gd name="connsiteX0" fmla="*/ 2327146 w 2439061"/>
                <a:gd name="connsiteY0" fmla="*/ 0 h 1438953"/>
                <a:gd name="connsiteX1" fmla="*/ 2342411 w 2439061"/>
                <a:gd name="connsiteY1" fmla="*/ 262384 h 1438953"/>
                <a:gd name="connsiteX2" fmla="*/ 2356776 w 2439061"/>
                <a:gd name="connsiteY2" fmla="*/ 667851 h 1438953"/>
                <a:gd name="connsiteX3" fmla="*/ 2435602 w 2439061"/>
                <a:gd name="connsiteY3" fmla="*/ 1014888 h 1438953"/>
                <a:gd name="connsiteX4" fmla="*/ 2228029 w 2439061"/>
                <a:gd name="connsiteY4" fmla="*/ 1338107 h 1438953"/>
                <a:gd name="connsiteX5" fmla="*/ 1806771 w 2439061"/>
                <a:gd name="connsiteY5" fmla="*/ 1437633 h 1438953"/>
                <a:gd name="connsiteX6" fmla="*/ 1512518 w 2439061"/>
                <a:gd name="connsiteY6" fmla="*/ 1283676 h 1438953"/>
                <a:gd name="connsiteX7" fmla="*/ 1578533 w 2439061"/>
                <a:gd name="connsiteY7" fmla="*/ 944964 h 1438953"/>
                <a:gd name="connsiteX8" fmla="*/ 1665031 w 2439061"/>
                <a:gd name="connsiteY8" fmla="*/ 683820 h 1438953"/>
                <a:gd name="connsiteX9" fmla="*/ 1469329 w 2439061"/>
                <a:gd name="connsiteY9" fmla="*/ 459293 h 1438953"/>
                <a:gd name="connsiteX10" fmla="*/ 1213866 w 2439061"/>
                <a:gd name="connsiteY10" fmla="*/ 400847 h 1438953"/>
                <a:gd name="connsiteX11" fmla="*/ 859563 w 2439061"/>
                <a:gd name="connsiteY11" fmla="*/ 396323 h 1438953"/>
                <a:gd name="connsiteX12" fmla="*/ 203457 w 2439061"/>
                <a:gd name="connsiteY12" fmla="*/ 284424 h 1438953"/>
                <a:gd name="connsiteX13" fmla="*/ 0 w 2439061"/>
                <a:gd name="connsiteY13" fmla="*/ 79080 h 1438953"/>
                <a:gd name="connsiteX0" fmla="*/ 2327146 w 2439061"/>
                <a:gd name="connsiteY0" fmla="*/ 0 h 1438953"/>
                <a:gd name="connsiteX1" fmla="*/ 2342411 w 2439061"/>
                <a:gd name="connsiteY1" fmla="*/ 262384 h 1438953"/>
                <a:gd name="connsiteX2" fmla="*/ 2356776 w 2439061"/>
                <a:gd name="connsiteY2" fmla="*/ 667851 h 1438953"/>
                <a:gd name="connsiteX3" fmla="*/ 2435602 w 2439061"/>
                <a:gd name="connsiteY3" fmla="*/ 1014888 h 1438953"/>
                <a:gd name="connsiteX4" fmla="*/ 2228029 w 2439061"/>
                <a:gd name="connsiteY4" fmla="*/ 1338107 h 1438953"/>
                <a:gd name="connsiteX5" fmla="*/ 1806771 w 2439061"/>
                <a:gd name="connsiteY5" fmla="*/ 1437633 h 1438953"/>
                <a:gd name="connsiteX6" fmla="*/ 1512518 w 2439061"/>
                <a:gd name="connsiteY6" fmla="*/ 1283676 h 1438953"/>
                <a:gd name="connsiteX7" fmla="*/ 1578533 w 2439061"/>
                <a:gd name="connsiteY7" fmla="*/ 944964 h 1438953"/>
                <a:gd name="connsiteX8" fmla="*/ 1559088 w 2439061"/>
                <a:gd name="connsiteY8" fmla="*/ 724305 h 1438953"/>
                <a:gd name="connsiteX9" fmla="*/ 1469329 w 2439061"/>
                <a:gd name="connsiteY9" fmla="*/ 459293 h 1438953"/>
                <a:gd name="connsiteX10" fmla="*/ 1213866 w 2439061"/>
                <a:gd name="connsiteY10" fmla="*/ 400847 h 1438953"/>
                <a:gd name="connsiteX11" fmla="*/ 859563 w 2439061"/>
                <a:gd name="connsiteY11" fmla="*/ 396323 h 1438953"/>
                <a:gd name="connsiteX12" fmla="*/ 203457 w 2439061"/>
                <a:gd name="connsiteY12" fmla="*/ 284424 h 1438953"/>
                <a:gd name="connsiteX13" fmla="*/ 0 w 2439061"/>
                <a:gd name="connsiteY13" fmla="*/ 79080 h 1438953"/>
                <a:gd name="connsiteX0" fmla="*/ 2327146 w 2439061"/>
                <a:gd name="connsiteY0" fmla="*/ 0 h 1438953"/>
                <a:gd name="connsiteX1" fmla="*/ 2342411 w 2439061"/>
                <a:gd name="connsiteY1" fmla="*/ 262384 h 1438953"/>
                <a:gd name="connsiteX2" fmla="*/ 2356776 w 2439061"/>
                <a:gd name="connsiteY2" fmla="*/ 667851 h 1438953"/>
                <a:gd name="connsiteX3" fmla="*/ 2435602 w 2439061"/>
                <a:gd name="connsiteY3" fmla="*/ 1014888 h 1438953"/>
                <a:gd name="connsiteX4" fmla="*/ 2228029 w 2439061"/>
                <a:gd name="connsiteY4" fmla="*/ 1338107 h 1438953"/>
                <a:gd name="connsiteX5" fmla="*/ 1806771 w 2439061"/>
                <a:gd name="connsiteY5" fmla="*/ 1437633 h 1438953"/>
                <a:gd name="connsiteX6" fmla="*/ 1512518 w 2439061"/>
                <a:gd name="connsiteY6" fmla="*/ 1283676 h 1438953"/>
                <a:gd name="connsiteX7" fmla="*/ 1540019 w 2439061"/>
                <a:gd name="connsiteY7" fmla="*/ 946310 h 1438953"/>
                <a:gd name="connsiteX8" fmla="*/ 1559088 w 2439061"/>
                <a:gd name="connsiteY8" fmla="*/ 724305 h 1438953"/>
                <a:gd name="connsiteX9" fmla="*/ 1469329 w 2439061"/>
                <a:gd name="connsiteY9" fmla="*/ 459293 h 1438953"/>
                <a:gd name="connsiteX10" fmla="*/ 1213866 w 2439061"/>
                <a:gd name="connsiteY10" fmla="*/ 400847 h 1438953"/>
                <a:gd name="connsiteX11" fmla="*/ 859563 w 2439061"/>
                <a:gd name="connsiteY11" fmla="*/ 396323 h 1438953"/>
                <a:gd name="connsiteX12" fmla="*/ 203457 w 2439061"/>
                <a:gd name="connsiteY12" fmla="*/ 284424 h 1438953"/>
                <a:gd name="connsiteX13" fmla="*/ 0 w 2439061"/>
                <a:gd name="connsiteY13" fmla="*/ 79080 h 1438953"/>
                <a:gd name="connsiteX0" fmla="*/ 2429778 w 2439061"/>
                <a:gd name="connsiteY0" fmla="*/ 0 h 1453957"/>
                <a:gd name="connsiteX1" fmla="*/ 2342411 w 2439061"/>
                <a:gd name="connsiteY1" fmla="*/ 277388 h 1453957"/>
                <a:gd name="connsiteX2" fmla="*/ 2356776 w 2439061"/>
                <a:gd name="connsiteY2" fmla="*/ 682855 h 1453957"/>
                <a:gd name="connsiteX3" fmla="*/ 2435602 w 2439061"/>
                <a:gd name="connsiteY3" fmla="*/ 1029892 h 1453957"/>
                <a:gd name="connsiteX4" fmla="*/ 2228029 w 2439061"/>
                <a:gd name="connsiteY4" fmla="*/ 1353111 h 1453957"/>
                <a:gd name="connsiteX5" fmla="*/ 1806771 w 2439061"/>
                <a:gd name="connsiteY5" fmla="*/ 1452637 h 1453957"/>
                <a:gd name="connsiteX6" fmla="*/ 1512518 w 2439061"/>
                <a:gd name="connsiteY6" fmla="*/ 1298680 h 1453957"/>
                <a:gd name="connsiteX7" fmla="*/ 1540019 w 2439061"/>
                <a:gd name="connsiteY7" fmla="*/ 961314 h 1453957"/>
                <a:gd name="connsiteX8" fmla="*/ 1559088 w 2439061"/>
                <a:gd name="connsiteY8" fmla="*/ 739309 h 1453957"/>
                <a:gd name="connsiteX9" fmla="*/ 1469329 w 2439061"/>
                <a:gd name="connsiteY9" fmla="*/ 474297 h 1453957"/>
                <a:gd name="connsiteX10" fmla="*/ 1213866 w 2439061"/>
                <a:gd name="connsiteY10" fmla="*/ 415851 h 1453957"/>
                <a:gd name="connsiteX11" fmla="*/ 859563 w 2439061"/>
                <a:gd name="connsiteY11" fmla="*/ 411327 h 1453957"/>
                <a:gd name="connsiteX12" fmla="*/ 203457 w 2439061"/>
                <a:gd name="connsiteY12" fmla="*/ 299428 h 1453957"/>
                <a:gd name="connsiteX13" fmla="*/ 0 w 2439061"/>
                <a:gd name="connsiteY13" fmla="*/ 94084 h 1453957"/>
                <a:gd name="connsiteX0" fmla="*/ 2429778 w 2437909"/>
                <a:gd name="connsiteY0" fmla="*/ 0 h 1453957"/>
                <a:gd name="connsiteX1" fmla="*/ 2342411 w 2437909"/>
                <a:gd name="connsiteY1" fmla="*/ 277388 h 1453957"/>
                <a:gd name="connsiteX2" fmla="*/ 2339470 w 2437909"/>
                <a:gd name="connsiteY2" fmla="*/ 646678 h 1453957"/>
                <a:gd name="connsiteX3" fmla="*/ 2435602 w 2437909"/>
                <a:gd name="connsiteY3" fmla="*/ 1029892 h 1453957"/>
                <a:gd name="connsiteX4" fmla="*/ 2228029 w 2437909"/>
                <a:gd name="connsiteY4" fmla="*/ 1353111 h 1453957"/>
                <a:gd name="connsiteX5" fmla="*/ 1806771 w 2437909"/>
                <a:gd name="connsiteY5" fmla="*/ 1452637 h 1453957"/>
                <a:gd name="connsiteX6" fmla="*/ 1512518 w 2437909"/>
                <a:gd name="connsiteY6" fmla="*/ 1298680 h 1453957"/>
                <a:gd name="connsiteX7" fmla="*/ 1540019 w 2437909"/>
                <a:gd name="connsiteY7" fmla="*/ 961314 h 1453957"/>
                <a:gd name="connsiteX8" fmla="*/ 1559088 w 2437909"/>
                <a:gd name="connsiteY8" fmla="*/ 739309 h 1453957"/>
                <a:gd name="connsiteX9" fmla="*/ 1469329 w 2437909"/>
                <a:gd name="connsiteY9" fmla="*/ 474297 h 1453957"/>
                <a:gd name="connsiteX10" fmla="*/ 1213866 w 2437909"/>
                <a:gd name="connsiteY10" fmla="*/ 415851 h 1453957"/>
                <a:gd name="connsiteX11" fmla="*/ 859563 w 2437909"/>
                <a:gd name="connsiteY11" fmla="*/ 411327 h 1453957"/>
                <a:gd name="connsiteX12" fmla="*/ 203457 w 2437909"/>
                <a:gd name="connsiteY12" fmla="*/ 299428 h 1453957"/>
                <a:gd name="connsiteX13" fmla="*/ 0 w 2437909"/>
                <a:gd name="connsiteY13" fmla="*/ 94084 h 1453957"/>
                <a:gd name="connsiteX0" fmla="*/ 2429778 w 2437909"/>
                <a:gd name="connsiteY0" fmla="*/ 0 h 1464183"/>
                <a:gd name="connsiteX1" fmla="*/ 2342411 w 2437909"/>
                <a:gd name="connsiteY1" fmla="*/ 277388 h 1464183"/>
                <a:gd name="connsiteX2" fmla="*/ 2339470 w 2437909"/>
                <a:gd name="connsiteY2" fmla="*/ 646678 h 1464183"/>
                <a:gd name="connsiteX3" fmla="*/ 2435602 w 2437909"/>
                <a:gd name="connsiteY3" fmla="*/ 1029892 h 1464183"/>
                <a:gd name="connsiteX4" fmla="*/ 2228029 w 2437909"/>
                <a:gd name="connsiteY4" fmla="*/ 1353111 h 1464183"/>
                <a:gd name="connsiteX5" fmla="*/ 1762552 w 2437909"/>
                <a:gd name="connsiteY5" fmla="*/ 1463062 h 1464183"/>
                <a:gd name="connsiteX6" fmla="*/ 1512518 w 2437909"/>
                <a:gd name="connsiteY6" fmla="*/ 1298680 h 1464183"/>
                <a:gd name="connsiteX7" fmla="*/ 1540019 w 2437909"/>
                <a:gd name="connsiteY7" fmla="*/ 961314 h 1464183"/>
                <a:gd name="connsiteX8" fmla="*/ 1559088 w 2437909"/>
                <a:gd name="connsiteY8" fmla="*/ 739309 h 1464183"/>
                <a:gd name="connsiteX9" fmla="*/ 1469329 w 2437909"/>
                <a:gd name="connsiteY9" fmla="*/ 474297 h 1464183"/>
                <a:gd name="connsiteX10" fmla="*/ 1213866 w 2437909"/>
                <a:gd name="connsiteY10" fmla="*/ 415851 h 1464183"/>
                <a:gd name="connsiteX11" fmla="*/ 859563 w 2437909"/>
                <a:gd name="connsiteY11" fmla="*/ 411327 h 1464183"/>
                <a:gd name="connsiteX12" fmla="*/ 203457 w 2437909"/>
                <a:gd name="connsiteY12" fmla="*/ 299428 h 1464183"/>
                <a:gd name="connsiteX13" fmla="*/ 0 w 2437909"/>
                <a:gd name="connsiteY13" fmla="*/ 94084 h 1464183"/>
                <a:gd name="connsiteX0" fmla="*/ 2429778 w 2437909"/>
                <a:gd name="connsiteY0" fmla="*/ 0 h 1464489"/>
                <a:gd name="connsiteX1" fmla="*/ 2342411 w 2437909"/>
                <a:gd name="connsiteY1" fmla="*/ 277388 h 1464489"/>
                <a:gd name="connsiteX2" fmla="*/ 2339470 w 2437909"/>
                <a:gd name="connsiteY2" fmla="*/ 646678 h 1464489"/>
                <a:gd name="connsiteX3" fmla="*/ 2435602 w 2437909"/>
                <a:gd name="connsiteY3" fmla="*/ 1029892 h 1464489"/>
                <a:gd name="connsiteX4" fmla="*/ 2228029 w 2437909"/>
                <a:gd name="connsiteY4" fmla="*/ 1353111 h 1464489"/>
                <a:gd name="connsiteX5" fmla="*/ 1762552 w 2437909"/>
                <a:gd name="connsiteY5" fmla="*/ 1463062 h 1464489"/>
                <a:gd name="connsiteX6" fmla="*/ 1462694 w 2437909"/>
                <a:gd name="connsiteY6" fmla="*/ 1290276 h 1464489"/>
                <a:gd name="connsiteX7" fmla="*/ 1540019 w 2437909"/>
                <a:gd name="connsiteY7" fmla="*/ 961314 h 1464489"/>
                <a:gd name="connsiteX8" fmla="*/ 1559088 w 2437909"/>
                <a:gd name="connsiteY8" fmla="*/ 739309 h 1464489"/>
                <a:gd name="connsiteX9" fmla="*/ 1469329 w 2437909"/>
                <a:gd name="connsiteY9" fmla="*/ 474297 h 1464489"/>
                <a:gd name="connsiteX10" fmla="*/ 1213866 w 2437909"/>
                <a:gd name="connsiteY10" fmla="*/ 415851 h 1464489"/>
                <a:gd name="connsiteX11" fmla="*/ 859563 w 2437909"/>
                <a:gd name="connsiteY11" fmla="*/ 411327 h 1464489"/>
                <a:gd name="connsiteX12" fmla="*/ 203457 w 2437909"/>
                <a:gd name="connsiteY12" fmla="*/ 299428 h 1464489"/>
                <a:gd name="connsiteX13" fmla="*/ 0 w 2437909"/>
                <a:gd name="connsiteY13" fmla="*/ 94084 h 1464489"/>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540019 w 2437316"/>
                <a:gd name="connsiteY7" fmla="*/ 961314 h 1466014"/>
                <a:gd name="connsiteX8" fmla="*/ 1559088 w 2437316"/>
                <a:gd name="connsiteY8" fmla="*/ 739309 h 1466014"/>
                <a:gd name="connsiteX9" fmla="*/ 1469329 w 2437316"/>
                <a:gd name="connsiteY9" fmla="*/ 474297 h 1466014"/>
                <a:gd name="connsiteX10" fmla="*/ 1213866 w 2437316"/>
                <a:gd name="connsiteY10" fmla="*/ 415851 h 1466014"/>
                <a:gd name="connsiteX11" fmla="*/ 859563 w 2437316"/>
                <a:gd name="connsiteY11" fmla="*/ 411327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559088 w 2437316"/>
                <a:gd name="connsiteY8" fmla="*/ 739309 h 1466014"/>
                <a:gd name="connsiteX9" fmla="*/ 1469329 w 2437316"/>
                <a:gd name="connsiteY9" fmla="*/ 474297 h 1466014"/>
                <a:gd name="connsiteX10" fmla="*/ 1213866 w 2437316"/>
                <a:gd name="connsiteY10" fmla="*/ 415851 h 1466014"/>
                <a:gd name="connsiteX11" fmla="*/ 859563 w 2437316"/>
                <a:gd name="connsiteY11" fmla="*/ 411327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409605 w 2437316"/>
                <a:gd name="connsiteY8" fmla="*/ 775201 h 1466014"/>
                <a:gd name="connsiteX9" fmla="*/ 1469329 w 2437316"/>
                <a:gd name="connsiteY9" fmla="*/ 474297 h 1466014"/>
                <a:gd name="connsiteX10" fmla="*/ 1213866 w 2437316"/>
                <a:gd name="connsiteY10" fmla="*/ 415851 h 1466014"/>
                <a:gd name="connsiteX11" fmla="*/ 859563 w 2437316"/>
                <a:gd name="connsiteY11" fmla="*/ 411327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409605 w 2437316"/>
                <a:gd name="connsiteY8" fmla="*/ 775201 h 1466014"/>
                <a:gd name="connsiteX9" fmla="*/ 1176481 w 2437316"/>
                <a:gd name="connsiteY9" fmla="*/ 624239 h 1466014"/>
                <a:gd name="connsiteX10" fmla="*/ 1213866 w 2437316"/>
                <a:gd name="connsiteY10" fmla="*/ 415851 h 1466014"/>
                <a:gd name="connsiteX11" fmla="*/ 859563 w 2437316"/>
                <a:gd name="connsiteY11" fmla="*/ 411327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409605 w 2437316"/>
                <a:gd name="connsiteY8" fmla="*/ 775201 h 1466014"/>
                <a:gd name="connsiteX9" fmla="*/ 1176481 w 2437316"/>
                <a:gd name="connsiteY9" fmla="*/ 624239 h 1466014"/>
                <a:gd name="connsiteX10" fmla="*/ 922514 w 2437316"/>
                <a:gd name="connsiteY10" fmla="*/ 674779 h 1466014"/>
                <a:gd name="connsiteX11" fmla="*/ 859563 w 2437316"/>
                <a:gd name="connsiteY11" fmla="*/ 411327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409605 w 2437316"/>
                <a:gd name="connsiteY8" fmla="*/ 775201 h 1466014"/>
                <a:gd name="connsiteX9" fmla="*/ 1176481 w 2437316"/>
                <a:gd name="connsiteY9" fmla="*/ 624239 h 1466014"/>
                <a:gd name="connsiteX10" fmla="*/ 922514 w 2437316"/>
                <a:gd name="connsiteY10" fmla="*/ 674779 h 1466014"/>
                <a:gd name="connsiteX11" fmla="*/ 726323 w 2437316"/>
                <a:gd name="connsiteY11" fmla="*/ 640876 h 1466014"/>
                <a:gd name="connsiteX12" fmla="*/ 203457 w 2437316"/>
                <a:gd name="connsiteY12" fmla="*/ 299428 h 1466014"/>
                <a:gd name="connsiteX13" fmla="*/ 0 w 2437316"/>
                <a:gd name="connsiteY13" fmla="*/ 94084 h 1466014"/>
                <a:gd name="connsiteX0" fmla="*/ 2429778 w 2437316"/>
                <a:gd name="connsiteY0" fmla="*/ 0 h 1466014"/>
                <a:gd name="connsiteX1" fmla="*/ 2342411 w 2437316"/>
                <a:gd name="connsiteY1" fmla="*/ 277388 h 1466014"/>
                <a:gd name="connsiteX2" fmla="*/ 2339470 w 2437316"/>
                <a:gd name="connsiteY2" fmla="*/ 646678 h 1466014"/>
                <a:gd name="connsiteX3" fmla="*/ 2435602 w 2437316"/>
                <a:gd name="connsiteY3" fmla="*/ 1029892 h 1466014"/>
                <a:gd name="connsiteX4" fmla="*/ 2245552 w 2437316"/>
                <a:gd name="connsiteY4" fmla="*/ 1371239 h 1466014"/>
                <a:gd name="connsiteX5" fmla="*/ 1762552 w 2437316"/>
                <a:gd name="connsiteY5" fmla="*/ 1463062 h 1466014"/>
                <a:gd name="connsiteX6" fmla="*/ 1462694 w 2437316"/>
                <a:gd name="connsiteY6" fmla="*/ 1290276 h 1466014"/>
                <a:gd name="connsiteX7" fmla="*/ 1443064 w 2437316"/>
                <a:gd name="connsiteY7" fmla="*/ 1010704 h 1466014"/>
                <a:gd name="connsiteX8" fmla="*/ 1409605 w 2437316"/>
                <a:gd name="connsiteY8" fmla="*/ 775201 h 1466014"/>
                <a:gd name="connsiteX9" fmla="*/ 1176481 w 2437316"/>
                <a:gd name="connsiteY9" fmla="*/ 624239 h 1466014"/>
                <a:gd name="connsiteX10" fmla="*/ 922514 w 2437316"/>
                <a:gd name="connsiteY10" fmla="*/ 674779 h 1466014"/>
                <a:gd name="connsiteX11" fmla="*/ 726323 w 2437316"/>
                <a:gd name="connsiteY11" fmla="*/ 640876 h 1466014"/>
                <a:gd name="connsiteX12" fmla="*/ 543805 w 2437316"/>
                <a:gd name="connsiteY12" fmla="*/ 626570 h 1466014"/>
                <a:gd name="connsiteX13" fmla="*/ 0 w 2437316"/>
                <a:gd name="connsiteY13" fmla="*/ 94084 h 1466014"/>
                <a:gd name="connsiteX0" fmla="*/ 2135224 w 2142762"/>
                <a:gd name="connsiteY0" fmla="*/ 0 h 1466014"/>
                <a:gd name="connsiteX1" fmla="*/ 2047857 w 2142762"/>
                <a:gd name="connsiteY1" fmla="*/ 277388 h 1466014"/>
                <a:gd name="connsiteX2" fmla="*/ 2044916 w 2142762"/>
                <a:gd name="connsiteY2" fmla="*/ 646678 h 1466014"/>
                <a:gd name="connsiteX3" fmla="*/ 2141048 w 2142762"/>
                <a:gd name="connsiteY3" fmla="*/ 1029892 h 1466014"/>
                <a:gd name="connsiteX4" fmla="*/ 1950998 w 2142762"/>
                <a:gd name="connsiteY4" fmla="*/ 1371239 h 1466014"/>
                <a:gd name="connsiteX5" fmla="*/ 1467998 w 2142762"/>
                <a:gd name="connsiteY5" fmla="*/ 1463062 h 1466014"/>
                <a:gd name="connsiteX6" fmla="*/ 1168140 w 2142762"/>
                <a:gd name="connsiteY6" fmla="*/ 1290276 h 1466014"/>
                <a:gd name="connsiteX7" fmla="*/ 1148510 w 2142762"/>
                <a:gd name="connsiteY7" fmla="*/ 1010704 h 1466014"/>
                <a:gd name="connsiteX8" fmla="*/ 1115051 w 2142762"/>
                <a:gd name="connsiteY8" fmla="*/ 775201 h 1466014"/>
                <a:gd name="connsiteX9" fmla="*/ 881927 w 2142762"/>
                <a:gd name="connsiteY9" fmla="*/ 624239 h 1466014"/>
                <a:gd name="connsiteX10" fmla="*/ 627960 w 2142762"/>
                <a:gd name="connsiteY10" fmla="*/ 674779 h 1466014"/>
                <a:gd name="connsiteX11" fmla="*/ 431769 w 2142762"/>
                <a:gd name="connsiteY11" fmla="*/ 640876 h 1466014"/>
                <a:gd name="connsiteX12" fmla="*/ 249251 w 2142762"/>
                <a:gd name="connsiteY12" fmla="*/ 626570 h 1466014"/>
                <a:gd name="connsiteX13" fmla="*/ 0 w 2142762"/>
                <a:gd name="connsiteY13" fmla="*/ 577866 h 1466014"/>
                <a:gd name="connsiteX0" fmla="*/ 2135224 w 2142762"/>
                <a:gd name="connsiteY0" fmla="*/ 0 h 1466014"/>
                <a:gd name="connsiteX1" fmla="*/ 2047857 w 2142762"/>
                <a:gd name="connsiteY1" fmla="*/ 277388 h 1466014"/>
                <a:gd name="connsiteX2" fmla="*/ 2044916 w 2142762"/>
                <a:gd name="connsiteY2" fmla="*/ 646678 h 1466014"/>
                <a:gd name="connsiteX3" fmla="*/ 2141048 w 2142762"/>
                <a:gd name="connsiteY3" fmla="*/ 1029892 h 1466014"/>
                <a:gd name="connsiteX4" fmla="*/ 1950998 w 2142762"/>
                <a:gd name="connsiteY4" fmla="*/ 1371239 h 1466014"/>
                <a:gd name="connsiteX5" fmla="*/ 1467998 w 2142762"/>
                <a:gd name="connsiteY5" fmla="*/ 1463062 h 1466014"/>
                <a:gd name="connsiteX6" fmla="*/ 1168140 w 2142762"/>
                <a:gd name="connsiteY6" fmla="*/ 1290276 h 1466014"/>
                <a:gd name="connsiteX7" fmla="*/ 1148510 w 2142762"/>
                <a:gd name="connsiteY7" fmla="*/ 1010704 h 1466014"/>
                <a:gd name="connsiteX8" fmla="*/ 1115051 w 2142762"/>
                <a:gd name="connsiteY8" fmla="*/ 775201 h 1466014"/>
                <a:gd name="connsiteX9" fmla="*/ 881927 w 2142762"/>
                <a:gd name="connsiteY9" fmla="*/ 624239 h 1466014"/>
                <a:gd name="connsiteX10" fmla="*/ 627960 w 2142762"/>
                <a:gd name="connsiteY10" fmla="*/ 674779 h 1466014"/>
                <a:gd name="connsiteX11" fmla="*/ 431769 w 2142762"/>
                <a:gd name="connsiteY11" fmla="*/ 640876 h 1466014"/>
                <a:gd name="connsiteX12" fmla="*/ 192672 w 2142762"/>
                <a:gd name="connsiteY12" fmla="*/ 694993 h 1466014"/>
                <a:gd name="connsiteX13" fmla="*/ 0 w 2142762"/>
                <a:gd name="connsiteY13" fmla="*/ 577866 h 1466014"/>
                <a:gd name="connsiteX0" fmla="*/ 2135224 w 2142762"/>
                <a:gd name="connsiteY0" fmla="*/ 0 h 1466014"/>
                <a:gd name="connsiteX1" fmla="*/ 2047857 w 2142762"/>
                <a:gd name="connsiteY1" fmla="*/ 277388 h 1466014"/>
                <a:gd name="connsiteX2" fmla="*/ 2044916 w 2142762"/>
                <a:gd name="connsiteY2" fmla="*/ 646678 h 1466014"/>
                <a:gd name="connsiteX3" fmla="*/ 2141048 w 2142762"/>
                <a:gd name="connsiteY3" fmla="*/ 1029892 h 1466014"/>
                <a:gd name="connsiteX4" fmla="*/ 1950998 w 2142762"/>
                <a:gd name="connsiteY4" fmla="*/ 1371239 h 1466014"/>
                <a:gd name="connsiteX5" fmla="*/ 1467998 w 2142762"/>
                <a:gd name="connsiteY5" fmla="*/ 1463062 h 1466014"/>
                <a:gd name="connsiteX6" fmla="*/ 1168140 w 2142762"/>
                <a:gd name="connsiteY6" fmla="*/ 1290276 h 1466014"/>
                <a:gd name="connsiteX7" fmla="*/ 1148510 w 2142762"/>
                <a:gd name="connsiteY7" fmla="*/ 1010704 h 1466014"/>
                <a:gd name="connsiteX8" fmla="*/ 1115051 w 2142762"/>
                <a:gd name="connsiteY8" fmla="*/ 775201 h 1466014"/>
                <a:gd name="connsiteX9" fmla="*/ 881927 w 2142762"/>
                <a:gd name="connsiteY9" fmla="*/ 624239 h 1466014"/>
                <a:gd name="connsiteX10" fmla="*/ 627960 w 2142762"/>
                <a:gd name="connsiteY10" fmla="*/ 674779 h 1466014"/>
                <a:gd name="connsiteX11" fmla="*/ 431769 w 2142762"/>
                <a:gd name="connsiteY11" fmla="*/ 640876 h 1466014"/>
                <a:gd name="connsiteX12" fmla="*/ 192672 w 2142762"/>
                <a:gd name="connsiteY12" fmla="*/ 694993 h 1466014"/>
                <a:gd name="connsiteX13" fmla="*/ 0 w 2142762"/>
                <a:gd name="connsiteY13" fmla="*/ 577866 h 1466014"/>
                <a:gd name="connsiteX0" fmla="*/ 2135224 w 2142762"/>
                <a:gd name="connsiteY0" fmla="*/ 0 h 1466014"/>
                <a:gd name="connsiteX1" fmla="*/ 2047857 w 2142762"/>
                <a:gd name="connsiteY1" fmla="*/ 277388 h 1466014"/>
                <a:gd name="connsiteX2" fmla="*/ 2044916 w 2142762"/>
                <a:gd name="connsiteY2" fmla="*/ 646678 h 1466014"/>
                <a:gd name="connsiteX3" fmla="*/ 2141048 w 2142762"/>
                <a:gd name="connsiteY3" fmla="*/ 1029892 h 1466014"/>
                <a:gd name="connsiteX4" fmla="*/ 1950998 w 2142762"/>
                <a:gd name="connsiteY4" fmla="*/ 1371239 h 1466014"/>
                <a:gd name="connsiteX5" fmla="*/ 1467998 w 2142762"/>
                <a:gd name="connsiteY5" fmla="*/ 1463062 h 1466014"/>
                <a:gd name="connsiteX6" fmla="*/ 1168140 w 2142762"/>
                <a:gd name="connsiteY6" fmla="*/ 1290276 h 1466014"/>
                <a:gd name="connsiteX7" fmla="*/ 1148510 w 2142762"/>
                <a:gd name="connsiteY7" fmla="*/ 1010704 h 1466014"/>
                <a:gd name="connsiteX8" fmla="*/ 1115051 w 2142762"/>
                <a:gd name="connsiteY8" fmla="*/ 775201 h 1466014"/>
                <a:gd name="connsiteX9" fmla="*/ 881927 w 2142762"/>
                <a:gd name="connsiteY9" fmla="*/ 624239 h 1466014"/>
                <a:gd name="connsiteX10" fmla="*/ 627960 w 2142762"/>
                <a:gd name="connsiteY10" fmla="*/ 674779 h 1466014"/>
                <a:gd name="connsiteX11" fmla="*/ 431769 w 2142762"/>
                <a:gd name="connsiteY11" fmla="*/ 640876 h 1466014"/>
                <a:gd name="connsiteX12" fmla="*/ 192672 w 2142762"/>
                <a:gd name="connsiteY12" fmla="*/ 694993 h 1466014"/>
                <a:gd name="connsiteX13" fmla="*/ 0 w 2142762"/>
                <a:gd name="connsiteY13" fmla="*/ 577866 h 1466014"/>
                <a:gd name="connsiteX0" fmla="*/ 2029331 w 2036869"/>
                <a:gd name="connsiteY0" fmla="*/ 0 h 1466014"/>
                <a:gd name="connsiteX1" fmla="*/ 1941964 w 2036869"/>
                <a:gd name="connsiteY1" fmla="*/ 277388 h 1466014"/>
                <a:gd name="connsiteX2" fmla="*/ 1939023 w 2036869"/>
                <a:gd name="connsiteY2" fmla="*/ 646678 h 1466014"/>
                <a:gd name="connsiteX3" fmla="*/ 2035155 w 2036869"/>
                <a:gd name="connsiteY3" fmla="*/ 1029892 h 1466014"/>
                <a:gd name="connsiteX4" fmla="*/ 1845105 w 2036869"/>
                <a:gd name="connsiteY4" fmla="*/ 1371239 h 1466014"/>
                <a:gd name="connsiteX5" fmla="*/ 1362105 w 2036869"/>
                <a:gd name="connsiteY5" fmla="*/ 1463062 h 1466014"/>
                <a:gd name="connsiteX6" fmla="*/ 1062247 w 2036869"/>
                <a:gd name="connsiteY6" fmla="*/ 1290276 h 1466014"/>
                <a:gd name="connsiteX7" fmla="*/ 1042617 w 2036869"/>
                <a:gd name="connsiteY7" fmla="*/ 1010704 h 1466014"/>
                <a:gd name="connsiteX8" fmla="*/ 1009158 w 2036869"/>
                <a:gd name="connsiteY8" fmla="*/ 775201 h 1466014"/>
                <a:gd name="connsiteX9" fmla="*/ 776034 w 2036869"/>
                <a:gd name="connsiteY9" fmla="*/ 624239 h 1466014"/>
                <a:gd name="connsiteX10" fmla="*/ 522067 w 2036869"/>
                <a:gd name="connsiteY10" fmla="*/ 674779 h 1466014"/>
                <a:gd name="connsiteX11" fmla="*/ 325876 w 2036869"/>
                <a:gd name="connsiteY11" fmla="*/ 640876 h 1466014"/>
                <a:gd name="connsiteX12" fmla="*/ 86779 w 2036869"/>
                <a:gd name="connsiteY12" fmla="*/ 694993 h 1466014"/>
                <a:gd name="connsiteX13" fmla="*/ 0 w 2036869"/>
                <a:gd name="connsiteY13" fmla="*/ 580979 h 1466014"/>
                <a:gd name="connsiteX0" fmla="*/ 2029331 w 2036869"/>
                <a:gd name="connsiteY0" fmla="*/ 0 h 1468046"/>
                <a:gd name="connsiteX1" fmla="*/ 1941964 w 2036869"/>
                <a:gd name="connsiteY1" fmla="*/ 277388 h 1468046"/>
                <a:gd name="connsiteX2" fmla="*/ 1939023 w 2036869"/>
                <a:gd name="connsiteY2" fmla="*/ 646678 h 1468046"/>
                <a:gd name="connsiteX3" fmla="*/ 2035155 w 2036869"/>
                <a:gd name="connsiteY3" fmla="*/ 1029892 h 1468046"/>
                <a:gd name="connsiteX4" fmla="*/ 1845105 w 2036869"/>
                <a:gd name="connsiteY4" fmla="*/ 1371239 h 1468046"/>
                <a:gd name="connsiteX5" fmla="*/ 1362105 w 2036869"/>
                <a:gd name="connsiteY5" fmla="*/ 1463062 h 1468046"/>
                <a:gd name="connsiteX6" fmla="*/ 1116360 w 2036869"/>
                <a:gd name="connsiteY6" fmla="*/ 1254310 h 1468046"/>
                <a:gd name="connsiteX7" fmla="*/ 1042617 w 2036869"/>
                <a:gd name="connsiteY7" fmla="*/ 1010704 h 1468046"/>
                <a:gd name="connsiteX8" fmla="*/ 1009158 w 2036869"/>
                <a:gd name="connsiteY8" fmla="*/ 775201 h 1468046"/>
                <a:gd name="connsiteX9" fmla="*/ 776034 w 2036869"/>
                <a:gd name="connsiteY9" fmla="*/ 624239 h 1468046"/>
                <a:gd name="connsiteX10" fmla="*/ 522067 w 2036869"/>
                <a:gd name="connsiteY10" fmla="*/ 674779 h 1468046"/>
                <a:gd name="connsiteX11" fmla="*/ 325876 w 2036869"/>
                <a:gd name="connsiteY11" fmla="*/ 640876 h 1468046"/>
                <a:gd name="connsiteX12" fmla="*/ 86779 w 2036869"/>
                <a:gd name="connsiteY12" fmla="*/ 694993 h 1468046"/>
                <a:gd name="connsiteX13" fmla="*/ 0 w 2036869"/>
                <a:gd name="connsiteY13" fmla="*/ 580979 h 1468046"/>
                <a:gd name="connsiteX0" fmla="*/ 2029331 w 2036869"/>
                <a:gd name="connsiteY0" fmla="*/ 0 h 1468046"/>
                <a:gd name="connsiteX1" fmla="*/ 1941964 w 2036869"/>
                <a:gd name="connsiteY1" fmla="*/ 277388 h 1468046"/>
                <a:gd name="connsiteX2" fmla="*/ 1939023 w 2036869"/>
                <a:gd name="connsiteY2" fmla="*/ 646678 h 1468046"/>
                <a:gd name="connsiteX3" fmla="*/ 2035155 w 2036869"/>
                <a:gd name="connsiteY3" fmla="*/ 1029892 h 1468046"/>
                <a:gd name="connsiteX4" fmla="*/ 1845105 w 2036869"/>
                <a:gd name="connsiteY4" fmla="*/ 1371239 h 1468046"/>
                <a:gd name="connsiteX5" fmla="*/ 1362105 w 2036869"/>
                <a:gd name="connsiteY5" fmla="*/ 1463062 h 1468046"/>
                <a:gd name="connsiteX6" fmla="*/ 1116360 w 2036869"/>
                <a:gd name="connsiteY6" fmla="*/ 1254310 h 1468046"/>
                <a:gd name="connsiteX7" fmla="*/ 1042617 w 2036869"/>
                <a:gd name="connsiteY7" fmla="*/ 1010704 h 1468046"/>
                <a:gd name="connsiteX8" fmla="*/ 1009158 w 2036869"/>
                <a:gd name="connsiteY8" fmla="*/ 775201 h 1468046"/>
                <a:gd name="connsiteX9" fmla="*/ 776034 w 2036869"/>
                <a:gd name="connsiteY9" fmla="*/ 624239 h 1468046"/>
                <a:gd name="connsiteX10" fmla="*/ 522067 w 2036869"/>
                <a:gd name="connsiteY10" fmla="*/ 674779 h 1468046"/>
                <a:gd name="connsiteX11" fmla="*/ 325876 w 2036869"/>
                <a:gd name="connsiteY11" fmla="*/ 640876 h 1468046"/>
                <a:gd name="connsiteX12" fmla="*/ 86779 w 2036869"/>
                <a:gd name="connsiteY12" fmla="*/ 694993 h 1468046"/>
                <a:gd name="connsiteX13" fmla="*/ 0 w 2036869"/>
                <a:gd name="connsiteY13" fmla="*/ 580979 h 1468046"/>
                <a:gd name="connsiteX0" fmla="*/ 2029331 w 2069583"/>
                <a:gd name="connsiteY0" fmla="*/ 0 h 1466882"/>
                <a:gd name="connsiteX1" fmla="*/ 1941964 w 2069583"/>
                <a:gd name="connsiteY1" fmla="*/ 277388 h 1466882"/>
                <a:gd name="connsiteX2" fmla="*/ 1939023 w 2069583"/>
                <a:gd name="connsiteY2" fmla="*/ 646678 h 1466882"/>
                <a:gd name="connsiteX3" fmla="*/ 2068220 w 2069583"/>
                <a:gd name="connsiteY3" fmla="*/ 1147997 h 1466882"/>
                <a:gd name="connsiteX4" fmla="*/ 1845105 w 2069583"/>
                <a:gd name="connsiteY4" fmla="*/ 1371239 h 1466882"/>
                <a:gd name="connsiteX5" fmla="*/ 1362105 w 2069583"/>
                <a:gd name="connsiteY5" fmla="*/ 1463062 h 1466882"/>
                <a:gd name="connsiteX6" fmla="*/ 1116360 w 2069583"/>
                <a:gd name="connsiteY6" fmla="*/ 1254310 h 1466882"/>
                <a:gd name="connsiteX7" fmla="*/ 1042617 w 2069583"/>
                <a:gd name="connsiteY7" fmla="*/ 1010704 h 1466882"/>
                <a:gd name="connsiteX8" fmla="*/ 1009158 w 2069583"/>
                <a:gd name="connsiteY8" fmla="*/ 775201 h 1466882"/>
                <a:gd name="connsiteX9" fmla="*/ 776034 w 2069583"/>
                <a:gd name="connsiteY9" fmla="*/ 624239 h 1466882"/>
                <a:gd name="connsiteX10" fmla="*/ 522067 w 2069583"/>
                <a:gd name="connsiteY10" fmla="*/ 674779 h 1466882"/>
                <a:gd name="connsiteX11" fmla="*/ 325876 w 2069583"/>
                <a:gd name="connsiteY11" fmla="*/ 640876 h 1466882"/>
                <a:gd name="connsiteX12" fmla="*/ 86779 w 2069583"/>
                <a:gd name="connsiteY12" fmla="*/ 694993 h 1466882"/>
                <a:gd name="connsiteX13" fmla="*/ 0 w 2069583"/>
                <a:gd name="connsiteY13" fmla="*/ 580979 h 1466882"/>
                <a:gd name="connsiteX0" fmla="*/ 2029331 w 2069672"/>
                <a:gd name="connsiteY0" fmla="*/ 0 h 1466882"/>
                <a:gd name="connsiteX1" fmla="*/ 1941964 w 2069672"/>
                <a:gd name="connsiteY1" fmla="*/ 277388 h 1466882"/>
                <a:gd name="connsiteX2" fmla="*/ 1941397 w 2069672"/>
                <a:gd name="connsiteY2" fmla="*/ 852745 h 1466882"/>
                <a:gd name="connsiteX3" fmla="*/ 2068220 w 2069672"/>
                <a:gd name="connsiteY3" fmla="*/ 1147997 h 1466882"/>
                <a:gd name="connsiteX4" fmla="*/ 1845105 w 2069672"/>
                <a:gd name="connsiteY4" fmla="*/ 1371239 h 1466882"/>
                <a:gd name="connsiteX5" fmla="*/ 1362105 w 2069672"/>
                <a:gd name="connsiteY5" fmla="*/ 1463062 h 1466882"/>
                <a:gd name="connsiteX6" fmla="*/ 1116360 w 2069672"/>
                <a:gd name="connsiteY6" fmla="*/ 1254310 h 1466882"/>
                <a:gd name="connsiteX7" fmla="*/ 1042617 w 2069672"/>
                <a:gd name="connsiteY7" fmla="*/ 1010704 h 1466882"/>
                <a:gd name="connsiteX8" fmla="*/ 1009158 w 2069672"/>
                <a:gd name="connsiteY8" fmla="*/ 775201 h 1466882"/>
                <a:gd name="connsiteX9" fmla="*/ 776034 w 2069672"/>
                <a:gd name="connsiteY9" fmla="*/ 624239 h 1466882"/>
                <a:gd name="connsiteX10" fmla="*/ 522067 w 2069672"/>
                <a:gd name="connsiteY10" fmla="*/ 674779 h 1466882"/>
                <a:gd name="connsiteX11" fmla="*/ 325876 w 2069672"/>
                <a:gd name="connsiteY11" fmla="*/ 640876 h 1466882"/>
                <a:gd name="connsiteX12" fmla="*/ 86779 w 2069672"/>
                <a:gd name="connsiteY12" fmla="*/ 694993 h 1466882"/>
                <a:gd name="connsiteX13" fmla="*/ 0 w 2069672"/>
                <a:gd name="connsiteY13" fmla="*/ 580979 h 1466882"/>
                <a:gd name="connsiteX0" fmla="*/ 2029331 w 2069700"/>
                <a:gd name="connsiteY0" fmla="*/ 0 h 1466882"/>
                <a:gd name="connsiteX1" fmla="*/ 1926195 w 2069700"/>
                <a:gd name="connsiteY1" fmla="*/ 613571 h 1466882"/>
                <a:gd name="connsiteX2" fmla="*/ 1941397 w 2069700"/>
                <a:gd name="connsiteY2" fmla="*/ 852745 h 1466882"/>
                <a:gd name="connsiteX3" fmla="*/ 2068220 w 2069700"/>
                <a:gd name="connsiteY3" fmla="*/ 1147997 h 1466882"/>
                <a:gd name="connsiteX4" fmla="*/ 1845105 w 2069700"/>
                <a:gd name="connsiteY4" fmla="*/ 1371239 h 1466882"/>
                <a:gd name="connsiteX5" fmla="*/ 1362105 w 2069700"/>
                <a:gd name="connsiteY5" fmla="*/ 1463062 h 1466882"/>
                <a:gd name="connsiteX6" fmla="*/ 1116360 w 2069700"/>
                <a:gd name="connsiteY6" fmla="*/ 1254310 h 1466882"/>
                <a:gd name="connsiteX7" fmla="*/ 1042617 w 2069700"/>
                <a:gd name="connsiteY7" fmla="*/ 1010704 h 1466882"/>
                <a:gd name="connsiteX8" fmla="*/ 1009158 w 2069700"/>
                <a:gd name="connsiteY8" fmla="*/ 775201 h 1466882"/>
                <a:gd name="connsiteX9" fmla="*/ 776034 w 2069700"/>
                <a:gd name="connsiteY9" fmla="*/ 624239 h 1466882"/>
                <a:gd name="connsiteX10" fmla="*/ 522067 w 2069700"/>
                <a:gd name="connsiteY10" fmla="*/ 674779 h 1466882"/>
                <a:gd name="connsiteX11" fmla="*/ 325876 w 2069700"/>
                <a:gd name="connsiteY11" fmla="*/ 640876 h 1466882"/>
                <a:gd name="connsiteX12" fmla="*/ 86779 w 2069700"/>
                <a:gd name="connsiteY12" fmla="*/ 694993 h 1466882"/>
                <a:gd name="connsiteX13" fmla="*/ 0 w 2069700"/>
                <a:gd name="connsiteY13" fmla="*/ 580979 h 1466882"/>
                <a:gd name="connsiteX0" fmla="*/ 2032888 w 2069700"/>
                <a:gd name="connsiteY0" fmla="*/ 0 h 957594"/>
                <a:gd name="connsiteX1" fmla="*/ 1926195 w 2069700"/>
                <a:gd name="connsiteY1" fmla="*/ 104283 h 957594"/>
                <a:gd name="connsiteX2" fmla="*/ 1941397 w 2069700"/>
                <a:gd name="connsiteY2" fmla="*/ 343457 h 957594"/>
                <a:gd name="connsiteX3" fmla="*/ 2068220 w 2069700"/>
                <a:gd name="connsiteY3" fmla="*/ 638709 h 957594"/>
                <a:gd name="connsiteX4" fmla="*/ 1845105 w 2069700"/>
                <a:gd name="connsiteY4" fmla="*/ 861951 h 957594"/>
                <a:gd name="connsiteX5" fmla="*/ 1362105 w 2069700"/>
                <a:gd name="connsiteY5" fmla="*/ 953774 h 957594"/>
                <a:gd name="connsiteX6" fmla="*/ 1116360 w 2069700"/>
                <a:gd name="connsiteY6" fmla="*/ 745022 h 957594"/>
                <a:gd name="connsiteX7" fmla="*/ 1042617 w 2069700"/>
                <a:gd name="connsiteY7" fmla="*/ 501416 h 957594"/>
                <a:gd name="connsiteX8" fmla="*/ 1009158 w 2069700"/>
                <a:gd name="connsiteY8" fmla="*/ 265913 h 957594"/>
                <a:gd name="connsiteX9" fmla="*/ 776034 w 2069700"/>
                <a:gd name="connsiteY9" fmla="*/ 114951 h 957594"/>
                <a:gd name="connsiteX10" fmla="*/ 522067 w 2069700"/>
                <a:gd name="connsiteY10" fmla="*/ 165491 h 957594"/>
                <a:gd name="connsiteX11" fmla="*/ 325876 w 2069700"/>
                <a:gd name="connsiteY11" fmla="*/ 131588 h 957594"/>
                <a:gd name="connsiteX12" fmla="*/ 86779 w 2069700"/>
                <a:gd name="connsiteY12" fmla="*/ 185705 h 957594"/>
                <a:gd name="connsiteX13" fmla="*/ 0 w 2069700"/>
                <a:gd name="connsiteY13" fmla="*/ 71691 h 957594"/>
                <a:gd name="connsiteX0" fmla="*/ 2032888 w 2069700"/>
                <a:gd name="connsiteY0" fmla="*/ 0 h 957594"/>
                <a:gd name="connsiteX1" fmla="*/ 1926195 w 2069700"/>
                <a:gd name="connsiteY1" fmla="*/ 104283 h 957594"/>
                <a:gd name="connsiteX2" fmla="*/ 1941397 w 2069700"/>
                <a:gd name="connsiteY2" fmla="*/ 343457 h 957594"/>
                <a:gd name="connsiteX3" fmla="*/ 2068220 w 2069700"/>
                <a:gd name="connsiteY3" fmla="*/ 638709 h 957594"/>
                <a:gd name="connsiteX4" fmla="*/ 1845105 w 2069700"/>
                <a:gd name="connsiteY4" fmla="*/ 861951 h 957594"/>
                <a:gd name="connsiteX5" fmla="*/ 1362105 w 2069700"/>
                <a:gd name="connsiteY5" fmla="*/ 953774 h 957594"/>
                <a:gd name="connsiteX6" fmla="*/ 1116360 w 2069700"/>
                <a:gd name="connsiteY6" fmla="*/ 745022 h 957594"/>
                <a:gd name="connsiteX7" fmla="*/ 1070616 w 2069700"/>
                <a:gd name="connsiteY7" fmla="*/ 478866 h 957594"/>
                <a:gd name="connsiteX8" fmla="*/ 1009158 w 2069700"/>
                <a:gd name="connsiteY8" fmla="*/ 265913 h 957594"/>
                <a:gd name="connsiteX9" fmla="*/ 776034 w 2069700"/>
                <a:gd name="connsiteY9" fmla="*/ 114951 h 957594"/>
                <a:gd name="connsiteX10" fmla="*/ 522067 w 2069700"/>
                <a:gd name="connsiteY10" fmla="*/ 165491 h 957594"/>
                <a:gd name="connsiteX11" fmla="*/ 325876 w 2069700"/>
                <a:gd name="connsiteY11" fmla="*/ 131588 h 957594"/>
                <a:gd name="connsiteX12" fmla="*/ 86779 w 2069700"/>
                <a:gd name="connsiteY12" fmla="*/ 185705 h 957594"/>
                <a:gd name="connsiteX13" fmla="*/ 0 w 2069700"/>
                <a:gd name="connsiteY13" fmla="*/ 71691 h 957594"/>
                <a:gd name="connsiteX0" fmla="*/ 2032888 w 2069700"/>
                <a:gd name="connsiteY0" fmla="*/ 0 h 957594"/>
                <a:gd name="connsiteX1" fmla="*/ 1926195 w 2069700"/>
                <a:gd name="connsiteY1" fmla="*/ 104283 h 957594"/>
                <a:gd name="connsiteX2" fmla="*/ 1941397 w 2069700"/>
                <a:gd name="connsiteY2" fmla="*/ 343457 h 957594"/>
                <a:gd name="connsiteX3" fmla="*/ 2068220 w 2069700"/>
                <a:gd name="connsiteY3" fmla="*/ 638709 h 957594"/>
                <a:gd name="connsiteX4" fmla="*/ 1845105 w 2069700"/>
                <a:gd name="connsiteY4" fmla="*/ 861951 h 957594"/>
                <a:gd name="connsiteX5" fmla="*/ 1362105 w 2069700"/>
                <a:gd name="connsiteY5" fmla="*/ 953774 h 957594"/>
                <a:gd name="connsiteX6" fmla="*/ 1116360 w 2069700"/>
                <a:gd name="connsiteY6" fmla="*/ 745022 h 957594"/>
                <a:gd name="connsiteX7" fmla="*/ 1070616 w 2069700"/>
                <a:gd name="connsiteY7" fmla="*/ 478866 h 957594"/>
                <a:gd name="connsiteX8" fmla="*/ 1009158 w 2069700"/>
                <a:gd name="connsiteY8" fmla="*/ 265913 h 957594"/>
                <a:gd name="connsiteX9" fmla="*/ 776034 w 2069700"/>
                <a:gd name="connsiteY9" fmla="*/ 114951 h 957594"/>
                <a:gd name="connsiteX10" fmla="*/ 522067 w 2069700"/>
                <a:gd name="connsiteY10" fmla="*/ 165491 h 957594"/>
                <a:gd name="connsiteX11" fmla="*/ 325876 w 2069700"/>
                <a:gd name="connsiteY11" fmla="*/ 131588 h 957594"/>
                <a:gd name="connsiteX12" fmla="*/ 86779 w 2069700"/>
                <a:gd name="connsiteY12" fmla="*/ 185705 h 957594"/>
                <a:gd name="connsiteX13" fmla="*/ 0 w 2069700"/>
                <a:gd name="connsiteY13" fmla="*/ 71691 h 957594"/>
                <a:gd name="connsiteX0" fmla="*/ 2032888 w 2069700"/>
                <a:gd name="connsiteY0" fmla="*/ 0 h 957594"/>
                <a:gd name="connsiteX1" fmla="*/ 1926195 w 2069700"/>
                <a:gd name="connsiteY1" fmla="*/ 104283 h 957594"/>
                <a:gd name="connsiteX2" fmla="*/ 1941397 w 2069700"/>
                <a:gd name="connsiteY2" fmla="*/ 343457 h 957594"/>
                <a:gd name="connsiteX3" fmla="*/ 2068220 w 2069700"/>
                <a:gd name="connsiteY3" fmla="*/ 638709 h 957594"/>
                <a:gd name="connsiteX4" fmla="*/ 1845105 w 2069700"/>
                <a:gd name="connsiteY4" fmla="*/ 861951 h 957594"/>
                <a:gd name="connsiteX5" fmla="*/ 1362105 w 2069700"/>
                <a:gd name="connsiteY5" fmla="*/ 953774 h 957594"/>
                <a:gd name="connsiteX6" fmla="*/ 1116360 w 2069700"/>
                <a:gd name="connsiteY6" fmla="*/ 745022 h 957594"/>
                <a:gd name="connsiteX7" fmla="*/ 1070616 w 2069700"/>
                <a:gd name="connsiteY7" fmla="*/ 478866 h 957594"/>
                <a:gd name="connsiteX8" fmla="*/ 1009158 w 2069700"/>
                <a:gd name="connsiteY8" fmla="*/ 265913 h 957594"/>
                <a:gd name="connsiteX9" fmla="*/ 776034 w 2069700"/>
                <a:gd name="connsiteY9" fmla="*/ 114951 h 957594"/>
                <a:gd name="connsiteX10" fmla="*/ 522067 w 2069700"/>
                <a:gd name="connsiteY10" fmla="*/ 165491 h 957594"/>
                <a:gd name="connsiteX11" fmla="*/ 325876 w 2069700"/>
                <a:gd name="connsiteY11" fmla="*/ 131588 h 957594"/>
                <a:gd name="connsiteX12" fmla="*/ 86779 w 2069700"/>
                <a:gd name="connsiteY12" fmla="*/ 185705 h 957594"/>
                <a:gd name="connsiteX13" fmla="*/ 0 w 2069700"/>
                <a:gd name="connsiteY13" fmla="*/ 71691 h 957594"/>
                <a:gd name="connsiteX0" fmla="*/ 2032888 w 2069700"/>
                <a:gd name="connsiteY0" fmla="*/ 0 h 957594"/>
                <a:gd name="connsiteX1" fmla="*/ 1926195 w 2069700"/>
                <a:gd name="connsiteY1" fmla="*/ 104283 h 957594"/>
                <a:gd name="connsiteX2" fmla="*/ 1941397 w 2069700"/>
                <a:gd name="connsiteY2" fmla="*/ 343457 h 957594"/>
                <a:gd name="connsiteX3" fmla="*/ 2068220 w 2069700"/>
                <a:gd name="connsiteY3" fmla="*/ 638709 h 957594"/>
                <a:gd name="connsiteX4" fmla="*/ 1845105 w 2069700"/>
                <a:gd name="connsiteY4" fmla="*/ 861951 h 957594"/>
                <a:gd name="connsiteX5" fmla="*/ 1362105 w 2069700"/>
                <a:gd name="connsiteY5" fmla="*/ 953774 h 957594"/>
                <a:gd name="connsiteX6" fmla="*/ 1116360 w 2069700"/>
                <a:gd name="connsiteY6" fmla="*/ 745022 h 957594"/>
                <a:gd name="connsiteX7" fmla="*/ 1096324 w 2069700"/>
                <a:gd name="connsiteY7" fmla="*/ 468380 h 957594"/>
                <a:gd name="connsiteX8" fmla="*/ 1009158 w 2069700"/>
                <a:gd name="connsiteY8" fmla="*/ 265913 h 957594"/>
                <a:gd name="connsiteX9" fmla="*/ 776034 w 2069700"/>
                <a:gd name="connsiteY9" fmla="*/ 114951 h 957594"/>
                <a:gd name="connsiteX10" fmla="*/ 522067 w 2069700"/>
                <a:gd name="connsiteY10" fmla="*/ 165491 h 957594"/>
                <a:gd name="connsiteX11" fmla="*/ 325876 w 2069700"/>
                <a:gd name="connsiteY11" fmla="*/ 131588 h 957594"/>
                <a:gd name="connsiteX12" fmla="*/ 86779 w 2069700"/>
                <a:gd name="connsiteY12" fmla="*/ 185705 h 957594"/>
                <a:gd name="connsiteX13" fmla="*/ 0 w 2069700"/>
                <a:gd name="connsiteY13" fmla="*/ 71691 h 957594"/>
                <a:gd name="connsiteX0" fmla="*/ 2032888 w 2034762"/>
                <a:gd name="connsiteY0" fmla="*/ 0 h 957650"/>
                <a:gd name="connsiteX1" fmla="*/ 1926195 w 2034762"/>
                <a:gd name="connsiteY1" fmla="*/ 104283 h 957650"/>
                <a:gd name="connsiteX2" fmla="*/ 1941397 w 2034762"/>
                <a:gd name="connsiteY2" fmla="*/ 343457 h 957650"/>
                <a:gd name="connsiteX3" fmla="*/ 2032850 w 2034762"/>
                <a:gd name="connsiteY3" fmla="*/ 631556 h 957650"/>
                <a:gd name="connsiteX4" fmla="*/ 1845105 w 2034762"/>
                <a:gd name="connsiteY4" fmla="*/ 861951 h 957650"/>
                <a:gd name="connsiteX5" fmla="*/ 1362105 w 2034762"/>
                <a:gd name="connsiteY5" fmla="*/ 953774 h 957650"/>
                <a:gd name="connsiteX6" fmla="*/ 1116360 w 2034762"/>
                <a:gd name="connsiteY6" fmla="*/ 745022 h 957650"/>
                <a:gd name="connsiteX7" fmla="*/ 1096324 w 2034762"/>
                <a:gd name="connsiteY7" fmla="*/ 468380 h 957650"/>
                <a:gd name="connsiteX8" fmla="*/ 1009158 w 2034762"/>
                <a:gd name="connsiteY8" fmla="*/ 265913 h 957650"/>
                <a:gd name="connsiteX9" fmla="*/ 776034 w 2034762"/>
                <a:gd name="connsiteY9" fmla="*/ 114951 h 957650"/>
                <a:gd name="connsiteX10" fmla="*/ 522067 w 2034762"/>
                <a:gd name="connsiteY10" fmla="*/ 165491 h 957650"/>
                <a:gd name="connsiteX11" fmla="*/ 325876 w 2034762"/>
                <a:gd name="connsiteY11" fmla="*/ 131588 h 957650"/>
                <a:gd name="connsiteX12" fmla="*/ 86779 w 2034762"/>
                <a:gd name="connsiteY12" fmla="*/ 185705 h 957650"/>
                <a:gd name="connsiteX13" fmla="*/ 0 w 2034762"/>
                <a:gd name="connsiteY13" fmla="*/ 71691 h 957650"/>
                <a:gd name="connsiteX0" fmla="*/ 2032888 w 2034762"/>
                <a:gd name="connsiteY0" fmla="*/ 0 h 957650"/>
                <a:gd name="connsiteX1" fmla="*/ 1926195 w 2034762"/>
                <a:gd name="connsiteY1" fmla="*/ 104283 h 957650"/>
                <a:gd name="connsiteX2" fmla="*/ 1941397 w 2034762"/>
                <a:gd name="connsiteY2" fmla="*/ 343457 h 957650"/>
                <a:gd name="connsiteX3" fmla="*/ 2032850 w 2034762"/>
                <a:gd name="connsiteY3" fmla="*/ 631556 h 957650"/>
                <a:gd name="connsiteX4" fmla="*/ 1845105 w 2034762"/>
                <a:gd name="connsiteY4" fmla="*/ 861951 h 957650"/>
                <a:gd name="connsiteX5" fmla="*/ 1362105 w 2034762"/>
                <a:gd name="connsiteY5" fmla="*/ 953774 h 957650"/>
                <a:gd name="connsiteX6" fmla="*/ 1116360 w 2034762"/>
                <a:gd name="connsiteY6" fmla="*/ 745022 h 957650"/>
                <a:gd name="connsiteX7" fmla="*/ 1096324 w 2034762"/>
                <a:gd name="connsiteY7" fmla="*/ 468380 h 957650"/>
                <a:gd name="connsiteX8" fmla="*/ 1009158 w 2034762"/>
                <a:gd name="connsiteY8" fmla="*/ 265913 h 957650"/>
                <a:gd name="connsiteX9" fmla="*/ 776034 w 2034762"/>
                <a:gd name="connsiteY9" fmla="*/ 114951 h 957650"/>
                <a:gd name="connsiteX10" fmla="*/ 522067 w 2034762"/>
                <a:gd name="connsiteY10" fmla="*/ 165491 h 957650"/>
                <a:gd name="connsiteX11" fmla="*/ 325876 w 2034762"/>
                <a:gd name="connsiteY11" fmla="*/ 131588 h 957650"/>
                <a:gd name="connsiteX12" fmla="*/ 61226 w 2034762"/>
                <a:gd name="connsiteY12" fmla="*/ 227345 h 957650"/>
                <a:gd name="connsiteX13" fmla="*/ 0 w 2034762"/>
                <a:gd name="connsiteY13" fmla="*/ 71691 h 957650"/>
                <a:gd name="connsiteX0" fmla="*/ 2032888 w 2108738"/>
                <a:gd name="connsiteY0" fmla="*/ 0 h 957832"/>
                <a:gd name="connsiteX1" fmla="*/ 1926195 w 2108738"/>
                <a:gd name="connsiteY1" fmla="*/ 104283 h 957832"/>
                <a:gd name="connsiteX2" fmla="*/ 1941397 w 2108738"/>
                <a:gd name="connsiteY2" fmla="*/ 343457 h 957832"/>
                <a:gd name="connsiteX3" fmla="*/ 2107555 w 2108738"/>
                <a:gd name="connsiteY3" fmla="*/ 609770 h 957832"/>
                <a:gd name="connsiteX4" fmla="*/ 1845105 w 2108738"/>
                <a:gd name="connsiteY4" fmla="*/ 861951 h 957832"/>
                <a:gd name="connsiteX5" fmla="*/ 1362105 w 2108738"/>
                <a:gd name="connsiteY5" fmla="*/ 953774 h 957832"/>
                <a:gd name="connsiteX6" fmla="*/ 1116360 w 2108738"/>
                <a:gd name="connsiteY6" fmla="*/ 745022 h 957832"/>
                <a:gd name="connsiteX7" fmla="*/ 1096324 w 2108738"/>
                <a:gd name="connsiteY7" fmla="*/ 468380 h 957832"/>
                <a:gd name="connsiteX8" fmla="*/ 1009158 w 2108738"/>
                <a:gd name="connsiteY8" fmla="*/ 265913 h 957832"/>
                <a:gd name="connsiteX9" fmla="*/ 776034 w 2108738"/>
                <a:gd name="connsiteY9" fmla="*/ 114951 h 957832"/>
                <a:gd name="connsiteX10" fmla="*/ 522067 w 2108738"/>
                <a:gd name="connsiteY10" fmla="*/ 165491 h 957832"/>
                <a:gd name="connsiteX11" fmla="*/ 325876 w 2108738"/>
                <a:gd name="connsiteY11" fmla="*/ 131588 h 957832"/>
                <a:gd name="connsiteX12" fmla="*/ 61226 w 2108738"/>
                <a:gd name="connsiteY12" fmla="*/ 227345 h 957832"/>
                <a:gd name="connsiteX13" fmla="*/ 0 w 2108738"/>
                <a:gd name="connsiteY13" fmla="*/ 71691 h 957832"/>
                <a:gd name="connsiteX0" fmla="*/ 2032888 w 2108738"/>
                <a:gd name="connsiteY0" fmla="*/ 0 h 959487"/>
                <a:gd name="connsiteX1" fmla="*/ 1926195 w 2108738"/>
                <a:gd name="connsiteY1" fmla="*/ 104283 h 959487"/>
                <a:gd name="connsiteX2" fmla="*/ 1941397 w 2108738"/>
                <a:gd name="connsiteY2" fmla="*/ 343457 h 959487"/>
                <a:gd name="connsiteX3" fmla="*/ 2107555 w 2108738"/>
                <a:gd name="connsiteY3" fmla="*/ 609770 h 959487"/>
                <a:gd name="connsiteX4" fmla="*/ 1845105 w 2108738"/>
                <a:gd name="connsiteY4" fmla="*/ 861951 h 959487"/>
                <a:gd name="connsiteX5" fmla="*/ 1362105 w 2108738"/>
                <a:gd name="connsiteY5" fmla="*/ 953774 h 959487"/>
                <a:gd name="connsiteX6" fmla="*/ 1116360 w 2108738"/>
                <a:gd name="connsiteY6" fmla="*/ 745022 h 959487"/>
                <a:gd name="connsiteX7" fmla="*/ 1096324 w 2108738"/>
                <a:gd name="connsiteY7" fmla="*/ 468380 h 959487"/>
                <a:gd name="connsiteX8" fmla="*/ 1009158 w 2108738"/>
                <a:gd name="connsiteY8" fmla="*/ 265913 h 959487"/>
                <a:gd name="connsiteX9" fmla="*/ 776034 w 2108738"/>
                <a:gd name="connsiteY9" fmla="*/ 114951 h 959487"/>
                <a:gd name="connsiteX10" fmla="*/ 522067 w 2108738"/>
                <a:gd name="connsiteY10" fmla="*/ 165491 h 959487"/>
                <a:gd name="connsiteX11" fmla="*/ 325876 w 2108738"/>
                <a:gd name="connsiteY11" fmla="*/ 131588 h 959487"/>
                <a:gd name="connsiteX12" fmla="*/ 61226 w 2108738"/>
                <a:gd name="connsiteY12" fmla="*/ 227345 h 959487"/>
                <a:gd name="connsiteX13" fmla="*/ 0 w 2108738"/>
                <a:gd name="connsiteY13" fmla="*/ 71691 h 959487"/>
                <a:gd name="connsiteX0" fmla="*/ 2032888 w 2108738"/>
                <a:gd name="connsiteY0" fmla="*/ 0 h 970667"/>
                <a:gd name="connsiteX1" fmla="*/ 1926195 w 2108738"/>
                <a:gd name="connsiteY1" fmla="*/ 104283 h 970667"/>
                <a:gd name="connsiteX2" fmla="*/ 1941397 w 2108738"/>
                <a:gd name="connsiteY2" fmla="*/ 343457 h 970667"/>
                <a:gd name="connsiteX3" fmla="*/ 2107555 w 2108738"/>
                <a:gd name="connsiteY3" fmla="*/ 609770 h 970667"/>
                <a:gd name="connsiteX4" fmla="*/ 1845105 w 2108738"/>
                <a:gd name="connsiteY4" fmla="*/ 861951 h 970667"/>
                <a:gd name="connsiteX5" fmla="*/ 1611977 w 2108738"/>
                <a:gd name="connsiteY5" fmla="*/ 947517 h 970667"/>
                <a:gd name="connsiteX6" fmla="*/ 1362105 w 2108738"/>
                <a:gd name="connsiteY6" fmla="*/ 953774 h 970667"/>
                <a:gd name="connsiteX7" fmla="*/ 1116360 w 2108738"/>
                <a:gd name="connsiteY7" fmla="*/ 745022 h 970667"/>
                <a:gd name="connsiteX8" fmla="*/ 1096324 w 2108738"/>
                <a:gd name="connsiteY8" fmla="*/ 468380 h 970667"/>
                <a:gd name="connsiteX9" fmla="*/ 1009158 w 2108738"/>
                <a:gd name="connsiteY9" fmla="*/ 265913 h 970667"/>
                <a:gd name="connsiteX10" fmla="*/ 776034 w 2108738"/>
                <a:gd name="connsiteY10" fmla="*/ 114951 h 970667"/>
                <a:gd name="connsiteX11" fmla="*/ 522067 w 2108738"/>
                <a:gd name="connsiteY11" fmla="*/ 165491 h 970667"/>
                <a:gd name="connsiteX12" fmla="*/ 325876 w 2108738"/>
                <a:gd name="connsiteY12" fmla="*/ 131588 h 970667"/>
                <a:gd name="connsiteX13" fmla="*/ 61226 w 2108738"/>
                <a:gd name="connsiteY13" fmla="*/ 227345 h 970667"/>
                <a:gd name="connsiteX14" fmla="*/ 0 w 2108738"/>
                <a:gd name="connsiteY14" fmla="*/ 71691 h 970667"/>
                <a:gd name="connsiteX0" fmla="*/ 2032888 w 2108738"/>
                <a:gd name="connsiteY0" fmla="*/ 0 h 966938"/>
                <a:gd name="connsiteX1" fmla="*/ 1926195 w 2108738"/>
                <a:gd name="connsiteY1" fmla="*/ 104283 h 966938"/>
                <a:gd name="connsiteX2" fmla="*/ 1941397 w 2108738"/>
                <a:gd name="connsiteY2" fmla="*/ 343457 h 966938"/>
                <a:gd name="connsiteX3" fmla="*/ 2107555 w 2108738"/>
                <a:gd name="connsiteY3" fmla="*/ 609770 h 966938"/>
                <a:gd name="connsiteX4" fmla="*/ 1845105 w 2108738"/>
                <a:gd name="connsiteY4" fmla="*/ 861951 h 966938"/>
                <a:gd name="connsiteX5" fmla="*/ 1611977 w 2108738"/>
                <a:gd name="connsiteY5" fmla="*/ 947517 h 966938"/>
                <a:gd name="connsiteX6" fmla="*/ 1362105 w 2108738"/>
                <a:gd name="connsiteY6" fmla="*/ 953774 h 966938"/>
                <a:gd name="connsiteX7" fmla="*/ 1116360 w 2108738"/>
                <a:gd name="connsiteY7" fmla="*/ 745022 h 966938"/>
                <a:gd name="connsiteX8" fmla="*/ 1096324 w 2108738"/>
                <a:gd name="connsiteY8" fmla="*/ 468380 h 966938"/>
                <a:gd name="connsiteX9" fmla="*/ 1009158 w 2108738"/>
                <a:gd name="connsiteY9" fmla="*/ 265913 h 966938"/>
                <a:gd name="connsiteX10" fmla="*/ 776034 w 2108738"/>
                <a:gd name="connsiteY10" fmla="*/ 114951 h 966938"/>
                <a:gd name="connsiteX11" fmla="*/ 522067 w 2108738"/>
                <a:gd name="connsiteY11" fmla="*/ 165491 h 966938"/>
                <a:gd name="connsiteX12" fmla="*/ 325876 w 2108738"/>
                <a:gd name="connsiteY12" fmla="*/ 131588 h 966938"/>
                <a:gd name="connsiteX13" fmla="*/ 61226 w 2108738"/>
                <a:gd name="connsiteY13" fmla="*/ 227345 h 966938"/>
                <a:gd name="connsiteX14" fmla="*/ 0 w 2108738"/>
                <a:gd name="connsiteY14" fmla="*/ 71691 h 966938"/>
                <a:gd name="connsiteX0" fmla="*/ 2032888 w 2108738"/>
                <a:gd name="connsiteY0" fmla="*/ 0 h 947517"/>
                <a:gd name="connsiteX1" fmla="*/ 1926195 w 2108738"/>
                <a:gd name="connsiteY1" fmla="*/ 104283 h 947517"/>
                <a:gd name="connsiteX2" fmla="*/ 1941397 w 2108738"/>
                <a:gd name="connsiteY2" fmla="*/ 343457 h 947517"/>
                <a:gd name="connsiteX3" fmla="*/ 2107555 w 2108738"/>
                <a:gd name="connsiteY3" fmla="*/ 609770 h 947517"/>
                <a:gd name="connsiteX4" fmla="*/ 1845105 w 2108738"/>
                <a:gd name="connsiteY4" fmla="*/ 861951 h 947517"/>
                <a:gd name="connsiteX5" fmla="*/ 1611977 w 2108738"/>
                <a:gd name="connsiteY5" fmla="*/ 947517 h 947517"/>
                <a:gd name="connsiteX6" fmla="*/ 1277212 w 2108738"/>
                <a:gd name="connsiteY6" fmla="*/ 919590 h 947517"/>
                <a:gd name="connsiteX7" fmla="*/ 1116360 w 2108738"/>
                <a:gd name="connsiteY7" fmla="*/ 745022 h 947517"/>
                <a:gd name="connsiteX8" fmla="*/ 1096324 w 2108738"/>
                <a:gd name="connsiteY8" fmla="*/ 468380 h 947517"/>
                <a:gd name="connsiteX9" fmla="*/ 1009158 w 2108738"/>
                <a:gd name="connsiteY9" fmla="*/ 265913 h 947517"/>
                <a:gd name="connsiteX10" fmla="*/ 776034 w 2108738"/>
                <a:gd name="connsiteY10" fmla="*/ 114951 h 947517"/>
                <a:gd name="connsiteX11" fmla="*/ 522067 w 2108738"/>
                <a:gd name="connsiteY11" fmla="*/ 165491 h 947517"/>
                <a:gd name="connsiteX12" fmla="*/ 325876 w 2108738"/>
                <a:gd name="connsiteY12" fmla="*/ 131588 h 947517"/>
                <a:gd name="connsiteX13" fmla="*/ 61226 w 2108738"/>
                <a:gd name="connsiteY13" fmla="*/ 227345 h 947517"/>
                <a:gd name="connsiteX14" fmla="*/ 0 w 2108738"/>
                <a:gd name="connsiteY14" fmla="*/ 71691 h 947517"/>
                <a:gd name="connsiteX0" fmla="*/ 2032888 w 2108738"/>
                <a:gd name="connsiteY0" fmla="*/ 0 h 948145"/>
                <a:gd name="connsiteX1" fmla="*/ 1926195 w 2108738"/>
                <a:gd name="connsiteY1" fmla="*/ 104283 h 948145"/>
                <a:gd name="connsiteX2" fmla="*/ 1941397 w 2108738"/>
                <a:gd name="connsiteY2" fmla="*/ 343457 h 948145"/>
                <a:gd name="connsiteX3" fmla="*/ 2107555 w 2108738"/>
                <a:gd name="connsiteY3" fmla="*/ 609770 h 948145"/>
                <a:gd name="connsiteX4" fmla="*/ 1845105 w 2108738"/>
                <a:gd name="connsiteY4" fmla="*/ 861951 h 948145"/>
                <a:gd name="connsiteX5" fmla="*/ 1611977 w 2108738"/>
                <a:gd name="connsiteY5" fmla="*/ 947517 h 948145"/>
                <a:gd name="connsiteX6" fmla="*/ 1277212 w 2108738"/>
                <a:gd name="connsiteY6" fmla="*/ 919590 h 948145"/>
                <a:gd name="connsiteX7" fmla="*/ 1116360 w 2108738"/>
                <a:gd name="connsiteY7" fmla="*/ 745022 h 948145"/>
                <a:gd name="connsiteX8" fmla="*/ 1096324 w 2108738"/>
                <a:gd name="connsiteY8" fmla="*/ 468380 h 948145"/>
                <a:gd name="connsiteX9" fmla="*/ 1009158 w 2108738"/>
                <a:gd name="connsiteY9" fmla="*/ 265913 h 948145"/>
                <a:gd name="connsiteX10" fmla="*/ 776034 w 2108738"/>
                <a:gd name="connsiteY10" fmla="*/ 114951 h 948145"/>
                <a:gd name="connsiteX11" fmla="*/ 522067 w 2108738"/>
                <a:gd name="connsiteY11" fmla="*/ 165491 h 948145"/>
                <a:gd name="connsiteX12" fmla="*/ 325876 w 2108738"/>
                <a:gd name="connsiteY12" fmla="*/ 131588 h 948145"/>
                <a:gd name="connsiteX13" fmla="*/ 61226 w 2108738"/>
                <a:gd name="connsiteY13" fmla="*/ 227345 h 948145"/>
                <a:gd name="connsiteX14" fmla="*/ 0 w 2108738"/>
                <a:gd name="connsiteY14" fmla="*/ 71691 h 94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8738" h="948145">
                  <a:moveTo>
                    <a:pt x="2032888" y="0"/>
                  </a:moveTo>
                  <a:cubicBezTo>
                    <a:pt x="1969859" y="72150"/>
                    <a:pt x="1941443" y="47040"/>
                    <a:pt x="1926195" y="104283"/>
                  </a:cubicBezTo>
                  <a:cubicBezTo>
                    <a:pt x="1910947" y="161526"/>
                    <a:pt x="1911170" y="259209"/>
                    <a:pt x="1941397" y="343457"/>
                  </a:cubicBezTo>
                  <a:cubicBezTo>
                    <a:pt x="1971624" y="427705"/>
                    <a:pt x="2123604" y="523354"/>
                    <a:pt x="2107555" y="609770"/>
                  </a:cubicBezTo>
                  <a:cubicBezTo>
                    <a:pt x="2091506" y="696186"/>
                    <a:pt x="1927701" y="805660"/>
                    <a:pt x="1845105" y="861951"/>
                  </a:cubicBezTo>
                  <a:cubicBezTo>
                    <a:pt x="1762509" y="918242"/>
                    <a:pt x="1773779" y="953340"/>
                    <a:pt x="1611977" y="947517"/>
                  </a:cubicBezTo>
                  <a:cubicBezTo>
                    <a:pt x="1513081" y="945488"/>
                    <a:pt x="1359815" y="953339"/>
                    <a:pt x="1277212" y="919590"/>
                  </a:cubicBezTo>
                  <a:cubicBezTo>
                    <a:pt x="1194609" y="885841"/>
                    <a:pt x="1146508" y="820224"/>
                    <a:pt x="1116360" y="745022"/>
                  </a:cubicBezTo>
                  <a:cubicBezTo>
                    <a:pt x="1086212" y="669820"/>
                    <a:pt x="1070552" y="578519"/>
                    <a:pt x="1096324" y="468380"/>
                  </a:cubicBezTo>
                  <a:cubicBezTo>
                    <a:pt x="1122096" y="358241"/>
                    <a:pt x="1062539" y="324818"/>
                    <a:pt x="1009158" y="265913"/>
                  </a:cubicBezTo>
                  <a:cubicBezTo>
                    <a:pt x="955777" y="207008"/>
                    <a:pt x="857216" y="131688"/>
                    <a:pt x="776034" y="114951"/>
                  </a:cubicBezTo>
                  <a:cubicBezTo>
                    <a:pt x="694852" y="98214"/>
                    <a:pt x="597093" y="162718"/>
                    <a:pt x="522067" y="165491"/>
                  </a:cubicBezTo>
                  <a:cubicBezTo>
                    <a:pt x="447041" y="168264"/>
                    <a:pt x="402683" y="121279"/>
                    <a:pt x="325876" y="131588"/>
                  </a:cubicBezTo>
                  <a:cubicBezTo>
                    <a:pt x="249069" y="141897"/>
                    <a:pt x="130350" y="272958"/>
                    <a:pt x="61226" y="227345"/>
                  </a:cubicBezTo>
                  <a:cubicBezTo>
                    <a:pt x="-21591" y="197544"/>
                    <a:pt x="61001" y="171881"/>
                    <a:pt x="0" y="71691"/>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2" name="Freeform: Shape 21">
              <a:extLst>
                <a:ext uri="{FF2B5EF4-FFF2-40B4-BE49-F238E27FC236}">
                  <a16:creationId xmlns:a16="http://schemas.microsoft.com/office/drawing/2014/main" id="{66808C4D-C742-A674-AFA9-27655AAA5F28}"/>
                </a:ext>
              </a:extLst>
            </p:cNvPr>
            <p:cNvSpPr/>
            <p:nvPr/>
          </p:nvSpPr>
          <p:spPr>
            <a:xfrm rot="21453850" flipH="1">
              <a:off x="8688416" y="11341"/>
              <a:ext cx="1412100" cy="1171942"/>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3230" h="1213701">
                  <a:moveTo>
                    <a:pt x="1281309" y="0"/>
                  </a:moveTo>
                  <a:cubicBezTo>
                    <a:pt x="1247562" y="286164"/>
                    <a:pt x="1306344" y="406697"/>
                    <a:pt x="1334139" y="559204"/>
                  </a:cubicBezTo>
                  <a:cubicBezTo>
                    <a:pt x="1361934" y="711711"/>
                    <a:pt x="1478980" y="814368"/>
                    <a:pt x="1448079" y="915041"/>
                  </a:cubicBezTo>
                  <a:cubicBezTo>
                    <a:pt x="1417178" y="1015714"/>
                    <a:pt x="1276386" y="1117383"/>
                    <a:pt x="1148733" y="1163240"/>
                  </a:cubicBezTo>
                  <a:cubicBezTo>
                    <a:pt x="1021080" y="1209097"/>
                    <a:pt x="793992" y="1235545"/>
                    <a:pt x="682159" y="1190183"/>
                  </a:cubicBezTo>
                  <a:cubicBezTo>
                    <a:pt x="570326" y="1144821"/>
                    <a:pt x="517057" y="985868"/>
                    <a:pt x="477737" y="891067"/>
                  </a:cubicBezTo>
                  <a:cubicBezTo>
                    <a:pt x="438417" y="796266"/>
                    <a:pt x="457238" y="694625"/>
                    <a:pt x="446238" y="621379"/>
                  </a:cubicBezTo>
                  <a:cubicBezTo>
                    <a:pt x="468477" y="487245"/>
                    <a:pt x="547252" y="422148"/>
                    <a:pt x="514344" y="337277"/>
                  </a:cubicBezTo>
                  <a:cubicBezTo>
                    <a:pt x="481437" y="252406"/>
                    <a:pt x="334517" y="165393"/>
                    <a:pt x="248793" y="112151"/>
                  </a:cubicBezTo>
                  <a:cubicBezTo>
                    <a:pt x="163069" y="58909"/>
                    <a:pt x="177597" y="63200"/>
                    <a:pt x="0" y="17825"/>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3" name="Freeform: Shape 22">
              <a:extLst>
                <a:ext uri="{FF2B5EF4-FFF2-40B4-BE49-F238E27FC236}">
                  <a16:creationId xmlns:a16="http://schemas.microsoft.com/office/drawing/2014/main" id="{60BE1F33-D91D-94A8-BD39-9A8C37EDA61A}"/>
                </a:ext>
              </a:extLst>
            </p:cNvPr>
            <p:cNvSpPr/>
            <p:nvPr/>
          </p:nvSpPr>
          <p:spPr>
            <a:xfrm rot="21453850" flipH="1">
              <a:off x="8902985" y="-19310"/>
              <a:ext cx="932152" cy="100021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145" h="1116212">
                  <a:moveTo>
                    <a:pt x="1555466" y="0"/>
                  </a:moveTo>
                  <a:cubicBezTo>
                    <a:pt x="1577155" y="102456"/>
                    <a:pt x="1527794" y="187064"/>
                    <a:pt x="1535702" y="317888"/>
                  </a:cubicBezTo>
                  <a:cubicBezTo>
                    <a:pt x="1543610" y="448712"/>
                    <a:pt x="1614259" y="652582"/>
                    <a:pt x="1602916" y="784946"/>
                  </a:cubicBezTo>
                  <a:cubicBezTo>
                    <a:pt x="1591573" y="917310"/>
                    <a:pt x="1586077" y="1088437"/>
                    <a:pt x="1467645" y="1112074"/>
                  </a:cubicBezTo>
                  <a:cubicBezTo>
                    <a:pt x="1349213" y="1135711"/>
                    <a:pt x="1003406" y="1055995"/>
                    <a:pt x="892323" y="926770"/>
                  </a:cubicBezTo>
                  <a:cubicBezTo>
                    <a:pt x="781240" y="797545"/>
                    <a:pt x="888845" y="471049"/>
                    <a:pt x="801148" y="336725"/>
                  </a:cubicBezTo>
                  <a:cubicBezTo>
                    <a:pt x="713451" y="202401"/>
                    <a:pt x="499667" y="167665"/>
                    <a:pt x="366142" y="120824"/>
                  </a:cubicBezTo>
                  <a:cubicBezTo>
                    <a:pt x="232617" y="73983"/>
                    <a:pt x="175648" y="107056"/>
                    <a:pt x="0" y="55677"/>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4" name="Freeform: Shape 23">
              <a:extLst>
                <a:ext uri="{FF2B5EF4-FFF2-40B4-BE49-F238E27FC236}">
                  <a16:creationId xmlns:a16="http://schemas.microsoft.com/office/drawing/2014/main" id="{CAE84369-248F-F826-C52A-3D7404CE6832}"/>
                </a:ext>
              </a:extLst>
            </p:cNvPr>
            <p:cNvSpPr/>
            <p:nvPr/>
          </p:nvSpPr>
          <p:spPr>
            <a:xfrm rot="473519" flipH="1">
              <a:off x="8160080" y="-218477"/>
              <a:ext cx="3206779" cy="1898887"/>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2093" h="1307888">
                  <a:moveTo>
                    <a:pt x="2792093" y="306029"/>
                  </a:moveTo>
                  <a:cubicBezTo>
                    <a:pt x="2697119" y="432195"/>
                    <a:pt x="2732737" y="496356"/>
                    <a:pt x="2698578" y="598512"/>
                  </a:cubicBezTo>
                  <a:cubicBezTo>
                    <a:pt x="2664419" y="700669"/>
                    <a:pt x="2650255" y="823618"/>
                    <a:pt x="2587140" y="918968"/>
                  </a:cubicBezTo>
                  <a:cubicBezTo>
                    <a:pt x="2524025" y="1014318"/>
                    <a:pt x="2403687" y="1105949"/>
                    <a:pt x="2319887" y="1170612"/>
                  </a:cubicBezTo>
                  <a:cubicBezTo>
                    <a:pt x="2236087" y="1235275"/>
                    <a:pt x="2188733" y="1297065"/>
                    <a:pt x="2084341" y="1306946"/>
                  </a:cubicBezTo>
                  <a:cubicBezTo>
                    <a:pt x="1979949" y="1316827"/>
                    <a:pt x="1852067" y="1246158"/>
                    <a:pt x="1693533" y="1229899"/>
                  </a:cubicBezTo>
                  <a:cubicBezTo>
                    <a:pt x="1534999" y="1213640"/>
                    <a:pt x="1235785" y="1261164"/>
                    <a:pt x="1133137" y="1209394"/>
                  </a:cubicBezTo>
                  <a:cubicBezTo>
                    <a:pt x="1030489" y="1157624"/>
                    <a:pt x="1097482" y="998778"/>
                    <a:pt x="1077644" y="919279"/>
                  </a:cubicBezTo>
                  <a:cubicBezTo>
                    <a:pt x="1057806" y="839780"/>
                    <a:pt x="1034400" y="795073"/>
                    <a:pt x="1014112" y="732398"/>
                  </a:cubicBezTo>
                  <a:cubicBezTo>
                    <a:pt x="988966" y="654389"/>
                    <a:pt x="956867" y="576093"/>
                    <a:pt x="892859" y="525896"/>
                  </a:cubicBezTo>
                  <a:cubicBezTo>
                    <a:pt x="849234" y="491606"/>
                    <a:pt x="795323" y="474557"/>
                    <a:pt x="741126" y="461317"/>
                  </a:cubicBezTo>
                  <a:cubicBezTo>
                    <a:pt x="690834" y="449030"/>
                    <a:pt x="639684" y="438933"/>
                    <a:pt x="587964" y="439790"/>
                  </a:cubicBezTo>
                  <a:cubicBezTo>
                    <a:pt x="523670" y="440838"/>
                    <a:pt x="460424" y="458364"/>
                    <a:pt x="396416" y="453125"/>
                  </a:cubicBezTo>
                  <a:cubicBezTo>
                    <a:pt x="356601" y="449887"/>
                    <a:pt x="318120" y="437123"/>
                    <a:pt x="283830" y="416549"/>
                  </a:cubicBezTo>
                  <a:cubicBezTo>
                    <a:pt x="226680" y="382259"/>
                    <a:pt x="190641" y="345576"/>
                    <a:pt x="143336" y="276151"/>
                  </a:cubicBezTo>
                  <a:cubicBezTo>
                    <a:pt x="96031" y="206726"/>
                    <a:pt x="61341" y="79058"/>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5" name="Freeform: Shape 24">
              <a:extLst>
                <a:ext uri="{FF2B5EF4-FFF2-40B4-BE49-F238E27FC236}">
                  <a16:creationId xmlns:a16="http://schemas.microsoft.com/office/drawing/2014/main" id="{D5640EBB-06B9-1611-B9E6-529BCB396555}"/>
                </a:ext>
              </a:extLst>
            </p:cNvPr>
            <p:cNvSpPr/>
            <p:nvPr/>
          </p:nvSpPr>
          <p:spPr>
            <a:xfrm rot="21453850" flipH="1">
              <a:off x="9017621" y="-18319"/>
              <a:ext cx="301213" cy="70246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
        <p:nvSpPr>
          <p:cNvPr id="2" name="Title 1">
            <a:extLst>
              <a:ext uri="{FF2B5EF4-FFF2-40B4-BE49-F238E27FC236}">
                <a16:creationId xmlns:a16="http://schemas.microsoft.com/office/drawing/2014/main" id="{035FB675-2F61-6250-E9EC-C7A21A37E4F1}"/>
              </a:ext>
            </a:extLst>
          </p:cNvPr>
          <p:cNvSpPr>
            <a:spLocks noGrp="1"/>
          </p:cNvSpPr>
          <p:nvPr>
            <p:ph type="title"/>
          </p:nvPr>
        </p:nvSpPr>
        <p:spPr>
          <a:xfrm>
            <a:off x="294063" y="371958"/>
            <a:ext cx="8141433" cy="1145921"/>
          </a:xfrm>
        </p:spPr>
        <p:txBody>
          <a:bodyPr>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A0F7FA5A-D633-E528-190C-786827133EEE}"/>
              </a:ext>
            </a:extLst>
          </p:cNvPr>
          <p:cNvSpPr>
            <a:spLocks noGrp="1"/>
          </p:cNvSpPr>
          <p:nvPr>
            <p:ph sz="half" idx="1"/>
          </p:nvPr>
        </p:nvSpPr>
        <p:spPr>
          <a:xfrm>
            <a:off x="1714501" y="1710752"/>
            <a:ext cx="4176070" cy="441755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0201F98-4BFD-89D1-4C2E-C9078BC634CD}"/>
              </a:ext>
            </a:extLst>
          </p:cNvPr>
          <p:cNvSpPr>
            <a:spLocks noGrp="1"/>
          </p:cNvSpPr>
          <p:nvPr>
            <p:ph sz="half" idx="2"/>
          </p:nvPr>
        </p:nvSpPr>
        <p:spPr>
          <a:xfrm>
            <a:off x="6282511" y="1710752"/>
            <a:ext cx="4176070" cy="4417552"/>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E11BAFA7-D198-6578-9D6C-22A68B69A7A4}"/>
              </a:ext>
            </a:extLst>
          </p:cNvPr>
          <p:cNvSpPr>
            <a:spLocks noGrp="1"/>
          </p:cNvSpPr>
          <p:nvPr>
            <p:ph type="dt" sz="half" idx="10"/>
          </p:nvPr>
        </p:nvSpPr>
        <p:spPr>
          <a:xfrm>
            <a:off x="5105401" y="6418800"/>
            <a:ext cx="1981200" cy="294462"/>
          </a:xfrm>
          <a:prstGeom prst="rect">
            <a:avLst/>
          </a:prstGeom>
        </p:spPr>
        <p:txBody>
          <a:bodyPr/>
          <a:lstStyle/>
          <a:p>
            <a:fld id="{5A1481E1-FE05-4890-AAF6-A8D92EF6CF78}" type="datetime1">
              <a:rPr lang="en-US" smtClean="0"/>
              <a:t>3/25/2026</a:t>
            </a:fld>
            <a:endParaRPr lang="en-US"/>
          </a:p>
        </p:txBody>
      </p:sp>
      <p:sp>
        <p:nvSpPr>
          <p:cNvPr id="6" name="Footer Placeholder 5">
            <a:extLst>
              <a:ext uri="{FF2B5EF4-FFF2-40B4-BE49-F238E27FC236}">
                <a16:creationId xmlns:a16="http://schemas.microsoft.com/office/drawing/2014/main" id="{A056F0BE-9F27-B3FE-2EE4-8BE2199E5545}"/>
              </a:ext>
            </a:extLst>
          </p:cNvPr>
          <p:cNvSpPr>
            <a:spLocks noGrp="1"/>
          </p:cNvSpPr>
          <p:nvPr>
            <p:ph type="ftr" sz="quarter" idx="11"/>
          </p:nvPr>
        </p:nvSpPr>
        <p:spPr/>
        <p:txBody>
          <a:bodyPr/>
          <a:lstStyle/>
          <a:p>
            <a:r>
              <a:rPr lang="en-US"/>
              <a:t>F25 Sales Meeting </a:t>
            </a:r>
          </a:p>
        </p:txBody>
      </p:sp>
      <p:sp>
        <p:nvSpPr>
          <p:cNvPr id="7" name="Slide Number Placeholder 6">
            <a:extLst>
              <a:ext uri="{FF2B5EF4-FFF2-40B4-BE49-F238E27FC236}">
                <a16:creationId xmlns:a16="http://schemas.microsoft.com/office/drawing/2014/main" id="{3642EFC6-409C-AC0A-327C-D4F55F045817}"/>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4334856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woObj" preserve="1">
  <p:cSld name="Title + Two Content_2">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9F5E3E0C-646F-866F-FDE0-133EFD5355F0}"/>
              </a:ext>
            </a:extLst>
          </p:cNvPr>
          <p:cNvSpPr/>
          <p:nvPr userDrawn="1"/>
        </p:nvSpPr>
        <p:spPr>
          <a:xfrm rot="5789114" flipH="1">
            <a:off x="2139037" y="715880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25706021-7929-5142-3784-CC7D46E6995B}"/>
              </a:ext>
            </a:extLst>
          </p:cNvPr>
          <p:cNvSpPr/>
          <p:nvPr userDrawn="1"/>
        </p:nvSpPr>
        <p:spPr>
          <a:xfrm rot="6294338" flipH="1">
            <a:off x="1076383" y="1363966"/>
            <a:ext cx="487556" cy="2613143"/>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31741 w 6649344"/>
              <a:gd name="connsiteY34" fmla="*/ 2353217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892739 w 6649344"/>
              <a:gd name="connsiteY33" fmla="*/ 2096290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7555 w 6649344"/>
              <a:gd name="connsiteY33" fmla="*/ 2137872 h 4555608"/>
              <a:gd name="connsiteX34" fmla="*/ 725686 w 6649344"/>
              <a:gd name="connsiteY34" fmla="*/ 2380244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456474 w 6649344"/>
              <a:gd name="connsiteY29" fmla="*/ 2896401 h 4555608"/>
              <a:gd name="connsiteX30" fmla="*/ 1574224 w 6649344"/>
              <a:gd name="connsiteY30" fmla="*/ 2430037 h 4555608"/>
              <a:gd name="connsiteX31" fmla="*/ 1243108 w 6649344"/>
              <a:gd name="connsiteY31" fmla="*/ 2156936 h 4555608"/>
              <a:gd name="connsiteX32" fmla="*/ 927555 w 6649344"/>
              <a:gd name="connsiteY32" fmla="*/ 2137872 h 4555608"/>
              <a:gd name="connsiteX33" fmla="*/ 725686 w 6649344"/>
              <a:gd name="connsiteY33" fmla="*/ 2380244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302844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43108 w 6649344"/>
              <a:gd name="connsiteY30" fmla="*/ 2156936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12789 w 6649344"/>
              <a:gd name="connsiteY28" fmla="*/ 3203049 h 4555608"/>
              <a:gd name="connsiteX29" fmla="*/ 1574224 w 6649344"/>
              <a:gd name="connsiteY29" fmla="*/ 2430037 h 4555608"/>
              <a:gd name="connsiteX30" fmla="*/ 1277923 w 6649344"/>
              <a:gd name="connsiteY30" fmla="*/ 2117434 h 4555608"/>
              <a:gd name="connsiteX31" fmla="*/ 927555 w 6649344"/>
              <a:gd name="connsiteY31" fmla="*/ 2137872 h 4555608"/>
              <a:gd name="connsiteX32" fmla="*/ 725686 w 6649344"/>
              <a:gd name="connsiteY32" fmla="*/ 2380244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312789 w 6649344"/>
              <a:gd name="connsiteY27" fmla="*/ 3203049 h 4555608"/>
              <a:gd name="connsiteX28" fmla="*/ 1574224 w 6649344"/>
              <a:gd name="connsiteY28" fmla="*/ 2430037 h 4555608"/>
              <a:gd name="connsiteX29" fmla="*/ 1277923 w 6649344"/>
              <a:gd name="connsiteY29" fmla="*/ 2117434 h 4555608"/>
              <a:gd name="connsiteX30" fmla="*/ 927555 w 6649344"/>
              <a:gd name="connsiteY30" fmla="*/ 2137872 h 4555608"/>
              <a:gd name="connsiteX31" fmla="*/ 725686 w 6649344"/>
              <a:gd name="connsiteY31" fmla="*/ 2380244 h 4555608"/>
              <a:gd name="connsiteX32" fmla="*/ 443865 w 6649344"/>
              <a:gd name="connsiteY32" fmla="*/ 2266664 h 4555608"/>
              <a:gd name="connsiteX33" fmla="*/ 0 w 6649344"/>
              <a:gd name="connsiteY33" fmla="*/ 2592229 h 455560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01347 w 6649344"/>
              <a:gd name="connsiteY1" fmla="*/ 341568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6053110 w 6649344"/>
              <a:gd name="connsiteY0" fmla="*/ 0 h 4678958"/>
              <a:gd name="connsiteX1" fmla="*/ 6295646 w 6649344"/>
              <a:gd name="connsiteY1" fmla="*/ 370350 h 4678958"/>
              <a:gd name="connsiteX2" fmla="*/ 6519101 w 6649344"/>
              <a:gd name="connsiteY2" fmla="*/ 616269 h 4678958"/>
              <a:gd name="connsiteX3" fmla="*/ 6648260 w 6649344"/>
              <a:gd name="connsiteY3" fmla="*/ 913068 h 4678958"/>
              <a:gd name="connsiteX4" fmla="*/ 6574060 w 6649344"/>
              <a:gd name="connsiteY4" fmla="*/ 1219487 h 4678958"/>
              <a:gd name="connsiteX5" fmla="*/ 6385084 w 6649344"/>
              <a:gd name="connsiteY5" fmla="*/ 1473233 h 4678958"/>
              <a:gd name="connsiteX6" fmla="*/ 6126671 w 6649344"/>
              <a:gd name="connsiteY6" fmla="*/ 1638397 h 4678958"/>
              <a:gd name="connsiteX7" fmla="*/ 5851493 w 6649344"/>
              <a:gd name="connsiteY7" fmla="*/ 1755649 h 4678958"/>
              <a:gd name="connsiteX8" fmla="*/ 5679187 w 6649344"/>
              <a:gd name="connsiteY8" fmla="*/ 1882522 h 4678958"/>
              <a:gd name="connsiteX9" fmla="*/ 5564314 w 6649344"/>
              <a:gd name="connsiteY9" fmla="*/ 2085976 h 4678958"/>
              <a:gd name="connsiteX10" fmla="*/ 5470970 w 6649344"/>
              <a:gd name="connsiteY10" fmla="*/ 2368488 h 4678958"/>
              <a:gd name="connsiteX11" fmla="*/ 5406390 w 6649344"/>
              <a:gd name="connsiteY11" fmla="*/ 2591087 h 4678958"/>
              <a:gd name="connsiteX12" fmla="*/ 5327428 w 6649344"/>
              <a:gd name="connsiteY12" fmla="*/ 2847214 h 4678958"/>
              <a:gd name="connsiteX13" fmla="*/ 5198269 w 6649344"/>
              <a:gd name="connsiteY13" fmla="*/ 3093817 h 4678958"/>
              <a:gd name="connsiteX14" fmla="*/ 5085779 w 6649344"/>
              <a:gd name="connsiteY14" fmla="*/ 3270982 h 4678958"/>
              <a:gd name="connsiteX15" fmla="*/ 4839367 w 6649344"/>
              <a:gd name="connsiteY15" fmla="*/ 3584545 h 4678958"/>
              <a:gd name="connsiteX16" fmla="*/ 4639628 w 6649344"/>
              <a:gd name="connsiteY16" fmla="*/ 3784475 h 4678958"/>
              <a:gd name="connsiteX17" fmla="*/ 4467320 w 6649344"/>
              <a:gd name="connsiteY17" fmla="*/ 3956782 h 4678958"/>
              <a:gd name="connsiteX18" fmla="*/ 4292632 w 6649344"/>
              <a:gd name="connsiteY18" fmla="*/ 4131565 h 4678958"/>
              <a:gd name="connsiteX19" fmla="*/ 3976783 w 6649344"/>
              <a:gd name="connsiteY19" fmla="*/ 4447510 h 4678958"/>
              <a:gd name="connsiteX20" fmla="*/ 3793712 w 6649344"/>
              <a:gd name="connsiteY20" fmla="*/ 4601910 h 4678958"/>
              <a:gd name="connsiteX21" fmla="*/ 3509010 w 6649344"/>
              <a:gd name="connsiteY21" fmla="*/ 4678491 h 4678958"/>
              <a:gd name="connsiteX22" fmla="*/ 2982659 w 6649344"/>
              <a:gd name="connsiteY22" fmla="*/ 4611435 h 4678958"/>
              <a:gd name="connsiteX23" fmla="*/ 2420398 w 6649344"/>
              <a:gd name="connsiteY23" fmla="*/ 4611435 h 4678958"/>
              <a:gd name="connsiteX24" fmla="*/ 2176939 w 6649344"/>
              <a:gd name="connsiteY24" fmla="*/ 4586384 h 4678958"/>
              <a:gd name="connsiteX25" fmla="*/ 1810607 w 6649344"/>
              <a:gd name="connsiteY25" fmla="*/ 4395979 h 4678958"/>
              <a:gd name="connsiteX26" fmla="*/ 1615345 w 6649344"/>
              <a:gd name="connsiteY26" fmla="*/ 4077083 h 4678958"/>
              <a:gd name="connsiteX27" fmla="*/ 1312789 w 6649344"/>
              <a:gd name="connsiteY27" fmla="*/ 3326399 h 4678958"/>
              <a:gd name="connsiteX28" fmla="*/ 1574224 w 6649344"/>
              <a:gd name="connsiteY28" fmla="*/ 2553387 h 4678958"/>
              <a:gd name="connsiteX29" fmla="*/ 1277923 w 6649344"/>
              <a:gd name="connsiteY29" fmla="*/ 2240784 h 4678958"/>
              <a:gd name="connsiteX30" fmla="*/ 927555 w 6649344"/>
              <a:gd name="connsiteY30" fmla="*/ 2261222 h 4678958"/>
              <a:gd name="connsiteX31" fmla="*/ 725686 w 6649344"/>
              <a:gd name="connsiteY31" fmla="*/ 2503594 h 4678958"/>
              <a:gd name="connsiteX32" fmla="*/ 443865 w 6649344"/>
              <a:gd name="connsiteY32" fmla="*/ 2390014 h 4678958"/>
              <a:gd name="connsiteX33" fmla="*/ 0 w 6649344"/>
              <a:gd name="connsiteY33" fmla="*/ 2715579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868924 w 6205479"/>
              <a:gd name="connsiteY27" fmla="*/ 3326399 h 4678958"/>
              <a:gd name="connsiteX28" fmla="*/ 1130359 w 6205479"/>
              <a:gd name="connsiteY28" fmla="*/ 2553387 h 4678958"/>
              <a:gd name="connsiteX29" fmla="*/ 834058 w 6205479"/>
              <a:gd name="connsiteY29" fmla="*/ 2240784 h 4678958"/>
              <a:gd name="connsiteX30" fmla="*/ 483690 w 6205479"/>
              <a:gd name="connsiteY30" fmla="*/ 2261222 h 4678958"/>
              <a:gd name="connsiteX31" fmla="*/ 281821 w 6205479"/>
              <a:gd name="connsiteY31" fmla="*/ 2503594 h 4678958"/>
              <a:gd name="connsiteX32" fmla="*/ 0 w 6205479"/>
              <a:gd name="connsiteY32"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71480 w 6205479"/>
              <a:gd name="connsiteY26" fmla="*/ 4077083 h 4678958"/>
              <a:gd name="connsiteX27" fmla="*/ 1130359 w 6205479"/>
              <a:gd name="connsiteY27" fmla="*/ 2553387 h 4678958"/>
              <a:gd name="connsiteX28" fmla="*/ 834058 w 6205479"/>
              <a:gd name="connsiteY28" fmla="*/ 2240784 h 4678958"/>
              <a:gd name="connsiteX29" fmla="*/ 483690 w 6205479"/>
              <a:gd name="connsiteY29" fmla="*/ 2261222 h 4678958"/>
              <a:gd name="connsiteX30" fmla="*/ 281821 w 6205479"/>
              <a:gd name="connsiteY30" fmla="*/ 2503594 h 4678958"/>
              <a:gd name="connsiteX31" fmla="*/ 0 w 6205479"/>
              <a:gd name="connsiteY31" fmla="*/ 2390014 h 4678958"/>
              <a:gd name="connsiteX0" fmla="*/ 5609245 w 6205479"/>
              <a:gd name="connsiteY0" fmla="*/ 0 h 4678958"/>
              <a:gd name="connsiteX1" fmla="*/ 5851781 w 6205479"/>
              <a:gd name="connsiteY1" fmla="*/ 370350 h 4678958"/>
              <a:gd name="connsiteX2" fmla="*/ 6075236 w 6205479"/>
              <a:gd name="connsiteY2" fmla="*/ 616269 h 4678958"/>
              <a:gd name="connsiteX3" fmla="*/ 6204395 w 6205479"/>
              <a:gd name="connsiteY3" fmla="*/ 913068 h 4678958"/>
              <a:gd name="connsiteX4" fmla="*/ 6130195 w 6205479"/>
              <a:gd name="connsiteY4" fmla="*/ 1219487 h 4678958"/>
              <a:gd name="connsiteX5" fmla="*/ 5941219 w 6205479"/>
              <a:gd name="connsiteY5" fmla="*/ 1473233 h 4678958"/>
              <a:gd name="connsiteX6" fmla="*/ 5682806 w 6205479"/>
              <a:gd name="connsiteY6" fmla="*/ 1638397 h 4678958"/>
              <a:gd name="connsiteX7" fmla="*/ 5407628 w 6205479"/>
              <a:gd name="connsiteY7" fmla="*/ 1755649 h 4678958"/>
              <a:gd name="connsiteX8" fmla="*/ 5235322 w 6205479"/>
              <a:gd name="connsiteY8" fmla="*/ 1882522 h 4678958"/>
              <a:gd name="connsiteX9" fmla="*/ 5120449 w 6205479"/>
              <a:gd name="connsiteY9" fmla="*/ 2085976 h 4678958"/>
              <a:gd name="connsiteX10" fmla="*/ 5027105 w 6205479"/>
              <a:gd name="connsiteY10" fmla="*/ 2368488 h 4678958"/>
              <a:gd name="connsiteX11" fmla="*/ 4962525 w 6205479"/>
              <a:gd name="connsiteY11" fmla="*/ 2591087 h 4678958"/>
              <a:gd name="connsiteX12" fmla="*/ 4883563 w 6205479"/>
              <a:gd name="connsiteY12" fmla="*/ 2847214 h 4678958"/>
              <a:gd name="connsiteX13" fmla="*/ 4754404 w 6205479"/>
              <a:gd name="connsiteY13" fmla="*/ 3093817 h 4678958"/>
              <a:gd name="connsiteX14" fmla="*/ 4641914 w 6205479"/>
              <a:gd name="connsiteY14" fmla="*/ 3270982 h 4678958"/>
              <a:gd name="connsiteX15" fmla="*/ 4395502 w 6205479"/>
              <a:gd name="connsiteY15" fmla="*/ 3584545 h 4678958"/>
              <a:gd name="connsiteX16" fmla="*/ 4195763 w 6205479"/>
              <a:gd name="connsiteY16" fmla="*/ 3784475 h 4678958"/>
              <a:gd name="connsiteX17" fmla="*/ 4023455 w 6205479"/>
              <a:gd name="connsiteY17" fmla="*/ 3956782 h 4678958"/>
              <a:gd name="connsiteX18" fmla="*/ 3848767 w 6205479"/>
              <a:gd name="connsiteY18" fmla="*/ 4131565 h 4678958"/>
              <a:gd name="connsiteX19" fmla="*/ 3532918 w 6205479"/>
              <a:gd name="connsiteY19" fmla="*/ 4447510 h 4678958"/>
              <a:gd name="connsiteX20" fmla="*/ 3349847 w 6205479"/>
              <a:gd name="connsiteY20" fmla="*/ 4601910 h 4678958"/>
              <a:gd name="connsiteX21" fmla="*/ 3065145 w 6205479"/>
              <a:gd name="connsiteY21" fmla="*/ 4678491 h 4678958"/>
              <a:gd name="connsiteX22" fmla="*/ 2538794 w 6205479"/>
              <a:gd name="connsiteY22" fmla="*/ 4611435 h 4678958"/>
              <a:gd name="connsiteX23" fmla="*/ 1976533 w 6205479"/>
              <a:gd name="connsiteY23" fmla="*/ 4611435 h 4678958"/>
              <a:gd name="connsiteX24" fmla="*/ 1733074 w 6205479"/>
              <a:gd name="connsiteY24" fmla="*/ 4586384 h 4678958"/>
              <a:gd name="connsiteX25" fmla="*/ 1366742 w 6205479"/>
              <a:gd name="connsiteY25" fmla="*/ 4395979 h 4678958"/>
              <a:gd name="connsiteX26" fmla="*/ 1130359 w 6205479"/>
              <a:gd name="connsiteY26" fmla="*/ 2553387 h 4678958"/>
              <a:gd name="connsiteX27" fmla="*/ 834058 w 6205479"/>
              <a:gd name="connsiteY27" fmla="*/ 2240784 h 4678958"/>
              <a:gd name="connsiteX28" fmla="*/ 483690 w 6205479"/>
              <a:gd name="connsiteY28" fmla="*/ 2261222 h 4678958"/>
              <a:gd name="connsiteX29" fmla="*/ 281821 w 6205479"/>
              <a:gd name="connsiteY29" fmla="*/ 2503594 h 4678958"/>
              <a:gd name="connsiteX30" fmla="*/ 0 w 6205479"/>
              <a:gd name="connsiteY30" fmla="*/ 2390014 h 4678958"/>
              <a:gd name="connsiteX0" fmla="*/ 5327424 w 5923658"/>
              <a:gd name="connsiteY0" fmla="*/ 0 h 4678958"/>
              <a:gd name="connsiteX1" fmla="*/ 5569960 w 5923658"/>
              <a:gd name="connsiteY1" fmla="*/ 370350 h 4678958"/>
              <a:gd name="connsiteX2" fmla="*/ 5793415 w 5923658"/>
              <a:gd name="connsiteY2" fmla="*/ 616269 h 4678958"/>
              <a:gd name="connsiteX3" fmla="*/ 5922574 w 5923658"/>
              <a:gd name="connsiteY3" fmla="*/ 913068 h 4678958"/>
              <a:gd name="connsiteX4" fmla="*/ 5848374 w 5923658"/>
              <a:gd name="connsiteY4" fmla="*/ 1219487 h 4678958"/>
              <a:gd name="connsiteX5" fmla="*/ 5659398 w 5923658"/>
              <a:gd name="connsiteY5" fmla="*/ 1473233 h 4678958"/>
              <a:gd name="connsiteX6" fmla="*/ 5400985 w 5923658"/>
              <a:gd name="connsiteY6" fmla="*/ 1638397 h 4678958"/>
              <a:gd name="connsiteX7" fmla="*/ 5125807 w 5923658"/>
              <a:gd name="connsiteY7" fmla="*/ 1755649 h 4678958"/>
              <a:gd name="connsiteX8" fmla="*/ 4953501 w 5923658"/>
              <a:gd name="connsiteY8" fmla="*/ 1882522 h 4678958"/>
              <a:gd name="connsiteX9" fmla="*/ 4838628 w 5923658"/>
              <a:gd name="connsiteY9" fmla="*/ 2085976 h 4678958"/>
              <a:gd name="connsiteX10" fmla="*/ 4745284 w 5923658"/>
              <a:gd name="connsiteY10" fmla="*/ 2368488 h 4678958"/>
              <a:gd name="connsiteX11" fmla="*/ 4680704 w 5923658"/>
              <a:gd name="connsiteY11" fmla="*/ 2591087 h 4678958"/>
              <a:gd name="connsiteX12" fmla="*/ 4601742 w 5923658"/>
              <a:gd name="connsiteY12" fmla="*/ 2847214 h 4678958"/>
              <a:gd name="connsiteX13" fmla="*/ 4472583 w 5923658"/>
              <a:gd name="connsiteY13" fmla="*/ 3093817 h 4678958"/>
              <a:gd name="connsiteX14" fmla="*/ 4360093 w 5923658"/>
              <a:gd name="connsiteY14" fmla="*/ 3270982 h 4678958"/>
              <a:gd name="connsiteX15" fmla="*/ 4113681 w 5923658"/>
              <a:gd name="connsiteY15" fmla="*/ 3584545 h 4678958"/>
              <a:gd name="connsiteX16" fmla="*/ 3913942 w 5923658"/>
              <a:gd name="connsiteY16" fmla="*/ 3784475 h 4678958"/>
              <a:gd name="connsiteX17" fmla="*/ 3741634 w 5923658"/>
              <a:gd name="connsiteY17" fmla="*/ 3956782 h 4678958"/>
              <a:gd name="connsiteX18" fmla="*/ 3566946 w 5923658"/>
              <a:gd name="connsiteY18" fmla="*/ 4131565 h 4678958"/>
              <a:gd name="connsiteX19" fmla="*/ 3251097 w 5923658"/>
              <a:gd name="connsiteY19" fmla="*/ 4447510 h 4678958"/>
              <a:gd name="connsiteX20" fmla="*/ 3068026 w 5923658"/>
              <a:gd name="connsiteY20" fmla="*/ 4601910 h 4678958"/>
              <a:gd name="connsiteX21" fmla="*/ 2783324 w 5923658"/>
              <a:gd name="connsiteY21" fmla="*/ 4678491 h 4678958"/>
              <a:gd name="connsiteX22" fmla="*/ 2256973 w 5923658"/>
              <a:gd name="connsiteY22" fmla="*/ 4611435 h 4678958"/>
              <a:gd name="connsiteX23" fmla="*/ 1694712 w 5923658"/>
              <a:gd name="connsiteY23" fmla="*/ 4611435 h 4678958"/>
              <a:gd name="connsiteX24" fmla="*/ 1451253 w 5923658"/>
              <a:gd name="connsiteY24" fmla="*/ 4586384 h 4678958"/>
              <a:gd name="connsiteX25" fmla="*/ 1084921 w 5923658"/>
              <a:gd name="connsiteY25" fmla="*/ 4395979 h 4678958"/>
              <a:gd name="connsiteX26" fmla="*/ 848538 w 5923658"/>
              <a:gd name="connsiteY26" fmla="*/ 2553387 h 4678958"/>
              <a:gd name="connsiteX27" fmla="*/ 552237 w 5923658"/>
              <a:gd name="connsiteY27" fmla="*/ 2240784 h 4678958"/>
              <a:gd name="connsiteX28" fmla="*/ 201869 w 5923658"/>
              <a:gd name="connsiteY28" fmla="*/ 2261222 h 4678958"/>
              <a:gd name="connsiteX29" fmla="*/ 0 w 5923658"/>
              <a:gd name="connsiteY29" fmla="*/ 2503594 h 4678958"/>
              <a:gd name="connsiteX0" fmla="*/ 5327424 w 5923658"/>
              <a:gd name="connsiteY0" fmla="*/ 0 h 4678939"/>
              <a:gd name="connsiteX1" fmla="*/ 5569960 w 5923658"/>
              <a:gd name="connsiteY1" fmla="*/ 370350 h 4678939"/>
              <a:gd name="connsiteX2" fmla="*/ 5793415 w 5923658"/>
              <a:gd name="connsiteY2" fmla="*/ 616269 h 4678939"/>
              <a:gd name="connsiteX3" fmla="*/ 5922574 w 5923658"/>
              <a:gd name="connsiteY3" fmla="*/ 913068 h 4678939"/>
              <a:gd name="connsiteX4" fmla="*/ 5848374 w 5923658"/>
              <a:gd name="connsiteY4" fmla="*/ 1219487 h 4678939"/>
              <a:gd name="connsiteX5" fmla="*/ 5659398 w 5923658"/>
              <a:gd name="connsiteY5" fmla="*/ 1473233 h 4678939"/>
              <a:gd name="connsiteX6" fmla="*/ 5400985 w 5923658"/>
              <a:gd name="connsiteY6" fmla="*/ 1638397 h 4678939"/>
              <a:gd name="connsiteX7" fmla="*/ 5125807 w 5923658"/>
              <a:gd name="connsiteY7" fmla="*/ 1755649 h 4678939"/>
              <a:gd name="connsiteX8" fmla="*/ 4953501 w 5923658"/>
              <a:gd name="connsiteY8" fmla="*/ 1882522 h 4678939"/>
              <a:gd name="connsiteX9" fmla="*/ 4838628 w 5923658"/>
              <a:gd name="connsiteY9" fmla="*/ 2085976 h 4678939"/>
              <a:gd name="connsiteX10" fmla="*/ 4745284 w 5923658"/>
              <a:gd name="connsiteY10" fmla="*/ 2368488 h 4678939"/>
              <a:gd name="connsiteX11" fmla="*/ 4680704 w 5923658"/>
              <a:gd name="connsiteY11" fmla="*/ 2591087 h 4678939"/>
              <a:gd name="connsiteX12" fmla="*/ 4601742 w 5923658"/>
              <a:gd name="connsiteY12" fmla="*/ 2847214 h 4678939"/>
              <a:gd name="connsiteX13" fmla="*/ 4472583 w 5923658"/>
              <a:gd name="connsiteY13" fmla="*/ 3093817 h 4678939"/>
              <a:gd name="connsiteX14" fmla="*/ 4360093 w 5923658"/>
              <a:gd name="connsiteY14" fmla="*/ 3270982 h 4678939"/>
              <a:gd name="connsiteX15" fmla="*/ 4113681 w 5923658"/>
              <a:gd name="connsiteY15" fmla="*/ 3584545 h 4678939"/>
              <a:gd name="connsiteX16" fmla="*/ 3913942 w 5923658"/>
              <a:gd name="connsiteY16" fmla="*/ 3784475 h 4678939"/>
              <a:gd name="connsiteX17" fmla="*/ 3741634 w 5923658"/>
              <a:gd name="connsiteY17" fmla="*/ 3956782 h 4678939"/>
              <a:gd name="connsiteX18" fmla="*/ 3566946 w 5923658"/>
              <a:gd name="connsiteY18" fmla="*/ 4131565 h 4678939"/>
              <a:gd name="connsiteX19" fmla="*/ 3251097 w 5923658"/>
              <a:gd name="connsiteY19" fmla="*/ 4447510 h 4678939"/>
              <a:gd name="connsiteX20" fmla="*/ 3068026 w 5923658"/>
              <a:gd name="connsiteY20" fmla="*/ 4601910 h 4678939"/>
              <a:gd name="connsiteX21" fmla="*/ 2783324 w 5923658"/>
              <a:gd name="connsiteY21" fmla="*/ 4678491 h 4678939"/>
              <a:gd name="connsiteX22" fmla="*/ 2256973 w 5923658"/>
              <a:gd name="connsiteY22" fmla="*/ 4611435 h 4678939"/>
              <a:gd name="connsiteX23" fmla="*/ 1451253 w 5923658"/>
              <a:gd name="connsiteY23" fmla="*/ 4586384 h 4678939"/>
              <a:gd name="connsiteX24" fmla="*/ 1084921 w 5923658"/>
              <a:gd name="connsiteY24" fmla="*/ 4395979 h 4678939"/>
              <a:gd name="connsiteX25" fmla="*/ 848538 w 5923658"/>
              <a:gd name="connsiteY25" fmla="*/ 2553387 h 4678939"/>
              <a:gd name="connsiteX26" fmla="*/ 552237 w 5923658"/>
              <a:gd name="connsiteY26" fmla="*/ 2240784 h 4678939"/>
              <a:gd name="connsiteX27" fmla="*/ 201869 w 5923658"/>
              <a:gd name="connsiteY27" fmla="*/ 2261222 h 4678939"/>
              <a:gd name="connsiteX28" fmla="*/ 0 w 5923658"/>
              <a:gd name="connsiteY28" fmla="*/ 2503594 h 4678939"/>
              <a:gd name="connsiteX0" fmla="*/ 5327424 w 5923658"/>
              <a:gd name="connsiteY0" fmla="*/ 0 h 4741997"/>
              <a:gd name="connsiteX1" fmla="*/ 5569960 w 5923658"/>
              <a:gd name="connsiteY1" fmla="*/ 370350 h 4741997"/>
              <a:gd name="connsiteX2" fmla="*/ 5793415 w 5923658"/>
              <a:gd name="connsiteY2" fmla="*/ 616269 h 4741997"/>
              <a:gd name="connsiteX3" fmla="*/ 5922574 w 5923658"/>
              <a:gd name="connsiteY3" fmla="*/ 913068 h 4741997"/>
              <a:gd name="connsiteX4" fmla="*/ 5848374 w 5923658"/>
              <a:gd name="connsiteY4" fmla="*/ 1219487 h 4741997"/>
              <a:gd name="connsiteX5" fmla="*/ 5659398 w 5923658"/>
              <a:gd name="connsiteY5" fmla="*/ 1473233 h 4741997"/>
              <a:gd name="connsiteX6" fmla="*/ 5400985 w 5923658"/>
              <a:gd name="connsiteY6" fmla="*/ 1638397 h 4741997"/>
              <a:gd name="connsiteX7" fmla="*/ 5125807 w 5923658"/>
              <a:gd name="connsiteY7" fmla="*/ 1755649 h 4741997"/>
              <a:gd name="connsiteX8" fmla="*/ 4953501 w 5923658"/>
              <a:gd name="connsiteY8" fmla="*/ 1882522 h 4741997"/>
              <a:gd name="connsiteX9" fmla="*/ 4838628 w 5923658"/>
              <a:gd name="connsiteY9" fmla="*/ 2085976 h 4741997"/>
              <a:gd name="connsiteX10" fmla="*/ 4745284 w 5923658"/>
              <a:gd name="connsiteY10" fmla="*/ 2368488 h 4741997"/>
              <a:gd name="connsiteX11" fmla="*/ 4680704 w 5923658"/>
              <a:gd name="connsiteY11" fmla="*/ 2591087 h 4741997"/>
              <a:gd name="connsiteX12" fmla="*/ 4601742 w 5923658"/>
              <a:gd name="connsiteY12" fmla="*/ 2847214 h 4741997"/>
              <a:gd name="connsiteX13" fmla="*/ 4472583 w 5923658"/>
              <a:gd name="connsiteY13" fmla="*/ 3093817 h 4741997"/>
              <a:gd name="connsiteX14" fmla="*/ 4360093 w 5923658"/>
              <a:gd name="connsiteY14" fmla="*/ 3270982 h 4741997"/>
              <a:gd name="connsiteX15" fmla="*/ 4113681 w 5923658"/>
              <a:gd name="connsiteY15" fmla="*/ 3584545 h 4741997"/>
              <a:gd name="connsiteX16" fmla="*/ 3913942 w 5923658"/>
              <a:gd name="connsiteY16" fmla="*/ 3784475 h 4741997"/>
              <a:gd name="connsiteX17" fmla="*/ 3741634 w 5923658"/>
              <a:gd name="connsiteY17" fmla="*/ 3956782 h 4741997"/>
              <a:gd name="connsiteX18" fmla="*/ 3566946 w 5923658"/>
              <a:gd name="connsiteY18" fmla="*/ 4131565 h 4741997"/>
              <a:gd name="connsiteX19" fmla="*/ 3251097 w 5923658"/>
              <a:gd name="connsiteY19" fmla="*/ 4447510 h 4741997"/>
              <a:gd name="connsiteX20" fmla="*/ 3068026 w 5923658"/>
              <a:gd name="connsiteY20" fmla="*/ 4601910 h 4741997"/>
              <a:gd name="connsiteX21" fmla="*/ 2783324 w 5923658"/>
              <a:gd name="connsiteY21" fmla="*/ 4678491 h 4741997"/>
              <a:gd name="connsiteX22" fmla="*/ 2256973 w 5923658"/>
              <a:gd name="connsiteY22" fmla="*/ 4611435 h 4741997"/>
              <a:gd name="connsiteX23" fmla="*/ 1451253 w 5923658"/>
              <a:gd name="connsiteY23" fmla="*/ 4586384 h 4741997"/>
              <a:gd name="connsiteX24" fmla="*/ 848538 w 5923658"/>
              <a:gd name="connsiteY24" fmla="*/ 2553387 h 4741997"/>
              <a:gd name="connsiteX25" fmla="*/ 552237 w 5923658"/>
              <a:gd name="connsiteY25" fmla="*/ 2240784 h 4741997"/>
              <a:gd name="connsiteX26" fmla="*/ 201869 w 5923658"/>
              <a:gd name="connsiteY26" fmla="*/ 2261222 h 4741997"/>
              <a:gd name="connsiteX27" fmla="*/ 0 w 5923658"/>
              <a:gd name="connsiteY27" fmla="*/ 2503594 h 4741997"/>
              <a:gd name="connsiteX0" fmla="*/ 5327424 w 5923658"/>
              <a:gd name="connsiteY0" fmla="*/ 0 h 4765140"/>
              <a:gd name="connsiteX1" fmla="*/ 5569960 w 5923658"/>
              <a:gd name="connsiteY1" fmla="*/ 370350 h 4765140"/>
              <a:gd name="connsiteX2" fmla="*/ 5793415 w 5923658"/>
              <a:gd name="connsiteY2" fmla="*/ 616269 h 4765140"/>
              <a:gd name="connsiteX3" fmla="*/ 5922574 w 5923658"/>
              <a:gd name="connsiteY3" fmla="*/ 913068 h 4765140"/>
              <a:gd name="connsiteX4" fmla="*/ 5848374 w 5923658"/>
              <a:gd name="connsiteY4" fmla="*/ 1219487 h 4765140"/>
              <a:gd name="connsiteX5" fmla="*/ 5659398 w 5923658"/>
              <a:gd name="connsiteY5" fmla="*/ 1473233 h 4765140"/>
              <a:gd name="connsiteX6" fmla="*/ 5400985 w 5923658"/>
              <a:gd name="connsiteY6" fmla="*/ 1638397 h 4765140"/>
              <a:gd name="connsiteX7" fmla="*/ 5125807 w 5923658"/>
              <a:gd name="connsiteY7" fmla="*/ 1755649 h 4765140"/>
              <a:gd name="connsiteX8" fmla="*/ 4953501 w 5923658"/>
              <a:gd name="connsiteY8" fmla="*/ 1882522 h 4765140"/>
              <a:gd name="connsiteX9" fmla="*/ 4838628 w 5923658"/>
              <a:gd name="connsiteY9" fmla="*/ 2085976 h 4765140"/>
              <a:gd name="connsiteX10" fmla="*/ 4745284 w 5923658"/>
              <a:gd name="connsiteY10" fmla="*/ 2368488 h 4765140"/>
              <a:gd name="connsiteX11" fmla="*/ 4680704 w 5923658"/>
              <a:gd name="connsiteY11" fmla="*/ 2591087 h 4765140"/>
              <a:gd name="connsiteX12" fmla="*/ 4601742 w 5923658"/>
              <a:gd name="connsiteY12" fmla="*/ 2847214 h 4765140"/>
              <a:gd name="connsiteX13" fmla="*/ 4472583 w 5923658"/>
              <a:gd name="connsiteY13" fmla="*/ 3093817 h 4765140"/>
              <a:gd name="connsiteX14" fmla="*/ 4360093 w 5923658"/>
              <a:gd name="connsiteY14" fmla="*/ 3270982 h 4765140"/>
              <a:gd name="connsiteX15" fmla="*/ 4113681 w 5923658"/>
              <a:gd name="connsiteY15" fmla="*/ 3584545 h 4765140"/>
              <a:gd name="connsiteX16" fmla="*/ 3913942 w 5923658"/>
              <a:gd name="connsiteY16" fmla="*/ 3784475 h 4765140"/>
              <a:gd name="connsiteX17" fmla="*/ 3741634 w 5923658"/>
              <a:gd name="connsiteY17" fmla="*/ 3956782 h 4765140"/>
              <a:gd name="connsiteX18" fmla="*/ 3566946 w 5923658"/>
              <a:gd name="connsiteY18" fmla="*/ 4131565 h 4765140"/>
              <a:gd name="connsiteX19" fmla="*/ 3251097 w 5923658"/>
              <a:gd name="connsiteY19" fmla="*/ 4447510 h 4765140"/>
              <a:gd name="connsiteX20" fmla="*/ 3068026 w 5923658"/>
              <a:gd name="connsiteY20" fmla="*/ 4601910 h 4765140"/>
              <a:gd name="connsiteX21" fmla="*/ 2783324 w 5923658"/>
              <a:gd name="connsiteY21" fmla="*/ 4678491 h 4765140"/>
              <a:gd name="connsiteX22" fmla="*/ 2256973 w 5923658"/>
              <a:gd name="connsiteY22" fmla="*/ 4611435 h 4765140"/>
              <a:gd name="connsiteX23" fmla="*/ 1451253 w 5923658"/>
              <a:gd name="connsiteY23" fmla="*/ 4586384 h 4765140"/>
              <a:gd name="connsiteX24" fmla="*/ 552237 w 5923658"/>
              <a:gd name="connsiteY24" fmla="*/ 2240784 h 4765140"/>
              <a:gd name="connsiteX25" fmla="*/ 201869 w 5923658"/>
              <a:gd name="connsiteY25" fmla="*/ 2261222 h 4765140"/>
              <a:gd name="connsiteX26" fmla="*/ 0 w 5923658"/>
              <a:gd name="connsiteY26" fmla="*/ 2503594 h 4765140"/>
              <a:gd name="connsiteX0" fmla="*/ 5125555 w 5721789"/>
              <a:gd name="connsiteY0" fmla="*/ 0 h 4765141"/>
              <a:gd name="connsiteX1" fmla="*/ 5368091 w 5721789"/>
              <a:gd name="connsiteY1" fmla="*/ 370350 h 4765141"/>
              <a:gd name="connsiteX2" fmla="*/ 5591546 w 5721789"/>
              <a:gd name="connsiteY2" fmla="*/ 616269 h 4765141"/>
              <a:gd name="connsiteX3" fmla="*/ 5720705 w 5721789"/>
              <a:gd name="connsiteY3" fmla="*/ 913068 h 4765141"/>
              <a:gd name="connsiteX4" fmla="*/ 5646505 w 5721789"/>
              <a:gd name="connsiteY4" fmla="*/ 1219487 h 4765141"/>
              <a:gd name="connsiteX5" fmla="*/ 5457529 w 5721789"/>
              <a:gd name="connsiteY5" fmla="*/ 1473233 h 4765141"/>
              <a:gd name="connsiteX6" fmla="*/ 5199116 w 5721789"/>
              <a:gd name="connsiteY6" fmla="*/ 1638397 h 4765141"/>
              <a:gd name="connsiteX7" fmla="*/ 4923938 w 5721789"/>
              <a:gd name="connsiteY7" fmla="*/ 1755649 h 4765141"/>
              <a:gd name="connsiteX8" fmla="*/ 4751632 w 5721789"/>
              <a:gd name="connsiteY8" fmla="*/ 1882522 h 4765141"/>
              <a:gd name="connsiteX9" fmla="*/ 4636759 w 5721789"/>
              <a:gd name="connsiteY9" fmla="*/ 2085976 h 4765141"/>
              <a:gd name="connsiteX10" fmla="*/ 4543415 w 5721789"/>
              <a:gd name="connsiteY10" fmla="*/ 2368488 h 4765141"/>
              <a:gd name="connsiteX11" fmla="*/ 4478835 w 5721789"/>
              <a:gd name="connsiteY11" fmla="*/ 2591087 h 4765141"/>
              <a:gd name="connsiteX12" fmla="*/ 4399873 w 5721789"/>
              <a:gd name="connsiteY12" fmla="*/ 2847214 h 4765141"/>
              <a:gd name="connsiteX13" fmla="*/ 4270714 w 5721789"/>
              <a:gd name="connsiteY13" fmla="*/ 3093817 h 4765141"/>
              <a:gd name="connsiteX14" fmla="*/ 4158224 w 5721789"/>
              <a:gd name="connsiteY14" fmla="*/ 3270982 h 4765141"/>
              <a:gd name="connsiteX15" fmla="*/ 3911812 w 5721789"/>
              <a:gd name="connsiteY15" fmla="*/ 3584545 h 4765141"/>
              <a:gd name="connsiteX16" fmla="*/ 3712073 w 5721789"/>
              <a:gd name="connsiteY16" fmla="*/ 3784475 h 4765141"/>
              <a:gd name="connsiteX17" fmla="*/ 3539765 w 5721789"/>
              <a:gd name="connsiteY17" fmla="*/ 3956782 h 4765141"/>
              <a:gd name="connsiteX18" fmla="*/ 3365077 w 5721789"/>
              <a:gd name="connsiteY18" fmla="*/ 4131565 h 4765141"/>
              <a:gd name="connsiteX19" fmla="*/ 3049228 w 5721789"/>
              <a:gd name="connsiteY19" fmla="*/ 4447510 h 4765141"/>
              <a:gd name="connsiteX20" fmla="*/ 2866157 w 5721789"/>
              <a:gd name="connsiteY20" fmla="*/ 4601910 h 4765141"/>
              <a:gd name="connsiteX21" fmla="*/ 2581455 w 5721789"/>
              <a:gd name="connsiteY21" fmla="*/ 4678491 h 4765141"/>
              <a:gd name="connsiteX22" fmla="*/ 2055104 w 5721789"/>
              <a:gd name="connsiteY22" fmla="*/ 4611435 h 4765141"/>
              <a:gd name="connsiteX23" fmla="*/ 1249384 w 5721789"/>
              <a:gd name="connsiteY23" fmla="*/ 4586384 h 4765141"/>
              <a:gd name="connsiteX24" fmla="*/ 350368 w 5721789"/>
              <a:gd name="connsiteY24" fmla="*/ 2240784 h 4765141"/>
              <a:gd name="connsiteX25" fmla="*/ 0 w 5721789"/>
              <a:gd name="connsiteY25" fmla="*/ 2261222 h 4765141"/>
              <a:gd name="connsiteX0" fmla="*/ 4775187 w 5371421"/>
              <a:gd name="connsiteY0" fmla="*/ 0 h 4765141"/>
              <a:gd name="connsiteX1" fmla="*/ 5017723 w 5371421"/>
              <a:gd name="connsiteY1" fmla="*/ 370350 h 4765141"/>
              <a:gd name="connsiteX2" fmla="*/ 5241178 w 5371421"/>
              <a:gd name="connsiteY2" fmla="*/ 616269 h 4765141"/>
              <a:gd name="connsiteX3" fmla="*/ 5370337 w 5371421"/>
              <a:gd name="connsiteY3" fmla="*/ 913068 h 4765141"/>
              <a:gd name="connsiteX4" fmla="*/ 5296137 w 5371421"/>
              <a:gd name="connsiteY4" fmla="*/ 1219487 h 4765141"/>
              <a:gd name="connsiteX5" fmla="*/ 5107161 w 5371421"/>
              <a:gd name="connsiteY5" fmla="*/ 1473233 h 4765141"/>
              <a:gd name="connsiteX6" fmla="*/ 4848748 w 5371421"/>
              <a:gd name="connsiteY6" fmla="*/ 1638397 h 4765141"/>
              <a:gd name="connsiteX7" fmla="*/ 4573570 w 5371421"/>
              <a:gd name="connsiteY7" fmla="*/ 1755649 h 4765141"/>
              <a:gd name="connsiteX8" fmla="*/ 4401264 w 5371421"/>
              <a:gd name="connsiteY8" fmla="*/ 1882522 h 4765141"/>
              <a:gd name="connsiteX9" fmla="*/ 4286391 w 5371421"/>
              <a:gd name="connsiteY9" fmla="*/ 2085976 h 4765141"/>
              <a:gd name="connsiteX10" fmla="*/ 4193047 w 5371421"/>
              <a:gd name="connsiteY10" fmla="*/ 2368488 h 4765141"/>
              <a:gd name="connsiteX11" fmla="*/ 4128467 w 5371421"/>
              <a:gd name="connsiteY11" fmla="*/ 2591087 h 4765141"/>
              <a:gd name="connsiteX12" fmla="*/ 4049505 w 5371421"/>
              <a:gd name="connsiteY12" fmla="*/ 2847214 h 4765141"/>
              <a:gd name="connsiteX13" fmla="*/ 3920346 w 5371421"/>
              <a:gd name="connsiteY13" fmla="*/ 3093817 h 4765141"/>
              <a:gd name="connsiteX14" fmla="*/ 3807856 w 5371421"/>
              <a:gd name="connsiteY14" fmla="*/ 3270982 h 4765141"/>
              <a:gd name="connsiteX15" fmla="*/ 3561444 w 5371421"/>
              <a:gd name="connsiteY15" fmla="*/ 3584545 h 4765141"/>
              <a:gd name="connsiteX16" fmla="*/ 3361705 w 5371421"/>
              <a:gd name="connsiteY16" fmla="*/ 3784475 h 4765141"/>
              <a:gd name="connsiteX17" fmla="*/ 3189397 w 5371421"/>
              <a:gd name="connsiteY17" fmla="*/ 3956782 h 4765141"/>
              <a:gd name="connsiteX18" fmla="*/ 3014709 w 5371421"/>
              <a:gd name="connsiteY18" fmla="*/ 4131565 h 4765141"/>
              <a:gd name="connsiteX19" fmla="*/ 2698860 w 5371421"/>
              <a:gd name="connsiteY19" fmla="*/ 4447510 h 4765141"/>
              <a:gd name="connsiteX20" fmla="*/ 2515789 w 5371421"/>
              <a:gd name="connsiteY20" fmla="*/ 4601910 h 4765141"/>
              <a:gd name="connsiteX21" fmla="*/ 2231087 w 5371421"/>
              <a:gd name="connsiteY21" fmla="*/ 4678491 h 4765141"/>
              <a:gd name="connsiteX22" fmla="*/ 1704736 w 5371421"/>
              <a:gd name="connsiteY22" fmla="*/ 4611435 h 4765141"/>
              <a:gd name="connsiteX23" fmla="*/ 899016 w 5371421"/>
              <a:gd name="connsiteY23" fmla="*/ 4586384 h 4765141"/>
              <a:gd name="connsiteX24" fmla="*/ 0 w 5371421"/>
              <a:gd name="connsiteY24" fmla="*/ 2240784 h 4765141"/>
              <a:gd name="connsiteX0" fmla="*/ 3876171 w 4472405"/>
              <a:gd name="connsiteY0" fmla="*/ 0 h 4765141"/>
              <a:gd name="connsiteX1" fmla="*/ 4118707 w 4472405"/>
              <a:gd name="connsiteY1" fmla="*/ 370350 h 4765141"/>
              <a:gd name="connsiteX2" fmla="*/ 4342162 w 4472405"/>
              <a:gd name="connsiteY2" fmla="*/ 616269 h 4765141"/>
              <a:gd name="connsiteX3" fmla="*/ 4471321 w 4472405"/>
              <a:gd name="connsiteY3" fmla="*/ 913068 h 4765141"/>
              <a:gd name="connsiteX4" fmla="*/ 4397121 w 4472405"/>
              <a:gd name="connsiteY4" fmla="*/ 1219487 h 4765141"/>
              <a:gd name="connsiteX5" fmla="*/ 4208145 w 4472405"/>
              <a:gd name="connsiteY5" fmla="*/ 1473233 h 4765141"/>
              <a:gd name="connsiteX6" fmla="*/ 3949732 w 4472405"/>
              <a:gd name="connsiteY6" fmla="*/ 1638397 h 4765141"/>
              <a:gd name="connsiteX7" fmla="*/ 3674554 w 4472405"/>
              <a:gd name="connsiteY7" fmla="*/ 1755649 h 4765141"/>
              <a:gd name="connsiteX8" fmla="*/ 3502248 w 4472405"/>
              <a:gd name="connsiteY8" fmla="*/ 1882522 h 4765141"/>
              <a:gd name="connsiteX9" fmla="*/ 3387375 w 4472405"/>
              <a:gd name="connsiteY9" fmla="*/ 2085976 h 4765141"/>
              <a:gd name="connsiteX10" fmla="*/ 3294031 w 4472405"/>
              <a:gd name="connsiteY10" fmla="*/ 2368488 h 4765141"/>
              <a:gd name="connsiteX11" fmla="*/ 3229451 w 4472405"/>
              <a:gd name="connsiteY11" fmla="*/ 2591087 h 4765141"/>
              <a:gd name="connsiteX12" fmla="*/ 3150489 w 4472405"/>
              <a:gd name="connsiteY12" fmla="*/ 2847214 h 4765141"/>
              <a:gd name="connsiteX13" fmla="*/ 3021330 w 4472405"/>
              <a:gd name="connsiteY13" fmla="*/ 3093817 h 4765141"/>
              <a:gd name="connsiteX14" fmla="*/ 2908840 w 4472405"/>
              <a:gd name="connsiteY14" fmla="*/ 3270982 h 4765141"/>
              <a:gd name="connsiteX15" fmla="*/ 2662428 w 4472405"/>
              <a:gd name="connsiteY15" fmla="*/ 3584545 h 4765141"/>
              <a:gd name="connsiteX16" fmla="*/ 2462689 w 4472405"/>
              <a:gd name="connsiteY16" fmla="*/ 3784475 h 4765141"/>
              <a:gd name="connsiteX17" fmla="*/ 2290381 w 4472405"/>
              <a:gd name="connsiteY17" fmla="*/ 3956782 h 4765141"/>
              <a:gd name="connsiteX18" fmla="*/ 2115693 w 4472405"/>
              <a:gd name="connsiteY18" fmla="*/ 4131565 h 4765141"/>
              <a:gd name="connsiteX19" fmla="*/ 1799844 w 4472405"/>
              <a:gd name="connsiteY19" fmla="*/ 4447510 h 4765141"/>
              <a:gd name="connsiteX20" fmla="*/ 1616773 w 4472405"/>
              <a:gd name="connsiteY20" fmla="*/ 4601910 h 4765141"/>
              <a:gd name="connsiteX21" fmla="*/ 1332071 w 4472405"/>
              <a:gd name="connsiteY21" fmla="*/ 4678491 h 4765141"/>
              <a:gd name="connsiteX22" fmla="*/ 805720 w 4472405"/>
              <a:gd name="connsiteY22" fmla="*/ 4611435 h 4765141"/>
              <a:gd name="connsiteX23" fmla="*/ 0 w 4472405"/>
              <a:gd name="connsiteY23" fmla="*/ 4586384 h 4765141"/>
              <a:gd name="connsiteX0" fmla="*/ 3070451 w 3666685"/>
              <a:gd name="connsiteY0" fmla="*/ 0 h 4678939"/>
              <a:gd name="connsiteX1" fmla="*/ 3312987 w 3666685"/>
              <a:gd name="connsiteY1" fmla="*/ 370350 h 4678939"/>
              <a:gd name="connsiteX2" fmla="*/ 3536442 w 3666685"/>
              <a:gd name="connsiteY2" fmla="*/ 616269 h 4678939"/>
              <a:gd name="connsiteX3" fmla="*/ 3665601 w 3666685"/>
              <a:gd name="connsiteY3" fmla="*/ 913068 h 4678939"/>
              <a:gd name="connsiteX4" fmla="*/ 3591401 w 3666685"/>
              <a:gd name="connsiteY4" fmla="*/ 1219487 h 4678939"/>
              <a:gd name="connsiteX5" fmla="*/ 3402425 w 3666685"/>
              <a:gd name="connsiteY5" fmla="*/ 1473233 h 4678939"/>
              <a:gd name="connsiteX6" fmla="*/ 3144012 w 3666685"/>
              <a:gd name="connsiteY6" fmla="*/ 1638397 h 4678939"/>
              <a:gd name="connsiteX7" fmla="*/ 2868834 w 3666685"/>
              <a:gd name="connsiteY7" fmla="*/ 1755649 h 4678939"/>
              <a:gd name="connsiteX8" fmla="*/ 2696528 w 3666685"/>
              <a:gd name="connsiteY8" fmla="*/ 1882522 h 4678939"/>
              <a:gd name="connsiteX9" fmla="*/ 2581655 w 3666685"/>
              <a:gd name="connsiteY9" fmla="*/ 2085976 h 4678939"/>
              <a:gd name="connsiteX10" fmla="*/ 2488311 w 3666685"/>
              <a:gd name="connsiteY10" fmla="*/ 2368488 h 4678939"/>
              <a:gd name="connsiteX11" fmla="*/ 2423731 w 3666685"/>
              <a:gd name="connsiteY11" fmla="*/ 2591087 h 4678939"/>
              <a:gd name="connsiteX12" fmla="*/ 2344769 w 3666685"/>
              <a:gd name="connsiteY12" fmla="*/ 2847214 h 4678939"/>
              <a:gd name="connsiteX13" fmla="*/ 2215610 w 3666685"/>
              <a:gd name="connsiteY13" fmla="*/ 3093817 h 4678939"/>
              <a:gd name="connsiteX14" fmla="*/ 2103120 w 3666685"/>
              <a:gd name="connsiteY14" fmla="*/ 3270982 h 4678939"/>
              <a:gd name="connsiteX15" fmla="*/ 1856708 w 3666685"/>
              <a:gd name="connsiteY15" fmla="*/ 3584545 h 4678939"/>
              <a:gd name="connsiteX16" fmla="*/ 1656969 w 3666685"/>
              <a:gd name="connsiteY16" fmla="*/ 3784475 h 4678939"/>
              <a:gd name="connsiteX17" fmla="*/ 1484661 w 3666685"/>
              <a:gd name="connsiteY17" fmla="*/ 3956782 h 4678939"/>
              <a:gd name="connsiteX18" fmla="*/ 1309973 w 3666685"/>
              <a:gd name="connsiteY18" fmla="*/ 4131565 h 4678939"/>
              <a:gd name="connsiteX19" fmla="*/ 994124 w 3666685"/>
              <a:gd name="connsiteY19" fmla="*/ 4447510 h 4678939"/>
              <a:gd name="connsiteX20" fmla="*/ 811053 w 3666685"/>
              <a:gd name="connsiteY20" fmla="*/ 4601910 h 4678939"/>
              <a:gd name="connsiteX21" fmla="*/ 526351 w 3666685"/>
              <a:gd name="connsiteY21" fmla="*/ 4678491 h 4678939"/>
              <a:gd name="connsiteX22" fmla="*/ 0 w 3666685"/>
              <a:gd name="connsiteY22" fmla="*/ 4611435 h 4678939"/>
              <a:gd name="connsiteX0" fmla="*/ 2544100 w 3140334"/>
              <a:gd name="connsiteY0" fmla="*/ 0 h 4678491"/>
              <a:gd name="connsiteX1" fmla="*/ 2786636 w 3140334"/>
              <a:gd name="connsiteY1" fmla="*/ 370350 h 4678491"/>
              <a:gd name="connsiteX2" fmla="*/ 3010091 w 3140334"/>
              <a:gd name="connsiteY2" fmla="*/ 616269 h 4678491"/>
              <a:gd name="connsiteX3" fmla="*/ 3139250 w 3140334"/>
              <a:gd name="connsiteY3" fmla="*/ 913068 h 4678491"/>
              <a:gd name="connsiteX4" fmla="*/ 3065050 w 3140334"/>
              <a:gd name="connsiteY4" fmla="*/ 1219487 h 4678491"/>
              <a:gd name="connsiteX5" fmla="*/ 2876074 w 3140334"/>
              <a:gd name="connsiteY5" fmla="*/ 1473233 h 4678491"/>
              <a:gd name="connsiteX6" fmla="*/ 2617661 w 3140334"/>
              <a:gd name="connsiteY6" fmla="*/ 1638397 h 4678491"/>
              <a:gd name="connsiteX7" fmla="*/ 2342483 w 3140334"/>
              <a:gd name="connsiteY7" fmla="*/ 1755649 h 4678491"/>
              <a:gd name="connsiteX8" fmla="*/ 2170177 w 3140334"/>
              <a:gd name="connsiteY8" fmla="*/ 1882522 h 4678491"/>
              <a:gd name="connsiteX9" fmla="*/ 2055304 w 3140334"/>
              <a:gd name="connsiteY9" fmla="*/ 2085976 h 4678491"/>
              <a:gd name="connsiteX10" fmla="*/ 1961960 w 3140334"/>
              <a:gd name="connsiteY10" fmla="*/ 2368488 h 4678491"/>
              <a:gd name="connsiteX11" fmla="*/ 1897380 w 3140334"/>
              <a:gd name="connsiteY11" fmla="*/ 2591087 h 4678491"/>
              <a:gd name="connsiteX12" fmla="*/ 1818418 w 3140334"/>
              <a:gd name="connsiteY12" fmla="*/ 2847214 h 4678491"/>
              <a:gd name="connsiteX13" fmla="*/ 1689259 w 3140334"/>
              <a:gd name="connsiteY13" fmla="*/ 3093817 h 4678491"/>
              <a:gd name="connsiteX14" fmla="*/ 1576769 w 3140334"/>
              <a:gd name="connsiteY14" fmla="*/ 3270982 h 4678491"/>
              <a:gd name="connsiteX15" fmla="*/ 1330357 w 3140334"/>
              <a:gd name="connsiteY15" fmla="*/ 3584545 h 4678491"/>
              <a:gd name="connsiteX16" fmla="*/ 1130618 w 3140334"/>
              <a:gd name="connsiteY16" fmla="*/ 3784475 h 4678491"/>
              <a:gd name="connsiteX17" fmla="*/ 958310 w 3140334"/>
              <a:gd name="connsiteY17" fmla="*/ 3956782 h 4678491"/>
              <a:gd name="connsiteX18" fmla="*/ 783622 w 3140334"/>
              <a:gd name="connsiteY18" fmla="*/ 4131565 h 4678491"/>
              <a:gd name="connsiteX19" fmla="*/ 467773 w 3140334"/>
              <a:gd name="connsiteY19" fmla="*/ 4447510 h 4678491"/>
              <a:gd name="connsiteX20" fmla="*/ 284702 w 3140334"/>
              <a:gd name="connsiteY20" fmla="*/ 4601910 h 4678491"/>
              <a:gd name="connsiteX21" fmla="*/ 0 w 3140334"/>
              <a:gd name="connsiteY21" fmla="*/ 4678491 h 4678491"/>
              <a:gd name="connsiteX0" fmla="*/ 2259398 w 2855632"/>
              <a:gd name="connsiteY0" fmla="*/ 0 h 4601909"/>
              <a:gd name="connsiteX1" fmla="*/ 2501934 w 2855632"/>
              <a:gd name="connsiteY1" fmla="*/ 370350 h 4601909"/>
              <a:gd name="connsiteX2" fmla="*/ 2725389 w 2855632"/>
              <a:gd name="connsiteY2" fmla="*/ 616269 h 4601909"/>
              <a:gd name="connsiteX3" fmla="*/ 2854548 w 2855632"/>
              <a:gd name="connsiteY3" fmla="*/ 913068 h 4601909"/>
              <a:gd name="connsiteX4" fmla="*/ 2780348 w 2855632"/>
              <a:gd name="connsiteY4" fmla="*/ 1219487 h 4601909"/>
              <a:gd name="connsiteX5" fmla="*/ 2591372 w 2855632"/>
              <a:gd name="connsiteY5" fmla="*/ 1473233 h 4601909"/>
              <a:gd name="connsiteX6" fmla="*/ 2332959 w 2855632"/>
              <a:gd name="connsiteY6" fmla="*/ 1638397 h 4601909"/>
              <a:gd name="connsiteX7" fmla="*/ 2057781 w 2855632"/>
              <a:gd name="connsiteY7" fmla="*/ 1755649 h 4601909"/>
              <a:gd name="connsiteX8" fmla="*/ 1885475 w 2855632"/>
              <a:gd name="connsiteY8" fmla="*/ 1882522 h 4601909"/>
              <a:gd name="connsiteX9" fmla="*/ 1770602 w 2855632"/>
              <a:gd name="connsiteY9" fmla="*/ 2085976 h 4601909"/>
              <a:gd name="connsiteX10" fmla="*/ 1677258 w 2855632"/>
              <a:gd name="connsiteY10" fmla="*/ 2368488 h 4601909"/>
              <a:gd name="connsiteX11" fmla="*/ 1612678 w 2855632"/>
              <a:gd name="connsiteY11" fmla="*/ 2591087 h 4601909"/>
              <a:gd name="connsiteX12" fmla="*/ 1533716 w 2855632"/>
              <a:gd name="connsiteY12" fmla="*/ 2847214 h 4601909"/>
              <a:gd name="connsiteX13" fmla="*/ 1404557 w 2855632"/>
              <a:gd name="connsiteY13" fmla="*/ 3093817 h 4601909"/>
              <a:gd name="connsiteX14" fmla="*/ 1292067 w 2855632"/>
              <a:gd name="connsiteY14" fmla="*/ 3270982 h 4601909"/>
              <a:gd name="connsiteX15" fmla="*/ 1045655 w 2855632"/>
              <a:gd name="connsiteY15" fmla="*/ 3584545 h 4601909"/>
              <a:gd name="connsiteX16" fmla="*/ 845916 w 2855632"/>
              <a:gd name="connsiteY16" fmla="*/ 3784475 h 4601909"/>
              <a:gd name="connsiteX17" fmla="*/ 673608 w 2855632"/>
              <a:gd name="connsiteY17" fmla="*/ 3956782 h 4601909"/>
              <a:gd name="connsiteX18" fmla="*/ 498920 w 2855632"/>
              <a:gd name="connsiteY18" fmla="*/ 4131565 h 4601909"/>
              <a:gd name="connsiteX19" fmla="*/ 183071 w 2855632"/>
              <a:gd name="connsiteY19" fmla="*/ 4447510 h 4601909"/>
              <a:gd name="connsiteX20" fmla="*/ 0 w 2855632"/>
              <a:gd name="connsiteY20" fmla="*/ 4601910 h 4601909"/>
              <a:gd name="connsiteX0" fmla="*/ 2076327 w 2672561"/>
              <a:gd name="connsiteY0" fmla="*/ 0 h 4447510"/>
              <a:gd name="connsiteX1" fmla="*/ 2318863 w 2672561"/>
              <a:gd name="connsiteY1" fmla="*/ 370350 h 4447510"/>
              <a:gd name="connsiteX2" fmla="*/ 2542318 w 2672561"/>
              <a:gd name="connsiteY2" fmla="*/ 616269 h 4447510"/>
              <a:gd name="connsiteX3" fmla="*/ 2671477 w 2672561"/>
              <a:gd name="connsiteY3" fmla="*/ 913068 h 4447510"/>
              <a:gd name="connsiteX4" fmla="*/ 2597277 w 2672561"/>
              <a:gd name="connsiteY4" fmla="*/ 1219487 h 4447510"/>
              <a:gd name="connsiteX5" fmla="*/ 2408301 w 2672561"/>
              <a:gd name="connsiteY5" fmla="*/ 1473233 h 4447510"/>
              <a:gd name="connsiteX6" fmla="*/ 2149888 w 2672561"/>
              <a:gd name="connsiteY6" fmla="*/ 1638397 h 4447510"/>
              <a:gd name="connsiteX7" fmla="*/ 1874710 w 2672561"/>
              <a:gd name="connsiteY7" fmla="*/ 1755649 h 4447510"/>
              <a:gd name="connsiteX8" fmla="*/ 1702404 w 2672561"/>
              <a:gd name="connsiteY8" fmla="*/ 1882522 h 4447510"/>
              <a:gd name="connsiteX9" fmla="*/ 1587531 w 2672561"/>
              <a:gd name="connsiteY9" fmla="*/ 2085976 h 4447510"/>
              <a:gd name="connsiteX10" fmla="*/ 1494187 w 2672561"/>
              <a:gd name="connsiteY10" fmla="*/ 2368488 h 4447510"/>
              <a:gd name="connsiteX11" fmla="*/ 1429607 w 2672561"/>
              <a:gd name="connsiteY11" fmla="*/ 2591087 h 4447510"/>
              <a:gd name="connsiteX12" fmla="*/ 1350645 w 2672561"/>
              <a:gd name="connsiteY12" fmla="*/ 2847214 h 4447510"/>
              <a:gd name="connsiteX13" fmla="*/ 1221486 w 2672561"/>
              <a:gd name="connsiteY13" fmla="*/ 3093817 h 4447510"/>
              <a:gd name="connsiteX14" fmla="*/ 1108996 w 2672561"/>
              <a:gd name="connsiteY14" fmla="*/ 3270982 h 4447510"/>
              <a:gd name="connsiteX15" fmla="*/ 862584 w 2672561"/>
              <a:gd name="connsiteY15" fmla="*/ 3584545 h 4447510"/>
              <a:gd name="connsiteX16" fmla="*/ 662845 w 2672561"/>
              <a:gd name="connsiteY16" fmla="*/ 3784475 h 4447510"/>
              <a:gd name="connsiteX17" fmla="*/ 490537 w 2672561"/>
              <a:gd name="connsiteY17" fmla="*/ 3956782 h 4447510"/>
              <a:gd name="connsiteX18" fmla="*/ 315849 w 2672561"/>
              <a:gd name="connsiteY18" fmla="*/ 4131565 h 4447510"/>
              <a:gd name="connsiteX19" fmla="*/ 0 w 2672561"/>
              <a:gd name="connsiteY19" fmla="*/ 4447510 h 4447510"/>
              <a:gd name="connsiteX0" fmla="*/ 1760478 w 2356712"/>
              <a:gd name="connsiteY0" fmla="*/ 0 h 4131565"/>
              <a:gd name="connsiteX1" fmla="*/ 2003014 w 2356712"/>
              <a:gd name="connsiteY1" fmla="*/ 370350 h 4131565"/>
              <a:gd name="connsiteX2" fmla="*/ 2226469 w 2356712"/>
              <a:gd name="connsiteY2" fmla="*/ 616269 h 4131565"/>
              <a:gd name="connsiteX3" fmla="*/ 2355628 w 2356712"/>
              <a:gd name="connsiteY3" fmla="*/ 913068 h 4131565"/>
              <a:gd name="connsiteX4" fmla="*/ 2281428 w 2356712"/>
              <a:gd name="connsiteY4" fmla="*/ 1219487 h 4131565"/>
              <a:gd name="connsiteX5" fmla="*/ 2092452 w 2356712"/>
              <a:gd name="connsiteY5" fmla="*/ 1473233 h 4131565"/>
              <a:gd name="connsiteX6" fmla="*/ 1834039 w 2356712"/>
              <a:gd name="connsiteY6" fmla="*/ 1638397 h 4131565"/>
              <a:gd name="connsiteX7" fmla="*/ 1558861 w 2356712"/>
              <a:gd name="connsiteY7" fmla="*/ 1755649 h 4131565"/>
              <a:gd name="connsiteX8" fmla="*/ 1386555 w 2356712"/>
              <a:gd name="connsiteY8" fmla="*/ 1882522 h 4131565"/>
              <a:gd name="connsiteX9" fmla="*/ 1271682 w 2356712"/>
              <a:gd name="connsiteY9" fmla="*/ 2085976 h 4131565"/>
              <a:gd name="connsiteX10" fmla="*/ 1178338 w 2356712"/>
              <a:gd name="connsiteY10" fmla="*/ 2368488 h 4131565"/>
              <a:gd name="connsiteX11" fmla="*/ 1113758 w 2356712"/>
              <a:gd name="connsiteY11" fmla="*/ 2591087 h 4131565"/>
              <a:gd name="connsiteX12" fmla="*/ 1034796 w 2356712"/>
              <a:gd name="connsiteY12" fmla="*/ 2847214 h 4131565"/>
              <a:gd name="connsiteX13" fmla="*/ 905637 w 2356712"/>
              <a:gd name="connsiteY13" fmla="*/ 3093817 h 4131565"/>
              <a:gd name="connsiteX14" fmla="*/ 793147 w 2356712"/>
              <a:gd name="connsiteY14" fmla="*/ 3270982 h 4131565"/>
              <a:gd name="connsiteX15" fmla="*/ 546735 w 2356712"/>
              <a:gd name="connsiteY15" fmla="*/ 3584545 h 4131565"/>
              <a:gd name="connsiteX16" fmla="*/ 346996 w 2356712"/>
              <a:gd name="connsiteY16" fmla="*/ 3784475 h 4131565"/>
              <a:gd name="connsiteX17" fmla="*/ 174688 w 2356712"/>
              <a:gd name="connsiteY17" fmla="*/ 3956782 h 4131565"/>
              <a:gd name="connsiteX18" fmla="*/ 0 w 2356712"/>
              <a:gd name="connsiteY18" fmla="*/ 4131565 h 4131565"/>
              <a:gd name="connsiteX0" fmla="*/ 1585790 w 2182024"/>
              <a:gd name="connsiteY0" fmla="*/ 0 h 3956782"/>
              <a:gd name="connsiteX1" fmla="*/ 1828326 w 2182024"/>
              <a:gd name="connsiteY1" fmla="*/ 370350 h 3956782"/>
              <a:gd name="connsiteX2" fmla="*/ 2051781 w 2182024"/>
              <a:gd name="connsiteY2" fmla="*/ 616269 h 3956782"/>
              <a:gd name="connsiteX3" fmla="*/ 2180940 w 2182024"/>
              <a:gd name="connsiteY3" fmla="*/ 913068 h 3956782"/>
              <a:gd name="connsiteX4" fmla="*/ 2106740 w 2182024"/>
              <a:gd name="connsiteY4" fmla="*/ 1219487 h 3956782"/>
              <a:gd name="connsiteX5" fmla="*/ 1917764 w 2182024"/>
              <a:gd name="connsiteY5" fmla="*/ 1473233 h 3956782"/>
              <a:gd name="connsiteX6" fmla="*/ 1659351 w 2182024"/>
              <a:gd name="connsiteY6" fmla="*/ 1638397 h 3956782"/>
              <a:gd name="connsiteX7" fmla="*/ 1384173 w 2182024"/>
              <a:gd name="connsiteY7" fmla="*/ 1755649 h 3956782"/>
              <a:gd name="connsiteX8" fmla="*/ 1211867 w 2182024"/>
              <a:gd name="connsiteY8" fmla="*/ 1882522 h 3956782"/>
              <a:gd name="connsiteX9" fmla="*/ 1096994 w 2182024"/>
              <a:gd name="connsiteY9" fmla="*/ 2085976 h 3956782"/>
              <a:gd name="connsiteX10" fmla="*/ 1003650 w 2182024"/>
              <a:gd name="connsiteY10" fmla="*/ 2368488 h 3956782"/>
              <a:gd name="connsiteX11" fmla="*/ 939070 w 2182024"/>
              <a:gd name="connsiteY11" fmla="*/ 2591087 h 3956782"/>
              <a:gd name="connsiteX12" fmla="*/ 860108 w 2182024"/>
              <a:gd name="connsiteY12" fmla="*/ 2847214 h 3956782"/>
              <a:gd name="connsiteX13" fmla="*/ 730949 w 2182024"/>
              <a:gd name="connsiteY13" fmla="*/ 3093817 h 3956782"/>
              <a:gd name="connsiteX14" fmla="*/ 618459 w 2182024"/>
              <a:gd name="connsiteY14" fmla="*/ 3270982 h 3956782"/>
              <a:gd name="connsiteX15" fmla="*/ 372047 w 2182024"/>
              <a:gd name="connsiteY15" fmla="*/ 3584545 h 3956782"/>
              <a:gd name="connsiteX16" fmla="*/ 172308 w 2182024"/>
              <a:gd name="connsiteY16" fmla="*/ 3784475 h 3956782"/>
              <a:gd name="connsiteX17" fmla="*/ 0 w 2182024"/>
              <a:gd name="connsiteY17" fmla="*/ 3956782 h 3956782"/>
              <a:gd name="connsiteX0" fmla="*/ 1413482 w 2009716"/>
              <a:gd name="connsiteY0" fmla="*/ 0 h 3784475"/>
              <a:gd name="connsiteX1" fmla="*/ 1656018 w 2009716"/>
              <a:gd name="connsiteY1" fmla="*/ 370350 h 3784475"/>
              <a:gd name="connsiteX2" fmla="*/ 1879473 w 2009716"/>
              <a:gd name="connsiteY2" fmla="*/ 616269 h 3784475"/>
              <a:gd name="connsiteX3" fmla="*/ 2008632 w 2009716"/>
              <a:gd name="connsiteY3" fmla="*/ 913068 h 3784475"/>
              <a:gd name="connsiteX4" fmla="*/ 1934432 w 2009716"/>
              <a:gd name="connsiteY4" fmla="*/ 1219487 h 3784475"/>
              <a:gd name="connsiteX5" fmla="*/ 1745456 w 2009716"/>
              <a:gd name="connsiteY5" fmla="*/ 1473233 h 3784475"/>
              <a:gd name="connsiteX6" fmla="*/ 1487043 w 2009716"/>
              <a:gd name="connsiteY6" fmla="*/ 1638397 h 3784475"/>
              <a:gd name="connsiteX7" fmla="*/ 1211865 w 2009716"/>
              <a:gd name="connsiteY7" fmla="*/ 1755649 h 3784475"/>
              <a:gd name="connsiteX8" fmla="*/ 1039559 w 2009716"/>
              <a:gd name="connsiteY8" fmla="*/ 1882522 h 3784475"/>
              <a:gd name="connsiteX9" fmla="*/ 924686 w 2009716"/>
              <a:gd name="connsiteY9" fmla="*/ 2085976 h 3784475"/>
              <a:gd name="connsiteX10" fmla="*/ 831342 w 2009716"/>
              <a:gd name="connsiteY10" fmla="*/ 2368488 h 3784475"/>
              <a:gd name="connsiteX11" fmla="*/ 766762 w 2009716"/>
              <a:gd name="connsiteY11" fmla="*/ 2591087 h 3784475"/>
              <a:gd name="connsiteX12" fmla="*/ 687800 w 2009716"/>
              <a:gd name="connsiteY12" fmla="*/ 2847214 h 3784475"/>
              <a:gd name="connsiteX13" fmla="*/ 558641 w 2009716"/>
              <a:gd name="connsiteY13" fmla="*/ 3093817 h 3784475"/>
              <a:gd name="connsiteX14" fmla="*/ 446151 w 2009716"/>
              <a:gd name="connsiteY14" fmla="*/ 3270982 h 3784475"/>
              <a:gd name="connsiteX15" fmla="*/ 199739 w 2009716"/>
              <a:gd name="connsiteY15" fmla="*/ 3584545 h 3784475"/>
              <a:gd name="connsiteX16" fmla="*/ 0 w 2009716"/>
              <a:gd name="connsiteY16" fmla="*/ 3784475 h 3784475"/>
              <a:gd name="connsiteX0" fmla="*/ 1213743 w 1809977"/>
              <a:gd name="connsiteY0" fmla="*/ 0 h 3584545"/>
              <a:gd name="connsiteX1" fmla="*/ 1456279 w 1809977"/>
              <a:gd name="connsiteY1" fmla="*/ 370350 h 3584545"/>
              <a:gd name="connsiteX2" fmla="*/ 1679734 w 1809977"/>
              <a:gd name="connsiteY2" fmla="*/ 616269 h 3584545"/>
              <a:gd name="connsiteX3" fmla="*/ 1808893 w 1809977"/>
              <a:gd name="connsiteY3" fmla="*/ 913068 h 3584545"/>
              <a:gd name="connsiteX4" fmla="*/ 1734693 w 1809977"/>
              <a:gd name="connsiteY4" fmla="*/ 1219487 h 3584545"/>
              <a:gd name="connsiteX5" fmla="*/ 1545717 w 1809977"/>
              <a:gd name="connsiteY5" fmla="*/ 1473233 h 3584545"/>
              <a:gd name="connsiteX6" fmla="*/ 1287304 w 1809977"/>
              <a:gd name="connsiteY6" fmla="*/ 1638397 h 3584545"/>
              <a:gd name="connsiteX7" fmla="*/ 1012126 w 1809977"/>
              <a:gd name="connsiteY7" fmla="*/ 1755649 h 3584545"/>
              <a:gd name="connsiteX8" fmla="*/ 839820 w 1809977"/>
              <a:gd name="connsiteY8" fmla="*/ 1882522 h 3584545"/>
              <a:gd name="connsiteX9" fmla="*/ 724947 w 1809977"/>
              <a:gd name="connsiteY9" fmla="*/ 2085976 h 3584545"/>
              <a:gd name="connsiteX10" fmla="*/ 631603 w 1809977"/>
              <a:gd name="connsiteY10" fmla="*/ 2368488 h 3584545"/>
              <a:gd name="connsiteX11" fmla="*/ 567023 w 1809977"/>
              <a:gd name="connsiteY11" fmla="*/ 2591087 h 3584545"/>
              <a:gd name="connsiteX12" fmla="*/ 488061 w 1809977"/>
              <a:gd name="connsiteY12" fmla="*/ 2847214 h 3584545"/>
              <a:gd name="connsiteX13" fmla="*/ 358902 w 1809977"/>
              <a:gd name="connsiteY13" fmla="*/ 3093817 h 3584545"/>
              <a:gd name="connsiteX14" fmla="*/ 246412 w 1809977"/>
              <a:gd name="connsiteY14" fmla="*/ 3270982 h 3584545"/>
              <a:gd name="connsiteX15" fmla="*/ 0 w 1809977"/>
              <a:gd name="connsiteY15" fmla="*/ 3584545 h 3584545"/>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320611 w 1563565"/>
              <a:gd name="connsiteY11" fmla="*/ 2591087 h 3270982"/>
              <a:gd name="connsiteX12" fmla="*/ 241649 w 1563565"/>
              <a:gd name="connsiteY12" fmla="*/ 2847214 h 3270982"/>
              <a:gd name="connsiteX13" fmla="*/ 112490 w 1563565"/>
              <a:gd name="connsiteY13" fmla="*/ 3093817 h 3270982"/>
              <a:gd name="connsiteX14" fmla="*/ 0 w 1563565"/>
              <a:gd name="connsiteY14"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241649 w 1563565"/>
              <a:gd name="connsiteY11" fmla="*/ 2847214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12490 w 1563565"/>
              <a:gd name="connsiteY12" fmla="*/ 3093817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385191 w 1563565"/>
              <a:gd name="connsiteY10" fmla="*/ 2368488 h 3270982"/>
              <a:gd name="connsiteX11" fmla="*/ 456687 w 1563565"/>
              <a:gd name="connsiteY11" fmla="*/ 2924466 h 3270982"/>
              <a:gd name="connsiteX12" fmla="*/ 187914 w 1563565"/>
              <a:gd name="connsiteY12" fmla="*/ 3198009 h 3270982"/>
              <a:gd name="connsiteX13" fmla="*/ 0 w 1563565"/>
              <a:gd name="connsiteY13"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78535 w 1563565"/>
              <a:gd name="connsiteY9" fmla="*/ 2085976 h 3270982"/>
              <a:gd name="connsiteX10" fmla="*/ 456687 w 1563565"/>
              <a:gd name="connsiteY10" fmla="*/ 2924466 h 3270982"/>
              <a:gd name="connsiteX11" fmla="*/ 187914 w 1563565"/>
              <a:gd name="connsiteY11" fmla="*/ 3198009 h 3270982"/>
              <a:gd name="connsiteX12" fmla="*/ 0 w 1563565"/>
              <a:gd name="connsiteY12"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93408 w 1563565"/>
              <a:gd name="connsiteY8" fmla="*/ 1882522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65714 w 1563565"/>
              <a:gd name="connsiteY7" fmla="*/ 175564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1040892 w 1563565"/>
              <a:gd name="connsiteY6" fmla="*/ 1638397 h 3270982"/>
              <a:gd name="connsiteX7" fmla="*/ 732109 w 1563565"/>
              <a:gd name="connsiteY7" fmla="*/ 1968009 h 3270982"/>
              <a:gd name="connsiteX8" fmla="*/ 512193 w 1563565"/>
              <a:gd name="connsiteY8" fmla="*/ 2270745 h 3270982"/>
              <a:gd name="connsiteX9" fmla="*/ 456687 w 1563565"/>
              <a:gd name="connsiteY9" fmla="*/ 2924466 h 3270982"/>
              <a:gd name="connsiteX10" fmla="*/ 187914 w 1563565"/>
              <a:gd name="connsiteY10" fmla="*/ 3198009 h 3270982"/>
              <a:gd name="connsiteX11" fmla="*/ 0 w 1563565"/>
              <a:gd name="connsiteY11" fmla="*/ 3270982 h 3270982"/>
              <a:gd name="connsiteX0" fmla="*/ 967331 w 1563565"/>
              <a:gd name="connsiteY0" fmla="*/ 0 h 3270982"/>
              <a:gd name="connsiteX1" fmla="*/ 1209867 w 1563565"/>
              <a:gd name="connsiteY1" fmla="*/ 370350 h 3270982"/>
              <a:gd name="connsiteX2" fmla="*/ 1433322 w 1563565"/>
              <a:gd name="connsiteY2" fmla="*/ 616269 h 3270982"/>
              <a:gd name="connsiteX3" fmla="*/ 1562481 w 1563565"/>
              <a:gd name="connsiteY3" fmla="*/ 913068 h 3270982"/>
              <a:gd name="connsiteX4" fmla="*/ 1488281 w 1563565"/>
              <a:gd name="connsiteY4" fmla="*/ 1219487 h 3270982"/>
              <a:gd name="connsiteX5" fmla="*/ 1299305 w 1563565"/>
              <a:gd name="connsiteY5" fmla="*/ 1473233 h 3270982"/>
              <a:gd name="connsiteX6" fmla="*/ 732109 w 1563565"/>
              <a:gd name="connsiteY6" fmla="*/ 1968009 h 3270982"/>
              <a:gd name="connsiteX7" fmla="*/ 512193 w 1563565"/>
              <a:gd name="connsiteY7" fmla="*/ 2270745 h 3270982"/>
              <a:gd name="connsiteX8" fmla="*/ 456687 w 1563565"/>
              <a:gd name="connsiteY8" fmla="*/ 2924466 h 3270982"/>
              <a:gd name="connsiteX9" fmla="*/ 187914 w 1563565"/>
              <a:gd name="connsiteY9" fmla="*/ 3198009 h 3270982"/>
              <a:gd name="connsiteX10" fmla="*/ 0 w 1563565"/>
              <a:gd name="connsiteY10" fmla="*/ 3270982 h 3270982"/>
              <a:gd name="connsiteX0" fmla="*/ 967331 w 1563837"/>
              <a:gd name="connsiteY0" fmla="*/ 0 h 3270982"/>
              <a:gd name="connsiteX1" fmla="*/ 1209867 w 1563837"/>
              <a:gd name="connsiteY1" fmla="*/ 370350 h 3270982"/>
              <a:gd name="connsiteX2" fmla="*/ 1433322 w 1563837"/>
              <a:gd name="connsiteY2" fmla="*/ 616269 h 3270982"/>
              <a:gd name="connsiteX3" fmla="*/ 1562481 w 1563837"/>
              <a:gd name="connsiteY3" fmla="*/ 913068 h 3270982"/>
              <a:gd name="connsiteX4" fmla="*/ 1488281 w 1563837"/>
              <a:gd name="connsiteY4" fmla="*/ 1219487 h 3270982"/>
              <a:gd name="connsiteX5" fmla="*/ 1218273 w 1563837"/>
              <a:gd name="connsiteY5" fmla="*/ 1616958 h 3270982"/>
              <a:gd name="connsiteX6" fmla="*/ 732109 w 1563837"/>
              <a:gd name="connsiteY6" fmla="*/ 1968009 h 3270982"/>
              <a:gd name="connsiteX7" fmla="*/ 512193 w 1563837"/>
              <a:gd name="connsiteY7" fmla="*/ 2270745 h 3270982"/>
              <a:gd name="connsiteX8" fmla="*/ 456687 w 1563837"/>
              <a:gd name="connsiteY8" fmla="*/ 2924466 h 3270982"/>
              <a:gd name="connsiteX9" fmla="*/ 187914 w 1563837"/>
              <a:gd name="connsiteY9" fmla="*/ 3198009 h 3270982"/>
              <a:gd name="connsiteX10" fmla="*/ 0 w 1563837"/>
              <a:gd name="connsiteY10" fmla="*/ 3270982 h 3270982"/>
              <a:gd name="connsiteX0" fmla="*/ 1209867 w 1563837"/>
              <a:gd name="connsiteY0" fmla="*/ 0 h 2900632"/>
              <a:gd name="connsiteX1" fmla="*/ 1433322 w 1563837"/>
              <a:gd name="connsiteY1" fmla="*/ 245919 h 2900632"/>
              <a:gd name="connsiteX2" fmla="*/ 1562481 w 1563837"/>
              <a:gd name="connsiteY2" fmla="*/ 542718 h 2900632"/>
              <a:gd name="connsiteX3" fmla="*/ 1488281 w 1563837"/>
              <a:gd name="connsiteY3" fmla="*/ 849137 h 2900632"/>
              <a:gd name="connsiteX4" fmla="*/ 1218273 w 1563837"/>
              <a:gd name="connsiteY4" fmla="*/ 1246608 h 2900632"/>
              <a:gd name="connsiteX5" fmla="*/ 732109 w 1563837"/>
              <a:gd name="connsiteY5" fmla="*/ 1597659 h 2900632"/>
              <a:gd name="connsiteX6" fmla="*/ 512193 w 1563837"/>
              <a:gd name="connsiteY6" fmla="*/ 1900395 h 2900632"/>
              <a:gd name="connsiteX7" fmla="*/ 456687 w 1563837"/>
              <a:gd name="connsiteY7" fmla="*/ 2554116 h 2900632"/>
              <a:gd name="connsiteX8" fmla="*/ 187914 w 1563837"/>
              <a:gd name="connsiteY8" fmla="*/ 2827659 h 2900632"/>
              <a:gd name="connsiteX9" fmla="*/ 0 w 1563837"/>
              <a:gd name="connsiteY9" fmla="*/ 2900632 h 2900632"/>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433322 w 1563837"/>
              <a:gd name="connsiteY1" fmla="*/ 306941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563837"/>
              <a:gd name="connsiteY0" fmla="*/ 0 h 2961654"/>
              <a:gd name="connsiteX1" fmla="*/ 1255624 w 1563837"/>
              <a:gd name="connsiteY1" fmla="*/ 274827 h 2961654"/>
              <a:gd name="connsiteX2" fmla="*/ 1562481 w 1563837"/>
              <a:gd name="connsiteY2" fmla="*/ 603740 h 2961654"/>
              <a:gd name="connsiteX3" fmla="*/ 1488281 w 1563837"/>
              <a:gd name="connsiteY3" fmla="*/ 910159 h 2961654"/>
              <a:gd name="connsiteX4" fmla="*/ 1218273 w 1563837"/>
              <a:gd name="connsiteY4" fmla="*/ 1307630 h 2961654"/>
              <a:gd name="connsiteX5" fmla="*/ 732109 w 1563837"/>
              <a:gd name="connsiteY5" fmla="*/ 1658681 h 2961654"/>
              <a:gd name="connsiteX6" fmla="*/ 512193 w 1563837"/>
              <a:gd name="connsiteY6" fmla="*/ 1961417 h 2961654"/>
              <a:gd name="connsiteX7" fmla="*/ 456687 w 1563837"/>
              <a:gd name="connsiteY7" fmla="*/ 2615138 h 2961654"/>
              <a:gd name="connsiteX8" fmla="*/ 187914 w 1563837"/>
              <a:gd name="connsiteY8" fmla="*/ 2888681 h 2961654"/>
              <a:gd name="connsiteX9" fmla="*/ 0 w 1563837"/>
              <a:gd name="connsiteY9" fmla="*/ 2961654 h 2961654"/>
              <a:gd name="connsiteX0" fmla="*/ 804435 w 1488504"/>
              <a:gd name="connsiteY0" fmla="*/ 0 h 2961654"/>
              <a:gd name="connsiteX1" fmla="*/ 1255624 w 1488504"/>
              <a:gd name="connsiteY1" fmla="*/ 274827 h 2961654"/>
              <a:gd name="connsiteX2" fmla="*/ 1488281 w 1488504"/>
              <a:gd name="connsiteY2" fmla="*/ 910159 h 2961654"/>
              <a:gd name="connsiteX3" fmla="*/ 1218273 w 1488504"/>
              <a:gd name="connsiteY3" fmla="*/ 1307630 h 2961654"/>
              <a:gd name="connsiteX4" fmla="*/ 732109 w 1488504"/>
              <a:gd name="connsiteY4" fmla="*/ 1658681 h 2961654"/>
              <a:gd name="connsiteX5" fmla="*/ 512193 w 1488504"/>
              <a:gd name="connsiteY5" fmla="*/ 1961417 h 2961654"/>
              <a:gd name="connsiteX6" fmla="*/ 456687 w 1488504"/>
              <a:gd name="connsiteY6" fmla="*/ 2615138 h 2961654"/>
              <a:gd name="connsiteX7" fmla="*/ 187914 w 1488504"/>
              <a:gd name="connsiteY7" fmla="*/ 2888681 h 2961654"/>
              <a:gd name="connsiteX8" fmla="*/ 0 w 1488504"/>
              <a:gd name="connsiteY8" fmla="*/ 2961654 h 2961654"/>
              <a:gd name="connsiteX0" fmla="*/ 804435 w 1376011"/>
              <a:gd name="connsiteY0" fmla="*/ 0 h 2961654"/>
              <a:gd name="connsiteX1" fmla="*/ 1255624 w 1376011"/>
              <a:gd name="connsiteY1" fmla="*/ 274827 h 2961654"/>
              <a:gd name="connsiteX2" fmla="*/ 1375240 w 1376011"/>
              <a:gd name="connsiteY2" fmla="*/ 839095 h 2961654"/>
              <a:gd name="connsiteX3" fmla="*/ 1218273 w 1376011"/>
              <a:gd name="connsiteY3" fmla="*/ 1307630 h 2961654"/>
              <a:gd name="connsiteX4" fmla="*/ 732109 w 1376011"/>
              <a:gd name="connsiteY4" fmla="*/ 1658681 h 2961654"/>
              <a:gd name="connsiteX5" fmla="*/ 512193 w 1376011"/>
              <a:gd name="connsiteY5" fmla="*/ 1961417 h 2961654"/>
              <a:gd name="connsiteX6" fmla="*/ 456687 w 1376011"/>
              <a:gd name="connsiteY6" fmla="*/ 2615138 h 2961654"/>
              <a:gd name="connsiteX7" fmla="*/ 187914 w 1376011"/>
              <a:gd name="connsiteY7" fmla="*/ 2888681 h 2961654"/>
              <a:gd name="connsiteX8" fmla="*/ 0 w 1376011"/>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512193 w 1384277"/>
              <a:gd name="connsiteY5" fmla="*/ 1961417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732109 w 1384277"/>
              <a:gd name="connsiteY4" fmla="*/ 1658681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89509 w 1384277"/>
              <a:gd name="connsiteY5" fmla="*/ 1886931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84277"/>
              <a:gd name="connsiteY0" fmla="*/ 0 h 2961654"/>
              <a:gd name="connsiteX1" fmla="*/ 1255624 w 1384277"/>
              <a:gd name="connsiteY1" fmla="*/ 274827 h 2961654"/>
              <a:gd name="connsiteX2" fmla="*/ 1375240 w 1384277"/>
              <a:gd name="connsiteY2" fmla="*/ 839095 h 2961654"/>
              <a:gd name="connsiteX3" fmla="*/ 1063021 w 1384277"/>
              <a:gd name="connsiteY3" fmla="*/ 1230569 h 2961654"/>
              <a:gd name="connsiteX4" fmla="*/ 644801 w 1384277"/>
              <a:gd name="connsiteY4" fmla="*/ 1557015 h 2961654"/>
              <a:gd name="connsiteX5" fmla="*/ 450195 w 1384277"/>
              <a:gd name="connsiteY5" fmla="*/ 1993868 h 2961654"/>
              <a:gd name="connsiteX6" fmla="*/ 456687 w 1384277"/>
              <a:gd name="connsiteY6" fmla="*/ 2615138 h 2961654"/>
              <a:gd name="connsiteX7" fmla="*/ 187914 w 1384277"/>
              <a:gd name="connsiteY7" fmla="*/ 2888681 h 2961654"/>
              <a:gd name="connsiteX8" fmla="*/ 0 w 1384277"/>
              <a:gd name="connsiteY8" fmla="*/ 2961654 h 2961654"/>
              <a:gd name="connsiteX0" fmla="*/ 804435 w 1340533"/>
              <a:gd name="connsiteY0" fmla="*/ 0 h 2961654"/>
              <a:gd name="connsiteX1" fmla="*/ 1255624 w 1340533"/>
              <a:gd name="connsiteY1" fmla="*/ 274827 h 2961654"/>
              <a:gd name="connsiteX2" fmla="*/ 1324904 w 1340533"/>
              <a:gd name="connsiteY2" fmla="*/ 791064 h 2961654"/>
              <a:gd name="connsiteX3" fmla="*/ 1063021 w 1340533"/>
              <a:gd name="connsiteY3" fmla="*/ 1230569 h 2961654"/>
              <a:gd name="connsiteX4" fmla="*/ 644801 w 1340533"/>
              <a:gd name="connsiteY4" fmla="*/ 1557015 h 2961654"/>
              <a:gd name="connsiteX5" fmla="*/ 450195 w 1340533"/>
              <a:gd name="connsiteY5" fmla="*/ 1993868 h 2961654"/>
              <a:gd name="connsiteX6" fmla="*/ 456687 w 1340533"/>
              <a:gd name="connsiteY6" fmla="*/ 2615138 h 2961654"/>
              <a:gd name="connsiteX7" fmla="*/ 187914 w 1340533"/>
              <a:gd name="connsiteY7" fmla="*/ 2888681 h 2961654"/>
              <a:gd name="connsiteX8" fmla="*/ 0 w 1340533"/>
              <a:gd name="connsiteY8" fmla="*/ 2961654 h 2961654"/>
              <a:gd name="connsiteX0" fmla="*/ 631492 w 1167590"/>
              <a:gd name="connsiteY0" fmla="*/ 0 h 3058096"/>
              <a:gd name="connsiteX1" fmla="*/ 1082681 w 1167590"/>
              <a:gd name="connsiteY1" fmla="*/ 274827 h 3058096"/>
              <a:gd name="connsiteX2" fmla="*/ 1151961 w 1167590"/>
              <a:gd name="connsiteY2" fmla="*/ 791064 h 3058096"/>
              <a:gd name="connsiteX3" fmla="*/ 890078 w 1167590"/>
              <a:gd name="connsiteY3" fmla="*/ 1230569 h 3058096"/>
              <a:gd name="connsiteX4" fmla="*/ 471858 w 1167590"/>
              <a:gd name="connsiteY4" fmla="*/ 1557015 h 3058096"/>
              <a:gd name="connsiteX5" fmla="*/ 277252 w 1167590"/>
              <a:gd name="connsiteY5" fmla="*/ 1993868 h 3058096"/>
              <a:gd name="connsiteX6" fmla="*/ 283744 w 1167590"/>
              <a:gd name="connsiteY6" fmla="*/ 2615138 h 3058096"/>
              <a:gd name="connsiteX7" fmla="*/ 14971 w 1167590"/>
              <a:gd name="connsiteY7" fmla="*/ 2888681 h 3058096"/>
              <a:gd name="connsiteX8" fmla="*/ 140567 w 1167590"/>
              <a:gd name="connsiteY8" fmla="*/ 3058096 h 3058096"/>
              <a:gd name="connsiteX0" fmla="*/ 564752 w 1100850"/>
              <a:gd name="connsiteY0" fmla="*/ 0 h 3058096"/>
              <a:gd name="connsiteX1" fmla="*/ 1015941 w 1100850"/>
              <a:gd name="connsiteY1" fmla="*/ 274827 h 3058096"/>
              <a:gd name="connsiteX2" fmla="*/ 1085221 w 1100850"/>
              <a:gd name="connsiteY2" fmla="*/ 791064 h 3058096"/>
              <a:gd name="connsiteX3" fmla="*/ 823338 w 1100850"/>
              <a:gd name="connsiteY3" fmla="*/ 1230569 h 3058096"/>
              <a:gd name="connsiteX4" fmla="*/ 405118 w 1100850"/>
              <a:gd name="connsiteY4" fmla="*/ 1557015 h 3058096"/>
              <a:gd name="connsiteX5" fmla="*/ 210512 w 1100850"/>
              <a:gd name="connsiteY5" fmla="*/ 1993868 h 3058096"/>
              <a:gd name="connsiteX6" fmla="*/ 217004 w 1100850"/>
              <a:gd name="connsiteY6" fmla="*/ 2615138 h 3058096"/>
              <a:gd name="connsiteX7" fmla="*/ 19936 w 1100850"/>
              <a:gd name="connsiteY7" fmla="*/ 2845485 h 3058096"/>
              <a:gd name="connsiteX8" fmla="*/ 73827 w 1100850"/>
              <a:gd name="connsiteY8" fmla="*/ 3058096 h 3058096"/>
              <a:gd name="connsiteX0" fmla="*/ 551698 w 1087796"/>
              <a:gd name="connsiteY0" fmla="*/ 0 h 3268510"/>
              <a:gd name="connsiteX1" fmla="*/ 1002887 w 1087796"/>
              <a:gd name="connsiteY1" fmla="*/ 274827 h 3268510"/>
              <a:gd name="connsiteX2" fmla="*/ 1072167 w 1087796"/>
              <a:gd name="connsiteY2" fmla="*/ 791064 h 3268510"/>
              <a:gd name="connsiteX3" fmla="*/ 810284 w 1087796"/>
              <a:gd name="connsiteY3" fmla="*/ 1230569 h 3268510"/>
              <a:gd name="connsiteX4" fmla="*/ 392064 w 1087796"/>
              <a:gd name="connsiteY4" fmla="*/ 1557015 h 3268510"/>
              <a:gd name="connsiteX5" fmla="*/ 197458 w 1087796"/>
              <a:gd name="connsiteY5" fmla="*/ 1993868 h 3268510"/>
              <a:gd name="connsiteX6" fmla="*/ 203950 w 1087796"/>
              <a:gd name="connsiteY6" fmla="*/ 2615138 h 3268510"/>
              <a:gd name="connsiteX7" fmla="*/ 6882 w 1087796"/>
              <a:gd name="connsiteY7" fmla="*/ 2845485 h 3268510"/>
              <a:gd name="connsiteX8" fmla="*/ 472809 w 1087796"/>
              <a:gd name="connsiteY8" fmla="*/ 3268510 h 3268510"/>
              <a:gd name="connsiteX0" fmla="*/ 407516 w 943614"/>
              <a:gd name="connsiteY0" fmla="*/ 0 h 3268510"/>
              <a:gd name="connsiteX1" fmla="*/ 858705 w 943614"/>
              <a:gd name="connsiteY1" fmla="*/ 274827 h 3268510"/>
              <a:gd name="connsiteX2" fmla="*/ 927985 w 943614"/>
              <a:gd name="connsiteY2" fmla="*/ 791064 h 3268510"/>
              <a:gd name="connsiteX3" fmla="*/ 666102 w 943614"/>
              <a:gd name="connsiteY3" fmla="*/ 1230569 h 3268510"/>
              <a:gd name="connsiteX4" fmla="*/ 247882 w 943614"/>
              <a:gd name="connsiteY4" fmla="*/ 1557015 h 3268510"/>
              <a:gd name="connsiteX5" fmla="*/ 53276 w 943614"/>
              <a:gd name="connsiteY5" fmla="*/ 1993868 h 3268510"/>
              <a:gd name="connsiteX6" fmla="*/ 59768 w 943614"/>
              <a:gd name="connsiteY6" fmla="*/ 2615138 h 3268510"/>
              <a:gd name="connsiteX7" fmla="*/ 291154 w 943614"/>
              <a:gd name="connsiteY7" fmla="*/ 2944635 h 3268510"/>
              <a:gd name="connsiteX8" fmla="*/ 328627 w 943614"/>
              <a:gd name="connsiteY8" fmla="*/ 3268510 h 3268510"/>
              <a:gd name="connsiteX0" fmla="*/ 360359 w 896457"/>
              <a:gd name="connsiteY0" fmla="*/ 0 h 3268510"/>
              <a:gd name="connsiteX1" fmla="*/ 811548 w 896457"/>
              <a:gd name="connsiteY1" fmla="*/ 274827 h 3268510"/>
              <a:gd name="connsiteX2" fmla="*/ 880828 w 896457"/>
              <a:gd name="connsiteY2" fmla="*/ 791064 h 3268510"/>
              <a:gd name="connsiteX3" fmla="*/ 618945 w 896457"/>
              <a:gd name="connsiteY3" fmla="*/ 1230569 h 3268510"/>
              <a:gd name="connsiteX4" fmla="*/ 200725 w 896457"/>
              <a:gd name="connsiteY4" fmla="*/ 1557015 h 3268510"/>
              <a:gd name="connsiteX5" fmla="*/ 6119 w 896457"/>
              <a:gd name="connsiteY5" fmla="*/ 1993868 h 3268510"/>
              <a:gd name="connsiteX6" fmla="*/ 415219 w 896457"/>
              <a:gd name="connsiteY6" fmla="*/ 2654611 h 3268510"/>
              <a:gd name="connsiteX7" fmla="*/ 243997 w 896457"/>
              <a:gd name="connsiteY7" fmla="*/ 2944635 h 3268510"/>
              <a:gd name="connsiteX8" fmla="*/ 281470 w 896457"/>
              <a:gd name="connsiteY8" fmla="*/ 3268510 h 3268510"/>
              <a:gd name="connsiteX0" fmla="*/ 163742 w 699840"/>
              <a:gd name="connsiteY0" fmla="*/ 0 h 3268510"/>
              <a:gd name="connsiteX1" fmla="*/ 614931 w 699840"/>
              <a:gd name="connsiteY1" fmla="*/ 274827 h 3268510"/>
              <a:gd name="connsiteX2" fmla="*/ 684211 w 699840"/>
              <a:gd name="connsiteY2" fmla="*/ 791064 h 3268510"/>
              <a:gd name="connsiteX3" fmla="*/ 422328 w 699840"/>
              <a:gd name="connsiteY3" fmla="*/ 1230569 h 3268510"/>
              <a:gd name="connsiteX4" fmla="*/ 4108 w 699840"/>
              <a:gd name="connsiteY4" fmla="*/ 1557015 h 3268510"/>
              <a:gd name="connsiteX5" fmla="*/ 209445 w 699840"/>
              <a:gd name="connsiteY5" fmla="*/ 2186141 h 3268510"/>
              <a:gd name="connsiteX6" fmla="*/ 218602 w 699840"/>
              <a:gd name="connsiteY6" fmla="*/ 2654611 h 3268510"/>
              <a:gd name="connsiteX7" fmla="*/ 47380 w 699840"/>
              <a:gd name="connsiteY7" fmla="*/ 2944635 h 3268510"/>
              <a:gd name="connsiteX8" fmla="*/ 84853 w 699840"/>
              <a:gd name="connsiteY8" fmla="*/ 3268510 h 3268510"/>
              <a:gd name="connsiteX0" fmla="*/ 137944 w 674042"/>
              <a:gd name="connsiteY0" fmla="*/ 0 h 3268510"/>
              <a:gd name="connsiteX1" fmla="*/ 589133 w 674042"/>
              <a:gd name="connsiteY1" fmla="*/ 274827 h 3268510"/>
              <a:gd name="connsiteX2" fmla="*/ 658413 w 674042"/>
              <a:gd name="connsiteY2" fmla="*/ 791064 h 3268510"/>
              <a:gd name="connsiteX3" fmla="*/ 396530 w 674042"/>
              <a:gd name="connsiteY3" fmla="*/ 1230569 h 3268510"/>
              <a:gd name="connsiteX4" fmla="*/ 219984 w 674042"/>
              <a:gd name="connsiteY4" fmla="*/ 1574589 h 3268510"/>
              <a:gd name="connsiteX5" fmla="*/ 183647 w 674042"/>
              <a:gd name="connsiteY5" fmla="*/ 2186141 h 3268510"/>
              <a:gd name="connsiteX6" fmla="*/ 192804 w 674042"/>
              <a:gd name="connsiteY6" fmla="*/ 2654611 h 3268510"/>
              <a:gd name="connsiteX7" fmla="*/ 21582 w 674042"/>
              <a:gd name="connsiteY7" fmla="*/ 2944635 h 3268510"/>
              <a:gd name="connsiteX8" fmla="*/ 59055 w 674042"/>
              <a:gd name="connsiteY8" fmla="*/ 3268510 h 3268510"/>
              <a:gd name="connsiteX0" fmla="*/ -1 w 705276"/>
              <a:gd name="connsiteY0" fmla="*/ 0 h 3198732"/>
              <a:gd name="connsiteX1" fmla="*/ 613725 w 705276"/>
              <a:gd name="connsiteY1" fmla="*/ 205049 h 3198732"/>
              <a:gd name="connsiteX2" fmla="*/ 683005 w 705276"/>
              <a:gd name="connsiteY2" fmla="*/ 721286 h 3198732"/>
              <a:gd name="connsiteX3" fmla="*/ 421122 w 705276"/>
              <a:gd name="connsiteY3" fmla="*/ 1160791 h 3198732"/>
              <a:gd name="connsiteX4" fmla="*/ 244576 w 705276"/>
              <a:gd name="connsiteY4" fmla="*/ 1504811 h 3198732"/>
              <a:gd name="connsiteX5" fmla="*/ 208239 w 705276"/>
              <a:gd name="connsiteY5" fmla="*/ 2116363 h 3198732"/>
              <a:gd name="connsiteX6" fmla="*/ 217396 w 705276"/>
              <a:gd name="connsiteY6" fmla="*/ 2584833 h 3198732"/>
              <a:gd name="connsiteX7" fmla="*/ 46174 w 705276"/>
              <a:gd name="connsiteY7" fmla="*/ 2874857 h 3198732"/>
              <a:gd name="connsiteX8" fmla="*/ 83647 w 705276"/>
              <a:gd name="connsiteY8" fmla="*/ 3198732 h 3198732"/>
              <a:gd name="connsiteX0" fmla="*/ 0 w 686486"/>
              <a:gd name="connsiteY0" fmla="*/ 0 h 3198732"/>
              <a:gd name="connsiteX1" fmla="*/ 531923 w 686486"/>
              <a:gd name="connsiteY1" fmla="*/ 270496 h 3198732"/>
              <a:gd name="connsiteX2" fmla="*/ 683006 w 686486"/>
              <a:gd name="connsiteY2" fmla="*/ 721286 h 3198732"/>
              <a:gd name="connsiteX3" fmla="*/ 421123 w 686486"/>
              <a:gd name="connsiteY3" fmla="*/ 1160791 h 3198732"/>
              <a:gd name="connsiteX4" fmla="*/ 244577 w 686486"/>
              <a:gd name="connsiteY4" fmla="*/ 1504811 h 3198732"/>
              <a:gd name="connsiteX5" fmla="*/ 208240 w 686486"/>
              <a:gd name="connsiteY5" fmla="*/ 2116363 h 3198732"/>
              <a:gd name="connsiteX6" fmla="*/ 217397 w 686486"/>
              <a:gd name="connsiteY6" fmla="*/ 2584833 h 3198732"/>
              <a:gd name="connsiteX7" fmla="*/ 46175 w 686486"/>
              <a:gd name="connsiteY7" fmla="*/ 2874857 h 3198732"/>
              <a:gd name="connsiteX8" fmla="*/ 83648 w 686486"/>
              <a:gd name="connsiteY8" fmla="*/ 3198732 h 319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486" h="3198732">
                <a:moveTo>
                  <a:pt x="0" y="0"/>
                </a:moveTo>
                <a:cubicBezTo>
                  <a:pt x="122229" y="35465"/>
                  <a:pt x="418089" y="150282"/>
                  <a:pt x="531923" y="270496"/>
                </a:cubicBezTo>
                <a:cubicBezTo>
                  <a:pt x="645757" y="390710"/>
                  <a:pt x="701473" y="572904"/>
                  <a:pt x="683006" y="721286"/>
                </a:cubicBezTo>
                <a:cubicBezTo>
                  <a:pt x="664539" y="869668"/>
                  <a:pt x="494195" y="1030204"/>
                  <a:pt x="421123" y="1160791"/>
                </a:cubicBezTo>
                <a:cubicBezTo>
                  <a:pt x="348052" y="1291379"/>
                  <a:pt x="280057" y="1345549"/>
                  <a:pt x="244577" y="1504811"/>
                </a:cubicBezTo>
                <a:cubicBezTo>
                  <a:pt x="209097" y="1664073"/>
                  <a:pt x="212770" y="1936359"/>
                  <a:pt x="208240" y="2116363"/>
                </a:cubicBezTo>
                <a:cubicBezTo>
                  <a:pt x="203710" y="2296367"/>
                  <a:pt x="244408" y="2458417"/>
                  <a:pt x="217397" y="2584833"/>
                </a:cubicBezTo>
                <a:cubicBezTo>
                  <a:pt x="190386" y="2711249"/>
                  <a:pt x="122289" y="2817104"/>
                  <a:pt x="46175" y="2874857"/>
                </a:cubicBezTo>
                <a:cubicBezTo>
                  <a:pt x="-29939" y="2932610"/>
                  <a:pt x="122796" y="3140725"/>
                  <a:pt x="83648" y="3198732"/>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19EC01E8-DE61-BBB3-3E42-09D4B5E27786}"/>
              </a:ext>
            </a:extLst>
          </p:cNvPr>
          <p:cNvSpPr/>
          <p:nvPr userDrawn="1"/>
        </p:nvSpPr>
        <p:spPr>
          <a:xfrm rot="5789114" flipH="1">
            <a:off x="636420" y="5237077"/>
            <a:ext cx="1632051" cy="1717844"/>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0943" h="2346200">
                <a:moveTo>
                  <a:pt x="0" y="2205526"/>
                </a:moveTo>
                <a:cubicBezTo>
                  <a:pt x="197525" y="1953648"/>
                  <a:pt x="614288" y="1953409"/>
                  <a:pt x="797621" y="1883453"/>
                </a:cubicBezTo>
                <a:cubicBezTo>
                  <a:pt x="980954" y="1813497"/>
                  <a:pt x="971594" y="1791009"/>
                  <a:pt x="1099996" y="1785789"/>
                </a:cubicBezTo>
                <a:cubicBezTo>
                  <a:pt x="1228398" y="1780569"/>
                  <a:pt x="1435272" y="1793763"/>
                  <a:pt x="1568032" y="1852132"/>
                </a:cubicBezTo>
                <a:cubicBezTo>
                  <a:pt x="1700792" y="1910501"/>
                  <a:pt x="1769186" y="2054510"/>
                  <a:pt x="1896559" y="2136003"/>
                </a:cubicBezTo>
                <a:cubicBezTo>
                  <a:pt x="2023932" y="2217496"/>
                  <a:pt x="2216469" y="2376689"/>
                  <a:pt x="2332270" y="2341090"/>
                </a:cubicBezTo>
                <a:cubicBezTo>
                  <a:pt x="2448071" y="2305491"/>
                  <a:pt x="2549110" y="2037398"/>
                  <a:pt x="2591367" y="1922408"/>
                </a:cubicBezTo>
                <a:cubicBezTo>
                  <a:pt x="2633624" y="1807418"/>
                  <a:pt x="2595815" y="1727349"/>
                  <a:pt x="2585814" y="1651149"/>
                </a:cubicBezTo>
                <a:cubicBezTo>
                  <a:pt x="2566859" y="1506941"/>
                  <a:pt x="2550246" y="1481005"/>
                  <a:pt x="2412678" y="1350336"/>
                </a:cubicBezTo>
                <a:cubicBezTo>
                  <a:pt x="2275110" y="1219667"/>
                  <a:pt x="1992149" y="1008484"/>
                  <a:pt x="1760406" y="867133"/>
                </a:cubicBezTo>
                <a:cubicBezTo>
                  <a:pt x="1680872" y="818651"/>
                  <a:pt x="1600576" y="771597"/>
                  <a:pt x="1520662" y="723877"/>
                </a:cubicBezTo>
                <a:cubicBezTo>
                  <a:pt x="1426936" y="667870"/>
                  <a:pt x="1329676" y="594928"/>
                  <a:pt x="1241008" y="553475"/>
                </a:cubicBezTo>
                <a:cubicBezTo>
                  <a:pt x="1152340" y="512022"/>
                  <a:pt x="1155884" y="567403"/>
                  <a:pt x="988656" y="475157"/>
                </a:cubicBezTo>
                <a:cubicBezTo>
                  <a:pt x="821428" y="382911"/>
                  <a:pt x="411787" y="236166"/>
                  <a:pt x="237642"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014951C4-8748-3ADA-22AA-835B4AC74F39}"/>
              </a:ext>
            </a:extLst>
          </p:cNvPr>
          <p:cNvSpPr/>
          <p:nvPr userDrawn="1"/>
        </p:nvSpPr>
        <p:spPr>
          <a:xfrm rot="5789114" flipH="1">
            <a:off x="2139037" y="715880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71619D7F-BFE3-1D4C-F550-45C9ACB4021B}"/>
              </a:ext>
            </a:extLst>
          </p:cNvPr>
          <p:cNvSpPr/>
          <p:nvPr userDrawn="1"/>
        </p:nvSpPr>
        <p:spPr>
          <a:xfrm rot="5789114" flipH="1">
            <a:off x="2139037" y="715880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D916F192-2C29-9FA0-B164-31F0B364B564}"/>
              </a:ext>
            </a:extLst>
          </p:cNvPr>
          <p:cNvSpPr/>
          <p:nvPr userDrawn="1"/>
        </p:nvSpPr>
        <p:spPr>
          <a:xfrm rot="5789114" flipH="1">
            <a:off x="994932" y="5982730"/>
            <a:ext cx="903016" cy="924672"/>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205" h="1234558">
                <a:moveTo>
                  <a:pt x="0" y="1234558"/>
                </a:moveTo>
                <a:cubicBezTo>
                  <a:pt x="167544" y="1137542"/>
                  <a:pt x="393133" y="1099268"/>
                  <a:pt x="541697" y="1043815"/>
                </a:cubicBezTo>
                <a:cubicBezTo>
                  <a:pt x="690261" y="988362"/>
                  <a:pt x="789616" y="927786"/>
                  <a:pt x="891383" y="901839"/>
                </a:cubicBezTo>
                <a:cubicBezTo>
                  <a:pt x="993150" y="875893"/>
                  <a:pt x="1123225" y="933735"/>
                  <a:pt x="1152301" y="888136"/>
                </a:cubicBezTo>
                <a:cubicBezTo>
                  <a:pt x="1181377" y="842537"/>
                  <a:pt x="1152222" y="726844"/>
                  <a:pt x="1065837" y="628243"/>
                </a:cubicBezTo>
                <a:cubicBezTo>
                  <a:pt x="979452" y="529642"/>
                  <a:pt x="823456" y="436244"/>
                  <a:pt x="633988" y="296528"/>
                </a:cubicBezTo>
                <a:cubicBezTo>
                  <a:pt x="482445" y="173655"/>
                  <a:pt x="265317" y="125063"/>
                  <a:pt x="11123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D32433CD-B34C-B1AF-2DA8-ACE87C9F999D}"/>
              </a:ext>
            </a:extLst>
          </p:cNvPr>
          <p:cNvSpPr/>
          <p:nvPr userDrawn="1"/>
        </p:nvSpPr>
        <p:spPr>
          <a:xfrm rot="5789114" flipH="1">
            <a:off x="1219133" y="5910328"/>
            <a:ext cx="992624" cy="76171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351647 w 1351647"/>
              <a:gd name="connsiteY0" fmla="*/ 1016994 h 1016994"/>
              <a:gd name="connsiteX1" fmla="*/ 1096854 w 1351647"/>
              <a:gd name="connsiteY1" fmla="*/ 794681 h 1016994"/>
              <a:gd name="connsiteX2" fmla="*/ 711263 w 1351647"/>
              <a:gd name="connsiteY2" fmla="*/ 468431 h 1016994"/>
              <a:gd name="connsiteX3" fmla="*/ 119874 w 1351647"/>
              <a:gd name="connsiteY3" fmla="*/ 139647 h 1016994"/>
              <a:gd name="connsiteX4" fmla="*/ 0 w 1351647"/>
              <a:gd name="connsiteY4" fmla="*/ 0 h 1016994"/>
              <a:gd name="connsiteX0" fmla="*/ 1351647 w 1351647"/>
              <a:gd name="connsiteY0" fmla="*/ 1016994 h 1016994"/>
              <a:gd name="connsiteX1" fmla="*/ 1096854 w 1351647"/>
              <a:gd name="connsiteY1" fmla="*/ 794681 h 1016994"/>
              <a:gd name="connsiteX2" fmla="*/ 711263 w 1351647"/>
              <a:gd name="connsiteY2" fmla="*/ 468431 h 1016994"/>
              <a:gd name="connsiteX3" fmla="*/ 357285 w 1351647"/>
              <a:gd name="connsiteY3" fmla="*/ 254824 h 1016994"/>
              <a:gd name="connsiteX4" fmla="*/ 0 w 1351647"/>
              <a:gd name="connsiteY4" fmla="*/ 0 h 101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647" h="1016994">
                <a:moveTo>
                  <a:pt x="1351647" y="1016994"/>
                </a:moveTo>
                <a:cubicBezTo>
                  <a:pt x="1278876" y="930412"/>
                  <a:pt x="1203585" y="886108"/>
                  <a:pt x="1096854" y="794681"/>
                </a:cubicBezTo>
                <a:cubicBezTo>
                  <a:pt x="990123" y="703254"/>
                  <a:pt x="834524" y="558407"/>
                  <a:pt x="711263" y="468431"/>
                </a:cubicBezTo>
                <a:cubicBezTo>
                  <a:pt x="588002" y="378455"/>
                  <a:pt x="536451" y="406843"/>
                  <a:pt x="357285" y="254824"/>
                </a:cubicBezTo>
                <a:cubicBezTo>
                  <a:pt x="243081" y="157954"/>
                  <a:pt x="135731" y="61817"/>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4483AE76-3DC2-1D66-0E66-F080EF1E2A6F}"/>
              </a:ext>
            </a:extLst>
          </p:cNvPr>
          <p:cNvSpPr/>
          <p:nvPr userDrawn="1"/>
        </p:nvSpPr>
        <p:spPr>
          <a:xfrm rot="5789114" flipH="1">
            <a:off x="462658" y="6038520"/>
            <a:ext cx="1209728" cy="452192"/>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389" h="634687">
                <a:moveTo>
                  <a:pt x="0" y="634687"/>
                </a:moveTo>
                <a:cubicBezTo>
                  <a:pt x="77438" y="612684"/>
                  <a:pt x="169345" y="555665"/>
                  <a:pt x="256473" y="524232"/>
                </a:cubicBezTo>
                <a:cubicBezTo>
                  <a:pt x="343601" y="492799"/>
                  <a:pt x="428135" y="483023"/>
                  <a:pt x="522768" y="446086"/>
                </a:cubicBezTo>
                <a:cubicBezTo>
                  <a:pt x="617401" y="409149"/>
                  <a:pt x="725364" y="316949"/>
                  <a:pt x="824271" y="302609"/>
                </a:cubicBezTo>
                <a:cubicBezTo>
                  <a:pt x="923178" y="288269"/>
                  <a:pt x="1019152" y="339471"/>
                  <a:pt x="1116212" y="360045"/>
                </a:cubicBezTo>
                <a:cubicBezTo>
                  <a:pt x="1185840" y="374809"/>
                  <a:pt x="1255848" y="389763"/>
                  <a:pt x="1326714" y="386334"/>
                </a:cubicBezTo>
                <a:cubicBezTo>
                  <a:pt x="1391579" y="383191"/>
                  <a:pt x="1681140" y="391287"/>
                  <a:pt x="1503594"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F84C8AC2-1C25-2B8C-307F-7F7AA7B937F9}"/>
              </a:ext>
            </a:extLst>
          </p:cNvPr>
          <p:cNvSpPr/>
          <p:nvPr userDrawn="1"/>
        </p:nvSpPr>
        <p:spPr>
          <a:xfrm rot="5400000" flipH="1">
            <a:off x="1318955" y="6512717"/>
            <a:ext cx="205453" cy="546231"/>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A9C9C8F5-90E5-0DBD-97E4-65829B4D9660}"/>
              </a:ext>
            </a:extLst>
          </p:cNvPr>
          <p:cNvSpPr/>
          <p:nvPr userDrawn="1"/>
        </p:nvSpPr>
        <p:spPr>
          <a:xfrm rot="5789114" flipH="1">
            <a:off x="244414" y="4377868"/>
            <a:ext cx="3591322" cy="1251471"/>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65029 w 4890269"/>
              <a:gd name="connsiteY12" fmla="*/ 444322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57799 w 4890269"/>
              <a:gd name="connsiteY12" fmla="*/ 506674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90269" h="1670879">
                <a:moveTo>
                  <a:pt x="0" y="0"/>
                </a:moveTo>
                <a:cubicBezTo>
                  <a:pt x="116135" y="96409"/>
                  <a:pt x="55377" y="185361"/>
                  <a:pt x="257936" y="329948"/>
                </a:cubicBezTo>
                <a:cubicBezTo>
                  <a:pt x="460495" y="474535"/>
                  <a:pt x="1006101" y="745030"/>
                  <a:pt x="1215354" y="867522"/>
                </a:cubicBezTo>
                <a:cubicBezTo>
                  <a:pt x="1424607" y="990015"/>
                  <a:pt x="1433423" y="1007312"/>
                  <a:pt x="1513453" y="1064903"/>
                </a:cubicBezTo>
                <a:cubicBezTo>
                  <a:pt x="1593483" y="1122494"/>
                  <a:pt x="1613401" y="1155400"/>
                  <a:pt x="1695531" y="1213066"/>
                </a:cubicBezTo>
                <a:cubicBezTo>
                  <a:pt x="1777661" y="1270732"/>
                  <a:pt x="1930347" y="1336150"/>
                  <a:pt x="2006236" y="1410900"/>
                </a:cubicBezTo>
                <a:cubicBezTo>
                  <a:pt x="2082125" y="1485650"/>
                  <a:pt x="2100385" y="1634613"/>
                  <a:pt x="2150867" y="1661569"/>
                </a:cubicBezTo>
                <a:cubicBezTo>
                  <a:pt x="2223829" y="1700621"/>
                  <a:pt x="2298708" y="1606681"/>
                  <a:pt x="2386760" y="1567110"/>
                </a:cubicBezTo>
                <a:cubicBezTo>
                  <a:pt x="2474812" y="1527539"/>
                  <a:pt x="2600787" y="1505484"/>
                  <a:pt x="2679178" y="1424140"/>
                </a:cubicBezTo>
                <a:cubicBezTo>
                  <a:pt x="2747282" y="1353560"/>
                  <a:pt x="2796812" y="1267835"/>
                  <a:pt x="2837007" y="1178109"/>
                </a:cubicBezTo>
                <a:cubicBezTo>
                  <a:pt x="2882822" y="1075906"/>
                  <a:pt x="2917398" y="968559"/>
                  <a:pt x="2972071" y="870928"/>
                </a:cubicBezTo>
                <a:cubicBezTo>
                  <a:pt x="3006266" y="809968"/>
                  <a:pt x="3036562" y="768188"/>
                  <a:pt x="3100850" y="707479"/>
                </a:cubicBezTo>
                <a:cubicBezTo>
                  <a:pt x="3165138" y="646770"/>
                  <a:pt x="3257501" y="511818"/>
                  <a:pt x="3357799" y="506674"/>
                </a:cubicBezTo>
                <a:cubicBezTo>
                  <a:pt x="3433142" y="502769"/>
                  <a:pt x="3503664" y="609634"/>
                  <a:pt x="3592340" y="621564"/>
                </a:cubicBezTo>
                <a:cubicBezTo>
                  <a:pt x="3681016" y="633494"/>
                  <a:pt x="3770262" y="578033"/>
                  <a:pt x="3889855" y="578253"/>
                </a:cubicBezTo>
                <a:cubicBezTo>
                  <a:pt x="4009448" y="578473"/>
                  <a:pt x="4188974" y="599856"/>
                  <a:pt x="4309901" y="622886"/>
                </a:cubicBezTo>
                <a:cubicBezTo>
                  <a:pt x="4430828" y="645916"/>
                  <a:pt x="4520105" y="704140"/>
                  <a:pt x="4615420" y="716433"/>
                </a:cubicBezTo>
                <a:cubicBezTo>
                  <a:pt x="4710735" y="728726"/>
                  <a:pt x="4759787" y="619471"/>
                  <a:pt x="4890269" y="64878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D7B75961-941F-091C-10C2-634C7DA14107}"/>
              </a:ext>
            </a:extLst>
          </p:cNvPr>
          <p:cNvSpPr/>
          <p:nvPr userDrawn="1"/>
        </p:nvSpPr>
        <p:spPr>
          <a:xfrm rot="5789114" flipH="1">
            <a:off x="693335" y="4311888"/>
            <a:ext cx="3522264" cy="1402763"/>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511699"/>
              <a:gd name="connsiteY0" fmla="*/ 0 h 1439517"/>
              <a:gd name="connsiteX1" fmla="*/ 177481 w 4511699"/>
              <a:gd name="connsiteY1" fmla="*/ 377080 h 1439517"/>
              <a:gd name="connsiteX2" fmla="*/ 548334 w 4511699"/>
              <a:gd name="connsiteY2" fmla="*/ 691144 h 1439517"/>
              <a:gd name="connsiteX3" fmla="*/ 1332930 w 4511699"/>
              <a:gd name="connsiteY3" fmla="*/ 933297 h 1439517"/>
              <a:gd name="connsiteX4" fmla="*/ 1714243 w 4511699"/>
              <a:gd name="connsiteY4" fmla="*/ 1246397 h 1439517"/>
              <a:gd name="connsiteX5" fmla="*/ 2089731 w 4511699"/>
              <a:gd name="connsiteY5" fmla="*/ 1438090 h 1439517"/>
              <a:gd name="connsiteX6" fmla="*/ 2360323 w 4511699"/>
              <a:gd name="connsiteY6" fmla="*/ 1301452 h 1439517"/>
              <a:gd name="connsiteX7" fmla="*/ 2511104 w 4511699"/>
              <a:gd name="connsiteY7" fmla="*/ 1064470 h 1439517"/>
              <a:gd name="connsiteX8" fmla="*/ 2719984 w 4511699"/>
              <a:gd name="connsiteY8" fmla="*/ 882159 h 1439517"/>
              <a:gd name="connsiteX9" fmla="*/ 2924965 w 4511699"/>
              <a:gd name="connsiteY9" fmla="*/ 521068 h 1439517"/>
              <a:gd name="connsiteX10" fmla="*/ 3271866 w 4511699"/>
              <a:gd name="connsiteY10" fmla="*/ 489922 h 1439517"/>
              <a:gd name="connsiteX11" fmla="*/ 3496104 w 4511699"/>
              <a:gd name="connsiteY11" fmla="*/ 694995 h 1439517"/>
              <a:gd name="connsiteX12" fmla="*/ 4136076 w 4511699"/>
              <a:gd name="connsiteY12" fmla="*/ 605386 h 1439517"/>
              <a:gd name="connsiteX13" fmla="*/ 4511699 w 4511699"/>
              <a:gd name="connsiteY13" fmla="*/ 705171 h 1439517"/>
              <a:gd name="connsiteX0" fmla="*/ 0 w 4653702"/>
              <a:gd name="connsiteY0" fmla="*/ 0 h 1439517"/>
              <a:gd name="connsiteX1" fmla="*/ 177481 w 4653702"/>
              <a:gd name="connsiteY1" fmla="*/ 377080 h 1439517"/>
              <a:gd name="connsiteX2" fmla="*/ 548334 w 4653702"/>
              <a:gd name="connsiteY2" fmla="*/ 691144 h 1439517"/>
              <a:gd name="connsiteX3" fmla="*/ 1332930 w 4653702"/>
              <a:gd name="connsiteY3" fmla="*/ 933297 h 1439517"/>
              <a:gd name="connsiteX4" fmla="*/ 1714243 w 4653702"/>
              <a:gd name="connsiteY4" fmla="*/ 1246397 h 1439517"/>
              <a:gd name="connsiteX5" fmla="*/ 2089731 w 4653702"/>
              <a:gd name="connsiteY5" fmla="*/ 1438090 h 1439517"/>
              <a:gd name="connsiteX6" fmla="*/ 2360323 w 4653702"/>
              <a:gd name="connsiteY6" fmla="*/ 1301452 h 1439517"/>
              <a:gd name="connsiteX7" fmla="*/ 2511104 w 4653702"/>
              <a:gd name="connsiteY7" fmla="*/ 1064470 h 1439517"/>
              <a:gd name="connsiteX8" fmla="*/ 2719984 w 4653702"/>
              <a:gd name="connsiteY8" fmla="*/ 882159 h 1439517"/>
              <a:gd name="connsiteX9" fmla="*/ 2924965 w 4653702"/>
              <a:gd name="connsiteY9" fmla="*/ 521068 h 1439517"/>
              <a:gd name="connsiteX10" fmla="*/ 3271866 w 4653702"/>
              <a:gd name="connsiteY10" fmla="*/ 489922 h 1439517"/>
              <a:gd name="connsiteX11" fmla="*/ 3496104 w 4653702"/>
              <a:gd name="connsiteY11" fmla="*/ 694995 h 1439517"/>
              <a:gd name="connsiteX12" fmla="*/ 4136076 w 4653702"/>
              <a:gd name="connsiteY12" fmla="*/ 605386 h 1439517"/>
              <a:gd name="connsiteX13" fmla="*/ 4653702 w 4653702"/>
              <a:gd name="connsiteY13" fmla="*/ 726235 h 1439517"/>
              <a:gd name="connsiteX0" fmla="*/ 0 w 4653702"/>
              <a:gd name="connsiteY0" fmla="*/ 0 h 1314537"/>
              <a:gd name="connsiteX1" fmla="*/ 177481 w 4653702"/>
              <a:gd name="connsiteY1" fmla="*/ 377080 h 1314537"/>
              <a:gd name="connsiteX2" fmla="*/ 548334 w 4653702"/>
              <a:gd name="connsiteY2" fmla="*/ 691144 h 1314537"/>
              <a:gd name="connsiteX3" fmla="*/ 1332930 w 4653702"/>
              <a:gd name="connsiteY3" fmla="*/ 933297 h 1314537"/>
              <a:gd name="connsiteX4" fmla="*/ 1714243 w 4653702"/>
              <a:gd name="connsiteY4" fmla="*/ 1246397 h 1314537"/>
              <a:gd name="connsiteX5" fmla="*/ 2360323 w 4653702"/>
              <a:gd name="connsiteY5" fmla="*/ 1301452 h 1314537"/>
              <a:gd name="connsiteX6" fmla="*/ 2511104 w 4653702"/>
              <a:gd name="connsiteY6" fmla="*/ 1064470 h 1314537"/>
              <a:gd name="connsiteX7" fmla="*/ 2719984 w 4653702"/>
              <a:gd name="connsiteY7" fmla="*/ 882159 h 1314537"/>
              <a:gd name="connsiteX8" fmla="*/ 2924965 w 4653702"/>
              <a:gd name="connsiteY8" fmla="*/ 521068 h 1314537"/>
              <a:gd name="connsiteX9" fmla="*/ 3271866 w 4653702"/>
              <a:gd name="connsiteY9" fmla="*/ 489922 h 1314537"/>
              <a:gd name="connsiteX10" fmla="*/ 3496104 w 4653702"/>
              <a:gd name="connsiteY10" fmla="*/ 694995 h 1314537"/>
              <a:gd name="connsiteX11" fmla="*/ 4136076 w 4653702"/>
              <a:gd name="connsiteY11" fmla="*/ 605386 h 1314537"/>
              <a:gd name="connsiteX12" fmla="*/ 4653702 w 4653702"/>
              <a:gd name="connsiteY12" fmla="*/ 726235 h 1314537"/>
              <a:gd name="connsiteX0" fmla="*/ 0 w 4653702"/>
              <a:gd name="connsiteY0" fmla="*/ 0 h 1317255"/>
              <a:gd name="connsiteX1" fmla="*/ 177481 w 4653702"/>
              <a:gd name="connsiteY1" fmla="*/ 377080 h 1317255"/>
              <a:gd name="connsiteX2" fmla="*/ 548334 w 4653702"/>
              <a:gd name="connsiteY2" fmla="*/ 691144 h 1317255"/>
              <a:gd name="connsiteX3" fmla="*/ 1332930 w 4653702"/>
              <a:gd name="connsiteY3" fmla="*/ 933297 h 1317255"/>
              <a:gd name="connsiteX4" fmla="*/ 1880664 w 4653702"/>
              <a:gd name="connsiteY4" fmla="*/ 1255293 h 1317255"/>
              <a:gd name="connsiteX5" fmla="*/ 2360323 w 4653702"/>
              <a:gd name="connsiteY5" fmla="*/ 1301452 h 1317255"/>
              <a:gd name="connsiteX6" fmla="*/ 2511104 w 4653702"/>
              <a:gd name="connsiteY6" fmla="*/ 1064470 h 1317255"/>
              <a:gd name="connsiteX7" fmla="*/ 2719984 w 4653702"/>
              <a:gd name="connsiteY7" fmla="*/ 882159 h 1317255"/>
              <a:gd name="connsiteX8" fmla="*/ 2924965 w 4653702"/>
              <a:gd name="connsiteY8" fmla="*/ 521068 h 1317255"/>
              <a:gd name="connsiteX9" fmla="*/ 3271866 w 4653702"/>
              <a:gd name="connsiteY9" fmla="*/ 489922 h 1317255"/>
              <a:gd name="connsiteX10" fmla="*/ 3496104 w 4653702"/>
              <a:gd name="connsiteY10" fmla="*/ 694995 h 1317255"/>
              <a:gd name="connsiteX11" fmla="*/ 4136076 w 4653702"/>
              <a:gd name="connsiteY11" fmla="*/ 605386 h 1317255"/>
              <a:gd name="connsiteX12" fmla="*/ 4653702 w 4653702"/>
              <a:gd name="connsiteY12" fmla="*/ 726235 h 1317255"/>
              <a:gd name="connsiteX0" fmla="*/ 0 w 4653702"/>
              <a:gd name="connsiteY0" fmla="*/ 0 h 1308359"/>
              <a:gd name="connsiteX1" fmla="*/ 177481 w 4653702"/>
              <a:gd name="connsiteY1" fmla="*/ 377080 h 1308359"/>
              <a:gd name="connsiteX2" fmla="*/ 548334 w 4653702"/>
              <a:gd name="connsiteY2" fmla="*/ 691144 h 1308359"/>
              <a:gd name="connsiteX3" fmla="*/ 1332930 w 4653702"/>
              <a:gd name="connsiteY3" fmla="*/ 933297 h 1308359"/>
              <a:gd name="connsiteX4" fmla="*/ 1880664 w 4653702"/>
              <a:gd name="connsiteY4" fmla="*/ 1255293 h 1308359"/>
              <a:gd name="connsiteX5" fmla="*/ 2223519 w 4653702"/>
              <a:gd name="connsiteY5" fmla="*/ 1289552 h 1308359"/>
              <a:gd name="connsiteX6" fmla="*/ 2511104 w 4653702"/>
              <a:gd name="connsiteY6" fmla="*/ 1064470 h 1308359"/>
              <a:gd name="connsiteX7" fmla="*/ 2719984 w 4653702"/>
              <a:gd name="connsiteY7" fmla="*/ 882159 h 1308359"/>
              <a:gd name="connsiteX8" fmla="*/ 2924965 w 4653702"/>
              <a:gd name="connsiteY8" fmla="*/ 521068 h 1308359"/>
              <a:gd name="connsiteX9" fmla="*/ 3271866 w 4653702"/>
              <a:gd name="connsiteY9" fmla="*/ 489922 h 1308359"/>
              <a:gd name="connsiteX10" fmla="*/ 3496104 w 4653702"/>
              <a:gd name="connsiteY10" fmla="*/ 694995 h 1308359"/>
              <a:gd name="connsiteX11" fmla="*/ 4136076 w 4653702"/>
              <a:gd name="connsiteY11" fmla="*/ 605386 h 1308359"/>
              <a:gd name="connsiteX12" fmla="*/ 4653702 w 4653702"/>
              <a:gd name="connsiteY12" fmla="*/ 726235 h 1308359"/>
              <a:gd name="connsiteX0" fmla="*/ 0 w 4653702"/>
              <a:gd name="connsiteY0" fmla="*/ 0 h 1309733"/>
              <a:gd name="connsiteX1" fmla="*/ 177481 w 4653702"/>
              <a:gd name="connsiteY1" fmla="*/ 377080 h 1309733"/>
              <a:gd name="connsiteX2" fmla="*/ 548334 w 4653702"/>
              <a:gd name="connsiteY2" fmla="*/ 691144 h 1309733"/>
              <a:gd name="connsiteX3" fmla="*/ 1332930 w 4653702"/>
              <a:gd name="connsiteY3" fmla="*/ 933297 h 1309733"/>
              <a:gd name="connsiteX4" fmla="*/ 1880664 w 4653702"/>
              <a:gd name="connsiteY4" fmla="*/ 1255293 h 1309733"/>
              <a:gd name="connsiteX5" fmla="*/ 2223519 w 4653702"/>
              <a:gd name="connsiteY5" fmla="*/ 1289552 h 1309733"/>
              <a:gd name="connsiteX6" fmla="*/ 2455037 w 4653702"/>
              <a:gd name="connsiteY6" fmla="*/ 1045611 h 1309733"/>
              <a:gd name="connsiteX7" fmla="*/ 2719984 w 4653702"/>
              <a:gd name="connsiteY7" fmla="*/ 882159 h 1309733"/>
              <a:gd name="connsiteX8" fmla="*/ 2924965 w 4653702"/>
              <a:gd name="connsiteY8" fmla="*/ 521068 h 1309733"/>
              <a:gd name="connsiteX9" fmla="*/ 3271866 w 4653702"/>
              <a:gd name="connsiteY9" fmla="*/ 489922 h 1309733"/>
              <a:gd name="connsiteX10" fmla="*/ 3496104 w 4653702"/>
              <a:gd name="connsiteY10" fmla="*/ 694995 h 1309733"/>
              <a:gd name="connsiteX11" fmla="*/ 4136076 w 4653702"/>
              <a:gd name="connsiteY11" fmla="*/ 605386 h 1309733"/>
              <a:gd name="connsiteX12" fmla="*/ 4653702 w 4653702"/>
              <a:gd name="connsiteY12" fmla="*/ 726235 h 1309733"/>
              <a:gd name="connsiteX0" fmla="*/ 0 w 4653702"/>
              <a:gd name="connsiteY0" fmla="*/ 0 h 1309733"/>
              <a:gd name="connsiteX1" fmla="*/ 177481 w 4653702"/>
              <a:gd name="connsiteY1" fmla="*/ 377080 h 1309733"/>
              <a:gd name="connsiteX2" fmla="*/ 548334 w 4653702"/>
              <a:gd name="connsiteY2" fmla="*/ 691144 h 1309733"/>
              <a:gd name="connsiteX3" fmla="*/ 1332930 w 4653702"/>
              <a:gd name="connsiteY3" fmla="*/ 933297 h 1309733"/>
              <a:gd name="connsiteX4" fmla="*/ 1880664 w 4653702"/>
              <a:gd name="connsiteY4" fmla="*/ 1255293 h 1309733"/>
              <a:gd name="connsiteX5" fmla="*/ 2223519 w 4653702"/>
              <a:gd name="connsiteY5" fmla="*/ 1289552 h 1309733"/>
              <a:gd name="connsiteX6" fmla="*/ 2455037 w 4653702"/>
              <a:gd name="connsiteY6" fmla="*/ 1045611 h 1309733"/>
              <a:gd name="connsiteX7" fmla="*/ 2679085 w 4653702"/>
              <a:gd name="connsiteY7" fmla="*/ 856854 h 1309733"/>
              <a:gd name="connsiteX8" fmla="*/ 2924965 w 4653702"/>
              <a:gd name="connsiteY8" fmla="*/ 521068 h 1309733"/>
              <a:gd name="connsiteX9" fmla="*/ 3271866 w 4653702"/>
              <a:gd name="connsiteY9" fmla="*/ 489922 h 1309733"/>
              <a:gd name="connsiteX10" fmla="*/ 3496104 w 4653702"/>
              <a:gd name="connsiteY10" fmla="*/ 694995 h 1309733"/>
              <a:gd name="connsiteX11" fmla="*/ 4136076 w 4653702"/>
              <a:gd name="connsiteY11" fmla="*/ 605386 h 1309733"/>
              <a:gd name="connsiteX12" fmla="*/ 4653702 w 4653702"/>
              <a:gd name="connsiteY12" fmla="*/ 726235 h 1309733"/>
              <a:gd name="connsiteX0" fmla="*/ 0 w 4653702"/>
              <a:gd name="connsiteY0" fmla="*/ 0 h 1309733"/>
              <a:gd name="connsiteX1" fmla="*/ 177481 w 4653702"/>
              <a:gd name="connsiteY1" fmla="*/ 377080 h 1309733"/>
              <a:gd name="connsiteX2" fmla="*/ 548334 w 4653702"/>
              <a:gd name="connsiteY2" fmla="*/ 691144 h 1309733"/>
              <a:gd name="connsiteX3" fmla="*/ 1332930 w 4653702"/>
              <a:gd name="connsiteY3" fmla="*/ 933297 h 1309733"/>
              <a:gd name="connsiteX4" fmla="*/ 1880664 w 4653702"/>
              <a:gd name="connsiteY4" fmla="*/ 1255293 h 1309733"/>
              <a:gd name="connsiteX5" fmla="*/ 2223519 w 4653702"/>
              <a:gd name="connsiteY5" fmla="*/ 1289552 h 1309733"/>
              <a:gd name="connsiteX6" fmla="*/ 2455037 w 4653702"/>
              <a:gd name="connsiteY6" fmla="*/ 1045611 h 1309733"/>
              <a:gd name="connsiteX7" fmla="*/ 2679085 w 4653702"/>
              <a:gd name="connsiteY7" fmla="*/ 856854 h 1309733"/>
              <a:gd name="connsiteX8" fmla="*/ 2924965 w 4653702"/>
              <a:gd name="connsiteY8" fmla="*/ 521068 h 1309733"/>
              <a:gd name="connsiteX9" fmla="*/ 3271866 w 4653702"/>
              <a:gd name="connsiteY9" fmla="*/ 489922 h 1309733"/>
              <a:gd name="connsiteX10" fmla="*/ 3512503 w 4653702"/>
              <a:gd name="connsiteY10" fmla="*/ 652926 h 1309733"/>
              <a:gd name="connsiteX11" fmla="*/ 4136076 w 4653702"/>
              <a:gd name="connsiteY11" fmla="*/ 605386 h 1309733"/>
              <a:gd name="connsiteX12" fmla="*/ 4653702 w 4653702"/>
              <a:gd name="connsiteY12" fmla="*/ 726235 h 1309733"/>
              <a:gd name="connsiteX0" fmla="*/ 0 w 4653702"/>
              <a:gd name="connsiteY0" fmla="*/ 0 h 1309733"/>
              <a:gd name="connsiteX1" fmla="*/ 177481 w 4653702"/>
              <a:gd name="connsiteY1" fmla="*/ 377080 h 1309733"/>
              <a:gd name="connsiteX2" fmla="*/ 548334 w 4653702"/>
              <a:gd name="connsiteY2" fmla="*/ 691144 h 1309733"/>
              <a:gd name="connsiteX3" fmla="*/ 1332930 w 4653702"/>
              <a:gd name="connsiteY3" fmla="*/ 933297 h 1309733"/>
              <a:gd name="connsiteX4" fmla="*/ 1880664 w 4653702"/>
              <a:gd name="connsiteY4" fmla="*/ 1255293 h 1309733"/>
              <a:gd name="connsiteX5" fmla="*/ 2223519 w 4653702"/>
              <a:gd name="connsiteY5" fmla="*/ 1289552 h 1309733"/>
              <a:gd name="connsiteX6" fmla="*/ 2455037 w 4653702"/>
              <a:gd name="connsiteY6" fmla="*/ 1045611 h 1309733"/>
              <a:gd name="connsiteX7" fmla="*/ 2679085 w 4653702"/>
              <a:gd name="connsiteY7" fmla="*/ 856854 h 1309733"/>
              <a:gd name="connsiteX8" fmla="*/ 2931066 w 4653702"/>
              <a:gd name="connsiteY8" fmla="*/ 561988 h 1309733"/>
              <a:gd name="connsiteX9" fmla="*/ 3271866 w 4653702"/>
              <a:gd name="connsiteY9" fmla="*/ 489922 h 1309733"/>
              <a:gd name="connsiteX10" fmla="*/ 3512503 w 4653702"/>
              <a:gd name="connsiteY10" fmla="*/ 652926 h 1309733"/>
              <a:gd name="connsiteX11" fmla="*/ 4136076 w 4653702"/>
              <a:gd name="connsiteY11" fmla="*/ 605386 h 1309733"/>
              <a:gd name="connsiteX12" fmla="*/ 4653702 w 4653702"/>
              <a:gd name="connsiteY12" fmla="*/ 726235 h 1309733"/>
              <a:gd name="connsiteX0" fmla="*/ 1 w 4661577"/>
              <a:gd name="connsiteY0" fmla="*/ 0 h 1420712"/>
              <a:gd name="connsiteX1" fmla="*/ 185356 w 4661577"/>
              <a:gd name="connsiteY1" fmla="*/ 488059 h 1420712"/>
              <a:gd name="connsiteX2" fmla="*/ 556209 w 4661577"/>
              <a:gd name="connsiteY2" fmla="*/ 802123 h 1420712"/>
              <a:gd name="connsiteX3" fmla="*/ 1340805 w 4661577"/>
              <a:gd name="connsiteY3" fmla="*/ 1044276 h 1420712"/>
              <a:gd name="connsiteX4" fmla="*/ 1888539 w 4661577"/>
              <a:gd name="connsiteY4" fmla="*/ 1366272 h 1420712"/>
              <a:gd name="connsiteX5" fmla="*/ 2231394 w 4661577"/>
              <a:gd name="connsiteY5" fmla="*/ 1400531 h 1420712"/>
              <a:gd name="connsiteX6" fmla="*/ 2462912 w 4661577"/>
              <a:gd name="connsiteY6" fmla="*/ 1156590 h 1420712"/>
              <a:gd name="connsiteX7" fmla="*/ 2686960 w 4661577"/>
              <a:gd name="connsiteY7" fmla="*/ 967833 h 1420712"/>
              <a:gd name="connsiteX8" fmla="*/ 2938941 w 4661577"/>
              <a:gd name="connsiteY8" fmla="*/ 672967 h 1420712"/>
              <a:gd name="connsiteX9" fmla="*/ 3279741 w 4661577"/>
              <a:gd name="connsiteY9" fmla="*/ 600901 h 1420712"/>
              <a:gd name="connsiteX10" fmla="*/ 3520378 w 4661577"/>
              <a:gd name="connsiteY10" fmla="*/ 763905 h 1420712"/>
              <a:gd name="connsiteX11" fmla="*/ 4143951 w 4661577"/>
              <a:gd name="connsiteY11" fmla="*/ 716365 h 1420712"/>
              <a:gd name="connsiteX12" fmla="*/ 4661577 w 4661577"/>
              <a:gd name="connsiteY12" fmla="*/ 837214 h 1420712"/>
              <a:gd name="connsiteX0" fmla="*/ 0 w 4661576"/>
              <a:gd name="connsiteY0" fmla="*/ 0 h 1420712"/>
              <a:gd name="connsiteX1" fmla="*/ 212504 w 4661576"/>
              <a:gd name="connsiteY1" fmla="*/ 428282 h 1420712"/>
              <a:gd name="connsiteX2" fmla="*/ 556208 w 4661576"/>
              <a:gd name="connsiteY2" fmla="*/ 802123 h 1420712"/>
              <a:gd name="connsiteX3" fmla="*/ 1340804 w 4661576"/>
              <a:gd name="connsiteY3" fmla="*/ 1044276 h 1420712"/>
              <a:gd name="connsiteX4" fmla="*/ 1888538 w 4661576"/>
              <a:gd name="connsiteY4" fmla="*/ 1366272 h 1420712"/>
              <a:gd name="connsiteX5" fmla="*/ 2231393 w 4661576"/>
              <a:gd name="connsiteY5" fmla="*/ 1400531 h 1420712"/>
              <a:gd name="connsiteX6" fmla="*/ 2462911 w 4661576"/>
              <a:gd name="connsiteY6" fmla="*/ 1156590 h 1420712"/>
              <a:gd name="connsiteX7" fmla="*/ 2686959 w 4661576"/>
              <a:gd name="connsiteY7" fmla="*/ 967833 h 1420712"/>
              <a:gd name="connsiteX8" fmla="*/ 2938940 w 4661576"/>
              <a:gd name="connsiteY8" fmla="*/ 672967 h 1420712"/>
              <a:gd name="connsiteX9" fmla="*/ 3279740 w 4661576"/>
              <a:gd name="connsiteY9" fmla="*/ 600901 h 1420712"/>
              <a:gd name="connsiteX10" fmla="*/ 3520377 w 4661576"/>
              <a:gd name="connsiteY10" fmla="*/ 763905 h 1420712"/>
              <a:gd name="connsiteX11" fmla="*/ 4143950 w 4661576"/>
              <a:gd name="connsiteY11" fmla="*/ 716365 h 1420712"/>
              <a:gd name="connsiteX12" fmla="*/ 4661576 w 4661576"/>
              <a:gd name="connsiteY12" fmla="*/ 837214 h 1420712"/>
              <a:gd name="connsiteX0" fmla="*/ 0 w 4661576"/>
              <a:gd name="connsiteY0" fmla="*/ 0 h 1420712"/>
              <a:gd name="connsiteX1" fmla="*/ 212504 w 4661576"/>
              <a:gd name="connsiteY1" fmla="*/ 428282 h 1420712"/>
              <a:gd name="connsiteX2" fmla="*/ 636370 w 4661576"/>
              <a:gd name="connsiteY2" fmla="*/ 809096 h 1420712"/>
              <a:gd name="connsiteX3" fmla="*/ 1340804 w 4661576"/>
              <a:gd name="connsiteY3" fmla="*/ 1044276 h 1420712"/>
              <a:gd name="connsiteX4" fmla="*/ 1888538 w 4661576"/>
              <a:gd name="connsiteY4" fmla="*/ 1366272 h 1420712"/>
              <a:gd name="connsiteX5" fmla="*/ 2231393 w 4661576"/>
              <a:gd name="connsiteY5" fmla="*/ 1400531 h 1420712"/>
              <a:gd name="connsiteX6" fmla="*/ 2462911 w 4661576"/>
              <a:gd name="connsiteY6" fmla="*/ 1156590 h 1420712"/>
              <a:gd name="connsiteX7" fmla="*/ 2686959 w 4661576"/>
              <a:gd name="connsiteY7" fmla="*/ 967833 h 1420712"/>
              <a:gd name="connsiteX8" fmla="*/ 2938940 w 4661576"/>
              <a:gd name="connsiteY8" fmla="*/ 672967 h 1420712"/>
              <a:gd name="connsiteX9" fmla="*/ 3279740 w 4661576"/>
              <a:gd name="connsiteY9" fmla="*/ 600901 h 1420712"/>
              <a:gd name="connsiteX10" fmla="*/ 3520377 w 4661576"/>
              <a:gd name="connsiteY10" fmla="*/ 763905 h 1420712"/>
              <a:gd name="connsiteX11" fmla="*/ 4143950 w 4661576"/>
              <a:gd name="connsiteY11" fmla="*/ 716365 h 1420712"/>
              <a:gd name="connsiteX12" fmla="*/ 4661576 w 4661576"/>
              <a:gd name="connsiteY12" fmla="*/ 837214 h 1420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1576" h="1420712">
                <a:moveTo>
                  <a:pt x="0" y="0"/>
                </a:moveTo>
                <a:cubicBezTo>
                  <a:pt x="104646" y="74522"/>
                  <a:pt x="106442" y="293433"/>
                  <a:pt x="212504" y="428282"/>
                </a:cubicBezTo>
                <a:cubicBezTo>
                  <a:pt x="318566" y="563131"/>
                  <a:pt x="448320" y="706430"/>
                  <a:pt x="636370" y="809096"/>
                </a:cubicBezTo>
                <a:cubicBezTo>
                  <a:pt x="824420" y="911762"/>
                  <a:pt x="1132109" y="951413"/>
                  <a:pt x="1340804" y="1044276"/>
                </a:cubicBezTo>
                <a:cubicBezTo>
                  <a:pt x="1549499" y="1137139"/>
                  <a:pt x="1740107" y="1306896"/>
                  <a:pt x="1888538" y="1366272"/>
                </a:cubicBezTo>
                <a:cubicBezTo>
                  <a:pt x="2036970" y="1425648"/>
                  <a:pt x="2135664" y="1435478"/>
                  <a:pt x="2231393" y="1400531"/>
                </a:cubicBezTo>
                <a:cubicBezTo>
                  <a:pt x="2327122" y="1365584"/>
                  <a:pt x="2386984" y="1228706"/>
                  <a:pt x="2462911" y="1156590"/>
                </a:cubicBezTo>
                <a:cubicBezTo>
                  <a:pt x="2538838" y="1084474"/>
                  <a:pt x="2607621" y="1048437"/>
                  <a:pt x="2686959" y="967833"/>
                </a:cubicBezTo>
                <a:cubicBezTo>
                  <a:pt x="2766297" y="887229"/>
                  <a:pt x="2840143" y="734122"/>
                  <a:pt x="2938940" y="672967"/>
                </a:cubicBezTo>
                <a:cubicBezTo>
                  <a:pt x="3037737" y="611812"/>
                  <a:pt x="3182834" y="585745"/>
                  <a:pt x="3279740" y="600901"/>
                </a:cubicBezTo>
                <a:cubicBezTo>
                  <a:pt x="3376646" y="616057"/>
                  <a:pt x="3376342" y="744661"/>
                  <a:pt x="3520377" y="763905"/>
                </a:cubicBezTo>
                <a:cubicBezTo>
                  <a:pt x="3664412" y="783149"/>
                  <a:pt x="3953750" y="704147"/>
                  <a:pt x="4143950" y="716365"/>
                </a:cubicBezTo>
                <a:cubicBezTo>
                  <a:pt x="4334150" y="728583"/>
                  <a:pt x="4545052" y="884154"/>
                  <a:pt x="4661576" y="837214"/>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1" name="Freeform: Shape 20">
            <a:extLst>
              <a:ext uri="{FF2B5EF4-FFF2-40B4-BE49-F238E27FC236}">
                <a16:creationId xmlns:a16="http://schemas.microsoft.com/office/drawing/2014/main" id="{B84F7921-5325-48B4-0F13-25B6C4275F73}"/>
              </a:ext>
            </a:extLst>
          </p:cNvPr>
          <p:cNvSpPr/>
          <p:nvPr userDrawn="1"/>
        </p:nvSpPr>
        <p:spPr>
          <a:xfrm rot="5789114" flipH="1">
            <a:off x="-441768" y="3238480"/>
            <a:ext cx="2943921" cy="2255469"/>
          </a:xfrm>
          <a:custGeom>
            <a:avLst/>
            <a:gdLst>
              <a:gd name="connsiteX0" fmla="*/ 3474938 w 4022684"/>
              <a:gd name="connsiteY0" fmla="*/ 2235228 h 2235228"/>
              <a:gd name="connsiteX1" fmla="*/ 0 w 4022684"/>
              <a:gd name="connsiteY1" fmla="*/ 2235228 h 2235228"/>
              <a:gd name="connsiteX2" fmla="*/ 5714 w 4022684"/>
              <a:gd name="connsiteY2" fmla="*/ 2199838 h 2235228"/>
              <a:gd name="connsiteX3" fmla="*/ 182412 w 4022684"/>
              <a:gd name="connsiteY3" fmla="*/ 1923802 h 2235228"/>
              <a:gd name="connsiteX4" fmla="*/ 490847 w 4022684"/>
              <a:gd name="connsiteY4" fmla="*/ 1735407 h 2235228"/>
              <a:gd name="connsiteX5" fmla="*/ 700749 w 4022684"/>
              <a:gd name="connsiteY5" fmla="*/ 1682785 h 2235228"/>
              <a:gd name="connsiteX6" fmla="*/ 932690 w 4022684"/>
              <a:gd name="connsiteY6" fmla="*/ 1582355 h 2235228"/>
              <a:gd name="connsiteX7" fmla="*/ 1005117 w 4022684"/>
              <a:gd name="connsiteY7" fmla="*/ 1456680 h 2235228"/>
              <a:gd name="connsiteX8" fmla="*/ 1029296 w 4022684"/>
              <a:gd name="connsiteY8" fmla="*/ 1329821 h 2235228"/>
              <a:gd name="connsiteX9" fmla="*/ 1014319 w 4022684"/>
              <a:gd name="connsiteY9" fmla="*/ 1171168 h 2235228"/>
              <a:gd name="connsiteX10" fmla="*/ 1055401 w 4022684"/>
              <a:gd name="connsiteY10" fmla="*/ 1077917 h 2235228"/>
              <a:gd name="connsiteX11" fmla="*/ 1213095 w 4022684"/>
              <a:gd name="connsiteY11" fmla="*/ 961551 h 2235228"/>
              <a:gd name="connsiteX12" fmla="*/ 1476596 w 4022684"/>
              <a:gd name="connsiteY12" fmla="*/ 806212 h 2235228"/>
              <a:gd name="connsiteX13" fmla="*/ 1796263 w 4022684"/>
              <a:gd name="connsiteY13" fmla="*/ 603063 h 2235228"/>
              <a:gd name="connsiteX14" fmla="*/ 1994933 w 4022684"/>
              <a:gd name="connsiteY14" fmla="*/ 391079 h 2235228"/>
              <a:gd name="connsiteX15" fmla="*/ 2219599 w 4022684"/>
              <a:gd name="connsiteY15" fmla="*/ 157636 h 2235228"/>
              <a:gd name="connsiteX16" fmla="*/ 2407570 w 4022684"/>
              <a:gd name="connsiteY16" fmla="*/ 55628 h 2235228"/>
              <a:gd name="connsiteX17" fmla="*/ 2759654 w 4022684"/>
              <a:gd name="connsiteY17" fmla="*/ 7030 h 2235228"/>
              <a:gd name="connsiteX18" fmla="*/ 3167904 w 4022684"/>
              <a:gd name="connsiteY18" fmla="*/ 7030 h 2235228"/>
              <a:gd name="connsiteX19" fmla="*/ 3516778 w 4022684"/>
              <a:gd name="connsiteY19" fmla="*/ 69987 h 2235228"/>
              <a:gd name="connsiteX20" fmla="*/ 3813765 w 4022684"/>
              <a:gd name="connsiteY20" fmla="*/ 179173 h 2235228"/>
              <a:gd name="connsiteX21" fmla="*/ 3937973 w 4022684"/>
              <a:gd name="connsiteY21" fmla="*/ 288361 h 2235228"/>
              <a:gd name="connsiteX22" fmla="*/ 4022170 w 4022684"/>
              <a:gd name="connsiteY22" fmla="*/ 519437 h 2235228"/>
              <a:gd name="connsiteX23" fmla="*/ 3982265 w 4022684"/>
              <a:gd name="connsiteY23" fmla="*/ 802267 h 2235228"/>
              <a:gd name="connsiteX24" fmla="*/ 3961724 w 4022684"/>
              <a:gd name="connsiteY24" fmla="*/ 951294 h 2235228"/>
              <a:gd name="connsiteX25" fmla="*/ 3930378 w 4022684"/>
              <a:gd name="connsiteY25" fmla="*/ 1300394 h 2235228"/>
              <a:gd name="connsiteX26" fmla="*/ 3881165 w 4022684"/>
              <a:gd name="connsiteY26" fmla="*/ 1629297 h 2235228"/>
              <a:gd name="connsiteX27" fmla="*/ 3735988 w 4022684"/>
              <a:gd name="connsiteY27" fmla="*/ 1942895 h 2235228"/>
              <a:gd name="connsiteX28" fmla="*/ 3590223 w 4022684"/>
              <a:gd name="connsiteY28" fmla="*/ 2125096 h 2235228"/>
              <a:gd name="connsiteX0" fmla="*/ 3474938 w 4022684"/>
              <a:gd name="connsiteY0" fmla="*/ 2235228 h 2326668"/>
              <a:gd name="connsiteX1" fmla="*/ 0 w 4022684"/>
              <a:gd name="connsiteY1" fmla="*/ 2235228 h 2326668"/>
              <a:gd name="connsiteX2" fmla="*/ 5714 w 4022684"/>
              <a:gd name="connsiteY2" fmla="*/ 2199838 h 2326668"/>
              <a:gd name="connsiteX3" fmla="*/ 182412 w 4022684"/>
              <a:gd name="connsiteY3" fmla="*/ 1923802 h 2326668"/>
              <a:gd name="connsiteX4" fmla="*/ 490847 w 4022684"/>
              <a:gd name="connsiteY4" fmla="*/ 1735407 h 2326668"/>
              <a:gd name="connsiteX5" fmla="*/ 700749 w 4022684"/>
              <a:gd name="connsiteY5" fmla="*/ 1682785 h 2326668"/>
              <a:gd name="connsiteX6" fmla="*/ 932690 w 4022684"/>
              <a:gd name="connsiteY6" fmla="*/ 1582355 h 2326668"/>
              <a:gd name="connsiteX7" fmla="*/ 1005117 w 4022684"/>
              <a:gd name="connsiteY7" fmla="*/ 1456680 h 2326668"/>
              <a:gd name="connsiteX8" fmla="*/ 1029296 w 4022684"/>
              <a:gd name="connsiteY8" fmla="*/ 1329821 h 2326668"/>
              <a:gd name="connsiteX9" fmla="*/ 1014319 w 4022684"/>
              <a:gd name="connsiteY9" fmla="*/ 1171168 h 2326668"/>
              <a:gd name="connsiteX10" fmla="*/ 1055401 w 4022684"/>
              <a:gd name="connsiteY10" fmla="*/ 1077917 h 2326668"/>
              <a:gd name="connsiteX11" fmla="*/ 1213095 w 4022684"/>
              <a:gd name="connsiteY11" fmla="*/ 961551 h 2326668"/>
              <a:gd name="connsiteX12" fmla="*/ 1476596 w 4022684"/>
              <a:gd name="connsiteY12" fmla="*/ 806212 h 2326668"/>
              <a:gd name="connsiteX13" fmla="*/ 1796263 w 4022684"/>
              <a:gd name="connsiteY13" fmla="*/ 603063 h 2326668"/>
              <a:gd name="connsiteX14" fmla="*/ 1994933 w 4022684"/>
              <a:gd name="connsiteY14" fmla="*/ 391079 h 2326668"/>
              <a:gd name="connsiteX15" fmla="*/ 2219599 w 4022684"/>
              <a:gd name="connsiteY15" fmla="*/ 157636 h 2326668"/>
              <a:gd name="connsiteX16" fmla="*/ 2407570 w 4022684"/>
              <a:gd name="connsiteY16" fmla="*/ 55628 h 2326668"/>
              <a:gd name="connsiteX17" fmla="*/ 2759654 w 4022684"/>
              <a:gd name="connsiteY17" fmla="*/ 7030 h 2326668"/>
              <a:gd name="connsiteX18" fmla="*/ 3167904 w 4022684"/>
              <a:gd name="connsiteY18" fmla="*/ 7030 h 2326668"/>
              <a:gd name="connsiteX19" fmla="*/ 3516778 w 4022684"/>
              <a:gd name="connsiteY19" fmla="*/ 69987 h 2326668"/>
              <a:gd name="connsiteX20" fmla="*/ 3813765 w 4022684"/>
              <a:gd name="connsiteY20" fmla="*/ 179173 h 2326668"/>
              <a:gd name="connsiteX21" fmla="*/ 3937973 w 4022684"/>
              <a:gd name="connsiteY21" fmla="*/ 288361 h 2326668"/>
              <a:gd name="connsiteX22" fmla="*/ 4022170 w 4022684"/>
              <a:gd name="connsiteY22" fmla="*/ 519437 h 2326668"/>
              <a:gd name="connsiteX23" fmla="*/ 3982265 w 4022684"/>
              <a:gd name="connsiteY23" fmla="*/ 802267 h 2326668"/>
              <a:gd name="connsiteX24" fmla="*/ 3961724 w 4022684"/>
              <a:gd name="connsiteY24" fmla="*/ 951294 h 2326668"/>
              <a:gd name="connsiteX25" fmla="*/ 3930378 w 4022684"/>
              <a:gd name="connsiteY25" fmla="*/ 1300394 h 2326668"/>
              <a:gd name="connsiteX26" fmla="*/ 3881165 w 4022684"/>
              <a:gd name="connsiteY26" fmla="*/ 1629297 h 2326668"/>
              <a:gd name="connsiteX27" fmla="*/ 3735988 w 4022684"/>
              <a:gd name="connsiteY27" fmla="*/ 1942895 h 2326668"/>
              <a:gd name="connsiteX28" fmla="*/ 3590223 w 4022684"/>
              <a:gd name="connsiteY28" fmla="*/ 2125096 h 2326668"/>
              <a:gd name="connsiteX29" fmla="*/ 3566378 w 4022684"/>
              <a:gd name="connsiteY29" fmla="*/ 2326668 h 2326668"/>
              <a:gd name="connsiteX0" fmla="*/ 0 w 4022684"/>
              <a:gd name="connsiteY0" fmla="*/ 2235228 h 2326668"/>
              <a:gd name="connsiteX1" fmla="*/ 5714 w 4022684"/>
              <a:gd name="connsiteY1" fmla="*/ 2199838 h 2326668"/>
              <a:gd name="connsiteX2" fmla="*/ 182412 w 4022684"/>
              <a:gd name="connsiteY2" fmla="*/ 1923802 h 2326668"/>
              <a:gd name="connsiteX3" fmla="*/ 490847 w 4022684"/>
              <a:gd name="connsiteY3" fmla="*/ 1735407 h 2326668"/>
              <a:gd name="connsiteX4" fmla="*/ 700749 w 4022684"/>
              <a:gd name="connsiteY4" fmla="*/ 1682785 h 2326668"/>
              <a:gd name="connsiteX5" fmla="*/ 932690 w 4022684"/>
              <a:gd name="connsiteY5" fmla="*/ 1582355 h 2326668"/>
              <a:gd name="connsiteX6" fmla="*/ 1005117 w 4022684"/>
              <a:gd name="connsiteY6" fmla="*/ 1456680 h 2326668"/>
              <a:gd name="connsiteX7" fmla="*/ 1029296 w 4022684"/>
              <a:gd name="connsiteY7" fmla="*/ 1329821 h 2326668"/>
              <a:gd name="connsiteX8" fmla="*/ 1014319 w 4022684"/>
              <a:gd name="connsiteY8" fmla="*/ 1171168 h 2326668"/>
              <a:gd name="connsiteX9" fmla="*/ 1055401 w 4022684"/>
              <a:gd name="connsiteY9" fmla="*/ 1077917 h 2326668"/>
              <a:gd name="connsiteX10" fmla="*/ 1213095 w 4022684"/>
              <a:gd name="connsiteY10" fmla="*/ 961551 h 2326668"/>
              <a:gd name="connsiteX11" fmla="*/ 1476596 w 4022684"/>
              <a:gd name="connsiteY11" fmla="*/ 806212 h 2326668"/>
              <a:gd name="connsiteX12" fmla="*/ 1796263 w 4022684"/>
              <a:gd name="connsiteY12" fmla="*/ 603063 h 2326668"/>
              <a:gd name="connsiteX13" fmla="*/ 1994933 w 4022684"/>
              <a:gd name="connsiteY13" fmla="*/ 391079 h 2326668"/>
              <a:gd name="connsiteX14" fmla="*/ 2219599 w 4022684"/>
              <a:gd name="connsiteY14" fmla="*/ 157636 h 2326668"/>
              <a:gd name="connsiteX15" fmla="*/ 2407570 w 4022684"/>
              <a:gd name="connsiteY15" fmla="*/ 55628 h 2326668"/>
              <a:gd name="connsiteX16" fmla="*/ 2759654 w 4022684"/>
              <a:gd name="connsiteY16" fmla="*/ 7030 h 2326668"/>
              <a:gd name="connsiteX17" fmla="*/ 3167904 w 4022684"/>
              <a:gd name="connsiteY17" fmla="*/ 7030 h 2326668"/>
              <a:gd name="connsiteX18" fmla="*/ 3516778 w 4022684"/>
              <a:gd name="connsiteY18" fmla="*/ 69987 h 2326668"/>
              <a:gd name="connsiteX19" fmla="*/ 3813765 w 4022684"/>
              <a:gd name="connsiteY19" fmla="*/ 179173 h 2326668"/>
              <a:gd name="connsiteX20" fmla="*/ 3937973 w 4022684"/>
              <a:gd name="connsiteY20" fmla="*/ 288361 h 2326668"/>
              <a:gd name="connsiteX21" fmla="*/ 4022170 w 4022684"/>
              <a:gd name="connsiteY21" fmla="*/ 519437 h 2326668"/>
              <a:gd name="connsiteX22" fmla="*/ 3982265 w 4022684"/>
              <a:gd name="connsiteY22" fmla="*/ 802267 h 2326668"/>
              <a:gd name="connsiteX23" fmla="*/ 3961724 w 4022684"/>
              <a:gd name="connsiteY23" fmla="*/ 951294 h 2326668"/>
              <a:gd name="connsiteX24" fmla="*/ 3930378 w 4022684"/>
              <a:gd name="connsiteY24" fmla="*/ 1300394 h 2326668"/>
              <a:gd name="connsiteX25" fmla="*/ 3881165 w 4022684"/>
              <a:gd name="connsiteY25" fmla="*/ 1629297 h 2326668"/>
              <a:gd name="connsiteX26" fmla="*/ 3735988 w 4022684"/>
              <a:gd name="connsiteY26" fmla="*/ 1942895 h 2326668"/>
              <a:gd name="connsiteX27" fmla="*/ 3590223 w 4022684"/>
              <a:gd name="connsiteY27" fmla="*/ 2125096 h 2326668"/>
              <a:gd name="connsiteX28" fmla="*/ 3566378 w 4022684"/>
              <a:gd name="connsiteY28" fmla="*/ 2326668 h 2326668"/>
              <a:gd name="connsiteX0" fmla="*/ 0 w 4022684"/>
              <a:gd name="connsiteY0" fmla="*/ 2235228 h 2235228"/>
              <a:gd name="connsiteX1" fmla="*/ 5714 w 4022684"/>
              <a:gd name="connsiteY1" fmla="*/ 2199838 h 2235228"/>
              <a:gd name="connsiteX2" fmla="*/ 182412 w 4022684"/>
              <a:gd name="connsiteY2" fmla="*/ 1923802 h 2235228"/>
              <a:gd name="connsiteX3" fmla="*/ 490847 w 4022684"/>
              <a:gd name="connsiteY3" fmla="*/ 1735407 h 2235228"/>
              <a:gd name="connsiteX4" fmla="*/ 700749 w 4022684"/>
              <a:gd name="connsiteY4" fmla="*/ 1682785 h 2235228"/>
              <a:gd name="connsiteX5" fmla="*/ 932690 w 4022684"/>
              <a:gd name="connsiteY5" fmla="*/ 1582355 h 2235228"/>
              <a:gd name="connsiteX6" fmla="*/ 1005117 w 4022684"/>
              <a:gd name="connsiteY6" fmla="*/ 1456680 h 2235228"/>
              <a:gd name="connsiteX7" fmla="*/ 1029296 w 4022684"/>
              <a:gd name="connsiteY7" fmla="*/ 1329821 h 2235228"/>
              <a:gd name="connsiteX8" fmla="*/ 1014319 w 4022684"/>
              <a:gd name="connsiteY8" fmla="*/ 1171168 h 2235228"/>
              <a:gd name="connsiteX9" fmla="*/ 1055401 w 4022684"/>
              <a:gd name="connsiteY9" fmla="*/ 1077917 h 2235228"/>
              <a:gd name="connsiteX10" fmla="*/ 1213095 w 4022684"/>
              <a:gd name="connsiteY10" fmla="*/ 961551 h 2235228"/>
              <a:gd name="connsiteX11" fmla="*/ 1476596 w 4022684"/>
              <a:gd name="connsiteY11" fmla="*/ 806212 h 2235228"/>
              <a:gd name="connsiteX12" fmla="*/ 1796263 w 4022684"/>
              <a:gd name="connsiteY12" fmla="*/ 603063 h 2235228"/>
              <a:gd name="connsiteX13" fmla="*/ 1994933 w 4022684"/>
              <a:gd name="connsiteY13" fmla="*/ 391079 h 2235228"/>
              <a:gd name="connsiteX14" fmla="*/ 2219599 w 4022684"/>
              <a:gd name="connsiteY14" fmla="*/ 157636 h 2235228"/>
              <a:gd name="connsiteX15" fmla="*/ 2407570 w 4022684"/>
              <a:gd name="connsiteY15" fmla="*/ 55628 h 2235228"/>
              <a:gd name="connsiteX16" fmla="*/ 2759654 w 4022684"/>
              <a:gd name="connsiteY16" fmla="*/ 7030 h 2235228"/>
              <a:gd name="connsiteX17" fmla="*/ 3167904 w 4022684"/>
              <a:gd name="connsiteY17" fmla="*/ 7030 h 2235228"/>
              <a:gd name="connsiteX18" fmla="*/ 3516778 w 4022684"/>
              <a:gd name="connsiteY18" fmla="*/ 69987 h 2235228"/>
              <a:gd name="connsiteX19" fmla="*/ 3813765 w 4022684"/>
              <a:gd name="connsiteY19" fmla="*/ 179173 h 2235228"/>
              <a:gd name="connsiteX20" fmla="*/ 3937973 w 4022684"/>
              <a:gd name="connsiteY20" fmla="*/ 288361 h 2235228"/>
              <a:gd name="connsiteX21" fmla="*/ 4022170 w 4022684"/>
              <a:gd name="connsiteY21" fmla="*/ 519437 h 2235228"/>
              <a:gd name="connsiteX22" fmla="*/ 3982265 w 4022684"/>
              <a:gd name="connsiteY22" fmla="*/ 802267 h 2235228"/>
              <a:gd name="connsiteX23" fmla="*/ 3961724 w 4022684"/>
              <a:gd name="connsiteY23" fmla="*/ 951294 h 2235228"/>
              <a:gd name="connsiteX24" fmla="*/ 3930378 w 4022684"/>
              <a:gd name="connsiteY24" fmla="*/ 1300394 h 2235228"/>
              <a:gd name="connsiteX25" fmla="*/ 3881165 w 4022684"/>
              <a:gd name="connsiteY25" fmla="*/ 1629297 h 2235228"/>
              <a:gd name="connsiteX26" fmla="*/ 3735988 w 4022684"/>
              <a:gd name="connsiteY26" fmla="*/ 1942895 h 2235228"/>
              <a:gd name="connsiteX27" fmla="*/ 3590223 w 4022684"/>
              <a:gd name="connsiteY27" fmla="*/ 2125096 h 2235228"/>
              <a:gd name="connsiteX28" fmla="*/ 3457048 w 4022684"/>
              <a:gd name="connsiteY28" fmla="*/ 2217338 h 2235228"/>
              <a:gd name="connsiteX0" fmla="*/ 0 w 4022684"/>
              <a:gd name="connsiteY0" fmla="*/ 2235228 h 2392860"/>
              <a:gd name="connsiteX1" fmla="*/ 5714 w 4022684"/>
              <a:gd name="connsiteY1" fmla="*/ 2199838 h 2392860"/>
              <a:gd name="connsiteX2" fmla="*/ 182412 w 4022684"/>
              <a:gd name="connsiteY2" fmla="*/ 1923802 h 2392860"/>
              <a:gd name="connsiteX3" fmla="*/ 490847 w 4022684"/>
              <a:gd name="connsiteY3" fmla="*/ 1735407 h 2392860"/>
              <a:gd name="connsiteX4" fmla="*/ 700749 w 4022684"/>
              <a:gd name="connsiteY4" fmla="*/ 1682785 h 2392860"/>
              <a:gd name="connsiteX5" fmla="*/ 932690 w 4022684"/>
              <a:gd name="connsiteY5" fmla="*/ 1582355 h 2392860"/>
              <a:gd name="connsiteX6" fmla="*/ 1005117 w 4022684"/>
              <a:gd name="connsiteY6" fmla="*/ 1456680 h 2392860"/>
              <a:gd name="connsiteX7" fmla="*/ 1029296 w 4022684"/>
              <a:gd name="connsiteY7" fmla="*/ 1329821 h 2392860"/>
              <a:gd name="connsiteX8" fmla="*/ 1014319 w 4022684"/>
              <a:gd name="connsiteY8" fmla="*/ 1171168 h 2392860"/>
              <a:gd name="connsiteX9" fmla="*/ 1055401 w 4022684"/>
              <a:gd name="connsiteY9" fmla="*/ 1077917 h 2392860"/>
              <a:gd name="connsiteX10" fmla="*/ 1213095 w 4022684"/>
              <a:gd name="connsiteY10" fmla="*/ 961551 h 2392860"/>
              <a:gd name="connsiteX11" fmla="*/ 1476596 w 4022684"/>
              <a:gd name="connsiteY11" fmla="*/ 806212 h 2392860"/>
              <a:gd name="connsiteX12" fmla="*/ 1796263 w 4022684"/>
              <a:gd name="connsiteY12" fmla="*/ 603063 h 2392860"/>
              <a:gd name="connsiteX13" fmla="*/ 1994933 w 4022684"/>
              <a:gd name="connsiteY13" fmla="*/ 391079 h 2392860"/>
              <a:gd name="connsiteX14" fmla="*/ 2219599 w 4022684"/>
              <a:gd name="connsiteY14" fmla="*/ 157636 h 2392860"/>
              <a:gd name="connsiteX15" fmla="*/ 2407570 w 4022684"/>
              <a:gd name="connsiteY15" fmla="*/ 55628 h 2392860"/>
              <a:gd name="connsiteX16" fmla="*/ 2759654 w 4022684"/>
              <a:gd name="connsiteY16" fmla="*/ 7030 h 2392860"/>
              <a:gd name="connsiteX17" fmla="*/ 3167904 w 4022684"/>
              <a:gd name="connsiteY17" fmla="*/ 7030 h 2392860"/>
              <a:gd name="connsiteX18" fmla="*/ 3516778 w 4022684"/>
              <a:gd name="connsiteY18" fmla="*/ 69987 h 2392860"/>
              <a:gd name="connsiteX19" fmla="*/ 3813765 w 4022684"/>
              <a:gd name="connsiteY19" fmla="*/ 179173 h 2392860"/>
              <a:gd name="connsiteX20" fmla="*/ 3937973 w 4022684"/>
              <a:gd name="connsiteY20" fmla="*/ 288361 h 2392860"/>
              <a:gd name="connsiteX21" fmla="*/ 4022170 w 4022684"/>
              <a:gd name="connsiteY21" fmla="*/ 519437 h 2392860"/>
              <a:gd name="connsiteX22" fmla="*/ 3982265 w 4022684"/>
              <a:gd name="connsiteY22" fmla="*/ 802267 h 2392860"/>
              <a:gd name="connsiteX23" fmla="*/ 3961724 w 4022684"/>
              <a:gd name="connsiteY23" fmla="*/ 951294 h 2392860"/>
              <a:gd name="connsiteX24" fmla="*/ 3930378 w 4022684"/>
              <a:gd name="connsiteY24" fmla="*/ 1300394 h 2392860"/>
              <a:gd name="connsiteX25" fmla="*/ 3881165 w 4022684"/>
              <a:gd name="connsiteY25" fmla="*/ 1629297 h 2392860"/>
              <a:gd name="connsiteX26" fmla="*/ 3735988 w 4022684"/>
              <a:gd name="connsiteY26" fmla="*/ 1942895 h 2392860"/>
              <a:gd name="connsiteX27" fmla="*/ 3590223 w 4022684"/>
              <a:gd name="connsiteY27" fmla="*/ 2125096 h 2392860"/>
              <a:gd name="connsiteX28" fmla="*/ 3309004 w 4022684"/>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3937973 w 4338250"/>
              <a:gd name="connsiteY20" fmla="*/ 288361 h 2392860"/>
              <a:gd name="connsiteX21" fmla="*/ 4338205 w 4338250"/>
              <a:gd name="connsiteY21" fmla="*/ 260337 h 2392860"/>
              <a:gd name="connsiteX22" fmla="*/ 3982265 w 4338250"/>
              <a:gd name="connsiteY22" fmla="*/ 802267 h 2392860"/>
              <a:gd name="connsiteX23" fmla="*/ 3961724 w 4338250"/>
              <a:gd name="connsiteY23" fmla="*/ 951294 h 2392860"/>
              <a:gd name="connsiteX24" fmla="*/ 3930378 w 4338250"/>
              <a:gd name="connsiteY24" fmla="*/ 1300394 h 2392860"/>
              <a:gd name="connsiteX25" fmla="*/ 3881165 w 4338250"/>
              <a:gd name="connsiteY25" fmla="*/ 1629297 h 2392860"/>
              <a:gd name="connsiteX26" fmla="*/ 3735988 w 4338250"/>
              <a:gd name="connsiteY26" fmla="*/ 1942895 h 2392860"/>
              <a:gd name="connsiteX27" fmla="*/ 3590223 w 4338250"/>
              <a:gd name="connsiteY27" fmla="*/ 2125096 h 2392860"/>
              <a:gd name="connsiteX28" fmla="*/ 3309004 w 4338250"/>
              <a:gd name="connsiteY28"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813765 w 4338250"/>
              <a:gd name="connsiteY19" fmla="*/ 179173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50"/>
              <a:gd name="connsiteY0" fmla="*/ 2235228 h 2392860"/>
              <a:gd name="connsiteX1" fmla="*/ 5714 w 4338250"/>
              <a:gd name="connsiteY1" fmla="*/ 2199838 h 2392860"/>
              <a:gd name="connsiteX2" fmla="*/ 182412 w 4338250"/>
              <a:gd name="connsiteY2" fmla="*/ 1923802 h 2392860"/>
              <a:gd name="connsiteX3" fmla="*/ 490847 w 4338250"/>
              <a:gd name="connsiteY3" fmla="*/ 1735407 h 2392860"/>
              <a:gd name="connsiteX4" fmla="*/ 700749 w 4338250"/>
              <a:gd name="connsiteY4" fmla="*/ 1682785 h 2392860"/>
              <a:gd name="connsiteX5" fmla="*/ 932690 w 4338250"/>
              <a:gd name="connsiteY5" fmla="*/ 1582355 h 2392860"/>
              <a:gd name="connsiteX6" fmla="*/ 1005117 w 4338250"/>
              <a:gd name="connsiteY6" fmla="*/ 1456680 h 2392860"/>
              <a:gd name="connsiteX7" fmla="*/ 1029296 w 4338250"/>
              <a:gd name="connsiteY7" fmla="*/ 1329821 h 2392860"/>
              <a:gd name="connsiteX8" fmla="*/ 1014319 w 4338250"/>
              <a:gd name="connsiteY8" fmla="*/ 1171168 h 2392860"/>
              <a:gd name="connsiteX9" fmla="*/ 1055401 w 4338250"/>
              <a:gd name="connsiteY9" fmla="*/ 1077917 h 2392860"/>
              <a:gd name="connsiteX10" fmla="*/ 1213095 w 4338250"/>
              <a:gd name="connsiteY10" fmla="*/ 961551 h 2392860"/>
              <a:gd name="connsiteX11" fmla="*/ 1476596 w 4338250"/>
              <a:gd name="connsiteY11" fmla="*/ 806212 h 2392860"/>
              <a:gd name="connsiteX12" fmla="*/ 1796263 w 4338250"/>
              <a:gd name="connsiteY12" fmla="*/ 603063 h 2392860"/>
              <a:gd name="connsiteX13" fmla="*/ 1994933 w 4338250"/>
              <a:gd name="connsiteY13" fmla="*/ 391079 h 2392860"/>
              <a:gd name="connsiteX14" fmla="*/ 2219599 w 4338250"/>
              <a:gd name="connsiteY14" fmla="*/ 157636 h 2392860"/>
              <a:gd name="connsiteX15" fmla="*/ 2407570 w 4338250"/>
              <a:gd name="connsiteY15" fmla="*/ 55628 h 2392860"/>
              <a:gd name="connsiteX16" fmla="*/ 2759654 w 4338250"/>
              <a:gd name="connsiteY16" fmla="*/ 7030 h 2392860"/>
              <a:gd name="connsiteX17" fmla="*/ 3167904 w 4338250"/>
              <a:gd name="connsiteY17" fmla="*/ 7030 h 2392860"/>
              <a:gd name="connsiteX18" fmla="*/ 3516778 w 4338250"/>
              <a:gd name="connsiteY18" fmla="*/ 69987 h 2392860"/>
              <a:gd name="connsiteX19" fmla="*/ 3961316 w 4338250"/>
              <a:gd name="connsiteY19" fmla="*/ 84724 h 2392860"/>
              <a:gd name="connsiteX20" fmla="*/ 4338205 w 4338250"/>
              <a:gd name="connsiteY20" fmla="*/ 260337 h 2392860"/>
              <a:gd name="connsiteX21" fmla="*/ 3982265 w 4338250"/>
              <a:gd name="connsiteY21" fmla="*/ 802267 h 2392860"/>
              <a:gd name="connsiteX22" fmla="*/ 3961724 w 4338250"/>
              <a:gd name="connsiteY22" fmla="*/ 951294 h 2392860"/>
              <a:gd name="connsiteX23" fmla="*/ 3930378 w 4338250"/>
              <a:gd name="connsiteY23" fmla="*/ 1300394 h 2392860"/>
              <a:gd name="connsiteX24" fmla="*/ 3881165 w 4338250"/>
              <a:gd name="connsiteY24" fmla="*/ 1629297 h 2392860"/>
              <a:gd name="connsiteX25" fmla="*/ 3735988 w 4338250"/>
              <a:gd name="connsiteY25" fmla="*/ 1942895 h 2392860"/>
              <a:gd name="connsiteX26" fmla="*/ 3590223 w 4338250"/>
              <a:gd name="connsiteY26" fmla="*/ 2125096 h 2392860"/>
              <a:gd name="connsiteX27" fmla="*/ 3309004 w 4338250"/>
              <a:gd name="connsiteY27"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3961724 w 4338205"/>
              <a:gd name="connsiteY21" fmla="*/ 951294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881165 w 4338205"/>
              <a:gd name="connsiteY23" fmla="*/ 16292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8205"/>
              <a:gd name="connsiteY0" fmla="*/ 2235228 h 2392860"/>
              <a:gd name="connsiteX1" fmla="*/ 5714 w 4338205"/>
              <a:gd name="connsiteY1" fmla="*/ 2199838 h 2392860"/>
              <a:gd name="connsiteX2" fmla="*/ 182412 w 4338205"/>
              <a:gd name="connsiteY2" fmla="*/ 1923802 h 2392860"/>
              <a:gd name="connsiteX3" fmla="*/ 490847 w 4338205"/>
              <a:gd name="connsiteY3" fmla="*/ 1735407 h 2392860"/>
              <a:gd name="connsiteX4" fmla="*/ 700749 w 4338205"/>
              <a:gd name="connsiteY4" fmla="*/ 1682785 h 2392860"/>
              <a:gd name="connsiteX5" fmla="*/ 932690 w 4338205"/>
              <a:gd name="connsiteY5" fmla="*/ 1582355 h 2392860"/>
              <a:gd name="connsiteX6" fmla="*/ 1005117 w 4338205"/>
              <a:gd name="connsiteY6" fmla="*/ 1456680 h 2392860"/>
              <a:gd name="connsiteX7" fmla="*/ 1029296 w 4338205"/>
              <a:gd name="connsiteY7" fmla="*/ 1329821 h 2392860"/>
              <a:gd name="connsiteX8" fmla="*/ 1014319 w 4338205"/>
              <a:gd name="connsiteY8" fmla="*/ 1171168 h 2392860"/>
              <a:gd name="connsiteX9" fmla="*/ 1055401 w 4338205"/>
              <a:gd name="connsiteY9" fmla="*/ 1077917 h 2392860"/>
              <a:gd name="connsiteX10" fmla="*/ 1213095 w 4338205"/>
              <a:gd name="connsiteY10" fmla="*/ 961551 h 2392860"/>
              <a:gd name="connsiteX11" fmla="*/ 1476596 w 4338205"/>
              <a:gd name="connsiteY11" fmla="*/ 806212 h 2392860"/>
              <a:gd name="connsiteX12" fmla="*/ 1796263 w 4338205"/>
              <a:gd name="connsiteY12" fmla="*/ 603063 h 2392860"/>
              <a:gd name="connsiteX13" fmla="*/ 1994933 w 4338205"/>
              <a:gd name="connsiteY13" fmla="*/ 391079 h 2392860"/>
              <a:gd name="connsiteX14" fmla="*/ 2219599 w 4338205"/>
              <a:gd name="connsiteY14" fmla="*/ 157636 h 2392860"/>
              <a:gd name="connsiteX15" fmla="*/ 2407570 w 4338205"/>
              <a:gd name="connsiteY15" fmla="*/ 55628 h 2392860"/>
              <a:gd name="connsiteX16" fmla="*/ 2759654 w 4338205"/>
              <a:gd name="connsiteY16" fmla="*/ 7030 h 2392860"/>
              <a:gd name="connsiteX17" fmla="*/ 3167904 w 4338205"/>
              <a:gd name="connsiteY17" fmla="*/ 7030 h 2392860"/>
              <a:gd name="connsiteX18" fmla="*/ 3516778 w 4338205"/>
              <a:gd name="connsiteY18" fmla="*/ 69987 h 2392860"/>
              <a:gd name="connsiteX19" fmla="*/ 3961316 w 4338205"/>
              <a:gd name="connsiteY19" fmla="*/ 84724 h 2392860"/>
              <a:gd name="connsiteX20" fmla="*/ 4338205 w 4338205"/>
              <a:gd name="connsiteY20" fmla="*/ 260337 h 2392860"/>
              <a:gd name="connsiteX21" fmla="*/ 4129119 w 4338205"/>
              <a:gd name="connsiteY21" fmla="*/ 795302 h 2392860"/>
              <a:gd name="connsiteX22" fmla="*/ 3930378 w 4338205"/>
              <a:gd name="connsiteY22" fmla="*/ 1300394 h 2392860"/>
              <a:gd name="connsiteX23" fmla="*/ 3937211 w 4338205"/>
              <a:gd name="connsiteY23" fmla="*/ 1742497 h 2392860"/>
              <a:gd name="connsiteX24" fmla="*/ 3735988 w 4338205"/>
              <a:gd name="connsiteY24" fmla="*/ 1942895 h 2392860"/>
              <a:gd name="connsiteX25" fmla="*/ 3590223 w 4338205"/>
              <a:gd name="connsiteY25" fmla="*/ 2125096 h 2392860"/>
              <a:gd name="connsiteX26" fmla="*/ 3309004 w 4338205"/>
              <a:gd name="connsiteY26" fmla="*/ 2392860 h 2392860"/>
              <a:gd name="connsiteX0" fmla="*/ 0 w 4332491"/>
              <a:gd name="connsiteY0" fmla="*/ 2199838 h 2392860"/>
              <a:gd name="connsiteX1" fmla="*/ 176698 w 4332491"/>
              <a:gd name="connsiteY1" fmla="*/ 1923802 h 2392860"/>
              <a:gd name="connsiteX2" fmla="*/ 485133 w 4332491"/>
              <a:gd name="connsiteY2" fmla="*/ 1735407 h 2392860"/>
              <a:gd name="connsiteX3" fmla="*/ 695035 w 4332491"/>
              <a:gd name="connsiteY3" fmla="*/ 1682785 h 2392860"/>
              <a:gd name="connsiteX4" fmla="*/ 926976 w 4332491"/>
              <a:gd name="connsiteY4" fmla="*/ 1582355 h 2392860"/>
              <a:gd name="connsiteX5" fmla="*/ 999403 w 4332491"/>
              <a:gd name="connsiteY5" fmla="*/ 1456680 h 2392860"/>
              <a:gd name="connsiteX6" fmla="*/ 1023582 w 4332491"/>
              <a:gd name="connsiteY6" fmla="*/ 1329821 h 2392860"/>
              <a:gd name="connsiteX7" fmla="*/ 1008605 w 4332491"/>
              <a:gd name="connsiteY7" fmla="*/ 1171168 h 2392860"/>
              <a:gd name="connsiteX8" fmla="*/ 1049687 w 4332491"/>
              <a:gd name="connsiteY8" fmla="*/ 1077917 h 2392860"/>
              <a:gd name="connsiteX9" fmla="*/ 1207381 w 4332491"/>
              <a:gd name="connsiteY9" fmla="*/ 961551 h 2392860"/>
              <a:gd name="connsiteX10" fmla="*/ 1470882 w 4332491"/>
              <a:gd name="connsiteY10" fmla="*/ 806212 h 2392860"/>
              <a:gd name="connsiteX11" fmla="*/ 1790549 w 4332491"/>
              <a:gd name="connsiteY11" fmla="*/ 603063 h 2392860"/>
              <a:gd name="connsiteX12" fmla="*/ 1989219 w 4332491"/>
              <a:gd name="connsiteY12" fmla="*/ 391079 h 2392860"/>
              <a:gd name="connsiteX13" fmla="*/ 2213885 w 4332491"/>
              <a:gd name="connsiteY13" fmla="*/ 157636 h 2392860"/>
              <a:gd name="connsiteX14" fmla="*/ 2401856 w 4332491"/>
              <a:gd name="connsiteY14" fmla="*/ 55628 h 2392860"/>
              <a:gd name="connsiteX15" fmla="*/ 2753940 w 4332491"/>
              <a:gd name="connsiteY15" fmla="*/ 7030 h 2392860"/>
              <a:gd name="connsiteX16" fmla="*/ 3162190 w 4332491"/>
              <a:gd name="connsiteY16" fmla="*/ 7030 h 2392860"/>
              <a:gd name="connsiteX17" fmla="*/ 3511064 w 4332491"/>
              <a:gd name="connsiteY17" fmla="*/ 69987 h 2392860"/>
              <a:gd name="connsiteX18" fmla="*/ 3955602 w 4332491"/>
              <a:gd name="connsiteY18" fmla="*/ 84724 h 2392860"/>
              <a:gd name="connsiteX19" fmla="*/ 4332491 w 4332491"/>
              <a:gd name="connsiteY19" fmla="*/ 260337 h 2392860"/>
              <a:gd name="connsiteX20" fmla="*/ 4123405 w 4332491"/>
              <a:gd name="connsiteY20" fmla="*/ 795302 h 2392860"/>
              <a:gd name="connsiteX21" fmla="*/ 3924664 w 4332491"/>
              <a:gd name="connsiteY21" fmla="*/ 1300394 h 2392860"/>
              <a:gd name="connsiteX22" fmla="*/ 3931497 w 4332491"/>
              <a:gd name="connsiteY22" fmla="*/ 1742497 h 2392860"/>
              <a:gd name="connsiteX23" fmla="*/ 3730274 w 4332491"/>
              <a:gd name="connsiteY23" fmla="*/ 1942895 h 2392860"/>
              <a:gd name="connsiteX24" fmla="*/ 3584509 w 4332491"/>
              <a:gd name="connsiteY24" fmla="*/ 2125096 h 2392860"/>
              <a:gd name="connsiteX25" fmla="*/ 3303290 w 4332491"/>
              <a:gd name="connsiteY25" fmla="*/ 2392860 h 2392860"/>
              <a:gd name="connsiteX0" fmla="*/ 0 w 4202879"/>
              <a:gd name="connsiteY0" fmla="*/ 2055307 h 2392860"/>
              <a:gd name="connsiteX1" fmla="*/ 47086 w 4202879"/>
              <a:gd name="connsiteY1" fmla="*/ 1923802 h 2392860"/>
              <a:gd name="connsiteX2" fmla="*/ 355521 w 4202879"/>
              <a:gd name="connsiteY2" fmla="*/ 1735407 h 2392860"/>
              <a:gd name="connsiteX3" fmla="*/ 565423 w 4202879"/>
              <a:gd name="connsiteY3" fmla="*/ 1682785 h 2392860"/>
              <a:gd name="connsiteX4" fmla="*/ 797364 w 4202879"/>
              <a:gd name="connsiteY4" fmla="*/ 1582355 h 2392860"/>
              <a:gd name="connsiteX5" fmla="*/ 869791 w 4202879"/>
              <a:gd name="connsiteY5" fmla="*/ 1456680 h 2392860"/>
              <a:gd name="connsiteX6" fmla="*/ 893970 w 4202879"/>
              <a:gd name="connsiteY6" fmla="*/ 1329821 h 2392860"/>
              <a:gd name="connsiteX7" fmla="*/ 878993 w 4202879"/>
              <a:gd name="connsiteY7" fmla="*/ 1171168 h 2392860"/>
              <a:gd name="connsiteX8" fmla="*/ 920075 w 4202879"/>
              <a:gd name="connsiteY8" fmla="*/ 1077917 h 2392860"/>
              <a:gd name="connsiteX9" fmla="*/ 1077769 w 4202879"/>
              <a:gd name="connsiteY9" fmla="*/ 961551 h 2392860"/>
              <a:gd name="connsiteX10" fmla="*/ 1341270 w 4202879"/>
              <a:gd name="connsiteY10" fmla="*/ 806212 h 2392860"/>
              <a:gd name="connsiteX11" fmla="*/ 1660937 w 4202879"/>
              <a:gd name="connsiteY11" fmla="*/ 603063 h 2392860"/>
              <a:gd name="connsiteX12" fmla="*/ 1859607 w 4202879"/>
              <a:gd name="connsiteY12" fmla="*/ 391079 h 2392860"/>
              <a:gd name="connsiteX13" fmla="*/ 2084273 w 4202879"/>
              <a:gd name="connsiteY13" fmla="*/ 157636 h 2392860"/>
              <a:gd name="connsiteX14" fmla="*/ 2272244 w 4202879"/>
              <a:gd name="connsiteY14" fmla="*/ 55628 h 2392860"/>
              <a:gd name="connsiteX15" fmla="*/ 2624328 w 4202879"/>
              <a:gd name="connsiteY15" fmla="*/ 7030 h 2392860"/>
              <a:gd name="connsiteX16" fmla="*/ 3032578 w 4202879"/>
              <a:gd name="connsiteY16" fmla="*/ 7030 h 2392860"/>
              <a:gd name="connsiteX17" fmla="*/ 3381452 w 4202879"/>
              <a:gd name="connsiteY17" fmla="*/ 69987 h 2392860"/>
              <a:gd name="connsiteX18" fmla="*/ 3825990 w 4202879"/>
              <a:gd name="connsiteY18" fmla="*/ 84724 h 2392860"/>
              <a:gd name="connsiteX19" fmla="*/ 4202879 w 4202879"/>
              <a:gd name="connsiteY19" fmla="*/ 260337 h 2392860"/>
              <a:gd name="connsiteX20" fmla="*/ 3993793 w 4202879"/>
              <a:gd name="connsiteY20" fmla="*/ 795302 h 2392860"/>
              <a:gd name="connsiteX21" fmla="*/ 3795052 w 4202879"/>
              <a:gd name="connsiteY21" fmla="*/ 1300394 h 2392860"/>
              <a:gd name="connsiteX22" fmla="*/ 3801885 w 4202879"/>
              <a:gd name="connsiteY22" fmla="*/ 1742497 h 2392860"/>
              <a:gd name="connsiteX23" fmla="*/ 3600662 w 4202879"/>
              <a:gd name="connsiteY23" fmla="*/ 1942895 h 2392860"/>
              <a:gd name="connsiteX24" fmla="*/ 3454897 w 4202879"/>
              <a:gd name="connsiteY24" fmla="*/ 2125096 h 2392860"/>
              <a:gd name="connsiteX25" fmla="*/ 3173678 w 4202879"/>
              <a:gd name="connsiteY25" fmla="*/ 2392860 h 2392860"/>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454897 w 4202879"/>
              <a:gd name="connsiteY24" fmla="*/ 2125096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600662 w 4202879"/>
              <a:gd name="connsiteY23" fmla="*/ 1942895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801885 w 4202879"/>
              <a:gd name="connsiteY22" fmla="*/ 1742497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376136"/>
              <a:gd name="connsiteX1" fmla="*/ 47086 w 4202879"/>
              <a:gd name="connsiteY1" fmla="*/ 1923802 h 2376136"/>
              <a:gd name="connsiteX2" fmla="*/ 355521 w 4202879"/>
              <a:gd name="connsiteY2" fmla="*/ 1735407 h 2376136"/>
              <a:gd name="connsiteX3" fmla="*/ 565423 w 4202879"/>
              <a:gd name="connsiteY3" fmla="*/ 1682785 h 2376136"/>
              <a:gd name="connsiteX4" fmla="*/ 797364 w 4202879"/>
              <a:gd name="connsiteY4" fmla="*/ 1582355 h 2376136"/>
              <a:gd name="connsiteX5" fmla="*/ 869791 w 4202879"/>
              <a:gd name="connsiteY5" fmla="*/ 1456680 h 2376136"/>
              <a:gd name="connsiteX6" fmla="*/ 893970 w 4202879"/>
              <a:gd name="connsiteY6" fmla="*/ 1329821 h 2376136"/>
              <a:gd name="connsiteX7" fmla="*/ 878993 w 4202879"/>
              <a:gd name="connsiteY7" fmla="*/ 1171168 h 2376136"/>
              <a:gd name="connsiteX8" fmla="*/ 920075 w 4202879"/>
              <a:gd name="connsiteY8" fmla="*/ 1077917 h 2376136"/>
              <a:gd name="connsiteX9" fmla="*/ 1077769 w 4202879"/>
              <a:gd name="connsiteY9" fmla="*/ 961551 h 2376136"/>
              <a:gd name="connsiteX10" fmla="*/ 1341270 w 4202879"/>
              <a:gd name="connsiteY10" fmla="*/ 806212 h 2376136"/>
              <a:gd name="connsiteX11" fmla="*/ 1660937 w 4202879"/>
              <a:gd name="connsiteY11" fmla="*/ 603063 h 2376136"/>
              <a:gd name="connsiteX12" fmla="*/ 1859607 w 4202879"/>
              <a:gd name="connsiteY12" fmla="*/ 391079 h 2376136"/>
              <a:gd name="connsiteX13" fmla="*/ 2084273 w 4202879"/>
              <a:gd name="connsiteY13" fmla="*/ 157636 h 2376136"/>
              <a:gd name="connsiteX14" fmla="*/ 2272244 w 4202879"/>
              <a:gd name="connsiteY14" fmla="*/ 55628 h 2376136"/>
              <a:gd name="connsiteX15" fmla="*/ 2624328 w 4202879"/>
              <a:gd name="connsiteY15" fmla="*/ 7030 h 2376136"/>
              <a:gd name="connsiteX16" fmla="*/ 3032578 w 4202879"/>
              <a:gd name="connsiteY16" fmla="*/ 7030 h 2376136"/>
              <a:gd name="connsiteX17" fmla="*/ 3381452 w 4202879"/>
              <a:gd name="connsiteY17" fmla="*/ 69987 h 2376136"/>
              <a:gd name="connsiteX18" fmla="*/ 3825990 w 4202879"/>
              <a:gd name="connsiteY18" fmla="*/ 84724 h 2376136"/>
              <a:gd name="connsiteX19" fmla="*/ 4202879 w 4202879"/>
              <a:gd name="connsiteY19" fmla="*/ 260337 h 2376136"/>
              <a:gd name="connsiteX20" fmla="*/ 3993793 w 4202879"/>
              <a:gd name="connsiteY20" fmla="*/ 795302 h 2376136"/>
              <a:gd name="connsiteX21" fmla="*/ 3795052 w 4202879"/>
              <a:gd name="connsiteY21" fmla="*/ 1300394 h 2376136"/>
              <a:gd name="connsiteX22" fmla="*/ 3713591 w 4202879"/>
              <a:gd name="connsiteY22" fmla="*/ 1701868 h 2376136"/>
              <a:gd name="connsiteX23" fmla="*/ 3740594 w 4202879"/>
              <a:gd name="connsiteY23" fmla="*/ 1984338 h 2376136"/>
              <a:gd name="connsiteX24" fmla="*/ 3562819 w 4202879"/>
              <a:gd name="connsiteY24" fmla="*/ 2110139 h 2376136"/>
              <a:gd name="connsiteX25" fmla="*/ 3328653 w 4202879"/>
              <a:gd name="connsiteY25" fmla="*/ 2376136 h 2376136"/>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1859607 w 4202879"/>
              <a:gd name="connsiteY12" fmla="*/ 391079 h 2479854"/>
              <a:gd name="connsiteX13" fmla="*/ 2084273 w 4202879"/>
              <a:gd name="connsiteY13" fmla="*/ 157636 h 2479854"/>
              <a:gd name="connsiteX14" fmla="*/ 2272244 w 4202879"/>
              <a:gd name="connsiteY14" fmla="*/ 55628 h 2479854"/>
              <a:gd name="connsiteX15" fmla="*/ 2624328 w 4202879"/>
              <a:gd name="connsiteY15" fmla="*/ 7030 h 2479854"/>
              <a:gd name="connsiteX16" fmla="*/ 3032578 w 4202879"/>
              <a:gd name="connsiteY16" fmla="*/ 7030 h 2479854"/>
              <a:gd name="connsiteX17" fmla="*/ 3381452 w 4202879"/>
              <a:gd name="connsiteY17" fmla="*/ 69987 h 2479854"/>
              <a:gd name="connsiteX18" fmla="*/ 3825990 w 4202879"/>
              <a:gd name="connsiteY18" fmla="*/ 84724 h 2479854"/>
              <a:gd name="connsiteX19" fmla="*/ 4202879 w 4202879"/>
              <a:gd name="connsiteY19" fmla="*/ 260337 h 2479854"/>
              <a:gd name="connsiteX20" fmla="*/ 3993793 w 4202879"/>
              <a:gd name="connsiteY20" fmla="*/ 795302 h 2479854"/>
              <a:gd name="connsiteX21" fmla="*/ 3795052 w 4202879"/>
              <a:gd name="connsiteY21" fmla="*/ 1300394 h 2479854"/>
              <a:gd name="connsiteX22" fmla="*/ 3713591 w 4202879"/>
              <a:gd name="connsiteY22" fmla="*/ 1701868 h 2479854"/>
              <a:gd name="connsiteX23" fmla="*/ 3740594 w 4202879"/>
              <a:gd name="connsiteY23" fmla="*/ 1984338 h 2479854"/>
              <a:gd name="connsiteX24" fmla="*/ 3562819 w 4202879"/>
              <a:gd name="connsiteY24" fmla="*/ 2110139 h 2479854"/>
              <a:gd name="connsiteX25" fmla="*/ 3404428 w 4202879"/>
              <a:gd name="connsiteY25" fmla="*/ 2479854 h 2479854"/>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1859607 w 4202879"/>
              <a:gd name="connsiteY12" fmla="*/ 391079 h 2479854"/>
              <a:gd name="connsiteX13" fmla="*/ 2084273 w 4202879"/>
              <a:gd name="connsiteY13" fmla="*/ 157636 h 2479854"/>
              <a:gd name="connsiteX14" fmla="*/ 2272244 w 4202879"/>
              <a:gd name="connsiteY14" fmla="*/ 55628 h 2479854"/>
              <a:gd name="connsiteX15" fmla="*/ 2624328 w 4202879"/>
              <a:gd name="connsiteY15" fmla="*/ 7030 h 2479854"/>
              <a:gd name="connsiteX16" fmla="*/ 3032578 w 4202879"/>
              <a:gd name="connsiteY16" fmla="*/ 7030 h 2479854"/>
              <a:gd name="connsiteX17" fmla="*/ 3381452 w 4202879"/>
              <a:gd name="connsiteY17" fmla="*/ 69987 h 2479854"/>
              <a:gd name="connsiteX18" fmla="*/ 3825990 w 4202879"/>
              <a:gd name="connsiteY18" fmla="*/ 84724 h 2479854"/>
              <a:gd name="connsiteX19" fmla="*/ 4202879 w 4202879"/>
              <a:gd name="connsiteY19" fmla="*/ 260337 h 2479854"/>
              <a:gd name="connsiteX20" fmla="*/ 3993793 w 4202879"/>
              <a:gd name="connsiteY20" fmla="*/ 795302 h 2479854"/>
              <a:gd name="connsiteX21" fmla="*/ 3795052 w 4202879"/>
              <a:gd name="connsiteY21" fmla="*/ 1300394 h 2479854"/>
              <a:gd name="connsiteX22" fmla="*/ 3713591 w 4202879"/>
              <a:gd name="connsiteY22" fmla="*/ 1701868 h 2479854"/>
              <a:gd name="connsiteX23" fmla="*/ 3740594 w 4202879"/>
              <a:gd name="connsiteY23" fmla="*/ 1984338 h 2479854"/>
              <a:gd name="connsiteX24" fmla="*/ 3827932 w 4202879"/>
              <a:gd name="connsiteY24" fmla="*/ 2243686 h 2479854"/>
              <a:gd name="connsiteX25" fmla="*/ 3404428 w 4202879"/>
              <a:gd name="connsiteY25" fmla="*/ 2479854 h 2479854"/>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1859607 w 4202879"/>
              <a:gd name="connsiteY12" fmla="*/ 391079 h 2479854"/>
              <a:gd name="connsiteX13" fmla="*/ 2084273 w 4202879"/>
              <a:gd name="connsiteY13" fmla="*/ 157636 h 2479854"/>
              <a:gd name="connsiteX14" fmla="*/ 2272244 w 4202879"/>
              <a:gd name="connsiteY14" fmla="*/ 55628 h 2479854"/>
              <a:gd name="connsiteX15" fmla="*/ 2624328 w 4202879"/>
              <a:gd name="connsiteY15" fmla="*/ 7030 h 2479854"/>
              <a:gd name="connsiteX16" fmla="*/ 3032578 w 4202879"/>
              <a:gd name="connsiteY16" fmla="*/ 7030 h 2479854"/>
              <a:gd name="connsiteX17" fmla="*/ 3381452 w 4202879"/>
              <a:gd name="connsiteY17" fmla="*/ 69987 h 2479854"/>
              <a:gd name="connsiteX18" fmla="*/ 3825990 w 4202879"/>
              <a:gd name="connsiteY18" fmla="*/ 84724 h 2479854"/>
              <a:gd name="connsiteX19" fmla="*/ 4202879 w 4202879"/>
              <a:gd name="connsiteY19" fmla="*/ 260337 h 2479854"/>
              <a:gd name="connsiteX20" fmla="*/ 3993793 w 4202879"/>
              <a:gd name="connsiteY20" fmla="*/ 795302 h 2479854"/>
              <a:gd name="connsiteX21" fmla="*/ 3795052 w 4202879"/>
              <a:gd name="connsiteY21" fmla="*/ 1300394 h 2479854"/>
              <a:gd name="connsiteX22" fmla="*/ 3713591 w 4202879"/>
              <a:gd name="connsiteY22" fmla="*/ 1701868 h 2479854"/>
              <a:gd name="connsiteX23" fmla="*/ 3906105 w 4202879"/>
              <a:gd name="connsiteY23" fmla="*/ 1914717 h 2479854"/>
              <a:gd name="connsiteX24" fmla="*/ 3827932 w 4202879"/>
              <a:gd name="connsiteY24" fmla="*/ 2243686 h 2479854"/>
              <a:gd name="connsiteX25" fmla="*/ 3404428 w 4202879"/>
              <a:gd name="connsiteY25" fmla="*/ 2479854 h 2479854"/>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1859607 w 4202879"/>
              <a:gd name="connsiteY12" fmla="*/ 391079 h 2479854"/>
              <a:gd name="connsiteX13" fmla="*/ 2084273 w 4202879"/>
              <a:gd name="connsiteY13" fmla="*/ 157636 h 2479854"/>
              <a:gd name="connsiteX14" fmla="*/ 2272244 w 4202879"/>
              <a:gd name="connsiteY14" fmla="*/ 55628 h 2479854"/>
              <a:gd name="connsiteX15" fmla="*/ 2624328 w 4202879"/>
              <a:gd name="connsiteY15" fmla="*/ 7030 h 2479854"/>
              <a:gd name="connsiteX16" fmla="*/ 3032578 w 4202879"/>
              <a:gd name="connsiteY16" fmla="*/ 7030 h 2479854"/>
              <a:gd name="connsiteX17" fmla="*/ 3381452 w 4202879"/>
              <a:gd name="connsiteY17" fmla="*/ 69987 h 2479854"/>
              <a:gd name="connsiteX18" fmla="*/ 3825990 w 4202879"/>
              <a:gd name="connsiteY18" fmla="*/ 84724 h 2479854"/>
              <a:gd name="connsiteX19" fmla="*/ 4202879 w 4202879"/>
              <a:gd name="connsiteY19" fmla="*/ 260337 h 2479854"/>
              <a:gd name="connsiteX20" fmla="*/ 3993793 w 4202879"/>
              <a:gd name="connsiteY20" fmla="*/ 795302 h 2479854"/>
              <a:gd name="connsiteX21" fmla="*/ 3795052 w 4202879"/>
              <a:gd name="connsiteY21" fmla="*/ 1300394 h 2479854"/>
              <a:gd name="connsiteX22" fmla="*/ 3878655 w 4202879"/>
              <a:gd name="connsiteY22" fmla="*/ 1655989 h 2479854"/>
              <a:gd name="connsiteX23" fmla="*/ 3906105 w 4202879"/>
              <a:gd name="connsiteY23" fmla="*/ 1914717 h 2479854"/>
              <a:gd name="connsiteX24" fmla="*/ 3827932 w 4202879"/>
              <a:gd name="connsiteY24" fmla="*/ 2243686 h 2479854"/>
              <a:gd name="connsiteX25" fmla="*/ 3404428 w 4202879"/>
              <a:gd name="connsiteY25" fmla="*/ 2479854 h 2479854"/>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1859607 w 4202879"/>
              <a:gd name="connsiteY12" fmla="*/ 391079 h 2479854"/>
              <a:gd name="connsiteX13" fmla="*/ 2084273 w 4202879"/>
              <a:gd name="connsiteY13" fmla="*/ 157636 h 2479854"/>
              <a:gd name="connsiteX14" fmla="*/ 2272244 w 4202879"/>
              <a:gd name="connsiteY14" fmla="*/ 55628 h 2479854"/>
              <a:gd name="connsiteX15" fmla="*/ 2624328 w 4202879"/>
              <a:gd name="connsiteY15" fmla="*/ 7030 h 2479854"/>
              <a:gd name="connsiteX16" fmla="*/ 3032578 w 4202879"/>
              <a:gd name="connsiteY16" fmla="*/ 7030 h 2479854"/>
              <a:gd name="connsiteX17" fmla="*/ 3381452 w 4202879"/>
              <a:gd name="connsiteY17" fmla="*/ 69987 h 2479854"/>
              <a:gd name="connsiteX18" fmla="*/ 3825990 w 4202879"/>
              <a:gd name="connsiteY18" fmla="*/ 84724 h 2479854"/>
              <a:gd name="connsiteX19" fmla="*/ 4202879 w 4202879"/>
              <a:gd name="connsiteY19" fmla="*/ 260337 h 2479854"/>
              <a:gd name="connsiteX20" fmla="*/ 3993793 w 4202879"/>
              <a:gd name="connsiteY20" fmla="*/ 795302 h 2479854"/>
              <a:gd name="connsiteX21" fmla="*/ 3938943 w 4202879"/>
              <a:gd name="connsiteY21" fmla="*/ 1221865 h 2479854"/>
              <a:gd name="connsiteX22" fmla="*/ 3878655 w 4202879"/>
              <a:gd name="connsiteY22" fmla="*/ 1655989 h 2479854"/>
              <a:gd name="connsiteX23" fmla="*/ 3906105 w 4202879"/>
              <a:gd name="connsiteY23" fmla="*/ 1914717 h 2479854"/>
              <a:gd name="connsiteX24" fmla="*/ 3827932 w 4202879"/>
              <a:gd name="connsiteY24" fmla="*/ 2243686 h 2479854"/>
              <a:gd name="connsiteX25" fmla="*/ 3404428 w 4202879"/>
              <a:gd name="connsiteY25" fmla="*/ 2479854 h 2479854"/>
              <a:gd name="connsiteX0" fmla="*/ 0 w 4202879"/>
              <a:gd name="connsiteY0" fmla="*/ 2055307 h 2479854"/>
              <a:gd name="connsiteX1" fmla="*/ 47086 w 4202879"/>
              <a:gd name="connsiteY1" fmla="*/ 1923802 h 2479854"/>
              <a:gd name="connsiteX2" fmla="*/ 355521 w 4202879"/>
              <a:gd name="connsiteY2" fmla="*/ 1735407 h 2479854"/>
              <a:gd name="connsiteX3" fmla="*/ 565423 w 4202879"/>
              <a:gd name="connsiteY3" fmla="*/ 1682785 h 2479854"/>
              <a:gd name="connsiteX4" fmla="*/ 797364 w 4202879"/>
              <a:gd name="connsiteY4" fmla="*/ 1582355 h 2479854"/>
              <a:gd name="connsiteX5" fmla="*/ 869791 w 4202879"/>
              <a:gd name="connsiteY5" fmla="*/ 1456680 h 2479854"/>
              <a:gd name="connsiteX6" fmla="*/ 893970 w 4202879"/>
              <a:gd name="connsiteY6" fmla="*/ 1329821 h 2479854"/>
              <a:gd name="connsiteX7" fmla="*/ 878993 w 4202879"/>
              <a:gd name="connsiteY7" fmla="*/ 1171168 h 2479854"/>
              <a:gd name="connsiteX8" fmla="*/ 920075 w 4202879"/>
              <a:gd name="connsiteY8" fmla="*/ 1077917 h 2479854"/>
              <a:gd name="connsiteX9" fmla="*/ 1077769 w 4202879"/>
              <a:gd name="connsiteY9" fmla="*/ 961551 h 2479854"/>
              <a:gd name="connsiteX10" fmla="*/ 1341270 w 4202879"/>
              <a:gd name="connsiteY10" fmla="*/ 806212 h 2479854"/>
              <a:gd name="connsiteX11" fmla="*/ 1660937 w 4202879"/>
              <a:gd name="connsiteY11" fmla="*/ 603063 h 2479854"/>
              <a:gd name="connsiteX12" fmla="*/ 2084273 w 4202879"/>
              <a:gd name="connsiteY12" fmla="*/ 157636 h 2479854"/>
              <a:gd name="connsiteX13" fmla="*/ 2272244 w 4202879"/>
              <a:gd name="connsiteY13" fmla="*/ 55628 h 2479854"/>
              <a:gd name="connsiteX14" fmla="*/ 2624328 w 4202879"/>
              <a:gd name="connsiteY14" fmla="*/ 7030 h 2479854"/>
              <a:gd name="connsiteX15" fmla="*/ 3032578 w 4202879"/>
              <a:gd name="connsiteY15" fmla="*/ 7030 h 2479854"/>
              <a:gd name="connsiteX16" fmla="*/ 3381452 w 4202879"/>
              <a:gd name="connsiteY16" fmla="*/ 69987 h 2479854"/>
              <a:gd name="connsiteX17" fmla="*/ 3825990 w 4202879"/>
              <a:gd name="connsiteY17" fmla="*/ 84724 h 2479854"/>
              <a:gd name="connsiteX18" fmla="*/ 4202879 w 4202879"/>
              <a:gd name="connsiteY18" fmla="*/ 260337 h 2479854"/>
              <a:gd name="connsiteX19" fmla="*/ 3993793 w 4202879"/>
              <a:gd name="connsiteY19" fmla="*/ 795302 h 2479854"/>
              <a:gd name="connsiteX20" fmla="*/ 3938943 w 4202879"/>
              <a:gd name="connsiteY20" fmla="*/ 1221865 h 2479854"/>
              <a:gd name="connsiteX21" fmla="*/ 3878655 w 4202879"/>
              <a:gd name="connsiteY21" fmla="*/ 1655989 h 2479854"/>
              <a:gd name="connsiteX22" fmla="*/ 3906105 w 4202879"/>
              <a:gd name="connsiteY22" fmla="*/ 1914717 h 2479854"/>
              <a:gd name="connsiteX23" fmla="*/ 3827932 w 4202879"/>
              <a:gd name="connsiteY23" fmla="*/ 2243686 h 2479854"/>
              <a:gd name="connsiteX24" fmla="*/ 3404428 w 4202879"/>
              <a:gd name="connsiteY24" fmla="*/ 2479854 h 2479854"/>
              <a:gd name="connsiteX0" fmla="*/ 0 w 4502540"/>
              <a:gd name="connsiteY0" fmla="*/ 2204258 h 2479854"/>
              <a:gd name="connsiteX1" fmla="*/ 346747 w 4502540"/>
              <a:gd name="connsiteY1" fmla="*/ 1923802 h 2479854"/>
              <a:gd name="connsiteX2" fmla="*/ 655182 w 4502540"/>
              <a:gd name="connsiteY2" fmla="*/ 1735407 h 2479854"/>
              <a:gd name="connsiteX3" fmla="*/ 865084 w 4502540"/>
              <a:gd name="connsiteY3" fmla="*/ 1682785 h 2479854"/>
              <a:gd name="connsiteX4" fmla="*/ 1097025 w 4502540"/>
              <a:gd name="connsiteY4" fmla="*/ 1582355 h 2479854"/>
              <a:gd name="connsiteX5" fmla="*/ 1169452 w 4502540"/>
              <a:gd name="connsiteY5" fmla="*/ 1456680 h 2479854"/>
              <a:gd name="connsiteX6" fmla="*/ 1193631 w 4502540"/>
              <a:gd name="connsiteY6" fmla="*/ 1329821 h 2479854"/>
              <a:gd name="connsiteX7" fmla="*/ 1178654 w 4502540"/>
              <a:gd name="connsiteY7" fmla="*/ 1171168 h 2479854"/>
              <a:gd name="connsiteX8" fmla="*/ 1219736 w 4502540"/>
              <a:gd name="connsiteY8" fmla="*/ 1077917 h 2479854"/>
              <a:gd name="connsiteX9" fmla="*/ 1377430 w 4502540"/>
              <a:gd name="connsiteY9" fmla="*/ 961551 h 2479854"/>
              <a:gd name="connsiteX10" fmla="*/ 1640931 w 4502540"/>
              <a:gd name="connsiteY10" fmla="*/ 806212 h 2479854"/>
              <a:gd name="connsiteX11" fmla="*/ 1960598 w 4502540"/>
              <a:gd name="connsiteY11" fmla="*/ 603063 h 2479854"/>
              <a:gd name="connsiteX12" fmla="*/ 2383934 w 4502540"/>
              <a:gd name="connsiteY12" fmla="*/ 157636 h 2479854"/>
              <a:gd name="connsiteX13" fmla="*/ 2571905 w 4502540"/>
              <a:gd name="connsiteY13" fmla="*/ 55628 h 2479854"/>
              <a:gd name="connsiteX14" fmla="*/ 2923989 w 4502540"/>
              <a:gd name="connsiteY14" fmla="*/ 7030 h 2479854"/>
              <a:gd name="connsiteX15" fmla="*/ 3332239 w 4502540"/>
              <a:gd name="connsiteY15" fmla="*/ 7030 h 2479854"/>
              <a:gd name="connsiteX16" fmla="*/ 3681113 w 4502540"/>
              <a:gd name="connsiteY16" fmla="*/ 69987 h 2479854"/>
              <a:gd name="connsiteX17" fmla="*/ 4125651 w 4502540"/>
              <a:gd name="connsiteY17" fmla="*/ 84724 h 2479854"/>
              <a:gd name="connsiteX18" fmla="*/ 4502540 w 4502540"/>
              <a:gd name="connsiteY18" fmla="*/ 260337 h 2479854"/>
              <a:gd name="connsiteX19" fmla="*/ 4293454 w 4502540"/>
              <a:gd name="connsiteY19" fmla="*/ 795302 h 2479854"/>
              <a:gd name="connsiteX20" fmla="*/ 4238604 w 4502540"/>
              <a:gd name="connsiteY20" fmla="*/ 1221865 h 2479854"/>
              <a:gd name="connsiteX21" fmla="*/ 4178316 w 4502540"/>
              <a:gd name="connsiteY21" fmla="*/ 1655989 h 2479854"/>
              <a:gd name="connsiteX22" fmla="*/ 4205766 w 4502540"/>
              <a:gd name="connsiteY22" fmla="*/ 1914717 h 2479854"/>
              <a:gd name="connsiteX23" fmla="*/ 4127593 w 4502540"/>
              <a:gd name="connsiteY23" fmla="*/ 2243686 h 2479854"/>
              <a:gd name="connsiteX24" fmla="*/ 3704089 w 4502540"/>
              <a:gd name="connsiteY24" fmla="*/ 2479854 h 2479854"/>
              <a:gd name="connsiteX0" fmla="*/ 0 w 4502540"/>
              <a:gd name="connsiteY0" fmla="*/ 2204258 h 2494199"/>
              <a:gd name="connsiteX1" fmla="*/ 346747 w 4502540"/>
              <a:gd name="connsiteY1" fmla="*/ 1923802 h 2494199"/>
              <a:gd name="connsiteX2" fmla="*/ 655182 w 4502540"/>
              <a:gd name="connsiteY2" fmla="*/ 1735407 h 2494199"/>
              <a:gd name="connsiteX3" fmla="*/ 865084 w 4502540"/>
              <a:gd name="connsiteY3" fmla="*/ 1682785 h 2494199"/>
              <a:gd name="connsiteX4" fmla="*/ 1097025 w 4502540"/>
              <a:gd name="connsiteY4" fmla="*/ 1582355 h 2494199"/>
              <a:gd name="connsiteX5" fmla="*/ 1169452 w 4502540"/>
              <a:gd name="connsiteY5" fmla="*/ 1456680 h 2494199"/>
              <a:gd name="connsiteX6" fmla="*/ 1193631 w 4502540"/>
              <a:gd name="connsiteY6" fmla="*/ 1329821 h 2494199"/>
              <a:gd name="connsiteX7" fmla="*/ 1178654 w 4502540"/>
              <a:gd name="connsiteY7" fmla="*/ 1171168 h 2494199"/>
              <a:gd name="connsiteX8" fmla="*/ 1219736 w 4502540"/>
              <a:gd name="connsiteY8" fmla="*/ 1077917 h 2494199"/>
              <a:gd name="connsiteX9" fmla="*/ 1377430 w 4502540"/>
              <a:gd name="connsiteY9" fmla="*/ 961551 h 2494199"/>
              <a:gd name="connsiteX10" fmla="*/ 1640931 w 4502540"/>
              <a:gd name="connsiteY10" fmla="*/ 806212 h 2494199"/>
              <a:gd name="connsiteX11" fmla="*/ 1960598 w 4502540"/>
              <a:gd name="connsiteY11" fmla="*/ 603063 h 2494199"/>
              <a:gd name="connsiteX12" fmla="*/ 2383934 w 4502540"/>
              <a:gd name="connsiteY12" fmla="*/ 157636 h 2494199"/>
              <a:gd name="connsiteX13" fmla="*/ 2571905 w 4502540"/>
              <a:gd name="connsiteY13" fmla="*/ 55628 h 2494199"/>
              <a:gd name="connsiteX14" fmla="*/ 2923989 w 4502540"/>
              <a:gd name="connsiteY14" fmla="*/ 7030 h 2494199"/>
              <a:gd name="connsiteX15" fmla="*/ 3332239 w 4502540"/>
              <a:gd name="connsiteY15" fmla="*/ 7030 h 2494199"/>
              <a:gd name="connsiteX16" fmla="*/ 3681113 w 4502540"/>
              <a:gd name="connsiteY16" fmla="*/ 69987 h 2494199"/>
              <a:gd name="connsiteX17" fmla="*/ 4125651 w 4502540"/>
              <a:gd name="connsiteY17" fmla="*/ 84724 h 2494199"/>
              <a:gd name="connsiteX18" fmla="*/ 4502540 w 4502540"/>
              <a:gd name="connsiteY18" fmla="*/ 260337 h 2494199"/>
              <a:gd name="connsiteX19" fmla="*/ 4293454 w 4502540"/>
              <a:gd name="connsiteY19" fmla="*/ 795302 h 2494199"/>
              <a:gd name="connsiteX20" fmla="*/ 4238604 w 4502540"/>
              <a:gd name="connsiteY20" fmla="*/ 1221865 h 2494199"/>
              <a:gd name="connsiteX21" fmla="*/ 4178316 w 4502540"/>
              <a:gd name="connsiteY21" fmla="*/ 1655989 h 2494199"/>
              <a:gd name="connsiteX22" fmla="*/ 4205766 w 4502540"/>
              <a:gd name="connsiteY22" fmla="*/ 1914717 h 2494199"/>
              <a:gd name="connsiteX23" fmla="*/ 4127593 w 4502540"/>
              <a:gd name="connsiteY23" fmla="*/ 2243686 h 2494199"/>
              <a:gd name="connsiteX24" fmla="*/ 3610345 w 4502540"/>
              <a:gd name="connsiteY24" fmla="*/ 2494199 h 249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502540" h="2494199">
                <a:moveTo>
                  <a:pt x="0" y="2204258"/>
                </a:moveTo>
                <a:cubicBezTo>
                  <a:pt x="28419" y="2104369"/>
                  <a:pt x="237550" y="2001944"/>
                  <a:pt x="346747" y="1923802"/>
                </a:cubicBezTo>
                <a:cubicBezTo>
                  <a:pt x="455944" y="1845660"/>
                  <a:pt x="530974" y="1775563"/>
                  <a:pt x="655182" y="1735407"/>
                </a:cubicBezTo>
                <a:cubicBezTo>
                  <a:pt x="722902" y="1713554"/>
                  <a:pt x="794689" y="1699590"/>
                  <a:pt x="865084" y="1682785"/>
                </a:cubicBezTo>
                <a:cubicBezTo>
                  <a:pt x="952704" y="1661958"/>
                  <a:pt x="1040644" y="1635371"/>
                  <a:pt x="1097025" y="1582355"/>
                </a:cubicBezTo>
                <a:cubicBezTo>
                  <a:pt x="1135432" y="1546223"/>
                  <a:pt x="1154583" y="1501570"/>
                  <a:pt x="1169452" y="1456680"/>
                </a:cubicBezTo>
                <a:cubicBezTo>
                  <a:pt x="1183254" y="1415025"/>
                  <a:pt x="1194594" y="1372660"/>
                  <a:pt x="1193631" y="1329821"/>
                </a:cubicBezTo>
                <a:cubicBezTo>
                  <a:pt x="1192454" y="1276568"/>
                  <a:pt x="1172769" y="1224184"/>
                  <a:pt x="1178654" y="1171168"/>
                </a:cubicBezTo>
                <a:cubicBezTo>
                  <a:pt x="1182292" y="1138191"/>
                  <a:pt x="1196627" y="1106319"/>
                  <a:pt x="1219736" y="1077917"/>
                </a:cubicBezTo>
                <a:cubicBezTo>
                  <a:pt x="1258250" y="1030582"/>
                  <a:pt x="1318802" y="996185"/>
                  <a:pt x="1377430" y="961551"/>
                </a:cubicBezTo>
                <a:lnTo>
                  <a:pt x="1640931" y="806212"/>
                </a:lnTo>
                <a:cubicBezTo>
                  <a:pt x="1752408" y="742387"/>
                  <a:pt x="1836764" y="711159"/>
                  <a:pt x="1960598" y="603063"/>
                </a:cubicBezTo>
                <a:cubicBezTo>
                  <a:pt x="2084432" y="494967"/>
                  <a:pt x="2282050" y="248875"/>
                  <a:pt x="2383934" y="157636"/>
                </a:cubicBezTo>
                <a:cubicBezTo>
                  <a:pt x="2485819" y="66397"/>
                  <a:pt x="2500439" y="79690"/>
                  <a:pt x="2571905" y="55628"/>
                </a:cubicBezTo>
                <a:cubicBezTo>
                  <a:pt x="2681242" y="18785"/>
                  <a:pt x="2803631" y="12789"/>
                  <a:pt x="2923989" y="7030"/>
                </a:cubicBezTo>
                <a:cubicBezTo>
                  <a:pt x="3060179" y="482"/>
                  <a:pt x="3196797" y="-4804"/>
                  <a:pt x="3332239" y="7030"/>
                </a:cubicBezTo>
                <a:cubicBezTo>
                  <a:pt x="3451419" y="17444"/>
                  <a:pt x="3548878" y="57038"/>
                  <a:pt x="3681113" y="69987"/>
                </a:cubicBezTo>
                <a:cubicBezTo>
                  <a:pt x="3813348" y="82936"/>
                  <a:pt x="3988747" y="52999"/>
                  <a:pt x="4125651" y="84724"/>
                </a:cubicBezTo>
                <a:cubicBezTo>
                  <a:pt x="4262556" y="116449"/>
                  <a:pt x="4474457" y="156488"/>
                  <a:pt x="4502540" y="260337"/>
                </a:cubicBezTo>
                <a:cubicBezTo>
                  <a:pt x="4502608" y="404765"/>
                  <a:pt x="4402090" y="626143"/>
                  <a:pt x="4293454" y="795302"/>
                </a:cubicBezTo>
                <a:cubicBezTo>
                  <a:pt x="4214830" y="935419"/>
                  <a:pt x="4248446" y="1105419"/>
                  <a:pt x="4238604" y="1221865"/>
                </a:cubicBezTo>
                <a:cubicBezTo>
                  <a:pt x="4229190" y="1332156"/>
                  <a:pt x="4183789" y="1540514"/>
                  <a:pt x="4178316" y="1655989"/>
                </a:cubicBezTo>
                <a:cubicBezTo>
                  <a:pt x="4172843" y="1771464"/>
                  <a:pt x="4214220" y="1816768"/>
                  <a:pt x="4205766" y="1914717"/>
                </a:cubicBezTo>
                <a:cubicBezTo>
                  <a:pt x="4197312" y="2012666"/>
                  <a:pt x="4181754" y="2185483"/>
                  <a:pt x="4127593" y="2243686"/>
                </a:cubicBezTo>
                <a:cubicBezTo>
                  <a:pt x="4033853" y="2332941"/>
                  <a:pt x="3704085" y="2404944"/>
                  <a:pt x="3610345" y="2494199"/>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2" name="Freeform: Shape 21">
            <a:extLst>
              <a:ext uri="{FF2B5EF4-FFF2-40B4-BE49-F238E27FC236}">
                <a16:creationId xmlns:a16="http://schemas.microsoft.com/office/drawing/2014/main" id="{48D00AE9-0ECF-6A66-97FC-F1CD53661982}"/>
              </a:ext>
            </a:extLst>
          </p:cNvPr>
          <p:cNvSpPr/>
          <p:nvPr userDrawn="1"/>
        </p:nvSpPr>
        <p:spPr>
          <a:xfrm rot="5789114" flipH="1">
            <a:off x="-243390" y="3350807"/>
            <a:ext cx="2357335" cy="2034840"/>
          </a:xfrm>
          <a:custGeom>
            <a:avLst/>
            <a:gdLst>
              <a:gd name="connsiteX0" fmla="*/ 3100481 w 3556014"/>
              <a:gd name="connsiteY0" fmla="*/ 2109886 h 2109886"/>
              <a:gd name="connsiteX1" fmla="*/ 0 w 3556014"/>
              <a:gd name="connsiteY1" fmla="*/ 2109886 h 2109886"/>
              <a:gd name="connsiteX2" fmla="*/ 526 w 3556014"/>
              <a:gd name="connsiteY2" fmla="*/ 2108009 h 2109886"/>
              <a:gd name="connsiteX3" fmla="*/ 108044 w 3556014"/>
              <a:gd name="connsiteY3" fmla="*/ 1979098 h 2109886"/>
              <a:gd name="connsiteX4" fmla="*/ 247766 w 3556014"/>
              <a:gd name="connsiteY4" fmla="*/ 1911724 h 2109886"/>
              <a:gd name="connsiteX5" fmla="*/ 511159 w 3556014"/>
              <a:gd name="connsiteY5" fmla="*/ 1901784 h 2109886"/>
              <a:gd name="connsiteX6" fmla="*/ 723415 w 3556014"/>
              <a:gd name="connsiteY6" fmla="*/ 1935471 h 2109886"/>
              <a:gd name="connsiteX7" fmla="*/ 879291 w 3556014"/>
              <a:gd name="connsiteY7" fmla="*/ 1935471 h 2109886"/>
              <a:gd name="connsiteX8" fmla="*/ 1035167 w 3556014"/>
              <a:gd name="connsiteY8" fmla="*/ 1842299 h 2109886"/>
              <a:gd name="connsiteX9" fmla="*/ 1121182 w 3556014"/>
              <a:gd name="connsiteY9" fmla="*/ 1622189 h 2109886"/>
              <a:gd name="connsiteX10" fmla="*/ 1169539 w 3556014"/>
              <a:gd name="connsiteY10" fmla="*/ 1330760 h 2109886"/>
              <a:gd name="connsiteX11" fmla="*/ 1228700 w 3556014"/>
              <a:gd name="connsiteY11" fmla="*/ 1134476 h 2109886"/>
              <a:gd name="connsiteX12" fmla="*/ 1373770 w 3556014"/>
              <a:gd name="connsiteY12" fmla="*/ 894564 h 2109886"/>
              <a:gd name="connsiteX13" fmla="*/ 1626359 w 3556014"/>
              <a:gd name="connsiteY13" fmla="*/ 658596 h 2109886"/>
              <a:gd name="connsiteX14" fmla="*/ 1964963 w 3556014"/>
              <a:gd name="connsiteY14" fmla="*/ 375056 h 2109886"/>
              <a:gd name="connsiteX15" fmla="*/ 2315656 w 3556014"/>
              <a:gd name="connsiteY15" fmla="*/ 116289 h 2109886"/>
              <a:gd name="connsiteX16" fmla="*/ 2558830 w 3556014"/>
              <a:gd name="connsiteY16" fmla="*/ 26115 h 2109886"/>
              <a:gd name="connsiteX17" fmla="*/ 2822225 w 3556014"/>
              <a:gd name="connsiteY17" fmla="*/ 317 h 2109886"/>
              <a:gd name="connsiteX18" fmla="*/ 3117822 w 3556014"/>
              <a:gd name="connsiteY18" fmla="*/ 43945 h 2109886"/>
              <a:gd name="connsiteX19" fmla="*/ 3362386 w 3556014"/>
              <a:gd name="connsiteY19" fmla="*/ 147057 h 2109886"/>
              <a:gd name="connsiteX20" fmla="*/ 3494084 w 3556014"/>
              <a:gd name="connsiteY20" fmla="*/ 303659 h 2109886"/>
              <a:gd name="connsiteX21" fmla="*/ 3542440 w 3556014"/>
              <a:gd name="connsiteY21" fmla="*/ 505860 h 2109886"/>
              <a:gd name="connsiteX22" fmla="*/ 3535165 w 3556014"/>
              <a:gd name="connsiteY22" fmla="*/ 822851 h 2109886"/>
              <a:gd name="connsiteX23" fmla="*/ 3554957 w 3556014"/>
              <a:gd name="connsiteY23" fmla="*/ 1240033 h 2109886"/>
              <a:gd name="connsiteX24" fmla="*/ 3515694 w 3556014"/>
              <a:gd name="connsiteY24" fmla="*/ 1483338 h 2109886"/>
              <a:gd name="connsiteX25" fmla="*/ 3431819 w 3556014"/>
              <a:gd name="connsiteY25" fmla="*/ 1715677 h 2109886"/>
              <a:gd name="connsiteX26" fmla="*/ 3174951 w 3556014"/>
              <a:gd name="connsiteY26" fmla="*/ 2046000 h 2109886"/>
              <a:gd name="connsiteX0" fmla="*/ 526 w 3556014"/>
              <a:gd name="connsiteY0" fmla="*/ 2108009 h 2199449"/>
              <a:gd name="connsiteX1" fmla="*/ 108044 w 3556014"/>
              <a:gd name="connsiteY1" fmla="*/ 1979098 h 2199449"/>
              <a:gd name="connsiteX2" fmla="*/ 247766 w 3556014"/>
              <a:gd name="connsiteY2" fmla="*/ 1911724 h 2199449"/>
              <a:gd name="connsiteX3" fmla="*/ 511159 w 3556014"/>
              <a:gd name="connsiteY3" fmla="*/ 1901784 h 2199449"/>
              <a:gd name="connsiteX4" fmla="*/ 723415 w 3556014"/>
              <a:gd name="connsiteY4" fmla="*/ 1935471 h 2199449"/>
              <a:gd name="connsiteX5" fmla="*/ 879291 w 3556014"/>
              <a:gd name="connsiteY5" fmla="*/ 1935471 h 2199449"/>
              <a:gd name="connsiteX6" fmla="*/ 1035167 w 3556014"/>
              <a:gd name="connsiteY6" fmla="*/ 1842299 h 2199449"/>
              <a:gd name="connsiteX7" fmla="*/ 1121182 w 3556014"/>
              <a:gd name="connsiteY7" fmla="*/ 1622189 h 2199449"/>
              <a:gd name="connsiteX8" fmla="*/ 1169539 w 3556014"/>
              <a:gd name="connsiteY8" fmla="*/ 1330760 h 2199449"/>
              <a:gd name="connsiteX9" fmla="*/ 1228700 w 3556014"/>
              <a:gd name="connsiteY9" fmla="*/ 1134476 h 2199449"/>
              <a:gd name="connsiteX10" fmla="*/ 1373770 w 3556014"/>
              <a:gd name="connsiteY10" fmla="*/ 894564 h 2199449"/>
              <a:gd name="connsiteX11" fmla="*/ 1626359 w 3556014"/>
              <a:gd name="connsiteY11" fmla="*/ 658596 h 2199449"/>
              <a:gd name="connsiteX12" fmla="*/ 1964963 w 3556014"/>
              <a:gd name="connsiteY12" fmla="*/ 375056 h 2199449"/>
              <a:gd name="connsiteX13" fmla="*/ 2315656 w 3556014"/>
              <a:gd name="connsiteY13" fmla="*/ 116289 h 2199449"/>
              <a:gd name="connsiteX14" fmla="*/ 2558830 w 3556014"/>
              <a:gd name="connsiteY14" fmla="*/ 26115 h 2199449"/>
              <a:gd name="connsiteX15" fmla="*/ 2822225 w 3556014"/>
              <a:gd name="connsiteY15" fmla="*/ 317 h 2199449"/>
              <a:gd name="connsiteX16" fmla="*/ 3117822 w 3556014"/>
              <a:gd name="connsiteY16" fmla="*/ 43945 h 2199449"/>
              <a:gd name="connsiteX17" fmla="*/ 3362386 w 3556014"/>
              <a:gd name="connsiteY17" fmla="*/ 147057 h 2199449"/>
              <a:gd name="connsiteX18" fmla="*/ 3494084 w 3556014"/>
              <a:gd name="connsiteY18" fmla="*/ 303659 h 2199449"/>
              <a:gd name="connsiteX19" fmla="*/ 3542440 w 3556014"/>
              <a:gd name="connsiteY19" fmla="*/ 505860 h 2199449"/>
              <a:gd name="connsiteX20" fmla="*/ 3535165 w 3556014"/>
              <a:gd name="connsiteY20" fmla="*/ 822851 h 2199449"/>
              <a:gd name="connsiteX21" fmla="*/ 3554957 w 3556014"/>
              <a:gd name="connsiteY21" fmla="*/ 1240033 h 2199449"/>
              <a:gd name="connsiteX22" fmla="*/ 3515694 w 3556014"/>
              <a:gd name="connsiteY22" fmla="*/ 1483338 h 2199449"/>
              <a:gd name="connsiteX23" fmla="*/ 3431819 w 3556014"/>
              <a:gd name="connsiteY23" fmla="*/ 1715677 h 2199449"/>
              <a:gd name="connsiteX24" fmla="*/ 3174951 w 3556014"/>
              <a:gd name="connsiteY24" fmla="*/ 2046000 h 2199449"/>
              <a:gd name="connsiteX25" fmla="*/ 3100481 w 3556014"/>
              <a:gd name="connsiteY25" fmla="*/ 2109886 h 2199449"/>
              <a:gd name="connsiteX26" fmla="*/ 0 w 3556014"/>
              <a:gd name="connsiteY26" fmla="*/ 2109886 h 2199449"/>
              <a:gd name="connsiteX27" fmla="*/ 91966 w 3556014"/>
              <a:gd name="connsiteY27" fmla="*/ 2199449 h 2199449"/>
              <a:gd name="connsiteX0" fmla="*/ 526 w 3556014"/>
              <a:gd name="connsiteY0" fmla="*/ 2108009 h 2109886"/>
              <a:gd name="connsiteX1" fmla="*/ 108044 w 3556014"/>
              <a:gd name="connsiteY1" fmla="*/ 1979098 h 2109886"/>
              <a:gd name="connsiteX2" fmla="*/ 247766 w 3556014"/>
              <a:gd name="connsiteY2" fmla="*/ 1911724 h 2109886"/>
              <a:gd name="connsiteX3" fmla="*/ 511159 w 3556014"/>
              <a:gd name="connsiteY3" fmla="*/ 1901784 h 2109886"/>
              <a:gd name="connsiteX4" fmla="*/ 723415 w 3556014"/>
              <a:gd name="connsiteY4" fmla="*/ 1935471 h 2109886"/>
              <a:gd name="connsiteX5" fmla="*/ 879291 w 3556014"/>
              <a:gd name="connsiteY5" fmla="*/ 1935471 h 2109886"/>
              <a:gd name="connsiteX6" fmla="*/ 1035167 w 3556014"/>
              <a:gd name="connsiteY6" fmla="*/ 1842299 h 2109886"/>
              <a:gd name="connsiteX7" fmla="*/ 1121182 w 3556014"/>
              <a:gd name="connsiteY7" fmla="*/ 1622189 h 2109886"/>
              <a:gd name="connsiteX8" fmla="*/ 1169539 w 3556014"/>
              <a:gd name="connsiteY8" fmla="*/ 1330760 h 2109886"/>
              <a:gd name="connsiteX9" fmla="*/ 1228700 w 3556014"/>
              <a:gd name="connsiteY9" fmla="*/ 1134476 h 2109886"/>
              <a:gd name="connsiteX10" fmla="*/ 1373770 w 3556014"/>
              <a:gd name="connsiteY10" fmla="*/ 894564 h 2109886"/>
              <a:gd name="connsiteX11" fmla="*/ 1626359 w 3556014"/>
              <a:gd name="connsiteY11" fmla="*/ 658596 h 2109886"/>
              <a:gd name="connsiteX12" fmla="*/ 1964963 w 3556014"/>
              <a:gd name="connsiteY12" fmla="*/ 375056 h 2109886"/>
              <a:gd name="connsiteX13" fmla="*/ 2315656 w 3556014"/>
              <a:gd name="connsiteY13" fmla="*/ 116289 h 2109886"/>
              <a:gd name="connsiteX14" fmla="*/ 2558830 w 3556014"/>
              <a:gd name="connsiteY14" fmla="*/ 26115 h 2109886"/>
              <a:gd name="connsiteX15" fmla="*/ 2822225 w 3556014"/>
              <a:gd name="connsiteY15" fmla="*/ 317 h 2109886"/>
              <a:gd name="connsiteX16" fmla="*/ 3117822 w 3556014"/>
              <a:gd name="connsiteY16" fmla="*/ 43945 h 2109886"/>
              <a:gd name="connsiteX17" fmla="*/ 3362386 w 3556014"/>
              <a:gd name="connsiteY17" fmla="*/ 147057 h 2109886"/>
              <a:gd name="connsiteX18" fmla="*/ 3494084 w 3556014"/>
              <a:gd name="connsiteY18" fmla="*/ 303659 h 2109886"/>
              <a:gd name="connsiteX19" fmla="*/ 3542440 w 3556014"/>
              <a:gd name="connsiteY19" fmla="*/ 505860 h 2109886"/>
              <a:gd name="connsiteX20" fmla="*/ 3535165 w 3556014"/>
              <a:gd name="connsiteY20" fmla="*/ 822851 h 2109886"/>
              <a:gd name="connsiteX21" fmla="*/ 3554957 w 3556014"/>
              <a:gd name="connsiteY21" fmla="*/ 1240033 h 2109886"/>
              <a:gd name="connsiteX22" fmla="*/ 3515694 w 3556014"/>
              <a:gd name="connsiteY22" fmla="*/ 1483338 h 2109886"/>
              <a:gd name="connsiteX23" fmla="*/ 3431819 w 3556014"/>
              <a:gd name="connsiteY23" fmla="*/ 1715677 h 2109886"/>
              <a:gd name="connsiteX24" fmla="*/ 3174951 w 3556014"/>
              <a:gd name="connsiteY24" fmla="*/ 2046000 h 2109886"/>
              <a:gd name="connsiteX25" fmla="*/ 3100481 w 3556014"/>
              <a:gd name="connsiteY25" fmla="*/ 2109886 h 2109886"/>
              <a:gd name="connsiteX26" fmla="*/ 0 w 3556014"/>
              <a:gd name="connsiteY26" fmla="*/ 2109886 h 2109886"/>
              <a:gd name="connsiteX0" fmla="*/ 526 w 3556014"/>
              <a:gd name="connsiteY0" fmla="*/ 2108009 h 2358364"/>
              <a:gd name="connsiteX1" fmla="*/ 108044 w 3556014"/>
              <a:gd name="connsiteY1" fmla="*/ 1979098 h 2358364"/>
              <a:gd name="connsiteX2" fmla="*/ 247766 w 3556014"/>
              <a:gd name="connsiteY2" fmla="*/ 1911724 h 2358364"/>
              <a:gd name="connsiteX3" fmla="*/ 511159 w 3556014"/>
              <a:gd name="connsiteY3" fmla="*/ 1901784 h 2358364"/>
              <a:gd name="connsiteX4" fmla="*/ 723415 w 3556014"/>
              <a:gd name="connsiteY4" fmla="*/ 1935471 h 2358364"/>
              <a:gd name="connsiteX5" fmla="*/ 879291 w 3556014"/>
              <a:gd name="connsiteY5" fmla="*/ 1935471 h 2358364"/>
              <a:gd name="connsiteX6" fmla="*/ 1035167 w 3556014"/>
              <a:gd name="connsiteY6" fmla="*/ 1842299 h 2358364"/>
              <a:gd name="connsiteX7" fmla="*/ 1121182 w 3556014"/>
              <a:gd name="connsiteY7" fmla="*/ 1622189 h 2358364"/>
              <a:gd name="connsiteX8" fmla="*/ 1169539 w 3556014"/>
              <a:gd name="connsiteY8" fmla="*/ 1330760 h 2358364"/>
              <a:gd name="connsiteX9" fmla="*/ 1228700 w 3556014"/>
              <a:gd name="connsiteY9" fmla="*/ 1134476 h 2358364"/>
              <a:gd name="connsiteX10" fmla="*/ 1373770 w 3556014"/>
              <a:gd name="connsiteY10" fmla="*/ 894564 h 2358364"/>
              <a:gd name="connsiteX11" fmla="*/ 1626359 w 3556014"/>
              <a:gd name="connsiteY11" fmla="*/ 658596 h 2358364"/>
              <a:gd name="connsiteX12" fmla="*/ 1964963 w 3556014"/>
              <a:gd name="connsiteY12" fmla="*/ 375056 h 2358364"/>
              <a:gd name="connsiteX13" fmla="*/ 2315656 w 3556014"/>
              <a:gd name="connsiteY13" fmla="*/ 116289 h 2358364"/>
              <a:gd name="connsiteX14" fmla="*/ 2558830 w 3556014"/>
              <a:gd name="connsiteY14" fmla="*/ 26115 h 2358364"/>
              <a:gd name="connsiteX15" fmla="*/ 2822225 w 3556014"/>
              <a:gd name="connsiteY15" fmla="*/ 317 h 2358364"/>
              <a:gd name="connsiteX16" fmla="*/ 3117822 w 3556014"/>
              <a:gd name="connsiteY16" fmla="*/ 43945 h 2358364"/>
              <a:gd name="connsiteX17" fmla="*/ 3362386 w 3556014"/>
              <a:gd name="connsiteY17" fmla="*/ 147057 h 2358364"/>
              <a:gd name="connsiteX18" fmla="*/ 3494084 w 3556014"/>
              <a:gd name="connsiteY18" fmla="*/ 303659 h 2358364"/>
              <a:gd name="connsiteX19" fmla="*/ 3542440 w 3556014"/>
              <a:gd name="connsiteY19" fmla="*/ 505860 h 2358364"/>
              <a:gd name="connsiteX20" fmla="*/ 3535165 w 3556014"/>
              <a:gd name="connsiteY20" fmla="*/ 822851 h 2358364"/>
              <a:gd name="connsiteX21" fmla="*/ 3554957 w 3556014"/>
              <a:gd name="connsiteY21" fmla="*/ 1240033 h 2358364"/>
              <a:gd name="connsiteX22" fmla="*/ 3515694 w 3556014"/>
              <a:gd name="connsiteY22" fmla="*/ 1483338 h 2358364"/>
              <a:gd name="connsiteX23" fmla="*/ 3431819 w 3556014"/>
              <a:gd name="connsiteY23" fmla="*/ 1715677 h 2358364"/>
              <a:gd name="connsiteX24" fmla="*/ 3174951 w 3556014"/>
              <a:gd name="connsiteY24" fmla="*/ 2046000 h 2358364"/>
              <a:gd name="connsiteX25" fmla="*/ 2941455 w 3556014"/>
              <a:gd name="connsiteY25" fmla="*/ 2358364 h 2358364"/>
              <a:gd name="connsiteX26" fmla="*/ 0 w 3556014"/>
              <a:gd name="connsiteY26" fmla="*/ 2109886 h 2358364"/>
              <a:gd name="connsiteX0" fmla="*/ 89978 w 3645466"/>
              <a:gd name="connsiteY0" fmla="*/ 2108009 h 2358364"/>
              <a:gd name="connsiteX1" fmla="*/ 197496 w 3645466"/>
              <a:gd name="connsiteY1" fmla="*/ 1979098 h 2358364"/>
              <a:gd name="connsiteX2" fmla="*/ 337218 w 3645466"/>
              <a:gd name="connsiteY2" fmla="*/ 1911724 h 2358364"/>
              <a:gd name="connsiteX3" fmla="*/ 600611 w 3645466"/>
              <a:gd name="connsiteY3" fmla="*/ 1901784 h 2358364"/>
              <a:gd name="connsiteX4" fmla="*/ 812867 w 3645466"/>
              <a:gd name="connsiteY4" fmla="*/ 1935471 h 2358364"/>
              <a:gd name="connsiteX5" fmla="*/ 968743 w 3645466"/>
              <a:gd name="connsiteY5" fmla="*/ 1935471 h 2358364"/>
              <a:gd name="connsiteX6" fmla="*/ 1124619 w 3645466"/>
              <a:gd name="connsiteY6" fmla="*/ 1842299 h 2358364"/>
              <a:gd name="connsiteX7" fmla="*/ 1210634 w 3645466"/>
              <a:gd name="connsiteY7" fmla="*/ 1622189 h 2358364"/>
              <a:gd name="connsiteX8" fmla="*/ 1258991 w 3645466"/>
              <a:gd name="connsiteY8" fmla="*/ 1330760 h 2358364"/>
              <a:gd name="connsiteX9" fmla="*/ 1318152 w 3645466"/>
              <a:gd name="connsiteY9" fmla="*/ 1134476 h 2358364"/>
              <a:gd name="connsiteX10" fmla="*/ 1463222 w 3645466"/>
              <a:gd name="connsiteY10" fmla="*/ 894564 h 2358364"/>
              <a:gd name="connsiteX11" fmla="*/ 1715811 w 3645466"/>
              <a:gd name="connsiteY11" fmla="*/ 658596 h 2358364"/>
              <a:gd name="connsiteX12" fmla="*/ 2054415 w 3645466"/>
              <a:gd name="connsiteY12" fmla="*/ 375056 h 2358364"/>
              <a:gd name="connsiteX13" fmla="*/ 2405108 w 3645466"/>
              <a:gd name="connsiteY13" fmla="*/ 116289 h 2358364"/>
              <a:gd name="connsiteX14" fmla="*/ 2648282 w 3645466"/>
              <a:gd name="connsiteY14" fmla="*/ 26115 h 2358364"/>
              <a:gd name="connsiteX15" fmla="*/ 2911677 w 3645466"/>
              <a:gd name="connsiteY15" fmla="*/ 317 h 2358364"/>
              <a:gd name="connsiteX16" fmla="*/ 3207274 w 3645466"/>
              <a:gd name="connsiteY16" fmla="*/ 43945 h 2358364"/>
              <a:gd name="connsiteX17" fmla="*/ 3451838 w 3645466"/>
              <a:gd name="connsiteY17" fmla="*/ 147057 h 2358364"/>
              <a:gd name="connsiteX18" fmla="*/ 3583536 w 3645466"/>
              <a:gd name="connsiteY18" fmla="*/ 303659 h 2358364"/>
              <a:gd name="connsiteX19" fmla="*/ 3631892 w 3645466"/>
              <a:gd name="connsiteY19" fmla="*/ 505860 h 2358364"/>
              <a:gd name="connsiteX20" fmla="*/ 3624617 w 3645466"/>
              <a:gd name="connsiteY20" fmla="*/ 822851 h 2358364"/>
              <a:gd name="connsiteX21" fmla="*/ 3644409 w 3645466"/>
              <a:gd name="connsiteY21" fmla="*/ 1240033 h 2358364"/>
              <a:gd name="connsiteX22" fmla="*/ 3605146 w 3645466"/>
              <a:gd name="connsiteY22" fmla="*/ 1483338 h 2358364"/>
              <a:gd name="connsiteX23" fmla="*/ 3521271 w 3645466"/>
              <a:gd name="connsiteY23" fmla="*/ 1715677 h 2358364"/>
              <a:gd name="connsiteX24" fmla="*/ 3264403 w 3645466"/>
              <a:gd name="connsiteY24" fmla="*/ 2046000 h 2358364"/>
              <a:gd name="connsiteX25" fmla="*/ 3030907 w 3645466"/>
              <a:gd name="connsiteY25" fmla="*/ 2358364 h 2358364"/>
              <a:gd name="connsiteX26" fmla="*/ 0 w 3645466"/>
              <a:gd name="connsiteY26" fmla="*/ 2323577 h 2358364"/>
              <a:gd name="connsiteX0" fmla="*/ 0 w 3555488"/>
              <a:gd name="connsiteY0" fmla="*/ 2108009 h 2358364"/>
              <a:gd name="connsiteX1" fmla="*/ 107518 w 3555488"/>
              <a:gd name="connsiteY1" fmla="*/ 1979098 h 2358364"/>
              <a:gd name="connsiteX2" fmla="*/ 247240 w 3555488"/>
              <a:gd name="connsiteY2" fmla="*/ 1911724 h 2358364"/>
              <a:gd name="connsiteX3" fmla="*/ 510633 w 3555488"/>
              <a:gd name="connsiteY3" fmla="*/ 1901784 h 2358364"/>
              <a:gd name="connsiteX4" fmla="*/ 722889 w 3555488"/>
              <a:gd name="connsiteY4" fmla="*/ 1935471 h 2358364"/>
              <a:gd name="connsiteX5" fmla="*/ 878765 w 3555488"/>
              <a:gd name="connsiteY5" fmla="*/ 1935471 h 2358364"/>
              <a:gd name="connsiteX6" fmla="*/ 1034641 w 3555488"/>
              <a:gd name="connsiteY6" fmla="*/ 1842299 h 2358364"/>
              <a:gd name="connsiteX7" fmla="*/ 1120656 w 3555488"/>
              <a:gd name="connsiteY7" fmla="*/ 1622189 h 2358364"/>
              <a:gd name="connsiteX8" fmla="*/ 1169013 w 3555488"/>
              <a:gd name="connsiteY8" fmla="*/ 1330760 h 2358364"/>
              <a:gd name="connsiteX9" fmla="*/ 1228174 w 3555488"/>
              <a:gd name="connsiteY9" fmla="*/ 1134476 h 2358364"/>
              <a:gd name="connsiteX10" fmla="*/ 1373244 w 3555488"/>
              <a:gd name="connsiteY10" fmla="*/ 894564 h 2358364"/>
              <a:gd name="connsiteX11" fmla="*/ 1625833 w 3555488"/>
              <a:gd name="connsiteY11" fmla="*/ 658596 h 2358364"/>
              <a:gd name="connsiteX12" fmla="*/ 1964437 w 3555488"/>
              <a:gd name="connsiteY12" fmla="*/ 375056 h 2358364"/>
              <a:gd name="connsiteX13" fmla="*/ 2315130 w 3555488"/>
              <a:gd name="connsiteY13" fmla="*/ 116289 h 2358364"/>
              <a:gd name="connsiteX14" fmla="*/ 2558304 w 3555488"/>
              <a:gd name="connsiteY14" fmla="*/ 26115 h 2358364"/>
              <a:gd name="connsiteX15" fmla="*/ 2821699 w 3555488"/>
              <a:gd name="connsiteY15" fmla="*/ 317 h 2358364"/>
              <a:gd name="connsiteX16" fmla="*/ 3117296 w 3555488"/>
              <a:gd name="connsiteY16" fmla="*/ 43945 h 2358364"/>
              <a:gd name="connsiteX17" fmla="*/ 3361860 w 3555488"/>
              <a:gd name="connsiteY17" fmla="*/ 147057 h 2358364"/>
              <a:gd name="connsiteX18" fmla="*/ 3493558 w 3555488"/>
              <a:gd name="connsiteY18" fmla="*/ 303659 h 2358364"/>
              <a:gd name="connsiteX19" fmla="*/ 3541914 w 3555488"/>
              <a:gd name="connsiteY19" fmla="*/ 505860 h 2358364"/>
              <a:gd name="connsiteX20" fmla="*/ 3534639 w 3555488"/>
              <a:gd name="connsiteY20" fmla="*/ 822851 h 2358364"/>
              <a:gd name="connsiteX21" fmla="*/ 3554431 w 3555488"/>
              <a:gd name="connsiteY21" fmla="*/ 1240033 h 2358364"/>
              <a:gd name="connsiteX22" fmla="*/ 3515168 w 3555488"/>
              <a:gd name="connsiteY22" fmla="*/ 1483338 h 2358364"/>
              <a:gd name="connsiteX23" fmla="*/ 3431293 w 3555488"/>
              <a:gd name="connsiteY23" fmla="*/ 1715677 h 2358364"/>
              <a:gd name="connsiteX24" fmla="*/ 3174425 w 3555488"/>
              <a:gd name="connsiteY24" fmla="*/ 2046000 h 2358364"/>
              <a:gd name="connsiteX25" fmla="*/ 2940929 w 3555488"/>
              <a:gd name="connsiteY25" fmla="*/ 2358364 h 2358364"/>
              <a:gd name="connsiteX0" fmla="*/ 0 w 3555488"/>
              <a:gd name="connsiteY0" fmla="*/ 2108009 h 2108009"/>
              <a:gd name="connsiteX1" fmla="*/ 107518 w 3555488"/>
              <a:gd name="connsiteY1" fmla="*/ 1979098 h 2108009"/>
              <a:gd name="connsiteX2" fmla="*/ 247240 w 3555488"/>
              <a:gd name="connsiteY2" fmla="*/ 1911724 h 2108009"/>
              <a:gd name="connsiteX3" fmla="*/ 510633 w 3555488"/>
              <a:gd name="connsiteY3" fmla="*/ 1901784 h 2108009"/>
              <a:gd name="connsiteX4" fmla="*/ 722889 w 3555488"/>
              <a:gd name="connsiteY4" fmla="*/ 1935471 h 2108009"/>
              <a:gd name="connsiteX5" fmla="*/ 878765 w 3555488"/>
              <a:gd name="connsiteY5" fmla="*/ 1935471 h 2108009"/>
              <a:gd name="connsiteX6" fmla="*/ 1034641 w 3555488"/>
              <a:gd name="connsiteY6" fmla="*/ 1842299 h 2108009"/>
              <a:gd name="connsiteX7" fmla="*/ 1120656 w 3555488"/>
              <a:gd name="connsiteY7" fmla="*/ 1622189 h 2108009"/>
              <a:gd name="connsiteX8" fmla="*/ 1169013 w 3555488"/>
              <a:gd name="connsiteY8" fmla="*/ 1330760 h 2108009"/>
              <a:gd name="connsiteX9" fmla="*/ 1228174 w 3555488"/>
              <a:gd name="connsiteY9" fmla="*/ 1134476 h 2108009"/>
              <a:gd name="connsiteX10" fmla="*/ 1373244 w 3555488"/>
              <a:gd name="connsiteY10" fmla="*/ 894564 h 2108009"/>
              <a:gd name="connsiteX11" fmla="*/ 1625833 w 3555488"/>
              <a:gd name="connsiteY11" fmla="*/ 658596 h 2108009"/>
              <a:gd name="connsiteX12" fmla="*/ 1964437 w 3555488"/>
              <a:gd name="connsiteY12" fmla="*/ 375056 h 2108009"/>
              <a:gd name="connsiteX13" fmla="*/ 2315130 w 3555488"/>
              <a:gd name="connsiteY13" fmla="*/ 116289 h 2108009"/>
              <a:gd name="connsiteX14" fmla="*/ 2558304 w 3555488"/>
              <a:gd name="connsiteY14" fmla="*/ 26115 h 2108009"/>
              <a:gd name="connsiteX15" fmla="*/ 2821699 w 3555488"/>
              <a:gd name="connsiteY15" fmla="*/ 317 h 2108009"/>
              <a:gd name="connsiteX16" fmla="*/ 3117296 w 3555488"/>
              <a:gd name="connsiteY16" fmla="*/ 43945 h 2108009"/>
              <a:gd name="connsiteX17" fmla="*/ 3361860 w 3555488"/>
              <a:gd name="connsiteY17" fmla="*/ 147057 h 2108009"/>
              <a:gd name="connsiteX18" fmla="*/ 3493558 w 3555488"/>
              <a:gd name="connsiteY18" fmla="*/ 303659 h 2108009"/>
              <a:gd name="connsiteX19" fmla="*/ 3541914 w 3555488"/>
              <a:gd name="connsiteY19" fmla="*/ 505860 h 2108009"/>
              <a:gd name="connsiteX20" fmla="*/ 3534639 w 3555488"/>
              <a:gd name="connsiteY20" fmla="*/ 822851 h 2108009"/>
              <a:gd name="connsiteX21" fmla="*/ 3554431 w 3555488"/>
              <a:gd name="connsiteY21" fmla="*/ 1240033 h 2108009"/>
              <a:gd name="connsiteX22" fmla="*/ 3515168 w 3555488"/>
              <a:gd name="connsiteY22" fmla="*/ 1483338 h 2108009"/>
              <a:gd name="connsiteX23" fmla="*/ 3431293 w 3555488"/>
              <a:gd name="connsiteY23" fmla="*/ 1715677 h 2108009"/>
              <a:gd name="connsiteX24" fmla="*/ 3174425 w 3555488"/>
              <a:gd name="connsiteY24" fmla="*/ 2046000 h 2108009"/>
              <a:gd name="connsiteX0" fmla="*/ 0 w 3447970"/>
              <a:gd name="connsiteY0" fmla="*/ 1979098 h 2046000"/>
              <a:gd name="connsiteX1" fmla="*/ 139722 w 3447970"/>
              <a:gd name="connsiteY1" fmla="*/ 1911724 h 2046000"/>
              <a:gd name="connsiteX2" fmla="*/ 403115 w 3447970"/>
              <a:gd name="connsiteY2" fmla="*/ 1901784 h 2046000"/>
              <a:gd name="connsiteX3" fmla="*/ 615371 w 3447970"/>
              <a:gd name="connsiteY3" fmla="*/ 1935471 h 2046000"/>
              <a:gd name="connsiteX4" fmla="*/ 771247 w 3447970"/>
              <a:gd name="connsiteY4" fmla="*/ 1935471 h 2046000"/>
              <a:gd name="connsiteX5" fmla="*/ 927123 w 3447970"/>
              <a:gd name="connsiteY5" fmla="*/ 1842299 h 2046000"/>
              <a:gd name="connsiteX6" fmla="*/ 1013138 w 3447970"/>
              <a:gd name="connsiteY6" fmla="*/ 1622189 h 2046000"/>
              <a:gd name="connsiteX7" fmla="*/ 1061495 w 3447970"/>
              <a:gd name="connsiteY7" fmla="*/ 1330760 h 2046000"/>
              <a:gd name="connsiteX8" fmla="*/ 1120656 w 3447970"/>
              <a:gd name="connsiteY8" fmla="*/ 1134476 h 2046000"/>
              <a:gd name="connsiteX9" fmla="*/ 1265726 w 3447970"/>
              <a:gd name="connsiteY9" fmla="*/ 894564 h 2046000"/>
              <a:gd name="connsiteX10" fmla="*/ 1518315 w 3447970"/>
              <a:gd name="connsiteY10" fmla="*/ 658596 h 2046000"/>
              <a:gd name="connsiteX11" fmla="*/ 1856919 w 3447970"/>
              <a:gd name="connsiteY11" fmla="*/ 375056 h 2046000"/>
              <a:gd name="connsiteX12" fmla="*/ 2207612 w 3447970"/>
              <a:gd name="connsiteY12" fmla="*/ 116289 h 2046000"/>
              <a:gd name="connsiteX13" fmla="*/ 2450786 w 3447970"/>
              <a:gd name="connsiteY13" fmla="*/ 26115 h 2046000"/>
              <a:gd name="connsiteX14" fmla="*/ 2714181 w 3447970"/>
              <a:gd name="connsiteY14" fmla="*/ 317 h 2046000"/>
              <a:gd name="connsiteX15" fmla="*/ 3009778 w 3447970"/>
              <a:gd name="connsiteY15" fmla="*/ 43945 h 2046000"/>
              <a:gd name="connsiteX16" fmla="*/ 3254342 w 3447970"/>
              <a:gd name="connsiteY16" fmla="*/ 147057 h 2046000"/>
              <a:gd name="connsiteX17" fmla="*/ 3386040 w 3447970"/>
              <a:gd name="connsiteY17" fmla="*/ 303659 h 2046000"/>
              <a:gd name="connsiteX18" fmla="*/ 3434396 w 3447970"/>
              <a:gd name="connsiteY18" fmla="*/ 505860 h 2046000"/>
              <a:gd name="connsiteX19" fmla="*/ 3427121 w 3447970"/>
              <a:gd name="connsiteY19" fmla="*/ 822851 h 2046000"/>
              <a:gd name="connsiteX20" fmla="*/ 3446913 w 3447970"/>
              <a:gd name="connsiteY20" fmla="*/ 1240033 h 2046000"/>
              <a:gd name="connsiteX21" fmla="*/ 3407650 w 3447970"/>
              <a:gd name="connsiteY21" fmla="*/ 1483338 h 2046000"/>
              <a:gd name="connsiteX22" fmla="*/ 3323775 w 3447970"/>
              <a:gd name="connsiteY22" fmla="*/ 1715677 h 2046000"/>
              <a:gd name="connsiteX23" fmla="*/ 3066907 w 3447970"/>
              <a:gd name="connsiteY23" fmla="*/ 2046000 h 2046000"/>
              <a:gd name="connsiteX0" fmla="*/ 0 w 3462212"/>
              <a:gd name="connsiteY0" fmla="*/ 1938168 h 2046000"/>
              <a:gd name="connsiteX1" fmla="*/ 153964 w 3462212"/>
              <a:gd name="connsiteY1" fmla="*/ 191172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17357 w 3462212"/>
              <a:gd name="connsiteY2" fmla="*/ 1901784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046000"/>
              <a:gd name="connsiteX1" fmla="*/ 183705 w 3462212"/>
              <a:gd name="connsiteY1" fmla="*/ 1829274 h 2046000"/>
              <a:gd name="connsiteX2" fmla="*/ 444380 w 3462212"/>
              <a:gd name="connsiteY2" fmla="*/ 1840980 h 2046000"/>
              <a:gd name="connsiteX3" fmla="*/ 629613 w 3462212"/>
              <a:gd name="connsiteY3" fmla="*/ 1935471 h 2046000"/>
              <a:gd name="connsiteX4" fmla="*/ 785489 w 3462212"/>
              <a:gd name="connsiteY4" fmla="*/ 1935471 h 2046000"/>
              <a:gd name="connsiteX5" fmla="*/ 941365 w 3462212"/>
              <a:gd name="connsiteY5" fmla="*/ 1842299 h 2046000"/>
              <a:gd name="connsiteX6" fmla="*/ 1027380 w 3462212"/>
              <a:gd name="connsiteY6" fmla="*/ 1622189 h 2046000"/>
              <a:gd name="connsiteX7" fmla="*/ 1075737 w 3462212"/>
              <a:gd name="connsiteY7" fmla="*/ 1330760 h 2046000"/>
              <a:gd name="connsiteX8" fmla="*/ 1134898 w 3462212"/>
              <a:gd name="connsiteY8" fmla="*/ 1134476 h 2046000"/>
              <a:gd name="connsiteX9" fmla="*/ 1279968 w 3462212"/>
              <a:gd name="connsiteY9" fmla="*/ 894564 h 2046000"/>
              <a:gd name="connsiteX10" fmla="*/ 1532557 w 3462212"/>
              <a:gd name="connsiteY10" fmla="*/ 658596 h 2046000"/>
              <a:gd name="connsiteX11" fmla="*/ 1871161 w 3462212"/>
              <a:gd name="connsiteY11" fmla="*/ 375056 h 2046000"/>
              <a:gd name="connsiteX12" fmla="*/ 2221854 w 3462212"/>
              <a:gd name="connsiteY12" fmla="*/ 116289 h 2046000"/>
              <a:gd name="connsiteX13" fmla="*/ 2465028 w 3462212"/>
              <a:gd name="connsiteY13" fmla="*/ 26115 h 2046000"/>
              <a:gd name="connsiteX14" fmla="*/ 2728423 w 3462212"/>
              <a:gd name="connsiteY14" fmla="*/ 317 h 2046000"/>
              <a:gd name="connsiteX15" fmla="*/ 3024020 w 3462212"/>
              <a:gd name="connsiteY15" fmla="*/ 43945 h 2046000"/>
              <a:gd name="connsiteX16" fmla="*/ 3268584 w 3462212"/>
              <a:gd name="connsiteY16" fmla="*/ 147057 h 2046000"/>
              <a:gd name="connsiteX17" fmla="*/ 3400282 w 3462212"/>
              <a:gd name="connsiteY17" fmla="*/ 303659 h 2046000"/>
              <a:gd name="connsiteX18" fmla="*/ 3448638 w 3462212"/>
              <a:gd name="connsiteY18" fmla="*/ 505860 h 2046000"/>
              <a:gd name="connsiteX19" fmla="*/ 3441363 w 3462212"/>
              <a:gd name="connsiteY19" fmla="*/ 822851 h 2046000"/>
              <a:gd name="connsiteX20" fmla="*/ 3461155 w 3462212"/>
              <a:gd name="connsiteY20" fmla="*/ 1240033 h 2046000"/>
              <a:gd name="connsiteX21" fmla="*/ 3421892 w 3462212"/>
              <a:gd name="connsiteY21" fmla="*/ 1483338 h 2046000"/>
              <a:gd name="connsiteX22" fmla="*/ 3338017 w 3462212"/>
              <a:gd name="connsiteY22" fmla="*/ 1715677 h 2046000"/>
              <a:gd name="connsiteX23" fmla="*/ 3081149 w 3462212"/>
              <a:gd name="connsiteY23" fmla="*/ 2046000 h 2046000"/>
              <a:gd name="connsiteX0" fmla="*/ 0 w 3462212"/>
              <a:gd name="connsiteY0" fmla="*/ 1938168 h 2250401"/>
              <a:gd name="connsiteX1" fmla="*/ 183705 w 3462212"/>
              <a:gd name="connsiteY1" fmla="*/ 1829274 h 2250401"/>
              <a:gd name="connsiteX2" fmla="*/ 444380 w 3462212"/>
              <a:gd name="connsiteY2" fmla="*/ 1840980 h 2250401"/>
              <a:gd name="connsiteX3" fmla="*/ 629613 w 3462212"/>
              <a:gd name="connsiteY3" fmla="*/ 1935471 h 2250401"/>
              <a:gd name="connsiteX4" fmla="*/ 785489 w 3462212"/>
              <a:gd name="connsiteY4" fmla="*/ 1935471 h 2250401"/>
              <a:gd name="connsiteX5" fmla="*/ 941365 w 3462212"/>
              <a:gd name="connsiteY5" fmla="*/ 1842299 h 2250401"/>
              <a:gd name="connsiteX6" fmla="*/ 1027380 w 3462212"/>
              <a:gd name="connsiteY6" fmla="*/ 1622189 h 2250401"/>
              <a:gd name="connsiteX7" fmla="*/ 1075737 w 3462212"/>
              <a:gd name="connsiteY7" fmla="*/ 1330760 h 2250401"/>
              <a:gd name="connsiteX8" fmla="*/ 1134898 w 3462212"/>
              <a:gd name="connsiteY8" fmla="*/ 1134476 h 2250401"/>
              <a:gd name="connsiteX9" fmla="*/ 1279968 w 3462212"/>
              <a:gd name="connsiteY9" fmla="*/ 894564 h 2250401"/>
              <a:gd name="connsiteX10" fmla="*/ 1532557 w 3462212"/>
              <a:gd name="connsiteY10" fmla="*/ 658596 h 2250401"/>
              <a:gd name="connsiteX11" fmla="*/ 1871161 w 3462212"/>
              <a:gd name="connsiteY11" fmla="*/ 375056 h 2250401"/>
              <a:gd name="connsiteX12" fmla="*/ 2221854 w 3462212"/>
              <a:gd name="connsiteY12" fmla="*/ 116289 h 2250401"/>
              <a:gd name="connsiteX13" fmla="*/ 2465028 w 3462212"/>
              <a:gd name="connsiteY13" fmla="*/ 26115 h 2250401"/>
              <a:gd name="connsiteX14" fmla="*/ 2728423 w 3462212"/>
              <a:gd name="connsiteY14" fmla="*/ 317 h 2250401"/>
              <a:gd name="connsiteX15" fmla="*/ 3024020 w 3462212"/>
              <a:gd name="connsiteY15" fmla="*/ 43945 h 2250401"/>
              <a:gd name="connsiteX16" fmla="*/ 3268584 w 3462212"/>
              <a:gd name="connsiteY16" fmla="*/ 147057 h 2250401"/>
              <a:gd name="connsiteX17" fmla="*/ 3400282 w 3462212"/>
              <a:gd name="connsiteY17" fmla="*/ 303659 h 2250401"/>
              <a:gd name="connsiteX18" fmla="*/ 3448638 w 3462212"/>
              <a:gd name="connsiteY18" fmla="*/ 505860 h 2250401"/>
              <a:gd name="connsiteX19" fmla="*/ 3441363 w 3462212"/>
              <a:gd name="connsiteY19" fmla="*/ 822851 h 2250401"/>
              <a:gd name="connsiteX20" fmla="*/ 3461155 w 3462212"/>
              <a:gd name="connsiteY20" fmla="*/ 1240033 h 2250401"/>
              <a:gd name="connsiteX21" fmla="*/ 3421892 w 3462212"/>
              <a:gd name="connsiteY21" fmla="*/ 1483338 h 2250401"/>
              <a:gd name="connsiteX22" fmla="*/ 3338017 w 3462212"/>
              <a:gd name="connsiteY22" fmla="*/ 1715677 h 2250401"/>
              <a:gd name="connsiteX23" fmla="*/ 2936747 w 3462212"/>
              <a:gd name="connsiteY23" fmla="*/ 2250401 h 2250401"/>
              <a:gd name="connsiteX0" fmla="*/ 0 w 3454910"/>
              <a:gd name="connsiteY0" fmla="*/ 2017235 h 2250401"/>
              <a:gd name="connsiteX1" fmla="*/ 176403 w 3454910"/>
              <a:gd name="connsiteY1" fmla="*/ 1829274 h 2250401"/>
              <a:gd name="connsiteX2" fmla="*/ 437078 w 3454910"/>
              <a:gd name="connsiteY2" fmla="*/ 1840980 h 2250401"/>
              <a:gd name="connsiteX3" fmla="*/ 622311 w 3454910"/>
              <a:gd name="connsiteY3" fmla="*/ 1935471 h 2250401"/>
              <a:gd name="connsiteX4" fmla="*/ 778187 w 3454910"/>
              <a:gd name="connsiteY4" fmla="*/ 1935471 h 2250401"/>
              <a:gd name="connsiteX5" fmla="*/ 934063 w 3454910"/>
              <a:gd name="connsiteY5" fmla="*/ 1842299 h 2250401"/>
              <a:gd name="connsiteX6" fmla="*/ 1020078 w 3454910"/>
              <a:gd name="connsiteY6" fmla="*/ 1622189 h 2250401"/>
              <a:gd name="connsiteX7" fmla="*/ 1068435 w 3454910"/>
              <a:gd name="connsiteY7" fmla="*/ 1330760 h 2250401"/>
              <a:gd name="connsiteX8" fmla="*/ 1127596 w 3454910"/>
              <a:gd name="connsiteY8" fmla="*/ 1134476 h 2250401"/>
              <a:gd name="connsiteX9" fmla="*/ 1272666 w 3454910"/>
              <a:gd name="connsiteY9" fmla="*/ 894564 h 2250401"/>
              <a:gd name="connsiteX10" fmla="*/ 1525255 w 3454910"/>
              <a:gd name="connsiteY10" fmla="*/ 658596 h 2250401"/>
              <a:gd name="connsiteX11" fmla="*/ 1863859 w 3454910"/>
              <a:gd name="connsiteY11" fmla="*/ 375056 h 2250401"/>
              <a:gd name="connsiteX12" fmla="*/ 2214552 w 3454910"/>
              <a:gd name="connsiteY12" fmla="*/ 116289 h 2250401"/>
              <a:gd name="connsiteX13" fmla="*/ 2457726 w 3454910"/>
              <a:gd name="connsiteY13" fmla="*/ 26115 h 2250401"/>
              <a:gd name="connsiteX14" fmla="*/ 2721121 w 3454910"/>
              <a:gd name="connsiteY14" fmla="*/ 317 h 2250401"/>
              <a:gd name="connsiteX15" fmla="*/ 3016718 w 3454910"/>
              <a:gd name="connsiteY15" fmla="*/ 43945 h 2250401"/>
              <a:gd name="connsiteX16" fmla="*/ 3261282 w 3454910"/>
              <a:gd name="connsiteY16" fmla="*/ 147057 h 2250401"/>
              <a:gd name="connsiteX17" fmla="*/ 3392980 w 3454910"/>
              <a:gd name="connsiteY17" fmla="*/ 303659 h 2250401"/>
              <a:gd name="connsiteX18" fmla="*/ 3441336 w 3454910"/>
              <a:gd name="connsiteY18" fmla="*/ 505860 h 2250401"/>
              <a:gd name="connsiteX19" fmla="*/ 3434061 w 3454910"/>
              <a:gd name="connsiteY19" fmla="*/ 822851 h 2250401"/>
              <a:gd name="connsiteX20" fmla="*/ 3453853 w 3454910"/>
              <a:gd name="connsiteY20" fmla="*/ 1240033 h 2250401"/>
              <a:gd name="connsiteX21" fmla="*/ 3414590 w 3454910"/>
              <a:gd name="connsiteY21" fmla="*/ 1483338 h 2250401"/>
              <a:gd name="connsiteX22" fmla="*/ 3330715 w 3454910"/>
              <a:gd name="connsiteY22" fmla="*/ 1715677 h 2250401"/>
              <a:gd name="connsiteX23" fmla="*/ 2929445 w 3454910"/>
              <a:gd name="connsiteY23" fmla="*/ 2250401 h 2250401"/>
              <a:gd name="connsiteX0" fmla="*/ 0 w 3454910"/>
              <a:gd name="connsiteY0" fmla="*/ 2017053 h 2250219"/>
              <a:gd name="connsiteX1" fmla="*/ 176403 w 3454910"/>
              <a:gd name="connsiteY1" fmla="*/ 1829092 h 2250219"/>
              <a:gd name="connsiteX2" fmla="*/ 437078 w 3454910"/>
              <a:gd name="connsiteY2" fmla="*/ 1840798 h 2250219"/>
              <a:gd name="connsiteX3" fmla="*/ 622311 w 3454910"/>
              <a:gd name="connsiteY3" fmla="*/ 1935289 h 2250219"/>
              <a:gd name="connsiteX4" fmla="*/ 778187 w 3454910"/>
              <a:gd name="connsiteY4" fmla="*/ 1935289 h 2250219"/>
              <a:gd name="connsiteX5" fmla="*/ 934063 w 3454910"/>
              <a:gd name="connsiteY5" fmla="*/ 1842117 h 2250219"/>
              <a:gd name="connsiteX6" fmla="*/ 1020078 w 3454910"/>
              <a:gd name="connsiteY6" fmla="*/ 1622007 h 2250219"/>
              <a:gd name="connsiteX7" fmla="*/ 1068435 w 3454910"/>
              <a:gd name="connsiteY7" fmla="*/ 1330578 h 2250219"/>
              <a:gd name="connsiteX8" fmla="*/ 1127596 w 3454910"/>
              <a:gd name="connsiteY8" fmla="*/ 1134294 h 2250219"/>
              <a:gd name="connsiteX9" fmla="*/ 1272666 w 3454910"/>
              <a:gd name="connsiteY9" fmla="*/ 894382 h 2250219"/>
              <a:gd name="connsiteX10" fmla="*/ 1525255 w 3454910"/>
              <a:gd name="connsiteY10" fmla="*/ 658414 h 2250219"/>
              <a:gd name="connsiteX11" fmla="*/ 1863859 w 3454910"/>
              <a:gd name="connsiteY11" fmla="*/ 374874 h 2250219"/>
              <a:gd name="connsiteX12" fmla="*/ 2143426 w 3454910"/>
              <a:gd name="connsiteY12" fmla="*/ 24660 h 2250219"/>
              <a:gd name="connsiteX13" fmla="*/ 2457726 w 3454910"/>
              <a:gd name="connsiteY13" fmla="*/ 25933 h 2250219"/>
              <a:gd name="connsiteX14" fmla="*/ 2721121 w 3454910"/>
              <a:gd name="connsiteY14" fmla="*/ 135 h 2250219"/>
              <a:gd name="connsiteX15" fmla="*/ 3016718 w 3454910"/>
              <a:gd name="connsiteY15" fmla="*/ 43763 h 2250219"/>
              <a:gd name="connsiteX16" fmla="*/ 3261282 w 3454910"/>
              <a:gd name="connsiteY16" fmla="*/ 146875 h 2250219"/>
              <a:gd name="connsiteX17" fmla="*/ 3392980 w 3454910"/>
              <a:gd name="connsiteY17" fmla="*/ 303477 h 2250219"/>
              <a:gd name="connsiteX18" fmla="*/ 3441336 w 3454910"/>
              <a:gd name="connsiteY18" fmla="*/ 505678 h 2250219"/>
              <a:gd name="connsiteX19" fmla="*/ 3434061 w 3454910"/>
              <a:gd name="connsiteY19" fmla="*/ 822669 h 2250219"/>
              <a:gd name="connsiteX20" fmla="*/ 3453853 w 3454910"/>
              <a:gd name="connsiteY20" fmla="*/ 1239851 h 2250219"/>
              <a:gd name="connsiteX21" fmla="*/ 3414590 w 3454910"/>
              <a:gd name="connsiteY21" fmla="*/ 1483156 h 2250219"/>
              <a:gd name="connsiteX22" fmla="*/ 3330715 w 3454910"/>
              <a:gd name="connsiteY22" fmla="*/ 1715495 h 2250219"/>
              <a:gd name="connsiteX23" fmla="*/ 2929445 w 3454910"/>
              <a:gd name="connsiteY23" fmla="*/ 2250219 h 2250219"/>
              <a:gd name="connsiteX0" fmla="*/ 0 w 3600512"/>
              <a:gd name="connsiteY0" fmla="*/ 2017053 h 2250219"/>
              <a:gd name="connsiteX1" fmla="*/ 176403 w 3600512"/>
              <a:gd name="connsiteY1" fmla="*/ 1829092 h 2250219"/>
              <a:gd name="connsiteX2" fmla="*/ 437078 w 3600512"/>
              <a:gd name="connsiteY2" fmla="*/ 1840798 h 2250219"/>
              <a:gd name="connsiteX3" fmla="*/ 622311 w 3600512"/>
              <a:gd name="connsiteY3" fmla="*/ 1935289 h 2250219"/>
              <a:gd name="connsiteX4" fmla="*/ 778187 w 3600512"/>
              <a:gd name="connsiteY4" fmla="*/ 1935289 h 2250219"/>
              <a:gd name="connsiteX5" fmla="*/ 934063 w 3600512"/>
              <a:gd name="connsiteY5" fmla="*/ 1842117 h 2250219"/>
              <a:gd name="connsiteX6" fmla="*/ 1020078 w 3600512"/>
              <a:gd name="connsiteY6" fmla="*/ 1622007 h 2250219"/>
              <a:gd name="connsiteX7" fmla="*/ 1068435 w 3600512"/>
              <a:gd name="connsiteY7" fmla="*/ 1330578 h 2250219"/>
              <a:gd name="connsiteX8" fmla="*/ 1127596 w 3600512"/>
              <a:gd name="connsiteY8" fmla="*/ 1134294 h 2250219"/>
              <a:gd name="connsiteX9" fmla="*/ 1272666 w 3600512"/>
              <a:gd name="connsiteY9" fmla="*/ 894382 h 2250219"/>
              <a:gd name="connsiteX10" fmla="*/ 1525255 w 3600512"/>
              <a:gd name="connsiteY10" fmla="*/ 658414 h 2250219"/>
              <a:gd name="connsiteX11" fmla="*/ 1863859 w 3600512"/>
              <a:gd name="connsiteY11" fmla="*/ 374874 h 2250219"/>
              <a:gd name="connsiteX12" fmla="*/ 2143426 w 3600512"/>
              <a:gd name="connsiteY12" fmla="*/ 24660 h 2250219"/>
              <a:gd name="connsiteX13" fmla="*/ 2457726 w 3600512"/>
              <a:gd name="connsiteY13" fmla="*/ 25933 h 2250219"/>
              <a:gd name="connsiteX14" fmla="*/ 2721121 w 3600512"/>
              <a:gd name="connsiteY14" fmla="*/ 135 h 2250219"/>
              <a:gd name="connsiteX15" fmla="*/ 3016718 w 3600512"/>
              <a:gd name="connsiteY15" fmla="*/ 43763 h 2250219"/>
              <a:gd name="connsiteX16" fmla="*/ 3261282 w 3600512"/>
              <a:gd name="connsiteY16" fmla="*/ 146875 h 2250219"/>
              <a:gd name="connsiteX17" fmla="*/ 3597081 w 3600512"/>
              <a:gd name="connsiteY17" fmla="*/ 239408 h 2250219"/>
              <a:gd name="connsiteX18" fmla="*/ 3441336 w 3600512"/>
              <a:gd name="connsiteY18" fmla="*/ 505678 h 2250219"/>
              <a:gd name="connsiteX19" fmla="*/ 3434061 w 3600512"/>
              <a:gd name="connsiteY19" fmla="*/ 822669 h 2250219"/>
              <a:gd name="connsiteX20" fmla="*/ 3453853 w 3600512"/>
              <a:gd name="connsiteY20" fmla="*/ 1239851 h 2250219"/>
              <a:gd name="connsiteX21" fmla="*/ 3414590 w 3600512"/>
              <a:gd name="connsiteY21" fmla="*/ 1483156 h 2250219"/>
              <a:gd name="connsiteX22" fmla="*/ 3330715 w 3600512"/>
              <a:gd name="connsiteY22" fmla="*/ 1715495 h 2250219"/>
              <a:gd name="connsiteX23" fmla="*/ 2929445 w 3600512"/>
              <a:gd name="connsiteY23" fmla="*/ 2250219 h 2250219"/>
              <a:gd name="connsiteX0" fmla="*/ 0 w 3609331"/>
              <a:gd name="connsiteY0" fmla="*/ 2017053 h 2250219"/>
              <a:gd name="connsiteX1" fmla="*/ 176403 w 3609331"/>
              <a:gd name="connsiteY1" fmla="*/ 1829092 h 2250219"/>
              <a:gd name="connsiteX2" fmla="*/ 437078 w 3609331"/>
              <a:gd name="connsiteY2" fmla="*/ 1840798 h 2250219"/>
              <a:gd name="connsiteX3" fmla="*/ 622311 w 3609331"/>
              <a:gd name="connsiteY3" fmla="*/ 1935289 h 2250219"/>
              <a:gd name="connsiteX4" fmla="*/ 778187 w 3609331"/>
              <a:gd name="connsiteY4" fmla="*/ 1935289 h 2250219"/>
              <a:gd name="connsiteX5" fmla="*/ 934063 w 3609331"/>
              <a:gd name="connsiteY5" fmla="*/ 1842117 h 2250219"/>
              <a:gd name="connsiteX6" fmla="*/ 1020078 w 3609331"/>
              <a:gd name="connsiteY6" fmla="*/ 1622007 h 2250219"/>
              <a:gd name="connsiteX7" fmla="*/ 1068435 w 3609331"/>
              <a:gd name="connsiteY7" fmla="*/ 1330578 h 2250219"/>
              <a:gd name="connsiteX8" fmla="*/ 1127596 w 3609331"/>
              <a:gd name="connsiteY8" fmla="*/ 1134294 h 2250219"/>
              <a:gd name="connsiteX9" fmla="*/ 1272666 w 3609331"/>
              <a:gd name="connsiteY9" fmla="*/ 894382 h 2250219"/>
              <a:gd name="connsiteX10" fmla="*/ 1525255 w 3609331"/>
              <a:gd name="connsiteY10" fmla="*/ 658414 h 2250219"/>
              <a:gd name="connsiteX11" fmla="*/ 1863859 w 3609331"/>
              <a:gd name="connsiteY11" fmla="*/ 374874 h 2250219"/>
              <a:gd name="connsiteX12" fmla="*/ 2143426 w 3609331"/>
              <a:gd name="connsiteY12" fmla="*/ 24660 h 2250219"/>
              <a:gd name="connsiteX13" fmla="*/ 2457726 w 3609331"/>
              <a:gd name="connsiteY13" fmla="*/ 25933 h 2250219"/>
              <a:gd name="connsiteX14" fmla="*/ 2721121 w 3609331"/>
              <a:gd name="connsiteY14" fmla="*/ 135 h 2250219"/>
              <a:gd name="connsiteX15" fmla="*/ 3016718 w 3609331"/>
              <a:gd name="connsiteY15" fmla="*/ 43763 h 2250219"/>
              <a:gd name="connsiteX16" fmla="*/ 3261282 w 3609331"/>
              <a:gd name="connsiteY16" fmla="*/ 146875 h 2250219"/>
              <a:gd name="connsiteX17" fmla="*/ 3597081 w 3609331"/>
              <a:gd name="connsiteY17" fmla="*/ 239408 h 2250219"/>
              <a:gd name="connsiteX18" fmla="*/ 3544047 w 3609331"/>
              <a:gd name="connsiteY18" fmla="*/ 542652 h 2250219"/>
              <a:gd name="connsiteX19" fmla="*/ 3434061 w 3609331"/>
              <a:gd name="connsiteY19" fmla="*/ 822669 h 2250219"/>
              <a:gd name="connsiteX20" fmla="*/ 3453853 w 3609331"/>
              <a:gd name="connsiteY20" fmla="*/ 1239851 h 2250219"/>
              <a:gd name="connsiteX21" fmla="*/ 3414590 w 3609331"/>
              <a:gd name="connsiteY21" fmla="*/ 1483156 h 2250219"/>
              <a:gd name="connsiteX22" fmla="*/ 3330715 w 3609331"/>
              <a:gd name="connsiteY22" fmla="*/ 1715495 h 2250219"/>
              <a:gd name="connsiteX23" fmla="*/ 2929445 w 3609331"/>
              <a:gd name="connsiteY23" fmla="*/ 2250219 h 2250219"/>
              <a:gd name="connsiteX0" fmla="*/ 0 w 3609331"/>
              <a:gd name="connsiteY0" fmla="*/ 2017053 h 2250219"/>
              <a:gd name="connsiteX1" fmla="*/ 176403 w 3609331"/>
              <a:gd name="connsiteY1" fmla="*/ 1829092 h 2250219"/>
              <a:gd name="connsiteX2" fmla="*/ 437078 w 3609331"/>
              <a:gd name="connsiteY2" fmla="*/ 1840798 h 2250219"/>
              <a:gd name="connsiteX3" fmla="*/ 622311 w 3609331"/>
              <a:gd name="connsiteY3" fmla="*/ 1935289 h 2250219"/>
              <a:gd name="connsiteX4" fmla="*/ 778187 w 3609331"/>
              <a:gd name="connsiteY4" fmla="*/ 1935289 h 2250219"/>
              <a:gd name="connsiteX5" fmla="*/ 934063 w 3609331"/>
              <a:gd name="connsiteY5" fmla="*/ 1842117 h 2250219"/>
              <a:gd name="connsiteX6" fmla="*/ 1020078 w 3609331"/>
              <a:gd name="connsiteY6" fmla="*/ 1622007 h 2250219"/>
              <a:gd name="connsiteX7" fmla="*/ 1068435 w 3609331"/>
              <a:gd name="connsiteY7" fmla="*/ 1330578 h 2250219"/>
              <a:gd name="connsiteX8" fmla="*/ 1127596 w 3609331"/>
              <a:gd name="connsiteY8" fmla="*/ 1134294 h 2250219"/>
              <a:gd name="connsiteX9" fmla="*/ 1272666 w 3609331"/>
              <a:gd name="connsiteY9" fmla="*/ 894382 h 2250219"/>
              <a:gd name="connsiteX10" fmla="*/ 1525255 w 3609331"/>
              <a:gd name="connsiteY10" fmla="*/ 658414 h 2250219"/>
              <a:gd name="connsiteX11" fmla="*/ 1863859 w 3609331"/>
              <a:gd name="connsiteY11" fmla="*/ 374874 h 2250219"/>
              <a:gd name="connsiteX12" fmla="*/ 2143426 w 3609331"/>
              <a:gd name="connsiteY12" fmla="*/ 24660 h 2250219"/>
              <a:gd name="connsiteX13" fmla="*/ 2457726 w 3609331"/>
              <a:gd name="connsiteY13" fmla="*/ 25933 h 2250219"/>
              <a:gd name="connsiteX14" fmla="*/ 2721121 w 3609331"/>
              <a:gd name="connsiteY14" fmla="*/ 135 h 2250219"/>
              <a:gd name="connsiteX15" fmla="*/ 3016718 w 3609331"/>
              <a:gd name="connsiteY15" fmla="*/ 43763 h 2250219"/>
              <a:gd name="connsiteX16" fmla="*/ 3261282 w 3609331"/>
              <a:gd name="connsiteY16" fmla="*/ 146875 h 2250219"/>
              <a:gd name="connsiteX17" fmla="*/ 3597081 w 3609331"/>
              <a:gd name="connsiteY17" fmla="*/ 239408 h 2250219"/>
              <a:gd name="connsiteX18" fmla="*/ 3544047 w 3609331"/>
              <a:gd name="connsiteY18" fmla="*/ 542652 h 2250219"/>
              <a:gd name="connsiteX19" fmla="*/ 3434061 w 3609331"/>
              <a:gd name="connsiteY19" fmla="*/ 822669 h 2250219"/>
              <a:gd name="connsiteX20" fmla="*/ 3453853 w 3609331"/>
              <a:gd name="connsiteY20" fmla="*/ 1239851 h 2250219"/>
              <a:gd name="connsiteX21" fmla="*/ 3414590 w 3609331"/>
              <a:gd name="connsiteY21" fmla="*/ 1483156 h 2250219"/>
              <a:gd name="connsiteX22" fmla="*/ 3330715 w 3609331"/>
              <a:gd name="connsiteY22" fmla="*/ 1715495 h 2250219"/>
              <a:gd name="connsiteX23" fmla="*/ 2929445 w 3609331"/>
              <a:gd name="connsiteY23" fmla="*/ 2250219 h 2250219"/>
              <a:gd name="connsiteX0" fmla="*/ 0 w 3609331"/>
              <a:gd name="connsiteY0" fmla="*/ 2017053 h 2250219"/>
              <a:gd name="connsiteX1" fmla="*/ 176403 w 3609331"/>
              <a:gd name="connsiteY1" fmla="*/ 1829092 h 2250219"/>
              <a:gd name="connsiteX2" fmla="*/ 437078 w 3609331"/>
              <a:gd name="connsiteY2" fmla="*/ 1840798 h 2250219"/>
              <a:gd name="connsiteX3" fmla="*/ 622311 w 3609331"/>
              <a:gd name="connsiteY3" fmla="*/ 1935289 h 2250219"/>
              <a:gd name="connsiteX4" fmla="*/ 778187 w 3609331"/>
              <a:gd name="connsiteY4" fmla="*/ 1935289 h 2250219"/>
              <a:gd name="connsiteX5" fmla="*/ 934063 w 3609331"/>
              <a:gd name="connsiteY5" fmla="*/ 1842117 h 2250219"/>
              <a:gd name="connsiteX6" fmla="*/ 1020078 w 3609331"/>
              <a:gd name="connsiteY6" fmla="*/ 1622007 h 2250219"/>
              <a:gd name="connsiteX7" fmla="*/ 1068435 w 3609331"/>
              <a:gd name="connsiteY7" fmla="*/ 1330578 h 2250219"/>
              <a:gd name="connsiteX8" fmla="*/ 1127596 w 3609331"/>
              <a:gd name="connsiteY8" fmla="*/ 1134294 h 2250219"/>
              <a:gd name="connsiteX9" fmla="*/ 1272666 w 3609331"/>
              <a:gd name="connsiteY9" fmla="*/ 894382 h 2250219"/>
              <a:gd name="connsiteX10" fmla="*/ 1525255 w 3609331"/>
              <a:gd name="connsiteY10" fmla="*/ 658414 h 2250219"/>
              <a:gd name="connsiteX11" fmla="*/ 1863859 w 3609331"/>
              <a:gd name="connsiteY11" fmla="*/ 374874 h 2250219"/>
              <a:gd name="connsiteX12" fmla="*/ 2143426 w 3609331"/>
              <a:gd name="connsiteY12" fmla="*/ 24660 h 2250219"/>
              <a:gd name="connsiteX13" fmla="*/ 2457726 w 3609331"/>
              <a:gd name="connsiteY13" fmla="*/ 25933 h 2250219"/>
              <a:gd name="connsiteX14" fmla="*/ 2721121 w 3609331"/>
              <a:gd name="connsiteY14" fmla="*/ 135 h 2250219"/>
              <a:gd name="connsiteX15" fmla="*/ 3016718 w 3609331"/>
              <a:gd name="connsiteY15" fmla="*/ 43763 h 2250219"/>
              <a:gd name="connsiteX16" fmla="*/ 3261282 w 3609331"/>
              <a:gd name="connsiteY16" fmla="*/ 146875 h 2250219"/>
              <a:gd name="connsiteX17" fmla="*/ 3597081 w 3609331"/>
              <a:gd name="connsiteY17" fmla="*/ 239408 h 2250219"/>
              <a:gd name="connsiteX18" fmla="*/ 3544047 w 3609331"/>
              <a:gd name="connsiteY18" fmla="*/ 542652 h 2250219"/>
              <a:gd name="connsiteX19" fmla="*/ 3434061 w 3609331"/>
              <a:gd name="connsiteY19" fmla="*/ 822669 h 2250219"/>
              <a:gd name="connsiteX20" fmla="*/ 3453853 w 3609331"/>
              <a:gd name="connsiteY20" fmla="*/ 1239851 h 2250219"/>
              <a:gd name="connsiteX21" fmla="*/ 3414590 w 3609331"/>
              <a:gd name="connsiteY21" fmla="*/ 1483156 h 2250219"/>
              <a:gd name="connsiteX22" fmla="*/ 3456073 w 3609331"/>
              <a:gd name="connsiteY22" fmla="*/ 1880354 h 2250219"/>
              <a:gd name="connsiteX23" fmla="*/ 2929445 w 3609331"/>
              <a:gd name="connsiteY23" fmla="*/ 2250219 h 2250219"/>
              <a:gd name="connsiteX0" fmla="*/ 0 w 3609331"/>
              <a:gd name="connsiteY0" fmla="*/ 2017053 h 2250219"/>
              <a:gd name="connsiteX1" fmla="*/ 176403 w 3609331"/>
              <a:gd name="connsiteY1" fmla="*/ 1829092 h 2250219"/>
              <a:gd name="connsiteX2" fmla="*/ 437078 w 3609331"/>
              <a:gd name="connsiteY2" fmla="*/ 1840798 h 2250219"/>
              <a:gd name="connsiteX3" fmla="*/ 622311 w 3609331"/>
              <a:gd name="connsiteY3" fmla="*/ 1935289 h 2250219"/>
              <a:gd name="connsiteX4" fmla="*/ 778187 w 3609331"/>
              <a:gd name="connsiteY4" fmla="*/ 1935289 h 2250219"/>
              <a:gd name="connsiteX5" fmla="*/ 934063 w 3609331"/>
              <a:gd name="connsiteY5" fmla="*/ 1842117 h 2250219"/>
              <a:gd name="connsiteX6" fmla="*/ 1020078 w 3609331"/>
              <a:gd name="connsiteY6" fmla="*/ 1622007 h 2250219"/>
              <a:gd name="connsiteX7" fmla="*/ 1068435 w 3609331"/>
              <a:gd name="connsiteY7" fmla="*/ 1330578 h 2250219"/>
              <a:gd name="connsiteX8" fmla="*/ 1127596 w 3609331"/>
              <a:gd name="connsiteY8" fmla="*/ 1134294 h 2250219"/>
              <a:gd name="connsiteX9" fmla="*/ 1272666 w 3609331"/>
              <a:gd name="connsiteY9" fmla="*/ 894382 h 2250219"/>
              <a:gd name="connsiteX10" fmla="*/ 1525255 w 3609331"/>
              <a:gd name="connsiteY10" fmla="*/ 658414 h 2250219"/>
              <a:gd name="connsiteX11" fmla="*/ 1863859 w 3609331"/>
              <a:gd name="connsiteY11" fmla="*/ 374874 h 2250219"/>
              <a:gd name="connsiteX12" fmla="*/ 2143426 w 3609331"/>
              <a:gd name="connsiteY12" fmla="*/ 24660 h 2250219"/>
              <a:gd name="connsiteX13" fmla="*/ 2457726 w 3609331"/>
              <a:gd name="connsiteY13" fmla="*/ 25933 h 2250219"/>
              <a:gd name="connsiteX14" fmla="*/ 2721121 w 3609331"/>
              <a:gd name="connsiteY14" fmla="*/ 135 h 2250219"/>
              <a:gd name="connsiteX15" fmla="*/ 3016718 w 3609331"/>
              <a:gd name="connsiteY15" fmla="*/ 43763 h 2250219"/>
              <a:gd name="connsiteX16" fmla="*/ 3261282 w 3609331"/>
              <a:gd name="connsiteY16" fmla="*/ 146875 h 2250219"/>
              <a:gd name="connsiteX17" fmla="*/ 3597081 w 3609331"/>
              <a:gd name="connsiteY17" fmla="*/ 239408 h 2250219"/>
              <a:gd name="connsiteX18" fmla="*/ 3544047 w 3609331"/>
              <a:gd name="connsiteY18" fmla="*/ 542652 h 2250219"/>
              <a:gd name="connsiteX19" fmla="*/ 3434061 w 3609331"/>
              <a:gd name="connsiteY19" fmla="*/ 822669 h 2250219"/>
              <a:gd name="connsiteX20" fmla="*/ 3453853 w 3609331"/>
              <a:gd name="connsiteY20" fmla="*/ 1239851 h 2250219"/>
              <a:gd name="connsiteX21" fmla="*/ 3512578 w 3609331"/>
              <a:gd name="connsiteY21" fmla="*/ 1529255 h 2250219"/>
              <a:gd name="connsiteX22" fmla="*/ 3456073 w 3609331"/>
              <a:gd name="connsiteY22" fmla="*/ 1880354 h 2250219"/>
              <a:gd name="connsiteX23" fmla="*/ 2929445 w 3609331"/>
              <a:gd name="connsiteY23" fmla="*/ 2250219 h 2250219"/>
              <a:gd name="connsiteX0" fmla="*/ 0 w 3609331"/>
              <a:gd name="connsiteY0" fmla="*/ 2017053 h 2250219"/>
              <a:gd name="connsiteX1" fmla="*/ 176403 w 3609331"/>
              <a:gd name="connsiteY1" fmla="*/ 1829092 h 2250219"/>
              <a:gd name="connsiteX2" fmla="*/ 437078 w 3609331"/>
              <a:gd name="connsiteY2" fmla="*/ 1840798 h 2250219"/>
              <a:gd name="connsiteX3" fmla="*/ 622311 w 3609331"/>
              <a:gd name="connsiteY3" fmla="*/ 1935289 h 2250219"/>
              <a:gd name="connsiteX4" fmla="*/ 778187 w 3609331"/>
              <a:gd name="connsiteY4" fmla="*/ 1935289 h 2250219"/>
              <a:gd name="connsiteX5" fmla="*/ 934063 w 3609331"/>
              <a:gd name="connsiteY5" fmla="*/ 1842117 h 2250219"/>
              <a:gd name="connsiteX6" fmla="*/ 1020078 w 3609331"/>
              <a:gd name="connsiteY6" fmla="*/ 1622007 h 2250219"/>
              <a:gd name="connsiteX7" fmla="*/ 1068435 w 3609331"/>
              <a:gd name="connsiteY7" fmla="*/ 1330578 h 2250219"/>
              <a:gd name="connsiteX8" fmla="*/ 1127596 w 3609331"/>
              <a:gd name="connsiteY8" fmla="*/ 1134294 h 2250219"/>
              <a:gd name="connsiteX9" fmla="*/ 1272666 w 3609331"/>
              <a:gd name="connsiteY9" fmla="*/ 894382 h 2250219"/>
              <a:gd name="connsiteX10" fmla="*/ 1525255 w 3609331"/>
              <a:gd name="connsiteY10" fmla="*/ 658414 h 2250219"/>
              <a:gd name="connsiteX11" fmla="*/ 1863859 w 3609331"/>
              <a:gd name="connsiteY11" fmla="*/ 374874 h 2250219"/>
              <a:gd name="connsiteX12" fmla="*/ 2143426 w 3609331"/>
              <a:gd name="connsiteY12" fmla="*/ 24660 h 2250219"/>
              <a:gd name="connsiteX13" fmla="*/ 2457726 w 3609331"/>
              <a:gd name="connsiteY13" fmla="*/ 25933 h 2250219"/>
              <a:gd name="connsiteX14" fmla="*/ 2721121 w 3609331"/>
              <a:gd name="connsiteY14" fmla="*/ 135 h 2250219"/>
              <a:gd name="connsiteX15" fmla="*/ 3016718 w 3609331"/>
              <a:gd name="connsiteY15" fmla="*/ 43763 h 2250219"/>
              <a:gd name="connsiteX16" fmla="*/ 3261282 w 3609331"/>
              <a:gd name="connsiteY16" fmla="*/ 146875 h 2250219"/>
              <a:gd name="connsiteX17" fmla="*/ 3597081 w 3609331"/>
              <a:gd name="connsiteY17" fmla="*/ 239408 h 2250219"/>
              <a:gd name="connsiteX18" fmla="*/ 3544047 w 3609331"/>
              <a:gd name="connsiteY18" fmla="*/ 542652 h 2250219"/>
              <a:gd name="connsiteX19" fmla="*/ 3498919 w 3609331"/>
              <a:gd name="connsiteY19" fmla="*/ 849400 h 2250219"/>
              <a:gd name="connsiteX20" fmla="*/ 3453853 w 3609331"/>
              <a:gd name="connsiteY20" fmla="*/ 1239851 h 2250219"/>
              <a:gd name="connsiteX21" fmla="*/ 3512578 w 3609331"/>
              <a:gd name="connsiteY21" fmla="*/ 1529255 h 2250219"/>
              <a:gd name="connsiteX22" fmla="*/ 3456073 w 3609331"/>
              <a:gd name="connsiteY22" fmla="*/ 1880354 h 2250219"/>
              <a:gd name="connsiteX23" fmla="*/ 2929445 w 3609331"/>
              <a:gd name="connsiteY23" fmla="*/ 2250219 h 2250219"/>
              <a:gd name="connsiteX0" fmla="*/ 0 w 3605393"/>
              <a:gd name="connsiteY0" fmla="*/ 2017053 h 2250219"/>
              <a:gd name="connsiteX1" fmla="*/ 176403 w 3605393"/>
              <a:gd name="connsiteY1" fmla="*/ 1829092 h 2250219"/>
              <a:gd name="connsiteX2" fmla="*/ 437078 w 3605393"/>
              <a:gd name="connsiteY2" fmla="*/ 1840798 h 2250219"/>
              <a:gd name="connsiteX3" fmla="*/ 622311 w 3605393"/>
              <a:gd name="connsiteY3" fmla="*/ 1935289 h 2250219"/>
              <a:gd name="connsiteX4" fmla="*/ 778187 w 3605393"/>
              <a:gd name="connsiteY4" fmla="*/ 1935289 h 2250219"/>
              <a:gd name="connsiteX5" fmla="*/ 934063 w 3605393"/>
              <a:gd name="connsiteY5" fmla="*/ 1842117 h 2250219"/>
              <a:gd name="connsiteX6" fmla="*/ 1020078 w 3605393"/>
              <a:gd name="connsiteY6" fmla="*/ 1622007 h 2250219"/>
              <a:gd name="connsiteX7" fmla="*/ 1068435 w 3605393"/>
              <a:gd name="connsiteY7" fmla="*/ 1330578 h 2250219"/>
              <a:gd name="connsiteX8" fmla="*/ 1127596 w 3605393"/>
              <a:gd name="connsiteY8" fmla="*/ 1134294 h 2250219"/>
              <a:gd name="connsiteX9" fmla="*/ 1272666 w 3605393"/>
              <a:gd name="connsiteY9" fmla="*/ 894382 h 2250219"/>
              <a:gd name="connsiteX10" fmla="*/ 1525255 w 3605393"/>
              <a:gd name="connsiteY10" fmla="*/ 658414 h 2250219"/>
              <a:gd name="connsiteX11" fmla="*/ 1863859 w 3605393"/>
              <a:gd name="connsiteY11" fmla="*/ 374874 h 2250219"/>
              <a:gd name="connsiteX12" fmla="*/ 2143426 w 3605393"/>
              <a:gd name="connsiteY12" fmla="*/ 24660 h 2250219"/>
              <a:gd name="connsiteX13" fmla="*/ 2457726 w 3605393"/>
              <a:gd name="connsiteY13" fmla="*/ 25933 h 2250219"/>
              <a:gd name="connsiteX14" fmla="*/ 2721121 w 3605393"/>
              <a:gd name="connsiteY14" fmla="*/ 135 h 2250219"/>
              <a:gd name="connsiteX15" fmla="*/ 3016718 w 3605393"/>
              <a:gd name="connsiteY15" fmla="*/ 43763 h 2250219"/>
              <a:gd name="connsiteX16" fmla="*/ 3327623 w 3605393"/>
              <a:gd name="connsiteY16" fmla="*/ 59593 h 2250219"/>
              <a:gd name="connsiteX17" fmla="*/ 3597081 w 3605393"/>
              <a:gd name="connsiteY17" fmla="*/ 239408 h 2250219"/>
              <a:gd name="connsiteX18" fmla="*/ 3544047 w 3605393"/>
              <a:gd name="connsiteY18" fmla="*/ 542652 h 2250219"/>
              <a:gd name="connsiteX19" fmla="*/ 3498919 w 3605393"/>
              <a:gd name="connsiteY19" fmla="*/ 849400 h 2250219"/>
              <a:gd name="connsiteX20" fmla="*/ 3453853 w 3605393"/>
              <a:gd name="connsiteY20" fmla="*/ 1239851 h 2250219"/>
              <a:gd name="connsiteX21" fmla="*/ 3512578 w 3605393"/>
              <a:gd name="connsiteY21" fmla="*/ 1529255 h 2250219"/>
              <a:gd name="connsiteX22" fmla="*/ 3456073 w 3605393"/>
              <a:gd name="connsiteY22" fmla="*/ 1880354 h 2250219"/>
              <a:gd name="connsiteX23" fmla="*/ 2929445 w 3605393"/>
              <a:gd name="connsiteY23" fmla="*/ 2250219 h 225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05393" h="2250219">
                <a:moveTo>
                  <a:pt x="0" y="2017053"/>
                </a:moveTo>
                <a:cubicBezTo>
                  <a:pt x="39692" y="1987469"/>
                  <a:pt x="103557" y="1858468"/>
                  <a:pt x="176403" y="1829092"/>
                </a:cubicBezTo>
                <a:cubicBezTo>
                  <a:pt x="249249" y="1799716"/>
                  <a:pt x="362760" y="1823099"/>
                  <a:pt x="437078" y="1840798"/>
                </a:cubicBezTo>
                <a:cubicBezTo>
                  <a:pt x="511396" y="1858497"/>
                  <a:pt x="565460" y="1919541"/>
                  <a:pt x="622311" y="1935289"/>
                </a:cubicBezTo>
                <a:cubicBezTo>
                  <a:pt x="679162" y="1951037"/>
                  <a:pt x="727477" y="1945703"/>
                  <a:pt x="778187" y="1935289"/>
                </a:cubicBezTo>
                <a:cubicBezTo>
                  <a:pt x="844624" y="1921641"/>
                  <a:pt x="896939" y="1885271"/>
                  <a:pt x="934063" y="1842117"/>
                </a:cubicBezTo>
                <a:cubicBezTo>
                  <a:pt x="990015" y="1776952"/>
                  <a:pt x="1006597" y="1698848"/>
                  <a:pt x="1020078" y="1622007"/>
                </a:cubicBezTo>
                <a:cubicBezTo>
                  <a:pt x="1037087" y="1524891"/>
                  <a:pt x="1048215" y="1427301"/>
                  <a:pt x="1068435" y="1330578"/>
                </a:cubicBezTo>
                <a:cubicBezTo>
                  <a:pt x="1082342" y="1264230"/>
                  <a:pt x="1101171" y="1198513"/>
                  <a:pt x="1127596" y="1134294"/>
                </a:cubicBezTo>
                <a:cubicBezTo>
                  <a:pt x="1162152" y="1050115"/>
                  <a:pt x="1209973" y="969093"/>
                  <a:pt x="1272666" y="894382"/>
                </a:cubicBezTo>
                <a:cubicBezTo>
                  <a:pt x="1344345" y="809020"/>
                  <a:pt x="1435069" y="733677"/>
                  <a:pt x="1525255" y="658414"/>
                </a:cubicBezTo>
                <a:lnTo>
                  <a:pt x="1863859" y="374874"/>
                </a:lnTo>
                <a:cubicBezTo>
                  <a:pt x="1972662" y="282255"/>
                  <a:pt x="2008520" y="95821"/>
                  <a:pt x="2143426" y="24660"/>
                </a:cubicBezTo>
                <a:cubicBezTo>
                  <a:pt x="2217780" y="-14550"/>
                  <a:pt x="2361444" y="30020"/>
                  <a:pt x="2457726" y="25933"/>
                </a:cubicBezTo>
                <a:cubicBezTo>
                  <a:pt x="2554008" y="21846"/>
                  <a:pt x="2632004" y="-1995"/>
                  <a:pt x="2721121" y="135"/>
                </a:cubicBezTo>
                <a:cubicBezTo>
                  <a:pt x="2822114" y="2581"/>
                  <a:pt x="2915634" y="33853"/>
                  <a:pt x="3016718" y="43763"/>
                </a:cubicBezTo>
                <a:cubicBezTo>
                  <a:pt x="3117802" y="53673"/>
                  <a:pt x="3230896" y="26985"/>
                  <a:pt x="3327623" y="59593"/>
                </a:cubicBezTo>
                <a:cubicBezTo>
                  <a:pt x="3424350" y="92201"/>
                  <a:pt x="3561010" y="158898"/>
                  <a:pt x="3597081" y="239408"/>
                </a:cubicBezTo>
                <a:cubicBezTo>
                  <a:pt x="3633152" y="319918"/>
                  <a:pt x="3539875" y="473858"/>
                  <a:pt x="3544047" y="542652"/>
                </a:cubicBezTo>
                <a:cubicBezTo>
                  <a:pt x="3550466" y="648290"/>
                  <a:pt x="3498598" y="743604"/>
                  <a:pt x="3498919" y="849400"/>
                </a:cubicBezTo>
                <a:cubicBezTo>
                  <a:pt x="3499454" y="988645"/>
                  <a:pt x="3460379" y="1100685"/>
                  <a:pt x="3453853" y="1239851"/>
                </a:cubicBezTo>
                <a:cubicBezTo>
                  <a:pt x="3450002" y="1321584"/>
                  <a:pt x="3512208" y="1422505"/>
                  <a:pt x="3512578" y="1529255"/>
                </a:cubicBezTo>
                <a:cubicBezTo>
                  <a:pt x="3512948" y="1636006"/>
                  <a:pt x="3493838" y="1805090"/>
                  <a:pt x="3456073" y="1880354"/>
                </a:cubicBezTo>
                <a:cubicBezTo>
                  <a:pt x="3395948" y="2000112"/>
                  <a:pt x="3078677" y="2110390"/>
                  <a:pt x="2929445" y="2250219"/>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6675CDB7-5117-4AEB-69C4-159ED9D768C1}"/>
              </a:ext>
            </a:extLst>
          </p:cNvPr>
          <p:cNvSpPr/>
          <p:nvPr userDrawn="1"/>
        </p:nvSpPr>
        <p:spPr>
          <a:xfrm rot="5789114" flipH="1">
            <a:off x="66857" y="3300348"/>
            <a:ext cx="1522748" cy="1750815"/>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35315 w 2058039"/>
              <a:gd name="connsiteY1" fmla="*/ 1830687 h 2057019"/>
              <a:gd name="connsiteX2" fmla="*/ 109241 w 2058039"/>
              <a:gd name="connsiteY2" fmla="*/ 1467230 h 2057019"/>
              <a:gd name="connsiteX3" fmla="*/ 124968 w 2058039"/>
              <a:gd name="connsiteY3" fmla="*/ 1230947 h 2057019"/>
              <a:gd name="connsiteX4" fmla="*/ 203387 w 2058039"/>
              <a:gd name="connsiteY4" fmla="*/ 923660 h 2057019"/>
              <a:gd name="connsiteX5" fmla="*/ 404945 w 2058039"/>
              <a:gd name="connsiteY5" fmla="*/ 642803 h 2057019"/>
              <a:gd name="connsiteX6" fmla="*/ 774468 w 2058039"/>
              <a:gd name="connsiteY6" fmla="*/ 330546 h 2057019"/>
              <a:gd name="connsiteX7" fmla="*/ 1197696 w 2058039"/>
              <a:gd name="connsiteY7" fmla="*/ 71147 h 2057019"/>
              <a:gd name="connsiteX8" fmla="*/ 1448466 w 2058039"/>
              <a:gd name="connsiteY8" fmla="*/ 1722 h 2057019"/>
              <a:gd name="connsiteX9" fmla="*/ 1723950 w 2058039"/>
              <a:gd name="connsiteY9" fmla="*/ 44719 h 2057019"/>
              <a:gd name="connsiteX10" fmla="*/ 1952360 w 2058039"/>
              <a:gd name="connsiteY10" fmla="*/ 241319 h 2057019"/>
              <a:gd name="connsiteX11" fmla="*/ 1976966 w 2058039"/>
              <a:gd name="connsiteY11" fmla="*/ 599885 h 2057019"/>
              <a:gd name="connsiteX12" fmla="*/ 2037412 w 2058039"/>
              <a:gd name="connsiteY12" fmla="*/ 925395 h 2057019"/>
              <a:gd name="connsiteX13" fmla="*/ 2053139 w 2058039"/>
              <a:gd name="connsiteY13" fmla="*/ 1222821 h 2057019"/>
              <a:gd name="connsiteX14" fmla="*/ 1952360 w 2058039"/>
              <a:gd name="connsiteY14" fmla="*/ 1540047 h 2057019"/>
              <a:gd name="connsiteX15" fmla="*/ 1436465 w 2058039"/>
              <a:gd name="connsiteY15" fmla="*/ 2057019 h 2057019"/>
              <a:gd name="connsiteX0" fmla="*/ 0 w 2189096"/>
              <a:gd name="connsiteY0" fmla="*/ 1915514 h 2057019"/>
              <a:gd name="connsiteX1" fmla="*/ 166372 w 2189096"/>
              <a:gd name="connsiteY1" fmla="*/ 1830687 h 2057019"/>
              <a:gd name="connsiteX2" fmla="*/ 240298 w 2189096"/>
              <a:gd name="connsiteY2" fmla="*/ 1467230 h 2057019"/>
              <a:gd name="connsiteX3" fmla="*/ 256025 w 2189096"/>
              <a:gd name="connsiteY3" fmla="*/ 1230947 h 2057019"/>
              <a:gd name="connsiteX4" fmla="*/ 334444 w 2189096"/>
              <a:gd name="connsiteY4" fmla="*/ 923660 h 2057019"/>
              <a:gd name="connsiteX5" fmla="*/ 536002 w 2189096"/>
              <a:gd name="connsiteY5" fmla="*/ 642803 h 2057019"/>
              <a:gd name="connsiteX6" fmla="*/ 905525 w 2189096"/>
              <a:gd name="connsiteY6" fmla="*/ 330546 h 2057019"/>
              <a:gd name="connsiteX7" fmla="*/ 1328753 w 2189096"/>
              <a:gd name="connsiteY7" fmla="*/ 71147 h 2057019"/>
              <a:gd name="connsiteX8" fmla="*/ 1579523 w 2189096"/>
              <a:gd name="connsiteY8" fmla="*/ 1722 h 2057019"/>
              <a:gd name="connsiteX9" fmla="*/ 1855007 w 2189096"/>
              <a:gd name="connsiteY9" fmla="*/ 44719 h 2057019"/>
              <a:gd name="connsiteX10" fmla="*/ 2083417 w 2189096"/>
              <a:gd name="connsiteY10" fmla="*/ 241319 h 2057019"/>
              <a:gd name="connsiteX11" fmla="*/ 2108023 w 2189096"/>
              <a:gd name="connsiteY11" fmla="*/ 599885 h 2057019"/>
              <a:gd name="connsiteX12" fmla="*/ 2168469 w 2189096"/>
              <a:gd name="connsiteY12" fmla="*/ 925395 h 2057019"/>
              <a:gd name="connsiteX13" fmla="*/ 2184196 w 2189096"/>
              <a:gd name="connsiteY13" fmla="*/ 1222821 h 2057019"/>
              <a:gd name="connsiteX14" fmla="*/ 2083417 w 2189096"/>
              <a:gd name="connsiteY14" fmla="*/ 1540047 h 2057019"/>
              <a:gd name="connsiteX15" fmla="*/ 1567522 w 2189096"/>
              <a:gd name="connsiteY15" fmla="*/ 2057019 h 2057019"/>
              <a:gd name="connsiteX0" fmla="*/ 0 w 2189096"/>
              <a:gd name="connsiteY0" fmla="*/ 1915641 h 2057146"/>
              <a:gd name="connsiteX1" fmla="*/ 166372 w 2189096"/>
              <a:gd name="connsiteY1" fmla="*/ 1830814 h 2057146"/>
              <a:gd name="connsiteX2" fmla="*/ 240298 w 2189096"/>
              <a:gd name="connsiteY2" fmla="*/ 1467357 h 2057146"/>
              <a:gd name="connsiteX3" fmla="*/ 256025 w 2189096"/>
              <a:gd name="connsiteY3" fmla="*/ 1231074 h 2057146"/>
              <a:gd name="connsiteX4" fmla="*/ 334444 w 2189096"/>
              <a:gd name="connsiteY4" fmla="*/ 923787 h 2057146"/>
              <a:gd name="connsiteX5" fmla="*/ 536002 w 2189096"/>
              <a:gd name="connsiteY5" fmla="*/ 642930 h 2057146"/>
              <a:gd name="connsiteX6" fmla="*/ 905525 w 2189096"/>
              <a:gd name="connsiteY6" fmla="*/ 330673 h 2057146"/>
              <a:gd name="connsiteX7" fmla="*/ 1328753 w 2189096"/>
              <a:gd name="connsiteY7" fmla="*/ 71274 h 2057146"/>
              <a:gd name="connsiteX8" fmla="*/ 1579523 w 2189096"/>
              <a:gd name="connsiteY8" fmla="*/ 1849 h 2057146"/>
              <a:gd name="connsiteX9" fmla="*/ 1855007 w 2189096"/>
              <a:gd name="connsiteY9" fmla="*/ 44846 h 2057146"/>
              <a:gd name="connsiteX10" fmla="*/ 2132845 w 2189096"/>
              <a:gd name="connsiteY10" fmla="*/ 219005 h 2057146"/>
              <a:gd name="connsiteX11" fmla="*/ 2108023 w 2189096"/>
              <a:gd name="connsiteY11" fmla="*/ 600012 h 2057146"/>
              <a:gd name="connsiteX12" fmla="*/ 2168469 w 2189096"/>
              <a:gd name="connsiteY12" fmla="*/ 925522 h 2057146"/>
              <a:gd name="connsiteX13" fmla="*/ 2184196 w 2189096"/>
              <a:gd name="connsiteY13" fmla="*/ 1222948 h 2057146"/>
              <a:gd name="connsiteX14" fmla="*/ 2083417 w 2189096"/>
              <a:gd name="connsiteY14" fmla="*/ 1540174 h 2057146"/>
              <a:gd name="connsiteX15" fmla="*/ 1567522 w 2189096"/>
              <a:gd name="connsiteY15" fmla="*/ 2057146 h 205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89096" h="2057146">
                <a:moveTo>
                  <a:pt x="0" y="1915641"/>
                </a:moveTo>
                <a:cubicBezTo>
                  <a:pt x="55457" y="1887365"/>
                  <a:pt x="126322" y="1905528"/>
                  <a:pt x="166372" y="1830814"/>
                </a:cubicBezTo>
                <a:cubicBezTo>
                  <a:pt x="206422" y="1756100"/>
                  <a:pt x="226925" y="1589561"/>
                  <a:pt x="240298" y="1467357"/>
                </a:cubicBezTo>
                <a:cubicBezTo>
                  <a:pt x="248857" y="1388780"/>
                  <a:pt x="247573" y="1309729"/>
                  <a:pt x="256025" y="1231074"/>
                </a:cubicBezTo>
                <a:cubicBezTo>
                  <a:pt x="267151" y="1126699"/>
                  <a:pt x="287586" y="1022560"/>
                  <a:pt x="334444" y="923787"/>
                </a:cubicBezTo>
                <a:cubicBezTo>
                  <a:pt x="382052" y="823278"/>
                  <a:pt x="452341" y="729790"/>
                  <a:pt x="536002" y="642930"/>
                </a:cubicBezTo>
                <a:cubicBezTo>
                  <a:pt x="644697" y="530035"/>
                  <a:pt x="772330" y="428264"/>
                  <a:pt x="905525" y="330673"/>
                </a:cubicBezTo>
                <a:cubicBezTo>
                  <a:pt x="1036152" y="234977"/>
                  <a:pt x="1170738" y="140700"/>
                  <a:pt x="1328753" y="71274"/>
                </a:cubicBezTo>
                <a:cubicBezTo>
                  <a:pt x="1406530" y="37114"/>
                  <a:pt x="1489763" y="8713"/>
                  <a:pt x="1579523" y="1849"/>
                </a:cubicBezTo>
                <a:cubicBezTo>
                  <a:pt x="1674952" y="-5409"/>
                  <a:pt x="1762787" y="8653"/>
                  <a:pt x="1855007" y="44846"/>
                </a:cubicBezTo>
                <a:cubicBezTo>
                  <a:pt x="1947227" y="81039"/>
                  <a:pt x="2093795" y="134511"/>
                  <a:pt x="2132845" y="219005"/>
                </a:cubicBezTo>
                <a:cubicBezTo>
                  <a:pt x="2185480" y="333083"/>
                  <a:pt x="2103209" y="478675"/>
                  <a:pt x="2108023" y="600012"/>
                </a:cubicBezTo>
                <a:cubicBezTo>
                  <a:pt x="2112409" y="709515"/>
                  <a:pt x="2148462" y="816809"/>
                  <a:pt x="2168469" y="925522"/>
                </a:cubicBezTo>
                <a:cubicBezTo>
                  <a:pt x="2186657" y="1024060"/>
                  <a:pt x="2195214" y="1123780"/>
                  <a:pt x="2184196" y="1222948"/>
                </a:cubicBezTo>
                <a:cubicBezTo>
                  <a:pt x="2171999" y="1331740"/>
                  <a:pt x="2135731" y="1438009"/>
                  <a:pt x="2083417" y="1540174"/>
                </a:cubicBezTo>
                <a:cubicBezTo>
                  <a:pt x="2024361" y="1655594"/>
                  <a:pt x="1670868" y="1960187"/>
                  <a:pt x="1567522" y="2057146"/>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4CD6CE17-F2EA-A63C-4FA9-2BDE7FBCA6BF}"/>
              </a:ext>
            </a:extLst>
          </p:cNvPr>
          <p:cNvSpPr/>
          <p:nvPr userDrawn="1"/>
        </p:nvSpPr>
        <p:spPr>
          <a:xfrm rot="5789114" flipH="1">
            <a:off x="273068" y="3259740"/>
            <a:ext cx="972416" cy="1528187"/>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130" h="2118604">
                <a:moveTo>
                  <a:pt x="203012" y="2037856"/>
                </a:moveTo>
                <a:cubicBezTo>
                  <a:pt x="123669" y="1957083"/>
                  <a:pt x="5922" y="1943228"/>
                  <a:pt x="683" y="1829690"/>
                </a:cubicBezTo>
                <a:cubicBezTo>
                  <a:pt x="-2079" y="1774255"/>
                  <a:pt x="3732" y="1718819"/>
                  <a:pt x="14495" y="1664146"/>
                </a:cubicBezTo>
                <a:cubicBezTo>
                  <a:pt x="40593" y="1532320"/>
                  <a:pt x="87552" y="1404780"/>
                  <a:pt x="97839" y="1271049"/>
                </a:cubicBezTo>
                <a:cubicBezTo>
                  <a:pt x="104982" y="1177895"/>
                  <a:pt x="94790" y="1084454"/>
                  <a:pt x="97839" y="991109"/>
                </a:cubicBezTo>
                <a:cubicBezTo>
                  <a:pt x="102411" y="851759"/>
                  <a:pt x="135177" y="714408"/>
                  <a:pt x="195756" y="588964"/>
                </a:cubicBezTo>
                <a:cubicBezTo>
                  <a:pt x="240809" y="495524"/>
                  <a:pt x="301674" y="410751"/>
                  <a:pt x="373778" y="336170"/>
                </a:cubicBezTo>
                <a:cubicBezTo>
                  <a:pt x="470742" y="235967"/>
                  <a:pt x="585614" y="155386"/>
                  <a:pt x="706867" y="86234"/>
                </a:cubicBezTo>
                <a:cubicBezTo>
                  <a:pt x="784020" y="42229"/>
                  <a:pt x="865363" y="1367"/>
                  <a:pt x="953755" y="33"/>
                </a:cubicBezTo>
                <a:cubicBezTo>
                  <a:pt x="1011667" y="-824"/>
                  <a:pt x="1070817" y="14892"/>
                  <a:pt x="1105965" y="60326"/>
                </a:cubicBezTo>
                <a:cubicBezTo>
                  <a:pt x="1140350" y="104903"/>
                  <a:pt x="1142445" y="164244"/>
                  <a:pt x="1146160" y="221204"/>
                </a:cubicBezTo>
                <a:cubicBezTo>
                  <a:pt x="1151113" y="297594"/>
                  <a:pt x="1160543" y="373604"/>
                  <a:pt x="1177783" y="448089"/>
                </a:cubicBezTo>
                <a:cubicBezTo>
                  <a:pt x="1204644" y="564199"/>
                  <a:pt x="1253888" y="673927"/>
                  <a:pt x="1281129" y="789941"/>
                </a:cubicBezTo>
                <a:cubicBezTo>
                  <a:pt x="1292940" y="840043"/>
                  <a:pt x="1300656" y="891097"/>
                  <a:pt x="1306942" y="942151"/>
                </a:cubicBezTo>
                <a:cubicBezTo>
                  <a:pt x="1320563" y="1051784"/>
                  <a:pt x="1328754" y="1162274"/>
                  <a:pt x="1321325" y="1272478"/>
                </a:cubicBezTo>
                <a:cubicBezTo>
                  <a:pt x="1312181" y="1407828"/>
                  <a:pt x="1279700" y="1541178"/>
                  <a:pt x="1215121" y="1660240"/>
                </a:cubicBezTo>
                <a:cubicBezTo>
                  <a:pt x="1179307" y="1726249"/>
                  <a:pt x="1163395" y="1767679"/>
                  <a:pt x="1085962" y="1844073"/>
                </a:cubicBezTo>
                <a:cubicBezTo>
                  <a:pt x="1008529" y="1920467"/>
                  <a:pt x="838061" y="2048786"/>
                  <a:pt x="750526" y="2118604"/>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5" name="Freeform: Shape 24">
            <a:extLst>
              <a:ext uri="{FF2B5EF4-FFF2-40B4-BE49-F238E27FC236}">
                <a16:creationId xmlns:a16="http://schemas.microsoft.com/office/drawing/2014/main" id="{41EABCA8-7625-2067-06B4-D5A9DB8E1973}"/>
              </a:ext>
            </a:extLst>
          </p:cNvPr>
          <p:cNvSpPr/>
          <p:nvPr userDrawn="1"/>
        </p:nvSpPr>
        <p:spPr>
          <a:xfrm rot="7307539" flipH="1">
            <a:off x="493257" y="3648352"/>
            <a:ext cx="335634" cy="490646"/>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8590" h="819436">
                <a:moveTo>
                  <a:pt x="23248" y="533652"/>
                </a:moveTo>
                <a:cubicBezTo>
                  <a:pt x="51728" y="446213"/>
                  <a:pt x="90685" y="362869"/>
                  <a:pt x="132310" y="280859"/>
                </a:cubicBezTo>
                <a:cubicBezTo>
                  <a:pt x="166028" y="214470"/>
                  <a:pt x="202223" y="148461"/>
                  <a:pt x="255754" y="97026"/>
                </a:cubicBezTo>
                <a:cubicBezTo>
                  <a:pt x="307855" y="46925"/>
                  <a:pt x="373578" y="11587"/>
                  <a:pt x="445206" y="2253"/>
                </a:cubicBezTo>
                <a:cubicBezTo>
                  <a:pt x="498546" y="-4701"/>
                  <a:pt x="552743" y="4062"/>
                  <a:pt x="597415" y="33875"/>
                </a:cubicBezTo>
                <a:cubicBezTo>
                  <a:pt x="657708" y="74071"/>
                  <a:pt x="691617" y="142937"/>
                  <a:pt x="703619" y="214851"/>
                </a:cubicBezTo>
                <a:cubicBezTo>
                  <a:pt x="715049" y="282954"/>
                  <a:pt x="705715" y="352296"/>
                  <a:pt x="686379" y="418781"/>
                </a:cubicBezTo>
                <a:cubicBezTo>
                  <a:pt x="665519" y="490790"/>
                  <a:pt x="634182" y="559846"/>
                  <a:pt x="585890" y="616996"/>
                </a:cubicBezTo>
                <a:cubicBezTo>
                  <a:pt x="523025" y="691386"/>
                  <a:pt x="437395" y="742155"/>
                  <a:pt x="347574" y="780731"/>
                </a:cubicBezTo>
                <a:cubicBezTo>
                  <a:pt x="289758" y="805591"/>
                  <a:pt x="228988" y="824831"/>
                  <a:pt x="166695" y="818069"/>
                </a:cubicBezTo>
                <a:cubicBezTo>
                  <a:pt x="102496" y="811115"/>
                  <a:pt x="41631" y="778445"/>
                  <a:pt x="14485" y="720438"/>
                </a:cubicBezTo>
                <a:cubicBezTo>
                  <a:pt x="-12661" y="662145"/>
                  <a:pt x="3055" y="595660"/>
                  <a:pt x="23248" y="533652"/>
                </a:cubicBezTo>
                <a:close/>
              </a:path>
            </a:pathLst>
          </a:custGeom>
          <a:noFill/>
          <a:ln w="6350" cap="rnd">
            <a:solidFill>
              <a:schemeClr val="tx1">
                <a:lumMod val="85000"/>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A0C11C12-76BA-9ED3-679E-D39CAD271664}"/>
              </a:ext>
            </a:extLst>
          </p:cNvPr>
          <p:cNvSpPr/>
          <p:nvPr userDrawn="1"/>
        </p:nvSpPr>
        <p:spPr>
          <a:xfrm rot="12483578" flipH="1">
            <a:off x="212271" y="3629103"/>
            <a:ext cx="946380" cy="709906"/>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856" h="635546">
                <a:moveTo>
                  <a:pt x="85286" y="512152"/>
                </a:moveTo>
                <a:cubicBezTo>
                  <a:pt x="124106" y="600304"/>
                  <a:pt x="193559" y="617824"/>
                  <a:pt x="236740" y="631376"/>
                </a:cubicBezTo>
                <a:cubicBezTo>
                  <a:pt x="279921" y="644928"/>
                  <a:pt x="314739" y="623651"/>
                  <a:pt x="344373" y="593467"/>
                </a:cubicBezTo>
                <a:cubicBezTo>
                  <a:pt x="374007" y="563283"/>
                  <a:pt x="413496" y="499039"/>
                  <a:pt x="414544" y="450271"/>
                </a:cubicBezTo>
                <a:cubicBezTo>
                  <a:pt x="416163" y="376738"/>
                  <a:pt x="411551" y="338238"/>
                  <a:pt x="399074" y="265944"/>
                </a:cubicBezTo>
                <a:cubicBezTo>
                  <a:pt x="388310" y="203841"/>
                  <a:pt x="340359" y="128332"/>
                  <a:pt x="300911" y="85027"/>
                </a:cubicBezTo>
                <a:cubicBezTo>
                  <a:pt x="261463" y="41722"/>
                  <a:pt x="211901" y="3209"/>
                  <a:pt x="162385" y="6115"/>
                </a:cubicBezTo>
                <a:cubicBezTo>
                  <a:pt x="112869" y="9021"/>
                  <a:pt x="27153" y="-40889"/>
                  <a:pt x="3817" y="102462"/>
                </a:cubicBezTo>
                <a:cubicBezTo>
                  <a:pt x="-16773" y="191568"/>
                  <a:pt x="51044" y="451970"/>
                  <a:pt x="85286" y="512152"/>
                </a:cubicBezTo>
                <a:close/>
              </a:path>
            </a:pathLst>
          </a:custGeom>
          <a:noFill/>
          <a:ln w="6350" cap="rnd">
            <a:solidFill>
              <a:schemeClr val="tx1">
                <a:lumMod val="85000"/>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8057C70F-29C8-C734-DC94-7799A28E91A6}"/>
              </a:ext>
            </a:extLst>
          </p:cNvPr>
          <p:cNvSpPr/>
          <p:nvPr userDrawn="1"/>
        </p:nvSpPr>
        <p:spPr>
          <a:xfrm rot="16589114" flipH="1">
            <a:off x="956744" y="1785154"/>
            <a:ext cx="516328" cy="2375659"/>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270944 w 1123765"/>
              <a:gd name="connsiteY4" fmla="*/ 127716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819454 w 976388"/>
              <a:gd name="connsiteY0" fmla="*/ 0 h 2498494"/>
              <a:gd name="connsiteX1" fmla="*/ 974855 w 976388"/>
              <a:gd name="connsiteY1" fmla="*/ 227283 h 2498494"/>
              <a:gd name="connsiteX2" fmla="*/ 691806 w 976388"/>
              <a:gd name="connsiteY2" fmla="*/ 442464 h 2498494"/>
              <a:gd name="connsiteX3" fmla="*/ 219665 w 976388"/>
              <a:gd name="connsiteY3" fmla="*/ 683669 h 2498494"/>
              <a:gd name="connsiteX4" fmla="*/ 270944 w 976388"/>
              <a:gd name="connsiteY4" fmla="*/ 1378809 h 2498494"/>
              <a:gd name="connsiteX5" fmla="*/ 39515 w 976388"/>
              <a:gd name="connsiteY5" fmla="*/ 1914154 h 2498494"/>
              <a:gd name="connsiteX6" fmla="*/ 134368 w 976388"/>
              <a:gd name="connsiteY6" fmla="*/ 2407268 h 2498494"/>
              <a:gd name="connsiteX7" fmla="*/ 683877 w 976388"/>
              <a:gd name="connsiteY7" fmla="*/ 2498494 h 2498494"/>
              <a:gd name="connsiteX0" fmla="*/ 819454 w 819453"/>
              <a:gd name="connsiteY0" fmla="*/ 0 h 2498494"/>
              <a:gd name="connsiteX1" fmla="*/ 465475 w 819453"/>
              <a:gd name="connsiteY1" fmla="*/ 128077 h 2498494"/>
              <a:gd name="connsiteX2" fmla="*/ 691806 w 819453"/>
              <a:gd name="connsiteY2" fmla="*/ 442464 h 2498494"/>
              <a:gd name="connsiteX3" fmla="*/ 219665 w 819453"/>
              <a:gd name="connsiteY3" fmla="*/ 683669 h 2498494"/>
              <a:gd name="connsiteX4" fmla="*/ 270944 w 819453"/>
              <a:gd name="connsiteY4" fmla="*/ 1378809 h 2498494"/>
              <a:gd name="connsiteX5" fmla="*/ 39515 w 819453"/>
              <a:gd name="connsiteY5" fmla="*/ 1914154 h 2498494"/>
              <a:gd name="connsiteX6" fmla="*/ 134368 w 819453"/>
              <a:gd name="connsiteY6" fmla="*/ 2407268 h 2498494"/>
              <a:gd name="connsiteX7" fmla="*/ 683877 w 819453"/>
              <a:gd name="connsiteY7" fmla="*/ 2498494 h 2498494"/>
              <a:gd name="connsiteX0" fmla="*/ 819454 w 819454"/>
              <a:gd name="connsiteY0" fmla="*/ 0 h 2498494"/>
              <a:gd name="connsiteX1" fmla="*/ 465475 w 819454"/>
              <a:gd name="connsiteY1" fmla="*/ 128077 h 2498494"/>
              <a:gd name="connsiteX2" fmla="*/ 219665 w 819454"/>
              <a:gd name="connsiteY2" fmla="*/ 683669 h 2498494"/>
              <a:gd name="connsiteX3" fmla="*/ 270944 w 819454"/>
              <a:gd name="connsiteY3" fmla="*/ 1378809 h 2498494"/>
              <a:gd name="connsiteX4" fmla="*/ 39515 w 819454"/>
              <a:gd name="connsiteY4" fmla="*/ 1914154 h 2498494"/>
              <a:gd name="connsiteX5" fmla="*/ 134368 w 819454"/>
              <a:gd name="connsiteY5" fmla="*/ 2407268 h 2498494"/>
              <a:gd name="connsiteX6" fmla="*/ 683877 w 819454"/>
              <a:gd name="connsiteY6" fmla="*/ 2498494 h 2498494"/>
              <a:gd name="connsiteX0" fmla="*/ 819454 w 819454"/>
              <a:gd name="connsiteY0" fmla="*/ 0 h 2493798"/>
              <a:gd name="connsiteX1" fmla="*/ 465475 w 819454"/>
              <a:gd name="connsiteY1" fmla="*/ 128077 h 2493798"/>
              <a:gd name="connsiteX2" fmla="*/ 219665 w 819454"/>
              <a:gd name="connsiteY2" fmla="*/ 683669 h 2493798"/>
              <a:gd name="connsiteX3" fmla="*/ 270944 w 819454"/>
              <a:gd name="connsiteY3" fmla="*/ 1378809 h 2493798"/>
              <a:gd name="connsiteX4" fmla="*/ 39515 w 819454"/>
              <a:gd name="connsiteY4" fmla="*/ 1914154 h 2493798"/>
              <a:gd name="connsiteX5" fmla="*/ 134368 w 819454"/>
              <a:gd name="connsiteY5" fmla="*/ 2407268 h 2493798"/>
              <a:gd name="connsiteX6" fmla="*/ 626387 w 819454"/>
              <a:gd name="connsiteY6" fmla="*/ 2493797 h 2493798"/>
              <a:gd name="connsiteX0" fmla="*/ 801425 w 801425"/>
              <a:gd name="connsiteY0" fmla="*/ 0 h 2493797"/>
              <a:gd name="connsiteX1" fmla="*/ 447446 w 801425"/>
              <a:gd name="connsiteY1" fmla="*/ 128077 h 2493797"/>
              <a:gd name="connsiteX2" fmla="*/ 201636 w 801425"/>
              <a:gd name="connsiteY2" fmla="*/ 683669 h 2493797"/>
              <a:gd name="connsiteX3" fmla="*/ 252915 w 801425"/>
              <a:gd name="connsiteY3" fmla="*/ 1378809 h 2493797"/>
              <a:gd name="connsiteX4" fmla="*/ 21486 w 801425"/>
              <a:gd name="connsiteY4" fmla="*/ 1914154 h 2493797"/>
              <a:gd name="connsiteX5" fmla="*/ 198002 w 801425"/>
              <a:gd name="connsiteY5" fmla="*/ 2386570 h 2493797"/>
              <a:gd name="connsiteX6" fmla="*/ 608358 w 801425"/>
              <a:gd name="connsiteY6" fmla="*/ 2493797 h 2493797"/>
              <a:gd name="connsiteX0" fmla="*/ 753946 w 753946"/>
              <a:gd name="connsiteY0" fmla="*/ 0 h 2493797"/>
              <a:gd name="connsiteX1" fmla="*/ 399967 w 753946"/>
              <a:gd name="connsiteY1" fmla="*/ 128077 h 2493797"/>
              <a:gd name="connsiteX2" fmla="*/ 154157 w 753946"/>
              <a:gd name="connsiteY2" fmla="*/ 683669 h 2493797"/>
              <a:gd name="connsiteX3" fmla="*/ 205436 w 753946"/>
              <a:gd name="connsiteY3" fmla="*/ 1378809 h 2493797"/>
              <a:gd name="connsiteX4" fmla="*/ 32701 w 753946"/>
              <a:gd name="connsiteY4" fmla="*/ 1925391 h 2493797"/>
              <a:gd name="connsiteX5" fmla="*/ 150523 w 753946"/>
              <a:gd name="connsiteY5" fmla="*/ 2386570 h 2493797"/>
              <a:gd name="connsiteX6" fmla="*/ 560879 w 753946"/>
              <a:gd name="connsiteY6" fmla="*/ 2493797 h 2493797"/>
              <a:gd name="connsiteX0" fmla="*/ 753946 w 753946"/>
              <a:gd name="connsiteY0" fmla="*/ 0 h 2493797"/>
              <a:gd name="connsiteX1" fmla="*/ 399967 w 753946"/>
              <a:gd name="connsiteY1" fmla="*/ 128077 h 2493797"/>
              <a:gd name="connsiteX2" fmla="*/ 154157 w 753946"/>
              <a:gd name="connsiteY2" fmla="*/ 683669 h 2493797"/>
              <a:gd name="connsiteX3" fmla="*/ 268805 w 753946"/>
              <a:gd name="connsiteY3" fmla="*/ 1388817 h 2493797"/>
              <a:gd name="connsiteX4" fmla="*/ 32701 w 753946"/>
              <a:gd name="connsiteY4" fmla="*/ 1925391 h 2493797"/>
              <a:gd name="connsiteX5" fmla="*/ 150523 w 753946"/>
              <a:gd name="connsiteY5" fmla="*/ 2386570 h 2493797"/>
              <a:gd name="connsiteX6" fmla="*/ 560879 w 753946"/>
              <a:gd name="connsiteY6" fmla="*/ 2493797 h 2493797"/>
              <a:gd name="connsiteX0" fmla="*/ 753946 w 753946"/>
              <a:gd name="connsiteY0" fmla="*/ 0 h 2493797"/>
              <a:gd name="connsiteX1" fmla="*/ 399967 w 753946"/>
              <a:gd name="connsiteY1" fmla="*/ 128077 h 2493797"/>
              <a:gd name="connsiteX2" fmla="*/ 211245 w 753946"/>
              <a:gd name="connsiteY2" fmla="*/ 662573 h 2493797"/>
              <a:gd name="connsiteX3" fmla="*/ 268805 w 753946"/>
              <a:gd name="connsiteY3" fmla="*/ 1388817 h 2493797"/>
              <a:gd name="connsiteX4" fmla="*/ 32701 w 753946"/>
              <a:gd name="connsiteY4" fmla="*/ 1925391 h 2493797"/>
              <a:gd name="connsiteX5" fmla="*/ 150523 w 753946"/>
              <a:gd name="connsiteY5" fmla="*/ 2386570 h 2493797"/>
              <a:gd name="connsiteX6" fmla="*/ 560879 w 753946"/>
              <a:gd name="connsiteY6" fmla="*/ 2493797 h 2493797"/>
              <a:gd name="connsiteX0" fmla="*/ 753946 w 753946"/>
              <a:gd name="connsiteY0" fmla="*/ 0 h 2493797"/>
              <a:gd name="connsiteX1" fmla="*/ 307447 w 753946"/>
              <a:gd name="connsiteY1" fmla="*/ 231612 h 2493797"/>
              <a:gd name="connsiteX2" fmla="*/ 211245 w 753946"/>
              <a:gd name="connsiteY2" fmla="*/ 662573 h 2493797"/>
              <a:gd name="connsiteX3" fmla="*/ 268805 w 753946"/>
              <a:gd name="connsiteY3" fmla="*/ 1388817 h 2493797"/>
              <a:gd name="connsiteX4" fmla="*/ 32701 w 753946"/>
              <a:gd name="connsiteY4" fmla="*/ 1925391 h 2493797"/>
              <a:gd name="connsiteX5" fmla="*/ 150523 w 753946"/>
              <a:gd name="connsiteY5" fmla="*/ 2386570 h 2493797"/>
              <a:gd name="connsiteX6" fmla="*/ 560879 w 753946"/>
              <a:gd name="connsiteY6" fmla="*/ 2493797 h 2493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3946" h="2493797">
                <a:moveTo>
                  <a:pt x="753946" y="0"/>
                </a:moveTo>
                <a:cubicBezTo>
                  <a:pt x="722923" y="26176"/>
                  <a:pt x="397897" y="121183"/>
                  <a:pt x="307447" y="231612"/>
                </a:cubicBezTo>
                <a:cubicBezTo>
                  <a:pt x="216997" y="342041"/>
                  <a:pt x="217685" y="469706"/>
                  <a:pt x="211245" y="662573"/>
                </a:cubicBezTo>
                <a:cubicBezTo>
                  <a:pt x="204805" y="855440"/>
                  <a:pt x="298562" y="1178347"/>
                  <a:pt x="268805" y="1388817"/>
                </a:cubicBezTo>
                <a:cubicBezTo>
                  <a:pt x="239048" y="1599287"/>
                  <a:pt x="166383" y="1707852"/>
                  <a:pt x="32701" y="1925391"/>
                </a:cubicBezTo>
                <a:cubicBezTo>
                  <a:pt x="-30590" y="2120817"/>
                  <a:pt x="-7506" y="2289764"/>
                  <a:pt x="150523" y="2386570"/>
                </a:cubicBezTo>
                <a:cubicBezTo>
                  <a:pt x="236802" y="2439260"/>
                  <a:pt x="544883" y="2471499"/>
                  <a:pt x="560879" y="2493797"/>
                </a:cubicBezTo>
              </a:path>
            </a:pathLst>
          </a:custGeom>
          <a:noFill/>
          <a:ln w="6350">
            <a:solidFill>
              <a:schemeClr val="tx1">
                <a:lumMod val="8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698E998-DC3C-49EE-8B73-4873A29EDA87}"/>
              </a:ext>
            </a:extLst>
          </p:cNvPr>
          <p:cNvSpPr/>
          <p:nvPr userDrawn="1"/>
        </p:nvSpPr>
        <p:spPr>
          <a:xfrm rot="15113807" flipH="1">
            <a:off x="34469" y="5924915"/>
            <a:ext cx="987835" cy="787565"/>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31758 w 836460"/>
              <a:gd name="connsiteY0" fmla="*/ 0 h 549008"/>
              <a:gd name="connsiteX1" fmla="*/ 33248 w 836460"/>
              <a:gd name="connsiteY1" fmla="*/ 506669 h 549008"/>
              <a:gd name="connsiteX2" fmla="*/ 343953 w 836460"/>
              <a:gd name="connsiteY2" fmla="*/ 501092 h 549008"/>
              <a:gd name="connsiteX3" fmla="*/ 569620 w 836460"/>
              <a:gd name="connsiteY3" fmla="*/ 338210 h 549008"/>
              <a:gd name="connsiteX4" fmla="*/ 836460 w 836460"/>
              <a:gd name="connsiteY4" fmla="*/ 67964 h 549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60" h="549008">
                <a:moveTo>
                  <a:pt x="31758" y="0"/>
                </a:moveTo>
                <a:cubicBezTo>
                  <a:pt x="-2236" y="320160"/>
                  <a:pt x="-18784" y="423154"/>
                  <a:pt x="33248" y="506669"/>
                </a:cubicBezTo>
                <a:cubicBezTo>
                  <a:pt x="85280" y="590184"/>
                  <a:pt x="254558" y="529168"/>
                  <a:pt x="343953" y="501092"/>
                </a:cubicBezTo>
                <a:cubicBezTo>
                  <a:pt x="433348" y="473016"/>
                  <a:pt x="467478" y="377144"/>
                  <a:pt x="569620" y="338210"/>
                </a:cubicBezTo>
                <a:cubicBezTo>
                  <a:pt x="673296" y="298691"/>
                  <a:pt x="778098" y="67158"/>
                  <a:pt x="836460" y="67964"/>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9" name="Freeform: Shape 28">
            <a:extLst>
              <a:ext uri="{FF2B5EF4-FFF2-40B4-BE49-F238E27FC236}">
                <a16:creationId xmlns:a16="http://schemas.microsoft.com/office/drawing/2014/main" id="{53C3439D-5AD4-D34F-D7F5-796D80E95F44}"/>
              </a:ext>
            </a:extLst>
          </p:cNvPr>
          <p:cNvSpPr/>
          <p:nvPr userDrawn="1"/>
        </p:nvSpPr>
        <p:spPr>
          <a:xfrm rot="5789114" flipH="1" flipV="1">
            <a:off x="-516682" y="2460989"/>
            <a:ext cx="4472039" cy="3975293"/>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244982 w 6961080"/>
              <a:gd name="connsiteY1" fmla="*/ 3155252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11098 w 6961080"/>
              <a:gd name="connsiteY2" fmla="*/ 3294888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627125 w 6961080"/>
              <a:gd name="connsiteY3" fmla="*/ 3336417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823149 w 6961080"/>
              <a:gd name="connsiteY4" fmla="*/ 3278220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27829 w 6961080"/>
              <a:gd name="connsiteY5" fmla="*/ 3151918 h 4699949"/>
              <a:gd name="connsiteX6" fmla="*/ 916208 w 6961080"/>
              <a:gd name="connsiteY6" fmla="*/ 2907506 h 4699949"/>
              <a:gd name="connsiteX7" fmla="*/ 878013 w 6961080"/>
              <a:gd name="connsiteY7" fmla="*/ 2648141 h 4699949"/>
              <a:gd name="connsiteX8" fmla="*/ 854772 w 6961080"/>
              <a:gd name="connsiteY8" fmla="*/ 2513457 h 4699949"/>
              <a:gd name="connsiteX9" fmla="*/ 854772 w 6961080"/>
              <a:gd name="connsiteY9" fmla="*/ 2408682 h 4699949"/>
              <a:gd name="connsiteX10" fmla="*/ 977740 w 6961080"/>
              <a:gd name="connsiteY10" fmla="*/ 2310575 h 4699949"/>
              <a:gd name="connsiteX11" fmla="*/ 1158810 w 6961080"/>
              <a:gd name="connsiteY11" fmla="*/ 2325529 h 4699949"/>
              <a:gd name="connsiteX12" fmla="*/ 1268443 w 6961080"/>
              <a:gd name="connsiteY12" fmla="*/ 2410301 h 4699949"/>
              <a:gd name="connsiteX13" fmla="*/ 1321592 w 6961080"/>
              <a:gd name="connsiteY13" fmla="*/ 2638044 h 4699949"/>
              <a:gd name="connsiteX14" fmla="*/ 1216913 w 6961080"/>
              <a:gd name="connsiteY14" fmla="*/ 2968847 h 4699949"/>
              <a:gd name="connsiteX15" fmla="*/ 1185385 w 6961080"/>
              <a:gd name="connsiteY15" fmla="*/ 3194971 h 4699949"/>
              <a:gd name="connsiteX16" fmla="*/ 1285111 w 6961080"/>
              <a:gd name="connsiteY16" fmla="*/ 3447669 h 4699949"/>
              <a:gd name="connsiteX17" fmla="*/ 1466182 w 6961080"/>
              <a:gd name="connsiteY17" fmla="*/ 3783425 h 4699949"/>
              <a:gd name="connsiteX18" fmla="*/ 1577529 w 6961080"/>
              <a:gd name="connsiteY18" fmla="*/ 4014502 h 4699949"/>
              <a:gd name="connsiteX19" fmla="*/ 1747931 w 6961080"/>
              <a:gd name="connsiteY19" fmla="*/ 4312634 h 4699949"/>
              <a:gd name="connsiteX20" fmla="*/ 1908237 w 6961080"/>
              <a:gd name="connsiteY20" fmla="*/ 4504182 h 4699949"/>
              <a:gd name="connsiteX21" fmla="*/ 2066161 w 6961080"/>
              <a:gd name="connsiteY21" fmla="*/ 4595146 h 4699949"/>
              <a:gd name="connsiteX22" fmla="*/ 2305430 w 6961080"/>
              <a:gd name="connsiteY22" fmla="*/ 4623912 h 4699949"/>
              <a:gd name="connsiteX23" fmla="*/ 2532696 w 6961080"/>
              <a:gd name="connsiteY23" fmla="*/ 4623912 h 4699949"/>
              <a:gd name="connsiteX24" fmla="*/ 2831114 w 6961080"/>
              <a:gd name="connsiteY24" fmla="*/ 4599528 h 4699949"/>
              <a:gd name="connsiteX25" fmla="*/ 2959035 w 6961080"/>
              <a:gd name="connsiteY25" fmla="*/ 4599528 h 4699949"/>
              <a:gd name="connsiteX26" fmla="*/ 3214781 w 6961080"/>
              <a:gd name="connsiteY26" fmla="*/ 4649534 h 4699949"/>
              <a:gd name="connsiteX27" fmla="*/ 3548728 w 6961080"/>
              <a:gd name="connsiteY27" fmla="*/ 4699826 h 4699949"/>
              <a:gd name="connsiteX28" fmla="*/ 3855814 w 6961080"/>
              <a:gd name="connsiteY28" fmla="*/ 4638008 h 4699949"/>
              <a:gd name="connsiteX29" fmla="*/ 4061173 w 6961080"/>
              <a:gd name="connsiteY29" fmla="*/ 4486371 h 4699949"/>
              <a:gd name="connsiteX30" fmla="*/ 4276533 w 6961080"/>
              <a:gd name="connsiteY30" fmla="*/ 4288917 h 4699949"/>
              <a:gd name="connsiteX31" fmla="*/ 4489893 w 6961080"/>
              <a:gd name="connsiteY31" fmla="*/ 4045553 h 4699949"/>
              <a:gd name="connsiteX32" fmla="*/ 4699253 w 6961080"/>
              <a:gd name="connsiteY32" fmla="*/ 3806190 h 4699949"/>
              <a:gd name="connsiteX33" fmla="*/ 5013292 w 6961080"/>
              <a:gd name="connsiteY33" fmla="*/ 3491960 h 4699949"/>
              <a:gd name="connsiteX34" fmla="*/ 5149880 w 6961080"/>
              <a:gd name="connsiteY34" fmla="*/ 3327368 h 4699949"/>
              <a:gd name="connsiteX35" fmla="*/ 5397149 w 6961080"/>
              <a:gd name="connsiteY35" fmla="*/ 3000185 h 4699949"/>
              <a:gd name="connsiteX36" fmla="*/ 5558694 w 6961080"/>
              <a:gd name="connsiteY36" fmla="*/ 2693003 h 4699949"/>
              <a:gd name="connsiteX37" fmla="*/ 5676327 w 6961080"/>
              <a:gd name="connsiteY37" fmla="*/ 2385822 h 4699949"/>
              <a:gd name="connsiteX38" fmla="*/ 5845777 w 6961080"/>
              <a:gd name="connsiteY38" fmla="*/ 2030730 h 4699949"/>
              <a:gd name="connsiteX39" fmla="*/ 6046183 w 6961080"/>
              <a:gd name="connsiteY39" fmla="*/ 1830229 h 4699949"/>
              <a:gd name="connsiteX40" fmla="*/ 6266496 w 6961080"/>
              <a:gd name="connsiteY40" fmla="*/ 1679639 h 4699949"/>
              <a:gd name="connsiteX41" fmla="*/ 6525671 w 6961080"/>
              <a:gd name="connsiteY41" fmla="*/ 1498092 h 4699949"/>
              <a:gd name="connsiteX42" fmla="*/ 6733031 w 6961080"/>
              <a:gd name="connsiteY42" fmla="*/ 1270635 h 4699949"/>
              <a:gd name="connsiteX43" fmla="*/ 6912482 w 6961080"/>
              <a:gd name="connsiteY43" fmla="*/ 947452 h 4699949"/>
              <a:gd name="connsiteX44" fmla="*/ 6960297 w 6961080"/>
              <a:gd name="connsiteY44" fmla="*/ 694087 h 4699949"/>
              <a:gd name="connsiteX45" fmla="*/ 6936389 w 6961080"/>
              <a:gd name="connsiteY45" fmla="*/ 492633 h 4699949"/>
              <a:gd name="connsiteX46" fmla="*/ 6744937 w 6961080"/>
              <a:gd name="connsiteY46" fmla="*/ 233267 h 4699949"/>
              <a:gd name="connsiteX47" fmla="*/ 6492144 w 6961080"/>
              <a:gd name="connsiteY47"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16208 w 6961080"/>
              <a:gd name="connsiteY5" fmla="*/ 2907506 h 4699949"/>
              <a:gd name="connsiteX6" fmla="*/ 878013 w 6961080"/>
              <a:gd name="connsiteY6" fmla="*/ 2648141 h 4699949"/>
              <a:gd name="connsiteX7" fmla="*/ 854772 w 6961080"/>
              <a:gd name="connsiteY7" fmla="*/ 2513457 h 4699949"/>
              <a:gd name="connsiteX8" fmla="*/ 854772 w 6961080"/>
              <a:gd name="connsiteY8" fmla="*/ 2408682 h 4699949"/>
              <a:gd name="connsiteX9" fmla="*/ 977740 w 6961080"/>
              <a:gd name="connsiteY9" fmla="*/ 2310575 h 4699949"/>
              <a:gd name="connsiteX10" fmla="*/ 1158810 w 6961080"/>
              <a:gd name="connsiteY10" fmla="*/ 2325529 h 4699949"/>
              <a:gd name="connsiteX11" fmla="*/ 1268443 w 6961080"/>
              <a:gd name="connsiteY11" fmla="*/ 2410301 h 4699949"/>
              <a:gd name="connsiteX12" fmla="*/ 1321592 w 6961080"/>
              <a:gd name="connsiteY12" fmla="*/ 2638044 h 4699949"/>
              <a:gd name="connsiteX13" fmla="*/ 1216913 w 6961080"/>
              <a:gd name="connsiteY13" fmla="*/ 2968847 h 4699949"/>
              <a:gd name="connsiteX14" fmla="*/ 1185385 w 6961080"/>
              <a:gd name="connsiteY14" fmla="*/ 3194971 h 4699949"/>
              <a:gd name="connsiteX15" fmla="*/ 1285111 w 6961080"/>
              <a:gd name="connsiteY15" fmla="*/ 3447669 h 4699949"/>
              <a:gd name="connsiteX16" fmla="*/ 1466182 w 6961080"/>
              <a:gd name="connsiteY16" fmla="*/ 3783425 h 4699949"/>
              <a:gd name="connsiteX17" fmla="*/ 1577529 w 6961080"/>
              <a:gd name="connsiteY17" fmla="*/ 4014502 h 4699949"/>
              <a:gd name="connsiteX18" fmla="*/ 1747931 w 6961080"/>
              <a:gd name="connsiteY18" fmla="*/ 4312634 h 4699949"/>
              <a:gd name="connsiteX19" fmla="*/ 1908237 w 6961080"/>
              <a:gd name="connsiteY19" fmla="*/ 4504182 h 4699949"/>
              <a:gd name="connsiteX20" fmla="*/ 2066161 w 6961080"/>
              <a:gd name="connsiteY20" fmla="*/ 4595146 h 4699949"/>
              <a:gd name="connsiteX21" fmla="*/ 2305430 w 6961080"/>
              <a:gd name="connsiteY21" fmla="*/ 4623912 h 4699949"/>
              <a:gd name="connsiteX22" fmla="*/ 2532696 w 6961080"/>
              <a:gd name="connsiteY22" fmla="*/ 4623912 h 4699949"/>
              <a:gd name="connsiteX23" fmla="*/ 2831114 w 6961080"/>
              <a:gd name="connsiteY23" fmla="*/ 4599528 h 4699949"/>
              <a:gd name="connsiteX24" fmla="*/ 2959035 w 6961080"/>
              <a:gd name="connsiteY24" fmla="*/ 4599528 h 4699949"/>
              <a:gd name="connsiteX25" fmla="*/ 3214781 w 6961080"/>
              <a:gd name="connsiteY25" fmla="*/ 4649534 h 4699949"/>
              <a:gd name="connsiteX26" fmla="*/ 3548728 w 6961080"/>
              <a:gd name="connsiteY26" fmla="*/ 4699826 h 4699949"/>
              <a:gd name="connsiteX27" fmla="*/ 3855814 w 6961080"/>
              <a:gd name="connsiteY27" fmla="*/ 4638008 h 4699949"/>
              <a:gd name="connsiteX28" fmla="*/ 4061173 w 6961080"/>
              <a:gd name="connsiteY28" fmla="*/ 4486371 h 4699949"/>
              <a:gd name="connsiteX29" fmla="*/ 4276533 w 6961080"/>
              <a:gd name="connsiteY29" fmla="*/ 4288917 h 4699949"/>
              <a:gd name="connsiteX30" fmla="*/ 4489893 w 6961080"/>
              <a:gd name="connsiteY30" fmla="*/ 4045553 h 4699949"/>
              <a:gd name="connsiteX31" fmla="*/ 4699253 w 6961080"/>
              <a:gd name="connsiteY31" fmla="*/ 3806190 h 4699949"/>
              <a:gd name="connsiteX32" fmla="*/ 5013292 w 6961080"/>
              <a:gd name="connsiteY32" fmla="*/ 3491960 h 4699949"/>
              <a:gd name="connsiteX33" fmla="*/ 5149880 w 6961080"/>
              <a:gd name="connsiteY33" fmla="*/ 3327368 h 4699949"/>
              <a:gd name="connsiteX34" fmla="*/ 5397149 w 6961080"/>
              <a:gd name="connsiteY34" fmla="*/ 3000185 h 4699949"/>
              <a:gd name="connsiteX35" fmla="*/ 5558694 w 6961080"/>
              <a:gd name="connsiteY35" fmla="*/ 2693003 h 4699949"/>
              <a:gd name="connsiteX36" fmla="*/ 5676327 w 6961080"/>
              <a:gd name="connsiteY36" fmla="*/ 2385822 h 4699949"/>
              <a:gd name="connsiteX37" fmla="*/ 5845777 w 6961080"/>
              <a:gd name="connsiteY37" fmla="*/ 2030730 h 4699949"/>
              <a:gd name="connsiteX38" fmla="*/ 6046183 w 6961080"/>
              <a:gd name="connsiteY38" fmla="*/ 1830229 h 4699949"/>
              <a:gd name="connsiteX39" fmla="*/ 6266496 w 6961080"/>
              <a:gd name="connsiteY39" fmla="*/ 1679639 h 4699949"/>
              <a:gd name="connsiteX40" fmla="*/ 6525671 w 6961080"/>
              <a:gd name="connsiteY40" fmla="*/ 1498092 h 4699949"/>
              <a:gd name="connsiteX41" fmla="*/ 6733031 w 6961080"/>
              <a:gd name="connsiteY41" fmla="*/ 1270635 h 4699949"/>
              <a:gd name="connsiteX42" fmla="*/ 6912482 w 6961080"/>
              <a:gd name="connsiteY42" fmla="*/ 947452 h 4699949"/>
              <a:gd name="connsiteX43" fmla="*/ 6960297 w 6961080"/>
              <a:gd name="connsiteY43" fmla="*/ 694087 h 4699949"/>
              <a:gd name="connsiteX44" fmla="*/ 6936389 w 6961080"/>
              <a:gd name="connsiteY44" fmla="*/ 492633 h 4699949"/>
              <a:gd name="connsiteX45" fmla="*/ 6744937 w 6961080"/>
              <a:gd name="connsiteY45" fmla="*/ 233267 h 4699949"/>
              <a:gd name="connsiteX46" fmla="*/ 6492144 w 6961080"/>
              <a:gd name="connsiteY46"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78013 w 6961080"/>
              <a:gd name="connsiteY5" fmla="*/ 2648141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854772 w 6961080"/>
              <a:gd name="connsiteY7" fmla="*/ 2408682 h 4699949"/>
              <a:gd name="connsiteX8" fmla="*/ 977740 w 6961080"/>
              <a:gd name="connsiteY8" fmla="*/ 2310575 h 4699949"/>
              <a:gd name="connsiteX9" fmla="*/ 1158810 w 6961080"/>
              <a:gd name="connsiteY9" fmla="*/ 2325529 h 4699949"/>
              <a:gd name="connsiteX10" fmla="*/ 1268443 w 6961080"/>
              <a:gd name="connsiteY10" fmla="*/ 2410301 h 4699949"/>
              <a:gd name="connsiteX11" fmla="*/ 1321592 w 6961080"/>
              <a:gd name="connsiteY11" fmla="*/ 2638044 h 4699949"/>
              <a:gd name="connsiteX12" fmla="*/ 1216913 w 6961080"/>
              <a:gd name="connsiteY12" fmla="*/ 2968847 h 4699949"/>
              <a:gd name="connsiteX13" fmla="*/ 1185385 w 6961080"/>
              <a:gd name="connsiteY13" fmla="*/ 3194971 h 4699949"/>
              <a:gd name="connsiteX14" fmla="*/ 1285111 w 6961080"/>
              <a:gd name="connsiteY14" fmla="*/ 3447669 h 4699949"/>
              <a:gd name="connsiteX15" fmla="*/ 1466182 w 6961080"/>
              <a:gd name="connsiteY15" fmla="*/ 3783425 h 4699949"/>
              <a:gd name="connsiteX16" fmla="*/ 1577529 w 6961080"/>
              <a:gd name="connsiteY16" fmla="*/ 4014502 h 4699949"/>
              <a:gd name="connsiteX17" fmla="*/ 1747931 w 6961080"/>
              <a:gd name="connsiteY17" fmla="*/ 4312634 h 4699949"/>
              <a:gd name="connsiteX18" fmla="*/ 1908237 w 6961080"/>
              <a:gd name="connsiteY18" fmla="*/ 4504182 h 4699949"/>
              <a:gd name="connsiteX19" fmla="*/ 2066161 w 6961080"/>
              <a:gd name="connsiteY19" fmla="*/ 4595146 h 4699949"/>
              <a:gd name="connsiteX20" fmla="*/ 2305430 w 6961080"/>
              <a:gd name="connsiteY20" fmla="*/ 4623912 h 4699949"/>
              <a:gd name="connsiteX21" fmla="*/ 2532696 w 6961080"/>
              <a:gd name="connsiteY21" fmla="*/ 4623912 h 4699949"/>
              <a:gd name="connsiteX22" fmla="*/ 2831114 w 6961080"/>
              <a:gd name="connsiteY22" fmla="*/ 4599528 h 4699949"/>
              <a:gd name="connsiteX23" fmla="*/ 2959035 w 6961080"/>
              <a:gd name="connsiteY23" fmla="*/ 4599528 h 4699949"/>
              <a:gd name="connsiteX24" fmla="*/ 3214781 w 6961080"/>
              <a:gd name="connsiteY24" fmla="*/ 4649534 h 4699949"/>
              <a:gd name="connsiteX25" fmla="*/ 3548728 w 6961080"/>
              <a:gd name="connsiteY25" fmla="*/ 4699826 h 4699949"/>
              <a:gd name="connsiteX26" fmla="*/ 3855814 w 6961080"/>
              <a:gd name="connsiteY26" fmla="*/ 4638008 h 4699949"/>
              <a:gd name="connsiteX27" fmla="*/ 4061173 w 6961080"/>
              <a:gd name="connsiteY27" fmla="*/ 4486371 h 4699949"/>
              <a:gd name="connsiteX28" fmla="*/ 4276533 w 6961080"/>
              <a:gd name="connsiteY28" fmla="*/ 4288917 h 4699949"/>
              <a:gd name="connsiteX29" fmla="*/ 4489893 w 6961080"/>
              <a:gd name="connsiteY29" fmla="*/ 4045553 h 4699949"/>
              <a:gd name="connsiteX30" fmla="*/ 4699253 w 6961080"/>
              <a:gd name="connsiteY30" fmla="*/ 3806190 h 4699949"/>
              <a:gd name="connsiteX31" fmla="*/ 5013292 w 6961080"/>
              <a:gd name="connsiteY31" fmla="*/ 3491960 h 4699949"/>
              <a:gd name="connsiteX32" fmla="*/ 5149880 w 6961080"/>
              <a:gd name="connsiteY32" fmla="*/ 3327368 h 4699949"/>
              <a:gd name="connsiteX33" fmla="*/ 5397149 w 6961080"/>
              <a:gd name="connsiteY33" fmla="*/ 3000185 h 4699949"/>
              <a:gd name="connsiteX34" fmla="*/ 5558694 w 6961080"/>
              <a:gd name="connsiteY34" fmla="*/ 2693003 h 4699949"/>
              <a:gd name="connsiteX35" fmla="*/ 5676327 w 6961080"/>
              <a:gd name="connsiteY35" fmla="*/ 2385822 h 4699949"/>
              <a:gd name="connsiteX36" fmla="*/ 5845777 w 6961080"/>
              <a:gd name="connsiteY36" fmla="*/ 2030730 h 4699949"/>
              <a:gd name="connsiteX37" fmla="*/ 6046183 w 6961080"/>
              <a:gd name="connsiteY37" fmla="*/ 1830229 h 4699949"/>
              <a:gd name="connsiteX38" fmla="*/ 6266496 w 6961080"/>
              <a:gd name="connsiteY38" fmla="*/ 1679639 h 4699949"/>
              <a:gd name="connsiteX39" fmla="*/ 6525671 w 6961080"/>
              <a:gd name="connsiteY39" fmla="*/ 1498092 h 4699949"/>
              <a:gd name="connsiteX40" fmla="*/ 6733031 w 6961080"/>
              <a:gd name="connsiteY40" fmla="*/ 1270635 h 4699949"/>
              <a:gd name="connsiteX41" fmla="*/ 6912482 w 6961080"/>
              <a:gd name="connsiteY41" fmla="*/ 947452 h 4699949"/>
              <a:gd name="connsiteX42" fmla="*/ 6960297 w 6961080"/>
              <a:gd name="connsiteY42" fmla="*/ 694087 h 4699949"/>
              <a:gd name="connsiteX43" fmla="*/ 6936389 w 6961080"/>
              <a:gd name="connsiteY43" fmla="*/ 492633 h 4699949"/>
              <a:gd name="connsiteX44" fmla="*/ 6744937 w 6961080"/>
              <a:gd name="connsiteY44" fmla="*/ 233267 h 4699949"/>
              <a:gd name="connsiteX45" fmla="*/ 6492144 w 6961080"/>
              <a:gd name="connsiteY45"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89630 w 6961080"/>
              <a:gd name="connsiteY1" fmla="*/ 2658543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907628 w 6961080"/>
              <a:gd name="connsiteY5" fmla="*/ 2753450 h 4699949"/>
              <a:gd name="connsiteX6" fmla="*/ 854772 w 6961080"/>
              <a:gd name="connsiteY6" fmla="*/ 2513457 h 4699949"/>
              <a:gd name="connsiteX7" fmla="*/ 977740 w 6961080"/>
              <a:gd name="connsiteY7" fmla="*/ 2310575 h 4699949"/>
              <a:gd name="connsiteX8" fmla="*/ 1158810 w 6961080"/>
              <a:gd name="connsiteY8" fmla="*/ 2325529 h 4699949"/>
              <a:gd name="connsiteX9" fmla="*/ 1268443 w 6961080"/>
              <a:gd name="connsiteY9" fmla="*/ 2410301 h 4699949"/>
              <a:gd name="connsiteX10" fmla="*/ 1321592 w 6961080"/>
              <a:gd name="connsiteY10" fmla="*/ 2638044 h 4699949"/>
              <a:gd name="connsiteX11" fmla="*/ 1216913 w 6961080"/>
              <a:gd name="connsiteY11" fmla="*/ 2968847 h 4699949"/>
              <a:gd name="connsiteX12" fmla="*/ 1185385 w 6961080"/>
              <a:gd name="connsiteY12" fmla="*/ 3194971 h 4699949"/>
              <a:gd name="connsiteX13" fmla="*/ 1285111 w 6961080"/>
              <a:gd name="connsiteY13" fmla="*/ 3447669 h 4699949"/>
              <a:gd name="connsiteX14" fmla="*/ 1466182 w 6961080"/>
              <a:gd name="connsiteY14" fmla="*/ 3783425 h 4699949"/>
              <a:gd name="connsiteX15" fmla="*/ 1577529 w 6961080"/>
              <a:gd name="connsiteY15" fmla="*/ 4014502 h 4699949"/>
              <a:gd name="connsiteX16" fmla="*/ 1747931 w 6961080"/>
              <a:gd name="connsiteY16" fmla="*/ 4312634 h 4699949"/>
              <a:gd name="connsiteX17" fmla="*/ 1908237 w 6961080"/>
              <a:gd name="connsiteY17" fmla="*/ 4504182 h 4699949"/>
              <a:gd name="connsiteX18" fmla="*/ 2066161 w 6961080"/>
              <a:gd name="connsiteY18" fmla="*/ 4595146 h 4699949"/>
              <a:gd name="connsiteX19" fmla="*/ 2305430 w 6961080"/>
              <a:gd name="connsiteY19" fmla="*/ 4623912 h 4699949"/>
              <a:gd name="connsiteX20" fmla="*/ 2532696 w 6961080"/>
              <a:gd name="connsiteY20" fmla="*/ 4623912 h 4699949"/>
              <a:gd name="connsiteX21" fmla="*/ 2831114 w 6961080"/>
              <a:gd name="connsiteY21" fmla="*/ 4599528 h 4699949"/>
              <a:gd name="connsiteX22" fmla="*/ 2959035 w 6961080"/>
              <a:gd name="connsiteY22" fmla="*/ 4599528 h 4699949"/>
              <a:gd name="connsiteX23" fmla="*/ 3214781 w 6961080"/>
              <a:gd name="connsiteY23" fmla="*/ 4649534 h 4699949"/>
              <a:gd name="connsiteX24" fmla="*/ 3548728 w 6961080"/>
              <a:gd name="connsiteY24" fmla="*/ 4699826 h 4699949"/>
              <a:gd name="connsiteX25" fmla="*/ 3855814 w 6961080"/>
              <a:gd name="connsiteY25" fmla="*/ 4638008 h 4699949"/>
              <a:gd name="connsiteX26" fmla="*/ 4061173 w 6961080"/>
              <a:gd name="connsiteY26" fmla="*/ 4486371 h 4699949"/>
              <a:gd name="connsiteX27" fmla="*/ 4276533 w 6961080"/>
              <a:gd name="connsiteY27" fmla="*/ 4288917 h 4699949"/>
              <a:gd name="connsiteX28" fmla="*/ 4489893 w 6961080"/>
              <a:gd name="connsiteY28" fmla="*/ 4045553 h 4699949"/>
              <a:gd name="connsiteX29" fmla="*/ 4699253 w 6961080"/>
              <a:gd name="connsiteY29" fmla="*/ 3806190 h 4699949"/>
              <a:gd name="connsiteX30" fmla="*/ 5013292 w 6961080"/>
              <a:gd name="connsiteY30" fmla="*/ 3491960 h 4699949"/>
              <a:gd name="connsiteX31" fmla="*/ 5149880 w 6961080"/>
              <a:gd name="connsiteY31" fmla="*/ 3327368 h 4699949"/>
              <a:gd name="connsiteX32" fmla="*/ 5397149 w 6961080"/>
              <a:gd name="connsiteY32" fmla="*/ 3000185 h 4699949"/>
              <a:gd name="connsiteX33" fmla="*/ 5558694 w 6961080"/>
              <a:gd name="connsiteY33" fmla="*/ 2693003 h 4699949"/>
              <a:gd name="connsiteX34" fmla="*/ 5676327 w 6961080"/>
              <a:gd name="connsiteY34" fmla="*/ 2385822 h 4699949"/>
              <a:gd name="connsiteX35" fmla="*/ 5845777 w 6961080"/>
              <a:gd name="connsiteY35" fmla="*/ 2030730 h 4699949"/>
              <a:gd name="connsiteX36" fmla="*/ 6046183 w 6961080"/>
              <a:gd name="connsiteY36" fmla="*/ 1830229 h 4699949"/>
              <a:gd name="connsiteX37" fmla="*/ 6266496 w 6961080"/>
              <a:gd name="connsiteY37" fmla="*/ 1679639 h 4699949"/>
              <a:gd name="connsiteX38" fmla="*/ 6525671 w 6961080"/>
              <a:gd name="connsiteY38" fmla="*/ 1498092 h 4699949"/>
              <a:gd name="connsiteX39" fmla="*/ 6733031 w 6961080"/>
              <a:gd name="connsiteY39" fmla="*/ 1270635 h 4699949"/>
              <a:gd name="connsiteX40" fmla="*/ 6912482 w 6961080"/>
              <a:gd name="connsiteY40" fmla="*/ 947452 h 4699949"/>
              <a:gd name="connsiteX41" fmla="*/ 6960297 w 6961080"/>
              <a:gd name="connsiteY41" fmla="*/ 694087 h 4699949"/>
              <a:gd name="connsiteX42" fmla="*/ 6936389 w 6961080"/>
              <a:gd name="connsiteY42" fmla="*/ 492633 h 4699949"/>
              <a:gd name="connsiteX43" fmla="*/ 6744937 w 6961080"/>
              <a:gd name="connsiteY43" fmla="*/ 233267 h 4699949"/>
              <a:gd name="connsiteX44" fmla="*/ 6492144 w 6961080"/>
              <a:gd name="connsiteY44"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46004 w 6961080"/>
              <a:gd name="connsiteY3" fmla="*/ 3143351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276533 w 6961080"/>
              <a:gd name="connsiteY26" fmla="*/ 4288917 h 4699949"/>
              <a:gd name="connsiteX27" fmla="*/ 4489893 w 6961080"/>
              <a:gd name="connsiteY27" fmla="*/ 4045553 h 4699949"/>
              <a:gd name="connsiteX28" fmla="*/ 4699253 w 6961080"/>
              <a:gd name="connsiteY28" fmla="*/ 3806190 h 4699949"/>
              <a:gd name="connsiteX29" fmla="*/ 5013292 w 6961080"/>
              <a:gd name="connsiteY29" fmla="*/ 3491960 h 4699949"/>
              <a:gd name="connsiteX30" fmla="*/ 5149880 w 6961080"/>
              <a:gd name="connsiteY30" fmla="*/ 3327368 h 4699949"/>
              <a:gd name="connsiteX31" fmla="*/ 5397149 w 6961080"/>
              <a:gd name="connsiteY31" fmla="*/ 3000185 h 4699949"/>
              <a:gd name="connsiteX32" fmla="*/ 5558694 w 6961080"/>
              <a:gd name="connsiteY32" fmla="*/ 2693003 h 4699949"/>
              <a:gd name="connsiteX33" fmla="*/ 5676327 w 6961080"/>
              <a:gd name="connsiteY33" fmla="*/ 2385822 h 4699949"/>
              <a:gd name="connsiteX34" fmla="*/ 5845777 w 6961080"/>
              <a:gd name="connsiteY34" fmla="*/ 2030730 h 4699949"/>
              <a:gd name="connsiteX35" fmla="*/ 6046183 w 6961080"/>
              <a:gd name="connsiteY35" fmla="*/ 1830229 h 4699949"/>
              <a:gd name="connsiteX36" fmla="*/ 6266496 w 6961080"/>
              <a:gd name="connsiteY36" fmla="*/ 1679639 h 4699949"/>
              <a:gd name="connsiteX37" fmla="*/ 6525671 w 6961080"/>
              <a:gd name="connsiteY37" fmla="*/ 1498092 h 4699949"/>
              <a:gd name="connsiteX38" fmla="*/ 6733031 w 6961080"/>
              <a:gd name="connsiteY38" fmla="*/ 1270635 h 4699949"/>
              <a:gd name="connsiteX39" fmla="*/ 6912482 w 6961080"/>
              <a:gd name="connsiteY39" fmla="*/ 947452 h 4699949"/>
              <a:gd name="connsiteX40" fmla="*/ 6960297 w 6961080"/>
              <a:gd name="connsiteY40" fmla="*/ 694087 h 4699949"/>
              <a:gd name="connsiteX41" fmla="*/ 6936389 w 6961080"/>
              <a:gd name="connsiteY41" fmla="*/ 492633 h 4699949"/>
              <a:gd name="connsiteX42" fmla="*/ 6744937 w 6961080"/>
              <a:gd name="connsiteY42" fmla="*/ 233267 h 4699949"/>
              <a:gd name="connsiteX43" fmla="*/ 6492144 w 6961080"/>
              <a:gd name="connsiteY43" fmla="*/ 0 h 4699949"/>
              <a:gd name="connsiteX0" fmla="*/ 0 w 6961080"/>
              <a:gd name="connsiteY0" fmla="*/ 2820372 h 4699949"/>
              <a:gd name="connsiteX1" fmla="*/ 475466 w 6961080"/>
              <a:gd name="connsiteY1" fmla="*/ 2583071 h 4699949"/>
              <a:gd name="connsiteX2" fmla="*/ 476767 w 6961080"/>
              <a:gd name="connsiteY2" fmla="*/ 2949123 h 4699949"/>
              <a:gd name="connsiteX3" fmla="*/ 565833 w 6961080"/>
              <a:gd name="connsiteY3" fmla="*/ 3053950 h 4699949"/>
              <a:gd name="connsiteX4" fmla="*/ 730441 w 6961080"/>
              <a:gd name="connsiteY4" fmla="*/ 2879801 h 4699949"/>
              <a:gd name="connsiteX5" fmla="*/ 854772 w 6961080"/>
              <a:gd name="connsiteY5" fmla="*/ 2513457 h 4699949"/>
              <a:gd name="connsiteX6" fmla="*/ 977740 w 6961080"/>
              <a:gd name="connsiteY6" fmla="*/ 2310575 h 4699949"/>
              <a:gd name="connsiteX7" fmla="*/ 1158810 w 6961080"/>
              <a:gd name="connsiteY7" fmla="*/ 2325529 h 4699949"/>
              <a:gd name="connsiteX8" fmla="*/ 1268443 w 6961080"/>
              <a:gd name="connsiteY8" fmla="*/ 2410301 h 4699949"/>
              <a:gd name="connsiteX9" fmla="*/ 1321592 w 6961080"/>
              <a:gd name="connsiteY9" fmla="*/ 2638044 h 4699949"/>
              <a:gd name="connsiteX10" fmla="*/ 1216913 w 6961080"/>
              <a:gd name="connsiteY10" fmla="*/ 2968847 h 4699949"/>
              <a:gd name="connsiteX11" fmla="*/ 1185385 w 6961080"/>
              <a:gd name="connsiteY11" fmla="*/ 3194971 h 4699949"/>
              <a:gd name="connsiteX12" fmla="*/ 1285111 w 6961080"/>
              <a:gd name="connsiteY12" fmla="*/ 3447669 h 4699949"/>
              <a:gd name="connsiteX13" fmla="*/ 1466182 w 6961080"/>
              <a:gd name="connsiteY13" fmla="*/ 3783425 h 4699949"/>
              <a:gd name="connsiteX14" fmla="*/ 1577529 w 6961080"/>
              <a:gd name="connsiteY14" fmla="*/ 4014502 h 4699949"/>
              <a:gd name="connsiteX15" fmla="*/ 1747931 w 6961080"/>
              <a:gd name="connsiteY15" fmla="*/ 4312634 h 4699949"/>
              <a:gd name="connsiteX16" fmla="*/ 1908237 w 6961080"/>
              <a:gd name="connsiteY16" fmla="*/ 4504182 h 4699949"/>
              <a:gd name="connsiteX17" fmla="*/ 2066161 w 6961080"/>
              <a:gd name="connsiteY17" fmla="*/ 4595146 h 4699949"/>
              <a:gd name="connsiteX18" fmla="*/ 2305430 w 6961080"/>
              <a:gd name="connsiteY18" fmla="*/ 4623912 h 4699949"/>
              <a:gd name="connsiteX19" fmla="*/ 2532696 w 6961080"/>
              <a:gd name="connsiteY19" fmla="*/ 4623912 h 4699949"/>
              <a:gd name="connsiteX20" fmla="*/ 2831114 w 6961080"/>
              <a:gd name="connsiteY20" fmla="*/ 4599528 h 4699949"/>
              <a:gd name="connsiteX21" fmla="*/ 2959035 w 6961080"/>
              <a:gd name="connsiteY21" fmla="*/ 4599528 h 4699949"/>
              <a:gd name="connsiteX22" fmla="*/ 3214781 w 6961080"/>
              <a:gd name="connsiteY22" fmla="*/ 4649534 h 4699949"/>
              <a:gd name="connsiteX23" fmla="*/ 3548728 w 6961080"/>
              <a:gd name="connsiteY23" fmla="*/ 4699826 h 4699949"/>
              <a:gd name="connsiteX24" fmla="*/ 3855814 w 6961080"/>
              <a:gd name="connsiteY24" fmla="*/ 4638008 h 4699949"/>
              <a:gd name="connsiteX25" fmla="*/ 4061173 w 6961080"/>
              <a:gd name="connsiteY25" fmla="*/ 4486371 h 4699949"/>
              <a:gd name="connsiteX26" fmla="*/ 4489893 w 6961080"/>
              <a:gd name="connsiteY26" fmla="*/ 4045553 h 4699949"/>
              <a:gd name="connsiteX27" fmla="*/ 4699253 w 6961080"/>
              <a:gd name="connsiteY27" fmla="*/ 3806190 h 4699949"/>
              <a:gd name="connsiteX28" fmla="*/ 5013292 w 6961080"/>
              <a:gd name="connsiteY28" fmla="*/ 3491960 h 4699949"/>
              <a:gd name="connsiteX29" fmla="*/ 5149880 w 6961080"/>
              <a:gd name="connsiteY29" fmla="*/ 3327368 h 4699949"/>
              <a:gd name="connsiteX30" fmla="*/ 5397149 w 6961080"/>
              <a:gd name="connsiteY30" fmla="*/ 3000185 h 4699949"/>
              <a:gd name="connsiteX31" fmla="*/ 5558694 w 6961080"/>
              <a:gd name="connsiteY31" fmla="*/ 2693003 h 4699949"/>
              <a:gd name="connsiteX32" fmla="*/ 5676327 w 6961080"/>
              <a:gd name="connsiteY32" fmla="*/ 2385822 h 4699949"/>
              <a:gd name="connsiteX33" fmla="*/ 5845777 w 6961080"/>
              <a:gd name="connsiteY33" fmla="*/ 2030730 h 4699949"/>
              <a:gd name="connsiteX34" fmla="*/ 6046183 w 6961080"/>
              <a:gd name="connsiteY34" fmla="*/ 1830229 h 4699949"/>
              <a:gd name="connsiteX35" fmla="*/ 6266496 w 6961080"/>
              <a:gd name="connsiteY35" fmla="*/ 1679639 h 4699949"/>
              <a:gd name="connsiteX36" fmla="*/ 6525671 w 6961080"/>
              <a:gd name="connsiteY36" fmla="*/ 1498092 h 4699949"/>
              <a:gd name="connsiteX37" fmla="*/ 6733031 w 6961080"/>
              <a:gd name="connsiteY37" fmla="*/ 1270635 h 4699949"/>
              <a:gd name="connsiteX38" fmla="*/ 6912482 w 6961080"/>
              <a:gd name="connsiteY38" fmla="*/ 947452 h 4699949"/>
              <a:gd name="connsiteX39" fmla="*/ 6960297 w 6961080"/>
              <a:gd name="connsiteY39" fmla="*/ 694087 h 4699949"/>
              <a:gd name="connsiteX40" fmla="*/ 6936389 w 6961080"/>
              <a:gd name="connsiteY40" fmla="*/ 492633 h 4699949"/>
              <a:gd name="connsiteX41" fmla="*/ 6744937 w 6961080"/>
              <a:gd name="connsiteY41" fmla="*/ 233267 h 4699949"/>
              <a:gd name="connsiteX42" fmla="*/ 6492144 w 6961080"/>
              <a:gd name="connsiteY42" fmla="*/ 0 h 4699949"/>
              <a:gd name="connsiteX0" fmla="*/ 0 w 6961080"/>
              <a:gd name="connsiteY0" fmla="*/ 2820372 h 4710687"/>
              <a:gd name="connsiteX1" fmla="*/ 475466 w 6961080"/>
              <a:gd name="connsiteY1" fmla="*/ 2583071 h 4710687"/>
              <a:gd name="connsiteX2" fmla="*/ 476767 w 6961080"/>
              <a:gd name="connsiteY2" fmla="*/ 2949123 h 4710687"/>
              <a:gd name="connsiteX3" fmla="*/ 565833 w 6961080"/>
              <a:gd name="connsiteY3" fmla="*/ 3053950 h 4710687"/>
              <a:gd name="connsiteX4" fmla="*/ 730441 w 6961080"/>
              <a:gd name="connsiteY4" fmla="*/ 2879801 h 4710687"/>
              <a:gd name="connsiteX5" fmla="*/ 854772 w 6961080"/>
              <a:gd name="connsiteY5" fmla="*/ 2513457 h 4710687"/>
              <a:gd name="connsiteX6" fmla="*/ 977740 w 6961080"/>
              <a:gd name="connsiteY6" fmla="*/ 2310575 h 4710687"/>
              <a:gd name="connsiteX7" fmla="*/ 1158810 w 6961080"/>
              <a:gd name="connsiteY7" fmla="*/ 2325529 h 4710687"/>
              <a:gd name="connsiteX8" fmla="*/ 1268443 w 6961080"/>
              <a:gd name="connsiteY8" fmla="*/ 2410301 h 4710687"/>
              <a:gd name="connsiteX9" fmla="*/ 1321592 w 6961080"/>
              <a:gd name="connsiteY9" fmla="*/ 2638044 h 4710687"/>
              <a:gd name="connsiteX10" fmla="*/ 1216913 w 6961080"/>
              <a:gd name="connsiteY10" fmla="*/ 2968847 h 4710687"/>
              <a:gd name="connsiteX11" fmla="*/ 1185385 w 6961080"/>
              <a:gd name="connsiteY11" fmla="*/ 3194971 h 4710687"/>
              <a:gd name="connsiteX12" fmla="*/ 1285111 w 6961080"/>
              <a:gd name="connsiteY12" fmla="*/ 3447669 h 4710687"/>
              <a:gd name="connsiteX13" fmla="*/ 1466182 w 6961080"/>
              <a:gd name="connsiteY13" fmla="*/ 3783425 h 4710687"/>
              <a:gd name="connsiteX14" fmla="*/ 1577529 w 6961080"/>
              <a:gd name="connsiteY14" fmla="*/ 4014502 h 4710687"/>
              <a:gd name="connsiteX15" fmla="*/ 1747931 w 6961080"/>
              <a:gd name="connsiteY15" fmla="*/ 4312634 h 4710687"/>
              <a:gd name="connsiteX16" fmla="*/ 1908237 w 6961080"/>
              <a:gd name="connsiteY16" fmla="*/ 4504182 h 4710687"/>
              <a:gd name="connsiteX17" fmla="*/ 2066161 w 6961080"/>
              <a:gd name="connsiteY17" fmla="*/ 4595146 h 4710687"/>
              <a:gd name="connsiteX18" fmla="*/ 2305430 w 6961080"/>
              <a:gd name="connsiteY18" fmla="*/ 4623912 h 4710687"/>
              <a:gd name="connsiteX19" fmla="*/ 2532696 w 6961080"/>
              <a:gd name="connsiteY19" fmla="*/ 4623912 h 4710687"/>
              <a:gd name="connsiteX20" fmla="*/ 2831114 w 6961080"/>
              <a:gd name="connsiteY20" fmla="*/ 4599528 h 4710687"/>
              <a:gd name="connsiteX21" fmla="*/ 2959035 w 6961080"/>
              <a:gd name="connsiteY21" fmla="*/ 4599528 h 4710687"/>
              <a:gd name="connsiteX22" fmla="*/ 3214781 w 6961080"/>
              <a:gd name="connsiteY22" fmla="*/ 4649534 h 4710687"/>
              <a:gd name="connsiteX23" fmla="*/ 3548728 w 6961080"/>
              <a:gd name="connsiteY23" fmla="*/ 4699826 h 4710687"/>
              <a:gd name="connsiteX24" fmla="*/ 3855814 w 6961080"/>
              <a:gd name="connsiteY24" fmla="*/ 4638008 h 4710687"/>
              <a:gd name="connsiteX25" fmla="*/ 4489893 w 6961080"/>
              <a:gd name="connsiteY25" fmla="*/ 4045553 h 4710687"/>
              <a:gd name="connsiteX26" fmla="*/ 4699253 w 6961080"/>
              <a:gd name="connsiteY26" fmla="*/ 3806190 h 4710687"/>
              <a:gd name="connsiteX27" fmla="*/ 5013292 w 6961080"/>
              <a:gd name="connsiteY27" fmla="*/ 3491960 h 4710687"/>
              <a:gd name="connsiteX28" fmla="*/ 5149880 w 6961080"/>
              <a:gd name="connsiteY28" fmla="*/ 3327368 h 4710687"/>
              <a:gd name="connsiteX29" fmla="*/ 5397149 w 6961080"/>
              <a:gd name="connsiteY29" fmla="*/ 3000185 h 4710687"/>
              <a:gd name="connsiteX30" fmla="*/ 5558694 w 6961080"/>
              <a:gd name="connsiteY30" fmla="*/ 2693003 h 4710687"/>
              <a:gd name="connsiteX31" fmla="*/ 5676327 w 6961080"/>
              <a:gd name="connsiteY31" fmla="*/ 2385822 h 4710687"/>
              <a:gd name="connsiteX32" fmla="*/ 5845777 w 6961080"/>
              <a:gd name="connsiteY32" fmla="*/ 2030730 h 4710687"/>
              <a:gd name="connsiteX33" fmla="*/ 6046183 w 6961080"/>
              <a:gd name="connsiteY33" fmla="*/ 1830229 h 4710687"/>
              <a:gd name="connsiteX34" fmla="*/ 6266496 w 6961080"/>
              <a:gd name="connsiteY34" fmla="*/ 1679639 h 4710687"/>
              <a:gd name="connsiteX35" fmla="*/ 6525671 w 6961080"/>
              <a:gd name="connsiteY35" fmla="*/ 1498092 h 4710687"/>
              <a:gd name="connsiteX36" fmla="*/ 6733031 w 6961080"/>
              <a:gd name="connsiteY36" fmla="*/ 1270635 h 4710687"/>
              <a:gd name="connsiteX37" fmla="*/ 6912482 w 6961080"/>
              <a:gd name="connsiteY37" fmla="*/ 947452 h 4710687"/>
              <a:gd name="connsiteX38" fmla="*/ 6960297 w 6961080"/>
              <a:gd name="connsiteY38" fmla="*/ 694087 h 4710687"/>
              <a:gd name="connsiteX39" fmla="*/ 6936389 w 6961080"/>
              <a:gd name="connsiteY39" fmla="*/ 492633 h 4710687"/>
              <a:gd name="connsiteX40" fmla="*/ 6744937 w 6961080"/>
              <a:gd name="connsiteY40" fmla="*/ 233267 h 4710687"/>
              <a:gd name="connsiteX41" fmla="*/ 6492144 w 6961080"/>
              <a:gd name="connsiteY41" fmla="*/ 0 h 4710687"/>
              <a:gd name="connsiteX0" fmla="*/ 0 w 8511014"/>
              <a:gd name="connsiteY0" fmla="*/ 4877046 h 4878299"/>
              <a:gd name="connsiteX1" fmla="*/ 2025400 w 8511014"/>
              <a:gd name="connsiteY1" fmla="*/ 2583071 h 4878299"/>
              <a:gd name="connsiteX2" fmla="*/ 2026701 w 8511014"/>
              <a:gd name="connsiteY2" fmla="*/ 2949123 h 4878299"/>
              <a:gd name="connsiteX3" fmla="*/ 2115767 w 8511014"/>
              <a:gd name="connsiteY3" fmla="*/ 3053950 h 4878299"/>
              <a:gd name="connsiteX4" fmla="*/ 2280375 w 8511014"/>
              <a:gd name="connsiteY4" fmla="*/ 2879801 h 4878299"/>
              <a:gd name="connsiteX5" fmla="*/ 2404706 w 8511014"/>
              <a:gd name="connsiteY5" fmla="*/ 2513457 h 4878299"/>
              <a:gd name="connsiteX6" fmla="*/ 2527674 w 8511014"/>
              <a:gd name="connsiteY6" fmla="*/ 2310575 h 4878299"/>
              <a:gd name="connsiteX7" fmla="*/ 2708744 w 8511014"/>
              <a:gd name="connsiteY7" fmla="*/ 2325529 h 4878299"/>
              <a:gd name="connsiteX8" fmla="*/ 2818377 w 8511014"/>
              <a:gd name="connsiteY8" fmla="*/ 2410301 h 4878299"/>
              <a:gd name="connsiteX9" fmla="*/ 2871526 w 8511014"/>
              <a:gd name="connsiteY9" fmla="*/ 2638044 h 4878299"/>
              <a:gd name="connsiteX10" fmla="*/ 2766847 w 8511014"/>
              <a:gd name="connsiteY10" fmla="*/ 2968847 h 4878299"/>
              <a:gd name="connsiteX11" fmla="*/ 2735319 w 8511014"/>
              <a:gd name="connsiteY11" fmla="*/ 3194971 h 4878299"/>
              <a:gd name="connsiteX12" fmla="*/ 2835045 w 8511014"/>
              <a:gd name="connsiteY12" fmla="*/ 3447669 h 4878299"/>
              <a:gd name="connsiteX13" fmla="*/ 3016116 w 8511014"/>
              <a:gd name="connsiteY13" fmla="*/ 3783425 h 4878299"/>
              <a:gd name="connsiteX14" fmla="*/ 3127463 w 8511014"/>
              <a:gd name="connsiteY14" fmla="*/ 4014502 h 4878299"/>
              <a:gd name="connsiteX15" fmla="*/ 3297865 w 8511014"/>
              <a:gd name="connsiteY15" fmla="*/ 4312634 h 4878299"/>
              <a:gd name="connsiteX16" fmla="*/ 3458171 w 8511014"/>
              <a:gd name="connsiteY16" fmla="*/ 4504182 h 4878299"/>
              <a:gd name="connsiteX17" fmla="*/ 3616095 w 8511014"/>
              <a:gd name="connsiteY17" fmla="*/ 4595146 h 4878299"/>
              <a:gd name="connsiteX18" fmla="*/ 3855364 w 8511014"/>
              <a:gd name="connsiteY18" fmla="*/ 4623912 h 4878299"/>
              <a:gd name="connsiteX19" fmla="*/ 4082630 w 8511014"/>
              <a:gd name="connsiteY19" fmla="*/ 4623912 h 4878299"/>
              <a:gd name="connsiteX20" fmla="*/ 4381048 w 8511014"/>
              <a:gd name="connsiteY20" fmla="*/ 4599528 h 4878299"/>
              <a:gd name="connsiteX21" fmla="*/ 4508969 w 8511014"/>
              <a:gd name="connsiteY21" fmla="*/ 4599528 h 4878299"/>
              <a:gd name="connsiteX22" fmla="*/ 4764715 w 8511014"/>
              <a:gd name="connsiteY22" fmla="*/ 4649534 h 4878299"/>
              <a:gd name="connsiteX23" fmla="*/ 5098662 w 8511014"/>
              <a:gd name="connsiteY23" fmla="*/ 4699826 h 4878299"/>
              <a:gd name="connsiteX24" fmla="*/ 5405748 w 8511014"/>
              <a:gd name="connsiteY24" fmla="*/ 4638008 h 4878299"/>
              <a:gd name="connsiteX25" fmla="*/ 6039827 w 8511014"/>
              <a:gd name="connsiteY25" fmla="*/ 4045553 h 4878299"/>
              <a:gd name="connsiteX26" fmla="*/ 6249187 w 8511014"/>
              <a:gd name="connsiteY26" fmla="*/ 3806190 h 4878299"/>
              <a:gd name="connsiteX27" fmla="*/ 6563226 w 8511014"/>
              <a:gd name="connsiteY27" fmla="*/ 3491960 h 4878299"/>
              <a:gd name="connsiteX28" fmla="*/ 6699814 w 8511014"/>
              <a:gd name="connsiteY28" fmla="*/ 3327368 h 4878299"/>
              <a:gd name="connsiteX29" fmla="*/ 6947083 w 8511014"/>
              <a:gd name="connsiteY29" fmla="*/ 3000185 h 4878299"/>
              <a:gd name="connsiteX30" fmla="*/ 7108628 w 8511014"/>
              <a:gd name="connsiteY30" fmla="*/ 2693003 h 4878299"/>
              <a:gd name="connsiteX31" fmla="*/ 7226261 w 8511014"/>
              <a:gd name="connsiteY31" fmla="*/ 2385822 h 4878299"/>
              <a:gd name="connsiteX32" fmla="*/ 7395711 w 8511014"/>
              <a:gd name="connsiteY32" fmla="*/ 2030730 h 4878299"/>
              <a:gd name="connsiteX33" fmla="*/ 7596117 w 8511014"/>
              <a:gd name="connsiteY33" fmla="*/ 1830229 h 4878299"/>
              <a:gd name="connsiteX34" fmla="*/ 7816430 w 8511014"/>
              <a:gd name="connsiteY34" fmla="*/ 1679639 h 4878299"/>
              <a:gd name="connsiteX35" fmla="*/ 8075605 w 8511014"/>
              <a:gd name="connsiteY35" fmla="*/ 1498092 h 4878299"/>
              <a:gd name="connsiteX36" fmla="*/ 8282965 w 8511014"/>
              <a:gd name="connsiteY36" fmla="*/ 1270635 h 4878299"/>
              <a:gd name="connsiteX37" fmla="*/ 8462416 w 8511014"/>
              <a:gd name="connsiteY37" fmla="*/ 947452 h 4878299"/>
              <a:gd name="connsiteX38" fmla="*/ 8510231 w 8511014"/>
              <a:gd name="connsiteY38" fmla="*/ 694087 h 4878299"/>
              <a:gd name="connsiteX39" fmla="*/ 8486323 w 8511014"/>
              <a:gd name="connsiteY39" fmla="*/ 492633 h 4878299"/>
              <a:gd name="connsiteX40" fmla="*/ 8294871 w 8511014"/>
              <a:gd name="connsiteY40" fmla="*/ 233267 h 4878299"/>
              <a:gd name="connsiteX41" fmla="*/ 8042078 w 8511014"/>
              <a:gd name="connsiteY41" fmla="*/ 0 h 4878299"/>
              <a:gd name="connsiteX0" fmla="*/ 0 w 8511014"/>
              <a:gd name="connsiteY0" fmla="*/ 4877046 h 4881131"/>
              <a:gd name="connsiteX1" fmla="*/ 1133264 w 8511014"/>
              <a:gd name="connsiteY1" fmla="*/ 4023303 h 4881131"/>
              <a:gd name="connsiteX2" fmla="*/ 2026701 w 8511014"/>
              <a:gd name="connsiteY2" fmla="*/ 2949123 h 4881131"/>
              <a:gd name="connsiteX3" fmla="*/ 2115767 w 8511014"/>
              <a:gd name="connsiteY3" fmla="*/ 3053950 h 4881131"/>
              <a:gd name="connsiteX4" fmla="*/ 2280375 w 8511014"/>
              <a:gd name="connsiteY4" fmla="*/ 2879801 h 4881131"/>
              <a:gd name="connsiteX5" fmla="*/ 2404706 w 8511014"/>
              <a:gd name="connsiteY5" fmla="*/ 2513457 h 4881131"/>
              <a:gd name="connsiteX6" fmla="*/ 2527674 w 8511014"/>
              <a:gd name="connsiteY6" fmla="*/ 2310575 h 4881131"/>
              <a:gd name="connsiteX7" fmla="*/ 2708744 w 8511014"/>
              <a:gd name="connsiteY7" fmla="*/ 2325529 h 4881131"/>
              <a:gd name="connsiteX8" fmla="*/ 2818377 w 8511014"/>
              <a:gd name="connsiteY8" fmla="*/ 2410301 h 4881131"/>
              <a:gd name="connsiteX9" fmla="*/ 2871526 w 8511014"/>
              <a:gd name="connsiteY9" fmla="*/ 2638044 h 4881131"/>
              <a:gd name="connsiteX10" fmla="*/ 2766847 w 8511014"/>
              <a:gd name="connsiteY10" fmla="*/ 2968847 h 4881131"/>
              <a:gd name="connsiteX11" fmla="*/ 2735319 w 8511014"/>
              <a:gd name="connsiteY11" fmla="*/ 3194971 h 4881131"/>
              <a:gd name="connsiteX12" fmla="*/ 2835045 w 8511014"/>
              <a:gd name="connsiteY12" fmla="*/ 3447669 h 4881131"/>
              <a:gd name="connsiteX13" fmla="*/ 3016116 w 8511014"/>
              <a:gd name="connsiteY13" fmla="*/ 3783425 h 4881131"/>
              <a:gd name="connsiteX14" fmla="*/ 3127463 w 8511014"/>
              <a:gd name="connsiteY14" fmla="*/ 4014502 h 4881131"/>
              <a:gd name="connsiteX15" fmla="*/ 3297865 w 8511014"/>
              <a:gd name="connsiteY15" fmla="*/ 4312634 h 4881131"/>
              <a:gd name="connsiteX16" fmla="*/ 3458171 w 8511014"/>
              <a:gd name="connsiteY16" fmla="*/ 4504182 h 4881131"/>
              <a:gd name="connsiteX17" fmla="*/ 3616095 w 8511014"/>
              <a:gd name="connsiteY17" fmla="*/ 4595146 h 4881131"/>
              <a:gd name="connsiteX18" fmla="*/ 3855364 w 8511014"/>
              <a:gd name="connsiteY18" fmla="*/ 4623912 h 4881131"/>
              <a:gd name="connsiteX19" fmla="*/ 4082630 w 8511014"/>
              <a:gd name="connsiteY19" fmla="*/ 4623912 h 4881131"/>
              <a:gd name="connsiteX20" fmla="*/ 4381048 w 8511014"/>
              <a:gd name="connsiteY20" fmla="*/ 4599528 h 4881131"/>
              <a:gd name="connsiteX21" fmla="*/ 4508969 w 8511014"/>
              <a:gd name="connsiteY21" fmla="*/ 4599528 h 4881131"/>
              <a:gd name="connsiteX22" fmla="*/ 4764715 w 8511014"/>
              <a:gd name="connsiteY22" fmla="*/ 4649534 h 4881131"/>
              <a:gd name="connsiteX23" fmla="*/ 5098662 w 8511014"/>
              <a:gd name="connsiteY23" fmla="*/ 4699826 h 4881131"/>
              <a:gd name="connsiteX24" fmla="*/ 5405748 w 8511014"/>
              <a:gd name="connsiteY24" fmla="*/ 4638008 h 4881131"/>
              <a:gd name="connsiteX25" fmla="*/ 6039827 w 8511014"/>
              <a:gd name="connsiteY25" fmla="*/ 4045553 h 4881131"/>
              <a:gd name="connsiteX26" fmla="*/ 6249187 w 8511014"/>
              <a:gd name="connsiteY26" fmla="*/ 3806190 h 4881131"/>
              <a:gd name="connsiteX27" fmla="*/ 6563226 w 8511014"/>
              <a:gd name="connsiteY27" fmla="*/ 3491960 h 4881131"/>
              <a:gd name="connsiteX28" fmla="*/ 6699814 w 8511014"/>
              <a:gd name="connsiteY28" fmla="*/ 3327368 h 4881131"/>
              <a:gd name="connsiteX29" fmla="*/ 6947083 w 8511014"/>
              <a:gd name="connsiteY29" fmla="*/ 3000185 h 4881131"/>
              <a:gd name="connsiteX30" fmla="*/ 7108628 w 8511014"/>
              <a:gd name="connsiteY30" fmla="*/ 2693003 h 4881131"/>
              <a:gd name="connsiteX31" fmla="*/ 7226261 w 8511014"/>
              <a:gd name="connsiteY31" fmla="*/ 2385822 h 4881131"/>
              <a:gd name="connsiteX32" fmla="*/ 7395711 w 8511014"/>
              <a:gd name="connsiteY32" fmla="*/ 2030730 h 4881131"/>
              <a:gd name="connsiteX33" fmla="*/ 7596117 w 8511014"/>
              <a:gd name="connsiteY33" fmla="*/ 1830229 h 4881131"/>
              <a:gd name="connsiteX34" fmla="*/ 7816430 w 8511014"/>
              <a:gd name="connsiteY34" fmla="*/ 1679639 h 4881131"/>
              <a:gd name="connsiteX35" fmla="*/ 8075605 w 8511014"/>
              <a:gd name="connsiteY35" fmla="*/ 1498092 h 4881131"/>
              <a:gd name="connsiteX36" fmla="*/ 8282965 w 8511014"/>
              <a:gd name="connsiteY36" fmla="*/ 1270635 h 4881131"/>
              <a:gd name="connsiteX37" fmla="*/ 8462416 w 8511014"/>
              <a:gd name="connsiteY37" fmla="*/ 947452 h 4881131"/>
              <a:gd name="connsiteX38" fmla="*/ 8510231 w 8511014"/>
              <a:gd name="connsiteY38" fmla="*/ 694087 h 4881131"/>
              <a:gd name="connsiteX39" fmla="*/ 8486323 w 8511014"/>
              <a:gd name="connsiteY39" fmla="*/ 492633 h 4881131"/>
              <a:gd name="connsiteX40" fmla="*/ 8294871 w 8511014"/>
              <a:gd name="connsiteY40" fmla="*/ 233267 h 4881131"/>
              <a:gd name="connsiteX41" fmla="*/ 8042078 w 8511014"/>
              <a:gd name="connsiteY41" fmla="*/ 0 h 4881131"/>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527674 w 8511014"/>
              <a:gd name="connsiteY6" fmla="*/ 2310575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04706 w 8511014"/>
              <a:gd name="connsiteY5" fmla="*/ 2513457 h 4880683"/>
              <a:gd name="connsiteX6" fmla="*/ 2478340 w 8511014"/>
              <a:gd name="connsiteY6" fmla="*/ 3083929 h 4880683"/>
              <a:gd name="connsiteX7" fmla="*/ 2708744 w 8511014"/>
              <a:gd name="connsiteY7" fmla="*/ 2325529 h 4880683"/>
              <a:gd name="connsiteX8" fmla="*/ 2818377 w 8511014"/>
              <a:gd name="connsiteY8" fmla="*/ 2410301 h 4880683"/>
              <a:gd name="connsiteX9" fmla="*/ 2871526 w 8511014"/>
              <a:gd name="connsiteY9" fmla="*/ 2638044 h 4880683"/>
              <a:gd name="connsiteX10" fmla="*/ 2766847 w 8511014"/>
              <a:gd name="connsiteY10" fmla="*/ 2968847 h 4880683"/>
              <a:gd name="connsiteX11" fmla="*/ 2735319 w 8511014"/>
              <a:gd name="connsiteY11" fmla="*/ 3194971 h 4880683"/>
              <a:gd name="connsiteX12" fmla="*/ 2835045 w 8511014"/>
              <a:gd name="connsiteY12" fmla="*/ 3447669 h 4880683"/>
              <a:gd name="connsiteX13" fmla="*/ 3016116 w 8511014"/>
              <a:gd name="connsiteY13" fmla="*/ 3783425 h 4880683"/>
              <a:gd name="connsiteX14" fmla="*/ 3127463 w 8511014"/>
              <a:gd name="connsiteY14" fmla="*/ 4014502 h 4880683"/>
              <a:gd name="connsiteX15" fmla="*/ 3297865 w 8511014"/>
              <a:gd name="connsiteY15" fmla="*/ 4312634 h 4880683"/>
              <a:gd name="connsiteX16" fmla="*/ 3458171 w 8511014"/>
              <a:gd name="connsiteY16" fmla="*/ 4504182 h 4880683"/>
              <a:gd name="connsiteX17" fmla="*/ 3616095 w 8511014"/>
              <a:gd name="connsiteY17" fmla="*/ 4595146 h 4880683"/>
              <a:gd name="connsiteX18" fmla="*/ 3855364 w 8511014"/>
              <a:gd name="connsiteY18" fmla="*/ 4623912 h 4880683"/>
              <a:gd name="connsiteX19" fmla="*/ 4082630 w 8511014"/>
              <a:gd name="connsiteY19" fmla="*/ 4623912 h 4880683"/>
              <a:gd name="connsiteX20" fmla="*/ 4381048 w 8511014"/>
              <a:gd name="connsiteY20" fmla="*/ 4599528 h 4880683"/>
              <a:gd name="connsiteX21" fmla="*/ 4508969 w 8511014"/>
              <a:gd name="connsiteY21" fmla="*/ 4599528 h 4880683"/>
              <a:gd name="connsiteX22" fmla="*/ 4764715 w 8511014"/>
              <a:gd name="connsiteY22" fmla="*/ 4649534 h 4880683"/>
              <a:gd name="connsiteX23" fmla="*/ 5098662 w 8511014"/>
              <a:gd name="connsiteY23" fmla="*/ 4699826 h 4880683"/>
              <a:gd name="connsiteX24" fmla="*/ 5405748 w 8511014"/>
              <a:gd name="connsiteY24" fmla="*/ 4638008 h 4880683"/>
              <a:gd name="connsiteX25" fmla="*/ 6039827 w 8511014"/>
              <a:gd name="connsiteY25" fmla="*/ 4045553 h 4880683"/>
              <a:gd name="connsiteX26" fmla="*/ 6249187 w 8511014"/>
              <a:gd name="connsiteY26" fmla="*/ 3806190 h 4880683"/>
              <a:gd name="connsiteX27" fmla="*/ 6563226 w 8511014"/>
              <a:gd name="connsiteY27" fmla="*/ 3491960 h 4880683"/>
              <a:gd name="connsiteX28" fmla="*/ 6699814 w 8511014"/>
              <a:gd name="connsiteY28" fmla="*/ 3327368 h 4880683"/>
              <a:gd name="connsiteX29" fmla="*/ 6947083 w 8511014"/>
              <a:gd name="connsiteY29" fmla="*/ 3000185 h 4880683"/>
              <a:gd name="connsiteX30" fmla="*/ 7108628 w 8511014"/>
              <a:gd name="connsiteY30" fmla="*/ 2693003 h 4880683"/>
              <a:gd name="connsiteX31" fmla="*/ 7226261 w 8511014"/>
              <a:gd name="connsiteY31" fmla="*/ 2385822 h 4880683"/>
              <a:gd name="connsiteX32" fmla="*/ 7395711 w 8511014"/>
              <a:gd name="connsiteY32" fmla="*/ 2030730 h 4880683"/>
              <a:gd name="connsiteX33" fmla="*/ 7596117 w 8511014"/>
              <a:gd name="connsiteY33" fmla="*/ 1830229 h 4880683"/>
              <a:gd name="connsiteX34" fmla="*/ 7816430 w 8511014"/>
              <a:gd name="connsiteY34" fmla="*/ 1679639 h 4880683"/>
              <a:gd name="connsiteX35" fmla="*/ 8075605 w 8511014"/>
              <a:gd name="connsiteY35" fmla="*/ 1498092 h 4880683"/>
              <a:gd name="connsiteX36" fmla="*/ 8282965 w 8511014"/>
              <a:gd name="connsiteY36" fmla="*/ 1270635 h 4880683"/>
              <a:gd name="connsiteX37" fmla="*/ 8462416 w 8511014"/>
              <a:gd name="connsiteY37" fmla="*/ 947452 h 4880683"/>
              <a:gd name="connsiteX38" fmla="*/ 8510231 w 8511014"/>
              <a:gd name="connsiteY38" fmla="*/ 694087 h 4880683"/>
              <a:gd name="connsiteX39" fmla="*/ 8486323 w 8511014"/>
              <a:gd name="connsiteY39" fmla="*/ 492633 h 4880683"/>
              <a:gd name="connsiteX40" fmla="*/ 8294871 w 8511014"/>
              <a:gd name="connsiteY40" fmla="*/ 233267 h 4880683"/>
              <a:gd name="connsiteX41" fmla="*/ 8042078 w 8511014"/>
              <a:gd name="connsiteY41"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708744 w 8511014"/>
              <a:gd name="connsiteY6" fmla="*/ 2325529 h 4880683"/>
              <a:gd name="connsiteX7" fmla="*/ 2818377 w 8511014"/>
              <a:gd name="connsiteY7" fmla="*/ 2410301 h 4880683"/>
              <a:gd name="connsiteX8" fmla="*/ 2871526 w 8511014"/>
              <a:gd name="connsiteY8" fmla="*/ 2638044 h 4880683"/>
              <a:gd name="connsiteX9" fmla="*/ 2766847 w 8511014"/>
              <a:gd name="connsiteY9" fmla="*/ 2968847 h 4880683"/>
              <a:gd name="connsiteX10" fmla="*/ 2735319 w 8511014"/>
              <a:gd name="connsiteY10" fmla="*/ 3194971 h 4880683"/>
              <a:gd name="connsiteX11" fmla="*/ 2835045 w 8511014"/>
              <a:gd name="connsiteY11" fmla="*/ 3447669 h 4880683"/>
              <a:gd name="connsiteX12" fmla="*/ 3016116 w 8511014"/>
              <a:gd name="connsiteY12" fmla="*/ 3783425 h 4880683"/>
              <a:gd name="connsiteX13" fmla="*/ 3127463 w 8511014"/>
              <a:gd name="connsiteY13" fmla="*/ 4014502 h 4880683"/>
              <a:gd name="connsiteX14" fmla="*/ 3297865 w 8511014"/>
              <a:gd name="connsiteY14" fmla="*/ 4312634 h 4880683"/>
              <a:gd name="connsiteX15" fmla="*/ 3458171 w 8511014"/>
              <a:gd name="connsiteY15" fmla="*/ 4504182 h 4880683"/>
              <a:gd name="connsiteX16" fmla="*/ 3616095 w 8511014"/>
              <a:gd name="connsiteY16" fmla="*/ 4595146 h 4880683"/>
              <a:gd name="connsiteX17" fmla="*/ 3855364 w 8511014"/>
              <a:gd name="connsiteY17" fmla="*/ 4623912 h 4880683"/>
              <a:gd name="connsiteX18" fmla="*/ 4082630 w 8511014"/>
              <a:gd name="connsiteY18" fmla="*/ 4623912 h 4880683"/>
              <a:gd name="connsiteX19" fmla="*/ 4381048 w 8511014"/>
              <a:gd name="connsiteY19" fmla="*/ 4599528 h 4880683"/>
              <a:gd name="connsiteX20" fmla="*/ 4508969 w 8511014"/>
              <a:gd name="connsiteY20" fmla="*/ 4599528 h 4880683"/>
              <a:gd name="connsiteX21" fmla="*/ 4764715 w 8511014"/>
              <a:gd name="connsiteY21" fmla="*/ 4649534 h 4880683"/>
              <a:gd name="connsiteX22" fmla="*/ 5098662 w 8511014"/>
              <a:gd name="connsiteY22" fmla="*/ 4699826 h 4880683"/>
              <a:gd name="connsiteX23" fmla="*/ 5405748 w 8511014"/>
              <a:gd name="connsiteY23" fmla="*/ 4638008 h 4880683"/>
              <a:gd name="connsiteX24" fmla="*/ 6039827 w 8511014"/>
              <a:gd name="connsiteY24" fmla="*/ 4045553 h 4880683"/>
              <a:gd name="connsiteX25" fmla="*/ 6249187 w 8511014"/>
              <a:gd name="connsiteY25" fmla="*/ 3806190 h 4880683"/>
              <a:gd name="connsiteX26" fmla="*/ 6563226 w 8511014"/>
              <a:gd name="connsiteY26" fmla="*/ 3491960 h 4880683"/>
              <a:gd name="connsiteX27" fmla="*/ 6699814 w 8511014"/>
              <a:gd name="connsiteY27" fmla="*/ 3327368 h 4880683"/>
              <a:gd name="connsiteX28" fmla="*/ 6947083 w 8511014"/>
              <a:gd name="connsiteY28" fmla="*/ 3000185 h 4880683"/>
              <a:gd name="connsiteX29" fmla="*/ 7108628 w 8511014"/>
              <a:gd name="connsiteY29" fmla="*/ 2693003 h 4880683"/>
              <a:gd name="connsiteX30" fmla="*/ 7226261 w 8511014"/>
              <a:gd name="connsiteY30" fmla="*/ 2385822 h 4880683"/>
              <a:gd name="connsiteX31" fmla="*/ 7395711 w 8511014"/>
              <a:gd name="connsiteY31" fmla="*/ 2030730 h 4880683"/>
              <a:gd name="connsiteX32" fmla="*/ 7596117 w 8511014"/>
              <a:gd name="connsiteY32" fmla="*/ 1830229 h 4880683"/>
              <a:gd name="connsiteX33" fmla="*/ 7816430 w 8511014"/>
              <a:gd name="connsiteY33" fmla="*/ 1679639 h 4880683"/>
              <a:gd name="connsiteX34" fmla="*/ 8075605 w 8511014"/>
              <a:gd name="connsiteY34" fmla="*/ 1498092 h 4880683"/>
              <a:gd name="connsiteX35" fmla="*/ 8282965 w 8511014"/>
              <a:gd name="connsiteY35" fmla="*/ 1270635 h 4880683"/>
              <a:gd name="connsiteX36" fmla="*/ 8462416 w 8511014"/>
              <a:gd name="connsiteY36" fmla="*/ 947452 h 4880683"/>
              <a:gd name="connsiteX37" fmla="*/ 8510231 w 8511014"/>
              <a:gd name="connsiteY37" fmla="*/ 694087 h 4880683"/>
              <a:gd name="connsiteX38" fmla="*/ 8486323 w 8511014"/>
              <a:gd name="connsiteY38" fmla="*/ 492633 h 4880683"/>
              <a:gd name="connsiteX39" fmla="*/ 8294871 w 8511014"/>
              <a:gd name="connsiteY39" fmla="*/ 233267 h 4880683"/>
              <a:gd name="connsiteX40" fmla="*/ 8042078 w 8511014"/>
              <a:gd name="connsiteY40"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280375 w 8511014"/>
              <a:gd name="connsiteY4" fmla="*/ 2879801 h 4880683"/>
              <a:gd name="connsiteX5" fmla="*/ 2478340 w 8511014"/>
              <a:gd name="connsiteY5" fmla="*/ 3083929 h 4880683"/>
              <a:gd name="connsiteX6" fmla="*/ 2818377 w 8511014"/>
              <a:gd name="connsiteY6" fmla="*/ 2410301 h 4880683"/>
              <a:gd name="connsiteX7" fmla="*/ 2871526 w 8511014"/>
              <a:gd name="connsiteY7" fmla="*/ 2638044 h 4880683"/>
              <a:gd name="connsiteX8" fmla="*/ 2766847 w 8511014"/>
              <a:gd name="connsiteY8" fmla="*/ 2968847 h 4880683"/>
              <a:gd name="connsiteX9" fmla="*/ 2735319 w 8511014"/>
              <a:gd name="connsiteY9" fmla="*/ 3194971 h 4880683"/>
              <a:gd name="connsiteX10" fmla="*/ 2835045 w 8511014"/>
              <a:gd name="connsiteY10" fmla="*/ 3447669 h 4880683"/>
              <a:gd name="connsiteX11" fmla="*/ 3016116 w 8511014"/>
              <a:gd name="connsiteY11" fmla="*/ 3783425 h 4880683"/>
              <a:gd name="connsiteX12" fmla="*/ 3127463 w 8511014"/>
              <a:gd name="connsiteY12" fmla="*/ 4014502 h 4880683"/>
              <a:gd name="connsiteX13" fmla="*/ 3297865 w 8511014"/>
              <a:gd name="connsiteY13" fmla="*/ 4312634 h 4880683"/>
              <a:gd name="connsiteX14" fmla="*/ 3458171 w 8511014"/>
              <a:gd name="connsiteY14" fmla="*/ 4504182 h 4880683"/>
              <a:gd name="connsiteX15" fmla="*/ 3616095 w 8511014"/>
              <a:gd name="connsiteY15" fmla="*/ 4595146 h 4880683"/>
              <a:gd name="connsiteX16" fmla="*/ 3855364 w 8511014"/>
              <a:gd name="connsiteY16" fmla="*/ 4623912 h 4880683"/>
              <a:gd name="connsiteX17" fmla="*/ 4082630 w 8511014"/>
              <a:gd name="connsiteY17" fmla="*/ 4623912 h 4880683"/>
              <a:gd name="connsiteX18" fmla="*/ 4381048 w 8511014"/>
              <a:gd name="connsiteY18" fmla="*/ 4599528 h 4880683"/>
              <a:gd name="connsiteX19" fmla="*/ 4508969 w 8511014"/>
              <a:gd name="connsiteY19" fmla="*/ 4599528 h 4880683"/>
              <a:gd name="connsiteX20" fmla="*/ 4764715 w 8511014"/>
              <a:gd name="connsiteY20" fmla="*/ 4649534 h 4880683"/>
              <a:gd name="connsiteX21" fmla="*/ 5098662 w 8511014"/>
              <a:gd name="connsiteY21" fmla="*/ 4699826 h 4880683"/>
              <a:gd name="connsiteX22" fmla="*/ 5405748 w 8511014"/>
              <a:gd name="connsiteY22" fmla="*/ 4638008 h 4880683"/>
              <a:gd name="connsiteX23" fmla="*/ 6039827 w 8511014"/>
              <a:gd name="connsiteY23" fmla="*/ 4045553 h 4880683"/>
              <a:gd name="connsiteX24" fmla="*/ 6249187 w 8511014"/>
              <a:gd name="connsiteY24" fmla="*/ 3806190 h 4880683"/>
              <a:gd name="connsiteX25" fmla="*/ 6563226 w 8511014"/>
              <a:gd name="connsiteY25" fmla="*/ 3491960 h 4880683"/>
              <a:gd name="connsiteX26" fmla="*/ 6699814 w 8511014"/>
              <a:gd name="connsiteY26" fmla="*/ 3327368 h 4880683"/>
              <a:gd name="connsiteX27" fmla="*/ 6947083 w 8511014"/>
              <a:gd name="connsiteY27" fmla="*/ 3000185 h 4880683"/>
              <a:gd name="connsiteX28" fmla="*/ 7108628 w 8511014"/>
              <a:gd name="connsiteY28" fmla="*/ 2693003 h 4880683"/>
              <a:gd name="connsiteX29" fmla="*/ 7226261 w 8511014"/>
              <a:gd name="connsiteY29" fmla="*/ 2385822 h 4880683"/>
              <a:gd name="connsiteX30" fmla="*/ 7395711 w 8511014"/>
              <a:gd name="connsiteY30" fmla="*/ 2030730 h 4880683"/>
              <a:gd name="connsiteX31" fmla="*/ 7596117 w 8511014"/>
              <a:gd name="connsiteY31" fmla="*/ 1830229 h 4880683"/>
              <a:gd name="connsiteX32" fmla="*/ 7816430 w 8511014"/>
              <a:gd name="connsiteY32" fmla="*/ 1679639 h 4880683"/>
              <a:gd name="connsiteX33" fmla="*/ 8075605 w 8511014"/>
              <a:gd name="connsiteY33" fmla="*/ 1498092 h 4880683"/>
              <a:gd name="connsiteX34" fmla="*/ 8282965 w 8511014"/>
              <a:gd name="connsiteY34" fmla="*/ 1270635 h 4880683"/>
              <a:gd name="connsiteX35" fmla="*/ 8462416 w 8511014"/>
              <a:gd name="connsiteY35" fmla="*/ 947452 h 4880683"/>
              <a:gd name="connsiteX36" fmla="*/ 8510231 w 8511014"/>
              <a:gd name="connsiteY36" fmla="*/ 694087 h 4880683"/>
              <a:gd name="connsiteX37" fmla="*/ 8486323 w 8511014"/>
              <a:gd name="connsiteY37" fmla="*/ 492633 h 4880683"/>
              <a:gd name="connsiteX38" fmla="*/ 8294871 w 8511014"/>
              <a:gd name="connsiteY38" fmla="*/ 233267 h 4880683"/>
              <a:gd name="connsiteX39" fmla="*/ 8042078 w 8511014"/>
              <a:gd name="connsiteY39"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18377 w 8511014"/>
              <a:gd name="connsiteY5" fmla="*/ 2410301 h 4880683"/>
              <a:gd name="connsiteX6" fmla="*/ 2871526 w 8511014"/>
              <a:gd name="connsiteY6" fmla="*/ 2638044 h 4880683"/>
              <a:gd name="connsiteX7" fmla="*/ 2766847 w 8511014"/>
              <a:gd name="connsiteY7" fmla="*/ 2968847 h 4880683"/>
              <a:gd name="connsiteX8" fmla="*/ 2735319 w 8511014"/>
              <a:gd name="connsiteY8" fmla="*/ 3194971 h 4880683"/>
              <a:gd name="connsiteX9" fmla="*/ 2835045 w 8511014"/>
              <a:gd name="connsiteY9" fmla="*/ 3447669 h 4880683"/>
              <a:gd name="connsiteX10" fmla="*/ 3016116 w 8511014"/>
              <a:gd name="connsiteY10" fmla="*/ 3783425 h 4880683"/>
              <a:gd name="connsiteX11" fmla="*/ 3127463 w 8511014"/>
              <a:gd name="connsiteY11" fmla="*/ 4014502 h 4880683"/>
              <a:gd name="connsiteX12" fmla="*/ 3297865 w 8511014"/>
              <a:gd name="connsiteY12" fmla="*/ 4312634 h 4880683"/>
              <a:gd name="connsiteX13" fmla="*/ 3458171 w 8511014"/>
              <a:gd name="connsiteY13" fmla="*/ 4504182 h 4880683"/>
              <a:gd name="connsiteX14" fmla="*/ 3616095 w 8511014"/>
              <a:gd name="connsiteY14" fmla="*/ 4595146 h 4880683"/>
              <a:gd name="connsiteX15" fmla="*/ 3855364 w 8511014"/>
              <a:gd name="connsiteY15" fmla="*/ 4623912 h 4880683"/>
              <a:gd name="connsiteX16" fmla="*/ 4082630 w 8511014"/>
              <a:gd name="connsiteY16" fmla="*/ 4623912 h 4880683"/>
              <a:gd name="connsiteX17" fmla="*/ 4381048 w 8511014"/>
              <a:gd name="connsiteY17" fmla="*/ 4599528 h 4880683"/>
              <a:gd name="connsiteX18" fmla="*/ 4508969 w 8511014"/>
              <a:gd name="connsiteY18" fmla="*/ 4599528 h 4880683"/>
              <a:gd name="connsiteX19" fmla="*/ 4764715 w 8511014"/>
              <a:gd name="connsiteY19" fmla="*/ 4649534 h 4880683"/>
              <a:gd name="connsiteX20" fmla="*/ 5098662 w 8511014"/>
              <a:gd name="connsiteY20" fmla="*/ 4699826 h 4880683"/>
              <a:gd name="connsiteX21" fmla="*/ 5405748 w 8511014"/>
              <a:gd name="connsiteY21" fmla="*/ 4638008 h 4880683"/>
              <a:gd name="connsiteX22" fmla="*/ 6039827 w 8511014"/>
              <a:gd name="connsiteY22" fmla="*/ 4045553 h 4880683"/>
              <a:gd name="connsiteX23" fmla="*/ 6249187 w 8511014"/>
              <a:gd name="connsiteY23" fmla="*/ 3806190 h 4880683"/>
              <a:gd name="connsiteX24" fmla="*/ 6563226 w 8511014"/>
              <a:gd name="connsiteY24" fmla="*/ 3491960 h 4880683"/>
              <a:gd name="connsiteX25" fmla="*/ 6699814 w 8511014"/>
              <a:gd name="connsiteY25" fmla="*/ 3327368 h 4880683"/>
              <a:gd name="connsiteX26" fmla="*/ 6947083 w 8511014"/>
              <a:gd name="connsiteY26" fmla="*/ 3000185 h 4880683"/>
              <a:gd name="connsiteX27" fmla="*/ 7108628 w 8511014"/>
              <a:gd name="connsiteY27" fmla="*/ 2693003 h 4880683"/>
              <a:gd name="connsiteX28" fmla="*/ 7226261 w 8511014"/>
              <a:gd name="connsiteY28" fmla="*/ 2385822 h 4880683"/>
              <a:gd name="connsiteX29" fmla="*/ 7395711 w 8511014"/>
              <a:gd name="connsiteY29" fmla="*/ 2030730 h 4880683"/>
              <a:gd name="connsiteX30" fmla="*/ 7596117 w 8511014"/>
              <a:gd name="connsiteY30" fmla="*/ 1830229 h 4880683"/>
              <a:gd name="connsiteX31" fmla="*/ 7816430 w 8511014"/>
              <a:gd name="connsiteY31" fmla="*/ 1679639 h 4880683"/>
              <a:gd name="connsiteX32" fmla="*/ 8075605 w 8511014"/>
              <a:gd name="connsiteY32" fmla="*/ 1498092 h 4880683"/>
              <a:gd name="connsiteX33" fmla="*/ 8282965 w 8511014"/>
              <a:gd name="connsiteY33" fmla="*/ 1270635 h 4880683"/>
              <a:gd name="connsiteX34" fmla="*/ 8462416 w 8511014"/>
              <a:gd name="connsiteY34" fmla="*/ 947452 h 4880683"/>
              <a:gd name="connsiteX35" fmla="*/ 8510231 w 8511014"/>
              <a:gd name="connsiteY35" fmla="*/ 694087 h 4880683"/>
              <a:gd name="connsiteX36" fmla="*/ 8486323 w 8511014"/>
              <a:gd name="connsiteY36" fmla="*/ 492633 h 4880683"/>
              <a:gd name="connsiteX37" fmla="*/ 8294871 w 8511014"/>
              <a:gd name="connsiteY37" fmla="*/ 233267 h 4880683"/>
              <a:gd name="connsiteX38" fmla="*/ 8042078 w 8511014"/>
              <a:gd name="connsiteY38"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871526 w 8511014"/>
              <a:gd name="connsiteY5" fmla="*/ 2638044 h 4880683"/>
              <a:gd name="connsiteX6" fmla="*/ 2766847 w 8511014"/>
              <a:gd name="connsiteY6" fmla="*/ 2968847 h 4880683"/>
              <a:gd name="connsiteX7" fmla="*/ 2735319 w 8511014"/>
              <a:gd name="connsiteY7" fmla="*/ 3194971 h 4880683"/>
              <a:gd name="connsiteX8" fmla="*/ 2835045 w 8511014"/>
              <a:gd name="connsiteY8" fmla="*/ 3447669 h 4880683"/>
              <a:gd name="connsiteX9" fmla="*/ 3016116 w 8511014"/>
              <a:gd name="connsiteY9" fmla="*/ 3783425 h 4880683"/>
              <a:gd name="connsiteX10" fmla="*/ 3127463 w 8511014"/>
              <a:gd name="connsiteY10" fmla="*/ 4014502 h 4880683"/>
              <a:gd name="connsiteX11" fmla="*/ 3297865 w 8511014"/>
              <a:gd name="connsiteY11" fmla="*/ 4312634 h 4880683"/>
              <a:gd name="connsiteX12" fmla="*/ 3458171 w 8511014"/>
              <a:gd name="connsiteY12" fmla="*/ 4504182 h 4880683"/>
              <a:gd name="connsiteX13" fmla="*/ 3616095 w 8511014"/>
              <a:gd name="connsiteY13" fmla="*/ 4595146 h 4880683"/>
              <a:gd name="connsiteX14" fmla="*/ 3855364 w 8511014"/>
              <a:gd name="connsiteY14" fmla="*/ 4623912 h 4880683"/>
              <a:gd name="connsiteX15" fmla="*/ 4082630 w 8511014"/>
              <a:gd name="connsiteY15" fmla="*/ 4623912 h 4880683"/>
              <a:gd name="connsiteX16" fmla="*/ 4381048 w 8511014"/>
              <a:gd name="connsiteY16" fmla="*/ 4599528 h 4880683"/>
              <a:gd name="connsiteX17" fmla="*/ 4508969 w 8511014"/>
              <a:gd name="connsiteY17" fmla="*/ 4599528 h 4880683"/>
              <a:gd name="connsiteX18" fmla="*/ 4764715 w 8511014"/>
              <a:gd name="connsiteY18" fmla="*/ 4649534 h 4880683"/>
              <a:gd name="connsiteX19" fmla="*/ 5098662 w 8511014"/>
              <a:gd name="connsiteY19" fmla="*/ 4699826 h 4880683"/>
              <a:gd name="connsiteX20" fmla="*/ 5405748 w 8511014"/>
              <a:gd name="connsiteY20" fmla="*/ 4638008 h 4880683"/>
              <a:gd name="connsiteX21" fmla="*/ 6039827 w 8511014"/>
              <a:gd name="connsiteY21" fmla="*/ 4045553 h 4880683"/>
              <a:gd name="connsiteX22" fmla="*/ 6249187 w 8511014"/>
              <a:gd name="connsiteY22" fmla="*/ 3806190 h 4880683"/>
              <a:gd name="connsiteX23" fmla="*/ 6563226 w 8511014"/>
              <a:gd name="connsiteY23" fmla="*/ 3491960 h 4880683"/>
              <a:gd name="connsiteX24" fmla="*/ 6699814 w 8511014"/>
              <a:gd name="connsiteY24" fmla="*/ 3327368 h 4880683"/>
              <a:gd name="connsiteX25" fmla="*/ 6947083 w 8511014"/>
              <a:gd name="connsiteY25" fmla="*/ 3000185 h 4880683"/>
              <a:gd name="connsiteX26" fmla="*/ 7108628 w 8511014"/>
              <a:gd name="connsiteY26" fmla="*/ 2693003 h 4880683"/>
              <a:gd name="connsiteX27" fmla="*/ 7226261 w 8511014"/>
              <a:gd name="connsiteY27" fmla="*/ 2385822 h 4880683"/>
              <a:gd name="connsiteX28" fmla="*/ 7395711 w 8511014"/>
              <a:gd name="connsiteY28" fmla="*/ 2030730 h 4880683"/>
              <a:gd name="connsiteX29" fmla="*/ 7596117 w 8511014"/>
              <a:gd name="connsiteY29" fmla="*/ 1830229 h 4880683"/>
              <a:gd name="connsiteX30" fmla="*/ 7816430 w 8511014"/>
              <a:gd name="connsiteY30" fmla="*/ 1679639 h 4880683"/>
              <a:gd name="connsiteX31" fmla="*/ 8075605 w 8511014"/>
              <a:gd name="connsiteY31" fmla="*/ 1498092 h 4880683"/>
              <a:gd name="connsiteX32" fmla="*/ 8282965 w 8511014"/>
              <a:gd name="connsiteY32" fmla="*/ 1270635 h 4880683"/>
              <a:gd name="connsiteX33" fmla="*/ 8462416 w 8511014"/>
              <a:gd name="connsiteY33" fmla="*/ 947452 h 4880683"/>
              <a:gd name="connsiteX34" fmla="*/ 8510231 w 8511014"/>
              <a:gd name="connsiteY34" fmla="*/ 694087 h 4880683"/>
              <a:gd name="connsiteX35" fmla="*/ 8486323 w 8511014"/>
              <a:gd name="connsiteY35" fmla="*/ 492633 h 4880683"/>
              <a:gd name="connsiteX36" fmla="*/ 8294871 w 8511014"/>
              <a:gd name="connsiteY36" fmla="*/ 233267 h 4880683"/>
              <a:gd name="connsiteX37" fmla="*/ 8042078 w 8511014"/>
              <a:gd name="connsiteY37"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66847 w 8511014"/>
              <a:gd name="connsiteY5" fmla="*/ 2968847 h 4880683"/>
              <a:gd name="connsiteX6" fmla="*/ 2735319 w 8511014"/>
              <a:gd name="connsiteY6" fmla="*/ 3194971 h 4880683"/>
              <a:gd name="connsiteX7" fmla="*/ 2835045 w 8511014"/>
              <a:gd name="connsiteY7" fmla="*/ 3447669 h 4880683"/>
              <a:gd name="connsiteX8" fmla="*/ 3016116 w 8511014"/>
              <a:gd name="connsiteY8" fmla="*/ 3783425 h 4880683"/>
              <a:gd name="connsiteX9" fmla="*/ 3127463 w 8511014"/>
              <a:gd name="connsiteY9" fmla="*/ 4014502 h 4880683"/>
              <a:gd name="connsiteX10" fmla="*/ 3297865 w 8511014"/>
              <a:gd name="connsiteY10" fmla="*/ 4312634 h 4880683"/>
              <a:gd name="connsiteX11" fmla="*/ 3458171 w 8511014"/>
              <a:gd name="connsiteY11" fmla="*/ 4504182 h 4880683"/>
              <a:gd name="connsiteX12" fmla="*/ 3616095 w 8511014"/>
              <a:gd name="connsiteY12" fmla="*/ 4595146 h 4880683"/>
              <a:gd name="connsiteX13" fmla="*/ 3855364 w 8511014"/>
              <a:gd name="connsiteY13" fmla="*/ 4623912 h 4880683"/>
              <a:gd name="connsiteX14" fmla="*/ 4082630 w 8511014"/>
              <a:gd name="connsiteY14" fmla="*/ 4623912 h 4880683"/>
              <a:gd name="connsiteX15" fmla="*/ 4381048 w 8511014"/>
              <a:gd name="connsiteY15" fmla="*/ 4599528 h 4880683"/>
              <a:gd name="connsiteX16" fmla="*/ 4508969 w 8511014"/>
              <a:gd name="connsiteY16" fmla="*/ 4599528 h 4880683"/>
              <a:gd name="connsiteX17" fmla="*/ 4764715 w 8511014"/>
              <a:gd name="connsiteY17" fmla="*/ 4649534 h 4880683"/>
              <a:gd name="connsiteX18" fmla="*/ 5098662 w 8511014"/>
              <a:gd name="connsiteY18" fmla="*/ 4699826 h 4880683"/>
              <a:gd name="connsiteX19" fmla="*/ 5405748 w 8511014"/>
              <a:gd name="connsiteY19" fmla="*/ 4638008 h 4880683"/>
              <a:gd name="connsiteX20" fmla="*/ 6039827 w 8511014"/>
              <a:gd name="connsiteY20" fmla="*/ 4045553 h 4880683"/>
              <a:gd name="connsiteX21" fmla="*/ 6249187 w 8511014"/>
              <a:gd name="connsiteY21" fmla="*/ 3806190 h 4880683"/>
              <a:gd name="connsiteX22" fmla="*/ 6563226 w 8511014"/>
              <a:gd name="connsiteY22" fmla="*/ 3491960 h 4880683"/>
              <a:gd name="connsiteX23" fmla="*/ 6699814 w 8511014"/>
              <a:gd name="connsiteY23" fmla="*/ 3327368 h 4880683"/>
              <a:gd name="connsiteX24" fmla="*/ 6947083 w 8511014"/>
              <a:gd name="connsiteY24" fmla="*/ 3000185 h 4880683"/>
              <a:gd name="connsiteX25" fmla="*/ 7108628 w 8511014"/>
              <a:gd name="connsiteY25" fmla="*/ 2693003 h 4880683"/>
              <a:gd name="connsiteX26" fmla="*/ 7226261 w 8511014"/>
              <a:gd name="connsiteY26" fmla="*/ 2385822 h 4880683"/>
              <a:gd name="connsiteX27" fmla="*/ 7395711 w 8511014"/>
              <a:gd name="connsiteY27" fmla="*/ 2030730 h 4880683"/>
              <a:gd name="connsiteX28" fmla="*/ 7596117 w 8511014"/>
              <a:gd name="connsiteY28" fmla="*/ 1830229 h 4880683"/>
              <a:gd name="connsiteX29" fmla="*/ 7816430 w 8511014"/>
              <a:gd name="connsiteY29" fmla="*/ 1679639 h 4880683"/>
              <a:gd name="connsiteX30" fmla="*/ 8075605 w 8511014"/>
              <a:gd name="connsiteY30" fmla="*/ 1498092 h 4880683"/>
              <a:gd name="connsiteX31" fmla="*/ 8282965 w 8511014"/>
              <a:gd name="connsiteY31" fmla="*/ 1270635 h 4880683"/>
              <a:gd name="connsiteX32" fmla="*/ 8462416 w 8511014"/>
              <a:gd name="connsiteY32" fmla="*/ 947452 h 4880683"/>
              <a:gd name="connsiteX33" fmla="*/ 8510231 w 8511014"/>
              <a:gd name="connsiteY33" fmla="*/ 694087 h 4880683"/>
              <a:gd name="connsiteX34" fmla="*/ 8486323 w 8511014"/>
              <a:gd name="connsiteY34" fmla="*/ 492633 h 4880683"/>
              <a:gd name="connsiteX35" fmla="*/ 8294871 w 8511014"/>
              <a:gd name="connsiteY35" fmla="*/ 233267 h 4880683"/>
              <a:gd name="connsiteX36" fmla="*/ 8042078 w 8511014"/>
              <a:gd name="connsiteY36"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7226261 w 8511014"/>
              <a:gd name="connsiteY25" fmla="*/ 2385822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7395711 w 8511014"/>
              <a:gd name="connsiteY26" fmla="*/ 2030730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7596117 w 8511014"/>
              <a:gd name="connsiteY27" fmla="*/ 1830229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7816430 w 8511014"/>
              <a:gd name="connsiteY28" fmla="*/ 1679639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11014"/>
              <a:gd name="connsiteY0" fmla="*/ 4877046 h 4880683"/>
              <a:gd name="connsiteX1" fmla="*/ 1133264 w 8511014"/>
              <a:gd name="connsiteY1" fmla="*/ 4023303 h 4880683"/>
              <a:gd name="connsiteX2" fmla="*/ 1858140 w 8511014"/>
              <a:gd name="connsiteY2" fmla="*/ 3431068 h 4880683"/>
              <a:gd name="connsiteX3" fmla="*/ 2115767 w 8511014"/>
              <a:gd name="connsiteY3" fmla="*/ 3053950 h 4880683"/>
              <a:gd name="connsiteX4" fmla="*/ 2478340 w 8511014"/>
              <a:gd name="connsiteY4" fmla="*/ 3083929 h 4880683"/>
              <a:gd name="connsiteX5" fmla="*/ 2735319 w 8511014"/>
              <a:gd name="connsiteY5" fmla="*/ 3194971 h 4880683"/>
              <a:gd name="connsiteX6" fmla="*/ 2835045 w 8511014"/>
              <a:gd name="connsiteY6" fmla="*/ 3447669 h 4880683"/>
              <a:gd name="connsiteX7" fmla="*/ 3016116 w 8511014"/>
              <a:gd name="connsiteY7" fmla="*/ 3783425 h 4880683"/>
              <a:gd name="connsiteX8" fmla="*/ 3127463 w 8511014"/>
              <a:gd name="connsiteY8" fmla="*/ 4014502 h 4880683"/>
              <a:gd name="connsiteX9" fmla="*/ 3297865 w 8511014"/>
              <a:gd name="connsiteY9" fmla="*/ 4312634 h 4880683"/>
              <a:gd name="connsiteX10" fmla="*/ 3458171 w 8511014"/>
              <a:gd name="connsiteY10" fmla="*/ 4504182 h 4880683"/>
              <a:gd name="connsiteX11" fmla="*/ 3616095 w 8511014"/>
              <a:gd name="connsiteY11" fmla="*/ 4595146 h 4880683"/>
              <a:gd name="connsiteX12" fmla="*/ 3855364 w 8511014"/>
              <a:gd name="connsiteY12" fmla="*/ 4623912 h 4880683"/>
              <a:gd name="connsiteX13" fmla="*/ 4082630 w 8511014"/>
              <a:gd name="connsiteY13" fmla="*/ 4623912 h 4880683"/>
              <a:gd name="connsiteX14" fmla="*/ 4381048 w 8511014"/>
              <a:gd name="connsiteY14" fmla="*/ 4599528 h 4880683"/>
              <a:gd name="connsiteX15" fmla="*/ 4508969 w 8511014"/>
              <a:gd name="connsiteY15" fmla="*/ 4599528 h 4880683"/>
              <a:gd name="connsiteX16" fmla="*/ 4764715 w 8511014"/>
              <a:gd name="connsiteY16" fmla="*/ 4649534 h 4880683"/>
              <a:gd name="connsiteX17" fmla="*/ 5098662 w 8511014"/>
              <a:gd name="connsiteY17" fmla="*/ 4699826 h 4880683"/>
              <a:gd name="connsiteX18" fmla="*/ 5405748 w 8511014"/>
              <a:gd name="connsiteY18" fmla="*/ 4638008 h 4880683"/>
              <a:gd name="connsiteX19" fmla="*/ 6039827 w 8511014"/>
              <a:gd name="connsiteY19" fmla="*/ 4045553 h 4880683"/>
              <a:gd name="connsiteX20" fmla="*/ 6249187 w 8511014"/>
              <a:gd name="connsiteY20" fmla="*/ 3806190 h 4880683"/>
              <a:gd name="connsiteX21" fmla="*/ 6563226 w 8511014"/>
              <a:gd name="connsiteY21" fmla="*/ 3491960 h 4880683"/>
              <a:gd name="connsiteX22" fmla="*/ 6699814 w 8511014"/>
              <a:gd name="connsiteY22" fmla="*/ 3327368 h 4880683"/>
              <a:gd name="connsiteX23" fmla="*/ 6947083 w 8511014"/>
              <a:gd name="connsiteY23" fmla="*/ 3000185 h 4880683"/>
              <a:gd name="connsiteX24" fmla="*/ 7108628 w 8511014"/>
              <a:gd name="connsiteY24" fmla="*/ 2693003 h 4880683"/>
              <a:gd name="connsiteX25" fmla="*/ 6728803 w 8511014"/>
              <a:gd name="connsiteY25" fmla="*/ 2094414 h 4880683"/>
              <a:gd name="connsiteX26" fmla="*/ 5944448 w 8511014"/>
              <a:gd name="connsiteY26" fmla="*/ 1733718 h 4880683"/>
              <a:gd name="connsiteX27" fmla="*/ 5840622 w 8511014"/>
              <a:gd name="connsiteY27" fmla="*/ 1544424 h 4880683"/>
              <a:gd name="connsiteX28" fmla="*/ 5789595 w 8511014"/>
              <a:gd name="connsiteY28" fmla="*/ 1259338 h 4880683"/>
              <a:gd name="connsiteX29" fmla="*/ 8075605 w 8511014"/>
              <a:gd name="connsiteY29" fmla="*/ 1498092 h 4880683"/>
              <a:gd name="connsiteX30" fmla="*/ 8282965 w 8511014"/>
              <a:gd name="connsiteY30" fmla="*/ 1270635 h 4880683"/>
              <a:gd name="connsiteX31" fmla="*/ 8462416 w 8511014"/>
              <a:gd name="connsiteY31" fmla="*/ 947452 h 4880683"/>
              <a:gd name="connsiteX32" fmla="*/ 8510231 w 8511014"/>
              <a:gd name="connsiteY32" fmla="*/ 694087 h 4880683"/>
              <a:gd name="connsiteX33" fmla="*/ 8486323 w 8511014"/>
              <a:gd name="connsiteY33" fmla="*/ 492633 h 4880683"/>
              <a:gd name="connsiteX34" fmla="*/ 8294871 w 8511014"/>
              <a:gd name="connsiteY34" fmla="*/ 233267 h 4880683"/>
              <a:gd name="connsiteX35" fmla="*/ 8042078 w 851101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89595 w 8527274"/>
              <a:gd name="connsiteY28" fmla="*/ 1259338 h 4880683"/>
              <a:gd name="connsiteX29" fmla="*/ 5797984 w 8527274"/>
              <a:gd name="connsiteY29" fmla="*/ 1021752 h 4880683"/>
              <a:gd name="connsiteX30" fmla="*/ 8282965 w 8527274"/>
              <a:gd name="connsiteY30" fmla="*/ 1270635 h 4880683"/>
              <a:gd name="connsiteX31" fmla="*/ 8462416 w 8527274"/>
              <a:gd name="connsiteY31" fmla="*/ 947452 h 4880683"/>
              <a:gd name="connsiteX32" fmla="*/ 8510231 w 8527274"/>
              <a:gd name="connsiteY32" fmla="*/ 694087 h 4880683"/>
              <a:gd name="connsiteX33" fmla="*/ 8486323 w 8527274"/>
              <a:gd name="connsiteY33" fmla="*/ 492633 h 4880683"/>
              <a:gd name="connsiteX34" fmla="*/ 8294871 w 8527274"/>
              <a:gd name="connsiteY34" fmla="*/ 233267 h 4880683"/>
              <a:gd name="connsiteX35" fmla="*/ 8042078 w 8527274"/>
              <a:gd name="connsiteY35"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944448 w 8527274"/>
              <a:gd name="connsiteY26" fmla="*/ 1733718 h 4880683"/>
              <a:gd name="connsiteX27" fmla="*/ 5840622 w 8527274"/>
              <a:gd name="connsiteY27" fmla="*/ 1544424 h 4880683"/>
              <a:gd name="connsiteX28" fmla="*/ 5797984 w 8527274"/>
              <a:gd name="connsiteY28" fmla="*/ 1021752 h 4880683"/>
              <a:gd name="connsiteX29" fmla="*/ 8282965 w 8527274"/>
              <a:gd name="connsiteY29" fmla="*/ 1270635 h 4880683"/>
              <a:gd name="connsiteX30" fmla="*/ 8462416 w 8527274"/>
              <a:gd name="connsiteY30" fmla="*/ 947452 h 4880683"/>
              <a:gd name="connsiteX31" fmla="*/ 8510231 w 8527274"/>
              <a:gd name="connsiteY31" fmla="*/ 694087 h 4880683"/>
              <a:gd name="connsiteX32" fmla="*/ 8486323 w 8527274"/>
              <a:gd name="connsiteY32" fmla="*/ 492633 h 4880683"/>
              <a:gd name="connsiteX33" fmla="*/ 8294871 w 8527274"/>
              <a:gd name="connsiteY33" fmla="*/ 233267 h 4880683"/>
              <a:gd name="connsiteX34" fmla="*/ 8042078 w 8527274"/>
              <a:gd name="connsiteY34"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40622 w 8527274"/>
              <a:gd name="connsiteY26" fmla="*/ 1544424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7108628 w 8527274"/>
              <a:gd name="connsiteY24" fmla="*/ 269300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728803 w 8527274"/>
              <a:gd name="connsiteY25" fmla="*/ 2094414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527274"/>
              <a:gd name="connsiteY0" fmla="*/ 4877046 h 4880683"/>
              <a:gd name="connsiteX1" fmla="*/ 1133264 w 8527274"/>
              <a:gd name="connsiteY1" fmla="*/ 4023303 h 4880683"/>
              <a:gd name="connsiteX2" fmla="*/ 1858140 w 8527274"/>
              <a:gd name="connsiteY2" fmla="*/ 3431068 h 4880683"/>
              <a:gd name="connsiteX3" fmla="*/ 2115767 w 8527274"/>
              <a:gd name="connsiteY3" fmla="*/ 3053950 h 4880683"/>
              <a:gd name="connsiteX4" fmla="*/ 2478340 w 8527274"/>
              <a:gd name="connsiteY4" fmla="*/ 3083929 h 4880683"/>
              <a:gd name="connsiteX5" fmla="*/ 2735319 w 8527274"/>
              <a:gd name="connsiteY5" fmla="*/ 3194971 h 4880683"/>
              <a:gd name="connsiteX6" fmla="*/ 2835045 w 8527274"/>
              <a:gd name="connsiteY6" fmla="*/ 3447669 h 4880683"/>
              <a:gd name="connsiteX7" fmla="*/ 3016116 w 8527274"/>
              <a:gd name="connsiteY7" fmla="*/ 3783425 h 4880683"/>
              <a:gd name="connsiteX8" fmla="*/ 3127463 w 8527274"/>
              <a:gd name="connsiteY8" fmla="*/ 4014502 h 4880683"/>
              <a:gd name="connsiteX9" fmla="*/ 3297865 w 8527274"/>
              <a:gd name="connsiteY9" fmla="*/ 4312634 h 4880683"/>
              <a:gd name="connsiteX10" fmla="*/ 3458171 w 8527274"/>
              <a:gd name="connsiteY10" fmla="*/ 4504182 h 4880683"/>
              <a:gd name="connsiteX11" fmla="*/ 3616095 w 8527274"/>
              <a:gd name="connsiteY11" fmla="*/ 4595146 h 4880683"/>
              <a:gd name="connsiteX12" fmla="*/ 3855364 w 8527274"/>
              <a:gd name="connsiteY12" fmla="*/ 4623912 h 4880683"/>
              <a:gd name="connsiteX13" fmla="*/ 4082630 w 8527274"/>
              <a:gd name="connsiteY13" fmla="*/ 4623912 h 4880683"/>
              <a:gd name="connsiteX14" fmla="*/ 4381048 w 8527274"/>
              <a:gd name="connsiteY14" fmla="*/ 4599528 h 4880683"/>
              <a:gd name="connsiteX15" fmla="*/ 4508969 w 8527274"/>
              <a:gd name="connsiteY15" fmla="*/ 4599528 h 4880683"/>
              <a:gd name="connsiteX16" fmla="*/ 4764715 w 8527274"/>
              <a:gd name="connsiteY16" fmla="*/ 4649534 h 4880683"/>
              <a:gd name="connsiteX17" fmla="*/ 5098662 w 8527274"/>
              <a:gd name="connsiteY17" fmla="*/ 4699826 h 4880683"/>
              <a:gd name="connsiteX18" fmla="*/ 5405748 w 8527274"/>
              <a:gd name="connsiteY18" fmla="*/ 4638008 h 4880683"/>
              <a:gd name="connsiteX19" fmla="*/ 6039827 w 8527274"/>
              <a:gd name="connsiteY19" fmla="*/ 4045553 h 4880683"/>
              <a:gd name="connsiteX20" fmla="*/ 6249187 w 8527274"/>
              <a:gd name="connsiteY20" fmla="*/ 3806190 h 4880683"/>
              <a:gd name="connsiteX21" fmla="*/ 6563226 w 8527274"/>
              <a:gd name="connsiteY21" fmla="*/ 3491960 h 4880683"/>
              <a:gd name="connsiteX22" fmla="*/ 6699814 w 8527274"/>
              <a:gd name="connsiteY22" fmla="*/ 3327368 h 4880683"/>
              <a:gd name="connsiteX23" fmla="*/ 6947083 w 8527274"/>
              <a:gd name="connsiteY23" fmla="*/ 3000185 h 4880683"/>
              <a:gd name="connsiteX24" fmla="*/ 6956513 w 8527274"/>
              <a:gd name="connsiteY24" fmla="*/ 2664983 h 4880683"/>
              <a:gd name="connsiteX25" fmla="*/ 6646578 w 8527274"/>
              <a:gd name="connsiteY25" fmla="*/ 2128039 h 4880683"/>
              <a:gd name="connsiteX26" fmla="*/ 5869400 w 8527274"/>
              <a:gd name="connsiteY26" fmla="*/ 1712545 h 4880683"/>
              <a:gd name="connsiteX27" fmla="*/ 5797984 w 8527274"/>
              <a:gd name="connsiteY27" fmla="*/ 1021752 h 4880683"/>
              <a:gd name="connsiteX28" fmla="*/ 8282965 w 8527274"/>
              <a:gd name="connsiteY28" fmla="*/ 1270635 h 4880683"/>
              <a:gd name="connsiteX29" fmla="*/ 8462416 w 8527274"/>
              <a:gd name="connsiteY29" fmla="*/ 947452 h 4880683"/>
              <a:gd name="connsiteX30" fmla="*/ 8510231 w 8527274"/>
              <a:gd name="connsiteY30" fmla="*/ 694087 h 4880683"/>
              <a:gd name="connsiteX31" fmla="*/ 8486323 w 8527274"/>
              <a:gd name="connsiteY31" fmla="*/ 492633 h 4880683"/>
              <a:gd name="connsiteX32" fmla="*/ 8294871 w 8527274"/>
              <a:gd name="connsiteY32" fmla="*/ 233267 h 4880683"/>
              <a:gd name="connsiteX33" fmla="*/ 8042078 w 8527274"/>
              <a:gd name="connsiteY33" fmla="*/ 0 h 4880683"/>
              <a:gd name="connsiteX0" fmla="*/ 0 w 8685176"/>
              <a:gd name="connsiteY0" fmla="*/ 4877046 h 4880683"/>
              <a:gd name="connsiteX1" fmla="*/ 1133264 w 8685176"/>
              <a:gd name="connsiteY1" fmla="*/ 4023303 h 4880683"/>
              <a:gd name="connsiteX2" fmla="*/ 1858140 w 8685176"/>
              <a:gd name="connsiteY2" fmla="*/ 3431068 h 4880683"/>
              <a:gd name="connsiteX3" fmla="*/ 2115767 w 8685176"/>
              <a:gd name="connsiteY3" fmla="*/ 3053950 h 4880683"/>
              <a:gd name="connsiteX4" fmla="*/ 2478340 w 8685176"/>
              <a:gd name="connsiteY4" fmla="*/ 3083929 h 4880683"/>
              <a:gd name="connsiteX5" fmla="*/ 2735319 w 8685176"/>
              <a:gd name="connsiteY5" fmla="*/ 3194971 h 4880683"/>
              <a:gd name="connsiteX6" fmla="*/ 2835045 w 8685176"/>
              <a:gd name="connsiteY6" fmla="*/ 3447669 h 4880683"/>
              <a:gd name="connsiteX7" fmla="*/ 3016116 w 8685176"/>
              <a:gd name="connsiteY7" fmla="*/ 3783425 h 4880683"/>
              <a:gd name="connsiteX8" fmla="*/ 3127463 w 8685176"/>
              <a:gd name="connsiteY8" fmla="*/ 4014502 h 4880683"/>
              <a:gd name="connsiteX9" fmla="*/ 3297865 w 8685176"/>
              <a:gd name="connsiteY9" fmla="*/ 4312634 h 4880683"/>
              <a:gd name="connsiteX10" fmla="*/ 3458171 w 8685176"/>
              <a:gd name="connsiteY10" fmla="*/ 4504182 h 4880683"/>
              <a:gd name="connsiteX11" fmla="*/ 3616095 w 8685176"/>
              <a:gd name="connsiteY11" fmla="*/ 4595146 h 4880683"/>
              <a:gd name="connsiteX12" fmla="*/ 3855364 w 8685176"/>
              <a:gd name="connsiteY12" fmla="*/ 4623912 h 4880683"/>
              <a:gd name="connsiteX13" fmla="*/ 4082630 w 8685176"/>
              <a:gd name="connsiteY13" fmla="*/ 4623912 h 4880683"/>
              <a:gd name="connsiteX14" fmla="*/ 4381048 w 8685176"/>
              <a:gd name="connsiteY14" fmla="*/ 4599528 h 4880683"/>
              <a:gd name="connsiteX15" fmla="*/ 4508969 w 8685176"/>
              <a:gd name="connsiteY15" fmla="*/ 4599528 h 4880683"/>
              <a:gd name="connsiteX16" fmla="*/ 4764715 w 8685176"/>
              <a:gd name="connsiteY16" fmla="*/ 4649534 h 4880683"/>
              <a:gd name="connsiteX17" fmla="*/ 5098662 w 8685176"/>
              <a:gd name="connsiteY17" fmla="*/ 4699826 h 4880683"/>
              <a:gd name="connsiteX18" fmla="*/ 5405748 w 8685176"/>
              <a:gd name="connsiteY18" fmla="*/ 4638008 h 4880683"/>
              <a:gd name="connsiteX19" fmla="*/ 6039827 w 8685176"/>
              <a:gd name="connsiteY19" fmla="*/ 4045553 h 4880683"/>
              <a:gd name="connsiteX20" fmla="*/ 6249187 w 8685176"/>
              <a:gd name="connsiteY20" fmla="*/ 3806190 h 4880683"/>
              <a:gd name="connsiteX21" fmla="*/ 6563226 w 8685176"/>
              <a:gd name="connsiteY21" fmla="*/ 3491960 h 4880683"/>
              <a:gd name="connsiteX22" fmla="*/ 6699814 w 8685176"/>
              <a:gd name="connsiteY22" fmla="*/ 3327368 h 4880683"/>
              <a:gd name="connsiteX23" fmla="*/ 6947083 w 8685176"/>
              <a:gd name="connsiteY23" fmla="*/ 3000185 h 4880683"/>
              <a:gd name="connsiteX24" fmla="*/ 6956513 w 8685176"/>
              <a:gd name="connsiteY24" fmla="*/ 2664983 h 4880683"/>
              <a:gd name="connsiteX25" fmla="*/ 6646578 w 8685176"/>
              <a:gd name="connsiteY25" fmla="*/ 2128039 h 4880683"/>
              <a:gd name="connsiteX26" fmla="*/ 5869400 w 8685176"/>
              <a:gd name="connsiteY26" fmla="*/ 1712545 h 4880683"/>
              <a:gd name="connsiteX27" fmla="*/ 5797984 w 8685176"/>
              <a:gd name="connsiteY27" fmla="*/ 1021752 h 4880683"/>
              <a:gd name="connsiteX28" fmla="*/ 5668223 w 8685176"/>
              <a:gd name="connsiteY28" fmla="*/ 749462 h 4880683"/>
              <a:gd name="connsiteX29" fmla="*/ 8462416 w 8685176"/>
              <a:gd name="connsiteY29" fmla="*/ 947452 h 4880683"/>
              <a:gd name="connsiteX30" fmla="*/ 8510231 w 8685176"/>
              <a:gd name="connsiteY30" fmla="*/ 694087 h 4880683"/>
              <a:gd name="connsiteX31" fmla="*/ 8486323 w 8685176"/>
              <a:gd name="connsiteY31" fmla="*/ 492633 h 4880683"/>
              <a:gd name="connsiteX32" fmla="*/ 8294871 w 8685176"/>
              <a:gd name="connsiteY32" fmla="*/ 233267 h 4880683"/>
              <a:gd name="connsiteX33" fmla="*/ 8042078 w 8685176"/>
              <a:gd name="connsiteY33" fmla="*/ 0 h 4880683"/>
              <a:gd name="connsiteX0" fmla="*/ 0 w 8685176"/>
              <a:gd name="connsiteY0" fmla="*/ 4643778 h 4647415"/>
              <a:gd name="connsiteX1" fmla="*/ 1133264 w 8685176"/>
              <a:gd name="connsiteY1" fmla="*/ 3790035 h 4647415"/>
              <a:gd name="connsiteX2" fmla="*/ 1858140 w 8685176"/>
              <a:gd name="connsiteY2" fmla="*/ 3197800 h 4647415"/>
              <a:gd name="connsiteX3" fmla="*/ 2115767 w 8685176"/>
              <a:gd name="connsiteY3" fmla="*/ 2820682 h 4647415"/>
              <a:gd name="connsiteX4" fmla="*/ 2478340 w 8685176"/>
              <a:gd name="connsiteY4" fmla="*/ 2850661 h 4647415"/>
              <a:gd name="connsiteX5" fmla="*/ 2735319 w 8685176"/>
              <a:gd name="connsiteY5" fmla="*/ 2961703 h 4647415"/>
              <a:gd name="connsiteX6" fmla="*/ 2835045 w 8685176"/>
              <a:gd name="connsiteY6" fmla="*/ 3214401 h 4647415"/>
              <a:gd name="connsiteX7" fmla="*/ 3016116 w 8685176"/>
              <a:gd name="connsiteY7" fmla="*/ 3550157 h 4647415"/>
              <a:gd name="connsiteX8" fmla="*/ 3127463 w 8685176"/>
              <a:gd name="connsiteY8" fmla="*/ 3781234 h 4647415"/>
              <a:gd name="connsiteX9" fmla="*/ 3297865 w 8685176"/>
              <a:gd name="connsiteY9" fmla="*/ 4079366 h 4647415"/>
              <a:gd name="connsiteX10" fmla="*/ 3458171 w 8685176"/>
              <a:gd name="connsiteY10" fmla="*/ 4270914 h 4647415"/>
              <a:gd name="connsiteX11" fmla="*/ 3616095 w 8685176"/>
              <a:gd name="connsiteY11" fmla="*/ 4361878 h 4647415"/>
              <a:gd name="connsiteX12" fmla="*/ 3855364 w 8685176"/>
              <a:gd name="connsiteY12" fmla="*/ 4390644 h 4647415"/>
              <a:gd name="connsiteX13" fmla="*/ 4082630 w 8685176"/>
              <a:gd name="connsiteY13" fmla="*/ 4390644 h 4647415"/>
              <a:gd name="connsiteX14" fmla="*/ 4381048 w 8685176"/>
              <a:gd name="connsiteY14" fmla="*/ 4366260 h 4647415"/>
              <a:gd name="connsiteX15" fmla="*/ 4508969 w 8685176"/>
              <a:gd name="connsiteY15" fmla="*/ 4366260 h 4647415"/>
              <a:gd name="connsiteX16" fmla="*/ 4764715 w 8685176"/>
              <a:gd name="connsiteY16" fmla="*/ 4416266 h 4647415"/>
              <a:gd name="connsiteX17" fmla="*/ 5098662 w 8685176"/>
              <a:gd name="connsiteY17" fmla="*/ 4466558 h 4647415"/>
              <a:gd name="connsiteX18" fmla="*/ 5405748 w 8685176"/>
              <a:gd name="connsiteY18" fmla="*/ 4404740 h 4647415"/>
              <a:gd name="connsiteX19" fmla="*/ 6039827 w 8685176"/>
              <a:gd name="connsiteY19" fmla="*/ 3812285 h 4647415"/>
              <a:gd name="connsiteX20" fmla="*/ 6249187 w 8685176"/>
              <a:gd name="connsiteY20" fmla="*/ 3572922 h 4647415"/>
              <a:gd name="connsiteX21" fmla="*/ 6563226 w 8685176"/>
              <a:gd name="connsiteY21" fmla="*/ 3258692 h 4647415"/>
              <a:gd name="connsiteX22" fmla="*/ 6699814 w 8685176"/>
              <a:gd name="connsiteY22" fmla="*/ 3094100 h 4647415"/>
              <a:gd name="connsiteX23" fmla="*/ 6947083 w 8685176"/>
              <a:gd name="connsiteY23" fmla="*/ 2766917 h 4647415"/>
              <a:gd name="connsiteX24" fmla="*/ 6956513 w 8685176"/>
              <a:gd name="connsiteY24" fmla="*/ 2431715 h 4647415"/>
              <a:gd name="connsiteX25" fmla="*/ 6646578 w 8685176"/>
              <a:gd name="connsiteY25" fmla="*/ 1894771 h 4647415"/>
              <a:gd name="connsiteX26" fmla="*/ 5869400 w 8685176"/>
              <a:gd name="connsiteY26" fmla="*/ 1479277 h 4647415"/>
              <a:gd name="connsiteX27" fmla="*/ 5797984 w 8685176"/>
              <a:gd name="connsiteY27" fmla="*/ 788484 h 4647415"/>
              <a:gd name="connsiteX28" fmla="*/ 5668223 w 8685176"/>
              <a:gd name="connsiteY28" fmla="*/ 516194 h 4647415"/>
              <a:gd name="connsiteX29" fmla="*/ 8462416 w 8685176"/>
              <a:gd name="connsiteY29" fmla="*/ 714184 h 4647415"/>
              <a:gd name="connsiteX30" fmla="*/ 8510231 w 8685176"/>
              <a:gd name="connsiteY30" fmla="*/ 460819 h 4647415"/>
              <a:gd name="connsiteX31" fmla="*/ 8486323 w 8685176"/>
              <a:gd name="connsiteY31" fmla="*/ 259365 h 4647415"/>
              <a:gd name="connsiteX32" fmla="*/ 8294871 w 8685176"/>
              <a:gd name="connsiteY32" fmla="*/ -1 h 4647415"/>
              <a:gd name="connsiteX0" fmla="*/ 0 w 8685176"/>
              <a:gd name="connsiteY0" fmla="*/ 4384413 h 4388050"/>
              <a:gd name="connsiteX1" fmla="*/ 1133264 w 8685176"/>
              <a:gd name="connsiteY1" fmla="*/ 3530670 h 4388050"/>
              <a:gd name="connsiteX2" fmla="*/ 1858140 w 8685176"/>
              <a:gd name="connsiteY2" fmla="*/ 2938435 h 4388050"/>
              <a:gd name="connsiteX3" fmla="*/ 2115767 w 8685176"/>
              <a:gd name="connsiteY3" fmla="*/ 2561317 h 4388050"/>
              <a:gd name="connsiteX4" fmla="*/ 2478340 w 8685176"/>
              <a:gd name="connsiteY4" fmla="*/ 2591296 h 4388050"/>
              <a:gd name="connsiteX5" fmla="*/ 2735319 w 8685176"/>
              <a:gd name="connsiteY5" fmla="*/ 2702338 h 4388050"/>
              <a:gd name="connsiteX6" fmla="*/ 2835045 w 8685176"/>
              <a:gd name="connsiteY6" fmla="*/ 2955036 h 4388050"/>
              <a:gd name="connsiteX7" fmla="*/ 3016116 w 8685176"/>
              <a:gd name="connsiteY7" fmla="*/ 3290792 h 4388050"/>
              <a:gd name="connsiteX8" fmla="*/ 3127463 w 8685176"/>
              <a:gd name="connsiteY8" fmla="*/ 3521869 h 4388050"/>
              <a:gd name="connsiteX9" fmla="*/ 3297865 w 8685176"/>
              <a:gd name="connsiteY9" fmla="*/ 3820001 h 4388050"/>
              <a:gd name="connsiteX10" fmla="*/ 3458171 w 8685176"/>
              <a:gd name="connsiteY10" fmla="*/ 4011549 h 4388050"/>
              <a:gd name="connsiteX11" fmla="*/ 3616095 w 8685176"/>
              <a:gd name="connsiteY11" fmla="*/ 4102513 h 4388050"/>
              <a:gd name="connsiteX12" fmla="*/ 3855364 w 8685176"/>
              <a:gd name="connsiteY12" fmla="*/ 4131279 h 4388050"/>
              <a:gd name="connsiteX13" fmla="*/ 4082630 w 8685176"/>
              <a:gd name="connsiteY13" fmla="*/ 4131279 h 4388050"/>
              <a:gd name="connsiteX14" fmla="*/ 4381048 w 8685176"/>
              <a:gd name="connsiteY14" fmla="*/ 4106895 h 4388050"/>
              <a:gd name="connsiteX15" fmla="*/ 4508969 w 8685176"/>
              <a:gd name="connsiteY15" fmla="*/ 4106895 h 4388050"/>
              <a:gd name="connsiteX16" fmla="*/ 4764715 w 8685176"/>
              <a:gd name="connsiteY16" fmla="*/ 4156901 h 4388050"/>
              <a:gd name="connsiteX17" fmla="*/ 5098662 w 8685176"/>
              <a:gd name="connsiteY17" fmla="*/ 4207193 h 4388050"/>
              <a:gd name="connsiteX18" fmla="*/ 5405748 w 8685176"/>
              <a:gd name="connsiteY18" fmla="*/ 4145375 h 4388050"/>
              <a:gd name="connsiteX19" fmla="*/ 6039827 w 8685176"/>
              <a:gd name="connsiteY19" fmla="*/ 3552920 h 4388050"/>
              <a:gd name="connsiteX20" fmla="*/ 6249187 w 8685176"/>
              <a:gd name="connsiteY20" fmla="*/ 3313557 h 4388050"/>
              <a:gd name="connsiteX21" fmla="*/ 6563226 w 8685176"/>
              <a:gd name="connsiteY21" fmla="*/ 2999327 h 4388050"/>
              <a:gd name="connsiteX22" fmla="*/ 6699814 w 8685176"/>
              <a:gd name="connsiteY22" fmla="*/ 2834735 h 4388050"/>
              <a:gd name="connsiteX23" fmla="*/ 6947083 w 8685176"/>
              <a:gd name="connsiteY23" fmla="*/ 2507552 h 4388050"/>
              <a:gd name="connsiteX24" fmla="*/ 6956513 w 8685176"/>
              <a:gd name="connsiteY24" fmla="*/ 2172350 h 4388050"/>
              <a:gd name="connsiteX25" fmla="*/ 6646578 w 8685176"/>
              <a:gd name="connsiteY25" fmla="*/ 1635406 h 4388050"/>
              <a:gd name="connsiteX26" fmla="*/ 5869400 w 8685176"/>
              <a:gd name="connsiteY26" fmla="*/ 1219912 h 4388050"/>
              <a:gd name="connsiteX27" fmla="*/ 5797984 w 8685176"/>
              <a:gd name="connsiteY27" fmla="*/ 529119 h 4388050"/>
              <a:gd name="connsiteX28" fmla="*/ 5668223 w 8685176"/>
              <a:gd name="connsiteY28" fmla="*/ 256829 h 4388050"/>
              <a:gd name="connsiteX29" fmla="*/ 8462416 w 8685176"/>
              <a:gd name="connsiteY29" fmla="*/ 454819 h 4388050"/>
              <a:gd name="connsiteX30" fmla="*/ 8510231 w 8685176"/>
              <a:gd name="connsiteY30" fmla="*/ 201454 h 4388050"/>
              <a:gd name="connsiteX31" fmla="*/ 8486323 w 8685176"/>
              <a:gd name="connsiteY31" fmla="*/ 0 h 4388050"/>
              <a:gd name="connsiteX0" fmla="*/ 0 w 8685176"/>
              <a:gd name="connsiteY0" fmla="*/ 4182959 h 4186596"/>
              <a:gd name="connsiteX1" fmla="*/ 1133264 w 8685176"/>
              <a:gd name="connsiteY1" fmla="*/ 3329216 h 4186596"/>
              <a:gd name="connsiteX2" fmla="*/ 1858140 w 8685176"/>
              <a:gd name="connsiteY2" fmla="*/ 2736981 h 4186596"/>
              <a:gd name="connsiteX3" fmla="*/ 2115767 w 8685176"/>
              <a:gd name="connsiteY3" fmla="*/ 2359863 h 4186596"/>
              <a:gd name="connsiteX4" fmla="*/ 2478340 w 8685176"/>
              <a:gd name="connsiteY4" fmla="*/ 2389842 h 4186596"/>
              <a:gd name="connsiteX5" fmla="*/ 2735319 w 8685176"/>
              <a:gd name="connsiteY5" fmla="*/ 2500884 h 4186596"/>
              <a:gd name="connsiteX6" fmla="*/ 2835045 w 8685176"/>
              <a:gd name="connsiteY6" fmla="*/ 2753582 h 4186596"/>
              <a:gd name="connsiteX7" fmla="*/ 3016116 w 8685176"/>
              <a:gd name="connsiteY7" fmla="*/ 3089338 h 4186596"/>
              <a:gd name="connsiteX8" fmla="*/ 3127463 w 8685176"/>
              <a:gd name="connsiteY8" fmla="*/ 3320415 h 4186596"/>
              <a:gd name="connsiteX9" fmla="*/ 3297865 w 8685176"/>
              <a:gd name="connsiteY9" fmla="*/ 3618547 h 4186596"/>
              <a:gd name="connsiteX10" fmla="*/ 3458171 w 8685176"/>
              <a:gd name="connsiteY10" fmla="*/ 3810095 h 4186596"/>
              <a:gd name="connsiteX11" fmla="*/ 3616095 w 8685176"/>
              <a:gd name="connsiteY11" fmla="*/ 3901059 h 4186596"/>
              <a:gd name="connsiteX12" fmla="*/ 3855364 w 8685176"/>
              <a:gd name="connsiteY12" fmla="*/ 3929825 h 4186596"/>
              <a:gd name="connsiteX13" fmla="*/ 4082630 w 8685176"/>
              <a:gd name="connsiteY13" fmla="*/ 3929825 h 4186596"/>
              <a:gd name="connsiteX14" fmla="*/ 4381048 w 8685176"/>
              <a:gd name="connsiteY14" fmla="*/ 3905441 h 4186596"/>
              <a:gd name="connsiteX15" fmla="*/ 4508969 w 8685176"/>
              <a:gd name="connsiteY15" fmla="*/ 3905441 h 4186596"/>
              <a:gd name="connsiteX16" fmla="*/ 4764715 w 8685176"/>
              <a:gd name="connsiteY16" fmla="*/ 3955447 h 4186596"/>
              <a:gd name="connsiteX17" fmla="*/ 5098662 w 8685176"/>
              <a:gd name="connsiteY17" fmla="*/ 4005739 h 4186596"/>
              <a:gd name="connsiteX18" fmla="*/ 5405748 w 8685176"/>
              <a:gd name="connsiteY18" fmla="*/ 3943921 h 4186596"/>
              <a:gd name="connsiteX19" fmla="*/ 6039827 w 8685176"/>
              <a:gd name="connsiteY19" fmla="*/ 3351466 h 4186596"/>
              <a:gd name="connsiteX20" fmla="*/ 6249187 w 8685176"/>
              <a:gd name="connsiteY20" fmla="*/ 3112103 h 4186596"/>
              <a:gd name="connsiteX21" fmla="*/ 6563226 w 8685176"/>
              <a:gd name="connsiteY21" fmla="*/ 2797873 h 4186596"/>
              <a:gd name="connsiteX22" fmla="*/ 6699814 w 8685176"/>
              <a:gd name="connsiteY22" fmla="*/ 2633281 h 4186596"/>
              <a:gd name="connsiteX23" fmla="*/ 6947083 w 8685176"/>
              <a:gd name="connsiteY23" fmla="*/ 2306098 h 4186596"/>
              <a:gd name="connsiteX24" fmla="*/ 6956513 w 8685176"/>
              <a:gd name="connsiteY24" fmla="*/ 1970896 h 4186596"/>
              <a:gd name="connsiteX25" fmla="*/ 6646578 w 8685176"/>
              <a:gd name="connsiteY25" fmla="*/ 1433952 h 4186596"/>
              <a:gd name="connsiteX26" fmla="*/ 5869400 w 8685176"/>
              <a:gd name="connsiteY26" fmla="*/ 1018458 h 4186596"/>
              <a:gd name="connsiteX27" fmla="*/ 5797984 w 8685176"/>
              <a:gd name="connsiteY27" fmla="*/ 327665 h 4186596"/>
              <a:gd name="connsiteX28" fmla="*/ 5668223 w 8685176"/>
              <a:gd name="connsiteY28" fmla="*/ 55375 h 4186596"/>
              <a:gd name="connsiteX29" fmla="*/ 8462416 w 8685176"/>
              <a:gd name="connsiteY29" fmla="*/ 253365 h 4186596"/>
              <a:gd name="connsiteX30" fmla="*/ 8510231 w 8685176"/>
              <a:gd name="connsiteY30" fmla="*/ 0 h 4186596"/>
              <a:gd name="connsiteX0" fmla="*/ 0 w 8462416"/>
              <a:gd name="connsiteY0" fmla="*/ 4128089 h 4131726"/>
              <a:gd name="connsiteX1" fmla="*/ 1133264 w 8462416"/>
              <a:gd name="connsiteY1" fmla="*/ 3274346 h 4131726"/>
              <a:gd name="connsiteX2" fmla="*/ 1858140 w 8462416"/>
              <a:gd name="connsiteY2" fmla="*/ 2682111 h 4131726"/>
              <a:gd name="connsiteX3" fmla="*/ 2115767 w 8462416"/>
              <a:gd name="connsiteY3" fmla="*/ 2304993 h 4131726"/>
              <a:gd name="connsiteX4" fmla="*/ 2478340 w 8462416"/>
              <a:gd name="connsiteY4" fmla="*/ 2334972 h 4131726"/>
              <a:gd name="connsiteX5" fmla="*/ 2735319 w 8462416"/>
              <a:gd name="connsiteY5" fmla="*/ 2446014 h 4131726"/>
              <a:gd name="connsiteX6" fmla="*/ 2835045 w 8462416"/>
              <a:gd name="connsiteY6" fmla="*/ 2698712 h 4131726"/>
              <a:gd name="connsiteX7" fmla="*/ 3016116 w 8462416"/>
              <a:gd name="connsiteY7" fmla="*/ 3034468 h 4131726"/>
              <a:gd name="connsiteX8" fmla="*/ 3127463 w 8462416"/>
              <a:gd name="connsiteY8" fmla="*/ 3265545 h 4131726"/>
              <a:gd name="connsiteX9" fmla="*/ 3297865 w 8462416"/>
              <a:gd name="connsiteY9" fmla="*/ 3563677 h 4131726"/>
              <a:gd name="connsiteX10" fmla="*/ 3458171 w 8462416"/>
              <a:gd name="connsiteY10" fmla="*/ 3755225 h 4131726"/>
              <a:gd name="connsiteX11" fmla="*/ 3616095 w 8462416"/>
              <a:gd name="connsiteY11" fmla="*/ 3846189 h 4131726"/>
              <a:gd name="connsiteX12" fmla="*/ 3855364 w 8462416"/>
              <a:gd name="connsiteY12" fmla="*/ 3874955 h 4131726"/>
              <a:gd name="connsiteX13" fmla="*/ 4082630 w 8462416"/>
              <a:gd name="connsiteY13" fmla="*/ 3874955 h 4131726"/>
              <a:gd name="connsiteX14" fmla="*/ 4381048 w 8462416"/>
              <a:gd name="connsiteY14" fmla="*/ 3850571 h 4131726"/>
              <a:gd name="connsiteX15" fmla="*/ 4508969 w 8462416"/>
              <a:gd name="connsiteY15" fmla="*/ 3850571 h 4131726"/>
              <a:gd name="connsiteX16" fmla="*/ 4764715 w 8462416"/>
              <a:gd name="connsiteY16" fmla="*/ 3900577 h 4131726"/>
              <a:gd name="connsiteX17" fmla="*/ 5098662 w 8462416"/>
              <a:gd name="connsiteY17" fmla="*/ 3950869 h 4131726"/>
              <a:gd name="connsiteX18" fmla="*/ 5405748 w 8462416"/>
              <a:gd name="connsiteY18" fmla="*/ 3889051 h 4131726"/>
              <a:gd name="connsiteX19" fmla="*/ 6039827 w 8462416"/>
              <a:gd name="connsiteY19" fmla="*/ 3296596 h 4131726"/>
              <a:gd name="connsiteX20" fmla="*/ 6249187 w 8462416"/>
              <a:gd name="connsiteY20" fmla="*/ 3057233 h 4131726"/>
              <a:gd name="connsiteX21" fmla="*/ 6563226 w 8462416"/>
              <a:gd name="connsiteY21" fmla="*/ 2743003 h 4131726"/>
              <a:gd name="connsiteX22" fmla="*/ 6699814 w 8462416"/>
              <a:gd name="connsiteY22" fmla="*/ 2578411 h 4131726"/>
              <a:gd name="connsiteX23" fmla="*/ 6947083 w 8462416"/>
              <a:gd name="connsiteY23" fmla="*/ 2251228 h 4131726"/>
              <a:gd name="connsiteX24" fmla="*/ 6956513 w 8462416"/>
              <a:gd name="connsiteY24" fmla="*/ 1916026 h 4131726"/>
              <a:gd name="connsiteX25" fmla="*/ 6646578 w 8462416"/>
              <a:gd name="connsiteY25" fmla="*/ 1379082 h 4131726"/>
              <a:gd name="connsiteX26" fmla="*/ 5869400 w 8462416"/>
              <a:gd name="connsiteY26" fmla="*/ 963588 h 4131726"/>
              <a:gd name="connsiteX27" fmla="*/ 5797984 w 8462416"/>
              <a:gd name="connsiteY27" fmla="*/ 272795 h 4131726"/>
              <a:gd name="connsiteX28" fmla="*/ 5668223 w 8462416"/>
              <a:gd name="connsiteY28" fmla="*/ 505 h 4131726"/>
              <a:gd name="connsiteX29" fmla="*/ 8462416 w 8462416"/>
              <a:gd name="connsiteY29" fmla="*/ 198495 h 4131726"/>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69400 w 6987300"/>
              <a:gd name="connsiteY26" fmla="*/ 1325494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249187 w 6987300"/>
              <a:gd name="connsiteY20" fmla="*/ 3419139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039827 w 6987300"/>
              <a:gd name="connsiteY19" fmla="*/ 3658502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15767 w 6987300"/>
              <a:gd name="connsiteY3" fmla="*/ 2666899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127463 w 6987300"/>
              <a:gd name="connsiteY8" fmla="*/ 3627451 h 4493632"/>
              <a:gd name="connsiteX9" fmla="*/ 3297865 w 6987300"/>
              <a:gd name="connsiteY9" fmla="*/ 3925583 h 4493632"/>
              <a:gd name="connsiteX10" fmla="*/ 3458171 w 6987300"/>
              <a:gd name="connsiteY10" fmla="*/ 4117131 h 4493632"/>
              <a:gd name="connsiteX11" fmla="*/ 3616095 w 6987300"/>
              <a:gd name="connsiteY11" fmla="*/ 4208095 h 4493632"/>
              <a:gd name="connsiteX12" fmla="*/ 3855364 w 6987300"/>
              <a:gd name="connsiteY12" fmla="*/ 4236861 h 4493632"/>
              <a:gd name="connsiteX13" fmla="*/ 4082630 w 6987300"/>
              <a:gd name="connsiteY13" fmla="*/ 4236861 h 4493632"/>
              <a:gd name="connsiteX14" fmla="*/ 4381048 w 6987300"/>
              <a:gd name="connsiteY14" fmla="*/ 4212477 h 4493632"/>
              <a:gd name="connsiteX15" fmla="*/ 4508969 w 6987300"/>
              <a:gd name="connsiteY15" fmla="*/ 4212477 h 4493632"/>
              <a:gd name="connsiteX16" fmla="*/ 4764715 w 6987300"/>
              <a:gd name="connsiteY16" fmla="*/ 4262483 h 4493632"/>
              <a:gd name="connsiteX17" fmla="*/ 5098662 w 6987300"/>
              <a:gd name="connsiteY17" fmla="*/ 4312775 h 4493632"/>
              <a:gd name="connsiteX18" fmla="*/ 5405748 w 6987300"/>
              <a:gd name="connsiteY18" fmla="*/ 4250957 h 4493632"/>
              <a:gd name="connsiteX19" fmla="*/ 6109718 w 6987300"/>
              <a:gd name="connsiteY19" fmla="*/ 3787394 h 4493632"/>
              <a:gd name="connsiteX20" fmla="*/ 6356079 w 6987300"/>
              <a:gd name="connsiteY20" fmla="*/ 3497594 h 4493632"/>
              <a:gd name="connsiteX21" fmla="*/ 6563226 w 6987300"/>
              <a:gd name="connsiteY21" fmla="*/ 3104909 h 4493632"/>
              <a:gd name="connsiteX22" fmla="*/ 6699814 w 6987300"/>
              <a:gd name="connsiteY22" fmla="*/ 2940317 h 4493632"/>
              <a:gd name="connsiteX23" fmla="*/ 6947083 w 6987300"/>
              <a:gd name="connsiteY23" fmla="*/ 2613134 h 4493632"/>
              <a:gd name="connsiteX24" fmla="*/ 6956513 w 6987300"/>
              <a:gd name="connsiteY24" fmla="*/ 2277932 h 4493632"/>
              <a:gd name="connsiteX25" fmla="*/ 6646578 w 6987300"/>
              <a:gd name="connsiteY25" fmla="*/ 1740988 h 4493632"/>
              <a:gd name="connsiteX26" fmla="*/ 5889956 w 6987300"/>
              <a:gd name="connsiteY26" fmla="*/ 1224622 h 4493632"/>
              <a:gd name="connsiteX27" fmla="*/ 5797984 w 6987300"/>
              <a:gd name="connsiteY27" fmla="*/ 634701 h 4493632"/>
              <a:gd name="connsiteX28" fmla="*/ 5668223 w 6987300"/>
              <a:gd name="connsiteY28" fmla="*/ 362411 h 4493632"/>
              <a:gd name="connsiteX29" fmla="*/ 5415995 w 6987300"/>
              <a:gd name="connsiteY29"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2835045 w 6987300"/>
              <a:gd name="connsiteY6" fmla="*/ 3060618 h 4493632"/>
              <a:gd name="connsiteX7" fmla="*/ 3016116 w 6987300"/>
              <a:gd name="connsiteY7" fmla="*/ 3396374 h 4493632"/>
              <a:gd name="connsiteX8" fmla="*/ 3297865 w 6987300"/>
              <a:gd name="connsiteY8" fmla="*/ 3925583 h 4493632"/>
              <a:gd name="connsiteX9" fmla="*/ 3458171 w 6987300"/>
              <a:gd name="connsiteY9" fmla="*/ 4117131 h 4493632"/>
              <a:gd name="connsiteX10" fmla="*/ 3616095 w 6987300"/>
              <a:gd name="connsiteY10" fmla="*/ 4208095 h 4493632"/>
              <a:gd name="connsiteX11" fmla="*/ 3855364 w 6987300"/>
              <a:gd name="connsiteY11" fmla="*/ 4236861 h 4493632"/>
              <a:gd name="connsiteX12" fmla="*/ 4082630 w 6987300"/>
              <a:gd name="connsiteY12" fmla="*/ 4236861 h 4493632"/>
              <a:gd name="connsiteX13" fmla="*/ 4381048 w 6987300"/>
              <a:gd name="connsiteY13" fmla="*/ 4212477 h 4493632"/>
              <a:gd name="connsiteX14" fmla="*/ 4508969 w 6987300"/>
              <a:gd name="connsiteY14" fmla="*/ 4212477 h 4493632"/>
              <a:gd name="connsiteX15" fmla="*/ 4764715 w 6987300"/>
              <a:gd name="connsiteY15" fmla="*/ 4262483 h 4493632"/>
              <a:gd name="connsiteX16" fmla="*/ 5098662 w 6987300"/>
              <a:gd name="connsiteY16" fmla="*/ 4312775 h 4493632"/>
              <a:gd name="connsiteX17" fmla="*/ 5405748 w 6987300"/>
              <a:gd name="connsiteY17" fmla="*/ 4250957 h 4493632"/>
              <a:gd name="connsiteX18" fmla="*/ 6109718 w 6987300"/>
              <a:gd name="connsiteY18" fmla="*/ 3787394 h 4493632"/>
              <a:gd name="connsiteX19" fmla="*/ 6356079 w 6987300"/>
              <a:gd name="connsiteY19" fmla="*/ 3497594 h 4493632"/>
              <a:gd name="connsiteX20" fmla="*/ 6563226 w 6987300"/>
              <a:gd name="connsiteY20" fmla="*/ 3104909 h 4493632"/>
              <a:gd name="connsiteX21" fmla="*/ 6699814 w 6987300"/>
              <a:gd name="connsiteY21" fmla="*/ 2940317 h 4493632"/>
              <a:gd name="connsiteX22" fmla="*/ 6947083 w 6987300"/>
              <a:gd name="connsiteY22" fmla="*/ 2613134 h 4493632"/>
              <a:gd name="connsiteX23" fmla="*/ 6956513 w 6987300"/>
              <a:gd name="connsiteY23" fmla="*/ 2277932 h 4493632"/>
              <a:gd name="connsiteX24" fmla="*/ 6646578 w 6987300"/>
              <a:gd name="connsiteY24" fmla="*/ 1740988 h 4493632"/>
              <a:gd name="connsiteX25" fmla="*/ 5889956 w 6987300"/>
              <a:gd name="connsiteY25" fmla="*/ 1224622 h 4493632"/>
              <a:gd name="connsiteX26" fmla="*/ 5797984 w 6987300"/>
              <a:gd name="connsiteY26" fmla="*/ 634701 h 4493632"/>
              <a:gd name="connsiteX27" fmla="*/ 5668223 w 6987300"/>
              <a:gd name="connsiteY27" fmla="*/ 362411 h 4493632"/>
              <a:gd name="connsiteX28" fmla="*/ 5415995 w 6987300"/>
              <a:gd name="connsiteY28"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2735319 w 6987300"/>
              <a:gd name="connsiteY5" fmla="*/ 2807920 h 4493632"/>
              <a:gd name="connsiteX6" fmla="*/ 3016116 w 6987300"/>
              <a:gd name="connsiteY6" fmla="*/ 3396374 h 4493632"/>
              <a:gd name="connsiteX7" fmla="*/ 3297865 w 6987300"/>
              <a:gd name="connsiteY7" fmla="*/ 3925583 h 4493632"/>
              <a:gd name="connsiteX8" fmla="*/ 3458171 w 6987300"/>
              <a:gd name="connsiteY8" fmla="*/ 4117131 h 4493632"/>
              <a:gd name="connsiteX9" fmla="*/ 3616095 w 6987300"/>
              <a:gd name="connsiteY9" fmla="*/ 4208095 h 4493632"/>
              <a:gd name="connsiteX10" fmla="*/ 3855364 w 6987300"/>
              <a:gd name="connsiteY10" fmla="*/ 4236861 h 4493632"/>
              <a:gd name="connsiteX11" fmla="*/ 4082630 w 6987300"/>
              <a:gd name="connsiteY11" fmla="*/ 4236861 h 4493632"/>
              <a:gd name="connsiteX12" fmla="*/ 4381048 w 6987300"/>
              <a:gd name="connsiteY12" fmla="*/ 4212477 h 4493632"/>
              <a:gd name="connsiteX13" fmla="*/ 4508969 w 6987300"/>
              <a:gd name="connsiteY13" fmla="*/ 4212477 h 4493632"/>
              <a:gd name="connsiteX14" fmla="*/ 4764715 w 6987300"/>
              <a:gd name="connsiteY14" fmla="*/ 4262483 h 4493632"/>
              <a:gd name="connsiteX15" fmla="*/ 5098662 w 6987300"/>
              <a:gd name="connsiteY15" fmla="*/ 4312775 h 4493632"/>
              <a:gd name="connsiteX16" fmla="*/ 5405748 w 6987300"/>
              <a:gd name="connsiteY16" fmla="*/ 4250957 h 4493632"/>
              <a:gd name="connsiteX17" fmla="*/ 6109718 w 6987300"/>
              <a:gd name="connsiteY17" fmla="*/ 3787394 h 4493632"/>
              <a:gd name="connsiteX18" fmla="*/ 6356079 w 6987300"/>
              <a:gd name="connsiteY18" fmla="*/ 3497594 h 4493632"/>
              <a:gd name="connsiteX19" fmla="*/ 6563226 w 6987300"/>
              <a:gd name="connsiteY19" fmla="*/ 3104909 h 4493632"/>
              <a:gd name="connsiteX20" fmla="*/ 6699814 w 6987300"/>
              <a:gd name="connsiteY20" fmla="*/ 2940317 h 4493632"/>
              <a:gd name="connsiteX21" fmla="*/ 6947083 w 6987300"/>
              <a:gd name="connsiteY21" fmla="*/ 2613134 h 4493632"/>
              <a:gd name="connsiteX22" fmla="*/ 6956513 w 6987300"/>
              <a:gd name="connsiteY22" fmla="*/ 2277932 h 4493632"/>
              <a:gd name="connsiteX23" fmla="*/ 6646578 w 6987300"/>
              <a:gd name="connsiteY23" fmla="*/ 1740988 h 4493632"/>
              <a:gd name="connsiteX24" fmla="*/ 5889956 w 6987300"/>
              <a:gd name="connsiteY24" fmla="*/ 1224622 h 4493632"/>
              <a:gd name="connsiteX25" fmla="*/ 5797984 w 6987300"/>
              <a:gd name="connsiteY25" fmla="*/ 634701 h 4493632"/>
              <a:gd name="connsiteX26" fmla="*/ 5668223 w 6987300"/>
              <a:gd name="connsiteY26" fmla="*/ 362411 h 4493632"/>
              <a:gd name="connsiteX27" fmla="*/ 5415995 w 6987300"/>
              <a:gd name="connsiteY27"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478340 w 6987300"/>
              <a:gd name="connsiteY4" fmla="*/ 2696878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632"/>
              <a:gd name="connsiteX1" fmla="*/ 1133264 w 6987300"/>
              <a:gd name="connsiteY1" fmla="*/ 3636252 h 4493632"/>
              <a:gd name="connsiteX2" fmla="*/ 1858140 w 6987300"/>
              <a:gd name="connsiteY2" fmla="*/ 3044017 h 4493632"/>
              <a:gd name="connsiteX3" fmla="*/ 2189770 w 6987300"/>
              <a:gd name="connsiteY3" fmla="*/ 2891060 h 4493632"/>
              <a:gd name="connsiteX4" fmla="*/ 2667456 w 6987300"/>
              <a:gd name="connsiteY4" fmla="*/ 2696879 h 4493632"/>
              <a:gd name="connsiteX5" fmla="*/ 3016116 w 6987300"/>
              <a:gd name="connsiteY5" fmla="*/ 3396374 h 4493632"/>
              <a:gd name="connsiteX6" fmla="*/ 3297865 w 6987300"/>
              <a:gd name="connsiteY6" fmla="*/ 3925583 h 4493632"/>
              <a:gd name="connsiteX7" fmla="*/ 3458171 w 6987300"/>
              <a:gd name="connsiteY7" fmla="*/ 4117131 h 4493632"/>
              <a:gd name="connsiteX8" fmla="*/ 3616095 w 6987300"/>
              <a:gd name="connsiteY8" fmla="*/ 4208095 h 4493632"/>
              <a:gd name="connsiteX9" fmla="*/ 3855364 w 6987300"/>
              <a:gd name="connsiteY9" fmla="*/ 4236861 h 4493632"/>
              <a:gd name="connsiteX10" fmla="*/ 4082630 w 6987300"/>
              <a:gd name="connsiteY10" fmla="*/ 4236861 h 4493632"/>
              <a:gd name="connsiteX11" fmla="*/ 4381048 w 6987300"/>
              <a:gd name="connsiteY11" fmla="*/ 4212477 h 4493632"/>
              <a:gd name="connsiteX12" fmla="*/ 4508969 w 6987300"/>
              <a:gd name="connsiteY12" fmla="*/ 4212477 h 4493632"/>
              <a:gd name="connsiteX13" fmla="*/ 4764715 w 6987300"/>
              <a:gd name="connsiteY13" fmla="*/ 4262483 h 4493632"/>
              <a:gd name="connsiteX14" fmla="*/ 5098662 w 6987300"/>
              <a:gd name="connsiteY14" fmla="*/ 4312775 h 4493632"/>
              <a:gd name="connsiteX15" fmla="*/ 5405748 w 6987300"/>
              <a:gd name="connsiteY15" fmla="*/ 4250957 h 4493632"/>
              <a:gd name="connsiteX16" fmla="*/ 6109718 w 6987300"/>
              <a:gd name="connsiteY16" fmla="*/ 3787394 h 4493632"/>
              <a:gd name="connsiteX17" fmla="*/ 6356079 w 6987300"/>
              <a:gd name="connsiteY17" fmla="*/ 3497594 h 4493632"/>
              <a:gd name="connsiteX18" fmla="*/ 6563226 w 6987300"/>
              <a:gd name="connsiteY18" fmla="*/ 3104909 h 4493632"/>
              <a:gd name="connsiteX19" fmla="*/ 6699814 w 6987300"/>
              <a:gd name="connsiteY19" fmla="*/ 2940317 h 4493632"/>
              <a:gd name="connsiteX20" fmla="*/ 6947083 w 6987300"/>
              <a:gd name="connsiteY20" fmla="*/ 2613134 h 4493632"/>
              <a:gd name="connsiteX21" fmla="*/ 6956513 w 6987300"/>
              <a:gd name="connsiteY21" fmla="*/ 2277932 h 4493632"/>
              <a:gd name="connsiteX22" fmla="*/ 6646578 w 6987300"/>
              <a:gd name="connsiteY22" fmla="*/ 1740988 h 4493632"/>
              <a:gd name="connsiteX23" fmla="*/ 5889956 w 6987300"/>
              <a:gd name="connsiteY23" fmla="*/ 1224622 h 4493632"/>
              <a:gd name="connsiteX24" fmla="*/ 5797984 w 6987300"/>
              <a:gd name="connsiteY24" fmla="*/ 634701 h 4493632"/>
              <a:gd name="connsiteX25" fmla="*/ 5668223 w 6987300"/>
              <a:gd name="connsiteY25" fmla="*/ 362411 h 4493632"/>
              <a:gd name="connsiteX26" fmla="*/ 5415995 w 6987300"/>
              <a:gd name="connsiteY26" fmla="*/ 0 h 4493632"/>
              <a:gd name="connsiteX0" fmla="*/ 0 w 6987300"/>
              <a:gd name="connsiteY0" fmla="*/ 4489995 h 4493438"/>
              <a:gd name="connsiteX1" fmla="*/ 1133264 w 6987300"/>
              <a:gd name="connsiteY1" fmla="*/ 3636252 h 4493438"/>
              <a:gd name="connsiteX2" fmla="*/ 1545687 w 6987300"/>
              <a:gd name="connsiteY2" fmla="*/ 3290595 h 4493438"/>
              <a:gd name="connsiteX3" fmla="*/ 2189770 w 6987300"/>
              <a:gd name="connsiteY3" fmla="*/ 2891060 h 4493438"/>
              <a:gd name="connsiteX4" fmla="*/ 2667456 w 6987300"/>
              <a:gd name="connsiteY4" fmla="*/ 2696879 h 4493438"/>
              <a:gd name="connsiteX5" fmla="*/ 3016116 w 6987300"/>
              <a:gd name="connsiteY5" fmla="*/ 3396374 h 4493438"/>
              <a:gd name="connsiteX6" fmla="*/ 3297865 w 6987300"/>
              <a:gd name="connsiteY6" fmla="*/ 3925583 h 4493438"/>
              <a:gd name="connsiteX7" fmla="*/ 3458171 w 6987300"/>
              <a:gd name="connsiteY7" fmla="*/ 4117131 h 4493438"/>
              <a:gd name="connsiteX8" fmla="*/ 3616095 w 6987300"/>
              <a:gd name="connsiteY8" fmla="*/ 4208095 h 4493438"/>
              <a:gd name="connsiteX9" fmla="*/ 3855364 w 6987300"/>
              <a:gd name="connsiteY9" fmla="*/ 4236861 h 4493438"/>
              <a:gd name="connsiteX10" fmla="*/ 4082630 w 6987300"/>
              <a:gd name="connsiteY10" fmla="*/ 4236861 h 4493438"/>
              <a:gd name="connsiteX11" fmla="*/ 4381048 w 6987300"/>
              <a:gd name="connsiteY11" fmla="*/ 4212477 h 4493438"/>
              <a:gd name="connsiteX12" fmla="*/ 4508969 w 6987300"/>
              <a:gd name="connsiteY12" fmla="*/ 4212477 h 4493438"/>
              <a:gd name="connsiteX13" fmla="*/ 4764715 w 6987300"/>
              <a:gd name="connsiteY13" fmla="*/ 4262483 h 4493438"/>
              <a:gd name="connsiteX14" fmla="*/ 5098662 w 6987300"/>
              <a:gd name="connsiteY14" fmla="*/ 4312775 h 4493438"/>
              <a:gd name="connsiteX15" fmla="*/ 5405748 w 6987300"/>
              <a:gd name="connsiteY15" fmla="*/ 4250957 h 4493438"/>
              <a:gd name="connsiteX16" fmla="*/ 6109718 w 6987300"/>
              <a:gd name="connsiteY16" fmla="*/ 3787394 h 4493438"/>
              <a:gd name="connsiteX17" fmla="*/ 6356079 w 6987300"/>
              <a:gd name="connsiteY17" fmla="*/ 3497594 h 4493438"/>
              <a:gd name="connsiteX18" fmla="*/ 6563226 w 6987300"/>
              <a:gd name="connsiteY18" fmla="*/ 3104909 h 4493438"/>
              <a:gd name="connsiteX19" fmla="*/ 6699814 w 6987300"/>
              <a:gd name="connsiteY19" fmla="*/ 2940317 h 4493438"/>
              <a:gd name="connsiteX20" fmla="*/ 6947083 w 6987300"/>
              <a:gd name="connsiteY20" fmla="*/ 2613134 h 4493438"/>
              <a:gd name="connsiteX21" fmla="*/ 6956513 w 6987300"/>
              <a:gd name="connsiteY21" fmla="*/ 2277932 h 4493438"/>
              <a:gd name="connsiteX22" fmla="*/ 6646578 w 6987300"/>
              <a:gd name="connsiteY22" fmla="*/ 1740988 h 4493438"/>
              <a:gd name="connsiteX23" fmla="*/ 5889956 w 6987300"/>
              <a:gd name="connsiteY23" fmla="*/ 1224622 h 4493438"/>
              <a:gd name="connsiteX24" fmla="*/ 5797984 w 6987300"/>
              <a:gd name="connsiteY24" fmla="*/ 634701 h 4493438"/>
              <a:gd name="connsiteX25" fmla="*/ 5668223 w 6987300"/>
              <a:gd name="connsiteY25" fmla="*/ 362411 h 4493438"/>
              <a:gd name="connsiteX26" fmla="*/ 5415995 w 6987300"/>
              <a:gd name="connsiteY26" fmla="*/ 0 h 4493438"/>
              <a:gd name="connsiteX0" fmla="*/ 0 w 6987300"/>
              <a:gd name="connsiteY0" fmla="*/ 4489995 h 4495387"/>
              <a:gd name="connsiteX1" fmla="*/ 1108597 w 6987300"/>
              <a:gd name="connsiteY1" fmla="*/ 3910849 h 4495387"/>
              <a:gd name="connsiteX2" fmla="*/ 1545687 w 6987300"/>
              <a:gd name="connsiteY2" fmla="*/ 3290595 h 4495387"/>
              <a:gd name="connsiteX3" fmla="*/ 2189770 w 6987300"/>
              <a:gd name="connsiteY3" fmla="*/ 2891060 h 4495387"/>
              <a:gd name="connsiteX4" fmla="*/ 2667456 w 6987300"/>
              <a:gd name="connsiteY4" fmla="*/ 2696879 h 4495387"/>
              <a:gd name="connsiteX5" fmla="*/ 3016116 w 6987300"/>
              <a:gd name="connsiteY5" fmla="*/ 3396374 h 4495387"/>
              <a:gd name="connsiteX6" fmla="*/ 3297865 w 6987300"/>
              <a:gd name="connsiteY6" fmla="*/ 3925583 h 4495387"/>
              <a:gd name="connsiteX7" fmla="*/ 3458171 w 6987300"/>
              <a:gd name="connsiteY7" fmla="*/ 4117131 h 4495387"/>
              <a:gd name="connsiteX8" fmla="*/ 3616095 w 6987300"/>
              <a:gd name="connsiteY8" fmla="*/ 4208095 h 4495387"/>
              <a:gd name="connsiteX9" fmla="*/ 3855364 w 6987300"/>
              <a:gd name="connsiteY9" fmla="*/ 4236861 h 4495387"/>
              <a:gd name="connsiteX10" fmla="*/ 4082630 w 6987300"/>
              <a:gd name="connsiteY10" fmla="*/ 4236861 h 4495387"/>
              <a:gd name="connsiteX11" fmla="*/ 4381048 w 6987300"/>
              <a:gd name="connsiteY11" fmla="*/ 4212477 h 4495387"/>
              <a:gd name="connsiteX12" fmla="*/ 4508969 w 6987300"/>
              <a:gd name="connsiteY12" fmla="*/ 4212477 h 4495387"/>
              <a:gd name="connsiteX13" fmla="*/ 4764715 w 6987300"/>
              <a:gd name="connsiteY13" fmla="*/ 4262483 h 4495387"/>
              <a:gd name="connsiteX14" fmla="*/ 5098662 w 6987300"/>
              <a:gd name="connsiteY14" fmla="*/ 4312775 h 4495387"/>
              <a:gd name="connsiteX15" fmla="*/ 5405748 w 6987300"/>
              <a:gd name="connsiteY15" fmla="*/ 4250957 h 4495387"/>
              <a:gd name="connsiteX16" fmla="*/ 6109718 w 6987300"/>
              <a:gd name="connsiteY16" fmla="*/ 3787394 h 4495387"/>
              <a:gd name="connsiteX17" fmla="*/ 6356079 w 6987300"/>
              <a:gd name="connsiteY17" fmla="*/ 3497594 h 4495387"/>
              <a:gd name="connsiteX18" fmla="*/ 6563226 w 6987300"/>
              <a:gd name="connsiteY18" fmla="*/ 3104909 h 4495387"/>
              <a:gd name="connsiteX19" fmla="*/ 6699814 w 6987300"/>
              <a:gd name="connsiteY19" fmla="*/ 2940317 h 4495387"/>
              <a:gd name="connsiteX20" fmla="*/ 6947083 w 6987300"/>
              <a:gd name="connsiteY20" fmla="*/ 2613134 h 4495387"/>
              <a:gd name="connsiteX21" fmla="*/ 6956513 w 6987300"/>
              <a:gd name="connsiteY21" fmla="*/ 2277932 h 4495387"/>
              <a:gd name="connsiteX22" fmla="*/ 6646578 w 6987300"/>
              <a:gd name="connsiteY22" fmla="*/ 1740988 h 4495387"/>
              <a:gd name="connsiteX23" fmla="*/ 5889956 w 6987300"/>
              <a:gd name="connsiteY23" fmla="*/ 1224622 h 4495387"/>
              <a:gd name="connsiteX24" fmla="*/ 5797984 w 6987300"/>
              <a:gd name="connsiteY24" fmla="*/ 634701 h 4495387"/>
              <a:gd name="connsiteX25" fmla="*/ 5668223 w 6987300"/>
              <a:gd name="connsiteY25" fmla="*/ 362411 h 4495387"/>
              <a:gd name="connsiteX26" fmla="*/ 5415995 w 6987300"/>
              <a:gd name="connsiteY26" fmla="*/ 0 h 449538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082630 w 6987300"/>
              <a:gd name="connsiteY10" fmla="*/ 4152801 h 4411327"/>
              <a:gd name="connsiteX11" fmla="*/ 4381048 w 6987300"/>
              <a:gd name="connsiteY11" fmla="*/ 4128417 h 4411327"/>
              <a:gd name="connsiteX12" fmla="*/ 4508969 w 6987300"/>
              <a:gd name="connsiteY12" fmla="*/ 4128417 h 4411327"/>
              <a:gd name="connsiteX13" fmla="*/ 4764715 w 6987300"/>
              <a:gd name="connsiteY13" fmla="*/ 4178423 h 4411327"/>
              <a:gd name="connsiteX14" fmla="*/ 5098662 w 6987300"/>
              <a:gd name="connsiteY14" fmla="*/ 4228715 h 4411327"/>
              <a:gd name="connsiteX15" fmla="*/ 5405748 w 6987300"/>
              <a:gd name="connsiteY15" fmla="*/ 4166897 h 4411327"/>
              <a:gd name="connsiteX16" fmla="*/ 6109718 w 6987300"/>
              <a:gd name="connsiteY16" fmla="*/ 3703334 h 4411327"/>
              <a:gd name="connsiteX17" fmla="*/ 6356079 w 6987300"/>
              <a:gd name="connsiteY17" fmla="*/ 3413534 h 4411327"/>
              <a:gd name="connsiteX18" fmla="*/ 6563226 w 6987300"/>
              <a:gd name="connsiteY18" fmla="*/ 3020849 h 4411327"/>
              <a:gd name="connsiteX19" fmla="*/ 6699814 w 6987300"/>
              <a:gd name="connsiteY19" fmla="*/ 2856257 h 4411327"/>
              <a:gd name="connsiteX20" fmla="*/ 6947083 w 6987300"/>
              <a:gd name="connsiteY20" fmla="*/ 2529074 h 4411327"/>
              <a:gd name="connsiteX21" fmla="*/ 6956513 w 6987300"/>
              <a:gd name="connsiteY21" fmla="*/ 2193872 h 4411327"/>
              <a:gd name="connsiteX22" fmla="*/ 6646578 w 6987300"/>
              <a:gd name="connsiteY22" fmla="*/ 1656928 h 4411327"/>
              <a:gd name="connsiteX23" fmla="*/ 5889956 w 6987300"/>
              <a:gd name="connsiteY23" fmla="*/ 1140562 h 4411327"/>
              <a:gd name="connsiteX24" fmla="*/ 5797984 w 6987300"/>
              <a:gd name="connsiteY24" fmla="*/ 550641 h 4411327"/>
              <a:gd name="connsiteX25" fmla="*/ 5668223 w 6987300"/>
              <a:gd name="connsiteY25" fmla="*/ 278351 h 4411327"/>
              <a:gd name="connsiteX26" fmla="*/ 5276214 w 6987300"/>
              <a:gd name="connsiteY26"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381048 w 6987300"/>
              <a:gd name="connsiteY10" fmla="*/ 4128417 h 4411327"/>
              <a:gd name="connsiteX11" fmla="*/ 4508969 w 6987300"/>
              <a:gd name="connsiteY11" fmla="*/ 4128417 h 4411327"/>
              <a:gd name="connsiteX12" fmla="*/ 4764715 w 6987300"/>
              <a:gd name="connsiteY12" fmla="*/ 4178423 h 4411327"/>
              <a:gd name="connsiteX13" fmla="*/ 5098662 w 6987300"/>
              <a:gd name="connsiteY13" fmla="*/ 4228715 h 4411327"/>
              <a:gd name="connsiteX14" fmla="*/ 5405748 w 6987300"/>
              <a:gd name="connsiteY14" fmla="*/ 4166897 h 4411327"/>
              <a:gd name="connsiteX15" fmla="*/ 6109718 w 6987300"/>
              <a:gd name="connsiteY15" fmla="*/ 3703334 h 4411327"/>
              <a:gd name="connsiteX16" fmla="*/ 6356079 w 6987300"/>
              <a:gd name="connsiteY16" fmla="*/ 3413534 h 4411327"/>
              <a:gd name="connsiteX17" fmla="*/ 6563226 w 6987300"/>
              <a:gd name="connsiteY17" fmla="*/ 3020849 h 4411327"/>
              <a:gd name="connsiteX18" fmla="*/ 6699814 w 6987300"/>
              <a:gd name="connsiteY18" fmla="*/ 2856257 h 4411327"/>
              <a:gd name="connsiteX19" fmla="*/ 6947083 w 6987300"/>
              <a:gd name="connsiteY19" fmla="*/ 2529074 h 4411327"/>
              <a:gd name="connsiteX20" fmla="*/ 6956513 w 6987300"/>
              <a:gd name="connsiteY20" fmla="*/ 2193872 h 4411327"/>
              <a:gd name="connsiteX21" fmla="*/ 6646578 w 6987300"/>
              <a:gd name="connsiteY21" fmla="*/ 1656928 h 4411327"/>
              <a:gd name="connsiteX22" fmla="*/ 5889956 w 6987300"/>
              <a:gd name="connsiteY22" fmla="*/ 1140562 h 4411327"/>
              <a:gd name="connsiteX23" fmla="*/ 5797984 w 6987300"/>
              <a:gd name="connsiteY23" fmla="*/ 550641 h 4411327"/>
              <a:gd name="connsiteX24" fmla="*/ 5668223 w 6987300"/>
              <a:gd name="connsiteY24" fmla="*/ 278351 h 4411327"/>
              <a:gd name="connsiteX25" fmla="*/ 5276214 w 6987300"/>
              <a:gd name="connsiteY25"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016116 w 6987300"/>
              <a:gd name="connsiteY5" fmla="*/ 3312314 h 4411327"/>
              <a:gd name="connsiteX6" fmla="*/ 3297865 w 6987300"/>
              <a:gd name="connsiteY6" fmla="*/ 3841523 h 4411327"/>
              <a:gd name="connsiteX7" fmla="*/ 3458171 w 6987300"/>
              <a:gd name="connsiteY7" fmla="*/ 4033071 h 4411327"/>
              <a:gd name="connsiteX8" fmla="*/ 3616095 w 6987300"/>
              <a:gd name="connsiteY8" fmla="*/ 4124035 h 4411327"/>
              <a:gd name="connsiteX9" fmla="*/ 3855364 w 6987300"/>
              <a:gd name="connsiteY9" fmla="*/ 4152801 h 4411327"/>
              <a:gd name="connsiteX10" fmla="*/ 4508969 w 6987300"/>
              <a:gd name="connsiteY10" fmla="*/ 4128417 h 4411327"/>
              <a:gd name="connsiteX11" fmla="*/ 4764715 w 6987300"/>
              <a:gd name="connsiteY11" fmla="*/ 4178423 h 4411327"/>
              <a:gd name="connsiteX12" fmla="*/ 5098662 w 6987300"/>
              <a:gd name="connsiteY12" fmla="*/ 4228715 h 4411327"/>
              <a:gd name="connsiteX13" fmla="*/ 5405748 w 6987300"/>
              <a:gd name="connsiteY13" fmla="*/ 4166897 h 4411327"/>
              <a:gd name="connsiteX14" fmla="*/ 6109718 w 6987300"/>
              <a:gd name="connsiteY14" fmla="*/ 3703334 h 4411327"/>
              <a:gd name="connsiteX15" fmla="*/ 6356079 w 6987300"/>
              <a:gd name="connsiteY15" fmla="*/ 3413534 h 4411327"/>
              <a:gd name="connsiteX16" fmla="*/ 6563226 w 6987300"/>
              <a:gd name="connsiteY16" fmla="*/ 3020849 h 4411327"/>
              <a:gd name="connsiteX17" fmla="*/ 6699814 w 6987300"/>
              <a:gd name="connsiteY17" fmla="*/ 2856257 h 4411327"/>
              <a:gd name="connsiteX18" fmla="*/ 6947083 w 6987300"/>
              <a:gd name="connsiteY18" fmla="*/ 2529074 h 4411327"/>
              <a:gd name="connsiteX19" fmla="*/ 6956513 w 6987300"/>
              <a:gd name="connsiteY19" fmla="*/ 2193872 h 4411327"/>
              <a:gd name="connsiteX20" fmla="*/ 6646578 w 6987300"/>
              <a:gd name="connsiteY20" fmla="*/ 1656928 h 4411327"/>
              <a:gd name="connsiteX21" fmla="*/ 5889956 w 6987300"/>
              <a:gd name="connsiteY21" fmla="*/ 1140562 h 4411327"/>
              <a:gd name="connsiteX22" fmla="*/ 5797984 w 6987300"/>
              <a:gd name="connsiteY22" fmla="*/ 550641 h 4411327"/>
              <a:gd name="connsiteX23" fmla="*/ 5668223 w 6987300"/>
              <a:gd name="connsiteY23" fmla="*/ 278351 h 4411327"/>
              <a:gd name="connsiteX24" fmla="*/ 5276214 w 6987300"/>
              <a:gd name="connsiteY24"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297865 w 6987300"/>
              <a:gd name="connsiteY5" fmla="*/ 3841523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70417 w 6987300"/>
              <a:gd name="connsiteY5" fmla="*/ 351649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667456 w 6987300"/>
              <a:gd name="connsiteY4" fmla="*/ 2612819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87300"/>
              <a:gd name="connsiteY0" fmla="*/ 4405935 h 4411327"/>
              <a:gd name="connsiteX1" fmla="*/ 1108597 w 6987300"/>
              <a:gd name="connsiteY1" fmla="*/ 3826789 h 4411327"/>
              <a:gd name="connsiteX2" fmla="*/ 1545687 w 6987300"/>
              <a:gd name="connsiteY2" fmla="*/ 3206535 h 4411327"/>
              <a:gd name="connsiteX3" fmla="*/ 2189770 w 6987300"/>
              <a:gd name="connsiteY3" fmla="*/ 2807000 h 4411327"/>
              <a:gd name="connsiteX4" fmla="*/ 2774348 w 6987300"/>
              <a:gd name="connsiteY4" fmla="*/ 2489532 h 4411327"/>
              <a:gd name="connsiteX5" fmla="*/ 3186862 w 6987300"/>
              <a:gd name="connsiteY5" fmla="*/ 3404411 h 4411327"/>
              <a:gd name="connsiteX6" fmla="*/ 3458171 w 6987300"/>
              <a:gd name="connsiteY6" fmla="*/ 4033071 h 4411327"/>
              <a:gd name="connsiteX7" fmla="*/ 3616095 w 6987300"/>
              <a:gd name="connsiteY7" fmla="*/ 4124035 h 4411327"/>
              <a:gd name="connsiteX8" fmla="*/ 3855364 w 6987300"/>
              <a:gd name="connsiteY8" fmla="*/ 4152801 h 4411327"/>
              <a:gd name="connsiteX9" fmla="*/ 4508969 w 6987300"/>
              <a:gd name="connsiteY9" fmla="*/ 4128417 h 4411327"/>
              <a:gd name="connsiteX10" fmla="*/ 4764715 w 6987300"/>
              <a:gd name="connsiteY10" fmla="*/ 4178423 h 4411327"/>
              <a:gd name="connsiteX11" fmla="*/ 5098662 w 6987300"/>
              <a:gd name="connsiteY11" fmla="*/ 4228715 h 4411327"/>
              <a:gd name="connsiteX12" fmla="*/ 5405748 w 6987300"/>
              <a:gd name="connsiteY12" fmla="*/ 4166897 h 4411327"/>
              <a:gd name="connsiteX13" fmla="*/ 6109718 w 6987300"/>
              <a:gd name="connsiteY13" fmla="*/ 3703334 h 4411327"/>
              <a:gd name="connsiteX14" fmla="*/ 6356079 w 6987300"/>
              <a:gd name="connsiteY14" fmla="*/ 3413534 h 4411327"/>
              <a:gd name="connsiteX15" fmla="*/ 6563226 w 6987300"/>
              <a:gd name="connsiteY15" fmla="*/ 3020849 h 4411327"/>
              <a:gd name="connsiteX16" fmla="*/ 6699814 w 6987300"/>
              <a:gd name="connsiteY16" fmla="*/ 2856257 h 4411327"/>
              <a:gd name="connsiteX17" fmla="*/ 6947083 w 6987300"/>
              <a:gd name="connsiteY17" fmla="*/ 2529074 h 4411327"/>
              <a:gd name="connsiteX18" fmla="*/ 6956513 w 6987300"/>
              <a:gd name="connsiteY18" fmla="*/ 2193872 h 4411327"/>
              <a:gd name="connsiteX19" fmla="*/ 6646578 w 6987300"/>
              <a:gd name="connsiteY19" fmla="*/ 1656928 h 4411327"/>
              <a:gd name="connsiteX20" fmla="*/ 5889956 w 6987300"/>
              <a:gd name="connsiteY20" fmla="*/ 1140562 h 4411327"/>
              <a:gd name="connsiteX21" fmla="*/ 5797984 w 6987300"/>
              <a:gd name="connsiteY21" fmla="*/ 550641 h 4411327"/>
              <a:gd name="connsiteX22" fmla="*/ 5668223 w 6987300"/>
              <a:gd name="connsiteY22" fmla="*/ 278351 h 4411327"/>
              <a:gd name="connsiteX23" fmla="*/ 5276214 w 6987300"/>
              <a:gd name="connsiteY23" fmla="*/ 0 h 4411327"/>
              <a:gd name="connsiteX0" fmla="*/ 0 w 6972991"/>
              <a:gd name="connsiteY0" fmla="*/ 4452747 h 4457737"/>
              <a:gd name="connsiteX1" fmla="*/ 1094288 w 6972991"/>
              <a:gd name="connsiteY1" fmla="*/ 3826789 h 4457737"/>
              <a:gd name="connsiteX2" fmla="*/ 1531378 w 6972991"/>
              <a:gd name="connsiteY2" fmla="*/ 3206535 h 4457737"/>
              <a:gd name="connsiteX3" fmla="*/ 2175461 w 6972991"/>
              <a:gd name="connsiteY3" fmla="*/ 2807000 h 4457737"/>
              <a:gd name="connsiteX4" fmla="*/ 2760039 w 6972991"/>
              <a:gd name="connsiteY4" fmla="*/ 2489532 h 4457737"/>
              <a:gd name="connsiteX5" fmla="*/ 3172553 w 6972991"/>
              <a:gd name="connsiteY5" fmla="*/ 3404411 h 4457737"/>
              <a:gd name="connsiteX6" fmla="*/ 3443862 w 6972991"/>
              <a:gd name="connsiteY6" fmla="*/ 4033071 h 4457737"/>
              <a:gd name="connsiteX7" fmla="*/ 3601786 w 6972991"/>
              <a:gd name="connsiteY7" fmla="*/ 4124035 h 4457737"/>
              <a:gd name="connsiteX8" fmla="*/ 3841055 w 6972991"/>
              <a:gd name="connsiteY8" fmla="*/ 4152801 h 4457737"/>
              <a:gd name="connsiteX9" fmla="*/ 4494660 w 6972991"/>
              <a:gd name="connsiteY9" fmla="*/ 4128417 h 4457737"/>
              <a:gd name="connsiteX10" fmla="*/ 4750406 w 6972991"/>
              <a:gd name="connsiteY10" fmla="*/ 4178423 h 4457737"/>
              <a:gd name="connsiteX11" fmla="*/ 5084353 w 6972991"/>
              <a:gd name="connsiteY11" fmla="*/ 4228715 h 4457737"/>
              <a:gd name="connsiteX12" fmla="*/ 5391439 w 6972991"/>
              <a:gd name="connsiteY12" fmla="*/ 4166897 h 4457737"/>
              <a:gd name="connsiteX13" fmla="*/ 6095409 w 6972991"/>
              <a:gd name="connsiteY13" fmla="*/ 3703334 h 4457737"/>
              <a:gd name="connsiteX14" fmla="*/ 6341770 w 6972991"/>
              <a:gd name="connsiteY14" fmla="*/ 3413534 h 4457737"/>
              <a:gd name="connsiteX15" fmla="*/ 6548917 w 6972991"/>
              <a:gd name="connsiteY15" fmla="*/ 3020849 h 4457737"/>
              <a:gd name="connsiteX16" fmla="*/ 6685505 w 6972991"/>
              <a:gd name="connsiteY16" fmla="*/ 2856257 h 4457737"/>
              <a:gd name="connsiteX17" fmla="*/ 6932774 w 6972991"/>
              <a:gd name="connsiteY17" fmla="*/ 2529074 h 4457737"/>
              <a:gd name="connsiteX18" fmla="*/ 6942204 w 6972991"/>
              <a:gd name="connsiteY18" fmla="*/ 2193872 h 4457737"/>
              <a:gd name="connsiteX19" fmla="*/ 6632269 w 6972991"/>
              <a:gd name="connsiteY19" fmla="*/ 1656928 h 4457737"/>
              <a:gd name="connsiteX20" fmla="*/ 5875647 w 6972991"/>
              <a:gd name="connsiteY20" fmla="*/ 1140562 h 4457737"/>
              <a:gd name="connsiteX21" fmla="*/ 5783675 w 6972991"/>
              <a:gd name="connsiteY21" fmla="*/ 550641 h 4457737"/>
              <a:gd name="connsiteX22" fmla="*/ 5653914 w 6972991"/>
              <a:gd name="connsiteY22" fmla="*/ 278351 h 4457737"/>
              <a:gd name="connsiteX23" fmla="*/ 5261905 w 6972991"/>
              <a:gd name="connsiteY23" fmla="*/ 0 h 4457737"/>
              <a:gd name="connsiteX0" fmla="*/ 0 w 6972991"/>
              <a:gd name="connsiteY0" fmla="*/ 4174396 h 4179386"/>
              <a:gd name="connsiteX1" fmla="*/ 1094288 w 6972991"/>
              <a:gd name="connsiteY1" fmla="*/ 3548438 h 4179386"/>
              <a:gd name="connsiteX2" fmla="*/ 1531378 w 6972991"/>
              <a:gd name="connsiteY2" fmla="*/ 2928184 h 4179386"/>
              <a:gd name="connsiteX3" fmla="*/ 2175461 w 6972991"/>
              <a:gd name="connsiteY3" fmla="*/ 2528649 h 4179386"/>
              <a:gd name="connsiteX4" fmla="*/ 2760039 w 6972991"/>
              <a:gd name="connsiteY4" fmla="*/ 2211181 h 4179386"/>
              <a:gd name="connsiteX5" fmla="*/ 3172553 w 6972991"/>
              <a:gd name="connsiteY5" fmla="*/ 3126060 h 4179386"/>
              <a:gd name="connsiteX6" fmla="*/ 3443862 w 6972991"/>
              <a:gd name="connsiteY6" fmla="*/ 3754720 h 4179386"/>
              <a:gd name="connsiteX7" fmla="*/ 3601786 w 6972991"/>
              <a:gd name="connsiteY7" fmla="*/ 3845684 h 4179386"/>
              <a:gd name="connsiteX8" fmla="*/ 3841055 w 6972991"/>
              <a:gd name="connsiteY8" fmla="*/ 3874450 h 4179386"/>
              <a:gd name="connsiteX9" fmla="*/ 4494660 w 6972991"/>
              <a:gd name="connsiteY9" fmla="*/ 3850066 h 4179386"/>
              <a:gd name="connsiteX10" fmla="*/ 4750406 w 6972991"/>
              <a:gd name="connsiteY10" fmla="*/ 3900072 h 4179386"/>
              <a:gd name="connsiteX11" fmla="*/ 5084353 w 6972991"/>
              <a:gd name="connsiteY11" fmla="*/ 3950364 h 4179386"/>
              <a:gd name="connsiteX12" fmla="*/ 5391439 w 6972991"/>
              <a:gd name="connsiteY12" fmla="*/ 3888546 h 4179386"/>
              <a:gd name="connsiteX13" fmla="*/ 6095409 w 6972991"/>
              <a:gd name="connsiteY13" fmla="*/ 3424983 h 4179386"/>
              <a:gd name="connsiteX14" fmla="*/ 6341770 w 6972991"/>
              <a:gd name="connsiteY14" fmla="*/ 3135183 h 4179386"/>
              <a:gd name="connsiteX15" fmla="*/ 6548917 w 6972991"/>
              <a:gd name="connsiteY15" fmla="*/ 2742498 h 4179386"/>
              <a:gd name="connsiteX16" fmla="*/ 6685505 w 6972991"/>
              <a:gd name="connsiteY16" fmla="*/ 2577906 h 4179386"/>
              <a:gd name="connsiteX17" fmla="*/ 6932774 w 6972991"/>
              <a:gd name="connsiteY17" fmla="*/ 2250723 h 4179386"/>
              <a:gd name="connsiteX18" fmla="*/ 6942204 w 6972991"/>
              <a:gd name="connsiteY18" fmla="*/ 1915521 h 4179386"/>
              <a:gd name="connsiteX19" fmla="*/ 6632269 w 6972991"/>
              <a:gd name="connsiteY19" fmla="*/ 1378577 h 4179386"/>
              <a:gd name="connsiteX20" fmla="*/ 5875647 w 6972991"/>
              <a:gd name="connsiteY20" fmla="*/ 862211 h 4179386"/>
              <a:gd name="connsiteX21" fmla="*/ 5783675 w 6972991"/>
              <a:gd name="connsiteY21" fmla="*/ 272290 h 4179386"/>
              <a:gd name="connsiteX22" fmla="*/ 5653914 w 6972991"/>
              <a:gd name="connsiteY22" fmla="*/ 0 h 4179386"/>
              <a:gd name="connsiteX0" fmla="*/ 0 w 6972991"/>
              <a:gd name="connsiteY0" fmla="*/ 4529035 h 4534025"/>
              <a:gd name="connsiteX1" fmla="*/ 1094288 w 6972991"/>
              <a:gd name="connsiteY1" fmla="*/ 3903077 h 4534025"/>
              <a:gd name="connsiteX2" fmla="*/ 1531378 w 6972991"/>
              <a:gd name="connsiteY2" fmla="*/ 3282823 h 4534025"/>
              <a:gd name="connsiteX3" fmla="*/ 2175461 w 6972991"/>
              <a:gd name="connsiteY3" fmla="*/ 2883288 h 4534025"/>
              <a:gd name="connsiteX4" fmla="*/ 2760039 w 6972991"/>
              <a:gd name="connsiteY4" fmla="*/ 2565820 h 4534025"/>
              <a:gd name="connsiteX5" fmla="*/ 3172553 w 6972991"/>
              <a:gd name="connsiteY5" fmla="*/ 3480699 h 4534025"/>
              <a:gd name="connsiteX6" fmla="*/ 3443862 w 6972991"/>
              <a:gd name="connsiteY6" fmla="*/ 4109359 h 4534025"/>
              <a:gd name="connsiteX7" fmla="*/ 3601786 w 6972991"/>
              <a:gd name="connsiteY7" fmla="*/ 4200323 h 4534025"/>
              <a:gd name="connsiteX8" fmla="*/ 3841055 w 6972991"/>
              <a:gd name="connsiteY8" fmla="*/ 4229089 h 4534025"/>
              <a:gd name="connsiteX9" fmla="*/ 4494660 w 6972991"/>
              <a:gd name="connsiteY9" fmla="*/ 4204705 h 4534025"/>
              <a:gd name="connsiteX10" fmla="*/ 4750406 w 6972991"/>
              <a:gd name="connsiteY10" fmla="*/ 4254711 h 4534025"/>
              <a:gd name="connsiteX11" fmla="*/ 5084353 w 6972991"/>
              <a:gd name="connsiteY11" fmla="*/ 4305003 h 4534025"/>
              <a:gd name="connsiteX12" fmla="*/ 5391439 w 6972991"/>
              <a:gd name="connsiteY12" fmla="*/ 4243185 h 4534025"/>
              <a:gd name="connsiteX13" fmla="*/ 6095409 w 6972991"/>
              <a:gd name="connsiteY13" fmla="*/ 3779622 h 4534025"/>
              <a:gd name="connsiteX14" fmla="*/ 6341770 w 6972991"/>
              <a:gd name="connsiteY14" fmla="*/ 3489822 h 4534025"/>
              <a:gd name="connsiteX15" fmla="*/ 6548917 w 6972991"/>
              <a:gd name="connsiteY15" fmla="*/ 3097137 h 4534025"/>
              <a:gd name="connsiteX16" fmla="*/ 6685505 w 6972991"/>
              <a:gd name="connsiteY16" fmla="*/ 2932545 h 4534025"/>
              <a:gd name="connsiteX17" fmla="*/ 6932774 w 6972991"/>
              <a:gd name="connsiteY17" fmla="*/ 2605362 h 4534025"/>
              <a:gd name="connsiteX18" fmla="*/ 6942204 w 6972991"/>
              <a:gd name="connsiteY18" fmla="*/ 2270160 h 4534025"/>
              <a:gd name="connsiteX19" fmla="*/ 6632269 w 6972991"/>
              <a:gd name="connsiteY19" fmla="*/ 1733216 h 4534025"/>
              <a:gd name="connsiteX20" fmla="*/ 5875647 w 6972991"/>
              <a:gd name="connsiteY20" fmla="*/ 1216850 h 4534025"/>
              <a:gd name="connsiteX21" fmla="*/ 5783675 w 6972991"/>
              <a:gd name="connsiteY21" fmla="*/ 626929 h 4534025"/>
              <a:gd name="connsiteX22" fmla="*/ 5643503 w 6972991"/>
              <a:gd name="connsiteY22" fmla="*/ 0 h 4534025"/>
              <a:gd name="connsiteX0" fmla="*/ 0 w 6942490"/>
              <a:gd name="connsiteY0" fmla="*/ 4529035 h 4534025"/>
              <a:gd name="connsiteX1" fmla="*/ 1094288 w 6942490"/>
              <a:gd name="connsiteY1" fmla="*/ 3903077 h 4534025"/>
              <a:gd name="connsiteX2" fmla="*/ 1531378 w 6942490"/>
              <a:gd name="connsiteY2" fmla="*/ 3282823 h 4534025"/>
              <a:gd name="connsiteX3" fmla="*/ 2175461 w 6942490"/>
              <a:gd name="connsiteY3" fmla="*/ 2883288 h 4534025"/>
              <a:gd name="connsiteX4" fmla="*/ 2760039 w 6942490"/>
              <a:gd name="connsiteY4" fmla="*/ 2565820 h 4534025"/>
              <a:gd name="connsiteX5" fmla="*/ 3172553 w 6942490"/>
              <a:gd name="connsiteY5" fmla="*/ 3480699 h 4534025"/>
              <a:gd name="connsiteX6" fmla="*/ 3443862 w 6942490"/>
              <a:gd name="connsiteY6" fmla="*/ 4109359 h 4534025"/>
              <a:gd name="connsiteX7" fmla="*/ 3601786 w 6942490"/>
              <a:gd name="connsiteY7" fmla="*/ 4200323 h 4534025"/>
              <a:gd name="connsiteX8" fmla="*/ 3841055 w 6942490"/>
              <a:gd name="connsiteY8" fmla="*/ 4229089 h 4534025"/>
              <a:gd name="connsiteX9" fmla="*/ 4494660 w 6942490"/>
              <a:gd name="connsiteY9" fmla="*/ 4204705 h 4534025"/>
              <a:gd name="connsiteX10" fmla="*/ 4750406 w 6942490"/>
              <a:gd name="connsiteY10" fmla="*/ 4254711 h 4534025"/>
              <a:gd name="connsiteX11" fmla="*/ 5084353 w 6942490"/>
              <a:gd name="connsiteY11" fmla="*/ 4305003 h 4534025"/>
              <a:gd name="connsiteX12" fmla="*/ 5391439 w 6942490"/>
              <a:gd name="connsiteY12" fmla="*/ 4243185 h 4534025"/>
              <a:gd name="connsiteX13" fmla="*/ 6095409 w 6942490"/>
              <a:gd name="connsiteY13" fmla="*/ 3779622 h 4534025"/>
              <a:gd name="connsiteX14" fmla="*/ 6341770 w 6942490"/>
              <a:gd name="connsiteY14" fmla="*/ 3489822 h 4534025"/>
              <a:gd name="connsiteX15" fmla="*/ 6548917 w 6942490"/>
              <a:gd name="connsiteY15" fmla="*/ 3097137 h 4534025"/>
              <a:gd name="connsiteX16" fmla="*/ 6685505 w 6942490"/>
              <a:gd name="connsiteY16" fmla="*/ 2932545 h 4534025"/>
              <a:gd name="connsiteX17" fmla="*/ 6942204 w 6942490"/>
              <a:gd name="connsiteY17" fmla="*/ 2270160 h 4534025"/>
              <a:gd name="connsiteX18" fmla="*/ 6632269 w 6942490"/>
              <a:gd name="connsiteY18" fmla="*/ 1733216 h 4534025"/>
              <a:gd name="connsiteX19" fmla="*/ 5875647 w 6942490"/>
              <a:gd name="connsiteY19" fmla="*/ 1216850 h 4534025"/>
              <a:gd name="connsiteX20" fmla="*/ 5783675 w 6942490"/>
              <a:gd name="connsiteY20" fmla="*/ 626929 h 4534025"/>
              <a:gd name="connsiteX21" fmla="*/ 5643503 w 6942490"/>
              <a:gd name="connsiteY21" fmla="*/ 0 h 4534025"/>
              <a:gd name="connsiteX0" fmla="*/ 0 w 6870813"/>
              <a:gd name="connsiteY0" fmla="*/ 4529035 h 4534025"/>
              <a:gd name="connsiteX1" fmla="*/ 1094288 w 6870813"/>
              <a:gd name="connsiteY1" fmla="*/ 3903077 h 4534025"/>
              <a:gd name="connsiteX2" fmla="*/ 1531378 w 6870813"/>
              <a:gd name="connsiteY2" fmla="*/ 3282823 h 4534025"/>
              <a:gd name="connsiteX3" fmla="*/ 2175461 w 6870813"/>
              <a:gd name="connsiteY3" fmla="*/ 2883288 h 4534025"/>
              <a:gd name="connsiteX4" fmla="*/ 2760039 w 6870813"/>
              <a:gd name="connsiteY4" fmla="*/ 2565820 h 4534025"/>
              <a:gd name="connsiteX5" fmla="*/ 3172553 w 6870813"/>
              <a:gd name="connsiteY5" fmla="*/ 3480699 h 4534025"/>
              <a:gd name="connsiteX6" fmla="*/ 3443862 w 6870813"/>
              <a:gd name="connsiteY6" fmla="*/ 4109359 h 4534025"/>
              <a:gd name="connsiteX7" fmla="*/ 3601786 w 6870813"/>
              <a:gd name="connsiteY7" fmla="*/ 4200323 h 4534025"/>
              <a:gd name="connsiteX8" fmla="*/ 3841055 w 6870813"/>
              <a:gd name="connsiteY8" fmla="*/ 4229089 h 4534025"/>
              <a:gd name="connsiteX9" fmla="*/ 4494660 w 6870813"/>
              <a:gd name="connsiteY9" fmla="*/ 4204705 h 4534025"/>
              <a:gd name="connsiteX10" fmla="*/ 4750406 w 6870813"/>
              <a:gd name="connsiteY10" fmla="*/ 4254711 h 4534025"/>
              <a:gd name="connsiteX11" fmla="*/ 5084353 w 6870813"/>
              <a:gd name="connsiteY11" fmla="*/ 4305003 h 4534025"/>
              <a:gd name="connsiteX12" fmla="*/ 5391439 w 6870813"/>
              <a:gd name="connsiteY12" fmla="*/ 4243185 h 4534025"/>
              <a:gd name="connsiteX13" fmla="*/ 6095409 w 6870813"/>
              <a:gd name="connsiteY13" fmla="*/ 3779622 h 4534025"/>
              <a:gd name="connsiteX14" fmla="*/ 6341770 w 6870813"/>
              <a:gd name="connsiteY14" fmla="*/ 3489822 h 4534025"/>
              <a:gd name="connsiteX15" fmla="*/ 6548917 w 6870813"/>
              <a:gd name="connsiteY15" fmla="*/ 3097137 h 4534025"/>
              <a:gd name="connsiteX16" fmla="*/ 6685505 w 6870813"/>
              <a:gd name="connsiteY16" fmla="*/ 2932545 h 4534025"/>
              <a:gd name="connsiteX17" fmla="*/ 6870411 w 6870813"/>
              <a:gd name="connsiteY17" fmla="*/ 2394273 h 4534025"/>
              <a:gd name="connsiteX18" fmla="*/ 6632269 w 6870813"/>
              <a:gd name="connsiteY18" fmla="*/ 1733216 h 4534025"/>
              <a:gd name="connsiteX19" fmla="*/ 5875647 w 6870813"/>
              <a:gd name="connsiteY19" fmla="*/ 1216850 h 4534025"/>
              <a:gd name="connsiteX20" fmla="*/ 5783675 w 6870813"/>
              <a:gd name="connsiteY20" fmla="*/ 626929 h 4534025"/>
              <a:gd name="connsiteX21" fmla="*/ 5643503 w 6870813"/>
              <a:gd name="connsiteY21" fmla="*/ 0 h 4534025"/>
              <a:gd name="connsiteX0" fmla="*/ 0 w 6876126"/>
              <a:gd name="connsiteY0" fmla="*/ 4529035 h 4534025"/>
              <a:gd name="connsiteX1" fmla="*/ 1094288 w 6876126"/>
              <a:gd name="connsiteY1" fmla="*/ 3903077 h 4534025"/>
              <a:gd name="connsiteX2" fmla="*/ 1531378 w 6876126"/>
              <a:gd name="connsiteY2" fmla="*/ 3282823 h 4534025"/>
              <a:gd name="connsiteX3" fmla="*/ 2175461 w 6876126"/>
              <a:gd name="connsiteY3" fmla="*/ 2883288 h 4534025"/>
              <a:gd name="connsiteX4" fmla="*/ 2760039 w 6876126"/>
              <a:gd name="connsiteY4" fmla="*/ 2565820 h 4534025"/>
              <a:gd name="connsiteX5" fmla="*/ 3172553 w 6876126"/>
              <a:gd name="connsiteY5" fmla="*/ 3480699 h 4534025"/>
              <a:gd name="connsiteX6" fmla="*/ 3443862 w 6876126"/>
              <a:gd name="connsiteY6" fmla="*/ 4109359 h 4534025"/>
              <a:gd name="connsiteX7" fmla="*/ 3601786 w 6876126"/>
              <a:gd name="connsiteY7" fmla="*/ 4200323 h 4534025"/>
              <a:gd name="connsiteX8" fmla="*/ 3841055 w 6876126"/>
              <a:gd name="connsiteY8" fmla="*/ 4229089 h 4534025"/>
              <a:gd name="connsiteX9" fmla="*/ 4494660 w 6876126"/>
              <a:gd name="connsiteY9" fmla="*/ 4204705 h 4534025"/>
              <a:gd name="connsiteX10" fmla="*/ 4750406 w 6876126"/>
              <a:gd name="connsiteY10" fmla="*/ 4254711 h 4534025"/>
              <a:gd name="connsiteX11" fmla="*/ 5084353 w 6876126"/>
              <a:gd name="connsiteY11" fmla="*/ 4305003 h 4534025"/>
              <a:gd name="connsiteX12" fmla="*/ 5391439 w 6876126"/>
              <a:gd name="connsiteY12" fmla="*/ 4243185 h 4534025"/>
              <a:gd name="connsiteX13" fmla="*/ 6095409 w 6876126"/>
              <a:gd name="connsiteY13" fmla="*/ 3779622 h 4534025"/>
              <a:gd name="connsiteX14" fmla="*/ 6341770 w 6876126"/>
              <a:gd name="connsiteY14" fmla="*/ 3489822 h 4534025"/>
              <a:gd name="connsiteX15" fmla="*/ 6548917 w 6876126"/>
              <a:gd name="connsiteY15" fmla="*/ 3097137 h 4534025"/>
              <a:gd name="connsiteX16" fmla="*/ 6685505 w 6876126"/>
              <a:gd name="connsiteY16" fmla="*/ 2932545 h 4534025"/>
              <a:gd name="connsiteX17" fmla="*/ 6870411 w 6876126"/>
              <a:gd name="connsiteY17" fmla="*/ 2394273 h 4534025"/>
              <a:gd name="connsiteX18" fmla="*/ 6452280 w 6876126"/>
              <a:gd name="connsiteY18" fmla="*/ 1915138 h 4534025"/>
              <a:gd name="connsiteX19" fmla="*/ 5875647 w 6876126"/>
              <a:gd name="connsiteY19" fmla="*/ 1216850 h 4534025"/>
              <a:gd name="connsiteX20" fmla="*/ 5783675 w 6876126"/>
              <a:gd name="connsiteY20" fmla="*/ 626929 h 4534025"/>
              <a:gd name="connsiteX21" fmla="*/ 5643503 w 6876126"/>
              <a:gd name="connsiteY21"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783675 w 6877248"/>
              <a:gd name="connsiteY19" fmla="*/ 626929 h 4534025"/>
              <a:gd name="connsiteX20" fmla="*/ 5643503 w 6877248"/>
              <a:gd name="connsiteY20" fmla="*/ 0 h 4534025"/>
              <a:gd name="connsiteX0" fmla="*/ 0 w 6877248"/>
              <a:gd name="connsiteY0" fmla="*/ 4529035 h 4534025"/>
              <a:gd name="connsiteX1" fmla="*/ 1094288 w 6877248"/>
              <a:gd name="connsiteY1" fmla="*/ 3903077 h 4534025"/>
              <a:gd name="connsiteX2" fmla="*/ 1531378 w 6877248"/>
              <a:gd name="connsiteY2" fmla="*/ 3282823 h 4534025"/>
              <a:gd name="connsiteX3" fmla="*/ 2175461 w 6877248"/>
              <a:gd name="connsiteY3" fmla="*/ 2883288 h 4534025"/>
              <a:gd name="connsiteX4" fmla="*/ 2760039 w 6877248"/>
              <a:gd name="connsiteY4" fmla="*/ 2565820 h 4534025"/>
              <a:gd name="connsiteX5" fmla="*/ 3172553 w 6877248"/>
              <a:gd name="connsiteY5" fmla="*/ 3480699 h 4534025"/>
              <a:gd name="connsiteX6" fmla="*/ 3443862 w 6877248"/>
              <a:gd name="connsiteY6" fmla="*/ 4109359 h 4534025"/>
              <a:gd name="connsiteX7" fmla="*/ 3601786 w 6877248"/>
              <a:gd name="connsiteY7" fmla="*/ 4200323 h 4534025"/>
              <a:gd name="connsiteX8" fmla="*/ 3841055 w 6877248"/>
              <a:gd name="connsiteY8" fmla="*/ 4229089 h 4534025"/>
              <a:gd name="connsiteX9" fmla="*/ 4494660 w 6877248"/>
              <a:gd name="connsiteY9" fmla="*/ 4204705 h 4534025"/>
              <a:gd name="connsiteX10" fmla="*/ 4750406 w 6877248"/>
              <a:gd name="connsiteY10" fmla="*/ 4254711 h 4534025"/>
              <a:gd name="connsiteX11" fmla="*/ 5084353 w 6877248"/>
              <a:gd name="connsiteY11" fmla="*/ 4305003 h 4534025"/>
              <a:gd name="connsiteX12" fmla="*/ 5391439 w 6877248"/>
              <a:gd name="connsiteY12" fmla="*/ 4243185 h 4534025"/>
              <a:gd name="connsiteX13" fmla="*/ 6095409 w 6877248"/>
              <a:gd name="connsiteY13" fmla="*/ 3779622 h 4534025"/>
              <a:gd name="connsiteX14" fmla="*/ 6341770 w 6877248"/>
              <a:gd name="connsiteY14" fmla="*/ 3489822 h 4534025"/>
              <a:gd name="connsiteX15" fmla="*/ 6685505 w 6877248"/>
              <a:gd name="connsiteY15" fmla="*/ 2932545 h 4534025"/>
              <a:gd name="connsiteX16" fmla="*/ 6870411 w 6877248"/>
              <a:gd name="connsiteY16" fmla="*/ 2394273 h 4534025"/>
              <a:gd name="connsiteX17" fmla="*/ 6452280 w 6877248"/>
              <a:gd name="connsiteY17" fmla="*/ 1915138 h 4534025"/>
              <a:gd name="connsiteX18" fmla="*/ 5875647 w 6877248"/>
              <a:gd name="connsiteY18" fmla="*/ 1216850 h 4534025"/>
              <a:gd name="connsiteX19" fmla="*/ 5989329 w 6877248"/>
              <a:gd name="connsiteY19" fmla="*/ 444093 h 4534025"/>
              <a:gd name="connsiteX20" fmla="*/ 5643503 w 6877248"/>
              <a:gd name="connsiteY20" fmla="*/ 0 h 4534025"/>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760039 w 6877248"/>
              <a:gd name="connsiteY4" fmla="*/ 2565820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175461 w 6877248"/>
              <a:gd name="connsiteY3" fmla="*/ 2883288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3837"/>
              <a:gd name="connsiteX1" fmla="*/ 1094288 w 6877248"/>
              <a:gd name="connsiteY1" fmla="*/ 3903077 h 4533837"/>
              <a:gd name="connsiteX2" fmla="*/ 1708729 w 6877248"/>
              <a:gd name="connsiteY2" fmla="*/ 3408979 h 4533837"/>
              <a:gd name="connsiteX3" fmla="*/ 2410544 w 6877248"/>
              <a:gd name="connsiteY3" fmla="*/ 2917743 h 4533837"/>
              <a:gd name="connsiteX4" fmla="*/ 2817349 w 6877248"/>
              <a:gd name="connsiteY4" fmla="*/ 2827673 h 4533837"/>
              <a:gd name="connsiteX5" fmla="*/ 3172553 w 6877248"/>
              <a:gd name="connsiteY5" fmla="*/ 3480699 h 4533837"/>
              <a:gd name="connsiteX6" fmla="*/ 3443862 w 6877248"/>
              <a:gd name="connsiteY6" fmla="*/ 4109359 h 4533837"/>
              <a:gd name="connsiteX7" fmla="*/ 3601786 w 6877248"/>
              <a:gd name="connsiteY7" fmla="*/ 4200323 h 4533837"/>
              <a:gd name="connsiteX8" fmla="*/ 3841055 w 6877248"/>
              <a:gd name="connsiteY8" fmla="*/ 4229089 h 4533837"/>
              <a:gd name="connsiteX9" fmla="*/ 4494660 w 6877248"/>
              <a:gd name="connsiteY9" fmla="*/ 4204705 h 4533837"/>
              <a:gd name="connsiteX10" fmla="*/ 4750406 w 6877248"/>
              <a:gd name="connsiteY10" fmla="*/ 4254711 h 4533837"/>
              <a:gd name="connsiteX11" fmla="*/ 5084353 w 6877248"/>
              <a:gd name="connsiteY11" fmla="*/ 4305003 h 4533837"/>
              <a:gd name="connsiteX12" fmla="*/ 5391439 w 6877248"/>
              <a:gd name="connsiteY12" fmla="*/ 4243185 h 4533837"/>
              <a:gd name="connsiteX13" fmla="*/ 6095409 w 6877248"/>
              <a:gd name="connsiteY13" fmla="*/ 3779622 h 4533837"/>
              <a:gd name="connsiteX14" fmla="*/ 6341770 w 6877248"/>
              <a:gd name="connsiteY14" fmla="*/ 3489822 h 4533837"/>
              <a:gd name="connsiteX15" fmla="*/ 6685505 w 6877248"/>
              <a:gd name="connsiteY15" fmla="*/ 2932545 h 4533837"/>
              <a:gd name="connsiteX16" fmla="*/ 6870411 w 6877248"/>
              <a:gd name="connsiteY16" fmla="*/ 2394273 h 4533837"/>
              <a:gd name="connsiteX17" fmla="*/ 6452280 w 6877248"/>
              <a:gd name="connsiteY17" fmla="*/ 1915138 h 4533837"/>
              <a:gd name="connsiteX18" fmla="*/ 5875647 w 6877248"/>
              <a:gd name="connsiteY18" fmla="*/ 1216850 h 4533837"/>
              <a:gd name="connsiteX19" fmla="*/ 5989329 w 6877248"/>
              <a:gd name="connsiteY19" fmla="*/ 444093 h 4533837"/>
              <a:gd name="connsiteX20" fmla="*/ 5643503 w 6877248"/>
              <a:gd name="connsiteY20" fmla="*/ 0 h 4533837"/>
              <a:gd name="connsiteX0" fmla="*/ 0 w 6877248"/>
              <a:gd name="connsiteY0" fmla="*/ 4529035 h 4532769"/>
              <a:gd name="connsiteX1" fmla="*/ 1229593 w 6877248"/>
              <a:gd name="connsiteY1" fmla="*/ 3747522 h 4532769"/>
              <a:gd name="connsiteX2" fmla="*/ 1708729 w 6877248"/>
              <a:gd name="connsiteY2" fmla="*/ 3408979 h 4532769"/>
              <a:gd name="connsiteX3" fmla="*/ 2410544 w 6877248"/>
              <a:gd name="connsiteY3" fmla="*/ 2917743 h 4532769"/>
              <a:gd name="connsiteX4" fmla="*/ 2817349 w 6877248"/>
              <a:gd name="connsiteY4" fmla="*/ 2827673 h 4532769"/>
              <a:gd name="connsiteX5" fmla="*/ 3172553 w 6877248"/>
              <a:gd name="connsiteY5" fmla="*/ 3480699 h 4532769"/>
              <a:gd name="connsiteX6" fmla="*/ 3443862 w 6877248"/>
              <a:gd name="connsiteY6" fmla="*/ 4109359 h 4532769"/>
              <a:gd name="connsiteX7" fmla="*/ 3601786 w 6877248"/>
              <a:gd name="connsiteY7" fmla="*/ 4200323 h 4532769"/>
              <a:gd name="connsiteX8" fmla="*/ 3841055 w 6877248"/>
              <a:gd name="connsiteY8" fmla="*/ 4229089 h 4532769"/>
              <a:gd name="connsiteX9" fmla="*/ 4494660 w 6877248"/>
              <a:gd name="connsiteY9" fmla="*/ 4204705 h 4532769"/>
              <a:gd name="connsiteX10" fmla="*/ 4750406 w 6877248"/>
              <a:gd name="connsiteY10" fmla="*/ 4254711 h 4532769"/>
              <a:gd name="connsiteX11" fmla="*/ 5084353 w 6877248"/>
              <a:gd name="connsiteY11" fmla="*/ 4305003 h 4532769"/>
              <a:gd name="connsiteX12" fmla="*/ 5391439 w 6877248"/>
              <a:gd name="connsiteY12" fmla="*/ 4243185 h 4532769"/>
              <a:gd name="connsiteX13" fmla="*/ 6095409 w 6877248"/>
              <a:gd name="connsiteY13" fmla="*/ 3779622 h 4532769"/>
              <a:gd name="connsiteX14" fmla="*/ 6341770 w 6877248"/>
              <a:gd name="connsiteY14" fmla="*/ 3489822 h 4532769"/>
              <a:gd name="connsiteX15" fmla="*/ 6685505 w 6877248"/>
              <a:gd name="connsiteY15" fmla="*/ 2932545 h 4532769"/>
              <a:gd name="connsiteX16" fmla="*/ 6870411 w 6877248"/>
              <a:gd name="connsiteY16" fmla="*/ 2394273 h 4532769"/>
              <a:gd name="connsiteX17" fmla="*/ 6452280 w 6877248"/>
              <a:gd name="connsiteY17" fmla="*/ 1915138 h 4532769"/>
              <a:gd name="connsiteX18" fmla="*/ 5875647 w 6877248"/>
              <a:gd name="connsiteY18" fmla="*/ 1216850 h 4532769"/>
              <a:gd name="connsiteX19" fmla="*/ 5989329 w 6877248"/>
              <a:gd name="connsiteY19" fmla="*/ 444093 h 4532769"/>
              <a:gd name="connsiteX20" fmla="*/ 5643503 w 6877248"/>
              <a:gd name="connsiteY20" fmla="*/ 0 h 4532769"/>
              <a:gd name="connsiteX0" fmla="*/ 0 w 6273463"/>
              <a:gd name="connsiteY0" fmla="*/ 4424813 h 4429079"/>
              <a:gd name="connsiteX1" fmla="*/ 625808 w 6273463"/>
              <a:gd name="connsiteY1" fmla="*/ 3747522 h 4429079"/>
              <a:gd name="connsiteX2" fmla="*/ 1104944 w 6273463"/>
              <a:gd name="connsiteY2" fmla="*/ 3408979 h 4429079"/>
              <a:gd name="connsiteX3" fmla="*/ 1806759 w 6273463"/>
              <a:gd name="connsiteY3" fmla="*/ 2917743 h 4429079"/>
              <a:gd name="connsiteX4" fmla="*/ 2213564 w 6273463"/>
              <a:gd name="connsiteY4" fmla="*/ 2827673 h 4429079"/>
              <a:gd name="connsiteX5" fmla="*/ 2568768 w 6273463"/>
              <a:gd name="connsiteY5" fmla="*/ 3480699 h 4429079"/>
              <a:gd name="connsiteX6" fmla="*/ 2840077 w 6273463"/>
              <a:gd name="connsiteY6" fmla="*/ 4109359 h 4429079"/>
              <a:gd name="connsiteX7" fmla="*/ 2998001 w 6273463"/>
              <a:gd name="connsiteY7" fmla="*/ 4200323 h 4429079"/>
              <a:gd name="connsiteX8" fmla="*/ 3237270 w 6273463"/>
              <a:gd name="connsiteY8" fmla="*/ 4229089 h 4429079"/>
              <a:gd name="connsiteX9" fmla="*/ 3890875 w 6273463"/>
              <a:gd name="connsiteY9" fmla="*/ 4204705 h 4429079"/>
              <a:gd name="connsiteX10" fmla="*/ 4146621 w 6273463"/>
              <a:gd name="connsiteY10" fmla="*/ 4254711 h 4429079"/>
              <a:gd name="connsiteX11" fmla="*/ 4480568 w 6273463"/>
              <a:gd name="connsiteY11" fmla="*/ 4305003 h 4429079"/>
              <a:gd name="connsiteX12" fmla="*/ 4787654 w 6273463"/>
              <a:gd name="connsiteY12" fmla="*/ 4243185 h 4429079"/>
              <a:gd name="connsiteX13" fmla="*/ 5491624 w 6273463"/>
              <a:gd name="connsiteY13" fmla="*/ 3779622 h 4429079"/>
              <a:gd name="connsiteX14" fmla="*/ 5737985 w 6273463"/>
              <a:gd name="connsiteY14" fmla="*/ 3489822 h 4429079"/>
              <a:gd name="connsiteX15" fmla="*/ 6081720 w 6273463"/>
              <a:gd name="connsiteY15" fmla="*/ 2932545 h 4429079"/>
              <a:gd name="connsiteX16" fmla="*/ 6266626 w 6273463"/>
              <a:gd name="connsiteY16" fmla="*/ 2394273 h 4429079"/>
              <a:gd name="connsiteX17" fmla="*/ 5848495 w 6273463"/>
              <a:gd name="connsiteY17" fmla="*/ 1915138 h 4429079"/>
              <a:gd name="connsiteX18" fmla="*/ 5271862 w 6273463"/>
              <a:gd name="connsiteY18" fmla="*/ 1216850 h 4429079"/>
              <a:gd name="connsiteX19" fmla="*/ 5385544 w 6273463"/>
              <a:gd name="connsiteY19" fmla="*/ 444093 h 4429079"/>
              <a:gd name="connsiteX20" fmla="*/ 5039718 w 6273463"/>
              <a:gd name="connsiteY20" fmla="*/ 0 h 4429079"/>
              <a:gd name="connsiteX0" fmla="*/ 0 w 6249242"/>
              <a:gd name="connsiteY0" fmla="*/ 4408834 h 4413195"/>
              <a:gd name="connsiteX1" fmla="*/ 601587 w 6249242"/>
              <a:gd name="connsiteY1" fmla="*/ 3747522 h 4413195"/>
              <a:gd name="connsiteX2" fmla="*/ 1080723 w 6249242"/>
              <a:gd name="connsiteY2" fmla="*/ 3408979 h 4413195"/>
              <a:gd name="connsiteX3" fmla="*/ 1782538 w 6249242"/>
              <a:gd name="connsiteY3" fmla="*/ 2917743 h 4413195"/>
              <a:gd name="connsiteX4" fmla="*/ 2189343 w 6249242"/>
              <a:gd name="connsiteY4" fmla="*/ 2827673 h 4413195"/>
              <a:gd name="connsiteX5" fmla="*/ 2544547 w 6249242"/>
              <a:gd name="connsiteY5" fmla="*/ 3480699 h 4413195"/>
              <a:gd name="connsiteX6" fmla="*/ 2815856 w 6249242"/>
              <a:gd name="connsiteY6" fmla="*/ 4109359 h 4413195"/>
              <a:gd name="connsiteX7" fmla="*/ 2973780 w 6249242"/>
              <a:gd name="connsiteY7" fmla="*/ 4200323 h 4413195"/>
              <a:gd name="connsiteX8" fmla="*/ 3213049 w 6249242"/>
              <a:gd name="connsiteY8" fmla="*/ 4229089 h 4413195"/>
              <a:gd name="connsiteX9" fmla="*/ 3866654 w 6249242"/>
              <a:gd name="connsiteY9" fmla="*/ 4204705 h 4413195"/>
              <a:gd name="connsiteX10" fmla="*/ 4122400 w 6249242"/>
              <a:gd name="connsiteY10" fmla="*/ 4254711 h 4413195"/>
              <a:gd name="connsiteX11" fmla="*/ 4456347 w 6249242"/>
              <a:gd name="connsiteY11" fmla="*/ 4305003 h 4413195"/>
              <a:gd name="connsiteX12" fmla="*/ 4763433 w 6249242"/>
              <a:gd name="connsiteY12" fmla="*/ 4243185 h 4413195"/>
              <a:gd name="connsiteX13" fmla="*/ 5467403 w 6249242"/>
              <a:gd name="connsiteY13" fmla="*/ 3779622 h 4413195"/>
              <a:gd name="connsiteX14" fmla="*/ 5713764 w 6249242"/>
              <a:gd name="connsiteY14" fmla="*/ 3489822 h 4413195"/>
              <a:gd name="connsiteX15" fmla="*/ 6057499 w 6249242"/>
              <a:gd name="connsiteY15" fmla="*/ 2932545 h 4413195"/>
              <a:gd name="connsiteX16" fmla="*/ 6242405 w 6249242"/>
              <a:gd name="connsiteY16" fmla="*/ 2394273 h 4413195"/>
              <a:gd name="connsiteX17" fmla="*/ 5824274 w 6249242"/>
              <a:gd name="connsiteY17" fmla="*/ 1915138 h 4413195"/>
              <a:gd name="connsiteX18" fmla="*/ 5247641 w 6249242"/>
              <a:gd name="connsiteY18" fmla="*/ 1216850 h 4413195"/>
              <a:gd name="connsiteX19" fmla="*/ 5361323 w 6249242"/>
              <a:gd name="connsiteY19" fmla="*/ 444093 h 4413195"/>
              <a:gd name="connsiteX20" fmla="*/ 5015497 w 6249242"/>
              <a:gd name="connsiteY20"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815856 w 6059421"/>
              <a:gd name="connsiteY6" fmla="*/ 4109359 h 4413195"/>
              <a:gd name="connsiteX7" fmla="*/ 2973780 w 6059421"/>
              <a:gd name="connsiteY7" fmla="*/ 4200323 h 4413195"/>
              <a:gd name="connsiteX8" fmla="*/ 3213049 w 6059421"/>
              <a:gd name="connsiteY8" fmla="*/ 4229089 h 4413195"/>
              <a:gd name="connsiteX9" fmla="*/ 3866654 w 6059421"/>
              <a:gd name="connsiteY9" fmla="*/ 4204705 h 4413195"/>
              <a:gd name="connsiteX10" fmla="*/ 4122400 w 6059421"/>
              <a:gd name="connsiteY10" fmla="*/ 4254711 h 4413195"/>
              <a:gd name="connsiteX11" fmla="*/ 4456347 w 6059421"/>
              <a:gd name="connsiteY11" fmla="*/ 4305003 h 4413195"/>
              <a:gd name="connsiteX12" fmla="*/ 4763433 w 6059421"/>
              <a:gd name="connsiteY12" fmla="*/ 4243185 h 4413195"/>
              <a:gd name="connsiteX13" fmla="*/ 5467403 w 6059421"/>
              <a:gd name="connsiteY13" fmla="*/ 3779622 h 4413195"/>
              <a:gd name="connsiteX14" fmla="*/ 5713764 w 6059421"/>
              <a:gd name="connsiteY14" fmla="*/ 3489822 h 4413195"/>
              <a:gd name="connsiteX15" fmla="*/ 6057499 w 6059421"/>
              <a:gd name="connsiteY15" fmla="*/ 2932545 h 4413195"/>
              <a:gd name="connsiteX16" fmla="*/ 5824274 w 6059421"/>
              <a:gd name="connsiteY16" fmla="*/ 1915138 h 4413195"/>
              <a:gd name="connsiteX17" fmla="*/ 5247641 w 6059421"/>
              <a:gd name="connsiteY17" fmla="*/ 1216850 h 4413195"/>
              <a:gd name="connsiteX18" fmla="*/ 5361323 w 6059421"/>
              <a:gd name="connsiteY18" fmla="*/ 444093 h 4413195"/>
              <a:gd name="connsiteX19" fmla="*/ 5015497 w 6059421"/>
              <a:gd name="connsiteY19"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544547 w 6059421"/>
              <a:gd name="connsiteY5" fmla="*/ 348069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2973780 w 6059421"/>
              <a:gd name="connsiteY6" fmla="*/ 4200323 h 4413195"/>
              <a:gd name="connsiteX7" fmla="*/ 3213049 w 6059421"/>
              <a:gd name="connsiteY7" fmla="*/ 4229089 h 4413195"/>
              <a:gd name="connsiteX8" fmla="*/ 3866654 w 6059421"/>
              <a:gd name="connsiteY8" fmla="*/ 4204705 h 4413195"/>
              <a:gd name="connsiteX9" fmla="*/ 4122400 w 6059421"/>
              <a:gd name="connsiteY9" fmla="*/ 4254711 h 4413195"/>
              <a:gd name="connsiteX10" fmla="*/ 4456347 w 6059421"/>
              <a:gd name="connsiteY10" fmla="*/ 4305003 h 4413195"/>
              <a:gd name="connsiteX11" fmla="*/ 4763433 w 6059421"/>
              <a:gd name="connsiteY11" fmla="*/ 4243185 h 4413195"/>
              <a:gd name="connsiteX12" fmla="*/ 5467403 w 6059421"/>
              <a:gd name="connsiteY12" fmla="*/ 3779622 h 4413195"/>
              <a:gd name="connsiteX13" fmla="*/ 5713764 w 6059421"/>
              <a:gd name="connsiteY13" fmla="*/ 3489822 h 4413195"/>
              <a:gd name="connsiteX14" fmla="*/ 6057499 w 6059421"/>
              <a:gd name="connsiteY14" fmla="*/ 2932545 h 4413195"/>
              <a:gd name="connsiteX15" fmla="*/ 5824274 w 6059421"/>
              <a:gd name="connsiteY15" fmla="*/ 1915138 h 4413195"/>
              <a:gd name="connsiteX16" fmla="*/ 5247641 w 6059421"/>
              <a:gd name="connsiteY16" fmla="*/ 1216850 h 4413195"/>
              <a:gd name="connsiteX17" fmla="*/ 5361323 w 6059421"/>
              <a:gd name="connsiteY17" fmla="*/ 444093 h 4413195"/>
              <a:gd name="connsiteX18" fmla="*/ 5015497 w 6059421"/>
              <a:gd name="connsiteY18"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3866654 w 6059421"/>
              <a:gd name="connsiteY7" fmla="*/ 420470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122400 w 6059421"/>
              <a:gd name="connsiteY8" fmla="*/ 4254711 h 4413195"/>
              <a:gd name="connsiteX9" fmla="*/ 4456347 w 6059421"/>
              <a:gd name="connsiteY9" fmla="*/ 4305003 h 4413195"/>
              <a:gd name="connsiteX10" fmla="*/ 4763433 w 6059421"/>
              <a:gd name="connsiteY10" fmla="*/ 4243185 h 4413195"/>
              <a:gd name="connsiteX11" fmla="*/ 5467403 w 6059421"/>
              <a:gd name="connsiteY11" fmla="*/ 3779622 h 4413195"/>
              <a:gd name="connsiteX12" fmla="*/ 5713764 w 6059421"/>
              <a:gd name="connsiteY12" fmla="*/ 3489822 h 4413195"/>
              <a:gd name="connsiteX13" fmla="*/ 6057499 w 6059421"/>
              <a:gd name="connsiteY13" fmla="*/ 2932545 h 4413195"/>
              <a:gd name="connsiteX14" fmla="*/ 5824274 w 6059421"/>
              <a:gd name="connsiteY14" fmla="*/ 1915138 h 4413195"/>
              <a:gd name="connsiteX15" fmla="*/ 5247641 w 6059421"/>
              <a:gd name="connsiteY15" fmla="*/ 1216850 h 4413195"/>
              <a:gd name="connsiteX16" fmla="*/ 5361323 w 6059421"/>
              <a:gd name="connsiteY16" fmla="*/ 444093 h 4413195"/>
              <a:gd name="connsiteX17" fmla="*/ 5015497 w 6059421"/>
              <a:gd name="connsiteY17" fmla="*/ 0 h 4413195"/>
              <a:gd name="connsiteX0" fmla="*/ 0 w 6059421"/>
              <a:gd name="connsiteY0" fmla="*/ 4408834 h 4413195"/>
              <a:gd name="connsiteX1" fmla="*/ 601587 w 6059421"/>
              <a:gd name="connsiteY1" fmla="*/ 3747522 h 4413195"/>
              <a:gd name="connsiteX2" fmla="*/ 1080723 w 6059421"/>
              <a:gd name="connsiteY2" fmla="*/ 3408979 h 4413195"/>
              <a:gd name="connsiteX3" fmla="*/ 1782538 w 6059421"/>
              <a:gd name="connsiteY3" fmla="*/ 2917743 h 4413195"/>
              <a:gd name="connsiteX4" fmla="*/ 2189343 w 6059421"/>
              <a:gd name="connsiteY4" fmla="*/ 2827673 h 4413195"/>
              <a:gd name="connsiteX5" fmla="*/ 2644019 w 6059421"/>
              <a:gd name="connsiteY5" fmla="*/ 3353419 h 4413195"/>
              <a:gd name="connsiteX6" fmla="*/ 3213049 w 6059421"/>
              <a:gd name="connsiteY6" fmla="*/ 4229089 h 4413195"/>
              <a:gd name="connsiteX7" fmla="*/ 4041360 w 6059421"/>
              <a:gd name="connsiteY7" fmla="*/ 3933245 h 4413195"/>
              <a:gd name="connsiteX8" fmla="*/ 4456347 w 6059421"/>
              <a:gd name="connsiteY8" fmla="*/ 4305003 h 4413195"/>
              <a:gd name="connsiteX9" fmla="*/ 4763433 w 6059421"/>
              <a:gd name="connsiteY9" fmla="*/ 4243185 h 4413195"/>
              <a:gd name="connsiteX10" fmla="*/ 5467403 w 6059421"/>
              <a:gd name="connsiteY10" fmla="*/ 3779622 h 4413195"/>
              <a:gd name="connsiteX11" fmla="*/ 5713764 w 6059421"/>
              <a:gd name="connsiteY11" fmla="*/ 3489822 h 4413195"/>
              <a:gd name="connsiteX12" fmla="*/ 6057499 w 6059421"/>
              <a:gd name="connsiteY12" fmla="*/ 2932545 h 4413195"/>
              <a:gd name="connsiteX13" fmla="*/ 5824274 w 6059421"/>
              <a:gd name="connsiteY13" fmla="*/ 1915138 h 4413195"/>
              <a:gd name="connsiteX14" fmla="*/ 5247641 w 6059421"/>
              <a:gd name="connsiteY14" fmla="*/ 1216850 h 4413195"/>
              <a:gd name="connsiteX15" fmla="*/ 5361323 w 6059421"/>
              <a:gd name="connsiteY15" fmla="*/ 444093 h 4413195"/>
              <a:gd name="connsiteX16" fmla="*/ 5015497 w 6059421"/>
              <a:gd name="connsiteY16" fmla="*/ 0 h 4413195"/>
              <a:gd name="connsiteX0" fmla="*/ 0 w 6059421"/>
              <a:gd name="connsiteY0" fmla="*/ 4408834 h 4413643"/>
              <a:gd name="connsiteX1" fmla="*/ 436266 w 6059421"/>
              <a:gd name="connsiteY1" fmla="*/ 3803273 h 4413643"/>
              <a:gd name="connsiteX2" fmla="*/ 1080723 w 6059421"/>
              <a:gd name="connsiteY2" fmla="*/ 3408979 h 4413643"/>
              <a:gd name="connsiteX3" fmla="*/ 1782538 w 6059421"/>
              <a:gd name="connsiteY3" fmla="*/ 2917743 h 4413643"/>
              <a:gd name="connsiteX4" fmla="*/ 2189343 w 6059421"/>
              <a:gd name="connsiteY4" fmla="*/ 2827673 h 4413643"/>
              <a:gd name="connsiteX5" fmla="*/ 2644019 w 6059421"/>
              <a:gd name="connsiteY5" fmla="*/ 3353419 h 4413643"/>
              <a:gd name="connsiteX6" fmla="*/ 3213049 w 6059421"/>
              <a:gd name="connsiteY6" fmla="*/ 4229089 h 4413643"/>
              <a:gd name="connsiteX7" fmla="*/ 4041360 w 6059421"/>
              <a:gd name="connsiteY7" fmla="*/ 3933245 h 4413643"/>
              <a:gd name="connsiteX8" fmla="*/ 4456347 w 6059421"/>
              <a:gd name="connsiteY8" fmla="*/ 4305003 h 4413643"/>
              <a:gd name="connsiteX9" fmla="*/ 4763433 w 6059421"/>
              <a:gd name="connsiteY9" fmla="*/ 4243185 h 4413643"/>
              <a:gd name="connsiteX10" fmla="*/ 5467403 w 6059421"/>
              <a:gd name="connsiteY10" fmla="*/ 3779622 h 4413643"/>
              <a:gd name="connsiteX11" fmla="*/ 5713764 w 6059421"/>
              <a:gd name="connsiteY11" fmla="*/ 3489822 h 4413643"/>
              <a:gd name="connsiteX12" fmla="*/ 6057499 w 6059421"/>
              <a:gd name="connsiteY12" fmla="*/ 2932545 h 4413643"/>
              <a:gd name="connsiteX13" fmla="*/ 5824274 w 6059421"/>
              <a:gd name="connsiteY13" fmla="*/ 1915138 h 4413643"/>
              <a:gd name="connsiteX14" fmla="*/ 5247641 w 6059421"/>
              <a:gd name="connsiteY14" fmla="*/ 1216850 h 4413643"/>
              <a:gd name="connsiteX15" fmla="*/ 5361323 w 6059421"/>
              <a:gd name="connsiteY15" fmla="*/ 444093 h 4413643"/>
              <a:gd name="connsiteX16" fmla="*/ 5015497 w 6059421"/>
              <a:gd name="connsiteY16" fmla="*/ 0 h 4413643"/>
              <a:gd name="connsiteX0" fmla="*/ 0 w 6059421"/>
              <a:gd name="connsiteY0" fmla="*/ 4408834 h 4413642"/>
              <a:gd name="connsiteX1" fmla="*/ 436266 w 6059421"/>
              <a:gd name="connsiteY1" fmla="*/ 3803273 h 4413642"/>
              <a:gd name="connsiteX2" fmla="*/ 1080723 w 6059421"/>
              <a:gd name="connsiteY2" fmla="*/ 3408979 h 4413642"/>
              <a:gd name="connsiteX3" fmla="*/ 1782538 w 6059421"/>
              <a:gd name="connsiteY3" fmla="*/ 2917743 h 4413642"/>
              <a:gd name="connsiteX4" fmla="*/ 2336788 w 6059421"/>
              <a:gd name="connsiteY4" fmla="*/ 2729273 h 4413642"/>
              <a:gd name="connsiteX5" fmla="*/ 2644019 w 6059421"/>
              <a:gd name="connsiteY5" fmla="*/ 3353419 h 4413642"/>
              <a:gd name="connsiteX6" fmla="*/ 3213049 w 6059421"/>
              <a:gd name="connsiteY6" fmla="*/ 4229089 h 4413642"/>
              <a:gd name="connsiteX7" fmla="*/ 4041360 w 6059421"/>
              <a:gd name="connsiteY7" fmla="*/ 3933245 h 4413642"/>
              <a:gd name="connsiteX8" fmla="*/ 4456347 w 6059421"/>
              <a:gd name="connsiteY8" fmla="*/ 4305003 h 4413642"/>
              <a:gd name="connsiteX9" fmla="*/ 4763433 w 6059421"/>
              <a:gd name="connsiteY9" fmla="*/ 4243185 h 4413642"/>
              <a:gd name="connsiteX10" fmla="*/ 5467403 w 6059421"/>
              <a:gd name="connsiteY10" fmla="*/ 3779622 h 4413642"/>
              <a:gd name="connsiteX11" fmla="*/ 5713764 w 6059421"/>
              <a:gd name="connsiteY11" fmla="*/ 3489822 h 4413642"/>
              <a:gd name="connsiteX12" fmla="*/ 6057499 w 6059421"/>
              <a:gd name="connsiteY12" fmla="*/ 2932545 h 4413642"/>
              <a:gd name="connsiteX13" fmla="*/ 5824274 w 6059421"/>
              <a:gd name="connsiteY13" fmla="*/ 1915138 h 4413642"/>
              <a:gd name="connsiteX14" fmla="*/ 5247641 w 6059421"/>
              <a:gd name="connsiteY14" fmla="*/ 1216850 h 4413642"/>
              <a:gd name="connsiteX15" fmla="*/ 5361323 w 6059421"/>
              <a:gd name="connsiteY15" fmla="*/ 444093 h 4413642"/>
              <a:gd name="connsiteX16" fmla="*/ 5015497 w 6059421"/>
              <a:gd name="connsiteY16" fmla="*/ 0 h 4413642"/>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361323 w 6059421"/>
              <a:gd name="connsiteY15" fmla="*/ 239241 h 4208790"/>
              <a:gd name="connsiteX16" fmla="*/ 4973492 w 6059421"/>
              <a:gd name="connsiteY16" fmla="*/ 0 h 4208790"/>
              <a:gd name="connsiteX0" fmla="*/ 0 w 6059421"/>
              <a:gd name="connsiteY0" fmla="*/ 4203982 h 4208790"/>
              <a:gd name="connsiteX1" fmla="*/ 436266 w 6059421"/>
              <a:gd name="connsiteY1" fmla="*/ 3598421 h 4208790"/>
              <a:gd name="connsiteX2" fmla="*/ 1080723 w 6059421"/>
              <a:gd name="connsiteY2" fmla="*/ 3204127 h 4208790"/>
              <a:gd name="connsiteX3" fmla="*/ 1782538 w 6059421"/>
              <a:gd name="connsiteY3" fmla="*/ 2712891 h 4208790"/>
              <a:gd name="connsiteX4" fmla="*/ 2336788 w 6059421"/>
              <a:gd name="connsiteY4" fmla="*/ 2524421 h 4208790"/>
              <a:gd name="connsiteX5" fmla="*/ 2644019 w 6059421"/>
              <a:gd name="connsiteY5" fmla="*/ 3148567 h 4208790"/>
              <a:gd name="connsiteX6" fmla="*/ 3213049 w 6059421"/>
              <a:gd name="connsiteY6" fmla="*/ 4024237 h 4208790"/>
              <a:gd name="connsiteX7" fmla="*/ 4041360 w 6059421"/>
              <a:gd name="connsiteY7" fmla="*/ 3728393 h 4208790"/>
              <a:gd name="connsiteX8" fmla="*/ 4456347 w 6059421"/>
              <a:gd name="connsiteY8" fmla="*/ 4100151 h 4208790"/>
              <a:gd name="connsiteX9" fmla="*/ 4763433 w 6059421"/>
              <a:gd name="connsiteY9" fmla="*/ 4038333 h 4208790"/>
              <a:gd name="connsiteX10" fmla="*/ 5467403 w 6059421"/>
              <a:gd name="connsiteY10" fmla="*/ 3574770 h 4208790"/>
              <a:gd name="connsiteX11" fmla="*/ 5713764 w 6059421"/>
              <a:gd name="connsiteY11" fmla="*/ 3284970 h 4208790"/>
              <a:gd name="connsiteX12" fmla="*/ 6057499 w 6059421"/>
              <a:gd name="connsiteY12" fmla="*/ 2727693 h 4208790"/>
              <a:gd name="connsiteX13" fmla="*/ 5824274 w 6059421"/>
              <a:gd name="connsiteY13" fmla="*/ 1710286 h 4208790"/>
              <a:gd name="connsiteX14" fmla="*/ 5247641 w 6059421"/>
              <a:gd name="connsiteY14" fmla="*/ 1011998 h 4208790"/>
              <a:gd name="connsiteX15" fmla="*/ 5267809 w 6059421"/>
              <a:gd name="connsiteY15" fmla="*/ 380738 h 4208790"/>
              <a:gd name="connsiteX16" fmla="*/ 4973492 w 6059421"/>
              <a:gd name="connsiteY16" fmla="*/ 0 h 4208790"/>
              <a:gd name="connsiteX0" fmla="*/ 0 w 6057899"/>
              <a:gd name="connsiteY0" fmla="*/ 4203982 h 4208790"/>
              <a:gd name="connsiteX1" fmla="*/ 436266 w 6057899"/>
              <a:gd name="connsiteY1" fmla="*/ 3598421 h 4208790"/>
              <a:gd name="connsiteX2" fmla="*/ 1080723 w 6057899"/>
              <a:gd name="connsiteY2" fmla="*/ 3204127 h 4208790"/>
              <a:gd name="connsiteX3" fmla="*/ 1782538 w 6057899"/>
              <a:gd name="connsiteY3" fmla="*/ 2712891 h 4208790"/>
              <a:gd name="connsiteX4" fmla="*/ 2336788 w 6057899"/>
              <a:gd name="connsiteY4" fmla="*/ 2524421 h 4208790"/>
              <a:gd name="connsiteX5" fmla="*/ 2644019 w 6057899"/>
              <a:gd name="connsiteY5" fmla="*/ 3148567 h 4208790"/>
              <a:gd name="connsiteX6" fmla="*/ 3213049 w 6057899"/>
              <a:gd name="connsiteY6" fmla="*/ 4024237 h 4208790"/>
              <a:gd name="connsiteX7" fmla="*/ 4041360 w 6057899"/>
              <a:gd name="connsiteY7" fmla="*/ 3728393 h 4208790"/>
              <a:gd name="connsiteX8" fmla="*/ 4456347 w 6057899"/>
              <a:gd name="connsiteY8" fmla="*/ 4100151 h 4208790"/>
              <a:gd name="connsiteX9" fmla="*/ 4763433 w 6057899"/>
              <a:gd name="connsiteY9" fmla="*/ 4038333 h 4208790"/>
              <a:gd name="connsiteX10" fmla="*/ 5467403 w 6057899"/>
              <a:gd name="connsiteY10" fmla="*/ 3574770 h 4208790"/>
              <a:gd name="connsiteX11" fmla="*/ 5713764 w 6057899"/>
              <a:gd name="connsiteY11" fmla="*/ 3284970 h 4208790"/>
              <a:gd name="connsiteX12" fmla="*/ 6057499 w 6057899"/>
              <a:gd name="connsiteY12" fmla="*/ 2727693 h 4208790"/>
              <a:gd name="connsiteX13" fmla="*/ 5770753 w 6057899"/>
              <a:gd name="connsiteY13" fmla="*/ 1846743 h 4208790"/>
              <a:gd name="connsiteX14" fmla="*/ 5247641 w 6057899"/>
              <a:gd name="connsiteY14" fmla="*/ 1011998 h 4208790"/>
              <a:gd name="connsiteX15" fmla="*/ 5267809 w 6057899"/>
              <a:gd name="connsiteY15" fmla="*/ 380738 h 4208790"/>
              <a:gd name="connsiteX16" fmla="*/ 4973492 w 6057899"/>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63433 w 6057921"/>
              <a:gd name="connsiteY9" fmla="*/ 4038333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56347 w 6057921"/>
              <a:gd name="connsiteY8" fmla="*/ 4100151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36788 w 6057921"/>
              <a:gd name="connsiteY4" fmla="*/ 2524421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21"/>
              <a:gd name="connsiteY0" fmla="*/ 4203982 h 4208790"/>
              <a:gd name="connsiteX1" fmla="*/ 436266 w 6057921"/>
              <a:gd name="connsiteY1" fmla="*/ 3598421 h 4208790"/>
              <a:gd name="connsiteX2" fmla="*/ 1080723 w 6057921"/>
              <a:gd name="connsiteY2" fmla="*/ 3204127 h 4208790"/>
              <a:gd name="connsiteX3" fmla="*/ 1782538 w 6057921"/>
              <a:gd name="connsiteY3" fmla="*/ 2712891 h 4208790"/>
              <a:gd name="connsiteX4" fmla="*/ 2313457 w 6057921"/>
              <a:gd name="connsiteY4" fmla="*/ 2472483 h 4208790"/>
              <a:gd name="connsiteX5" fmla="*/ 2644019 w 6057921"/>
              <a:gd name="connsiteY5" fmla="*/ 3148567 h 4208790"/>
              <a:gd name="connsiteX6" fmla="*/ 3213049 w 6057921"/>
              <a:gd name="connsiteY6" fmla="*/ 4024237 h 4208790"/>
              <a:gd name="connsiteX7" fmla="*/ 4041360 w 6057921"/>
              <a:gd name="connsiteY7" fmla="*/ 3728393 h 4208790"/>
              <a:gd name="connsiteX8" fmla="*/ 4411294 w 6057921"/>
              <a:gd name="connsiteY8" fmla="*/ 3836425 h 4208790"/>
              <a:gd name="connsiteX9" fmla="*/ 4743432 w 6057921"/>
              <a:gd name="connsiteY9" fmla="*/ 3931096 h 4208790"/>
              <a:gd name="connsiteX10" fmla="*/ 5467403 w 6057921"/>
              <a:gd name="connsiteY10" fmla="*/ 3574770 h 4208790"/>
              <a:gd name="connsiteX11" fmla="*/ 5713764 w 6057921"/>
              <a:gd name="connsiteY11" fmla="*/ 3284970 h 4208790"/>
              <a:gd name="connsiteX12" fmla="*/ 6057499 w 6057921"/>
              <a:gd name="connsiteY12" fmla="*/ 2727693 h 4208790"/>
              <a:gd name="connsiteX13" fmla="*/ 5770753 w 6057921"/>
              <a:gd name="connsiteY13" fmla="*/ 1846743 h 4208790"/>
              <a:gd name="connsiteX14" fmla="*/ 5194223 w 6057921"/>
              <a:gd name="connsiteY14" fmla="*/ 1193341 h 4208790"/>
              <a:gd name="connsiteX15" fmla="*/ 5267809 w 6057921"/>
              <a:gd name="connsiteY15" fmla="*/ 380738 h 4208790"/>
              <a:gd name="connsiteX16" fmla="*/ 4973492 w 6057921"/>
              <a:gd name="connsiteY16" fmla="*/ 0 h 4208790"/>
              <a:gd name="connsiteX0" fmla="*/ 0 w 6057937"/>
              <a:gd name="connsiteY0" fmla="*/ 4203982 h 4208790"/>
              <a:gd name="connsiteX1" fmla="*/ 436266 w 6057937"/>
              <a:gd name="connsiteY1" fmla="*/ 3598421 h 4208790"/>
              <a:gd name="connsiteX2" fmla="*/ 1080723 w 6057937"/>
              <a:gd name="connsiteY2" fmla="*/ 3204127 h 4208790"/>
              <a:gd name="connsiteX3" fmla="*/ 1782538 w 6057937"/>
              <a:gd name="connsiteY3" fmla="*/ 2712891 h 4208790"/>
              <a:gd name="connsiteX4" fmla="*/ 2313457 w 6057937"/>
              <a:gd name="connsiteY4" fmla="*/ 2472483 h 4208790"/>
              <a:gd name="connsiteX5" fmla="*/ 2644019 w 6057937"/>
              <a:gd name="connsiteY5" fmla="*/ 3148567 h 4208790"/>
              <a:gd name="connsiteX6" fmla="*/ 3213049 w 6057937"/>
              <a:gd name="connsiteY6" fmla="*/ 4024237 h 4208790"/>
              <a:gd name="connsiteX7" fmla="*/ 4041360 w 6057937"/>
              <a:gd name="connsiteY7" fmla="*/ 3728393 h 4208790"/>
              <a:gd name="connsiteX8" fmla="*/ 4411294 w 6057937"/>
              <a:gd name="connsiteY8" fmla="*/ 3836425 h 4208790"/>
              <a:gd name="connsiteX9" fmla="*/ 4743432 w 6057937"/>
              <a:gd name="connsiteY9" fmla="*/ 3931096 h 4208790"/>
              <a:gd name="connsiteX10" fmla="*/ 5467403 w 6057937"/>
              <a:gd name="connsiteY10" fmla="*/ 3574770 h 4208790"/>
              <a:gd name="connsiteX11" fmla="*/ 5713764 w 6057937"/>
              <a:gd name="connsiteY11" fmla="*/ 3284970 h 4208790"/>
              <a:gd name="connsiteX12" fmla="*/ 6057499 w 6057937"/>
              <a:gd name="connsiteY12" fmla="*/ 2727693 h 4208790"/>
              <a:gd name="connsiteX13" fmla="*/ 5770753 w 6057937"/>
              <a:gd name="connsiteY13" fmla="*/ 1846743 h 4208790"/>
              <a:gd name="connsiteX14" fmla="*/ 5157158 w 6057937"/>
              <a:gd name="connsiteY14" fmla="*/ 1183046 h 4208790"/>
              <a:gd name="connsiteX15" fmla="*/ 5267809 w 6057937"/>
              <a:gd name="connsiteY15" fmla="*/ 380738 h 4208790"/>
              <a:gd name="connsiteX16" fmla="*/ 4973492 w 6057937"/>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644019 w 6057725"/>
              <a:gd name="connsiteY5" fmla="*/ 3148567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57725"/>
              <a:gd name="connsiteY0" fmla="*/ 4203982 h 4208790"/>
              <a:gd name="connsiteX1" fmla="*/ 436266 w 6057725"/>
              <a:gd name="connsiteY1" fmla="*/ 3598421 h 4208790"/>
              <a:gd name="connsiteX2" fmla="*/ 1080723 w 6057725"/>
              <a:gd name="connsiteY2" fmla="*/ 3204127 h 4208790"/>
              <a:gd name="connsiteX3" fmla="*/ 1782538 w 6057725"/>
              <a:gd name="connsiteY3" fmla="*/ 2712891 h 4208790"/>
              <a:gd name="connsiteX4" fmla="*/ 2313457 w 6057725"/>
              <a:gd name="connsiteY4" fmla="*/ 2472483 h 4208790"/>
              <a:gd name="connsiteX5" fmla="*/ 2596253 w 6057725"/>
              <a:gd name="connsiteY5" fmla="*/ 3209465 h 4208790"/>
              <a:gd name="connsiteX6" fmla="*/ 3213049 w 6057725"/>
              <a:gd name="connsiteY6" fmla="*/ 4024237 h 4208790"/>
              <a:gd name="connsiteX7" fmla="*/ 4041360 w 6057725"/>
              <a:gd name="connsiteY7" fmla="*/ 3728393 h 4208790"/>
              <a:gd name="connsiteX8" fmla="*/ 4411294 w 6057725"/>
              <a:gd name="connsiteY8" fmla="*/ 3836425 h 4208790"/>
              <a:gd name="connsiteX9" fmla="*/ 4743432 w 6057725"/>
              <a:gd name="connsiteY9" fmla="*/ 3931096 h 4208790"/>
              <a:gd name="connsiteX10" fmla="*/ 5467403 w 6057725"/>
              <a:gd name="connsiteY10" fmla="*/ 3574770 h 4208790"/>
              <a:gd name="connsiteX11" fmla="*/ 5713764 w 6057725"/>
              <a:gd name="connsiteY11" fmla="*/ 3284970 h 4208790"/>
              <a:gd name="connsiteX12" fmla="*/ 6057499 w 6057725"/>
              <a:gd name="connsiteY12" fmla="*/ 2727693 h 4208790"/>
              <a:gd name="connsiteX13" fmla="*/ 5756011 w 6057725"/>
              <a:gd name="connsiteY13" fmla="*/ 1878536 h 4208790"/>
              <a:gd name="connsiteX14" fmla="*/ 5157158 w 6057725"/>
              <a:gd name="connsiteY14" fmla="*/ 1183046 h 4208790"/>
              <a:gd name="connsiteX15" fmla="*/ 5267809 w 6057725"/>
              <a:gd name="connsiteY15" fmla="*/ 380738 h 4208790"/>
              <a:gd name="connsiteX16" fmla="*/ 4973492 w 6057725"/>
              <a:gd name="connsiteY16" fmla="*/ 0 h 4208790"/>
              <a:gd name="connsiteX0" fmla="*/ 0 w 6062584"/>
              <a:gd name="connsiteY0" fmla="*/ 4203982 h 4208790"/>
              <a:gd name="connsiteX1" fmla="*/ 436266 w 6062584"/>
              <a:gd name="connsiteY1" fmla="*/ 3598421 h 4208790"/>
              <a:gd name="connsiteX2" fmla="*/ 1080723 w 6062584"/>
              <a:gd name="connsiteY2" fmla="*/ 3204127 h 4208790"/>
              <a:gd name="connsiteX3" fmla="*/ 1782538 w 6062584"/>
              <a:gd name="connsiteY3" fmla="*/ 2712891 h 4208790"/>
              <a:gd name="connsiteX4" fmla="*/ 2313457 w 6062584"/>
              <a:gd name="connsiteY4" fmla="*/ 2472483 h 4208790"/>
              <a:gd name="connsiteX5" fmla="*/ 2596253 w 6062584"/>
              <a:gd name="connsiteY5" fmla="*/ 3209465 h 4208790"/>
              <a:gd name="connsiteX6" fmla="*/ 3213049 w 6062584"/>
              <a:gd name="connsiteY6" fmla="*/ 4024237 h 4208790"/>
              <a:gd name="connsiteX7" fmla="*/ 4041360 w 6062584"/>
              <a:gd name="connsiteY7" fmla="*/ 3728393 h 4208790"/>
              <a:gd name="connsiteX8" fmla="*/ 4411294 w 6062584"/>
              <a:gd name="connsiteY8" fmla="*/ 3836425 h 4208790"/>
              <a:gd name="connsiteX9" fmla="*/ 4743432 w 6062584"/>
              <a:gd name="connsiteY9" fmla="*/ 3931096 h 4208790"/>
              <a:gd name="connsiteX10" fmla="*/ 5467403 w 6062584"/>
              <a:gd name="connsiteY10" fmla="*/ 3574770 h 4208790"/>
              <a:gd name="connsiteX11" fmla="*/ 5523798 w 6062584"/>
              <a:gd name="connsiteY11" fmla="*/ 3239393 h 4208790"/>
              <a:gd name="connsiteX12" fmla="*/ 6057499 w 6062584"/>
              <a:gd name="connsiteY12" fmla="*/ 2727693 h 4208790"/>
              <a:gd name="connsiteX13" fmla="*/ 5756011 w 6062584"/>
              <a:gd name="connsiteY13" fmla="*/ 1878536 h 4208790"/>
              <a:gd name="connsiteX14" fmla="*/ 5157158 w 6062584"/>
              <a:gd name="connsiteY14" fmla="*/ 1183046 h 4208790"/>
              <a:gd name="connsiteX15" fmla="*/ 5267809 w 6062584"/>
              <a:gd name="connsiteY15" fmla="*/ 380738 h 4208790"/>
              <a:gd name="connsiteX16" fmla="*/ 4973492 w 6062584"/>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411294 w 5848359"/>
              <a:gd name="connsiteY8" fmla="*/ 3836425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43432 w 5848359"/>
              <a:gd name="connsiteY9" fmla="*/ 3931096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31665 w 5848359"/>
              <a:gd name="connsiteY8" fmla="*/ 3675913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713875 w 5848359"/>
              <a:gd name="connsiteY9" fmla="*/ 372628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467403 w 5848359"/>
              <a:gd name="connsiteY10" fmla="*/ 3574770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03982 h 4208790"/>
              <a:gd name="connsiteX1" fmla="*/ 436266 w 5848359"/>
              <a:gd name="connsiteY1" fmla="*/ 3598421 h 4208790"/>
              <a:gd name="connsiteX2" fmla="*/ 1080723 w 5848359"/>
              <a:gd name="connsiteY2" fmla="*/ 3204127 h 4208790"/>
              <a:gd name="connsiteX3" fmla="*/ 1782538 w 5848359"/>
              <a:gd name="connsiteY3" fmla="*/ 2712891 h 4208790"/>
              <a:gd name="connsiteX4" fmla="*/ 2313457 w 5848359"/>
              <a:gd name="connsiteY4" fmla="*/ 2472483 h 4208790"/>
              <a:gd name="connsiteX5" fmla="*/ 2596253 w 5848359"/>
              <a:gd name="connsiteY5" fmla="*/ 3209465 h 4208790"/>
              <a:gd name="connsiteX6" fmla="*/ 3213049 w 5848359"/>
              <a:gd name="connsiteY6" fmla="*/ 4024237 h 4208790"/>
              <a:gd name="connsiteX7" fmla="*/ 4041360 w 5848359"/>
              <a:gd name="connsiteY7" fmla="*/ 3728393 h 4208790"/>
              <a:gd name="connsiteX8" fmla="*/ 4584303 w 5848359"/>
              <a:gd name="connsiteY8" fmla="*/ 3577650 h 4208790"/>
              <a:gd name="connsiteX9" fmla="*/ 4837574 w 5848359"/>
              <a:gd name="connsiteY9" fmla="*/ 3653821 h 4208790"/>
              <a:gd name="connsiteX10" fmla="*/ 5332252 w 5848359"/>
              <a:gd name="connsiteY10" fmla="*/ 3563361 h 4208790"/>
              <a:gd name="connsiteX11" fmla="*/ 5523798 w 5848359"/>
              <a:gd name="connsiteY11" fmla="*/ 3239393 h 4208790"/>
              <a:gd name="connsiteX12" fmla="*/ 5823340 w 5848359"/>
              <a:gd name="connsiteY12" fmla="*/ 2779315 h 4208790"/>
              <a:gd name="connsiteX13" fmla="*/ 5756011 w 5848359"/>
              <a:gd name="connsiteY13" fmla="*/ 1878536 h 4208790"/>
              <a:gd name="connsiteX14" fmla="*/ 5157158 w 5848359"/>
              <a:gd name="connsiteY14" fmla="*/ 1183046 h 4208790"/>
              <a:gd name="connsiteX15" fmla="*/ 5267809 w 5848359"/>
              <a:gd name="connsiteY15" fmla="*/ 380738 h 4208790"/>
              <a:gd name="connsiteX16" fmla="*/ 4973492 w 5848359"/>
              <a:gd name="connsiteY16" fmla="*/ 0 h 4208790"/>
              <a:gd name="connsiteX0" fmla="*/ 0 w 5848359"/>
              <a:gd name="connsiteY0" fmla="*/ 4292093 h 4296901"/>
              <a:gd name="connsiteX1" fmla="*/ 436266 w 5848359"/>
              <a:gd name="connsiteY1" fmla="*/ 3686532 h 4296901"/>
              <a:gd name="connsiteX2" fmla="*/ 1080723 w 5848359"/>
              <a:gd name="connsiteY2" fmla="*/ 3292238 h 4296901"/>
              <a:gd name="connsiteX3" fmla="*/ 1782538 w 5848359"/>
              <a:gd name="connsiteY3" fmla="*/ 2801002 h 4296901"/>
              <a:gd name="connsiteX4" fmla="*/ 2313457 w 5848359"/>
              <a:gd name="connsiteY4" fmla="*/ 2560594 h 4296901"/>
              <a:gd name="connsiteX5" fmla="*/ 2596253 w 5848359"/>
              <a:gd name="connsiteY5" fmla="*/ 3297576 h 4296901"/>
              <a:gd name="connsiteX6" fmla="*/ 3213049 w 5848359"/>
              <a:gd name="connsiteY6" fmla="*/ 4112348 h 4296901"/>
              <a:gd name="connsiteX7" fmla="*/ 4041360 w 5848359"/>
              <a:gd name="connsiteY7" fmla="*/ 3816504 h 4296901"/>
              <a:gd name="connsiteX8" fmla="*/ 4584303 w 5848359"/>
              <a:gd name="connsiteY8" fmla="*/ 3665761 h 4296901"/>
              <a:gd name="connsiteX9" fmla="*/ 4837574 w 5848359"/>
              <a:gd name="connsiteY9" fmla="*/ 3741932 h 4296901"/>
              <a:gd name="connsiteX10" fmla="*/ 5332252 w 5848359"/>
              <a:gd name="connsiteY10" fmla="*/ 3651472 h 4296901"/>
              <a:gd name="connsiteX11" fmla="*/ 5523798 w 5848359"/>
              <a:gd name="connsiteY11" fmla="*/ 3327504 h 4296901"/>
              <a:gd name="connsiteX12" fmla="*/ 5823340 w 5848359"/>
              <a:gd name="connsiteY12" fmla="*/ 2867426 h 4296901"/>
              <a:gd name="connsiteX13" fmla="*/ 5756011 w 5848359"/>
              <a:gd name="connsiteY13" fmla="*/ 1966647 h 4296901"/>
              <a:gd name="connsiteX14" fmla="*/ 5157158 w 5848359"/>
              <a:gd name="connsiteY14" fmla="*/ 1271157 h 4296901"/>
              <a:gd name="connsiteX15" fmla="*/ 5267809 w 5848359"/>
              <a:gd name="connsiteY15" fmla="*/ 468849 h 4296901"/>
              <a:gd name="connsiteX16" fmla="*/ 5359023 w 5848359"/>
              <a:gd name="connsiteY16" fmla="*/ 1 h 4296901"/>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67809 w 5848359"/>
              <a:gd name="connsiteY15" fmla="*/ 468848 h 4296900"/>
              <a:gd name="connsiteX16" fmla="*/ 5359023 w 5848359"/>
              <a:gd name="connsiteY16" fmla="*/ 0 h 4296900"/>
              <a:gd name="connsiteX0" fmla="*/ 0 w 5848359"/>
              <a:gd name="connsiteY0" fmla="*/ 4292092 h 4296900"/>
              <a:gd name="connsiteX1" fmla="*/ 436266 w 5848359"/>
              <a:gd name="connsiteY1" fmla="*/ 3686531 h 4296900"/>
              <a:gd name="connsiteX2" fmla="*/ 1080723 w 5848359"/>
              <a:gd name="connsiteY2" fmla="*/ 3292237 h 4296900"/>
              <a:gd name="connsiteX3" fmla="*/ 1782538 w 5848359"/>
              <a:gd name="connsiteY3" fmla="*/ 2801001 h 4296900"/>
              <a:gd name="connsiteX4" fmla="*/ 2313457 w 5848359"/>
              <a:gd name="connsiteY4" fmla="*/ 2560593 h 4296900"/>
              <a:gd name="connsiteX5" fmla="*/ 2596253 w 5848359"/>
              <a:gd name="connsiteY5" fmla="*/ 3297575 h 4296900"/>
              <a:gd name="connsiteX6" fmla="*/ 3213049 w 5848359"/>
              <a:gd name="connsiteY6" fmla="*/ 4112347 h 4296900"/>
              <a:gd name="connsiteX7" fmla="*/ 4041360 w 5848359"/>
              <a:gd name="connsiteY7" fmla="*/ 3816503 h 4296900"/>
              <a:gd name="connsiteX8" fmla="*/ 4584303 w 5848359"/>
              <a:gd name="connsiteY8" fmla="*/ 3665760 h 4296900"/>
              <a:gd name="connsiteX9" fmla="*/ 4837574 w 5848359"/>
              <a:gd name="connsiteY9" fmla="*/ 3741931 h 4296900"/>
              <a:gd name="connsiteX10" fmla="*/ 5332252 w 5848359"/>
              <a:gd name="connsiteY10" fmla="*/ 3651471 h 4296900"/>
              <a:gd name="connsiteX11" fmla="*/ 5523798 w 5848359"/>
              <a:gd name="connsiteY11" fmla="*/ 3327503 h 4296900"/>
              <a:gd name="connsiteX12" fmla="*/ 5823340 w 5848359"/>
              <a:gd name="connsiteY12" fmla="*/ 2867425 h 4296900"/>
              <a:gd name="connsiteX13" fmla="*/ 5756011 w 5848359"/>
              <a:gd name="connsiteY13" fmla="*/ 1966646 h 4296900"/>
              <a:gd name="connsiteX14" fmla="*/ 5157158 w 5848359"/>
              <a:gd name="connsiteY14" fmla="*/ 1271156 h 4296900"/>
              <a:gd name="connsiteX15" fmla="*/ 5287119 w 5848359"/>
              <a:gd name="connsiteY15" fmla="*/ 570191 h 4296900"/>
              <a:gd name="connsiteX16" fmla="*/ 5359023 w 5848359"/>
              <a:gd name="connsiteY16" fmla="*/ 0 h 4296900"/>
              <a:gd name="connsiteX0" fmla="*/ 0 w 6128526"/>
              <a:gd name="connsiteY0" fmla="*/ 4412271 h 4417079"/>
              <a:gd name="connsiteX1" fmla="*/ 436266 w 6128526"/>
              <a:gd name="connsiteY1" fmla="*/ 3806710 h 4417079"/>
              <a:gd name="connsiteX2" fmla="*/ 1080723 w 6128526"/>
              <a:gd name="connsiteY2" fmla="*/ 3412416 h 4417079"/>
              <a:gd name="connsiteX3" fmla="*/ 1782538 w 6128526"/>
              <a:gd name="connsiteY3" fmla="*/ 2921180 h 4417079"/>
              <a:gd name="connsiteX4" fmla="*/ 2313457 w 6128526"/>
              <a:gd name="connsiteY4" fmla="*/ 2680772 h 4417079"/>
              <a:gd name="connsiteX5" fmla="*/ 2596253 w 6128526"/>
              <a:gd name="connsiteY5" fmla="*/ 3417754 h 4417079"/>
              <a:gd name="connsiteX6" fmla="*/ 3213049 w 6128526"/>
              <a:gd name="connsiteY6" fmla="*/ 4232526 h 4417079"/>
              <a:gd name="connsiteX7" fmla="*/ 4041360 w 6128526"/>
              <a:gd name="connsiteY7" fmla="*/ 3936682 h 4417079"/>
              <a:gd name="connsiteX8" fmla="*/ 4584303 w 6128526"/>
              <a:gd name="connsiteY8" fmla="*/ 3785939 h 4417079"/>
              <a:gd name="connsiteX9" fmla="*/ 4837574 w 6128526"/>
              <a:gd name="connsiteY9" fmla="*/ 3862110 h 4417079"/>
              <a:gd name="connsiteX10" fmla="*/ 5332252 w 6128526"/>
              <a:gd name="connsiteY10" fmla="*/ 3771650 h 4417079"/>
              <a:gd name="connsiteX11" fmla="*/ 5523798 w 6128526"/>
              <a:gd name="connsiteY11" fmla="*/ 3447682 h 4417079"/>
              <a:gd name="connsiteX12" fmla="*/ 5823340 w 6128526"/>
              <a:gd name="connsiteY12" fmla="*/ 2987604 h 4417079"/>
              <a:gd name="connsiteX13" fmla="*/ 5756011 w 6128526"/>
              <a:gd name="connsiteY13" fmla="*/ 2086825 h 4417079"/>
              <a:gd name="connsiteX14" fmla="*/ 5157158 w 6128526"/>
              <a:gd name="connsiteY14" fmla="*/ 1391335 h 4417079"/>
              <a:gd name="connsiteX15" fmla="*/ 5287119 w 6128526"/>
              <a:gd name="connsiteY15" fmla="*/ 690370 h 4417079"/>
              <a:gd name="connsiteX16" fmla="*/ 6128527 w 6128526"/>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782538 w 6128527"/>
              <a:gd name="connsiteY3" fmla="*/ 2921180 h 4417079"/>
              <a:gd name="connsiteX4" fmla="*/ 2313457 w 6128527"/>
              <a:gd name="connsiteY4" fmla="*/ 2680772 h 4417079"/>
              <a:gd name="connsiteX5" fmla="*/ 2596253 w 6128527"/>
              <a:gd name="connsiteY5" fmla="*/ 3417754 h 4417079"/>
              <a:gd name="connsiteX6" fmla="*/ 3213049 w 6128527"/>
              <a:gd name="connsiteY6" fmla="*/ 4232526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332252 w 6128527"/>
              <a:gd name="connsiteY10" fmla="*/ 3771650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157158 w 6128527"/>
              <a:gd name="connsiteY14" fmla="*/ 1391335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782538 w 6128527"/>
              <a:gd name="connsiteY3" fmla="*/ 2921180 h 4417079"/>
              <a:gd name="connsiteX4" fmla="*/ 2313457 w 6128527"/>
              <a:gd name="connsiteY4" fmla="*/ 2680772 h 4417079"/>
              <a:gd name="connsiteX5" fmla="*/ 2596253 w 6128527"/>
              <a:gd name="connsiteY5" fmla="*/ 3417754 h 4417079"/>
              <a:gd name="connsiteX6" fmla="*/ 3213049 w 6128527"/>
              <a:gd name="connsiteY6" fmla="*/ 4232526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332252 w 6128527"/>
              <a:gd name="connsiteY10" fmla="*/ 3771650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782538 w 6128527"/>
              <a:gd name="connsiteY3" fmla="*/ 2921180 h 4417079"/>
              <a:gd name="connsiteX4" fmla="*/ 2313457 w 6128527"/>
              <a:gd name="connsiteY4" fmla="*/ 2680772 h 4417079"/>
              <a:gd name="connsiteX5" fmla="*/ 2596253 w 6128527"/>
              <a:gd name="connsiteY5" fmla="*/ 3417754 h 4417079"/>
              <a:gd name="connsiteX6" fmla="*/ 3213049 w 6128527"/>
              <a:gd name="connsiteY6" fmla="*/ 4232526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782538 w 6128527"/>
              <a:gd name="connsiteY3" fmla="*/ 2921180 h 4417079"/>
              <a:gd name="connsiteX4" fmla="*/ 2313457 w 6128527"/>
              <a:gd name="connsiteY4" fmla="*/ 2680772 h 4417079"/>
              <a:gd name="connsiteX5" fmla="*/ 2596253 w 6128527"/>
              <a:gd name="connsiteY5" fmla="*/ 3417754 h 4417079"/>
              <a:gd name="connsiteX6" fmla="*/ 3377455 w 6128527"/>
              <a:gd name="connsiteY6" fmla="*/ 3785238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782538 w 6128527"/>
              <a:gd name="connsiteY3" fmla="*/ 2921180 h 4417079"/>
              <a:gd name="connsiteX4" fmla="*/ 2349419 w 6128527"/>
              <a:gd name="connsiteY4" fmla="*/ 2974046 h 4417079"/>
              <a:gd name="connsiteX5" fmla="*/ 2596253 w 6128527"/>
              <a:gd name="connsiteY5" fmla="*/ 3417754 h 4417079"/>
              <a:gd name="connsiteX6" fmla="*/ 3377455 w 6128527"/>
              <a:gd name="connsiteY6" fmla="*/ 3785238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377455 w 6128527"/>
              <a:gd name="connsiteY6" fmla="*/ 3785238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268473 w 6128527"/>
              <a:gd name="connsiteY6" fmla="*/ 3859263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268473 w 6128527"/>
              <a:gd name="connsiteY6" fmla="*/ 3859263 h 4417079"/>
              <a:gd name="connsiteX7" fmla="*/ 4041360 w 6128527"/>
              <a:gd name="connsiteY7" fmla="*/ 3936682 h 4417079"/>
              <a:gd name="connsiteX8" fmla="*/ 4584303 w 6128527"/>
              <a:gd name="connsiteY8" fmla="*/ 3785939 h 4417079"/>
              <a:gd name="connsiteX9" fmla="*/ 4837574 w 6128527"/>
              <a:gd name="connsiteY9" fmla="*/ 3862110 h 4417079"/>
              <a:gd name="connsiteX10" fmla="*/ 5015516 w 6128527"/>
              <a:gd name="connsiteY10" fmla="*/ 3664313 h 4417079"/>
              <a:gd name="connsiteX11" fmla="*/ 5523798 w 6128527"/>
              <a:gd name="connsiteY11" fmla="*/ 3447682 h 4417079"/>
              <a:gd name="connsiteX12" fmla="*/ 5823340 w 6128527"/>
              <a:gd name="connsiteY12" fmla="*/ 2987604 h 4417079"/>
              <a:gd name="connsiteX13" fmla="*/ 5756011 w 6128527"/>
              <a:gd name="connsiteY13" fmla="*/ 2086825 h 4417079"/>
              <a:gd name="connsiteX14" fmla="*/ 5577392 w 6128527"/>
              <a:gd name="connsiteY14" fmla="*/ 1448677 h 4417079"/>
              <a:gd name="connsiteX15" fmla="*/ 5774515 w 6128527"/>
              <a:gd name="connsiteY15" fmla="*/ 607736 h 4417079"/>
              <a:gd name="connsiteX16" fmla="*/ 6128527 w 6128527"/>
              <a:gd name="connsiteY16"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268473 w 6128527"/>
              <a:gd name="connsiteY6" fmla="*/ 3859263 h 4417079"/>
              <a:gd name="connsiteX7" fmla="*/ 4041360 w 6128527"/>
              <a:gd name="connsiteY7" fmla="*/ 3936682 h 4417079"/>
              <a:gd name="connsiteX8" fmla="*/ 4584303 w 6128527"/>
              <a:gd name="connsiteY8" fmla="*/ 3785939 h 4417079"/>
              <a:gd name="connsiteX9" fmla="*/ 5015516 w 6128527"/>
              <a:gd name="connsiteY9" fmla="*/ 3664313 h 4417079"/>
              <a:gd name="connsiteX10" fmla="*/ 5523798 w 6128527"/>
              <a:gd name="connsiteY10" fmla="*/ 3447682 h 4417079"/>
              <a:gd name="connsiteX11" fmla="*/ 5823340 w 6128527"/>
              <a:gd name="connsiteY11" fmla="*/ 2987604 h 4417079"/>
              <a:gd name="connsiteX12" fmla="*/ 5756011 w 6128527"/>
              <a:gd name="connsiteY12" fmla="*/ 2086825 h 4417079"/>
              <a:gd name="connsiteX13" fmla="*/ 5577392 w 6128527"/>
              <a:gd name="connsiteY13" fmla="*/ 1448677 h 4417079"/>
              <a:gd name="connsiteX14" fmla="*/ 5774515 w 6128527"/>
              <a:gd name="connsiteY14" fmla="*/ 607736 h 4417079"/>
              <a:gd name="connsiteX15" fmla="*/ 6128527 w 6128527"/>
              <a:gd name="connsiteY15"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268473 w 6128527"/>
              <a:gd name="connsiteY6" fmla="*/ 3859263 h 4417079"/>
              <a:gd name="connsiteX7" fmla="*/ 4041360 w 6128527"/>
              <a:gd name="connsiteY7" fmla="*/ 3936682 h 4417079"/>
              <a:gd name="connsiteX8" fmla="*/ 4584303 w 6128527"/>
              <a:gd name="connsiteY8" fmla="*/ 3785939 h 4417079"/>
              <a:gd name="connsiteX9" fmla="*/ 4877280 w 6128527"/>
              <a:gd name="connsiteY9" fmla="*/ 3594059 h 4417079"/>
              <a:gd name="connsiteX10" fmla="*/ 5523798 w 6128527"/>
              <a:gd name="connsiteY10" fmla="*/ 3447682 h 4417079"/>
              <a:gd name="connsiteX11" fmla="*/ 5823340 w 6128527"/>
              <a:gd name="connsiteY11" fmla="*/ 2987604 h 4417079"/>
              <a:gd name="connsiteX12" fmla="*/ 5756011 w 6128527"/>
              <a:gd name="connsiteY12" fmla="*/ 2086825 h 4417079"/>
              <a:gd name="connsiteX13" fmla="*/ 5577392 w 6128527"/>
              <a:gd name="connsiteY13" fmla="*/ 1448677 h 4417079"/>
              <a:gd name="connsiteX14" fmla="*/ 5774515 w 6128527"/>
              <a:gd name="connsiteY14" fmla="*/ 607736 h 4417079"/>
              <a:gd name="connsiteX15" fmla="*/ 6128527 w 6128527"/>
              <a:gd name="connsiteY15"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349419 w 6128527"/>
              <a:gd name="connsiteY4" fmla="*/ 2974046 h 4417079"/>
              <a:gd name="connsiteX5" fmla="*/ 2596253 w 6128527"/>
              <a:gd name="connsiteY5" fmla="*/ 3417754 h 4417079"/>
              <a:gd name="connsiteX6" fmla="*/ 3268473 w 6128527"/>
              <a:gd name="connsiteY6" fmla="*/ 3859263 h 4417079"/>
              <a:gd name="connsiteX7" fmla="*/ 3907056 w 6128527"/>
              <a:gd name="connsiteY7" fmla="*/ 3774122 h 4417079"/>
              <a:gd name="connsiteX8" fmla="*/ 4584303 w 6128527"/>
              <a:gd name="connsiteY8" fmla="*/ 3785939 h 4417079"/>
              <a:gd name="connsiteX9" fmla="*/ 4877280 w 6128527"/>
              <a:gd name="connsiteY9" fmla="*/ 3594059 h 4417079"/>
              <a:gd name="connsiteX10" fmla="*/ 5523798 w 6128527"/>
              <a:gd name="connsiteY10" fmla="*/ 3447682 h 4417079"/>
              <a:gd name="connsiteX11" fmla="*/ 5823340 w 6128527"/>
              <a:gd name="connsiteY11" fmla="*/ 2987604 h 4417079"/>
              <a:gd name="connsiteX12" fmla="*/ 5756011 w 6128527"/>
              <a:gd name="connsiteY12" fmla="*/ 2086825 h 4417079"/>
              <a:gd name="connsiteX13" fmla="*/ 5577392 w 6128527"/>
              <a:gd name="connsiteY13" fmla="*/ 1448677 h 4417079"/>
              <a:gd name="connsiteX14" fmla="*/ 5774515 w 6128527"/>
              <a:gd name="connsiteY14" fmla="*/ 607736 h 4417079"/>
              <a:gd name="connsiteX15" fmla="*/ 6128527 w 6128527"/>
              <a:gd name="connsiteY15" fmla="*/ 0 h 4417079"/>
              <a:gd name="connsiteX0" fmla="*/ 0 w 6128527"/>
              <a:gd name="connsiteY0" fmla="*/ 4412271 h 4417079"/>
              <a:gd name="connsiteX1" fmla="*/ 436266 w 6128527"/>
              <a:gd name="connsiteY1" fmla="*/ 3806710 h 4417079"/>
              <a:gd name="connsiteX2" fmla="*/ 1080723 w 6128527"/>
              <a:gd name="connsiteY2" fmla="*/ 3412416 h 4417079"/>
              <a:gd name="connsiteX3" fmla="*/ 1805444 w 6128527"/>
              <a:gd name="connsiteY3" fmla="*/ 3176744 h 4417079"/>
              <a:gd name="connsiteX4" fmla="*/ 2215302 w 6128527"/>
              <a:gd name="connsiteY4" fmla="*/ 3186099 h 4417079"/>
              <a:gd name="connsiteX5" fmla="*/ 2596253 w 6128527"/>
              <a:gd name="connsiteY5" fmla="*/ 3417754 h 4417079"/>
              <a:gd name="connsiteX6" fmla="*/ 3268473 w 6128527"/>
              <a:gd name="connsiteY6" fmla="*/ 3859263 h 4417079"/>
              <a:gd name="connsiteX7" fmla="*/ 3907056 w 6128527"/>
              <a:gd name="connsiteY7" fmla="*/ 3774122 h 4417079"/>
              <a:gd name="connsiteX8" fmla="*/ 4584303 w 6128527"/>
              <a:gd name="connsiteY8" fmla="*/ 3785939 h 4417079"/>
              <a:gd name="connsiteX9" fmla="*/ 4877280 w 6128527"/>
              <a:gd name="connsiteY9" fmla="*/ 3594059 h 4417079"/>
              <a:gd name="connsiteX10" fmla="*/ 5523798 w 6128527"/>
              <a:gd name="connsiteY10" fmla="*/ 3447682 h 4417079"/>
              <a:gd name="connsiteX11" fmla="*/ 5823340 w 6128527"/>
              <a:gd name="connsiteY11" fmla="*/ 2987604 h 4417079"/>
              <a:gd name="connsiteX12" fmla="*/ 5756011 w 6128527"/>
              <a:gd name="connsiteY12" fmla="*/ 2086825 h 4417079"/>
              <a:gd name="connsiteX13" fmla="*/ 5577392 w 6128527"/>
              <a:gd name="connsiteY13" fmla="*/ 1448677 h 4417079"/>
              <a:gd name="connsiteX14" fmla="*/ 5774515 w 6128527"/>
              <a:gd name="connsiteY14" fmla="*/ 607736 h 4417079"/>
              <a:gd name="connsiteX15" fmla="*/ 6128527 w 6128527"/>
              <a:gd name="connsiteY15" fmla="*/ 0 h 4417079"/>
              <a:gd name="connsiteX0" fmla="*/ 0 w 6079915"/>
              <a:gd name="connsiteY0" fmla="*/ 5057450 h 5059862"/>
              <a:gd name="connsiteX1" fmla="*/ 387654 w 6079915"/>
              <a:gd name="connsiteY1" fmla="*/ 3806710 h 5059862"/>
              <a:gd name="connsiteX2" fmla="*/ 1032111 w 6079915"/>
              <a:gd name="connsiteY2" fmla="*/ 3412416 h 5059862"/>
              <a:gd name="connsiteX3" fmla="*/ 1756832 w 6079915"/>
              <a:gd name="connsiteY3" fmla="*/ 3176744 h 5059862"/>
              <a:gd name="connsiteX4" fmla="*/ 2166690 w 6079915"/>
              <a:gd name="connsiteY4" fmla="*/ 3186099 h 5059862"/>
              <a:gd name="connsiteX5" fmla="*/ 2547641 w 6079915"/>
              <a:gd name="connsiteY5" fmla="*/ 3417754 h 5059862"/>
              <a:gd name="connsiteX6" fmla="*/ 3219861 w 6079915"/>
              <a:gd name="connsiteY6" fmla="*/ 3859263 h 5059862"/>
              <a:gd name="connsiteX7" fmla="*/ 3858444 w 6079915"/>
              <a:gd name="connsiteY7" fmla="*/ 3774122 h 5059862"/>
              <a:gd name="connsiteX8" fmla="*/ 4535691 w 6079915"/>
              <a:gd name="connsiteY8" fmla="*/ 3785939 h 5059862"/>
              <a:gd name="connsiteX9" fmla="*/ 4828668 w 6079915"/>
              <a:gd name="connsiteY9" fmla="*/ 3594059 h 5059862"/>
              <a:gd name="connsiteX10" fmla="*/ 5475186 w 6079915"/>
              <a:gd name="connsiteY10" fmla="*/ 3447682 h 5059862"/>
              <a:gd name="connsiteX11" fmla="*/ 5774728 w 6079915"/>
              <a:gd name="connsiteY11" fmla="*/ 2987604 h 5059862"/>
              <a:gd name="connsiteX12" fmla="*/ 5707399 w 6079915"/>
              <a:gd name="connsiteY12" fmla="*/ 2086825 h 5059862"/>
              <a:gd name="connsiteX13" fmla="*/ 5528780 w 6079915"/>
              <a:gd name="connsiteY13" fmla="*/ 1448677 h 5059862"/>
              <a:gd name="connsiteX14" fmla="*/ 5725903 w 6079915"/>
              <a:gd name="connsiteY14" fmla="*/ 607736 h 5059862"/>
              <a:gd name="connsiteX15" fmla="*/ 6079915 w 6079915"/>
              <a:gd name="connsiteY15" fmla="*/ 0 h 5059862"/>
              <a:gd name="connsiteX0" fmla="*/ 0 w 6079915"/>
              <a:gd name="connsiteY0" fmla="*/ 5057450 h 5060157"/>
              <a:gd name="connsiteX1" fmla="*/ 478330 w 6079915"/>
              <a:gd name="connsiteY1" fmla="*/ 3924387 h 5060157"/>
              <a:gd name="connsiteX2" fmla="*/ 1032111 w 6079915"/>
              <a:gd name="connsiteY2" fmla="*/ 3412416 h 5060157"/>
              <a:gd name="connsiteX3" fmla="*/ 1756832 w 6079915"/>
              <a:gd name="connsiteY3" fmla="*/ 3176744 h 5060157"/>
              <a:gd name="connsiteX4" fmla="*/ 2166690 w 6079915"/>
              <a:gd name="connsiteY4" fmla="*/ 3186099 h 5060157"/>
              <a:gd name="connsiteX5" fmla="*/ 2547641 w 6079915"/>
              <a:gd name="connsiteY5" fmla="*/ 3417754 h 5060157"/>
              <a:gd name="connsiteX6" fmla="*/ 3219861 w 6079915"/>
              <a:gd name="connsiteY6" fmla="*/ 3859263 h 5060157"/>
              <a:gd name="connsiteX7" fmla="*/ 3858444 w 6079915"/>
              <a:gd name="connsiteY7" fmla="*/ 3774122 h 5060157"/>
              <a:gd name="connsiteX8" fmla="*/ 4535691 w 6079915"/>
              <a:gd name="connsiteY8" fmla="*/ 3785939 h 5060157"/>
              <a:gd name="connsiteX9" fmla="*/ 4828668 w 6079915"/>
              <a:gd name="connsiteY9" fmla="*/ 3594059 h 5060157"/>
              <a:gd name="connsiteX10" fmla="*/ 5475186 w 6079915"/>
              <a:gd name="connsiteY10" fmla="*/ 3447682 h 5060157"/>
              <a:gd name="connsiteX11" fmla="*/ 5774728 w 6079915"/>
              <a:gd name="connsiteY11" fmla="*/ 2987604 h 5060157"/>
              <a:gd name="connsiteX12" fmla="*/ 5707399 w 6079915"/>
              <a:gd name="connsiteY12" fmla="*/ 2086825 h 5060157"/>
              <a:gd name="connsiteX13" fmla="*/ 5528780 w 6079915"/>
              <a:gd name="connsiteY13" fmla="*/ 1448677 h 5060157"/>
              <a:gd name="connsiteX14" fmla="*/ 5725903 w 6079915"/>
              <a:gd name="connsiteY14" fmla="*/ 607736 h 5060157"/>
              <a:gd name="connsiteX15" fmla="*/ 6079915 w 6079915"/>
              <a:gd name="connsiteY15" fmla="*/ 0 h 5060157"/>
              <a:gd name="connsiteX0" fmla="*/ 0 w 6079915"/>
              <a:gd name="connsiteY0" fmla="*/ 5057450 h 5060157"/>
              <a:gd name="connsiteX1" fmla="*/ 478330 w 6079915"/>
              <a:gd name="connsiteY1" fmla="*/ 3924387 h 5060157"/>
              <a:gd name="connsiteX2" fmla="*/ 1032111 w 6079915"/>
              <a:gd name="connsiteY2" fmla="*/ 3412416 h 5060157"/>
              <a:gd name="connsiteX3" fmla="*/ 1756832 w 6079915"/>
              <a:gd name="connsiteY3" fmla="*/ 3176744 h 5060157"/>
              <a:gd name="connsiteX4" fmla="*/ 2166690 w 6079915"/>
              <a:gd name="connsiteY4" fmla="*/ 3186099 h 5060157"/>
              <a:gd name="connsiteX5" fmla="*/ 2547641 w 6079915"/>
              <a:gd name="connsiteY5" fmla="*/ 3417754 h 5060157"/>
              <a:gd name="connsiteX6" fmla="*/ 3219861 w 6079915"/>
              <a:gd name="connsiteY6" fmla="*/ 3859263 h 5060157"/>
              <a:gd name="connsiteX7" fmla="*/ 3858444 w 6079915"/>
              <a:gd name="connsiteY7" fmla="*/ 3774122 h 5060157"/>
              <a:gd name="connsiteX8" fmla="*/ 4535691 w 6079915"/>
              <a:gd name="connsiteY8" fmla="*/ 3785939 h 5060157"/>
              <a:gd name="connsiteX9" fmla="*/ 4828668 w 6079915"/>
              <a:gd name="connsiteY9" fmla="*/ 3594059 h 5060157"/>
              <a:gd name="connsiteX10" fmla="*/ 5475186 w 6079915"/>
              <a:gd name="connsiteY10" fmla="*/ 3447682 h 5060157"/>
              <a:gd name="connsiteX11" fmla="*/ 5774728 w 6079915"/>
              <a:gd name="connsiteY11" fmla="*/ 2987604 h 5060157"/>
              <a:gd name="connsiteX12" fmla="*/ 5811359 w 6079915"/>
              <a:gd name="connsiteY12" fmla="*/ 2380817 h 5060157"/>
              <a:gd name="connsiteX13" fmla="*/ 5528780 w 6079915"/>
              <a:gd name="connsiteY13" fmla="*/ 1448677 h 5060157"/>
              <a:gd name="connsiteX14" fmla="*/ 5725903 w 6079915"/>
              <a:gd name="connsiteY14" fmla="*/ 607736 h 5060157"/>
              <a:gd name="connsiteX15" fmla="*/ 6079915 w 6079915"/>
              <a:gd name="connsiteY15" fmla="*/ 0 h 5060157"/>
              <a:gd name="connsiteX0" fmla="*/ 0 w 6079915"/>
              <a:gd name="connsiteY0" fmla="*/ 5057450 h 5060157"/>
              <a:gd name="connsiteX1" fmla="*/ 478330 w 6079915"/>
              <a:gd name="connsiteY1" fmla="*/ 3924387 h 5060157"/>
              <a:gd name="connsiteX2" fmla="*/ 1032111 w 6079915"/>
              <a:gd name="connsiteY2" fmla="*/ 3412416 h 5060157"/>
              <a:gd name="connsiteX3" fmla="*/ 1756832 w 6079915"/>
              <a:gd name="connsiteY3" fmla="*/ 3176744 h 5060157"/>
              <a:gd name="connsiteX4" fmla="*/ 2166690 w 6079915"/>
              <a:gd name="connsiteY4" fmla="*/ 3186099 h 5060157"/>
              <a:gd name="connsiteX5" fmla="*/ 2547641 w 6079915"/>
              <a:gd name="connsiteY5" fmla="*/ 3417754 h 5060157"/>
              <a:gd name="connsiteX6" fmla="*/ 3219861 w 6079915"/>
              <a:gd name="connsiteY6" fmla="*/ 3859263 h 5060157"/>
              <a:gd name="connsiteX7" fmla="*/ 3858444 w 6079915"/>
              <a:gd name="connsiteY7" fmla="*/ 3774122 h 5060157"/>
              <a:gd name="connsiteX8" fmla="*/ 4535691 w 6079915"/>
              <a:gd name="connsiteY8" fmla="*/ 3785939 h 5060157"/>
              <a:gd name="connsiteX9" fmla="*/ 4828668 w 6079915"/>
              <a:gd name="connsiteY9" fmla="*/ 3594059 h 5060157"/>
              <a:gd name="connsiteX10" fmla="*/ 5475186 w 6079915"/>
              <a:gd name="connsiteY10" fmla="*/ 3447682 h 5060157"/>
              <a:gd name="connsiteX11" fmla="*/ 5774728 w 6079915"/>
              <a:gd name="connsiteY11" fmla="*/ 2987604 h 5060157"/>
              <a:gd name="connsiteX12" fmla="*/ 5811359 w 6079915"/>
              <a:gd name="connsiteY12" fmla="*/ 2380817 h 5060157"/>
              <a:gd name="connsiteX13" fmla="*/ 5491361 w 6079915"/>
              <a:gd name="connsiteY13" fmla="*/ 1645427 h 5060157"/>
              <a:gd name="connsiteX14" fmla="*/ 5725903 w 6079915"/>
              <a:gd name="connsiteY14" fmla="*/ 607736 h 5060157"/>
              <a:gd name="connsiteX15" fmla="*/ 6079915 w 6079915"/>
              <a:gd name="connsiteY15" fmla="*/ 0 h 5060157"/>
              <a:gd name="connsiteX0" fmla="*/ 0 w 6187625"/>
              <a:gd name="connsiteY0" fmla="*/ 5096344 h 5099051"/>
              <a:gd name="connsiteX1" fmla="*/ 478330 w 6187625"/>
              <a:gd name="connsiteY1" fmla="*/ 3963281 h 5099051"/>
              <a:gd name="connsiteX2" fmla="*/ 1032111 w 6187625"/>
              <a:gd name="connsiteY2" fmla="*/ 3451310 h 5099051"/>
              <a:gd name="connsiteX3" fmla="*/ 1756832 w 6187625"/>
              <a:gd name="connsiteY3" fmla="*/ 3215638 h 5099051"/>
              <a:gd name="connsiteX4" fmla="*/ 2166690 w 6187625"/>
              <a:gd name="connsiteY4" fmla="*/ 3224993 h 5099051"/>
              <a:gd name="connsiteX5" fmla="*/ 2547641 w 6187625"/>
              <a:gd name="connsiteY5" fmla="*/ 3456648 h 5099051"/>
              <a:gd name="connsiteX6" fmla="*/ 3219861 w 6187625"/>
              <a:gd name="connsiteY6" fmla="*/ 3898157 h 5099051"/>
              <a:gd name="connsiteX7" fmla="*/ 3858444 w 6187625"/>
              <a:gd name="connsiteY7" fmla="*/ 3813016 h 5099051"/>
              <a:gd name="connsiteX8" fmla="*/ 4535691 w 6187625"/>
              <a:gd name="connsiteY8" fmla="*/ 3824833 h 5099051"/>
              <a:gd name="connsiteX9" fmla="*/ 4828668 w 6187625"/>
              <a:gd name="connsiteY9" fmla="*/ 3632953 h 5099051"/>
              <a:gd name="connsiteX10" fmla="*/ 5475186 w 6187625"/>
              <a:gd name="connsiteY10" fmla="*/ 3486576 h 5099051"/>
              <a:gd name="connsiteX11" fmla="*/ 5774728 w 6187625"/>
              <a:gd name="connsiteY11" fmla="*/ 3026498 h 5099051"/>
              <a:gd name="connsiteX12" fmla="*/ 5811359 w 6187625"/>
              <a:gd name="connsiteY12" fmla="*/ 2419711 h 5099051"/>
              <a:gd name="connsiteX13" fmla="*/ 5491361 w 6187625"/>
              <a:gd name="connsiteY13" fmla="*/ 1684321 h 5099051"/>
              <a:gd name="connsiteX14" fmla="*/ 5725903 w 6187625"/>
              <a:gd name="connsiteY14" fmla="*/ 646630 h 5099051"/>
              <a:gd name="connsiteX15" fmla="*/ 6187625 w 6187625"/>
              <a:gd name="connsiteY15" fmla="*/ 0 h 5099051"/>
              <a:gd name="connsiteX0" fmla="*/ 0 w 6187625"/>
              <a:gd name="connsiteY0" fmla="*/ 5096344 h 5099051"/>
              <a:gd name="connsiteX1" fmla="*/ 478330 w 6187625"/>
              <a:gd name="connsiteY1" fmla="*/ 3963281 h 5099051"/>
              <a:gd name="connsiteX2" fmla="*/ 1032111 w 6187625"/>
              <a:gd name="connsiteY2" fmla="*/ 3451310 h 5099051"/>
              <a:gd name="connsiteX3" fmla="*/ 1756832 w 6187625"/>
              <a:gd name="connsiteY3" fmla="*/ 3215638 h 5099051"/>
              <a:gd name="connsiteX4" fmla="*/ 2166690 w 6187625"/>
              <a:gd name="connsiteY4" fmla="*/ 3224993 h 5099051"/>
              <a:gd name="connsiteX5" fmla="*/ 2547641 w 6187625"/>
              <a:gd name="connsiteY5" fmla="*/ 3456648 h 5099051"/>
              <a:gd name="connsiteX6" fmla="*/ 3219861 w 6187625"/>
              <a:gd name="connsiteY6" fmla="*/ 3898157 h 5099051"/>
              <a:gd name="connsiteX7" fmla="*/ 3858444 w 6187625"/>
              <a:gd name="connsiteY7" fmla="*/ 3813016 h 5099051"/>
              <a:gd name="connsiteX8" fmla="*/ 4535691 w 6187625"/>
              <a:gd name="connsiteY8" fmla="*/ 3824833 h 5099051"/>
              <a:gd name="connsiteX9" fmla="*/ 4828668 w 6187625"/>
              <a:gd name="connsiteY9" fmla="*/ 3632953 h 5099051"/>
              <a:gd name="connsiteX10" fmla="*/ 5475186 w 6187625"/>
              <a:gd name="connsiteY10" fmla="*/ 3486576 h 5099051"/>
              <a:gd name="connsiteX11" fmla="*/ 5774728 w 6187625"/>
              <a:gd name="connsiteY11" fmla="*/ 3026498 h 5099051"/>
              <a:gd name="connsiteX12" fmla="*/ 5811359 w 6187625"/>
              <a:gd name="connsiteY12" fmla="*/ 2419711 h 5099051"/>
              <a:gd name="connsiteX13" fmla="*/ 5491361 w 6187625"/>
              <a:gd name="connsiteY13" fmla="*/ 1684321 h 5099051"/>
              <a:gd name="connsiteX14" fmla="*/ 5740330 w 6187625"/>
              <a:gd name="connsiteY14" fmla="*/ 556576 h 5099051"/>
              <a:gd name="connsiteX15" fmla="*/ 6187625 w 6187625"/>
              <a:gd name="connsiteY15" fmla="*/ 0 h 509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187625" h="5099051">
                <a:moveTo>
                  <a:pt x="0" y="5096344"/>
                </a:moveTo>
                <a:cubicBezTo>
                  <a:pt x="219566" y="5155208"/>
                  <a:pt x="306312" y="4237453"/>
                  <a:pt x="478330" y="3963281"/>
                </a:cubicBezTo>
                <a:cubicBezTo>
                  <a:pt x="650349" y="3689109"/>
                  <a:pt x="819027" y="3575917"/>
                  <a:pt x="1032111" y="3451310"/>
                </a:cubicBezTo>
                <a:cubicBezTo>
                  <a:pt x="1245195" y="3326703"/>
                  <a:pt x="1567736" y="3253357"/>
                  <a:pt x="1756832" y="3215638"/>
                </a:cubicBezTo>
                <a:cubicBezTo>
                  <a:pt x="1945928" y="3177919"/>
                  <a:pt x="2034889" y="3184825"/>
                  <a:pt x="2166690" y="3224993"/>
                </a:cubicBezTo>
                <a:cubicBezTo>
                  <a:pt x="2298492" y="3265161"/>
                  <a:pt x="2372113" y="3344454"/>
                  <a:pt x="2547641" y="3456648"/>
                </a:cubicBezTo>
                <a:cubicBezTo>
                  <a:pt x="2723169" y="3568842"/>
                  <a:pt x="3001394" y="3838762"/>
                  <a:pt x="3219861" y="3898157"/>
                </a:cubicBezTo>
                <a:cubicBezTo>
                  <a:pt x="3438328" y="3957552"/>
                  <a:pt x="3639139" y="3825237"/>
                  <a:pt x="3858444" y="3813016"/>
                </a:cubicBezTo>
                <a:cubicBezTo>
                  <a:pt x="4077749" y="3800795"/>
                  <a:pt x="4373987" y="3854844"/>
                  <a:pt x="4535691" y="3824833"/>
                </a:cubicBezTo>
                <a:cubicBezTo>
                  <a:pt x="4697395" y="3794823"/>
                  <a:pt x="4672086" y="3689329"/>
                  <a:pt x="4828668" y="3632953"/>
                </a:cubicBezTo>
                <a:cubicBezTo>
                  <a:pt x="4985250" y="3576577"/>
                  <a:pt x="5317509" y="3587652"/>
                  <a:pt x="5475186" y="3486576"/>
                </a:cubicBezTo>
                <a:cubicBezTo>
                  <a:pt x="5632863" y="3385500"/>
                  <a:pt x="5718699" y="3204309"/>
                  <a:pt x="5774728" y="3026498"/>
                </a:cubicBezTo>
                <a:cubicBezTo>
                  <a:pt x="5830757" y="2848687"/>
                  <a:pt x="5858587" y="2643407"/>
                  <a:pt x="5811359" y="2419711"/>
                </a:cubicBezTo>
                <a:cubicBezTo>
                  <a:pt x="5764131" y="2196015"/>
                  <a:pt x="5503199" y="1994843"/>
                  <a:pt x="5491361" y="1684321"/>
                </a:cubicBezTo>
                <a:cubicBezTo>
                  <a:pt x="5479523" y="1373799"/>
                  <a:pt x="5770941" y="753750"/>
                  <a:pt x="5740330" y="556576"/>
                </a:cubicBezTo>
                <a:cubicBezTo>
                  <a:pt x="5709719" y="359402"/>
                  <a:pt x="6098476" y="91725"/>
                  <a:pt x="6187625"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 name="Title 1">
            <a:extLst>
              <a:ext uri="{FF2B5EF4-FFF2-40B4-BE49-F238E27FC236}">
                <a16:creationId xmlns:a16="http://schemas.microsoft.com/office/drawing/2014/main" id="{035FB675-2F61-6250-E9EC-C7A21A37E4F1}"/>
              </a:ext>
            </a:extLst>
          </p:cNvPr>
          <p:cNvSpPr>
            <a:spLocks noGrp="1"/>
          </p:cNvSpPr>
          <p:nvPr userDrawn="1">
            <p:ph type="title"/>
          </p:nvPr>
        </p:nvSpPr>
        <p:spPr>
          <a:xfrm>
            <a:off x="292608" y="941832"/>
            <a:ext cx="2843791" cy="2520696"/>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A0F7FA5A-D633-E528-190C-786827133EEE}"/>
              </a:ext>
            </a:extLst>
          </p:cNvPr>
          <p:cNvSpPr>
            <a:spLocks noGrp="1"/>
          </p:cNvSpPr>
          <p:nvPr userDrawn="1">
            <p:ph sz="half" idx="1"/>
          </p:nvPr>
        </p:nvSpPr>
        <p:spPr>
          <a:xfrm>
            <a:off x="3708060" y="892702"/>
            <a:ext cx="3574416" cy="5343545"/>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0201F98-4BFD-89D1-4C2E-C9078BC634CD}"/>
              </a:ext>
            </a:extLst>
          </p:cNvPr>
          <p:cNvSpPr>
            <a:spLocks noGrp="1"/>
          </p:cNvSpPr>
          <p:nvPr userDrawn="1">
            <p:ph sz="half" idx="2"/>
          </p:nvPr>
        </p:nvSpPr>
        <p:spPr>
          <a:xfrm>
            <a:off x="7732105" y="857644"/>
            <a:ext cx="3593843" cy="5378603"/>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E11BAFA7-D198-6578-9D6C-22A68B69A7A4}"/>
              </a:ext>
            </a:extLst>
          </p:cNvPr>
          <p:cNvSpPr>
            <a:spLocks noGrp="1"/>
          </p:cNvSpPr>
          <p:nvPr userDrawn="1">
            <p:ph type="dt" sz="half" idx="10"/>
          </p:nvPr>
        </p:nvSpPr>
        <p:spPr>
          <a:xfrm>
            <a:off x="5105401" y="6418800"/>
            <a:ext cx="1981200" cy="294462"/>
          </a:xfrm>
          <a:prstGeom prst="rect">
            <a:avLst/>
          </a:prstGeom>
        </p:spPr>
        <p:txBody>
          <a:bodyPr/>
          <a:lstStyle/>
          <a:p>
            <a:fld id="{5A1481E1-FE05-4890-AAF6-A8D92EF6CF78}" type="datetime1">
              <a:rPr lang="en-US" smtClean="0"/>
              <a:t>3/25/2026</a:t>
            </a:fld>
            <a:endParaRPr lang="en-US"/>
          </a:p>
        </p:txBody>
      </p:sp>
      <p:sp>
        <p:nvSpPr>
          <p:cNvPr id="6" name="Footer Placeholder 5">
            <a:extLst>
              <a:ext uri="{FF2B5EF4-FFF2-40B4-BE49-F238E27FC236}">
                <a16:creationId xmlns:a16="http://schemas.microsoft.com/office/drawing/2014/main" id="{A056F0BE-9F27-B3FE-2EE4-8BE2199E5545}"/>
              </a:ext>
            </a:extLst>
          </p:cNvPr>
          <p:cNvSpPr>
            <a:spLocks noGrp="1"/>
          </p:cNvSpPr>
          <p:nvPr userDrawn="1">
            <p:ph type="ftr" sz="quarter" idx="11"/>
          </p:nvPr>
        </p:nvSpPr>
        <p:spPr/>
        <p:txBody>
          <a:bodyPr/>
          <a:lstStyle/>
          <a:p>
            <a:r>
              <a:rPr lang="en-US"/>
              <a:t>F25 Sales Meeting </a:t>
            </a:r>
          </a:p>
        </p:txBody>
      </p:sp>
      <p:sp>
        <p:nvSpPr>
          <p:cNvPr id="7" name="Slide Number Placeholder 6">
            <a:extLst>
              <a:ext uri="{FF2B5EF4-FFF2-40B4-BE49-F238E27FC236}">
                <a16:creationId xmlns:a16="http://schemas.microsoft.com/office/drawing/2014/main" id="{3642EFC6-409C-AC0A-327C-D4F55F045817}"/>
              </a:ext>
            </a:extLst>
          </p:cNvPr>
          <p:cNvSpPr>
            <a:spLocks noGrp="1"/>
          </p:cNvSpPr>
          <p:nvPr userDrawn="1">
            <p:ph type="sldNum" sz="quarter" idx="12"/>
          </p:nvPr>
        </p:nvSpPr>
        <p:spPr/>
        <p:txBody>
          <a:bodyPr/>
          <a:lstStyle/>
          <a:p>
            <a:fld id="{70FEC90E-E5BA-494A-9F79-6819593C9BFA}" type="slidenum">
              <a:rPr lang="en-US" smtClean="0"/>
              <a:t>‹#›</a:t>
            </a:fld>
            <a:endParaRPr lang="en-US"/>
          </a:p>
        </p:txBody>
      </p:sp>
      <p:sp>
        <p:nvSpPr>
          <p:cNvPr id="30" name="Freeform: Shape 29">
            <a:extLst>
              <a:ext uri="{FF2B5EF4-FFF2-40B4-BE49-F238E27FC236}">
                <a16:creationId xmlns:a16="http://schemas.microsoft.com/office/drawing/2014/main" id="{E8B07337-7577-0D94-4DF5-79557A823029}"/>
              </a:ext>
            </a:extLst>
          </p:cNvPr>
          <p:cNvSpPr/>
          <p:nvPr userDrawn="1"/>
        </p:nvSpPr>
        <p:spPr>
          <a:xfrm rot="9658660" flipH="1">
            <a:off x="642822" y="2415757"/>
            <a:ext cx="1205698" cy="4364531"/>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812331"/>
              <a:gd name="connsiteX1" fmla="*/ 560492 w 1319958"/>
              <a:gd name="connsiteY1" fmla="*/ 899702 h 5812331"/>
              <a:gd name="connsiteX2" fmla="*/ 574870 w 1319958"/>
              <a:gd name="connsiteY2" fmla="*/ 1891556 h 5812331"/>
              <a:gd name="connsiteX3" fmla="*/ 923760 w 1319958"/>
              <a:gd name="connsiteY3" fmla="*/ 2170234 h 5812331"/>
              <a:gd name="connsiteX4" fmla="*/ 1182107 w 1319958"/>
              <a:gd name="connsiteY4" fmla="*/ 2719448 h 5812331"/>
              <a:gd name="connsiteX5" fmla="*/ 1303516 w 1319958"/>
              <a:gd name="connsiteY5" fmla="*/ 3450464 h 5812331"/>
              <a:gd name="connsiteX6" fmla="*/ 809674 w 1319958"/>
              <a:gd name="connsiteY6" fmla="*/ 4438741 h 5812331"/>
              <a:gd name="connsiteX7" fmla="*/ 87431 w 1319958"/>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304377"/>
              <a:gd name="connsiteY0" fmla="*/ 0 h 5812331"/>
              <a:gd name="connsiteX1" fmla="*/ 560492 w 1304377"/>
              <a:gd name="connsiteY1" fmla="*/ 899702 h 5812331"/>
              <a:gd name="connsiteX2" fmla="*/ 574870 w 1304377"/>
              <a:gd name="connsiteY2" fmla="*/ 1891556 h 5812331"/>
              <a:gd name="connsiteX3" fmla="*/ 923760 w 1304377"/>
              <a:gd name="connsiteY3" fmla="*/ 2170234 h 5812331"/>
              <a:gd name="connsiteX4" fmla="*/ 1182107 w 1304377"/>
              <a:gd name="connsiteY4" fmla="*/ 2719448 h 5812331"/>
              <a:gd name="connsiteX5" fmla="*/ 1303516 w 1304377"/>
              <a:gd name="connsiteY5" fmla="*/ 3450464 h 5812331"/>
              <a:gd name="connsiteX6" fmla="*/ 1226337 w 1304377"/>
              <a:gd name="connsiteY6" fmla="*/ 4572869 h 5812331"/>
              <a:gd name="connsiteX7" fmla="*/ 87431 w 1304377"/>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923760 w 1487839"/>
              <a:gd name="connsiteY3" fmla="*/ 2170234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757113 w 1487839"/>
              <a:gd name="connsiteY3" fmla="*/ 2272202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9346" h="5812331">
                <a:moveTo>
                  <a:pt x="0" y="0"/>
                </a:moveTo>
                <a:cubicBezTo>
                  <a:pt x="668827" y="543294"/>
                  <a:pt x="530079" y="721000"/>
                  <a:pt x="560492" y="899702"/>
                </a:cubicBezTo>
                <a:cubicBezTo>
                  <a:pt x="615774" y="1224528"/>
                  <a:pt x="-71163" y="1490232"/>
                  <a:pt x="574870" y="1891556"/>
                </a:cubicBezTo>
                <a:cubicBezTo>
                  <a:pt x="652831" y="1927874"/>
                  <a:pt x="721538" y="2108383"/>
                  <a:pt x="757113" y="2272202"/>
                </a:cubicBezTo>
                <a:cubicBezTo>
                  <a:pt x="826479" y="2445716"/>
                  <a:pt x="1049854" y="2559279"/>
                  <a:pt x="1182107" y="2719448"/>
                </a:cubicBezTo>
                <a:cubicBezTo>
                  <a:pt x="1507705" y="2909543"/>
                  <a:pt x="1871672" y="3406428"/>
                  <a:pt x="1879044" y="3715331"/>
                </a:cubicBezTo>
                <a:cubicBezTo>
                  <a:pt x="1886416" y="4024235"/>
                  <a:pt x="1761370" y="4278219"/>
                  <a:pt x="1226337" y="4572869"/>
                </a:cubicBezTo>
                <a:cubicBezTo>
                  <a:pt x="678214" y="4988472"/>
                  <a:pt x="503638" y="5735832"/>
                  <a:pt x="87431" y="5812331"/>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310280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5FB675-2F61-6250-E9EC-C7A21A37E4F1}"/>
              </a:ext>
            </a:extLst>
          </p:cNvPr>
          <p:cNvSpPr>
            <a:spLocks noGrp="1"/>
          </p:cNvSpPr>
          <p:nvPr userDrawn="1">
            <p:ph type="title"/>
          </p:nvPr>
        </p:nvSpPr>
        <p:spPr>
          <a:xfrm>
            <a:off x="294065" y="938782"/>
            <a:ext cx="10223024" cy="965842"/>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A0F7FA5A-D633-E528-190C-786827133EEE}"/>
              </a:ext>
            </a:extLst>
          </p:cNvPr>
          <p:cNvSpPr>
            <a:spLocks noGrp="1"/>
          </p:cNvSpPr>
          <p:nvPr userDrawn="1">
            <p:ph sz="half" idx="1"/>
          </p:nvPr>
        </p:nvSpPr>
        <p:spPr>
          <a:xfrm>
            <a:off x="1738137" y="2016391"/>
            <a:ext cx="4201623" cy="4096439"/>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0201F98-4BFD-89D1-4C2E-C9078BC634CD}"/>
              </a:ext>
            </a:extLst>
          </p:cNvPr>
          <p:cNvSpPr>
            <a:spLocks noGrp="1"/>
          </p:cNvSpPr>
          <p:nvPr userDrawn="1">
            <p:ph sz="half" idx="2"/>
          </p:nvPr>
        </p:nvSpPr>
        <p:spPr>
          <a:xfrm>
            <a:off x="6313573" y="2016391"/>
            <a:ext cx="4224459" cy="4096439"/>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E11BAFA7-D198-6578-9D6C-22A68B69A7A4}"/>
              </a:ext>
            </a:extLst>
          </p:cNvPr>
          <p:cNvSpPr>
            <a:spLocks noGrp="1"/>
          </p:cNvSpPr>
          <p:nvPr userDrawn="1">
            <p:ph type="dt" sz="half" idx="10"/>
          </p:nvPr>
        </p:nvSpPr>
        <p:spPr>
          <a:xfrm>
            <a:off x="5105401" y="6418800"/>
            <a:ext cx="1981200" cy="294462"/>
          </a:xfrm>
          <a:prstGeom prst="rect">
            <a:avLst/>
          </a:prstGeom>
        </p:spPr>
        <p:txBody>
          <a:bodyPr/>
          <a:lstStyle/>
          <a:p>
            <a:fld id="{5A1481E1-FE05-4890-AAF6-A8D92EF6CF78}" type="datetime1">
              <a:rPr lang="en-US" smtClean="0"/>
              <a:t>3/25/2026</a:t>
            </a:fld>
            <a:endParaRPr lang="en-US"/>
          </a:p>
        </p:txBody>
      </p:sp>
      <p:sp>
        <p:nvSpPr>
          <p:cNvPr id="6" name="Footer Placeholder 5">
            <a:extLst>
              <a:ext uri="{FF2B5EF4-FFF2-40B4-BE49-F238E27FC236}">
                <a16:creationId xmlns:a16="http://schemas.microsoft.com/office/drawing/2014/main" id="{A056F0BE-9F27-B3FE-2EE4-8BE2199E5545}"/>
              </a:ext>
            </a:extLst>
          </p:cNvPr>
          <p:cNvSpPr>
            <a:spLocks noGrp="1"/>
          </p:cNvSpPr>
          <p:nvPr userDrawn="1">
            <p:ph type="ftr" sz="quarter" idx="11"/>
          </p:nvPr>
        </p:nvSpPr>
        <p:spPr/>
        <p:txBody>
          <a:bodyPr/>
          <a:lstStyle/>
          <a:p>
            <a:r>
              <a:rPr lang="en-US"/>
              <a:t>F25 Sales Meeting </a:t>
            </a:r>
          </a:p>
        </p:txBody>
      </p:sp>
      <p:sp>
        <p:nvSpPr>
          <p:cNvPr id="7" name="Slide Number Placeholder 6">
            <a:extLst>
              <a:ext uri="{FF2B5EF4-FFF2-40B4-BE49-F238E27FC236}">
                <a16:creationId xmlns:a16="http://schemas.microsoft.com/office/drawing/2014/main" id="{3642EFC6-409C-AC0A-327C-D4F55F045817}"/>
              </a:ext>
            </a:extLst>
          </p:cNvPr>
          <p:cNvSpPr>
            <a:spLocks noGrp="1"/>
          </p:cNvSpPr>
          <p:nvPr userDrawn="1">
            <p:ph type="sldNum" sz="quarter" idx="12"/>
          </p:nvPr>
        </p:nvSpPr>
        <p:spPr/>
        <p:txBody>
          <a:bodyPr/>
          <a:lstStyle/>
          <a:p>
            <a:fld id="{70FEC90E-E5BA-494A-9F79-6819593C9BFA}" type="slidenum">
              <a:rPr lang="en-US" smtClean="0"/>
              <a:t>‹#›</a:t>
            </a:fld>
            <a:endParaRPr lang="en-US"/>
          </a:p>
        </p:txBody>
      </p:sp>
      <p:grpSp>
        <p:nvGrpSpPr>
          <p:cNvPr id="8" name="Group 7">
            <a:extLst>
              <a:ext uri="{FF2B5EF4-FFF2-40B4-BE49-F238E27FC236}">
                <a16:creationId xmlns:a16="http://schemas.microsoft.com/office/drawing/2014/main" id="{3F3436A8-56FF-B73C-8654-9E660A845886}"/>
              </a:ext>
            </a:extLst>
          </p:cNvPr>
          <p:cNvGrpSpPr/>
          <p:nvPr userDrawn="1"/>
        </p:nvGrpSpPr>
        <p:grpSpPr>
          <a:xfrm>
            <a:off x="10030515" y="-322949"/>
            <a:ext cx="2609048" cy="5719839"/>
            <a:chOff x="10030515" y="-322949"/>
            <a:chExt cx="2609048" cy="5719839"/>
          </a:xfrm>
        </p:grpSpPr>
        <p:sp>
          <p:nvSpPr>
            <p:cNvPr id="10" name="Freeform: Shape 9">
              <a:extLst>
                <a:ext uri="{FF2B5EF4-FFF2-40B4-BE49-F238E27FC236}">
                  <a16:creationId xmlns:a16="http://schemas.microsoft.com/office/drawing/2014/main" id="{9F5E3E0C-646F-866F-FDE0-133EFD5355F0}"/>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19EC01E8-DE61-BBB3-3E42-09D4B5E27786}"/>
                </a:ext>
              </a:extLst>
            </p:cNvPr>
            <p:cNvSpPr/>
            <p:nvPr userDrawn="1"/>
          </p:nvSpPr>
          <p:spPr>
            <a:xfrm rot="16133597" flipH="1">
              <a:off x="10592641" y="-116120"/>
              <a:ext cx="1418146" cy="159746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504"/>
                <a:gd name="connsiteX1" fmla="*/ 797621 w 2610943"/>
                <a:gd name="connsiteY1" fmla="*/ 1883453 h 2346504"/>
                <a:gd name="connsiteX2" fmla="*/ 1099996 w 2610943"/>
                <a:gd name="connsiteY2" fmla="*/ 1785789 h 2346504"/>
                <a:gd name="connsiteX3" fmla="*/ 1896559 w 2610943"/>
                <a:gd name="connsiteY3" fmla="*/ 2136003 h 2346504"/>
                <a:gd name="connsiteX4" fmla="*/ 2332270 w 2610943"/>
                <a:gd name="connsiteY4" fmla="*/ 2341090 h 2346504"/>
                <a:gd name="connsiteX5" fmla="*/ 2591367 w 2610943"/>
                <a:gd name="connsiteY5" fmla="*/ 1922408 h 2346504"/>
                <a:gd name="connsiteX6" fmla="*/ 2585814 w 2610943"/>
                <a:gd name="connsiteY6" fmla="*/ 1651149 h 2346504"/>
                <a:gd name="connsiteX7" fmla="*/ 2412678 w 2610943"/>
                <a:gd name="connsiteY7" fmla="*/ 1350336 h 2346504"/>
                <a:gd name="connsiteX8" fmla="*/ 1760406 w 2610943"/>
                <a:gd name="connsiteY8" fmla="*/ 867133 h 2346504"/>
                <a:gd name="connsiteX9" fmla="*/ 1520662 w 2610943"/>
                <a:gd name="connsiteY9" fmla="*/ 723877 h 2346504"/>
                <a:gd name="connsiteX10" fmla="*/ 1241008 w 2610943"/>
                <a:gd name="connsiteY10" fmla="*/ 553475 h 2346504"/>
                <a:gd name="connsiteX11" fmla="*/ 988656 w 2610943"/>
                <a:gd name="connsiteY11" fmla="*/ 475157 h 2346504"/>
                <a:gd name="connsiteX12" fmla="*/ 237642 w 2610943"/>
                <a:gd name="connsiteY12" fmla="*/ 0 h 2346504"/>
                <a:gd name="connsiteX0" fmla="*/ 0 w 2610943"/>
                <a:gd name="connsiteY0" fmla="*/ 2205526 h 2345351"/>
                <a:gd name="connsiteX1" fmla="*/ 797621 w 2610943"/>
                <a:gd name="connsiteY1" fmla="*/ 1883453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0 w 2610943"/>
                <a:gd name="connsiteY0" fmla="*/ 2205526 h 2345351"/>
                <a:gd name="connsiteX1" fmla="*/ 895580 w 2610943"/>
                <a:gd name="connsiteY1" fmla="*/ 2182431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520"/>
                <a:gd name="connsiteX1" fmla="*/ 657938 w 2373301"/>
                <a:gd name="connsiteY1" fmla="*/ 2182431 h 2345520"/>
                <a:gd name="connsiteX2" fmla="*/ 949417 w 2373301"/>
                <a:gd name="connsiteY2" fmla="*/ 2031381 h 2345520"/>
                <a:gd name="connsiteX3" fmla="*/ 1658917 w 2373301"/>
                <a:gd name="connsiteY3" fmla="*/ 2136003 h 2345520"/>
                <a:gd name="connsiteX4" fmla="*/ 2094628 w 2373301"/>
                <a:gd name="connsiteY4" fmla="*/ 2341090 h 2345520"/>
                <a:gd name="connsiteX5" fmla="*/ 2353725 w 2373301"/>
                <a:gd name="connsiteY5" fmla="*/ 1922408 h 2345520"/>
                <a:gd name="connsiteX6" fmla="*/ 2348172 w 2373301"/>
                <a:gd name="connsiteY6" fmla="*/ 1651149 h 2345520"/>
                <a:gd name="connsiteX7" fmla="*/ 2175036 w 2373301"/>
                <a:gd name="connsiteY7" fmla="*/ 1350336 h 2345520"/>
                <a:gd name="connsiteX8" fmla="*/ 1522764 w 2373301"/>
                <a:gd name="connsiteY8" fmla="*/ 867133 h 2345520"/>
                <a:gd name="connsiteX9" fmla="*/ 1283020 w 2373301"/>
                <a:gd name="connsiteY9" fmla="*/ 723877 h 2345520"/>
                <a:gd name="connsiteX10" fmla="*/ 1003366 w 2373301"/>
                <a:gd name="connsiteY10" fmla="*/ 553475 h 2345520"/>
                <a:gd name="connsiteX11" fmla="*/ 751014 w 2373301"/>
                <a:gd name="connsiteY11" fmla="*/ 475157 h 2345520"/>
                <a:gd name="connsiteX12" fmla="*/ 0 w 2373301"/>
                <a:gd name="connsiteY12" fmla="*/ 0 h 234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3301" h="2345520">
                  <a:moveTo>
                    <a:pt x="98273" y="2232989"/>
                  </a:moveTo>
                  <a:cubicBezTo>
                    <a:pt x="298445" y="2101319"/>
                    <a:pt x="516081" y="2216032"/>
                    <a:pt x="657938" y="2182431"/>
                  </a:cubicBezTo>
                  <a:cubicBezTo>
                    <a:pt x="799795" y="2148830"/>
                    <a:pt x="782587" y="2039119"/>
                    <a:pt x="949417" y="2031381"/>
                  </a:cubicBezTo>
                  <a:cubicBezTo>
                    <a:pt x="1116247" y="2023643"/>
                    <a:pt x="1468049" y="2084385"/>
                    <a:pt x="1658917" y="2136003"/>
                  </a:cubicBezTo>
                  <a:cubicBezTo>
                    <a:pt x="1849785" y="2187621"/>
                    <a:pt x="1978827" y="2376689"/>
                    <a:pt x="2094628" y="2341090"/>
                  </a:cubicBezTo>
                  <a:cubicBezTo>
                    <a:pt x="2210429" y="2305491"/>
                    <a:pt x="2311468" y="2037398"/>
                    <a:pt x="2353725" y="1922408"/>
                  </a:cubicBezTo>
                  <a:cubicBezTo>
                    <a:pt x="2395982" y="1807418"/>
                    <a:pt x="2358173" y="1727349"/>
                    <a:pt x="2348172" y="1651149"/>
                  </a:cubicBezTo>
                  <a:cubicBezTo>
                    <a:pt x="2329217" y="1506941"/>
                    <a:pt x="2312604" y="1481005"/>
                    <a:pt x="2175036" y="1350336"/>
                  </a:cubicBezTo>
                  <a:cubicBezTo>
                    <a:pt x="2037468" y="1219667"/>
                    <a:pt x="1754507" y="1008484"/>
                    <a:pt x="1522764" y="867133"/>
                  </a:cubicBezTo>
                  <a:cubicBezTo>
                    <a:pt x="1443230" y="818651"/>
                    <a:pt x="1362934" y="771597"/>
                    <a:pt x="1283020" y="723877"/>
                  </a:cubicBezTo>
                  <a:cubicBezTo>
                    <a:pt x="1189294" y="667870"/>
                    <a:pt x="1092034" y="594928"/>
                    <a:pt x="1003366" y="553475"/>
                  </a:cubicBezTo>
                  <a:cubicBezTo>
                    <a:pt x="914698" y="512022"/>
                    <a:pt x="918242" y="567403"/>
                    <a:pt x="751014" y="475157"/>
                  </a:cubicBezTo>
                  <a:cubicBezTo>
                    <a:pt x="583786" y="382911"/>
                    <a:pt x="174145" y="236166"/>
                    <a:pt x="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014951C4-8748-3ADA-22AA-835B4AC74F39}"/>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4" name="Freeform: Shape 13">
              <a:extLst>
                <a:ext uri="{FF2B5EF4-FFF2-40B4-BE49-F238E27FC236}">
                  <a16:creationId xmlns:a16="http://schemas.microsoft.com/office/drawing/2014/main" id="{71619D7F-BFE3-1D4C-F550-45C9ACB4021B}"/>
                </a:ext>
              </a:extLst>
            </p:cNvPr>
            <p:cNvSpPr/>
            <p:nvPr userDrawn="1"/>
          </p:nvSpPr>
          <p:spPr>
            <a:xfrm rot="16133597" flipH="1">
              <a:off x="10594210" y="-323018"/>
              <a:ext cx="6995"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D916F192-2C29-9FA0-B164-31F0B364B564}"/>
                </a:ext>
              </a:extLst>
            </p:cNvPr>
            <p:cNvSpPr/>
            <p:nvPr userDrawn="1"/>
          </p:nvSpPr>
          <p:spPr>
            <a:xfrm rot="16133597" flipH="1">
              <a:off x="10991204" y="-125803"/>
              <a:ext cx="808788" cy="940297"/>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205" h="1234558">
                  <a:moveTo>
                    <a:pt x="0" y="1234558"/>
                  </a:moveTo>
                  <a:cubicBezTo>
                    <a:pt x="167544" y="1137542"/>
                    <a:pt x="393133" y="1099268"/>
                    <a:pt x="541697" y="1043815"/>
                  </a:cubicBezTo>
                  <a:cubicBezTo>
                    <a:pt x="690261" y="988362"/>
                    <a:pt x="789616" y="927786"/>
                    <a:pt x="891383" y="901839"/>
                  </a:cubicBezTo>
                  <a:cubicBezTo>
                    <a:pt x="993150" y="875893"/>
                    <a:pt x="1123225" y="933735"/>
                    <a:pt x="1152301" y="888136"/>
                  </a:cubicBezTo>
                  <a:cubicBezTo>
                    <a:pt x="1181377" y="842537"/>
                    <a:pt x="1152222" y="726844"/>
                    <a:pt x="1065837" y="628243"/>
                  </a:cubicBezTo>
                  <a:cubicBezTo>
                    <a:pt x="979452" y="529642"/>
                    <a:pt x="823456" y="436244"/>
                    <a:pt x="633988" y="296528"/>
                  </a:cubicBezTo>
                  <a:cubicBezTo>
                    <a:pt x="482445" y="173655"/>
                    <a:pt x="265317" y="125063"/>
                    <a:pt x="11123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D32433CD-B34C-B1AF-2DA8-ACE87C9F999D}"/>
                </a:ext>
              </a:extLst>
            </p:cNvPr>
            <p:cNvSpPr/>
            <p:nvPr userDrawn="1"/>
          </p:nvSpPr>
          <p:spPr>
            <a:xfrm rot="16133597" flipH="1">
              <a:off x="10639840" y="106815"/>
              <a:ext cx="992624" cy="76171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351647 w 1351647"/>
                <a:gd name="connsiteY0" fmla="*/ 1016994 h 1016994"/>
                <a:gd name="connsiteX1" fmla="*/ 1096854 w 1351647"/>
                <a:gd name="connsiteY1" fmla="*/ 794681 h 1016994"/>
                <a:gd name="connsiteX2" fmla="*/ 711263 w 1351647"/>
                <a:gd name="connsiteY2" fmla="*/ 468431 h 1016994"/>
                <a:gd name="connsiteX3" fmla="*/ 119874 w 1351647"/>
                <a:gd name="connsiteY3" fmla="*/ 139647 h 1016994"/>
                <a:gd name="connsiteX4" fmla="*/ 0 w 1351647"/>
                <a:gd name="connsiteY4" fmla="*/ 0 h 1016994"/>
                <a:gd name="connsiteX0" fmla="*/ 1351647 w 1351647"/>
                <a:gd name="connsiteY0" fmla="*/ 1016994 h 1016994"/>
                <a:gd name="connsiteX1" fmla="*/ 1096854 w 1351647"/>
                <a:gd name="connsiteY1" fmla="*/ 794681 h 1016994"/>
                <a:gd name="connsiteX2" fmla="*/ 711263 w 1351647"/>
                <a:gd name="connsiteY2" fmla="*/ 468431 h 1016994"/>
                <a:gd name="connsiteX3" fmla="*/ 357285 w 1351647"/>
                <a:gd name="connsiteY3" fmla="*/ 254824 h 1016994"/>
                <a:gd name="connsiteX4" fmla="*/ 0 w 1351647"/>
                <a:gd name="connsiteY4" fmla="*/ 0 h 101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647" h="1016994">
                  <a:moveTo>
                    <a:pt x="1351647" y="1016994"/>
                  </a:moveTo>
                  <a:cubicBezTo>
                    <a:pt x="1278876" y="930412"/>
                    <a:pt x="1203585" y="886108"/>
                    <a:pt x="1096854" y="794681"/>
                  </a:cubicBezTo>
                  <a:cubicBezTo>
                    <a:pt x="990123" y="703254"/>
                    <a:pt x="834524" y="558407"/>
                    <a:pt x="711263" y="468431"/>
                  </a:cubicBezTo>
                  <a:cubicBezTo>
                    <a:pt x="588002" y="378455"/>
                    <a:pt x="536451" y="406843"/>
                    <a:pt x="357285" y="254824"/>
                  </a:cubicBezTo>
                  <a:cubicBezTo>
                    <a:pt x="243081" y="157954"/>
                    <a:pt x="135731" y="61817"/>
                    <a:pt x="0"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7" name="Freeform: Shape 16">
              <a:extLst>
                <a:ext uri="{FF2B5EF4-FFF2-40B4-BE49-F238E27FC236}">
                  <a16:creationId xmlns:a16="http://schemas.microsoft.com/office/drawing/2014/main" id="{4483AE76-3DC2-1D66-0E66-F080EF1E2A6F}"/>
                </a:ext>
              </a:extLst>
            </p:cNvPr>
            <p:cNvSpPr/>
            <p:nvPr userDrawn="1"/>
          </p:nvSpPr>
          <p:spPr>
            <a:xfrm rot="16133597" flipH="1">
              <a:off x="11239040" y="341822"/>
              <a:ext cx="1010891" cy="373497"/>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0 w 1303916"/>
                <a:gd name="connsiteY0" fmla="*/ 524232 h 524232"/>
                <a:gd name="connsiteX1" fmla="*/ 266295 w 1303916"/>
                <a:gd name="connsiteY1" fmla="*/ 446086 h 524232"/>
                <a:gd name="connsiteX2" fmla="*/ 567798 w 1303916"/>
                <a:gd name="connsiteY2" fmla="*/ 302609 h 524232"/>
                <a:gd name="connsiteX3" fmla="*/ 859739 w 1303916"/>
                <a:gd name="connsiteY3" fmla="*/ 360045 h 524232"/>
                <a:gd name="connsiteX4" fmla="*/ 1070241 w 1303916"/>
                <a:gd name="connsiteY4" fmla="*/ 386334 h 524232"/>
                <a:gd name="connsiteX5" fmla="*/ 1247121 w 1303916"/>
                <a:gd name="connsiteY5" fmla="*/ 0 h 52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916" h="524232">
                  <a:moveTo>
                    <a:pt x="0" y="524232"/>
                  </a:moveTo>
                  <a:cubicBezTo>
                    <a:pt x="87128" y="492799"/>
                    <a:pt x="171662" y="483023"/>
                    <a:pt x="266295" y="446086"/>
                  </a:cubicBezTo>
                  <a:cubicBezTo>
                    <a:pt x="360928" y="409149"/>
                    <a:pt x="468891" y="316949"/>
                    <a:pt x="567798" y="302609"/>
                  </a:cubicBezTo>
                  <a:cubicBezTo>
                    <a:pt x="666705" y="288269"/>
                    <a:pt x="762679" y="339471"/>
                    <a:pt x="859739" y="360045"/>
                  </a:cubicBezTo>
                  <a:cubicBezTo>
                    <a:pt x="929367" y="374809"/>
                    <a:pt x="999375" y="389763"/>
                    <a:pt x="1070241" y="386334"/>
                  </a:cubicBezTo>
                  <a:cubicBezTo>
                    <a:pt x="1135106" y="383191"/>
                    <a:pt x="1424667" y="391287"/>
                    <a:pt x="1247121"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8" name="Freeform: Shape 17">
              <a:extLst>
                <a:ext uri="{FF2B5EF4-FFF2-40B4-BE49-F238E27FC236}">
                  <a16:creationId xmlns:a16="http://schemas.microsoft.com/office/drawing/2014/main" id="{F84C8AC2-1C25-2B8C-307F-7F7AA7B937F9}"/>
                </a:ext>
              </a:extLst>
            </p:cNvPr>
            <p:cNvSpPr/>
            <p:nvPr userDrawn="1"/>
          </p:nvSpPr>
          <p:spPr>
            <a:xfrm rot="15744483" flipH="1">
              <a:off x="11257762" y="-111420"/>
              <a:ext cx="205453" cy="546231"/>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A9C9C8F5-90E5-0DBD-97E4-65829B4D9660}"/>
                </a:ext>
              </a:extLst>
            </p:cNvPr>
            <p:cNvSpPr/>
            <p:nvPr userDrawn="1"/>
          </p:nvSpPr>
          <p:spPr>
            <a:xfrm rot="16133597" flipH="1">
              <a:off x="9188819" y="1181125"/>
              <a:ext cx="3591322" cy="1251471"/>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65029 w 4890269"/>
                <a:gd name="connsiteY12" fmla="*/ 444322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57799 w 4890269"/>
                <a:gd name="connsiteY12" fmla="*/ 506674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90269" h="1670879">
                  <a:moveTo>
                    <a:pt x="0" y="0"/>
                  </a:moveTo>
                  <a:cubicBezTo>
                    <a:pt x="116135" y="96409"/>
                    <a:pt x="55377" y="185361"/>
                    <a:pt x="257936" y="329948"/>
                  </a:cubicBezTo>
                  <a:cubicBezTo>
                    <a:pt x="460495" y="474535"/>
                    <a:pt x="1006101" y="745030"/>
                    <a:pt x="1215354" y="867522"/>
                  </a:cubicBezTo>
                  <a:cubicBezTo>
                    <a:pt x="1424607" y="990015"/>
                    <a:pt x="1433423" y="1007312"/>
                    <a:pt x="1513453" y="1064903"/>
                  </a:cubicBezTo>
                  <a:cubicBezTo>
                    <a:pt x="1593483" y="1122494"/>
                    <a:pt x="1613401" y="1155400"/>
                    <a:pt x="1695531" y="1213066"/>
                  </a:cubicBezTo>
                  <a:cubicBezTo>
                    <a:pt x="1777661" y="1270732"/>
                    <a:pt x="1930347" y="1336150"/>
                    <a:pt x="2006236" y="1410900"/>
                  </a:cubicBezTo>
                  <a:cubicBezTo>
                    <a:pt x="2082125" y="1485650"/>
                    <a:pt x="2100385" y="1634613"/>
                    <a:pt x="2150867" y="1661569"/>
                  </a:cubicBezTo>
                  <a:cubicBezTo>
                    <a:pt x="2223829" y="1700621"/>
                    <a:pt x="2298708" y="1606681"/>
                    <a:pt x="2386760" y="1567110"/>
                  </a:cubicBezTo>
                  <a:cubicBezTo>
                    <a:pt x="2474812" y="1527539"/>
                    <a:pt x="2600787" y="1505484"/>
                    <a:pt x="2679178" y="1424140"/>
                  </a:cubicBezTo>
                  <a:cubicBezTo>
                    <a:pt x="2747282" y="1353560"/>
                    <a:pt x="2796812" y="1267835"/>
                    <a:pt x="2837007" y="1178109"/>
                  </a:cubicBezTo>
                  <a:cubicBezTo>
                    <a:pt x="2882822" y="1075906"/>
                    <a:pt x="2917398" y="968559"/>
                    <a:pt x="2972071" y="870928"/>
                  </a:cubicBezTo>
                  <a:cubicBezTo>
                    <a:pt x="3006266" y="809968"/>
                    <a:pt x="3036562" y="768188"/>
                    <a:pt x="3100850" y="707479"/>
                  </a:cubicBezTo>
                  <a:cubicBezTo>
                    <a:pt x="3165138" y="646770"/>
                    <a:pt x="3257501" y="511818"/>
                    <a:pt x="3357799" y="506674"/>
                  </a:cubicBezTo>
                  <a:cubicBezTo>
                    <a:pt x="3433142" y="502769"/>
                    <a:pt x="3503664" y="609634"/>
                    <a:pt x="3592340" y="621564"/>
                  </a:cubicBezTo>
                  <a:cubicBezTo>
                    <a:pt x="3681016" y="633494"/>
                    <a:pt x="3770262" y="578033"/>
                    <a:pt x="3889855" y="578253"/>
                  </a:cubicBezTo>
                  <a:cubicBezTo>
                    <a:pt x="4009448" y="578473"/>
                    <a:pt x="4188974" y="599856"/>
                    <a:pt x="4309901" y="622886"/>
                  </a:cubicBezTo>
                  <a:cubicBezTo>
                    <a:pt x="4430828" y="645916"/>
                    <a:pt x="4520105" y="704140"/>
                    <a:pt x="4615420" y="716433"/>
                  </a:cubicBezTo>
                  <a:cubicBezTo>
                    <a:pt x="4710735" y="728726"/>
                    <a:pt x="4759787" y="619471"/>
                    <a:pt x="4890269" y="648786"/>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D7B75961-941F-091C-10C2-634C7DA14107}"/>
                </a:ext>
              </a:extLst>
            </p:cNvPr>
            <p:cNvSpPr/>
            <p:nvPr userDrawn="1"/>
          </p:nvSpPr>
          <p:spPr>
            <a:xfrm rot="16133597" flipH="1">
              <a:off x="8384101" y="1640964"/>
              <a:ext cx="5402340" cy="2109512"/>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511699"/>
                <a:gd name="connsiteY0" fmla="*/ 0 h 1439517"/>
                <a:gd name="connsiteX1" fmla="*/ 177481 w 4511699"/>
                <a:gd name="connsiteY1" fmla="*/ 377080 h 1439517"/>
                <a:gd name="connsiteX2" fmla="*/ 548334 w 4511699"/>
                <a:gd name="connsiteY2" fmla="*/ 691144 h 1439517"/>
                <a:gd name="connsiteX3" fmla="*/ 1332930 w 4511699"/>
                <a:gd name="connsiteY3" fmla="*/ 933297 h 1439517"/>
                <a:gd name="connsiteX4" fmla="*/ 1714243 w 4511699"/>
                <a:gd name="connsiteY4" fmla="*/ 1246397 h 1439517"/>
                <a:gd name="connsiteX5" fmla="*/ 2089731 w 4511699"/>
                <a:gd name="connsiteY5" fmla="*/ 1438090 h 1439517"/>
                <a:gd name="connsiteX6" fmla="*/ 2360323 w 4511699"/>
                <a:gd name="connsiteY6" fmla="*/ 1301452 h 1439517"/>
                <a:gd name="connsiteX7" fmla="*/ 2511104 w 4511699"/>
                <a:gd name="connsiteY7" fmla="*/ 1064470 h 1439517"/>
                <a:gd name="connsiteX8" fmla="*/ 2719984 w 4511699"/>
                <a:gd name="connsiteY8" fmla="*/ 882159 h 1439517"/>
                <a:gd name="connsiteX9" fmla="*/ 2924965 w 4511699"/>
                <a:gd name="connsiteY9" fmla="*/ 521068 h 1439517"/>
                <a:gd name="connsiteX10" fmla="*/ 3271866 w 4511699"/>
                <a:gd name="connsiteY10" fmla="*/ 489922 h 1439517"/>
                <a:gd name="connsiteX11" fmla="*/ 3496104 w 4511699"/>
                <a:gd name="connsiteY11" fmla="*/ 694995 h 1439517"/>
                <a:gd name="connsiteX12" fmla="*/ 4136076 w 4511699"/>
                <a:gd name="connsiteY12" fmla="*/ 605386 h 1439517"/>
                <a:gd name="connsiteX13" fmla="*/ 4511699 w 4511699"/>
                <a:gd name="connsiteY13" fmla="*/ 705171 h 1439517"/>
                <a:gd name="connsiteX0" fmla="*/ 0 w 4653702"/>
                <a:gd name="connsiteY0" fmla="*/ 0 h 1439517"/>
                <a:gd name="connsiteX1" fmla="*/ 177481 w 4653702"/>
                <a:gd name="connsiteY1" fmla="*/ 377080 h 1439517"/>
                <a:gd name="connsiteX2" fmla="*/ 548334 w 4653702"/>
                <a:gd name="connsiteY2" fmla="*/ 691144 h 1439517"/>
                <a:gd name="connsiteX3" fmla="*/ 1332930 w 4653702"/>
                <a:gd name="connsiteY3" fmla="*/ 933297 h 1439517"/>
                <a:gd name="connsiteX4" fmla="*/ 1714243 w 4653702"/>
                <a:gd name="connsiteY4" fmla="*/ 1246397 h 1439517"/>
                <a:gd name="connsiteX5" fmla="*/ 2089731 w 4653702"/>
                <a:gd name="connsiteY5" fmla="*/ 1438090 h 1439517"/>
                <a:gd name="connsiteX6" fmla="*/ 2360323 w 4653702"/>
                <a:gd name="connsiteY6" fmla="*/ 1301452 h 1439517"/>
                <a:gd name="connsiteX7" fmla="*/ 2511104 w 4653702"/>
                <a:gd name="connsiteY7" fmla="*/ 1064470 h 1439517"/>
                <a:gd name="connsiteX8" fmla="*/ 2719984 w 4653702"/>
                <a:gd name="connsiteY8" fmla="*/ 882159 h 1439517"/>
                <a:gd name="connsiteX9" fmla="*/ 2924965 w 4653702"/>
                <a:gd name="connsiteY9" fmla="*/ 521068 h 1439517"/>
                <a:gd name="connsiteX10" fmla="*/ 3271866 w 4653702"/>
                <a:gd name="connsiteY10" fmla="*/ 489922 h 1439517"/>
                <a:gd name="connsiteX11" fmla="*/ 3496104 w 4653702"/>
                <a:gd name="connsiteY11" fmla="*/ 694995 h 1439517"/>
                <a:gd name="connsiteX12" fmla="*/ 4136076 w 4653702"/>
                <a:gd name="connsiteY12" fmla="*/ 605386 h 1439517"/>
                <a:gd name="connsiteX13" fmla="*/ 4653702 w 4653702"/>
                <a:gd name="connsiteY13" fmla="*/ 726235 h 1439517"/>
                <a:gd name="connsiteX0" fmla="*/ 1 w 4824389"/>
                <a:gd name="connsiteY0" fmla="*/ 0 h 1402430"/>
                <a:gd name="connsiteX1" fmla="*/ 348168 w 4824389"/>
                <a:gd name="connsiteY1" fmla="*/ 339993 h 1402430"/>
                <a:gd name="connsiteX2" fmla="*/ 719021 w 4824389"/>
                <a:gd name="connsiteY2" fmla="*/ 654057 h 1402430"/>
                <a:gd name="connsiteX3" fmla="*/ 1503617 w 4824389"/>
                <a:gd name="connsiteY3" fmla="*/ 896210 h 1402430"/>
                <a:gd name="connsiteX4" fmla="*/ 1884930 w 4824389"/>
                <a:gd name="connsiteY4" fmla="*/ 1209310 h 1402430"/>
                <a:gd name="connsiteX5" fmla="*/ 2260418 w 4824389"/>
                <a:gd name="connsiteY5" fmla="*/ 1401003 h 1402430"/>
                <a:gd name="connsiteX6" fmla="*/ 2531010 w 4824389"/>
                <a:gd name="connsiteY6" fmla="*/ 1264365 h 1402430"/>
                <a:gd name="connsiteX7" fmla="*/ 2681791 w 4824389"/>
                <a:gd name="connsiteY7" fmla="*/ 1027383 h 1402430"/>
                <a:gd name="connsiteX8" fmla="*/ 2890671 w 4824389"/>
                <a:gd name="connsiteY8" fmla="*/ 845072 h 1402430"/>
                <a:gd name="connsiteX9" fmla="*/ 3095652 w 4824389"/>
                <a:gd name="connsiteY9" fmla="*/ 483981 h 1402430"/>
                <a:gd name="connsiteX10" fmla="*/ 3442553 w 4824389"/>
                <a:gd name="connsiteY10" fmla="*/ 452835 h 1402430"/>
                <a:gd name="connsiteX11" fmla="*/ 3666791 w 4824389"/>
                <a:gd name="connsiteY11" fmla="*/ 657908 h 1402430"/>
                <a:gd name="connsiteX12" fmla="*/ 4306763 w 4824389"/>
                <a:gd name="connsiteY12" fmla="*/ 568299 h 1402430"/>
                <a:gd name="connsiteX13" fmla="*/ 4824389 w 4824389"/>
                <a:gd name="connsiteY13" fmla="*/ 689148 h 1402430"/>
                <a:gd name="connsiteX0" fmla="*/ 0 w 6316287"/>
                <a:gd name="connsiteY0" fmla="*/ 0 h 1822722"/>
                <a:gd name="connsiteX1" fmla="*/ 348167 w 6316287"/>
                <a:gd name="connsiteY1" fmla="*/ 339993 h 1822722"/>
                <a:gd name="connsiteX2" fmla="*/ 719020 w 6316287"/>
                <a:gd name="connsiteY2" fmla="*/ 654057 h 1822722"/>
                <a:gd name="connsiteX3" fmla="*/ 1503616 w 6316287"/>
                <a:gd name="connsiteY3" fmla="*/ 896210 h 1822722"/>
                <a:gd name="connsiteX4" fmla="*/ 1884929 w 6316287"/>
                <a:gd name="connsiteY4" fmla="*/ 1209310 h 1822722"/>
                <a:gd name="connsiteX5" fmla="*/ 2260417 w 6316287"/>
                <a:gd name="connsiteY5" fmla="*/ 1401003 h 1822722"/>
                <a:gd name="connsiteX6" fmla="*/ 2531009 w 6316287"/>
                <a:gd name="connsiteY6" fmla="*/ 1264365 h 1822722"/>
                <a:gd name="connsiteX7" fmla="*/ 2681790 w 6316287"/>
                <a:gd name="connsiteY7" fmla="*/ 1027383 h 1822722"/>
                <a:gd name="connsiteX8" fmla="*/ 2890670 w 6316287"/>
                <a:gd name="connsiteY8" fmla="*/ 845072 h 1822722"/>
                <a:gd name="connsiteX9" fmla="*/ 3095651 w 6316287"/>
                <a:gd name="connsiteY9" fmla="*/ 483981 h 1822722"/>
                <a:gd name="connsiteX10" fmla="*/ 3442552 w 6316287"/>
                <a:gd name="connsiteY10" fmla="*/ 452835 h 1822722"/>
                <a:gd name="connsiteX11" fmla="*/ 3666790 w 6316287"/>
                <a:gd name="connsiteY11" fmla="*/ 657908 h 1822722"/>
                <a:gd name="connsiteX12" fmla="*/ 4306762 w 6316287"/>
                <a:gd name="connsiteY12" fmla="*/ 568299 h 1822722"/>
                <a:gd name="connsiteX13" fmla="*/ 6316287 w 6316287"/>
                <a:gd name="connsiteY13" fmla="*/ 1821477 h 1822722"/>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306762 w 6316287"/>
                <a:gd name="connsiteY12" fmla="*/ 568299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5918597 w 6316287"/>
                <a:gd name="connsiteY14" fmla="*/ 1484033 h 1821477"/>
                <a:gd name="connsiteX15" fmla="*/ 6316287 w 6316287"/>
                <a:gd name="connsiteY15" fmla="*/ 1821477 h 1821477"/>
                <a:gd name="connsiteX0" fmla="*/ 0 w 6712751"/>
                <a:gd name="connsiteY0" fmla="*/ 0 h 2140501"/>
                <a:gd name="connsiteX1" fmla="*/ 348167 w 6712751"/>
                <a:gd name="connsiteY1" fmla="*/ 339993 h 2140501"/>
                <a:gd name="connsiteX2" fmla="*/ 719020 w 6712751"/>
                <a:gd name="connsiteY2" fmla="*/ 654057 h 2140501"/>
                <a:gd name="connsiteX3" fmla="*/ 1503616 w 6712751"/>
                <a:gd name="connsiteY3" fmla="*/ 896210 h 2140501"/>
                <a:gd name="connsiteX4" fmla="*/ 1884929 w 6712751"/>
                <a:gd name="connsiteY4" fmla="*/ 1209310 h 2140501"/>
                <a:gd name="connsiteX5" fmla="*/ 2260417 w 6712751"/>
                <a:gd name="connsiteY5" fmla="*/ 1401003 h 2140501"/>
                <a:gd name="connsiteX6" fmla="*/ 2531009 w 6712751"/>
                <a:gd name="connsiteY6" fmla="*/ 1264365 h 2140501"/>
                <a:gd name="connsiteX7" fmla="*/ 2681790 w 6712751"/>
                <a:gd name="connsiteY7" fmla="*/ 1027383 h 2140501"/>
                <a:gd name="connsiteX8" fmla="*/ 2890670 w 6712751"/>
                <a:gd name="connsiteY8" fmla="*/ 845072 h 2140501"/>
                <a:gd name="connsiteX9" fmla="*/ 3099662 w 6712751"/>
                <a:gd name="connsiteY9" fmla="*/ 642910 h 2140501"/>
                <a:gd name="connsiteX10" fmla="*/ 3589813 w 6712751"/>
                <a:gd name="connsiteY10" fmla="*/ 561257 h 2140501"/>
                <a:gd name="connsiteX11" fmla="*/ 4399049 w 6712751"/>
                <a:gd name="connsiteY11" fmla="*/ 681645 h 2140501"/>
                <a:gd name="connsiteX12" fmla="*/ 4685825 w 6712751"/>
                <a:gd name="connsiteY12" fmla="*/ 555782 h 2140501"/>
                <a:gd name="connsiteX13" fmla="*/ 5471577 w 6712751"/>
                <a:gd name="connsiteY13" fmla="*/ 951469 h 2140501"/>
                <a:gd name="connsiteX14" fmla="*/ 5918597 w 6712751"/>
                <a:gd name="connsiteY14" fmla="*/ 1484033 h 2140501"/>
                <a:gd name="connsiteX15" fmla="*/ 6712750 w 6712751"/>
                <a:gd name="connsiteY15" fmla="*/ 2140501 h 2140501"/>
                <a:gd name="connsiteX0" fmla="*/ 0 w 6712750"/>
                <a:gd name="connsiteY0" fmla="*/ 0 h 2140501"/>
                <a:gd name="connsiteX1" fmla="*/ 348167 w 6712750"/>
                <a:gd name="connsiteY1" fmla="*/ 339993 h 2140501"/>
                <a:gd name="connsiteX2" fmla="*/ 719020 w 6712750"/>
                <a:gd name="connsiteY2" fmla="*/ 654057 h 2140501"/>
                <a:gd name="connsiteX3" fmla="*/ 1503616 w 6712750"/>
                <a:gd name="connsiteY3" fmla="*/ 896210 h 2140501"/>
                <a:gd name="connsiteX4" fmla="*/ 1884929 w 6712750"/>
                <a:gd name="connsiteY4" fmla="*/ 1209310 h 2140501"/>
                <a:gd name="connsiteX5" fmla="*/ 2260417 w 6712750"/>
                <a:gd name="connsiteY5" fmla="*/ 1401003 h 2140501"/>
                <a:gd name="connsiteX6" fmla="*/ 2531009 w 6712750"/>
                <a:gd name="connsiteY6" fmla="*/ 1264365 h 2140501"/>
                <a:gd name="connsiteX7" fmla="*/ 2681790 w 6712750"/>
                <a:gd name="connsiteY7" fmla="*/ 1027383 h 2140501"/>
                <a:gd name="connsiteX8" fmla="*/ 2890670 w 6712750"/>
                <a:gd name="connsiteY8" fmla="*/ 845072 h 2140501"/>
                <a:gd name="connsiteX9" fmla="*/ 3099662 w 6712750"/>
                <a:gd name="connsiteY9" fmla="*/ 642910 h 2140501"/>
                <a:gd name="connsiteX10" fmla="*/ 3589813 w 6712750"/>
                <a:gd name="connsiteY10" fmla="*/ 561257 h 2140501"/>
                <a:gd name="connsiteX11" fmla="*/ 4399049 w 6712750"/>
                <a:gd name="connsiteY11" fmla="*/ 681645 h 2140501"/>
                <a:gd name="connsiteX12" fmla="*/ 4685825 w 6712750"/>
                <a:gd name="connsiteY12" fmla="*/ 555782 h 2140501"/>
                <a:gd name="connsiteX13" fmla="*/ 5471577 w 6712750"/>
                <a:gd name="connsiteY13" fmla="*/ 951469 h 2140501"/>
                <a:gd name="connsiteX14" fmla="*/ 5918597 w 6712750"/>
                <a:gd name="connsiteY14" fmla="*/ 1484033 h 2140501"/>
                <a:gd name="connsiteX15" fmla="*/ 6117286 w 6712750"/>
                <a:gd name="connsiteY15" fmla="*/ 1840544 h 2140501"/>
                <a:gd name="connsiteX16" fmla="*/ 6712750 w 6712750"/>
                <a:gd name="connsiteY16" fmla="*/ 2140501 h 2140501"/>
                <a:gd name="connsiteX0" fmla="*/ 0 w 6712750"/>
                <a:gd name="connsiteY0" fmla="*/ 0 h 2140501"/>
                <a:gd name="connsiteX1" fmla="*/ 171239 w 6712750"/>
                <a:gd name="connsiteY1" fmla="*/ 68512 h 2140501"/>
                <a:gd name="connsiteX2" fmla="*/ 348167 w 6712750"/>
                <a:gd name="connsiteY2" fmla="*/ 339993 h 2140501"/>
                <a:gd name="connsiteX3" fmla="*/ 719020 w 6712750"/>
                <a:gd name="connsiteY3" fmla="*/ 654057 h 2140501"/>
                <a:gd name="connsiteX4" fmla="*/ 1503616 w 6712750"/>
                <a:gd name="connsiteY4" fmla="*/ 896210 h 2140501"/>
                <a:gd name="connsiteX5" fmla="*/ 1884929 w 6712750"/>
                <a:gd name="connsiteY5" fmla="*/ 1209310 h 2140501"/>
                <a:gd name="connsiteX6" fmla="*/ 2260417 w 6712750"/>
                <a:gd name="connsiteY6" fmla="*/ 1401003 h 2140501"/>
                <a:gd name="connsiteX7" fmla="*/ 2531009 w 6712750"/>
                <a:gd name="connsiteY7" fmla="*/ 1264365 h 2140501"/>
                <a:gd name="connsiteX8" fmla="*/ 2681790 w 6712750"/>
                <a:gd name="connsiteY8" fmla="*/ 1027383 h 2140501"/>
                <a:gd name="connsiteX9" fmla="*/ 2890670 w 6712750"/>
                <a:gd name="connsiteY9" fmla="*/ 845072 h 2140501"/>
                <a:gd name="connsiteX10" fmla="*/ 3099662 w 6712750"/>
                <a:gd name="connsiteY10" fmla="*/ 642910 h 2140501"/>
                <a:gd name="connsiteX11" fmla="*/ 3589813 w 6712750"/>
                <a:gd name="connsiteY11" fmla="*/ 561257 h 2140501"/>
                <a:gd name="connsiteX12" fmla="*/ 4399049 w 6712750"/>
                <a:gd name="connsiteY12" fmla="*/ 681645 h 2140501"/>
                <a:gd name="connsiteX13" fmla="*/ 4685825 w 6712750"/>
                <a:gd name="connsiteY13" fmla="*/ 555782 h 2140501"/>
                <a:gd name="connsiteX14" fmla="*/ 5471577 w 6712750"/>
                <a:gd name="connsiteY14" fmla="*/ 951469 h 2140501"/>
                <a:gd name="connsiteX15" fmla="*/ 5918597 w 6712750"/>
                <a:gd name="connsiteY15" fmla="*/ 1484033 h 2140501"/>
                <a:gd name="connsiteX16" fmla="*/ 6117286 w 6712750"/>
                <a:gd name="connsiteY16" fmla="*/ 1840544 h 2140501"/>
                <a:gd name="connsiteX17" fmla="*/ 6712750 w 6712750"/>
                <a:gd name="connsiteY17" fmla="*/ 2140501 h 2140501"/>
                <a:gd name="connsiteX0" fmla="*/ 0 w 6664543"/>
                <a:gd name="connsiteY0" fmla="*/ 0 h 2143677"/>
                <a:gd name="connsiteX1" fmla="*/ 123032 w 6664543"/>
                <a:gd name="connsiteY1" fmla="*/ 71688 h 2143677"/>
                <a:gd name="connsiteX2" fmla="*/ 299960 w 6664543"/>
                <a:gd name="connsiteY2" fmla="*/ 343169 h 2143677"/>
                <a:gd name="connsiteX3" fmla="*/ 670813 w 6664543"/>
                <a:gd name="connsiteY3" fmla="*/ 657233 h 2143677"/>
                <a:gd name="connsiteX4" fmla="*/ 1455409 w 6664543"/>
                <a:gd name="connsiteY4" fmla="*/ 899386 h 2143677"/>
                <a:gd name="connsiteX5" fmla="*/ 1836722 w 6664543"/>
                <a:gd name="connsiteY5" fmla="*/ 1212486 h 2143677"/>
                <a:gd name="connsiteX6" fmla="*/ 2212210 w 6664543"/>
                <a:gd name="connsiteY6" fmla="*/ 1404179 h 2143677"/>
                <a:gd name="connsiteX7" fmla="*/ 2482802 w 6664543"/>
                <a:gd name="connsiteY7" fmla="*/ 1267541 h 2143677"/>
                <a:gd name="connsiteX8" fmla="*/ 2633583 w 6664543"/>
                <a:gd name="connsiteY8" fmla="*/ 1030559 h 2143677"/>
                <a:gd name="connsiteX9" fmla="*/ 2842463 w 6664543"/>
                <a:gd name="connsiteY9" fmla="*/ 848248 h 2143677"/>
                <a:gd name="connsiteX10" fmla="*/ 3051455 w 6664543"/>
                <a:gd name="connsiteY10" fmla="*/ 646086 h 2143677"/>
                <a:gd name="connsiteX11" fmla="*/ 3541606 w 6664543"/>
                <a:gd name="connsiteY11" fmla="*/ 564433 h 2143677"/>
                <a:gd name="connsiteX12" fmla="*/ 4350842 w 6664543"/>
                <a:gd name="connsiteY12" fmla="*/ 684821 h 2143677"/>
                <a:gd name="connsiteX13" fmla="*/ 4637618 w 6664543"/>
                <a:gd name="connsiteY13" fmla="*/ 558958 h 2143677"/>
                <a:gd name="connsiteX14" fmla="*/ 5423370 w 6664543"/>
                <a:gd name="connsiteY14" fmla="*/ 954645 h 2143677"/>
                <a:gd name="connsiteX15" fmla="*/ 5870390 w 6664543"/>
                <a:gd name="connsiteY15" fmla="*/ 1487209 h 2143677"/>
                <a:gd name="connsiteX16" fmla="*/ 6069079 w 6664543"/>
                <a:gd name="connsiteY16" fmla="*/ 1843720 h 2143677"/>
                <a:gd name="connsiteX17" fmla="*/ 6664543 w 6664543"/>
                <a:gd name="connsiteY17" fmla="*/ 2143677 h 2143677"/>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069079 w 7149782"/>
                <a:gd name="connsiteY16" fmla="*/ 1843720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943026 w 7149782"/>
                <a:gd name="connsiteY13" fmla="*/ 67022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482802 w 7149782"/>
                <a:gd name="connsiteY6" fmla="*/ 1267541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40689 w 7149782"/>
                <a:gd name="connsiteY5" fmla="*/ 1085516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49782" h="2136503">
                  <a:moveTo>
                    <a:pt x="0" y="0"/>
                  </a:moveTo>
                  <a:cubicBezTo>
                    <a:pt x="22899" y="21767"/>
                    <a:pt x="65004" y="15023"/>
                    <a:pt x="123032" y="71688"/>
                  </a:cubicBezTo>
                  <a:cubicBezTo>
                    <a:pt x="181060" y="128353"/>
                    <a:pt x="208663" y="245578"/>
                    <a:pt x="299960" y="343169"/>
                  </a:cubicBezTo>
                  <a:cubicBezTo>
                    <a:pt x="391257" y="440760"/>
                    <a:pt x="478238" y="564530"/>
                    <a:pt x="670813" y="657233"/>
                  </a:cubicBezTo>
                  <a:cubicBezTo>
                    <a:pt x="863388" y="749936"/>
                    <a:pt x="1243763" y="828006"/>
                    <a:pt x="1455409" y="899386"/>
                  </a:cubicBezTo>
                  <a:cubicBezTo>
                    <a:pt x="1667055" y="970766"/>
                    <a:pt x="1796222" y="1043863"/>
                    <a:pt x="1940689" y="1085516"/>
                  </a:cubicBezTo>
                  <a:cubicBezTo>
                    <a:pt x="2085156" y="1127169"/>
                    <a:pt x="2206732" y="1158465"/>
                    <a:pt x="2322214" y="1149306"/>
                  </a:cubicBezTo>
                  <a:cubicBezTo>
                    <a:pt x="2437696" y="1140147"/>
                    <a:pt x="2546875" y="1080735"/>
                    <a:pt x="2633583" y="1030559"/>
                  </a:cubicBezTo>
                  <a:cubicBezTo>
                    <a:pt x="2720291" y="980383"/>
                    <a:pt x="2772818" y="912327"/>
                    <a:pt x="2842463" y="848248"/>
                  </a:cubicBezTo>
                  <a:cubicBezTo>
                    <a:pt x="2912108" y="784169"/>
                    <a:pt x="2934931" y="693388"/>
                    <a:pt x="3051455" y="646086"/>
                  </a:cubicBezTo>
                  <a:cubicBezTo>
                    <a:pt x="3167979" y="598784"/>
                    <a:pt x="3325042" y="557977"/>
                    <a:pt x="3541606" y="564433"/>
                  </a:cubicBezTo>
                  <a:cubicBezTo>
                    <a:pt x="3758170" y="570889"/>
                    <a:pt x="4117272" y="667189"/>
                    <a:pt x="4350842" y="684821"/>
                  </a:cubicBezTo>
                  <a:cubicBezTo>
                    <a:pt x="4584412" y="702453"/>
                    <a:pt x="4634551" y="555746"/>
                    <a:pt x="4943026" y="670228"/>
                  </a:cubicBezTo>
                  <a:cubicBezTo>
                    <a:pt x="5251501" y="784710"/>
                    <a:pt x="5199849" y="800204"/>
                    <a:pt x="5423370" y="954645"/>
                  </a:cubicBezTo>
                  <a:cubicBezTo>
                    <a:pt x="5646891" y="1109086"/>
                    <a:pt x="5818922" y="1259859"/>
                    <a:pt x="5956667" y="1408745"/>
                  </a:cubicBezTo>
                  <a:cubicBezTo>
                    <a:pt x="6094412" y="1557631"/>
                    <a:pt x="6226603" y="1730024"/>
                    <a:pt x="6358962" y="1839435"/>
                  </a:cubicBezTo>
                  <a:cubicBezTo>
                    <a:pt x="6491321" y="1948846"/>
                    <a:pt x="7080665" y="2087217"/>
                    <a:pt x="7149782" y="213650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52" name="Freeform: Shape 51">
              <a:extLst>
                <a:ext uri="{FF2B5EF4-FFF2-40B4-BE49-F238E27FC236}">
                  <a16:creationId xmlns:a16="http://schemas.microsoft.com/office/drawing/2014/main" id="{A3A085E5-7901-F100-3F4B-95076561D855}"/>
                </a:ext>
              </a:extLst>
            </p:cNvPr>
            <p:cNvSpPr/>
            <p:nvPr userDrawn="1"/>
          </p:nvSpPr>
          <p:spPr>
            <a:xfrm rot="20600577" flipH="1">
              <a:off x="11117491" y="1589994"/>
              <a:ext cx="1522072" cy="2909878"/>
            </a:xfrm>
            <a:custGeom>
              <a:avLst/>
              <a:gdLst>
                <a:gd name="connsiteX0" fmla="*/ 190374 w 1383614"/>
                <a:gd name="connsiteY0" fmla="*/ 6514 h 2825426"/>
                <a:gd name="connsiteX1" fmla="*/ 25284 w 1383614"/>
                <a:gd name="connsiteY1" fmla="*/ 125592 h 2825426"/>
                <a:gd name="connsiteX2" fmla="*/ 1047 w 1383614"/>
                <a:gd name="connsiteY2" fmla="*/ 222271 h 2825426"/>
                <a:gd name="connsiteX3" fmla="*/ 0 w 1383614"/>
                <a:gd name="connsiteY3" fmla="*/ 235839 h 2825426"/>
                <a:gd name="connsiteX4" fmla="*/ 774798 w 1383614"/>
                <a:gd name="connsiteY4" fmla="*/ 2825426 h 2825426"/>
                <a:gd name="connsiteX5" fmla="*/ 785738 w 1383614"/>
                <a:gd name="connsiteY5" fmla="*/ 2808766 h 2825426"/>
                <a:gd name="connsiteX6" fmla="*/ 1111632 w 1383614"/>
                <a:gd name="connsiteY6" fmla="*/ 2240225 h 2825426"/>
                <a:gd name="connsiteX7" fmla="*/ 1162743 w 1383614"/>
                <a:gd name="connsiteY7" fmla="*/ 1942743 h 2825426"/>
                <a:gd name="connsiteX8" fmla="*/ 1144796 w 1383614"/>
                <a:gd name="connsiteY8" fmla="*/ 1708779 h 2825426"/>
                <a:gd name="connsiteX9" fmla="*/ 1383477 w 1383614"/>
                <a:gd name="connsiteY9" fmla="*/ 1434656 h 2825426"/>
                <a:gd name="connsiteX10" fmla="*/ 1220077 w 1383614"/>
                <a:gd name="connsiteY10" fmla="*/ 930471 h 2825426"/>
                <a:gd name="connsiteX11" fmla="*/ 1290018 w 1383614"/>
                <a:gd name="connsiteY11" fmla="*/ 580651 h 2825426"/>
                <a:gd name="connsiteX12" fmla="*/ 1110362 w 1383614"/>
                <a:gd name="connsiteY12" fmla="*/ 287906 h 2825426"/>
                <a:gd name="connsiteX13" fmla="*/ 819707 w 1383614"/>
                <a:gd name="connsiteY13" fmla="*/ 274579 h 2825426"/>
                <a:gd name="connsiteX14" fmla="*/ 591601 w 1383614"/>
                <a:gd name="connsiteY14" fmla="*/ 217648 h 2825426"/>
                <a:gd name="connsiteX15" fmla="*/ 260123 w 1383614"/>
                <a:gd name="connsiteY15" fmla="*/ 1910 h 2825426"/>
                <a:gd name="connsiteX16" fmla="*/ 190374 w 1383614"/>
                <a:gd name="connsiteY16" fmla="*/ 6514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16" fmla="*/ 91440 w 1383614"/>
                <a:gd name="connsiteY16" fmla="*/ 327279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0" fmla="*/ 749514 w 1358330"/>
                <a:gd name="connsiteY0" fmla="*/ 2825426 h 2825426"/>
                <a:gd name="connsiteX1" fmla="*/ 760454 w 1358330"/>
                <a:gd name="connsiteY1" fmla="*/ 2808766 h 2825426"/>
                <a:gd name="connsiteX2" fmla="*/ 1086348 w 1358330"/>
                <a:gd name="connsiteY2" fmla="*/ 2240225 h 2825426"/>
                <a:gd name="connsiteX3" fmla="*/ 1137459 w 1358330"/>
                <a:gd name="connsiteY3" fmla="*/ 1942743 h 2825426"/>
                <a:gd name="connsiteX4" fmla="*/ 1119512 w 1358330"/>
                <a:gd name="connsiteY4" fmla="*/ 1708779 h 2825426"/>
                <a:gd name="connsiteX5" fmla="*/ 1358193 w 1358330"/>
                <a:gd name="connsiteY5" fmla="*/ 1434656 h 2825426"/>
                <a:gd name="connsiteX6" fmla="*/ 1194793 w 1358330"/>
                <a:gd name="connsiteY6" fmla="*/ 930471 h 2825426"/>
                <a:gd name="connsiteX7" fmla="*/ 1264734 w 1358330"/>
                <a:gd name="connsiteY7" fmla="*/ 580651 h 2825426"/>
                <a:gd name="connsiteX8" fmla="*/ 1085078 w 1358330"/>
                <a:gd name="connsiteY8" fmla="*/ 287906 h 2825426"/>
                <a:gd name="connsiteX9" fmla="*/ 794423 w 1358330"/>
                <a:gd name="connsiteY9" fmla="*/ 274579 h 2825426"/>
                <a:gd name="connsiteX10" fmla="*/ 566317 w 1358330"/>
                <a:gd name="connsiteY10" fmla="*/ 217648 h 2825426"/>
                <a:gd name="connsiteX11" fmla="*/ 234839 w 1358330"/>
                <a:gd name="connsiteY11" fmla="*/ 1910 h 2825426"/>
                <a:gd name="connsiteX12" fmla="*/ 165090 w 1358330"/>
                <a:gd name="connsiteY12" fmla="*/ 6514 h 2825426"/>
                <a:gd name="connsiteX13" fmla="*/ 0 w 1358330"/>
                <a:gd name="connsiteY13" fmla="*/ 125592 h 2825426"/>
                <a:gd name="connsiteX0" fmla="*/ 833727 w 1442543"/>
                <a:gd name="connsiteY0" fmla="*/ 2851568 h 2851568"/>
                <a:gd name="connsiteX1" fmla="*/ 844667 w 1442543"/>
                <a:gd name="connsiteY1" fmla="*/ 2834908 h 2851568"/>
                <a:gd name="connsiteX2" fmla="*/ 1170561 w 1442543"/>
                <a:gd name="connsiteY2" fmla="*/ 2266367 h 2851568"/>
                <a:gd name="connsiteX3" fmla="*/ 1221672 w 1442543"/>
                <a:gd name="connsiteY3" fmla="*/ 1968885 h 2851568"/>
                <a:gd name="connsiteX4" fmla="*/ 1203725 w 1442543"/>
                <a:gd name="connsiteY4" fmla="*/ 1734921 h 2851568"/>
                <a:gd name="connsiteX5" fmla="*/ 1442406 w 1442543"/>
                <a:gd name="connsiteY5" fmla="*/ 1460798 h 2851568"/>
                <a:gd name="connsiteX6" fmla="*/ 1279006 w 1442543"/>
                <a:gd name="connsiteY6" fmla="*/ 956613 h 2851568"/>
                <a:gd name="connsiteX7" fmla="*/ 1348947 w 1442543"/>
                <a:gd name="connsiteY7" fmla="*/ 606793 h 2851568"/>
                <a:gd name="connsiteX8" fmla="*/ 1169291 w 1442543"/>
                <a:gd name="connsiteY8" fmla="*/ 314048 h 2851568"/>
                <a:gd name="connsiteX9" fmla="*/ 878636 w 1442543"/>
                <a:gd name="connsiteY9" fmla="*/ 300721 h 2851568"/>
                <a:gd name="connsiteX10" fmla="*/ 650530 w 1442543"/>
                <a:gd name="connsiteY10" fmla="*/ 243790 h 2851568"/>
                <a:gd name="connsiteX11" fmla="*/ 319052 w 1442543"/>
                <a:gd name="connsiteY11" fmla="*/ 28052 h 2851568"/>
                <a:gd name="connsiteX12" fmla="*/ 249303 w 1442543"/>
                <a:gd name="connsiteY12" fmla="*/ 32656 h 2851568"/>
                <a:gd name="connsiteX13" fmla="*/ 0 w 1442543"/>
                <a:gd name="connsiteY13" fmla="*/ 13107 h 2851568"/>
                <a:gd name="connsiteX0" fmla="*/ 833727 w 1451784"/>
                <a:gd name="connsiteY0" fmla="*/ 2851568 h 2851568"/>
                <a:gd name="connsiteX1" fmla="*/ 844667 w 1451784"/>
                <a:gd name="connsiteY1" fmla="*/ 2834908 h 2851568"/>
                <a:gd name="connsiteX2" fmla="*/ 1170561 w 1451784"/>
                <a:gd name="connsiteY2" fmla="*/ 2266367 h 2851568"/>
                <a:gd name="connsiteX3" fmla="*/ 1221672 w 1451784"/>
                <a:gd name="connsiteY3" fmla="*/ 1968885 h 2851568"/>
                <a:gd name="connsiteX4" fmla="*/ 1203725 w 1451784"/>
                <a:gd name="connsiteY4" fmla="*/ 1734921 h 2851568"/>
                <a:gd name="connsiteX5" fmla="*/ 1442406 w 1451784"/>
                <a:gd name="connsiteY5" fmla="*/ 1460798 h 2851568"/>
                <a:gd name="connsiteX6" fmla="*/ 1433177 w 1451784"/>
                <a:gd name="connsiteY6" fmla="*/ 1067187 h 2851568"/>
                <a:gd name="connsiteX7" fmla="*/ 1348947 w 1451784"/>
                <a:gd name="connsiteY7" fmla="*/ 606793 h 2851568"/>
                <a:gd name="connsiteX8" fmla="*/ 1169291 w 1451784"/>
                <a:gd name="connsiteY8" fmla="*/ 314048 h 2851568"/>
                <a:gd name="connsiteX9" fmla="*/ 878636 w 1451784"/>
                <a:gd name="connsiteY9" fmla="*/ 300721 h 2851568"/>
                <a:gd name="connsiteX10" fmla="*/ 650530 w 1451784"/>
                <a:gd name="connsiteY10" fmla="*/ 243790 h 2851568"/>
                <a:gd name="connsiteX11" fmla="*/ 319052 w 1451784"/>
                <a:gd name="connsiteY11" fmla="*/ 28052 h 2851568"/>
                <a:gd name="connsiteX12" fmla="*/ 249303 w 1451784"/>
                <a:gd name="connsiteY12" fmla="*/ 32656 h 2851568"/>
                <a:gd name="connsiteX13" fmla="*/ 0 w 1451784"/>
                <a:gd name="connsiteY13" fmla="*/ 13107 h 2851568"/>
                <a:gd name="connsiteX0" fmla="*/ 833727 w 1455848"/>
                <a:gd name="connsiteY0" fmla="*/ 2851568 h 2851568"/>
                <a:gd name="connsiteX1" fmla="*/ 844667 w 1455848"/>
                <a:gd name="connsiteY1" fmla="*/ 2834908 h 2851568"/>
                <a:gd name="connsiteX2" fmla="*/ 1170561 w 1455848"/>
                <a:gd name="connsiteY2" fmla="*/ 2266367 h 2851568"/>
                <a:gd name="connsiteX3" fmla="*/ 1221672 w 1455848"/>
                <a:gd name="connsiteY3" fmla="*/ 1968885 h 2851568"/>
                <a:gd name="connsiteX4" fmla="*/ 1203725 w 1455848"/>
                <a:gd name="connsiteY4" fmla="*/ 1734921 h 2851568"/>
                <a:gd name="connsiteX5" fmla="*/ 1442406 w 1455848"/>
                <a:gd name="connsiteY5" fmla="*/ 1460798 h 2851568"/>
                <a:gd name="connsiteX6" fmla="*/ 1433177 w 1455848"/>
                <a:gd name="connsiteY6" fmla="*/ 1067187 h 2851568"/>
                <a:gd name="connsiteX7" fmla="*/ 1385599 w 1455848"/>
                <a:gd name="connsiteY7" fmla="*/ 538844 h 2851568"/>
                <a:gd name="connsiteX8" fmla="*/ 1169291 w 1455848"/>
                <a:gd name="connsiteY8" fmla="*/ 314048 h 2851568"/>
                <a:gd name="connsiteX9" fmla="*/ 878636 w 1455848"/>
                <a:gd name="connsiteY9" fmla="*/ 300721 h 2851568"/>
                <a:gd name="connsiteX10" fmla="*/ 650530 w 1455848"/>
                <a:gd name="connsiteY10" fmla="*/ 243790 h 2851568"/>
                <a:gd name="connsiteX11" fmla="*/ 319052 w 1455848"/>
                <a:gd name="connsiteY11" fmla="*/ 28052 h 2851568"/>
                <a:gd name="connsiteX12" fmla="*/ 249303 w 1455848"/>
                <a:gd name="connsiteY12" fmla="*/ 32656 h 2851568"/>
                <a:gd name="connsiteX13" fmla="*/ 0 w 1455848"/>
                <a:gd name="connsiteY13" fmla="*/ 13107 h 2851568"/>
                <a:gd name="connsiteX0" fmla="*/ 924662 w 1546783"/>
                <a:gd name="connsiteY0" fmla="*/ 3036853 h 3036853"/>
                <a:gd name="connsiteX1" fmla="*/ 935602 w 1546783"/>
                <a:gd name="connsiteY1" fmla="*/ 3020193 h 3036853"/>
                <a:gd name="connsiteX2" fmla="*/ 1261496 w 1546783"/>
                <a:gd name="connsiteY2" fmla="*/ 2451652 h 3036853"/>
                <a:gd name="connsiteX3" fmla="*/ 1312607 w 1546783"/>
                <a:gd name="connsiteY3" fmla="*/ 2154170 h 3036853"/>
                <a:gd name="connsiteX4" fmla="*/ 1294660 w 1546783"/>
                <a:gd name="connsiteY4" fmla="*/ 1920206 h 3036853"/>
                <a:gd name="connsiteX5" fmla="*/ 1533341 w 1546783"/>
                <a:gd name="connsiteY5" fmla="*/ 1646083 h 3036853"/>
                <a:gd name="connsiteX6" fmla="*/ 1524112 w 1546783"/>
                <a:gd name="connsiteY6" fmla="*/ 1252472 h 3036853"/>
                <a:gd name="connsiteX7" fmla="*/ 1476534 w 1546783"/>
                <a:gd name="connsiteY7" fmla="*/ 724129 h 3036853"/>
                <a:gd name="connsiteX8" fmla="*/ 1260226 w 1546783"/>
                <a:gd name="connsiteY8" fmla="*/ 499333 h 3036853"/>
                <a:gd name="connsiteX9" fmla="*/ 969571 w 1546783"/>
                <a:gd name="connsiteY9" fmla="*/ 486006 h 3036853"/>
                <a:gd name="connsiteX10" fmla="*/ 741465 w 1546783"/>
                <a:gd name="connsiteY10" fmla="*/ 429075 h 3036853"/>
                <a:gd name="connsiteX11" fmla="*/ 409987 w 1546783"/>
                <a:gd name="connsiteY11" fmla="*/ 213337 h 3036853"/>
                <a:gd name="connsiteX12" fmla="*/ 340238 w 1546783"/>
                <a:gd name="connsiteY12" fmla="*/ 217941 h 3036853"/>
                <a:gd name="connsiteX13" fmla="*/ 0 w 1546783"/>
                <a:gd name="connsiteY13" fmla="*/ 4757 h 3036853"/>
                <a:gd name="connsiteX0" fmla="*/ 924662 w 1546783"/>
                <a:gd name="connsiteY0" fmla="*/ 3048865 h 3048865"/>
                <a:gd name="connsiteX1" fmla="*/ 935602 w 1546783"/>
                <a:gd name="connsiteY1" fmla="*/ 3032205 h 3048865"/>
                <a:gd name="connsiteX2" fmla="*/ 1261496 w 1546783"/>
                <a:gd name="connsiteY2" fmla="*/ 2463664 h 3048865"/>
                <a:gd name="connsiteX3" fmla="*/ 1312607 w 1546783"/>
                <a:gd name="connsiteY3" fmla="*/ 2166182 h 3048865"/>
                <a:gd name="connsiteX4" fmla="*/ 1294660 w 1546783"/>
                <a:gd name="connsiteY4" fmla="*/ 1932218 h 3048865"/>
                <a:gd name="connsiteX5" fmla="*/ 1533341 w 1546783"/>
                <a:gd name="connsiteY5" fmla="*/ 1658095 h 3048865"/>
                <a:gd name="connsiteX6" fmla="*/ 1524112 w 1546783"/>
                <a:gd name="connsiteY6" fmla="*/ 1264484 h 3048865"/>
                <a:gd name="connsiteX7" fmla="*/ 1476534 w 1546783"/>
                <a:gd name="connsiteY7" fmla="*/ 736141 h 3048865"/>
                <a:gd name="connsiteX8" fmla="*/ 1260226 w 1546783"/>
                <a:gd name="connsiteY8" fmla="*/ 511345 h 3048865"/>
                <a:gd name="connsiteX9" fmla="*/ 969571 w 1546783"/>
                <a:gd name="connsiteY9" fmla="*/ 498018 h 3048865"/>
                <a:gd name="connsiteX10" fmla="*/ 741465 w 1546783"/>
                <a:gd name="connsiteY10" fmla="*/ 441087 h 3048865"/>
                <a:gd name="connsiteX11" fmla="*/ 409987 w 1546783"/>
                <a:gd name="connsiteY11" fmla="*/ 225349 h 3048865"/>
                <a:gd name="connsiteX12" fmla="*/ 252349 w 1546783"/>
                <a:gd name="connsiteY12" fmla="*/ 12560 h 3048865"/>
                <a:gd name="connsiteX13" fmla="*/ 0 w 1546783"/>
                <a:gd name="connsiteY13" fmla="*/ 16769 h 3048865"/>
                <a:gd name="connsiteX0" fmla="*/ 899951 w 1522072"/>
                <a:gd name="connsiteY0" fmla="*/ 3072449 h 3072449"/>
                <a:gd name="connsiteX1" fmla="*/ 910891 w 1522072"/>
                <a:gd name="connsiteY1" fmla="*/ 3055789 h 3072449"/>
                <a:gd name="connsiteX2" fmla="*/ 1236785 w 1522072"/>
                <a:gd name="connsiteY2" fmla="*/ 2487248 h 3072449"/>
                <a:gd name="connsiteX3" fmla="*/ 1287896 w 1522072"/>
                <a:gd name="connsiteY3" fmla="*/ 2189766 h 3072449"/>
                <a:gd name="connsiteX4" fmla="*/ 1269949 w 1522072"/>
                <a:gd name="connsiteY4" fmla="*/ 1955802 h 3072449"/>
                <a:gd name="connsiteX5" fmla="*/ 1508630 w 1522072"/>
                <a:gd name="connsiteY5" fmla="*/ 1681679 h 3072449"/>
                <a:gd name="connsiteX6" fmla="*/ 1499401 w 1522072"/>
                <a:gd name="connsiteY6" fmla="*/ 1288068 h 3072449"/>
                <a:gd name="connsiteX7" fmla="*/ 1451823 w 1522072"/>
                <a:gd name="connsiteY7" fmla="*/ 759725 h 3072449"/>
                <a:gd name="connsiteX8" fmla="*/ 1235515 w 1522072"/>
                <a:gd name="connsiteY8" fmla="*/ 534929 h 3072449"/>
                <a:gd name="connsiteX9" fmla="*/ 944860 w 1522072"/>
                <a:gd name="connsiteY9" fmla="*/ 521602 h 3072449"/>
                <a:gd name="connsiteX10" fmla="*/ 716754 w 1522072"/>
                <a:gd name="connsiteY10" fmla="*/ 464671 h 3072449"/>
                <a:gd name="connsiteX11" fmla="*/ 385276 w 1522072"/>
                <a:gd name="connsiteY11" fmla="*/ 248933 h 3072449"/>
                <a:gd name="connsiteX12" fmla="*/ 227638 w 1522072"/>
                <a:gd name="connsiteY12" fmla="*/ 36144 h 3072449"/>
                <a:gd name="connsiteX13" fmla="*/ 0 w 1522072"/>
                <a:gd name="connsiteY13" fmla="*/ 12651 h 3072449"/>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27638 w 1522072"/>
                <a:gd name="connsiteY12" fmla="*/ 23493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881174 w 1522072"/>
                <a:gd name="connsiteY1" fmla="*/ 290987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333247 w 1522072"/>
                <a:gd name="connsiteY1" fmla="*/ 2440659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2072" h="2909878">
                  <a:moveTo>
                    <a:pt x="881174" y="2909878"/>
                  </a:moveTo>
                  <a:cubicBezTo>
                    <a:pt x="998773" y="2786579"/>
                    <a:pt x="1279618" y="2511282"/>
                    <a:pt x="1333247" y="2440659"/>
                  </a:cubicBezTo>
                  <a:cubicBezTo>
                    <a:pt x="1368659" y="2388027"/>
                    <a:pt x="1298446" y="2260033"/>
                    <a:pt x="1287896" y="2177115"/>
                  </a:cubicBezTo>
                  <a:cubicBezTo>
                    <a:pt x="1277346" y="2094197"/>
                    <a:pt x="1233161" y="2027832"/>
                    <a:pt x="1269949" y="1943151"/>
                  </a:cubicBezTo>
                  <a:cubicBezTo>
                    <a:pt x="1306738" y="1858470"/>
                    <a:pt x="1502474" y="1768763"/>
                    <a:pt x="1508630" y="1669028"/>
                  </a:cubicBezTo>
                  <a:cubicBezTo>
                    <a:pt x="1515065" y="1563728"/>
                    <a:pt x="1447994" y="1402123"/>
                    <a:pt x="1499401" y="1275417"/>
                  </a:cubicBezTo>
                  <a:cubicBezTo>
                    <a:pt x="1570432" y="1122449"/>
                    <a:pt x="1451867" y="877678"/>
                    <a:pt x="1451823" y="747074"/>
                  </a:cubicBezTo>
                  <a:cubicBezTo>
                    <a:pt x="1433462" y="653165"/>
                    <a:pt x="1320009" y="561965"/>
                    <a:pt x="1235515" y="522278"/>
                  </a:cubicBezTo>
                  <a:cubicBezTo>
                    <a:pt x="1151021" y="482591"/>
                    <a:pt x="1031320" y="520661"/>
                    <a:pt x="944860" y="508951"/>
                  </a:cubicBezTo>
                  <a:cubicBezTo>
                    <a:pt x="858400" y="497242"/>
                    <a:pt x="810017" y="497465"/>
                    <a:pt x="716754" y="452020"/>
                  </a:cubicBezTo>
                  <a:cubicBezTo>
                    <a:pt x="608650" y="314554"/>
                    <a:pt x="479663" y="251625"/>
                    <a:pt x="385276" y="236282"/>
                  </a:cubicBezTo>
                  <a:cubicBezTo>
                    <a:pt x="298774" y="251267"/>
                    <a:pt x="266373" y="45397"/>
                    <a:pt x="243690" y="51690"/>
                  </a:cubicBezTo>
                  <a:cubicBezTo>
                    <a:pt x="158233" y="-13065"/>
                    <a:pt x="75621" y="20328"/>
                    <a:pt x="0" y="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54" name="Freeform: Shape 53">
              <a:extLst>
                <a:ext uri="{FF2B5EF4-FFF2-40B4-BE49-F238E27FC236}">
                  <a16:creationId xmlns:a16="http://schemas.microsoft.com/office/drawing/2014/main" id="{818157A3-97A3-AD4E-AB3D-F5B9BBF1E4D4}"/>
                </a:ext>
              </a:extLst>
            </p:cNvPr>
            <p:cNvSpPr/>
            <p:nvPr userDrawn="1"/>
          </p:nvSpPr>
          <p:spPr>
            <a:xfrm rot="20600577" flipH="1">
              <a:off x="11313434" y="1939400"/>
              <a:ext cx="1244250" cy="2416155"/>
            </a:xfrm>
            <a:custGeom>
              <a:avLst/>
              <a:gdLst>
                <a:gd name="connsiteX0" fmla="*/ 83720 w 1156968"/>
                <a:gd name="connsiteY0" fmla="*/ 13223 h 2333145"/>
                <a:gd name="connsiteX1" fmla="*/ 40860 w 1156968"/>
                <a:gd name="connsiteY1" fmla="*/ 64904 h 2333145"/>
                <a:gd name="connsiteX2" fmla="*/ 9872 w 1156968"/>
                <a:gd name="connsiteY2" fmla="*/ 185286 h 2333145"/>
                <a:gd name="connsiteX3" fmla="*/ 0 w 1156968"/>
                <a:gd name="connsiteY3" fmla="*/ 258175 h 2333145"/>
                <a:gd name="connsiteX4" fmla="*/ 620826 w 1156968"/>
                <a:gd name="connsiteY4" fmla="*/ 2333145 h 2333145"/>
                <a:gd name="connsiteX5" fmla="*/ 659194 w 1156968"/>
                <a:gd name="connsiteY5" fmla="*/ 2290086 h 2333145"/>
                <a:gd name="connsiteX6" fmla="*/ 962325 w 1156968"/>
                <a:gd name="connsiteY6" fmla="*/ 2001856 h 2333145"/>
                <a:gd name="connsiteX7" fmla="*/ 999270 w 1156968"/>
                <a:gd name="connsiteY7" fmla="*/ 1684363 h 2333145"/>
                <a:gd name="connsiteX8" fmla="*/ 960874 w 1156968"/>
                <a:gd name="connsiteY8" fmla="*/ 1422659 h 2333145"/>
                <a:gd name="connsiteX9" fmla="*/ 1156968 w 1156968"/>
                <a:gd name="connsiteY9" fmla="*/ 1126567 h 2333145"/>
                <a:gd name="connsiteX10" fmla="*/ 1089803 w 1156968"/>
                <a:gd name="connsiteY10" fmla="*/ 764138 h 2333145"/>
                <a:gd name="connsiteX11" fmla="*/ 1054522 w 1156968"/>
                <a:gd name="connsiteY11" fmla="*/ 517973 h 2333145"/>
                <a:gd name="connsiteX12" fmla="*/ 878340 w 1156968"/>
                <a:gd name="connsiteY12" fmla="*/ 355369 h 2333145"/>
                <a:gd name="connsiteX13" fmla="*/ 675059 w 1156968"/>
                <a:gd name="connsiteY13" fmla="*/ 341054 h 2333145"/>
                <a:gd name="connsiteX14" fmla="*/ 481788 w 1156968"/>
                <a:gd name="connsiteY14" fmla="*/ 301602 h 2333145"/>
                <a:gd name="connsiteX15" fmla="*/ 238536 w 1156968"/>
                <a:gd name="connsiteY15" fmla="*/ 39904 h 2333145"/>
                <a:gd name="connsiteX16" fmla="*/ 83720 w 1156968"/>
                <a:gd name="connsiteY16" fmla="*/ 13223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16" fmla="*/ 91440 w 1156968"/>
                <a:gd name="connsiteY16" fmla="*/ 349615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0" fmla="*/ 610954 w 1147096"/>
                <a:gd name="connsiteY0" fmla="*/ 2333145 h 2333145"/>
                <a:gd name="connsiteX1" fmla="*/ 649322 w 1147096"/>
                <a:gd name="connsiteY1" fmla="*/ 2290086 h 2333145"/>
                <a:gd name="connsiteX2" fmla="*/ 952453 w 1147096"/>
                <a:gd name="connsiteY2" fmla="*/ 2001856 h 2333145"/>
                <a:gd name="connsiteX3" fmla="*/ 989398 w 1147096"/>
                <a:gd name="connsiteY3" fmla="*/ 1684363 h 2333145"/>
                <a:gd name="connsiteX4" fmla="*/ 951002 w 1147096"/>
                <a:gd name="connsiteY4" fmla="*/ 1422659 h 2333145"/>
                <a:gd name="connsiteX5" fmla="*/ 1147096 w 1147096"/>
                <a:gd name="connsiteY5" fmla="*/ 1126567 h 2333145"/>
                <a:gd name="connsiteX6" fmla="*/ 1079931 w 1147096"/>
                <a:gd name="connsiteY6" fmla="*/ 764138 h 2333145"/>
                <a:gd name="connsiteX7" fmla="*/ 1044650 w 1147096"/>
                <a:gd name="connsiteY7" fmla="*/ 517973 h 2333145"/>
                <a:gd name="connsiteX8" fmla="*/ 868468 w 1147096"/>
                <a:gd name="connsiteY8" fmla="*/ 355369 h 2333145"/>
                <a:gd name="connsiteX9" fmla="*/ 665187 w 1147096"/>
                <a:gd name="connsiteY9" fmla="*/ 341054 h 2333145"/>
                <a:gd name="connsiteX10" fmla="*/ 471916 w 1147096"/>
                <a:gd name="connsiteY10" fmla="*/ 301602 h 2333145"/>
                <a:gd name="connsiteX11" fmla="*/ 228664 w 1147096"/>
                <a:gd name="connsiteY11" fmla="*/ 39904 h 2333145"/>
                <a:gd name="connsiteX12" fmla="*/ 73848 w 1147096"/>
                <a:gd name="connsiteY12" fmla="*/ 13223 h 2333145"/>
                <a:gd name="connsiteX13" fmla="*/ 30988 w 1147096"/>
                <a:gd name="connsiteY13" fmla="*/ 64904 h 2333145"/>
                <a:gd name="connsiteX14" fmla="*/ 0 w 1147096"/>
                <a:gd name="connsiteY14" fmla="*/ 185286 h 2333145"/>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306758 w 1225190"/>
                <a:gd name="connsiteY11" fmla="*/ 100756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72610 w 1225190"/>
                <a:gd name="connsiteY4" fmla="*/ 1544106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44250"/>
                <a:gd name="connsiteY0" fmla="*/ 2393997 h 2393997"/>
                <a:gd name="connsiteX1" fmla="*/ 727416 w 1244250"/>
                <a:gd name="connsiteY1" fmla="*/ 2350938 h 2393997"/>
                <a:gd name="connsiteX2" fmla="*/ 1030547 w 1244250"/>
                <a:gd name="connsiteY2" fmla="*/ 2062708 h 2393997"/>
                <a:gd name="connsiteX3" fmla="*/ 1067492 w 1244250"/>
                <a:gd name="connsiteY3" fmla="*/ 1745215 h 2393997"/>
                <a:gd name="connsiteX4" fmla="*/ 1072610 w 1244250"/>
                <a:gd name="connsiteY4" fmla="*/ 1544106 h 2393997"/>
                <a:gd name="connsiteX5" fmla="*/ 1244250 w 1244250"/>
                <a:gd name="connsiteY5" fmla="*/ 1242639 h 2393997"/>
                <a:gd name="connsiteX6" fmla="*/ 1158025 w 1244250"/>
                <a:gd name="connsiteY6" fmla="*/ 824990 h 2393997"/>
                <a:gd name="connsiteX7" fmla="*/ 1122744 w 1244250"/>
                <a:gd name="connsiteY7" fmla="*/ 578825 h 2393997"/>
                <a:gd name="connsiteX8" fmla="*/ 946562 w 1244250"/>
                <a:gd name="connsiteY8" fmla="*/ 416221 h 2393997"/>
                <a:gd name="connsiteX9" fmla="*/ 725176 w 1244250"/>
                <a:gd name="connsiteY9" fmla="*/ 315939 h 2393997"/>
                <a:gd name="connsiteX10" fmla="*/ 471270 w 1244250"/>
                <a:gd name="connsiteY10" fmla="*/ 370781 h 2393997"/>
                <a:gd name="connsiteX11" fmla="*/ 291183 w 1244250"/>
                <a:gd name="connsiteY11" fmla="*/ 57185 h 2393997"/>
                <a:gd name="connsiteX12" fmla="*/ 151942 w 1244250"/>
                <a:gd name="connsiteY12" fmla="*/ 74075 h 2393997"/>
                <a:gd name="connsiteX13" fmla="*/ 109082 w 1244250"/>
                <a:gd name="connsiteY13" fmla="*/ 125756 h 2393997"/>
                <a:gd name="connsiteX14" fmla="*/ 0 w 1244250"/>
                <a:gd name="connsiteY14" fmla="*/ 10583 h 2393997"/>
                <a:gd name="connsiteX0" fmla="*/ 727416 w 1244250"/>
                <a:gd name="connsiteY0" fmla="*/ 2350938 h 2350938"/>
                <a:gd name="connsiteX1" fmla="*/ 1030547 w 1244250"/>
                <a:gd name="connsiteY1" fmla="*/ 2062708 h 2350938"/>
                <a:gd name="connsiteX2" fmla="*/ 1067492 w 1244250"/>
                <a:gd name="connsiteY2" fmla="*/ 1745215 h 2350938"/>
                <a:gd name="connsiteX3" fmla="*/ 1072610 w 1244250"/>
                <a:gd name="connsiteY3" fmla="*/ 1544106 h 2350938"/>
                <a:gd name="connsiteX4" fmla="*/ 1244250 w 1244250"/>
                <a:gd name="connsiteY4" fmla="*/ 1242639 h 2350938"/>
                <a:gd name="connsiteX5" fmla="*/ 1158025 w 1244250"/>
                <a:gd name="connsiteY5" fmla="*/ 824990 h 2350938"/>
                <a:gd name="connsiteX6" fmla="*/ 1122744 w 1244250"/>
                <a:gd name="connsiteY6" fmla="*/ 578825 h 2350938"/>
                <a:gd name="connsiteX7" fmla="*/ 946562 w 1244250"/>
                <a:gd name="connsiteY7" fmla="*/ 416221 h 2350938"/>
                <a:gd name="connsiteX8" fmla="*/ 725176 w 1244250"/>
                <a:gd name="connsiteY8" fmla="*/ 315939 h 2350938"/>
                <a:gd name="connsiteX9" fmla="*/ 471270 w 1244250"/>
                <a:gd name="connsiteY9" fmla="*/ 370781 h 2350938"/>
                <a:gd name="connsiteX10" fmla="*/ 291183 w 1244250"/>
                <a:gd name="connsiteY10" fmla="*/ 57185 h 2350938"/>
                <a:gd name="connsiteX11" fmla="*/ 151942 w 1244250"/>
                <a:gd name="connsiteY11" fmla="*/ 74075 h 2350938"/>
                <a:gd name="connsiteX12" fmla="*/ 109082 w 1244250"/>
                <a:gd name="connsiteY12" fmla="*/ 125756 h 2350938"/>
                <a:gd name="connsiteX13" fmla="*/ 0 w 1244250"/>
                <a:gd name="connsiteY13" fmla="*/ 10583 h 2350938"/>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2744 w 1244250"/>
                <a:gd name="connsiteY6" fmla="*/ 578825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31166 w 1244250"/>
                <a:gd name="connsiteY6" fmla="*/ 530614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4250" h="2416155">
                  <a:moveTo>
                    <a:pt x="721545" y="2416155"/>
                  </a:moveTo>
                  <a:cubicBezTo>
                    <a:pt x="827155" y="2310879"/>
                    <a:pt x="972889" y="2174531"/>
                    <a:pt x="1030547" y="2062708"/>
                  </a:cubicBezTo>
                  <a:cubicBezTo>
                    <a:pt x="1088205" y="1950885"/>
                    <a:pt x="1060481" y="1831649"/>
                    <a:pt x="1067492" y="1745215"/>
                  </a:cubicBezTo>
                  <a:cubicBezTo>
                    <a:pt x="1074503" y="1658781"/>
                    <a:pt x="1070092" y="1618016"/>
                    <a:pt x="1072610" y="1544106"/>
                  </a:cubicBezTo>
                  <a:cubicBezTo>
                    <a:pt x="1076877" y="1418260"/>
                    <a:pt x="1244600" y="1368556"/>
                    <a:pt x="1244250" y="1242639"/>
                  </a:cubicBezTo>
                  <a:cubicBezTo>
                    <a:pt x="1244040" y="1146969"/>
                    <a:pt x="1162222" y="920517"/>
                    <a:pt x="1158025" y="824990"/>
                  </a:cubicBezTo>
                  <a:cubicBezTo>
                    <a:pt x="1155298" y="762781"/>
                    <a:pt x="1208088" y="619272"/>
                    <a:pt x="1131166" y="530614"/>
                  </a:cubicBezTo>
                  <a:cubicBezTo>
                    <a:pt x="1054244" y="441956"/>
                    <a:pt x="1014227" y="452000"/>
                    <a:pt x="946562" y="416221"/>
                  </a:cubicBezTo>
                  <a:cubicBezTo>
                    <a:pt x="878897" y="380442"/>
                    <a:pt x="804391" y="323512"/>
                    <a:pt x="725176" y="315939"/>
                  </a:cubicBezTo>
                  <a:cubicBezTo>
                    <a:pt x="645961" y="308366"/>
                    <a:pt x="544023" y="420972"/>
                    <a:pt x="471270" y="370781"/>
                  </a:cubicBezTo>
                  <a:cubicBezTo>
                    <a:pt x="398516" y="320589"/>
                    <a:pt x="364672" y="96634"/>
                    <a:pt x="291183" y="57185"/>
                  </a:cubicBezTo>
                  <a:cubicBezTo>
                    <a:pt x="236068" y="27597"/>
                    <a:pt x="197751" y="43722"/>
                    <a:pt x="151942" y="74075"/>
                  </a:cubicBezTo>
                  <a:cubicBezTo>
                    <a:pt x="136673" y="84193"/>
                    <a:pt x="134406" y="136338"/>
                    <a:pt x="109082" y="125756"/>
                  </a:cubicBezTo>
                  <a:cubicBezTo>
                    <a:pt x="83758" y="115174"/>
                    <a:pt x="8132" y="-41525"/>
                    <a:pt x="0" y="10583"/>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3" name="Freeform: Shape 22">
              <a:extLst>
                <a:ext uri="{FF2B5EF4-FFF2-40B4-BE49-F238E27FC236}">
                  <a16:creationId xmlns:a16="http://schemas.microsoft.com/office/drawing/2014/main" id="{6675CDB7-5117-4AEB-69C4-159ED9D768C1}"/>
                </a:ext>
              </a:extLst>
            </p:cNvPr>
            <p:cNvSpPr/>
            <p:nvPr userDrawn="1"/>
          </p:nvSpPr>
          <p:spPr>
            <a:xfrm rot="20600577" flipH="1">
              <a:off x="11479400" y="2098810"/>
              <a:ext cx="998923" cy="2093216"/>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109241 w 2058039"/>
                <a:gd name="connsiteY2" fmla="*/ 1467230 h 2057019"/>
                <a:gd name="connsiteX3" fmla="*/ 124968 w 2058039"/>
                <a:gd name="connsiteY3" fmla="*/ 1230947 h 2057019"/>
                <a:gd name="connsiteX4" fmla="*/ 203387 w 2058039"/>
                <a:gd name="connsiteY4" fmla="*/ 923660 h 2057019"/>
                <a:gd name="connsiteX5" fmla="*/ 404945 w 2058039"/>
                <a:gd name="connsiteY5" fmla="*/ 642803 h 2057019"/>
                <a:gd name="connsiteX6" fmla="*/ 774468 w 2058039"/>
                <a:gd name="connsiteY6" fmla="*/ 330546 h 2057019"/>
                <a:gd name="connsiteX7" fmla="*/ 1197696 w 2058039"/>
                <a:gd name="connsiteY7" fmla="*/ 71147 h 2057019"/>
                <a:gd name="connsiteX8" fmla="*/ 1448466 w 2058039"/>
                <a:gd name="connsiteY8" fmla="*/ 1722 h 2057019"/>
                <a:gd name="connsiteX9" fmla="*/ 1723950 w 2058039"/>
                <a:gd name="connsiteY9" fmla="*/ 44719 h 2057019"/>
                <a:gd name="connsiteX10" fmla="*/ 1952360 w 2058039"/>
                <a:gd name="connsiteY10" fmla="*/ 241319 h 2057019"/>
                <a:gd name="connsiteX11" fmla="*/ 1976966 w 2058039"/>
                <a:gd name="connsiteY11" fmla="*/ 599885 h 2057019"/>
                <a:gd name="connsiteX12" fmla="*/ 2037412 w 2058039"/>
                <a:gd name="connsiteY12" fmla="*/ 925395 h 2057019"/>
                <a:gd name="connsiteX13" fmla="*/ 2053139 w 2058039"/>
                <a:gd name="connsiteY13" fmla="*/ 1222821 h 2057019"/>
                <a:gd name="connsiteX14" fmla="*/ 1952360 w 2058039"/>
                <a:gd name="connsiteY14" fmla="*/ 1540047 h 2057019"/>
                <a:gd name="connsiteX15" fmla="*/ 1436465 w 2058039"/>
                <a:gd name="connsiteY15" fmla="*/ 2057019 h 2057019"/>
                <a:gd name="connsiteX0" fmla="*/ 0 w 2058039"/>
                <a:gd name="connsiteY0" fmla="*/ 1940306 h 2057019"/>
                <a:gd name="connsiteX1" fmla="*/ 109241 w 2058039"/>
                <a:gd name="connsiteY1" fmla="*/ 1467230 h 2057019"/>
                <a:gd name="connsiteX2" fmla="*/ 124968 w 2058039"/>
                <a:gd name="connsiteY2" fmla="*/ 1230947 h 2057019"/>
                <a:gd name="connsiteX3" fmla="*/ 203387 w 2058039"/>
                <a:gd name="connsiteY3" fmla="*/ 923660 h 2057019"/>
                <a:gd name="connsiteX4" fmla="*/ 404945 w 2058039"/>
                <a:gd name="connsiteY4" fmla="*/ 642803 h 2057019"/>
                <a:gd name="connsiteX5" fmla="*/ 774468 w 2058039"/>
                <a:gd name="connsiteY5" fmla="*/ 330546 h 2057019"/>
                <a:gd name="connsiteX6" fmla="*/ 1197696 w 2058039"/>
                <a:gd name="connsiteY6" fmla="*/ 71147 h 2057019"/>
                <a:gd name="connsiteX7" fmla="*/ 1448466 w 2058039"/>
                <a:gd name="connsiteY7" fmla="*/ 1722 h 2057019"/>
                <a:gd name="connsiteX8" fmla="*/ 1723950 w 2058039"/>
                <a:gd name="connsiteY8" fmla="*/ 44719 h 2057019"/>
                <a:gd name="connsiteX9" fmla="*/ 1952360 w 2058039"/>
                <a:gd name="connsiteY9" fmla="*/ 241319 h 2057019"/>
                <a:gd name="connsiteX10" fmla="*/ 1976966 w 2058039"/>
                <a:gd name="connsiteY10" fmla="*/ 599885 h 2057019"/>
                <a:gd name="connsiteX11" fmla="*/ 2037412 w 2058039"/>
                <a:gd name="connsiteY11" fmla="*/ 925395 h 2057019"/>
                <a:gd name="connsiteX12" fmla="*/ 2053139 w 2058039"/>
                <a:gd name="connsiteY12" fmla="*/ 1222821 h 2057019"/>
                <a:gd name="connsiteX13" fmla="*/ 1952360 w 2058039"/>
                <a:gd name="connsiteY13" fmla="*/ 1540047 h 2057019"/>
                <a:gd name="connsiteX14" fmla="*/ 1436465 w 2058039"/>
                <a:gd name="connsiteY14" fmla="*/ 2057019 h 2057019"/>
                <a:gd name="connsiteX0" fmla="*/ 0 w 2058039"/>
                <a:gd name="connsiteY0" fmla="*/ 1940306 h 2057019"/>
                <a:gd name="connsiteX1" fmla="*/ 124968 w 2058039"/>
                <a:gd name="connsiteY1" fmla="*/ 1230947 h 2057019"/>
                <a:gd name="connsiteX2" fmla="*/ 203387 w 2058039"/>
                <a:gd name="connsiteY2" fmla="*/ 923660 h 2057019"/>
                <a:gd name="connsiteX3" fmla="*/ 404945 w 2058039"/>
                <a:gd name="connsiteY3" fmla="*/ 642803 h 2057019"/>
                <a:gd name="connsiteX4" fmla="*/ 774468 w 2058039"/>
                <a:gd name="connsiteY4" fmla="*/ 330546 h 2057019"/>
                <a:gd name="connsiteX5" fmla="*/ 1197696 w 2058039"/>
                <a:gd name="connsiteY5" fmla="*/ 71147 h 2057019"/>
                <a:gd name="connsiteX6" fmla="*/ 1448466 w 2058039"/>
                <a:gd name="connsiteY6" fmla="*/ 1722 h 2057019"/>
                <a:gd name="connsiteX7" fmla="*/ 1723950 w 2058039"/>
                <a:gd name="connsiteY7" fmla="*/ 44719 h 2057019"/>
                <a:gd name="connsiteX8" fmla="*/ 1952360 w 2058039"/>
                <a:gd name="connsiteY8" fmla="*/ 241319 h 2057019"/>
                <a:gd name="connsiteX9" fmla="*/ 1976966 w 2058039"/>
                <a:gd name="connsiteY9" fmla="*/ 599885 h 2057019"/>
                <a:gd name="connsiteX10" fmla="*/ 2037412 w 2058039"/>
                <a:gd name="connsiteY10" fmla="*/ 925395 h 2057019"/>
                <a:gd name="connsiteX11" fmla="*/ 2053139 w 2058039"/>
                <a:gd name="connsiteY11" fmla="*/ 1222821 h 2057019"/>
                <a:gd name="connsiteX12" fmla="*/ 1952360 w 2058039"/>
                <a:gd name="connsiteY12" fmla="*/ 1540047 h 2057019"/>
                <a:gd name="connsiteX13" fmla="*/ 1436465 w 2058039"/>
                <a:gd name="connsiteY13" fmla="*/ 2057019 h 2057019"/>
                <a:gd name="connsiteX0" fmla="*/ 1 w 1933072"/>
                <a:gd name="connsiteY0" fmla="*/ 1230947 h 2057019"/>
                <a:gd name="connsiteX1" fmla="*/ 78420 w 1933072"/>
                <a:gd name="connsiteY1" fmla="*/ 923660 h 2057019"/>
                <a:gd name="connsiteX2" fmla="*/ 279978 w 1933072"/>
                <a:gd name="connsiteY2" fmla="*/ 642803 h 2057019"/>
                <a:gd name="connsiteX3" fmla="*/ 649501 w 1933072"/>
                <a:gd name="connsiteY3" fmla="*/ 330546 h 2057019"/>
                <a:gd name="connsiteX4" fmla="*/ 1072729 w 1933072"/>
                <a:gd name="connsiteY4" fmla="*/ 71147 h 2057019"/>
                <a:gd name="connsiteX5" fmla="*/ 1323499 w 1933072"/>
                <a:gd name="connsiteY5" fmla="*/ 1722 h 2057019"/>
                <a:gd name="connsiteX6" fmla="*/ 1598983 w 1933072"/>
                <a:gd name="connsiteY6" fmla="*/ 44719 h 2057019"/>
                <a:gd name="connsiteX7" fmla="*/ 1827393 w 1933072"/>
                <a:gd name="connsiteY7" fmla="*/ 241319 h 2057019"/>
                <a:gd name="connsiteX8" fmla="*/ 1851999 w 1933072"/>
                <a:gd name="connsiteY8" fmla="*/ 599885 h 2057019"/>
                <a:gd name="connsiteX9" fmla="*/ 1912445 w 1933072"/>
                <a:gd name="connsiteY9" fmla="*/ 925395 h 2057019"/>
                <a:gd name="connsiteX10" fmla="*/ 1928172 w 1933072"/>
                <a:gd name="connsiteY10" fmla="*/ 1222821 h 2057019"/>
                <a:gd name="connsiteX11" fmla="*/ 1827393 w 1933072"/>
                <a:gd name="connsiteY11" fmla="*/ 1540047 h 2057019"/>
                <a:gd name="connsiteX12" fmla="*/ 1311498 w 1933072"/>
                <a:gd name="connsiteY12" fmla="*/ 2057019 h 2057019"/>
                <a:gd name="connsiteX0" fmla="*/ 1 w 1854653"/>
                <a:gd name="connsiteY0" fmla="*/ 923660 h 2057019"/>
                <a:gd name="connsiteX1" fmla="*/ 201559 w 1854653"/>
                <a:gd name="connsiteY1" fmla="*/ 642803 h 2057019"/>
                <a:gd name="connsiteX2" fmla="*/ 571082 w 1854653"/>
                <a:gd name="connsiteY2" fmla="*/ 330546 h 2057019"/>
                <a:gd name="connsiteX3" fmla="*/ 994310 w 1854653"/>
                <a:gd name="connsiteY3" fmla="*/ 71147 h 2057019"/>
                <a:gd name="connsiteX4" fmla="*/ 1245080 w 1854653"/>
                <a:gd name="connsiteY4" fmla="*/ 1722 h 2057019"/>
                <a:gd name="connsiteX5" fmla="*/ 1520564 w 1854653"/>
                <a:gd name="connsiteY5" fmla="*/ 44719 h 2057019"/>
                <a:gd name="connsiteX6" fmla="*/ 1748974 w 1854653"/>
                <a:gd name="connsiteY6" fmla="*/ 241319 h 2057019"/>
                <a:gd name="connsiteX7" fmla="*/ 1773580 w 1854653"/>
                <a:gd name="connsiteY7" fmla="*/ 599885 h 2057019"/>
                <a:gd name="connsiteX8" fmla="*/ 1834026 w 1854653"/>
                <a:gd name="connsiteY8" fmla="*/ 925395 h 2057019"/>
                <a:gd name="connsiteX9" fmla="*/ 1849753 w 1854653"/>
                <a:gd name="connsiteY9" fmla="*/ 1222821 h 2057019"/>
                <a:gd name="connsiteX10" fmla="*/ 1748974 w 1854653"/>
                <a:gd name="connsiteY10" fmla="*/ 1540047 h 2057019"/>
                <a:gd name="connsiteX11" fmla="*/ 1233079 w 1854653"/>
                <a:gd name="connsiteY11" fmla="*/ 2057019 h 2057019"/>
                <a:gd name="connsiteX0" fmla="*/ -1 w 1653093"/>
                <a:gd name="connsiteY0" fmla="*/ 642803 h 2057019"/>
                <a:gd name="connsiteX1" fmla="*/ 369522 w 1653093"/>
                <a:gd name="connsiteY1" fmla="*/ 330546 h 2057019"/>
                <a:gd name="connsiteX2" fmla="*/ 792750 w 1653093"/>
                <a:gd name="connsiteY2" fmla="*/ 71147 h 2057019"/>
                <a:gd name="connsiteX3" fmla="*/ 1043520 w 1653093"/>
                <a:gd name="connsiteY3" fmla="*/ 1722 h 2057019"/>
                <a:gd name="connsiteX4" fmla="*/ 1319004 w 1653093"/>
                <a:gd name="connsiteY4" fmla="*/ 44719 h 2057019"/>
                <a:gd name="connsiteX5" fmla="*/ 1547414 w 1653093"/>
                <a:gd name="connsiteY5" fmla="*/ 241319 h 2057019"/>
                <a:gd name="connsiteX6" fmla="*/ 1572020 w 1653093"/>
                <a:gd name="connsiteY6" fmla="*/ 599885 h 2057019"/>
                <a:gd name="connsiteX7" fmla="*/ 1632466 w 1653093"/>
                <a:gd name="connsiteY7" fmla="*/ 925395 h 2057019"/>
                <a:gd name="connsiteX8" fmla="*/ 1648193 w 1653093"/>
                <a:gd name="connsiteY8" fmla="*/ 1222821 h 2057019"/>
                <a:gd name="connsiteX9" fmla="*/ 1547414 w 1653093"/>
                <a:gd name="connsiteY9" fmla="*/ 1540047 h 2057019"/>
                <a:gd name="connsiteX10" fmla="*/ 1031519 w 1653093"/>
                <a:gd name="connsiteY10" fmla="*/ 2057019 h 2057019"/>
                <a:gd name="connsiteX0" fmla="*/ 0 w 1653094"/>
                <a:gd name="connsiteY0" fmla="*/ 888999 h 2303215"/>
                <a:gd name="connsiteX1" fmla="*/ 471510 w 1653094"/>
                <a:gd name="connsiteY1" fmla="*/ 16186 h 2303215"/>
                <a:gd name="connsiteX2" fmla="*/ 792751 w 1653094"/>
                <a:gd name="connsiteY2" fmla="*/ 317343 h 2303215"/>
                <a:gd name="connsiteX3" fmla="*/ 1043521 w 1653094"/>
                <a:gd name="connsiteY3" fmla="*/ 247918 h 2303215"/>
                <a:gd name="connsiteX4" fmla="*/ 1319005 w 1653094"/>
                <a:gd name="connsiteY4" fmla="*/ 290915 h 2303215"/>
                <a:gd name="connsiteX5" fmla="*/ 1547415 w 1653094"/>
                <a:gd name="connsiteY5" fmla="*/ 487515 h 2303215"/>
                <a:gd name="connsiteX6" fmla="*/ 1572021 w 1653094"/>
                <a:gd name="connsiteY6" fmla="*/ 846081 h 2303215"/>
                <a:gd name="connsiteX7" fmla="*/ 1632467 w 1653094"/>
                <a:gd name="connsiteY7" fmla="*/ 1171591 h 2303215"/>
                <a:gd name="connsiteX8" fmla="*/ 1648194 w 1653094"/>
                <a:gd name="connsiteY8" fmla="*/ 1469017 h 2303215"/>
                <a:gd name="connsiteX9" fmla="*/ 1547415 w 1653094"/>
                <a:gd name="connsiteY9" fmla="*/ 1786243 h 2303215"/>
                <a:gd name="connsiteX10" fmla="*/ 1031520 w 1653094"/>
                <a:gd name="connsiteY10" fmla="*/ 2303215 h 2303215"/>
                <a:gd name="connsiteX0" fmla="*/ 0 w 1344195"/>
                <a:gd name="connsiteY0" fmla="*/ 110459 h 2303208"/>
                <a:gd name="connsiteX1" fmla="*/ 162611 w 1344195"/>
                <a:gd name="connsiteY1" fmla="*/ 16179 h 2303208"/>
                <a:gd name="connsiteX2" fmla="*/ 483852 w 1344195"/>
                <a:gd name="connsiteY2" fmla="*/ 317336 h 2303208"/>
                <a:gd name="connsiteX3" fmla="*/ 734622 w 1344195"/>
                <a:gd name="connsiteY3" fmla="*/ 247911 h 2303208"/>
                <a:gd name="connsiteX4" fmla="*/ 1010106 w 1344195"/>
                <a:gd name="connsiteY4" fmla="*/ 290908 h 2303208"/>
                <a:gd name="connsiteX5" fmla="*/ 1238516 w 1344195"/>
                <a:gd name="connsiteY5" fmla="*/ 487508 h 2303208"/>
                <a:gd name="connsiteX6" fmla="*/ 1263122 w 1344195"/>
                <a:gd name="connsiteY6" fmla="*/ 846074 h 2303208"/>
                <a:gd name="connsiteX7" fmla="*/ 1323568 w 1344195"/>
                <a:gd name="connsiteY7" fmla="*/ 1171584 h 2303208"/>
                <a:gd name="connsiteX8" fmla="*/ 1339295 w 1344195"/>
                <a:gd name="connsiteY8" fmla="*/ 1469010 h 2303208"/>
                <a:gd name="connsiteX9" fmla="*/ 1238516 w 1344195"/>
                <a:gd name="connsiteY9" fmla="*/ 1786236 h 2303208"/>
                <a:gd name="connsiteX10" fmla="*/ 722621 w 1344195"/>
                <a:gd name="connsiteY10" fmla="*/ 2303208 h 2303208"/>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888348 w 1344195"/>
                <a:gd name="connsiteY10"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23642"/>
                <a:gd name="connsiteY0" fmla="*/ 110459 h 2337246"/>
                <a:gd name="connsiteX1" fmla="*/ 162611 w 1323642"/>
                <a:gd name="connsiteY1" fmla="*/ 16179 h 2337246"/>
                <a:gd name="connsiteX2" fmla="*/ 483852 w 1323642"/>
                <a:gd name="connsiteY2" fmla="*/ 317336 h 2337246"/>
                <a:gd name="connsiteX3" fmla="*/ 734622 w 1323642"/>
                <a:gd name="connsiteY3" fmla="*/ 247911 h 2337246"/>
                <a:gd name="connsiteX4" fmla="*/ 1010106 w 1323642"/>
                <a:gd name="connsiteY4" fmla="*/ 290908 h 2337246"/>
                <a:gd name="connsiteX5" fmla="*/ 1238516 w 1323642"/>
                <a:gd name="connsiteY5" fmla="*/ 487508 h 2337246"/>
                <a:gd name="connsiteX6" fmla="*/ 1263122 w 1323642"/>
                <a:gd name="connsiteY6" fmla="*/ 846074 h 2337246"/>
                <a:gd name="connsiteX7" fmla="*/ 1323568 w 1323642"/>
                <a:gd name="connsiteY7" fmla="*/ 1171584 h 2337246"/>
                <a:gd name="connsiteX8" fmla="*/ 1248573 w 1323642"/>
                <a:gd name="connsiteY8" fmla="*/ 1440493 h 2337246"/>
                <a:gd name="connsiteX9" fmla="*/ 1260960 w 1323642"/>
                <a:gd name="connsiteY9" fmla="*/ 1777764 h 2337246"/>
                <a:gd name="connsiteX10" fmla="*/ 1184943 w 1323642"/>
                <a:gd name="connsiteY10" fmla="*/ 2095546 h 2337246"/>
                <a:gd name="connsiteX11" fmla="*/ 888348 w 1323642"/>
                <a:gd name="connsiteY11" fmla="*/ 2337246 h 2337246"/>
                <a:gd name="connsiteX0" fmla="*/ 0 w 1447523"/>
                <a:gd name="connsiteY0" fmla="*/ 110459 h 2337246"/>
                <a:gd name="connsiteX1" fmla="*/ 162611 w 1447523"/>
                <a:gd name="connsiteY1" fmla="*/ 16179 h 2337246"/>
                <a:gd name="connsiteX2" fmla="*/ 483852 w 1447523"/>
                <a:gd name="connsiteY2" fmla="*/ 317336 h 2337246"/>
                <a:gd name="connsiteX3" fmla="*/ 734622 w 1447523"/>
                <a:gd name="connsiteY3" fmla="*/ 247911 h 2337246"/>
                <a:gd name="connsiteX4" fmla="*/ 1010106 w 1447523"/>
                <a:gd name="connsiteY4" fmla="*/ 290908 h 2337246"/>
                <a:gd name="connsiteX5" fmla="*/ 1238516 w 1447523"/>
                <a:gd name="connsiteY5" fmla="*/ 487508 h 2337246"/>
                <a:gd name="connsiteX6" fmla="*/ 1263122 w 1447523"/>
                <a:gd name="connsiteY6" fmla="*/ 846074 h 2337246"/>
                <a:gd name="connsiteX7" fmla="*/ 1447499 w 1447523"/>
                <a:gd name="connsiteY7" fmla="*/ 1141279 h 2337246"/>
                <a:gd name="connsiteX8" fmla="*/ 1248573 w 1447523"/>
                <a:gd name="connsiteY8" fmla="*/ 1440493 h 2337246"/>
                <a:gd name="connsiteX9" fmla="*/ 1260960 w 1447523"/>
                <a:gd name="connsiteY9" fmla="*/ 1777764 h 2337246"/>
                <a:gd name="connsiteX10" fmla="*/ 1184943 w 1447523"/>
                <a:gd name="connsiteY10" fmla="*/ 2095546 h 2337246"/>
                <a:gd name="connsiteX11" fmla="*/ 888348 w 1447523"/>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228861 h 2455648"/>
                <a:gd name="connsiteX1" fmla="*/ 228361 w 1447522"/>
                <a:gd name="connsiteY1" fmla="*/ 5165 h 2455648"/>
                <a:gd name="connsiteX2" fmla="*/ 483852 w 1447522"/>
                <a:gd name="connsiteY2" fmla="*/ 435738 h 2455648"/>
                <a:gd name="connsiteX3" fmla="*/ 734622 w 1447522"/>
                <a:gd name="connsiteY3" fmla="*/ 366313 h 2455648"/>
                <a:gd name="connsiteX4" fmla="*/ 1010106 w 1447522"/>
                <a:gd name="connsiteY4" fmla="*/ 409310 h 2455648"/>
                <a:gd name="connsiteX5" fmla="*/ 1238516 w 1447522"/>
                <a:gd name="connsiteY5" fmla="*/ 605910 h 2455648"/>
                <a:gd name="connsiteX6" fmla="*/ 1263122 w 1447522"/>
                <a:gd name="connsiteY6" fmla="*/ 964476 h 2455648"/>
                <a:gd name="connsiteX7" fmla="*/ 1447499 w 1447522"/>
                <a:gd name="connsiteY7" fmla="*/ 1259681 h 2455648"/>
                <a:gd name="connsiteX8" fmla="*/ 1248573 w 1447522"/>
                <a:gd name="connsiteY8" fmla="*/ 1558895 h 2455648"/>
                <a:gd name="connsiteX9" fmla="*/ 1260960 w 1447522"/>
                <a:gd name="connsiteY9" fmla="*/ 1896166 h 2455648"/>
                <a:gd name="connsiteX10" fmla="*/ 1184943 w 1447522"/>
                <a:gd name="connsiteY10" fmla="*/ 2213948 h 2455648"/>
                <a:gd name="connsiteX11" fmla="*/ 888348 w 1447522"/>
                <a:gd name="connsiteY11" fmla="*/ 2455648 h 2455648"/>
                <a:gd name="connsiteX0" fmla="*/ 0 w 1436049"/>
                <a:gd name="connsiteY0" fmla="*/ 143213 h 2468249"/>
                <a:gd name="connsiteX1" fmla="*/ 216888 w 1436049"/>
                <a:gd name="connsiteY1" fmla="*/ 17766 h 2468249"/>
                <a:gd name="connsiteX2" fmla="*/ 472379 w 1436049"/>
                <a:gd name="connsiteY2" fmla="*/ 448339 h 2468249"/>
                <a:gd name="connsiteX3" fmla="*/ 723149 w 1436049"/>
                <a:gd name="connsiteY3" fmla="*/ 378914 h 2468249"/>
                <a:gd name="connsiteX4" fmla="*/ 998633 w 1436049"/>
                <a:gd name="connsiteY4" fmla="*/ 421911 h 2468249"/>
                <a:gd name="connsiteX5" fmla="*/ 1227043 w 1436049"/>
                <a:gd name="connsiteY5" fmla="*/ 618511 h 2468249"/>
                <a:gd name="connsiteX6" fmla="*/ 1251649 w 1436049"/>
                <a:gd name="connsiteY6" fmla="*/ 977077 h 2468249"/>
                <a:gd name="connsiteX7" fmla="*/ 1436026 w 1436049"/>
                <a:gd name="connsiteY7" fmla="*/ 1272282 h 2468249"/>
                <a:gd name="connsiteX8" fmla="*/ 1237100 w 1436049"/>
                <a:gd name="connsiteY8" fmla="*/ 1571496 h 2468249"/>
                <a:gd name="connsiteX9" fmla="*/ 1249487 w 1436049"/>
                <a:gd name="connsiteY9" fmla="*/ 1908767 h 2468249"/>
                <a:gd name="connsiteX10" fmla="*/ 1173470 w 1436049"/>
                <a:gd name="connsiteY10" fmla="*/ 2226549 h 2468249"/>
                <a:gd name="connsiteX11" fmla="*/ 876875 w 1436049"/>
                <a:gd name="connsiteY11" fmla="*/ 2468249 h 2468249"/>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227043 w 1436049"/>
                <a:gd name="connsiteY5" fmla="*/ 609716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318163 w 1436049"/>
                <a:gd name="connsiteY5" fmla="*/ 569538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6049" h="2459454">
                  <a:moveTo>
                    <a:pt x="0" y="134418"/>
                  </a:moveTo>
                  <a:cubicBezTo>
                    <a:pt x="159489" y="140335"/>
                    <a:pt x="138158" y="-41883"/>
                    <a:pt x="216888" y="8971"/>
                  </a:cubicBezTo>
                  <a:cubicBezTo>
                    <a:pt x="295618" y="59825"/>
                    <a:pt x="388002" y="379353"/>
                    <a:pt x="472379" y="439544"/>
                  </a:cubicBezTo>
                  <a:cubicBezTo>
                    <a:pt x="556756" y="499735"/>
                    <a:pt x="633389" y="376983"/>
                    <a:pt x="723149" y="370119"/>
                  </a:cubicBezTo>
                  <a:cubicBezTo>
                    <a:pt x="818578" y="362861"/>
                    <a:pt x="899464" y="379880"/>
                    <a:pt x="998633" y="413116"/>
                  </a:cubicBezTo>
                  <a:cubicBezTo>
                    <a:pt x="1097802" y="446352"/>
                    <a:pt x="1279113" y="485044"/>
                    <a:pt x="1318163" y="569538"/>
                  </a:cubicBezTo>
                  <a:cubicBezTo>
                    <a:pt x="1370798" y="683616"/>
                    <a:pt x="1246835" y="846945"/>
                    <a:pt x="1251649" y="968282"/>
                  </a:cubicBezTo>
                  <a:cubicBezTo>
                    <a:pt x="1256035" y="1077785"/>
                    <a:pt x="1438451" y="1164417"/>
                    <a:pt x="1436026" y="1263487"/>
                  </a:cubicBezTo>
                  <a:cubicBezTo>
                    <a:pt x="1433601" y="1362557"/>
                    <a:pt x="1248118" y="1463533"/>
                    <a:pt x="1237100" y="1562701"/>
                  </a:cubicBezTo>
                  <a:cubicBezTo>
                    <a:pt x="1224903" y="1671493"/>
                    <a:pt x="1212475" y="1703331"/>
                    <a:pt x="1249487" y="1899972"/>
                  </a:cubicBezTo>
                  <a:cubicBezTo>
                    <a:pt x="1262252" y="2087940"/>
                    <a:pt x="1231831" y="2125919"/>
                    <a:pt x="1173470" y="2217754"/>
                  </a:cubicBezTo>
                  <a:cubicBezTo>
                    <a:pt x="1115109" y="2309589"/>
                    <a:pt x="907279" y="2415373"/>
                    <a:pt x="876875" y="2459454"/>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4CD6CE17-F2EA-A63C-4FA9-2BDE7FBCA6BF}"/>
                </a:ext>
              </a:extLst>
            </p:cNvPr>
            <p:cNvSpPr/>
            <p:nvPr userDrawn="1"/>
          </p:nvSpPr>
          <p:spPr>
            <a:xfrm rot="20148086" flipH="1">
              <a:off x="11690795" y="2532728"/>
              <a:ext cx="843753" cy="1527258"/>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56 h 2037856"/>
                <a:gd name="connsiteX1" fmla="*/ 683 w 1324130"/>
                <a:gd name="connsiteY1" fmla="*/ 1829690 h 2037856"/>
                <a:gd name="connsiteX2" fmla="*/ 14495 w 1324130"/>
                <a:gd name="connsiteY2" fmla="*/ 1664146 h 2037856"/>
                <a:gd name="connsiteX3" fmla="*/ 97839 w 1324130"/>
                <a:gd name="connsiteY3" fmla="*/ 1271049 h 2037856"/>
                <a:gd name="connsiteX4" fmla="*/ 97839 w 1324130"/>
                <a:gd name="connsiteY4" fmla="*/ 991109 h 2037856"/>
                <a:gd name="connsiteX5" fmla="*/ 195756 w 1324130"/>
                <a:gd name="connsiteY5" fmla="*/ 588964 h 2037856"/>
                <a:gd name="connsiteX6" fmla="*/ 373778 w 1324130"/>
                <a:gd name="connsiteY6" fmla="*/ 336170 h 2037856"/>
                <a:gd name="connsiteX7" fmla="*/ 706867 w 1324130"/>
                <a:gd name="connsiteY7" fmla="*/ 86234 h 2037856"/>
                <a:gd name="connsiteX8" fmla="*/ 953755 w 1324130"/>
                <a:gd name="connsiteY8" fmla="*/ 33 h 2037856"/>
                <a:gd name="connsiteX9" fmla="*/ 1105965 w 1324130"/>
                <a:gd name="connsiteY9" fmla="*/ 60326 h 2037856"/>
                <a:gd name="connsiteX10" fmla="*/ 1146160 w 1324130"/>
                <a:gd name="connsiteY10" fmla="*/ 221204 h 2037856"/>
                <a:gd name="connsiteX11" fmla="*/ 1177783 w 1324130"/>
                <a:gd name="connsiteY11" fmla="*/ 448089 h 2037856"/>
                <a:gd name="connsiteX12" fmla="*/ 1281129 w 1324130"/>
                <a:gd name="connsiteY12" fmla="*/ 789941 h 2037856"/>
                <a:gd name="connsiteX13" fmla="*/ 1306942 w 1324130"/>
                <a:gd name="connsiteY13" fmla="*/ 942151 h 2037856"/>
                <a:gd name="connsiteX14" fmla="*/ 1321325 w 1324130"/>
                <a:gd name="connsiteY14" fmla="*/ 1272478 h 2037856"/>
                <a:gd name="connsiteX15" fmla="*/ 1215121 w 1324130"/>
                <a:gd name="connsiteY15" fmla="*/ 1660240 h 2037856"/>
                <a:gd name="connsiteX16" fmla="*/ 1085962 w 1324130"/>
                <a:gd name="connsiteY16" fmla="*/ 1844073 h 2037856"/>
                <a:gd name="connsiteX0" fmla="*/ 203012 w 1324130"/>
                <a:gd name="connsiteY0" fmla="*/ 2037856 h 2067769"/>
                <a:gd name="connsiteX1" fmla="*/ 683 w 1324130"/>
                <a:gd name="connsiteY1" fmla="*/ 1829690 h 2067769"/>
                <a:gd name="connsiteX2" fmla="*/ 14495 w 1324130"/>
                <a:gd name="connsiteY2" fmla="*/ 1664146 h 2067769"/>
                <a:gd name="connsiteX3" fmla="*/ 97839 w 1324130"/>
                <a:gd name="connsiteY3" fmla="*/ 1271049 h 2067769"/>
                <a:gd name="connsiteX4" fmla="*/ 97839 w 1324130"/>
                <a:gd name="connsiteY4" fmla="*/ 991109 h 2067769"/>
                <a:gd name="connsiteX5" fmla="*/ 195756 w 1324130"/>
                <a:gd name="connsiteY5" fmla="*/ 588964 h 2067769"/>
                <a:gd name="connsiteX6" fmla="*/ 373778 w 1324130"/>
                <a:gd name="connsiteY6" fmla="*/ 336170 h 2067769"/>
                <a:gd name="connsiteX7" fmla="*/ 706867 w 1324130"/>
                <a:gd name="connsiteY7" fmla="*/ 86234 h 2067769"/>
                <a:gd name="connsiteX8" fmla="*/ 953755 w 1324130"/>
                <a:gd name="connsiteY8" fmla="*/ 33 h 2067769"/>
                <a:gd name="connsiteX9" fmla="*/ 1105965 w 1324130"/>
                <a:gd name="connsiteY9" fmla="*/ 60326 h 2067769"/>
                <a:gd name="connsiteX10" fmla="*/ 1146160 w 1324130"/>
                <a:gd name="connsiteY10" fmla="*/ 221204 h 2067769"/>
                <a:gd name="connsiteX11" fmla="*/ 1177783 w 1324130"/>
                <a:gd name="connsiteY11" fmla="*/ 448089 h 2067769"/>
                <a:gd name="connsiteX12" fmla="*/ 1281129 w 1324130"/>
                <a:gd name="connsiteY12" fmla="*/ 789941 h 2067769"/>
                <a:gd name="connsiteX13" fmla="*/ 1306942 w 1324130"/>
                <a:gd name="connsiteY13" fmla="*/ 942151 h 2067769"/>
                <a:gd name="connsiteX14" fmla="*/ 1321325 w 1324130"/>
                <a:gd name="connsiteY14" fmla="*/ 1272478 h 2067769"/>
                <a:gd name="connsiteX15" fmla="*/ 1215121 w 1324130"/>
                <a:gd name="connsiteY15" fmla="*/ 1660240 h 2067769"/>
                <a:gd name="connsiteX16" fmla="*/ 1130241 w 1324130"/>
                <a:gd name="connsiteY16" fmla="*/ 2067769 h 2067769"/>
                <a:gd name="connsiteX0" fmla="*/ 203012 w 1308451"/>
                <a:gd name="connsiteY0" fmla="*/ 2037856 h 2067769"/>
                <a:gd name="connsiteX1" fmla="*/ 683 w 1308451"/>
                <a:gd name="connsiteY1" fmla="*/ 1829690 h 2067769"/>
                <a:gd name="connsiteX2" fmla="*/ 14495 w 1308451"/>
                <a:gd name="connsiteY2" fmla="*/ 1664146 h 2067769"/>
                <a:gd name="connsiteX3" fmla="*/ 97839 w 1308451"/>
                <a:gd name="connsiteY3" fmla="*/ 1271049 h 2067769"/>
                <a:gd name="connsiteX4" fmla="*/ 97839 w 1308451"/>
                <a:gd name="connsiteY4" fmla="*/ 991109 h 2067769"/>
                <a:gd name="connsiteX5" fmla="*/ 195756 w 1308451"/>
                <a:gd name="connsiteY5" fmla="*/ 588964 h 2067769"/>
                <a:gd name="connsiteX6" fmla="*/ 373778 w 1308451"/>
                <a:gd name="connsiteY6" fmla="*/ 336170 h 2067769"/>
                <a:gd name="connsiteX7" fmla="*/ 706867 w 1308451"/>
                <a:gd name="connsiteY7" fmla="*/ 86234 h 2067769"/>
                <a:gd name="connsiteX8" fmla="*/ 953755 w 1308451"/>
                <a:gd name="connsiteY8" fmla="*/ 33 h 2067769"/>
                <a:gd name="connsiteX9" fmla="*/ 1105965 w 1308451"/>
                <a:gd name="connsiteY9" fmla="*/ 60326 h 2067769"/>
                <a:gd name="connsiteX10" fmla="*/ 1146160 w 1308451"/>
                <a:gd name="connsiteY10" fmla="*/ 221204 h 2067769"/>
                <a:gd name="connsiteX11" fmla="*/ 1177783 w 1308451"/>
                <a:gd name="connsiteY11" fmla="*/ 448089 h 2067769"/>
                <a:gd name="connsiteX12" fmla="*/ 1281129 w 1308451"/>
                <a:gd name="connsiteY12" fmla="*/ 789941 h 2067769"/>
                <a:gd name="connsiteX13" fmla="*/ 1306942 w 1308451"/>
                <a:gd name="connsiteY13" fmla="*/ 942151 h 2067769"/>
                <a:gd name="connsiteX14" fmla="*/ 1230305 w 1308451"/>
                <a:gd name="connsiteY14" fmla="*/ 1214322 h 2067769"/>
                <a:gd name="connsiteX15" fmla="*/ 1215121 w 1308451"/>
                <a:gd name="connsiteY15" fmla="*/ 1660240 h 2067769"/>
                <a:gd name="connsiteX16" fmla="*/ 1130241 w 1308451"/>
                <a:gd name="connsiteY16" fmla="*/ 2067769 h 2067769"/>
                <a:gd name="connsiteX0" fmla="*/ 203012 w 1314071"/>
                <a:gd name="connsiteY0" fmla="*/ 2037856 h 2067769"/>
                <a:gd name="connsiteX1" fmla="*/ 683 w 1314071"/>
                <a:gd name="connsiteY1" fmla="*/ 1829690 h 2067769"/>
                <a:gd name="connsiteX2" fmla="*/ 14495 w 1314071"/>
                <a:gd name="connsiteY2" fmla="*/ 1664146 h 2067769"/>
                <a:gd name="connsiteX3" fmla="*/ 97839 w 1314071"/>
                <a:gd name="connsiteY3" fmla="*/ 1271049 h 2067769"/>
                <a:gd name="connsiteX4" fmla="*/ 97839 w 1314071"/>
                <a:gd name="connsiteY4" fmla="*/ 991109 h 2067769"/>
                <a:gd name="connsiteX5" fmla="*/ 195756 w 1314071"/>
                <a:gd name="connsiteY5" fmla="*/ 588964 h 2067769"/>
                <a:gd name="connsiteX6" fmla="*/ 373778 w 1314071"/>
                <a:gd name="connsiteY6" fmla="*/ 336170 h 2067769"/>
                <a:gd name="connsiteX7" fmla="*/ 706867 w 1314071"/>
                <a:gd name="connsiteY7" fmla="*/ 86234 h 2067769"/>
                <a:gd name="connsiteX8" fmla="*/ 953755 w 1314071"/>
                <a:gd name="connsiteY8" fmla="*/ 33 h 2067769"/>
                <a:gd name="connsiteX9" fmla="*/ 1105965 w 1314071"/>
                <a:gd name="connsiteY9" fmla="*/ 60326 h 2067769"/>
                <a:gd name="connsiteX10" fmla="*/ 1146160 w 1314071"/>
                <a:gd name="connsiteY10" fmla="*/ 221204 h 2067769"/>
                <a:gd name="connsiteX11" fmla="*/ 1177783 w 1314071"/>
                <a:gd name="connsiteY11" fmla="*/ 448089 h 2067769"/>
                <a:gd name="connsiteX12" fmla="*/ 1281129 w 1314071"/>
                <a:gd name="connsiteY12" fmla="*/ 789941 h 2067769"/>
                <a:gd name="connsiteX13" fmla="*/ 1306942 w 1314071"/>
                <a:gd name="connsiteY13" fmla="*/ 942151 h 2067769"/>
                <a:gd name="connsiteX14" fmla="*/ 1230305 w 1314071"/>
                <a:gd name="connsiteY14" fmla="*/ 1214322 h 2067769"/>
                <a:gd name="connsiteX15" fmla="*/ 1312315 w 1314071"/>
                <a:gd name="connsiteY15" fmla="*/ 1748838 h 2067769"/>
                <a:gd name="connsiteX16" fmla="*/ 1130241 w 1314071"/>
                <a:gd name="connsiteY16"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373778 w 1314071"/>
                <a:gd name="connsiteY5" fmla="*/ 336170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290575 w 1314071"/>
                <a:gd name="connsiteY5" fmla="*/ 48964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77783 w 1314071"/>
                <a:gd name="connsiteY10" fmla="*/ 457157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11771 w 1314071"/>
                <a:gd name="connsiteY10" fmla="*/ 513234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30305 w 1371522"/>
                <a:gd name="connsiteY13" fmla="*/ 1223390 h 2076837"/>
                <a:gd name="connsiteX14" fmla="*/ 1312315 w 1371522"/>
                <a:gd name="connsiteY14" fmla="*/ 1757906 h 2076837"/>
                <a:gd name="connsiteX15" fmla="*/ 1130241 w 1371522"/>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58541 w 1371522"/>
                <a:gd name="connsiteY13" fmla="*/ 1221558 h 2076837"/>
                <a:gd name="connsiteX14" fmla="*/ 1312315 w 1371522"/>
                <a:gd name="connsiteY14" fmla="*/ 1757906 h 2076837"/>
                <a:gd name="connsiteX15" fmla="*/ 1130241 w 1371522"/>
                <a:gd name="connsiteY15" fmla="*/ 2076837 h 2076837"/>
                <a:gd name="connsiteX0" fmla="*/ 683 w 1371022"/>
                <a:gd name="connsiteY0" fmla="*/ 1838758 h 2076837"/>
                <a:gd name="connsiteX1" fmla="*/ 14495 w 1371022"/>
                <a:gd name="connsiteY1" fmla="*/ 1673214 h 2076837"/>
                <a:gd name="connsiteX2" fmla="*/ 97839 w 1371022"/>
                <a:gd name="connsiteY2" fmla="*/ 1280117 h 2076837"/>
                <a:gd name="connsiteX3" fmla="*/ 97839 w 1371022"/>
                <a:gd name="connsiteY3" fmla="*/ 1000177 h 2076837"/>
                <a:gd name="connsiteX4" fmla="*/ 195756 w 1371022"/>
                <a:gd name="connsiteY4" fmla="*/ 598032 h 2076837"/>
                <a:gd name="connsiteX5" fmla="*/ 290575 w 1371022"/>
                <a:gd name="connsiteY5" fmla="*/ 58032 h 2076837"/>
                <a:gd name="connsiteX6" fmla="*/ 705437 w 1371022"/>
                <a:gd name="connsiteY6" fmla="*/ 240112 h 2076837"/>
                <a:gd name="connsiteX7" fmla="*/ 953755 w 1371022"/>
                <a:gd name="connsiteY7" fmla="*/ 9101 h 2076837"/>
                <a:gd name="connsiteX8" fmla="*/ 1105965 w 1371022"/>
                <a:gd name="connsiteY8" fmla="*/ 69394 h 2076837"/>
                <a:gd name="connsiteX9" fmla="*/ 1146160 w 1371022"/>
                <a:gd name="connsiteY9" fmla="*/ 230272 h 2076837"/>
                <a:gd name="connsiteX10" fmla="*/ 1111771 w 1371022"/>
                <a:gd name="connsiteY10" fmla="*/ 513234 h 2076837"/>
                <a:gd name="connsiteX11" fmla="*/ 1370351 w 1371022"/>
                <a:gd name="connsiteY11" fmla="*/ 828419 h 2076837"/>
                <a:gd name="connsiteX12" fmla="*/ 1240489 w 1371022"/>
                <a:gd name="connsiteY12" fmla="*/ 981623 h 2076837"/>
                <a:gd name="connsiteX13" fmla="*/ 1258541 w 1371022"/>
                <a:gd name="connsiteY13" fmla="*/ 1221558 h 2076837"/>
                <a:gd name="connsiteX14" fmla="*/ 1312315 w 1371022"/>
                <a:gd name="connsiteY14" fmla="*/ 1757906 h 2076837"/>
                <a:gd name="connsiteX15" fmla="*/ 1130241 w 1371022"/>
                <a:gd name="connsiteY15" fmla="*/ 2076837 h 2076837"/>
                <a:gd name="connsiteX0" fmla="*/ 0 w 1356527"/>
                <a:gd name="connsiteY0" fmla="*/ 1673214 h 2076837"/>
                <a:gd name="connsiteX1" fmla="*/ 83344 w 1356527"/>
                <a:gd name="connsiteY1" fmla="*/ 1280117 h 2076837"/>
                <a:gd name="connsiteX2" fmla="*/ 83344 w 1356527"/>
                <a:gd name="connsiteY2" fmla="*/ 1000177 h 2076837"/>
                <a:gd name="connsiteX3" fmla="*/ 181261 w 1356527"/>
                <a:gd name="connsiteY3" fmla="*/ 598032 h 2076837"/>
                <a:gd name="connsiteX4" fmla="*/ 276080 w 1356527"/>
                <a:gd name="connsiteY4" fmla="*/ 58032 h 2076837"/>
                <a:gd name="connsiteX5" fmla="*/ 690942 w 1356527"/>
                <a:gd name="connsiteY5" fmla="*/ 240112 h 2076837"/>
                <a:gd name="connsiteX6" fmla="*/ 939260 w 1356527"/>
                <a:gd name="connsiteY6" fmla="*/ 9101 h 2076837"/>
                <a:gd name="connsiteX7" fmla="*/ 1091470 w 1356527"/>
                <a:gd name="connsiteY7" fmla="*/ 69394 h 2076837"/>
                <a:gd name="connsiteX8" fmla="*/ 1131665 w 1356527"/>
                <a:gd name="connsiteY8" fmla="*/ 230272 h 2076837"/>
                <a:gd name="connsiteX9" fmla="*/ 1097276 w 1356527"/>
                <a:gd name="connsiteY9" fmla="*/ 513234 h 2076837"/>
                <a:gd name="connsiteX10" fmla="*/ 1355856 w 1356527"/>
                <a:gd name="connsiteY10" fmla="*/ 828419 h 2076837"/>
                <a:gd name="connsiteX11" fmla="*/ 1225994 w 1356527"/>
                <a:gd name="connsiteY11" fmla="*/ 981623 h 2076837"/>
                <a:gd name="connsiteX12" fmla="*/ 1244046 w 1356527"/>
                <a:gd name="connsiteY12" fmla="*/ 1221558 h 2076837"/>
                <a:gd name="connsiteX13" fmla="*/ 1297820 w 1356527"/>
                <a:gd name="connsiteY13" fmla="*/ 1757906 h 2076837"/>
                <a:gd name="connsiteX14" fmla="*/ 1115746 w 1356527"/>
                <a:gd name="connsiteY14" fmla="*/ 2076837 h 2076837"/>
                <a:gd name="connsiteX0" fmla="*/ 0 w 1356527"/>
                <a:gd name="connsiteY0" fmla="*/ 1673214 h 1957040"/>
                <a:gd name="connsiteX1" fmla="*/ 83344 w 1356527"/>
                <a:gd name="connsiteY1" fmla="*/ 1280117 h 1957040"/>
                <a:gd name="connsiteX2" fmla="*/ 83344 w 1356527"/>
                <a:gd name="connsiteY2" fmla="*/ 1000177 h 1957040"/>
                <a:gd name="connsiteX3" fmla="*/ 181261 w 1356527"/>
                <a:gd name="connsiteY3" fmla="*/ 598032 h 1957040"/>
                <a:gd name="connsiteX4" fmla="*/ 276080 w 1356527"/>
                <a:gd name="connsiteY4" fmla="*/ 58032 h 1957040"/>
                <a:gd name="connsiteX5" fmla="*/ 690942 w 1356527"/>
                <a:gd name="connsiteY5" fmla="*/ 240112 h 1957040"/>
                <a:gd name="connsiteX6" fmla="*/ 939260 w 1356527"/>
                <a:gd name="connsiteY6" fmla="*/ 9101 h 1957040"/>
                <a:gd name="connsiteX7" fmla="*/ 1091470 w 1356527"/>
                <a:gd name="connsiteY7" fmla="*/ 69394 h 1957040"/>
                <a:gd name="connsiteX8" fmla="*/ 1131665 w 1356527"/>
                <a:gd name="connsiteY8" fmla="*/ 230272 h 1957040"/>
                <a:gd name="connsiteX9" fmla="*/ 1097276 w 1356527"/>
                <a:gd name="connsiteY9" fmla="*/ 513234 h 1957040"/>
                <a:gd name="connsiteX10" fmla="*/ 1355856 w 1356527"/>
                <a:gd name="connsiteY10" fmla="*/ 828419 h 1957040"/>
                <a:gd name="connsiteX11" fmla="*/ 1225994 w 1356527"/>
                <a:gd name="connsiteY11" fmla="*/ 981623 h 1957040"/>
                <a:gd name="connsiteX12" fmla="*/ 1244046 w 1356527"/>
                <a:gd name="connsiteY12" fmla="*/ 1221558 h 1957040"/>
                <a:gd name="connsiteX13" fmla="*/ 1297820 w 1356527"/>
                <a:gd name="connsiteY13" fmla="*/ 1757906 h 1957040"/>
                <a:gd name="connsiteX14" fmla="*/ 1030192 w 1356527"/>
                <a:gd name="connsiteY14" fmla="*/ 1957039 h 1957040"/>
                <a:gd name="connsiteX0" fmla="*/ 587 w 1273770"/>
                <a:gd name="connsiteY0" fmla="*/ 1280117 h 1957039"/>
                <a:gd name="connsiteX1" fmla="*/ 587 w 1273770"/>
                <a:gd name="connsiteY1" fmla="*/ 1000177 h 1957039"/>
                <a:gd name="connsiteX2" fmla="*/ 98504 w 1273770"/>
                <a:gd name="connsiteY2" fmla="*/ 598032 h 1957039"/>
                <a:gd name="connsiteX3" fmla="*/ 193323 w 1273770"/>
                <a:gd name="connsiteY3" fmla="*/ 58032 h 1957039"/>
                <a:gd name="connsiteX4" fmla="*/ 608185 w 1273770"/>
                <a:gd name="connsiteY4" fmla="*/ 240112 h 1957039"/>
                <a:gd name="connsiteX5" fmla="*/ 856503 w 1273770"/>
                <a:gd name="connsiteY5" fmla="*/ 9101 h 1957039"/>
                <a:gd name="connsiteX6" fmla="*/ 1008713 w 1273770"/>
                <a:gd name="connsiteY6" fmla="*/ 69394 h 1957039"/>
                <a:gd name="connsiteX7" fmla="*/ 1048908 w 1273770"/>
                <a:gd name="connsiteY7" fmla="*/ 230272 h 1957039"/>
                <a:gd name="connsiteX8" fmla="*/ 1014519 w 1273770"/>
                <a:gd name="connsiteY8" fmla="*/ 513234 h 1957039"/>
                <a:gd name="connsiteX9" fmla="*/ 1273099 w 1273770"/>
                <a:gd name="connsiteY9" fmla="*/ 828419 h 1957039"/>
                <a:gd name="connsiteX10" fmla="*/ 1143237 w 1273770"/>
                <a:gd name="connsiteY10" fmla="*/ 981623 h 1957039"/>
                <a:gd name="connsiteX11" fmla="*/ 1161289 w 1273770"/>
                <a:gd name="connsiteY11" fmla="*/ 1221558 h 1957039"/>
                <a:gd name="connsiteX12" fmla="*/ 1215063 w 1273770"/>
                <a:gd name="connsiteY12" fmla="*/ 1757906 h 1957039"/>
                <a:gd name="connsiteX13" fmla="*/ 947435 w 1273770"/>
                <a:gd name="connsiteY13" fmla="*/ 1957039 h 1957039"/>
                <a:gd name="connsiteX0" fmla="*/ 0 w 1273183"/>
                <a:gd name="connsiteY0" fmla="*/ 1000177 h 1957039"/>
                <a:gd name="connsiteX1" fmla="*/ 97917 w 1273183"/>
                <a:gd name="connsiteY1" fmla="*/ 598032 h 1957039"/>
                <a:gd name="connsiteX2" fmla="*/ 192736 w 1273183"/>
                <a:gd name="connsiteY2" fmla="*/ 58032 h 1957039"/>
                <a:gd name="connsiteX3" fmla="*/ 607598 w 1273183"/>
                <a:gd name="connsiteY3" fmla="*/ 240112 h 1957039"/>
                <a:gd name="connsiteX4" fmla="*/ 855916 w 1273183"/>
                <a:gd name="connsiteY4" fmla="*/ 9101 h 1957039"/>
                <a:gd name="connsiteX5" fmla="*/ 1008126 w 1273183"/>
                <a:gd name="connsiteY5" fmla="*/ 69394 h 1957039"/>
                <a:gd name="connsiteX6" fmla="*/ 1048321 w 1273183"/>
                <a:gd name="connsiteY6" fmla="*/ 230272 h 1957039"/>
                <a:gd name="connsiteX7" fmla="*/ 1013932 w 1273183"/>
                <a:gd name="connsiteY7" fmla="*/ 513234 h 1957039"/>
                <a:gd name="connsiteX8" fmla="*/ 1272512 w 1273183"/>
                <a:gd name="connsiteY8" fmla="*/ 828419 h 1957039"/>
                <a:gd name="connsiteX9" fmla="*/ 1142650 w 1273183"/>
                <a:gd name="connsiteY9" fmla="*/ 981623 h 1957039"/>
                <a:gd name="connsiteX10" fmla="*/ 1160702 w 1273183"/>
                <a:gd name="connsiteY10" fmla="*/ 1221558 h 1957039"/>
                <a:gd name="connsiteX11" fmla="*/ 1214476 w 1273183"/>
                <a:gd name="connsiteY11" fmla="*/ 1757906 h 1957039"/>
                <a:gd name="connsiteX12" fmla="*/ 946848 w 1273183"/>
                <a:gd name="connsiteY12" fmla="*/ 1957039 h 1957039"/>
                <a:gd name="connsiteX0" fmla="*/ 1 w 1175267"/>
                <a:gd name="connsiteY0" fmla="*/ 598032 h 1957039"/>
                <a:gd name="connsiteX1" fmla="*/ 94820 w 1175267"/>
                <a:gd name="connsiteY1" fmla="*/ 58032 h 1957039"/>
                <a:gd name="connsiteX2" fmla="*/ 509682 w 1175267"/>
                <a:gd name="connsiteY2" fmla="*/ 240112 h 1957039"/>
                <a:gd name="connsiteX3" fmla="*/ 758000 w 1175267"/>
                <a:gd name="connsiteY3" fmla="*/ 9101 h 1957039"/>
                <a:gd name="connsiteX4" fmla="*/ 910210 w 1175267"/>
                <a:gd name="connsiteY4" fmla="*/ 69394 h 1957039"/>
                <a:gd name="connsiteX5" fmla="*/ 950405 w 1175267"/>
                <a:gd name="connsiteY5" fmla="*/ 230272 h 1957039"/>
                <a:gd name="connsiteX6" fmla="*/ 916016 w 1175267"/>
                <a:gd name="connsiteY6" fmla="*/ 513234 h 1957039"/>
                <a:gd name="connsiteX7" fmla="*/ 1174596 w 1175267"/>
                <a:gd name="connsiteY7" fmla="*/ 828419 h 1957039"/>
                <a:gd name="connsiteX8" fmla="*/ 1044734 w 1175267"/>
                <a:gd name="connsiteY8" fmla="*/ 981623 h 1957039"/>
                <a:gd name="connsiteX9" fmla="*/ 1062786 w 1175267"/>
                <a:gd name="connsiteY9" fmla="*/ 1221558 h 1957039"/>
                <a:gd name="connsiteX10" fmla="*/ 1116560 w 1175267"/>
                <a:gd name="connsiteY10" fmla="*/ 1757906 h 1957039"/>
                <a:gd name="connsiteX11" fmla="*/ 848932 w 1175267"/>
                <a:gd name="connsiteY11" fmla="*/ 1957039 h 1957039"/>
                <a:gd name="connsiteX0" fmla="*/ 0 w 1080447"/>
                <a:gd name="connsiteY0" fmla="*/ 58032 h 1957039"/>
                <a:gd name="connsiteX1" fmla="*/ 414862 w 1080447"/>
                <a:gd name="connsiteY1" fmla="*/ 240112 h 1957039"/>
                <a:gd name="connsiteX2" fmla="*/ 663180 w 1080447"/>
                <a:gd name="connsiteY2" fmla="*/ 9101 h 1957039"/>
                <a:gd name="connsiteX3" fmla="*/ 815390 w 1080447"/>
                <a:gd name="connsiteY3" fmla="*/ 69394 h 1957039"/>
                <a:gd name="connsiteX4" fmla="*/ 855585 w 1080447"/>
                <a:gd name="connsiteY4" fmla="*/ 230272 h 1957039"/>
                <a:gd name="connsiteX5" fmla="*/ 821196 w 1080447"/>
                <a:gd name="connsiteY5" fmla="*/ 513234 h 1957039"/>
                <a:gd name="connsiteX6" fmla="*/ 1079776 w 1080447"/>
                <a:gd name="connsiteY6" fmla="*/ 828419 h 1957039"/>
                <a:gd name="connsiteX7" fmla="*/ 949914 w 1080447"/>
                <a:gd name="connsiteY7" fmla="*/ 981623 h 1957039"/>
                <a:gd name="connsiteX8" fmla="*/ 967966 w 1080447"/>
                <a:gd name="connsiteY8" fmla="*/ 1221558 h 1957039"/>
                <a:gd name="connsiteX9" fmla="*/ 1021740 w 1080447"/>
                <a:gd name="connsiteY9" fmla="*/ 1757906 h 1957039"/>
                <a:gd name="connsiteX10" fmla="*/ 754112 w 1080447"/>
                <a:gd name="connsiteY10" fmla="*/ 1957039 h 1957039"/>
                <a:gd name="connsiteX0" fmla="*/ 0 w 1206318"/>
                <a:gd name="connsiteY0" fmla="*/ 6951 h 2018396"/>
                <a:gd name="connsiteX1" fmla="*/ 540733 w 1206318"/>
                <a:gd name="connsiteY1" fmla="*/ 301469 h 2018396"/>
                <a:gd name="connsiteX2" fmla="*/ 789051 w 1206318"/>
                <a:gd name="connsiteY2" fmla="*/ 70458 h 2018396"/>
                <a:gd name="connsiteX3" fmla="*/ 941261 w 1206318"/>
                <a:gd name="connsiteY3" fmla="*/ 130751 h 2018396"/>
                <a:gd name="connsiteX4" fmla="*/ 981456 w 1206318"/>
                <a:gd name="connsiteY4" fmla="*/ 291629 h 2018396"/>
                <a:gd name="connsiteX5" fmla="*/ 947067 w 1206318"/>
                <a:gd name="connsiteY5" fmla="*/ 574591 h 2018396"/>
                <a:gd name="connsiteX6" fmla="*/ 1205647 w 1206318"/>
                <a:gd name="connsiteY6" fmla="*/ 889776 h 2018396"/>
                <a:gd name="connsiteX7" fmla="*/ 1075785 w 1206318"/>
                <a:gd name="connsiteY7" fmla="*/ 1042980 h 2018396"/>
                <a:gd name="connsiteX8" fmla="*/ 1093837 w 1206318"/>
                <a:gd name="connsiteY8" fmla="*/ 1282915 h 2018396"/>
                <a:gd name="connsiteX9" fmla="*/ 1147611 w 1206318"/>
                <a:gd name="connsiteY9" fmla="*/ 1819263 h 2018396"/>
                <a:gd name="connsiteX10" fmla="*/ 879983 w 1206318"/>
                <a:gd name="connsiteY10" fmla="*/ 2018396 h 2018396"/>
                <a:gd name="connsiteX0" fmla="*/ 0 w 1206318"/>
                <a:gd name="connsiteY0" fmla="*/ 7982 h 2019427"/>
                <a:gd name="connsiteX1" fmla="*/ 398976 w 1206318"/>
                <a:gd name="connsiteY1" fmla="*/ 252773 h 2019427"/>
                <a:gd name="connsiteX2" fmla="*/ 789051 w 1206318"/>
                <a:gd name="connsiteY2" fmla="*/ 71489 h 2019427"/>
                <a:gd name="connsiteX3" fmla="*/ 941261 w 1206318"/>
                <a:gd name="connsiteY3" fmla="*/ 131782 h 2019427"/>
                <a:gd name="connsiteX4" fmla="*/ 981456 w 1206318"/>
                <a:gd name="connsiteY4" fmla="*/ 292660 h 2019427"/>
                <a:gd name="connsiteX5" fmla="*/ 947067 w 1206318"/>
                <a:gd name="connsiteY5" fmla="*/ 575622 h 2019427"/>
                <a:gd name="connsiteX6" fmla="*/ 1205647 w 1206318"/>
                <a:gd name="connsiteY6" fmla="*/ 890807 h 2019427"/>
                <a:gd name="connsiteX7" fmla="*/ 1075785 w 1206318"/>
                <a:gd name="connsiteY7" fmla="*/ 1044011 h 2019427"/>
                <a:gd name="connsiteX8" fmla="*/ 1093837 w 1206318"/>
                <a:gd name="connsiteY8" fmla="*/ 1283946 h 2019427"/>
                <a:gd name="connsiteX9" fmla="*/ 1147611 w 1206318"/>
                <a:gd name="connsiteY9" fmla="*/ 1820294 h 2019427"/>
                <a:gd name="connsiteX10" fmla="*/ 879983 w 1206318"/>
                <a:gd name="connsiteY10" fmla="*/ 2019427 h 2019427"/>
                <a:gd name="connsiteX0" fmla="*/ 0 w 1206318"/>
                <a:gd name="connsiteY0" fmla="*/ 7983 h 2019428"/>
                <a:gd name="connsiteX1" fmla="*/ 398976 w 1206318"/>
                <a:gd name="connsiteY1" fmla="*/ 252774 h 2019428"/>
                <a:gd name="connsiteX2" fmla="*/ 789051 w 1206318"/>
                <a:gd name="connsiteY2" fmla="*/ 71490 h 2019428"/>
                <a:gd name="connsiteX3" fmla="*/ 941261 w 1206318"/>
                <a:gd name="connsiteY3" fmla="*/ 131783 h 2019428"/>
                <a:gd name="connsiteX4" fmla="*/ 981456 w 1206318"/>
                <a:gd name="connsiteY4" fmla="*/ 292661 h 2019428"/>
                <a:gd name="connsiteX5" fmla="*/ 947067 w 1206318"/>
                <a:gd name="connsiteY5" fmla="*/ 575623 h 2019428"/>
                <a:gd name="connsiteX6" fmla="*/ 1205647 w 1206318"/>
                <a:gd name="connsiteY6" fmla="*/ 890808 h 2019428"/>
                <a:gd name="connsiteX7" fmla="*/ 1075785 w 1206318"/>
                <a:gd name="connsiteY7" fmla="*/ 1044012 h 2019428"/>
                <a:gd name="connsiteX8" fmla="*/ 1034208 w 1206318"/>
                <a:gd name="connsiteY8" fmla="*/ 1255784 h 2019428"/>
                <a:gd name="connsiteX9" fmla="*/ 1147611 w 1206318"/>
                <a:gd name="connsiteY9" fmla="*/ 1820295 h 2019428"/>
                <a:gd name="connsiteX10" fmla="*/ 879983 w 120631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1025970 w 1206138"/>
                <a:gd name="connsiteY3" fmla="*/ 126291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150610"/>
                <a:gd name="connsiteY0" fmla="*/ 7983 h 2019428"/>
                <a:gd name="connsiteX1" fmla="*/ 398976 w 1150610"/>
                <a:gd name="connsiteY1" fmla="*/ 252774 h 2019428"/>
                <a:gd name="connsiteX2" fmla="*/ 789051 w 1150610"/>
                <a:gd name="connsiteY2" fmla="*/ 71490 h 2019428"/>
                <a:gd name="connsiteX3" fmla="*/ 1025970 w 1150610"/>
                <a:gd name="connsiteY3" fmla="*/ 126291 h 2019428"/>
                <a:gd name="connsiteX4" fmla="*/ 981456 w 1150610"/>
                <a:gd name="connsiteY4" fmla="*/ 292661 h 2019428"/>
                <a:gd name="connsiteX5" fmla="*/ 947067 w 1150610"/>
                <a:gd name="connsiteY5" fmla="*/ 575623 h 2019428"/>
                <a:gd name="connsiteX6" fmla="*/ 1111302 w 1150610"/>
                <a:gd name="connsiteY6" fmla="*/ 841566 h 2019428"/>
                <a:gd name="connsiteX7" fmla="*/ 1018872 w 1150610"/>
                <a:gd name="connsiteY7" fmla="*/ 1021999 h 2019428"/>
                <a:gd name="connsiteX8" fmla="*/ 1034208 w 1150610"/>
                <a:gd name="connsiteY8" fmla="*/ 1255784 h 2019428"/>
                <a:gd name="connsiteX9" fmla="*/ 1147611 w 1150610"/>
                <a:gd name="connsiteY9" fmla="*/ 1820295 h 2019428"/>
                <a:gd name="connsiteX10" fmla="*/ 879983 w 1150610"/>
                <a:gd name="connsiteY10" fmla="*/ 2019428 h 2019428"/>
                <a:gd name="connsiteX0" fmla="*/ 0 w 1150609"/>
                <a:gd name="connsiteY0" fmla="*/ 7983 h 2019428"/>
                <a:gd name="connsiteX1" fmla="*/ 398976 w 1150609"/>
                <a:gd name="connsiteY1" fmla="*/ 252774 h 2019428"/>
                <a:gd name="connsiteX2" fmla="*/ 789051 w 1150609"/>
                <a:gd name="connsiteY2" fmla="*/ 71490 h 2019428"/>
                <a:gd name="connsiteX3" fmla="*/ 1025970 w 1150609"/>
                <a:gd name="connsiteY3" fmla="*/ 126291 h 2019428"/>
                <a:gd name="connsiteX4" fmla="*/ 981456 w 1150609"/>
                <a:gd name="connsiteY4" fmla="*/ 292661 h 2019428"/>
                <a:gd name="connsiteX5" fmla="*/ 1014875 w 1150609"/>
                <a:gd name="connsiteY5" fmla="*/ 548294 h 2019428"/>
                <a:gd name="connsiteX6" fmla="*/ 1111302 w 1150609"/>
                <a:gd name="connsiteY6" fmla="*/ 841566 h 2019428"/>
                <a:gd name="connsiteX7" fmla="*/ 1018872 w 1150609"/>
                <a:gd name="connsiteY7" fmla="*/ 1021999 h 2019428"/>
                <a:gd name="connsiteX8" fmla="*/ 1034208 w 1150609"/>
                <a:gd name="connsiteY8" fmla="*/ 1255784 h 2019428"/>
                <a:gd name="connsiteX9" fmla="*/ 1147611 w 1150609"/>
                <a:gd name="connsiteY9" fmla="*/ 1820295 h 2019428"/>
                <a:gd name="connsiteX10" fmla="*/ 879983 w 1150609"/>
                <a:gd name="connsiteY10" fmla="*/ 2019428 h 2019428"/>
                <a:gd name="connsiteX0" fmla="*/ 0 w 1150609"/>
                <a:gd name="connsiteY0" fmla="*/ 8898 h 2020343"/>
                <a:gd name="connsiteX1" fmla="*/ 369247 w 1150609"/>
                <a:gd name="connsiteY1" fmla="*/ 219239 h 2020343"/>
                <a:gd name="connsiteX2" fmla="*/ 789051 w 1150609"/>
                <a:gd name="connsiteY2" fmla="*/ 72405 h 2020343"/>
                <a:gd name="connsiteX3" fmla="*/ 1025970 w 1150609"/>
                <a:gd name="connsiteY3" fmla="*/ 127206 h 2020343"/>
                <a:gd name="connsiteX4" fmla="*/ 981456 w 1150609"/>
                <a:gd name="connsiteY4" fmla="*/ 293576 h 2020343"/>
                <a:gd name="connsiteX5" fmla="*/ 1014875 w 1150609"/>
                <a:gd name="connsiteY5" fmla="*/ 549209 h 2020343"/>
                <a:gd name="connsiteX6" fmla="*/ 1111302 w 1150609"/>
                <a:gd name="connsiteY6" fmla="*/ 842481 h 2020343"/>
                <a:gd name="connsiteX7" fmla="*/ 1018872 w 1150609"/>
                <a:gd name="connsiteY7" fmla="*/ 1022914 h 2020343"/>
                <a:gd name="connsiteX8" fmla="*/ 1034208 w 1150609"/>
                <a:gd name="connsiteY8" fmla="*/ 1256699 h 2020343"/>
                <a:gd name="connsiteX9" fmla="*/ 1147611 w 1150609"/>
                <a:gd name="connsiteY9" fmla="*/ 1821210 h 2020343"/>
                <a:gd name="connsiteX10" fmla="*/ 879983 w 1150609"/>
                <a:gd name="connsiteY10" fmla="*/ 2020343 h 2020343"/>
                <a:gd name="connsiteX0" fmla="*/ 0 w 1150609"/>
                <a:gd name="connsiteY0" fmla="*/ 9974 h 2021419"/>
                <a:gd name="connsiteX1" fmla="*/ 351296 w 1150609"/>
                <a:gd name="connsiteY1" fmla="*/ 187869 h 2021419"/>
                <a:gd name="connsiteX2" fmla="*/ 789051 w 1150609"/>
                <a:gd name="connsiteY2" fmla="*/ 73481 h 2021419"/>
                <a:gd name="connsiteX3" fmla="*/ 1025970 w 1150609"/>
                <a:gd name="connsiteY3" fmla="*/ 128282 h 2021419"/>
                <a:gd name="connsiteX4" fmla="*/ 981456 w 1150609"/>
                <a:gd name="connsiteY4" fmla="*/ 294652 h 2021419"/>
                <a:gd name="connsiteX5" fmla="*/ 1014875 w 1150609"/>
                <a:gd name="connsiteY5" fmla="*/ 550285 h 2021419"/>
                <a:gd name="connsiteX6" fmla="*/ 1111302 w 1150609"/>
                <a:gd name="connsiteY6" fmla="*/ 843557 h 2021419"/>
                <a:gd name="connsiteX7" fmla="*/ 1018872 w 1150609"/>
                <a:gd name="connsiteY7" fmla="*/ 1023990 h 2021419"/>
                <a:gd name="connsiteX8" fmla="*/ 1034208 w 1150609"/>
                <a:gd name="connsiteY8" fmla="*/ 1257775 h 2021419"/>
                <a:gd name="connsiteX9" fmla="*/ 1147611 w 1150609"/>
                <a:gd name="connsiteY9" fmla="*/ 1822286 h 2021419"/>
                <a:gd name="connsiteX10" fmla="*/ 879983 w 1150609"/>
                <a:gd name="connsiteY10" fmla="*/ 2021419 h 2021419"/>
                <a:gd name="connsiteX0" fmla="*/ 0 w 1150609"/>
                <a:gd name="connsiteY0" fmla="*/ 9917 h 2021362"/>
                <a:gd name="connsiteX1" fmla="*/ 351296 w 1150609"/>
                <a:gd name="connsiteY1" fmla="*/ 187812 h 2021362"/>
                <a:gd name="connsiteX2" fmla="*/ 664942 w 1150609"/>
                <a:gd name="connsiteY2" fmla="*/ 63676 h 2021362"/>
                <a:gd name="connsiteX3" fmla="*/ 1025970 w 1150609"/>
                <a:gd name="connsiteY3" fmla="*/ 128225 h 2021362"/>
                <a:gd name="connsiteX4" fmla="*/ 981456 w 1150609"/>
                <a:gd name="connsiteY4" fmla="*/ 294595 h 2021362"/>
                <a:gd name="connsiteX5" fmla="*/ 1014875 w 1150609"/>
                <a:gd name="connsiteY5" fmla="*/ 550228 h 2021362"/>
                <a:gd name="connsiteX6" fmla="*/ 1111302 w 1150609"/>
                <a:gd name="connsiteY6" fmla="*/ 843500 h 2021362"/>
                <a:gd name="connsiteX7" fmla="*/ 1018872 w 1150609"/>
                <a:gd name="connsiteY7" fmla="*/ 1023933 h 2021362"/>
                <a:gd name="connsiteX8" fmla="*/ 1034208 w 1150609"/>
                <a:gd name="connsiteY8" fmla="*/ 1257718 h 2021362"/>
                <a:gd name="connsiteX9" fmla="*/ 1147611 w 1150609"/>
                <a:gd name="connsiteY9" fmla="*/ 1822229 h 2021362"/>
                <a:gd name="connsiteX10" fmla="*/ 879983 w 1150609"/>
                <a:gd name="connsiteY10" fmla="*/ 2021362 h 2021362"/>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81456 w 1148931"/>
                <a:gd name="connsiteY4" fmla="*/ 294595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989724 w 1148931"/>
                <a:gd name="connsiteY3" fmla="*/ 144812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8931" h="2117316">
                  <a:moveTo>
                    <a:pt x="0" y="9917"/>
                  </a:moveTo>
                  <a:cubicBezTo>
                    <a:pt x="84947" y="-49736"/>
                    <a:pt x="240472" y="178852"/>
                    <a:pt x="351296" y="187812"/>
                  </a:cubicBezTo>
                  <a:cubicBezTo>
                    <a:pt x="462120" y="196772"/>
                    <a:pt x="558537" y="70843"/>
                    <a:pt x="664942" y="63676"/>
                  </a:cubicBezTo>
                  <a:cubicBezTo>
                    <a:pt x="771347" y="56509"/>
                    <a:pt x="934461" y="95153"/>
                    <a:pt x="989724" y="144812"/>
                  </a:cubicBezTo>
                  <a:cubicBezTo>
                    <a:pt x="1044987" y="194471"/>
                    <a:pt x="992805" y="304668"/>
                    <a:pt x="996520" y="361628"/>
                  </a:cubicBezTo>
                  <a:cubicBezTo>
                    <a:pt x="1001473" y="438018"/>
                    <a:pt x="995745" y="469916"/>
                    <a:pt x="1014875" y="550228"/>
                  </a:cubicBezTo>
                  <a:cubicBezTo>
                    <a:pt x="1034005" y="630540"/>
                    <a:pt x="1084061" y="727486"/>
                    <a:pt x="1111302" y="843500"/>
                  </a:cubicBezTo>
                  <a:cubicBezTo>
                    <a:pt x="1123113" y="893602"/>
                    <a:pt x="1012586" y="972879"/>
                    <a:pt x="1018872" y="1023933"/>
                  </a:cubicBezTo>
                  <a:cubicBezTo>
                    <a:pt x="1005919" y="1130938"/>
                    <a:pt x="1041637" y="1147514"/>
                    <a:pt x="1034208" y="1257718"/>
                  </a:cubicBezTo>
                  <a:cubicBezTo>
                    <a:pt x="1025064" y="1393068"/>
                    <a:pt x="1163836" y="1678963"/>
                    <a:pt x="1147611" y="1822229"/>
                  </a:cubicBezTo>
                  <a:cubicBezTo>
                    <a:pt x="1131386" y="1965495"/>
                    <a:pt x="1014292" y="2040922"/>
                    <a:pt x="936859" y="2117316"/>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41EABCA8-7625-2067-06B4-D5A9DB8E1973}"/>
                </a:ext>
              </a:extLst>
            </p:cNvPr>
            <p:cNvSpPr/>
            <p:nvPr userDrawn="1"/>
          </p:nvSpPr>
          <p:spPr>
            <a:xfrm rot="519002" flipH="1">
              <a:off x="11921411" y="3093930"/>
              <a:ext cx="342354" cy="706216"/>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18817 w 704159"/>
                <a:gd name="connsiteY0" fmla="*/ 533652 h 819436"/>
                <a:gd name="connsiteX1" fmla="*/ 127879 w 704159"/>
                <a:gd name="connsiteY1" fmla="*/ 280859 h 819436"/>
                <a:gd name="connsiteX2" fmla="*/ 251323 w 704159"/>
                <a:gd name="connsiteY2" fmla="*/ 97026 h 819436"/>
                <a:gd name="connsiteX3" fmla="*/ 440775 w 704159"/>
                <a:gd name="connsiteY3" fmla="*/ 2253 h 819436"/>
                <a:gd name="connsiteX4" fmla="*/ 592984 w 704159"/>
                <a:gd name="connsiteY4" fmla="*/ 33875 h 819436"/>
                <a:gd name="connsiteX5" fmla="*/ 699188 w 704159"/>
                <a:gd name="connsiteY5" fmla="*/ 214851 h 819436"/>
                <a:gd name="connsiteX6" fmla="*/ 681948 w 704159"/>
                <a:gd name="connsiteY6" fmla="*/ 418781 h 819436"/>
                <a:gd name="connsiteX7" fmla="*/ 581459 w 704159"/>
                <a:gd name="connsiteY7" fmla="*/ 616996 h 819436"/>
                <a:gd name="connsiteX8" fmla="*/ 343143 w 704159"/>
                <a:gd name="connsiteY8" fmla="*/ 780731 h 819436"/>
                <a:gd name="connsiteX9" fmla="*/ 162264 w 704159"/>
                <a:gd name="connsiteY9" fmla="*/ 818069 h 819436"/>
                <a:gd name="connsiteX10" fmla="*/ 10054 w 704159"/>
                <a:gd name="connsiteY10" fmla="*/ 720438 h 819436"/>
                <a:gd name="connsiteX11" fmla="*/ 211865 w 704159"/>
                <a:gd name="connsiteY11" fmla="*/ 686367 h 819436"/>
                <a:gd name="connsiteX0" fmla="*/ 8763 w 694105"/>
                <a:gd name="connsiteY0" fmla="*/ 533652 h 819436"/>
                <a:gd name="connsiteX1" fmla="*/ 117825 w 694105"/>
                <a:gd name="connsiteY1" fmla="*/ 280859 h 819436"/>
                <a:gd name="connsiteX2" fmla="*/ 241269 w 694105"/>
                <a:gd name="connsiteY2" fmla="*/ 97026 h 819436"/>
                <a:gd name="connsiteX3" fmla="*/ 430721 w 694105"/>
                <a:gd name="connsiteY3" fmla="*/ 2253 h 819436"/>
                <a:gd name="connsiteX4" fmla="*/ 582930 w 694105"/>
                <a:gd name="connsiteY4" fmla="*/ 33875 h 819436"/>
                <a:gd name="connsiteX5" fmla="*/ 689134 w 694105"/>
                <a:gd name="connsiteY5" fmla="*/ 214851 h 819436"/>
                <a:gd name="connsiteX6" fmla="*/ 671894 w 694105"/>
                <a:gd name="connsiteY6" fmla="*/ 418781 h 819436"/>
                <a:gd name="connsiteX7" fmla="*/ 571405 w 694105"/>
                <a:gd name="connsiteY7" fmla="*/ 616996 h 819436"/>
                <a:gd name="connsiteX8" fmla="*/ 333089 w 694105"/>
                <a:gd name="connsiteY8" fmla="*/ 780731 h 819436"/>
                <a:gd name="connsiteX9" fmla="*/ 152210 w 694105"/>
                <a:gd name="connsiteY9" fmla="*/ 818069 h 819436"/>
                <a:gd name="connsiteX10" fmla="*/ 0 w 694105"/>
                <a:gd name="connsiteY10" fmla="*/ 720438 h 819436"/>
                <a:gd name="connsiteX0" fmla="*/ 117825 w 694105"/>
                <a:gd name="connsiteY0" fmla="*/ 280859 h 819436"/>
                <a:gd name="connsiteX1" fmla="*/ 241269 w 694105"/>
                <a:gd name="connsiteY1" fmla="*/ 97026 h 819436"/>
                <a:gd name="connsiteX2" fmla="*/ 430721 w 694105"/>
                <a:gd name="connsiteY2" fmla="*/ 2253 h 819436"/>
                <a:gd name="connsiteX3" fmla="*/ 582930 w 694105"/>
                <a:gd name="connsiteY3" fmla="*/ 33875 h 819436"/>
                <a:gd name="connsiteX4" fmla="*/ 689134 w 694105"/>
                <a:gd name="connsiteY4" fmla="*/ 214851 h 819436"/>
                <a:gd name="connsiteX5" fmla="*/ 671894 w 694105"/>
                <a:gd name="connsiteY5" fmla="*/ 418781 h 819436"/>
                <a:gd name="connsiteX6" fmla="*/ 571405 w 694105"/>
                <a:gd name="connsiteY6" fmla="*/ 616996 h 819436"/>
                <a:gd name="connsiteX7" fmla="*/ 333089 w 694105"/>
                <a:gd name="connsiteY7" fmla="*/ 780731 h 819436"/>
                <a:gd name="connsiteX8" fmla="*/ 152210 w 694105"/>
                <a:gd name="connsiteY8" fmla="*/ 818069 h 819436"/>
                <a:gd name="connsiteX9" fmla="*/ 0 w 694105"/>
                <a:gd name="connsiteY9" fmla="*/ 720438 h 819436"/>
                <a:gd name="connsiteX0" fmla="*/ -1 w 576279"/>
                <a:gd name="connsiteY0" fmla="*/ 280859 h 819436"/>
                <a:gd name="connsiteX1" fmla="*/ 123443 w 576279"/>
                <a:gd name="connsiteY1" fmla="*/ 97026 h 819436"/>
                <a:gd name="connsiteX2" fmla="*/ 312895 w 576279"/>
                <a:gd name="connsiteY2" fmla="*/ 2253 h 819436"/>
                <a:gd name="connsiteX3" fmla="*/ 465104 w 576279"/>
                <a:gd name="connsiteY3" fmla="*/ 33875 h 819436"/>
                <a:gd name="connsiteX4" fmla="*/ 571308 w 576279"/>
                <a:gd name="connsiteY4" fmla="*/ 214851 h 819436"/>
                <a:gd name="connsiteX5" fmla="*/ 554068 w 576279"/>
                <a:gd name="connsiteY5" fmla="*/ 418781 h 819436"/>
                <a:gd name="connsiteX6" fmla="*/ 453579 w 576279"/>
                <a:gd name="connsiteY6" fmla="*/ 616996 h 819436"/>
                <a:gd name="connsiteX7" fmla="*/ 215263 w 576279"/>
                <a:gd name="connsiteY7" fmla="*/ 780731 h 819436"/>
                <a:gd name="connsiteX8" fmla="*/ 34384 w 576279"/>
                <a:gd name="connsiteY8" fmla="*/ 818069 h 819436"/>
                <a:gd name="connsiteX0" fmla="*/ 9288 w 585568"/>
                <a:gd name="connsiteY0" fmla="*/ 280859 h 1207312"/>
                <a:gd name="connsiteX1" fmla="*/ 132732 w 585568"/>
                <a:gd name="connsiteY1" fmla="*/ 97026 h 1207312"/>
                <a:gd name="connsiteX2" fmla="*/ 322184 w 585568"/>
                <a:gd name="connsiteY2" fmla="*/ 2253 h 1207312"/>
                <a:gd name="connsiteX3" fmla="*/ 474393 w 585568"/>
                <a:gd name="connsiteY3" fmla="*/ 33875 h 1207312"/>
                <a:gd name="connsiteX4" fmla="*/ 580597 w 585568"/>
                <a:gd name="connsiteY4" fmla="*/ 214851 h 1207312"/>
                <a:gd name="connsiteX5" fmla="*/ 563357 w 585568"/>
                <a:gd name="connsiteY5" fmla="*/ 418781 h 1207312"/>
                <a:gd name="connsiteX6" fmla="*/ 462868 w 585568"/>
                <a:gd name="connsiteY6" fmla="*/ 616996 h 1207312"/>
                <a:gd name="connsiteX7" fmla="*/ 224552 w 585568"/>
                <a:gd name="connsiteY7" fmla="*/ 780731 h 1207312"/>
                <a:gd name="connsiteX8" fmla="*/ 0 w 585568"/>
                <a:gd name="connsiteY8" fmla="*/ 1207212 h 1207312"/>
                <a:gd name="connsiteX0" fmla="*/ 132732 w 585568"/>
                <a:gd name="connsiteY0" fmla="*/ 97026 h 1207312"/>
                <a:gd name="connsiteX1" fmla="*/ 322184 w 585568"/>
                <a:gd name="connsiteY1" fmla="*/ 2253 h 1207312"/>
                <a:gd name="connsiteX2" fmla="*/ 474393 w 585568"/>
                <a:gd name="connsiteY2" fmla="*/ 33875 h 1207312"/>
                <a:gd name="connsiteX3" fmla="*/ 580597 w 585568"/>
                <a:gd name="connsiteY3" fmla="*/ 214851 h 1207312"/>
                <a:gd name="connsiteX4" fmla="*/ 563357 w 585568"/>
                <a:gd name="connsiteY4" fmla="*/ 418781 h 1207312"/>
                <a:gd name="connsiteX5" fmla="*/ 462868 w 585568"/>
                <a:gd name="connsiteY5" fmla="*/ 616996 h 1207312"/>
                <a:gd name="connsiteX6" fmla="*/ 224552 w 585568"/>
                <a:gd name="connsiteY6" fmla="*/ 780731 h 1207312"/>
                <a:gd name="connsiteX7" fmla="*/ 0 w 585568"/>
                <a:gd name="connsiteY7" fmla="*/ 1207212 h 1207312"/>
                <a:gd name="connsiteX0" fmla="*/ 322184 w 585568"/>
                <a:gd name="connsiteY0" fmla="*/ 2253 h 1207312"/>
                <a:gd name="connsiteX1" fmla="*/ 474393 w 585568"/>
                <a:gd name="connsiteY1" fmla="*/ 33875 h 1207312"/>
                <a:gd name="connsiteX2" fmla="*/ 580597 w 585568"/>
                <a:gd name="connsiteY2" fmla="*/ 214851 h 1207312"/>
                <a:gd name="connsiteX3" fmla="*/ 563357 w 585568"/>
                <a:gd name="connsiteY3" fmla="*/ 418781 h 1207312"/>
                <a:gd name="connsiteX4" fmla="*/ 462868 w 585568"/>
                <a:gd name="connsiteY4" fmla="*/ 616996 h 1207312"/>
                <a:gd name="connsiteX5" fmla="*/ 224552 w 585568"/>
                <a:gd name="connsiteY5" fmla="*/ 780731 h 1207312"/>
                <a:gd name="connsiteX6" fmla="*/ 0 w 585568"/>
                <a:gd name="connsiteY6" fmla="*/ 1207212 h 1207312"/>
                <a:gd name="connsiteX0" fmla="*/ 258629 w 585568"/>
                <a:gd name="connsiteY0" fmla="*/ 16216 h 1187842"/>
                <a:gd name="connsiteX1" fmla="*/ 474393 w 585568"/>
                <a:gd name="connsiteY1" fmla="*/ 14405 h 1187842"/>
                <a:gd name="connsiteX2" fmla="*/ 580597 w 585568"/>
                <a:gd name="connsiteY2" fmla="*/ 195381 h 1187842"/>
                <a:gd name="connsiteX3" fmla="*/ 563357 w 585568"/>
                <a:gd name="connsiteY3" fmla="*/ 399311 h 1187842"/>
                <a:gd name="connsiteX4" fmla="*/ 462868 w 585568"/>
                <a:gd name="connsiteY4" fmla="*/ 597526 h 1187842"/>
                <a:gd name="connsiteX5" fmla="*/ 224552 w 585568"/>
                <a:gd name="connsiteY5" fmla="*/ 761261 h 1187842"/>
                <a:gd name="connsiteX6" fmla="*/ 0 w 585568"/>
                <a:gd name="connsiteY6" fmla="*/ 1187742 h 1187842"/>
                <a:gd name="connsiteX0" fmla="*/ 258629 w 722777"/>
                <a:gd name="connsiteY0" fmla="*/ 7837 h 1179463"/>
                <a:gd name="connsiteX1" fmla="*/ 474393 w 722777"/>
                <a:gd name="connsiteY1" fmla="*/ 6026 h 1179463"/>
                <a:gd name="connsiteX2" fmla="*/ 722052 w 722777"/>
                <a:gd name="connsiteY2" fmla="*/ 72558 h 1179463"/>
                <a:gd name="connsiteX3" fmla="*/ 563357 w 722777"/>
                <a:gd name="connsiteY3" fmla="*/ 390932 h 1179463"/>
                <a:gd name="connsiteX4" fmla="*/ 462868 w 722777"/>
                <a:gd name="connsiteY4" fmla="*/ 589147 h 1179463"/>
                <a:gd name="connsiteX5" fmla="*/ 224552 w 722777"/>
                <a:gd name="connsiteY5" fmla="*/ 752882 h 1179463"/>
                <a:gd name="connsiteX6" fmla="*/ 0 w 722777"/>
                <a:gd name="connsiteY6" fmla="*/ 1179363 h 117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77" h="1179463">
                  <a:moveTo>
                    <a:pt x="258629" y="7837"/>
                  </a:moveTo>
                  <a:cubicBezTo>
                    <a:pt x="311969" y="883"/>
                    <a:pt x="397156" y="-4761"/>
                    <a:pt x="474393" y="6026"/>
                  </a:cubicBezTo>
                  <a:cubicBezTo>
                    <a:pt x="551630" y="16813"/>
                    <a:pt x="710050" y="644"/>
                    <a:pt x="722052" y="72558"/>
                  </a:cubicBezTo>
                  <a:cubicBezTo>
                    <a:pt x="733482" y="140661"/>
                    <a:pt x="606554" y="304834"/>
                    <a:pt x="563357" y="390932"/>
                  </a:cubicBezTo>
                  <a:cubicBezTo>
                    <a:pt x="520160" y="477030"/>
                    <a:pt x="511160" y="531997"/>
                    <a:pt x="462868" y="589147"/>
                  </a:cubicBezTo>
                  <a:cubicBezTo>
                    <a:pt x="400003" y="663537"/>
                    <a:pt x="301697" y="654513"/>
                    <a:pt x="224552" y="752882"/>
                  </a:cubicBezTo>
                  <a:cubicBezTo>
                    <a:pt x="147407" y="851251"/>
                    <a:pt x="62293" y="1186125"/>
                    <a:pt x="0" y="1179363"/>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6" name="Freeform: Shape 25">
              <a:extLst>
                <a:ext uri="{FF2B5EF4-FFF2-40B4-BE49-F238E27FC236}">
                  <a16:creationId xmlns:a16="http://schemas.microsoft.com/office/drawing/2014/main" id="{A0C11C12-76BA-9ED3-679E-D39CAD271664}"/>
                </a:ext>
              </a:extLst>
            </p:cNvPr>
            <p:cNvSpPr/>
            <p:nvPr userDrawn="1"/>
          </p:nvSpPr>
          <p:spPr>
            <a:xfrm rot="5695041" flipH="1">
              <a:off x="11382449" y="3147740"/>
              <a:ext cx="1244306" cy="448259"/>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19030 w 448600"/>
                <a:gd name="connsiteY0" fmla="*/ 506192 h 629586"/>
                <a:gd name="connsiteX1" fmla="*/ 270484 w 448600"/>
                <a:gd name="connsiteY1" fmla="*/ 625416 h 629586"/>
                <a:gd name="connsiteX2" fmla="*/ 378117 w 448600"/>
                <a:gd name="connsiteY2" fmla="*/ 587507 h 629586"/>
                <a:gd name="connsiteX3" fmla="*/ 448288 w 448600"/>
                <a:gd name="connsiteY3" fmla="*/ 444311 h 629586"/>
                <a:gd name="connsiteX4" fmla="*/ 432818 w 448600"/>
                <a:gd name="connsiteY4" fmla="*/ 259984 h 629586"/>
                <a:gd name="connsiteX5" fmla="*/ 334655 w 448600"/>
                <a:gd name="connsiteY5" fmla="*/ 79067 h 629586"/>
                <a:gd name="connsiteX6" fmla="*/ 196129 w 448600"/>
                <a:gd name="connsiteY6" fmla="*/ 155 h 629586"/>
                <a:gd name="connsiteX7" fmla="*/ 37561 w 448600"/>
                <a:gd name="connsiteY7" fmla="*/ 96502 h 629586"/>
                <a:gd name="connsiteX8" fmla="*/ 3965 w 448600"/>
                <a:gd name="connsiteY8" fmla="*/ 355452 h 629586"/>
                <a:gd name="connsiteX9" fmla="*/ 119030 w 448600"/>
                <a:gd name="connsiteY9" fmla="*/ 506192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9" fmla="*/ 77645 w 448600"/>
                <a:gd name="connsiteY9" fmla="*/ 178364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0" fmla="*/ 7433 w 480317"/>
                <a:gd name="connsiteY0" fmla="*/ 269195 h 629586"/>
                <a:gd name="connsiteX1" fmla="*/ 35682 w 480317"/>
                <a:gd name="connsiteY1" fmla="*/ 355452 h 629586"/>
                <a:gd name="connsiteX2" fmla="*/ 150747 w 480317"/>
                <a:gd name="connsiteY2" fmla="*/ 506192 h 629586"/>
                <a:gd name="connsiteX3" fmla="*/ 302201 w 480317"/>
                <a:gd name="connsiteY3" fmla="*/ 625416 h 629586"/>
                <a:gd name="connsiteX4" fmla="*/ 409834 w 480317"/>
                <a:gd name="connsiteY4" fmla="*/ 587507 h 629586"/>
                <a:gd name="connsiteX5" fmla="*/ 480005 w 480317"/>
                <a:gd name="connsiteY5" fmla="*/ 444311 h 629586"/>
                <a:gd name="connsiteX6" fmla="*/ 464535 w 480317"/>
                <a:gd name="connsiteY6" fmla="*/ 259984 h 629586"/>
                <a:gd name="connsiteX7" fmla="*/ 366372 w 480317"/>
                <a:gd name="connsiteY7" fmla="*/ 79067 h 629586"/>
                <a:gd name="connsiteX8" fmla="*/ 227846 w 480317"/>
                <a:gd name="connsiteY8" fmla="*/ 155 h 629586"/>
                <a:gd name="connsiteX0" fmla="*/ 11530 w 484414"/>
                <a:gd name="connsiteY0" fmla="*/ 269195 h 629586"/>
                <a:gd name="connsiteX1" fmla="*/ 18959 w 484414"/>
                <a:gd name="connsiteY1" fmla="*/ 367091 h 629586"/>
                <a:gd name="connsiteX2" fmla="*/ 154844 w 484414"/>
                <a:gd name="connsiteY2" fmla="*/ 506192 h 629586"/>
                <a:gd name="connsiteX3" fmla="*/ 306298 w 484414"/>
                <a:gd name="connsiteY3" fmla="*/ 625416 h 629586"/>
                <a:gd name="connsiteX4" fmla="*/ 413931 w 484414"/>
                <a:gd name="connsiteY4" fmla="*/ 587507 h 629586"/>
                <a:gd name="connsiteX5" fmla="*/ 484102 w 484414"/>
                <a:gd name="connsiteY5" fmla="*/ 444311 h 629586"/>
                <a:gd name="connsiteX6" fmla="*/ 468632 w 484414"/>
                <a:gd name="connsiteY6" fmla="*/ 259984 h 629586"/>
                <a:gd name="connsiteX7" fmla="*/ 370469 w 484414"/>
                <a:gd name="connsiteY7" fmla="*/ 79067 h 629586"/>
                <a:gd name="connsiteX8" fmla="*/ 231943 w 484414"/>
                <a:gd name="connsiteY8" fmla="*/ 155 h 629586"/>
                <a:gd name="connsiteX0" fmla="*/ 11530 w 484414"/>
                <a:gd name="connsiteY0" fmla="*/ 190128 h 550519"/>
                <a:gd name="connsiteX1" fmla="*/ 18959 w 484414"/>
                <a:gd name="connsiteY1" fmla="*/ 288024 h 550519"/>
                <a:gd name="connsiteX2" fmla="*/ 154844 w 484414"/>
                <a:gd name="connsiteY2" fmla="*/ 427125 h 550519"/>
                <a:gd name="connsiteX3" fmla="*/ 306298 w 484414"/>
                <a:gd name="connsiteY3" fmla="*/ 546349 h 550519"/>
                <a:gd name="connsiteX4" fmla="*/ 413931 w 484414"/>
                <a:gd name="connsiteY4" fmla="*/ 508440 h 550519"/>
                <a:gd name="connsiteX5" fmla="*/ 484102 w 484414"/>
                <a:gd name="connsiteY5" fmla="*/ 365244 h 550519"/>
                <a:gd name="connsiteX6" fmla="*/ 468632 w 484414"/>
                <a:gd name="connsiteY6" fmla="*/ 180917 h 550519"/>
                <a:gd name="connsiteX7" fmla="*/ 370469 w 484414"/>
                <a:gd name="connsiteY7" fmla="*/ 0 h 550519"/>
                <a:gd name="connsiteX0" fmla="*/ 11530 w 484414"/>
                <a:gd name="connsiteY0" fmla="*/ 9211 h 369602"/>
                <a:gd name="connsiteX1" fmla="*/ 18959 w 484414"/>
                <a:gd name="connsiteY1" fmla="*/ 107107 h 369602"/>
                <a:gd name="connsiteX2" fmla="*/ 154844 w 484414"/>
                <a:gd name="connsiteY2" fmla="*/ 246208 h 369602"/>
                <a:gd name="connsiteX3" fmla="*/ 306298 w 484414"/>
                <a:gd name="connsiteY3" fmla="*/ 365432 h 369602"/>
                <a:gd name="connsiteX4" fmla="*/ 413931 w 484414"/>
                <a:gd name="connsiteY4" fmla="*/ 327523 h 369602"/>
                <a:gd name="connsiteX5" fmla="*/ 484102 w 484414"/>
                <a:gd name="connsiteY5" fmla="*/ 184327 h 369602"/>
                <a:gd name="connsiteX6" fmla="*/ 468632 w 484414"/>
                <a:gd name="connsiteY6" fmla="*/ 0 h 369602"/>
                <a:gd name="connsiteX0" fmla="*/ 11530 w 484414"/>
                <a:gd name="connsiteY0" fmla="*/ 9211 h 414414"/>
                <a:gd name="connsiteX1" fmla="*/ 18959 w 484414"/>
                <a:gd name="connsiteY1" fmla="*/ 107107 h 414414"/>
                <a:gd name="connsiteX2" fmla="*/ 154844 w 484414"/>
                <a:gd name="connsiteY2" fmla="*/ 246208 h 414414"/>
                <a:gd name="connsiteX3" fmla="*/ 306298 w 484414"/>
                <a:gd name="connsiteY3" fmla="*/ 365432 h 414414"/>
                <a:gd name="connsiteX4" fmla="*/ 413918 w 484414"/>
                <a:gd name="connsiteY4" fmla="*/ 404004 h 414414"/>
                <a:gd name="connsiteX5" fmla="*/ 484102 w 484414"/>
                <a:gd name="connsiteY5" fmla="*/ 184327 h 414414"/>
                <a:gd name="connsiteX6" fmla="*/ 468632 w 484414"/>
                <a:gd name="connsiteY6" fmla="*/ 0 h 414414"/>
                <a:gd name="connsiteX0" fmla="*/ 11530 w 471262"/>
                <a:gd name="connsiteY0" fmla="*/ 9211 h 412937"/>
                <a:gd name="connsiteX1" fmla="*/ 18959 w 471262"/>
                <a:gd name="connsiteY1" fmla="*/ 107107 h 412937"/>
                <a:gd name="connsiteX2" fmla="*/ 154844 w 471262"/>
                <a:gd name="connsiteY2" fmla="*/ 246208 h 412937"/>
                <a:gd name="connsiteX3" fmla="*/ 306298 w 471262"/>
                <a:gd name="connsiteY3" fmla="*/ 365432 h 412937"/>
                <a:gd name="connsiteX4" fmla="*/ 413918 w 471262"/>
                <a:gd name="connsiteY4" fmla="*/ 404004 h 412937"/>
                <a:gd name="connsiteX5" fmla="*/ 443615 w 471262"/>
                <a:gd name="connsiteY5" fmla="*/ 205622 h 412937"/>
                <a:gd name="connsiteX6" fmla="*/ 468632 w 471262"/>
                <a:gd name="connsiteY6" fmla="*/ 0 h 412937"/>
                <a:gd name="connsiteX0" fmla="*/ 11530 w 527214"/>
                <a:gd name="connsiteY0" fmla="*/ 0 h 403726"/>
                <a:gd name="connsiteX1" fmla="*/ 18959 w 527214"/>
                <a:gd name="connsiteY1" fmla="*/ 97896 h 403726"/>
                <a:gd name="connsiteX2" fmla="*/ 154844 w 527214"/>
                <a:gd name="connsiteY2" fmla="*/ 236997 h 403726"/>
                <a:gd name="connsiteX3" fmla="*/ 306298 w 527214"/>
                <a:gd name="connsiteY3" fmla="*/ 356221 h 403726"/>
                <a:gd name="connsiteX4" fmla="*/ 413918 w 527214"/>
                <a:gd name="connsiteY4" fmla="*/ 394793 h 403726"/>
                <a:gd name="connsiteX5" fmla="*/ 443615 w 527214"/>
                <a:gd name="connsiteY5" fmla="*/ 196411 h 403726"/>
                <a:gd name="connsiteX6" fmla="*/ 526067 w 527214"/>
                <a:gd name="connsiteY6" fmla="*/ 75178 h 403726"/>
                <a:gd name="connsiteX0" fmla="*/ 11530 w 527214"/>
                <a:gd name="connsiteY0" fmla="*/ 0 h 403615"/>
                <a:gd name="connsiteX1" fmla="*/ 18959 w 527214"/>
                <a:gd name="connsiteY1" fmla="*/ 97896 h 403615"/>
                <a:gd name="connsiteX2" fmla="*/ 184584 w 527214"/>
                <a:gd name="connsiteY2" fmla="*/ 242223 h 403615"/>
                <a:gd name="connsiteX3" fmla="*/ 306298 w 527214"/>
                <a:gd name="connsiteY3" fmla="*/ 356221 h 403615"/>
                <a:gd name="connsiteX4" fmla="*/ 413918 w 527214"/>
                <a:gd name="connsiteY4" fmla="*/ 394793 h 403615"/>
                <a:gd name="connsiteX5" fmla="*/ 443615 w 527214"/>
                <a:gd name="connsiteY5" fmla="*/ 196411 h 403615"/>
                <a:gd name="connsiteX6" fmla="*/ 526067 w 527214"/>
                <a:gd name="connsiteY6" fmla="*/ 75178 h 403615"/>
                <a:gd name="connsiteX0" fmla="*/ 11530 w 527214"/>
                <a:gd name="connsiteY0" fmla="*/ 0 h 416562"/>
                <a:gd name="connsiteX1" fmla="*/ 18959 w 527214"/>
                <a:gd name="connsiteY1" fmla="*/ 97896 h 416562"/>
                <a:gd name="connsiteX2" fmla="*/ 184584 w 527214"/>
                <a:gd name="connsiteY2" fmla="*/ 242223 h 416562"/>
                <a:gd name="connsiteX3" fmla="*/ 306298 w 527214"/>
                <a:gd name="connsiteY3" fmla="*/ 356221 h 416562"/>
                <a:gd name="connsiteX4" fmla="*/ 413918 w 527214"/>
                <a:gd name="connsiteY4" fmla="*/ 394793 h 416562"/>
                <a:gd name="connsiteX5" fmla="*/ 443615 w 527214"/>
                <a:gd name="connsiteY5" fmla="*/ 196411 h 416562"/>
                <a:gd name="connsiteX6" fmla="*/ 526067 w 527214"/>
                <a:gd name="connsiteY6" fmla="*/ 75178 h 416562"/>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2371"/>
                <a:gd name="connsiteX1" fmla="*/ 18959 w 527214"/>
                <a:gd name="connsiteY1" fmla="*/ 97896 h 402371"/>
                <a:gd name="connsiteX2" fmla="*/ 184584 w 527214"/>
                <a:gd name="connsiteY2" fmla="*/ 242223 h 402371"/>
                <a:gd name="connsiteX3" fmla="*/ 306298 w 527214"/>
                <a:gd name="connsiteY3" fmla="*/ 356221 h 402371"/>
                <a:gd name="connsiteX4" fmla="*/ 419229 w 527214"/>
                <a:gd name="connsiteY4" fmla="*/ 395726 h 402371"/>
                <a:gd name="connsiteX5" fmla="*/ 443615 w 527214"/>
                <a:gd name="connsiteY5" fmla="*/ 196411 h 402371"/>
                <a:gd name="connsiteX6" fmla="*/ 526067 w 527214"/>
                <a:gd name="connsiteY6" fmla="*/ 75178 h 402371"/>
                <a:gd name="connsiteX0" fmla="*/ 11530 w 545426"/>
                <a:gd name="connsiteY0" fmla="*/ 0 h 402371"/>
                <a:gd name="connsiteX1" fmla="*/ 18959 w 545426"/>
                <a:gd name="connsiteY1" fmla="*/ 97896 h 402371"/>
                <a:gd name="connsiteX2" fmla="*/ 184584 w 545426"/>
                <a:gd name="connsiteY2" fmla="*/ 242223 h 402371"/>
                <a:gd name="connsiteX3" fmla="*/ 306298 w 545426"/>
                <a:gd name="connsiteY3" fmla="*/ 356221 h 402371"/>
                <a:gd name="connsiteX4" fmla="*/ 419229 w 545426"/>
                <a:gd name="connsiteY4" fmla="*/ 395726 h 402371"/>
                <a:gd name="connsiteX5" fmla="*/ 443615 w 545426"/>
                <a:gd name="connsiteY5" fmla="*/ 196411 h 402371"/>
                <a:gd name="connsiteX6" fmla="*/ 544454 w 545426"/>
                <a:gd name="connsiteY6" fmla="*/ 95892 h 402371"/>
                <a:gd name="connsiteX0" fmla="*/ 11530 w 545455"/>
                <a:gd name="connsiteY0" fmla="*/ 0 h 401306"/>
                <a:gd name="connsiteX1" fmla="*/ 18959 w 545455"/>
                <a:gd name="connsiteY1" fmla="*/ 97896 h 401306"/>
                <a:gd name="connsiteX2" fmla="*/ 184584 w 545455"/>
                <a:gd name="connsiteY2" fmla="*/ 242223 h 401306"/>
                <a:gd name="connsiteX3" fmla="*/ 306298 w 545455"/>
                <a:gd name="connsiteY3" fmla="*/ 356221 h 401306"/>
                <a:gd name="connsiteX4" fmla="*/ 419229 w 545455"/>
                <a:gd name="connsiteY4" fmla="*/ 395726 h 401306"/>
                <a:gd name="connsiteX5" fmla="*/ 447132 w 545455"/>
                <a:gd name="connsiteY5" fmla="*/ 214512 h 401306"/>
                <a:gd name="connsiteX6" fmla="*/ 544454 w 545455"/>
                <a:gd name="connsiteY6" fmla="*/ 95892 h 40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455" h="401306">
                  <a:moveTo>
                    <a:pt x="11530" y="0"/>
                  </a:moveTo>
                  <a:cubicBezTo>
                    <a:pt x="-11858" y="53086"/>
                    <a:pt x="5381" y="29614"/>
                    <a:pt x="18959" y="97896"/>
                  </a:cubicBezTo>
                  <a:cubicBezTo>
                    <a:pt x="32537" y="166178"/>
                    <a:pt x="148804" y="191099"/>
                    <a:pt x="184584" y="242223"/>
                  </a:cubicBezTo>
                  <a:cubicBezTo>
                    <a:pt x="275278" y="267377"/>
                    <a:pt x="238479" y="351815"/>
                    <a:pt x="306298" y="356221"/>
                  </a:cubicBezTo>
                  <a:cubicBezTo>
                    <a:pt x="374117" y="360627"/>
                    <a:pt x="395757" y="419344"/>
                    <a:pt x="419229" y="395726"/>
                  </a:cubicBezTo>
                  <a:cubicBezTo>
                    <a:pt x="442701" y="372108"/>
                    <a:pt x="446084" y="263280"/>
                    <a:pt x="447132" y="214512"/>
                  </a:cubicBezTo>
                  <a:cubicBezTo>
                    <a:pt x="448751" y="140979"/>
                    <a:pt x="556931" y="168186"/>
                    <a:pt x="544454" y="95892"/>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7" name="Freeform: Shape 26">
              <a:extLst>
                <a:ext uri="{FF2B5EF4-FFF2-40B4-BE49-F238E27FC236}">
                  <a16:creationId xmlns:a16="http://schemas.microsoft.com/office/drawing/2014/main" id="{8057C70F-29C8-C734-DC94-7799A28E91A6}"/>
                </a:ext>
              </a:extLst>
            </p:cNvPr>
            <p:cNvSpPr/>
            <p:nvPr userDrawn="1"/>
          </p:nvSpPr>
          <p:spPr>
            <a:xfrm rot="5333597" flipH="1">
              <a:off x="10967283" y="3510827"/>
              <a:ext cx="1156134" cy="1309973"/>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270944 w 1123765"/>
                <a:gd name="connsiteY4" fmla="*/ 127716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819454 w 976388"/>
                <a:gd name="connsiteY0" fmla="*/ 0 h 2498494"/>
                <a:gd name="connsiteX1" fmla="*/ 974855 w 976388"/>
                <a:gd name="connsiteY1" fmla="*/ 227283 h 2498494"/>
                <a:gd name="connsiteX2" fmla="*/ 691806 w 976388"/>
                <a:gd name="connsiteY2" fmla="*/ 442464 h 2498494"/>
                <a:gd name="connsiteX3" fmla="*/ 219665 w 976388"/>
                <a:gd name="connsiteY3" fmla="*/ 683669 h 2498494"/>
                <a:gd name="connsiteX4" fmla="*/ 270944 w 976388"/>
                <a:gd name="connsiteY4" fmla="*/ 1378809 h 2498494"/>
                <a:gd name="connsiteX5" fmla="*/ 39515 w 976388"/>
                <a:gd name="connsiteY5" fmla="*/ 1914154 h 2498494"/>
                <a:gd name="connsiteX6" fmla="*/ 134368 w 976388"/>
                <a:gd name="connsiteY6" fmla="*/ 2407268 h 2498494"/>
                <a:gd name="connsiteX7" fmla="*/ 683877 w 976388"/>
                <a:gd name="connsiteY7" fmla="*/ 2498494 h 2498494"/>
                <a:gd name="connsiteX0" fmla="*/ 819454 w 819453"/>
                <a:gd name="connsiteY0" fmla="*/ 0 h 2498494"/>
                <a:gd name="connsiteX1" fmla="*/ 465475 w 819453"/>
                <a:gd name="connsiteY1" fmla="*/ 128077 h 2498494"/>
                <a:gd name="connsiteX2" fmla="*/ 691806 w 819453"/>
                <a:gd name="connsiteY2" fmla="*/ 442464 h 2498494"/>
                <a:gd name="connsiteX3" fmla="*/ 219665 w 819453"/>
                <a:gd name="connsiteY3" fmla="*/ 683669 h 2498494"/>
                <a:gd name="connsiteX4" fmla="*/ 270944 w 819453"/>
                <a:gd name="connsiteY4" fmla="*/ 1378809 h 2498494"/>
                <a:gd name="connsiteX5" fmla="*/ 39515 w 819453"/>
                <a:gd name="connsiteY5" fmla="*/ 1914154 h 2498494"/>
                <a:gd name="connsiteX6" fmla="*/ 134368 w 819453"/>
                <a:gd name="connsiteY6" fmla="*/ 2407268 h 2498494"/>
                <a:gd name="connsiteX7" fmla="*/ 683877 w 819453"/>
                <a:gd name="connsiteY7" fmla="*/ 2498494 h 2498494"/>
                <a:gd name="connsiteX0" fmla="*/ 819454 w 819454"/>
                <a:gd name="connsiteY0" fmla="*/ 0 h 2498494"/>
                <a:gd name="connsiteX1" fmla="*/ 465475 w 819454"/>
                <a:gd name="connsiteY1" fmla="*/ 128077 h 2498494"/>
                <a:gd name="connsiteX2" fmla="*/ 219665 w 819454"/>
                <a:gd name="connsiteY2" fmla="*/ 683669 h 2498494"/>
                <a:gd name="connsiteX3" fmla="*/ 270944 w 819454"/>
                <a:gd name="connsiteY3" fmla="*/ 1378809 h 2498494"/>
                <a:gd name="connsiteX4" fmla="*/ 39515 w 819454"/>
                <a:gd name="connsiteY4" fmla="*/ 1914154 h 2498494"/>
                <a:gd name="connsiteX5" fmla="*/ 134368 w 819454"/>
                <a:gd name="connsiteY5" fmla="*/ 2407268 h 2498494"/>
                <a:gd name="connsiteX6" fmla="*/ 683877 w 819454"/>
                <a:gd name="connsiteY6" fmla="*/ 2498494 h 2498494"/>
                <a:gd name="connsiteX0" fmla="*/ 465475 w 683877"/>
                <a:gd name="connsiteY0" fmla="*/ 0 h 2370417"/>
                <a:gd name="connsiteX1" fmla="*/ 219665 w 683877"/>
                <a:gd name="connsiteY1" fmla="*/ 555592 h 2370417"/>
                <a:gd name="connsiteX2" fmla="*/ 270944 w 683877"/>
                <a:gd name="connsiteY2" fmla="*/ 1250732 h 2370417"/>
                <a:gd name="connsiteX3" fmla="*/ 39515 w 683877"/>
                <a:gd name="connsiteY3" fmla="*/ 1786077 h 2370417"/>
                <a:gd name="connsiteX4" fmla="*/ 134368 w 683877"/>
                <a:gd name="connsiteY4" fmla="*/ 2279191 h 2370417"/>
                <a:gd name="connsiteX5" fmla="*/ 683877 w 683877"/>
                <a:gd name="connsiteY5" fmla="*/ 2370417 h 2370417"/>
                <a:gd name="connsiteX0" fmla="*/ 219665 w 683877"/>
                <a:gd name="connsiteY0" fmla="*/ 0 h 1814825"/>
                <a:gd name="connsiteX1" fmla="*/ 270944 w 683877"/>
                <a:gd name="connsiteY1" fmla="*/ 695140 h 1814825"/>
                <a:gd name="connsiteX2" fmla="*/ 39515 w 683877"/>
                <a:gd name="connsiteY2" fmla="*/ 1230485 h 1814825"/>
                <a:gd name="connsiteX3" fmla="*/ 134368 w 683877"/>
                <a:gd name="connsiteY3" fmla="*/ 1723599 h 1814825"/>
                <a:gd name="connsiteX4" fmla="*/ 683877 w 683877"/>
                <a:gd name="connsiteY4" fmla="*/ 1814825 h 1814825"/>
                <a:gd name="connsiteX0" fmla="*/ 603 w 1870434"/>
                <a:gd name="connsiteY0" fmla="*/ 0 h 1458569"/>
                <a:gd name="connsiteX1" fmla="*/ 1457501 w 1870434"/>
                <a:gd name="connsiteY1" fmla="*/ 338884 h 1458569"/>
                <a:gd name="connsiteX2" fmla="*/ 1226072 w 1870434"/>
                <a:gd name="connsiteY2" fmla="*/ 874229 h 1458569"/>
                <a:gd name="connsiteX3" fmla="*/ 1320925 w 1870434"/>
                <a:gd name="connsiteY3" fmla="*/ 1367343 h 1458569"/>
                <a:gd name="connsiteX4" fmla="*/ 1870434 w 1870434"/>
                <a:gd name="connsiteY4" fmla="*/ 1458569 h 1458569"/>
                <a:gd name="connsiteX0" fmla="*/ 1527 w 1871358"/>
                <a:gd name="connsiteY0" fmla="*/ 0 h 1458569"/>
                <a:gd name="connsiteX1" fmla="*/ 665279 w 1871358"/>
                <a:gd name="connsiteY1" fmla="*/ 493190 h 1458569"/>
                <a:gd name="connsiteX2" fmla="*/ 1226996 w 1871358"/>
                <a:gd name="connsiteY2" fmla="*/ 874229 h 1458569"/>
                <a:gd name="connsiteX3" fmla="*/ 1321849 w 1871358"/>
                <a:gd name="connsiteY3" fmla="*/ 1367343 h 1458569"/>
                <a:gd name="connsiteX4" fmla="*/ 1871358 w 1871358"/>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321751 w 1871260"/>
                <a:gd name="connsiteY3" fmla="*/ 1367343 h 1458569"/>
                <a:gd name="connsiteX4" fmla="*/ 1871260 w 1871260"/>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555268 w 1871260"/>
                <a:gd name="connsiteY3" fmla="*/ 1156328 h 1458569"/>
                <a:gd name="connsiteX4" fmla="*/ 1871260 w 1871260"/>
                <a:gd name="connsiteY4" fmla="*/ 1458569 h 1458569"/>
                <a:gd name="connsiteX0" fmla="*/ 1967 w 1690163"/>
                <a:gd name="connsiteY0" fmla="*/ 0 h 1375116"/>
                <a:gd name="connsiteX1" fmla="*/ 484084 w 1690163"/>
                <a:gd name="connsiteY1" fmla="*/ 409737 h 1375116"/>
                <a:gd name="connsiteX2" fmla="*/ 827013 w 1690163"/>
                <a:gd name="connsiteY2" fmla="*/ 808144 h 1375116"/>
                <a:gd name="connsiteX3" fmla="*/ 1374171 w 1690163"/>
                <a:gd name="connsiteY3" fmla="*/ 1072875 h 1375116"/>
                <a:gd name="connsiteX4" fmla="*/ 1690163 w 1690163"/>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196" h="1375116">
                  <a:moveTo>
                    <a:pt x="0" y="0"/>
                  </a:moveTo>
                  <a:cubicBezTo>
                    <a:pt x="245563" y="168772"/>
                    <a:pt x="344609" y="275046"/>
                    <a:pt x="482117" y="409737"/>
                  </a:cubicBezTo>
                  <a:cubicBezTo>
                    <a:pt x="619625" y="544428"/>
                    <a:pt x="610044" y="595447"/>
                    <a:pt x="825046" y="808144"/>
                  </a:cubicBezTo>
                  <a:cubicBezTo>
                    <a:pt x="1061591" y="1035229"/>
                    <a:pt x="1214175" y="976069"/>
                    <a:pt x="1372204" y="1072875"/>
                  </a:cubicBezTo>
                  <a:cubicBezTo>
                    <a:pt x="1458483" y="1125565"/>
                    <a:pt x="1672200" y="1352818"/>
                    <a:pt x="1688196" y="1375116"/>
                  </a:cubicBezTo>
                </a:path>
              </a:pathLst>
            </a:custGeom>
            <a:noFill/>
            <a:ln w="6350">
              <a:solidFill>
                <a:schemeClr val="tx1">
                  <a:lumMod val="8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698E998-DC3C-49EE-8B73-4873A29EDA87}"/>
                </a:ext>
              </a:extLst>
            </p:cNvPr>
            <p:cNvSpPr/>
            <p:nvPr userDrawn="1"/>
          </p:nvSpPr>
          <p:spPr>
            <a:xfrm rot="3858290" flipH="1">
              <a:off x="11717903" y="316988"/>
              <a:ext cx="852897" cy="476707"/>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1941291 h 1941292"/>
                <a:gd name="connsiteX1" fmla="*/ 625888 w 2563086"/>
                <a:gd name="connsiteY1" fmla="*/ 1672590 h 1941292"/>
                <a:gd name="connsiteX2" fmla="*/ 954024 w 2563086"/>
                <a:gd name="connsiteY2" fmla="*/ 1628299 h 1941292"/>
                <a:gd name="connsiteX3" fmla="*/ 1379125 w 2563086"/>
                <a:gd name="connsiteY3" fmla="*/ 1708690 h 1941292"/>
                <a:gd name="connsiteX4" fmla="*/ 1819466 w 2563086"/>
                <a:gd name="connsiteY4" fmla="*/ 1859661 h 1941292"/>
                <a:gd name="connsiteX5" fmla="*/ 2221040 w 2563086"/>
                <a:gd name="connsiteY5" fmla="*/ 1848612 h 1941292"/>
                <a:gd name="connsiteX6" fmla="*/ 2507647 w 2563086"/>
                <a:gd name="connsiteY6" fmla="*/ 1705928 h 1941292"/>
                <a:gd name="connsiteX7" fmla="*/ 2560225 w 2563086"/>
                <a:gd name="connsiteY7" fmla="*/ 1491234 h 1941292"/>
                <a:gd name="connsiteX8" fmla="*/ 2328958 w 2563086"/>
                <a:gd name="connsiteY8" fmla="*/ 1133856 h 1941292"/>
                <a:gd name="connsiteX9" fmla="*/ 1676686 w 2563086"/>
                <a:gd name="connsiteY9" fmla="*/ 650653 h 1941292"/>
                <a:gd name="connsiteX10" fmla="*/ 1436942 w 2563086"/>
                <a:gd name="connsiteY10" fmla="*/ 507397 h 1941292"/>
                <a:gd name="connsiteX11" fmla="*/ 1157288 w 2563086"/>
                <a:gd name="connsiteY11" fmla="*/ 336995 h 1941292"/>
                <a:gd name="connsiteX12" fmla="*/ 928783 w 2563086"/>
                <a:gd name="connsiteY12" fmla="*/ 194310 h 1941292"/>
                <a:gd name="connsiteX13" fmla="*/ 649510 w 2563086"/>
                <a:gd name="connsiteY13" fmla="*/ 0 h 1941292"/>
                <a:gd name="connsiteX0" fmla="*/ 0 w 1937198"/>
                <a:gd name="connsiteY0" fmla="*/ 1672590 h 1874536"/>
                <a:gd name="connsiteX1" fmla="*/ 328136 w 1937198"/>
                <a:gd name="connsiteY1" fmla="*/ 1628299 h 1874536"/>
                <a:gd name="connsiteX2" fmla="*/ 753237 w 1937198"/>
                <a:gd name="connsiteY2" fmla="*/ 1708690 h 1874536"/>
                <a:gd name="connsiteX3" fmla="*/ 1193578 w 1937198"/>
                <a:gd name="connsiteY3" fmla="*/ 1859661 h 1874536"/>
                <a:gd name="connsiteX4" fmla="*/ 1595152 w 1937198"/>
                <a:gd name="connsiteY4" fmla="*/ 1848612 h 1874536"/>
                <a:gd name="connsiteX5" fmla="*/ 1881759 w 1937198"/>
                <a:gd name="connsiteY5" fmla="*/ 1705928 h 1874536"/>
                <a:gd name="connsiteX6" fmla="*/ 1934337 w 1937198"/>
                <a:gd name="connsiteY6" fmla="*/ 1491234 h 1874536"/>
                <a:gd name="connsiteX7" fmla="*/ 1703070 w 1937198"/>
                <a:gd name="connsiteY7" fmla="*/ 1133856 h 1874536"/>
                <a:gd name="connsiteX8" fmla="*/ 1050798 w 1937198"/>
                <a:gd name="connsiteY8" fmla="*/ 650653 h 1874536"/>
                <a:gd name="connsiteX9" fmla="*/ 811054 w 1937198"/>
                <a:gd name="connsiteY9" fmla="*/ 507397 h 1874536"/>
                <a:gd name="connsiteX10" fmla="*/ 531400 w 1937198"/>
                <a:gd name="connsiteY10" fmla="*/ 336995 h 1874536"/>
                <a:gd name="connsiteX11" fmla="*/ 302895 w 1937198"/>
                <a:gd name="connsiteY11" fmla="*/ 194310 h 1874536"/>
                <a:gd name="connsiteX12" fmla="*/ 23622 w 1937198"/>
                <a:gd name="connsiteY12" fmla="*/ 0 h 1874536"/>
                <a:gd name="connsiteX0" fmla="*/ 304514 w 1913576"/>
                <a:gd name="connsiteY0" fmla="*/ 1628299 h 1874536"/>
                <a:gd name="connsiteX1" fmla="*/ 729615 w 1913576"/>
                <a:gd name="connsiteY1" fmla="*/ 1708690 h 1874536"/>
                <a:gd name="connsiteX2" fmla="*/ 1169956 w 1913576"/>
                <a:gd name="connsiteY2" fmla="*/ 1859661 h 1874536"/>
                <a:gd name="connsiteX3" fmla="*/ 1571530 w 1913576"/>
                <a:gd name="connsiteY3" fmla="*/ 1848612 h 1874536"/>
                <a:gd name="connsiteX4" fmla="*/ 1858137 w 1913576"/>
                <a:gd name="connsiteY4" fmla="*/ 1705928 h 1874536"/>
                <a:gd name="connsiteX5" fmla="*/ 1910715 w 1913576"/>
                <a:gd name="connsiteY5" fmla="*/ 1491234 h 1874536"/>
                <a:gd name="connsiteX6" fmla="*/ 1679448 w 1913576"/>
                <a:gd name="connsiteY6" fmla="*/ 1133856 h 1874536"/>
                <a:gd name="connsiteX7" fmla="*/ 1027176 w 1913576"/>
                <a:gd name="connsiteY7" fmla="*/ 650653 h 1874536"/>
                <a:gd name="connsiteX8" fmla="*/ 787432 w 1913576"/>
                <a:gd name="connsiteY8" fmla="*/ 507397 h 1874536"/>
                <a:gd name="connsiteX9" fmla="*/ 507778 w 1913576"/>
                <a:gd name="connsiteY9" fmla="*/ 336995 h 1874536"/>
                <a:gd name="connsiteX10" fmla="*/ 279273 w 1913576"/>
                <a:gd name="connsiteY10" fmla="*/ 194310 h 1874536"/>
                <a:gd name="connsiteX11" fmla="*/ 0 w 1913576"/>
                <a:gd name="connsiteY11" fmla="*/ 0 h 1874536"/>
                <a:gd name="connsiteX0" fmla="*/ 25241 w 1634303"/>
                <a:gd name="connsiteY0" fmla="*/ 1433989 h 1680226"/>
                <a:gd name="connsiteX1" fmla="*/ 450342 w 1634303"/>
                <a:gd name="connsiteY1" fmla="*/ 1514380 h 1680226"/>
                <a:gd name="connsiteX2" fmla="*/ 890683 w 1634303"/>
                <a:gd name="connsiteY2" fmla="*/ 1665351 h 1680226"/>
                <a:gd name="connsiteX3" fmla="*/ 1292257 w 1634303"/>
                <a:gd name="connsiteY3" fmla="*/ 1654302 h 1680226"/>
                <a:gd name="connsiteX4" fmla="*/ 1578864 w 1634303"/>
                <a:gd name="connsiteY4" fmla="*/ 1511618 h 1680226"/>
                <a:gd name="connsiteX5" fmla="*/ 1631442 w 1634303"/>
                <a:gd name="connsiteY5" fmla="*/ 1296924 h 1680226"/>
                <a:gd name="connsiteX6" fmla="*/ 1400175 w 1634303"/>
                <a:gd name="connsiteY6" fmla="*/ 939546 h 1680226"/>
                <a:gd name="connsiteX7" fmla="*/ 747903 w 1634303"/>
                <a:gd name="connsiteY7" fmla="*/ 456343 h 1680226"/>
                <a:gd name="connsiteX8" fmla="*/ 508159 w 1634303"/>
                <a:gd name="connsiteY8" fmla="*/ 313087 h 1680226"/>
                <a:gd name="connsiteX9" fmla="*/ 228505 w 1634303"/>
                <a:gd name="connsiteY9" fmla="*/ 142685 h 1680226"/>
                <a:gd name="connsiteX10" fmla="*/ 0 w 1634303"/>
                <a:gd name="connsiteY10" fmla="*/ 0 h 1680226"/>
                <a:gd name="connsiteX0" fmla="*/ 0 w 1609062"/>
                <a:gd name="connsiteY0" fmla="*/ 1291304 h 1537541"/>
                <a:gd name="connsiteX1" fmla="*/ 425101 w 1609062"/>
                <a:gd name="connsiteY1" fmla="*/ 1371695 h 1537541"/>
                <a:gd name="connsiteX2" fmla="*/ 865442 w 1609062"/>
                <a:gd name="connsiteY2" fmla="*/ 1522666 h 1537541"/>
                <a:gd name="connsiteX3" fmla="*/ 1267016 w 1609062"/>
                <a:gd name="connsiteY3" fmla="*/ 1511617 h 1537541"/>
                <a:gd name="connsiteX4" fmla="*/ 1553623 w 1609062"/>
                <a:gd name="connsiteY4" fmla="*/ 1368933 h 1537541"/>
                <a:gd name="connsiteX5" fmla="*/ 1606201 w 1609062"/>
                <a:gd name="connsiteY5" fmla="*/ 1154239 h 1537541"/>
                <a:gd name="connsiteX6" fmla="*/ 1374934 w 1609062"/>
                <a:gd name="connsiteY6" fmla="*/ 796861 h 1537541"/>
                <a:gd name="connsiteX7" fmla="*/ 722662 w 1609062"/>
                <a:gd name="connsiteY7" fmla="*/ 313658 h 1537541"/>
                <a:gd name="connsiteX8" fmla="*/ 482918 w 1609062"/>
                <a:gd name="connsiteY8" fmla="*/ 170402 h 1537541"/>
                <a:gd name="connsiteX9" fmla="*/ 203264 w 1609062"/>
                <a:gd name="connsiteY9" fmla="*/ 0 h 1537541"/>
                <a:gd name="connsiteX0" fmla="*/ 0 w 1609062"/>
                <a:gd name="connsiteY0" fmla="*/ 1120902 h 1367139"/>
                <a:gd name="connsiteX1" fmla="*/ 425101 w 1609062"/>
                <a:gd name="connsiteY1" fmla="*/ 1201293 h 1367139"/>
                <a:gd name="connsiteX2" fmla="*/ 865442 w 1609062"/>
                <a:gd name="connsiteY2" fmla="*/ 1352264 h 1367139"/>
                <a:gd name="connsiteX3" fmla="*/ 1267016 w 1609062"/>
                <a:gd name="connsiteY3" fmla="*/ 1341215 h 1367139"/>
                <a:gd name="connsiteX4" fmla="*/ 1553623 w 1609062"/>
                <a:gd name="connsiteY4" fmla="*/ 1198531 h 1367139"/>
                <a:gd name="connsiteX5" fmla="*/ 1606201 w 1609062"/>
                <a:gd name="connsiteY5" fmla="*/ 983837 h 1367139"/>
                <a:gd name="connsiteX6" fmla="*/ 1374934 w 1609062"/>
                <a:gd name="connsiteY6" fmla="*/ 626459 h 1367139"/>
                <a:gd name="connsiteX7" fmla="*/ 722662 w 1609062"/>
                <a:gd name="connsiteY7" fmla="*/ 143256 h 1367139"/>
                <a:gd name="connsiteX8" fmla="*/ 482918 w 1609062"/>
                <a:gd name="connsiteY8" fmla="*/ 0 h 1367139"/>
                <a:gd name="connsiteX0" fmla="*/ 0 w 1609062"/>
                <a:gd name="connsiteY0" fmla="*/ 977646 h 1223883"/>
                <a:gd name="connsiteX1" fmla="*/ 425101 w 1609062"/>
                <a:gd name="connsiteY1" fmla="*/ 1058037 h 1223883"/>
                <a:gd name="connsiteX2" fmla="*/ 865442 w 1609062"/>
                <a:gd name="connsiteY2" fmla="*/ 1209008 h 1223883"/>
                <a:gd name="connsiteX3" fmla="*/ 1267016 w 1609062"/>
                <a:gd name="connsiteY3" fmla="*/ 1197959 h 1223883"/>
                <a:gd name="connsiteX4" fmla="*/ 1553623 w 1609062"/>
                <a:gd name="connsiteY4" fmla="*/ 1055275 h 1223883"/>
                <a:gd name="connsiteX5" fmla="*/ 1606201 w 1609062"/>
                <a:gd name="connsiteY5" fmla="*/ 840581 h 1223883"/>
                <a:gd name="connsiteX6" fmla="*/ 1374934 w 1609062"/>
                <a:gd name="connsiteY6" fmla="*/ 483203 h 1223883"/>
                <a:gd name="connsiteX7" fmla="*/ 722662 w 1609062"/>
                <a:gd name="connsiteY7" fmla="*/ 0 h 1223883"/>
                <a:gd name="connsiteX0" fmla="*/ 0 w 1609062"/>
                <a:gd name="connsiteY0" fmla="*/ 494442 h 740679"/>
                <a:gd name="connsiteX1" fmla="*/ 425101 w 1609062"/>
                <a:gd name="connsiteY1" fmla="*/ 574833 h 740679"/>
                <a:gd name="connsiteX2" fmla="*/ 865442 w 1609062"/>
                <a:gd name="connsiteY2" fmla="*/ 725804 h 740679"/>
                <a:gd name="connsiteX3" fmla="*/ 1267016 w 1609062"/>
                <a:gd name="connsiteY3" fmla="*/ 714755 h 740679"/>
                <a:gd name="connsiteX4" fmla="*/ 1553623 w 1609062"/>
                <a:gd name="connsiteY4" fmla="*/ 572071 h 740679"/>
                <a:gd name="connsiteX5" fmla="*/ 1606201 w 1609062"/>
                <a:gd name="connsiteY5" fmla="*/ 357377 h 740679"/>
                <a:gd name="connsiteX6" fmla="*/ 1374934 w 1609062"/>
                <a:gd name="connsiteY6" fmla="*/ -1 h 740679"/>
                <a:gd name="connsiteX0" fmla="*/ 0 w 1183961"/>
                <a:gd name="connsiteY0" fmla="*/ 574834 h 740680"/>
                <a:gd name="connsiteX1" fmla="*/ 440341 w 1183961"/>
                <a:gd name="connsiteY1" fmla="*/ 725805 h 740680"/>
                <a:gd name="connsiteX2" fmla="*/ 841915 w 1183961"/>
                <a:gd name="connsiteY2" fmla="*/ 714756 h 740680"/>
                <a:gd name="connsiteX3" fmla="*/ 1128522 w 1183961"/>
                <a:gd name="connsiteY3" fmla="*/ 572072 h 740680"/>
                <a:gd name="connsiteX4" fmla="*/ 1181100 w 1183961"/>
                <a:gd name="connsiteY4" fmla="*/ 357378 h 740680"/>
                <a:gd name="connsiteX5" fmla="*/ 949833 w 1183961"/>
                <a:gd name="connsiteY5" fmla="*/ 0 h 740680"/>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087144"/>
                <a:gd name="connsiteY0" fmla="*/ 410838 h 751652"/>
                <a:gd name="connsiteX1" fmla="*/ 343524 w 1087144"/>
                <a:gd name="connsiteY1" fmla="*/ 725805 h 751652"/>
                <a:gd name="connsiteX2" fmla="*/ 745098 w 1087144"/>
                <a:gd name="connsiteY2" fmla="*/ 714756 h 751652"/>
                <a:gd name="connsiteX3" fmla="*/ 1031705 w 1087144"/>
                <a:gd name="connsiteY3" fmla="*/ 572072 h 751652"/>
                <a:gd name="connsiteX4" fmla="*/ 1084283 w 1087144"/>
                <a:gd name="connsiteY4" fmla="*/ 357378 h 751652"/>
                <a:gd name="connsiteX5" fmla="*/ 853016 w 1087144"/>
                <a:gd name="connsiteY5" fmla="*/ 0 h 751652"/>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1110904"/>
                <a:gd name="connsiteY0" fmla="*/ 290316 h 631130"/>
                <a:gd name="connsiteX1" fmla="*/ 343524 w 1110904"/>
                <a:gd name="connsiteY1" fmla="*/ 605283 h 631130"/>
                <a:gd name="connsiteX2" fmla="*/ 745098 w 1110904"/>
                <a:gd name="connsiteY2" fmla="*/ 594234 h 631130"/>
                <a:gd name="connsiteX3" fmla="*/ 1031705 w 1110904"/>
                <a:gd name="connsiteY3" fmla="*/ 451550 h 631130"/>
                <a:gd name="connsiteX4" fmla="*/ 1084283 w 1110904"/>
                <a:gd name="connsiteY4" fmla="*/ 236856 h 631130"/>
                <a:gd name="connsiteX5" fmla="*/ 635491 w 1110904"/>
                <a:gd name="connsiteY5" fmla="*/ 0 h 631130"/>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34316"/>
                <a:gd name="connsiteX1" fmla="*/ 162687 w 930067"/>
                <a:gd name="connsiteY1" fmla="*/ 605283 h 634316"/>
                <a:gd name="connsiteX2" fmla="*/ 564261 w 930067"/>
                <a:gd name="connsiteY2" fmla="*/ 594234 h 634316"/>
                <a:gd name="connsiteX3" fmla="*/ 850868 w 930067"/>
                <a:gd name="connsiteY3" fmla="*/ 451550 h 634316"/>
                <a:gd name="connsiteX4" fmla="*/ 903446 w 930067"/>
                <a:gd name="connsiteY4" fmla="*/ 236856 h 634316"/>
                <a:gd name="connsiteX5" fmla="*/ 454654 w 930067"/>
                <a:gd name="connsiteY5" fmla="*/ 0 h 634316"/>
                <a:gd name="connsiteX0" fmla="*/ 0 w 930067"/>
                <a:gd name="connsiteY0" fmla="*/ 246934 h 658407"/>
                <a:gd name="connsiteX1" fmla="*/ 101050 w 930067"/>
                <a:gd name="connsiteY1" fmla="*/ 635983 h 658407"/>
                <a:gd name="connsiteX2" fmla="*/ 564261 w 930067"/>
                <a:gd name="connsiteY2" fmla="*/ 594234 h 658407"/>
                <a:gd name="connsiteX3" fmla="*/ 850868 w 930067"/>
                <a:gd name="connsiteY3" fmla="*/ 451550 h 658407"/>
                <a:gd name="connsiteX4" fmla="*/ 903446 w 930067"/>
                <a:gd name="connsiteY4" fmla="*/ 236856 h 658407"/>
                <a:gd name="connsiteX5" fmla="*/ 454654 w 930067"/>
                <a:gd name="connsiteY5" fmla="*/ 0 h 658407"/>
                <a:gd name="connsiteX0" fmla="*/ 0 w 906282"/>
                <a:gd name="connsiteY0" fmla="*/ 246934 h 658029"/>
                <a:gd name="connsiteX1" fmla="*/ 101050 w 906282"/>
                <a:gd name="connsiteY1" fmla="*/ 635983 h 658029"/>
                <a:gd name="connsiteX2" fmla="*/ 564261 w 906282"/>
                <a:gd name="connsiteY2" fmla="*/ 594234 h 658029"/>
                <a:gd name="connsiteX3" fmla="*/ 644891 w 906282"/>
                <a:gd name="connsiteY3" fmla="*/ 465221 h 658029"/>
                <a:gd name="connsiteX4" fmla="*/ 903446 w 906282"/>
                <a:gd name="connsiteY4" fmla="*/ 236856 h 658029"/>
                <a:gd name="connsiteX5" fmla="*/ 454654 w 906282"/>
                <a:gd name="connsiteY5" fmla="*/ 0 h 658029"/>
                <a:gd name="connsiteX0" fmla="*/ 0 w 906681"/>
                <a:gd name="connsiteY0" fmla="*/ 246934 h 668132"/>
                <a:gd name="connsiteX1" fmla="*/ 101050 w 906681"/>
                <a:gd name="connsiteY1" fmla="*/ 635983 h 668132"/>
                <a:gd name="connsiteX2" fmla="*/ 420769 w 906681"/>
                <a:gd name="connsiteY2" fmla="*/ 626101 h 668132"/>
                <a:gd name="connsiteX3" fmla="*/ 644891 w 906681"/>
                <a:gd name="connsiteY3" fmla="*/ 465221 h 668132"/>
                <a:gd name="connsiteX4" fmla="*/ 903446 w 906681"/>
                <a:gd name="connsiteY4" fmla="*/ 236856 h 668132"/>
                <a:gd name="connsiteX5" fmla="*/ 454654 w 906681"/>
                <a:gd name="connsiteY5" fmla="*/ 0 h 668132"/>
                <a:gd name="connsiteX0" fmla="*/ 0 w 906681"/>
                <a:gd name="connsiteY0" fmla="*/ 10078 h 431276"/>
                <a:gd name="connsiteX1" fmla="*/ 101050 w 906681"/>
                <a:gd name="connsiteY1" fmla="*/ 399127 h 431276"/>
                <a:gd name="connsiteX2" fmla="*/ 420769 w 906681"/>
                <a:gd name="connsiteY2" fmla="*/ 389245 h 431276"/>
                <a:gd name="connsiteX3" fmla="*/ 644891 w 906681"/>
                <a:gd name="connsiteY3" fmla="*/ 228365 h 431276"/>
                <a:gd name="connsiteX4" fmla="*/ 903446 w 906681"/>
                <a:gd name="connsiteY4" fmla="*/ 0 h 431276"/>
                <a:gd name="connsiteX0" fmla="*/ 0 w 907488"/>
                <a:gd name="connsiteY0" fmla="*/ 49656 h 470854"/>
                <a:gd name="connsiteX1" fmla="*/ 101050 w 907488"/>
                <a:gd name="connsiteY1" fmla="*/ 438705 h 470854"/>
                <a:gd name="connsiteX2" fmla="*/ 420769 w 907488"/>
                <a:gd name="connsiteY2" fmla="*/ 428823 h 470854"/>
                <a:gd name="connsiteX3" fmla="*/ 644891 w 907488"/>
                <a:gd name="connsiteY3" fmla="*/ 267943 h 470854"/>
                <a:gd name="connsiteX4" fmla="*/ 904262 w 907488"/>
                <a:gd name="connsiteY4" fmla="*/ 0 h 470854"/>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856"/>
                <a:gd name="connsiteX1" fmla="*/ 101050 w 904262"/>
                <a:gd name="connsiteY1" fmla="*/ 438707 h 470856"/>
                <a:gd name="connsiteX2" fmla="*/ 420769 w 904262"/>
                <a:gd name="connsiteY2" fmla="*/ 428825 h 470856"/>
                <a:gd name="connsiteX3" fmla="*/ 644891 w 904262"/>
                <a:gd name="connsiteY3" fmla="*/ 267945 h 470856"/>
                <a:gd name="connsiteX4" fmla="*/ 904262 w 904262"/>
                <a:gd name="connsiteY4" fmla="*/ 2 h 470856"/>
                <a:gd name="connsiteX0" fmla="*/ 0 w 904262"/>
                <a:gd name="connsiteY0" fmla="*/ 49658 h 470613"/>
                <a:gd name="connsiteX1" fmla="*/ 101050 w 904262"/>
                <a:gd name="connsiteY1" fmla="*/ 438707 h 470613"/>
                <a:gd name="connsiteX2" fmla="*/ 420769 w 904262"/>
                <a:gd name="connsiteY2" fmla="*/ 428825 h 470613"/>
                <a:gd name="connsiteX3" fmla="*/ 657028 w 904262"/>
                <a:gd name="connsiteY3" fmla="*/ 273526 h 470613"/>
                <a:gd name="connsiteX4" fmla="*/ 904262 w 904262"/>
                <a:gd name="connsiteY4" fmla="*/ 2 h 470613"/>
                <a:gd name="connsiteX0" fmla="*/ 0 w 862570"/>
                <a:gd name="connsiteY0" fmla="*/ 25955 h 472354"/>
                <a:gd name="connsiteX1" fmla="*/ 59358 w 862570"/>
                <a:gd name="connsiteY1" fmla="*/ 438707 h 472354"/>
                <a:gd name="connsiteX2" fmla="*/ 379077 w 862570"/>
                <a:gd name="connsiteY2" fmla="*/ 428825 h 472354"/>
                <a:gd name="connsiteX3" fmla="*/ 615336 w 862570"/>
                <a:gd name="connsiteY3" fmla="*/ 273526 h 472354"/>
                <a:gd name="connsiteX4" fmla="*/ 862570 w 862570"/>
                <a:gd name="connsiteY4" fmla="*/ 2 h 472354"/>
                <a:gd name="connsiteX0" fmla="*/ 14150 w 876720"/>
                <a:gd name="connsiteY0" fmla="*/ 25955 h 472354"/>
                <a:gd name="connsiteX1" fmla="*/ 73508 w 876720"/>
                <a:gd name="connsiteY1" fmla="*/ 438707 h 472354"/>
                <a:gd name="connsiteX2" fmla="*/ 393227 w 876720"/>
                <a:gd name="connsiteY2" fmla="*/ 428825 h 472354"/>
                <a:gd name="connsiteX3" fmla="*/ 629486 w 876720"/>
                <a:gd name="connsiteY3" fmla="*/ 273526 h 472354"/>
                <a:gd name="connsiteX4" fmla="*/ 876720 w 876720"/>
                <a:gd name="connsiteY4" fmla="*/ 2 h 472354"/>
                <a:gd name="connsiteX0" fmla="*/ 13893 w 876463"/>
                <a:gd name="connsiteY0" fmla="*/ 25955 h 474038"/>
                <a:gd name="connsiteX1" fmla="*/ 73251 w 876463"/>
                <a:gd name="connsiteY1" fmla="*/ 438707 h 474038"/>
                <a:gd name="connsiteX2" fmla="*/ 383956 w 876463"/>
                <a:gd name="connsiteY2" fmla="*/ 433130 h 474038"/>
                <a:gd name="connsiteX3" fmla="*/ 629229 w 876463"/>
                <a:gd name="connsiteY3" fmla="*/ 273526 h 474038"/>
                <a:gd name="connsiteX4" fmla="*/ 876463 w 876463"/>
                <a:gd name="connsiteY4" fmla="*/ 2 h 474038"/>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13893 w 876463"/>
                <a:gd name="connsiteY0" fmla="*/ 25955 h 474187"/>
                <a:gd name="connsiteX1" fmla="*/ 73251 w 876463"/>
                <a:gd name="connsiteY1" fmla="*/ 438707 h 474187"/>
                <a:gd name="connsiteX2" fmla="*/ 383956 w 876463"/>
                <a:gd name="connsiteY2" fmla="*/ 433130 h 474187"/>
                <a:gd name="connsiteX3" fmla="*/ 609623 w 876463"/>
                <a:gd name="connsiteY3" fmla="*/ 270248 h 474187"/>
                <a:gd name="connsiteX4" fmla="*/ 876463 w 876463"/>
                <a:gd name="connsiteY4" fmla="*/ 2 h 474187"/>
                <a:gd name="connsiteX0" fmla="*/ 31758 w 836460"/>
                <a:gd name="connsiteY0" fmla="*/ 0 h 549008"/>
                <a:gd name="connsiteX1" fmla="*/ 33248 w 836460"/>
                <a:gd name="connsiteY1" fmla="*/ 506669 h 549008"/>
                <a:gd name="connsiteX2" fmla="*/ 343953 w 836460"/>
                <a:gd name="connsiteY2" fmla="*/ 501092 h 549008"/>
                <a:gd name="connsiteX3" fmla="*/ 569620 w 836460"/>
                <a:gd name="connsiteY3" fmla="*/ 338210 h 549008"/>
                <a:gd name="connsiteX4" fmla="*/ 836460 w 836460"/>
                <a:gd name="connsiteY4" fmla="*/ 67964 h 549008"/>
                <a:gd name="connsiteX0" fmla="*/ 12800 w 882551"/>
                <a:gd name="connsiteY0" fmla="*/ 63160 h 471484"/>
                <a:gd name="connsiteX1" fmla="*/ 79339 w 882551"/>
                <a:gd name="connsiteY1" fmla="*/ 438708 h 471484"/>
                <a:gd name="connsiteX2" fmla="*/ 390044 w 882551"/>
                <a:gd name="connsiteY2" fmla="*/ 433131 h 471484"/>
                <a:gd name="connsiteX3" fmla="*/ 615711 w 882551"/>
                <a:gd name="connsiteY3" fmla="*/ 270249 h 471484"/>
                <a:gd name="connsiteX4" fmla="*/ 882551 w 882551"/>
                <a:gd name="connsiteY4" fmla="*/ 3 h 471484"/>
                <a:gd name="connsiteX0" fmla="*/ 2133 w 871884"/>
                <a:gd name="connsiteY0" fmla="*/ 63160 h 471484"/>
                <a:gd name="connsiteX1" fmla="*/ 68672 w 871884"/>
                <a:gd name="connsiteY1" fmla="*/ 438708 h 471484"/>
                <a:gd name="connsiteX2" fmla="*/ 379377 w 871884"/>
                <a:gd name="connsiteY2" fmla="*/ 433131 h 471484"/>
                <a:gd name="connsiteX3" fmla="*/ 605044 w 871884"/>
                <a:gd name="connsiteY3" fmla="*/ 270249 h 471484"/>
                <a:gd name="connsiteX4" fmla="*/ 871884 w 871884"/>
                <a:gd name="connsiteY4" fmla="*/ 3 h 471484"/>
                <a:gd name="connsiteX0" fmla="*/ 12775 w 837862"/>
                <a:gd name="connsiteY0" fmla="*/ 288158 h 455602"/>
                <a:gd name="connsiteX1" fmla="*/ 34650 w 837862"/>
                <a:gd name="connsiteY1" fmla="*/ 438708 h 455602"/>
                <a:gd name="connsiteX2" fmla="*/ 345355 w 837862"/>
                <a:gd name="connsiteY2" fmla="*/ 433131 h 455602"/>
                <a:gd name="connsiteX3" fmla="*/ 571022 w 837862"/>
                <a:gd name="connsiteY3" fmla="*/ 270249 h 455602"/>
                <a:gd name="connsiteX4" fmla="*/ 837862 w 837862"/>
                <a:gd name="connsiteY4" fmla="*/ 3 h 455602"/>
                <a:gd name="connsiteX0" fmla="*/ 12775 w 759002"/>
                <a:gd name="connsiteY0" fmla="*/ 157212 h 324656"/>
                <a:gd name="connsiteX1" fmla="*/ 34650 w 759002"/>
                <a:gd name="connsiteY1" fmla="*/ 307762 h 324656"/>
                <a:gd name="connsiteX2" fmla="*/ 345355 w 759002"/>
                <a:gd name="connsiteY2" fmla="*/ 302185 h 324656"/>
                <a:gd name="connsiteX3" fmla="*/ 571022 w 759002"/>
                <a:gd name="connsiteY3" fmla="*/ 139303 h 324656"/>
                <a:gd name="connsiteX4" fmla="*/ 759002 w 759002"/>
                <a:gd name="connsiteY4" fmla="*/ 5 h 324656"/>
                <a:gd name="connsiteX0" fmla="*/ 12775 w 759002"/>
                <a:gd name="connsiteY0" fmla="*/ 157212 h 324838"/>
                <a:gd name="connsiteX1" fmla="*/ 34650 w 759002"/>
                <a:gd name="connsiteY1" fmla="*/ 307762 h 324838"/>
                <a:gd name="connsiteX2" fmla="*/ 345355 w 759002"/>
                <a:gd name="connsiteY2" fmla="*/ 302185 h 324838"/>
                <a:gd name="connsiteX3" fmla="*/ 502924 w 759002"/>
                <a:gd name="connsiteY3" fmla="*/ 136177 h 324838"/>
                <a:gd name="connsiteX4" fmla="*/ 759002 w 759002"/>
                <a:gd name="connsiteY4" fmla="*/ 5 h 324838"/>
                <a:gd name="connsiteX0" fmla="*/ 12775 w 759002"/>
                <a:gd name="connsiteY0" fmla="*/ 157207 h 324833"/>
                <a:gd name="connsiteX1" fmla="*/ 34650 w 759002"/>
                <a:gd name="connsiteY1" fmla="*/ 307757 h 324833"/>
                <a:gd name="connsiteX2" fmla="*/ 345355 w 759002"/>
                <a:gd name="connsiteY2" fmla="*/ 302180 h 324833"/>
                <a:gd name="connsiteX3" fmla="*/ 502924 w 759002"/>
                <a:gd name="connsiteY3" fmla="*/ 136172 h 324833"/>
                <a:gd name="connsiteX4" fmla="*/ 759002 w 759002"/>
                <a:gd name="connsiteY4" fmla="*/ 0 h 324833"/>
                <a:gd name="connsiteX0" fmla="*/ 12775 w 718737"/>
                <a:gd name="connsiteY0" fmla="*/ 171359 h 338985"/>
                <a:gd name="connsiteX1" fmla="*/ 34650 w 718737"/>
                <a:gd name="connsiteY1" fmla="*/ 321909 h 338985"/>
                <a:gd name="connsiteX2" fmla="*/ 345355 w 718737"/>
                <a:gd name="connsiteY2" fmla="*/ 316332 h 338985"/>
                <a:gd name="connsiteX3" fmla="*/ 502924 w 718737"/>
                <a:gd name="connsiteY3" fmla="*/ 150324 h 338985"/>
                <a:gd name="connsiteX4" fmla="*/ 718737 w 718737"/>
                <a:gd name="connsiteY4" fmla="*/ 0 h 338985"/>
                <a:gd name="connsiteX0" fmla="*/ 111293 w 689724"/>
                <a:gd name="connsiteY0" fmla="*/ 197976 h 337252"/>
                <a:gd name="connsiteX1" fmla="*/ 5637 w 689724"/>
                <a:gd name="connsiteY1" fmla="*/ 321909 h 337252"/>
                <a:gd name="connsiteX2" fmla="*/ 316342 w 689724"/>
                <a:gd name="connsiteY2" fmla="*/ 316332 h 337252"/>
                <a:gd name="connsiteX3" fmla="*/ 473911 w 689724"/>
                <a:gd name="connsiteY3" fmla="*/ 150324 h 337252"/>
                <a:gd name="connsiteX4" fmla="*/ 689724 w 689724"/>
                <a:gd name="connsiteY4" fmla="*/ 0 h 337252"/>
                <a:gd name="connsiteX0" fmla="*/ 113701 w 692132"/>
                <a:gd name="connsiteY0" fmla="*/ 197976 h 337252"/>
                <a:gd name="connsiteX1" fmla="*/ 8045 w 692132"/>
                <a:gd name="connsiteY1" fmla="*/ 321909 h 337252"/>
                <a:gd name="connsiteX2" fmla="*/ 318750 w 692132"/>
                <a:gd name="connsiteY2" fmla="*/ 316332 h 337252"/>
                <a:gd name="connsiteX3" fmla="*/ 476319 w 692132"/>
                <a:gd name="connsiteY3" fmla="*/ 150324 h 337252"/>
                <a:gd name="connsiteX4" fmla="*/ 692132 w 692132"/>
                <a:gd name="connsiteY4" fmla="*/ 0 h 337252"/>
                <a:gd name="connsiteX0" fmla="*/ 93686 w 672117"/>
                <a:gd name="connsiteY0" fmla="*/ 197976 h 343756"/>
                <a:gd name="connsiteX1" fmla="*/ 9947 w 672117"/>
                <a:gd name="connsiteY1" fmla="*/ 332040 h 343756"/>
                <a:gd name="connsiteX2" fmla="*/ 298735 w 672117"/>
                <a:gd name="connsiteY2" fmla="*/ 316332 h 343756"/>
                <a:gd name="connsiteX3" fmla="*/ 456304 w 672117"/>
                <a:gd name="connsiteY3" fmla="*/ 150324 h 343756"/>
                <a:gd name="connsiteX4" fmla="*/ 672117 w 672117"/>
                <a:gd name="connsiteY4" fmla="*/ 0 h 343756"/>
                <a:gd name="connsiteX0" fmla="*/ 26326 w 733493"/>
                <a:gd name="connsiteY0" fmla="*/ 286598 h 337504"/>
                <a:gd name="connsiteX1" fmla="*/ 71323 w 733493"/>
                <a:gd name="connsiteY1" fmla="*/ 332040 h 337504"/>
                <a:gd name="connsiteX2" fmla="*/ 360111 w 733493"/>
                <a:gd name="connsiteY2" fmla="*/ 316332 h 337504"/>
                <a:gd name="connsiteX3" fmla="*/ 517680 w 733493"/>
                <a:gd name="connsiteY3" fmla="*/ 150324 h 337504"/>
                <a:gd name="connsiteX4" fmla="*/ 733493 w 733493"/>
                <a:gd name="connsiteY4" fmla="*/ 0 h 337504"/>
                <a:gd name="connsiteX0" fmla="*/ 12565 w 719732"/>
                <a:gd name="connsiteY0" fmla="*/ 286598 h 337504"/>
                <a:gd name="connsiteX1" fmla="*/ 57562 w 719732"/>
                <a:gd name="connsiteY1" fmla="*/ 332040 h 337504"/>
                <a:gd name="connsiteX2" fmla="*/ 346350 w 719732"/>
                <a:gd name="connsiteY2" fmla="*/ 316332 h 337504"/>
                <a:gd name="connsiteX3" fmla="*/ 503919 w 719732"/>
                <a:gd name="connsiteY3" fmla="*/ 150324 h 337504"/>
                <a:gd name="connsiteX4" fmla="*/ 719732 w 719732"/>
                <a:gd name="connsiteY4" fmla="*/ 0 h 337504"/>
                <a:gd name="connsiteX0" fmla="*/ 11873 w 722612"/>
                <a:gd name="connsiteY0" fmla="*/ 280487 h 337919"/>
                <a:gd name="connsiteX1" fmla="*/ 60442 w 722612"/>
                <a:gd name="connsiteY1" fmla="*/ 332040 h 337919"/>
                <a:gd name="connsiteX2" fmla="*/ 349230 w 722612"/>
                <a:gd name="connsiteY2" fmla="*/ 316332 h 337919"/>
                <a:gd name="connsiteX3" fmla="*/ 506799 w 722612"/>
                <a:gd name="connsiteY3" fmla="*/ 150324 h 337919"/>
                <a:gd name="connsiteX4" fmla="*/ 722612 w 722612"/>
                <a:gd name="connsiteY4" fmla="*/ 0 h 337919"/>
                <a:gd name="connsiteX0" fmla="*/ 11461 w 722200"/>
                <a:gd name="connsiteY0" fmla="*/ 280487 h 332311"/>
                <a:gd name="connsiteX1" fmla="*/ 60030 w 722200"/>
                <a:gd name="connsiteY1" fmla="*/ 332040 h 332311"/>
                <a:gd name="connsiteX2" fmla="*/ 335425 w 722200"/>
                <a:gd name="connsiteY2" fmla="*/ 293418 h 332311"/>
                <a:gd name="connsiteX3" fmla="*/ 506387 w 722200"/>
                <a:gd name="connsiteY3" fmla="*/ 150324 h 332311"/>
                <a:gd name="connsiteX4" fmla="*/ 722200 w 722200"/>
                <a:gd name="connsiteY4" fmla="*/ 0 h 332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200" h="332311">
                  <a:moveTo>
                    <a:pt x="11461" y="280487"/>
                  </a:moveTo>
                  <a:cubicBezTo>
                    <a:pt x="-15155" y="300476"/>
                    <a:pt x="6036" y="329885"/>
                    <a:pt x="60030" y="332040"/>
                  </a:cubicBezTo>
                  <a:cubicBezTo>
                    <a:pt x="114024" y="334195"/>
                    <a:pt x="261032" y="323704"/>
                    <a:pt x="335425" y="293418"/>
                  </a:cubicBezTo>
                  <a:cubicBezTo>
                    <a:pt x="409818" y="263132"/>
                    <a:pt x="404245" y="189258"/>
                    <a:pt x="506387" y="150324"/>
                  </a:cubicBezTo>
                  <a:cubicBezTo>
                    <a:pt x="610063" y="110805"/>
                    <a:pt x="677424" y="61539"/>
                    <a:pt x="722200"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30" name="Freeform: Shape 29">
              <a:extLst>
                <a:ext uri="{FF2B5EF4-FFF2-40B4-BE49-F238E27FC236}">
                  <a16:creationId xmlns:a16="http://schemas.microsoft.com/office/drawing/2014/main" id="{E8B07337-7577-0D94-4DF5-79557A823029}"/>
                </a:ext>
              </a:extLst>
            </p:cNvPr>
            <p:cNvSpPr/>
            <p:nvPr userDrawn="1"/>
          </p:nvSpPr>
          <p:spPr>
            <a:xfrm rot="20907709" flipH="1">
              <a:off x="11334433" y="43865"/>
              <a:ext cx="704622" cy="3336823"/>
            </a:xfrm>
            <a:custGeom>
              <a:avLst/>
              <a:gdLst>
                <a:gd name="connsiteX0" fmla="*/ 0 w 1749325"/>
                <a:gd name="connsiteY0" fmla="*/ 0 h 6672470"/>
                <a:gd name="connsiteX1" fmla="*/ 53009 w 1749325"/>
                <a:gd name="connsiteY1" fmla="*/ 33130 h 6672470"/>
                <a:gd name="connsiteX2" fmla="*/ 1146313 w 1749325"/>
                <a:gd name="connsiteY2" fmla="*/ 1305339 h 6672470"/>
                <a:gd name="connsiteX3" fmla="*/ 1696279 w 1749325"/>
                <a:gd name="connsiteY3" fmla="*/ 2411896 h 6672470"/>
                <a:gd name="connsiteX4" fmla="*/ 1603513 w 1749325"/>
                <a:gd name="connsiteY4" fmla="*/ 4181061 h 6672470"/>
                <a:gd name="connsiteX5" fmla="*/ 1351722 w 1749325"/>
                <a:gd name="connsiteY5" fmla="*/ 4916557 h 6672470"/>
                <a:gd name="connsiteX6" fmla="*/ 1093305 w 1749325"/>
                <a:gd name="connsiteY6" fmla="*/ 5917096 h 6672470"/>
                <a:gd name="connsiteX7" fmla="*/ 1080053 w 1749325"/>
                <a:gd name="connsiteY7" fmla="*/ 6526696 h 6672470"/>
                <a:gd name="connsiteX8" fmla="*/ 1093305 w 1749325"/>
                <a:gd name="connsiteY8" fmla="*/ 6606209 h 6672470"/>
                <a:gd name="connsiteX9" fmla="*/ 1133061 w 1749325"/>
                <a:gd name="connsiteY9" fmla="*/ 6659217 h 6672470"/>
                <a:gd name="connsiteX10" fmla="*/ 1146313 w 1749325"/>
                <a:gd name="connsiteY10" fmla="*/ 6672470 h 6672470"/>
                <a:gd name="connsiteX0" fmla="*/ 0 w 1749325"/>
                <a:gd name="connsiteY0" fmla="*/ 66247 h 6738717"/>
                <a:gd name="connsiteX1" fmla="*/ 53009 w 1749325"/>
                <a:gd name="connsiteY1" fmla="*/ 99377 h 6738717"/>
                <a:gd name="connsiteX2" fmla="*/ 404191 w 1749325"/>
                <a:gd name="connsiteY2" fmla="*/ 1318577 h 6738717"/>
                <a:gd name="connsiteX3" fmla="*/ 1696279 w 1749325"/>
                <a:gd name="connsiteY3" fmla="*/ 2478143 h 6738717"/>
                <a:gd name="connsiteX4" fmla="*/ 1603513 w 1749325"/>
                <a:gd name="connsiteY4" fmla="*/ 4247308 h 6738717"/>
                <a:gd name="connsiteX5" fmla="*/ 1351722 w 1749325"/>
                <a:gd name="connsiteY5" fmla="*/ 4982804 h 6738717"/>
                <a:gd name="connsiteX6" fmla="*/ 1093305 w 1749325"/>
                <a:gd name="connsiteY6" fmla="*/ 5983343 h 6738717"/>
                <a:gd name="connsiteX7" fmla="*/ 1080053 w 1749325"/>
                <a:gd name="connsiteY7" fmla="*/ 6592943 h 6738717"/>
                <a:gd name="connsiteX8" fmla="*/ 1093305 w 1749325"/>
                <a:gd name="connsiteY8" fmla="*/ 6672456 h 6738717"/>
                <a:gd name="connsiteX9" fmla="*/ 1133061 w 1749325"/>
                <a:gd name="connsiteY9" fmla="*/ 6725464 h 6738717"/>
                <a:gd name="connsiteX10" fmla="*/ 1146313 w 1749325"/>
                <a:gd name="connsiteY10" fmla="*/ 6738717 h 6738717"/>
                <a:gd name="connsiteX0" fmla="*/ 0 w 2253277"/>
                <a:gd name="connsiteY0" fmla="*/ 66247 h 6738717"/>
                <a:gd name="connsiteX1" fmla="*/ 53009 w 2253277"/>
                <a:gd name="connsiteY1" fmla="*/ 99377 h 6738717"/>
                <a:gd name="connsiteX2" fmla="*/ 404191 w 2253277"/>
                <a:gd name="connsiteY2" fmla="*/ 1318577 h 6738717"/>
                <a:gd name="connsiteX3" fmla="*/ 1696279 w 2253277"/>
                <a:gd name="connsiteY3" fmla="*/ 2478143 h 6738717"/>
                <a:gd name="connsiteX4" fmla="*/ 2213113 w 2253277"/>
                <a:gd name="connsiteY4" fmla="*/ 4684629 h 6738717"/>
                <a:gd name="connsiteX5" fmla="*/ 1351722 w 2253277"/>
                <a:gd name="connsiteY5" fmla="*/ 4982804 h 6738717"/>
                <a:gd name="connsiteX6" fmla="*/ 1093305 w 2253277"/>
                <a:gd name="connsiteY6" fmla="*/ 5983343 h 6738717"/>
                <a:gd name="connsiteX7" fmla="*/ 1080053 w 2253277"/>
                <a:gd name="connsiteY7" fmla="*/ 6592943 h 6738717"/>
                <a:gd name="connsiteX8" fmla="*/ 1093305 w 2253277"/>
                <a:gd name="connsiteY8" fmla="*/ 6672456 h 6738717"/>
                <a:gd name="connsiteX9" fmla="*/ 1133061 w 2253277"/>
                <a:gd name="connsiteY9" fmla="*/ 6725464 h 6738717"/>
                <a:gd name="connsiteX10" fmla="*/ 1146313 w 2253277"/>
                <a:gd name="connsiteY10" fmla="*/ 6738717 h 6738717"/>
                <a:gd name="connsiteX0" fmla="*/ 0 w 2253277"/>
                <a:gd name="connsiteY0" fmla="*/ 66247 h 6725464"/>
                <a:gd name="connsiteX1" fmla="*/ 53009 w 2253277"/>
                <a:gd name="connsiteY1" fmla="*/ 99377 h 6725464"/>
                <a:gd name="connsiteX2" fmla="*/ 404191 w 2253277"/>
                <a:gd name="connsiteY2" fmla="*/ 1318577 h 6725464"/>
                <a:gd name="connsiteX3" fmla="*/ 1696279 w 2253277"/>
                <a:gd name="connsiteY3" fmla="*/ 2478143 h 6725464"/>
                <a:gd name="connsiteX4" fmla="*/ 2213113 w 2253277"/>
                <a:gd name="connsiteY4" fmla="*/ 4684629 h 6725464"/>
                <a:gd name="connsiteX5" fmla="*/ 1351722 w 2253277"/>
                <a:gd name="connsiteY5" fmla="*/ 4982804 h 6725464"/>
                <a:gd name="connsiteX6" fmla="*/ 1093305 w 2253277"/>
                <a:gd name="connsiteY6" fmla="*/ 5983343 h 6725464"/>
                <a:gd name="connsiteX7" fmla="*/ 1080053 w 2253277"/>
                <a:gd name="connsiteY7" fmla="*/ 6592943 h 6725464"/>
                <a:gd name="connsiteX8" fmla="*/ 1093305 w 2253277"/>
                <a:gd name="connsiteY8" fmla="*/ 6672456 h 6725464"/>
                <a:gd name="connsiteX9" fmla="*/ 1133061 w 2253277"/>
                <a:gd name="connsiteY9" fmla="*/ 6725464 h 6725464"/>
                <a:gd name="connsiteX0" fmla="*/ 0 w 2253277"/>
                <a:gd name="connsiteY0" fmla="*/ 66247 h 6672456"/>
                <a:gd name="connsiteX1" fmla="*/ 53009 w 2253277"/>
                <a:gd name="connsiteY1" fmla="*/ 99377 h 6672456"/>
                <a:gd name="connsiteX2" fmla="*/ 404191 w 2253277"/>
                <a:gd name="connsiteY2" fmla="*/ 1318577 h 6672456"/>
                <a:gd name="connsiteX3" fmla="*/ 1696279 w 2253277"/>
                <a:gd name="connsiteY3" fmla="*/ 2478143 h 6672456"/>
                <a:gd name="connsiteX4" fmla="*/ 2213113 w 2253277"/>
                <a:gd name="connsiteY4" fmla="*/ 4684629 h 6672456"/>
                <a:gd name="connsiteX5" fmla="*/ 1351722 w 2253277"/>
                <a:gd name="connsiteY5" fmla="*/ 4982804 h 6672456"/>
                <a:gd name="connsiteX6" fmla="*/ 1093305 w 2253277"/>
                <a:gd name="connsiteY6" fmla="*/ 5983343 h 6672456"/>
                <a:gd name="connsiteX7" fmla="*/ 1080053 w 2253277"/>
                <a:gd name="connsiteY7" fmla="*/ 6592943 h 6672456"/>
                <a:gd name="connsiteX8" fmla="*/ 1093305 w 2253277"/>
                <a:gd name="connsiteY8" fmla="*/ 6672456 h 6672456"/>
                <a:gd name="connsiteX0" fmla="*/ 0 w 2253277"/>
                <a:gd name="connsiteY0" fmla="*/ 66247 h 6592943"/>
                <a:gd name="connsiteX1" fmla="*/ 53009 w 2253277"/>
                <a:gd name="connsiteY1" fmla="*/ 99377 h 6592943"/>
                <a:gd name="connsiteX2" fmla="*/ 404191 w 2253277"/>
                <a:gd name="connsiteY2" fmla="*/ 1318577 h 6592943"/>
                <a:gd name="connsiteX3" fmla="*/ 1696279 w 2253277"/>
                <a:gd name="connsiteY3" fmla="*/ 2478143 h 6592943"/>
                <a:gd name="connsiteX4" fmla="*/ 2213113 w 2253277"/>
                <a:gd name="connsiteY4" fmla="*/ 4684629 h 6592943"/>
                <a:gd name="connsiteX5" fmla="*/ 1351722 w 2253277"/>
                <a:gd name="connsiteY5" fmla="*/ 4982804 h 6592943"/>
                <a:gd name="connsiteX6" fmla="*/ 1093305 w 2253277"/>
                <a:gd name="connsiteY6" fmla="*/ 5983343 h 6592943"/>
                <a:gd name="connsiteX7" fmla="*/ 1080053 w 2253277"/>
                <a:gd name="connsiteY7" fmla="*/ 6592943 h 6592943"/>
                <a:gd name="connsiteX0" fmla="*/ 0 w 2253277"/>
                <a:gd name="connsiteY0" fmla="*/ 66247 h 6778474"/>
                <a:gd name="connsiteX1" fmla="*/ 53009 w 2253277"/>
                <a:gd name="connsiteY1" fmla="*/ 99377 h 6778474"/>
                <a:gd name="connsiteX2" fmla="*/ 404191 w 2253277"/>
                <a:gd name="connsiteY2" fmla="*/ 1318577 h 6778474"/>
                <a:gd name="connsiteX3" fmla="*/ 1696279 w 2253277"/>
                <a:gd name="connsiteY3" fmla="*/ 2478143 h 6778474"/>
                <a:gd name="connsiteX4" fmla="*/ 2213113 w 2253277"/>
                <a:gd name="connsiteY4" fmla="*/ 4684629 h 6778474"/>
                <a:gd name="connsiteX5" fmla="*/ 1351722 w 2253277"/>
                <a:gd name="connsiteY5" fmla="*/ 4982804 h 6778474"/>
                <a:gd name="connsiteX6" fmla="*/ 1093305 w 2253277"/>
                <a:gd name="connsiteY6" fmla="*/ 5983343 h 6778474"/>
                <a:gd name="connsiteX7" fmla="*/ 1709531 w 2253277"/>
                <a:gd name="connsiteY7" fmla="*/ 6778474 h 6778474"/>
                <a:gd name="connsiteX0" fmla="*/ 0 w 2253277"/>
                <a:gd name="connsiteY0" fmla="*/ 0 h 6712227"/>
                <a:gd name="connsiteX1" fmla="*/ 404191 w 2253277"/>
                <a:gd name="connsiteY1" fmla="*/ 1252330 h 6712227"/>
                <a:gd name="connsiteX2" fmla="*/ 1696279 w 2253277"/>
                <a:gd name="connsiteY2" fmla="*/ 2411896 h 6712227"/>
                <a:gd name="connsiteX3" fmla="*/ 2213113 w 2253277"/>
                <a:gd name="connsiteY3" fmla="*/ 4618382 h 6712227"/>
                <a:gd name="connsiteX4" fmla="*/ 1351722 w 2253277"/>
                <a:gd name="connsiteY4" fmla="*/ 4916557 h 6712227"/>
                <a:gd name="connsiteX5" fmla="*/ 1093305 w 2253277"/>
                <a:gd name="connsiteY5" fmla="*/ 5917096 h 6712227"/>
                <a:gd name="connsiteX6" fmla="*/ 1709531 w 2253277"/>
                <a:gd name="connsiteY6" fmla="*/ 6712227 h 6712227"/>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013792 w 2173764"/>
                <a:gd name="connsiteY5" fmla="*/ 602974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73764"/>
                <a:gd name="connsiteY0" fmla="*/ 0 h 6824871"/>
                <a:gd name="connsiteX1" fmla="*/ 324678 w 2173764"/>
                <a:gd name="connsiteY1" fmla="*/ 1364974 h 6824871"/>
                <a:gd name="connsiteX2" fmla="*/ 1616766 w 2173764"/>
                <a:gd name="connsiteY2" fmla="*/ 2524540 h 6824871"/>
                <a:gd name="connsiteX3" fmla="*/ 2133600 w 2173764"/>
                <a:gd name="connsiteY3" fmla="*/ 4731026 h 6824871"/>
                <a:gd name="connsiteX4" fmla="*/ 1272209 w 2173764"/>
                <a:gd name="connsiteY4" fmla="*/ 5029201 h 6824871"/>
                <a:gd name="connsiteX5" fmla="*/ 1122336 w 2173764"/>
                <a:gd name="connsiteY5" fmla="*/ 5822520 h 6824871"/>
                <a:gd name="connsiteX6" fmla="*/ 1630018 w 2173764"/>
                <a:gd name="connsiteY6" fmla="*/ 6824871 h 6824871"/>
                <a:gd name="connsiteX0" fmla="*/ 0 w 2135973"/>
                <a:gd name="connsiteY0" fmla="*/ 0 h 6824871"/>
                <a:gd name="connsiteX1" fmla="*/ 324678 w 2135973"/>
                <a:gd name="connsiteY1" fmla="*/ 1364974 h 6824871"/>
                <a:gd name="connsiteX2" fmla="*/ 1616766 w 2135973"/>
                <a:gd name="connsiteY2" fmla="*/ 2524540 h 6824871"/>
                <a:gd name="connsiteX3" fmla="*/ 2133600 w 2135973"/>
                <a:gd name="connsiteY3" fmla="*/ 4731026 h 6824871"/>
                <a:gd name="connsiteX4" fmla="*/ 1370886 w 2135973"/>
                <a:gd name="connsiteY4" fmla="*/ 5094985 h 6824871"/>
                <a:gd name="connsiteX5" fmla="*/ 1122336 w 2135973"/>
                <a:gd name="connsiteY5" fmla="*/ 5822520 h 6824871"/>
                <a:gd name="connsiteX6" fmla="*/ 1630018 w 2135973"/>
                <a:gd name="connsiteY6" fmla="*/ 6824871 h 6824871"/>
                <a:gd name="connsiteX0" fmla="*/ 0 w 2143567"/>
                <a:gd name="connsiteY0" fmla="*/ 0 h 6824871"/>
                <a:gd name="connsiteX1" fmla="*/ 324678 w 2143567"/>
                <a:gd name="connsiteY1" fmla="*/ 1364974 h 6824871"/>
                <a:gd name="connsiteX2" fmla="*/ 1616766 w 2143567"/>
                <a:gd name="connsiteY2" fmla="*/ 2524540 h 6824871"/>
                <a:gd name="connsiteX3" fmla="*/ 2133600 w 2143567"/>
                <a:gd name="connsiteY3" fmla="*/ 4731026 h 6824871"/>
                <a:gd name="connsiteX4" fmla="*/ 1370886 w 2143567"/>
                <a:gd name="connsiteY4" fmla="*/ 5094985 h 6824871"/>
                <a:gd name="connsiteX5" fmla="*/ 1122336 w 2143567"/>
                <a:gd name="connsiteY5" fmla="*/ 5822520 h 6824871"/>
                <a:gd name="connsiteX6" fmla="*/ 1630018 w 2143567"/>
                <a:gd name="connsiteY6" fmla="*/ 6824871 h 6824871"/>
                <a:gd name="connsiteX0" fmla="*/ 0 w 2144228"/>
                <a:gd name="connsiteY0" fmla="*/ 0 h 6824871"/>
                <a:gd name="connsiteX1" fmla="*/ 324678 w 2144228"/>
                <a:gd name="connsiteY1" fmla="*/ 1364974 h 6824871"/>
                <a:gd name="connsiteX2" fmla="*/ 1616766 w 2144228"/>
                <a:gd name="connsiteY2" fmla="*/ 2524540 h 6824871"/>
                <a:gd name="connsiteX3" fmla="*/ 2133600 w 2144228"/>
                <a:gd name="connsiteY3" fmla="*/ 4731026 h 6824871"/>
                <a:gd name="connsiteX4" fmla="*/ 1370886 w 2144228"/>
                <a:gd name="connsiteY4" fmla="*/ 5094985 h 6824871"/>
                <a:gd name="connsiteX5" fmla="*/ 1122336 w 2144228"/>
                <a:gd name="connsiteY5" fmla="*/ 5822520 h 6824871"/>
                <a:gd name="connsiteX6" fmla="*/ 1630018 w 2144228"/>
                <a:gd name="connsiteY6" fmla="*/ 6824871 h 6824871"/>
                <a:gd name="connsiteX0" fmla="*/ 0 w 2135370"/>
                <a:gd name="connsiteY0" fmla="*/ 0 h 6824871"/>
                <a:gd name="connsiteX1" fmla="*/ 324678 w 2135370"/>
                <a:gd name="connsiteY1" fmla="*/ 1364974 h 6824871"/>
                <a:gd name="connsiteX2" fmla="*/ 1580585 w 2135370"/>
                <a:gd name="connsiteY2" fmla="*/ 2366658 h 6824871"/>
                <a:gd name="connsiteX3" fmla="*/ 2133600 w 2135370"/>
                <a:gd name="connsiteY3" fmla="*/ 4731026 h 6824871"/>
                <a:gd name="connsiteX4" fmla="*/ 1370886 w 2135370"/>
                <a:gd name="connsiteY4" fmla="*/ 5094985 h 6824871"/>
                <a:gd name="connsiteX5" fmla="*/ 1122336 w 2135370"/>
                <a:gd name="connsiteY5" fmla="*/ 5822520 h 6824871"/>
                <a:gd name="connsiteX6" fmla="*/ 1630018 w 2135370"/>
                <a:gd name="connsiteY6" fmla="*/ 6824871 h 6824871"/>
                <a:gd name="connsiteX0" fmla="*/ 0 w 2066568"/>
                <a:gd name="connsiteY0" fmla="*/ 0 h 6824871"/>
                <a:gd name="connsiteX1" fmla="*/ 324678 w 2066568"/>
                <a:gd name="connsiteY1" fmla="*/ 1364974 h 6824871"/>
                <a:gd name="connsiteX2" fmla="*/ 1580585 w 2066568"/>
                <a:gd name="connsiteY2" fmla="*/ 2366658 h 6824871"/>
                <a:gd name="connsiteX3" fmla="*/ 2064527 w 2066568"/>
                <a:gd name="connsiteY3" fmla="*/ 4467889 h 6824871"/>
                <a:gd name="connsiteX4" fmla="*/ 1370886 w 2066568"/>
                <a:gd name="connsiteY4" fmla="*/ 5094985 h 6824871"/>
                <a:gd name="connsiteX5" fmla="*/ 1122336 w 2066568"/>
                <a:gd name="connsiteY5" fmla="*/ 5822520 h 6824871"/>
                <a:gd name="connsiteX6" fmla="*/ 1630018 w 2066568"/>
                <a:gd name="connsiteY6" fmla="*/ 6824871 h 6824871"/>
                <a:gd name="connsiteX0" fmla="*/ 0 w 3080446"/>
                <a:gd name="connsiteY0" fmla="*/ 0 h 5889081"/>
                <a:gd name="connsiteX1" fmla="*/ 324678 w 3080446"/>
                <a:gd name="connsiteY1" fmla="*/ 1364974 h 5889081"/>
                <a:gd name="connsiteX2" fmla="*/ 1580585 w 3080446"/>
                <a:gd name="connsiteY2" fmla="*/ 2366658 h 5889081"/>
                <a:gd name="connsiteX3" fmla="*/ 2064527 w 3080446"/>
                <a:gd name="connsiteY3" fmla="*/ 4467889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889081"/>
                <a:gd name="connsiteX1" fmla="*/ 324678 w 3080446"/>
                <a:gd name="connsiteY1" fmla="*/ 1364974 h 5889081"/>
                <a:gd name="connsiteX2" fmla="*/ 1580585 w 3080446"/>
                <a:gd name="connsiteY2" fmla="*/ 2366658 h 5889081"/>
                <a:gd name="connsiteX3" fmla="*/ 1902367 w 3080446"/>
                <a:gd name="connsiteY3" fmla="*/ 3670605 h 5889081"/>
                <a:gd name="connsiteX4" fmla="*/ 1370886 w 3080446"/>
                <a:gd name="connsiteY4" fmla="*/ 5094985 h 5889081"/>
                <a:gd name="connsiteX5" fmla="*/ 1122336 w 3080446"/>
                <a:gd name="connsiteY5" fmla="*/ 5822520 h 5889081"/>
                <a:gd name="connsiteX6" fmla="*/ 3080446 w 3080446"/>
                <a:gd name="connsiteY6" fmla="*/ 5482550 h 5889081"/>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370886 w 3080446"/>
                <a:gd name="connsiteY4" fmla="*/ 5094985 h 5482550"/>
                <a:gd name="connsiteX5" fmla="*/ 2599790 w 3080446"/>
                <a:gd name="connsiteY5" fmla="*/ 4836049 h 5482550"/>
                <a:gd name="connsiteX6" fmla="*/ 3080446 w 3080446"/>
                <a:gd name="connsiteY6" fmla="*/ 5482550 h 5482550"/>
                <a:gd name="connsiteX0" fmla="*/ 0 w 3080446"/>
                <a:gd name="connsiteY0" fmla="*/ 0 h 5482550"/>
                <a:gd name="connsiteX1" fmla="*/ 324678 w 3080446"/>
                <a:gd name="connsiteY1" fmla="*/ 1364974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3080446"/>
                <a:gd name="connsiteY0" fmla="*/ 0 h 5482550"/>
                <a:gd name="connsiteX1" fmla="*/ 968812 w 3080446"/>
                <a:gd name="connsiteY1" fmla="*/ 1175788 h 5482550"/>
                <a:gd name="connsiteX2" fmla="*/ 1580585 w 3080446"/>
                <a:gd name="connsiteY2" fmla="*/ 2366658 h 5482550"/>
                <a:gd name="connsiteX3" fmla="*/ 1902367 w 3080446"/>
                <a:gd name="connsiteY3" fmla="*/ 3670605 h 5482550"/>
                <a:gd name="connsiteX4" fmla="*/ 1501515 w 3080446"/>
                <a:gd name="connsiteY4" fmla="*/ 4662559 h 5482550"/>
                <a:gd name="connsiteX5" fmla="*/ 2599790 w 3080446"/>
                <a:gd name="connsiteY5" fmla="*/ 4836049 h 5482550"/>
                <a:gd name="connsiteX6" fmla="*/ 3080446 w 3080446"/>
                <a:gd name="connsiteY6" fmla="*/ 5482550 h 5482550"/>
                <a:gd name="connsiteX0" fmla="*/ 0 w 2600496"/>
                <a:gd name="connsiteY0" fmla="*/ 0 h 4836049"/>
                <a:gd name="connsiteX1" fmla="*/ 968812 w 2600496"/>
                <a:gd name="connsiteY1" fmla="*/ 1175788 h 4836049"/>
                <a:gd name="connsiteX2" fmla="*/ 1580585 w 2600496"/>
                <a:gd name="connsiteY2" fmla="*/ 2366658 h 4836049"/>
                <a:gd name="connsiteX3" fmla="*/ 1902367 w 2600496"/>
                <a:gd name="connsiteY3" fmla="*/ 3670605 h 4836049"/>
                <a:gd name="connsiteX4" fmla="*/ 1501515 w 2600496"/>
                <a:gd name="connsiteY4" fmla="*/ 4662559 h 4836049"/>
                <a:gd name="connsiteX5" fmla="*/ 2599790 w 2600496"/>
                <a:gd name="connsiteY5" fmla="*/ 4836049 h 4836049"/>
                <a:gd name="connsiteX0" fmla="*/ 0 w 2771860"/>
                <a:gd name="connsiteY0" fmla="*/ 0 h 4883674"/>
                <a:gd name="connsiteX1" fmla="*/ 968812 w 2771860"/>
                <a:gd name="connsiteY1" fmla="*/ 1175788 h 4883674"/>
                <a:gd name="connsiteX2" fmla="*/ 1580585 w 2771860"/>
                <a:gd name="connsiteY2" fmla="*/ 2366658 h 4883674"/>
                <a:gd name="connsiteX3" fmla="*/ 1902367 w 2771860"/>
                <a:gd name="connsiteY3" fmla="*/ 3670605 h 4883674"/>
                <a:gd name="connsiteX4" fmla="*/ 1501515 w 2771860"/>
                <a:gd name="connsiteY4" fmla="*/ 4662559 h 4883674"/>
                <a:gd name="connsiteX5" fmla="*/ 2771240 w 2771860"/>
                <a:gd name="connsiteY5"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902367 w 2771860"/>
                <a:gd name="connsiteY4" fmla="*/ 3670605 h 4883674"/>
                <a:gd name="connsiteX5" fmla="*/ 1501515 w 2771860"/>
                <a:gd name="connsiteY5" fmla="*/ 4662559 h 4883674"/>
                <a:gd name="connsiteX6" fmla="*/ 2771240 w 2771860"/>
                <a:gd name="connsiteY6" fmla="*/ 4883674 h 4883674"/>
                <a:gd name="connsiteX0" fmla="*/ 0 w 2771860"/>
                <a:gd name="connsiteY0" fmla="*/ 0 h 4883674"/>
                <a:gd name="connsiteX1" fmla="*/ 968812 w 2771860"/>
                <a:gd name="connsiteY1" fmla="*/ 1175788 h 4883674"/>
                <a:gd name="connsiteX2" fmla="*/ 1501632 w 2771860"/>
                <a:gd name="connsiteY2" fmla="*/ 1735321 h 4883674"/>
                <a:gd name="connsiteX3" fmla="*/ 1580585 w 2771860"/>
                <a:gd name="connsiteY3" fmla="*/ 2366658 h 4883674"/>
                <a:gd name="connsiteX4" fmla="*/ 1799405 w 2771860"/>
                <a:gd name="connsiteY4" fmla="*/ 2710330 h 4883674"/>
                <a:gd name="connsiteX5" fmla="*/ 1902367 w 2771860"/>
                <a:gd name="connsiteY5" fmla="*/ 3670605 h 4883674"/>
                <a:gd name="connsiteX6" fmla="*/ 1501515 w 2771860"/>
                <a:gd name="connsiteY6" fmla="*/ 4662559 h 4883674"/>
                <a:gd name="connsiteX7" fmla="*/ 2771240 w 2771860"/>
                <a:gd name="connsiteY7" fmla="*/ 4883674 h 4883674"/>
                <a:gd name="connsiteX0" fmla="*/ 0 w 2587398"/>
                <a:gd name="connsiteY0" fmla="*/ 0 h 4941647"/>
                <a:gd name="connsiteX1" fmla="*/ 784350 w 2587398"/>
                <a:gd name="connsiteY1" fmla="*/ 1233761 h 4941647"/>
                <a:gd name="connsiteX2" fmla="*/ 1317170 w 2587398"/>
                <a:gd name="connsiteY2" fmla="*/ 1793294 h 4941647"/>
                <a:gd name="connsiteX3" fmla="*/ 1396123 w 2587398"/>
                <a:gd name="connsiteY3" fmla="*/ 2424631 h 4941647"/>
                <a:gd name="connsiteX4" fmla="*/ 1614943 w 2587398"/>
                <a:gd name="connsiteY4" fmla="*/ 2768303 h 4941647"/>
                <a:gd name="connsiteX5" fmla="*/ 1717905 w 2587398"/>
                <a:gd name="connsiteY5" fmla="*/ 3728578 h 4941647"/>
                <a:gd name="connsiteX6" fmla="*/ 1317053 w 2587398"/>
                <a:gd name="connsiteY6" fmla="*/ 4720532 h 4941647"/>
                <a:gd name="connsiteX7" fmla="*/ 2586778 w 2587398"/>
                <a:gd name="connsiteY7" fmla="*/ 4941647 h 4941647"/>
                <a:gd name="connsiteX0" fmla="*/ 2102 w 2589500"/>
                <a:gd name="connsiteY0" fmla="*/ 0 h 4941647"/>
                <a:gd name="connsiteX1" fmla="*/ 786452 w 2589500"/>
                <a:gd name="connsiteY1" fmla="*/ 1233761 h 4941647"/>
                <a:gd name="connsiteX2" fmla="*/ 1319272 w 2589500"/>
                <a:gd name="connsiteY2" fmla="*/ 1793294 h 4941647"/>
                <a:gd name="connsiteX3" fmla="*/ 1398225 w 2589500"/>
                <a:gd name="connsiteY3" fmla="*/ 2424631 h 4941647"/>
                <a:gd name="connsiteX4" fmla="*/ 1617045 w 2589500"/>
                <a:gd name="connsiteY4" fmla="*/ 2768303 h 4941647"/>
                <a:gd name="connsiteX5" fmla="*/ 1720007 w 2589500"/>
                <a:gd name="connsiteY5" fmla="*/ 3728578 h 4941647"/>
                <a:gd name="connsiteX6" fmla="*/ 1319155 w 2589500"/>
                <a:gd name="connsiteY6" fmla="*/ 4720532 h 4941647"/>
                <a:gd name="connsiteX7" fmla="*/ 2588880 w 2589500"/>
                <a:gd name="connsiteY7" fmla="*/ 4941647 h 4941647"/>
                <a:gd name="connsiteX0" fmla="*/ 2094 w 2589492"/>
                <a:gd name="connsiteY0" fmla="*/ 0 h 4941647"/>
                <a:gd name="connsiteX1" fmla="*/ 789079 w 2589492"/>
                <a:gd name="connsiteY1" fmla="*/ 1083557 h 4941647"/>
                <a:gd name="connsiteX2" fmla="*/ 1319264 w 2589492"/>
                <a:gd name="connsiteY2" fmla="*/ 1793294 h 4941647"/>
                <a:gd name="connsiteX3" fmla="*/ 1398217 w 2589492"/>
                <a:gd name="connsiteY3" fmla="*/ 2424631 h 4941647"/>
                <a:gd name="connsiteX4" fmla="*/ 1617037 w 2589492"/>
                <a:gd name="connsiteY4" fmla="*/ 2768303 h 4941647"/>
                <a:gd name="connsiteX5" fmla="*/ 1719999 w 2589492"/>
                <a:gd name="connsiteY5" fmla="*/ 3728578 h 4941647"/>
                <a:gd name="connsiteX6" fmla="*/ 1319147 w 2589492"/>
                <a:gd name="connsiteY6" fmla="*/ 4720532 h 4941647"/>
                <a:gd name="connsiteX7" fmla="*/ 2588872 w 2589492"/>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17037 w 2590098"/>
                <a:gd name="connsiteY4" fmla="*/ 2768303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98"/>
                <a:gd name="connsiteY0" fmla="*/ 0 h 4941647"/>
                <a:gd name="connsiteX1" fmla="*/ 789079 w 2590098"/>
                <a:gd name="connsiteY1" fmla="*/ 1083557 h 4941647"/>
                <a:gd name="connsiteX2" fmla="*/ 1319264 w 2590098"/>
                <a:gd name="connsiteY2" fmla="*/ 1793294 h 4941647"/>
                <a:gd name="connsiteX3" fmla="*/ 1398217 w 2590098"/>
                <a:gd name="connsiteY3" fmla="*/ 2424631 h 4941647"/>
                <a:gd name="connsiteX4" fmla="*/ 1656564 w 2590098"/>
                <a:gd name="connsiteY4" fmla="*/ 2973845 h 4941647"/>
                <a:gd name="connsiteX5" fmla="*/ 1719999 w 2590098"/>
                <a:gd name="connsiteY5" fmla="*/ 3728578 h 4941647"/>
                <a:gd name="connsiteX6" fmla="*/ 1901517 w 2590098"/>
                <a:gd name="connsiteY6" fmla="*/ 4709991 h 4941647"/>
                <a:gd name="connsiteX7" fmla="*/ 2588872 w 2590098"/>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2590079"/>
                <a:gd name="connsiteY0" fmla="*/ 0 h 4941647"/>
                <a:gd name="connsiteX1" fmla="*/ 789079 w 2590079"/>
                <a:gd name="connsiteY1" fmla="*/ 1083557 h 4941647"/>
                <a:gd name="connsiteX2" fmla="*/ 1319264 w 2590079"/>
                <a:gd name="connsiteY2" fmla="*/ 1793294 h 4941647"/>
                <a:gd name="connsiteX3" fmla="*/ 1398217 w 2590079"/>
                <a:gd name="connsiteY3" fmla="*/ 2424631 h 4941647"/>
                <a:gd name="connsiteX4" fmla="*/ 1656564 w 2590079"/>
                <a:gd name="connsiteY4" fmla="*/ 2973845 h 4941647"/>
                <a:gd name="connsiteX5" fmla="*/ 1777973 w 2590079"/>
                <a:gd name="connsiteY5" fmla="*/ 3704861 h 4941647"/>
                <a:gd name="connsiteX6" fmla="*/ 1901517 w 2590079"/>
                <a:gd name="connsiteY6" fmla="*/ 4709991 h 4941647"/>
                <a:gd name="connsiteX7" fmla="*/ 2588872 w 2590079"/>
                <a:gd name="connsiteY7" fmla="*/ 4941647 h 4941647"/>
                <a:gd name="connsiteX0" fmla="*/ 2094 w 1901517"/>
                <a:gd name="connsiteY0" fmla="*/ 0 h 4709991"/>
                <a:gd name="connsiteX1" fmla="*/ 789079 w 1901517"/>
                <a:gd name="connsiteY1" fmla="*/ 1083557 h 4709991"/>
                <a:gd name="connsiteX2" fmla="*/ 1319264 w 1901517"/>
                <a:gd name="connsiteY2" fmla="*/ 1793294 h 4709991"/>
                <a:gd name="connsiteX3" fmla="*/ 1398217 w 1901517"/>
                <a:gd name="connsiteY3" fmla="*/ 2424631 h 4709991"/>
                <a:gd name="connsiteX4" fmla="*/ 1656564 w 1901517"/>
                <a:gd name="connsiteY4" fmla="*/ 2973845 h 4709991"/>
                <a:gd name="connsiteX5" fmla="*/ 1777973 w 1901517"/>
                <a:gd name="connsiteY5" fmla="*/ 3704861 h 4709991"/>
                <a:gd name="connsiteX6" fmla="*/ 1901517 w 1901517"/>
                <a:gd name="connsiteY6" fmla="*/ 4709991 h 4709991"/>
                <a:gd name="connsiteX0" fmla="*/ 2094 w 1781684"/>
                <a:gd name="connsiteY0" fmla="*/ 0 h 6077093"/>
                <a:gd name="connsiteX1" fmla="*/ 789079 w 1781684"/>
                <a:gd name="connsiteY1" fmla="*/ 1083557 h 6077093"/>
                <a:gd name="connsiteX2" fmla="*/ 1319264 w 1781684"/>
                <a:gd name="connsiteY2" fmla="*/ 1793294 h 6077093"/>
                <a:gd name="connsiteX3" fmla="*/ 1398217 w 1781684"/>
                <a:gd name="connsiteY3" fmla="*/ 2424631 h 6077093"/>
                <a:gd name="connsiteX4" fmla="*/ 1656564 w 1781684"/>
                <a:gd name="connsiteY4" fmla="*/ 2973845 h 6077093"/>
                <a:gd name="connsiteX5" fmla="*/ 1777973 w 1781684"/>
                <a:gd name="connsiteY5" fmla="*/ 3704861 h 6077093"/>
                <a:gd name="connsiteX6" fmla="*/ 1517392 w 1781684"/>
                <a:gd name="connsiteY6" fmla="*/ 6077094 h 6077093"/>
                <a:gd name="connsiteX0" fmla="*/ 2094 w 1781684"/>
                <a:gd name="connsiteY0" fmla="*/ 0 h 6077094"/>
                <a:gd name="connsiteX1" fmla="*/ 789079 w 1781684"/>
                <a:gd name="connsiteY1" fmla="*/ 1083557 h 6077094"/>
                <a:gd name="connsiteX2" fmla="*/ 1319264 w 1781684"/>
                <a:gd name="connsiteY2" fmla="*/ 1793294 h 6077094"/>
                <a:gd name="connsiteX3" fmla="*/ 1398217 w 1781684"/>
                <a:gd name="connsiteY3" fmla="*/ 2424631 h 6077094"/>
                <a:gd name="connsiteX4" fmla="*/ 1656564 w 1781684"/>
                <a:gd name="connsiteY4" fmla="*/ 2973845 h 6077094"/>
                <a:gd name="connsiteX5" fmla="*/ 1777973 w 1781684"/>
                <a:gd name="connsiteY5" fmla="*/ 3704861 h 6077094"/>
                <a:gd name="connsiteX6" fmla="*/ 1517392 w 1781684"/>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1940 w 1781530"/>
                <a:gd name="connsiteY0" fmla="*/ 0 h 6077094"/>
                <a:gd name="connsiteX1" fmla="*/ 788925 w 1781530"/>
                <a:gd name="connsiteY1" fmla="*/ 1083557 h 6077094"/>
                <a:gd name="connsiteX2" fmla="*/ 1009833 w 1781530"/>
                <a:gd name="connsiteY2" fmla="*/ 2134666 h 6077094"/>
                <a:gd name="connsiteX3" fmla="*/ 1398063 w 1781530"/>
                <a:gd name="connsiteY3" fmla="*/ 2424631 h 6077094"/>
                <a:gd name="connsiteX4" fmla="*/ 1656410 w 1781530"/>
                <a:gd name="connsiteY4" fmla="*/ 2973845 h 6077094"/>
                <a:gd name="connsiteX5" fmla="*/ 1777819 w 1781530"/>
                <a:gd name="connsiteY5" fmla="*/ 3704861 h 6077094"/>
                <a:gd name="connsiteX6" fmla="*/ 1517238 w 1781530"/>
                <a:gd name="connsiteY6" fmla="*/ 6077094 h 6077094"/>
                <a:gd name="connsiteX0" fmla="*/ 2028 w 1781618"/>
                <a:gd name="connsiteY0" fmla="*/ 0 h 6077094"/>
                <a:gd name="connsiteX1" fmla="*/ 789013 w 1781618"/>
                <a:gd name="connsiteY1" fmla="*/ 1083557 h 6077094"/>
                <a:gd name="connsiteX2" fmla="*/ 1194137 w 1781618"/>
                <a:gd name="connsiteY2" fmla="*/ 1944417 h 6077094"/>
                <a:gd name="connsiteX3" fmla="*/ 1398151 w 1781618"/>
                <a:gd name="connsiteY3" fmla="*/ 2424631 h 6077094"/>
                <a:gd name="connsiteX4" fmla="*/ 1656498 w 1781618"/>
                <a:gd name="connsiteY4" fmla="*/ 2973845 h 6077094"/>
                <a:gd name="connsiteX5" fmla="*/ 1777907 w 1781618"/>
                <a:gd name="connsiteY5" fmla="*/ 3704861 h 6077094"/>
                <a:gd name="connsiteX6" fmla="*/ 1517326 w 1781618"/>
                <a:gd name="connsiteY6" fmla="*/ 6077094 h 6077094"/>
                <a:gd name="connsiteX0" fmla="*/ 2028 w 1794349"/>
                <a:gd name="connsiteY0" fmla="*/ 0 h 6077094"/>
                <a:gd name="connsiteX1" fmla="*/ 789013 w 1794349"/>
                <a:gd name="connsiteY1" fmla="*/ 1083557 h 6077094"/>
                <a:gd name="connsiteX2" fmla="*/ 1194137 w 1794349"/>
                <a:gd name="connsiteY2" fmla="*/ 1944417 h 6077094"/>
                <a:gd name="connsiteX3" fmla="*/ 1398151 w 1794349"/>
                <a:gd name="connsiteY3" fmla="*/ 2424631 h 6077094"/>
                <a:gd name="connsiteX4" fmla="*/ 1656498 w 1794349"/>
                <a:gd name="connsiteY4" fmla="*/ 2973845 h 6077094"/>
                <a:gd name="connsiteX5" fmla="*/ 1777907 w 1794349"/>
                <a:gd name="connsiteY5" fmla="*/ 3704861 h 6077094"/>
                <a:gd name="connsiteX6" fmla="*/ 1284065 w 1794349"/>
                <a:gd name="connsiteY6" fmla="*/ 4693138 h 6077094"/>
                <a:gd name="connsiteX7" fmla="*/ 1517326 w 1794349"/>
                <a:gd name="connsiteY7" fmla="*/ 6077094 h 6077094"/>
                <a:gd name="connsiteX0" fmla="*/ 4179 w 1387034"/>
                <a:gd name="connsiteY0" fmla="*/ 0 h 5838066"/>
                <a:gd name="connsiteX1" fmla="*/ 381698 w 1387034"/>
                <a:gd name="connsiteY1" fmla="*/ 844529 h 5838066"/>
                <a:gd name="connsiteX2" fmla="*/ 786822 w 1387034"/>
                <a:gd name="connsiteY2" fmla="*/ 1705389 h 5838066"/>
                <a:gd name="connsiteX3" fmla="*/ 990836 w 1387034"/>
                <a:gd name="connsiteY3" fmla="*/ 2185603 h 5838066"/>
                <a:gd name="connsiteX4" fmla="*/ 1249183 w 1387034"/>
                <a:gd name="connsiteY4" fmla="*/ 2734817 h 5838066"/>
                <a:gd name="connsiteX5" fmla="*/ 1370592 w 1387034"/>
                <a:gd name="connsiteY5" fmla="*/ 3465833 h 5838066"/>
                <a:gd name="connsiteX6" fmla="*/ 876750 w 1387034"/>
                <a:gd name="connsiteY6" fmla="*/ 4454110 h 5838066"/>
                <a:gd name="connsiteX7" fmla="*/ 1110011 w 1387034"/>
                <a:gd name="connsiteY7" fmla="*/ 5838066 h 5838066"/>
                <a:gd name="connsiteX0" fmla="*/ 2373 w 1385228"/>
                <a:gd name="connsiteY0" fmla="*/ 0 h 5838066"/>
                <a:gd name="connsiteX1" fmla="*/ 625762 w 1385228"/>
                <a:gd name="connsiteY1" fmla="*/ 915071 h 5838066"/>
                <a:gd name="connsiteX2" fmla="*/ 785016 w 1385228"/>
                <a:gd name="connsiteY2" fmla="*/ 1705389 h 5838066"/>
                <a:gd name="connsiteX3" fmla="*/ 989030 w 1385228"/>
                <a:gd name="connsiteY3" fmla="*/ 2185603 h 5838066"/>
                <a:gd name="connsiteX4" fmla="*/ 1247377 w 1385228"/>
                <a:gd name="connsiteY4" fmla="*/ 2734817 h 5838066"/>
                <a:gd name="connsiteX5" fmla="*/ 1368786 w 1385228"/>
                <a:gd name="connsiteY5" fmla="*/ 3465833 h 5838066"/>
                <a:gd name="connsiteX6" fmla="*/ 874944 w 1385228"/>
                <a:gd name="connsiteY6" fmla="*/ 4454110 h 5838066"/>
                <a:gd name="connsiteX7" fmla="*/ 1108205 w 1385228"/>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277 w 1385132"/>
                <a:gd name="connsiteY0" fmla="*/ 0 h 5838066"/>
                <a:gd name="connsiteX1" fmla="*/ 625666 w 1385132"/>
                <a:gd name="connsiteY1" fmla="*/ 915071 h 5838066"/>
                <a:gd name="connsiteX2" fmla="*/ 640044 w 1385132"/>
                <a:gd name="connsiteY2" fmla="*/ 1906925 h 5838066"/>
                <a:gd name="connsiteX3" fmla="*/ 988934 w 1385132"/>
                <a:gd name="connsiteY3" fmla="*/ 2185603 h 5838066"/>
                <a:gd name="connsiteX4" fmla="*/ 1247281 w 1385132"/>
                <a:gd name="connsiteY4" fmla="*/ 2734817 h 5838066"/>
                <a:gd name="connsiteX5" fmla="*/ 1368690 w 1385132"/>
                <a:gd name="connsiteY5" fmla="*/ 3465833 h 5838066"/>
                <a:gd name="connsiteX6" fmla="*/ 874848 w 1385132"/>
                <a:gd name="connsiteY6" fmla="*/ 4454110 h 5838066"/>
                <a:gd name="connsiteX7" fmla="*/ 1108109 w 1385132"/>
                <a:gd name="connsiteY7" fmla="*/ 5838066 h 5838066"/>
                <a:gd name="connsiteX0" fmla="*/ 2499 w 1322457"/>
                <a:gd name="connsiteY0" fmla="*/ 0 h 5822697"/>
                <a:gd name="connsiteX1" fmla="*/ 562991 w 1322457"/>
                <a:gd name="connsiteY1" fmla="*/ 899702 h 5822697"/>
                <a:gd name="connsiteX2" fmla="*/ 577369 w 1322457"/>
                <a:gd name="connsiteY2" fmla="*/ 1891556 h 5822697"/>
                <a:gd name="connsiteX3" fmla="*/ 926259 w 1322457"/>
                <a:gd name="connsiteY3" fmla="*/ 2170234 h 5822697"/>
                <a:gd name="connsiteX4" fmla="*/ 1184606 w 1322457"/>
                <a:gd name="connsiteY4" fmla="*/ 2719448 h 5822697"/>
                <a:gd name="connsiteX5" fmla="*/ 1306015 w 1322457"/>
                <a:gd name="connsiteY5" fmla="*/ 3450464 h 5822697"/>
                <a:gd name="connsiteX6" fmla="*/ 812173 w 1322457"/>
                <a:gd name="connsiteY6" fmla="*/ 4438741 h 5822697"/>
                <a:gd name="connsiteX7" fmla="*/ 1045434 w 1322457"/>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822697"/>
                <a:gd name="connsiteX1" fmla="*/ 560492 w 1319958"/>
                <a:gd name="connsiteY1" fmla="*/ 899702 h 5822697"/>
                <a:gd name="connsiteX2" fmla="*/ 574870 w 1319958"/>
                <a:gd name="connsiteY2" fmla="*/ 1891556 h 5822697"/>
                <a:gd name="connsiteX3" fmla="*/ 923760 w 1319958"/>
                <a:gd name="connsiteY3" fmla="*/ 2170234 h 5822697"/>
                <a:gd name="connsiteX4" fmla="*/ 1182107 w 1319958"/>
                <a:gd name="connsiteY4" fmla="*/ 2719448 h 5822697"/>
                <a:gd name="connsiteX5" fmla="*/ 1303516 w 1319958"/>
                <a:gd name="connsiteY5" fmla="*/ 3450464 h 5822697"/>
                <a:gd name="connsiteX6" fmla="*/ 809674 w 1319958"/>
                <a:gd name="connsiteY6" fmla="*/ 4438741 h 5822697"/>
                <a:gd name="connsiteX7" fmla="*/ 1042935 w 1319958"/>
                <a:gd name="connsiteY7" fmla="*/ 5822697 h 5822697"/>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716803"/>
                <a:gd name="connsiteX1" fmla="*/ 560492 w 1319958"/>
                <a:gd name="connsiteY1" fmla="*/ 899702 h 5716803"/>
                <a:gd name="connsiteX2" fmla="*/ 574870 w 1319958"/>
                <a:gd name="connsiteY2" fmla="*/ 1891556 h 5716803"/>
                <a:gd name="connsiteX3" fmla="*/ 923760 w 1319958"/>
                <a:gd name="connsiteY3" fmla="*/ 2170234 h 5716803"/>
                <a:gd name="connsiteX4" fmla="*/ 1182107 w 1319958"/>
                <a:gd name="connsiteY4" fmla="*/ 2719448 h 5716803"/>
                <a:gd name="connsiteX5" fmla="*/ 1303516 w 1319958"/>
                <a:gd name="connsiteY5" fmla="*/ 3450464 h 5716803"/>
                <a:gd name="connsiteX6" fmla="*/ 809674 w 1319958"/>
                <a:gd name="connsiteY6" fmla="*/ 4438741 h 5716803"/>
                <a:gd name="connsiteX7" fmla="*/ 1065755 w 1319958"/>
                <a:gd name="connsiteY7" fmla="*/ 5716803 h 5716803"/>
                <a:gd name="connsiteX0" fmla="*/ 0 w 1319958"/>
                <a:gd name="connsiteY0" fmla="*/ 0 h 5812331"/>
                <a:gd name="connsiteX1" fmla="*/ 560492 w 1319958"/>
                <a:gd name="connsiteY1" fmla="*/ 899702 h 5812331"/>
                <a:gd name="connsiteX2" fmla="*/ 574870 w 1319958"/>
                <a:gd name="connsiteY2" fmla="*/ 1891556 h 5812331"/>
                <a:gd name="connsiteX3" fmla="*/ 923760 w 1319958"/>
                <a:gd name="connsiteY3" fmla="*/ 2170234 h 5812331"/>
                <a:gd name="connsiteX4" fmla="*/ 1182107 w 1319958"/>
                <a:gd name="connsiteY4" fmla="*/ 2719448 h 5812331"/>
                <a:gd name="connsiteX5" fmla="*/ 1303516 w 1319958"/>
                <a:gd name="connsiteY5" fmla="*/ 3450464 h 5812331"/>
                <a:gd name="connsiteX6" fmla="*/ 809674 w 1319958"/>
                <a:gd name="connsiteY6" fmla="*/ 4438741 h 5812331"/>
                <a:gd name="connsiteX7" fmla="*/ 87431 w 1319958"/>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304377"/>
                <a:gd name="connsiteY0" fmla="*/ 0 h 5812331"/>
                <a:gd name="connsiteX1" fmla="*/ 560492 w 1304377"/>
                <a:gd name="connsiteY1" fmla="*/ 899702 h 5812331"/>
                <a:gd name="connsiteX2" fmla="*/ 574870 w 1304377"/>
                <a:gd name="connsiteY2" fmla="*/ 1891556 h 5812331"/>
                <a:gd name="connsiteX3" fmla="*/ 923760 w 1304377"/>
                <a:gd name="connsiteY3" fmla="*/ 2170234 h 5812331"/>
                <a:gd name="connsiteX4" fmla="*/ 1182107 w 1304377"/>
                <a:gd name="connsiteY4" fmla="*/ 2719448 h 5812331"/>
                <a:gd name="connsiteX5" fmla="*/ 1303516 w 1304377"/>
                <a:gd name="connsiteY5" fmla="*/ 3450464 h 5812331"/>
                <a:gd name="connsiteX6" fmla="*/ 1226337 w 1304377"/>
                <a:gd name="connsiteY6" fmla="*/ 4572869 h 5812331"/>
                <a:gd name="connsiteX7" fmla="*/ 87431 w 1304377"/>
                <a:gd name="connsiteY7" fmla="*/ 5812331 h 5812331"/>
                <a:gd name="connsiteX0" fmla="*/ 0 w 1304379"/>
                <a:gd name="connsiteY0" fmla="*/ 0 h 5812331"/>
                <a:gd name="connsiteX1" fmla="*/ 560492 w 1304379"/>
                <a:gd name="connsiteY1" fmla="*/ 899702 h 5812331"/>
                <a:gd name="connsiteX2" fmla="*/ 574870 w 1304379"/>
                <a:gd name="connsiteY2" fmla="*/ 1891556 h 5812331"/>
                <a:gd name="connsiteX3" fmla="*/ 923760 w 1304379"/>
                <a:gd name="connsiteY3" fmla="*/ 2170234 h 5812331"/>
                <a:gd name="connsiteX4" fmla="*/ 1182107 w 1304379"/>
                <a:gd name="connsiteY4" fmla="*/ 2719448 h 5812331"/>
                <a:gd name="connsiteX5" fmla="*/ 1303516 w 1304379"/>
                <a:gd name="connsiteY5" fmla="*/ 3450464 h 5812331"/>
                <a:gd name="connsiteX6" fmla="*/ 1226337 w 1304379"/>
                <a:gd name="connsiteY6" fmla="*/ 4572869 h 5812331"/>
                <a:gd name="connsiteX7" fmla="*/ 87431 w 130437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923760 w 1487839"/>
                <a:gd name="connsiteY3" fmla="*/ 2170234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487839"/>
                <a:gd name="connsiteY0" fmla="*/ 0 h 5812331"/>
                <a:gd name="connsiteX1" fmla="*/ 560492 w 1487839"/>
                <a:gd name="connsiteY1" fmla="*/ 899702 h 5812331"/>
                <a:gd name="connsiteX2" fmla="*/ 574870 w 1487839"/>
                <a:gd name="connsiteY2" fmla="*/ 1891556 h 5812331"/>
                <a:gd name="connsiteX3" fmla="*/ 757113 w 1487839"/>
                <a:gd name="connsiteY3" fmla="*/ 2272202 h 5812331"/>
                <a:gd name="connsiteX4" fmla="*/ 1182107 w 1487839"/>
                <a:gd name="connsiteY4" fmla="*/ 2719448 h 5812331"/>
                <a:gd name="connsiteX5" fmla="*/ 1303516 w 1487839"/>
                <a:gd name="connsiteY5" fmla="*/ 3450464 h 5812331"/>
                <a:gd name="connsiteX6" fmla="*/ 1226337 w 1487839"/>
                <a:gd name="connsiteY6" fmla="*/ 4572869 h 5812331"/>
                <a:gd name="connsiteX7" fmla="*/ 87431 w 1487839"/>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812331"/>
                <a:gd name="connsiteX1" fmla="*/ 560492 w 1879346"/>
                <a:gd name="connsiteY1" fmla="*/ 899702 h 5812331"/>
                <a:gd name="connsiteX2" fmla="*/ 574870 w 1879346"/>
                <a:gd name="connsiteY2" fmla="*/ 1891556 h 5812331"/>
                <a:gd name="connsiteX3" fmla="*/ 757113 w 1879346"/>
                <a:gd name="connsiteY3" fmla="*/ 2272202 h 5812331"/>
                <a:gd name="connsiteX4" fmla="*/ 1182107 w 1879346"/>
                <a:gd name="connsiteY4" fmla="*/ 2719448 h 5812331"/>
                <a:gd name="connsiteX5" fmla="*/ 1879044 w 1879346"/>
                <a:gd name="connsiteY5" fmla="*/ 3715331 h 5812331"/>
                <a:gd name="connsiteX6" fmla="*/ 1226337 w 1879346"/>
                <a:gd name="connsiteY6" fmla="*/ 4572869 h 5812331"/>
                <a:gd name="connsiteX7" fmla="*/ 87431 w 1879346"/>
                <a:gd name="connsiteY7" fmla="*/ 5812331 h 5812331"/>
                <a:gd name="connsiteX0" fmla="*/ 0 w 1879346"/>
                <a:gd name="connsiteY0" fmla="*/ 0 h 5705098"/>
                <a:gd name="connsiteX1" fmla="*/ 560492 w 1879346"/>
                <a:gd name="connsiteY1" fmla="*/ 899702 h 5705098"/>
                <a:gd name="connsiteX2" fmla="*/ 574870 w 1879346"/>
                <a:gd name="connsiteY2" fmla="*/ 1891556 h 5705098"/>
                <a:gd name="connsiteX3" fmla="*/ 757113 w 1879346"/>
                <a:gd name="connsiteY3" fmla="*/ 2272202 h 5705098"/>
                <a:gd name="connsiteX4" fmla="*/ 1182107 w 1879346"/>
                <a:gd name="connsiteY4" fmla="*/ 2719448 h 5705098"/>
                <a:gd name="connsiteX5" fmla="*/ 1879044 w 1879346"/>
                <a:gd name="connsiteY5" fmla="*/ 3715331 h 5705098"/>
                <a:gd name="connsiteX6" fmla="*/ 1226337 w 1879346"/>
                <a:gd name="connsiteY6" fmla="*/ 4572869 h 5705098"/>
                <a:gd name="connsiteX7" fmla="*/ 702240 w 1879346"/>
                <a:gd name="connsiteY7" fmla="*/ 5705098 h 5705098"/>
                <a:gd name="connsiteX0" fmla="*/ 264359 w 1583213"/>
                <a:gd name="connsiteY0" fmla="*/ 0 h 4805396"/>
                <a:gd name="connsiteX1" fmla="*/ 278737 w 1583213"/>
                <a:gd name="connsiteY1" fmla="*/ 991854 h 4805396"/>
                <a:gd name="connsiteX2" fmla="*/ 460980 w 1583213"/>
                <a:gd name="connsiteY2" fmla="*/ 1372500 h 4805396"/>
                <a:gd name="connsiteX3" fmla="*/ 885974 w 1583213"/>
                <a:gd name="connsiteY3" fmla="*/ 1819746 h 4805396"/>
                <a:gd name="connsiteX4" fmla="*/ 1582911 w 1583213"/>
                <a:gd name="connsiteY4" fmla="*/ 2815629 h 4805396"/>
                <a:gd name="connsiteX5" fmla="*/ 930204 w 1583213"/>
                <a:gd name="connsiteY5" fmla="*/ 3673167 h 4805396"/>
                <a:gd name="connsiteX6" fmla="*/ 406107 w 1583213"/>
                <a:gd name="connsiteY6" fmla="*/ 4805396 h 4805396"/>
                <a:gd name="connsiteX0" fmla="*/ 0 w 1304476"/>
                <a:gd name="connsiteY0" fmla="*/ 0 h 3813542"/>
                <a:gd name="connsiteX1" fmla="*/ 182243 w 1304476"/>
                <a:gd name="connsiteY1" fmla="*/ 380646 h 3813542"/>
                <a:gd name="connsiteX2" fmla="*/ 607237 w 1304476"/>
                <a:gd name="connsiteY2" fmla="*/ 827892 h 3813542"/>
                <a:gd name="connsiteX3" fmla="*/ 1304174 w 1304476"/>
                <a:gd name="connsiteY3" fmla="*/ 1823775 h 3813542"/>
                <a:gd name="connsiteX4" fmla="*/ 651467 w 1304476"/>
                <a:gd name="connsiteY4" fmla="*/ 2681313 h 3813542"/>
                <a:gd name="connsiteX5" fmla="*/ 127370 w 1304476"/>
                <a:gd name="connsiteY5" fmla="*/ 3813542 h 3813542"/>
                <a:gd name="connsiteX0" fmla="*/ 0 w 1428165"/>
                <a:gd name="connsiteY0" fmla="*/ -1 h 3948297"/>
                <a:gd name="connsiteX1" fmla="*/ 305932 w 1428165"/>
                <a:gd name="connsiteY1" fmla="*/ 515401 h 3948297"/>
                <a:gd name="connsiteX2" fmla="*/ 730926 w 1428165"/>
                <a:gd name="connsiteY2" fmla="*/ 962647 h 3948297"/>
                <a:gd name="connsiteX3" fmla="*/ 1427863 w 1428165"/>
                <a:gd name="connsiteY3" fmla="*/ 1958530 h 3948297"/>
                <a:gd name="connsiteX4" fmla="*/ 775156 w 1428165"/>
                <a:gd name="connsiteY4" fmla="*/ 2816068 h 3948297"/>
                <a:gd name="connsiteX5" fmla="*/ 251059 w 1428165"/>
                <a:gd name="connsiteY5" fmla="*/ 3948297 h 3948297"/>
                <a:gd name="connsiteX0" fmla="*/ 0 w 1418473"/>
                <a:gd name="connsiteY0" fmla="*/ -1 h 3754574"/>
                <a:gd name="connsiteX1" fmla="*/ 296240 w 1418473"/>
                <a:gd name="connsiteY1" fmla="*/ 321678 h 3754574"/>
                <a:gd name="connsiteX2" fmla="*/ 721234 w 1418473"/>
                <a:gd name="connsiteY2" fmla="*/ 768924 h 3754574"/>
                <a:gd name="connsiteX3" fmla="*/ 1418171 w 1418473"/>
                <a:gd name="connsiteY3" fmla="*/ 1764807 h 3754574"/>
                <a:gd name="connsiteX4" fmla="*/ 765464 w 1418473"/>
                <a:gd name="connsiteY4" fmla="*/ 2622345 h 3754574"/>
                <a:gd name="connsiteX5" fmla="*/ 241367 w 1418473"/>
                <a:gd name="connsiteY5" fmla="*/ 3754574 h 3754574"/>
                <a:gd name="connsiteX0" fmla="*/ 0 w 1418473"/>
                <a:gd name="connsiteY0" fmla="*/ 0 h 3754575"/>
                <a:gd name="connsiteX1" fmla="*/ 296240 w 1418473"/>
                <a:gd name="connsiteY1" fmla="*/ 321679 h 3754575"/>
                <a:gd name="connsiteX2" fmla="*/ 721234 w 1418473"/>
                <a:gd name="connsiteY2" fmla="*/ 768925 h 3754575"/>
                <a:gd name="connsiteX3" fmla="*/ 1418171 w 1418473"/>
                <a:gd name="connsiteY3" fmla="*/ 1764808 h 3754575"/>
                <a:gd name="connsiteX4" fmla="*/ 765464 w 1418473"/>
                <a:gd name="connsiteY4" fmla="*/ 2622346 h 3754575"/>
                <a:gd name="connsiteX5" fmla="*/ 241367 w 1418473"/>
                <a:gd name="connsiteY5" fmla="*/ 3754575 h 3754575"/>
                <a:gd name="connsiteX0" fmla="*/ -1 w 1357720"/>
                <a:gd name="connsiteY0" fmla="*/ 1 h 3921505"/>
                <a:gd name="connsiteX1" fmla="*/ 235487 w 1357720"/>
                <a:gd name="connsiteY1" fmla="*/ 488609 h 3921505"/>
                <a:gd name="connsiteX2" fmla="*/ 660481 w 1357720"/>
                <a:gd name="connsiteY2" fmla="*/ 935855 h 3921505"/>
                <a:gd name="connsiteX3" fmla="*/ 1357418 w 1357720"/>
                <a:gd name="connsiteY3" fmla="*/ 1931738 h 3921505"/>
                <a:gd name="connsiteX4" fmla="*/ 704711 w 1357720"/>
                <a:gd name="connsiteY4" fmla="*/ 2789276 h 3921505"/>
                <a:gd name="connsiteX5" fmla="*/ 180614 w 1357720"/>
                <a:gd name="connsiteY5" fmla="*/ 3921505 h 3921505"/>
                <a:gd name="connsiteX0" fmla="*/ 1 w 1359664"/>
                <a:gd name="connsiteY0" fmla="*/ 0 h 3921504"/>
                <a:gd name="connsiteX1" fmla="*/ 235489 w 1359664"/>
                <a:gd name="connsiteY1" fmla="*/ 488608 h 3921504"/>
                <a:gd name="connsiteX2" fmla="*/ 570343 w 1359664"/>
                <a:gd name="connsiteY2" fmla="*/ 1209523 h 3921504"/>
                <a:gd name="connsiteX3" fmla="*/ 1357420 w 1359664"/>
                <a:gd name="connsiteY3" fmla="*/ 1931737 h 3921504"/>
                <a:gd name="connsiteX4" fmla="*/ 704713 w 1359664"/>
                <a:gd name="connsiteY4" fmla="*/ 2789275 h 3921504"/>
                <a:gd name="connsiteX5" fmla="*/ 180616 w 1359664"/>
                <a:gd name="connsiteY5" fmla="*/ 3921504 h 3921504"/>
                <a:gd name="connsiteX0" fmla="*/ -1 w 1110917"/>
                <a:gd name="connsiteY0" fmla="*/ 0 h 3921504"/>
                <a:gd name="connsiteX1" fmla="*/ 235487 w 1110917"/>
                <a:gd name="connsiteY1" fmla="*/ 488608 h 3921504"/>
                <a:gd name="connsiteX2" fmla="*/ 570341 w 1110917"/>
                <a:gd name="connsiteY2" fmla="*/ 1209523 h 3921504"/>
                <a:gd name="connsiteX3" fmla="*/ 1078155 w 1110917"/>
                <a:gd name="connsiteY3" fmla="*/ 1988260 h 3921504"/>
                <a:gd name="connsiteX4" fmla="*/ 704711 w 1110917"/>
                <a:gd name="connsiteY4" fmla="*/ 2789275 h 3921504"/>
                <a:gd name="connsiteX5" fmla="*/ 180614 w 1110917"/>
                <a:gd name="connsiteY5" fmla="*/ 3921504 h 3921504"/>
                <a:gd name="connsiteX0" fmla="*/ 1 w 1109062"/>
                <a:gd name="connsiteY0" fmla="*/ 0 h 3921504"/>
                <a:gd name="connsiteX1" fmla="*/ 235489 w 1109062"/>
                <a:gd name="connsiteY1" fmla="*/ 488608 h 3921504"/>
                <a:gd name="connsiteX2" fmla="*/ 595628 w 1109062"/>
                <a:gd name="connsiteY2" fmla="*/ 1353628 h 3921504"/>
                <a:gd name="connsiteX3" fmla="*/ 1078157 w 1109062"/>
                <a:gd name="connsiteY3" fmla="*/ 1988260 h 3921504"/>
                <a:gd name="connsiteX4" fmla="*/ 704713 w 1109062"/>
                <a:gd name="connsiteY4" fmla="*/ 2789275 h 3921504"/>
                <a:gd name="connsiteX5" fmla="*/ 180616 w 1109062"/>
                <a:gd name="connsiteY5" fmla="*/ 3921504 h 3921504"/>
                <a:gd name="connsiteX0" fmla="*/ -1 w 1109062"/>
                <a:gd name="connsiteY0" fmla="*/ 0 h 3921504"/>
                <a:gd name="connsiteX1" fmla="*/ 595626 w 1109062"/>
                <a:gd name="connsiteY1" fmla="*/ 1353628 h 3921504"/>
                <a:gd name="connsiteX2" fmla="*/ 1078155 w 1109062"/>
                <a:gd name="connsiteY2" fmla="*/ 1988260 h 3921504"/>
                <a:gd name="connsiteX3" fmla="*/ 704711 w 1109062"/>
                <a:gd name="connsiteY3" fmla="*/ 2789275 h 3921504"/>
                <a:gd name="connsiteX4" fmla="*/ 180614 w 1109062"/>
                <a:gd name="connsiteY4" fmla="*/ 3921504 h 3921504"/>
                <a:gd name="connsiteX0" fmla="*/ 1 w 1515635"/>
                <a:gd name="connsiteY0" fmla="*/ 0 h 3921504"/>
                <a:gd name="connsiteX1" fmla="*/ 595628 w 1515635"/>
                <a:gd name="connsiteY1" fmla="*/ 1353628 h 3921504"/>
                <a:gd name="connsiteX2" fmla="*/ 1514839 w 1515635"/>
                <a:gd name="connsiteY2" fmla="*/ 2513975 h 3921504"/>
                <a:gd name="connsiteX3" fmla="*/ 704713 w 1515635"/>
                <a:gd name="connsiteY3" fmla="*/ 2789275 h 3921504"/>
                <a:gd name="connsiteX4" fmla="*/ 180616 w 1515635"/>
                <a:gd name="connsiteY4" fmla="*/ 3921504 h 3921504"/>
                <a:gd name="connsiteX0" fmla="*/ -1 w 1516156"/>
                <a:gd name="connsiteY0" fmla="*/ 0 h 3921504"/>
                <a:gd name="connsiteX1" fmla="*/ 595626 w 1516156"/>
                <a:gd name="connsiteY1" fmla="*/ 1353628 h 3921504"/>
                <a:gd name="connsiteX2" fmla="*/ 1514837 w 1516156"/>
                <a:gd name="connsiteY2" fmla="*/ 2513975 h 3921504"/>
                <a:gd name="connsiteX3" fmla="*/ 731787 w 1516156"/>
                <a:gd name="connsiteY3" fmla="*/ 2940885 h 3921504"/>
                <a:gd name="connsiteX4" fmla="*/ 180614 w 1516156"/>
                <a:gd name="connsiteY4" fmla="*/ 3921504 h 3921504"/>
                <a:gd name="connsiteX0" fmla="*/ 1 w 1516156"/>
                <a:gd name="connsiteY0" fmla="*/ 0 h 3921504"/>
                <a:gd name="connsiteX1" fmla="*/ 595628 w 1516156"/>
                <a:gd name="connsiteY1" fmla="*/ 1353628 h 3921504"/>
                <a:gd name="connsiteX2" fmla="*/ 1514839 w 1516156"/>
                <a:gd name="connsiteY2" fmla="*/ 2513975 h 3921504"/>
                <a:gd name="connsiteX3" fmla="*/ 731789 w 1516156"/>
                <a:gd name="connsiteY3" fmla="*/ 2940885 h 3921504"/>
                <a:gd name="connsiteX4" fmla="*/ 180616 w 1516156"/>
                <a:gd name="connsiteY4" fmla="*/ 3921504 h 3921504"/>
                <a:gd name="connsiteX0" fmla="*/ -1 w 1516156"/>
                <a:gd name="connsiteY0" fmla="*/ 0 h 3921504"/>
                <a:gd name="connsiteX1" fmla="*/ 595626 w 1516156"/>
                <a:gd name="connsiteY1" fmla="*/ 1353628 h 3921504"/>
                <a:gd name="connsiteX2" fmla="*/ 1514837 w 1516156"/>
                <a:gd name="connsiteY2" fmla="*/ 2513975 h 3921504"/>
                <a:gd name="connsiteX3" fmla="*/ 731787 w 1516156"/>
                <a:gd name="connsiteY3" fmla="*/ 2940885 h 3921504"/>
                <a:gd name="connsiteX4" fmla="*/ 180614 w 1516156"/>
                <a:gd name="connsiteY4" fmla="*/ 3921504 h 3921504"/>
                <a:gd name="connsiteX0" fmla="*/ 1 w 1516156"/>
                <a:gd name="connsiteY0" fmla="*/ 0 h 3921504"/>
                <a:gd name="connsiteX1" fmla="*/ 595628 w 1516156"/>
                <a:gd name="connsiteY1" fmla="*/ 1353628 h 3921504"/>
                <a:gd name="connsiteX2" fmla="*/ 1514839 w 1516156"/>
                <a:gd name="connsiteY2" fmla="*/ 2513975 h 3921504"/>
                <a:gd name="connsiteX3" fmla="*/ 731789 w 1516156"/>
                <a:gd name="connsiteY3" fmla="*/ 2940885 h 3921504"/>
                <a:gd name="connsiteX4" fmla="*/ 180616 w 1516156"/>
                <a:gd name="connsiteY4" fmla="*/ 3921504 h 3921504"/>
                <a:gd name="connsiteX0" fmla="*/ -1 w 1518828"/>
                <a:gd name="connsiteY0" fmla="*/ 0 h 3921504"/>
                <a:gd name="connsiteX1" fmla="*/ 480382 w 1518828"/>
                <a:gd name="connsiteY1" fmla="*/ 1522245 h 3921504"/>
                <a:gd name="connsiteX2" fmla="*/ 1514837 w 1518828"/>
                <a:gd name="connsiteY2" fmla="*/ 2513975 h 3921504"/>
                <a:gd name="connsiteX3" fmla="*/ 731787 w 1518828"/>
                <a:gd name="connsiteY3" fmla="*/ 2940885 h 3921504"/>
                <a:gd name="connsiteX4" fmla="*/ 180614 w 1518828"/>
                <a:gd name="connsiteY4" fmla="*/ 3921504 h 3921504"/>
                <a:gd name="connsiteX0" fmla="*/ 1 w 1518828"/>
                <a:gd name="connsiteY0" fmla="*/ 0 h 3921504"/>
                <a:gd name="connsiteX1" fmla="*/ 480384 w 1518828"/>
                <a:gd name="connsiteY1" fmla="*/ 1522245 h 3921504"/>
                <a:gd name="connsiteX2" fmla="*/ 1514839 w 1518828"/>
                <a:gd name="connsiteY2" fmla="*/ 2513975 h 3921504"/>
                <a:gd name="connsiteX3" fmla="*/ 731789 w 1518828"/>
                <a:gd name="connsiteY3" fmla="*/ 2940885 h 3921504"/>
                <a:gd name="connsiteX4" fmla="*/ 180616 w 1518828"/>
                <a:gd name="connsiteY4" fmla="*/ 3921504 h 3921504"/>
                <a:gd name="connsiteX0" fmla="*/ -1 w 1534668"/>
                <a:gd name="connsiteY0" fmla="*/ 0 h 3921504"/>
                <a:gd name="connsiteX1" fmla="*/ 480382 w 1534668"/>
                <a:gd name="connsiteY1" fmla="*/ 1522245 h 3921504"/>
                <a:gd name="connsiteX2" fmla="*/ 1514837 w 1534668"/>
                <a:gd name="connsiteY2" fmla="*/ 2513975 h 3921504"/>
                <a:gd name="connsiteX3" fmla="*/ 929692 w 1534668"/>
                <a:gd name="connsiteY3" fmla="*/ 3156501 h 3921504"/>
                <a:gd name="connsiteX4" fmla="*/ 180614 w 1534668"/>
                <a:gd name="connsiteY4" fmla="*/ 3921504 h 3921504"/>
                <a:gd name="connsiteX0" fmla="*/ 1 w 1527800"/>
                <a:gd name="connsiteY0" fmla="*/ 0 h 3921504"/>
                <a:gd name="connsiteX1" fmla="*/ 480384 w 1527800"/>
                <a:gd name="connsiteY1" fmla="*/ 1522245 h 3921504"/>
                <a:gd name="connsiteX2" fmla="*/ 1514839 w 1527800"/>
                <a:gd name="connsiteY2" fmla="*/ 2513975 h 3921504"/>
                <a:gd name="connsiteX3" fmla="*/ 870553 w 1527800"/>
                <a:gd name="connsiteY3" fmla="*/ 3291882 h 3921504"/>
                <a:gd name="connsiteX4" fmla="*/ 180616 w 1527800"/>
                <a:gd name="connsiteY4" fmla="*/ 3921504 h 3921504"/>
                <a:gd name="connsiteX0" fmla="*/ -1 w 1527800"/>
                <a:gd name="connsiteY0" fmla="*/ 0 h 3921504"/>
                <a:gd name="connsiteX1" fmla="*/ 480382 w 1527800"/>
                <a:gd name="connsiteY1" fmla="*/ 1522245 h 3921504"/>
                <a:gd name="connsiteX2" fmla="*/ 1514837 w 1527800"/>
                <a:gd name="connsiteY2" fmla="*/ 2513975 h 3921504"/>
                <a:gd name="connsiteX3" fmla="*/ 870551 w 1527800"/>
                <a:gd name="connsiteY3" fmla="*/ 3291882 h 3921504"/>
                <a:gd name="connsiteX4" fmla="*/ 180614 w 1527800"/>
                <a:gd name="connsiteY4" fmla="*/ 3921504 h 3921504"/>
                <a:gd name="connsiteX0" fmla="*/ 1 w 1527800"/>
                <a:gd name="connsiteY0" fmla="*/ 0 h 3921504"/>
                <a:gd name="connsiteX1" fmla="*/ 480384 w 1527800"/>
                <a:gd name="connsiteY1" fmla="*/ 1522245 h 3921504"/>
                <a:gd name="connsiteX2" fmla="*/ 1514839 w 1527800"/>
                <a:gd name="connsiteY2" fmla="*/ 2513975 h 3921504"/>
                <a:gd name="connsiteX3" fmla="*/ 870553 w 1527800"/>
                <a:gd name="connsiteY3" fmla="*/ 3291882 h 3921504"/>
                <a:gd name="connsiteX4" fmla="*/ 180616 w 1527800"/>
                <a:gd name="connsiteY4" fmla="*/ 3921504 h 3921504"/>
                <a:gd name="connsiteX0" fmla="*/ -1 w 1527800"/>
                <a:gd name="connsiteY0" fmla="*/ 0 h 3921504"/>
                <a:gd name="connsiteX1" fmla="*/ 480382 w 1527800"/>
                <a:gd name="connsiteY1" fmla="*/ 1522245 h 3921504"/>
                <a:gd name="connsiteX2" fmla="*/ 1514837 w 1527800"/>
                <a:gd name="connsiteY2" fmla="*/ 2513975 h 3921504"/>
                <a:gd name="connsiteX3" fmla="*/ 870551 w 1527800"/>
                <a:gd name="connsiteY3" fmla="*/ 3291882 h 3921504"/>
                <a:gd name="connsiteX4" fmla="*/ 180614 w 1527800"/>
                <a:gd name="connsiteY4" fmla="*/ 3921504 h 3921504"/>
                <a:gd name="connsiteX0" fmla="*/ 1 w 1318623"/>
                <a:gd name="connsiteY0" fmla="*/ 0 h 3921504"/>
                <a:gd name="connsiteX1" fmla="*/ 480384 w 1318623"/>
                <a:gd name="connsiteY1" fmla="*/ 1522245 h 3921504"/>
                <a:gd name="connsiteX2" fmla="*/ 1275905 w 1318623"/>
                <a:gd name="connsiteY2" fmla="*/ 2547832 h 3921504"/>
                <a:gd name="connsiteX3" fmla="*/ 870553 w 1318623"/>
                <a:gd name="connsiteY3" fmla="*/ 3291882 h 3921504"/>
                <a:gd name="connsiteX4" fmla="*/ 180616 w 1318623"/>
                <a:gd name="connsiteY4" fmla="*/ 3921504 h 3921504"/>
                <a:gd name="connsiteX0" fmla="*/ -1 w 1318621"/>
                <a:gd name="connsiteY0" fmla="*/ 0 h 3921504"/>
                <a:gd name="connsiteX1" fmla="*/ 480382 w 1318621"/>
                <a:gd name="connsiteY1" fmla="*/ 1522245 h 3921504"/>
                <a:gd name="connsiteX2" fmla="*/ 1275903 w 1318621"/>
                <a:gd name="connsiteY2" fmla="*/ 2547832 h 3921504"/>
                <a:gd name="connsiteX3" fmla="*/ 870551 w 1318621"/>
                <a:gd name="connsiteY3" fmla="*/ 3291882 h 3921504"/>
                <a:gd name="connsiteX4" fmla="*/ 180614 w 1318621"/>
                <a:gd name="connsiteY4" fmla="*/ 3921504 h 3921504"/>
                <a:gd name="connsiteX0" fmla="*/ 1 w 1318623"/>
                <a:gd name="connsiteY0" fmla="*/ 0 h 4443711"/>
                <a:gd name="connsiteX1" fmla="*/ 480384 w 1318623"/>
                <a:gd name="connsiteY1" fmla="*/ 1522245 h 4443711"/>
                <a:gd name="connsiteX2" fmla="*/ 1275905 w 1318623"/>
                <a:gd name="connsiteY2" fmla="*/ 2547832 h 4443711"/>
                <a:gd name="connsiteX3" fmla="*/ 870553 w 1318623"/>
                <a:gd name="connsiteY3" fmla="*/ 3291882 h 4443711"/>
                <a:gd name="connsiteX4" fmla="*/ 323692 w 1318623"/>
                <a:gd name="connsiteY4" fmla="*/ 4443711 h 444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623" h="4443711">
                  <a:moveTo>
                    <a:pt x="1" y="0"/>
                  </a:moveTo>
                  <a:cubicBezTo>
                    <a:pt x="445319" y="554277"/>
                    <a:pt x="179703" y="1258868"/>
                    <a:pt x="480384" y="1522245"/>
                  </a:cubicBezTo>
                  <a:cubicBezTo>
                    <a:pt x="906908" y="2005988"/>
                    <a:pt x="1210877" y="2252893"/>
                    <a:pt x="1275905" y="2547832"/>
                  </a:cubicBezTo>
                  <a:cubicBezTo>
                    <a:pt x="1340933" y="2842771"/>
                    <a:pt x="1405586" y="2997232"/>
                    <a:pt x="870553" y="3291882"/>
                  </a:cubicBezTo>
                  <a:cubicBezTo>
                    <a:pt x="490555" y="3568729"/>
                    <a:pt x="739899" y="4367212"/>
                    <a:pt x="323692" y="4443711"/>
                  </a:cubicBezTo>
                </a:path>
              </a:pathLst>
            </a:cu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a:extLst>
              <a:ext uri="{FF2B5EF4-FFF2-40B4-BE49-F238E27FC236}">
                <a16:creationId xmlns:a16="http://schemas.microsoft.com/office/drawing/2014/main" id="{9D5FF6D8-34F2-542C-8F9A-7D73238AFF83}"/>
              </a:ext>
            </a:extLst>
          </p:cNvPr>
          <p:cNvGrpSpPr/>
          <p:nvPr userDrawn="1"/>
        </p:nvGrpSpPr>
        <p:grpSpPr>
          <a:xfrm>
            <a:off x="-319839" y="2776946"/>
            <a:ext cx="3701928" cy="4866988"/>
            <a:chOff x="-319839" y="2776946"/>
            <a:chExt cx="3701928" cy="4866988"/>
          </a:xfrm>
        </p:grpSpPr>
        <p:sp>
          <p:nvSpPr>
            <p:cNvPr id="33" name="Freeform: Shape 32">
              <a:extLst>
                <a:ext uri="{FF2B5EF4-FFF2-40B4-BE49-F238E27FC236}">
                  <a16:creationId xmlns:a16="http://schemas.microsoft.com/office/drawing/2014/main" id="{6CCBC74E-89C2-5C14-E0DD-B52009F4DED4}"/>
                </a:ext>
              </a:extLst>
            </p:cNvPr>
            <p:cNvSpPr/>
            <p:nvPr/>
          </p:nvSpPr>
          <p:spPr>
            <a:xfrm rot="5400000" flipH="1" flipV="1">
              <a:off x="-83419" y="6214415"/>
              <a:ext cx="701097" cy="59200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76" h="730673">
                  <a:moveTo>
                    <a:pt x="0" y="730673"/>
                  </a:moveTo>
                  <a:cubicBezTo>
                    <a:pt x="123149" y="583977"/>
                    <a:pt x="159024" y="437621"/>
                    <a:pt x="245224" y="384606"/>
                  </a:cubicBezTo>
                  <a:cubicBezTo>
                    <a:pt x="331424" y="331591"/>
                    <a:pt x="433673" y="438267"/>
                    <a:pt x="517201" y="412584"/>
                  </a:cubicBezTo>
                  <a:cubicBezTo>
                    <a:pt x="600729" y="386901"/>
                    <a:pt x="737918" y="299271"/>
                    <a:pt x="746392" y="230507"/>
                  </a:cubicBezTo>
                  <a:cubicBezTo>
                    <a:pt x="754866" y="161743"/>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5" name="Freeform: Shape 34">
              <a:extLst>
                <a:ext uri="{FF2B5EF4-FFF2-40B4-BE49-F238E27FC236}">
                  <a16:creationId xmlns:a16="http://schemas.microsoft.com/office/drawing/2014/main" id="{520F85DA-5A73-9417-B9A7-D3272CC8DEDA}"/>
                </a:ext>
              </a:extLst>
            </p:cNvPr>
            <p:cNvSpPr/>
            <p:nvPr/>
          </p:nvSpPr>
          <p:spPr>
            <a:xfrm rot="5866011" flipH="1" flipV="1">
              <a:off x="-415891" y="2872998"/>
              <a:ext cx="3894032" cy="3701928"/>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00281"/>
                <a:gd name="connsiteY0" fmla="*/ 2872818 h 2873348"/>
                <a:gd name="connsiteX1" fmla="*/ 295832 w 3200281"/>
                <a:gd name="connsiteY1" fmla="*/ 2861327 h 2873348"/>
                <a:gd name="connsiteX2" fmla="*/ 607384 w 3200281"/>
                <a:gd name="connsiteY2" fmla="*/ 2478772 h 2873348"/>
                <a:gd name="connsiteX3" fmla="*/ 653701 w 3200281"/>
                <a:gd name="connsiteY3" fmla="*/ 2120920 h 2873348"/>
                <a:gd name="connsiteX4" fmla="*/ 841475 w 3200281"/>
                <a:gd name="connsiteY4" fmla="*/ 1879294 h 2873348"/>
                <a:gd name="connsiteX5" fmla="*/ 1146884 w 3200281"/>
                <a:gd name="connsiteY5" fmla="*/ 1559335 h 2873348"/>
                <a:gd name="connsiteX6" fmla="*/ 1365849 w 3200281"/>
                <a:gd name="connsiteY6" fmla="*/ 1261329 h 2873348"/>
                <a:gd name="connsiteX7" fmla="*/ 1806191 w 3200281"/>
                <a:gd name="connsiteY7" fmla="*/ 1206460 h 2873348"/>
                <a:gd name="connsiteX8" fmla="*/ 2309860 w 3200281"/>
                <a:gd name="connsiteY8" fmla="*/ 1213613 h 2873348"/>
                <a:gd name="connsiteX9" fmla="*/ 2650678 w 3200281"/>
                <a:gd name="connsiteY9" fmla="*/ 1114639 h 2873348"/>
                <a:gd name="connsiteX10" fmla="*/ 2906329 w 3200281"/>
                <a:gd name="connsiteY10" fmla="*/ 979670 h 2873348"/>
                <a:gd name="connsiteX11" fmla="*/ 3116069 w 3200281"/>
                <a:gd name="connsiteY11" fmla="*/ 770024 h 2873348"/>
                <a:gd name="connsiteX12" fmla="*/ 3199885 w 3200281"/>
                <a:gd name="connsiteY12" fmla="*/ 371619 h 2873348"/>
                <a:gd name="connsiteX13" fmla="*/ 3139407 w 3200281"/>
                <a:gd name="connsiteY13" fmla="*/ 0 h 2873348"/>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199885 w 3555536"/>
                <a:gd name="connsiteY12" fmla="*/ 196067 h 2697796"/>
                <a:gd name="connsiteX13" fmla="*/ 3555536 w 3555536"/>
                <a:gd name="connsiteY13" fmla="*/ 0 h 2697796"/>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329027 w 3555536"/>
                <a:gd name="connsiteY12" fmla="*/ 199090 h 2697796"/>
                <a:gd name="connsiteX13" fmla="*/ 3555536 w 3555536"/>
                <a:gd name="connsiteY13" fmla="*/ 0 h 2697796"/>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365849 w 3555536"/>
                <a:gd name="connsiteY6" fmla="*/ 1085777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451227 w 3555536"/>
                <a:gd name="connsiteY6" fmla="*/ 1114720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764"/>
                <a:gd name="connsiteX1" fmla="*/ 295832 w 3555536"/>
                <a:gd name="connsiteY1" fmla="*/ 2685775 h 2730764"/>
                <a:gd name="connsiteX2" fmla="*/ 493310 w 3555536"/>
                <a:gd name="connsiteY2" fmla="*/ 2294331 h 2730764"/>
                <a:gd name="connsiteX3" fmla="*/ 653701 w 3555536"/>
                <a:gd name="connsiteY3" fmla="*/ 1945368 h 2730764"/>
                <a:gd name="connsiteX4" fmla="*/ 841475 w 3555536"/>
                <a:gd name="connsiteY4" fmla="*/ 1703742 h 2730764"/>
                <a:gd name="connsiteX5" fmla="*/ 1146884 w 3555536"/>
                <a:gd name="connsiteY5" fmla="*/ 1383783 h 2730764"/>
                <a:gd name="connsiteX6" fmla="*/ 1451227 w 3555536"/>
                <a:gd name="connsiteY6" fmla="*/ 1114720 h 2730764"/>
                <a:gd name="connsiteX7" fmla="*/ 1806191 w 3555536"/>
                <a:gd name="connsiteY7" fmla="*/ 1030908 h 2730764"/>
                <a:gd name="connsiteX8" fmla="*/ 2309860 w 3555536"/>
                <a:gd name="connsiteY8" fmla="*/ 1038061 h 2730764"/>
                <a:gd name="connsiteX9" fmla="*/ 2650678 w 3555536"/>
                <a:gd name="connsiteY9" fmla="*/ 939087 h 2730764"/>
                <a:gd name="connsiteX10" fmla="*/ 2906329 w 3555536"/>
                <a:gd name="connsiteY10" fmla="*/ 804118 h 2730764"/>
                <a:gd name="connsiteX11" fmla="*/ 3116069 w 3555536"/>
                <a:gd name="connsiteY11" fmla="*/ 594472 h 2730764"/>
                <a:gd name="connsiteX12" fmla="*/ 3329027 w 3555536"/>
                <a:gd name="connsiteY12" fmla="*/ 199090 h 2730764"/>
                <a:gd name="connsiteX13" fmla="*/ 3555536 w 3555536"/>
                <a:gd name="connsiteY13" fmla="*/ 0 h 2730764"/>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301139 w 3595477"/>
                <a:gd name="connsiteY5" fmla="*/ 1362970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5477" h="2703932">
                  <a:moveTo>
                    <a:pt x="0" y="2621026"/>
                  </a:moveTo>
                  <a:cubicBezTo>
                    <a:pt x="93426" y="2658411"/>
                    <a:pt x="246898" y="2740224"/>
                    <a:pt x="335773" y="2685775"/>
                  </a:cubicBezTo>
                  <a:cubicBezTo>
                    <a:pt x="424648" y="2631326"/>
                    <a:pt x="473606" y="2417732"/>
                    <a:pt x="533251" y="2294331"/>
                  </a:cubicBezTo>
                  <a:cubicBezTo>
                    <a:pt x="592896" y="2170930"/>
                    <a:pt x="654627" y="2045281"/>
                    <a:pt x="693642" y="1945368"/>
                  </a:cubicBezTo>
                  <a:cubicBezTo>
                    <a:pt x="612361" y="1769406"/>
                    <a:pt x="771317" y="1780565"/>
                    <a:pt x="872566" y="1683499"/>
                  </a:cubicBezTo>
                  <a:cubicBezTo>
                    <a:pt x="973815" y="1586433"/>
                    <a:pt x="1198039" y="1457767"/>
                    <a:pt x="1301139" y="1362970"/>
                  </a:cubicBezTo>
                  <a:cubicBezTo>
                    <a:pt x="1404239" y="1268174"/>
                    <a:pt x="1400336" y="1170064"/>
                    <a:pt x="1491168" y="1114720"/>
                  </a:cubicBezTo>
                  <a:cubicBezTo>
                    <a:pt x="1582000" y="1059376"/>
                    <a:pt x="1703027" y="1043685"/>
                    <a:pt x="1846132" y="1030908"/>
                  </a:cubicBezTo>
                  <a:cubicBezTo>
                    <a:pt x="1989238" y="1018132"/>
                    <a:pt x="2178923" y="1076351"/>
                    <a:pt x="2349801" y="1038061"/>
                  </a:cubicBezTo>
                  <a:cubicBezTo>
                    <a:pt x="2464768" y="1012248"/>
                    <a:pt x="2591208" y="978078"/>
                    <a:pt x="2690619" y="939087"/>
                  </a:cubicBezTo>
                  <a:cubicBezTo>
                    <a:pt x="2790031" y="900097"/>
                    <a:pt x="2865879" y="857362"/>
                    <a:pt x="2946270" y="804118"/>
                  </a:cubicBezTo>
                  <a:cubicBezTo>
                    <a:pt x="3029804" y="748777"/>
                    <a:pt x="3085560" y="695310"/>
                    <a:pt x="3156010" y="594472"/>
                  </a:cubicBezTo>
                  <a:cubicBezTo>
                    <a:pt x="3226460" y="493634"/>
                    <a:pt x="3362301" y="329202"/>
                    <a:pt x="3368968" y="199090"/>
                  </a:cubicBezTo>
                  <a:cubicBezTo>
                    <a:pt x="3375159" y="78790"/>
                    <a:pt x="3593762" y="120491"/>
                    <a:pt x="3595477"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6" name="Freeform: Shape 35">
              <a:extLst>
                <a:ext uri="{FF2B5EF4-FFF2-40B4-BE49-F238E27FC236}">
                  <a16:creationId xmlns:a16="http://schemas.microsoft.com/office/drawing/2014/main" id="{BFCEFCA3-BE38-0446-372A-058850523B86}"/>
                </a:ext>
              </a:extLst>
            </p:cNvPr>
            <p:cNvSpPr/>
            <p:nvPr/>
          </p:nvSpPr>
          <p:spPr>
            <a:xfrm rot="6828273" flipH="1" flipV="1">
              <a:off x="143748" y="5903620"/>
              <a:ext cx="566308" cy="983673"/>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Freeform: Shape 36">
              <a:extLst>
                <a:ext uri="{FF2B5EF4-FFF2-40B4-BE49-F238E27FC236}">
                  <a16:creationId xmlns:a16="http://schemas.microsoft.com/office/drawing/2014/main" id="{1CBEA846-CAEE-B965-A3F2-AAE2EC4AF5F1}"/>
                </a:ext>
              </a:extLst>
            </p:cNvPr>
            <p:cNvSpPr/>
            <p:nvPr/>
          </p:nvSpPr>
          <p:spPr>
            <a:xfrm rot="8192339" flipH="1" flipV="1">
              <a:off x="605509" y="4921618"/>
              <a:ext cx="1672669" cy="2722316"/>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8" name="Freeform: Shape 37">
              <a:extLst>
                <a:ext uri="{FF2B5EF4-FFF2-40B4-BE49-F238E27FC236}">
                  <a16:creationId xmlns:a16="http://schemas.microsoft.com/office/drawing/2014/main" id="{5E3641D7-D8C4-21D6-9C36-D4398DB10206}"/>
                </a:ext>
              </a:extLst>
            </p:cNvPr>
            <p:cNvSpPr/>
            <p:nvPr/>
          </p:nvSpPr>
          <p:spPr>
            <a:xfrm rot="8192339" flipH="1" flipV="1">
              <a:off x="754087" y="5170661"/>
              <a:ext cx="1421356" cy="238090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4239" h="2496976">
                  <a:moveTo>
                    <a:pt x="1836368" y="2496976"/>
                  </a:moveTo>
                  <a:cubicBezTo>
                    <a:pt x="1777956" y="2366576"/>
                    <a:pt x="2249182" y="2537626"/>
                    <a:pt x="2188900" y="2358138"/>
                  </a:cubicBezTo>
                  <a:cubicBezTo>
                    <a:pt x="2131931" y="2092601"/>
                    <a:pt x="1981707" y="2079783"/>
                    <a:pt x="1904596" y="1970065"/>
                  </a:cubicBezTo>
                  <a:cubicBezTo>
                    <a:pt x="1827485" y="1860347"/>
                    <a:pt x="1790521" y="1795094"/>
                    <a:pt x="1726235" y="1699828"/>
                  </a:cubicBezTo>
                  <a:cubicBezTo>
                    <a:pt x="1661949" y="1604562"/>
                    <a:pt x="1518500" y="1509245"/>
                    <a:pt x="1518881" y="1398470"/>
                  </a:cubicBezTo>
                  <a:cubicBezTo>
                    <a:pt x="1519357" y="1253499"/>
                    <a:pt x="1520099" y="1129449"/>
                    <a:pt x="1539907" y="985487"/>
                  </a:cubicBezTo>
                  <a:cubicBezTo>
                    <a:pt x="1559715" y="841525"/>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9" name="Freeform: Shape 38">
              <a:extLst>
                <a:ext uri="{FF2B5EF4-FFF2-40B4-BE49-F238E27FC236}">
                  <a16:creationId xmlns:a16="http://schemas.microsoft.com/office/drawing/2014/main" id="{65825E93-3B22-4BF9-0103-670E9F634647}"/>
                </a:ext>
              </a:extLst>
            </p:cNvPr>
            <p:cNvSpPr/>
            <p:nvPr/>
          </p:nvSpPr>
          <p:spPr>
            <a:xfrm rot="8192339" flipH="1" flipV="1">
              <a:off x="1005150" y="5699429"/>
              <a:ext cx="901169" cy="169358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1" name="Oval 55">
              <a:extLst>
                <a:ext uri="{FF2B5EF4-FFF2-40B4-BE49-F238E27FC236}">
                  <a16:creationId xmlns:a16="http://schemas.microsoft.com/office/drawing/2014/main" id="{FA8EF465-3A7B-659A-6B7D-C527CBD2F9FE}"/>
                </a:ext>
              </a:extLst>
            </p:cNvPr>
            <p:cNvSpPr/>
            <p:nvPr/>
          </p:nvSpPr>
          <p:spPr>
            <a:xfrm rot="9035553">
              <a:off x="1107570" y="6082478"/>
              <a:ext cx="669239" cy="99352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55">
              <a:extLst>
                <a:ext uri="{FF2B5EF4-FFF2-40B4-BE49-F238E27FC236}">
                  <a16:creationId xmlns:a16="http://schemas.microsoft.com/office/drawing/2014/main" id="{DD12D86D-2EF3-389F-E5A8-EEA3A36F715D}"/>
                </a:ext>
              </a:extLst>
            </p:cNvPr>
            <p:cNvSpPr/>
            <p:nvPr/>
          </p:nvSpPr>
          <p:spPr>
            <a:xfrm rot="9035553">
              <a:off x="1229760" y="6396891"/>
              <a:ext cx="348484" cy="44344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7DDF0AD7-3510-9BEB-213A-6452FE06CF90}"/>
                </a:ext>
              </a:extLst>
            </p:cNvPr>
            <p:cNvSpPr/>
            <p:nvPr/>
          </p:nvSpPr>
          <p:spPr>
            <a:xfrm rot="4926481" flipH="1" flipV="1">
              <a:off x="-1063893" y="3680824"/>
              <a:ext cx="2962371" cy="124654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247" h="910494">
                  <a:moveTo>
                    <a:pt x="2735247" y="300203"/>
                  </a:moveTo>
                  <a:cubicBezTo>
                    <a:pt x="2547635" y="373823"/>
                    <a:pt x="2540641" y="526925"/>
                    <a:pt x="2444563" y="608280"/>
                  </a:cubicBezTo>
                  <a:cubicBezTo>
                    <a:pt x="2348485" y="689635"/>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45125" y="599671"/>
                    <a:pt x="627577" y="525864"/>
                  </a:cubicBezTo>
                  <a:cubicBezTo>
                    <a:pt x="610029" y="452057"/>
                    <a:pt x="718950" y="416001"/>
                    <a:pt x="687653" y="351409"/>
                  </a:cubicBezTo>
                  <a:cubicBezTo>
                    <a:pt x="656356" y="286817"/>
                    <a:pt x="535638" y="190783"/>
                    <a:pt x="439794" y="138311"/>
                  </a:cubicBezTo>
                  <a:cubicBezTo>
                    <a:pt x="343950" y="85839"/>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4" name="Freeform: Shape 43">
              <a:extLst>
                <a:ext uri="{FF2B5EF4-FFF2-40B4-BE49-F238E27FC236}">
                  <a16:creationId xmlns:a16="http://schemas.microsoft.com/office/drawing/2014/main" id="{52AB034D-03DA-CF6F-F618-6FC7A0380903}"/>
                </a:ext>
              </a:extLst>
            </p:cNvPr>
            <p:cNvSpPr/>
            <p:nvPr/>
          </p:nvSpPr>
          <p:spPr>
            <a:xfrm rot="5546150" flipH="1" flipV="1">
              <a:off x="-457298" y="3725918"/>
              <a:ext cx="1599118" cy="7502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6" name="Freeform: Shape 45">
              <a:extLst>
                <a:ext uri="{FF2B5EF4-FFF2-40B4-BE49-F238E27FC236}">
                  <a16:creationId xmlns:a16="http://schemas.microsoft.com/office/drawing/2014/main" id="{E7966CB8-9E35-9F92-1232-6F209708509A}"/>
                </a:ext>
              </a:extLst>
            </p:cNvPr>
            <p:cNvSpPr/>
            <p:nvPr/>
          </p:nvSpPr>
          <p:spPr>
            <a:xfrm rot="5546150" flipH="1" flipV="1">
              <a:off x="-240589" y="3741506"/>
              <a:ext cx="1024918" cy="61000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548" h="669935">
                  <a:moveTo>
                    <a:pt x="1113111" y="0"/>
                  </a:moveTo>
                  <a:cubicBezTo>
                    <a:pt x="1140906" y="152507"/>
                    <a:pt x="1055779" y="277518"/>
                    <a:pt x="1001841" y="378123"/>
                  </a:cubicBezTo>
                  <a:cubicBezTo>
                    <a:pt x="947903" y="478728"/>
                    <a:pt x="917138" y="557775"/>
                    <a:pt x="789485" y="603632"/>
                  </a:cubicBezTo>
                  <a:cubicBezTo>
                    <a:pt x="661832" y="649489"/>
                    <a:pt x="346575" y="695517"/>
                    <a:pt x="235921" y="653265"/>
                  </a:cubicBezTo>
                  <a:cubicBezTo>
                    <a:pt x="125267" y="611013"/>
                    <a:pt x="164878" y="444923"/>
                    <a:pt x="125558" y="350122"/>
                  </a:cubicBezTo>
                  <a:cubicBezTo>
                    <a:pt x="86238" y="255321"/>
                    <a:pt x="11000" y="157707"/>
                    <a:pt x="0" y="84461"/>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7" name="Freeform: Shape 46">
              <a:extLst>
                <a:ext uri="{FF2B5EF4-FFF2-40B4-BE49-F238E27FC236}">
                  <a16:creationId xmlns:a16="http://schemas.microsoft.com/office/drawing/2014/main" id="{66806C96-D2A3-1BA3-DAC8-2B07C5D542B7}"/>
                </a:ext>
              </a:extLst>
            </p:cNvPr>
            <p:cNvSpPr/>
            <p:nvPr/>
          </p:nvSpPr>
          <p:spPr>
            <a:xfrm rot="5546150" flipH="1" flipV="1">
              <a:off x="-175960" y="3870591"/>
              <a:ext cx="761803" cy="46233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60" h="809192">
                  <a:moveTo>
                    <a:pt x="1389985" y="0"/>
                  </a:moveTo>
                  <a:cubicBezTo>
                    <a:pt x="1397893" y="130824"/>
                    <a:pt x="1232613" y="344318"/>
                    <a:pt x="1174085" y="478607"/>
                  </a:cubicBezTo>
                  <a:cubicBezTo>
                    <a:pt x="1115557" y="612896"/>
                    <a:pt x="1157246" y="782098"/>
                    <a:pt x="1038814" y="805735"/>
                  </a:cubicBezTo>
                  <a:cubicBezTo>
                    <a:pt x="920382" y="829372"/>
                    <a:pt x="571860" y="727938"/>
                    <a:pt x="463492" y="620431"/>
                  </a:cubicBezTo>
                  <a:cubicBezTo>
                    <a:pt x="355124" y="512924"/>
                    <a:pt x="465853" y="256824"/>
                    <a:pt x="388604" y="160693"/>
                  </a:cubicBezTo>
                  <a:cubicBezTo>
                    <a:pt x="311355" y="64562"/>
                    <a:pt x="133525" y="90487"/>
                    <a:pt x="0" y="43646"/>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8" name="Freeform: Shape 47">
              <a:extLst>
                <a:ext uri="{FF2B5EF4-FFF2-40B4-BE49-F238E27FC236}">
                  <a16:creationId xmlns:a16="http://schemas.microsoft.com/office/drawing/2014/main" id="{8C01F360-7B24-B753-E673-AEA3A970DE2A}"/>
                </a:ext>
              </a:extLst>
            </p:cNvPr>
            <p:cNvSpPr/>
            <p:nvPr/>
          </p:nvSpPr>
          <p:spPr>
            <a:xfrm rot="4926481" flipH="1" flipV="1">
              <a:off x="-731413" y="3617447"/>
              <a:ext cx="2144660" cy="1062448"/>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228" h="776025">
                  <a:moveTo>
                    <a:pt x="1980228" y="269864"/>
                  </a:moveTo>
                  <a:cubicBezTo>
                    <a:pt x="1946069" y="372021"/>
                    <a:pt x="1898940" y="438345"/>
                    <a:pt x="1830044" y="505496"/>
                  </a:cubicBezTo>
                  <a:cubicBezTo>
                    <a:pt x="1761148" y="572647"/>
                    <a:pt x="1649005" y="627717"/>
                    <a:pt x="1566854" y="672771"/>
                  </a:cubicBezTo>
                  <a:cubicBezTo>
                    <a:pt x="1484704" y="717825"/>
                    <a:pt x="1440561" y="771486"/>
                    <a:pt x="1337141" y="775819"/>
                  </a:cubicBezTo>
                  <a:cubicBezTo>
                    <a:pt x="1233721" y="780152"/>
                    <a:pt x="1104867" y="715031"/>
                    <a:pt x="946333" y="698772"/>
                  </a:cubicBezTo>
                  <a:cubicBezTo>
                    <a:pt x="787799" y="682513"/>
                    <a:pt x="488585" y="730037"/>
                    <a:pt x="385937" y="678267"/>
                  </a:cubicBezTo>
                  <a:cubicBezTo>
                    <a:pt x="283289" y="626497"/>
                    <a:pt x="350282" y="467651"/>
                    <a:pt x="330444" y="388152"/>
                  </a:cubicBezTo>
                  <a:cubicBezTo>
                    <a:pt x="310606" y="308653"/>
                    <a:pt x="321986" y="265963"/>
                    <a:pt x="266912" y="201271"/>
                  </a:cubicBezTo>
                  <a:cubicBezTo>
                    <a:pt x="211838" y="136579"/>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9" name="Freeform: Shape 48">
              <a:extLst>
                <a:ext uri="{FF2B5EF4-FFF2-40B4-BE49-F238E27FC236}">
                  <a16:creationId xmlns:a16="http://schemas.microsoft.com/office/drawing/2014/main" id="{F969D169-312A-0441-163A-0E966A9A2EAD}"/>
                </a:ext>
              </a:extLst>
            </p:cNvPr>
            <p:cNvSpPr/>
            <p:nvPr/>
          </p:nvSpPr>
          <p:spPr>
            <a:xfrm rot="5546150" flipH="1" flipV="1">
              <a:off x="-25094" y="3915308"/>
              <a:ext cx="292368" cy="26757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Tree>
    <p:extLst>
      <p:ext uri="{BB962C8B-B14F-4D97-AF65-F5344CB8AC3E}">
        <p14:creationId xmlns:p14="http://schemas.microsoft.com/office/powerpoint/2010/main" val="366689333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538A21A-1336-B099-D7C9-F0853B518FAA}"/>
              </a:ext>
            </a:extLst>
          </p:cNvPr>
          <p:cNvGrpSpPr/>
          <p:nvPr userDrawn="1"/>
        </p:nvGrpSpPr>
        <p:grpSpPr>
          <a:xfrm>
            <a:off x="-150050" y="3347156"/>
            <a:ext cx="3310234" cy="4517743"/>
            <a:chOff x="-173844" y="2900802"/>
            <a:chExt cx="3736462" cy="5099451"/>
          </a:xfrm>
        </p:grpSpPr>
        <p:sp>
          <p:nvSpPr>
            <p:cNvPr id="9" name="Freeform: Shape 8">
              <a:extLst>
                <a:ext uri="{FF2B5EF4-FFF2-40B4-BE49-F238E27FC236}">
                  <a16:creationId xmlns:a16="http://schemas.microsoft.com/office/drawing/2014/main" id="{756BA18A-A8D4-3927-3B18-3B2E9AC1DF02}"/>
                </a:ext>
              </a:extLst>
            </p:cNvPr>
            <p:cNvSpPr/>
            <p:nvPr/>
          </p:nvSpPr>
          <p:spPr>
            <a:xfrm rot="3210583" flipV="1">
              <a:off x="-307082" y="4295068"/>
              <a:ext cx="5071522" cy="2282989"/>
            </a:xfrm>
            <a:custGeom>
              <a:avLst/>
              <a:gdLst>
                <a:gd name="connsiteX0" fmla="*/ 0 w 6891548"/>
                <a:gd name="connsiteY0" fmla="*/ 2860739 h 4699949"/>
                <a:gd name="connsiteX1" fmla="*/ 175451 w 6891548"/>
                <a:gd name="connsiteY1" fmla="*/ 3155252 h 4699949"/>
                <a:gd name="connsiteX2" fmla="*/ 341567 w 6891548"/>
                <a:gd name="connsiteY2" fmla="*/ 3294888 h 4699949"/>
                <a:gd name="connsiteX3" fmla="*/ 557594 w 6891548"/>
                <a:gd name="connsiteY3" fmla="*/ 3336417 h 4699949"/>
                <a:gd name="connsiteX4" fmla="*/ 753618 w 6891548"/>
                <a:gd name="connsiteY4" fmla="*/ 3278220 h 4699949"/>
                <a:gd name="connsiteX5" fmla="*/ 858298 w 6891548"/>
                <a:gd name="connsiteY5" fmla="*/ 3151918 h 4699949"/>
                <a:gd name="connsiteX6" fmla="*/ 846677 w 6891548"/>
                <a:gd name="connsiteY6" fmla="*/ 2907506 h 4699949"/>
                <a:gd name="connsiteX7" fmla="*/ 808482 w 6891548"/>
                <a:gd name="connsiteY7" fmla="*/ 2648141 h 4699949"/>
                <a:gd name="connsiteX8" fmla="*/ 785241 w 6891548"/>
                <a:gd name="connsiteY8" fmla="*/ 2513457 h 4699949"/>
                <a:gd name="connsiteX9" fmla="*/ 785241 w 6891548"/>
                <a:gd name="connsiteY9" fmla="*/ 2408682 h 4699949"/>
                <a:gd name="connsiteX10" fmla="*/ 908209 w 6891548"/>
                <a:gd name="connsiteY10" fmla="*/ 2310575 h 4699949"/>
                <a:gd name="connsiteX11" fmla="*/ 1089279 w 6891548"/>
                <a:gd name="connsiteY11" fmla="*/ 2325529 h 4699949"/>
                <a:gd name="connsiteX12" fmla="*/ 1198912 w 6891548"/>
                <a:gd name="connsiteY12" fmla="*/ 2410301 h 4699949"/>
                <a:gd name="connsiteX13" fmla="*/ 1252061 w 6891548"/>
                <a:gd name="connsiteY13" fmla="*/ 2638044 h 4699949"/>
                <a:gd name="connsiteX14" fmla="*/ 1147382 w 6891548"/>
                <a:gd name="connsiteY14" fmla="*/ 2968847 h 4699949"/>
                <a:gd name="connsiteX15" fmla="*/ 1115854 w 6891548"/>
                <a:gd name="connsiteY15" fmla="*/ 3194971 h 4699949"/>
                <a:gd name="connsiteX16" fmla="*/ 1215580 w 6891548"/>
                <a:gd name="connsiteY16" fmla="*/ 3447669 h 4699949"/>
                <a:gd name="connsiteX17" fmla="*/ 1396651 w 6891548"/>
                <a:gd name="connsiteY17" fmla="*/ 3783425 h 4699949"/>
                <a:gd name="connsiteX18" fmla="*/ 1507998 w 6891548"/>
                <a:gd name="connsiteY18" fmla="*/ 4014502 h 4699949"/>
                <a:gd name="connsiteX19" fmla="*/ 1678400 w 6891548"/>
                <a:gd name="connsiteY19" fmla="*/ 4312634 h 4699949"/>
                <a:gd name="connsiteX20" fmla="*/ 1838706 w 6891548"/>
                <a:gd name="connsiteY20" fmla="*/ 4504182 h 4699949"/>
                <a:gd name="connsiteX21" fmla="*/ 1996630 w 6891548"/>
                <a:gd name="connsiteY21" fmla="*/ 4595146 h 4699949"/>
                <a:gd name="connsiteX22" fmla="*/ 2235899 w 6891548"/>
                <a:gd name="connsiteY22" fmla="*/ 4623912 h 4699949"/>
                <a:gd name="connsiteX23" fmla="*/ 2463165 w 6891548"/>
                <a:gd name="connsiteY23" fmla="*/ 4623912 h 4699949"/>
                <a:gd name="connsiteX24" fmla="*/ 2761583 w 6891548"/>
                <a:gd name="connsiteY24" fmla="*/ 4599528 h 4699949"/>
                <a:gd name="connsiteX25" fmla="*/ 2889504 w 6891548"/>
                <a:gd name="connsiteY25" fmla="*/ 4599528 h 4699949"/>
                <a:gd name="connsiteX26" fmla="*/ 3145250 w 6891548"/>
                <a:gd name="connsiteY26" fmla="*/ 4649534 h 4699949"/>
                <a:gd name="connsiteX27" fmla="*/ 3479197 w 6891548"/>
                <a:gd name="connsiteY27" fmla="*/ 4699826 h 4699949"/>
                <a:gd name="connsiteX28" fmla="*/ 3786283 w 6891548"/>
                <a:gd name="connsiteY28" fmla="*/ 4638008 h 4699949"/>
                <a:gd name="connsiteX29" fmla="*/ 3991642 w 6891548"/>
                <a:gd name="connsiteY29" fmla="*/ 4486371 h 4699949"/>
                <a:gd name="connsiteX30" fmla="*/ 4207002 w 6891548"/>
                <a:gd name="connsiteY30" fmla="*/ 4288917 h 4699949"/>
                <a:gd name="connsiteX31" fmla="*/ 4420362 w 6891548"/>
                <a:gd name="connsiteY31" fmla="*/ 4045553 h 4699949"/>
                <a:gd name="connsiteX32" fmla="*/ 4629722 w 6891548"/>
                <a:gd name="connsiteY32" fmla="*/ 3806190 h 4699949"/>
                <a:gd name="connsiteX33" fmla="*/ 4943761 w 6891548"/>
                <a:gd name="connsiteY33" fmla="*/ 3491960 h 4699949"/>
                <a:gd name="connsiteX34" fmla="*/ 5080349 w 6891548"/>
                <a:gd name="connsiteY34" fmla="*/ 3327368 h 4699949"/>
                <a:gd name="connsiteX35" fmla="*/ 5327618 w 6891548"/>
                <a:gd name="connsiteY35" fmla="*/ 3000185 h 4699949"/>
                <a:gd name="connsiteX36" fmla="*/ 5489163 w 6891548"/>
                <a:gd name="connsiteY36" fmla="*/ 2693003 h 4699949"/>
                <a:gd name="connsiteX37" fmla="*/ 5606796 w 6891548"/>
                <a:gd name="connsiteY37" fmla="*/ 2385822 h 4699949"/>
                <a:gd name="connsiteX38" fmla="*/ 5776246 w 6891548"/>
                <a:gd name="connsiteY38" fmla="*/ 2030730 h 4699949"/>
                <a:gd name="connsiteX39" fmla="*/ 5976652 w 6891548"/>
                <a:gd name="connsiteY39" fmla="*/ 1830229 h 4699949"/>
                <a:gd name="connsiteX40" fmla="*/ 6196965 w 6891548"/>
                <a:gd name="connsiteY40" fmla="*/ 1679639 h 4699949"/>
                <a:gd name="connsiteX41" fmla="*/ 6456140 w 6891548"/>
                <a:gd name="connsiteY41" fmla="*/ 1498092 h 4699949"/>
                <a:gd name="connsiteX42" fmla="*/ 6663500 w 6891548"/>
                <a:gd name="connsiteY42" fmla="*/ 1270635 h 4699949"/>
                <a:gd name="connsiteX43" fmla="*/ 6842951 w 6891548"/>
                <a:gd name="connsiteY43" fmla="*/ 947452 h 4699949"/>
                <a:gd name="connsiteX44" fmla="*/ 6890766 w 6891548"/>
                <a:gd name="connsiteY44" fmla="*/ 694087 h 4699949"/>
                <a:gd name="connsiteX45" fmla="*/ 6866858 w 6891548"/>
                <a:gd name="connsiteY45" fmla="*/ 492633 h 4699949"/>
                <a:gd name="connsiteX46" fmla="*/ 6675406 w 6891548"/>
                <a:gd name="connsiteY46" fmla="*/ 233267 h 4699949"/>
                <a:gd name="connsiteX47" fmla="*/ 6422613 w 6891548"/>
                <a:gd name="connsiteY47"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4943761 w 6891549"/>
                <a:gd name="connsiteY33" fmla="*/ 3491960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629722 w 6891549"/>
                <a:gd name="connsiteY32" fmla="*/ 3806190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420362 w 6891549"/>
                <a:gd name="connsiteY31" fmla="*/ 4045553 h 4699949"/>
                <a:gd name="connsiteX32" fmla="*/ 4711652 w 6891549"/>
                <a:gd name="connsiteY32" fmla="*/ 3880544 h 4699949"/>
                <a:gd name="connsiteX33" fmla="*/ 5040916 w 6891549"/>
                <a:gd name="connsiteY33" fmla="*/ 3581446 h 4699949"/>
                <a:gd name="connsiteX34" fmla="*/ 5327618 w 6891549"/>
                <a:gd name="connsiteY34" fmla="*/ 3000185 h 4699949"/>
                <a:gd name="connsiteX35" fmla="*/ 5489163 w 6891549"/>
                <a:gd name="connsiteY35" fmla="*/ 2693003 h 4699949"/>
                <a:gd name="connsiteX36" fmla="*/ 5606796 w 6891549"/>
                <a:gd name="connsiteY36" fmla="*/ 2385822 h 4699949"/>
                <a:gd name="connsiteX37" fmla="*/ 5776246 w 6891549"/>
                <a:gd name="connsiteY37" fmla="*/ 2030730 h 4699949"/>
                <a:gd name="connsiteX38" fmla="*/ 5976652 w 6891549"/>
                <a:gd name="connsiteY38" fmla="*/ 1830229 h 4699949"/>
                <a:gd name="connsiteX39" fmla="*/ 6196965 w 6891549"/>
                <a:gd name="connsiteY39" fmla="*/ 1679639 h 4699949"/>
                <a:gd name="connsiteX40" fmla="*/ 6456140 w 6891549"/>
                <a:gd name="connsiteY40" fmla="*/ 1498092 h 4699949"/>
                <a:gd name="connsiteX41" fmla="*/ 6663500 w 6891549"/>
                <a:gd name="connsiteY41" fmla="*/ 1270635 h 4699949"/>
                <a:gd name="connsiteX42" fmla="*/ 6842951 w 6891549"/>
                <a:gd name="connsiteY42" fmla="*/ 947452 h 4699949"/>
                <a:gd name="connsiteX43" fmla="*/ 6890766 w 6891549"/>
                <a:gd name="connsiteY43" fmla="*/ 694087 h 4699949"/>
                <a:gd name="connsiteX44" fmla="*/ 6866858 w 6891549"/>
                <a:gd name="connsiteY44" fmla="*/ 492633 h 4699949"/>
                <a:gd name="connsiteX45" fmla="*/ 6675406 w 6891549"/>
                <a:gd name="connsiteY45" fmla="*/ 233267 h 4699949"/>
                <a:gd name="connsiteX46" fmla="*/ 6422613 w 6891549"/>
                <a:gd name="connsiteY46" fmla="*/ 0 h 4699949"/>
                <a:gd name="connsiteX0" fmla="*/ 0 w 6891549"/>
                <a:gd name="connsiteY0" fmla="*/ 2860739 h 4699949"/>
                <a:gd name="connsiteX1" fmla="*/ 175451 w 6891549"/>
                <a:gd name="connsiteY1" fmla="*/ 3155252 h 4699949"/>
                <a:gd name="connsiteX2" fmla="*/ 341567 w 6891549"/>
                <a:gd name="connsiteY2" fmla="*/ 3294888 h 4699949"/>
                <a:gd name="connsiteX3" fmla="*/ 557594 w 6891549"/>
                <a:gd name="connsiteY3" fmla="*/ 3336417 h 4699949"/>
                <a:gd name="connsiteX4" fmla="*/ 753618 w 6891549"/>
                <a:gd name="connsiteY4" fmla="*/ 3278220 h 4699949"/>
                <a:gd name="connsiteX5" fmla="*/ 858298 w 6891549"/>
                <a:gd name="connsiteY5" fmla="*/ 3151918 h 4699949"/>
                <a:gd name="connsiteX6" fmla="*/ 846677 w 6891549"/>
                <a:gd name="connsiteY6" fmla="*/ 2907506 h 4699949"/>
                <a:gd name="connsiteX7" fmla="*/ 808482 w 6891549"/>
                <a:gd name="connsiteY7" fmla="*/ 2648141 h 4699949"/>
                <a:gd name="connsiteX8" fmla="*/ 785241 w 6891549"/>
                <a:gd name="connsiteY8" fmla="*/ 2513457 h 4699949"/>
                <a:gd name="connsiteX9" fmla="*/ 785241 w 6891549"/>
                <a:gd name="connsiteY9" fmla="*/ 2408682 h 4699949"/>
                <a:gd name="connsiteX10" fmla="*/ 908209 w 6891549"/>
                <a:gd name="connsiteY10" fmla="*/ 2310575 h 4699949"/>
                <a:gd name="connsiteX11" fmla="*/ 1089279 w 6891549"/>
                <a:gd name="connsiteY11" fmla="*/ 2325529 h 4699949"/>
                <a:gd name="connsiteX12" fmla="*/ 1198912 w 6891549"/>
                <a:gd name="connsiteY12" fmla="*/ 2410301 h 4699949"/>
                <a:gd name="connsiteX13" fmla="*/ 1252061 w 6891549"/>
                <a:gd name="connsiteY13" fmla="*/ 2638044 h 4699949"/>
                <a:gd name="connsiteX14" fmla="*/ 1147382 w 6891549"/>
                <a:gd name="connsiteY14" fmla="*/ 2968847 h 4699949"/>
                <a:gd name="connsiteX15" fmla="*/ 1115854 w 6891549"/>
                <a:gd name="connsiteY15" fmla="*/ 3194971 h 4699949"/>
                <a:gd name="connsiteX16" fmla="*/ 1215580 w 6891549"/>
                <a:gd name="connsiteY16" fmla="*/ 3447669 h 4699949"/>
                <a:gd name="connsiteX17" fmla="*/ 1396651 w 6891549"/>
                <a:gd name="connsiteY17" fmla="*/ 3783425 h 4699949"/>
                <a:gd name="connsiteX18" fmla="*/ 1507998 w 6891549"/>
                <a:gd name="connsiteY18" fmla="*/ 4014502 h 4699949"/>
                <a:gd name="connsiteX19" fmla="*/ 1678400 w 6891549"/>
                <a:gd name="connsiteY19" fmla="*/ 4312634 h 4699949"/>
                <a:gd name="connsiteX20" fmla="*/ 1838706 w 6891549"/>
                <a:gd name="connsiteY20" fmla="*/ 4504182 h 4699949"/>
                <a:gd name="connsiteX21" fmla="*/ 1996630 w 6891549"/>
                <a:gd name="connsiteY21" fmla="*/ 4595146 h 4699949"/>
                <a:gd name="connsiteX22" fmla="*/ 2235899 w 6891549"/>
                <a:gd name="connsiteY22" fmla="*/ 4623912 h 4699949"/>
                <a:gd name="connsiteX23" fmla="*/ 2463165 w 6891549"/>
                <a:gd name="connsiteY23" fmla="*/ 4623912 h 4699949"/>
                <a:gd name="connsiteX24" fmla="*/ 2761583 w 6891549"/>
                <a:gd name="connsiteY24" fmla="*/ 4599528 h 4699949"/>
                <a:gd name="connsiteX25" fmla="*/ 2889504 w 6891549"/>
                <a:gd name="connsiteY25" fmla="*/ 4599528 h 4699949"/>
                <a:gd name="connsiteX26" fmla="*/ 3145250 w 6891549"/>
                <a:gd name="connsiteY26" fmla="*/ 4649534 h 4699949"/>
                <a:gd name="connsiteX27" fmla="*/ 3479197 w 6891549"/>
                <a:gd name="connsiteY27" fmla="*/ 4699826 h 4699949"/>
                <a:gd name="connsiteX28" fmla="*/ 3786283 w 6891549"/>
                <a:gd name="connsiteY28" fmla="*/ 4638008 h 4699949"/>
                <a:gd name="connsiteX29" fmla="*/ 3991642 w 6891549"/>
                <a:gd name="connsiteY29" fmla="*/ 4486371 h 4699949"/>
                <a:gd name="connsiteX30" fmla="*/ 4207002 w 6891549"/>
                <a:gd name="connsiteY30" fmla="*/ 4288917 h 4699949"/>
                <a:gd name="connsiteX31" fmla="*/ 4711652 w 6891549"/>
                <a:gd name="connsiteY31" fmla="*/ 3880544 h 4699949"/>
                <a:gd name="connsiteX32" fmla="*/ 5040916 w 6891549"/>
                <a:gd name="connsiteY32" fmla="*/ 3581446 h 4699949"/>
                <a:gd name="connsiteX33" fmla="*/ 5327618 w 6891549"/>
                <a:gd name="connsiteY33" fmla="*/ 3000185 h 4699949"/>
                <a:gd name="connsiteX34" fmla="*/ 5489163 w 6891549"/>
                <a:gd name="connsiteY34" fmla="*/ 2693003 h 4699949"/>
                <a:gd name="connsiteX35" fmla="*/ 5606796 w 6891549"/>
                <a:gd name="connsiteY35" fmla="*/ 2385822 h 4699949"/>
                <a:gd name="connsiteX36" fmla="*/ 5776246 w 6891549"/>
                <a:gd name="connsiteY36" fmla="*/ 2030730 h 4699949"/>
                <a:gd name="connsiteX37" fmla="*/ 5976652 w 6891549"/>
                <a:gd name="connsiteY37" fmla="*/ 1830229 h 4699949"/>
                <a:gd name="connsiteX38" fmla="*/ 6196965 w 6891549"/>
                <a:gd name="connsiteY38" fmla="*/ 1679639 h 4699949"/>
                <a:gd name="connsiteX39" fmla="*/ 6456140 w 6891549"/>
                <a:gd name="connsiteY39" fmla="*/ 1498092 h 4699949"/>
                <a:gd name="connsiteX40" fmla="*/ 6663500 w 6891549"/>
                <a:gd name="connsiteY40" fmla="*/ 1270635 h 4699949"/>
                <a:gd name="connsiteX41" fmla="*/ 6842951 w 6891549"/>
                <a:gd name="connsiteY41" fmla="*/ 947452 h 4699949"/>
                <a:gd name="connsiteX42" fmla="*/ 6890766 w 6891549"/>
                <a:gd name="connsiteY42" fmla="*/ 694087 h 4699949"/>
                <a:gd name="connsiteX43" fmla="*/ 6866858 w 6891549"/>
                <a:gd name="connsiteY43" fmla="*/ 492633 h 4699949"/>
                <a:gd name="connsiteX44" fmla="*/ 6675406 w 6891549"/>
                <a:gd name="connsiteY44" fmla="*/ 233267 h 4699949"/>
                <a:gd name="connsiteX45" fmla="*/ 6422613 w 6891549"/>
                <a:gd name="connsiteY45" fmla="*/ 0 h 4699949"/>
                <a:gd name="connsiteX0" fmla="*/ 0 w 6891549"/>
                <a:gd name="connsiteY0" fmla="*/ 2860739 h 4700629"/>
                <a:gd name="connsiteX1" fmla="*/ 175451 w 6891549"/>
                <a:gd name="connsiteY1" fmla="*/ 3155252 h 4700629"/>
                <a:gd name="connsiteX2" fmla="*/ 341567 w 6891549"/>
                <a:gd name="connsiteY2" fmla="*/ 3294888 h 4700629"/>
                <a:gd name="connsiteX3" fmla="*/ 557594 w 6891549"/>
                <a:gd name="connsiteY3" fmla="*/ 3336417 h 4700629"/>
                <a:gd name="connsiteX4" fmla="*/ 753618 w 6891549"/>
                <a:gd name="connsiteY4" fmla="*/ 3278220 h 4700629"/>
                <a:gd name="connsiteX5" fmla="*/ 858298 w 6891549"/>
                <a:gd name="connsiteY5" fmla="*/ 3151918 h 4700629"/>
                <a:gd name="connsiteX6" fmla="*/ 846677 w 6891549"/>
                <a:gd name="connsiteY6" fmla="*/ 2907506 h 4700629"/>
                <a:gd name="connsiteX7" fmla="*/ 808482 w 6891549"/>
                <a:gd name="connsiteY7" fmla="*/ 2648141 h 4700629"/>
                <a:gd name="connsiteX8" fmla="*/ 785241 w 6891549"/>
                <a:gd name="connsiteY8" fmla="*/ 2513457 h 4700629"/>
                <a:gd name="connsiteX9" fmla="*/ 785241 w 6891549"/>
                <a:gd name="connsiteY9" fmla="*/ 2408682 h 4700629"/>
                <a:gd name="connsiteX10" fmla="*/ 908209 w 6891549"/>
                <a:gd name="connsiteY10" fmla="*/ 2310575 h 4700629"/>
                <a:gd name="connsiteX11" fmla="*/ 1089279 w 6891549"/>
                <a:gd name="connsiteY11" fmla="*/ 2325529 h 4700629"/>
                <a:gd name="connsiteX12" fmla="*/ 1198912 w 6891549"/>
                <a:gd name="connsiteY12" fmla="*/ 2410301 h 4700629"/>
                <a:gd name="connsiteX13" fmla="*/ 1252061 w 6891549"/>
                <a:gd name="connsiteY13" fmla="*/ 2638044 h 4700629"/>
                <a:gd name="connsiteX14" fmla="*/ 1147382 w 6891549"/>
                <a:gd name="connsiteY14" fmla="*/ 2968847 h 4700629"/>
                <a:gd name="connsiteX15" fmla="*/ 1115854 w 6891549"/>
                <a:gd name="connsiteY15" fmla="*/ 3194971 h 4700629"/>
                <a:gd name="connsiteX16" fmla="*/ 1215580 w 6891549"/>
                <a:gd name="connsiteY16" fmla="*/ 3447669 h 4700629"/>
                <a:gd name="connsiteX17" fmla="*/ 1396651 w 6891549"/>
                <a:gd name="connsiteY17" fmla="*/ 3783425 h 4700629"/>
                <a:gd name="connsiteX18" fmla="*/ 1507998 w 6891549"/>
                <a:gd name="connsiteY18" fmla="*/ 4014502 h 4700629"/>
                <a:gd name="connsiteX19" fmla="*/ 1678400 w 6891549"/>
                <a:gd name="connsiteY19" fmla="*/ 4312634 h 4700629"/>
                <a:gd name="connsiteX20" fmla="*/ 1838706 w 6891549"/>
                <a:gd name="connsiteY20" fmla="*/ 4504182 h 4700629"/>
                <a:gd name="connsiteX21" fmla="*/ 1996630 w 6891549"/>
                <a:gd name="connsiteY21" fmla="*/ 4595146 h 4700629"/>
                <a:gd name="connsiteX22" fmla="*/ 2235899 w 6891549"/>
                <a:gd name="connsiteY22" fmla="*/ 4623912 h 4700629"/>
                <a:gd name="connsiteX23" fmla="*/ 2463165 w 6891549"/>
                <a:gd name="connsiteY23" fmla="*/ 4623912 h 4700629"/>
                <a:gd name="connsiteX24" fmla="*/ 2761583 w 6891549"/>
                <a:gd name="connsiteY24" fmla="*/ 4599528 h 4700629"/>
                <a:gd name="connsiteX25" fmla="*/ 2889504 w 6891549"/>
                <a:gd name="connsiteY25" fmla="*/ 4599528 h 4700629"/>
                <a:gd name="connsiteX26" fmla="*/ 3145250 w 6891549"/>
                <a:gd name="connsiteY26" fmla="*/ 4649534 h 4700629"/>
                <a:gd name="connsiteX27" fmla="*/ 3479197 w 6891549"/>
                <a:gd name="connsiteY27" fmla="*/ 4699826 h 4700629"/>
                <a:gd name="connsiteX28" fmla="*/ 3786283 w 6891549"/>
                <a:gd name="connsiteY28" fmla="*/ 4638008 h 4700629"/>
                <a:gd name="connsiteX29" fmla="*/ 4207002 w 6891549"/>
                <a:gd name="connsiteY29" fmla="*/ 4288917 h 4700629"/>
                <a:gd name="connsiteX30" fmla="*/ 4711652 w 6891549"/>
                <a:gd name="connsiteY30" fmla="*/ 3880544 h 4700629"/>
                <a:gd name="connsiteX31" fmla="*/ 5040916 w 6891549"/>
                <a:gd name="connsiteY31" fmla="*/ 3581446 h 4700629"/>
                <a:gd name="connsiteX32" fmla="*/ 5327618 w 6891549"/>
                <a:gd name="connsiteY32" fmla="*/ 3000185 h 4700629"/>
                <a:gd name="connsiteX33" fmla="*/ 5489163 w 6891549"/>
                <a:gd name="connsiteY33" fmla="*/ 2693003 h 4700629"/>
                <a:gd name="connsiteX34" fmla="*/ 5606796 w 6891549"/>
                <a:gd name="connsiteY34" fmla="*/ 2385822 h 4700629"/>
                <a:gd name="connsiteX35" fmla="*/ 5776246 w 6891549"/>
                <a:gd name="connsiteY35" fmla="*/ 2030730 h 4700629"/>
                <a:gd name="connsiteX36" fmla="*/ 5976652 w 6891549"/>
                <a:gd name="connsiteY36" fmla="*/ 1830229 h 4700629"/>
                <a:gd name="connsiteX37" fmla="*/ 6196965 w 6891549"/>
                <a:gd name="connsiteY37" fmla="*/ 1679639 h 4700629"/>
                <a:gd name="connsiteX38" fmla="*/ 6456140 w 6891549"/>
                <a:gd name="connsiteY38" fmla="*/ 1498092 h 4700629"/>
                <a:gd name="connsiteX39" fmla="*/ 6663500 w 6891549"/>
                <a:gd name="connsiteY39" fmla="*/ 1270635 h 4700629"/>
                <a:gd name="connsiteX40" fmla="*/ 6842951 w 6891549"/>
                <a:gd name="connsiteY40" fmla="*/ 947452 h 4700629"/>
                <a:gd name="connsiteX41" fmla="*/ 6890766 w 6891549"/>
                <a:gd name="connsiteY41" fmla="*/ 694087 h 4700629"/>
                <a:gd name="connsiteX42" fmla="*/ 6866858 w 6891549"/>
                <a:gd name="connsiteY42" fmla="*/ 492633 h 4700629"/>
                <a:gd name="connsiteX43" fmla="*/ 6675406 w 6891549"/>
                <a:gd name="connsiteY43" fmla="*/ 233267 h 4700629"/>
                <a:gd name="connsiteX44" fmla="*/ 6422613 w 6891549"/>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992382 w 7708480"/>
                <a:gd name="connsiteY1" fmla="*/ 3155252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158498 w 7708480"/>
                <a:gd name="connsiteY2" fmla="*/ 3294888 h 4700629"/>
                <a:gd name="connsiteX3" fmla="*/ 1374525 w 7708480"/>
                <a:gd name="connsiteY3" fmla="*/ 3336417 h 4700629"/>
                <a:gd name="connsiteX4" fmla="*/ 1570549 w 7708480"/>
                <a:gd name="connsiteY4" fmla="*/ 3278220 h 4700629"/>
                <a:gd name="connsiteX5" fmla="*/ 1675229 w 7708480"/>
                <a:gd name="connsiteY5" fmla="*/ 3151918 h 4700629"/>
                <a:gd name="connsiteX6" fmla="*/ 1663608 w 7708480"/>
                <a:gd name="connsiteY6" fmla="*/ 2907506 h 4700629"/>
                <a:gd name="connsiteX7" fmla="*/ 1625413 w 7708480"/>
                <a:gd name="connsiteY7" fmla="*/ 2648141 h 4700629"/>
                <a:gd name="connsiteX8" fmla="*/ 1602172 w 7708480"/>
                <a:gd name="connsiteY8" fmla="*/ 2513457 h 4700629"/>
                <a:gd name="connsiteX9" fmla="*/ 1602172 w 7708480"/>
                <a:gd name="connsiteY9" fmla="*/ 2408682 h 4700629"/>
                <a:gd name="connsiteX10" fmla="*/ 1725140 w 7708480"/>
                <a:gd name="connsiteY10" fmla="*/ 2310575 h 4700629"/>
                <a:gd name="connsiteX11" fmla="*/ 1906210 w 7708480"/>
                <a:gd name="connsiteY11" fmla="*/ 2325529 h 4700629"/>
                <a:gd name="connsiteX12" fmla="*/ 2015843 w 7708480"/>
                <a:gd name="connsiteY12" fmla="*/ 2410301 h 4700629"/>
                <a:gd name="connsiteX13" fmla="*/ 2068992 w 7708480"/>
                <a:gd name="connsiteY13" fmla="*/ 2638044 h 4700629"/>
                <a:gd name="connsiteX14" fmla="*/ 1964313 w 7708480"/>
                <a:gd name="connsiteY14" fmla="*/ 2968847 h 4700629"/>
                <a:gd name="connsiteX15" fmla="*/ 1932785 w 7708480"/>
                <a:gd name="connsiteY15" fmla="*/ 3194971 h 4700629"/>
                <a:gd name="connsiteX16" fmla="*/ 2032511 w 7708480"/>
                <a:gd name="connsiteY16" fmla="*/ 3447669 h 4700629"/>
                <a:gd name="connsiteX17" fmla="*/ 2213582 w 7708480"/>
                <a:gd name="connsiteY17" fmla="*/ 3783425 h 4700629"/>
                <a:gd name="connsiteX18" fmla="*/ 2324929 w 7708480"/>
                <a:gd name="connsiteY18" fmla="*/ 4014502 h 4700629"/>
                <a:gd name="connsiteX19" fmla="*/ 2495331 w 7708480"/>
                <a:gd name="connsiteY19" fmla="*/ 4312634 h 4700629"/>
                <a:gd name="connsiteX20" fmla="*/ 2655637 w 7708480"/>
                <a:gd name="connsiteY20" fmla="*/ 4504182 h 4700629"/>
                <a:gd name="connsiteX21" fmla="*/ 2813561 w 7708480"/>
                <a:gd name="connsiteY21" fmla="*/ 4595146 h 4700629"/>
                <a:gd name="connsiteX22" fmla="*/ 3052830 w 7708480"/>
                <a:gd name="connsiteY22" fmla="*/ 4623912 h 4700629"/>
                <a:gd name="connsiteX23" fmla="*/ 3280096 w 7708480"/>
                <a:gd name="connsiteY23" fmla="*/ 4623912 h 4700629"/>
                <a:gd name="connsiteX24" fmla="*/ 3578514 w 7708480"/>
                <a:gd name="connsiteY24" fmla="*/ 4599528 h 4700629"/>
                <a:gd name="connsiteX25" fmla="*/ 3706435 w 7708480"/>
                <a:gd name="connsiteY25" fmla="*/ 4599528 h 4700629"/>
                <a:gd name="connsiteX26" fmla="*/ 3962181 w 7708480"/>
                <a:gd name="connsiteY26" fmla="*/ 4649534 h 4700629"/>
                <a:gd name="connsiteX27" fmla="*/ 4296128 w 7708480"/>
                <a:gd name="connsiteY27" fmla="*/ 4699826 h 4700629"/>
                <a:gd name="connsiteX28" fmla="*/ 4603214 w 7708480"/>
                <a:gd name="connsiteY28" fmla="*/ 4638008 h 4700629"/>
                <a:gd name="connsiteX29" fmla="*/ 5023933 w 7708480"/>
                <a:gd name="connsiteY29" fmla="*/ 4288917 h 4700629"/>
                <a:gd name="connsiteX30" fmla="*/ 5528583 w 7708480"/>
                <a:gd name="connsiteY30" fmla="*/ 3880544 h 4700629"/>
                <a:gd name="connsiteX31" fmla="*/ 5857847 w 7708480"/>
                <a:gd name="connsiteY31" fmla="*/ 3581446 h 4700629"/>
                <a:gd name="connsiteX32" fmla="*/ 6144549 w 7708480"/>
                <a:gd name="connsiteY32" fmla="*/ 3000185 h 4700629"/>
                <a:gd name="connsiteX33" fmla="*/ 6306094 w 7708480"/>
                <a:gd name="connsiteY33" fmla="*/ 2693003 h 4700629"/>
                <a:gd name="connsiteX34" fmla="*/ 6423727 w 7708480"/>
                <a:gd name="connsiteY34" fmla="*/ 2385822 h 4700629"/>
                <a:gd name="connsiteX35" fmla="*/ 6593177 w 7708480"/>
                <a:gd name="connsiteY35" fmla="*/ 2030730 h 4700629"/>
                <a:gd name="connsiteX36" fmla="*/ 6793583 w 7708480"/>
                <a:gd name="connsiteY36" fmla="*/ 1830229 h 4700629"/>
                <a:gd name="connsiteX37" fmla="*/ 7013896 w 7708480"/>
                <a:gd name="connsiteY37" fmla="*/ 1679639 h 4700629"/>
                <a:gd name="connsiteX38" fmla="*/ 7273071 w 7708480"/>
                <a:gd name="connsiteY38" fmla="*/ 1498092 h 4700629"/>
                <a:gd name="connsiteX39" fmla="*/ 7480431 w 7708480"/>
                <a:gd name="connsiteY39" fmla="*/ 1270635 h 4700629"/>
                <a:gd name="connsiteX40" fmla="*/ 7659882 w 7708480"/>
                <a:gd name="connsiteY40" fmla="*/ 947452 h 4700629"/>
                <a:gd name="connsiteX41" fmla="*/ 7707697 w 7708480"/>
                <a:gd name="connsiteY41" fmla="*/ 694087 h 4700629"/>
                <a:gd name="connsiteX42" fmla="*/ 7683789 w 7708480"/>
                <a:gd name="connsiteY42" fmla="*/ 492633 h 4700629"/>
                <a:gd name="connsiteX43" fmla="*/ 7492337 w 7708480"/>
                <a:gd name="connsiteY43" fmla="*/ 233267 h 4700629"/>
                <a:gd name="connsiteX44" fmla="*/ 7239544 w 7708480"/>
                <a:gd name="connsiteY44" fmla="*/ 0 h 4700629"/>
                <a:gd name="connsiteX0" fmla="*/ 0 w 7708480"/>
                <a:gd name="connsiteY0" fmla="*/ 2373638 h 4700629"/>
                <a:gd name="connsiteX1" fmla="*/ 870589 w 7708480"/>
                <a:gd name="connsiteY1" fmla="*/ 3034184 h 4700629"/>
                <a:gd name="connsiteX2" fmla="*/ 1374525 w 7708480"/>
                <a:gd name="connsiteY2" fmla="*/ 3336417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63608 w 7708480"/>
                <a:gd name="connsiteY5" fmla="*/ 2907506 h 4700629"/>
                <a:gd name="connsiteX6" fmla="*/ 1625413 w 7708480"/>
                <a:gd name="connsiteY6" fmla="*/ 2648141 h 4700629"/>
                <a:gd name="connsiteX7" fmla="*/ 1602172 w 7708480"/>
                <a:gd name="connsiteY7" fmla="*/ 2513457 h 4700629"/>
                <a:gd name="connsiteX8" fmla="*/ 1602172 w 7708480"/>
                <a:gd name="connsiteY8" fmla="*/ 2408682 h 4700629"/>
                <a:gd name="connsiteX9" fmla="*/ 1725140 w 7708480"/>
                <a:gd name="connsiteY9" fmla="*/ 2310575 h 4700629"/>
                <a:gd name="connsiteX10" fmla="*/ 1906210 w 7708480"/>
                <a:gd name="connsiteY10" fmla="*/ 2325529 h 4700629"/>
                <a:gd name="connsiteX11" fmla="*/ 2015843 w 7708480"/>
                <a:gd name="connsiteY11" fmla="*/ 2410301 h 4700629"/>
                <a:gd name="connsiteX12" fmla="*/ 2068992 w 7708480"/>
                <a:gd name="connsiteY12" fmla="*/ 2638044 h 4700629"/>
                <a:gd name="connsiteX13" fmla="*/ 1964313 w 7708480"/>
                <a:gd name="connsiteY13" fmla="*/ 2968847 h 4700629"/>
                <a:gd name="connsiteX14" fmla="*/ 1932785 w 7708480"/>
                <a:gd name="connsiteY14" fmla="*/ 3194971 h 4700629"/>
                <a:gd name="connsiteX15" fmla="*/ 2032511 w 7708480"/>
                <a:gd name="connsiteY15" fmla="*/ 3447669 h 4700629"/>
                <a:gd name="connsiteX16" fmla="*/ 2213582 w 7708480"/>
                <a:gd name="connsiteY16" fmla="*/ 3783425 h 4700629"/>
                <a:gd name="connsiteX17" fmla="*/ 2324929 w 7708480"/>
                <a:gd name="connsiteY17" fmla="*/ 4014502 h 4700629"/>
                <a:gd name="connsiteX18" fmla="*/ 2495331 w 7708480"/>
                <a:gd name="connsiteY18" fmla="*/ 4312634 h 4700629"/>
                <a:gd name="connsiteX19" fmla="*/ 2655637 w 7708480"/>
                <a:gd name="connsiteY19" fmla="*/ 4504182 h 4700629"/>
                <a:gd name="connsiteX20" fmla="*/ 2813561 w 7708480"/>
                <a:gd name="connsiteY20" fmla="*/ 4595146 h 4700629"/>
                <a:gd name="connsiteX21" fmla="*/ 3052830 w 7708480"/>
                <a:gd name="connsiteY21" fmla="*/ 4623912 h 4700629"/>
                <a:gd name="connsiteX22" fmla="*/ 3280096 w 7708480"/>
                <a:gd name="connsiteY22" fmla="*/ 4623912 h 4700629"/>
                <a:gd name="connsiteX23" fmla="*/ 3578514 w 7708480"/>
                <a:gd name="connsiteY23" fmla="*/ 4599528 h 4700629"/>
                <a:gd name="connsiteX24" fmla="*/ 3706435 w 7708480"/>
                <a:gd name="connsiteY24" fmla="*/ 4599528 h 4700629"/>
                <a:gd name="connsiteX25" fmla="*/ 3962181 w 7708480"/>
                <a:gd name="connsiteY25" fmla="*/ 4649534 h 4700629"/>
                <a:gd name="connsiteX26" fmla="*/ 4296128 w 7708480"/>
                <a:gd name="connsiteY26" fmla="*/ 4699826 h 4700629"/>
                <a:gd name="connsiteX27" fmla="*/ 4603214 w 7708480"/>
                <a:gd name="connsiteY27" fmla="*/ 4638008 h 4700629"/>
                <a:gd name="connsiteX28" fmla="*/ 5023933 w 7708480"/>
                <a:gd name="connsiteY28" fmla="*/ 4288917 h 4700629"/>
                <a:gd name="connsiteX29" fmla="*/ 5528583 w 7708480"/>
                <a:gd name="connsiteY29" fmla="*/ 3880544 h 4700629"/>
                <a:gd name="connsiteX30" fmla="*/ 5857847 w 7708480"/>
                <a:gd name="connsiteY30" fmla="*/ 3581446 h 4700629"/>
                <a:gd name="connsiteX31" fmla="*/ 6144549 w 7708480"/>
                <a:gd name="connsiteY31" fmla="*/ 3000185 h 4700629"/>
                <a:gd name="connsiteX32" fmla="*/ 6306094 w 7708480"/>
                <a:gd name="connsiteY32" fmla="*/ 2693003 h 4700629"/>
                <a:gd name="connsiteX33" fmla="*/ 6423727 w 7708480"/>
                <a:gd name="connsiteY33" fmla="*/ 2385822 h 4700629"/>
                <a:gd name="connsiteX34" fmla="*/ 6593177 w 7708480"/>
                <a:gd name="connsiteY34" fmla="*/ 2030730 h 4700629"/>
                <a:gd name="connsiteX35" fmla="*/ 6793583 w 7708480"/>
                <a:gd name="connsiteY35" fmla="*/ 1830229 h 4700629"/>
                <a:gd name="connsiteX36" fmla="*/ 7013896 w 7708480"/>
                <a:gd name="connsiteY36" fmla="*/ 1679639 h 4700629"/>
                <a:gd name="connsiteX37" fmla="*/ 7273071 w 7708480"/>
                <a:gd name="connsiteY37" fmla="*/ 1498092 h 4700629"/>
                <a:gd name="connsiteX38" fmla="*/ 7480431 w 7708480"/>
                <a:gd name="connsiteY38" fmla="*/ 1270635 h 4700629"/>
                <a:gd name="connsiteX39" fmla="*/ 7659882 w 7708480"/>
                <a:gd name="connsiteY39" fmla="*/ 947452 h 4700629"/>
                <a:gd name="connsiteX40" fmla="*/ 7707697 w 7708480"/>
                <a:gd name="connsiteY40" fmla="*/ 694087 h 4700629"/>
                <a:gd name="connsiteX41" fmla="*/ 7683789 w 7708480"/>
                <a:gd name="connsiteY41" fmla="*/ 492633 h 4700629"/>
                <a:gd name="connsiteX42" fmla="*/ 7492337 w 7708480"/>
                <a:gd name="connsiteY42" fmla="*/ 233267 h 4700629"/>
                <a:gd name="connsiteX43" fmla="*/ 7239544 w 7708480"/>
                <a:gd name="connsiteY43"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75229 w 7708480"/>
                <a:gd name="connsiteY4" fmla="*/ 3151918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70549 w 7708480"/>
                <a:gd name="connsiteY3" fmla="*/ 3278220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708480"/>
                <a:gd name="connsiteY0" fmla="*/ 2373638 h 4700629"/>
                <a:gd name="connsiteX1" fmla="*/ 870589 w 7708480"/>
                <a:gd name="connsiteY1" fmla="*/ 3034184 h 4700629"/>
                <a:gd name="connsiteX2" fmla="*/ 1251744 w 7708480"/>
                <a:gd name="connsiteY2" fmla="*/ 3305360 h 4700629"/>
                <a:gd name="connsiteX3" fmla="*/ 1527462 w 7708480"/>
                <a:gd name="connsiteY3" fmla="*/ 3243072 h 4700629"/>
                <a:gd name="connsiteX4" fmla="*/ 1637286 w 7708480"/>
                <a:gd name="connsiteY4" fmla="*/ 3039750 h 4700629"/>
                <a:gd name="connsiteX5" fmla="*/ 1625413 w 7708480"/>
                <a:gd name="connsiteY5" fmla="*/ 2648141 h 4700629"/>
                <a:gd name="connsiteX6" fmla="*/ 1602172 w 7708480"/>
                <a:gd name="connsiteY6" fmla="*/ 2513457 h 4700629"/>
                <a:gd name="connsiteX7" fmla="*/ 1602172 w 7708480"/>
                <a:gd name="connsiteY7" fmla="*/ 2408682 h 4700629"/>
                <a:gd name="connsiteX8" fmla="*/ 1725140 w 7708480"/>
                <a:gd name="connsiteY8" fmla="*/ 2310575 h 4700629"/>
                <a:gd name="connsiteX9" fmla="*/ 1906210 w 7708480"/>
                <a:gd name="connsiteY9" fmla="*/ 2325529 h 4700629"/>
                <a:gd name="connsiteX10" fmla="*/ 2015843 w 7708480"/>
                <a:gd name="connsiteY10" fmla="*/ 2410301 h 4700629"/>
                <a:gd name="connsiteX11" fmla="*/ 2068992 w 7708480"/>
                <a:gd name="connsiteY11" fmla="*/ 2638044 h 4700629"/>
                <a:gd name="connsiteX12" fmla="*/ 1964313 w 7708480"/>
                <a:gd name="connsiteY12" fmla="*/ 2968847 h 4700629"/>
                <a:gd name="connsiteX13" fmla="*/ 1932785 w 7708480"/>
                <a:gd name="connsiteY13" fmla="*/ 3194971 h 4700629"/>
                <a:gd name="connsiteX14" fmla="*/ 2032511 w 7708480"/>
                <a:gd name="connsiteY14" fmla="*/ 3447669 h 4700629"/>
                <a:gd name="connsiteX15" fmla="*/ 2213582 w 7708480"/>
                <a:gd name="connsiteY15" fmla="*/ 3783425 h 4700629"/>
                <a:gd name="connsiteX16" fmla="*/ 2324929 w 7708480"/>
                <a:gd name="connsiteY16" fmla="*/ 4014502 h 4700629"/>
                <a:gd name="connsiteX17" fmla="*/ 2495331 w 7708480"/>
                <a:gd name="connsiteY17" fmla="*/ 4312634 h 4700629"/>
                <a:gd name="connsiteX18" fmla="*/ 2655637 w 7708480"/>
                <a:gd name="connsiteY18" fmla="*/ 4504182 h 4700629"/>
                <a:gd name="connsiteX19" fmla="*/ 2813561 w 7708480"/>
                <a:gd name="connsiteY19" fmla="*/ 4595146 h 4700629"/>
                <a:gd name="connsiteX20" fmla="*/ 3052830 w 7708480"/>
                <a:gd name="connsiteY20" fmla="*/ 4623912 h 4700629"/>
                <a:gd name="connsiteX21" fmla="*/ 3280096 w 7708480"/>
                <a:gd name="connsiteY21" fmla="*/ 4623912 h 4700629"/>
                <a:gd name="connsiteX22" fmla="*/ 3578514 w 7708480"/>
                <a:gd name="connsiteY22" fmla="*/ 4599528 h 4700629"/>
                <a:gd name="connsiteX23" fmla="*/ 3706435 w 7708480"/>
                <a:gd name="connsiteY23" fmla="*/ 4599528 h 4700629"/>
                <a:gd name="connsiteX24" fmla="*/ 3962181 w 7708480"/>
                <a:gd name="connsiteY24" fmla="*/ 4649534 h 4700629"/>
                <a:gd name="connsiteX25" fmla="*/ 4296128 w 7708480"/>
                <a:gd name="connsiteY25" fmla="*/ 4699826 h 4700629"/>
                <a:gd name="connsiteX26" fmla="*/ 4603214 w 7708480"/>
                <a:gd name="connsiteY26" fmla="*/ 4638008 h 4700629"/>
                <a:gd name="connsiteX27" fmla="*/ 5023933 w 7708480"/>
                <a:gd name="connsiteY27" fmla="*/ 4288917 h 4700629"/>
                <a:gd name="connsiteX28" fmla="*/ 5528583 w 7708480"/>
                <a:gd name="connsiteY28" fmla="*/ 3880544 h 4700629"/>
                <a:gd name="connsiteX29" fmla="*/ 5857847 w 7708480"/>
                <a:gd name="connsiteY29" fmla="*/ 3581446 h 4700629"/>
                <a:gd name="connsiteX30" fmla="*/ 6144549 w 7708480"/>
                <a:gd name="connsiteY30" fmla="*/ 3000185 h 4700629"/>
                <a:gd name="connsiteX31" fmla="*/ 6306094 w 7708480"/>
                <a:gd name="connsiteY31" fmla="*/ 2693003 h 4700629"/>
                <a:gd name="connsiteX32" fmla="*/ 6423727 w 7708480"/>
                <a:gd name="connsiteY32" fmla="*/ 2385822 h 4700629"/>
                <a:gd name="connsiteX33" fmla="*/ 6593177 w 7708480"/>
                <a:gd name="connsiteY33" fmla="*/ 2030730 h 4700629"/>
                <a:gd name="connsiteX34" fmla="*/ 6793583 w 7708480"/>
                <a:gd name="connsiteY34" fmla="*/ 1830229 h 4700629"/>
                <a:gd name="connsiteX35" fmla="*/ 7013896 w 7708480"/>
                <a:gd name="connsiteY35" fmla="*/ 1679639 h 4700629"/>
                <a:gd name="connsiteX36" fmla="*/ 7273071 w 7708480"/>
                <a:gd name="connsiteY36" fmla="*/ 1498092 h 4700629"/>
                <a:gd name="connsiteX37" fmla="*/ 7480431 w 7708480"/>
                <a:gd name="connsiteY37" fmla="*/ 1270635 h 4700629"/>
                <a:gd name="connsiteX38" fmla="*/ 7659882 w 7708480"/>
                <a:gd name="connsiteY38" fmla="*/ 947452 h 4700629"/>
                <a:gd name="connsiteX39" fmla="*/ 7707697 w 7708480"/>
                <a:gd name="connsiteY39" fmla="*/ 694087 h 4700629"/>
                <a:gd name="connsiteX40" fmla="*/ 7683789 w 7708480"/>
                <a:gd name="connsiteY40" fmla="*/ 492633 h 4700629"/>
                <a:gd name="connsiteX41" fmla="*/ 7492337 w 7708480"/>
                <a:gd name="connsiteY41" fmla="*/ 233267 h 4700629"/>
                <a:gd name="connsiteX42" fmla="*/ 7239544 w 7708480"/>
                <a:gd name="connsiteY42" fmla="*/ 0 h 4700629"/>
                <a:gd name="connsiteX0" fmla="*/ 0 w 7414979"/>
                <a:gd name="connsiteY0" fmla="*/ 2593101 h 4700629"/>
                <a:gd name="connsiteX1" fmla="*/ 577088 w 7414979"/>
                <a:gd name="connsiteY1" fmla="*/ 3034184 h 4700629"/>
                <a:gd name="connsiteX2" fmla="*/ 958243 w 7414979"/>
                <a:gd name="connsiteY2" fmla="*/ 3305360 h 4700629"/>
                <a:gd name="connsiteX3" fmla="*/ 1233961 w 7414979"/>
                <a:gd name="connsiteY3" fmla="*/ 3243072 h 4700629"/>
                <a:gd name="connsiteX4" fmla="*/ 1343785 w 7414979"/>
                <a:gd name="connsiteY4" fmla="*/ 3039750 h 4700629"/>
                <a:gd name="connsiteX5" fmla="*/ 1331912 w 7414979"/>
                <a:gd name="connsiteY5" fmla="*/ 2648141 h 4700629"/>
                <a:gd name="connsiteX6" fmla="*/ 1308671 w 7414979"/>
                <a:gd name="connsiteY6" fmla="*/ 2513457 h 4700629"/>
                <a:gd name="connsiteX7" fmla="*/ 1308671 w 7414979"/>
                <a:gd name="connsiteY7" fmla="*/ 2408682 h 4700629"/>
                <a:gd name="connsiteX8" fmla="*/ 1431639 w 7414979"/>
                <a:gd name="connsiteY8" fmla="*/ 2310575 h 4700629"/>
                <a:gd name="connsiteX9" fmla="*/ 1612709 w 7414979"/>
                <a:gd name="connsiteY9" fmla="*/ 2325529 h 4700629"/>
                <a:gd name="connsiteX10" fmla="*/ 1722342 w 7414979"/>
                <a:gd name="connsiteY10" fmla="*/ 2410301 h 4700629"/>
                <a:gd name="connsiteX11" fmla="*/ 1775491 w 7414979"/>
                <a:gd name="connsiteY11" fmla="*/ 2638044 h 4700629"/>
                <a:gd name="connsiteX12" fmla="*/ 1670812 w 7414979"/>
                <a:gd name="connsiteY12" fmla="*/ 2968847 h 4700629"/>
                <a:gd name="connsiteX13" fmla="*/ 1639284 w 7414979"/>
                <a:gd name="connsiteY13" fmla="*/ 3194971 h 4700629"/>
                <a:gd name="connsiteX14" fmla="*/ 1739010 w 7414979"/>
                <a:gd name="connsiteY14" fmla="*/ 3447669 h 4700629"/>
                <a:gd name="connsiteX15" fmla="*/ 1920081 w 7414979"/>
                <a:gd name="connsiteY15" fmla="*/ 3783425 h 4700629"/>
                <a:gd name="connsiteX16" fmla="*/ 2031428 w 7414979"/>
                <a:gd name="connsiteY16" fmla="*/ 4014502 h 4700629"/>
                <a:gd name="connsiteX17" fmla="*/ 2201830 w 7414979"/>
                <a:gd name="connsiteY17" fmla="*/ 4312634 h 4700629"/>
                <a:gd name="connsiteX18" fmla="*/ 2362136 w 7414979"/>
                <a:gd name="connsiteY18" fmla="*/ 4504182 h 4700629"/>
                <a:gd name="connsiteX19" fmla="*/ 2520060 w 7414979"/>
                <a:gd name="connsiteY19" fmla="*/ 4595146 h 4700629"/>
                <a:gd name="connsiteX20" fmla="*/ 2759329 w 7414979"/>
                <a:gd name="connsiteY20" fmla="*/ 4623912 h 4700629"/>
                <a:gd name="connsiteX21" fmla="*/ 2986595 w 7414979"/>
                <a:gd name="connsiteY21" fmla="*/ 4623912 h 4700629"/>
                <a:gd name="connsiteX22" fmla="*/ 3285013 w 7414979"/>
                <a:gd name="connsiteY22" fmla="*/ 4599528 h 4700629"/>
                <a:gd name="connsiteX23" fmla="*/ 3412934 w 7414979"/>
                <a:gd name="connsiteY23" fmla="*/ 4599528 h 4700629"/>
                <a:gd name="connsiteX24" fmla="*/ 3668680 w 7414979"/>
                <a:gd name="connsiteY24" fmla="*/ 4649534 h 4700629"/>
                <a:gd name="connsiteX25" fmla="*/ 4002627 w 7414979"/>
                <a:gd name="connsiteY25" fmla="*/ 4699826 h 4700629"/>
                <a:gd name="connsiteX26" fmla="*/ 4309713 w 7414979"/>
                <a:gd name="connsiteY26" fmla="*/ 4638008 h 4700629"/>
                <a:gd name="connsiteX27" fmla="*/ 4730432 w 7414979"/>
                <a:gd name="connsiteY27" fmla="*/ 4288917 h 4700629"/>
                <a:gd name="connsiteX28" fmla="*/ 5235082 w 7414979"/>
                <a:gd name="connsiteY28" fmla="*/ 3880544 h 4700629"/>
                <a:gd name="connsiteX29" fmla="*/ 5564346 w 7414979"/>
                <a:gd name="connsiteY29" fmla="*/ 3581446 h 4700629"/>
                <a:gd name="connsiteX30" fmla="*/ 5851048 w 7414979"/>
                <a:gd name="connsiteY30" fmla="*/ 3000185 h 4700629"/>
                <a:gd name="connsiteX31" fmla="*/ 6012593 w 7414979"/>
                <a:gd name="connsiteY31" fmla="*/ 2693003 h 4700629"/>
                <a:gd name="connsiteX32" fmla="*/ 6130226 w 7414979"/>
                <a:gd name="connsiteY32" fmla="*/ 2385822 h 4700629"/>
                <a:gd name="connsiteX33" fmla="*/ 6299676 w 7414979"/>
                <a:gd name="connsiteY33" fmla="*/ 2030730 h 4700629"/>
                <a:gd name="connsiteX34" fmla="*/ 6500082 w 7414979"/>
                <a:gd name="connsiteY34" fmla="*/ 1830229 h 4700629"/>
                <a:gd name="connsiteX35" fmla="*/ 6720395 w 7414979"/>
                <a:gd name="connsiteY35" fmla="*/ 1679639 h 4700629"/>
                <a:gd name="connsiteX36" fmla="*/ 6979570 w 7414979"/>
                <a:gd name="connsiteY36" fmla="*/ 1498092 h 4700629"/>
                <a:gd name="connsiteX37" fmla="*/ 7186930 w 7414979"/>
                <a:gd name="connsiteY37" fmla="*/ 1270635 h 4700629"/>
                <a:gd name="connsiteX38" fmla="*/ 7366381 w 7414979"/>
                <a:gd name="connsiteY38" fmla="*/ 947452 h 4700629"/>
                <a:gd name="connsiteX39" fmla="*/ 7414196 w 7414979"/>
                <a:gd name="connsiteY39" fmla="*/ 694087 h 4700629"/>
                <a:gd name="connsiteX40" fmla="*/ 7390288 w 7414979"/>
                <a:gd name="connsiteY40" fmla="*/ 492633 h 4700629"/>
                <a:gd name="connsiteX41" fmla="*/ 7198836 w 7414979"/>
                <a:gd name="connsiteY41" fmla="*/ 233267 h 4700629"/>
                <a:gd name="connsiteX42" fmla="*/ 6946043 w 7414979"/>
                <a:gd name="connsiteY42" fmla="*/ 0 h 4700629"/>
                <a:gd name="connsiteX0" fmla="*/ 0 w 7414979"/>
                <a:gd name="connsiteY0" fmla="*/ 2593101 h 4700629"/>
                <a:gd name="connsiteX1" fmla="*/ 577088 w 7414979"/>
                <a:gd name="connsiteY1" fmla="*/ 3034184 h 4700629"/>
                <a:gd name="connsiteX2" fmla="*/ 958243 w 7414979"/>
                <a:gd name="connsiteY2" fmla="*/ 3305360 h 4700629"/>
                <a:gd name="connsiteX3" fmla="*/ 1233961 w 7414979"/>
                <a:gd name="connsiteY3" fmla="*/ 3243072 h 4700629"/>
                <a:gd name="connsiteX4" fmla="*/ 1343785 w 7414979"/>
                <a:gd name="connsiteY4" fmla="*/ 3039750 h 4700629"/>
                <a:gd name="connsiteX5" fmla="*/ 1331912 w 7414979"/>
                <a:gd name="connsiteY5" fmla="*/ 2648141 h 4700629"/>
                <a:gd name="connsiteX6" fmla="*/ 1308671 w 7414979"/>
                <a:gd name="connsiteY6" fmla="*/ 2513457 h 4700629"/>
                <a:gd name="connsiteX7" fmla="*/ 1308671 w 7414979"/>
                <a:gd name="connsiteY7" fmla="*/ 2408682 h 4700629"/>
                <a:gd name="connsiteX8" fmla="*/ 1431639 w 7414979"/>
                <a:gd name="connsiteY8" fmla="*/ 2310575 h 4700629"/>
                <a:gd name="connsiteX9" fmla="*/ 1612709 w 7414979"/>
                <a:gd name="connsiteY9" fmla="*/ 2325529 h 4700629"/>
                <a:gd name="connsiteX10" fmla="*/ 1722342 w 7414979"/>
                <a:gd name="connsiteY10" fmla="*/ 2410301 h 4700629"/>
                <a:gd name="connsiteX11" fmla="*/ 1775491 w 7414979"/>
                <a:gd name="connsiteY11" fmla="*/ 2638044 h 4700629"/>
                <a:gd name="connsiteX12" fmla="*/ 1670812 w 7414979"/>
                <a:gd name="connsiteY12" fmla="*/ 2968847 h 4700629"/>
                <a:gd name="connsiteX13" fmla="*/ 1639284 w 7414979"/>
                <a:gd name="connsiteY13" fmla="*/ 3194971 h 4700629"/>
                <a:gd name="connsiteX14" fmla="*/ 1739010 w 7414979"/>
                <a:gd name="connsiteY14" fmla="*/ 3447669 h 4700629"/>
                <a:gd name="connsiteX15" fmla="*/ 1920081 w 7414979"/>
                <a:gd name="connsiteY15" fmla="*/ 3783425 h 4700629"/>
                <a:gd name="connsiteX16" fmla="*/ 2031428 w 7414979"/>
                <a:gd name="connsiteY16" fmla="*/ 4014502 h 4700629"/>
                <a:gd name="connsiteX17" fmla="*/ 2201830 w 7414979"/>
                <a:gd name="connsiteY17" fmla="*/ 4312634 h 4700629"/>
                <a:gd name="connsiteX18" fmla="*/ 2362136 w 7414979"/>
                <a:gd name="connsiteY18" fmla="*/ 4504182 h 4700629"/>
                <a:gd name="connsiteX19" fmla="*/ 2520060 w 7414979"/>
                <a:gd name="connsiteY19" fmla="*/ 4595146 h 4700629"/>
                <a:gd name="connsiteX20" fmla="*/ 2759329 w 7414979"/>
                <a:gd name="connsiteY20" fmla="*/ 4623912 h 4700629"/>
                <a:gd name="connsiteX21" fmla="*/ 2909302 w 7414979"/>
                <a:gd name="connsiteY21" fmla="*/ 4697809 h 4700629"/>
                <a:gd name="connsiteX22" fmla="*/ 3285013 w 7414979"/>
                <a:gd name="connsiteY22" fmla="*/ 4599528 h 4700629"/>
                <a:gd name="connsiteX23" fmla="*/ 3412934 w 7414979"/>
                <a:gd name="connsiteY23" fmla="*/ 4599528 h 4700629"/>
                <a:gd name="connsiteX24" fmla="*/ 3668680 w 7414979"/>
                <a:gd name="connsiteY24" fmla="*/ 4649534 h 4700629"/>
                <a:gd name="connsiteX25" fmla="*/ 4002627 w 7414979"/>
                <a:gd name="connsiteY25" fmla="*/ 4699826 h 4700629"/>
                <a:gd name="connsiteX26" fmla="*/ 4309713 w 7414979"/>
                <a:gd name="connsiteY26" fmla="*/ 4638008 h 4700629"/>
                <a:gd name="connsiteX27" fmla="*/ 4730432 w 7414979"/>
                <a:gd name="connsiteY27" fmla="*/ 4288917 h 4700629"/>
                <a:gd name="connsiteX28" fmla="*/ 5235082 w 7414979"/>
                <a:gd name="connsiteY28" fmla="*/ 3880544 h 4700629"/>
                <a:gd name="connsiteX29" fmla="*/ 5564346 w 7414979"/>
                <a:gd name="connsiteY29" fmla="*/ 3581446 h 4700629"/>
                <a:gd name="connsiteX30" fmla="*/ 5851048 w 7414979"/>
                <a:gd name="connsiteY30" fmla="*/ 3000185 h 4700629"/>
                <a:gd name="connsiteX31" fmla="*/ 6012593 w 7414979"/>
                <a:gd name="connsiteY31" fmla="*/ 2693003 h 4700629"/>
                <a:gd name="connsiteX32" fmla="*/ 6130226 w 7414979"/>
                <a:gd name="connsiteY32" fmla="*/ 2385822 h 4700629"/>
                <a:gd name="connsiteX33" fmla="*/ 6299676 w 7414979"/>
                <a:gd name="connsiteY33" fmla="*/ 2030730 h 4700629"/>
                <a:gd name="connsiteX34" fmla="*/ 6500082 w 7414979"/>
                <a:gd name="connsiteY34" fmla="*/ 1830229 h 4700629"/>
                <a:gd name="connsiteX35" fmla="*/ 6720395 w 7414979"/>
                <a:gd name="connsiteY35" fmla="*/ 1679639 h 4700629"/>
                <a:gd name="connsiteX36" fmla="*/ 6979570 w 7414979"/>
                <a:gd name="connsiteY36" fmla="*/ 1498092 h 4700629"/>
                <a:gd name="connsiteX37" fmla="*/ 7186930 w 7414979"/>
                <a:gd name="connsiteY37" fmla="*/ 1270635 h 4700629"/>
                <a:gd name="connsiteX38" fmla="*/ 7366381 w 7414979"/>
                <a:gd name="connsiteY38" fmla="*/ 947452 h 4700629"/>
                <a:gd name="connsiteX39" fmla="*/ 7414196 w 7414979"/>
                <a:gd name="connsiteY39" fmla="*/ 694087 h 4700629"/>
                <a:gd name="connsiteX40" fmla="*/ 7390288 w 7414979"/>
                <a:gd name="connsiteY40" fmla="*/ 492633 h 4700629"/>
                <a:gd name="connsiteX41" fmla="*/ 7198836 w 7414979"/>
                <a:gd name="connsiteY41" fmla="*/ 233267 h 4700629"/>
                <a:gd name="connsiteX42" fmla="*/ 6946043 w 7414979"/>
                <a:gd name="connsiteY42" fmla="*/ 0 h 4700629"/>
                <a:gd name="connsiteX0" fmla="*/ 0 w 7414979"/>
                <a:gd name="connsiteY0" fmla="*/ 2593101 h 4859499"/>
                <a:gd name="connsiteX1" fmla="*/ 577088 w 7414979"/>
                <a:gd name="connsiteY1" fmla="*/ 3034184 h 4859499"/>
                <a:gd name="connsiteX2" fmla="*/ 958243 w 7414979"/>
                <a:gd name="connsiteY2" fmla="*/ 3305360 h 4859499"/>
                <a:gd name="connsiteX3" fmla="*/ 1233961 w 7414979"/>
                <a:gd name="connsiteY3" fmla="*/ 3243072 h 4859499"/>
                <a:gd name="connsiteX4" fmla="*/ 1343785 w 7414979"/>
                <a:gd name="connsiteY4" fmla="*/ 3039750 h 4859499"/>
                <a:gd name="connsiteX5" fmla="*/ 1331912 w 7414979"/>
                <a:gd name="connsiteY5" fmla="*/ 2648141 h 4859499"/>
                <a:gd name="connsiteX6" fmla="*/ 1308671 w 7414979"/>
                <a:gd name="connsiteY6" fmla="*/ 2513457 h 4859499"/>
                <a:gd name="connsiteX7" fmla="*/ 1308671 w 7414979"/>
                <a:gd name="connsiteY7" fmla="*/ 2408682 h 4859499"/>
                <a:gd name="connsiteX8" fmla="*/ 1431639 w 7414979"/>
                <a:gd name="connsiteY8" fmla="*/ 2310575 h 4859499"/>
                <a:gd name="connsiteX9" fmla="*/ 1612709 w 7414979"/>
                <a:gd name="connsiteY9" fmla="*/ 2325529 h 4859499"/>
                <a:gd name="connsiteX10" fmla="*/ 1722342 w 7414979"/>
                <a:gd name="connsiteY10" fmla="*/ 2410301 h 4859499"/>
                <a:gd name="connsiteX11" fmla="*/ 1775491 w 7414979"/>
                <a:gd name="connsiteY11" fmla="*/ 2638044 h 4859499"/>
                <a:gd name="connsiteX12" fmla="*/ 1670812 w 7414979"/>
                <a:gd name="connsiteY12" fmla="*/ 2968847 h 4859499"/>
                <a:gd name="connsiteX13" fmla="*/ 1639284 w 7414979"/>
                <a:gd name="connsiteY13" fmla="*/ 3194971 h 4859499"/>
                <a:gd name="connsiteX14" fmla="*/ 1739010 w 7414979"/>
                <a:gd name="connsiteY14" fmla="*/ 3447669 h 4859499"/>
                <a:gd name="connsiteX15" fmla="*/ 1920081 w 7414979"/>
                <a:gd name="connsiteY15" fmla="*/ 3783425 h 4859499"/>
                <a:gd name="connsiteX16" fmla="*/ 2031428 w 7414979"/>
                <a:gd name="connsiteY16" fmla="*/ 4014502 h 4859499"/>
                <a:gd name="connsiteX17" fmla="*/ 2201830 w 7414979"/>
                <a:gd name="connsiteY17" fmla="*/ 4312634 h 4859499"/>
                <a:gd name="connsiteX18" fmla="*/ 2362136 w 7414979"/>
                <a:gd name="connsiteY18" fmla="*/ 4504182 h 4859499"/>
                <a:gd name="connsiteX19" fmla="*/ 2520060 w 7414979"/>
                <a:gd name="connsiteY19" fmla="*/ 4595146 h 4859499"/>
                <a:gd name="connsiteX20" fmla="*/ 2759329 w 7414979"/>
                <a:gd name="connsiteY20" fmla="*/ 4623912 h 4859499"/>
                <a:gd name="connsiteX21" fmla="*/ 2909302 w 7414979"/>
                <a:gd name="connsiteY21" fmla="*/ 4697809 h 4859499"/>
                <a:gd name="connsiteX22" fmla="*/ 3285013 w 7414979"/>
                <a:gd name="connsiteY22" fmla="*/ 4599528 h 4859499"/>
                <a:gd name="connsiteX23" fmla="*/ 3412934 w 7414979"/>
                <a:gd name="connsiteY23" fmla="*/ 4599528 h 4859499"/>
                <a:gd name="connsiteX24" fmla="*/ 3668680 w 7414979"/>
                <a:gd name="connsiteY24" fmla="*/ 4649534 h 4859499"/>
                <a:gd name="connsiteX25" fmla="*/ 4090376 w 7414979"/>
                <a:gd name="connsiteY25" fmla="*/ 4859482 h 4859499"/>
                <a:gd name="connsiteX26" fmla="*/ 4309713 w 7414979"/>
                <a:gd name="connsiteY26" fmla="*/ 4638008 h 4859499"/>
                <a:gd name="connsiteX27" fmla="*/ 4730432 w 7414979"/>
                <a:gd name="connsiteY27" fmla="*/ 4288917 h 4859499"/>
                <a:gd name="connsiteX28" fmla="*/ 5235082 w 7414979"/>
                <a:gd name="connsiteY28" fmla="*/ 3880544 h 4859499"/>
                <a:gd name="connsiteX29" fmla="*/ 5564346 w 7414979"/>
                <a:gd name="connsiteY29" fmla="*/ 3581446 h 4859499"/>
                <a:gd name="connsiteX30" fmla="*/ 5851048 w 7414979"/>
                <a:gd name="connsiteY30" fmla="*/ 3000185 h 4859499"/>
                <a:gd name="connsiteX31" fmla="*/ 6012593 w 7414979"/>
                <a:gd name="connsiteY31" fmla="*/ 2693003 h 4859499"/>
                <a:gd name="connsiteX32" fmla="*/ 6130226 w 7414979"/>
                <a:gd name="connsiteY32" fmla="*/ 2385822 h 4859499"/>
                <a:gd name="connsiteX33" fmla="*/ 6299676 w 7414979"/>
                <a:gd name="connsiteY33" fmla="*/ 2030730 h 4859499"/>
                <a:gd name="connsiteX34" fmla="*/ 6500082 w 7414979"/>
                <a:gd name="connsiteY34" fmla="*/ 1830229 h 4859499"/>
                <a:gd name="connsiteX35" fmla="*/ 6720395 w 7414979"/>
                <a:gd name="connsiteY35" fmla="*/ 1679639 h 4859499"/>
                <a:gd name="connsiteX36" fmla="*/ 6979570 w 7414979"/>
                <a:gd name="connsiteY36" fmla="*/ 1498092 h 4859499"/>
                <a:gd name="connsiteX37" fmla="*/ 7186930 w 7414979"/>
                <a:gd name="connsiteY37" fmla="*/ 1270635 h 4859499"/>
                <a:gd name="connsiteX38" fmla="*/ 7366381 w 7414979"/>
                <a:gd name="connsiteY38" fmla="*/ 947452 h 4859499"/>
                <a:gd name="connsiteX39" fmla="*/ 7414196 w 7414979"/>
                <a:gd name="connsiteY39" fmla="*/ 694087 h 4859499"/>
                <a:gd name="connsiteX40" fmla="*/ 7390288 w 7414979"/>
                <a:gd name="connsiteY40" fmla="*/ 492633 h 4859499"/>
                <a:gd name="connsiteX41" fmla="*/ 7198836 w 7414979"/>
                <a:gd name="connsiteY41" fmla="*/ 233267 h 4859499"/>
                <a:gd name="connsiteX42" fmla="*/ 6946043 w 7414979"/>
                <a:gd name="connsiteY42" fmla="*/ 0 h 4859499"/>
                <a:gd name="connsiteX0" fmla="*/ 0 w 7414979"/>
                <a:gd name="connsiteY0" fmla="*/ 2593101 h 4910188"/>
                <a:gd name="connsiteX1" fmla="*/ 577088 w 7414979"/>
                <a:gd name="connsiteY1" fmla="*/ 3034184 h 4910188"/>
                <a:gd name="connsiteX2" fmla="*/ 958243 w 7414979"/>
                <a:gd name="connsiteY2" fmla="*/ 3305360 h 4910188"/>
                <a:gd name="connsiteX3" fmla="*/ 1233961 w 7414979"/>
                <a:gd name="connsiteY3" fmla="*/ 3243072 h 4910188"/>
                <a:gd name="connsiteX4" fmla="*/ 1343785 w 7414979"/>
                <a:gd name="connsiteY4" fmla="*/ 3039750 h 4910188"/>
                <a:gd name="connsiteX5" fmla="*/ 1331912 w 7414979"/>
                <a:gd name="connsiteY5" fmla="*/ 2648141 h 4910188"/>
                <a:gd name="connsiteX6" fmla="*/ 1308671 w 7414979"/>
                <a:gd name="connsiteY6" fmla="*/ 2513457 h 4910188"/>
                <a:gd name="connsiteX7" fmla="*/ 1308671 w 7414979"/>
                <a:gd name="connsiteY7" fmla="*/ 2408682 h 4910188"/>
                <a:gd name="connsiteX8" fmla="*/ 1431639 w 7414979"/>
                <a:gd name="connsiteY8" fmla="*/ 2310575 h 4910188"/>
                <a:gd name="connsiteX9" fmla="*/ 1612709 w 7414979"/>
                <a:gd name="connsiteY9" fmla="*/ 2325529 h 4910188"/>
                <a:gd name="connsiteX10" fmla="*/ 1722342 w 7414979"/>
                <a:gd name="connsiteY10" fmla="*/ 2410301 h 4910188"/>
                <a:gd name="connsiteX11" fmla="*/ 1775491 w 7414979"/>
                <a:gd name="connsiteY11" fmla="*/ 2638044 h 4910188"/>
                <a:gd name="connsiteX12" fmla="*/ 1670812 w 7414979"/>
                <a:gd name="connsiteY12" fmla="*/ 2968847 h 4910188"/>
                <a:gd name="connsiteX13" fmla="*/ 1639284 w 7414979"/>
                <a:gd name="connsiteY13" fmla="*/ 3194971 h 4910188"/>
                <a:gd name="connsiteX14" fmla="*/ 1739010 w 7414979"/>
                <a:gd name="connsiteY14" fmla="*/ 3447669 h 4910188"/>
                <a:gd name="connsiteX15" fmla="*/ 1920081 w 7414979"/>
                <a:gd name="connsiteY15" fmla="*/ 3783425 h 4910188"/>
                <a:gd name="connsiteX16" fmla="*/ 2031428 w 7414979"/>
                <a:gd name="connsiteY16" fmla="*/ 4014502 h 4910188"/>
                <a:gd name="connsiteX17" fmla="*/ 2201830 w 7414979"/>
                <a:gd name="connsiteY17" fmla="*/ 4312634 h 4910188"/>
                <a:gd name="connsiteX18" fmla="*/ 2362136 w 7414979"/>
                <a:gd name="connsiteY18" fmla="*/ 4504182 h 4910188"/>
                <a:gd name="connsiteX19" fmla="*/ 2520060 w 7414979"/>
                <a:gd name="connsiteY19" fmla="*/ 4595146 h 4910188"/>
                <a:gd name="connsiteX20" fmla="*/ 2759329 w 7414979"/>
                <a:gd name="connsiteY20" fmla="*/ 4623912 h 4910188"/>
                <a:gd name="connsiteX21" fmla="*/ 2909302 w 7414979"/>
                <a:gd name="connsiteY21" fmla="*/ 4697809 h 4910188"/>
                <a:gd name="connsiteX22" fmla="*/ 3285013 w 7414979"/>
                <a:gd name="connsiteY22" fmla="*/ 4599528 h 4910188"/>
                <a:gd name="connsiteX23" fmla="*/ 3412934 w 7414979"/>
                <a:gd name="connsiteY23" fmla="*/ 4599528 h 4910188"/>
                <a:gd name="connsiteX24" fmla="*/ 3668680 w 7414979"/>
                <a:gd name="connsiteY24" fmla="*/ 4649534 h 4910188"/>
                <a:gd name="connsiteX25" fmla="*/ 4090376 w 7414979"/>
                <a:gd name="connsiteY25" fmla="*/ 4859482 h 4910188"/>
                <a:gd name="connsiteX26" fmla="*/ 4504946 w 7414979"/>
                <a:gd name="connsiteY26" fmla="*/ 4858833 h 4910188"/>
                <a:gd name="connsiteX27" fmla="*/ 4730432 w 7414979"/>
                <a:gd name="connsiteY27" fmla="*/ 4288917 h 4910188"/>
                <a:gd name="connsiteX28" fmla="*/ 5235082 w 7414979"/>
                <a:gd name="connsiteY28" fmla="*/ 3880544 h 4910188"/>
                <a:gd name="connsiteX29" fmla="*/ 5564346 w 7414979"/>
                <a:gd name="connsiteY29" fmla="*/ 3581446 h 4910188"/>
                <a:gd name="connsiteX30" fmla="*/ 5851048 w 7414979"/>
                <a:gd name="connsiteY30" fmla="*/ 3000185 h 4910188"/>
                <a:gd name="connsiteX31" fmla="*/ 6012593 w 7414979"/>
                <a:gd name="connsiteY31" fmla="*/ 2693003 h 4910188"/>
                <a:gd name="connsiteX32" fmla="*/ 6130226 w 7414979"/>
                <a:gd name="connsiteY32" fmla="*/ 2385822 h 4910188"/>
                <a:gd name="connsiteX33" fmla="*/ 6299676 w 7414979"/>
                <a:gd name="connsiteY33" fmla="*/ 2030730 h 4910188"/>
                <a:gd name="connsiteX34" fmla="*/ 6500082 w 7414979"/>
                <a:gd name="connsiteY34" fmla="*/ 1830229 h 4910188"/>
                <a:gd name="connsiteX35" fmla="*/ 6720395 w 7414979"/>
                <a:gd name="connsiteY35" fmla="*/ 1679639 h 4910188"/>
                <a:gd name="connsiteX36" fmla="*/ 6979570 w 7414979"/>
                <a:gd name="connsiteY36" fmla="*/ 1498092 h 4910188"/>
                <a:gd name="connsiteX37" fmla="*/ 7186930 w 7414979"/>
                <a:gd name="connsiteY37" fmla="*/ 1270635 h 4910188"/>
                <a:gd name="connsiteX38" fmla="*/ 7366381 w 7414979"/>
                <a:gd name="connsiteY38" fmla="*/ 947452 h 4910188"/>
                <a:gd name="connsiteX39" fmla="*/ 7414196 w 7414979"/>
                <a:gd name="connsiteY39" fmla="*/ 694087 h 4910188"/>
                <a:gd name="connsiteX40" fmla="*/ 7390288 w 7414979"/>
                <a:gd name="connsiteY40" fmla="*/ 492633 h 4910188"/>
                <a:gd name="connsiteX41" fmla="*/ 7198836 w 7414979"/>
                <a:gd name="connsiteY41" fmla="*/ 233267 h 4910188"/>
                <a:gd name="connsiteX42" fmla="*/ 6946043 w 7414979"/>
                <a:gd name="connsiteY42" fmla="*/ 0 h 4910188"/>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5851048 w 7414979"/>
                <a:gd name="connsiteY29" fmla="*/ 3000185 h 4939940"/>
                <a:gd name="connsiteX30" fmla="*/ 6012593 w 7414979"/>
                <a:gd name="connsiteY30" fmla="*/ 2693003 h 4939940"/>
                <a:gd name="connsiteX31" fmla="*/ 6130226 w 7414979"/>
                <a:gd name="connsiteY31" fmla="*/ 2385822 h 4939940"/>
                <a:gd name="connsiteX32" fmla="*/ 6299676 w 7414979"/>
                <a:gd name="connsiteY32" fmla="*/ 2030730 h 4939940"/>
                <a:gd name="connsiteX33" fmla="*/ 6500082 w 7414979"/>
                <a:gd name="connsiteY33" fmla="*/ 1830229 h 4939940"/>
                <a:gd name="connsiteX34" fmla="*/ 6720395 w 7414979"/>
                <a:gd name="connsiteY34" fmla="*/ 1679639 h 4939940"/>
                <a:gd name="connsiteX35" fmla="*/ 6979570 w 7414979"/>
                <a:gd name="connsiteY35" fmla="*/ 1498092 h 4939940"/>
                <a:gd name="connsiteX36" fmla="*/ 7186930 w 7414979"/>
                <a:gd name="connsiteY36" fmla="*/ 1270635 h 4939940"/>
                <a:gd name="connsiteX37" fmla="*/ 7366381 w 7414979"/>
                <a:gd name="connsiteY37" fmla="*/ 947452 h 4939940"/>
                <a:gd name="connsiteX38" fmla="*/ 7414196 w 7414979"/>
                <a:gd name="connsiteY38" fmla="*/ 694087 h 4939940"/>
                <a:gd name="connsiteX39" fmla="*/ 7390288 w 7414979"/>
                <a:gd name="connsiteY39" fmla="*/ 492633 h 4939940"/>
                <a:gd name="connsiteX40" fmla="*/ 7198836 w 7414979"/>
                <a:gd name="connsiteY40" fmla="*/ 233267 h 4939940"/>
                <a:gd name="connsiteX41" fmla="*/ 6946043 w 7414979"/>
                <a:gd name="connsiteY41"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012593 w 7414979"/>
                <a:gd name="connsiteY29" fmla="*/ 2693003 h 4939940"/>
                <a:gd name="connsiteX30" fmla="*/ 6130226 w 7414979"/>
                <a:gd name="connsiteY30" fmla="*/ 2385822 h 4939940"/>
                <a:gd name="connsiteX31" fmla="*/ 6299676 w 7414979"/>
                <a:gd name="connsiteY31" fmla="*/ 2030730 h 4939940"/>
                <a:gd name="connsiteX32" fmla="*/ 6500082 w 7414979"/>
                <a:gd name="connsiteY32" fmla="*/ 1830229 h 4939940"/>
                <a:gd name="connsiteX33" fmla="*/ 6720395 w 7414979"/>
                <a:gd name="connsiteY33" fmla="*/ 1679639 h 4939940"/>
                <a:gd name="connsiteX34" fmla="*/ 6979570 w 7414979"/>
                <a:gd name="connsiteY34" fmla="*/ 1498092 h 4939940"/>
                <a:gd name="connsiteX35" fmla="*/ 7186930 w 7414979"/>
                <a:gd name="connsiteY35" fmla="*/ 1270635 h 4939940"/>
                <a:gd name="connsiteX36" fmla="*/ 7366381 w 7414979"/>
                <a:gd name="connsiteY36" fmla="*/ 947452 h 4939940"/>
                <a:gd name="connsiteX37" fmla="*/ 7414196 w 7414979"/>
                <a:gd name="connsiteY37" fmla="*/ 694087 h 4939940"/>
                <a:gd name="connsiteX38" fmla="*/ 7390288 w 7414979"/>
                <a:gd name="connsiteY38" fmla="*/ 492633 h 4939940"/>
                <a:gd name="connsiteX39" fmla="*/ 7198836 w 7414979"/>
                <a:gd name="connsiteY39" fmla="*/ 233267 h 4939940"/>
                <a:gd name="connsiteX40" fmla="*/ 6946043 w 7414979"/>
                <a:gd name="connsiteY40"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130226 w 7414979"/>
                <a:gd name="connsiteY29" fmla="*/ 2385822 h 4939940"/>
                <a:gd name="connsiteX30" fmla="*/ 6299676 w 7414979"/>
                <a:gd name="connsiteY30" fmla="*/ 2030730 h 4939940"/>
                <a:gd name="connsiteX31" fmla="*/ 6500082 w 7414979"/>
                <a:gd name="connsiteY31" fmla="*/ 1830229 h 4939940"/>
                <a:gd name="connsiteX32" fmla="*/ 6720395 w 7414979"/>
                <a:gd name="connsiteY32" fmla="*/ 1679639 h 4939940"/>
                <a:gd name="connsiteX33" fmla="*/ 6979570 w 7414979"/>
                <a:gd name="connsiteY33" fmla="*/ 1498092 h 4939940"/>
                <a:gd name="connsiteX34" fmla="*/ 7186930 w 7414979"/>
                <a:gd name="connsiteY34" fmla="*/ 1270635 h 4939940"/>
                <a:gd name="connsiteX35" fmla="*/ 7366381 w 7414979"/>
                <a:gd name="connsiteY35" fmla="*/ 947452 h 4939940"/>
                <a:gd name="connsiteX36" fmla="*/ 7414196 w 7414979"/>
                <a:gd name="connsiteY36" fmla="*/ 694087 h 4939940"/>
                <a:gd name="connsiteX37" fmla="*/ 7390288 w 7414979"/>
                <a:gd name="connsiteY37" fmla="*/ 492633 h 4939940"/>
                <a:gd name="connsiteX38" fmla="*/ 7198836 w 7414979"/>
                <a:gd name="connsiteY38" fmla="*/ 233267 h 4939940"/>
                <a:gd name="connsiteX39" fmla="*/ 6946043 w 7414979"/>
                <a:gd name="connsiteY39"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5564346 w 7414979"/>
                <a:gd name="connsiteY28" fmla="*/ 3581446 h 4939940"/>
                <a:gd name="connsiteX29" fmla="*/ 6299676 w 7414979"/>
                <a:gd name="connsiteY29" fmla="*/ 2030730 h 4939940"/>
                <a:gd name="connsiteX30" fmla="*/ 6500082 w 7414979"/>
                <a:gd name="connsiteY30" fmla="*/ 1830229 h 4939940"/>
                <a:gd name="connsiteX31" fmla="*/ 6720395 w 7414979"/>
                <a:gd name="connsiteY31" fmla="*/ 1679639 h 4939940"/>
                <a:gd name="connsiteX32" fmla="*/ 6979570 w 7414979"/>
                <a:gd name="connsiteY32" fmla="*/ 1498092 h 4939940"/>
                <a:gd name="connsiteX33" fmla="*/ 7186930 w 7414979"/>
                <a:gd name="connsiteY33" fmla="*/ 1270635 h 4939940"/>
                <a:gd name="connsiteX34" fmla="*/ 7366381 w 7414979"/>
                <a:gd name="connsiteY34" fmla="*/ 947452 h 4939940"/>
                <a:gd name="connsiteX35" fmla="*/ 7414196 w 7414979"/>
                <a:gd name="connsiteY35" fmla="*/ 694087 h 4939940"/>
                <a:gd name="connsiteX36" fmla="*/ 7390288 w 7414979"/>
                <a:gd name="connsiteY36" fmla="*/ 492633 h 4939940"/>
                <a:gd name="connsiteX37" fmla="*/ 7198836 w 7414979"/>
                <a:gd name="connsiteY37" fmla="*/ 233267 h 4939940"/>
                <a:gd name="connsiteX38" fmla="*/ 6946043 w 7414979"/>
                <a:gd name="connsiteY38" fmla="*/ 0 h 4939940"/>
                <a:gd name="connsiteX0" fmla="*/ 0 w 7414979"/>
                <a:gd name="connsiteY0" fmla="*/ 2593101 h 4939940"/>
                <a:gd name="connsiteX1" fmla="*/ 577088 w 7414979"/>
                <a:gd name="connsiteY1" fmla="*/ 3034184 h 4939940"/>
                <a:gd name="connsiteX2" fmla="*/ 958243 w 7414979"/>
                <a:gd name="connsiteY2" fmla="*/ 3305360 h 4939940"/>
                <a:gd name="connsiteX3" fmla="*/ 1233961 w 7414979"/>
                <a:gd name="connsiteY3" fmla="*/ 3243072 h 4939940"/>
                <a:gd name="connsiteX4" fmla="*/ 1343785 w 7414979"/>
                <a:gd name="connsiteY4" fmla="*/ 3039750 h 4939940"/>
                <a:gd name="connsiteX5" fmla="*/ 1331912 w 7414979"/>
                <a:gd name="connsiteY5" fmla="*/ 2648141 h 4939940"/>
                <a:gd name="connsiteX6" fmla="*/ 1308671 w 7414979"/>
                <a:gd name="connsiteY6" fmla="*/ 2513457 h 4939940"/>
                <a:gd name="connsiteX7" fmla="*/ 1308671 w 7414979"/>
                <a:gd name="connsiteY7" fmla="*/ 2408682 h 4939940"/>
                <a:gd name="connsiteX8" fmla="*/ 1431639 w 7414979"/>
                <a:gd name="connsiteY8" fmla="*/ 2310575 h 4939940"/>
                <a:gd name="connsiteX9" fmla="*/ 1612709 w 7414979"/>
                <a:gd name="connsiteY9" fmla="*/ 2325529 h 4939940"/>
                <a:gd name="connsiteX10" fmla="*/ 1722342 w 7414979"/>
                <a:gd name="connsiteY10" fmla="*/ 2410301 h 4939940"/>
                <a:gd name="connsiteX11" fmla="*/ 1775491 w 7414979"/>
                <a:gd name="connsiteY11" fmla="*/ 2638044 h 4939940"/>
                <a:gd name="connsiteX12" fmla="*/ 1670812 w 7414979"/>
                <a:gd name="connsiteY12" fmla="*/ 2968847 h 4939940"/>
                <a:gd name="connsiteX13" fmla="*/ 1639284 w 7414979"/>
                <a:gd name="connsiteY13" fmla="*/ 3194971 h 4939940"/>
                <a:gd name="connsiteX14" fmla="*/ 1739010 w 7414979"/>
                <a:gd name="connsiteY14" fmla="*/ 3447669 h 4939940"/>
                <a:gd name="connsiteX15" fmla="*/ 1920081 w 7414979"/>
                <a:gd name="connsiteY15" fmla="*/ 3783425 h 4939940"/>
                <a:gd name="connsiteX16" fmla="*/ 2031428 w 7414979"/>
                <a:gd name="connsiteY16" fmla="*/ 4014502 h 4939940"/>
                <a:gd name="connsiteX17" fmla="*/ 2201830 w 7414979"/>
                <a:gd name="connsiteY17" fmla="*/ 4312634 h 4939940"/>
                <a:gd name="connsiteX18" fmla="*/ 2362136 w 7414979"/>
                <a:gd name="connsiteY18" fmla="*/ 4504182 h 4939940"/>
                <a:gd name="connsiteX19" fmla="*/ 2520060 w 7414979"/>
                <a:gd name="connsiteY19" fmla="*/ 4595146 h 4939940"/>
                <a:gd name="connsiteX20" fmla="*/ 2759329 w 7414979"/>
                <a:gd name="connsiteY20" fmla="*/ 4623912 h 4939940"/>
                <a:gd name="connsiteX21" fmla="*/ 2909302 w 7414979"/>
                <a:gd name="connsiteY21" fmla="*/ 4697809 h 4939940"/>
                <a:gd name="connsiteX22" fmla="*/ 3285013 w 7414979"/>
                <a:gd name="connsiteY22" fmla="*/ 4599528 h 4939940"/>
                <a:gd name="connsiteX23" fmla="*/ 3412934 w 7414979"/>
                <a:gd name="connsiteY23" fmla="*/ 4599528 h 4939940"/>
                <a:gd name="connsiteX24" fmla="*/ 3668680 w 7414979"/>
                <a:gd name="connsiteY24" fmla="*/ 4649534 h 4939940"/>
                <a:gd name="connsiteX25" fmla="*/ 4090376 w 7414979"/>
                <a:gd name="connsiteY25" fmla="*/ 4859482 h 4939940"/>
                <a:gd name="connsiteX26" fmla="*/ 4504946 w 7414979"/>
                <a:gd name="connsiteY26" fmla="*/ 4858833 h 4939940"/>
                <a:gd name="connsiteX27" fmla="*/ 5235082 w 7414979"/>
                <a:gd name="connsiteY27" fmla="*/ 3880544 h 4939940"/>
                <a:gd name="connsiteX28" fmla="*/ 6299676 w 7414979"/>
                <a:gd name="connsiteY28" fmla="*/ 2030730 h 4939940"/>
                <a:gd name="connsiteX29" fmla="*/ 6500082 w 7414979"/>
                <a:gd name="connsiteY29" fmla="*/ 1830229 h 4939940"/>
                <a:gd name="connsiteX30" fmla="*/ 6720395 w 7414979"/>
                <a:gd name="connsiteY30" fmla="*/ 1679639 h 4939940"/>
                <a:gd name="connsiteX31" fmla="*/ 6979570 w 7414979"/>
                <a:gd name="connsiteY31" fmla="*/ 1498092 h 4939940"/>
                <a:gd name="connsiteX32" fmla="*/ 7186930 w 7414979"/>
                <a:gd name="connsiteY32" fmla="*/ 1270635 h 4939940"/>
                <a:gd name="connsiteX33" fmla="*/ 7366381 w 7414979"/>
                <a:gd name="connsiteY33" fmla="*/ 947452 h 4939940"/>
                <a:gd name="connsiteX34" fmla="*/ 7414196 w 7414979"/>
                <a:gd name="connsiteY34" fmla="*/ 694087 h 4939940"/>
                <a:gd name="connsiteX35" fmla="*/ 7390288 w 7414979"/>
                <a:gd name="connsiteY35" fmla="*/ 492633 h 4939940"/>
                <a:gd name="connsiteX36" fmla="*/ 7198836 w 7414979"/>
                <a:gd name="connsiteY36" fmla="*/ 233267 h 4939940"/>
                <a:gd name="connsiteX37" fmla="*/ 6946043 w 7414979"/>
                <a:gd name="connsiteY37" fmla="*/ 0 h 4939940"/>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500082 w 7414979"/>
                <a:gd name="connsiteY28" fmla="*/ 1830229 h 5076519"/>
                <a:gd name="connsiteX29" fmla="*/ 6720395 w 7414979"/>
                <a:gd name="connsiteY29" fmla="*/ 1679639 h 5076519"/>
                <a:gd name="connsiteX30" fmla="*/ 6979570 w 7414979"/>
                <a:gd name="connsiteY30" fmla="*/ 1498092 h 5076519"/>
                <a:gd name="connsiteX31" fmla="*/ 7186930 w 7414979"/>
                <a:gd name="connsiteY31" fmla="*/ 1270635 h 5076519"/>
                <a:gd name="connsiteX32" fmla="*/ 7366381 w 7414979"/>
                <a:gd name="connsiteY32" fmla="*/ 947452 h 5076519"/>
                <a:gd name="connsiteX33" fmla="*/ 7414196 w 7414979"/>
                <a:gd name="connsiteY33" fmla="*/ 694087 h 5076519"/>
                <a:gd name="connsiteX34" fmla="*/ 7390288 w 7414979"/>
                <a:gd name="connsiteY34" fmla="*/ 492633 h 5076519"/>
                <a:gd name="connsiteX35" fmla="*/ 7198836 w 7414979"/>
                <a:gd name="connsiteY35" fmla="*/ 233267 h 5076519"/>
                <a:gd name="connsiteX36" fmla="*/ 6946043 w 7414979"/>
                <a:gd name="connsiteY36" fmla="*/ 0 h 5076519"/>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720395 w 7414979"/>
                <a:gd name="connsiteY28" fmla="*/ 1679639 h 5076519"/>
                <a:gd name="connsiteX29" fmla="*/ 6979570 w 7414979"/>
                <a:gd name="connsiteY29" fmla="*/ 1498092 h 5076519"/>
                <a:gd name="connsiteX30" fmla="*/ 7186930 w 7414979"/>
                <a:gd name="connsiteY30" fmla="*/ 1270635 h 5076519"/>
                <a:gd name="connsiteX31" fmla="*/ 7366381 w 7414979"/>
                <a:gd name="connsiteY31" fmla="*/ 947452 h 5076519"/>
                <a:gd name="connsiteX32" fmla="*/ 7414196 w 7414979"/>
                <a:gd name="connsiteY32" fmla="*/ 694087 h 5076519"/>
                <a:gd name="connsiteX33" fmla="*/ 7390288 w 7414979"/>
                <a:gd name="connsiteY33" fmla="*/ 492633 h 5076519"/>
                <a:gd name="connsiteX34" fmla="*/ 7198836 w 7414979"/>
                <a:gd name="connsiteY34" fmla="*/ 233267 h 5076519"/>
                <a:gd name="connsiteX35" fmla="*/ 6946043 w 7414979"/>
                <a:gd name="connsiteY35" fmla="*/ 0 h 5076519"/>
                <a:gd name="connsiteX0" fmla="*/ 0 w 7414979"/>
                <a:gd name="connsiteY0" fmla="*/ 2593101 h 5076519"/>
                <a:gd name="connsiteX1" fmla="*/ 577088 w 7414979"/>
                <a:gd name="connsiteY1" fmla="*/ 3034184 h 5076519"/>
                <a:gd name="connsiteX2" fmla="*/ 958243 w 7414979"/>
                <a:gd name="connsiteY2" fmla="*/ 3305360 h 5076519"/>
                <a:gd name="connsiteX3" fmla="*/ 1233961 w 7414979"/>
                <a:gd name="connsiteY3" fmla="*/ 3243072 h 5076519"/>
                <a:gd name="connsiteX4" fmla="*/ 1343785 w 7414979"/>
                <a:gd name="connsiteY4" fmla="*/ 3039750 h 5076519"/>
                <a:gd name="connsiteX5" fmla="*/ 1331912 w 7414979"/>
                <a:gd name="connsiteY5" fmla="*/ 2648141 h 5076519"/>
                <a:gd name="connsiteX6" fmla="*/ 1308671 w 7414979"/>
                <a:gd name="connsiteY6" fmla="*/ 2513457 h 5076519"/>
                <a:gd name="connsiteX7" fmla="*/ 1308671 w 7414979"/>
                <a:gd name="connsiteY7" fmla="*/ 2408682 h 5076519"/>
                <a:gd name="connsiteX8" fmla="*/ 1431639 w 7414979"/>
                <a:gd name="connsiteY8" fmla="*/ 2310575 h 5076519"/>
                <a:gd name="connsiteX9" fmla="*/ 1612709 w 7414979"/>
                <a:gd name="connsiteY9" fmla="*/ 2325529 h 5076519"/>
                <a:gd name="connsiteX10" fmla="*/ 1722342 w 7414979"/>
                <a:gd name="connsiteY10" fmla="*/ 2410301 h 5076519"/>
                <a:gd name="connsiteX11" fmla="*/ 1775491 w 7414979"/>
                <a:gd name="connsiteY11" fmla="*/ 2638044 h 5076519"/>
                <a:gd name="connsiteX12" fmla="*/ 1670812 w 7414979"/>
                <a:gd name="connsiteY12" fmla="*/ 2968847 h 5076519"/>
                <a:gd name="connsiteX13" fmla="*/ 1639284 w 7414979"/>
                <a:gd name="connsiteY13" fmla="*/ 3194971 h 5076519"/>
                <a:gd name="connsiteX14" fmla="*/ 1739010 w 7414979"/>
                <a:gd name="connsiteY14" fmla="*/ 3447669 h 5076519"/>
                <a:gd name="connsiteX15" fmla="*/ 1920081 w 7414979"/>
                <a:gd name="connsiteY15" fmla="*/ 3783425 h 5076519"/>
                <a:gd name="connsiteX16" fmla="*/ 2031428 w 7414979"/>
                <a:gd name="connsiteY16" fmla="*/ 4014502 h 5076519"/>
                <a:gd name="connsiteX17" fmla="*/ 2201830 w 7414979"/>
                <a:gd name="connsiteY17" fmla="*/ 4312634 h 5076519"/>
                <a:gd name="connsiteX18" fmla="*/ 2362136 w 7414979"/>
                <a:gd name="connsiteY18" fmla="*/ 4504182 h 5076519"/>
                <a:gd name="connsiteX19" fmla="*/ 2520060 w 7414979"/>
                <a:gd name="connsiteY19" fmla="*/ 4595146 h 5076519"/>
                <a:gd name="connsiteX20" fmla="*/ 2759329 w 7414979"/>
                <a:gd name="connsiteY20" fmla="*/ 4623912 h 5076519"/>
                <a:gd name="connsiteX21" fmla="*/ 2909302 w 7414979"/>
                <a:gd name="connsiteY21" fmla="*/ 4697809 h 5076519"/>
                <a:gd name="connsiteX22" fmla="*/ 3285013 w 7414979"/>
                <a:gd name="connsiteY22" fmla="*/ 4599528 h 5076519"/>
                <a:gd name="connsiteX23" fmla="*/ 3412934 w 7414979"/>
                <a:gd name="connsiteY23" fmla="*/ 4599528 h 5076519"/>
                <a:gd name="connsiteX24" fmla="*/ 3668680 w 7414979"/>
                <a:gd name="connsiteY24" fmla="*/ 4649534 h 5076519"/>
                <a:gd name="connsiteX25" fmla="*/ 4090376 w 7414979"/>
                <a:gd name="connsiteY25" fmla="*/ 4859482 h 5076519"/>
                <a:gd name="connsiteX26" fmla="*/ 4504946 w 7414979"/>
                <a:gd name="connsiteY26" fmla="*/ 4858833 h 5076519"/>
                <a:gd name="connsiteX27" fmla="*/ 6299676 w 7414979"/>
                <a:gd name="connsiteY27" fmla="*/ 2030730 h 5076519"/>
                <a:gd name="connsiteX28" fmla="*/ 6979570 w 7414979"/>
                <a:gd name="connsiteY28" fmla="*/ 1498092 h 5076519"/>
                <a:gd name="connsiteX29" fmla="*/ 7186930 w 7414979"/>
                <a:gd name="connsiteY29" fmla="*/ 1270635 h 5076519"/>
                <a:gd name="connsiteX30" fmla="*/ 7366381 w 7414979"/>
                <a:gd name="connsiteY30" fmla="*/ 947452 h 5076519"/>
                <a:gd name="connsiteX31" fmla="*/ 7414196 w 7414979"/>
                <a:gd name="connsiteY31" fmla="*/ 694087 h 5076519"/>
                <a:gd name="connsiteX32" fmla="*/ 7390288 w 7414979"/>
                <a:gd name="connsiteY32" fmla="*/ 492633 h 5076519"/>
                <a:gd name="connsiteX33" fmla="*/ 7198836 w 7414979"/>
                <a:gd name="connsiteY33" fmla="*/ 233267 h 5076519"/>
                <a:gd name="connsiteX34" fmla="*/ 6946043 w 7414979"/>
                <a:gd name="connsiteY34" fmla="*/ 0 h 5076519"/>
                <a:gd name="connsiteX0" fmla="*/ 0 w 7414979"/>
                <a:gd name="connsiteY0" fmla="*/ 2359834 h 4843252"/>
                <a:gd name="connsiteX1" fmla="*/ 577088 w 7414979"/>
                <a:gd name="connsiteY1" fmla="*/ 2800917 h 4843252"/>
                <a:gd name="connsiteX2" fmla="*/ 958243 w 7414979"/>
                <a:gd name="connsiteY2" fmla="*/ 3072093 h 4843252"/>
                <a:gd name="connsiteX3" fmla="*/ 1233961 w 7414979"/>
                <a:gd name="connsiteY3" fmla="*/ 3009805 h 4843252"/>
                <a:gd name="connsiteX4" fmla="*/ 1343785 w 7414979"/>
                <a:gd name="connsiteY4" fmla="*/ 2806483 h 4843252"/>
                <a:gd name="connsiteX5" fmla="*/ 1331912 w 7414979"/>
                <a:gd name="connsiteY5" fmla="*/ 2414874 h 4843252"/>
                <a:gd name="connsiteX6" fmla="*/ 1308671 w 7414979"/>
                <a:gd name="connsiteY6" fmla="*/ 2280190 h 4843252"/>
                <a:gd name="connsiteX7" fmla="*/ 1308671 w 7414979"/>
                <a:gd name="connsiteY7" fmla="*/ 2175415 h 4843252"/>
                <a:gd name="connsiteX8" fmla="*/ 1431639 w 7414979"/>
                <a:gd name="connsiteY8" fmla="*/ 2077308 h 4843252"/>
                <a:gd name="connsiteX9" fmla="*/ 1612709 w 7414979"/>
                <a:gd name="connsiteY9" fmla="*/ 2092262 h 4843252"/>
                <a:gd name="connsiteX10" fmla="*/ 1722342 w 7414979"/>
                <a:gd name="connsiteY10" fmla="*/ 2177034 h 4843252"/>
                <a:gd name="connsiteX11" fmla="*/ 1775491 w 7414979"/>
                <a:gd name="connsiteY11" fmla="*/ 2404777 h 4843252"/>
                <a:gd name="connsiteX12" fmla="*/ 1670812 w 7414979"/>
                <a:gd name="connsiteY12" fmla="*/ 2735580 h 4843252"/>
                <a:gd name="connsiteX13" fmla="*/ 1639284 w 7414979"/>
                <a:gd name="connsiteY13" fmla="*/ 2961704 h 4843252"/>
                <a:gd name="connsiteX14" fmla="*/ 1739010 w 7414979"/>
                <a:gd name="connsiteY14" fmla="*/ 3214402 h 4843252"/>
                <a:gd name="connsiteX15" fmla="*/ 1920081 w 7414979"/>
                <a:gd name="connsiteY15" fmla="*/ 3550158 h 4843252"/>
                <a:gd name="connsiteX16" fmla="*/ 2031428 w 7414979"/>
                <a:gd name="connsiteY16" fmla="*/ 3781235 h 4843252"/>
                <a:gd name="connsiteX17" fmla="*/ 2201830 w 7414979"/>
                <a:gd name="connsiteY17" fmla="*/ 4079367 h 4843252"/>
                <a:gd name="connsiteX18" fmla="*/ 2362136 w 7414979"/>
                <a:gd name="connsiteY18" fmla="*/ 4270915 h 4843252"/>
                <a:gd name="connsiteX19" fmla="*/ 2520060 w 7414979"/>
                <a:gd name="connsiteY19" fmla="*/ 4361879 h 4843252"/>
                <a:gd name="connsiteX20" fmla="*/ 2759329 w 7414979"/>
                <a:gd name="connsiteY20" fmla="*/ 4390645 h 4843252"/>
                <a:gd name="connsiteX21" fmla="*/ 2909302 w 7414979"/>
                <a:gd name="connsiteY21" fmla="*/ 4464542 h 4843252"/>
                <a:gd name="connsiteX22" fmla="*/ 3285013 w 7414979"/>
                <a:gd name="connsiteY22" fmla="*/ 4366261 h 4843252"/>
                <a:gd name="connsiteX23" fmla="*/ 3412934 w 7414979"/>
                <a:gd name="connsiteY23" fmla="*/ 4366261 h 4843252"/>
                <a:gd name="connsiteX24" fmla="*/ 3668680 w 7414979"/>
                <a:gd name="connsiteY24" fmla="*/ 4416267 h 4843252"/>
                <a:gd name="connsiteX25" fmla="*/ 4090376 w 7414979"/>
                <a:gd name="connsiteY25" fmla="*/ 4626215 h 4843252"/>
                <a:gd name="connsiteX26" fmla="*/ 4504946 w 7414979"/>
                <a:gd name="connsiteY26" fmla="*/ 4625566 h 4843252"/>
                <a:gd name="connsiteX27" fmla="*/ 6299676 w 7414979"/>
                <a:gd name="connsiteY27" fmla="*/ 1797463 h 4843252"/>
                <a:gd name="connsiteX28" fmla="*/ 6979570 w 7414979"/>
                <a:gd name="connsiteY28" fmla="*/ 1264825 h 4843252"/>
                <a:gd name="connsiteX29" fmla="*/ 7186930 w 7414979"/>
                <a:gd name="connsiteY29" fmla="*/ 1037368 h 4843252"/>
                <a:gd name="connsiteX30" fmla="*/ 7366381 w 7414979"/>
                <a:gd name="connsiteY30" fmla="*/ 714185 h 4843252"/>
                <a:gd name="connsiteX31" fmla="*/ 7414196 w 7414979"/>
                <a:gd name="connsiteY31" fmla="*/ 460820 h 4843252"/>
                <a:gd name="connsiteX32" fmla="*/ 7390288 w 7414979"/>
                <a:gd name="connsiteY32" fmla="*/ 259366 h 4843252"/>
                <a:gd name="connsiteX33" fmla="*/ 7198836 w 7414979"/>
                <a:gd name="connsiteY33" fmla="*/ 0 h 4843252"/>
                <a:gd name="connsiteX0" fmla="*/ 0 w 7404041"/>
                <a:gd name="connsiteY0" fmla="*/ 2359834 h 4843252"/>
                <a:gd name="connsiteX1" fmla="*/ 577088 w 7404041"/>
                <a:gd name="connsiteY1" fmla="*/ 2800917 h 4843252"/>
                <a:gd name="connsiteX2" fmla="*/ 958243 w 7404041"/>
                <a:gd name="connsiteY2" fmla="*/ 3072093 h 4843252"/>
                <a:gd name="connsiteX3" fmla="*/ 1233961 w 7404041"/>
                <a:gd name="connsiteY3" fmla="*/ 3009805 h 4843252"/>
                <a:gd name="connsiteX4" fmla="*/ 1343785 w 7404041"/>
                <a:gd name="connsiteY4" fmla="*/ 2806483 h 4843252"/>
                <a:gd name="connsiteX5" fmla="*/ 1331912 w 7404041"/>
                <a:gd name="connsiteY5" fmla="*/ 2414874 h 4843252"/>
                <a:gd name="connsiteX6" fmla="*/ 1308671 w 7404041"/>
                <a:gd name="connsiteY6" fmla="*/ 2280190 h 4843252"/>
                <a:gd name="connsiteX7" fmla="*/ 1308671 w 7404041"/>
                <a:gd name="connsiteY7" fmla="*/ 2175415 h 4843252"/>
                <a:gd name="connsiteX8" fmla="*/ 1431639 w 7404041"/>
                <a:gd name="connsiteY8" fmla="*/ 2077308 h 4843252"/>
                <a:gd name="connsiteX9" fmla="*/ 1612709 w 7404041"/>
                <a:gd name="connsiteY9" fmla="*/ 2092262 h 4843252"/>
                <a:gd name="connsiteX10" fmla="*/ 1722342 w 7404041"/>
                <a:gd name="connsiteY10" fmla="*/ 2177034 h 4843252"/>
                <a:gd name="connsiteX11" fmla="*/ 1775491 w 7404041"/>
                <a:gd name="connsiteY11" fmla="*/ 2404777 h 4843252"/>
                <a:gd name="connsiteX12" fmla="*/ 1670812 w 7404041"/>
                <a:gd name="connsiteY12" fmla="*/ 2735580 h 4843252"/>
                <a:gd name="connsiteX13" fmla="*/ 1639284 w 7404041"/>
                <a:gd name="connsiteY13" fmla="*/ 2961704 h 4843252"/>
                <a:gd name="connsiteX14" fmla="*/ 1739010 w 7404041"/>
                <a:gd name="connsiteY14" fmla="*/ 3214402 h 4843252"/>
                <a:gd name="connsiteX15" fmla="*/ 1920081 w 7404041"/>
                <a:gd name="connsiteY15" fmla="*/ 3550158 h 4843252"/>
                <a:gd name="connsiteX16" fmla="*/ 2031428 w 7404041"/>
                <a:gd name="connsiteY16" fmla="*/ 3781235 h 4843252"/>
                <a:gd name="connsiteX17" fmla="*/ 2201830 w 7404041"/>
                <a:gd name="connsiteY17" fmla="*/ 4079367 h 4843252"/>
                <a:gd name="connsiteX18" fmla="*/ 2362136 w 7404041"/>
                <a:gd name="connsiteY18" fmla="*/ 4270915 h 4843252"/>
                <a:gd name="connsiteX19" fmla="*/ 2520060 w 7404041"/>
                <a:gd name="connsiteY19" fmla="*/ 4361879 h 4843252"/>
                <a:gd name="connsiteX20" fmla="*/ 2759329 w 7404041"/>
                <a:gd name="connsiteY20" fmla="*/ 4390645 h 4843252"/>
                <a:gd name="connsiteX21" fmla="*/ 2909302 w 7404041"/>
                <a:gd name="connsiteY21" fmla="*/ 4464542 h 4843252"/>
                <a:gd name="connsiteX22" fmla="*/ 3285013 w 7404041"/>
                <a:gd name="connsiteY22" fmla="*/ 4366261 h 4843252"/>
                <a:gd name="connsiteX23" fmla="*/ 3412934 w 7404041"/>
                <a:gd name="connsiteY23" fmla="*/ 4366261 h 4843252"/>
                <a:gd name="connsiteX24" fmla="*/ 3668680 w 7404041"/>
                <a:gd name="connsiteY24" fmla="*/ 4416267 h 4843252"/>
                <a:gd name="connsiteX25" fmla="*/ 4090376 w 7404041"/>
                <a:gd name="connsiteY25" fmla="*/ 4626215 h 4843252"/>
                <a:gd name="connsiteX26" fmla="*/ 4504946 w 7404041"/>
                <a:gd name="connsiteY26" fmla="*/ 4625566 h 4843252"/>
                <a:gd name="connsiteX27" fmla="*/ 6299676 w 7404041"/>
                <a:gd name="connsiteY27" fmla="*/ 1797463 h 4843252"/>
                <a:gd name="connsiteX28" fmla="*/ 6979570 w 7404041"/>
                <a:gd name="connsiteY28" fmla="*/ 1264825 h 4843252"/>
                <a:gd name="connsiteX29" fmla="*/ 7186930 w 7404041"/>
                <a:gd name="connsiteY29" fmla="*/ 1037368 h 4843252"/>
                <a:gd name="connsiteX30" fmla="*/ 7366381 w 7404041"/>
                <a:gd name="connsiteY30" fmla="*/ 714185 h 4843252"/>
                <a:gd name="connsiteX31" fmla="*/ 7390288 w 7404041"/>
                <a:gd name="connsiteY31" fmla="*/ 259366 h 4843252"/>
                <a:gd name="connsiteX32" fmla="*/ 7198836 w 7404041"/>
                <a:gd name="connsiteY32" fmla="*/ 0 h 4843252"/>
                <a:gd name="connsiteX0" fmla="*/ 0 w 7390313"/>
                <a:gd name="connsiteY0" fmla="*/ 2359834 h 4843252"/>
                <a:gd name="connsiteX1" fmla="*/ 577088 w 7390313"/>
                <a:gd name="connsiteY1" fmla="*/ 2800917 h 4843252"/>
                <a:gd name="connsiteX2" fmla="*/ 958243 w 7390313"/>
                <a:gd name="connsiteY2" fmla="*/ 3072093 h 4843252"/>
                <a:gd name="connsiteX3" fmla="*/ 1233961 w 7390313"/>
                <a:gd name="connsiteY3" fmla="*/ 3009805 h 4843252"/>
                <a:gd name="connsiteX4" fmla="*/ 1343785 w 7390313"/>
                <a:gd name="connsiteY4" fmla="*/ 2806483 h 4843252"/>
                <a:gd name="connsiteX5" fmla="*/ 1331912 w 7390313"/>
                <a:gd name="connsiteY5" fmla="*/ 2414874 h 4843252"/>
                <a:gd name="connsiteX6" fmla="*/ 1308671 w 7390313"/>
                <a:gd name="connsiteY6" fmla="*/ 2280190 h 4843252"/>
                <a:gd name="connsiteX7" fmla="*/ 1308671 w 7390313"/>
                <a:gd name="connsiteY7" fmla="*/ 2175415 h 4843252"/>
                <a:gd name="connsiteX8" fmla="*/ 1431639 w 7390313"/>
                <a:gd name="connsiteY8" fmla="*/ 2077308 h 4843252"/>
                <a:gd name="connsiteX9" fmla="*/ 1612709 w 7390313"/>
                <a:gd name="connsiteY9" fmla="*/ 2092262 h 4843252"/>
                <a:gd name="connsiteX10" fmla="*/ 1722342 w 7390313"/>
                <a:gd name="connsiteY10" fmla="*/ 2177034 h 4843252"/>
                <a:gd name="connsiteX11" fmla="*/ 1775491 w 7390313"/>
                <a:gd name="connsiteY11" fmla="*/ 2404777 h 4843252"/>
                <a:gd name="connsiteX12" fmla="*/ 1670812 w 7390313"/>
                <a:gd name="connsiteY12" fmla="*/ 2735580 h 4843252"/>
                <a:gd name="connsiteX13" fmla="*/ 1639284 w 7390313"/>
                <a:gd name="connsiteY13" fmla="*/ 2961704 h 4843252"/>
                <a:gd name="connsiteX14" fmla="*/ 1739010 w 7390313"/>
                <a:gd name="connsiteY14" fmla="*/ 3214402 h 4843252"/>
                <a:gd name="connsiteX15" fmla="*/ 1920081 w 7390313"/>
                <a:gd name="connsiteY15" fmla="*/ 3550158 h 4843252"/>
                <a:gd name="connsiteX16" fmla="*/ 2031428 w 7390313"/>
                <a:gd name="connsiteY16" fmla="*/ 3781235 h 4843252"/>
                <a:gd name="connsiteX17" fmla="*/ 2201830 w 7390313"/>
                <a:gd name="connsiteY17" fmla="*/ 4079367 h 4843252"/>
                <a:gd name="connsiteX18" fmla="*/ 2362136 w 7390313"/>
                <a:gd name="connsiteY18" fmla="*/ 4270915 h 4843252"/>
                <a:gd name="connsiteX19" fmla="*/ 2520060 w 7390313"/>
                <a:gd name="connsiteY19" fmla="*/ 4361879 h 4843252"/>
                <a:gd name="connsiteX20" fmla="*/ 2759329 w 7390313"/>
                <a:gd name="connsiteY20" fmla="*/ 4390645 h 4843252"/>
                <a:gd name="connsiteX21" fmla="*/ 2909302 w 7390313"/>
                <a:gd name="connsiteY21" fmla="*/ 4464542 h 4843252"/>
                <a:gd name="connsiteX22" fmla="*/ 3285013 w 7390313"/>
                <a:gd name="connsiteY22" fmla="*/ 4366261 h 4843252"/>
                <a:gd name="connsiteX23" fmla="*/ 3412934 w 7390313"/>
                <a:gd name="connsiteY23" fmla="*/ 4366261 h 4843252"/>
                <a:gd name="connsiteX24" fmla="*/ 3668680 w 7390313"/>
                <a:gd name="connsiteY24" fmla="*/ 4416267 h 4843252"/>
                <a:gd name="connsiteX25" fmla="*/ 4090376 w 7390313"/>
                <a:gd name="connsiteY25" fmla="*/ 4626215 h 4843252"/>
                <a:gd name="connsiteX26" fmla="*/ 4504946 w 7390313"/>
                <a:gd name="connsiteY26" fmla="*/ 4625566 h 4843252"/>
                <a:gd name="connsiteX27" fmla="*/ 6299676 w 7390313"/>
                <a:gd name="connsiteY27" fmla="*/ 1797463 h 4843252"/>
                <a:gd name="connsiteX28" fmla="*/ 6979570 w 7390313"/>
                <a:gd name="connsiteY28" fmla="*/ 1264825 h 4843252"/>
                <a:gd name="connsiteX29" fmla="*/ 7186930 w 7390313"/>
                <a:gd name="connsiteY29" fmla="*/ 1037368 h 4843252"/>
                <a:gd name="connsiteX30" fmla="*/ 7390288 w 7390313"/>
                <a:gd name="connsiteY30" fmla="*/ 259366 h 4843252"/>
                <a:gd name="connsiteX31" fmla="*/ 7198836 w 7390313"/>
                <a:gd name="connsiteY31" fmla="*/ 0 h 4843252"/>
                <a:gd name="connsiteX0" fmla="*/ 0 w 7390288"/>
                <a:gd name="connsiteY0" fmla="*/ 2100467 h 4583885"/>
                <a:gd name="connsiteX1" fmla="*/ 577088 w 7390288"/>
                <a:gd name="connsiteY1" fmla="*/ 2541550 h 4583885"/>
                <a:gd name="connsiteX2" fmla="*/ 958243 w 7390288"/>
                <a:gd name="connsiteY2" fmla="*/ 2812726 h 4583885"/>
                <a:gd name="connsiteX3" fmla="*/ 1233961 w 7390288"/>
                <a:gd name="connsiteY3" fmla="*/ 2750438 h 4583885"/>
                <a:gd name="connsiteX4" fmla="*/ 1343785 w 7390288"/>
                <a:gd name="connsiteY4" fmla="*/ 2547116 h 4583885"/>
                <a:gd name="connsiteX5" fmla="*/ 1331912 w 7390288"/>
                <a:gd name="connsiteY5" fmla="*/ 2155507 h 4583885"/>
                <a:gd name="connsiteX6" fmla="*/ 1308671 w 7390288"/>
                <a:gd name="connsiteY6" fmla="*/ 2020823 h 4583885"/>
                <a:gd name="connsiteX7" fmla="*/ 1308671 w 7390288"/>
                <a:gd name="connsiteY7" fmla="*/ 1916048 h 4583885"/>
                <a:gd name="connsiteX8" fmla="*/ 1431639 w 7390288"/>
                <a:gd name="connsiteY8" fmla="*/ 1817941 h 4583885"/>
                <a:gd name="connsiteX9" fmla="*/ 1612709 w 7390288"/>
                <a:gd name="connsiteY9" fmla="*/ 1832895 h 4583885"/>
                <a:gd name="connsiteX10" fmla="*/ 1722342 w 7390288"/>
                <a:gd name="connsiteY10" fmla="*/ 1917667 h 4583885"/>
                <a:gd name="connsiteX11" fmla="*/ 1775491 w 7390288"/>
                <a:gd name="connsiteY11" fmla="*/ 2145410 h 4583885"/>
                <a:gd name="connsiteX12" fmla="*/ 1670812 w 7390288"/>
                <a:gd name="connsiteY12" fmla="*/ 2476213 h 4583885"/>
                <a:gd name="connsiteX13" fmla="*/ 1639284 w 7390288"/>
                <a:gd name="connsiteY13" fmla="*/ 2702337 h 4583885"/>
                <a:gd name="connsiteX14" fmla="*/ 1739010 w 7390288"/>
                <a:gd name="connsiteY14" fmla="*/ 2955035 h 4583885"/>
                <a:gd name="connsiteX15" fmla="*/ 1920081 w 7390288"/>
                <a:gd name="connsiteY15" fmla="*/ 3290791 h 4583885"/>
                <a:gd name="connsiteX16" fmla="*/ 2031428 w 7390288"/>
                <a:gd name="connsiteY16" fmla="*/ 3521868 h 4583885"/>
                <a:gd name="connsiteX17" fmla="*/ 2201830 w 7390288"/>
                <a:gd name="connsiteY17" fmla="*/ 3820000 h 4583885"/>
                <a:gd name="connsiteX18" fmla="*/ 2362136 w 7390288"/>
                <a:gd name="connsiteY18" fmla="*/ 4011548 h 4583885"/>
                <a:gd name="connsiteX19" fmla="*/ 2520060 w 7390288"/>
                <a:gd name="connsiteY19" fmla="*/ 4102512 h 4583885"/>
                <a:gd name="connsiteX20" fmla="*/ 2759329 w 7390288"/>
                <a:gd name="connsiteY20" fmla="*/ 4131278 h 4583885"/>
                <a:gd name="connsiteX21" fmla="*/ 2909302 w 7390288"/>
                <a:gd name="connsiteY21" fmla="*/ 4205175 h 4583885"/>
                <a:gd name="connsiteX22" fmla="*/ 3285013 w 7390288"/>
                <a:gd name="connsiteY22" fmla="*/ 4106894 h 4583885"/>
                <a:gd name="connsiteX23" fmla="*/ 3412934 w 7390288"/>
                <a:gd name="connsiteY23" fmla="*/ 4106894 h 4583885"/>
                <a:gd name="connsiteX24" fmla="*/ 3668680 w 7390288"/>
                <a:gd name="connsiteY24" fmla="*/ 4156900 h 4583885"/>
                <a:gd name="connsiteX25" fmla="*/ 4090376 w 7390288"/>
                <a:gd name="connsiteY25" fmla="*/ 4366848 h 4583885"/>
                <a:gd name="connsiteX26" fmla="*/ 4504946 w 7390288"/>
                <a:gd name="connsiteY26" fmla="*/ 4366199 h 4583885"/>
                <a:gd name="connsiteX27" fmla="*/ 6299676 w 7390288"/>
                <a:gd name="connsiteY27" fmla="*/ 1538096 h 4583885"/>
                <a:gd name="connsiteX28" fmla="*/ 6979570 w 7390288"/>
                <a:gd name="connsiteY28" fmla="*/ 1005458 h 4583885"/>
                <a:gd name="connsiteX29" fmla="*/ 7186930 w 7390288"/>
                <a:gd name="connsiteY29" fmla="*/ 778001 h 4583885"/>
                <a:gd name="connsiteX30" fmla="*/ 7390288 w 7390288"/>
                <a:gd name="connsiteY30" fmla="*/ -1 h 4583885"/>
                <a:gd name="connsiteX0" fmla="*/ 0 w 7186930"/>
                <a:gd name="connsiteY0" fmla="*/ 1322466 h 3805884"/>
                <a:gd name="connsiteX1" fmla="*/ 577088 w 7186930"/>
                <a:gd name="connsiteY1" fmla="*/ 1763549 h 3805884"/>
                <a:gd name="connsiteX2" fmla="*/ 958243 w 7186930"/>
                <a:gd name="connsiteY2" fmla="*/ 2034725 h 3805884"/>
                <a:gd name="connsiteX3" fmla="*/ 1233961 w 7186930"/>
                <a:gd name="connsiteY3" fmla="*/ 1972437 h 3805884"/>
                <a:gd name="connsiteX4" fmla="*/ 1343785 w 7186930"/>
                <a:gd name="connsiteY4" fmla="*/ 1769115 h 3805884"/>
                <a:gd name="connsiteX5" fmla="*/ 1331912 w 7186930"/>
                <a:gd name="connsiteY5" fmla="*/ 1377506 h 3805884"/>
                <a:gd name="connsiteX6" fmla="*/ 1308671 w 7186930"/>
                <a:gd name="connsiteY6" fmla="*/ 1242822 h 3805884"/>
                <a:gd name="connsiteX7" fmla="*/ 1308671 w 7186930"/>
                <a:gd name="connsiteY7" fmla="*/ 1138047 h 3805884"/>
                <a:gd name="connsiteX8" fmla="*/ 1431639 w 7186930"/>
                <a:gd name="connsiteY8" fmla="*/ 1039940 h 3805884"/>
                <a:gd name="connsiteX9" fmla="*/ 1612709 w 7186930"/>
                <a:gd name="connsiteY9" fmla="*/ 1054894 h 3805884"/>
                <a:gd name="connsiteX10" fmla="*/ 1722342 w 7186930"/>
                <a:gd name="connsiteY10" fmla="*/ 1139666 h 3805884"/>
                <a:gd name="connsiteX11" fmla="*/ 1775491 w 7186930"/>
                <a:gd name="connsiteY11" fmla="*/ 1367409 h 3805884"/>
                <a:gd name="connsiteX12" fmla="*/ 1670812 w 7186930"/>
                <a:gd name="connsiteY12" fmla="*/ 1698212 h 3805884"/>
                <a:gd name="connsiteX13" fmla="*/ 1639284 w 7186930"/>
                <a:gd name="connsiteY13" fmla="*/ 1924336 h 3805884"/>
                <a:gd name="connsiteX14" fmla="*/ 1739010 w 7186930"/>
                <a:gd name="connsiteY14" fmla="*/ 2177034 h 3805884"/>
                <a:gd name="connsiteX15" fmla="*/ 1920081 w 7186930"/>
                <a:gd name="connsiteY15" fmla="*/ 2512790 h 3805884"/>
                <a:gd name="connsiteX16" fmla="*/ 2031428 w 7186930"/>
                <a:gd name="connsiteY16" fmla="*/ 2743867 h 3805884"/>
                <a:gd name="connsiteX17" fmla="*/ 2201830 w 7186930"/>
                <a:gd name="connsiteY17" fmla="*/ 3041999 h 3805884"/>
                <a:gd name="connsiteX18" fmla="*/ 2362136 w 7186930"/>
                <a:gd name="connsiteY18" fmla="*/ 3233547 h 3805884"/>
                <a:gd name="connsiteX19" fmla="*/ 2520060 w 7186930"/>
                <a:gd name="connsiteY19" fmla="*/ 3324511 h 3805884"/>
                <a:gd name="connsiteX20" fmla="*/ 2759329 w 7186930"/>
                <a:gd name="connsiteY20" fmla="*/ 3353277 h 3805884"/>
                <a:gd name="connsiteX21" fmla="*/ 2909302 w 7186930"/>
                <a:gd name="connsiteY21" fmla="*/ 3427174 h 3805884"/>
                <a:gd name="connsiteX22" fmla="*/ 3285013 w 7186930"/>
                <a:gd name="connsiteY22" fmla="*/ 3328893 h 3805884"/>
                <a:gd name="connsiteX23" fmla="*/ 3412934 w 7186930"/>
                <a:gd name="connsiteY23" fmla="*/ 3328893 h 3805884"/>
                <a:gd name="connsiteX24" fmla="*/ 3668680 w 7186930"/>
                <a:gd name="connsiteY24" fmla="*/ 3378899 h 3805884"/>
                <a:gd name="connsiteX25" fmla="*/ 4090376 w 7186930"/>
                <a:gd name="connsiteY25" fmla="*/ 3588847 h 3805884"/>
                <a:gd name="connsiteX26" fmla="*/ 4504946 w 7186930"/>
                <a:gd name="connsiteY26" fmla="*/ 3588198 h 3805884"/>
                <a:gd name="connsiteX27" fmla="*/ 6299676 w 7186930"/>
                <a:gd name="connsiteY27" fmla="*/ 760095 h 3805884"/>
                <a:gd name="connsiteX28" fmla="*/ 6979570 w 7186930"/>
                <a:gd name="connsiteY28" fmla="*/ 227457 h 3805884"/>
                <a:gd name="connsiteX29" fmla="*/ 7186930 w 7186930"/>
                <a:gd name="connsiteY29" fmla="*/ 0 h 3805884"/>
                <a:gd name="connsiteX0" fmla="*/ 0 w 6979570"/>
                <a:gd name="connsiteY0" fmla="*/ 1095009 h 3578427"/>
                <a:gd name="connsiteX1" fmla="*/ 577088 w 6979570"/>
                <a:gd name="connsiteY1" fmla="*/ 1536092 h 3578427"/>
                <a:gd name="connsiteX2" fmla="*/ 958243 w 6979570"/>
                <a:gd name="connsiteY2" fmla="*/ 1807268 h 3578427"/>
                <a:gd name="connsiteX3" fmla="*/ 1233961 w 6979570"/>
                <a:gd name="connsiteY3" fmla="*/ 1744980 h 3578427"/>
                <a:gd name="connsiteX4" fmla="*/ 1343785 w 6979570"/>
                <a:gd name="connsiteY4" fmla="*/ 1541658 h 3578427"/>
                <a:gd name="connsiteX5" fmla="*/ 1331912 w 6979570"/>
                <a:gd name="connsiteY5" fmla="*/ 1150049 h 3578427"/>
                <a:gd name="connsiteX6" fmla="*/ 1308671 w 6979570"/>
                <a:gd name="connsiteY6" fmla="*/ 1015365 h 3578427"/>
                <a:gd name="connsiteX7" fmla="*/ 1308671 w 6979570"/>
                <a:gd name="connsiteY7" fmla="*/ 910590 h 3578427"/>
                <a:gd name="connsiteX8" fmla="*/ 1431639 w 6979570"/>
                <a:gd name="connsiteY8" fmla="*/ 812483 h 3578427"/>
                <a:gd name="connsiteX9" fmla="*/ 1612709 w 6979570"/>
                <a:gd name="connsiteY9" fmla="*/ 827437 h 3578427"/>
                <a:gd name="connsiteX10" fmla="*/ 1722342 w 6979570"/>
                <a:gd name="connsiteY10" fmla="*/ 912209 h 3578427"/>
                <a:gd name="connsiteX11" fmla="*/ 1775491 w 6979570"/>
                <a:gd name="connsiteY11" fmla="*/ 1139952 h 3578427"/>
                <a:gd name="connsiteX12" fmla="*/ 1670812 w 6979570"/>
                <a:gd name="connsiteY12" fmla="*/ 1470755 h 3578427"/>
                <a:gd name="connsiteX13" fmla="*/ 1639284 w 6979570"/>
                <a:gd name="connsiteY13" fmla="*/ 1696879 h 3578427"/>
                <a:gd name="connsiteX14" fmla="*/ 1739010 w 6979570"/>
                <a:gd name="connsiteY14" fmla="*/ 1949577 h 3578427"/>
                <a:gd name="connsiteX15" fmla="*/ 1920081 w 6979570"/>
                <a:gd name="connsiteY15" fmla="*/ 2285333 h 3578427"/>
                <a:gd name="connsiteX16" fmla="*/ 2031428 w 6979570"/>
                <a:gd name="connsiteY16" fmla="*/ 2516410 h 3578427"/>
                <a:gd name="connsiteX17" fmla="*/ 2201830 w 6979570"/>
                <a:gd name="connsiteY17" fmla="*/ 2814542 h 3578427"/>
                <a:gd name="connsiteX18" fmla="*/ 2362136 w 6979570"/>
                <a:gd name="connsiteY18" fmla="*/ 3006090 h 3578427"/>
                <a:gd name="connsiteX19" fmla="*/ 2520060 w 6979570"/>
                <a:gd name="connsiteY19" fmla="*/ 3097054 h 3578427"/>
                <a:gd name="connsiteX20" fmla="*/ 2759329 w 6979570"/>
                <a:gd name="connsiteY20" fmla="*/ 3125820 h 3578427"/>
                <a:gd name="connsiteX21" fmla="*/ 2909302 w 6979570"/>
                <a:gd name="connsiteY21" fmla="*/ 3199717 h 3578427"/>
                <a:gd name="connsiteX22" fmla="*/ 3285013 w 6979570"/>
                <a:gd name="connsiteY22" fmla="*/ 3101436 h 3578427"/>
                <a:gd name="connsiteX23" fmla="*/ 3412934 w 6979570"/>
                <a:gd name="connsiteY23" fmla="*/ 3101436 h 3578427"/>
                <a:gd name="connsiteX24" fmla="*/ 3668680 w 6979570"/>
                <a:gd name="connsiteY24" fmla="*/ 3151442 h 3578427"/>
                <a:gd name="connsiteX25" fmla="*/ 4090376 w 6979570"/>
                <a:gd name="connsiteY25" fmla="*/ 3361390 h 3578427"/>
                <a:gd name="connsiteX26" fmla="*/ 4504946 w 6979570"/>
                <a:gd name="connsiteY26" fmla="*/ 3360741 h 3578427"/>
                <a:gd name="connsiteX27" fmla="*/ 6299676 w 6979570"/>
                <a:gd name="connsiteY27" fmla="*/ 532638 h 3578427"/>
                <a:gd name="connsiteX28" fmla="*/ 6979570 w 6979570"/>
                <a:gd name="connsiteY28" fmla="*/ 0 h 3578427"/>
                <a:gd name="connsiteX0" fmla="*/ 0 w 6299676"/>
                <a:gd name="connsiteY0" fmla="*/ 562371 h 3045789"/>
                <a:gd name="connsiteX1" fmla="*/ 577088 w 6299676"/>
                <a:gd name="connsiteY1" fmla="*/ 1003454 h 3045789"/>
                <a:gd name="connsiteX2" fmla="*/ 958243 w 6299676"/>
                <a:gd name="connsiteY2" fmla="*/ 1274630 h 3045789"/>
                <a:gd name="connsiteX3" fmla="*/ 1233961 w 6299676"/>
                <a:gd name="connsiteY3" fmla="*/ 1212342 h 3045789"/>
                <a:gd name="connsiteX4" fmla="*/ 1343785 w 6299676"/>
                <a:gd name="connsiteY4" fmla="*/ 1009020 h 3045789"/>
                <a:gd name="connsiteX5" fmla="*/ 1331912 w 6299676"/>
                <a:gd name="connsiteY5" fmla="*/ 617411 h 3045789"/>
                <a:gd name="connsiteX6" fmla="*/ 1308671 w 6299676"/>
                <a:gd name="connsiteY6" fmla="*/ 482727 h 3045789"/>
                <a:gd name="connsiteX7" fmla="*/ 1308671 w 6299676"/>
                <a:gd name="connsiteY7" fmla="*/ 377952 h 3045789"/>
                <a:gd name="connsiteX8" fmla="*/ 1431639 w 6299676"/>
                <a:gd name="connsiteY8" fmla="*/ 279845 h 3045789"/>
                <a:gd name="connsiteX9" fmla="*/ 1612709 w 6299676"/>
                <a:gd name="connsiteY9" fmla="*/ 294799 h 3045789"/>
                <a:gd name="connsiteX10" fmla="*/ 1722342 w 6299676"/>
                <a:gd name="connsiteY10" fmla="*/ 379571 h 3045789"/>
                <a:gd name="connsiteX11" fmla="*/ 1775491 w 6299676"/>
                <a:gd name="connsiteY11" fmla="*/ 607314 h 3045789"/>
                <a:gd name="connsiteX12" fmla="*/ 1670812 w 6299676"/>
                <a:gd name="connsiteY12" fmla="*/ 938117 h 3045789"/>
                <a:gd name="connsiteX13" fmla="*/ 1639284 w 6299676"/>
                <a:gd name="connsiteY13" fmla="*/ 1164241 h 3045789"/>
                <a:gd name="connsiteX14" fmla="*/ 1739010 w 6299676"/>
                <a:gd name="connsiteY14" fmla="*/ 1416939 h 3045789"/>
                <a:gd name="connsiteX15" fmla="*/ 1920081 w 6299676"/>
                <a:gd name="connsiteY15" fmla="*/ 1752695 h 3045789"/>
                <a:gd name="connsiteX16" fmla="*/ 2031428 w 6299676"/>
                <a:gd name="connsiteY16" fmla="*/ 1983772 h 3045789"/>
                <a:gd name="connsiteX17" fmla="*/ 2201830 w 6299676"/>
                <a:gd name="connsiteY17" fmla="*/ 2281904 h 3045789"/>
                <a:gd name="connsiteX18" fmla="*/ 2362136 w 6299676"/>
                <a:gd name="connsiteY18" fmla="*/ 2473452 h 3045789"/>
                <a:gd name="connsiteX19" fmla="*/ 2520060 w 6299676"/>
                <a:gd name="connsiteY19" fmla="*/ 2564416 h 3045789"/>
                <a:gd name="connsiteX20" fmla="*/ 2759329 w 6299676"/>
                <a:gd name="connsiteY20" fmla="*/ 2593182 h 3045789"/>
                <a:gd name="connsiteX21" fmla="*/ 2909302 w 6299676"/>
                <a:gd name="connsiteY21" fmla="*/ 2667079 h 3045789"/>
                <a:gd name="connsiteX22" fmla="*/ 3285013 w 6299676"/>
                <a:gd name="connsiteY22" fmla="*/ 2568798 h 3045789"/>
                <a:gd name="connsiteX23" fmla="*/ 3412934 w 6299676"/>
                <a:gd name="connsiteY23" fmla="*/ 2568798 h 3045789"/>
                <a:gd name="connsiteX24" fmla="*/ 3668680 w 6299676"/>
                <a:gd name="connsiteY24" fmla="*/ 2618804 h 3045789"/>
                <a:gd name="connsiteX25" fmla="*/ 4090376 w 6299676"/>
                <a:gd name="connsiteY25" fmla="*/ 2828752 h 3045789"/>
                <a:gd name="connsiteX26" fmla="*/ 4504946 w 6299676"/>
                <a:gd name="connsiteY26" fmla="*/ 2828103 h 3045789"/>
                <a:gd name="connsiteX27" fmla="*/ 6299676 w 6299676"/>
                <a:gd name="connsiteY27" fmla="*/ 0 h 3045789"/>
                <a:gd name="connsiteX0" fmla="*/ 0 w 4504946"/>
                <a:gd name="connsiteY0" fmla="*/ 291032 h 2774450"/>
                <a:gd name="connsiteX1" fmla="*/ 577088 w 4504946"/>
                <a:gd name="connsiteY1" fmla="*/ 732115 h 2774450"/>
                <a:gd name="connsiteX2" fmla="*/ 958243 w 4504946"/>
                <a:gd name="connsiteY2" fmla="*/ 1003291 h 2774450"/>
                <a:gd name="connsiteX3" fmla="*/ 1233961 w 4504946"/>
                <a:gd name="connsiteY3" fmla="*/ 941003 h 2774450"/>
                <a:gd name="connsiteX4" fmla="*/ 1343785 w 4504946"/>
                <a:gd name="connsiteY4" fmla="*/ 737681 h 2774450"/>
                <a:gd name="connsiteX5" fmla="*/ 1331912 w 4504946"/>
                <a:gd name="connsiteY5" fmla="*/ 346072 h 2774450"/>
                <a:gd name="connsiteX6" fmla="*/ 1308671 w 4504946"/>
                <a:gd name="connsiteY6" fmla="*/ 211388 h 2774450"/>
                <a:gd name="connsiteX7" fmla="*/ 1308671 w 4504946"/>
                <a:gd name="connsiteY7" fmla="*/ 106613 h 2774450"/>
                <a:gd name="connsiteX8" fmla="*/ 1431639 w 4504946"/>
                <a:gd name="connsiteY8" fmla="*/ 8506 h 2774450"/>
                <a:gd name="connsiteX9" fmla="*/ 1612709 w 4504946"/>
                <a:gd name="connsiteY9" fmla="*/ 23460 h 2774450"/>
                <a:gd name="connsiteX10" fmla="*/ 1722342 w 4504946"/>
                <a:gd name="connsiteY10" fmla="*/ 108232 h 2774450"/>
                <a:gd name="connsiteX11" fmla="*/ 1775491 w 4504946"/>
                <a:gd name="connsiteY11" fmla="*/ 335975 h 2774450"/>
                <a:gd name="connsiteX12" fmla="*/ 1670812 w 4504946"/>
                <a:gd name="connsiteY12" fmla="*/ 666778 h 2774450"/>
                <a:gd name="connsiteX13" fmla="*/ 1639284 w 4504946"/>
                <a:gd name="connsiteY13" fmla="*/ 892902 h 2774450"/>
                <a:gd name="connsiteX14" fmla="*/ 1739010 w 4504946"/>
                <a:gd name="connsiteY14" fmla="*/ 1145600 h 2774450"/>
                <a:gd name="connsiteX15" fmla="*/ 1920081 w 4504946"/>
                <a:gd name="connsiteY15" fmla="*/ 1481356 h 2774450"/>
                <a:gd name="connsiteX16" fmla="*/ 2031428 w 4504946"/>
                <a:gd name="connsiteY16" fmla="*/ 1712433 h 2774450"/>
                <a:gd name="connsiteX17" fmla="*/ 2201830 w 4504946"/>
                <a:gd name="connsiteY17" fmla="*/ 2010565 h 2774450"/>
                <a:gd name="connsiteX18" fmla="*/ 2362136 w 4504946"/>
                <a:gd name="connsiteY18" fmla="*/ 2202113 h 2774450"/>
                <a:gd name="connsiteX19" fmla="*/ 2520060 w 4504946"/>
                <a:gd name="connsiteY19" fmla="*/ 2293077 h 2774450"/>
                <a:gd name="connsiteX20" fmla="*/ 2759329 w 4504946"/>
                <a:gd name="connsiteY20" fmla="*/ 2321843 h 2774450"/>
                <a:gd name="connsiteX21" fmla="*/ 2909302 w 4504946"/>
                <a:gd name="connsiteY21" fmla="*/ 2395740 h 2774450"/>
                <a:gd name="connsiteX22" fmla="*/ 3285013 w 4504946"/>
                <a:gd name="connsiteY22" fmla="*/ 2297459 h 2774450"/>
                <a:gd name="connsiteX23" fmla="*/ 3412934 w 4504946"/>
                <a:gd name="connsiteY23" fmla="*/ 2297459 h 2774450"/>
                <a:gd name="connsiteX24" fmla="*/ 3668680 w 4504946"/>
                <a:gd name="connsiteY24" fmla="*/ 2347465 h 2774450"/>
                <a:gd name="connsiteX25" fmla="*/ 4090376 w 4504946"/>
                <a:gd name="connsiteY25" fmla="*/ 2557413 h 2774450"/>
                <a:gd name="connsiteX26" fmla="*/ 4504946 w 4504946"/>
                <a:gd name="connsiteY26" fmla="*/ 2556764 h 2774450"/>
                <a:gd name="connsiteX0" fmla="*/ 0 w 4510433"/>
                <a:gd name="connsiteY0" fmla="*/ 291032 h 2738922"/>
                <a:gd name="connsiteX1" fmla="*/ 577088 w 4510433"/>
                <a:gd name="connsiteY1" fmla="*/ 732115 h 2738922"/>
                <a:gd name="connsiteX2" fmla="*/ 958243 w 4510433"/>
                <a:gd name="connsiteY2" fmla="*/ 1003291 h 2738922"/>
                <a:gd name="connsiteX3" fmla="*/ 1233961 w 4510433"/>
                <a:gd name="connsiteY3" fmla="*/ 941003 h 2738922"/>
                <a:gd name="connsiteX4" fmla="*/ 1343785 w 4510433"/>
                <a:gd name="connsiteY4" fmla="*/ 737681 h 2738922"/>
                <a:gd name="connsiteX5" fmla="*/ 1331912 w 4510433"/>
                <a:gd name="connsiteY5" fmla="*/ 346072 h 2738922"/>
                <a:gd name="connsiteX6" fmla="*/ 1308671 w 4510433"/>
                <a:gd name="connsiteY6" fmla="*/ 211388 h 2738922"/>
                <a:gd name="connsiteX7" fmla="*/ 1308671 w 4510433"/>
                <a:gd name="connsiteY7" fmla="*/ 106613 h 2738922"/>
                <a:gd name="connsiteX8" fmla="*/ 1431639 w 4510433"/>
                <a:gd name="connsiteY8" fmla="*/ 8506 h 2738922"/>
                <a:gd name="connsiteX9" fmla="*/ 1612709 w 4510433"/>
                <a:gd name="connsiteY9" fmla="*/ 23460 h 2738922"/>
                <a:gd name="connsiteX10" fmla="*/ 1722342 w 4510433"/>
                <a:gd name="connsiteY10" fmla="*/ 108232 h 2738922"/>
                <a:gd name="connsiteX11" fmla="*/ 1775491 w 4510433"/>
                <a:gd name="connsiteY11" fmla="*/ 335975 h 2738922"/>
                <a:gd name="connsiteX12" fmla="*/ 1670812 w 4510433"/>
                <a:gd name="connsiteY12" fmla="*/ 666778 h 2738922"/>
                <a:gd name="connsiteX13" fmla="*/ 1639284 w 4510433"/>
                <a:gd name="connsiteY13" fmla="*/ 892902 h 2738922"/>
                <a:gd name="connsiteX14" fmla="*/ 1739010 w 4510433"/>
                <a:gd name="connsiteY14" fmla="*/ 1145600 h 2738922"/>
                <a:gd name="connsiteX15" fmla="*/ 1920081 w 4510433"/>
                <a:gd name="connsiteY15" fmla="*/ 1481356 h 2738922"/>
                <a:gd name="connsiteX16" fmla="*/ 2031428 w 4510433"/>
                <a:gd name="connsiteY16" fmla="*/ 1712433 h 2738922"/>
                <a:gd name="connsiteX17" fmla="*/ 2201830 w 4510433"/>
                <a:gd name="connsiteY17" fmla="*/ 2010565 h 2738922"/>
                <a:gd name="connsiteX18" fmla="*/ 2362136 w 4510433"/>
                <a:gd name="connsiteY18" fmla="*/ 2202113 h 2738922"/>
                <a:gd name="connsiteX19" fmla="*/ 2520060 w 4510433"/>
                <a:gd name="connsiteY19" fmla="*/ 2293077 h 2738922"/>
                <a:gd name="connsiteX20" fmla="*/ 2759329 w 4510433"/>
                <a:gd name="connsiteY20" fmla="*/ 2321843 h 2738922"/>
                <a:gd name="connsiteX21" fmla="*/ 2909302 w 4510433"/>
                <a:gd name="connsiteY21" fmla="*/ 2395740 h 2738922"/>
                <a:gd name="connsiteX22" fmla="*/ 3285013 w 4510433"/>
                <a:gd name="connsiteY22" fmla="*/ 2297459 h 2738922"/>
                <a:gd name="connsiteX23" fmla="*/ 3412934 w 4510433"/>
                <a:gd name="connsiteY23" fmla="*/ 2297459 h 2738922"/>
                <a:gd name="connsiteX24" fmla="*/ 3668680 w 4510433"/>
                <a:gd name="connsiteY24" fmla="*/ 2347465 h 2738922"/>
                <a:gd name="connsiteX25" fmla="*/ 4090376 w 4510433"/>
                <a:gd name="connsiteY25" fmla="*/ 2557413 h 2738922"/>
                <a:gd name="connsiteX26" fmla="*/ 4510433 w 4510433"/>
                <a:gd name="connsiteY26" fmla="*/ 2509365 h 2738922"/>
                <a:gd name="connsiteX0" fmla="*/ 0 w 4510433"/>
                <a:gd name="connsiteY0" fmla="*/ 291032 h 2613537"/>
                <a:gd name="connsiteX1" fmla="*/ 577088 w 4510433"/>
                <a:gd name="connsiteY1" fmla="*/ 732115 h 2613537"/>
                <a:gd name="connsiteX2" fmla="*/ 958243 w 4510433"/>
                <a:gd name="connsiteY2" fmla="*/ 1003291 h 2613537"/>
                <a:gd name="connsiteX3" fmla="*/ 1233961 w 4510433"/>
                <a:gd name="connsiteY3" fmla="*/ 941003 h 2613537"/>
                <a:gd name="connsiteX4" fmla="*/ 1343785 w 4510433"/>
                <a:gd name="connsiteY4" fmla="*/ 737681 h 2613537"/>
                <a:gd name="connsiteX5" fmla="*/ 1331912 w 4510433"/>
                <a:gd name="connsiteY5" fmla="*/ 346072 h 2613537"/>
                <a:gd name="connsiteX6" fmla="*/ 1308671 w 4510433"/>
                <a:gd name="connsiteY6" fmla="*/ 211388 h 2613537"/>
                <a:gd name="connsiteX7" fmla="*/ 1308671 w 4510433"/>
                <a:gd name="connsiteY7" fmla="*/ 106613 h 2613537"/>
                <a:gd name="connsiteX8" fmla="*/ 1431639 w 4510433"/>
                <a:gd name="connsiteY8" fmla="*/ 8506 h 2613537"/>
                <a:gd name="connsiteX9" fmla="*/ 1612709 w 4510433"/>
                <a:gd name="connsiteY9" fmla="*/ 23460 h 2613537"/>
                <a:gd name="connsiteX10" fmla="*/ 1722342 w 4510433"/>
                <a:gd name="connsiteY10" fmla="*/ 108232 h 2613537"/>
                <a:gd name="connsiteX11" fmla="*/ 1775491 w 4510433"/>
                <a:gd name="connsiteY11" fmla="*/ 335975 h 2613537"/>
                <a:gd name="connsiteX12" fmla="*/ 1670812 w 4510433"/>
                <a:gd name="connsiteY12" fmla="*/ 666778 h 2613537"/>
                <a:gd name="connsiteX13" fmla="*/ 1639284 w 4510433"/>
                <a:gd name="connsiteY13" fmla="*/ 892902 h 2613537"/>
                <a:gd name="connsiteX14" fmla="*/ 1739010 w 4510433"/>
                <a:gd name="connsiteY14" fmla="*/ 1145600 h 2613537"/>
                <a:gd name="connsiteX15" fmla="*/ 1920081 w 4510433"/>
                <a:gd name="connsiteY15" fmla="*/ 1481356 h 2613537"/>
                <a:gd name="connsiteX16" fmla="*/ 2031428 w 4510433"/>
                <a:gd name="connsiteY16" fmla="*/ 1712433 h 2613537"/>
                <a:gd name="connsiteX17" fmla="*/ 2201830 w 4510433"/>
                <a:gd name="connsiteY17" fmla="*/ 2010565 h 2613537"/>
                <a:gd name="connsiteX18" fmla="*/ 2362136 w 4510433"/>
                <a:gd name="connsiteY18" fmla="*/ 2202113 h 2613537"/>
                <a:gd name="connsiteX19" fmla="*/ 2520060 w 4510433"/>
                <a:gd name="connsiteY19" fmla="*/ 2293077 h 2613537"/>
                <a:gd name="connsiteX20" fmla="*/ 2759329 w 4510433"/>
                <a:gd name="connsiteY20" fmla="*/ 2321843 h 2613537"/>
                <a:gd name="connsiteX21" fmla="*/ 2909302 w 4510433"/>
                <a:gd name="connsiteY21" fmla="*/ 2395740 h 2613537"/>
                <a:gd name="connsiteX22" fmla="*/ 3285013 w 4510433"/>
                <a:gd name="connsiteY22" fmla="*/ 2297459 h 2613537"/>
                <a:gd name="connsiteX23" fmla="*/ 3412934 w 4510433"/>
                <a:gd name="connsiteY23" fmla="*/ 2297459 h 2613537"/>
                <a:gd name="connsiteX24" fmla="*/ 3668680 w 4510433"/>
                <a:gd name="connsiteY24" fmla="*/ 2347465 h 2613537"/>
                <a:gd name="connsiteX25" fmla="*/ 4090376 w 4510433"/>
                <a:gd name="connsiteY25" fmla="*/ 2557413 h 2613537"/>
                <a:gd name="connsiteX26" fmla="*/ 4510433 w 4510433"/>
                <a:gd name="connsiteY26" fmla="*/ 2509365 h 2613537"/>
                <a:gd name="connsiteX0" fmla="*/ 0 w 4510433"/>
                <a:gd name="connsiteY0" fmla="*/ 291032 h 2613537"/>
                <a:gd name="connsiteX1" fmla="*/ 320769 w 4510433"/>
                <a:gd name="connsiteY1" fmla="*/ 510583 h 2613537"/>
                <a:gd name="connsiteX2" fmla="*/ 577088 w 4510433"/>
                <a:gd name="connsiteY2" fmla="*/ 732115 h 2613537"/>
                <a:gd name="connsiteX3" fmla="*/ 958243 w 4510433"/>
                <a:gd name="connsiteY3" fmla="*/ 1003291 h 2613537"/>
                <a:gd name="connsiteX4" fmla="*/ 1233961 w 4510433"/>
                <a:gd name="connsiteY4" fmla="*/ 941003 h 2613537"/>
                <a:gd name="connsiteX5" fmla="*/ 1343785 w 4510433"/>
                <a:gd name="connsiteY5" fmla="*/ 737681 h 2613537"/>
                <a:gd name="connsiteX6" fmla="*/ 1331912 w 4510433"/>
                <a:gd name="connsiteY6" fmla="*/ 346072 h 2613537"/>
                <a:gd name="connsiteX7" fmla="*/ 1308671 w 4510433"/>
                <a:gd name="connsiteY7" fmla="*/ 211388 h 2613537"/>
                <a:gd name="connsiteX8" fmla="*/ 1308671 w 4510433"/>
                <a:gd name="connsiteY8" fmla="*/ 106613 h 2613537"/>
                <a:gd name="connsiteX9" fmla="*/ 1431639 w 4510433"/>
                <a:gd name="connsiteY9" fmla="*/ 8506 h 2613537"/>
                <a:gd name="connsiteX10" fmla="*/ 1612709 w 4510433"/>
                <a:gd name="connsiteY10" fmla="*/ 23460 h 2613537"/>
                <a:gd name="connsiteX11" fmla="*/ 1722342 w 4510433"/>
                <a:gd name="connsiteY11" fmla="*/ 108232 h 2613537"/>
                <a:gd name="connsiteX12" fmla="*/ 1775491 w 4510433"/>
                <a:gd name="connsiteY12" fmla="*/ 335975 h 2613537"/>
                <a:gd name="connsiteX13" fmla="*/ 1670812 w 4510433"/>
                <a:gd name="connsiteY13" fmla="*/ 666778 h 2613537"/>
                <a:gd name="connsiteX14" fmla="*/ 1639284 w 4510433"/>
                <a:gd name="connsiteY14" fmla="*/ 892902 h 2613537"/>
                <a:gd name="connsiteX15" fmla="*/ 1739010 w 4510433"/>
                <a:gd name="connsiteY15" fmla="*/ 1145600 h 2613537"/>
                <a:gd name="connsiteX16" fmla="*/ 1920081 w 4510433"/>
                <a:gd name="connsiteY16" fmla="*/ 1481356 h 2613537"/>
                <a:gd name="connsiteX17" fmla="*/ 2031428 w 4510433"/>
                <a:gd name="connsiteY17" fmla="*/ 1712433 h 2613537"/>
                <a:gd name="connsiteX18" fmla="*/ 2201830 w 4510433"/>
                <a:gd name="connsiteY18" fmla="*/ 2010565 h 2613537"/>
                <a:gd name="connsiteX19" fmla="*/ 2362136 w 4510433"/>
                <a:gd name="connsiteY19" fmla="*/ 2202113 h 2613537"/>
                <a:gd name="connsiteX20" fmla="*/ 2520060 w 4510433"/>
                <a:gd name="connsiteY20" fmla="*/ 2293077 h 2613537"/>
                <a:gd name="connsiteX21" fmla="*/ 2759329 w 4510433"/>
                <a:gd name="connsiteY21" fmla="*/ 2321843 h 2613537"/>
                <a:gd name="connsiteX22" fmla="*/ 2909302 w 4510433"/>
                <a:gd name="connsiteY22" fmla="*/ 2395740 h 2613537"/>
                <a:gd name="connsiteX23" fmla="*/ 3285013 w 4510433"/>
                <a:gd name="connsiteY23" fmla="*/ 2297459 h 2613537"/>
                <a:gd name="connsiteX24" fmla="*/ 3412934 w 4510433"/>
                <a:gd name="connsiteY24" fmla="*/ 2297459 h 2613537"/>
                <a:gd name="connsiteX25" fmla="*/ 3668680 w 4510433"/>
                <a:gd name="connsiteY25" fmla="*/ 2347465 h 2613537"/>
                <a:gd name="connsiteX26" fmla="*/ 4090376 w 4510433"/>
                <a:gd name="connsiteY26" fmla="*/ 2557413 h 2613537"/>
                <a:gd name="connsiteX27" fmla="*/ 4510433 w 4510433"/>
                <a:gd name="connsiteY27" fmla="*/ 2509365 h 2613537"/>
                <a:gd name="connsiteX0" fmla="*/ 0 w 4510433"/>
                <a:gd name="connsiteY0" fmla="*/ 291032 h 2613537"/>
                <a:gd name="connsiteX1" fmla="*/ 320769 w 4510433"/>
                <a:gd name="connsiteY1" fmla="*/ 510583 h 2613537"/>
                <a:gd name="connsiteX2" fmla="*/ 577088 w 4510433"/>
                <a:gd name="connsiteY2" fmla="*/ 732115 h 2613537"/>
                <a:gd name="connsiteX3" fmla="*/ 958243 w 4510433"/>
                <a:gd name="connsiteY3" fmla="*/ 1003291 h 2613537"/>
                <a:gd name="connsiteX4" fmla="*/ 1233961 w 4510433"/>
                <a:gd name="connsiteY4" fmla="*/ 941003 h 2613537"/>
                <a:gd name="connsiteX5" fmla="*/ 1343785 w 4510433"/>
                <a:gd name="connsiteY5" fmla="*/ 737681 h 2613537"/>
                <a:gd name="connsiteX6" fmla="*/ 1331912 w 4510433"/>
                <a:gd name="connsiteY6" fmla="*/ 346072 h 2613537"/>
                <a:gd name="connsiteX7" fmla="*/ 1308671 w 4510433"/>
                <a:gd name="connsiteY7" fmla="*/ 211388 h 2613537"/>
                <a:gd name="connsiteX8" fmla="*/ 1308671 w 4510433"/>
                <a:gd name="connsiteY8" fmla="*/ 106613 h 2613537"/>
                <a:gd name="connsiteX9" fmla="*/ 1431639 w 4510433"/>
                <a:gd name="connsiteY9" fmla="*/ 8506 h 2613537"/>
                <a:gd name="connsiteX10" fmla="*/ 1612709 w 4510433"/>
                <a:gd name="connsiteY10" fmla="*/ 23460 h 2613537"/>
                <a:gd name="connsiteX11" fmla="*/ 1722342 w 4510433"/>
                <a:gd name="connsiteY11" fmla="*/ 108232 h 2613537"/>
                <a:gd name="connsiteX12" fmla="*/ 1775491 w 4510433"/>
                <a:gd name="connsiteY12" fmla="*/ 335975 h 2613537"/>
                <a:gd name="connsiteX13" fmla="*/ 1670812 w 4510433"/>
                <a:gd name="connsiteY13" fmla="*/ 666778 h 2613537"/>
                <a:gd name="connsiteX14" fmla="*/ 1639284 w 4510433"/>
                <a:gd name="connsiteY14" fmla="*/ 892902 h 2613537"/>
                <a:gd name="connsiteX15" fmla="*/ 1739010 w 4510433"/>
                <a:gd name="connsiteY15" fmla="*/ 1145600 h 2613537"/>
                <a:gd name="connsiteX16" fmla="*/ 1920081 w 4510433"/>
                <a:gd name="connsiteY16" fmla="*/ 1481356 h 2613537"/>
                <a:gd name="connsiteX17" fmla="*/ 2031428 w 4510433"/>
                <a:gd name="connsiteY17" fmla="*/ 1712433 h 2613537"/>
                <a:gd name="connsiteX18" fmla="*/ 2201830 w 4510433"/>
                <a:gd name="connsiteY18" fmla="*/ 2010565 h 2613537"/>
                <a:gd name="connsiteX19" fmla="*/ 2362136 w 4510433"/>
                <a:gd name="connsiteY19" fmla="*/ 2202113 h 2613537"/>
                <a:gd name="connsiteX20" fmla="*/ 2520060 w 4510433"/>
                <a:gd name="connsiteY20" fmla="*/ 2293077 h 2613537"/>
                <a:gd name="connsiteX21" fmla="*/ 2759329 w 4510433"/>
                <a:gd name="connsiteY21" fmla="*/ 2321843 h 2613537"/>
                <a:gd name="connsiteX22" fmla="*/ 2909302 w 4510433"/>
                <a:gd name="connsiteY22" fmla="*/ 2395740 h 2613537"/>
                <a:gd name="connsiteX23" fmla="*/ 3285013 w 4510433"/>
                <a:gd name="connsiteY23" fmla="*/ 2297459 h 2613537"/>
                <a:gd name="connsiteX24" fmla="*/ 3412934 w 4510433"/>
                <a:gd name="connsiteY24" fmla="*/ 2297459 h 2613537"/>
                <a:gd name="connsiteX25" fmla="*/ 3668680 w 4510433"/>
                <a:gd name="connsiteY25" fmla="*/ 2347465 h 2613537"/>
                <a:gd name="connsiteX26" fmla="*/ 4090376 w 4510433"/>
                <a:gd name="connsiteY26" fmla="*/ 2557413 h 2613537"/>
                <a:gd name="connsiteX27" fmla="*/ 4510433 w 4510433"/>
                <a:gd name="connsiteY27" fmla="*/ 2509365 h 2613537"/>
                <a:gd name="connsiteX0" fmla="*/ 0 w 4492001"/>
                <a:gd name="connsiteY0" fmla="*/ 264758 h 2613537"/>
                <a:gd name="connsiteX1" fmla="*/ 302337 w 4492001"/>
                <a:gd name="connsiteY1" fmla="*/ 510583 h 2613537"/>
                <a:gd name="connsiteX2" fmla="*/ 558656 w 4492001"/>
                <a:gd name="connsiteY2" fmla="*/ 732115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90239 w 4492001"/>
                <a:gd name="connsiteY7" fmla="*/ 211388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83398 w 4492001"/>
                <a:gd name="connsiteY18" fmla="*/ 2010565 h 2613537"/>
                <a:gd name="connsiteX19" fmla="*/ 2343704 w 4492001"/>
                <a:gd name="connsiteY19" fmla="*/ 2202113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58656 w 4492001"/>
                <a:gd name="connsiteY2" fmla="*/ 732115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90239 w 4492001"/>
                <a:gd name="connsiteY7" fmla="*/ 211388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83398 w 4492001"/>
                <a:gd name="connsiteY18" fmla="*/ 2010565 h 2613537"/>
                <a:gd name="connsiteX19" fmla="*/ 2343704 w 4492001"/>
                <a:gd name="connsiteY19" fmla="*/ 2202113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90239 w 4492001"/>
                <a:gd name="connsiteY7" fmla="*/ 211388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83398 w 4492001"/>
                <a:gd name="connsiteY18" fmla="*/ 2010565 h 2613537"/>
                <a:gd name="connsiteX19" fmla="*/ 2343704 w 4492001"/>
                <a:gd name="connsiteY19" fmla="*/ 2202113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90239 w 4492001"/>
                <a:gd name="connsiteY7" fmla="*/ 211388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343704 w 4492001"/>
                <a:gd name="connsiteY19" fmla="*/ 2202113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90239 w 4492001"/>
                <a:gd name="connsiteY7" fmla="*/ 211388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298010 w 4492001"/>
                <a:gd name="connsiteY19" fmla="*/ 2297709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313480 w 4492001"/>
                <a:gd name="connsiteY6" fmla="*/ 346072 h 2613537"/>
                <a:gd name="connsiteX7" fmla="*/ 1207651 w 4492001"/>
                <a:gd name="connsiteY7" fmla="*/ 260064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298010 w 4492001"/>
                <a:gd name="connsiteY19" fmla="*/ 2297709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02337 w 4492001"/>
                <a:gd name="connsiteY1" fmla="*/ 510583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197969 w 4492001"/>
                <a:gd name="connsiteY6" fmla="*/ 413247 h 2613537"/>
                <a:gd name="connsiteX7" fmla="*/ 1207651 w 4492001"/>
                <a:gd name="connsiteY7" fmla="*/ 260064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298010 w 4492001"/>
                <a:gd name="connsiteY19" fmla="*/ 2297709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32622 w 4492001"/>
                <a:gd name="connsiteY1" fmla="*/ 481629 h 2613537"/>
                <a:gd name="connsiteX2" fmla="*/ 599283 w 4492001"/>
                <a:gd name="connsiteY2" fmla="*/ 680297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197969 w 4492001"/>
                <a:gd name="connsiteY6" fmla="*/ 413247 h 2613537"/>
                <a:gd name="connsiteX7" fmla="*/ 1207651 w 4492001"/>
                <a:gd name="connsiteY7" fmla="*/ 260064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298010 w 4492001"/>
                <a:gd name="connsiteY19" fmla="*/ 2297709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 name="connsiteX0" fmla="*/ 0 w 4492001"/>
                <a:gd name="connsiteY0" fmla="*/ 264758 h 2613537"/>
                <a:gd name="connsiteX1" fmla="*/ 332622 w 4492001"/>
                <a:gd name="connsiteY1" fmla="*/ 481629 h 2613537"/>
                <a:gd name="connsiteX2" fmla="*/ 597387 w 4492001"/>
                <a:gd name="connsiteY2" fmla="*/ 630200 h 2613537"/>
                <a:gd name="connsiteX3" fmla="*/ 939811 w 4492001"/>
                <a:gd name="connsiteY3" fmla="*/ 1003291 h 2613537"/>
                <a:gd name="connsiteX4" fmla="*/ 1215529 w 4492001"/>
                <a:gd name="connsiteY4" fmla="*/ 941003 h 2613537"/>
                <a:gd name="connsiteX5" fmla="*/ 1325353 w 4492001"/>
                <a:gd name="connsiteY5" fmla="*/ 737681 h 2613537"/>
                <a:gd name="connsiteX6" fmla="*/ 1197969 w 4492001"/>
                <a:gd name="connsiteY6" fmla="*/ 413247 h 2613537"/>
                <a:gd name="connsiteX7" fmla="*/ 1207651 w 4492001"/>
                <a:gd name="connsiteY7" fmla="*/ 260064 h 2613537"/>
                <a:gd name="connsiteX8" fmla="*/ 1290239 w 4492001"/>
                <a:gd name="connsiteY8" fmla="*/ 106613 h 2613537"/>
                <a:gd name="connsiteX9" fmla="*/ 1413207 w 4492001"/>
                <a:gd name="connsiteY9" fmla="*/ 8506 h 2613537"/>
                <a:gd name="connsiteX10" fmla="*/ 1594277 w 4492001"/>
                <a:gd name="connsiteY10" fmla="*/ 23460 h 2613537"/>
                <a:gd name="connsiteX11" fmla="*/ 1703910 w 4492001"/>
                <a:gd name="connsiteY11" fmla="*/ 108232 h 2613537"/>
                <a:gd name="connsiteX12" fmla="*/ 1757059 w 4492001"/>
                <a:gd name="connsiteY12" fmla="*/ 335975 h 2613537"/>
                <a:gd name="connsiteX13" fmla="*/ 1652380 w 4492001"/>
                <a:gd name="connsiteY13" fmla="*/ 666778 h 2613537"/>
                <a:gd name="connsiteX14" fmla="*/ 1620852 w 4492001"/>
                <a:gd name="connsiteY14" fmla="*/ 892902 h 2613537"/>
                <a:gd name="connsiteX15" fmla="*/ 1720578 w 4492001"/>
                <a:gd name="connsiteY15" fmla="*/ 1145600 h 2613537"/>
                <a:gd name="connsiteX16" fmla="*/ 1901649 w 4492001"/>
                <a:gd name="connsiteY16" fmla="*/ 1481356 h 2613537"/>
                <a:gd name="connsiteX17" fmla="*/ 2012996 w 4492001"/>
                <a:gd name="connsiteY17" fmla="*/ 1712433 h 2613537"/>
                <a:gd name="connsiteX18" fmla="*/ 2111921 w 4492001"/>
                <a:gd name="connsiteY18" fmla="*/ 2096202 h 2613537"/>
                <a:gd name="connsiteX19" fmla="*/ 2298010 w 4492001"/>
                <a:gd name="connsiteY19" fmla="*/ 2297709 h 2613537"/>
                <a:gd name="connsiteX20" fmla="*/ 2501628 w 4492001"/>
                <a:gd name="connsiteY20" fmla="*/ 2293077 h 2613537"/>
                <a:gd name="connsiteX21" fmla="*/ 2740897 w 4492001"/>
                <a:gd name="connsiteY21" fmla="*/ 2321843 h 2613537"/>
                <a:gd name="connsiteX22" fmla="*/ 2890870 w 4492001"/>
                <a:gd name="connsiteY22" fmla="*/ 2395740 h 2613537"/>
                <a:gd name="connsiteX23" fmla="*/ 3266581 w 4492001"/>
                <a:gd name="connsiteY23" fmla="*/ 2297459 h 2613537"/>
                <a:gd name="connsiteX24" fmla="*/ 3394502 w 4492001"/>
                <a:gd name="connsiteY24" fmla="*/ 2297459 h 2613537"/>
                <a:gd name="connsiteX25" fmla="*/ 3650248 w 4492001"/>
                <a:gd name="connsiteY25" fmla="*/ 2347465 h 2613537"/>
                <a:gd name="connsiteX26" fmla="*/ 4071944 w 4492001"/>
                <a:gd name="connsiteY26" fmla="*/ 2557413 h 2613537"/>
                <a:gd name="connsiteX27" fmla="*/ 4492001 w 4492001"/>
                <a:gd name="connsiteY27" fmla="*/ 2509365 h 2613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492001" h="2613537">
                  <a:moveTo>
                    <a:pt x="0" y="264758"/>
                  </a:moveTo>
                  <a:cubicBezTo>
                    <a:pt x="58509" y="296524"/>
                    <a:pt x="214663" y="247255"/>
                    <a:pt x="332622" y="481629"/>
                  </a:cubicBezTo>
                  <a:cubicBezTo>
                    <a:pt x="419795" y="632967"/>
                    <a:pt x="496189" y="543256"/>
                    <a:pt x="597387" y="630200"/>
                  </a:cubicBezTo>
                  <a:cubicBezTo>
                    <a:pt x="698585" y="717144"/>
                    <a:pt x="836787" y="951490"/>
                    <a:pt x="939811" y="1003291"/>
                  </a:cubicBezTo>
                  <a:cubicBezTo>
                    <a:pt x="1042835" y="1055092"/>
                    <a:pt x="1151272" y="985271"/>
                    <a:pt x="1215529" y="941003"/>
                  </a:cubicBezTo>
                  <a:cubicBezTo>
                    <a:pt x="1279786" y="896735"/>
                    <a:pt x="1328280" y="825640"/>
                    <a:pt x="1325353" y="737681"/>
                  </a:cubicBezTo>
                  <a:cubicBezTo>
                    <a:pt x="1322426" y="649722"/>
                    <a:pt x="1210145" y="519657"/>
                    <a:pt x="1197969" y="413247"/>
                  </a:cubicBezTo>
                  <a:cubicBezTo>
                    <a:pt x="1190730" y="368289"/>
                    <a:pt x="1215081" y="305022"/>
                    <a:pt x="1207651" y="260064"/>
                  </a:cubicBezTo>
                  <a:cubicBezTo>
                    <a:pt x="1201841" y="225012"/>
                    <a:pt x="1255980" y="148539"/>
                    <a:pt x="1290239" y="106613"/>
                  </a:cubicBezTo>
                  <a:cubicBezTo>
                    <a:pt x="1324498" y="64687"/>
                    <a:pt x="1358629" y="22507"/>
                    <a:pt x="1413207" y="8506"/>
                  </a:cubicBezTo>
                  <a:cubicBezTo>
                    <a:pt x="1473500" y="-6925"/>
                    <a:pt x="1537127" y="-1019"/>
                    <a:pt x="1594277" y="23460"/>
                  </a:cubicBezTo>
                  <a:cubicBezTo>
                    <a:pt x="1637521" y="41938"/>
                    <a:pt x="1675716" y="70609"/>
                    <a:pt x="1703910" y="108232"/>
                  </a:cubicBezTo>
                  <a:cubicBezTo>
                    <a:pt x="1752297" y="172621"/>
                    <a:pt x="1765441" y="255489"/>
                    <a:pt x="1757059" y="335975"/>
                  </a:cubicBezTo>
                  <a:cubicBezTo>
                    <a:pt x="1745058" y="451418"/>
                    <a:pt x="1689146" y="556288"/>
                    <a:pt x="1652380" y="666778"/>
                  </a:cubicBezTo>
                  <a:cubicBezTo>
                    <a:pt x="1627996" y="739930"/>
                    <a:pt x="1611898" y="816416"/>
                    <a:pt x="1620852" y="892902"/>
                  </a:cubicBezTo>
                  <a:cubicBezTo>
                    <a:pt x="1631424" y="983580"/>
                    <a:pt x="1676097" y="1065400"/>
                    <a:pt x="1720578" y="1145600"/>
                  </a:cubicBezTo>
                  <a:cubicBezTo>
                    <a:pt x="1782205" y="1256852"/>
                    <a:pt x="1845070" y="1367533"/>
                    <a:pt x="1901649" y="1481356"/>
                  </a:cubicBezTo>
                  <a:cubicBezTo>
                    <a:pt x="1939749" y="1557937"/>
                    <a:pt x="1977951" y="1609959"/>
                    <a:pt x="2012996" y="1712433"/>
                  </a:cubicBezTo>
                  <a:cubicBezTo>
                    <a:pt x="2048041" y="1814907"/>
                    <a:pt x="2064419" y="1998656"/>
                    <a:pt x="2111921" y="2096202"/>
                  </a:cubicBezTo>
                  <a:cubicBezTo>
                    <a:pt x="2159423" y="2193748"/>
                    <a:pt x="2233059" y="2264897"/>
                    <a:pt x="2298010" y="2297709"/>
                  </a:cubicBezTo>
                  <a:cubicBezTo>
                    <a:pt x="2362961" y="2330522"/>
                    <a:pt x="2427814" y="2289055"/>
                    <a:pt x="2501628" y="2293077"/>
                  </a:cubicBezTo>
                  <a:cubicBezTo>
                    <a:pt x="2575442" y="2297099"/>
                    <a:pt x="2676023" y="2304733"/>
                    <a:pt x="2740897" y="2321843"/>
                  </a:cubicBezTo>
                  <a:cubicBezTo>
                    <a:pt x="2805771" y="2338953"/>
                    <a:pt x="2815241" y="2399359"/>
                    <a:pt x="2890870" y="2395740"/>
                  </a:cubicBezTo>
                  <a:cubicBezTo>
                    <a:pt x="2990597" y="2390977"/>
                    <a:pt x="3182642" y="2313839"/>
                    <a:pt x="3266581" y="2297459"/>
                  </a:cubicBezTo>
                  <a:cubicBezTo>
                    <a:pt x="3350520" y="2281079"/>
                    <a:pt x="3351925" y="2294220"/>
                    <a:pt x="3394502" y="2297459"/>
                  </a:cubicBezTo>
                  <a:cubicBezTo>
                    <a:pt x="3481275" y="2304031"/>
                    <a:pt x="3537341" y="2304139"/>
                    <a:pt x="3650248" y="2347465"/>
                  </a:cubicBezTo>
                  <a:cubicBezTo>
                    <a:pt x="3763155" y="2390791"/>
                    <a:pt x="3931652" y="2530430"/>
                    <a:pt x="4071944" y="2557413"/>
                  </a:cubicBezTo>
                  <a:cubicBezTo>
                    <a:pt x="4212236" y="2584396"/>
                    <a:pt x="4273848" y="2692165"/>
                    <a:pt x="4492001" y="2509365"/>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80602810-6107-BD2E-08BB-750A2921C1A4}"/>
                </a:ext>
              </a:extLst>
            </p:cNvPr>
            <p:cNvSpPr/>
            <p:nvPr/>
          </p:nvSpPr>
          <p:spPr>
            <a:xfrm rot="3210583" flipV="1">
              <a:off x="-313588" y="4451967"/>
              <a:ext cx="4868567" cy="2228006"/>
            </a:xfrm>
            <a:custGeom>
              <a:avLst/>
              <a:gdLst>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5085779 w 6649344"/>
                <a:gd name="connsiteY14" fmla="*/ 3147632 h 4555608"/>
                <a:gd name="connsiteX15" fmla="*/ 4839367 w 6649344"/>
                <a:gd name="connsiteY15" fmla="*/ 3461195 h 4555608"/>
                <a:gd name="connsiteX16" fmla="*/ 4639628 w 6649344"/>
                <a:gd name="connsiteY16" fmla="*/ 3661125 h 4555608"/>
                <a:gd name="connsiteX17" fmla="*/ 4467320 w 6649344"/>
                <a:gd name="connsiteY17" fmla="*/ 3833432 h 4555608"/>
                <a:gd name="connsiteX18" fmla="*/ 4292632 w 6649344"/>
                <a:gd name="connsiteY18" fmla="*/ 4008215 h 4555608"/>
                <a:gd name="connsiteX19" fmla="*/ 3976783 w 6649344"/>
                <a:gd name="connsiteY19" fmla="*/ 4324160 h 4555608"/>
                <a:gd name="connsiteX20" fmla="*/ 3793712 w 6649344"/>
                <a:gd name="connsiteY20" fmla="*/ 4478560 h 4555608"/>
                <a:gd name="connsiteX21" fmla="*/ 3509010 w 6649344"/>
                <a:gd name="connsiteY21" fmla="*/ 4555141 h 4555608"/>
                <a:gd name="connsiteX22" fmla="*/ 2982659 w 6649344"/>
                <a:gd name="connsiteY22" fmla="*/ 4488085 h 4555608"/>
                <a:gd name="connsiteX23" fmla="*/ 2420398 w 6649344"/>
                <a:gd name="connsiteY23" fmla="*/ 4488085 h 4555608"/>
                <a:gd name="connsiteX24" fmla="*/ 2176939 w 6649344"/>
                <a:gd name="connsiteY24" fmla="*/ 4463034 h 4555608"/>
                <a:gd name="connsiteX25" fmla="*/ 1810607 w 6649344"/>
                <a:gd name="connsiteY25" fmla="*/ 4272629 h 4555608"/>
                <a:gd name="connsiteX26" fmla="*/ 1615345 w 6649344"/>
                <a:gd name="connsiteY26" fmla="*/ 3953733 h 4555608"/>
                <a:gd name="connsiteX27" fmla="*/ 1455801 w 6649344"/>
                <a:gd name="connsiteY27" fmla="*/ 3613309 h 4555608"/>
                <a:gd name="connsiteX28" fmla="*/ 1362742 w 6649344"/>
                <a:gd name="connsiteY28" fmla="*/ 3309080 h 4555608"/>
                <a:gd name="connsiteX29" fmla="*/ 1429226 w 6649344"/>
                <a:gd name="connsiteY29" fmla="*/ 2865215 h 4555608"/>
                <a:gd name="connsiteX30" fmla="*/ 1493996 w 6649344"/>
                <a:gd name="connsiteY30" fmla="*/ 2444591 h 4555608"/>
                <a:gd name="connsiteX31" fmla="*/ 1379315 w 6649344"/>
                <a:gd name="connsiteY31" fmla="*/ 2240090 h 4555608"/>
                <a:gd name="connsiteX32" fmla="*/ 1243108 w 6649344"/>
                <a:gd name="connsiteY32" fmla="*/ 2156936 h 4555608"/>
                <a:gd name="connsiteX33" fmla="*/ 929069 w 6649344"/>
                <a:gd name="connsiteY33" fmla="*/ 2075498 h 4555608"/>
                <a:gd name="connsiteX34" fmla="*/ 736282 w 6649344"/>
                <a:gd name="connsiteY34" fmla="*/ 2120360 h 4555608"/>
                <a:gd name="connsiteX35" fmla="*/ 443865 w 6649344"/>
                <a:gd name="connsiteY35" fmla="*/ 2266664 h 4555608"/>
                <a:gd name="connsiteX36" fmla="*/ 0 w 6649344"/>
                <a:gd name="connsiteY36"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467320 w 6649344"/>
                <a:gd name="connsiteY16" fmla="*/ 3833432 h 4555608"/>
                <a:gd name="connsiteX17" fmla="*/ 4292632 w 6649344"/>
                <a:gd name="connsiteY17" fmla="*/ 4008215 h 4555608"/>
                <a:gd name="connsiteX18" fmla="*/ 3976783 w 6649344"/>
                <a:gd name="connsiteY18" fmla="*/ 4324160 h 4555608"/>
                <a:gd name="connsiteX19" fmla="*/ 3793712 w 6649344"/>
                <a:gd name="connsiteY19" fmla="*/ 4478560 h 4555608"/>
                <a:gd name="connsiteX20" fmla="*/ 3509010 w 6649344"/>
                <a:gd name="connsiteY20" fmla="*/ 4555141 h 4555608"/>
                <a:gd name="connsiteX21" fmla="*/ 2982659 w 6649344"/>
                <a:gd name="connsiteY21" fmla="*/ 4488085 h 4555608"/>
                <a:gd name="connsiteX22" fmla="*/ 2420398 w 6649344"/>
                <a:gd name="connsiteY22" fmla="*/ 4488085 h 4555608"/>
                <a:gd name="connsiteX23" fmla="*/ 2176939 w 6649344"/>
                <a:gd name="connsiteY23" fmla="*/ 4463034 h 4555608"/>
                <a:gd name="connsiteX24" fmla="*/ 1810607 w 6649344"/>
                <a:gd name="connsiteY24" fmla="*/ 4272629 h 4555608"/>
                <a:gd name="connsiteX25" fmla="*/ 1615345 w 6649344"/>
                <a:gd name="connsiteY25" fmla="*/ 3953733 h 4555608"/>
                <a:gd name="connsiteX26" fmla="*/ 1455801 w 6649344"/>
                <a:gd name="connsiteY26" fmla="*/ 3613309 h 4555608"/>
                <a:gd name="connsiteX27" fmla="*/ 1362742 w 6649344"/>
                <a:gd name="connsiteY27" fmla="*/ 3309080 h 4555608"/>
                <a:gd name="connsiteX28" fmla="*/ 1429226 w 6649344"/>
                <a:gd name="connsiteY28" fmla="*/ 2865215 h 4555608"/>
                <a:gd name="connsiteX29" fmla="*/ 1493996 w 6649344"/>
                <a:gd name="connsiteY29" fmla="*/ 2444591 h 4555608"/>
                <a:gd name="connsiteX30" fmla="*/ 1379315 w 6649344"/>
                <a:gd name="connsiteY30" fmla="*/ 2240090 h 4555608"/>
                <a:gd name="connsiteX31" fmla="*/ 1243108 w 6649344"/>
                <a:gd name="connsiteY31" fmla="*/ 2156936 h 4555608"/>
                <a:gd name="connsiteX32" fmla="*/ 929069 w 6649344"/>
                <a:gd name="connsiteY32" fmla="*/ 2075498 h 4555608"/>
                <a:gd name="connsiteX33" fmla="*/ 736282 w 6649344"/>
                <a:gd name="connsiteY33" fmla="*/ 2120360 h 4555608"/>
                <a:gd name="connsiteX34" fmla="*/ 443865 w 6649344"/>
                <a:gd name="connsiteY34" fmla="*/ 2266664 h 4555608"/>
                <a:gd name="connsiteX35" fmla="*/ 0 w 6649344"/>
                <a:gd name="connsiteY35"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839367 w 6649344"/>
                <a:gd name="connsiteY14" fmla="*/ 346119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9628 w 6649344"/>
                <a:gd name="connsiteY15" fmla="*/ 366112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292632 w 6649344"/>
                <a:gd name="connsiteY16" fmla="*/ 4008215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072569 w 6649344"/>
                <a:gd name="connsiteY0" fmla="*/ 0 h 4555608"/>
                <a:gd name="connsiteX1" fmla="*/ 6201347 w 6649344"/>
                <a:gd name="connsiteY1" fmla="*/ 218218 h 4555608"/>
                <a:gd name="connsiteX2" fmla="*/ 6519101 w 6649344"/>
                <a:gd name="connsiteY2" fmla="*/ 492919 h 4555608"/>
                <a:gd name="connsiteX3" fmla="*/ 6648260 w 6649344"/>
                <a:gd name="connsiteY3" fmla="*/ 789718 h 4555608"/>
                <a:gd name="connsiteX4" fmla="*/ 6574060 w 6649344"/>
                <a:gd name="connsiteY4" fmla="*/ 1096137 h 4555608"/>
                <a:gd name="connsiteX5" fmla="*/ 6385084 w 6649344"/>
                <a:gd name="connsiteY5" fmla="*/ 1349883 h 4555608"/>
                <a:gd name="connsiteX6" fmla="*/ 6126671 w 6649344"/>
                <a:gd name="connsiteY6" fmla="*/ 1515047 h 4555608"/>
                <a:gd name="connsiteX7" fmla="*/ 5851493 w 6649344"/>
                <a:gd name="connsiteY7" fmla="*/ 1632299 h 4555608"/>
                <a:gd name="connsiteX8" fmla="*/ 5679187 w 6649344"/>
                <a:gd name="connsiteY8" fmla="*/ 1759172 h 4555608"/>
                <a:gd name="connsiteX9" fmla="*/ 5564314 w 6649344"/>
                <a:gd name="connsiteY9" fmla="*/ 1962626 h 4555608"/>
                <a:gd name="connsiteX10" fmla="*/ 5470970 w 6649344"/>
                <a:gd name="connsiteY10" fmla="*/ 2245138 h 4555608"/>
                <a:gd name="connsiteX11" fmla="*/ 5406390 w 6649344"/>
                <a:gd name="connsiteY11" fmla="*/ 2467737 h 4555608"/>
                <a:gd name="connsiteX12" fmla="*/ 5327428 w 6649344"/>
                <a:gd name="connsiteY12" fmla="*/ 2723864 h 4555608"/>
                <a:gd name="connsiteX13" fmla="*/ 5198269 w 6649344"/>
                <a:gd name="connsiteY13" fmla="*/ 2970467 h 4555608"/>
                <a:gd name="connsiteX14" fmla="*/ 4914538 w 6649344"/>
                <a:gd name="connsiteY14" fmla="*/ 3507535 h 4555608"/>
                <a:gd name="connsiteX15" fmla="*/ 4638013 w 6649344"/>
                <a:gd name="connsiteY15" fmla="*/ 3772955 h 4555608"/>
                <a:gd name="connsiteX16" fmla="*/ 4319649 w 6649344"/>
                <a:gd name="connsiteY16" fmla="*/ 4050049 h 4555608"/>
                <a:gd name="connsiteX17" fmla="*/ 3976783 w 6649344"/>
                <a:gd name="connsiteY17" fmla="*/ 4324160 h 4555608"/>
                <a:gd name="connsiteX18" fmla="*/ 3793712 w 6649344"/>
                <a:gd name="connsiteY18" fmla="*/ 4478560 h 4555608"/>
                <a:gd name="connsiteX19" fmla="*/ 3509010 w 6649344"/>
                <a:gd name="connsiteY19" fmla="*/ 4555141 h 4555608"/>
                <a:gd name="connsiteX20" fmla="*/ 2982659 w 6649344"/>
                <a:gd name="connsiteY20" fmla="*/ 4488085 h 4555608"/>
                <a:gd name="connsiteX21" fmla="*/ 2420398 w 6649344"/>
                <a:gd name="connsiteY21" fmla="*/ 4488085 h 4555608"/>
                <a:gd name="connsiteX22" fmla="*/ 2176939 w 6649344"/>
                <a:gd name="connsiteY22" fmla="*/ 4463034 h 4555608"/>
                <a:gd name="connsiteX23" fmla="*/ 1810607 w 6649344"/>
                <a:gd name="connsiteY23" fmla="*/ 4272629 h 4555608"/>
                <a:gd name="connsiteX24" fmla="*/ 1615345 w 6649344"/>
                <a:gd name="connsiteY24" fmla="*/ 3953733 h 4555608"/>
                <a:gd name="connsiteX25" fmla="*/ 1455801 w 6649344"/>
                <a:gd name="connsiteY25" fmla="*/ 3613309 h 4555608"/>
                <a:gd name="connsiteX26" fmla="*/ 1362742 w 6649344"/>
                <a:gd name="connsiteY26" fmla="*/ 3309080 h 4555608"/>
                <a:gd name="connsiteX27" fmla="*/ 1429226 w 6649344"/>
                <a:gd name="connsiteY27" fmla="*/ 2865215 h 4555608"/>
                <a:gd name="connsiteX28" fmla="*/ 1493996 w 6649344"/>
                <a:gd name="connsiteY28" fmla="*/ 2444591 h 4555608"/>
                <a:gd name="connsiteX29" fmla="*/ 1379315 w 6649344"/>
                <a:gd name="connsiteY29" fmla="*/ 2240090 h 4555608"/>
                <a:gd name="connsiteX30" fmla="*/ 1243108 w 6649344"/>
                <a:gd name="connsiteY30" fmla="*/ 2156936 h 4555608"/>
                <a:gd name="connsiteX31" fmla="*/ 929069 w 6649344"/>
                <a:gd name="connsiteY31" fmla="*/ 2075498 h 4555608"/>
                <a:gd name="connsiteX32" fmla="*/ 736282 w 6649344"/>
                <a:gd name="connsiteY32" fmla="*/ 2120360 h 4555608"/>
                <a:gd name="connsiteX33" fmla="*/ 443865 w 6649344"/>
                <a:gd name="connsiteY33" fmla="*/ 2266664 h 4555608"/>
                <a:gd name="connsiteX34" fmla="*/ 0 w 6649344"/>
                <a:gd name="connsiteY34" fmla="*/ 2592229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95518 w 7200997"/>
                <a:gd name="connsiteY33" fmla="*/ 2266664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850251 w 7200997"/>
                <a:gd name="connsiteY33" fmla="*/ 2309056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749922 w 7200997"/>
                <a:gd name="connsiteY13" fmla="*/ 2970467 h 4555608"/>
                <a:gd name="connsiteX14" fmla="*/ 5466191 w 7200997"/>
                <a:gd name="connsiteY14" fmla="*/ 3507535 h 4555608"/>
                <a:gd name="connsiteX15" fmla="*/ 5189666 w 7200997"/>
                <a:gd name="connsiteY15" fmla="*/ 3772955 h 4555608"/>
                <a:gd name="connsiteX16" fmla="*/ 4871302 w 7200997"/>
                <a:gd name="connsiteY16" fmla="*/ 4050049 h 4555608"/>
                <a:gd name="connsiteX17" fmla="*/ 4528436 w 7200997"/>
                <a:gd name="connsiteY17" fmla="*/ 4324160 h 4555608"/>
                <a:gd name="connsiteX18" fmla="*/ 4345365 w 7200997"/>
                <a:gd name="connsiteY18" fmla="*/ 4478560 h 4555608"/>
                <a:gd name="connsiteX19" fmla="*/ 4060663 w 7200997"/>
                <a:gd name="connsiteY19" fmla="*/ 4555141 h 4555608"/>
                <a:gd name="connsiteX20" fmla="*/ 3534312 w 7200997"/>
                <a:gd name="connsiteY20" fmla="*/ 4488085 h 4555608"/>
                <a:gd name="connsiteX21" fmla="*/ 2972051 w 7200997"/>
                <a:gd name="connsiteY21" fmla="*/ 4488085 h 4555608"/>
                <a:gd name="connsiteX22" fmla="*/ 2728592 w 7200997"/>
                <a:gd name="connsiteY22" fmla="*/ 4463034 h 4555608"/>
                <a:gd name="connsiteX23" fmla="*/ 2362260 w 7200997"/>
                <a:gd name="connsiteY23" fmla="*/ 4272629 h 4555608"/>
                <a:gd name="connsiteX24" fmla="*/ 2166998 w 7200997"/>
                <a:gd name="connsiteY24" fmla="*/ 3953733 h 4555608"/>
                <a:gd name="connsiteX25" fmla="*/ 2007454 w 7200997"/>
                <a:gd name="connsiteY25" fmla="*/ 3613309 h 4555608"/>
                <a:gd name="connsiteX26" fmla="*/ 1914395 w 7200997"/>
                <a:gd name="connsiteY26" fmla="*/ 3309080 h 4555608"/>
                <a:gd name="connsiteX27" fmla="*/ 1980879 w 7200997"/>
                <a:gd name="connsiteY27" fmla="*/ 2865215 h 4555608"/>
                <a:gd name="connsiteX28" fmla="*/ 2045649 w 7200997"/>
                <a:gd name="connsiteY28" fmla="*/ 2444591 h 4555608"/>
                <a:gd name="connsiteX29" fmla="*/ 1930968 w 7200997"/>
                <a:gd name="connsiteY29" fmla="*/ 2240090 h 4555608"/>
                <a:gd name="connsiteX30" fmla="*/ 1794761 w 7200997"/>
                <a:gd name="connsiteY30" fmla="*/ 2156936 h 4555608"/>
                <a:gd name="connsiteX31" fmla="*/ 1480722 w 7200997"/>
                <a:gd name="connsiteY31" fmla="*/ 2075498 h 4555608"/>
                <a:gd name="connsiteX32" fmla="*/ 1287935 w 7200997"/>
                <a:gd name="connsiteY32" fmla="*/ 2120360 h 4555608"/>
                <a:gd name="connsiteX33" fmla="*/ 915212 w 7200997"/>
                <a:gd name="connsiteY33" fmla="*/ 2509432 h 4555608"/>
                <a:gd name="connsiteX34" fmla="*/ 0 w 7200997"/>
                <a:gd name="connsiteY34"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115967 w 7200997"/>
                <a:gd name="connsiteY9" fmla="*/ 1962626 h 4555608"/>
                <a:gd name="connsiteX10" fmla="*/ 6022623 w 7200997"/>
                <a:gd name="connsiteY10" fmla="*/ 2245138 h 4555608"/>
                <a:gd name="connsiteX11" fmla="*/ 5958043 w 7200997"/>
                <a:gd name="connsiteY11" fmla="*/ 2467737 h 4555608"/>
                <a:gd name="connsiteX12" fmla="*/ 5879081 w 7200997"/>
                <a:gd name="connsiteY12" fmla="*/ 2723864 h 4555608"/>
                <a:gd name="connsiteX13" fmla="*/ 5466191 w 7200997"/>
                <a:gd name="connsiteY13" fmla="*/ 3507535 h 4555608"/>
                <a:gd name="connsiteX14" fmla="*/ 5189666 w 7200997"/>
                <a:gd name="connsiteY14" fmla="*/ 3772955 h 4555608"/>
                <a:gd name="connsiteX15" fmla="*/ 4871302 w 7200997"/>
                <a:gd name="connsiteY15" fmla="*/ 4050049 h 4555608"/>
                <a:gd name="connsiteX16" fmla="*/ 4528436 w 7200997"/>
                <a:gd name="connsiteY16" fmla="*/ 4324160 h 4555608"/>
                <a:gd name="connsiteX17" fmla="*/ 4345365 w 7200997"/>
                <a:gd name="connsiteY17" fmla="*/ 4478560 h 4555608"/>
                <a:gd name="connsiteX18" fmla="*/ 4060663 w 7200997"/>
                <a:gd name="connsiteY18" fmla="*/ 4555141 h 4555608"/>
                <a:gd name="connsiteX19" fmla="*/ 3534312 w 7200997"/>
                <a:gd name="connsiteY19" fmla="*/ 4488085 h 4555608"/>
                <a:gd name="connsiteX20" fmla="*/ 2972051 w 7200997"/>
                <a:gd name="connsiteY20" fmla="*/ 4488085 h 4555608"/>
                <a:gd name="connsiteX21" fmla="*/ 2728592 w 7200997"/>
                <a:gd name="connsiteY21" fmla="*/ 4463034 h 4555608"/>
                <a:gd name="connsiteX22" fmla="*/ 2362260 w 7200997"/>
                <a:gd name="connsiteY22" fmla="*/ 4272629 h 4555608"/>
                <a:gd name="connsiteX23" fmla="*/ 2166998 w 7200997"/>
                <a:gd name="connsiteY23" fmla="*/ 3953733 h 4555608"/>
                <a:gd name="connsiteX24" fmla="*/ 2007454 w 7200997"/>
                <a:gd name="connsiteY24" fmla="*/ 3613309 h 4555608"/>
                <a:gd name="connsiteX25" fmla="*/ 1914395 w 7200997"/>
                <a:gd name="connsiteY25" fmla="*/ 3309080 h 4555608"/>
                <a:gd name="connsiteX26" fmla="*/ 1980879 w 7200997"/>
                <a:gd name="connsiteY26" fmla="*/ 2865215 h 4555608"/>
                <a:gd name="connsiteX27" fmla="*/ 2045649 w 7200997"/>
                <a:gd name="connsiteY27" fmla="*/ 2444591 h 4555608"/>
                <a:gd name="connsiteX28" fmla="*/ 1930968 w 7200997"/>
                <a:gd name="connsiteY28" fmla="*/ 2240090 h 4555608"/>
                <a:gd name="connsiteX29" fmla="*/ 1794761 w 7200997"/>
                <a:gd name="connsiteY29" fmla="*/ 2156936 h 4555608"/>
                <a:gd name="connsiteX30" fmla="*/ 1480722 w 7200997"/>
                <a:gd name="connsiteY30" fmla="*/ 2075498 h 4555608"/>
                <a:gd name="connsiteX31" fmla="*/ 1287935 w 7200997"/>
                <a:gd name="connsiteY31" fmla="*/ 2120360 h 4555608"/>
                <a:gd name="connsiteX32" fmla="*/ 915212 w 7200997"/>
                <a:gd name="connsiteY32" fmla="*/ 2509432 h 4555608"/>
                <a:gd name="connsiteX33" fmla="*/ 0 w 7200997"/>
                <a:gd name="connsiteY33"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466191 w 7200997"/>
                <a:gd name="connsiteY12" fmla="*/ 3507535 h 4555608"/>
                <a:gd name="connsiteX13" fmla="*/ 5189666 w 7200997"/>
                <a:gd name="connsiteY13" fmla="*/ 3772955 h 4555608"/>
                <a:gd name="connsiteX14" fmla="*/ 4871302 w 7200997"/>
                <a:gd name="connsiteY14" fmla="*/ 4050049 h 4555608"/>
                <a:gd name="connsiteX15" fmla="*/ 4528436 w 7200997"/>
                <a:gd name="connsiteY15" fmla="*/ 4324160 h 4555608"/>
                <a:gd name="connsiteX16" fmla="*/ 4345365 w 7200997"/>
                <a:gd name="connsiteY16" fmla="*/ 4478560 h 4555608"/>
                <a:gd name="connsiteX17" fmla="*/ 4060663 w 7200997"/>
                <a:gd name="connsiteY17" fmla="*/ 4555141 h 4555608"/>
                <a:gd name="connsiteX18" fmla="*/ 3534312 w 7200997"/>
                <a:gd name="connsiteY18" fmla="*/ 4488085 h 4555608"/>
                <a:gd name="connsiteX19" fmla="*/ 2972051 w 7200997"/>
                <a:gd name="connsiteY19" fmla="*/ 4488085 h 4555608"/>
                <a:gd name="connsiteX20" fmla="*/ 2728592 w 7200997"/>
                <a:gd name="connsiteY20" fmla="*/ 4463034 h 4555608"/>
                <a:gd name="connsiteX21" fmla="*/ 2362260 w 7200997"/>
                <a:gd name="connsiteY21" fmla="*/ 4272629 h 4555608"/>
                <a:gd name="connsiteX22" fmla="*/ 2166998 w 7200997"/>
                <a:gd name="connsiteY22" fmla="*/ 3953733 h 4555608"/>
                <a:gd name="connsiteX23" fmla="*/ 2007454 w 7200997"/>
                <a:gd name="connsiteY23" fmla="*/ 3613309 h 4555608"/>
                <a:gd name="connsiteX24" fmla="*/ 1914395 w 7200997"/>
                <a:gd name="connsiteY24" fmla="*/ 3309080 h 4555608"/>
                <a:gd name="connsiteX25" fmla="*/ 1980879 w 7200997"/>
                <a:gd name="connsiteY25" fmla="*/ 2865215 h 4555608"/>
                <a:gd name="connsiteX26" fmla="*/ 2045649 w 7200997"/>
                <a:gd name="connsiteY26" fmla="*/ 2444591 h 4555608"/>
                <a:gd name="connsiteX27" fmla="*/ 1930968 w 7200997"/>
                <a:gd name="connsiteY27" fmla="*/ 2240090 h 4555608"/>
                <a:gd name="connsiteX28" fmla="*/ 1794761 w 7200997"/>
                <a:gd name="connsiteY28" fmla="*/ 2156936 h 4555608"/>
                <a:gd name="connsiteX29" fmla="*/ 1480722 w 7200997"/>
                <a:gd name="connsiteY29" fmla="*/ 2075498 h 4555608"/>
                <a:gd name="connsiteX30" fmla="*/ 1287935 w 7200997"/>
                <a:gd name="connsiteY30" fmla="*/ 2120360 h 4555608"/>
                <a:gd name="connsiteX31" fmla="*/ 915212 w 7200997"/>
                <a:gd name="connsiteY31" fmla="*/ 2509432 h 4555608"/>
                <a:gd name="connsiteX32" fmla="*/ 0 w 7200997"/>
                <a:gd name="connsiteY32"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678324 w 7200997"/>
                <a:gd name="connsiteY6" fmla="*/ 1515047 h 4555608"/>
                <a:gd name="connsiteX7" fmla="*/ 6403146 w 7200997"/>
                <a:gd name="connsiteY7" fmla="*/ 1632299 h 4555608"/>
                <a:gd name="connsiteX8" fmla="*/ 6230840 w 7200997"/>
                <a:gd name="connsiteY8" fmla="*/ 1759172 h 4555608"/>
                <a:gd name="connsiteX9" fmla="*/ 6022623 w 7200997"/>
                <a:gd name="connsiteY9" fmla="*/ 2245138 h 4555608"/>
                <a:gd name="connsiteX10" fmla="*/ 5958043 w 7200997"/>
                <a:gd name="connsiteY10" fmla="*/ 2467737 h 4555608"/>
                <a:gd name="connsiteX11" fmla="*/ 5879081 w 7200997"/>
                <a:gd name="connsiteY11" fmla="*/ 2723864 h 4555608"/>
                <a:gd name="connsiteX12" fmla="*/ 5189666 w 7200997"/>
                <a:gd name="connsiteY12" fmla="*/ 3772955 h 4555608"/>
                <a:gd name="connsiteX13" fmla="*/ 4871302 w 7200997"/>
                <a:gd name="connsiteY13" fmla="*/ 4050049 h 4555608"/>
                <a:gd name="connsiteX14" fmla="*/ 4528436 w 7200997"/>
                <a:gd name="connsiteY14" fmla="*/ 4324160 h 4555608"/>
                <a:gd name="connsiteX15" fmla="*/ 4345365 w 7200997"/>
                <a:gd name="connsiteY15" fmla="*/ 4478560 h 4555608"/>
                <a:gd name="connsiteX16" fmla="*/ 4060663 w 7200997"/>
                <a:gd name="connsiteY16" fmla="*/ 4555141 h 4555608"/>
                <a:gd name="connsiteX17" fmla="*/ 3534312 w 7200997"/>
                <a:gd name="connsiteY17" fmla="*/ 4488085 h 4555608"/>
                <a:gd name="connsiteX18" fmla="*/ 2972051 w 7200997"/>
                <a:gd name="connsiteY18" fmla="*/ 4488085 h 4555608"/>
                <a:gd name="connsiteX19" fmla="*/ 2728592 w 7200997"/>
                <a:gd name="connsiteY19" fmla="*/ 4463034 h 4555608"/>
                <a:gd name="connsiteX20" fmla="*/ 2362260 w 7200997"/>
                <a:gd name="connsiteY20" fmla="*/ 4272629 h 4555608"/>
                <a:gd name="connsiteX21" fmla="*/ 2166998 w 7200997"/>
                <a:gd name="connsiteY21" fmla="*/ 3953733 h 4555608"/>
                <a:gd name="connsiteX22" fmla="*/ 2007454 w 7200997"/>
                <a:gd name="connsiteY22" fmla="*/ 3613309 h 4555608"/>
                <a:gd name="connsiteX23" fmla="*/ 1914395 w 7200997"/>
                <a:gd name="connsiteY23" fmla="*/ 3309080 h 4555608"/>
                <a:gd name="connsiteX24" fmla="*/ 1980879 w 7200997"/>
                <a:gd name="connsiteY24" fmla="*/ 2865215 h 4555608"/>
                <a:gd name="connsiteX25" fmla="*/ 2045649 w 7200997"/>
                <a:gd name="connsiteY25" fmla="*/ 2444591 h 4555608"/>
                <a:gd name="connsiteX26" fmla="*/ 1930968 w 7200997"/>
                <a:gd name="connsiteY26" fmla="*/ 2240090 h 4555608"/>
                <a:gd name="connsiteX27" fmla="*/ 1794761 w 7200997"/>
                <a:gd name="connsiteY27" fmla="*/ 2156936 h 4555608"/>
                <a:gd name="connsiteX28" fmla="*/ 1480722 w 7200997"/>
                <a:gd name="connsiteY28" fmla="*/ 2075498 h 4555608"/>
                <a:gd name="connsiteX29" fmla="*/ 1287935 w 7200997"/>
                <a:gd name="connsiteY29" fmla="*/ 2120360 h 4555608"/>
                <a:gd name="connsiteX30" fmla="*/ 915212 w 7200997"/>
                <a:gd name="connsiteY30" fmla="*/ 2509432 h 4555608"/>
                <a:gd name="connsiteX31" fmla="*/ 0 w 7200997"/>
                <a:gd name="connsiteY31"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403146 w 7200997"/>
                <a:gd name="connsiteY6" fmla="*/ 1632299 h 4555608"/>
                <a:gd name="connsiteX7" fmla="*/ 6230840 w 7200997"/>
                <a:gd name="connsiteY7" fmla="*/ 1759172 h 4555608"/>
                <a:gd name="connsiteX8" fmla="*/ 6022623 w 7200997"/>
                <a:gd name="connsiteY8" fmla="*/ 2245138 h 4555608"/>
                <a:gd name="connsiteX9" fmla="*/ 5958043 w 7200997"/>
                <a:gd name="connsiteY9" fmla="*/ 2467737 h 4555608"/>
                <a:gd name="connsiteX10" fmla="*/ 5879081 w 7200997"/>
                <a:gd name="connsiteY10" fmla="*/ 2723864 h 4555608"/>
                <a:gd name="connsiteX11" fmla="*/ 5189666 w 7200997"/>
                <a:gd name="connsiteY11" fmla="*/ 3772955 h 4555608"/>
                <a:gd name="connsiteX12" fmla="*/ 4871302 w 7200997"/>
                <a:gd name="connsiteY12" fmla="*/ 4050049 h 4555608"/>
                <a:gd name="connsiteX13" fmla="*/ 4528436 w 7200997"/>
                <a:gd name="connsiteY13" fmla="*/ 4324160 h 4555608"/>
                <a:gd name="connsiteX14" fmla="*/ 4345365 w 7200997"/>
                <a:gd name="connsiteY14" fmla="*/ 4478560 h 4555608"/>
                <a:gd name="connsiteX15" fmla="*/ 4060663 w 7200997"/>
                <a:gd name="connsiteY15" fmla="*/ 4555141 h 4555608"/>
                <a:gd name="connsiteX16" fmla="*/ 3534312 w 7200997"/>
                <a:gd name="connsiteY16" fmla="*/ 4488085 h 4555608"/>
                <a:gd name="connsiteX17" fmla="*/ 2972051 w 7200997"/>
                <a:gd name="connsiteY17" fmla="*/ 4488085 h 4555608"/>
                <a:gd name="connsiteX18" fmla="*/ 2728592 w 7200997"/>
                <a:gd name="connsiteY18" fmla="*/ 4463034 h 4555608"/>
                <a:gd name="connsiteX19" fmla="*/ 2362260 w 7200997"/>
                <a:gd name="connsiteY19" fmla="*/ 4272629 h 4555608"/>
                <a:gd name="connsiteX20" fmla="*/ 2166998 w 7200997"/>
                <a:gd name="connsiteY20" fmla="*/ 3953733 h 4555608"/>
                <a:gd name="connsiteX21" fmla="*/ 2007454 w 7200997"/>
                <a:gd name="connsiteY21" fmla="*/ 3613309 h 4555608"/>
                <a:gd name="connsiteX22" fmla="*/ 1914395 w 7200997"/>
                <a:gd name="connsiteY22" fmla="*/ 3309080 h 4555608"/>
                <a:gd name="connsiteX23" fmla="*/ 1980879 w 7200997"/>
                <a:gd name="connsiteY23" fmla="*/ 2865215 h 4555608"/>
                <a:gd name="connsiteX24" fmla="*/ 2045649 w 7200997"/>
                <a:gd name="connsiteY24" fmla="*/ 2444591 h 4555608"/>
                <a:gd name="connsiteX25" fmla="*/ 1930968 w 7200997"/>
                <a:gd name="connsiteY25" fmla="*/ 2240090 h 4555608"/>
                <a:gd name="connsiteX26" fmla="*/ 1794761 w 7200997"/>
                <a:gd name="connsiteY26" fmla="*/ 2156936 h 4555608"/>
                <a:gd name="connsiteX27" fmla="*/ 1480722 w 7200997"/>
                <a:gd name="connsiteY27" fmla="*/ 2075498 h 4555608"/>
                <a:gd name="connsiteX28" fmla="*/ 1287935 w 7200997"/>
                <a:gd name="connsiteY28" fmla="*/ 2120360 h 4555608"/>
                <a:gd name="connsiteX29" fmla="*/ 915212 w 7200997"/>
                <a:gd name="connsiteY29" fmla="*/ 2509432 h 4555608"/>
                <a:gd name="connsiteX30" fmla="*/ 0 w 7200997"/>
                <a:gd name="connsiteY30" fmla="*/ 2228755 h 4555608"/>
                <a:gd name="connsiteX0" fmla="*/ 6624222 w 7200997"/>
                <a:gd name="connsiteY0" fmla="*/ 0 h 4555608"/>
                <a:gd name="connsiteX1" fmla="*/ 6753000 w 7200997"/>
                <a:gd name="connsiteY1" fmla="*/ 218218 h 4555608"/>
                <a:gd name="connsiteX2" fmla="*/ 7070754 w 7200997"/>
                <a:gd name="connsiteY2" fmla="*/ 492919 h 4555608"/>
                <a:gd name="connsiteX3" fmla="*/ 7199913 w 7200997"/>
                <a:gd name="connsiteY3" fmla="*/ 789718 h 4555608"/>
                <a:gd name="connsiteX4" fmla="*/ 7125713 w 7200997"/>
                <a:gd name="connsiteY4" fmla="*/ 1096137 h 4555608"/>
                <a:gd name="connsiteX5" fmla="*/ 6936737 w 7200997"/>
                <a:gd name="connsiteY5" fmla="*/ 1349883 h 4555608"/>
                <a:gd name="connsiteX6" fmla="*/ 6230840 w 7200997"/>
                <a:gd name="connsiteY6" fmla="*/ 1759172 h 4555608"/>
                <a:gd name="connsiteX7" fmla="*/ 6022623 w 7200997"/>
                <a:gd name="connsiteY7" fmla="*/ 2245138 h 4555608"/>
                <a:gd name="connsiteX8" fmla="*/ 5958043 w 7200997"/>
                <a:gd name="connsiteY8" fmla="*/ 2467737 h 4555608"/>
                <a:gd name="connsiteX9" fmla="*/ 5879081 w 7200997"/>
                <a:gd name="connsiteY9" fmla="*/ 2723864 h 4555608"/>
                <a:gd name="connsiteX10" fmla="*/ 5189666 w 7200997"/>
                <a:gd name="connsiteY10" fmla="*/ 3772955 h 4555608"/>
                <a:gd name="connsiteX11" fmla="*/ 4871302 w 7200997"/>
                <a:gd name="connsiteY11" fmla="*/ 4050049 h 4555608"/>
                <a:gd name="connsiteX12" fmla="*/ 4528436 w 7200997"/>
                <a:gd name="connsiteY12" fmla="*/ 4324160 h 4555608"/>
                <a:gd name="connsiteX13" fmla="*/ 4345365 w 7200997"/>
                <a:gd name="connsiteY13" fmla="*/ 4478560 h 4555608"/>
                <a:gd name="connsiteX14" fmla="*/ 4060663 w 7200997"/>
                <a:gd name="connsiteY14" fmla="*/ 4555141 h 4555608"/>
                <a:gd name="connsiteX15" fmla="*/ 3534312 w 7200997"/>
                <a:gd name="connsiteY15" fmla="*/ 4488085 h 4555608"/>
                <a:gd name="connsiteX16" fmla="*/ 2972051 w 7200997"/>
                <a:gd name="connsiteY16" fmla="*/ 4488085 h 4555608"/>
                <a:gd name="connsiteX17" fmla="*/ 2728592 w 7200997"/>
                <a:gd name="connsiteY17" fmla="*/ 4463034 h 4555608"/>
                <a:gd name="connsiteX18" fmla="*/ 2362260 w 7200997"/>
                <a:gd name="connsiteY18" fmla="*/ 4272629 h 4555608"/>
                <a:gd name="connsiteX19" fmla="*/ 2166998 w 7200997"/>
                <a:gd name="connsiteY19" fmla="*/ 3953733 h 4555608"/>
                <a:gd name="connsiteX20" fmla="*/ 2007454 w 7200997"/>
                <a:gd name="connsiteY20" fmla="*/ 3613309 h 4555608"/>
                <a:gd name="connsiteX21" fmla="*/ 1914395 w 7200997"/>
                <a:gd name="connsiteY21" fmla="*/ 3309080 h 4555608"/>
                <a:gd name="connsiteX22" fmla="*/ 1980879 w 7200997"/>
                <a:gd name="connsiteY22" fmla="*/ 2865215 h 4555608"/>
                <a:gd name="connsiteX23" fmla="*/ 2045649 w 7200997"/>
                <a:gd name="connsiteY23" fmla="*/ 2444591 h 4555608"/>
                <a:gd name="connsiteX24" fmla="*/ 1930968 w 7200997"/>
                <a:gd name="connsiteY24" fmla="*/ 2240090 h 4555608"/>
                <a:gd name="connsiteX25" fmla="*/ 1794761 w 7200997"/>
                <a:gd name="connsiteY25" fmla="*/ 2156936 h 4555608"/>
                <a:gd name="connsiteX26" fmla="*/ 1480722 w 7200997"/>
                <a:gd name="connsiteY26" fmla="*/ 2075498 h 4555608"/>
                <a:gd name="connsiteX27" fmla="*/ 1287935 w 7200997"/>
                <a:gd name="connsiteY27" fmla="*/ 2120360 h 4555608"/>
                <a:gd name="connsiteX28" fmla="*/ 915212 w 7200997"/>
                <a:gd name="connsiteY28" fmla="*/ 2509432 h 4555608"/>
                <a:gd name="connsiteX29" fmla="*/ 0 w 7200997"/>
                <a:gd name="connsiteY29" fmla="*/ 2228755 h 4555608"/>
                <a:gd name="connsiteX0" fmla="*/ 6753000 w 7200997"/>
                <a:gd name="connsiteY0" fmla="*/ 0 h 4337390"/>
                <a:gd name="connsiteX1" fmla="*/ 7070754 w 7200997"/>
                <a:gd name="connsiteY1" fmla="*/ 274701 h 4337390"/>
                <a:gd name="connsiteX2" fmla="*/ 7199913 w 7200997"/>
                <a:gd name="connsiteY2" fmla="*/ 571500 h 4337390"/>
                <a:gd name="connsiteX3" fmla="*/ 7125713 w 7200997"/>
                <a:gd name="connsiteY3" fmla="*/ 877919 h 4337390"/>
                <a:gd name="connsiteX4" fmla="*/ 6936737 w 7200997"/>
                <a:gd name="connsiteY4" fmla="*/ 1131665 h 4337390"/>
                <a:gd name="connsiteX5" fmla="*/ 6230840 w 7200997"/>
                <a:gd name="connsiteY5" fmla="*/ 1540954 h 4337390"/>
                <a:gd name="connsiteX6" fmla="*/ 6022623 w 7200997"/>
                <a:gd name="connsiteY6" fmla="*/ 2026920 h 4337390"/>
                <a:gd name="connsiteX7" fmla="*/ 5958043 w 7200997"/>
                <a:gd name="connsiteY7" fmla="*/ 2249519 h 4337390"/>
                <a:gd name="connsiteX8" fmla="*/ 5879081 w 7200997"/>
                <a:gd name="connsiteY8" fmla="*/ 2505646 h 4337390"/>
                <a:gd name="connsiteX9" fmla="*/ 5189666 w 7200997"/>
                <a:gd name="connsiteY9" fmla="*/ 3554737 h 4337390"/>
                <a:gd name="connsiteX10" fmla="*/ 4871302 w 7200997"/>
                <a:gd name="connsiteY10" fmla="*/ 3831831 h 4337390"/>
                <a:gd name="connsiteX11" fmla="*/ 4528436 w 7200997"/>
                <a:gd name="connsiteY11" fmla="*/ 4105942 h 4337390"/>
                <a:gd name="connsiteX12" fmla="*/ 4345365 w 7200997"/>
                <a:gd name="connsiteY12" fmla="*/ 4260342 h 4337390"/>
                <a:gd name="connsiteX13" fmla="*/ 4060663 w 7200997"/>
                <a:gd name="connsiteY13" fmla="*/ 4336923 h 4337390"/>
                <a:gd name="connsiteX14" fmla="*/ 3534312 w 7200997"/>
                <a:gd name="connsiteY14" fmla="*/ 4269867 h 4337390"/>
                <a:gd name="connsiteX15" fmla="*/ 2972051 w 7200997"/>
                <a:gd name="connsiteY15" fmla="*/ 4269867 h 4337390"/>
                <a:gd name="connsiteX16" fmla="*/ 2728592 w 7200997"/>
                <a:gd name="connsiteY16" fmla="*/ 4244816 h 4337390"/>
                <a:gd name="connsiteX17" fmla="*/ 2362260 w 7200997"/>
                <a:gd name="connsiteY17" fmla="*/ 4054411 h 4337390"/>
                <a:gd name="connsiteX18" fmla="*/ 2166998 w 7200997"/>
                <a:gd name="connsiteY18" fmla="*/ 3735515 h 4337390"/>
                <a:gd name="connsiteX19" fmla="*/ 2007454 w 7200997"/>
                <a:gd name="connsiteY19" fmla="*/ 3395091 h 4337390"/>
                <a:gd name="connsiteX20" fmla="*/ 1914395 w 7200997"/>
                <a:gd name="connsiteY20" fmla="*/ 3090862 h 4337390"/>
                <a:gd name="connsiteX21" fmla="*/ 1980879 w 7200997"/>
                <a:gd name="connsiteY21" fmla="*/ 2646997 h 4337390"/>
                <a:gd name="connsiteX22" fmla="*/ 2045649 w 7200997"/>
                <a:gd name="connsiteY22" fmla="*/ 2226373 h 4337390"/>
                <a:gd name="connsiteX23" fmla="*/ 1930968 w 7200997"/>
                <a:gd name="connsiteY23" fmla="*/ 2021872 h 4337390"/>
                <a:gd name="connsiteX24" fmla="*/ 1794761 w 7200997"/>
                <a:gd name="connsiteY24" fmla="*/ 1938718 h 4337390"/>
                <a:gd name="connsiteX25" fmla="*/ 1480722 w 7200997"/>
                <a:gd name="connsiteY25" fmla="*/ 1857280 h 4337390"/>
                <a:gd name="connsiteX26" fmla="*/ 1287935 w 7200997"/>
                <a:gd name="connsiteY26" fmla="*/ 1902142 h 4337390"/>
                <a:gd name="connsiteX27" fmla="*/ 915212 w 7200997"/>
                <a:gd name="connsiteY27" fmla="*/ 2291214 h 4337390"/>
                <a:gd name="connsiteX28" fmla="*/ 0 w 7200997"/>
                <a:gd name="connsiteY28" fmla="*/ 2010537 h 4337390"/>
                <a:gd name="connsiteX0" fmla="*/ 6753000 w 7199913"/>
                <a:gd name="connsiteY0" fmla="*/ 0 h 4337390"/>
                <a:gd name="connsiteX1" fmla="*/ 7070754 w 7199913"/>
                <a:gd name="connsiteY1" fmla="*/ 274701 h 4337390"/>
                <a:gd name="connsiteX2" fmla="*/ 7199913 w 7199913"/>
                <a:gd name="connsiteY2" fmla="*/ 571500 h 4337390"/>
                <a:gd name="connsiteX3" fmla="*/ 6936737 w 7199913"/>
                <a:gd name="connsiteY3" fmla="*/ 1131665 h 4337390"/>
                <a:gd name="connsiteX4" fmla="*/ 6230840 w 7199913"/>
                <a:gd name="connsiteY4" fmla="*/ 1540954 h 4337390"/>
                <a:gd name="connsiteX5" fmla="*/ 6022623 w 7199913"/>
                <a:gd name="connsiteY5" fmla="*/ 2026920 h 4337390"/>
                <a:gd name="connsiteX6" fmla="*/ 5958043 w 7199913"/>
                <a:gd name="connsiteY6" fmla="*/ 2249519 h 4337390"/>
                <a:gd name="connsiteX7" fmla="*/ 5879081 w 7199913"/>
                <a:gd name="connsiteY7" fmla="*/ 2505646 h 4337390"/>
                <a:gd name="connsiteX8" fmla="*/ 5189666 w 7199913"/>
                <a:gd name="connsiteY8" fmla="*/ 3554737 h 4337390"/>
                <a:gd name="connsiteX9" fmla="*/ 4871302 w 7199913"/>
                <a:gd name="connsiteY9" fmla="*/ 3831831 h 4337390"/>
                <a:gd name="connsiteX10" fmla="*/ 4528436 w 7199913"/>
                <a:gd name="connsiteY10" fmla="*/ 4105942 h 4337390"/>
                <a:gd name="connsiteX11" fmla="*/ 4345365 w 7199913"/>
                <a:gd name="connsiteY11" fmla="*/ 4260342 h 4337390"/>
                <a:gd name="connsiteX12" fmla="*/ 4060663 w 7199913"/>
                <a:gd name="connsiteY12" fmla="*/ 4336923 h 4337390"/>
                <a:gd name="connsiteX13" fmla="*/ 3534312 w 7199913"/>
                <a:gd name="connsiteY13" fmla="*/ 4269867 h 4337390"/>
                <a:gd name="connsiteX14" fmla="*/ 2972051 w 7199913"/>
                <a:gd name="connsiteY14" fmla="*/ 4269867 h 4337390"/>
                <a:gd name="connsiteX15" fmla="*/ 2728592 w 7199913"/>
                <a:gd name="connsiteY15" fmla="*/ 4244816 h 4337390"/>
                <a:gd name="connsiteX16" fmla="*/ 2362260 w 7199913"/>
                <a:gd name="connsiteY16" fmla="*/ 4054411 h 4337390"/>
                <a:gd name="connsiteX17" fmla="*/ 2166998 w 7199913"/>
                <a:gd name="connsiteY17" fmla="*/ 3735515 h 4337390"/>
                <a:gd name="connsiteX18" fmla="*/ 2007454 w 7199913"/>
                <a:gd name="connsiteY18" fmla="*/ 3395091 h 4337390"/>
                <a:gd name="connsiteX19" fmla="*/ 1914395 w 7199913"/>
                <a:gd name="connsiteY19" fmla="*/ 3090862 h 4337390"/>
                <a:gd name="connsiteX20" fmla="*/ 1980879 w 7199913"/>
                <a:gd name="connsiteY20" fmla="*/ 2646997 h 4337390"/>
                <a:gd name="connsiteX21" fmla="*/ 2045649 w 7199913"/>
                <a:gd name="connsiteY21" fmla="*/ 2226373 h 4337390"/>
                <a:gd name="connsiteX22" fmla="*/ 1930968 w 7199913"/>
                <a:gd name="connsiteY22" fmla="*/ 2021872 h 4337390"/>
                <a:gd name="connsiteX23" fmla="*/ 1794761 w 7199913"/>
                <a:gd name="connsiteY23" fmla="*/ 1938718 h 4337390"/>
                <a:gd name="connsiteX24" fmla="*/ 1480722 w 7199913"/>
                <a:gd name="connsiteY24" fmla="*/ 1857280 h 4337390"/>
                <a:gd name="connsiteX25" fmla="*/ 1287935 w 7199913"/>
                <a:gd name="connsiteY25" fmla="*/ 1902142 h 4337390"/>
                <a:gd name="connsiteX26" fmla="*/ 915212 w 7199913"/>
                <a:gd name="connsiteY26" fmla="*/ 2291214 h 4337390"/>
                <a:gd name="connsiteX27" fmla="*/ 0 w 7199913"/>
                <a:gd name="connsiteY27" fmla="*/ 2010537 h 4337390"/>
                <a:gd name="connsiteX0" fmla="*/ 6753000 w 7199913"/>
                <a:gd name="connsiteY0" fmla="*/ 0 h 4337390"/>
                <a:gd name="connsiteX1" fmla="*/ 7070754 w 7199913"/>
                <a:gd name="connsiteY1" fmla="*/ 274701 h 4337390"/>
                <a:gd name="connsiteX2" fmla="*/ 7199913 w 7199913"/>
                <a:gd name="connsiteY2" fmla="*/ 571500 h 4337390"/>
                <a:gd name="connsiteX3" fmla="*/ 6936737 w 7199913"/>
                <a:gd name="connsiteY3" fmla="*/ 1131665 h 4337390"/>
                <a:gd name="connsiteX4" fmla="*/ 6230840 w 7199913"/>
                <a:gd name="connsiteY4" fmla="*/ 1540954 h 4337390"/>
                <a:gd name="connsiteX5" fmla="*/ 6022623 w 7199913"/>
                <a:gd name="connsiteY5" fmla="*/ 2026920 h 4337390"/>
                <a:gd name="connsiteX6" fmla="*/ 5958043 w 7199913"/>
                <a:gd name="connsiteY6" fmla="*/ 2249519 h 4337390"/>
                <a:gd name="connsiteX7" fmla="*/ 5189666 w 7199913"/>
                <a:gd name="connsiteY7" fmla="*/ 3554737 h 4337390"/>
                <a:gd name="connsiteX8" fmla="*/ 4871302 w 7199913"/>
                <a:gd name="connsiteY8" fmla="*/ 3831831 h 4337390"/>
                <a:gd name="connsiteX9" fmla="*/ 4528436 w 7199913"/>
                <a:gd name="connsiteY9" fmla="*/ 4105942 h 4337390"/>
                <a:gd name="connsiteX10" fmla="*/ 4345365 w 7199913"/>
                <a:gd name="connsiteY10" fmla="*/ 4260342 h 4337390"/>
                <a:gd name="connsiteX11" fmla="*/ 4060663 w 7199913"/>
                <a:gd name="connsiteY11" fmla="*/ 4336923 h 4337390"/>
                <a:gd name="connsiteX12" fmla="*/ 3534312 w 7199913"/>
                <a:gd name="connsiteY12" fmla="*/ 4269867 h 4337390"/>
                <a:gd name="connsiteX13" fmla="*/ 2972051 w 7199913"/>
                <a:gd name="connsiteY13" fmla="*/ 4269867 h 4337390"/>
                <a:gd name="connsiteX14" fmla="*/ 2728592 w 7199913"/>
                <a:gd name="connsiteY14" fmla="*/ 4244816 h 4337390"/>
                <a:gd name="connsiteX15" fmla="*/ 2362260 w 7199913"/>
                <a:gd name="connsiteY15" fmla="*/ 4054411 h 4337390"/>
                <a:gd name="connsiteX16" fmla="*/ 2166998 w 7199913"/>
                <a:gd name="connsiteY16" fmla="*/ 3735515 h 4337390"/>
                <a:gd name="connsiteX17" fmla="*/ 2007454 w 7199913"/>
                <a:gd name="connsiteY17" fmla="*/ 3395091 h 4337390"/>
                <a:gd name="connsiteX18" fmla="*/ 1914395 w 7199913"/>
                <a:gd name="connsiteY18" fmla="*/ 3090862 h 4337390"/>
                <a:gd name="connsiteX19" fmla="*/ 1980879 w 7199913"/>
                <a:gd name="connsiteY19" fmla="*/ 2646997 h 4337390"/>
                <a:gd name="connsiteX20" fmla="*/ 2045649 w 7199913"/>
                <a:gd name="connsiteY20" fmla="*/ 2226373 h 4337390"/>
                <a:gd name="connsiteX21" fmla="*/ 1930968 w 7199913"/>
                <a:gd name="connsiteY21" fmla="*/ 2021872 h 4337390"/>
                <a:gd name="connsiteX22" fmla="*/ 1794761 w 7199913"/>
                <a:gd name="connsiteY22" fmla="*/ 1938718 h 4337390"/>
                <a:gd name="connsiteX23" fmla="*/ 1480722 w 7199913"/>
                <a:gd name="connsiteY23" fmla="*/ 1857280 h 4337390"/>
                <a:gd name="connsiteX24" fmla="*/ 1287935 w 7199913"/>
                <a:gd name="connsiteY24" fmla="*/ 1902142 h 4337390"/>
                <a:gd name="connsiteX25" fmla="*/ 915212 w 7199913"/>
                <a:gd name="connsiteY25" fmla="*/ 2291214 h 4337390"/>
                <a:gd name="connsiteX26" fmla="*/ 0 w 7199913"/>
                <a:gd name="connsiteY26" fmla="*/ 2010537 h 4337390"/>
                <a:gd name="connsiteX0" fmla="*/ 7070754 w 7199913"/>
                <a:gd name="connsiteY0" fmla="*/ 0 h 4062689"/>
                <a:gd name="connsiteX1" fmla="*/ 7199913 w 7199913"/>
                <a:gd name="connsiteY1" fmla="*/ 296799 h 4062689"/>
                <a:gd name="connsiteX2" fmla="*/ 6936737 w 7199913"/>
                <a:gd name="connsiteY2" fmla="*/ 856964 h 4062689"/>
                <a:gd name="connsiteX3" fmla="*/ 6230840 w 7199913"/>
                <a:gd name="connsiteY3" fmla="*/ 1266253 h 4062689"/>
                <a:gd name="connsiteX4" fmla="*/ 6022623 w 7199913"/>
                <a:gd name="connsiteY4" fmla="*/ 1752219 h 4062689"/>
                <a:gd name="connsiteX5" fmla="*/ 5958043 w 7199913"/>
                <a:gd name="connsiteY5" fmla="*/ 1974818 h 4062689"/>
                <a:gd name="connsiteX6" fmla="*/ 5189666 w 7199913"/>
                <a:gd name="connsiteY6" fmla="*/ 3280036 h 4062689"/>
                <a:gd name="connsiteX7" fmla="*/ 4871302 w 7199913"/>
                <a:gd name="connsiteY7" fmla="*/ 3557130 h 4062689"/>
                <a:gd name="connsiteX8" fmla="*/ 4528436 w 7199913"/>
                <a:gd name="connsiteY8" fmla="*/ 3831241 h 4062689"/>
                <a:gd name="connsiteX9" fmla="*/ 4345365 w 7199913"/>
                <a:gd name="connsiteY9" fmla="*/ 3985641 h 4062689"/>
                <a:gd name="connsiteX10" fmla="*/ 4060663 w 7199913"/>
                <a:gd name="connsiteY10" fmla="*/ 4062222 h 4062689"/>
                <a:gd name="connsiteX11" fmla="*/ 3534312 w 7199913"/>
                <a:gd name="connsiteY11" fmla="*/ 3995166 h 4062689"/>
                <a:gd name="connsiteX12" fmla="*/ 2972051 w 7199913"/>
                <a:gd name="connsiteY12" fmla="*/ 3995166 h 4062689"/>
                <a:gd name="connsiteX13" fmla="*/ 2728592 w 7199913"/>
                <a:gd name="connsiteY13" fmla="*/ 3970115 h 4062689"/>
                <a:gd name="connsiteX14" fmla="*/ 2362260 w 7199913"/>
                <a:gd name="connsiteY14" fmla="*/ 3779710 h 4062689"/>
                <a:gd name="connsiteX15" fmla="*/ 2166998 w 7199913"/>
                <a:gd name="connsiteY15" fmla="*/ 3460814 h 4062689"/>
                <a:gd name="connsiteX16" fmla="*/ 2007454 w 7199913"/>
                <a:gd name="connsiteY16" fmla="*/ 3120390 h 4062689"/>
                <a:gd name="connsiteX17" fmla="*/ 1914395 w 7199913"/>
                <a:gd name="connsiteY17" fmla="*/ 2816161 h 4062689"/>
                <a:gd name="connsiteX18" fmla="*/ 1980879 w 7199913"/>
                <a:gd name="connsiteY18" fmla="*/ 2372296 h 4062689"/>
                <a:gd name="connsiteX19" fmla="*/ 2045649 w 7199913"/>
                <a:gd name="connsiteY19" fmla="*/ 1951672 h 4062689"/>
                <a:gd name="connsiteX20" fmla="*/ 1930968 w 7199913"/>
                <a:gd name="connsiteY20" fmla="*/ 1747171 h 4062689"/>
                <a:gd name="connsiteX21" fmla="*/ 1794761 w 7199913"/>
                <a:gd name="connsiteY21" fmla="*/ 1664017 h 4062689"/>
                <a:gd name="connsiteX22" fmla="*/ 1480722 w 7199913"/>
                <a:gd name="connsiteY22" fmla="*/ 1582579 h 4062689"/>
                <a:gd name="connsiteX23" fmla="*/ 1287935 w 7199913"/>
                <a:gd name="connsiteY23" fmla="*/ 1627441 h 4062689"/>
                <a:gd name="connsiteX24" fmla="*/ 915212 w 7199913"/>
                <a:gd name="connsiteY24" fmla="*/ 2016513 h 4062689"/>
                <a:gd name="connsiteX25" fmla="*/ 0 w 7199913"/>
                <a:gd name="connsiteY25" fmla="*/ 1735836 h 4062689"/>
                <a:gd name="connsiteX0" fmla="*/ 7199913 w 7199913"/>
                <a:gd name="connsiteY0" fmla="*/ 0 h 3765890"/>
                <a:gd name="connsiteX1" fmla="*/ 6936737 w 7199913"/>
                <a:gd name="connsiteY1" fmla="*/ 560165 h 3765890"/>
                <a:gd name="connsiteX2" fmla="*/ 6230840 w 7199913"/>
                <a:gd name="connsiteY2" fmla="*/ 969454 h 3765890"/>
                <a:gd name="connsiteX3" fmla="*/ 6022623 w 7199913"/>
                <a:gd name="connsiteY3" fmla="*/ 1455420 h 3765890"/>
                <a:gd name="connsiteX4" fmla="*/ 5958043 w 7199913"/>
                <a:gd name="connsiteY4" fmla="*/ 1678019 h 3765890"/>
                <a:gd name="connsiteX5" fmla="*/ 5189666 w 7199913"/>
                <a:gd name="connsiteY5" fmla="*/ 2983237 h 3765890"/>
                <a:gd name="connsiteX6" fmla="*/ 4871302 w 7199913"/>
                <a:gd name="connsiteY6" fmla="*/ 3260331 h 3765890"/>
                <a:gd name="connsiteX7" fmla="*/ 4528436 w 7199913"/>
                <a:gd name="connsiteY7" fmla="*/ 3534442 h 3765890"/>
                <a:gd name="connsiteX8" fmla="*/ 4345365 w 7199913"/>
                <a:gd name="connsiteY8" fmla="*/ 3688842 h 3765890"/>
                <a:gd name="connsiteX9" fmla="*/ 4060663 w 7199913"/>
                <a:gd name="connsiteY9" fmla="*/ 3765423 h 3765890"/>
                <a:gd name="connsiteX10" fmla="*/ 3534312 w 7199913"/>
                <a:gd name="connsiteY10" fmla="*/ 3698367 h 3765890"/>
                <a:gd name="connsiteX11" fmla="*/ 2972051 w 7199913"/>
                <a:gd name="connsiteY11" fmla="*/ 3698367 h 3765890"/>
                <a:gd name="connsiteX12" fmla="*/ 2728592 w 7199913"/>
                <a:gd name="connsiteY12" fmla="*/ 3673316 h 3765890"/>
                <a:gd name="connsiteX13" fmla="*/ 2362260 w 7199913"/>
                <a:gd name="connsiteY13" fmla="*/ 3482911 h 3765890"/>
                <a:gd name="connsiteX14" fmla="*/ 2166998 w 7199913"/>
                <a:gd name="connsiteY14" fmla="*/ 3164015 h 3765890"/>
                <a:gd name="connsiteX15" fmla="*/ 2007454 w 7199913"/>
                <a:gd name="connsiteY15" fmla="*/ 2823591 h 3765890"/>
                <a:gd name="connsiteX16" fmla="*/ 1914395 w 7199913"/>
                <a:gd name="connsiteY16" fmla="*/ 2519362 h 3765890"/>
                <a:gd name="connsiteX17" fmla="*/ 1980879 w 7199913"/>
                <a:gd name="connsiteY17" fmla="*/ 2075497 h 3765890"/>
                <a:gd name="connsiteX18" fmla="*/ 2045649 w 7199913"/>
                <a:gd name="connsiteY18" fmla="*/ 1654873 h 3765890"/>
                <a:gd name="connsiteX19" fmla="*/ 1930968 w 7199913"/>
                <a:gd name="connsiteY19" fmla="*/ 1450372 h 3765890"/>
                <a:gd name="connsiteX20" fmla="*/ 1794761 w 7199913"/>
                <a:gd name="connsiteY20" fmla="*/ 1367218 h 3765890"/>
                <a:gd name="connsiteX21" fmla="*/ 1480722 w 7199913"/>
                <a:gd name="connsiteY21" fmla="*/ 1285780 h 3765890"/>
                <a:gd name="connsiteX22" fmla="*/ 1287935 w 7199913"/>
                <a:gd name="connsiteY22" fmla="*/ 1330642 h 3765890"/>
                <a:gd name="connsiteX23" fmla="*/ 915212 w 7199913"/>
                <a:gd name="connsiteY23" fmla="*/ 1719714 h 3765890"/>
                <a:gd name="connsiteX24" fmla="*/ 0 w 7199913"/>
                <a:gd name="connsiteY24" fmla="*/ 1439037 h 3765890"/>
                <a:gd name="connsiteX0" fmla="*/ 7199913 w 7199913"/>
                <a:gd name="connsiteY0" fmla="*/ 0 h 3765890"/>
                <a:gd name="connsiteX1" fmla="*/ 6936737 w 7199913"/>
                <a:gd name="connsiteY1" fmla="*/ 560165 h 3765890"/>
                <a:gd name="connsiteX2" fmla="*/ 6230840 w 7199913"/>
                <a:gd name="connsiteY2" fmla="*/ 969454 h 3765890"/>
                <a:gd name="connsiteX3" fmla="*/ 6022623 w 7199913"/>
                <a:gd name="connsiteY3" fmla="*/ 1455420 h 3765890"/>
                <a:gd name="connsiteX4" fmla="*/ 5189666 w 7199913"/>
                <a:gd name="connsiteY4" fmla="*/ 2983237 h 3765890"/>
                <a:gd name="connsiteX5" fmla="*/ 4871302 w 7199913"/>
                <a:gd name="connsiteY5" fmla="*/ 3260331 h 3765890"/>
                <a:gd name="connsiteX6" fmla="*/ 4528436 w 7199913"/>
                <a:gd name="connsiteY6" fmla="*/ 3534442 h 3765890"/>
                <a:gd name="connsiteX7" fmla="*/ 4345365 w 7199913"/>
                <a:gd name="connsiteY7" fmla="*/ 3688842 h 3765890"/>
                <a:gd name="connsiteX8" fmla="*/ 4060663 w 7199913"/>
                <a:gd name="connsiteY8" fmla="*/ 3765423 h 3765890"/>
                <a:gd name="connsiteX9" fmla="*/ 3534312 w 7199913"/>
                <a:gd name="connsiteY9" fmla="*/ 3698367 h 3765890"/>
                <a:gd name="connsiteX10" fmla="*/ 2972051 w 7199913"/>
                <a:gd name="connsiteY10" fmla="*/ 3698367 h 3765890"/>
                <a:gd name="connsiteX11" fmla="*/ 2728592 w 7199913"/>
                <a:gd name="connsiteY11" fmla="*/ 3673316 h 3765890"/>
                <a:gd name="connsiteX12" fmla="*/ 2362260 w 7199913"/>
                <a:gd name="connsiteY12" fmla="*/ 3482911 h 3765890"/>
                <a:gd name="connsiteX13" fmla="*/ 2166998 w 7199913"/>
                <a:gd name="connsiteY13" fmla="*/ 3164015 h 3765890"/>
                <a:gd name="connsiteX14" fmla="*/ 2007454 w 7199913"/>
                <a:gd name="connsiteY14" fmla="*/ 2823591 h 3765890"/>
                <a:gd name="connsiteX15" fmla="*/ 1914395 w 7199913"/>
                <a:gd name="connsiteY15" fmla="*/ 2519362 h 3765890"/>
                <a:gd name="connsiteX16" fmla="*/ 1980879 w 7199913"/>
                <a:gd name="connsiteY16" fmla="*/ 2075497 h 3765890"/>
                <a:gd name="connsiteX17" fmla="*/ 2045649 w 7199913"/>
                <a:gd name="connsiteY17" fmla="*/ 1654873 h 3765890"/>
                <a:gd name="connsiteX18" fmla="*/ 1930968 w 7199913"/>
                <a:gd name="connsiteY18" fmla="*/ 1450372 h 3765890"/>
                <a:gd name="connsiteX19" fmla="*/ 1794761 w 7199913"/>
                <a:gd name="connsiteY19" fmla="*/ 1367218 h 3765890"/>
                <a:gd name="connsiteX20" fmla="*/ 1480722 w 7199913"/>
                <a:gd name="connsiteY20" fmla="*/ 1285780 h 3765890"/>
                <a:gd name="connsiteX21" fmla="*/ 1287935 w 7199913"/>
                <a:gd name="connsiteY21" fmla="*/ 1330642 h 3765890"/>
                <a:gd name="connsiteX22" fmla="*/ 915212 w 7199913"/>
                <a:gd name="connsiteY22" fmla="*/ 1719714 h 3765890"/>
                <a:gd name="connsiteX23" fmla="*/ 0 w 7199913"/>
                <a:gd name="connsiteY23" fmla="*/ 1439037 h 3765890"/>
                <a:gd name="connsiteX0" fmla="*/ 7199913 w 7199913"/>
                <a:gd name="connsiteY0" fmla="*/ 0 h 3765890"/>
                <a:gd name="connsiteX1" fmla="*/ 6936737 w 7199913"/>
                <a:gd name="connsiteY1" fmla="*/ 560165 h 3765890"/>
                <a:gd name="connsiteX2" fmla="*/ 6022623 w 7199913"/>
                <a:gd name="connsiteY2" fmla="*/ 1455420 h 3765890"/>
                <a:gd name="connsiteX3" fmla="*/ 5189666 w 7199913"/>
                <a:gd name="connsiteY3" fmla="*/ 2983237 h 3765890"/>
                <a:gd name="connsiteX4" fmla="*/ 4871302 w 7199913"/>
                <a:gd name="connsiteY4" fmla="*/ 3260331 h 3765890"/>
                <a:gd name="connsiteX5" fmla="*/ 4528436 w 7199913"/>
                <a:gd name="connsiteY5" fmla="*/ 3534442 h 3765890"/>
                <a:gd name="connsiteX6" fmla="*/ 4345365 w 7199913"/>
                <a:gd name="connsiteY6" fmla="*/ 3688842 h 3765890"/>
                <a:gd name="connsiteX7" fmla="*/ 4060663 w 7199913"/>
                <a:gd name="connsiteY7" fmla="*/ 3765423 h 3765890"/>
                <a:gd name="connsiteX8" fmla="*/ 3534312 w 7199913"/>
                <a:gd name="connsiteY8" fmla="*/ 3698367 h 3765890"/>
                <a:gd name="connsiteX9" fmla="*/ 2972051 w 7199913"/>
                <a:gd name="connsiteY9" fmla="*/ 3698367 h 3765890"/>
                <a:gd name="connsiteX10" fmla="*/ 2728592 w 7199913"/>
                <a:gd name="connsiteY10" fmla="*/ 3673316 h 3765890"/>
                <a:gd name="connsiteX11" fmla="*/ 2362260 w 7199913"/>
                <a:gd name="connsiteY11" fmla="*/ 3482911 h 3765890"/>
                <a:gd name="connsiteX12" fmla="*/ 2166998 w 7199913"/>
                <a:gd name="connsiteY12" fmla="*/ 3164015 h 3765890"/>
                <a:gd name="connsiteX13" fmla="*/ 2007454 w 7199913"/>
                <a:gd name="connsiteY13" fmla="*/ 2823591 h 3765890"/>
                <a:gd name="connsiteX14" fmla="*/ 1914395 w 7199913"/>
                <a:gd name="connsiteY14" fmla="*/ 2519362 h 3765890"/>
                <a:gd name="connsiteX15" fmla="*/ 1980879 w 7199913"/>
                <a:gd name="connsiteY15" fmla="*/ 2075497 h 3765890"/>
                <a:gd name="connsiteX16" fmla="*/ 2045649 w 7199913"/>
                <a:gd name="connsiteY16" fmla="*/ 1654873 h 3765890"/>
                <a:gd name="connsiteX17" fmla="*/ 1930968 w 7199913"/>
                <a:gd name="connsiteY17" fmla="*/ 1450372 h 3765890"/>
                <a:gd name="connsiteX18" fmla="*/ 1794761 w 7199913"/>
                <a:gd name="connsiteY18" fmla="*/ 1367218 h 3765890"/>
                <a:gd name="connsiteX19" fmla="*/ 1480722 w 7199913"/>
                <a:gd name="connsiteY19" fmla="*/ 1285780 h 3765890"/>
                <a:gd name="connsiteX20" fmla="*/ 1287935 w 7199913"/>
                <a:gd name="connsiteY20" fmla="*/ 1330642 h 3765890"/>
                <a:gd name="connsiteX21" fmla="*/ 915212 w 7199913"/>
                <a:gd name="connsiteY21" fmla="*/ 1719714 h 3765890"/>
                <a:gd name="connsiteX22" fmla="*/ 0 w 7199913"/>
                <a:gd name="connsiteY22" fmla="*/ 1439037 h 3765890"/>
                <a:gd name="connsiteX0" fmla="*/ 6936737 w 6936737"/>
                <a:gd name="connsiteY0" fmla="*/ 0 h 3205725"/>
                <a:gd name="connsiteX1" fmla="*/ 6022623 w 6936737"/>
                <a:gd name="connsiteY1" fmla="*/ 895255 h 3205725"/>
                <a:gd name="connsiteX2" fmla="*/ 5189666 w 6936737"/>
                <a:gd name="connsiteY2" fmla="*/ 2423072 h 3205725"/>
                <a:gd name="connsiteX3" fmla="*/ 4871302 w 6936737"/>
                <a:gd name="connsiteY3" fmla="*/ 2700166 h 3205725"/>
                <a:gd name="connsiteX4" fmla="*/ 4528436 w 6936737"/>
                <a:gd name="connsiteY4" fmla="*/ 2974277 h 3205725"/>
                <a:gd name="connsiteX5" fmla="*/ 4345365 w 6936737"/>
                <a:gd name="connsiteY5" fmla="*/ 3128677 h 3205725"/>
                <a:gd name="connsiteX6" fmla="*/ 4060663 w 6936737"/>
                <a:gd name="connsiteY6" fmla="*/ 3205258 h 3205725"/>
                <a:gd name="connsiteX7" fmla="*/ 3534312 w 6936737"/>
                <a:gd name="connsiteY7" fmla="*/ 3138202 h 3205725"/>
                <a:gd name="connsiteX8" fmla="*/ 2972051 w 6936737"/>
                <a:gd name="connsiteY8" fmla="*/ 3138202 h 3205725"/>
                <a:gd name="connsiteX9" fmla="*/ 2728592 w 6936737"/>
                <a:gd name="connsiteY9" fmla="*/ 3113151 h 3205725"/>
                <a:gd name="connsiteX10" fmla="*/ 2362260 w 6936737"/>
                <a:gd name="connsiteY10" fmla="*/ 2922746 h 3205725"/>
                <a:gd name="connsiteX11" fmla="*/ 2166998 w 6936737"/>
                <a:gd name="connsiteY11" fmla="*/ 2603850 h 3205725"/>
                <a:gd name="connsiteX12" fmla="*/ 2007454 w 6936737"/>
                <a:gd name="connsiteY12" fmla="*/ 2263426 h 3205725"/>
                <a:gd name="connsiteX13" fmla="*/ 1914395 w 6936737"/>
                <a:gd name="connsiteY13" fmla="*/ 1959197 h 3205725"/>
                <a:gd name="connsiteX14" fmla="*/ 1980879 w 6936737"/>
                <a:gd name="connsiteY14" fmla="*/ 1515332 h 3205725"/>
                <a:gd name="connsiteX15" fmla="*/ 2045649 w 6936737"/>
                <a:gd name="connsiteY15" fmla="*/ 1094708 h 3205725"/>
                <a:gd name="connsiteX16" fmla="*/ 1930968 w 6936737"/>
                <a:gd name="connsiteY16" fmla="*/ 890207 h 3205725"/>
                <a:gd name="connsiteX17" fmla="*/ 1794761 w 6936737"/>
                <a:gd name="connsiteY17" fmla="*/ 807053 h 3205725"/>
                <a:gd name="connsiteX18" fmla="*/ 1480722 w 6936737"/>
                <a:gd name="connsiteY18" fmla="*/ 725615 h 3205725"/>
                <a:gd name="connsiteX19" fmla="*/ 1287935 w 6936737"/>
                <a:gd name="connsiteY19" fmla="*/ 770477 h 3205725"/>
                <a:gd name="connsiteX20" fmla="*/ 915212 w 6936737"/>
                <a:gd name="connsiteY20" fmla="*/ 1159549 h 3205725"/>
                <a:gd name="connsiteX21" fmla="*/ 0 w 6936737"/>
                <a:gd name="connsiteY21" fmla="*/ 878872 h 3205725"/>
                <a:gd name="connsiteX0" fmla="*/ 6022623 w 6022623"/>
                <a:gd name="connsiteY0" fmla="*/ 173371 h 2483841"/>
                <a:gd name="connsiteX1" fmla="*/ 5189666 w 6022623"/>
                <a:gd name="connsiteY1" fmla="*/ 1701188 h 2483841"/>
                <a:gd name="connsiteX2" fmla="*/ 4871302 w 6022623"/>
                <a:gd name="connsiteY2" fmla="*/ 1978282 h 2483841"/>
                <a:gd name="connsiteX3" fmla="*/ 4528436 w 6022623"/>
                <a:gd name="connsiteY3" fmla="*/ 2252393 h 2483841"/>
                <a:gd name="connsiteX4" fmla="*/ 4345365 w 6022623"/>
                <a:gd name="connsiteY4" fmla="*/ 2406793 h 2483841"/>
                <a:gd name="connsiteX5" fmla="*/ 4060663 w 6022623"/>
                <a:gd name="connsiteY5" fmla="*/ 2483374 h 2483841"/>
                <a:gd name="connsiteX6" fmla="*/ 3534312 w 6022623"/>
                <a:gd name="connsiteY6" fmla="*/ 2416318 h 2483841"/>
                <a:gd name="connsiteX7" fmla="*/ 2972051 w 6022623"/>
                <a:gd name="connsiteY7" fmla="*/ 2416318 h 2483841"/>
                <a:gd name="connsiteX8" fmla="*/ 2728592 w 6022623"/>
                <a:gd name="connsiteY8" fmla="*/ 2391267 h 2483841"/>
                <a:gd name="connsiteX9" fmla="*/ 2362260 w 6022623"/>
                <a:gd name="connsiteY9" fmla="*/ 2200862 h 2483841"/>
                <a:gd name="connsiteX10" fmla="*/ 2166998 w 6022623"/>
                <a:gd name="connsiteY10" fmla="*/ 1881966 h 2483841"/>
                <a:gd name="connsiteX11" fmla="*/ 2007454 w 6022623"/>
                <a:gd name="connsiteY11" fmla="*/ 1541542 h 2483841"/>
                <a:gd name="connsiteX12" fmla="*/ 1914395 w 6022623"/>
                <a:gd name="connsiteY12" fmla="*/ 1237313 h 2483841"/>
                <a:gd name="connsiteX13" fmla="*/ 1980879 w 6022623"/>
                <a:gd name="connsiteY13" fmla="*/ 793448 h 2483841"/>
                <a:gd name="connsiteX14" fmla="*/ 2045649 w 6022623"/>
                <a:gd name="connsiteY14" fmla="*/ 372824 h 2483841"/>
                <a:gd name="connsiteX15" fmla="*/ 1930968 w 6022623"/>
                <a:gd name="connsiteY15" fmla="*/ 168323 h 2483841"/>
                <a:gd name="connsiteX16" fmla="*/ 1794761 w 6022623"/>
                <a:gd name="connsiteY16" fmla="*/ 85169 h 2483841"/>
                <a:gd name="connsiteX17" fmla="*/ 1480722 w 6022623"/>
                <a:gd name="connsiteY17" fmla="*/ 3731 h 2483841"/>
                <a:gd name="connsiteX18" fmla="*/ 1287935 w 6022623"/>
                <a:gd name="connsiteY18" fmla="*/ 48593 h 2483841"/>
                <a:gd name="connsiteX19" fmla="*/ 915212 w 6022623"/>
                <a:gd name="connsiteY19" fmla="*/ 437665 h 2483841"/>
                <a:gd name="connsiteX20" fmla="*/ 0 w 6022623"/>
                <a:gd name="connsiteY20" fmla="*/ 156988 h 2483841"/>
                <a:gd name="connsiteX0" fmla="*/ 5189666 w 5189666"/>
                <a:gd name="connsiteY0" fmla="*/ 1701188 h 2483841"/>
                <a:gd name="connsiteX1" fmla="*/ 4871302 w 5189666"/>
                <a:gd name="connsiteY1" fmla="*/ 1978282 h 2483841"/>
                <a:gd name="connsiteX2" fmla="*/ 4528436 w 5189666"/>
                <a:gd name="connsiteY2" fmla="*/ 2252393 h 2483841"/>
                <a:gd name="connsiteX3" fmla="*/ 4345365 w 5189666"/>
                <a:gd name="connsiteY3" fmla="*/ 2406793 h 2483841"/>
                <a:gd name="connsiteX4" fmla="*/ 4060663 w 5189666"/>
                <a:gd name="connsiteY4" fmla="*/ 2483374 h 2483841"/>
                <a:gd name="connsiteX5" fmla="*/ 3534312 w 5189666"/>
                <a:gd name="connsiteY5" fmla="*/ 2416318 h 2483841"/>
                <a:gd name="connsiteX6" fmla="*/ 2972051 w 5189666"/>
                <a:gd name="connsiteY6" fmla="*/ 2416318 h 2483841"/>
                <a:gd name="connsiteX7" fmla="*/ 2728592 w 5189666"/>
                <a:gd name="connsiteY7" fmla="*/ 2391267 h 2483841"/>
                <a:gd name="connsiteX8" fmla="*/ 2362260 w 5189666"/>
                <a:gd name="connsiteY8" fmla="*/ 2200862 h 2483841"/>
                <a:gd name="connsiteX9" fmla="*/ 2166998 w 5189666"/>
                <a:gd name="connsiteY9" fmla="*/ 1881966 h 2483841"/>
                <a:gd name="connsiteX10" fmla="*/ 2007454 w 5189666"/>
                <a:gd name="connsiteY10" fmla="*/ 1541542 h 2483841"/>
                <a:gd name="connsiteX11" fmla="*/ 1914395 w 5189666"/>
                <a:gd name="connsiteY11" fmla="*/ 1237313 h 2483841"/>
                <a:gd name="connsiteX12" fmla="*/ 1980879 w 5189666"/>
                <a:gd name="connsiteY12" fmla="*/ 793448 h 2483841"/>
                <a:gd name="connsiteX13" fmla="*/ 2045649 w 5189666"/>
                <a:gd name="connsiteY13" fmla="*/ 372824 h 2483841"/>
                <a:gd name="connsiteX14" fmla="*/ 1930968 w 5189666"/>
                <a:gd name="connsiteY14" fmla="*/ 168323 h 2483841"/>
                <a:gd name="connsiteX15" fmla="*/ 1794761 w 5189666"/>
                <a:gd name="connsiteY15" fmla="*/ 85169 h 2483841"/>
                <a:gd name="connsiteX16" fmla="*/ 1480722 w 5189666"/>
                <a:gd name="connsiteY16" fmla="*/ 3731 h 2483841"/>
                <a:gd name="connsiteX17" fmla="*/ 1287935 w 5189666"/>
                <a:gd name="connsiteY17" fmla="*/ 48593 h 2483841"/>
                <a:gd name="connsiteX18" fmla="*/ 915212 w 5189666"/>
                <a:gd name="connsiteY18" fmla="*/ 437665 h 2483841"/>
                <a:gd name="connsiteX19" fmla="*/ 0 w 5189666"/>
                <a:gd name="connsiteY19" fmla="*/ 156988 h 2483841"/>
                <a:gd name="connsiteX0" fmla="*/ 4871302 w 4871302"/>
                <a:gd name="connsiteY0" fmla="*/ 1978282 h 2483841"/>
                <a:gd name="connsiteX1" fmla="*/ 4528436 w 4871302"/>
                <a:gd name="connsiteY1" fmla="*/ 2252393 h 2483841"/>
                <a:gd name="connsiteX2" fmla="*/ 4345365 w 4871302"/>
                <a:gd name="connsiteY2" fmla="*/ 2406793 h 2483841"/>
                <a:gd name="connsiteX3" fmla="*/ 4060663 w 4871302"/>
                <a:gd name="connsiteY3" fmla="*/ 2483374 h 2483841"/>
                <a:gd name="connsiteX4" fmla="*/ 3534312 w 4871302"/>
                <a:gd name="connsiteY4" fmla="*/ 2416318 h 2483841"/>
                <a:gd name="connsiteX5" fmla="*/ 2972051 w 4871302"/>
                <a:gd name="connsiteY5" fmla="*/ 2416318 h 2483841"/>
                <a:gd name="connsiteX6" fmla="*/ 2728592 w 4871302"/>
                <a:gd name="connsiteY6" fmla="*/ 2391267 h 2483841"/>
                <a:gd name="connsiteX7" fmla="*/ 2362260 w 4871302"/>
                <a:gd name="connsiteY7" fmla="*/ 2200862 h 2483841"/>
                <a:gd name="connsiteX8" fmla="*/ 2166998 w 4871302"/>
                <a:gd name="connsiteY8" fmla="*/ 1881966 h 2483841"/>
                <a:gd name="connsiteX9" fmla="*/ 2007454 w 4871302"/>
                <a:gd name="connsiteY9" fmla="*/ 1541542 h 2483841"/>
                <a:gd name="connsiteX10" fmla="*/ 1914395 w 4871302"/>
                <a:gd name="connsiteY10" fmla="*/ 1237313 h 2483841"/>
                <a:gd name="connsiteX11" fmla="*/ 1980879 w 4871302"/>
                <a:gd name="connsiteY11" fmla="*/ 793448 h 2483841"/>
                <a:gd name="connsiteX12" fmla="*/ 2045649 w 4871302"/>
                <a:gd name="connsiteY12" fmla="*/ 372824 h 2483841"/>
                <a:gd name="connsiteX13" fmla="*/ 1930968 w 4871302"/>
                <a:gd name="connsiteY13" fmla="*/ 168323 h 2483841"/>
                <a:gd name="connsiteX14" fmla="*/ 1794761 w 4871302"/>
                <a:gd name="connsiteY14" fmla="*/ 85169 h 2483841"/>
                <a:gd name="connsiteX15" fmla="*/ 1480722 w 4871302"/>
                <a:gd name="connsiteY15" fmla="*/ 3731 h 2483841"/>
                <a:gd name="connsiteX16" fmla="*/ 1287935 w 4871302"/>
                <a:gd name="connsiteY16" fmla="*/ 48593 h 2483841"/>
                <a:gd name="connsiteX17" fmla="*/ 915212 w 4871302"/>
                <a:gd name="connsiteY17" fmla="*/ 437665 h 2483841"/>
                <a:gd name="connsiteX18" fmla="*/ 0 w 4871302"/>
                <a:gd name="connsiteY18" fmla="*/ 156988 h 2483841"/>
                <a:gd name="connsiteX0" fmla="*/ 4528436 w 4528436"/>
                <a:gd name="connsiteY0" fmla="*/ 2252393 h 2483841"/>
                <a:gd name="connsiteX1" fmla="*/ 4345365 w 4528436"/>
                <a:gd name="connsiteY1" fmla="*/ 2406793 h 2483841"/>
                <a:gd name="connsiteX2" fmla="*/ 4060663 w 4528436"/>
                <a:gd name="connsiteY2" fmla="*/ 2483374 h 2483841"/>
                <a:gd name="connsiteX3" fmla="*/ 3534312 w 4528436"/>
                <a:gd name="connsiteY3" fmla="*/ 2416318 h 2483841"/>
                <a:gd name="connsiteX4" fmla="*/ 2972051 w 4528436"/>
                <a:gd name="connsiteY4" fmla="*/ 2416318 h 2483841"/>
                <a:gd name="connsiteX5" fmla="*/ 2728592 w 4528436"/>
                <a:gd name="connsiteY5" fmla="*/ 2391267 h 2483841"/>
                <a:gd name="connsiteX6" fmla="*/ 2362260 w 4528436"/>
                <a:gd name="connsiteY6" fmla="*/ 2200862 h 2483841"/>
                <a:gd name="connsiteX7" fmla="*/ 2166998 w 4528436"/>
                <a:gd name="connsiteY7" fmla="*/ 1881966 h 2483841"/>
                <a:gd name="connsiteX8" fmla="*/ 2007454 w 4528436"/>
                <a:gd name="connsiteY8" fmla="*/ 1541542 h 2483841"/>
                <a:gd name="connsiteX9" fmla="*/ 1914395 w 4528436"/>
                <a:gd name="connsiteY9" fmla="*/ 1237313 h 2483841"/>
                <a:gd name="connsiteX10" fmla="*/ 1980879 w 4528436"/>
                <a:gd name="connsiteY10" fmla="*/ 793448 h 2483841"/>
                <a:gd name="connsiteX11" fmla="*/ 2045649 w 4528436"/>
                <a:gd name="connsiteY11" fmla="*/ 372824 h 2483841"/>
                <a:gd name="connsiteX12" fmla="*/ 1930968 w 4528436"/>
                <a:gd name="connsiteY12" fmla="*/ 168323 h 2483841"/>
                <a:gd name="connsiteX13" fmla="*/ 1794761 w 4528436"/>
                <a:gd name="connsiteY13" fmla="*/ 85169 h 2483841"/>
                <a:gd name="connsiteX14" fmla="*/ 1480722 w 4528436"/>
                <a:gd name="connsiteY14" fmla="*/ 3731 h 2483841"/>
                <a:gd name="connsiteX15" fmla="*/ 1287935 w 4528436"/>
                <a:gd name="connsiteY15" fmla="*/ 48593 h 2483841"/>
                <a:gd name="connsiteX16" fmla="*/ 915212 w 4528436"/>
                <a:gd name="connsiteY16" fmla="*/ 437665 h 2483841"/>
                <a:gd name="connsiteX17" fmla="*/ 0 w 4528436"/>
                <a:gd name="connsiteY17" fmla="*/ 156988 h 2483841"/>
                <a:gd name="connsiteX0" fmla="*/ 4345365 w 4345365"/>
                <a:gd name="connsiteY0" fmla="*/ 2406793 h 2483841"/>
                <a:gd name="connsiteX1" fmla="*/ 4060663 w 4345365"/>
                <a:gd name="connsiteY1" fmla="*/ 2483374 h 2483841"/>
                <a:gd name="connsiteX2" fmla="*/ 3534312 w 4345365"/>
                <a:gd name="connsiteY2" fmla="*/ 2416318 h 2483841"/>
                <a:gd name="connsiteX3" fmla="*/ 2972051 w 4345365"/>
                <a:gd name="connsiteY3" fmla="*/ 2416318 h 2483841"/>
                <a:gd name="connsiteX4" fmla="*/ 2728592 w 4345365"/>
                <a:gd name="connsiteY4" fmla="*/ 2391267 h 2483841"/>
                <a:gd name="connsiteX5" fmla="*/ 2362260 w 4345365"/>
                <a:gd name="connsiteY5" fmla="*/ 2200862 h 2483841"/>
                <a:gd name="connsiteX6" fmla="*/ 2166998 w 4345365"/>
                <a:gd name="connsiteY6" fmla="*/ 1881966 h 2483841"/>
                <a:gd name="connsiteX7" fmla="*/ 2007454 w 4345365"/>
                <a:gd name="connsiteY7" fmla="*/ 1541542 h 2483841"/>
                <a:gd name="connsiteX8" fmla="*/ 1914395 w 4345365"/>
                <a:gd name="connsiteY8" fmla="*/ 1237313 h 2483841"/>
                <a:gd name="connsiteX9" fmla="*/ 1980879 w 4345365"/>
                <a:gd name="connsiteY9" fmla="*/ 793448 h 2483841"/>
                <a:gd name="connsiteX10" fmla="*/ 2045649 w 4345365"/>
                <a:gd name="connsiteY10" fmla="*/ 372824 h 2483841"/>
                <a:gd name="connsiteX11" fmla="*/ 1930968 w 4345365"/>
                <a:gd name="connsiteY11" fmla="*/ 168323 h 2483841"/>
                <a:gd name="connsiteX12" fmla="*/ 1794761 w 4345365"/>
                <a:gd name="connsiteY12" fmla="*/ 85169 h 2483841"/>
                <a:gd name="connsiteX13" fmla="*/ 1480722 w 4345365"/>
                <a:gd name="connsiteY13" fmla="*/ 3731 h 2483841"/>
                <a:gd name="connsiteX14" fmla="*/ 1287935 w 4345365"/>
                <a:gd name="connsiteY14" fmla="*/ 48593 h 2483841"/>
                <a:gd name="connsiteX15" fmla="*/ 915212 w 4345365"/>
                <a:gd name="connsiteY15" fmla="*/ 437665 h 2483841"/>
                <a:gd name="connsiteX16" fmla="*/ 0 w 4345365"/>
                <a:gd name="connsiteY16" fmla="*/ 156988 h 2483841"/>
                <a:gd name="connsiteX0" fmla="*/ 4347498 w 4347498"/>
                <a:gd name="connsiteY0" fmla="*/ 2442208 h 2485982"/>
                <a:gd name="connsiteX1" fmla="*/ 4060663 w 4347498"/>
                <a:gd name="connsiteY1" fmla="*/ 2483374 h 2485982"/>
                <a:gd name="connsiteX2" fmla="*/ 3534312 w 4347498"/>
                <a:gd name="connsiteY2" fmla="*/ 2416318 h 2485982"/>
                <a:gd name="connsiteX3" fmla="*/ 2972051 w 4347498"/>
                <a:gd name="connsiteY3" fmla="*/ 2416318 h 2485982"/>
                <a:gd name="connsiteX4" fmla="*/ 2728592 w 4347498"/>
                <a:gd name="connsiteY4" fmla="*/ 2391267 h 2485982"/>
                <a:gd name="connsiteX5" fmla="*/ 2362260 w 4347498"/>
                <a:gd name="connsiteY5" fmla="*/ 2200862 h 2485982"/>
                <a:gd name="connsiteX6" fmla="*/ 2166998 w 4347498"/>
                <a:gd name="connsiteY6" fmla="*/ 1881966 h 2485982"/>
                <a:gd name="connsiteX7" fmla="*/ 2007454 w 4347498"/>
                <a:gd name="connsiteY7" fmla="*/ 1541542 h 2485982"/>
                <a:gd name="connsiteX8" fmla="*/ 1914395 w 4347498"/>
                <a:gd name="connsiteY8" fmla="*/ 1237313 h 2485982"/>
                <a:gd name="connsiteX9" fmla="*/ 1980879 w 4347498"/>
                <a:gd name="connsiteY9" fmla="*/ 793448 h 2485982"/>
                <a:gd name="connsiteX10" fmla="*/ 2045649 w 4347498"/>
                <a:gd name="connsiteY10" fmla="*/ 372824 h 2485982"/>
                <a:gd name="connsiteX11" fmla="*/ 1930968 w 4347498"/>
                <a:gd name="connsiteY11" fmla="*/ 168323 h 2485982"/>
                <a:gd name="connsiteX12" fmla="*/ 1794761 w 4347498"/>
                <a:gd name="connsiteY12" fmla="*/ 85169 h 2485982"/>
                <a:gd name="connsiteX13" fmla="*/ 1480722 w 4347498"/>
                <a:gd name="connsiteY13" fmla="*/ 3731 h 2485982"/>
                <a:gd name="connsiteX14" fmla="*/ 1287935 w 4347498"/>
                <a:gd name="connsiteY14" fmla="*/ 48593 h 2485982"/>
                <a:gd name="connsiteX15" fmla="*/ 915212 w 4347498"/>
                <a:gd name="connsiteY15" fmla="*/ 437665 h 2485982"/>
                <a:gd name="connsiteX16" fmla="*/ 0 w 4347498"/>
                <a:gd name="connsiteY16" fmla="*/ 156988 h 2485982"/>
                <a:gd name="connsiteX0" fmla="*/ 4347498 w 4347498"/>
                <a:gd name="connsiteY0" fmla="*/ 2468971 h 2512745"/>
                <a:gd name="connsiteX1" fmla="*/ 4060663 w 4347498"/>
                <a:gd name="connsiteY1" fmla="*/ 2510137 h 2512745"/>
                <a:gd name="connsiteX2" fmla="*/ 3534312 w 4347498"/>
                <a:gd name="connsiteY2" fmla="*/ 2443081 h 2512745"/>
                <a:gd name="connsiteX3" fmla="*/ 2972051 w 4347498"/>
                <a:gd name="connsiteY3" fmla="*/ 2443081 h 2512745"/>
                <a:gd name="connsiteX4" fmla="*/ 2728592 w 4347498"/>
                <a:gd name="connsiteY4" fmla="*/ 2418030 h 2512745"/>
                <a:gd name="connsiteX5" fmla="*/ 2362260 w 4347498"/>
                <a:gd name="connsiteY5" fmla="*/ 2227625 h 2512745"/>
                <a:gd name="connsiteX6" fmla="*/ 2166998 w 4347498"/>
                <a:gd name="connsiteY6" fmla="*/ 1908729 h 2512745"/>
                <a:gd name="connsiteX7" fmla="*/ 2007454 w 4347498"/>
                <a:gd name="connsiteY7" fmla="*/ 1568305 h 2512745"/>
                <a:gd name="connsiteX8" fmla="*/ 1914395 w 4347498"/>
                <a:gd name="connsiteY8" fmla="*/ 1264076 h 2512745"/>
                <a:gd name="connsiteX9" fmla="*/ 1980879 w 4347498"/>
                <a:gd name="connsiteY9" fmla="*/ 820211 h 2512745"/>
                <a:gd name="connsiteX10" fmla="*/ 2045649 w 4347498"/>
                <a:gd name="connsiteY10" fmla="*/ 399587 h 2512745"/>
                <a:gd name="connsiteX11" fmla="*/ 1930968 w 4347498"/>
                <a:gd name="connsiteY11" fmla="*/ 195086 h 2512745"/>
                <a:gd name="connsiteX12" fmla="*/ 1794761 w 4347498"/>
                <a:gd name="connsiteY12" fmla="*/ 111932 h 2512745"/>
                <a:gd name="connsiteX13" fmla="*/ 1480722 w 4347498"/>
                <a:gd name="connsiteY13" fmla="*/ 30494 h 2512745"/>
                <a:gd name="connsiteX14" fmla="*/ 1287935 w 4347498"/>
                <a:gd name="connsiteY14" fmla="*/ 75356 h 2512745"/>
                <a:gd name="connsiteX15" fmla="*/ 839710 w 4347498"/>
                <a:gd name="connsiteY15" fmla="*/ 869700 h 2512745"/>
                <a:gd name="connsiteX16" fmla="*/ 0 w 4347498"/>
                <a:gd name="connsiteY16" fmla="*/ 183751 h 2512745"/>
                <a:gd name="connsiteX0" fmla="*/ 4156449 w 4156449"/>
                <a:gd name="connsiteY0" fmla="*/ 2468971 h 2512745"/>
                <a:gd name="connsiteX1" fmla="*/ 3869614 w 4156449"/>
                <a:gd name="connsiteY1" fmla="*/ 2510137 h 2512745"/>
                <a:gd name="connsiteX2" fmla="*/ 3343263 w 4156449"/>
                <a:gd name="connsiteY2" fmla="*/ 2443081 h 2512745"/>
                <a:gd name="connsiteX3" fmla="*/ 2781002 w 4156449"/>
                <a:gd name="connsiteY3" fmla="*/ 2443081 h 2512745"/>
                <a:gd name="connsiteX4" fmla="*/ 2537543 w 4156449"/>
                <a:gd name="connsiteY4" fmla="*/ 2418030 h 2512745"/>
                <a:gd name="connsiteX5" fmla="*/ 2171211 w 4156449"/>
                <a:gd name="connsiteY5" fmla="*/ 2227625 h 2512745"/>
                <a:gd name="connsiteX6" fmla="*/ 1975949 w 4156449"/>
                <a:gd name="connsiteY6" fmla="*/ 1908729 h 2512745"/>
                <a:gd name="connsiteX7" fmla="*/ 1816405 w 4156449"/>
                <a:gd name="connsiteY7" fmla="*/ 1568305 h 2512745"/>
                <a:gd name="connsiteX8" fmla="*/ 1723346 w 4156449"/>
                <a:gd name="connsiteY8" fmla="*/ 1264076 h 2512745"/>
                <a:gd name="connsiteX9" fmla="*/ 1789830 w 4156449"/>
                <a:gd name="connsiteY9" fmla="*/ 820211 h 2512745"/>
                <a:gd name="connsiteX10" fmla="*/ 1854600 w 4156449"/>
                <a:gd name="connsiteY10" fmla="*/ 399587 h 2512745"/>
                <a:gd name="connsiteX11" fmla="*/ 1739919 w 4156449"/>
                <a:gd name="connsiteY11" fmla="*/ 195086 h 2512745"/>
                <a:gd name="connsiteX12" fmla="*/ 1603712 w 4156449"/>
                <a:gd name="connsiteY12" fmla="*/ 111932 h 2512745"/>
                <a:gd name="connsiteX13" fmla="*/ 1289673 w 4156449"/>
                <a:gd name="connsiteY13" fmla="*/ 30494 h 2512745"/>
                <a:gd name="connsiteX14" fmla="*/ 1096886 w 4156449"/>
                <a:gd name="connsiteY14" fmla="*/ 75356 h 2512745"/>
                <a:gd name="connsiteX15" fmla="*/ 648661 w 4156449"/>
                <a:gd name="connsiteY15" fmla="*/ 869700 h 2512745"/>
                <a:gd name="connsiteX16" fmla="*/ 0 w 4156449"/>
                <a:gd name="connsiteY16" fmla="*/ 482124 h 2512745"/>
                <a:gd name="connsiteX0" fmla="*/ 4156449 w 4156449"/>
                <a:gd name="connsiteY0" fmla="*/ 2468971 h 2512745"/>
                <a:gd name="connsiteX1" fmla="*/ 3869614 w 4156449"/>
                <a:gd name="connsiteY1" fmla="*/ 2510137 h 2512745"/>
                <a:gd name="connsiteX2" fmla="*/ 3343263 w 4156449"/>
                <a:gd name="connsiteY2" fmla="*/ 2443081 h 2512745"/>
                <a:gd name="connsiteX3" fmla="*/ 2781002 w 4156449"/>
                <a:gd name="connsiteY3" fmla="*/ 2443081 h 2512745"/>
                <a:gd name="connsiteX4" fmla="*/ 2537543 w 4156449"/>
                <a:gd name="connsiteY4" fmla="*/ 2418030 h 2512745"/>
                <a:gd name="connsiteX5" fmla="*/ 2171211 w 4156449"/>
                <a:gd name="connsiteY5" fmla="*/ 2227625 h 2512745"/>
                <a:gd name="connsiteX6" fmla="*/ 1975949 w 4156449"/>
                <a:gd name="connsiteY6" fmla="*/ 1908729 h 2512745"/>
                <a:gd name="connsiteX7" fmla="*/ 1816405 w 4156449"/>
                <a:gd name="connsiteY7" fmla="*/ 1568305 h 2512745"/>
                <a:gd name="connsiteX8" fmla="*/ 1723346 w 4156449"/>
                <a:gd name="connsiteY8" fmla="*/ 1264076 h 2512745"/>
                <a:gd name="connsiteX9" fmla="*/ 1789830 w 4156449"/>
                <a:gd name="connsiteY9" fmla="*/ 820211 h 2512745"/>
                <a:gd name="connsiteX10" fmla="*/ 1854600 w 4156449"/>
                <a:gd name="connsiteY10" fmla="*/ 399587 h 2512745"/>
                <a:gd name="connsiteX11" fmla="*/ 1739919 w 4156449"/>
                <a:gd name="connsiteY11" fmla="*/ 195086 h 2512745"/>
                <a:gd name="connsiteX12" fmla="*/ 1603712 w 4156449"/>
                <a:gd name="connsiteY12" fmla="*/ 111932 h 2512745"/>
                <a:gd name="connsiteX13" fmla="*/ 1289673 w 4156449"/>
                <a:gd name="connsiteY13" fmla="*/ 30494 h 2512745"/>
                <a:gd name="connsiteX14" fmla="*/ 1096886 w 4156449"/>
                <a:gd name="connsiteY14" fmla="*/ 75356 h 2512745"/>
                <a:gd name="connsiteX15" fmla="*/ 648661 w 4156449"/>
                <a:gd name="connsiteY15" fmla="*/ 869700 h 2512745"/>
                <a:gd name="connsiteX16" fmla="*/ 0 w 4156449"/>
                <a:gd name="connsiteY16" fmla="*/ 482124 h 2512745"/>
                <a:gd name="connsiteX0" fmla="*/ 4156449 w 4156449"/>
                <a:gd name="connsiteY0" fmla="*/ 2451611 h 2495385"/>
                <a:gd name="connsiteX1" fmla="*/ 3869614 w 4156449"/>
                <a:gd name="connsiteY1" fmla="*/ 2492777 h 2495385"/>
                <a:gd name="connsiteX2" fmla="*/ 3343263 w 4156449"/>
                <a:gd name="connsiteY2" fmla="*/ 2425721 h 2495385"/>
                <a:gd name="connsiteX3" fmla="*/ 2781002 w 4156449"/>
                <a:gd name="connsiteY3" fmla="*/ 2425721 h 2495385"/>
                <a:gd name="connsiteX4" fmla="*/ 2537543 w 4156449"/>
                <a:gd name="connsiteY4" fmla="*/ 2400670 h 2495385"/>
                <a:gd name="connsiteX5" fmla="*/ 2171211 w 4156449"/>
                <a:gd name="connsiteY5" fmla="*/ 2210265 h 2495385"/>
                <a:gd name="connsiteX6" fmla="*/ 1975949 w 4156449"/>
                <a:gd name="connsiteY6" fmla="*/ 1891369 h 2495385"/>
                <a:gd name="connsiteX7" fmla="*/ 1816405 w 4156449"/>
                <a:gd name="connsiteY7" fmla="*/ 1550945 h 2495385"/>
                <a:gd name="connsiteX8" fmla="*/ 1723346 w 4156449"/>
                <a:gd name="connsiteY8" fmla="*/ 1246716 h 2495385"/>
                <a:gd name="connsiteX9" fmla="*/ 1789830 w 4156449"/>
                <a:gd name="connsiteY9" fmla="*/ 802851 h 2495385"/>
                <a:gd name="connsiteX10" fmla="*/ 1854600 w 4156449"/>
                <a:gd name="connsiteY10" fmla="*/ 382227 h 2495385"/>
                <a:gd name="connsiteX11" fmla="*/ 1739919 w 4156449"/>
                <a:gd name="connsiteY11" fmla="*/ 177726 h 2495385"/>
                <a:gd name="connsiteX12" fmla="*/ 1603712 w 4156449"/>
                <a:gd name="connsiteY12" fmla="*/ 94572 h 2495385"/>
                <a:gd name="connsiteX13" fmla="*/ 1289673 w 4156449"/>
                <a:gd name="connsiteY13" fmla="*/ 13134 h 2495385"/>
                <a:gd name="connsiteX14" fmla="*/ 1024791 w 4156449"/>
                <a:gd name="connsiteY14" fmla="*/ 361628 h 2495385"/>
                <a:gd name="connsiteX15" fmla="*/ 648661 w 4156449"/>
                <a:gd name="connsiteY15" fmla="*/ 852340 h 2495385"/>
                <a:gd name="connsiteX16" fmla="*/ 0 w 4156449"/>
                <a:gd name="connsiteY16" fmla="*/ 464764 h 2495385"/>
                <a:gd name="connsiteX0" fmla="*/ 4156449 w 4156449"/>
                <a:gd name="connsiteY0" fmla="*/ 2386947 h 2430721"/>
                <a:gd name="connsiteX1" fmla="*/ 3869614 w 4156449"/>
                <a:gd name="connsiteY1" fmla="*/ 2428113 h 2430721"/>
                <a:gd name="connsiteX2" fmla="*/ 3343263 w 4156449"/>
                <a:gd name="connsiteY2" fmla="*/ 2361057 h 2430721"/>
                <a:gd name="connsiteX3" fmla="*/ 2781002 w 4156449"/>
                <a:gd name="connsiteY3" fmla="*/ 2361057 h 2430721"/>
                <a:gd name="connsiteX4" fmla="*/ 2537543 w 4156449"/>
                <a:gd name="connsiteY4" fmla="*/ 2336006 h 2430721"/>
                <a:gd name="connsiteX5" fmla="*/ 2171211 w 4156449"/>
                <a:gd name="connsiteY5" fmla="*/ 2145601 h 2430721"/>
                <a:gd name="connsiteX6" fmla="*/ 1975949 w 4156449"/>
                <a:gd name="connsiteY6" fmla="*/ 1826705 h 2430721"/>
                <a:gd name="connsiteX7" fmla="*/ 1816405 w 4156449"/>
                <a:gd name="connsiteY7" fmla="*/ 1486281 h 2430721"/>
                <a:gd name="connsiteX8" fmla="*/ 1723346 w 4156449"/>
                <a:gd name="connsiteY8" fmla="*/ 1182052 h 2430721"/>
                <a:gd name="connsiteX9" fmla="*/ 1789830 w 4156449"/>
                <a:gd name="connsiteY9" fmla="*/ 738187 h 2430721"/>
                <a:gd name="connsiteX10" fmla="*/ 1854600 w 4156449"/>
                <a:gd name="connsiteY10" fmla="*/ 317563 h 2430721"/>
                <a:gd name="connsiteX11" fmla="*/ 1739919 w 4156449"/>
                <a:gd name="connsiteY11" fmla="*/ 113062 h 2430721"/>
                <a:gd name="connsiteX12" fmla="*/ 1603712 w 4156449"/>
                <a:gd name="connsiteY12" fmla="*/ 29908 h 2430721"/>
                <a:gd name="connsiteX13" fmla="*/ 1302027 w 4156449"/>
                <a:gd name="connsiteY13" fmla="*/ 20875 h 2430721"/>
                <a:gd name="connsiteX14" fmla="*/ 1024791 w 4156449"/>
                <a:gd name="connsiteY14" fmla="*/ 296964 h 2430721"/>
                <a:gd name="connsiteX15" fmla="*/ 648661 w 4156449"/>
                <a:gd name="connsiteY15" fmla="*/ 787676 h 2430721"/>
                <a:gd name="connsiteX16" fmla="*/ 0 w 4156449"/>
                <a:gd name="connsiteY16" fmla="*/ 400100 h 2430721"/>
                <a:gd name="connsiteX0" fmla="*/ 4156449 w 4156449"/>
                <a:gd name="connsiteY0" fmla="*/ 2396960 h 2440734"/>
                <a:gd name="connsiteX1" fmla="*/ 3869614 w 4156449"/>
                <a:gd name="connsiteY1" fmla="*/ 2438126 h 2440734"/>
                <a:gd name="connsiteX2" fmla="*/ 3343263 w 4156449"/>
                <a:gd name="connsiteY2" fmla="*/ 2371070 h 2440734"/>
                <a:gd name="connsiteX3" fmla="*/ 2781002 w 4156449"/>
                <a:gd name="connsiteY3" fmla="*/ 2371070 h 2440734"/>
                <a:gd name="connsiteX4" fmla="*/ 2537543 w 4156449"/>
                <a:gd name="connsiteY4" fmla="*/ 2346019 h 2440734"/>
                <a:gd name="connsiteX5" fmla="*/ 2171211 w 4156449"/>
                <a:gd name="connsiteY5" fmla="*/ 2155614 h 2440734"/>
                <a:gd name="connsiteX6" fmla="*/ 1975949 w 4156449"/>
                <a:gd name="connsiteY6" fmla="*/ 1836718 h 2440734"/>
                <a:gd name="connsiteX7" fmla="*/ 1816405 w 4156449"/>
                <a:gd name="connsiteY7" fmla="*/ 1496294 h 2440734"/>
                <a:gd name="connsiteX8" fmla="*/ 1723346 w 4156449"/>
                <a:gd name="connsiteY8" fmla="*/ 1192065 h 2440734"/>
                <a:gd name="connsiteX9" fmla="*/ 1789830 w 4156449"/>
                <a:gd name="connsiteY9" fmla="*/ 748200 h 2440734"/>
                <a:gd name="connsiteX10" fmla="*/ 1854600 w 4156449"/>
                <a:gd name="connsiteY10" fmla="*/ 327576 h 2440734"/>
                <a:gd name="connsiteX11" fmla="*/ 1603712 w 4156449"/>
                <a:gd name="connsiteY11" fmla="*/ 39921 h 2440734"/>
                <a:gd name="connsiteX12" fmla="*/ 1302027 w 4156449"/>
                <a:gd name="connsiteY12" fmla="*/ 30888 h 2440734"/>
                <a:gd name="connsiteX13" fmla="*/ 1024791 w 4156449"/>
                <a:gd name="connsiteY13" fmla="*/ 306977 h 2440734"/>
                <a:gd name="connsiteX14" fmla="*/ 648661 w 4156449"/>
                <a:gd name="connsiteY14" fmla="*/ 797689 h 2440734"/>
                <a:gd name="connsiteX15" fmla="*/ 0 w 4156449"/>
                <a:gd name="connsiteY15" fmla="*/ 410113 h 2440734"/>
                <a:gd name="connsiteX0" fmla="*/ 4156449 w 4156449"/>
                <a:gd name="connsiteY0" fmla="*/ 2375274 h 2419048"/>
                <a:gd name="connsiteX1" fmla="*/ 3869614 w 4156449"/>
                <a:gd name="connsiteY1" fmla="*/ 2416440 h 2419048"/>
                <a:gd name="connsiteX2" fmla="*/ 3343263 w 4156449"/>
                <a:gd name="connsiteY2" fmla="*/ 2349384 h 2419048"/>
                <a:gd name="connsiteX3" fmla="*/ 2781002 w 4156449"/>
                <a:gd name="connsiteY3" fmla="*/ 2349384 h 2419048"/>
                <a:gd name="connsiteX4" fmla="*/ 2537543 w 4156449"/>
                <a:gd name="connsiteY4" fmla="*/ 2324333 h 2419048"/>
                <a:gd name="connsiteX5" fmla="*/ 2171211 w 4156449"/>
                <a:gd name="connsiteY5" fmla="*/ 2133928 h 2419048"/>
                <a:gd name="connsiteX6" fmla="*/ 1975949 w 4156449"/>
                <a:gd name="connsiteY6" fmla="*/ 1815032 h 2419048"/>
                <a:gd name="connsiteX7" fmla="*/ 1816405 w 4156449"/>
                <a:gd name="connsiteY7" fmla="*/ 1474608 h 2419048"/>
                <a:gd name="connsiteX8" fmla="*/ 1723346 w 4156449"/>
                <a:gd name="connsiteY8" fmla="*/ 1170379 h 2419048"/>
                <a:gd name="connsiteX9" fmla="*/ 1789830 w 4156449"/>
                <a:gd name="connsiteY9" fmla="*/ 726514 h 2419048"/>
                <a:gd name="connsiteX10" fmla="*/ 1854600 w 4156449"/>
                <a:gd name="connsiteY10" fmla="*/ 305890 h 2419048"/>
                <a:gd name="connsiteX11" fmla="*/ 1560565 w 4156449"/>
                <a:gd name="connsiteY11" fmla="*/ 87902 h 2419048"/>
                <a:gd name="connsiteX12" fmla="*/ 1302027 w 4156449"/>
                <a:gd name="connsiteY12" fmla="*/ 9202 h 2419048"/>
                <a:gd name="connsiteX13" fmla="*/ 1024791 w 4156449"/>
                <a:gd name="connsiteY13" fmla="*/ 285291 h 2419048"/>
                <a:gd name="connsiteX14" fmla="*/ 648661 w 4156449"/>
                <a:gd name="connsiteY14" fmla="*/ 776003 h 2419048"/>
                <a:gd name="connsiteX15" fmla="*/ 0 w 4156449"/>
                <a:gd name="connsiteY15" fmla="*/ 388427 h 2419048"/>
                <a:gd name="connsiteX0" fmla="*/ 4156449 w 4156449"/>
                <a:gd name="connsiteY0" fmla="*/ 2375288 h 2419062"/>
                <a:gd name="connsiteX1" fmla="*/ 3869614 w 4156449"/>
                <a:gd name="connsiteY1" fmla="*/ 2416454 h 2419062"/>
                <a:gd name="connsiteX2" fmla="*/ 3343263 w 4156449"/>
                <a:gd name="connsiteY2" fmla="*/ 2349398 h 2419062"/>
                <a:gd name="connsiteX3" fmla="*/ 2781002 w 4156449"/>
                <a:gd name="connsiteY3" fmla="*/ 2349398 h 2419062"/>
                <a:gd name="connsiteX4" fmla="*/ 2537543 w 4156449"/>
                <a:gd name="connsiteY4" fmla="*/ 2324347 h 2419062"/>
                <a:gd name="connsiteX5" fmla="*/ 2171211 w 4156449"/>
                <a:gd name="connsiteY5" fmla="*/ 2133942 h 2419062"/>
                <a:gd name="connsiteX6" fmla="*/ 1975949 w 4156449"/>
                <a:gd name="connsiteY6" fmla="*/ 1815046 h 2419062"/>
                <a:gd name="connsiteX7" fmla="*/ 1816405 w 4156449"/>
                <a:gd name="connsiteY7" fmla="*/ 1474622 h 2419062"/>
                <a:gd name="connsiteX8" fmla="*/ 1723346 w 4156449"/>
                <a:gd name="connsiteY8" fmla="*/ 1170393 h 2419062"/>
                <a:gd name="connsiteX9" fmla="*/ 1789830 w 4156449"/>
                <a:gd name="connsiteY9" fmla="*/ 726528 h 2419062"/>
                <a:gd name="connsiteX10" fmla="*/ 1790406 w 4156449"/>
                <a:gd name="connsiteY10" fmla="*/ 306855 h 2419062"/>
                <a:gd name="connsiteX11" fmla="*/ 1560565 w 4156449"/>
                <a:gd name="connsiteY11" fmla="*/ 87916 h 2419062"/>
                <a:gd name="connsiteX12" fmla="*/ 1302027 w 4156449"/>
                <a:gd name="connsiteY12" fmla="*/ 9216 h 2419062"/>
                <a:gd name="connsiteX13" fmla="*/ 1024791 w 4156449"/>
                <a:gd name="connsiteY13" fmla="*/ 285305 h 2419062"/>
                <a:gd name="connsiteX14" fmla="*/ 648661 w 4156449"/>
                <a:gd name="connsiteY14" fmla="*/ 776017 h 2419062"/>
                <a:gd name="connsiteX15" fmla="*/ 0 w 4156449"/>
                <a:gd name="connsiteY15" fmla="*/ 388441 h 2419062"/>
                <a:gd name="connsiteX0" fmla="*/ 4279643 w 4279643"/>
                <a:gd name="connsiteY0" fmla="*/ 2598515 h 2607021"/>
                <a:gd name="connsiteX1" fmla="*/ 3869614 w 4279643"/>
                <a:gd name="connsiteY1" fmla="*/ 2416454 h 2607021"/>
                <a:gd name="connsiteX2" fmla="*/ 3343263 w 4279643"/>
                <a:gd name="connsiteY2" fmla="*/ 2349398 h 2607021"/>
                <a:gd name="connsiteX3" fmla="*/ 2781002 w 4279643"/>
                <a:gd name="connsiteY3" fmla="*/ 2349398 h 2607021"/>
                <a:gd name="connsiteX4" fmla="*/ 2537543 w 4279643"/>
                <a:gd name="connsiteY4" fmla="*/ 2324347 h 2607021"/>
                <a:gd name="connsiteX5" fmla="*/ 2171211 w 4279643"/>
                <a:gd name="connsiteY5" fmla="*/ 2133942 h 2607021"/>
                <a:gd name="connsiteX6" fmla="*/ 1975949 w 4279643"/>
                <a:gd name="connsiteY6" fmla="*/ 1815046 h 2607021"/>
                <a:gd name="connsiteX7" fmla="*/ 1816405 w 4279643"/>
                <a:gd name="connsiteY7" fmla="*/ 1474622 h 2607021"/>
                <a:gd name="connsiteX8" fmla="*/ 1723346 w 4279643"/>
                <a:gd name="connsiteY8" fmla="*/ 1170393 h 2607021"/>
                <a:gd name="connsiteX9" fmla="*/ 1789830 w 4279643"/>
                <a:gd name="connsiteY9" fmla="*/ 726528 h 2607021"/>
                <a:gd name="connsiteX10" fmla="*/ 1790406 w 4279643"/>
                <a:gd name="connsiteY10" fmla="*/ 306855 h 2607021"/>
                <a:gd name="connsiteX11" fmla="*/ 1560565 w 4279643"/>
                <a:gd name="connsiteY11" fmla="*/ 87916 h 2607021"/>
                <a:gd name="connsiteX12" fmla="*/ 1302027 w 4279643"/>
                <a:gd name="connsiteY12" fmla="*/ 9216 h 2607021"/>
                <a:gd name="connsiteX13" fmla="*/ 1024791 w 4279643"/>
                <a:gd name="connsiteY13" fmla="*/ 285305 h 2607021"/>
                <a:gd name="connsiteX14" fmla="*/ 648661 w 4279643"/>
                <a:gd name="connsiteY14" fmla="*/ 776017 h 2607021"/>
                <a:gd name="connsiteX15" fmla="*/ 0 w 4279643"/>
                <a:gd name="connsiteY15" fmla="*/ 388441 h 2607021"/>
                <a:gd name="connsiteX0" fmla="*/ 4279643 w 4279643"/>
                <a:gd name="connsiteY0" fmla="*/ 2598515 h 2614540"/>
                <a:gd name="connsiteX1" fmla="*/ 3834363 w 4279643"/>
                <a:gd name="connsiteY1" fmla="*/ 2525351 h 2614540"/>
                <a:gd name="connsiteX2" fmla="*/ 3343263 w 4279643"/>
                <a:gd name="connsiteY2" fmla="*/ 2349398 h 2614540"/>
                <a:gd name="connsiteX3" fmla="*/ 2781002 w 4279643"/>
                <a:gd name="connsiteY3" fmla="*/ 2349398 h 2614540"/>
                <a:gd name="connsiteX4" fmla="*/ 2537543 w 4279643"/>
                <a:gd name="connsiteY4" fmla="*/ 2324347 h 2614540"/>
                <a:gd name="connsiteX5" fmla="*/ 2171211 w 4279643"/>
                <a:gd name="connsiteY5" fmla="*/ 2133942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515 h 2614540"/>
                <a:gd name="connsiteX1" fmla="*/ 3834363 w 4279643"/>
                <a:gd name="connsiteY1" fmla="*/ 2525351 h 2614540"/>
                <a:gd name="connsiteX2" fmla="*/ 3343263 w 4279643"/>
                <a:gd name="connsiteY2" fmla="*/ 2349398 h 2614540"/>
                <a:gd name="connsiteX3" fmla="*/ 2764953 w 4279643"/>
                <a:gd name="connsiteY3" fmla="*/ 2435113 h 2614540"/>
                <a:gd name="connsiteX4" fmla="*/ 2537543 w 4279643"/>
                <a:gd name="connsiteY4" fmla="*/ 2324347 h 2614540"/>
                <a:gd name="connsiteX5" fmla="*/ 2171211 w 4279643"/>
                <a:gd name="connsiteY5" fmla="*/ 2133942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515 h 2614540"/>
                <a:gd name="connsiteX1" fmla="*/ 3834363 w 4279643"/>
                <a:gd name="connsiteY1" fmla="*/ 2525351 h 2614540"/>
                <a:gd name="connsiteX2" fmla="*/ 3343263 w 4279643"/>
                <a:gd name="connsiteY2" fmla="*/ 2349398 h 2614540"/>
                <a:gd name="connsiteX3" fmla="*/ 2764953 w 4279643"/>
                <a:gd name="connsiteY3" fmla="*/ 2435113 h 2614540"/>
                <a:gd name="connsiteX4" fmla="*/ 2537543 w 4279643"/>
                <a:gd name="connsiteY4" fmla="*/ 2324347 h 2614540"/>
                <a:gd name="connsiteX5" fmla="*/ 2200855 w 4279643"/>
                <a:gd name="connsiteY5" fmla="*/ 2217793 h 2614540"/>
                <a:gd name="connsiteX6" fmla="*/ 1975949 w 4279643"/>
                <a:gd name="connsiteY6" fmla="*/ 1815046 h 2614540"/>
                <a:gd name="connsiteX7" fmla="*/ 1816405 w 4279643"/>
                <a:gd name="connsiteY7" fmla="*/ 1474622 h 2614540"/>
                <a:gd name="connsiteX8" fmla="*/ 1723346 w 4279643"/>
                <a:gd name="connsiteY8" fmla="*/ 1170393 h 2614540"/>
                <a:gd name="connsiteX9" fmla="*/ 1789830 w 4279643"/>
                <a:gd name="connsiteY9" fmla="*/ 726528 h 2614540"/>
                <a:gd name="connsiteX10" fmla="*/ 1790406 w 4279643"/>
                <a:gd name="connsiteY10" fmla="*/ 306855 h 2614540"/>
                <a:gd name="connsiteX11" fmla="*/ 1560565 w 4279643"/>
                <a:gd name="connsiteY11" fmla="*/ 87916 h 2614540"/>
                <a:gd name="connsiteX12" fmla="*/ 1302027 w 4279643"/>
                <a:gd name="connsiteY12" fmla="*/ 9216 h 2614540"/>
                <a:gd name="connsiteX13" fmla="*/ 1024791 w 4279643"/>
                <a:gd name="connsiteY13" fmla="*/ 285305 h 2614540"/>
                <a:gd name="connsiteX14" fmla="*/ 648661 w 4279643"/>
                <a:gd name="connsiteY14" fmla="*/ 776017 h 2614540"/>
                <a:gd name="connsiteX15" fmla="*/ 0 w 4279643"/>
                <a:gd name="connsiteY15" fmla="*/ 388441 h 2614540"/>
                <a:gd name="connsiteX0" fmla="*/ 4279643 w 4279643"/>
                <a:gd name="connsiteY0" fmla="*/ 2598613 h 2614638"/>
                <a:gd name="connsiteX1" fmla="*/ 3834363 w 4279643"/>
                <a:gd name="connsiteY1" fmla="*/ 2525449 h 2614638"/>
                <a:gd name="connsiteX2" fmla="*/ 3343263 w 4279643"/>
                <a:gd name="connsiteY2" fmla="*/ 2349496 h 2614638"/>
                <a:gd name="connsiteX3" fmla="*/ 2764953 w 4279643"/>
                <a:gd name="connsiteY3" fmla="*/ 2435211 h 2614638"/>
                <a:gd name="connsiteX4" fmla="*/ 2537543 w 4279643"/>
                <a:gd name="connsiteY4" fmla="*/ 2324445 h 2614638"/>
                <a:gd name="connsiteX5" fmla="*/ 2200855 w 4279643"/>
                <a:gd name="connsiteY5" fmla="*/ 2217891 h 2614638"/>
                <a:gd name="connsiteX6" fmla="*/ 1975949 w 4279643"/>
                <a:gd name="connsiteY6" fmla="*/ 1815144 h 2614638"/>
                <a:gd name="connsiteX7" fmla="*/ 1816405 w 4279643"/>
                <a:gd name="connsiteY7" fmla="*/ 1474720 h 2614638"/>
                <a:gd name="connsiteX8" fmla="*/ 1723346 w 4279643"/>
                <a:gd name="connsiteY8" fmla="*/ 1170491 h 2614638"/>
                <a:gd name="connsiteX9" fmla="*/ 1789830 w 4279643"/>
                <a:gd name="connsiteY9" fmla="*/ 726626 h 2614638"/>
                <a:gd name="connsiteX10" fmla="*/ 1740064 w 4279643"/>
                <a:gd name="connsiteY10" fmla="*/ 313297 h 2614638"/>
                <a:gd name="connsiteX11" fmla="*/ 1560565 w 4279643"/>
                <a:gd name="connsiteY11" fmla="*/ 88014 h 2614638"/>
                <a:gd name="connsiteX12" fmla="*/ 1302027 w 4279643"/>
                <a:gd name="connsiteY12" fmla="*/ 9314 h 2614638"/>
                <a:gd name="connsiteX13" fmla="*/ 1024791 w 4279643"/>
                <a:gd name="connsiteY13" fmla="*/ 285403 h 2614638"/>
                <a:gd name="connsiteX14" fmla="*/ 648661 w 4279643"/>
                <a:gd name="connsiteY14" fmla="*/ 776115 h 2614638"/>
                <a:gd name="connsiteX15" fmla="*/ 0 w 4279643"/>
                <a:gd name="connsiteY15" fmla="*/ 388539 h 2614638"/>
                <a:gd name="connsiteX0" fmla="*/ 4279643 w 4279643"/>
                <a:gd name="connsiteY0" fmla="*/ 2534569 h 2550594"/>
                <a:gd name="connsiteX1" fmla="*/ 3834363 w 4279643"/>
                <a:gd name="connsiteY1" fmla="*/ 2461405 h 2550594"/>
                <a:gd name="connsiteX2" fmla="*/ 3343263 w 4279643"/>
                <a:gd name="connsiteY2" fmla="*/ 2285452 h 2550594"/>
                <a:gd name="connsiteX3" fmla="*/ 2764953 w 4279643"/>
                <a:gd name="connsiteY3" fmla="*/ 2371167 h 2550594"/>
                <a:gd name="connsiteX4" fmla="*/ 2537543 w 4279643"/>
                <a:gd name="connsiteY4" fmla="*/ 2260401 h 2550594"/>
                <a:gd name="connsiteX5" fmla="*/ 2200855 w 4279643"/>
                <a:gd name="connsiteY5" fmla="*/ 2153847 h 2550594"/>
                <a:gd name="connsiteX6" fmla="*/ 1975949 w 4279643"/>
                <a:gd name="connsiteY6" fmla="*/ 1751100 h 2550594"/>
                <a:gd name="connsiteX7" fmla="*/ 1816405 w 4279643"/>
                <a:gd name="connsiteY7" fmla="*/ 1410676 h 2550594"/>
                <a:gd name="connsiteX8" fmla="*/ 1723346 w 4279643"/>
                <a:gd name="connsiteY8" fmla="*/ 1106447 h 2550594"/>
                <a:gd name="connsiteX9" fmla="*/ 1789830 w 4279643"/>
                <a:gd name="connsiteY9" fmla="*/ 662582 h 2550594"/>
                <a:gd name="connsiteX10" fmla="*/ 1740064 w 4279643"/>
                <a:gd name="connsiteY10" fmla="*/ 249253 h 2550594"/>
                <a:gd name="connsiteX11" fmla="*/ 1560565 w 4279643"/>
                <a:gd name="connsiteY11" fmla="*/ 23970 h 2550594"/>
                <a:gd name="connsiteX12" fmla="*/ 1288302 w 4279643"/>
                <a:gd name="connsiteY12" fmla="*/ 28746 h 2550594"/>
                <a:gd name="connsiteX13" fmla="*/ 1024791 w 4279643"/>
                <a:gd name="connsiteY13" fmla="*/ 221359 h 2550594"/>
                <a:gd name="connsiteX14" fmla="*/ 648661 w 4279643"/>
                <a:gd name="connsiteY14" fmla="*/ 712071 h 2550594"/>
                <a:gd name="connsiteX15" fmla="*/ 0 w 4279643"/>
                <a:gd name="connsiteY15" fmla="*/ 324495 h 25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9643" h="2550594">
                  <a:moveTo>
                    <a:pt x="4279643" y="2534569"/>
                  </a:moveTo>
                  <a:cubicBezTo>
                    <a:pt x="4193728" y="2585337"/>
                    <a:pt x="3990426" y="2502925"/>
                    <a:pt x="3834363" y="2461405"/>
                  </a:cubicBezTo>
                  <a:cubicBezTo>
                    <a:pt x="3678300" y="2419886"/>
                    <a:pt x="3521498" y="2300492"/>
                    <a:pt x="3343263" y="2285452"/>
                  </a:cubicBezTo>
                  <a:cubicBezTo>
                    <a:pt x="3165028" y="2270412"/>
                    <a:pt x="2952690" y="2374405"/>
                    <a:pt x="2764953" y="2371167"/>
                  </a:cubicBezTo>
                  <a:cubicBezTo>
                    <a:pt x="2683228" y="2369738"/>
                    <a:pt x="2631559" y="2296621"/>
                    <a:pt x="2537543" y="2260401"/>
                  </a:cubicBezTo>
                  <a:cubicBezTo>
                    <a:pt x="2443527" y="2224181"/>
                    <a:pt x="2298677" y="2254717"/>
                    <a:pt x="2200855" y="2153847"/>
                  </a:cubicBezTo>
                  <a:cubicBezTo>
                    <a:pt x="2113606" y="2063836"/>
                    <a:pt x="2040024" y="1874962"/>
                    <a:pt x="1975949" y="1751100"/>
                  </a:cubicBezTo>
                  <a:cubicBezTo>
                    <a:pt x="1911874" y="1627238"/>
                    <a:pt x="1866411" y="1525547"/>
                    <a:pt x="1816405" y="1410676"/>
                  </a:cubicBezTo>
                  <a:cubicBezTo>
                    <a:pt x="1773733" y="1312759"/>
                    <a:pt x="1735157" y="1212365"/>
                    <a:pt x="1723346" y="1106447"/>
                  </a:cubicBezTo>
                  <a:cubicBezTo>
                    <a:pt x="1706677" y="956333"/>
                    <a:pt x="1787044" y="805448"/>
                    <a:pt x="1789830" y="662582"/>
                  </a:cubicBezTo>
                  <a:cubicBezTo>
                    <a:pt x="1792616" y="519716"/>
                    <a:pt x="1778275" y="355688"/>
                    <a:pt x="1740064" y="249253"/>
                  </a:cubicBezTo>
                  <a:cubicBezTo>
                    <a:pt x="1701853" y="142818"/>
                    <a:pt x="1635859" y="60721"/>
                    <a:pt x="1560565" y="23970"/>
                  </a:cubicBezTo>
                  <a:cubicBezTo>
                    <a:pt x="1485271" y="-12781"/>
                    <a:pt x="1377598" y="-4152"/>
                    <a:pt x="1288302" y="28746"/>
                  </a:cubicBezTo>
                  <a:cubicBezTo>
                    <a:pt x="1199006" y="61644"/>
                    <a:pt x="1131398" y="107471"/>
                    <a:pt x="1024791" y="221359"/>
                  </a:cubicBezTo>
                  <a:cubicBezTo>
                    <a:pt x="918184" y="335247"/>
                    <a:pt x="874987" y="811711"/>
                    <a:pt x="648661" y="712071"/>
                  </a:cubicBezTo>
                  <a:cubicBezTo>
                    <a:pt x="311506" y="504143"/>
                    <a:pt x="194753" y="255683"/>
                    <a:pt x="0" y="324495"/>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575A3319-9263-61FE-2342-2E61BF979A4D}"/>
                </a:ext>
              </a:extLst>
            </p:cNvPr>
            <p:cNvSpPr/>
            <p:nvPr/>
          </p:nvSpPr>
          <p:spPr>
            <a:xfrm rot="3210583" flipV="1">
              <a:off x="-210523" y="4638220"/>
              <a:ext cx="4471004" cy="2142004"/>
            </a:xfrm>
            <a:custGeom>
              <a:avLst/>
              <a:gdLst>
                <a:gd name="connsiteX0" fmla="*/ 0 w 6330393"/>
                <a:gd name="connsiteY0" fmla="*/ 2249519 h 4422324"/>
                <a:gd name="connsiteX1" fmla="*/ 653129 w 6330393"/>
                <a:gd name="connsiteY1" fmla="*/ 1966532 h 4422324"/>
                <a:gd name="connsiteX2" fmla="*/ 972122 w 6330393"/>
                <a:gd name="connsiteY2" fmla="*/ 1926622 h 4422324"/>
                <a:gd name="connsiteX3" fmla="*/ 1340168 w 6330393"/>
                <a:gd name="connsiteY3" fmla="*/ 2041398 h 4422324"/>
                <a:gd name="connsiteX4" fmla="*/ 1572768 w 6330393"/>
                <a:gd name="connsiteY4" fmla="*/ 2147697 h 4422324"/>
                <a:gd name="connsiteX5" fmla="*/ 1747647 w 6330393"/>
                <a:gd name="connsiteY5" fmla="*/ 2370677 h 4422324"/>
                <a:gd name="connsiteX6" fmla="*/ 1718596 w 6330393"/>
                <a:gd name="connsiteY6" fmla="*/ 2632043 h 4422324"/>
                <a:gd name="connsiteX7" fmla="*/ 1575054 w 6330393"/>
                <a:gd name="connsiteY7" fmla="*/ 2947988 h 4422324"/>
                <a:gd name="connsiteX8" fmla="*/ 1543431 w 6330393"/>
                <a:gd name="connsiteY8" fmla="*/ 3462147 h 4422324"/>
                <a:gd name="connsiteX9" fmla="*/ 1666875 w 6330393"/>
                <a:gd name="connsiteY9" fmla="*/ 3792474 h 4422324"/>
                <a:gd name="connsiteX10" fmla="*/ 1801844 w 6330393"/>
                <a:gd name="connsiteY10" fmla="*/ 4048125 h 4422324"/>
                <a:gd name="connsiteX11" fmla="*/ 2011490 w 6330393"/>
                <a:gd name="connsiteY11" fmla="*/ 4257866 h 4422324"/>
                <a:gd name="connsiteX12" fmla="*/ 2383727 w 6330393"/>
                <a:gd name="connsiteY12" fmla="*/ 4353687 h 4422324"/>
                <a:gd name="connsiteX13" fmla="*/ 2745105 w 6330393"/>
                <a:gd name="connsiteY13" fmla="*/ 4353687 h 4422324"/>
                <a:gd name="connsiteX14" fmla="*/ 3001232 w 6330393"/>
                <a:gd name="connsiteY14" fmla="*/ 4368927 h 4422324"/>
                <a:gd name="connsiteX15" fmla="*/ 3316891 w 6330393"/>
                <a:gd name="connsiteY15" fmla="*/ 4402170 h 4422324"/>
                <a:gd name="connsiteX16" fmla="*/ 3578543 w 6330393"/>
                <a:gd name="connsiteY16" fmla="*/ 4413218 h 4422324"/>
                <a:gd name="connsiteX17" fmla="*/ 3746087 w 6330393"/>
                <a:gd name="connsiteY17" fmla="*/ 4330065 h 4422324"/>
                <a:gd name="connsiteX18" fmla="*/ 3986689 w 6330393"/>
                <a:gd name="connsiteY18" fmla="*/ 4147280 h 4422324"/>
                <a:gd name="connsiteX19" fmla="*/ 4469987 w 6330393"/>
                <a:gd name="connsiteY19" fmla="*/ 3682841 h 4422324"/>
                <a:gd name="connsiteX20" fmla="*/ 4742784 w 6330393"/>
                <a:gd name="connsiteY20" fmla="*/ 3409950 h 4422324"/>
                <a:gd name="connsiteX21" fmla="*/ 5029867 w 6330393"/>
                <a:gd name="connsiteY21" fmla="*/ 3058097 h 4422324"/>
                <a:gd name="connsiteX22" fmla="*/ 5211699 w 6330393"/>
                <a:gd name="connsiteY22" fmla="*/ 2675096 h 4422324"/>
                <a:gd name="connsiteX23" fmla="*/ 5326571 w 6330393"/>
                <a:gd name="connsiteY23" fmla="*/ 2136458 h 4422324"/>
                <a:gd name="connsiteX24" fmla="*/ 5407914 w 6330393"/>
                <a:gd name="connsiteY24" fmla="*/ 1772603 h 4422324"/>
                <a:gd name="connsiteX25" fmla="*/ 5517928 w 6330393"/>
                <a:gd name="connsiteY25" fmla="*/ 1456658 h 4422324"/>
                <a:gd name="connsiteX26" fmla="*/ 5649563 w 6330393"/>
                <a:gd name="connsiteY26" fmla="*/ 1325023 h 4422324"/>
                <a:gd name="connsiteX27" fmla="*/ 5963031 w 6330393"/>
                <a:gd name="connsiteY27" fmla="*/ 1289114 h 4422324"/>
                <a:gd name="connsiteX28" fmla="*/ 6185535 w 6330393"/>
                <a:gd name="connsiteY28" fmla="*/ 1217295 h 4422324"/>
                <a:gd name="connsiteX29" fmla="*/ 6326696 w 6330393"/>
                <a:gd name="connsiteY29" fmla="*/ 992315 h 4422324"/>
                <a:gd name="connsiteX30" fmla="*/ 6305169 w 6330393"/>
                <a:gd name="connsiteY30" fmla="*/ 824770 h 4422324"/>
                <a:gd name="connsiteX31" fmla="*/ 6156865 w 6330393"/>
                <a:gd name="connsiteY31" fmla="*/ 654844 h 4422324"/>
                <a:gd name="connsiteX32" fmla="*/ 5908072 w 6330393"/>
                <a:gd name="connsiteY32" fmla="*/ 506444 h 4422324"/>
                <a:gd name="connsiteX33" fmla="*/ 5606605 w 6330393"/>
                <a:gd name="connsiteY33" fmla="*/ 353282 h 4422324"/>
                <a:gd name="connsiteX34" fmla="*/ 5506117 w 6330393"/>
                <a:gd name="connsiteY34" fmla="*/ 164211 h 4422324"/>
                <a:gd name="connsiteX35" fmla="*/ 5598890 w 6330393"/>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758917 w 6436182"/>
                <a:gd name="connsiteY1" fmla="*/ 196653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436182"/>
                <a:gd name="connsiteY0" fmla="*/ 2341837 h 4422324"/>
                <a:gd name="connsiteX1" fmla="*/ 640863 w 6436182"/>
                <a:gd name="connsiteY1" fmla="*/ 1986842 h 4422324"/>
                <a:gd name="connsiteX2" fmla="*/ 1077910 w 6436182"/>
                <a:gd name="connsiteY2" fmla="*/ 1926622 h 4422324"/>
                <a:gd name="connsiteX3" fmla="*/ 1445956 w 6436182"/>
                <a:gd name="connsiteY3" fmla="*/ 2041398 h 4422324"/>
                <a:gd name="connsiteX4" fmla="*/ 1678556 w 6436182"/>
                <a:gd name="connsiteY4" fmla="*/ 2147697 h 4422324"/>
                <a:gd name="connsiteX5" fmla="*/ 1853435 w 6436182"/>
                <a:gd name="connsiteY5" fmla="*/ 2370677 h 4422324"/>
                <a:gd name="connsiteX6" fmla="*/ 1824384 w 6436182"/>
                <a:gd name="connsiteY6" fmla="*/ 2632043 h 4422324"/>
                <a:gd name="connsiteX7" fmla="*/ 1680842 w 6436182"/>
                <a:gd name="connsiteY7" fmla="*/ 2947988 h 4422324"/>
                <a:gd name="connsiteX8" fmla="*/ 1649219 w 6436182"/>
                <a:gd name="connsiteY8" fmla="*/ 3462147 h 4422324"/>
                <a:gd name="connsiteX9" fmla="*/ 1772663 w 6436182"/>
                <a:gd name="connsiteY9" fmla="*/ 3792474 h 4422324"/>
                <a:gd name="connsiteX10" fmla="*/ 1907632 w 6436182"/>
                <a:gd name="connsiteY10" fmla="*/ 4048125 h 4422324"/>
                <a:gd name="connsiteX11" fmla="*/ 2117278 w 6436182"/>
                <a:gd name="connsiteY11" fmla="*/ 4257866 h 4422324"/>
                <a:gd name="connsiteX12" fmla="*/ 2489515 w 6436182"/>
                <a:gd name="connsiteY12" fmla="*/ 4353687 h 4422324"/>
                <a:gd name="connsiteX13" fmla="*/ 2850893 w 6436182"/>
                <a:gd name="connsiteY13" fmla="*/ 4353687 h 4422324"/>
                <a:gd name="connsiteX14" fmla="*/ 3107020 w 6436182"/>
                <a:gd name="connsiteY14" fmla="*/ 4368927 h 4422324"/>
                <a:gd name="connsiteX15" fmla="*/ 3422679 w 6436182"/>
                <a:gd name="connsiteY15" fmla="*/ 4402170 h 4422324"/>
                <a:gd name="connsiteX16" fmla="*/ 3684331 w 6436182"/>
                <a:gd name="connsiteY16" fmla="*/ 4413218 h 4422324"/>
                <a:gd name="connsiteX17" fmla="*/ 3851875 w 6436182"/>
                <a:gd name="connsiteY17" fmla="*/ 4330065 h 4422324"/>
                <a:gd name="connsiteX18" fmla="*/ 4092477 w 6436182"/>
                <a:gd name="connsiteY18" fmla="*/ 4147280 h 4422324"/>
                <a:gd name="connsiteX19" fmla="*/ 4575775 w 6436182"/>
                <a:gd name="connsiteY19" fmla="*/ 3682841 h 4422324"/>
                <a:gd name="connsiteX20" fmla="*/ 4848572 w 6436182"/>
                <a:gd name="connsiteY20" fmla="*/ 3409950 h 4422324"/>
                <a:gd name="connsiteX21" fmla="*/ 5135655 w 6436182"/>
                <a:gd name="connsiteY21" fmla="*/ 3058097 h 4422324"/>
                <a:gd name="connsiteX22" fmla="*/ 5317487 w 6436182"/>
                <a:gd name="connsiteY22" fmla="*/ 2675096 h 4422324"/>
                <a:gd name="connsiteX23" fmla="*/ 5432359 w 6436182"/>
                <a:gd name="connsiteY23" fmla="*/ 2136458 h 4422324"/>
                <a:gd name="connsiteX24" fmla="*/ 5513702 w 6436182"/>
                <a:gd name="connsiteY24" fmla="*/ 1772603 h 4422324"/>
                <a:gd name="connsiteX25" fmla="*/ 5623716 w 6436182"/>
                <a:gd name="connsiteY25" fmla="*/ 1456658 h 4422324"/>
                <a:gd name="connsiteX26" fmla="*/ 5755351 w 6436182"/>
                <a:gd name="connsiteY26" fmla="*/ 1325023 h 4422324"/>
                <a:gd name="connsiteX27" fmla="*/ 6068819 w 6436182"/>
                <a:gd name="connsiteY27" fmla="*/ 1289114 h 4422324"/>
                <a:gd name="connsiteX28" fmla="*/ 6291323 w 6436182"/>
                <a:gd name="connsiteY28" fmla="*/ 1217295 h 4422324"/>
                <a:gd name="connsiteX29" fmla="*/ 6432484 w 6436182"/>
                <a:gd name="connsiteY29" fmla="*/ 992315 h 4422324"/>
                <a:gd name="connsiteX30" fmla="*/ 6410957 w 6436182"/>
                <a:gd name="connsiteY30" fmla="*/ 824770 h 4422324"/>
                <a:gd name="connsiteX31" fmla="*/ 6262653 w 6436182"/>
                <a:gd name="connsiteY31" fmla="*/ 654844 h 4422324"/>
                <a:gd name="connsiteX32" fmla="*/ 6013860 w 6436182"/>
                <a:gd name="connsiteY32" fmla="*/ 506444 h 4422324"/>
                <a:gd name="connsiteX33" fmla="*/ 5712393 w 6436182"/>
                <a:gd name="connsiteY33" fmla="*/ 353282 h 4422324"/>
                <a:gd name="connsiteX34" fmla="*/ 5611905 w 6436182"/>
                <a:gd name="connsiteY34" fmla="*/ 164211 h 4422324"/>
                <a:gd name="connsiteX35" fmla="*/ 5704678 w 6436182"/>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1017481 w 6812800"/>
                <a:gd name="connsiteY1" fmla="*/ 1986842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1822574 w 6812800"/>
                <a:gd name="connsiteY3" fmla="*/ 2041398 h 4422324"/>
                <a:gd name="connsiteX4" fmla="*/ 2055174 w 6812800"/>
                <a:gd name="connsiteY4" fmla="*/ 2147697 h 4422324"/>
                <a:gd name="connsiteX5" fmla="*/ 2230053 w 6812800"/>
                <a:gd name="connsiteY5" fmla="*/ 2370677 h 4422324"/>
                <a:gd name="connsiteX6" fmla="*/ 2201002 w 6812800"/>
                <a:gd name="connsiteY6" fmla="*/ 2632043 h 4422324"/>
                <a:gd name="connsiteX7" fmla="*/ 2057460 w 6812800"/>
                <a:gd name="connsiteY7" fmla="*/ 2947988 h 4422324"/>
                <a:gd name="connsiteX8" fmla="*/ 2025837 w 6812800"/>
                <a:gd name="connsiteY8" fmla="*/ 3462147 h 4422324"/>
                <a:gd name="connsiteX9" fmla="*/ 2149281 w 6812800"/>
                <a:gd name="connsiteY9" fmla="*/ 3792474 h 4422324"/>
                <a:gd name="connsiteX10" fmla="*/ 2284250 w 6812800"/>
                <a:gd name="connsiteY10" fmla="*/ 4048125 h 4422324"/>
                <a:gd name="connsiteX11" fmla="*/ 2493896 w 6812800"/>
                <a:gd name="connsiteY11" fmla="*/ 4257866 h 4422324"/>
                <a:gd name="connsiteX12" fmla="*/ 2866133 w 6812800"/>
                <a:gd name="connsiteY12" fmla="*/ 4353687 h 4422324"/>
                <a:gd name="connsiteX13" fmla="*/ 3227511 w 6812800"/>
                <a:gd name="connsiteY13" fmla="*/ 4353687 h 4422324"/>
                <a:gd name="connsiteX14" fmla="*/ 3483638 w 6812800"/>
                <a:gd name="connsiteY14" fmla="*/ 4368927 h 4422324"/>
                <a:gd name="connsiteX15" fmla="*/ 3799297 w 6812800"/>
                <a:gd name="connsiteY15" fmla="*/ 4402170 h 4422324"/>
                <a:gd name="connsiteX16" fmla="*/ 4060949 w 6812800"/>
                <a:gd name="connsiteY16" fmla="*/ 4413218 h 4422324"/>
                <a:gd name="connsiteX17" fmla="*/ 4228493 w 6812800"/>
                <a:gd name="connsiteY17" fmla="*/ 4330065 h 4422324"/>
                <a:gd name="connsiteX18" fmla="*/ 4469095 w 6812800"/>
                <a:gd name="connsiteY18" fmla="*/ 4147280 h 4422324"/>
                <a:gd name="connsiteX19" fmla="*/ 4952393 w 6812800"/>
                <a:gd name="connsiteY19" fmla="*/ 3682841 h 4422324"/>
                <a:gd name="connsiteX20" fmla="*/ 5225190 w 6812800"/>
                <a:gd name="connsiteY20" fmla="*/ 3409950 h 4422324"/>
                <a:gd name="connsiteX21" fmla="*/ 5512273 w 6812800"/>
                <a:gd name="connsiteY21" fmla="*/ 3058097 h 4422324"/>
                <a:gd name="connsiteX22" fmla="*/ 5694105 w 6812800"/>
                <a:gd name="connsiteY22" fmla="*/ 2675096 h 4422324"/>
                <a:gd name="connsiteX23" fmla="*/ 5808977 w 6812800"/>
                <a:gd name="connsiteY23" fmla="*/ 2136458 h 4422324"/>
                <a:gd name="connsiteX24" fmla="*/ 5890320 w 6812800"/>
                <a:gd name="connsiteY24" fmla="*/ 1772603 h 4422324"/>
                <a:gd name="connsiteX25" fmla="*/ 6000334 w 6812800"/>
                <a:gd name="connsiteY25" fmla="*/ 1456658 h 4422324"/>
                <a:gd name="connsiteX26" fmla="*/ 6131969 w 6812800"/>
                <a:gd name="connsiteY26" fmla="*/ 1325023 h 4422324"/>
                <a:gd name="connsiteX27" fmla="*/ 6445437 w 6812800"/>
                <a:gd name="connsiteY27" fmla="*/ 1289114 h 4422324"/>
                <a:gd name="connsiteX28" fmla="*/ 6667941 w 6812800"/>
                <a:gd name="connsiteY28" fmla="*/ 1217295 h 4422324"/>
                <a:gd name="connsiteX29" fmla="*/ 6809102 w 6812800"/>
                <a:gd name="connsiteY29" fmla="*/ 992315 h 4422324"/>
                <a:gd name="connsiteX30" fmla="*/ 6787575 w 6812800"/>
                <a:gd name="connsiteY30" fmla="*/ 824770 h 4422324"/>
                <a:gd name="connsiteX31" fmla="*/ 6639271 w 6812800"/>
                <a:gd name="connsiteY31" fmla="*/ 654844 h 4422324"/>
                <a:gd name="connsiteX32" fmla="*/ 6390478 w 6812800"/>
                <a:gd name="connsiteY32" fmla="*/ 506444 h 4422324"/>
                <a:gd name="connsiteX33" fmla="*/ 6089011 w 6812800"/>
                <a:gd name="connsiteY33" fmla="*/ 353282 h 4422324"/>
                <a:gd name="connsiteX34" fmla="*/ 5988523 w 6812800"/>
                <a:gd name="connsiteY34" fmla="*/ 164211 h 4422324"/>
                <a:gd name="connsiteX35" fmla="*/ 6081296 w 6812800"/>
                <a:gd name="connsiteY35" fmla="*/ 0 h 4422324"/>
                <a:gd name="connsiteX0" fmla="*/ 0 w 6812800"/>
                <a:gd name="connsiteY0" fmla="*/ 2042656 h 4422324"/>
                <a:gd name="connsiteX1" fmla="*/ 931445 w 6812800"/>
                <a:gd name="connsiteY1" fmla="*/ 2009296 h 4422324"/>
                <a:gd name="connsiteX2" fmla="*/ 1454528 w 6812800"/>
                <a:gd name="connsiteY2" fmla="*/ 1926622 h 4422324"/>
                <a:gd name="connsiteX3" fmla="*/ 2055174 w 6812800"/>
                <a:gd name="connsiteY3" fmla="*/ 2147697 h 4422324"/>
                <a:gd name="connsiteX4" fmla="*/ 2230053 w 6812800"/>
                <a:gd name="connsiteY4" fmla="*/ 2370677 h 4422324"/>
                <a:gd name="connsiteX5" fmla="*/ 2201002 w 6812800"/>
                <a:gd name="connsiteY5" fmla="*/ 2632043 h 4422324"/>
                <a:gd name="connsiteX6" fmla="*/ 2057460 w 6812800"/>
                <a:gd name="connsiteY6" fmla="*/ 2947988 h 4422324"/>
                <a:gd name="connsiteX7" fmla="*/ 2025837 w 6812800"/>
                <a:gd name="connsiteY7" fmla="*/ 3462147 h 4422324"/>
                <a:gd name="connsiteX8" fmla="*/ 2149281 w 6812800"/>
                <a:gd name="connsiteY8" fmla="*/ 3792474 h 4422324"/>
                <a:gd name="connsiteX9" fmla="*/ 2284250 w 6812800"/>
                <a:gd name="connsiteY9" fmla="*/ 4048125 h 4422324"/>
                <a:gd name="connsiteX10" fmla="*/ 2493896 w 6812800"/>
                <a:gd name="connsiteY10" fmla="*/ 4257866 h 4422324"/>
                <a:gd name="connsiteX11" fmla="*/ 2866133 w 6812800"/>
                <a:gd name="connsiteY11" fmla="*/ 4353687 h 4422324"/>
                <a:gd name="connsiteX12" fmla="*/ 3227511 w 6812800"/>
                <a:gd name="connsiteY12" fmla="*/ 4353687 h 4422324"/>
                <a:gd name="connsiteX13" fmla="*/ 3483638 w 6812800"/>
                <a:gd name="connsiteY13" fmla="*/ 4368927 h 4422324"/>
                <a:gd name="connsiteX14" fmla="*/ 3799297 w 6812800"/>
                <a:gd name="connsiteY14" fmla="*/ 4402170 h 4422324"/>
                <a:gd name="connsiteX15" fmla="*/ 4060949 w 6812800"/>
                <a:gd name="connsiteY15" fmla="*/ 4413218 h 4422324"/>
                <a:gd name="connsiteX16" fmla="*/ 4228493 w 6812800"/>
                <a:gd name="connsiteY16" fmla="*/ 4330065 h 4422324"/>
                <a:gd name="connsiteX17" fmla="*/ 4469095 w 6812800"/>
                <a:gd name="connsiteY17" fmla="*/ 4147280 h 4422324"/>
                <a:gd name="connsiteX18" fmla="*/ 4952393 w 6812800"/>
                <a:gd name="connsiteY18" fmla="*/ 3682841 h 4422324"/>
                <a:gd name="connsiteX19" fmla="*/ 5225190 w 6812800"/>
                <a:gd name="connsiteY19" fmla="*/ 3409950 h 4422324"/>
                <a:gd name="connsiteX20" fmla="*/ 5512273 w 6812800"/>
                <a:gd name="connsiteY20" fmla="*/ 3058097 h 4422324"/>
                <a:gd name="connsiteX21" fmla="*/ 5694105 w 6812800"/>
                <a:gd name="connsiteY21" fmla="*/ 2675096 h 4422324"/>
                <a:gd name="connsiteX22" fmla="*/ 5808977 w 6812800"/>
                <a:gd name="connsiteY22" fmla="*/ 2136458 h 4422324"/>
                <a:gd name="connsiteX23" fmla="*/ 5890320 w 6812800"/>
                <a:gd name="connsiteY23" fmla="*/ 1772603 h 4422324"/>
                <a:gd name="connsiteX24" fmla="*/ 6000334 w 6812800"/>
                <a:gd name="connsiteY24" fmla="*/ 1456658 h 4422324"/>
                <a:gd name="connsiteX25" fmla="*/ 6131969 w 6812800"/>
                <a:gd name="connsiteY25" fmla="*/ 1325023 h 4422324"/>
                <a:gd name="connsiteX26" fmla="*/ 6445437 w 6812800"/>
                <a:gd name="connsiteY26" fmla="*/ 1289114 h 4422324"/>
                <a:gd name="connsiteX27" fmla="*/ 6667941 w 6812800"/>
                <a:gd name="connsiteY27" fmla="*/ 1217295 h 4422324"/>
                <a:gd name="connsiteX28" fmla="*/ 6809102 w 6812800"/>
                <a:gd name="connsiteY28" fmla="*/ 992315 h 4422324"/>
                <a:gd name="connsiteX29" fmla="*/ 6787575 w 6812800"/>
                <a:gd name="connsiteY29" fmla="*/ 824770 h 4422324"/>
                <a:gd name="connsiteX30" fmla="*/ 6639271 w 6812800"/>
                <a:gd name="connsiteY30" fmla="*/ 654844 h 4422324"/>
                <a:gd name="connsiteX31" fmla="*/ 6390478 w 6812800"/>
                <a:gd name="connsiteY31" fmla="*/ 506444 h 4422324"/>
                <a:gd name="connsiteX32" fmla="*/ 6089011 w 6812800"/>
                <a:gd name="connsiteY32" fmla="*/ 353282 h 4422324"/>
                <a:gd name="connsiteX33" fmla="*/ 5988523 w 6812800"/>
                <a:gd name="connsiteY33" fmla="*/ 164211 h 4422324"/>
                <a:gd name="connsiteX34" fmla="*/ 6081296 w 6812800"/>
                <a:gd name="connsiteY34" fmla="*/ 0 h 4422324"/>
                <a:gd name="connsiteX0" fmla="*/ 0 w 6812800"/>
                <a:gd name="connsiteY0" fmla="*/ 2045702 h 4425370"/>
                <a:gd name="connsiteX1" fmla="*/ 931445 w 6812800"/>
                <a:gd name="connsiteY1" fmla="*/ 2012342 h 4425370"/>
                <a:gd name="connsiteX2" fmla="*/ 1454528 w 6812800"/>
                <a:gd name="connsiteY2" fmla="*/ 1929668 h 4425370"/>
                <a:gd name="connsiteX3" fmla="*/ 2055174 w 6812800"/>
                <a:gd name="connsiteY3" fmla="*/ 2150743 h 4425370"/>
                <a:gd name="connsiteX4" fmla="*/ 2230053 w 6812800"/>
                <a:gd name="connsiteY4" fmla="*/ 2373723 h 4425370"/>
                <a:gd name="connsiteX5" fmla="*/ 2201002 w 6812800"/>
                <a:gd name="connsiteY5" fmla="*/ 2635089 h 4425370"/>
                <a:gd name="connsiteX6" fmla="*/ 2057460 w 6812800"/>
                <a:gd name="connsiteY6" fmla="*/ 2951034 h 4425370"/>
                <a:gd name="connsiteX7" fmla="*/ 2025837 w 6812800"/>
                <a:gd name="connsiteY7" fmla="*/ 3465193 h 4425370"/>
                <a:gd name="connsiteX8" fmla="*/ 2149281 w 6812800"/>
                <a:gd name="connsiteY8" fmla="*/ 3795520 h 4425370"/>
                <a:gd name="connsiteX9" fmla="*/ 2284250 w 6812800"/>
                <a:gd name="connsiteY9" fmla="*/ 4051171 h 4425370"/>
                <a:gd name="connsiteX10" fmla="*/ 2493896 w 6812800"/>
                <a:gd name="connsiteY10" fmla="*/ 4260912 h 4425370"/>
                <a:gd name="connsiteX11" fmla="*/ 2866133 w 6812800"/>
                <a:gd name="connsiteY11" fmla="*/ 4356733 h 4425370"/>
                <a:gd name="connsiteX12" fmla="*/ 3227511 w 6812800"/>
                <a:gd name="connsiteY12" fmla="*/ 4356733 h 4425370"/>
                <a:gd name="connsiteX13" fmla="*/ 3483638 w 6812800"/>
                <a:gd name="connsiteY13" fmla="*/ 4371973 h 4425370"/>
                <a:gd name="connsiteX14" fmla="*/ 3799297 w 6812800"/>
                <a:gd name="connsiteY14" fmla="*/ 4405216 h 4425370"/>
                <a:gd name="connsiteX15" fmla="*/ 4060949 w 6812800"/>
                <a:gd name="connsiteY15" fmla="*/ 4416264 h 4425370"/>
                <a:gd name="connsiteX16" fmla="*/ 4228493 w 6812800"/>
                <a:gd name="connsiteY16" fmla="*/ 4333111 h 4425370"/>
                <a:gd name="connsiteX17" fmla="*/ 4469095 w 6812800"/>
                <a:gd name="connsiteY17" fmla="*/ 4150326 h 4425370"/>
                <a:gd name="connsiteX18" fmla="*/ 4952393 w 6812800"/>
                <a:gd name="connsiteY18" fmla="*/ 3685887 h 4425370"/>
                <a:gd name="connsiteX19" fmla="*/ 5225190 w 6812800"/>
                <a:gd name="connsiteY19" fmla="*/ 3412996 h 4425370"/>
                <a:gd name="connsiteX20" fmla="*/ 5512273 w 6812800"/>
                <a:gd name="connsiteY20" fmla="*/ 3061143 h 4425370"/>
                <a:gd name="connsiteX21" fmla="*/ 5694105 w 6812800"/>
                <a:gd name="connsiteY21" fmla="*/ 2678142 h 4425370"/>
                <a:gd name="connsiteX22" fmla="*/ 5808977 w 6812800"/>
                <a:gd name="connsiteY22" fmla="*/ 2139504 h 4425370"/>
                <a:gd name="connsiteX23" fmla="*/ 5890320 w 6812800"/>
                <a:gd name="connsiteY23" fmla="*/ 1775649 h 4425370"/>
                <a:gd name="connsiteX24" fmla="*/ 6000334 w 6812800"/>
                <a:gd name="connsiteY24" fmla="*/ 1459704 h 4425370"/>
                <a:gd name="connsiteX25" fmla="*/ 6131969 w 6812800"/>
                <a:gd name="connsiteY25" fmla="*/ 1328069 h 4425370"/>
                <a:gd name="connsiteX26" fmla="*/ 6445437 w 6812800"/>
                <a:gd name="connsiteY26" fmla="*/ 1292160 h 4425370"/>
                <a:gd name="connsiteX27" fmla="*/ 6667941 w 6812800"/>
                <a:gd name="connsiteY27" fmla="*/ 1220341 h 4425370"/>
                <a:gd name="connsiteX28" fmla="*/ 6809102 w 6812800"/>
                <a:gd name="connsiteY28" fmla="*/ 995361 h 4425370"/>
                <a:gd name="connsiteX29" fmla="*/ 6787575 w 6812800"/>
                <a:gd name="connsiteY29" fmla="*/ 827816 h 4425370"/>
                <a:gd name="connsiteX30" fmla="*/ 6639271 w 6812800"/>
                <a:gd name="connsiteY30" fmla="*/ 657890 h 4425370"/>
                <a:gd name="connsiteX31" fmla="*/ 6390478 w 6812800"/>
                <a:gd name="connsiteY31" fmla="*/ 509490 h 4425370"/>
                <a:gd name="connsiteX32" fmla="*/ 6089011 w 6812800"/>
                <a:gd name="connsiteY32" fmla="*/ 356328 h 4425370"/>
                <a:gd name="connsiteX33" fmla="*/ 5988523 w 6812800"/>
                <a:gd name="connsiteY33" fmla="*/ 167257 h 4425370"/>
                <a:gd name="connsiteX34" fmla="*/ 737567 w 6812800"/>
                <a:gd name="connsiteY34" fmla="*/ 0 h 4425370"/>
                <a:gd name="connsiteX0" fmla="*/ 0 w 6812800"/>
                <a:gd name="connsiteY0" fmla="*/ 4087886 h 6467554"/>
                <a:gd name="connsiteX1" fmla="*/ 931445 w 6812800"/>
                <a:gd name="connsiteY1" fmla="*/ 4054526 h 6467554"/>
                <a:gd name="connsiteX2" fmla="*/ 1454528 w 6812800"/>
                <a:gd name="connsiteY2" fmla="*/ 3971852 h 6467554"/>
                <a:gd name="connsiteX3" fmla="*/ 2055174 w 6812800"/>
                <a:gd name="connsiteY3" fmla="*/ 4192927 h 6467554"/>
                <a:gd name="connsiteX4" fmla="*/ 2230053 w 6812800"/>
                <a:gd name="connsiteY4" fmla="*/ 4415907 h 6467554"/>
                <a:gd name="connsiteX5" fmla="*/ 2201002 w 6812800"/>
                <a:gd name="connsiteY5" fmla="*/ 4677273 h 6467554"/>
                <a:gd name="connsiteX6" fmla="*/ 2057460 w 6812800"/>
                <a:gd name="connsiteY6" fmla="*/ 4993218 h 6467554"/>
                <a:gd name="connsiteX7" fmla="*/ 2025837 w 6812800"/>
                <a:gd name="connsiteY7" fmla="*/ 5507377 h 6467554"/>
                <a:gd name="connsiteX8" fmla="*/ 2149281 w 6812800"/>
                <a:gd name="connsiteY8" fmla="*/ 5837704 h 6467554"/>
                <a:gd name="connsiteX9" fmla="*/ 2284250 w 6812800"/>
                <a:gd name="connsiteY9" fmla="*/ 6093355 h 6467554"/>
                <a:gd name="connsiteX10" fmla="*/ 2493896 w 6812800"/>
                <a:gd name="connsiteY10" fmla="*/ 6303096 h 6467554"/>
                <a:gd name="connsiteX11" fmla="*/ 2866133 w 6812800"/>
                <a:gd name="connsiteY11" fmla="*/ 6398917 h 6467554"/>
                <a:gd name="connsiteX12" fmla="*/ 3227511 w 6812800"/>
                <a:gd name="connsiteY12" fmla="*/ 6398917 h 6467554"/>
                <a:gd name="connsiteX13" fmla="*/ 3483638 w 6812800"/>
                <a:gd name="connsiteY13" fmla="*/ 6414157 h 6467554"/>
                <a:gd name="connsiteX14" fmla="*/ 3799297 w 6812800"/>
                <a:gd name="connsiteY14" fmla="*/ 6447400 h 6467554"/>
                <a:gd name="connsiteX15" fmla="*/ 4060949 w 6812800"/>
                <a:gd name="connsiteY15" fmla="*/ 6458448 h 6467554"/>
                <a:gd name="connsiteX16" fmla="*/ 4228493 w 6812800"/>
                <a:gd name="connsiteY16" fmla="*/ 6375295 h 6467554"/>
                <a:gd name="connsiteX17" fmla="*/ 4469095 w 6812800"/>
                <a:gd name="connsiteY17" fmla="*/ 6192510 h 6467554"/>
                <a:gd name="connsiteX18" fmla="*/ 4952393 w 6812800"/>
                <a:gd name="connsiteY18" fmla="*/ 5728071 h 6467554"/>
                <a:gd name="connsiteX19" fmla="*/ 5225190 w 6812800"/>
                <a:gd name="connsiteY19" fmla="*/ 5455180 h 6467554"/>
                <a:gd name="connsiteX20" fmla="*/ 5512273 w 6812800"/>
                <a:gd name="connsiteY20" fmla="*/ 5103327 h 6467554"/>
                <a:gd name="connsiteX21" fmla="*/ 5694105 w 6812800"/>
                <a:gd name="connsiteY21" fmla="*/ 4720326 h 6467554"/>
                <a:gd name="connsiteX22" fmla="*/ 5808977 w 6812800"/>
                <a:gd name="connsiteY22" fmla="*/ 4181688 h 6467554"/>
                <a:gd name="connsiteX23" fmla="*/ 5890320 w 6812800"/>
                <a:gd name="connsiteY23" fmla="*/ 3817833 h 6467554"/>
                <a:gd name="connsiteX24" fmla="*/ 6000334 w 6812800"/>
                <a:gd name="connsiteY24" fmla="*/ 3501888 h 6467554"/>
                <a:gd name="connsiteX25" fmla="*/ 6131969 w 6812800"/>
                <a:gd name="connsiteY25" fmla="*/ 3370253 h 6467554"/>
                <a:gd name="connsiteX26" fmla="*/ 6445437 w 6812800"/>
                <a:gd name="connsiteY26" fmla="*/ 3334344 h 6467554"/>
                <a:gd name="connsiteX27" fmla="*/ 6667941 w 6812800"/>
                <a:gd name="connsiteY27" fmla="*/ 3262525 h 6467554"/>
                <a:gd name="connsiteX28" fmla="*/ 6809102 w 6812800"/>
                <a:gd name="connsiteY28" fmla="*/ 3037545 h 6467554"/>
                <a:gd name="connsiteX29" fmla="*/ 6787575 w 6812800"/>
                <a:gd name="connsiteY29" fmla="*/ 2870000 h 6467554"/>
                <a:gd name="connsiteX30" fmla="*/ 6639271 w 6812800"/>
                <a:gd name="connsiteY30" fmla="*/ 2700074 h 6467554"/>
                <a:gd name="connsiteX31" fmla="*/ 6390478 w 6812800"/>
                <a:gd name="connsiteY31" fmla="*/ 2551674 h 6467554"/>
                <a:gd name="connsiteX32" fmla="*/ 6089011 w 6812800"/>
                <a:gd name="connsiteY32" fmla="*/ 2398512 h 6467554"/>
                <a:gd name="connsiteX33" fmla="*/ 5988523 w 6812800"/>
                <a:gd name="connsiteY33" fmla="*/ 2209441 h 6467554"/>
                <a:gd name="connsiteX34" fmla="*/ 722132 w 6812800"/>
                <a:gd name="connsiteY34" fmla="*/ 0 h 6467554"/>
                <a:gd name="connsiteX0" fmla="*/ 0 w 6812800"/>
                <a:gd name="connsiteY0" fmla="*/ 1878445 h 4258113"/>
                <a:gd name="connsiteX1" fmla="*/ 931445 w 6812800"/>
                <a:gd name="connsiteY1" fmla="*/ 1845085 h 4258113"/>
                <a:gd name="connsiteX2" fmla="*/ 1454528 w 6812800"/>
                <a:gd name="connsiteY2" fmla="*/ 1762411 h 4258113"/>
                <a:gd name="connsiteX3" fmla="*/ 2055174 w 6812800"/>
                <a:gd name="connsiteY3" fmla="*/ 1983486 h 4258113"/>
                <a:gd name="connsiteX4" fmla="*/ 2230053 w 6812800"/>
                <a:gd name="connsiteY4" fmla="*/ 2206466 h 4258113"/>
                <a:gd name="connsiteX5" fmla="*/ 2201002 w 6812800"/>
                <a:gd name="connsiteY5" fmla="*/ 2467832 h 4258113"/>
                <a:gd name="connsiteX6" fmla="*/ 2057460 w 6812800"/>
                <a:gd name="connsiteY6" fmla="*/ 2783777 h 4258113"/>
                <a:gd name="connsiteX7" fmla="*/ 2025837 w 6812800"/>
                <a:gd name="connsiteY7" fmla="*/ 3297936 h 4258113"/>
                <a:gd name="connsiteX8" fmla="*/ 2149281 w 6812800"/>
                <a:gd name="connsiteY8" fmla="*/ 3628263 h 4258113"/>
                <a:gd name="connsiteX9" fmla="*/ 2284250 w 6812800"/>
                <a:gd name="connsiteY9" fmla="*/ 3883914 h 4258113"/>
                <a:gd name="connsiteX10" fmla="*/ 2493896 w 6812800"/>
                <a:gd name="connsiteY10" fmla="*/ 4093655 h 4258113"/>
                <a:gd name="connsiteX11" fmla="*/ 2866133 w 6812800"/>
                <a:gd name="connsiteY11" fmla="*/ 4189476 h 4258113"/>
                <a:gd name="connsiteX12" fmla="*/ 3227511 w 6812800"/>
                <a:gd name="connsiteY12" fmla="*/ 4189476 h 4258113"/>
                <a:gd name="connsiteX13" fmla="*/ 3483638 w 6812800"/>
                <a:gd name="connsiteY13" fmla="*/ 4204716 h 4258113"/>
                <a:gd name="connsiteX14" fmla="*/ 3799297 w 6812800"/>
                <a:gd name="connsiteY14" fmla="*/ 4237959 h 4258113"/>
                <a:gd name="connsiteX15" fmla="*/ 4060949 w 6812800"/>
                <a:gd name="connsiteY15" fmla="*/ 4249007 h 4258113"/>
                <a:gd name="connsiteX16" fmla="*/ 4228493 w 6812800"/>
                <a:gd name="connsiteY16" fmla="*/ 4165854 h 4258113"/>
                <a:gd name="connsiteX17" fmla="*/ 4469095 w 6812800"/>
                <a:gd name="connsiteY17" fmla="*/ 3983069 h 4258113"/>
                <a:gd name="connsiteX18" fmla="*/ 4952393 w 6812800"/>
                <a:gd name="connsiteY18" fmla="*/ 3518630 h 4258113"/>
                <a:gd name="connsiteX19" fmla="*/ 5225190 w 6812800"/>
                <a:gd name="connsiteY19" fmla="*/ 3245739 h 4258113"/>
                <a:gd name="connsiteX20" fmla="*/ 5512273 w 6812800"/>
                <a:gd name="connsiteY20" fmla="*/ 2893886 h 4258113"/>
                <a:gd name="connsiteX21" fmla="*/ 5694105 w 6812800"/>
                <a:gd name="connsiteY21" fmla="*/ 2510885 h 4258113"/>
                <a:gd name="connsiteX22" fmla="*/ 5808977 w 6812800"/>
                <a:gd name="connsiteY22" fmla="*/ 1972247 h 4258113"/>
                <a:gd name="connsiteX23" fmla="*/ 5890320 w 6812800"/>
                <a:gd name="connsiteY23" fmla="*/ 1608392 h 4258113"/>
                <a:gd name="connsiteX24" fmla="*/ 6000334 w 6812800"/>
                <a:gd name="connsiteY24" fmla="*/ 1292447 h 4258113"/>
                <a:gd name="connsiteX25" fmla="*/ 6131969 w 6812800"/>
                <a:gd name="connsiteY25" fmla="*/ 1160812 h 4258113"/>
                <a:gd name="connsiteX26" fmla="*/ 6445437 w 6812800"/>
                <a:gd name="connsiteY26" fmla="*/ 1124903 h 4258113"/>
                <a:gd name="connsiteX27" fmla="*/ 6667941 w 6812800"/>
                <a:gd name="connsiteY27" fmla="*/ 1053084 h 4258113"/>
                <a:gd name="connsiteX28" fmla="*/ 6809102 w 6812800"/>
                <a:gd name="connsiteY28" fmla="*/ 828104 h 4258113"/>
                <a:gd name="connsiteX29" fmla="*/ 6787575 w 6812800"/>
                <a:gd name="connsiteY29" fmla="*/ 660559 h 4258113"/>
                <a:gd name="connsiteX30" fmla="*/ 6639271 w 6812800"/>
                <a:gd name="connsiteY30" fmla="*/ 490633 h 4258113"/>
                <a:gd name="connsiteX31" fmla="*/ 6390478 w 6812800"/>
                <a:gd name="connsiteY31" fmla="*/ 342233 h 4258113"/>
                <a:gd name="connsiteX32" fmla="*/ 6089011 w 6812800"/>
                <a:gd name="connsiteY32" fmla="*/ 189071 h 4258113"/>
                <a:gd name="connsiteX33" fmla="*/ 5988523 w 6812800"/>
                <a:gd name="connsiteY33" fmla="*/ 0 h 4258113"/>
                <a:gd name="connsiteX0" fmla="*/ 0 w 6812800"/>
                <a:gd name="connsiteY0" fmla="*/ 1689374 h 4069042"/>
                <a:gd name="connsiteX1" fmla="*/ 931445 w 6812800"/>
                <a:gd name="connsiteY1" fmla="*/ 1656014 h 4069042"/>
                <a:gd name="connsiteX2" fmla="*/ 1454528 w 6812800"/>
                <a:gd name="connsiteY2" fmla="*/ 1573340 h 4069042"/>
                <a:gd name="connsiteX3" fmla="*/ 2055174 w 6812800"/>
                <a:gd name="connsiteY3" fmla="*/ 1794415 h 4069042"/>
                <a:gd name="connsiteX4" fmla="*/ 2230053 w 6812800"/>
                <a:gd name="connsiteY4" fmla="*/ 2017395 h 4069042"/>
                <a:gd name="connsiteX5" fmla="*/ 2201002 w 6812800"/>
                <a:gd name="connsiteY5" fmla="*/ 2278761 h 4069042"/>
                <a:gd name="connsiteX6" fmla="*/ 2057460 w 6812800"/>
                <a:gd name="connsiteY6" fmla="*/ 2594706 h 4069042"/>
                <a:gd name="connsiteX7" fmla="*/ 2025837 w 6812800"/>
                <a:gd name="connsiteY7" fmla="*/ 3108865 h 4069042"/>
                <a:gd name="connsiteX8" fmla="*/ 2149281 w 6812800"/>
                <a:gd name="connsiteY8" fmla="*/ 3439192 h 4069042"/>
                <a:gd name="connsiteX9" fmla="*/ 2284250 w 6812800"/>
                <a:gd name="connsiteY9" fmla="*/ 3694843 h 4069042"/>
                <a:gd name="connsiteX10" fmla="*/ 2493896 w 6812800"/>
                <a:gd name="connsiteY10" fmla="*/ 3904584 h 4069042"/>
                <a:gd name="connsiteX11" fmla="*/ 2866133 w 6812800"/>
                <a:gd name="connsiteY11" fmla="*/ 4000405 h 4069042"/>
                <a:gd name="connsiteX12" fmla="*/ 3227511 w 6812800"/>
                <a:gd name="connsiteY12" fmla="*/ 4000405 h 4069042"/>
                <a:gd name="connsiteX13" fmla="*/ 3483638 w 6812800"/>
                <a:gd name="connsiteY13" fmla="*/ 4015645 h 4069042"/>
                <a:gd name="connsiteX14" fmla="*/ 3799297 w 6812800"/>
                <a:gd name="connsiteY14" fmla="*/ 4048888 h 4069042"/>
                <a:gd name="connsiteX15" fmla="*/ 4060949 w 6812800"/>
                <a:gd name="connsiteY15" fmla="*/ 4059936 h 4069042"/>
                <a:gd name="connsiteX16" fmla="*/ 4228493 w 6812800"/>
                <a:gd name="connsiteY16" fmla="*/ 3976783 h 4069042"/>
                <a:gd name="connsiteX17" fmla="*/ 4469095 w 6812800"/>
                <a:gd name="connsiteY17" fmla="*/ 3793998 h 4069042"/>
                <a:gd name="connsiteX18" fmla="*/ 4952393 w 6812800"/>
                <a:gd name="connsiteY18" fmla="*/ 3329559 h 4069042"/>
                <a:gd name="connsiteX19" fmla="*/ 5225190 w 6812800"/>
                <a:gd name="connsiteY19" fmla="*/ 3056668 h 4069042"/>
                <a:gd name="connsiteX20" fmla="*/ 5512273 w 6812800"/>
                <a:gd name="connsiteY20" fmla="*/ 2704815 h 4069042"/>
                <a:gd name="connsiteX21" fmla="*/ 5694105 w 6812800"/>
                <a:gd name="connsiteY21" fmla="*/ 2321814 h 4069042"/>
                <a:gd name="connsiteX22" fmla="*/ 5808977 w 6812800"/>
                <a:gd name="connsiteY22" fmla="*/ 1783176 h 4069042"/>
                <a:gd name="connsiteX23" fmla="*/ 5890320 w 6812800"/>
                <a:gd name="connsiteY23" fmla="*/ 1419321 h 4069042"/>
                <a:gd name="connsiteX24" fmla="*/ 6000334 w 6812800"/>
                <a:gd name="connsiteY24" fmla="*/ 1103376 h 4069042"/>
                <a:gd name="connsiteX25" fmla="*/ 6131969 w 6812800"/>
                <a:gd name="connsiteY25" fmla="*/ 971741 h 4069042"/>
                <a:gd name="connsiteX26" fmla="*/ 6445437 w 6812800"/>
                <a:gd name="connsiteY26" fmla="*/ 935832 h 4069042"/>
                <a:gd name="connsiteX27" fmla="*/ 6667941 w 6812800"/>
                <a:gd name="connsiteY27" fmla="*/ 864013 h 4069042"/>
                <a:gd name="connsiteX28" fmla="*/ 6809102 w 6812800"/>
                <a:gd name="connsiteY28" fmla="*/ 639033 h 4069042"/>
                <a:gd name="connsiteX29" fmla="*/ 6787575 w 6812800"/>
                <a:gd name="connsiteY29" fmla="*/ 471488 h 4069042"/>
                <a:gd name="connsiteX30" fmla="*/ 6639271 w 6812800"/>
                <a:gd name="connsiteY30" fmla="*/ 301562 h 4069042"/>
                <a:gd name="connsiteX31" fmla="*/ 6390478 w 6812800"/>
                <a:gd name="connsiteY31" fmla="*/ 153162 h 4069042"/>
                <a:gd name="connsiteX32" fmla="*/ 6089011 w 6812800"/>
                <a:gd name="connsiteY32" fmla="*/ 0 h 4069042"/>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694105 w 6812800"/>
                <a:gd name="connsiteY21" fmla="*/ 2168652 h 3915880"/>
                <a:gd name="connsiteX22" fmla="*/ 5808977 w 6812800"/>
                <a:gd name="connsiteY22" fmla="*/ 1630014 h 3915880"/>
                <a:gd name="connsiteX23" fmla="*/ 5890320 w 6812800"/>
                <a:gd name="connsiteY23" fmla="*/ 1266159 h 3915880"/>
                <a:gd name="connsiteX24" fmla="*/ 6000334 w 6812800"/>
                <a:gd name="connsiteY24" fmla="*/ 950214 h 3915880"/>
                <a:gd name="connsiteX25" fmla="*/ 6131969 w 6812800"/>
                <a:gd name="connsiteY25" fmla="*/ 818579 h 3915880"/>
                <a:gd name="connsiteX26" fmla="*/ 6445437 w 6812800"/>
                <a:gd name="connsiteY26" fmla="*/ 782670 h 3915880"/>
                <a:gd name="connsiteX27" fmla="*/ 6667941 w 6812800"/>
                <a:gd name="connsiteY27" fmla="*/ 710851 h 3915880"/>
                <a:gd name="connsiteX28" fmla="*/ 6809102 w 6812800"/>
                <a:gd name="connsiteY28" fmla="*/ 485871 h 3915880"/>
                <a:gd name="connsiteX29" fmla="*/ 6787575 w 6812800"/>
                <a:gd name="connsiteY29" fmla="*/ 318326 h 3915880"/>
                <a:gd name="connsiteX30" fmla="*/ 6639271 w 6812800"/>
                <a:gd name="connsiteY30" fmla="*/ 148400 h 3915880"/>
                <a:gd name="connsiteX31" fmla="*/ 6390478 w 6812800"/>
                <a:gd name="connsiteY31"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694105 w 6812800"/>
                <a:gd name="connsiteY21" fmla="*/ 2168652 h 3915880"/>
                <a:gd name="connsiteX22" fmla="*/ 5808977 w 6812800"/>
                <a:gd name="connsiteY22" fmla="*/ 1630014 h 3915880"/>
                <a:gd name="connsiteX23" fmla="*/ 5890320 w 6812800"/>
                <a:gd name="connsiteY23" fmla="*/ 1266159 h 3915880"/>
                <a:gd name="connsiteX24" fmla="*/ 6000334 w 6812800"/>
                <a:gd name="connsiteY24" fmla="*/ 950214 h 3915880"/>
                <a:gd name="connsiteX25" fmla="*/ 6445437 w 6812800"/>
                <a:gd name="connsiteY25" fmla="*/ 782670 h 3915880"/>
                <a:gd name="connsiteX26" fmla="*/ 6667941 w 6812800"/>
                <a:gd name="connsiteY26" fmla="*/ 710851 h 3915880"/>
                <a:gd name="connsiteX27" fmla="*/ 6809102 w 6812800"/>
                <a:gd name="connsiteY27" fmla="*/ 485871 h 3915880"/>
                <a:gd name="connsiteX28" fmla="*/ 6787575 w 6812800"/>
                <a:gd name="connsiteY28" fmla="*/ 318326 h 3915880"/>
                <a:gd name="connsiteX29" fmla="*/ 6639271 w 6812800"/>
                <a:gd name="connsiteY29" fmla="*/ 148400 h 3915880"/>
                <a:gd name="connsiteX30" fmla="*/ 6390478 w 6812800"/>
                <a:gd name="connsiteY30"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808977 w 6812800"/>
                <a:gd name="connsiteY21" fmla="*/ 1630014 h 3915880"/>
                <a:gd name="connsiteX22" fmla="*/ 5890320 w 6812800"/>
                <a:gd name="connsiteY22" fmla="*/ 1266159 h 3915880"/>
                <a:gd name="connsiteX23" fmla="*/ 6000334 w 6812800"/>
                <a:gd name="connsiteY23" fmla="*/ 950214 h 3915880"/>
                <a:gd name="connsiteX24" fmla="*/ 6445437 w 6812800"/>
                <a:gd name="connsiteY24" fmla="*/ 782670 h 3915880"/>
                <a:gd name="connsiteX25" fmla="*/ 6667941 w 6812800"/>
                <a:gd name="connsiteY25" fmla="*/ 710851 h 3915880"/>
                <a:gd name="connsiteX26" fmla="*/ 6809102 w 6812800"/>
                <a:gd name="connsiteY26" fmla="*/ 485871 h 3915880"/>
                <a:gd name="connsiteX27" fmla="*/ 6787575 w 6812800"/>
                <a:gd name="connsiteY27" fmla="*/ 318326 h 3915880"/>
                <a:gd name="connsiteX28" fmla="*/ 6639271 w 6812800"/>
                <a:gd name="connsiteY28" fmla="*/ 148400 h 3915880"/>
                <a:gd name="connsiteX29" fmla="*/ 6390478 w 6812800"/>
                <a:gd name="connsiteY29" fmla="*/ 0 h 3915880"/>
                <a:gd name="connsiteX0" fmla="*/ 0 w 6812800"/>
                <a:gd name="connsiteY0" fmla="*/ 1536212 h 3915880"/>
                <a:gd name="connsiteX1" fmla="*/ 931445 w 6812800"/>
                <a:gd name="connsiteY1" fmla="*/ 1502852 h 3915880"/>
                <a:gd name="connsiteX2" fmla="*/ 1454528 w 6812800"/>
                <a:gd name="connsiteY2" fmla="*/ 1420178 h 3915880"/>
                <a:gd name="connsiteX3" fmla="*/ 2055174 w 6812800"/>
                <a:gd name="connsiteY3" fmla="*/ 1641253 h 3915880"/>
                <a:gd name="connsiteX4" fmla="*/ 2230053 w 6812800"/>
                <a:gd name="connsiteY4" fmla="*/ 1864233 h 3915880"/>
                <a:gd name="connsiteX5" fmla="*/ 2201002 w 6812800"/>
                <a:gd name="connsiteY5" fmla="*/ 2125599 h 3915880"/>
                <a:gd name="connsiteX6" fmla="*/ 2057460 w 6812800"/>
                <a:gd name="connsiteY6" fmla="*/ 2441544 h 3915880"/>
                <a:gd name="connsiteX7" fmla="*/ 2025837 w 6812800"/>
                <a:gd name="connsiteY7" fmla="*/ 2955703 h 3915880"/>
                <a:gd name="connsiteX8" fmla="*/ 2149281 w 6812800"/>
                <a:gd name="connsiteY8" fmla="*/ 3286030 h 3915880"/>
                <a:gd name="connsiteX9" fmla="*/ 2284250 w 6812800"/>
                <a:gd name="connsiteY9" fmla="*/ 3541681 h 3915880"/>
                <a:gd name="connsiteX10" fmla="*/ 2493896 w 6812800"/>
                <a:gd name="connsiteY10" fmla="*/ 3751422 h 3915880"/>
                <a:gd name="connsiteX11" fmla="*/ 2866133 w 6812800"/>
                <a:gd name="connsiteY11" fmla="*/ 3847243 h 3915880"/>
                <a:gd name="connsiteX12" fmla="*/ 3227511 w 6812800"/>
                <a:gd name="connsiteY12" fmla="*/ 3847243 h 3915880"/>
                <a:gd name="connsiteX13" fmla="*/ 3483638 w 6812800"/>
                <a:gd name="connsiteY13" fmla="*/ 3862483 h 3915880"/>
                <a:gd name="connsiteX14" fmla="*/ 3799297 w 6812800"/>
                <a:gd name="connsiteY14" fmla="*/ 3895726 h 3915880"/>
                <a:gd name="connsiteX15" fmla="*/ 4060949 w 6812800"/>
                <a:gd name="connsiteY15" fmla="*/ 3906774 h 3915880"/>
                <a:gd name="connsiteX16" fmla="*/ 4228493 w 6812800"/>
                <a:gd name="connsiteY16" fmla="*/ 3823621 h 3915880"/>
                <a:gd name="connsiteX17" fmla="*/ 4469095 w 6812800"/>
                <a:gd name="connsiteY17" fmla="*/ 3640836 h 3915880"/>
                <a:gd name="connsiteX18" fmla="*/ 4952393 w 6812800"/>
                <a:gd name="connsiteY18" fmla="*/ 3176397 h 3915880"/>
                <a:gd name="connsiteX19" fmla="*/ 5225190 w 6812800"/>
                <a:gd name="connsiteY19" fmla="*/ 2903506 h 3915880"/>
                <a:gd name="connsiteX20" fmla="*/ 5512273 w 6812800"/>
                <a:gd name="connsiteY20" fmla="*/ 2551653 h 3915880"/>
                <a:gd name="connsiteX21" fmla="*/ 5890320 w 6812800"/>
                <a:gd name="connsiteY21" fmla="*/ 1266159 h 3915880"/>
                <a:gd name="connsiteX22" fmla="*/ 6000334 w 6812800"/>
                <a:gd name="connsiteY22" fmla="*/ 950214 h 3915880"/>
                <a:gd name="connsiteX23" fmla="*/ 6445437 w 6812800"/>
                <a:gd name="connsiteY23" fmla="*/ 782670 h 3915880"/>
                <a:gd name="connsiteX24" fmla="*/ 6667941 w 6812800"/>
                <a:gd name="connsiteY24" fmla="*/ 710851 h 3915880"/>
                <a:gd name="connsiteX25" fmla="*/ 6809102 w 6812800"/>
                <a:gd name="connsiteY25" fmla="*/ 485871 h 3915880"/>
                <a:gd name="connsiteX26" fmla="*/ 6787575 w 6812800"/>
                <a:gd name="connsiteY26" fmla="*/ 318326 h 3915880"/>
                <a:gd name="connsiteX27" fmla="*/ 6639271 w 6812800"/>
                <a:gd name="connsiteY27" fmla="*/ 148400 h 3915880"/>
                <a:gd name="connsiteX28" fmla="*/ 6390478 w 6812800"/>
                <a:gd name="connsiteY28" fmla="*/ 0 h 3915880"/>
                <a:gd name="connsiteX0" fmla="*/ 0 w 6335277"/>
                <a:gd name="connsiteY0" fmla="*/ 1600966 h 3915880"/>
                <a:gd name="connsiteX1" fmla="*/ 453922 w 6335277"/>
                <a:gd name="connsiteY1" fmla="*/ 1502852 h 3915880"/>
                <a:gd name="connsiteX2" fmla="*/ 977005 w 6335277"/>
                <a:gd name="connsiteY2" fmla="*/ 1420178 h 3915880"/>
                <a:gd name="connsiteX3" fmla="*/ 1577651 w 6335277"/>
                <a:gd name="connsiteY3" fmla="*/ 1641253 h 3915880"/>
                <a:gd name="connsiteX4" fmla="*/ 1752530 w 6335277"/>
                <a:gd name="connsiteY4" fmla="*/ 1864233 h 3915880"/>
                <a:gd name="connsiteX5" fmla="*/ 1723479 w 6335277"/>
                <a:gd name="connsiteY5" fmla="*/ 2125599 h 3915880"/>
                <a:gd name="connsiteX6" fmla="*/ 1579937 w 6335277"/>
                <a:gd name="connsiteY6" fmla="*/ 2441544 h 3915880"/>
                <a:gd name="connsiteX7" fmla="*/ 1548314 w 6335277"/>
                <a:gd name="connsiteY7" fmla="*/ 2955703 h 3915880"/>
                <a:gd name="connsiteX8" fmla="*/ 1671758 w 6335277"/>
                <a:gd name="connsiteY8" fmla="*/ 3286030 h 3915880"/>
                <a:gd name="connsiteX9" fmla="*/ 1806727 w 6335277"/>
                <a:gd name="connsiteY9" fmla="*/ 3541681 h 3915880"/>
                <a:gd name="connsiteX10" fmla="*/ 2016373 w 6335277"/>
                <a:gd name="connsiteY10" fmla="*/ 3751422 h 3915880"/>
                <a:gd name="connsiteX11" fmla="*/ 2388610 w 6335277"/>
                <a:gd name="connsiteY11" fmla="*/ 3847243 h 3915880"/>
                <a:gd name="connsiteX12" fmla="*/ 2749988 w 6335277"/>
                <a:gd name="connsiteY12" fmla="*/ 3847243 h 3915880"/>
                <a:gd name="connsiteX13" fmla="*/ 3006115 w 6335277"/>
                <a:gd name="connsiteY13" fmla="*/ 3862483 h 3915880"/>
                <a:gd name="connsiteX14" fmla="*/ 3321774 w 6335277"/>
                <a:gd name="connsiteY14" fmla="*/ 3895726 h 3915880"/>
                <a:gd name="connsiteX15" fmla="*/ 3583426 w 6335277"/>
                <a:gd name="connsiteY15" fmla="*/ 3906774 h 3915880"/>
                <a:gd name="connsiteX16" fmla="*/ 3750970 w 6335277"/>
                <a:gd name="connsiteY16" fmla="*/ 3823621 h 3915880"/>
                <a:gd name="connsiteX17" fmla="*/ 3991572 w 6335277"/>
                <a:gd name="connsiteY17" fmla="*/ 3640836 h 3915880"/>
                <a:gd name="connsiteX18" fmla="*/ 4474870 w 6335277"/>
                <a:gd name="connsiteY18" fmla="*/ 3176397 h 3915880"/>
                <a:gd name="connsiteX19" fmla="*/ 4747667 w 6335277"/>
                <a:gd name="connsiteY19" fmla="*/ 2903506 h 3915880"/>
                <a:gd name="connsiteX20" fmla="*/ 5034750 w 6335277"/>
                <a:gd name="connsiteY20" fmla="*/ 2551653 h 3915880"/>
                <a:gd name="connsiteX21" fmla="*/ 5412797 w 6335277"/>
                <a:gd name="connsiteY21" fmla="*/ 1266159 h 3915880"/>
                <a:gd name="connsiteX22" fmla="*/ 5522811 w 6335277"/>
                <a:gd name="connsiteY22" fmla="*/ 950214 h 3915880"/>
                <a:gd name="connsiteX23" fmla="*/ 5967914 w 6335277"/>
                <a:gd name="connsiteY23" fmla="*/ 782670 h 3915880"/>
                <a:gd name="connsiteX24" fmla="*/ 6190418 w 6335277"/>
                <a:gd name="connsiteY24" fmla="*/ 710851 h 3915880"/>
                <a:gd name="connsiteX25" fmla="*/ 6331579 w 6335277"/>
                <a:gd name="connsiteY25" fmla="*/ 485871 h 3915880"/>
                <a:gd name="connsiteX26" fmla="*/ 6310052 w 6335277"/>
                <a:gd name="connsiteY26" fmla="*/ 318326 h 3915880"/>
                <a:gd name="connsiteX27" fmla="*/ 6161748 w 6335277"/>
                <a:gd name="connsiteY27" fmla="*/ 148400 h 3915880"/>
                <a:gd name="connsiteX28" fmla="*/ 5912955 w 6335277"/>
                <a:gd name="connsiteY28" fmla="*/ 0 h 3915880"/>
                <a:gd name="connsiteX0" fmla="*/ 0 w 6335277"/>
                <a:gd name="connsiteY0" fmla="*/ 1452566 h 3767480"/>
                <a:gd name="connsiteX1" fmla="*/ 453922 w 6335277"/>
                <a:gd name="connsiteY1" fmla="*/ 1354452 h 3767480"/>
                <a:gd name="connsiteX2" fmla="*/ 977005 w 6335277"/>
                <a:gd name="connsiteY2" fmla="*/ 1271778 h 3767480"/>
                <a:gd name="connsiteX3" fmla="*/ 1577651 w 6335277"/>
                <a:gd name="connsiteY3" fmla="*/ 1492853 h 3767480"/>
                <a:gd name="connsiteX4" fmla="*/ 1752530 w 6335277"/>
                <a:gd name="connsiteY4" fmla="*/ 1715833 h 3767480"/>
                <a:gd name="connsiteX5" fmla="*/ 1723479 w 6335277"/>
                <a:gd name="connsiteY5" fmla="*/ 1977199 h 3767480"/>
                <a:gd name="connsiteX6" fmla="*/ 1579937 w 6335277"/>
                <a:gd name="connsiteY6" fmla="*/ 2293144 h 3767480"/>
                <a:gd name="connsiteX7" fmla="*/ 1548314 w 6335277"/>
                <a:gd name="connsiteY7" fmla="*/ 2807303 h 3767480"/>
                <a:gd name="connsiteX8" fmla="*/ 1671758 w 6335277"/>
                <a:gd name="connsiteY8" fmla="*/ 3137630 h 3767480"/>
                <a:gd name="connsiteX9" fmla="*/ 1806727 w 6335277"/>
                <a:gd name="connsiteY9" fmla="*/ 3393281 h 3767480"/>
                <a:gd name="connsiteX10" fmla="*/ 2016373 w 6335277"/>
                <a:gd name="connsiteY10" fmla="*/ 3603022 h 3767480"/>
                <a:gd name="connsiteX11" fmla="*/ 2388610 w 6335277"/>
                <a:gd name="connsiteY11" fmla="*/ 3698843 h 3767480"/>
                <a:gd name="connsiteX12" fmla="*/ 2749988 w 6335277"/>
                <a:gd name="connsiteY12" fmla="*/ 3698843 h 3767480"/>
                <a:gd name="connsiteX13" fmla="*/ 3006115 w 6335277"/>
                <a:gd name="connsiteY13" fmla="*/ 3714083 h 3767480"/>
                <a:gd name="connsiteX14" fmla="*/ 3321774 w 6335277"/>
                <a:gd name="connsiteY14" fmla="*/ 3747326 h 3767480"/>
                <a:gd name="connsiteX15" fmla="*/ 3583426 w 6335277"/>
                <a:gd name="connsiteY15" fmla="*/ 3758374 h 3767480"/>
                <a:gd name="connsiteX16" fmla="*/ 3750970 w 6335277"/>
                <a:gd name="connsiteY16" fmla="*/ 3675221 h 3767480"/>
                <a:gd name="connsiteX17" fmla="*/ 3991572 w 6335277"/>
                <a:gd name="connsiteY17" fmla="*/ 3492436 h 3767480"/>
                <a:gd name="connsiteX18" fmla="*/ 4474870 w 6335277"/>
                <a:gd name="connsiteY18" fmla="*/ 3027997 h 3767480"/>
                <a:gd name="connsiteX19" fmla="*/ 4747667 w 6335277"/>
                <a:gd name="connsiteY19" fmla="*/ 2755106 h 3767480"/>
                <a:gd name="connsiteX20" fmla="*/ 5034750 w 6335277"/>
                <a:gd name="connsiteY20" fmla="*/ 2403253 h 3767480"/>
                <a:gd name="connsiteX21" fmla="*/ 5412797 w 6335277"/>
                <a:gd name="connsiteY21" fmla="*/ 1117759 h 3767480"/>
                <a:gd name="connsiteX22" fmla="*/ 5522811 w 6335277"/>
                <a:gd name="connsiteY22" fmla="*/ 801814 h 3767480"/>
                <a:gd name="connsiteX23" fmla="*/ 5967914 w 6335277"/>
                <a:gd name="connsiteY23" fmla="*/ 634270 h 3767480"/>
                <a:gd name="connsiteX24" fmla="*/ 6190418 w 6335277"/>
                <a:gd name="connsiteY24" fmla="*/ 562451 h 3767480"/>
                <a:gd name="connsiteX25" fmla="*/ 6331579 w 6335277"/>
                <a:gd name="connsiteY25" fmla="*/ 337471 h 3767480"/>
                <a:gd name="connsiteX26" fmla="*/ 6310052 w 6335277"/>
                <a:gd name="connsiteY26" fmla="*/ 169926 h 3767480"/>
                <a:gd name="connsiteX27" fmla="*/ 6161748 w 6335277"/>
                <a:gd name="connsiteY27" fmla="*/ 0 h 3767480"/>
                <a:gd name="connsiteX0" fmla="*/ 0 w 6335277"/>
                <a:gd name="connsiteY0" fmla="*/ 1282639 h 3597553"/>
                <a:gd name="connsiteX1" fmla="*/ 453922 w 6335277"/>
                <a:gd name="connsiteY1" fmla="*/ 1184525 h 3597553"/>
                <a:gd name="connsiteX2" fmla="*/ 977005 w 6335277"/>
                <a:gd name="connsiteY2" fmla="*/ 1101851 h 3597553"/>
                <a:gd name="connsiteX3" fmla="*/ 1577651 w 6335277"/>
                <a:gd name="connsiteY3" fmla="*/ 1322926 h 3597553"/>
                <a:gd name="connsiteX4" fmla="*/ 1752530 w 6335277"/>
                <a:gd name="connsiteY4" fmla="*/ 1545906 h 3597553"/>
                <a:gd name="connsiteX5" fmla="*/ 1723479 w 6335277"/>
                <a:gd name="connsiteY5" fmla="*/ 1807272 h 3597553"/>
                <a:gd name="connsiteX6" fmla="*/ 1579937 w 6335277"/>
                <a:gd name="connsiteY6" fmla="*/ 2123217 h 3597553"/>
                <a:gd name="connsiteX7" fmla="*/ 1548314 w 6335277"/>
                <a:gd name="connsiteY7" fmla="*/ 2637376 h 3597553"/>
                <a:gd name="connsiteX8" fmla="*/ 1671758 w 6335277"/>
                <a:gd name="connsiteY8" fmla="*/ 2967703 h 3597553"/>
                <a:gd name="connsiteX9" fmla="*/ 1806727 w 6335277"/>
                <a:gd name="connsiteY9" fmla="*/ 3223354 h 3597553"/>
                <a:gd name="connsiteX10" fmla="*/ 2016373 w 6335277"/>
                <a:gd name="connsiteY10" fmla="*/ 3433095 h 3597553"/>
                <a:gd name="connsiteX11" fmla="*/ 2388610 w 6335277"/>
                <a:gd name="connsiteY11" fmla="*/ 3528916 h 3597553"/>
                <a:gd name="connsiteX12" fmla="*/ 2749988 w 6335277"/>
                <a:gd name="connsiteY12" fmla="*/ 3528916 h 3597553"/>
                <a:gd name="connsiteX13" fmla="*/ 3006115 w 6335277"/>
                <a:gd name="connsiteY13" fmla="*/ 3544156 h 3597553"/>
                <a:gd name="connsiteX14" fmla="*/ 3321774 w 6335277"/>
                <a:gd name="connsiteY14" fmla="*/ 3577399 h 3597553"/>
                <a:gd name="connsiteX15" fmla="*/ 3583426 w 6335277"/>
                <a:gd name="connsiteY15" fmla="*/ 3588447 h 3597553"/>
                <a:gd name="connsiteX16" fmla="*/ 3750970 w 6335277"/>
                <a:gd name="connsiteY16" fmla="*/ 3505294 h 3597553"/>
                <a:gd name="connsiteX17" fmla="*/ 3991572 w 6335277"/>
                <a:gd name="connsiteY17" fmla="*/ 3322509 h 3597553"/>
                <a:gd name="connsiteX18" fmla="*/ 4474870 w 6335277"/>
                <a:gd name="connsiteY18" fmla="*/ 2858070 h 3597553"/>
                <a:gd name="connsiteX19" fmla="*/ 4747667 w 6335277"/>
                <a:gd name="connsiteY19" fmla="*/ 2585179 h 3597553"/>
                <a:gd name="connsiteX20" fmla="*/ 5034750 w 6335277"/>
                <a:gd name="connsiteY20" fmla="*/ 2233326 h 3597553"/>
                <a:gd name="connsiteX21" fmla="*/ 5412797 w 6335277"/>
                <a:gd name="connsiteY21" fmla="*/ 947832 h 3597553"/>
                <a:gd name="connsiteX22" fmla="*/ 5522811 w 6335277"/>
                <a:gd name="connsiteY22" fmla="*/ 631887 h 3597553"/>
                <a:gd name="connsiteX23" fmla="*/ 5967914 w 6335277"/>
                <a:gd name="connsiteY23" fmla="*/ 464343 h 3597553"/>
                <a:gd name="connsiteX24" fmla="*/ 6190418 w 6335277"/>
                <a:gd name="connsiteY24" fmla="*/ 392524 h 3597553"/>
                <a:gd name="connsiteX25" fmla="*/ 6331579 w 6335277"/>
                <a:gd name="connsiteY25" fmla="*/ 167544 h 3597553"/>
                <a:gd name="connsiteX26" fmla="*/ 6310052 w 6335277"/>
                <a:gd name="connsiteY26" fmla="*/ -1 h 3597553"/>
                <a:gd name="connsiteX0" fmla="*/ 0 w 6356624"/>
                <a:gd name="connsiteY0" fmla="*/ 1282640 h 3597554"/>
                <a:gd name="connsiteX1" fmla="*/ 453922 w 6356624"/>
                <a:gd name="connsiteY1" fmla="*/ 1184526 h 3597554"/>
                <a:gd name="connsiteX2" fmla="*/ 977005 w 6356624"/>
                <a:gd name="connsiteY2" fmla="*/ 1101852 h 3597554"/>
                <a:gd name="connsiteX3" fmla="*/ 1577651 w 6356624"/>
                <a:gd name="connsiteY3" fmla="*/ 1322927 h 3597554"/>
                <a:gd name="connsiteX4" fmla="*/ 1752530 w 6356624"/>
                <a:gd name="connsiteY4" fmla="*/ 1545907 h 3597554"/>
                <a:gd name="connsiteX5" fmla="*/ 1723479 w 6356624"/>
                <a:gd name="connsiteY5" fmla="*/ 1807273 h 3597554"/>
                <a:gd name="connsiteX6" fmla="*/ 1579937 w 6356624"/>
                <a:gd name="connsiteY6" fmla="*/ 2123218 h 3597554"/>
                <a:gd name="connsiteX7" fmla="*/ 1548314 w 6356624"/>
                <a:gd name="connsiteY7" fmla="*/ 2637377 h 3597554"/>
                <a:gd name="connsiteX8" fmla="*/ 1671758 w 6356624"/>
                <a:gd name="connsiteY8" fmla="*/ 2967704 h 3597554"/>
                <a:gd name="connsiteX9" fmla="*/ 1806727 w 6356624"/>
                <a:gd name="connsiteY9" fmla="*/ 3223355 h 3597554"/>
                <a:gd name="connsiteX10" fmla="*/ 2016373 w 6356624"/>
                <a:gd name="connsiteY10" fmla="*/ 3433096 h 3597554"/>
                <a:gd name="connsiteX11" fmla="*/ 2388610 w 6356624"/>
                <a:gd name="connsiteY11" fmla="*/ 3528917 h 3597554"/>
                <a:gd name="connsiteX12" fmla="*/ 2749988 w 6356624"/>
                <a:gd name="connsiteY12" fmla="*/ 3528917 h 3597554"/>
                <a:gd name="connsiteX13" fmla="*/ 3006115 w 6356624"/>
                <a:gd name="connsiteY13" fmla="*/ 3544157 h 3597554"/>
                <a:gd name="connsiteX14" fmla="*/ 3321774 w 6356624"/>
                <a:gd name="connsiteY14" fmla="*/ 3577400 h 3597554"/>
                <a:gd name="connsiteX15" fmla="*/ 3583426 w 6356624"/>
                <a:gd name="connsiteY15" fmla="*/ 3588448 h 3597554"/>
                <a:gd name="connsiteX16" fmla="*/ 3750970 w 6356624"/>
                <a:gd name="connsiteY16" fmla="*/ 3505295 h 3597554"/>
                <a:gd name="connsiteX17" fmla="*/ 3991572 w 6356624"/>
                <a:gd name="connsiteY17" fmla="*/ 3322510 h 3597554"/>
                <a:gd name="connsiteX18" fmla="*/ 4474870 w 6356624"/>
                <a:gd name="connsiteY18" fmla="*/ 2858071 h 3597554"/>
                <a:gd name="connsiteX19" fmla="*/ 4747667 w 6356624"/>
                <a:gd name="connsiteY19" fmla="*/ 2585180 h 3597554"/>
                <a:gd name="connsiteX20" fmla="*/ 5034750 w 6356624"/>
                <a:gd name="connsiteY20" fmla="*/ 2233327 h 3597554"/>
                <a:gd name="connsiteX21" fmla="*/ 5412797 w 6356624"/>
                <a:gd name="connsiteY21" fmla="*/ 947833 h 3597554"/>
                <a:gd name="connsiteX22" fmla="*/ 5522811 w 6356624"/>
                <a:gd name="connsiteY22" fmla="*/ 631888 h 3597554"/>
                <a:gd name="connsiteX23" fmla="*/ 5967914 w 6356624"/>
                <a:gd name="connsiteY23" fmla="*/ 464344 h 3597554"/>
                <a:gd name="connsiteX24" fmla="*/ 6331579 w 6356624"/>
                <a:gd name="connsiteY24" fmla="*/ 167545 h 3597554"/>
                <a:gd name="connsiteX25" fmla="*/ 6310052 w 6356624"/>
                <a:gd name="connsiteY25" fmla="*/ 0 h 3597554"/>
                <a:gd name="connsiteX0" fmla="*/ 0 w 6310052"/>
                <a:gd name="connsiteY0" fmla="*/ 1282640 h 3597554"/>
                <a:gd name="connsiteX1" fmla="*/ 453922 w 6310052"/>
                <a:gd name="connsiteY1" fmla="*/ 1184526 h 3597554"/>
                <a:gd name="connsiteX2" fmla="*/ 977005 w 6310052"/>
                <a:gd name="connsiteY2" fmla="*/ 1101852 h 3597554"/>
                <a:gd name="connsiteX3" fmla="*/ 1577651 w 6310052"/>
                <a:gd name="connsiteY3" fmla="*/ 1322927 h 3597554"/>
                <a:gd name="connsiteX4" fmla="*/ 1752530 w 6310052"/>
                <a:gd name="connsiteY4" fmla="*/ 1545907 h 3597554"/>
                <a:gd name="connsiteX5" fmla="*/ 1723479 w 6310052"/>
                <a:gd name="connsiteY5" fmla="*/ 1807273 h 3597554"/>
                <a:gd name="connsiteX6" fmla="*/ 1579937 w 6310052"/>
                <a:gd name="connsiteY6" fmla="*/ 2123218 h 3597554"/>
                <a:gd name="connsiteX7" fmla="*/ 1548314 w 6310052"/>
                <a:gd name="connsiteY7" fmla="*/ 2637377 h 3597554"/>
                <a:gd name="connsiteX8" fmla="*/ 1671758 w 6310052"/>
                <a:gd name="connsiteY8" fmla="*/ 2967704 h 3597554"/>
                <a:gd name="connsiteX9" fmla="*/ 1806727 w 6310052"/>
                <a:gd name="connsiteY9" fmla="*/ 3223355 h 3597554"/>
                <a:gd name="connsiteX10" fmla="*/ 2016373 w 6310052"/>
                <a:gd name="connsiteY10" fmla="*/ 3433096 h 3597554"/>
                <a:gd name="connsiteX11" fmla="*/ 2388610 w 6310052"/>
                <a:gd name="connsiteY11" fmla="*/ 3528917 h 3597554"/>
                <a:gd name="connsiteX12" fmla="*/ 2749988 w 6310052"/>
                <a:gd name="connsiteY12" fmla="*/ 3528917 h 3597554"/>
                <a:gd name="connsiteX13" fmla="*/ 3006115 w 6310052"/>
                <a:gd name="connsiteY13" fmla="*/ 3544157 h 3597554"/>
                <a:gd name="connsiteX14" fmla="*/ 3321774 w 6310052"/>
                <a:gd name="connsiteY14" fmla="*/ 3577400 h 3597554"/>
                <a:gd name="connsiteX15" fmla="*/ 3583426 w 6310052"/>
                <a:gd name="connsiteY15" fmla="*/ 3588448 h 3597554"/>
                <a:gd name="connsiteX16" fmla="*/ 3750970 w 6310052"/>
                <a:gd name="connsiteY16" fmla="*/ 3505295 h 3597554"/>
                <a:gd name="connsiteX17" fmla="*/ 3991572 w 6310052"/>
                <a:gd name="connsiteY17" fmla="*/ 3322510 h 3597554"/>
                <a:gd name="connsiteX18" fmla="*/ 4474870 w 6310052"/>
                <a:gd name="connsiteY18" fmla="*/ 2858071 h 3597554"/>
                <a:gd name="connsiteX19" fmla="*/ 4747667 w 6310052"/>
                <a:gd name="connsiteY19" fmla="*/ 2585180 h 3597554"/>
                <a:gd name="connsiteX20" fmla="*/ 5034750 w 6310052"/>
                <a:gd name="connsiteY20" fmla="*/ 2233327 h 3597554"/>
                <a:gd name="connsiteX21" fmla="*/ 5412797 w 6310052"/>
                <a:gd name="connsiteY21" fmla="*/ 947833 h 3597554"/>
                <a:gd name="connsiteX22" fmla="*/ 5522811 w 6310052"/>
                <a:gd name="connsiteY22" fmla="*/ 631888 h 3597554"/>
                <a:gd name="connsiteX23" fmla="*/ 5967914 w 6310052"/>
                <a:gd name="connsiteY23" fmla="*/ 464344 h 3597554"/>
                <a:gd name="connsiteX24" fmla="*/ 6310052 w 6310052"/>
                <a:gd name="connsiteY24" fmla="*/ 0 h 3597554"/>
                <a:gd name="connsiteX0" fmla="*/ 0 w 5967914"/>
                <a:gd name="connsiteY0" fmla="*/ 818296 h 3133210"/>
                <a:gd name="connsiteX1" fmla="*/ 453922 w 5967914"/>
                <a:gd name="connsiteY1" fmla="*/ 720182 h 3133210"/>
                <a:gd name="connsiteX2" fmla="*/ 977005 w 5967914"/>
                <a:gd name="connsiteY2" fmla="*/ 637508 h 3133210"/>
                <a:gd name="connsiteX3" fmla="*/ 1577651 w 5967914"/>
                <a:gd name="connsiteY3" fmla="*/ 858583 h 3133210"/>
                <a:gd name="connsiteX4" fmla="*/ 1752530 w 5967914"/>
                <a:gd name="connsiteY4" fmla="*/ 1081563 h 3133210"/>
                <a:gd name="connsiteX5" fmla="*/ 1723479 w 5967914"/>
                <a:gd name="connsiteY5" fmla="*/ 1342929 h 3133210"/>
                <a:gd name="connsiteX6" fmla="*/ 1579937 w 5967914"/>
                <a:gd name="connsiteY6" fmla="*/ 1658874 h 3133210"/>
                <a:gd name="connsiteX7" fmla="*/ 1548314 w 5967914"/>
                <a:gd name="connsiteY7" fmla="*/ 2173033 h 3133210"/>
                <a:gd name="connsiteX8" fmla="*/ 1671758 w 5967914"/>
                <a:gd name="connsiteY8" fmla="*/ 2503360 h 3133210"/>
                <a:gd name="connsiteX9" fmla="*/ 1806727 w 5967914"/>
                <a:gd name="connsiteY9" fmla="*/ 2759011 h 3133210"/>
                <a:gd name="connsiteX10" fmla="*/ 2016373 w 5967914"/>
                <a:gd name="connsiteY10" fmla="*/ 2968752 h 3133210"/>
                <a:gd name="connsiteX11" fmla="*/ 2388610 w 5967914"/>
                <a:gd name="connsiteY11" fmla="*/ 3064573 h 3133210"/>
                <a:gd name="connsiteX12" fmla="*/ 2749988 w 5967914"/>
                <a:gd name="connsiteY12" fmla="*/ 3064573 h 3133210"/>
                <a:gd name="connsiteX13" fmla="*/ 3006115 w 5967914"/>
                <a:gd name="connsiteY13" fmla="*/ 3079813 h 3133210"/>
                <a:gd name="connsiteX14" fmla="*/ 3321774 w 5967914"/>
                <a:gd name="connsiteY14" fmla="*/ 3113056 h 3133210"/>
                <a:gd name="connsiteX15" fmla="*/ 3583426 w 5967914"/>
                <a:gd name="connsiteY15" fmla="*/ 3124104 h 3133210"/>
                <a:gd name="connsiteX16" fmla="*/ 3750970 w 5967914"/>
                <a:gd name="connsiteY16" fmla="*/ 3040951 h 3133210"/>
                <a:gd name="connsiteX17" fmla="*/ 3991572 w 5967914"/>
                <a:gd name="connsiteY17" fmla="*/ 2858166 h 3133210"/>
                <a:gd name="connsiteX18" fmla="*/ 4474870 w 5967914"/>
                <a:gd name="connsiteY18" fmla="*/ 2393727 h 3133210"/>
                <a:gd name="connsiteX19" fmla="*/ 4747667 w 5967914"/>
                <a:gd name="connsiteY19" fmla="*/ 2120836 h 3133210"/>
                <a:gd name="connsiteX20" fmla="*/ 5034750 w 5967914"/>
                <a:gd name="connsiteY20" fmla="*/ 1768983 h 3133210"/>
                <a:gd name="connsiteX21" fmla="*/ 5412797 w 5967914"/>
                <a:gd name="connsiteY21" fmla="*/ 483489 h 3133210"/>
                <a:gd name="connsiteX22" fmla="*/ 5522811 w 5967914"/>
                <a:gd name="connsiteY22" fmla="*/ 167544 h 3133210"/>
                <a:gd name="connsiteX23" fmla="*/ 5967914 w 5967914"/>
                <a:gd name="connsiteY23" fmla="*/ 0 h 3133210"/>
                <a:gd name="connsiteX0" fmla="*/ 0 w 5967914"/>
                <a:gd name="connsiteY0" fmla="*/ 818296 h 3133210"/>
                <a:gd name="connsiteX1" fmla="*/ 453922 w 5967914"/>
                <a:gd name="connsiteY1" fmla="*/ 720182 h 3133210"/>
                <a:gd name="connsiteX2" fmla="*/ 977005 w 5967914"/>
                <a:gd name="connsiteY2" fmla="*/ 637508 h 3133210"/>
                <a:gd name="connsiteX3" fmla="*/ 1577651 w 5967914"/>
                <a:gd name="connsiteY3" fmla="*/ 858583 h 3133210"/>
                <a:gd name="connsiteX4" fmla="*/ 1752530 w 5967914"/>
                <a:gd name="connsiteY4" fmla="*/ 1081563 h 3133210"/>
                <a:gd name="connsiteX5" fmla="*/ 1723479 w 5967914"/>
                <a:gd name="connsiteY5" fmla="*/ 1342929 h 3133210"/>
                <a:gd name="connsiteX6" fmla="*/ 1579937 w 5967914"/>
                <a:gd name="connsiteY6" fmla="*/ 1658874 h 3133210"/>
                <a:gd name="connsiteX7" fmla="*/ 1548314 w 5967914"/>
                <a:gd name="connsiteY7" fmla="*/ 2173033 h 3133210"/>
                <a:gd name="connsiteX8" fmla="*/ 1671758 w 5967914"/>
                <a:gd name="connsiteY8" fmla="*/ 2503360 h 3133210"/>
                <a:gd name="connsiteX9" fmla="*/ 1806727 w 5967914"/>
                <a:gd name="connsiteY9" fmla="*/ 2759011 h 3133210"/>
                <a:gd name="connsiteX10" fmla="*/ 2016373 w 5967914"/>
                <a:gd name="connsiteY10" fmla="*/ 2968752 h 3133210"/>
                <a:gd name="connsiteX11" fmla="*/ 2388610 w 5967914"/>
                <a:gd name="connsiteY11" fmla="*/ 3064573 h 3133210"/>
                <a:gd name="connsiteX12" fmla="*/ 2749988 w 5967914"/>
                <a:gd name="connsiteY12" fmla="*/ 3064573 h 3133210"/>
                <a:gd name="connsiteX13" fmla="*/ 3006115 w 5967914"/>
                <a:gd name="connsiteY13" fmla="*/ 3079813 h 3133210"/>
                <a:gd name="connsiteX14" fmla="*/ 3321774 w 5967914"/>
                <a:gd name="connsiteY14" fmla="*/ 3113056 h 3133210"/>
                <a:gd name="connsiteX15" fmla="*/ 3583426 w 5967914"/>
                <a:gd name="connsiteY15" fmla="*/ 3124104 h 3133210"/>
                <a:gd name="connsiteX16" fmla="*/ 3750970 w 5967914"/>
                <a:gd name="connsiteY16" fmla="*/ 3040951 h 3133210"/>
                <a:gd name="connsiteX17" fmla="*/ 3991572 w 5967914"/>
                <a:gd name="connsiteY17" fmla="*/ 2858166 h 3133210"/>
                <a:gd name="connsiteX18" fmla="*/ 4474870 w 5967914"/>
                <a:gd name="connsiteY18" fmla="*/ 2393727 h 3133210"/>
                <a:gd name="connsiteX19" fmla="*/ 4747667 w 5967914"/>
                <a:gd name="connsiteY19" fmla="*/ 2120836 h 3133210"/>
                <a:gd name="connsiteX20" fmla="*/ 5034750 w 5967914"/>
                <a:gd name="connsiteY20" fmla="*/ 1768983 h 3133210"/>
                <a:gd name="connsiteX21" fmla="*/ 5412797 w 5967914"/>
                <a:gd name="connsiteY21" fmla="*/ 483489 h 3133210"/>
                <a:gd name="connsiteX22" fmla="*/ 5967914 w 5967914"/>
                <a:gd name="connsiteY22" fmla="*/ 0 h 3133210"/>
                <a:gd name="connsiteX0" fmla="*/ 0 w 5412797"/>
                <a:gd name="connsiteY0" fmla="*/ 334806 h 2649720"/>
                <a:gd name="connsiteX1" fmla="*/ 453922 w 5412797"/>
                <a:gd name="connsiteY1" fmla="*/ 236692 h 2649720"/>
                <a:gd name="connsiteX2" fmla="*/ 977005 w 5412797"/>
                <a:gd name="connsiteY2" fmla="*/ 154018 h 2649720"/>
                <a:gd name="connsiteX3" fmla="*/ 1577651 w 5412797"/>
                <a:gd name="connsiteY3" fmla="*/ 375093 h 2649720"/>
                <a:gd name="connsiteX4" fmla="*/ 1752530 w 5412797"/>
                <a:gd name="connsiteY4" fmla="*/ 598073 h 2649720"/>
                <a:gd name="connsiteX5" fmla="*/ 1723479 w 5412797"/>
                <a:gd name="connsiteY5" fmla="*/ 859439 h 2649720"/>
                <a:gd name="connsiteX6" fmla="*/ 1579937 w 5412797"/>
                <a:gd name="connsiteY6" fmla="*/ 1175384 h 2649720"/>
                <a:gd name="connsiteX7" fmla="*/ 1548314 w 5412797"/>
                <a:gd name="connsiteY7" fmla="*/ 1689543 h 2649720"/>
                <a:gd name="connsiteX8" fmla="*/ 1671758 w 5412797"/>
                <a:gd name="connsiteY8" fmla="*/ 2019870 h 2649720"/>
                <a:gd name="connsiteX9" fmla="*/ 1806727 w 5412797"/>
                <a:gd name="connsiteY9" fmla="*/ 2275521 h 2649720"/>
                <a:gd name="connsiteX10" fmla="*/ 2016373 w 5412797"/>
                <a:gd name="connsiteY10" fmla="*/ 2485262 h 2649720"/>
                <a:gd name="connsiteX11" fmla="*/ 2388610 w 5412797"/>
                <a:gd name="connsiteY11" fmla="*/ 2581083 h 2649720"/>
                <a:gd name="connsiteX12" fmla="*/ 2749988 w 5412797"/>
                <a:gd name="connsiteY12" fmla="*/ 2581083 h 2649720"/>
                <a:gd name="connsiteX13" fmla="*/ 3006115 w 5412797"/>
                <a:gd name="connsiteY13" fmla="*/ 2596323 h 2649720"/>
                <a:gd name="connsiteX14" fmla="*/ 3321774 w 5412797"/>
                <a:gd name="connsiteY14" fmla="*/ 2629566 h 2649720"/>
                <a:gd name="connsiteX15" fmla="*/ 3583426 w 5412797"/>
                <a:gd name="connsiteY15" fmla="*/ 2640614 h 2649720"/>
                <a:gd name="connsiteX16" fmla="*/ 3750970 w 5412797"/>
                <a:gd name="connsiteY16" fmla="*/ 2557461 h 2649720"/>
                <a:gd name="connsiteX17" fmla="*/ 3991572 w 5412797"/>
                <a:gd name="connsiteY17" fmla="*/ 2374676 h 2649720"/>
                <a:gd name="connsiteX18" fmla="*/ 4474870 w 5412797"/>
                <a:gd name="connsiteY18" fmla="*/ 1910237 h 2649720"/>
                <a:gd name="connsiteX19" fmla="*/ 4747667 w 5412797"/>
                <a:gd name="connsiteY19" fmla="*/ 1637346 h 2649720"/>
                <a:gd name="connsiteX20" fmla="*/ 5034750 w 5412797"/>
                <a:gd name="connsiteY20" fmla="*/ 1285493 h 2649720"/>
                <a:gd name="connsiteX21" fmla="*/ 5412797 w 5412797"/>
                <a:gd name="connsiteY21" fmla="*/ -1 h 2649720"/>
                <a:gd name="connsiteX0" fmla="*/ 0 w 5034750"/>
                <a:gd name="connsiteY0" fmla="*/ 185099 h 2500013"/>
                <a:gd name="connsiteX1" fmla="*/ 453922 w 5034750"/>
                <a:gd name="connsiteY1" fmla="*/ 86985 h 2500013"/>
                <a:gd name="connsiteX2" fmla="*/ 977005 w 5034750"/>
                <a:gd name="connsiteY2" fmla="*/ 4311 h 2500013"/>
                <a:gd name="connsiteX3" fmla="*/ 1577651 w 5034750"/>
                <a:gd name="connsiteY3" fmla="*/ 225386 h 2500013"/>
                <a:gd name="connsiteX4" fmla="*/ 1752530 w 5034750"/>
                <a:gd name="connsiteY4" fmla="*/ 448366 h 2500013"/>
                <a:gd name="connsiteX5" fmla="*/ 1723479 w 5034750"/>
                <a:gd name="connsiteY5" fmla="*/ 709732 h 2500013"/>
                <a:gd name="connsiteX6" fmla="*/ 1579937 w 5034750"/>
                <a:gd name="connsiteY6" fmla="*/ 1025677 h 2500013"/>
                <a:gd name="connsiteX7" fmla="*/ 1548314 w 5034750"/>
                <a:gd name="connsiteY7" fmla="*/ 1539836 h 2500013"/>
                <a:gd name="connsiteX8" fmla="*/ 1671758 w 5034750"/>
                <a:gd name="connsiteY8" fmla="*/ 1870163 h 2500013"/>
                <a:gd name="connsiteX9" fmla="*/ 1806727 w 5034750"/>
                <a:gd name="connsiteY9" fmla="*/ 2125814 h 2500013"/>
                <a:gd name="connsiteX10" fmla="*/ 2016373 w 5034750"/>
                <a:gd name="connsiteY10" fmla="*/ 2335555 h 2500013"/>
                <a:gd name="connsiteX11" fmla="*/ 2388610 w 5034750"/>
                <a:gd name="connsiteY11" fmla="*/ 2431376 h 2500013"/>
                <a:gd name="connsiteX12" fmla="*/ 2749988 w 5034750"/>
                <a:gd name="connsiteY12" fmla="*/ 2431376 h 2500013"/>
                <a:gd name="connsiteX13" fmla="*/ 3006115 w 5034750"/>
                <a:gd name="connsiteY13" fmla="*/ 2446616 h 2500013"/>
                <a:gd name="connsiteX14" fmla="*/ 3321774 w 5034750"/>
                <a:gd name="connsiteY14" fmla="*/ 2479859 h 2500013"/>
                <a:gd name="connsiteX15" fmla="*/ 3583426 w 5034750"/>
                <a:gd name="connsiteY15" fmla="*/ 2490907 h 2500013"/>
                <a:gd name="connsiteX16" fmla="*/ 3750970 w 5034750"/>
                <a:gd name="connsiteY16" fmla="*/ 2407754 h 2500013"/>
                <a:gd name="connsiteX17" fmla="*/ 3991572 w 5034750"/>
                <a:gd name="connsiteY17" fmla="*/ 2224969 h 2500013"/>
                <a:gd name="connsiteX18" fmla="*/ 4474870 w 5034750"/>
                <a:gd name="connsiteY18" fmla="*/ 1760530 h 2500013"/>
                <a:gd name="connsiteX19" fmla="*/ 4747667 w 5034750"/>
                <a:gd name="connsiteY19" fmla="*/ 1487639 h 2500013"/>
                <a:gd name="connsiteX20" fmla="*/ 5034750 w 5034750"/>
                <a:gd name="connsiteY20" fmla="*/ 1135786 h 2500013"/>
                <a:gd name="connsiteX0" fmla="*/ 0 w 4747667"/>
                <a:gd name="connsiteY0" fmla="*/ 185099 h 2500013"/>
                <a:gd name="connsiteX1" fmla="*/ 453922 w 4747667"/>
                <a:gd name="connsiteY1" fmla="*/ 86985 h 2500013"/>
                <a:gd name="connsiteX2" fmla="*/ 977005 w 4747667"/>
                <a:gd name="connsiteY2" fmla="*/ 4311 h 2500013"/>
                <a:gd name="connsiteX3" fmla="*/ 1577651 w 4747667"/>
                <a:gd name="connsiteY3" fmla="*/ 225386 h 2500013"/>
                <a:gd name="connsiteX4" fmla="*/ 1752530 w 4747667"/>
                <a:gd name="connsiteY4" fmla="*/ 448366 h 2500013"/>
                <a:gd name="connsiteX5" fmla="*/ 1723479 w 4747667"/>
                <a:gd name="connsiteY5" fmla="*/ 709732 h 2500013"/>
                <a:gd name="connsiteX6" fmla="*/ 1579937 w 4747667"/>
                <a:gd name="connsiteY6" fmla="*/ 1025677 h 2500013"/>
                <a:gd name="connsiteX7" fmla="*/ 1548314 w 4747667"/>
                <a:gd name="connsiteY7" fmla="*/ 1539836 h 2500013"/>
                <a:gd name="connsiteX8" fmla="*/ 1671758 w 4747667"/>
                <a:gd name="connsiteY8" fmla="*/ 1870163 h 2500013"/>
                <a:gd name="connsiteX9" fmla="*/ 1806727 w 4747667"/>
                <a:gd name="connsiteY9" fmla="*/ 2125814 h 2500013"/>
                <a:gd name="connsiteX10" fmla="*/ 2016373 w 4747667"/>
                <a:gd name="connsiteY10" fmla="*/ 2335555 h 2500013"/>
                <a:gd name="connsiteX11" fmla="*/ 2388610 w 4747667"/>
                <a:gd name="connsiteY11" fmla="*/ 2431376 h 2500013"/>
                <a:gd name="connsiteX12" fmla="*/ 2749988 w 4747667"/>
                <a:gd name="connsiteY12" fmla="*/ 2431376 h 2500013"/>
                <a:gd name="connsiteX13" fmla="*/ 3006115 w 4747667"/>
                <a:gd name="connsiteY13" fmla="*/ 2446616 h 2500013"/>
                <a:gd name="connsiteX14" fmla="*/ 3321774 w 4747667"/>
                <a:gd name="connsiteY14" fmla="*/ 2479859 h 2500013"/>
                <a:gd name="connsiteX15" fmla="*/ 3583426 w 4747667"/>
                <a:gd name="connsiteY15" fmla="*/ 2490907 h 2500013"/>
                <a:gd name="connsiteX16" fmla="*/ 3750970 w 4747667"/>
                <a:gd name="connsiteY16" fmla="*/ 2407754 h 2500013"/>
                <a:gd name="connsiteX17" fmla="*/ 3991572 w 4747667"/>
                <a:gd name="connsiteY17" fmla="*/ 2224969 h 2500013"/>
                <a:gd name="connsiteX18" fmla="*/ 4474870 w 4747667"/>
                <a:gd name="connsiteY18" fmla="*/ 1760530 h 2500013"/>
                <a:gd name="connsiteX19" fmla="*/ 4747667 w 4747667"/>
                <a:gd name="connsiteY19" fmla="*/ 1487639 h 2500013"/>
                <a:gd name="connsiteX0" fmla="*/ 0 w 4474870"/>
                <a:gd name="connsiteY0" fmla="*/ 185099 h 2500013"/>
                <a:gd name="connsiteX1" fmla="*/ 453922 w 4474870"/>
                <a:gd name="connsiteY1" fmla="*/ 86985 h 2500013"/>
                <a:gd name="connsiteX2" fmla="*/ 977005 w 4474870"/>
                <a:gd name="connsiteY2" fmla="*/ 4311 h 2500013"/>
                <a:gd name="connsiteX3" fmla="*/ 1577651 w 4474870"/>
                <a:gd name="connsiteY3" fmla="*/ 225386 h 2500013"/>
                <a:gd name="connsiteX4" fmla="*/ 1752530 w 4474870"/>
                <a:gd name="connsiteY4" fmla="*/ 448366 h 2500013"/>
                <a:gd name="connsiteX5" fmla="*/ 1723479 w 4474870"/>
                <a:gd name="connsiteY5" fmla="*/ 709732 h 2500013"/>
                <a:gd name="connsiteX6" fmla="*/ 1579937 w 4474870"/>
                <a:gd name="connsiteY6" fmla="*/ 1025677 h 2500013"/>
                <a:gd name="connsiteX7" fmla="*/ 1548314 w 4474870"/>
                <a:gd name="connsiteY7" fmla="*/ 1539836 h 2500013"/>
                <a:gd name="connsiteX8" fmla="*/ 1671758 w 4474870"/>
                <a:gd name="connsiteY8" fmla="*/ 1870163 h 2500013"/>
                <a:gd name="connsiteX9" fmla="*/ 1806727 w 4474870"/>
                <a:gd name="connsiteY9" fmla="*/ 2125814 h 2500013"/>
                <a:gd name="connsiteX10" fmla="*/ 2016373 w 4474870"/>
                <a:gd name="connsiteY10" fmla="*/ 2335555 h 2500013"/>
                <a:gd name="connsiteX11" fmla="*/ 2388610 w 4474870"/>
                <a:gd name="connsiteY11" fmla="*/ 2431376 h 2500013"/>
                <a:gd name="connsiteX12" fmla="*/ 2749988 w 4474870"/>
                <a:gd name="connsiteY12" fmla="*/ 2431376 h 2500013"/>
                <a:gd name="connsiteX13" fmla="*/ 3006115 w 4474870"/>
                <a:gd name="connsiteY13" fmla="*/ 2446616 h 2500013"/>
                <a:gd name="connsiteX14" fmla="*/ 3321774 w 4474870"/>
                <a:gd name="connsiteY14" fmla="*/ 2479859 h 2500013"/>
                <a:gd name="connsiteX15" fmla="*/ 3583426 w 4474870"/>
                <a:gd name="connsiteY15" fmla="*/ 2490907 h 2500013"/>
                <a:gd name="connsiteX16" fmla="*/ 3750970 w 4474870"/>
                <a:gd name="connsiteY16" fmla="*/ 2407754 h 2500013"/>
                <a:gd name="connsiteX17" fmla="*/ 3991572 w 4474870"/>
                <a:gd name="connsiteY17" fmla="*/ 2224969 h 2500013"/>
                <a:gd name="connsiteX18" fmla="*/ 4474870 w 4474870"/>
                <a:gd name="connsiteY18" fmla="*/ 1760530 h 2500013"/>
                <a:gd name="connsiteX0" fmla="*/ 0 w 3991572"/>
                <a:gd name="connsiteY0" fmla="*/ 185099 h 2500013"/>
                <a:gd name="connsiteX1" fmla="*/ 453922 w 3991572"/>
                <a:gd name="connsiteY1" fmla="*/ 86985 h 2500013"/>
                <a:gd name="connsiteX2" fmla="*/ 977005 w 3991572"/>
                <a:gd name="connsiteY2" fmla="*/ 4311 h 2500013"/>
                <a:gd name="connsiteX3" fmla="*/ 1577651 w 3991572"/>
                <a:gd name="connsiteY3" fmla="*/ 225386 h 2500013"/>
                <a:gd name="connsiteX4" fmla="*/ 1752530 w 3991572"/>
                <a:gd name="connsiteY4" fmla="*/ 448366 h 2500013"/>
                <a:gd name="connsiteX5" fmla="*/ 1723479 w 3991572"/>
                <a:gd name="connsiteY5" fmla="*/ 709732 h 2500013"/>
                <a:gd name="connsiteX6" fmla="*/ 1579937 w 3991572"/>
                <a:gd name="connsiteY6" fmla="*/ 1025677 h 2500013"/>
                <a:gd name="connsiteX7" fmla="*/ 1548314 w 3991572"/>
                <a:gd name="connsiteY7" fmla="*/ 1539836 h 2500013"/>
                <a:gd name="connsiteX8" fmla="*/ 1671758 w 3991572"/>
                <a:gd name="connsiteY8" fmla="*/ 1870163 h 2500013"/>
                <a:gd name="connsiteX9" fmla="*/ 1806727 w 3991572"/>
                <a:gd name="connsiteY9" fmla="*/ 2125814 h 2500013"/>
                <a:gd name="connsiteX10" fmla="*/ 2016373 w 3991572"/>
                <a:gd name="connsiteY10" fmla="*/ 2335555 h 2500013"/>
                <a:gd name="connsiteX11" fmla="*/ 2388610 w 3991572"/>
                <a:gd name="connsiteY11" fmla="*/ 2431376 h 2500013"/>
                <a:gd name="connsiteX12" fmla="*/ 2749988 w 3991572"/>
                <a:gd name="connsiteY12" fmla="*/ 2431376 h 2500013"/>
                <a:gd name="connsiteX13" fmla="*/ 3006115 w 3991572"/>
                <a:gd name="connsiteY13" fmla="*/ 2446616 h 2500013"/>
                <a:gd name="connsiteX14" fmla="*/ 3321774 w 3991572"/>
                <a:gd name="connsiteY14" fmla="*/ 2479859 h 2500013"/>
                <a:gd name="connsiteX15" fmla="*/ 3583426 w 3991572"/>
                <a:gd name="connsiteY15" fmla="*/ 2490907 h 2500013"/>
                <a:gd name="connsiteX16" fmla="*/ 3750970 w 3991572"/>
                <a:gd name="connsiteY16" fmla="*/ 2407754 h 2500013"/>
                <a:gd name="connsiteX17" fmla="*/ 3991572 w 3991572"/>
                <a:gd name="connsiteY17" fmla="*/ 2224969 h 2500013"/>
                <a:gd name="connsiteX0" fmla="*/ 0 w 3750970"/>
                <a:gd name="connsiteY0" fmla="*/ 185099 h 2500013"/>
                <a:gd name="connsiteX1" fmla="*/ 453922 w 3750970"/>
                <a:gd name="connsiteY1" fmla="*/ 86985 h 2500013"/>
                <a:gd name="connsiteX2" fmla="*/ 977005 w 3750970"/>
                <a:gd name="connsiteY2" fmla="*/ 4311 h 2500013"/>
                <a:gd name="connsiteX3" fmla="*/ 1577651 w 3750970"/>
                <a:gd name="connsiteY3" fmla="*/ 225386 h 2500013"/>
                <a:gd name="connsiteX4" fmla="*/ 1752530 w 3750970"/>
                <a:gd name="connsiteY4" fmla="*/ 448366 h 2500013"/>
                <a:gd name="connsiteX5" fmla="*/ 1723479 w 3750970"/>
                <a:gd name="connsiteY5" fmla="*/ 709732 h 2500013"/>
                <a:gd name="connsiteX6" fmla="*/ 1579937 w 3750970"/>
                <a:gd name="connsiteY6" fmla="*/ 1025677 h 2500013"/>
                <a:gd name="connsiteX7" fmla="*/ 1548314 w 3750970"/>
                <a:gd name="connsiteY7" fmla="*/ 1539836 h 2500013"/>
                <a:gd name="connsiteX8" fmla="*/ 1671758 w 3750970"/>
                <a:gd name="connsiteY8" fmla="*/ 1870163 h 2500013"/>
                <a:gd name="connsiteX9" fmla="*/ 1806727 w 3750970"/>
                <a:gd name="connsiteY9" fmla="*/ 2125814 h 2500013"/>
                <a:gd name="connsiteX10" fmla="*/ 2016373 w 3750970"/>
                <a:gd name="connsiteY10" fmla="*/ 2335555 h 2500013"/>
                <a:gd name="connsiteX11" fmla="*/ 2388610 w 3750970"/>
                <a:gd name="connsiteY11" fmla="*/ 2431376 h 2500013"/>
                <a:gd name="connsiteX12" fmla="*/ 2749988 w 3750970"/>
                <a:gd name="connsiteY12" fmla="*/ 2431376 h 2500013"/>
                <a:gd name="connsiteX13" fmla="*/ 3006115 w 3750970"/>
                <a:gd name="connsiteY13" fmla="*/ 2446616 h 2500013"/>
                <a:gd name="connsiteX14" fmla="*/ 3321774 w 3750970"/>
                <a:gd name="connsiteY14" fmla="*/ 2479859 h 2500013"/>
                <a:gd name="connsiteX15" fmla="*/ 3583426 w 3750970"/>
                <a:gd name="connsiteY15" fmla="*/ 2490907 h 2500013"/>
                <a:gd name="connsiteX16" fmla="*/ 3750970 w 3750970"/>
                <a:gd name="connsiteY16" fmla="*/ 2407754 h 2500013"/>
                <a:gd name="connsiteX0" fmla="*/ 0 w 3750970"/>
                <a:gd name="connsiteY0" fmla="*/ 187598 h 2502512"/>
                <a:gd name="connsiteX1" fmla="*/ 303627 w 3750970"/>
                <a:gd name="connsiteY1" fmla="*/ 499398 h 2502512"/>
                <a:gd name="connsiteX2" fmla="*/ 977005 w 3750970"/>
                <a:gd name="connsiteY2" fmla="*/ 6810 h 2502512"/>
                <a:gd name="connsiteX3" fmla="*/ 1577651 w 3750970"/>
                <a:gd name="connsiteY3" fmla="*/ 227885 h 2502512"/>
                <a:gd name="connsiteX4" fmla="*/ 1752530 w 3750970"/>
                <a:gd name="connsiteY4" fmla="*/ 450865 h 2502512"/>
                <a:gd name="connsiteX5" fmla="*/ 1723479 w 3750970"/>
                <a:gd name="connsiteY5" fmla="*/ 712231 h 2502512"/>
                <a:gd name="connsiteX6" fmla="*/ 1579937 w 3750970"/>
                <a:gd name="connsiteY6" fmla="*/ 1028176 h 2502512"/>
                <a:gd name="connsiteX7" fmla="*/ 1548314 w 3750970"/>
                <a:gd name="connsiteY7" fmla="*/ 1542335 h 2502512"/>
                <a:gd name="connsiteX8" fmla="*/ 1671758 w 3750970"/>
                <a:gd name="connsiteY8" fmla="*/ 1872662 h 2502512"/>
                <a:gd name="connsiteX9" fmla="*/ 1806727 w 3750970"/>
                <a:gd name="connsiteY9" fmla="*/ 2128313 h 2502512"/>
                <a:gd name="connsiteX10" fmla="*/ 2016373 w 3750970"/>
                <a:gd name="connsiteY10" fmla="*/ 2338054 h 2502512"/>
                <a:gd name="connsiteX11" fmla="*/ 2388610 w 3750970"/>
                <a:gd name="connsiteY11" fmla="*/ 2433875 h 2502512"/>
                <a:gd name="connsiteX12" fmla="*/ 2749988 w 3750970"/>
                <a:gd name="connsiteY12" fmla="*/ 2433875 h 2502512"/>
                <a:gd name="connsiteX13" fmla="*/ 3006115 w 3750970"/>
                <a:gd name="connsiteY13" fmla="*/ 2449115 h 2502512"/>
                <a:gd name="connsiteX14" fmla="*/ 3321774 w 3750970"/>
                <a:gd name="connsiteY14" fmla="*/ 2482358 h 2502512"/>
                <a:gd name="connsiteX15" fmla="*/ 3583426 w 3750970"/>
                <a:gd name="connsiteY15" fmla="*/ 2493406 h 2502512"/>
                <a:gd name="connsiteX16" fmla="*/ 3750970 w 3750970"/>
                <a:gd name="connsiteY16" fmla="*/ 2410253 h 2502512"/>
                <a:gd name="connsiteX0" fmla="*/ 0 w 3919257"/>
                <a:gd name="connsiteY0" fmla="*/ 338292 h 2502512"/>
                <a:gd name="connsiteX1" fmla="*/ 471914 w 3919257"/>
                <a:gd name="connsiteY1" fmla="*/ 499398 h 2502512"/>
                <a:gd name="connsiteX2" fmla="*/ 1145292 w 3919257"/>
                <a:gd name="connsiteY2" fmla="*/ 6810 h 2502512"/>
                <a:gd name="connsiteX3" fmla="*/ 1745938 w 3919257"/>
                <a:gd name="connsiteY3" fmla="*/ 227885 h 2502512"/>
                <a:gd name="connsiteX4" fmla="*/ 1920817 w 3919257"/>
                <a:gd name="connsiteY4" fmla="*/ 450865 h 2502512"/>
                <a:gd name="connsiteX5" fmla="*/ 1891766 w 3919257"/>
                <a:gd name="connsiteY5" fmla="*/ 712231 h 2502512"/>
                <a:gd name="connsiteX6" fmla="*/ 1748224 w 3919257"/>
                <a:gd name="connsiteY6" fmla="*/ 1028176 h 2502512"/>
                <a:gd name="connsiteX7" fmla="*/ 1716601 w 3919257"/>
                <a:gd name="connsiteY7" fmla="*/ 1542335 h 2502512"/>
                <a:gd name="connsiteX8" fmla="*/ 1840045 w 3919257"/>
                <a:gd name="connsiteY8" fmla="*/ 1872662 h 2502512"/>
                <a:gd name="connsiteX9" fmla="*/ 1975014 w 3919257"/>
                <a:gd name="connsiteY9" fmla="*/ 2128313 h 2502512"/>
                <a:gd name="connsiteX10" fmla="*/ 2184660 w 3919257"/>
                <a:gd name="connsiteY10" fmla="*/ 2338054 h 2502512"/>
                <a:gd name="connsiteX11" fmla="*/ 2556897 w 3919257"/>
                <a:gd name="connsiteY11" fmla="*/ 2433875 h 2502512"/>
                <a:gd name="connsiteX12" fmla="*/ 2918275 w 3919257"/>
                <a:gd name="connsiteY12" fmla="*/ 2433875 h 2502512"/>
                <a:gd name="connsiteX13" fmla="*/ 3174402 w 3919257"/>
                <a:gd name="connsiteY13" fmla="*/ 2449115 h 2502512"/>
                <a:gd name="connsiteX14" fmla="*/ 3490061 w 3919257"/>
                <a:gd name="connsiteY14" fmla="*/ 2482358 h 2502512"/>
                <a:gd name="connsiteX15" fmla="*/ 3751713 w 3919257"/>
                <a:gd name="connsiteY15" fmla="*/ 2493406 h 2502512"/>
                <a:gd name="connsiteX16" fmla="*/ 3919257 w 3919257"/>
                <a:gd name="connsiteY16" fmla="*/ 2410253 h 2502512"/>
                <a:gd name="connsiteX0" fmla="*/ 0 w 3919257"/>
                <a:gd name="connsiteY0" fmla="*/ 338292 h 2502512"/>
                <a:gd name="connsiteX1" fmla="*/ 471914 w 3919257"/>
                <a:gd name="connsiteY1" fmla="*/ 499398 h 2502512"/>
                <a:gd name="connsiteX2" fmla="*/ 1145292 w 3919257"/>
                <a:gd name="connsiteY2" fmla="*/ 6810 h 2502512"/>
                <a:gd name="connsiteX3" fmla="*/ 1745938 w 3919257"/>
                <a:gd name="connsiteY3" fmla="*/ 227885 h 2502512"/>
                <a:gd name="connsiteX4" fmla="*/ 1920817 w 3919257"/>
                <a:gd name="connsiteY4" fmla="*/ 450865 h 2502512"/>
                <a:gd name="connsiteX5" fmla="*/ 1891766 w 3919257"/>
                <a:gd name="connsiteY5" fmla="*/ 712231 h 2502512"/>
                <a:gd name="connsiteX6" fmla="*/ 1748224 w 3919257"/>
                <a:gd name="connsiteY6" fmla="*/ 1028176 h 2502512"/>
                <a:gd name="connsiteX7" fmla="*/ 1716601 w 3919257"/>
                <a:gd name="connsiteY7" fmla="*/ 1542335 h 2502512"/>
                <a:gd name="connsiteX8" fmla="*/ 1840045 w 3919257"/>
                <a:gd name="connsiteY8" fmla="*/ 1872662 h 2502512"/>
                <a:gd name="connsiteX9" fmla="*/ 1975014 w 3919257"/>
                <a:gd name="connsiteY9" fmla="*/ 2128313 h 2502512"/>
                <a:gd name="connsiteX10" fmla="*/ 2184660 w 3919257"/>
                <a:gd name="connsiteY10" fmla="*/ 2338054 h 2502512"/>
                <a:gd name="connsiteX11" fmla="*/ 2556897 w 3919257"/>
                <a:gd name="connsiteY11" fmla="*/ 2433875 h 2502512"/>
                <a:gd name="connsiteX12" fmla="*/ 2918275 w 3919257"/>
                <a:gd name="connsiteY12" fmla="*/ 2433875 h 2502512"/>
                <a:gd name="connsiteX13" fmla="*/ 3174402 w 3919257"/>
                <a:gd name="connsiteY13" fmla="*/ 2449115 h 2502512"/>
                <a:gd name="connsiteX14" fmla="*/ 3490061 w 3919257"/>
                <a:gd name="connsiteY14" fmla="*/ 2482358 h 2502512"/>
                <a:gd name="connsiteX15" fmla="*/ 3751713 w 3919257"/>
                <a:gd name="connsiteY15" fmla="*/ 2493406 h 2502512"/>
                <a:gd name="connsiteX16" fmla="*/ 3919257 w 3919257"/>
                <a:gd name="connsiteY16" fmla="*/ 2410253 h 2502512"/>
                <a:gd name="connsiteX0" fmla="*/ 0 w 3919257"/>
                <a:gd name="connsiteY0" fmla="*/ 293445 h 2457665"/>
                <a:gd name="connsiteX1" fmla="*/ 471914 w 3919257"/>
                <a:gd name="connsiteY1" fmla="*/ 454551 h 2457665"/>
                <a:gd name="connsiteX2" fmla="*/ 1091755 w 3919257"/>
                <a:gd name="connsiteY2" fmla="*/ 8200 h 2457665"/>
                <a:gd name="connsiteX3" fmla="*/ 1745938 w 3919257"/>
                <a:gd name="connsiteY3" fmla="*/ 183038 h 2457665"/>
                <a:gd name="connsiteX4" fmla="*/ 1920817 w 3919257"/>
                <a:gd name="connsiteY4" fmla="*/ 406018 h 2457665"/>
                <a:gd name="connsiteX5" fmla="*/ 1891766 w 3919257"/>
                <a:gd name="connsiteY5" fmla="*/ 667384 h 2457665"/>
                <a:gd name="connsiteX6" fmla="*/ 1748224 w 3919257"/>
                <a:gd name="connsiteY6" fmla="*/ 983329 h 2457665"/>
                <a:gd name="connsiteX7" fmla="*/ 1716601 w 3919257"/>
                <a:gd name="connsiteY7" fmla="*/ 1497488 h 2457665"/>
                <a:gd name="connsiteX8" fmla="*/ 1840045 w 3919257"/>
                <a:gd name="connsiteY8" fmla="*/ 1827815 h 2457665"/>
                <a:gd name="connsiteX9" fmla="*/ 1975014 w 3919257"/>
                <a:gd name="connsiteY9" fmla="*/ 2083466 h 2457665"/>
                <a:gd name="connsiteX10" fmla="*/ 2184660 w 3919257"/>
                <a:gd name="connsiteY10" fmla="*/ 2293207 h 2457665"/>
                <a:gd name="connsiteX11" fmla="*/ 2556897 w 3919257"/>
                <a:gd name="connsiteY11" fmla="*/ 2389028 h 2457665"/>
                <a:gd name="connsiteX12" fmla="*/ 2918275 w 3919257"/>
                <a:gd name="connsiteY12" fmla="*/ 2389028 h 2457665"/>
                <a:gd name="connsiteX13" fmla="*/ 3174402 w 3919257"/>
                <a:gd name="connsiteY13" fmla="*/ 2404268 h 2457665"/>
                <a:gd name="connsiteX14" fmla="*/ 3490061 w 3919257"/>
                <a:gd name="connsiteY14" fmla="*/ 2437511 h 2457665"/>
                <a:gd name="connsiteX15" fmla="*/ 3751713 w 3919257"/>
                <a:gd name="connsiteY15" fmla="*/ 2448559 h 2457665"/>
                <a:gd name="connsiteX16" fmla="*/ 3919257 w 3919257"/>
                <a:gd name="connsiteY16" fmla="*/ 2365406 h 2457665"/>
                <a:gd name="connsiteX0" fmla="*/ 0 w 3904003"/>
                <a:gd name="connsiteY0" fmla="*/ 293445 h 2453531"/>
                <a:gd name="connsiteX1" fmla="*/ 471914 w 3904003"/>
                <a:gd name="connsiteY1" fmla="*/ 454551 h 2453531"/>
                <a:gd name="connsiteX2" fmla="*/ 1091755 w 3904003"/>
                <a:gd name="connsiteY2" fmla="*/ 8200 h 2453531"/>
                <a:gd name="connsiteX3" fmla="*/ 1745938 w 3904003"/>
                <a:gd name="connsiteY3" fmla="*/ 183038 h 2453531"/>
                <a:gd name="connsiteX4" fmla="*/ 1920817 w 3904003"/>
                <a:gd name="connsiteY4" fmla="*/ 406018 h 2453531"/>
                <a:gd name="connsiteX5" fmla="*/ 1891766 w 3904003"/>
                <a:gd name="connsiteY5" fmla="*/ 667384 h 2453531"/>
                <a:gd name="connsiteX6" fmla="*/ 1748224 w 3904003"/>
                <a:gd name="connsiteY6" fmla="*/ 983329 h 2453531"/>
                <a:gd name="connsiteX7" fmla="*/ 1716601 w 3904003"/>
                <a:gd name="connsiteY7" fmla="*/ 1497488 h 2453531"/>
                <a:gd name="connsiteX8" fmla="*/ 1840045 w 3904003"/>
                <a:gd name="connsiteY8" fmla="*/ 1827815 h 2453531"/>
                <a:gd name="connsiteX9" fmla="*/ 1975014 w 3904003"/>
                <a:gd name="connsiteY9" fmla="*/ 2083466 h 2453531"/>
                <a:gd name="connsiteX10" fmla="*/ 2184660 w 3904003"/>
                <a:gd name="connsiteY10" fmla="*/ 2293207 h 2453531"/>
                <a:gd name="connsiteX11" fmla="*/ 2556897 w 3904003"/>
                <a:gd name="connsiteY11" fmla="*/ 2389028 h 2453531"/>
                <a:gd name="connsiteX12" fmla="*/ 2918275 w 3904003"/>
                <a:gd name="connsiteY12" fmla="*/ 2389028 h 2453531"/>
                <a:gd name="connsiteX13" fmla="*/ 3174402 w 3904003"/>
                <a:gd name="connsiteY13" fmla="*/ 2404268 h 2453531"/>
                <a:gd name="connsiteX14" fmla="*/ 3490061 w 3904003"/>
                <a:gd name="connsiteY14" fmla="*/ 2437511 h 2453531"/>
                <a:gd name="connsiteX15" fmla="*/ 3751713 w 3904003"/>
                <a:gd name="connsiteY15" fmla="*/ 2448559 h 2453531"/>
                <a:gd name="connsiteX16" fmla="*/ 3904003 w 3904003"/>
                <a:gd name="connsiteY16" fmla="*/ 2370549 h 2453531"/>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56897 w 3980630"/>
                <a:gd name="connsiteY11" fmla="*/ 2389028 h 2512739"/>
                <a:gd name="connsiteX12" fmla="*/ 2918275 w 3980630"/>
                <a:gd name="connsiteY12" fmla="*/ 2389028 h 2512739"/>
                <a:gd name="connsiteX13" fmla="*/ 3174402 w 3980630"/>
                <a:gd name="connsiteY13" fmla="*/ 2404268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56897 w 3980630"/>
                <a:gd name="connsiteY11" fmla="*/ 2389028 h 2512739"/>
                <a:gd name="connsiteX12" fmla="*/ 2918275 w 3980630"/>
                <a:gd name="connsiteY12" fmla="*/ 2389028 h 2512739"/>
                <a:gd name="connsiteX13" fmla="*/ 3193527 w 3980630"/>
                <a:gd name="connsiteY13" fmla="*/ 2329875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3445 h 2512739"/>
                <a:gd name="connsiteX1" fmla="*/ 471914 w 3980630"/>
                <a:gd name="connsiteY1" fmla="*/ 454551 h 2512739"/>
                <a:gd name="connsiteX2" fmla="*/ 1091755 w 3980630"/>
                <a:gd name="connsiteY2" fmla="*/ 8200 h 2512739"/>
                <a:gd name="connsiteX3" fmla="*/ 1745938 w 3980630"/>
                <a:gd name="connsiteY3" fmla="*/ 183038 h 2512739"/>
                <a:gd name="connsiteX4" fmla="*/ 1920817 w 3980630"/>
                <a:gd name="connsiteY4" fmla="*/ 406018 h 2512739"/>
                <a:gd name="connsiteX5" fmla="*/ 1891766 w 3980630"/>
                <a:gd name="connsiteY5" fmla="*/ 667384 h 2512739"/>
                <a:gd name="connsiteX6" fmla="*/ 1748224 w 3980630"/>
                <a:gd name="connsiteY6" fmla="*/ 983329 h 2512739"/>
                <a:gd name="connsiteX7" fmla="*/ 1716601 w 3980630"/>
                <a:gd name="connsiteY7" fmla="*/ 1497488 h 2512739"/>
                <a:gd name="connsiteX8" fmla="*/ 1840045 w 3980630"/>
                <a:gd name="connsiteY8" fmla="*/ 1827815 h 2512739"/>
                <a:gd name="connsiteX9" fmla="*/ 1975014 w 3980630"/>
                <a:gd name="connsiteY9" fmla="*/ 2083466 h 2512739"/>
                <a:gd name="connsiteX10" fmla="*/ 2184660 w 3980630"/>
                <a:gd name="connsiteY10" fmla="*/ 2293207 h 2512739"/>
                <a:gd name="connsiteX11" fmla="*/ 2578923 w 3980630"/>
                <a:gd name="connsiteY11" fmla="*/ 2433649 h 2512739"/>
                <a:gd name="connsiteX12" fmla="*/ 2918275 w 3980630"/>
                <a:gd name="connsiteY12" fmla="*/ 2389028 h 2512739"/>
                <a:gd name="connsiteX13" fmla="*/ 3193527 w 3980630"/>
                <a:gd name="connsiteY13" fmla="*/ 2329875 h 2512739"/>
                <a:gd name="connsiteX14" fmla="*/ 3490061 w 3980630"/>
                <a:gd name="connsiteY14" fmla="*/ 2437511 h 2512739"/>
                <a:gd name="connsiteX15" fmla="*/ 3751713 w 3980630"/>
                <a:gd name="connsiteY15" fmla="*/ 2448559 h 2512739"/>
                <a:gd name="connsiteX16" fmla="*/ 3980630 w 3980630"/>
                <a:gd name="connsiteY16" fmla="*/ 2503749 h 2512739"/>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91766 w 3980630"/>
                <a:gd name="connsiteY5" fmla="*/ 666185 h 2511540"/>
                <a:gd name="connsiteX6" fmla="*/ 1748224 w 3980630"/>
                <a:gd name="connsiteY6" fmla="*/ 98213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02269 w 3980630"/>
                <a:gd name="connsiteY5" fmla="*/ 643582 h 2511540"/>
                <a:gd name="connsiteX6" fmla="*/ 1748224 w 3980630"/>
                <a:gd name="connsiteY6" fmla="*/ 98213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92246 h 2511540"/>
                <a:gd name="connsiteX1" fmla="*/ 471914 w 3980630"/>
                <a:gd name="connsiteY1" fmla="*/ 453352 h 2511540"/>
                <a:gd name="connsiteX2" fmla="*/ 1091755 w 3980630"/>
                <a:gd name="connsiteY2" fmla="*/ 7001 h 2511540"/>
                <a:gd name="connsiteX3" fmla="*/ 1637509 w 3980630"/>
                <a:gd name="connsiteY3" fmla="*/ 195977 h 2511540"/>
                <a:gd name="connsiteX4" fmla="*/ 1920817 w 3980630"/>
                <a:gd name="connsiteY4" fmla="*/ 404819 h 2511540"/>
                <a:gd name="connsiteX5" fmla="*/ 1802269 w 3980630"/>
                <a:gd name="connsiteY5" fmla="*/ 643582 h 2511540"/>
                <a:gd name="connsiteX6" fmla="*/ 1707782 w 3980630"/>
                <a:gd name="connsiteY6" fmla="*/ 987810 h 2511540"/>
                <a:gd name="connsiteX7" fmla="*/ 1716601 w 3980630"/>
                <a:gd name="connsiteY7" fmla="*/ 1496289 h 2511540"/>
                <a:gd name="connsiteX8" fmla="*/ 1840045 w 3980630"/>
                <a:gd name="connsiteY8" fmla="*/ 1826616 h 2511540"/>
                <a:gd name="connsiteX9" fmla="*/ 1975014 w 3980630"/>
                <a:gd name="connsiteY9" fmla="*/ 2082267 h 2511540"/>
                <a:gd name="connsiteX10" fmla="*/ 2184660 w 3980630"/>
                <a:gd name="connsiteY10" fmla="*/ 2292008 h 2511540"/>
                <a:gd name="connsiteX11" fmla="*/ 2578923 w 3980630"/>
                <a:gd name="connsiteY11" fmla="*/ 2432450 h 2511540"/>
                <a:gd name="connsiteX12" fmla="*/ 2918275 w 3980630"/>
                <a:gd name="connsiteY12" fmla="*/ 2387829 h 2511540"/>
                <a:gd name="connsiteX13" fmla="*/ 3193527 w 3980630"/>
                <a:gd name="connsiteY13" fmla="*/ 2328676 h 2511540"/>
                <a:gd name="connsiteX14" fmla="*/ 3490061 w 3980630"/>
                <a:gd name="connsiteY14" fmla="*/ 2436312 h 2511540"/>
                <a:gd name="connsiteX15" fmla="*/ 3751713 w 3980630"/>
                <a:gd name="connsiteY15" fmla="*/ 2447360 h 2511540"/>
                <a:gd name="connsiteX16" fmla="*/ 3980630 w 3980630"/>
                <a:gd name="connsiteY16" fmla="*/ 2502550 h 2511540"/>
                <a:gd name="connsiteX0" fmla="*/ 0 w 3980630"/>
                <a:gd name="connsiteY0" fmla="*/ 226507 h 2445801"/>
                <a:gd name="connsiteX1" fmla="*/ 471914 w 3980630"/>
                <a:gd name="connsiteY1" fmla="*/ 387613 h 2445801"/>
                <a:gd name="connsiteX2" fmla="*/ 916277 w 3980630"/>
                <a:gd name="connsiteY2" fmla="*/ 9807 h 2445801"/>
                <a:gd name="connsiteX3" fmla="*/ 1637509 w 3980630"/>
                <a:gd name="connsiteY3" fmla="*/ 130238 h 2445801"/>
                <a:gd name="connsiteX4" fmla="*/ 1920817 w 3980630"/>
                <a:gd name="connsiteY4" fmla="*/ 339080 h 2445801"/>
                <a:gd name="connsiteX5" fmla="*/ 1802269 w 3980630"/>
                <a:gd name="connsiteY5" fmla="*/ 577843 h 2445801"/>
                <a:gd name="connsiteX6" fmla="*/ 1707782 w 3980630"/>
                <a:gd name="connsiteY6" fmla="*/ 922071 h 2445801"/>
                <a:gd name="connsiteX7" fmla="*/ 1716601 w 3980630"/>
                <a:gd name="connsiteY7" fmla="*/ 1430550 h 2445801"/>
                <a:gd name="connsiteX8" fmla="*/ 1840045 w 3980630"/>
                <a:gd name="connsiteY8" fmla="*/ 1760877 h 2445801"/>
                <a:gd name="connsiteX9" fmla="*/ 1975014 w 3980630"/>
                <a:gd name="connsiteY9" fmla="*/ 2016528 h 2445801"/>
                <a:gd name="connsiteX10" fmla="*/ 2184660 w 3980630"/>
                <a:gd name="connsiteY10" fmla="*/ 2226269 h 2445801"/>
                <a:gd name="connsiteX11" fmla="*/ 2578923 w 3980630"/>
                <a:gd name="connsiteY11" fmla="*/ 2366711 h 2445801"/>
                <a:gd name="connsiteX12" fmla="*/ 2918275 w 3980630"/>
                <a:gd name="connsiteY12" fmla="*/ 2322090 h 2445801"/>
                <a:gd name="connsiteX13" fmla="*/ 3193527 w 3980630"/>
                <a:gd name="connsiteY13" fmla="*/ 2262937 h 2445801"/>
                <a:gd name="connsiteX14" fmla="*/ 3490061 w 3980630"/>
                <a:gd name="connsiteY14" fmla="*/ 2370573 h 2445801"/>
                <a:gd name="connsiteX15" fmla="*/ 3751713 w 3980630"/>
                <a:gd name="connsiteY15" fmla="*/ 2381621 h 2445801"/>
                <a:gd name="connsiteX16" fmla="*/ 3980630 w 3980630"/>
                <a:gd name="connsiteY16" fmla="*/ 2436811 h 2445801"/>
                <a:gd name="connsiteX0" fmla="*/ 0 w 3980630"/>
                <a:gd name="connsiteY0" fmla="*/ 232845 h 2452139"/>
                <a:gd name="connsiteX1" fmla="*/ 471914 w 3980630"/>
                <a:gd name="connsiteY1" fmla="*/ 393951 h 2452139"/>
                <a:gd name="connsiteX2" fmla="*/ 916277 w 3980630"/>
                <a:gd name="connsiteY2" fmla="*/ 16145 h 2452139"/>
                <a:gd name="connsiteX3" fmla="*/ 1556302 w 3980630"/>
                <a:gd name="connsiteY3" fmla="*/ 96724 h 2452139"/>
                <a:gd name="connsiteX4" fmla="*/ 1920817 w 3980630"/>
                <a:gd name="connsiteY4" fmla="*/ 345418 h 2452139"/>
                <a:gd name="connsiteX5" fmla="*/ 1802269 w 3980630"/>
                <a:gd name="connsiteY5" fmla="*/ 584181 h 2452139"/>
                <a:gd name="connsiteX6" fmla="*/ 1707782 w 3980630"/>
                <a:gd name="connsiteY6" fmla="*/ 928409 h 2452139"/>
                <a:gd name="connsiteX7" fmla="*/ 1716601 w 3980630"/>
                <a:gd name="connsiteY7" fmla="*/ 1436888 h 2452139"/>
                <a:gd name="connsiteX8" fmla="*/ 1840045 w 3980630"/>
                <a:gd name="connsiteY8" fmla="*/ 1767215 h 2452139"/>
                <a:gd name="connsiteX9" fmla="*/ 1975014 w 3980630"/>
                <a:gd name="connsiteY9" fmla="*/ 2022866 h 2452139"/>
                <a:gd name="connsiteX10" fmla="*/ 2184660 w 3980630"/>
                <a:gd name="connsiteY10" fmla="*/ 2232607 h 2452139"/>
                <a:gd name="connsiteX11" fmla="*/ 2578923 w 3980630"/>
                <a:gd name="connsiteY11" fmla="*/ 2373049 h 2452139"/>
                <a:gd name="connsiteX12" fmla="*/ 2918275 w 3980630"/>
                <a:gd name="connsiteY12" fmla="*/ 2328428 h 2452139"/>
                <a:gd name="connsiteX13" fmla="*/ 3193527 w 3980630"/>
                <a:gd name="connsiteY13" fmla="*/ 2269275 h 2452139"/>
                <a:gd name="connsiteX14" fmla="*/ 3490061 w 3980630"/>
                <a:gd name="connsiteY14" fmla="*/ 2376911 h 2452139"/>
                <a:gd name="connsiteX15" fmla="*/ 3751713 w 3980630"/>
                <a:gd name="connsiteY15" fmla="*/ 2387959 h 2452139"/>
                <a:gd name="connsiteX16" fmla="*/ 3980630 w 3980630"/>
                <a:gd name="connsiteY16" fmla="*/ 2443149 h 245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0630" h="2452139">
                  <a:moveTo>
                    <a:pt x="0" y="232845"/>
                  </a:moveTo>
                  <a:cubicBezTo>
                    <a:pt x="315935" y="375811"/>
                    <a:pt x="319201" y="430068"/>
                    <a:pt x="471914" y="393951"/>
                  </a:cubicBezTo>
                  <a:cubicBezTo>
                    <a:pt x="624627" y="357834"/>
                    <a:pt x="735546" y="65683"/>
                    <a:pt x="916277" y="16145"/>
                  </a:cubicBezTo>
                  <a:cubicBezTo>
                    <a:pt x="1097008" y="-33393"/>
                    <a:pt x="1388879" y="41845"/>
                    <a:pt x="1556302" y="96724"/>
                  </a:cubicBezTo>
                  <a:cubicBezTo>
                    <a:pt x="1723725" y="151603"/>
                    <a:pt x="1879823" y="264175"/>
                    <a:pt x="1920817" y="345418"/>
                  </a:cubicBezTo>
                  <a:cubicBezTo>
                    <a:pt x="1961812" y="426661"/>
                    <a:pt x="1837775" y="487016"/>
                    <a:pt x="1802269" y="584181"/>
                  </a:cubicBezTo>
                  <a:cubicBezTo>
                    <a:pt x="1766763" y="681346"/>
                    <a:pt x="1722060" y="786291"/>
                    <a:pt x="1707782" y="928409"/>
                  </a:cubicBezTo>
                  <a:cubicBezTo>
                    <a:pt x="1693504" y="1070527"/>
                    <a:pt x="1694557" y="1297087"/>
                    <a:pt x="1716601" y="1436888"/>
                  </a:cubicBezTo>
                  <a:cubicBezTo>
                    <a:pt x="1738645" y="1576689"/>
                    <a:pt x="1790706" y="1660059"/>
                    <a:pt x="1840045" y="1767215"/>
                  </a:cubicBezTo>
                  <a:cubicBezTo>
                    <a:pt x="1880431" y="1854940"/>
                    <a:pt x="1921770" y="1942475"/>
                    <a:pt x="1975014" y="2022866"/>
                  </a:cubicBezTo>
                  <a:cubicBezTo>
                    <a:pt x="2030355" y="2106400"/>
                    <a:pt x="2084009" y="2174243"/>
                    <a:pt x="2184660" y="2232607"/>
                  </a:cubicBezTo>
                  <a:cubicBezTo>
                    <a:pt x="2285312" y="2290971"/>
                    <a:pt x="2448811" y="2366382"/>
                    <a:pt x="2578923" y="2373049"/>
                  </a:cubicBezTo>
                  <a:cubicBezTo>
                    <a:pt x="2699223" y="2379241"/>
                    <a:pt x="2815841" y="2345724"/>
                    <a:pt x="2918275" y="2328428"/>
                  </a:cubicBezTo>
                  <a:cubicBezTo>
                    <a:pt x="3020709" y="2311132"/>
                    <a:pt x="3108279" y="2262036"/>
                    <a:pt x="3193527" y="2269275"/>
                  </a:cubicBezTo>
                  <a:cubicBezTo>
                    <a:pt x="3298969" y="2278229"/>
                    <a:pt x="3397030" y="2357130"/>
                    <a:pt x="3490061" y="2376911"/>
                  </a:cubicBezTo>
                  <a:cubicBezTo>
                    <a:pt x="3583092" y="2396692"/>
                    <a:pt x="3669952" y="2376919"/>
                    <a:pt x="3751713" y="2387959"/>
                  </a:cubicBezTo>
                  <a:cubicBezTo>
                    <a:pt x="3833474" y="2398999"/>
                    <a:pt x="3928433" y="2478487"/>
                    <a:pt x="3980630" y="244314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4C905244-EFF9-0DED-0D4C-A197C9142DEA}"/>
                </a:ext>
              </a:extLst>
            </p:cNvPr>
            <p:cNvSpPr/>
            <p:nvPr/>
          </p:nvSpPr>
          <p:spPr>
            <a:xfrm rot="3210583" flipV="1">
              <a:off x="-482705" y="5614735"/>
              <a:ext cx="2673068" cy="403992"/>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90481 w 2827679"/>
                <a:gd name="connsiteY1" fmla="*/ 1834229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18617 w 2827679"/>
                <a:gd name="connsiteY2" fmla="*/ 1789938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7679"/>
                <a:gd name="connsiteY0" fmla="*/ 1836834 h 2036175"/>
                <a:gd name="connsiteX1" fmla="*/ 830015 w 2827679"/>
                <a:gd name="connsiteY1" fmla="*/ 1732802 h 2036175"/>
                <a:gd name="connsiteX2" fmla="*/ 1200914 w 2827679"/>
                <a:gd name="connsiteY2" fmla="*/ 1708639 h 2036175"/>
                <a:gd name="connsiteX3" fmla="*/ 1643718 w 2827679"/>
                <a:gd name="connsiteY3" fmla="*/ 1870329 h 2036175"/>
                <a:gd name="connsiteX4" fmla="*/ 2084059 w 2827679"/>
                <a:gd name="connsiteY4" fmla="*/ 2021300 h 2036175"/>
                <a:gd name="connsiteX5" fmla="*/ 2485633 w 2827679"/>
                <a:gd name="connsiteY5" fmla="*/ 2010251 h 2036175"/>
                <a:gd name="connsiteX6" fmla="*/ 2772240 w 2827679"/>
                <a:gd name="connsiteY6" fmla="*/ 1867567 h 2036175"/>
                <a:gd name="connsiteX7" fmla="*/ 2824818 w 2827679"/>
                <a:gd name="connsiteY7" fmla="*/ 1652873 h 2036175"/>
                <a:gd name="connsiteX8" fmla="*/ 2593551 w 2827679"/>
                <a:gd name="connsiteY8" fmla="*/ 1295495 h 2036175"/>
                <a:gd name="connsiteX9" fmla="*/ 1941279 w 2827679"/>
                <a:gd name="connsiteY9" fmla="*/ 812292 h 2036175"/>
                <a:gd name="connsiteX10" fmla="*/ 1701535 w 2827679"/>
                <a:gd name="connsiteY10" fmla="*/ 669036 h 2036175"/>
                <a:gd name="connsiteX11" fmla="*/ 1421881 w 2827679"/>
                <a:gd name="connsiteY11" fmla="*/ 498634 h 2036175"/>
                <a:gd name="connsiteX12" fmla="*/ 1193376 w 2827679"/>
                <a:gd name="connsiteY12" fmla="*/ 355949 h 2036175"/>
                <a:gd name="connsiteX13" fmla="*/ 914103 w 2827679"/>
                <a:gd name="connsiteY13" fmla="*/ 161639 h 2036175"/>
                <a:gd name="connsiteX14" fmla="*/ 637783 w 2827679"/>
                <a:gd name="connsiteY14" fmla="*/ 0 h 2036175"/>
                <a:gd name="connsiteX0" fmla="*/ 0 w 2826369"/>
                <a:gd name="connsiteY0" fmla="*/ 1836834 h 2048574"/>
                <a:gd name="connsiteX1" fmla="*/ 830015 w 2826369"/>
                <a:gd name="connsiteY1" fmla="*/ 1732802 h 2048574"/>
                <a:gd name="connsiteX2" fmla="*/ 1200914 w 2826369"/>
                <a:gd name="connsiteY2" fmla="*/ 1708639 h 2048574"/>
                <a:gd name="connsiteX3" fmla="*/ 1643718 w 2826369"/>
                <a:gd name="connsiteY3" fmla="*/ 1870329 h 2048574"/>
                <a:gd name="connsiteX4" fmla="*/ 2084059 w 2826369"/>
                <a:gd name="connsiteY4" fmla="*/ 2021300 h 2048574"/>
                <a:gd name="connsiteX5" fmla="*/ 2485633 w 2826369"/>
                <a:gd name="connsiteY5" fmla="*/ 2010251 h 2048574"/>
                <a:gd name="connsiteX6" fmla="*/ 2824818 w 2826369"/>
                <a:gd name="connsiteY6" fmla="*/ 1652873 h 2048574"/>
                <a:gd name="connsiteX7" fmla="*/ 2593551 w 2826369"/>
                <a:gd name="connsiteY7" fmla="*/ 1295495 h 2048574"/>
                <a:gd name="connsiteX8" fmla="*/ 1941279 w 2826369"/>
                <a:gd name="connsiteY8" fmla="*/ 812292 h 2048574"/>
                <a:gd name="connsiteX9" fmla="*/ 1701535 w 2826369"/>
                <a:gd name="connsiteY9" fmla="*/ 669036 h 2048574"/>
                <a:gd name="connsiteX10" fmla="*/ 1421881 w 2826369"/>
                <a:gd name="connsiteY10" fmla="*/ 498634 h 2048574"/>
                <a:gd name="connsiteX11" fmla="*/ 1193376 w 2826369"/>
                <a:gd name="connsiteY11" fmla="*/ 355949 h 2048574"/>
                <a:gd name="connsiteX12" fmla="*/ 914103 w 2826369"/>
                <a:gd name="connsiteY12" fmla="*/ 161639 h 2048574"/>
                <a:gd name="connsiteX13" fmla="*/ 637783 w 2826369"/>
                <a:gd name="connsiteY13" fmla="*/ 0 h 2048574"/>
                <a:gd name="connsiteX0" fmla="*/ 0 w 2753592"/>
                <a:gd name="connsiteY0" fmla="*/ 1836834 h 2048207"/>
                <a:gd name="connsiteX1" fmla="*/ 830015 w 2753592"/>
                <a:gd name="connsiteY1" fmla="*/ 1732802 h 2048207"/>
                <a:gd name="connsiteX2" fmla="*/ 1200914 w 2753592"/>
                <a:gd name="connsiteY2" fmla="*/ 1708639 h 2048207"/>
                <a:gd name="connsiteX3" fmla="*/ 1643718 w 2753592"/>
                <a:gd name="connsiteY3" fmla="*/ 1870329 h 2048207"/>
                <a:gd name="connsiteX4" fmla="*/ 2084059 w 2753592"/>
                <a:gd name="connsiteY4" fmla="*/ 2021300 h 2048207"/>
                <a:gd name="connsiteX5" fmla="*/ 2485633 w 2753592"/>
                <a:gd name="connsiteY5" fmla="*/ 2010251 h 2048207"/>
                <a:gd name="connsiteX6" fmla="*/ 2749489 w 2753592"/>
                <a:gd name="connsiteY6" fmla="*/ 1658391 h 2048207"/>
                <a:gd name="connsiteX7" fmla="*/ 2593551 w 2753592"/>
                <a:gd name="connsiteY7" fmla="*/ 1295495 h 2048207"/>
                <a:gd name="connsiteX8" fmla="*/ 1941279 w 2753592"/>
                <a:gd name="connsiteY8" fmla="*/ 812292 h 2048207"/>
                <a:gd name="connsiteX9" fmla="*/ 1701535 w 2753592"/>
                <a:gd name="connsiteY9" fmla="*/ 669036 h 2048207"/>
                <a:gd name="connsiteX10" fmla="*/ 1421881 w 2753592"/>
                <a:gd name="connsiteY10" fmla="*/ 498634 h 2048207"/>
                <a:gd name="connsiteX11" fmla="*/ 1193376 w 2753592"/>
                <a:gd name="connsiteY11" fmla="*/ 355949 h 2048207"/>
                <a:gd name="connsiteX12" fmla="*/ 914103 w 2753592"/>
                <a:gd name="connsiteY12" fmla="*/ 161639 h 2048207"/>
                <a:gd name="connsiteX13" fmla="*/ 637783 w 2753592"/>
                <a:gd name="connsiteY13" fmla="*/ 0 h 2048207"/>
                <a:gd name="connsiteX0" fmla="*/ 0 w 2753592"/>
                <a:gd name="connsiteY0" fmla="*/ 1675195 h 1886566"/>
                <a:gd name="connsiteX1" fmla="*/ 830015 w 2753592"/>
                <a:gd name="connsiteY1" fmla="*/ 1571163 h 1886566"/>
                <a:gd name="connsiteX2" fmla="*/ 1200914 w 2753592"/>
                <a:gd name="connsiteY2" fmla="*/ 1547000 h 1886566"/>
                <a:gd name="connsiteX3" fmla="*/ 1643718 w 2753592"/>
                <a:gd name="connsiteY3" fmla="*/ 1708690 h 1886566"/>
                <a:gd name="connsiteX4" fmla="*/ 2084059 w 2753592"/>
                <a:gd name="connsiteY4" fmla="*/ 1859661 h 1886566"/>
                <a:gd name="connsiteX5" fmla="*/ 2485633 w 2753592"/>
                <a:gd name="connsiteY5" fmla="*/ 1848612 h 1886566"/>
                <a:gd name="connsiteX6" fmla="*/ 2749489 w 2753592"/>
                <a:gd name="connsiteY6" fmla="*/ 1496752 h 1886566"/>
                <a:gd name="connsiteX7" fmla="*/ 2593551 w 2753592"/>
                <a:gd name="connsiteY7" fmla="*/ 1133856 h 1886566"/>
                <a:gd name="connsiteX8" fmla="*/ 1941279 w 2753592"/>
                <a:gd name="connsiteY8" fmla="*/ 650653 h 1886566"/>
                <a:gd name="connsiteX9" fmla="*/ 1701535 w 2753592"/>
                <a:gd name="connsiteY9" fmla="*/ 507397 h 1886566"/>
                <a:gd name="connsiteX10" fmla="*/ 1421881 w 2753592"/>
                <a:gd name="connsiteY10" fmla="*/ 336995 h 1886566"/>
                <a:gd name="connsiteX11" fmla="*/ 1193376 w 2753592"/>
                <a:gd name="connsiteY11" fmla="*/ 194310 h 1886566"/>
                <a:gd name="connsiteX12" fmla="*/ 914103 w 2753592"/>
                <a:gd name="connsiteY12" fmla="*/ 0 h 1886566"/>
                <a:gd name="connsiteX0" fmla="*/ 0 w 2753592"/>
                <a:gd name="connsiteY0" fmla="*/ 1480885 h 1692257"/>
                <a:gd name="connsiteX1" fmla="*/ 830015 w 2753592"/>
                <a:gd name="connsiteY1" fmla="*/ 1376853 h 1692257"/>
                <a:gd name="connsiteX2" fmla="*/ 1200914 w 2753592"/>
                <a:gd name="connsiteY2" fmla="*/ 1352690 h 1692257"/>
                <a:gd name="connsiteX3" fmla="*/ 1643718 w 2753592"/>
                <a:gd name="connsiteY3" fmla="*/ 1514380 h 1692257"/>
                <a:gd name="connsiteX4" fmla="*/ 2084059 w 2753592"/>
                <a:gd name="connsiteY4" fmla="*/ 1665351 h 1692257"/>
                <a:gd name="connsiteX5" fmla="*/ 2485633 w 2753592"/>
                <a:gd name="connsiteY5" fmla="*/ 1654302 h 1692257"/>
                <a:gd name="connsiteX6" fmla="*/ 2749489 w 2753592"/>
                <a:gd name="connsiteY6" fmla="*/ 1302442 h 1692257"/>
                <a:gd name="connsiteX7" fmla="*/ 2593551 w 2753592"/>
                <a:gd name="connsiteY7" fmla="*/ 939546 h 1692257"/>
                <a:gd name="connsiteX8" fmla="*/ 1941279 w 2753592"/>
                <a:gd name="connsiteY8" fmla="*/ 456343 h 1692257"/>
                <a:gd name="connsiteX9" fmla="*/ 1701535 w 2753592"/>
                <a:gd name="connsiteY9" fmla="*/ 313087 h 1692257"/>
                <a:gd name="connsiteX10" fmla="*/ 1421881 w 2753592"/>
                <a:gd name="connsiteY10" fmla="*/ 142685 h 1692257"/>
                <a:gd name="connsiteX11" fmla="*/ 1193376 w 2753592"/>
                <a:gd name="connsiteY11" fmla="*/ 0 h 1692257"/>
                <a:gd name="connsiteX0" fmla="*/ 0 w 2753592"/>
                <a:gd name="connsiteY0" fmla="*/ 1480885 h 1692257"/>
                <a:gd name="connsiteX1" fmla="*/ 830015 w 2753592"/>
                <a:gd name="connsiteY1" fmla="*/ 1376853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595183 w 2753592"/>
                <a:gd name="connsiteY1" fmla="*/ 1388527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595183 w 2753592"/>
                <a:gd name="connsiteY1" fmla="*/ 1388527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753592"/>
                <a:gd name="connsiteY0" fmla="*/ 1480885 h 1692257"/>
                <a:gd name="connsiteX1" fmla="*/ 478514 w 2753592"/>
                <a:gd name="connsiteY1" fmla="*/ 1439016 h 1692257"/>
                <a:gd name="connsiteX2" fmla="*/ 1200914 w 2753592"/>
                <a:gd name="connsiteY2" fmla="*/ 1352690 h 1692257"/>
                <a:gd name="connsiteX3" fmla="*/ 1657441 w 2753592"/>
                <a:gd name="connsiteY3" fmla="*/ 1507182 h 1692257"/>
                <a:gd name="connsiteX4" fmla="*/ 1643718 w 2753592"/>
                <a:gd name="connsiteY4" fmla="*/ 1514380 h 1692257"/>
                <a:gd name="connsiteX5" fmla="*/ 2084059 w 2753592"/>
                <a:gd name="connsiteY5" fmla="*/ 1665351 h 1692257"/>
                <a:gd name="connsiteX6" fmla="*/ 2485633 w 2753592"/>
                <a:gd name="connsiteY6" fmla="*/ 1654302 h 1692257"/>
                <a:gd name="connsiteX7" fmla="*/ 2749489 w 2753592"/>
                <a:gd name="connsiteY7" fmla="*/ 1302442 h 1692257"/>
                <a:gd name="connsiteX8" fmla="*/ 2593551 w 2753592"/>
                <a:gd name="connsiteY8" fmla="*/ 939546 h 1692257"/>
                <a:gd name="connsiteX9" fmla="*/ 1941279 w 2753592"/>
                <a:gd name="connsiteY9" fmla="*/ 456343 h 1692257"/>
                <a:gd name="connsiteX10" fmla="*/ 1701535 w 2753592"/>
                <a:gd name="connsiteY10" fmla="*/ 313087 h 1692257"/>
                <a:gd name="connsiteX11" fmla="*/ 1421881 w 2753592"/>
                <a:gd name="connsiteY11" fmla="*/ 142685 h 1692257"/>
                <a:gd name="connsiteX12" fmla="*/ 1193376 w 2753592"/>
                <a:gd name="connsiteY12" fmla="*/ 0 h 1692257"/>
                <a:gd name="connsiteX0" fmla="*/ 0 w 2626953"/>
                <a:gd name="connsiteY0" fmla="*/ 1480885 h 1717809"/>
                <a:gd name="connsiteX1" fmla="*/ 478514 w 2626953"/>
                <a:gd name="connsiteY1" fmla="*/ 1439016 h 1717809"/>
                <a:gd name="connsiteX2" fmla="*/ 1200914 w 2626953"/>
                <a:gd name="connsiteY2" fmla="*/ 1352690 h 1717809"/>
                <a:gd name="connsiteX3" fmla="*/ 1657441 w 2626953"/>
                <a:gd name="connsiteY3" fmla="*/ 1507182 h 1717809"/>
                <a:gd name="connsiteX4" fmla="*/ 1643718 w 2626953"/>
                <a:gd name="connsiteY4" fmla="*/ 1514380 h 1717809"/>
                <a:gd name="connsiteX5" fmla="*/ 2084059 w 2626953"/>
                <a:gd name="connsiteY5" fmla="*/ 1665351 h 1717809"/>
                <a:gd name="connsiteX6" fmla="*/ 2485633 w 2626953"/>
                <a:gd name="connsiteY6" fmla="*/ 1654302 h 1717809"/>
                <a:gd name="connsiteX7" fmla="*/ 2593551 w 2626953"/>
                <a:gd name="connsiteY7" fmla="*/ 939546 h 1717809"/>
                <a:gd name="connsiteX8" fmla="*/ 1941279 w 2626953"/>
                <a:gd name="connsiteY8" fmla="*/ 456343 h 1717809"/>
                <a:gd name="connsiteX9" fmla="*/ 1701535 w 2626953"/>
                <a:gd name="connsiteY9" fmla="*/ 313087 h 1717809"/>
                <a:gd name="connsiteX10" fmla="*/ 1421881 w 2626953"/>
                <a:gd name="connsiteY10" fmla="*/ 142685 h 1717809"/>
                <a:gd name="connsiteX11" fmla="*/ 1193376 w 2626953"/>
                <a:gd name="connsiteY11" fmla="*/ 0 h 1717809"/>
                <a:gd name="connsiteX0" fmla="*/ 0 w 2626953"/>
                <a:gd name="connsiteY0" fmla="*/ 1338201 h 1575123"/>
                <a:gd name="connsiteX1" fmla="*/ 478514 w 2626953"/>
                <a:gd name="connsiteY1" fmla="*/ 1296332 h 1575123"/>
                <a:gd name="connsiteX2" fmla="*/ 1200914 w 2626953"/>
                <a:gd name="connsiteY2" fmla="*/ 1210006 h 1575123"/>
                <a:gd name="connsiteX3" fmla="*/ 1657441 w 2626953"/>
                <a:gd name="connsiteY3" fmla="*/ 1364498 h 1575123"/>
                <a:gd name="connsiteX4" fmla="*/ 1643718 w 2626953"/>
                <a:gd name="connsiteY4" fmla="*/ 1371696 h 1575123"/>
                <a:gd name="connsiteX5" fmla="*/ 2084059 w 2626953"/>
                <a:gd name="connsiteY5" fmla="*/ 1522667 h 1575123"/>
                <a:gd name="connsiteX6" fmla="*/ 2485633 w 2626953"/>
                <a:gd name="connsiteY6" fmla="*/ 1511618 h 1575123"/>
                <a:gd name="connsiteX7" fmla="*/ 2593551 w 2626953"/>
                <a:gd name="connsiteY7" fmla="*/ 796862 h 1575123"/>
                <a:gd name="connsiteX8" fmla="*/ 1941279 w 2626953"/>
                <a:gd name="connsiteY8" fmla="*/ 313659 h 1575123"/>
                <a:gd name="connsiteX9" fmla="*/ 1701535 w 2626953"/>
                <a:gd name="connsiteY9" fmla="*/ 170403 h 1575123"/>
                <a:gd name="connsiteX10" fmla="*/ 1421881 w 2626953"/>
                <a:gd name="connsiteY10" fmla="*/ 1 h 1575123"/>
                <a:gd name="connsiteX0" fmla="*/ 0 w 2626953"/>
                <a:gd name="connsiteY0" fmla="*/ 1167798 h 1404722"/>
                <a:gd name="connsiteX1" fmla="*/ 478514 w 2626953"/>
                <a:gd name="connsiteY1" fmla="*/ 1125929 h 1404722"/>
                <a:gd name="connsiteX2" fmla="*/ 1200914 w 2626953"/>
                <a:gd name="connsiteY2" fmla="*/ 1039603 h 1404722"/>
                <a:gd name="connsiteX3" fmla="*/ 1657441 w 2626953"/>
                <a:gd name="connsiteY3" fmla="*/ 1194095 h 1404722"/>
                <a:gd name="connsiteX4" fmla="*/ 1643718 w 2626953"/>
                <a:gd name="connsiteY4" fmla="*/ 1201293 h 1404722"/>
                <a:gd name="connsiteX5" fmla="*/ 2084059 w 2626953"/>
                <a:gd name="connsiteY5" fmla="*/ 1352264 h 1404722"/>
                <a:gd name="connsiteX6" fmla="*/ 2485633 w 2626953"/>
                <a:gd name="connsiteY6" fmla="*/ 1341215 h 1404722"/>
                <a:gd name="connsiteX7" fmla="*/ 2593551 w 2626953"/>
                <a:gd name="connsiteY7" fmla="*/ 626459 h 1404722"/>
                <a:gd name="connsiteX8" fmla="*/ 1941279 w 2626953"/>
                <a:gd name="connsiteY8" fmla="*/ 143256 h 1404722"/>
                <a:gd name="connsiteX9" fmla="*/ 1701535 w 2626953"/>
                <a:gd name="connsiteY9" fmla="*/ 0 h 1404722"/>
                <a:gd name="connsiteX0" fmla="*/ 0 w 2626953"/>
                <a:gd name="connsiteY0" fmla="*/ 1024542 h 1261465"/>
                <a:gd name="connsiteX1" fmla="*/ 478514 w 2626953"/>
                <a:gd name="connsiteY1" fmla="*/ 982673 h 1261465"/>
                <a:gd name="connsiteX2" fmla="*/ 1200914 w 2626953"/>
                <a:gd name="connsiteY2" fmla="*/ 896347 h 1261465"/>
                <a:gd name="connsiteX3" fmla="*/ 1657441 w 2626953"/>
                <a:gd name="connsiteY3" fmla="*/ 1050839 h 1261465"/>
                <a:gd name="connsiteX4" fmla="*/ 1643718 w 2626953"/>
                <a:gd name="connsiteY4" fmla="*/ 1058037 h 1261465"/>
                <a:gd name="connsiteX5" fmla="*/ 2084059 w 2626953"/>
                <a:gd name="connsiteY5" fmla="*/ 1209008 h 1261465"/>
                <a:gd name="connsiteX6" fmla="*/ 2485633 w 2626953"/>
                <a:gd name="connsiteY6" fmla="*/ 1197959 h 1261465"/>
                <a:gd name="connsiteX7" fmla="*/ 2593551 w 2626953"/>
                <a:gd name="connsiteY7" fmla="*/ 483203 h 1261465"/>
                <a:gd name="connsiteX8" fmla="*/ 1941279 w 2626953"/>
                <a:gd name="connsiteY8" fmla="*/ 0 h 1261465"/>
                <a:gd name="connsiteX0" fmla="*/ 0 w 2626953"/>
                <a:gd name="connsiteY0" fmla="*/ 541339 h 778262"/>
                <a:gd name="connsiteX1" fmla="*/ 478514 w 2626953"/>
                <a:gd name="connsiteY1" fmla="*/ 499470 h 778262"/>
                <a:gd name="connsiteX2" fmla="*/ 1200914 w 2626953"/>
                <a:gd name="connsiteY2" fmla="*/ 413144 h 778262"/>
                <a:gd name="connsiteX3" fmla="*/ 1657441 w 2626953"/>
                <a:gd name="connsiteY3" fmla="*/ 567636 h 778262"/>
                <a:gd name="connsiteX4" fmla="*/ 1643718 w 2626953"/>
                <a:gd name="connsiteY4" fmla="*/ 574834 h 778262"/>
                <a:gd name="connsiteX5" fmla="*/ 2084059 w 2626953"/>
                <a:gd name="connsiteY5" fmla="*/ 725805 h 778262"/>
                <a:gd name="connsiteX6" fmla="*/ 2485633 w 2626953"/>
                <a:gd name="connsiteY6" fmla="*/ 714756 h 778262"/>
                <a:gd name="connsiteX7" fmla="*/ 2593551 w 2626953"/>
                <a:gd name="connsiteY7" fmla="*/ 0 h 778262"/>
                <a:gd name="connsiteX0" fmla="*/ 0 w 2485633"/>
                <a:gd name="connsiteY0" fmla="*/ 175972 h 412895"/>
                <a:gd name="connsiteX1" fmla="*/ 478514 w 2485633"/>
                <a:gd name="connsiteY1" fmla="*/ 134103 h 412895"/>
                <a:gd name="connsiteX2" fmla="*/ 1200914 w 2485633"/>
                <a:gd name="connsiteY2" fmla="*/ 47777 h 412895"/>
                <a:gd name="connsiteX3" fmla="*/ 1657441 w 2485633"/>
                <a:gd name="connsiteY3" fmla="*/ 202269 h 412895"/>
                <a:gd name="connsiteX4" fmla="*/ 1643718 w 2485633"/>
                <a:gd name="connsiteY4" fmla="*/ 209467 h 412895"/>
                <a:gd name="connsiteX5" fmla="*/ 2084059 w 2485633"/>
                <a:gd name="connsiteY5" fmla="*/ 360438 h 412895"/>
                <a:gd name="connsiteX6" fmla="*/ 2485633 w 2485633"/>
                <a:gd name="connsiteY6" fmla="*/ 349389 h 412895"/>
                <a:gd name="connsiteX0" fmla="*/ 0 w 2627978"/>
                <a:gd name="connsiteY0" fmla="*/ 175971 h 404239"/>
                <a:gd name="connsiteX1" fmla="*/ 478514 w 2627978"/>
                <a:gd name="connsiteY1" fmla="*/ 134102 h 404239"/>
                <a:gd name="connsiteX2" fmla="*/ 1200914 w 2627978"/>
                <a:gd name="connsiteY2" fmla="*/ 47776 h 404239"/>
                <a:gd name="connsiteX3" fmla="*/ 1657441 w 2627978"/>
                <a:gd name="connsiteY3" fmla="*/ 202268 h 404239"/>
                <a:gd name="connsiteX4" fmla="*/ 1643718 w 2627978"/>
                <a:gd name="connsiteY4" fmla="*/ 209466 h 404239"/>
                <a:gd name="connsiteX5" fmla="*/ 2084059 w 2627978"/>
                <a:gd name="connsiteY5" fmla="*/ 360437 h 404239"/>
                <a:gd name="connsiteX6" fmla="*/ 2627978 w 2627978"/>
                <a:gd name="connsiteY6" fmla="*/ 337761 h 404239"/>
                <a:gd name="connsiteX0" fmla="*/ 0 w 2627978"/>
                <a:gd name="connsiteY0" fmla="*/ 175971 h 486126"/>
                <a:gd name="connsiteX1" fmla="*/ 478514 w 2627978"/>
                <a:gd name="connsiteY1" fmla="*/ 134102 h 486126"/>
                <a:gd name="connsiteX2" fmla="*/ 1200914 w 2627978"/>
                <a:gd name="connsiteY2" fmla="*/ 47776 h 486126"/>
                <a:gd name="connsiteX3" fmla="*/ 1657441 w 2627978"/>
                <a:gd name="connsiteY3" fmla="*/ 202268 h 486126"/>
                <a:gd name="connsiteX4" fmla="*/ 1643718 w 2627978"/>
                <a:gd name="connsiteY4" fmla="*/ 209466 h 486126"/>
                <a:gd name="connsiteX5" fmla="*/ 2211517 w 2627978"/>
                <a:gd name="connsiteY5" fmla="*/ 480901 h 486126"/>
                <a:gd name="connsiteX6" fmla="*/ 2627978 w 2627978"/>
                <a:gd name="connsiteY6" fmla="*/ 337761 h 486126"/>
                <a:gd name="connsiteX0" fmla="*/ 0 w 2627978"/>
                <a:gd name="connsiteY0" fmla="*/ 176380 h 486535"/>
                <a:gd name="connsiteX1" fmla="*/ 478514 w 2627978"/>
                <a:gd name="connsiteY1" fmla="*/ 134511 h 486535"/>
                <a:gd name="connsiteX2" fmla="*/ 1200914 w 2627978"/>
                <a:gd name="connsiteY2" fmla="*/ 48185 h 486535"/>
                <a:gd name="connsiteX3" fmla="*/ 1643718 w 2627978"/>
                <a:gd name="connsiteY3" fmla="*/ 209875 h 486535"/>
                <a:gd name="connsiteX4" fmla="*/ 2211517 w 2627978"/>
                <a:gd name="connsiteY4" fmla="*/ 481310 h 486535"/>
                <a:gd name="connsiteX5" fmla="*/ 2627978 w 2627978"/>
                <a:gd name="connsiteY5" fmla="*/ 338170 h 486535"/>
                <a:gd name="connsiteX0" fmla="*/ 0 w 2627978"/>
                <a:gd name="connsiteY0" fmla="*/ 180521 h 487007"/>
                <a:gd name="connsiteX1" fmla="*/ 478514 w 2627978"/>
                <a:gd name="connsiteY1" fmla="*/ 138652 h 487007"/>
                <a:gd name="connsiteX2" fmla="*/ 1200914 w 2627978"/>
                <a:gd name="connsiteY2" fmla="*/ 52326 h 487007"/>
                <a:gd name="connsiteX3" fmla="*/ 1896891 w 2627978"/>
                <a:gd name="connsiteY3" fmla="*/ 285788 h 487007"/>
                <a:gd name="connsiteX4" fmla="*/ 2211517 w 2627978"/>
                <a:gd name="connsiteY4" fmla="*/ 485451 h 487007"/>
                <a:gd name="connsiteX5" fmla="*/ 2627978 w 2627978"/>
                <a:gd name="connsiteY5" fmla="*/ 342311 h 487007"/>
                <a:gd name="connsiteX0" fmla="*/ 0 w 2627978"/>
                <a:gd name="connsiteY0" fmla="*/ 180521 h 527257"/>
                <a:gd name="connsiteX1" fmla="*/ 478514 w 2627978"/>
                <a:gd name="connsiteY1" fmla="*/ 138652 h 527257"/>
                <a:gd name="connsiteX2" fmla="*/ 1200914 w 2627978"/>
                <a:gd name="connsiteY2" fmla="*/ 52326 h 527257"/>
                <a:gd name="connsiteX3" fmla="*/ 1896891 w 2627978"/>
                <a:gd name="connsiteY3" fmla="*/ 285788 h 527257"/>
                <a:gd name="connsiteX4" fmla="*/ 2186089 w 2627978"/>
                <a:gd name="connsiteY4" fmla="*/ 526439 h 527257"/>
                <a:gd name="connsiteX5" fmla="*/ 2627978 w 2627978"/>
                <a:gd name="connsiteY5" fmla="*/ 342311 h 52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7978" h="527257">
                  <a:moveTo>
                    <a:pt x="0" y="180521"/>
                  </a:moveTo>
                  <a:cubicBezTo>
                    <a:pt x="215149" y="308849"/>
                    <a:pt x="180958" y="367794"/>
                    <a:pt x="478514" y="138652"/>
                  </a:cubicBezTo>
                  <a:cubicBezTo>
                    <a:pt x="776070" y="-90490"/>
                    <a:pt x="964518" y="27803"/>
                    <a:pt x="1200914" y="52326"/>
                  </a:cubicBezTo>
                  <a:cubicBezTo>
                    <a:pt x="1437310" y="76849"/>
                    <a:pt x="1732695" y="206769"/>
                    <a:pt x="1896891" y="285788"/>
                  </a:cubicBezTo>
                  <a:cubicBezTo>
                    <a:pt x="2061087" y="364807"/>
                    <a:pt x="2064241" y="517019"/>
                    <a:pt x="2186089" y="526439"/>
                  </a:cubicBezTo>
                  <a:cubicBezTo>
                    <a:pt x="2307937" y="535859"/>
                    <a:pt x="2543063" y="463278"/>
                    <a:pt x="2627978" y="342311"/>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4F4B5C42-5408-0D94-B981-AC13F8EE33DB}"/>
                </a:ext>
              </a:extLst>
            </p:cNvPr>
            <p:cNvSpPr/>
            <p:nvPr/>
          </p:nvSpPr>
          <p:spPr>
            <a:xfrm rot="3210583" flipV="1">
              <a:off x="-601251" y="5774789"/>
              <a:ext cx="1588418" cy="659562"/>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397771"/>
                <a:gd name="connsiteY0" fmla="*/ 1355699 h 1355699"/>
                <a:gd name="connsiteX1" fmla="*/ 580535 w 1397771"/>
                <a:gd name="connsiteY1" fmla="*/ 1165676 h 1355699"/>
                <a:gd name="connsiteX2" fmla="*/ 964926 w 1397771"/>
                <a:gd name="connsiteY2" fmla="*/ 1181357 h 1355699"/>
                <a:gd name="connsiteX3" fmla="*/ 1393457 w 1397771"/>
                <a:gd name="connsiteY3" fmla="*/ 1336353 h 1355699"/>
                <a:gd name="connsiteX4" fmla="*/ 1146961 w 1397771"/>
                <a:gd name="connsiteY4" fmla="*/ 901070 h 1355699"/>
                <a:gd name="connsiteX5" fmla="*/ 540504 w 1397771"/>
                <a:gd name="connsiteY5" fmla="*/ 443966 h 1355699"/>
                <a:gd name="connsiteX6" fmla="*/ 0 w 1397771"/>
                <a:gd name="connsiteY6" fmla="*/ 0 h 1355699"/>
                <a:gd name="connsiteX0" fmla="*/ 0 w 1387619"/>
                <a:gd name="connsiteY0" fmla="*/ 911733 h 911733"/>
                <a:gd name="connsiteX1" fmla="*/ 570383 w 1387619"/>
                <a:gd name="connsiteY1" fmla="*/ 721710 h 911733"/>
                <a:gd name="connsiteX2" fmla="*/ 954774 w 1387619"/>
                <a:gd name="connsiteY2" fmla="*/ 737391 h 911733"/>
                <a:gd name="connsiteX3" fmla="*/ 1383305 w 1387619"/>
                <a:gd name="connsiteY3" fmla="*/ 892387 h 911733"/>
                <a:gd name="connsiteX4" fmla="*/ 1136809 w 1387619"/>
                <a:gd name="connsiteY4" fmla="*/ 457104 h 911733"/>
                <a:gd name="connsiteX5" fmla="*/ 530352 w 1387619"/>
                <a:gd name="connsiteY5" fmla="*/ 0 h 911733"/>
                <a:gd name="connsiteX0" fmla="*/ 0 w 1386754"/>
                <a:gd name="connsiteY0" fmla="*/ 755058 h 755058"/>
                <a:gd name="connsiteX1" fmla="*/ 570383 w 1386754"/>
                <a:gd name="connsiteY1" fmla="*/ 565035 h 755058"/>
                <a:gd name="connsiteX2" fmla="*/ 954774 w 1386754"/>
                <a:gd name="connsiteY2" fmla="*/ 580716 h 755058"/>
                <a:gd name="connsiteX3" fmla="*/ 1383305 w 1386754"/>
                <a:gd name="connsiteY3" fmla="*/ 735712 h 755058"/>
                <a:gd name="connsiteX4" fmla="*/ 1136809 w 1386754"/>
                <a:gd name="connsiteY4" fmla="*/ 300429 h 755058"/>
                <a:gd name="connsiteX5" fmla="*/ 784458 w 1386754"/>
                <a:gd name="connsiteY5" fmla="*/ 0 h 755058"/>
                <a:gd name="connsiteX0" fmla="*/ 0 w 1399322"/>
                <a:gd name="connsiteY0" fmla="*/ 755058 h 755058"/>
                <a:gd name="connsiteX1" fmla="*/ 570383 w 1399322"/>
                <a:gd name="connsiteY1" fmla="*/ 565035 h 755058"/>
                <a:gd name="connsiteX2" fmla="*/ 954774 w 1399322"/>
                <a:gd name="connsiteY2" fmla="*/ 580716 h 755058"/>
                <a:gd name="connsiteX3" fmla="*/ 1383305 w 1399322"/>
                <a:gd name="connsiteY3" fmla="*/ 735712 h 755058"/>
                <a:gd name="connsiteX4" fmla="*/ 1257714 w 1399322"/>
                <a:gd name="connsiteY4" fmla="*/ 389632 h 755058"/>
                <a:gd name="connsiteX5" fmla="*/ 784458 w 1399322"/>
                <a:gd name="connsiteY5" fmla="*/ 0 h 755058"/>
                <a:gd name="connsiteX0" fmla="*/ 0 w 1337809"/>
                <a:gd name="connsiteY0" fmla="*/ 755058 h 755058"/>
                <a:gd name="connsiteX1" fmla="*/ 570383 w 1337809"/>
                <a:gd name="connsiteY1" fmla="*/ 565035 h 755058"/>
                <a:gd name="connsiteX2" fmla="*/ 954774 w 1337809"/>
                <a:gd name="connsiteY2" fmla="*/ 580716 h 755058"/>
                <a:gd name="connsiteX3" fmla="*/ 1308712 w 1337809"/>
                <a:gd name="connsiteY3" fmla="*/ 693621 h 755058"/>
                <a:gd name="connsiteX4" fmla="*/ 1257714 w 1337809"/>
                <a:gd name="connsiteY4" fmla="*/ 389632 h 755058"/>
                <a:gd name="connsiteX5" fmla="*/ 784458 w 1337809"/>
                <a:gd name="connsiteY5" fmla="*/ 0 h 755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7809" h="755058">
                  <a:moveTo>
                    <a:pt x="0" y="755058"/>
                  </a:moveTo>
                  <a:cubicBezTo>
                    <a:pt x="158877" y="705242"/>
                    <a:pt x="411254" y="594092"/>
                    <a:pt x="570383" y="565035"/>
                  </a:cubicBezTo>
                  <a:cubicBezTo>
                    <a:pt x="729512" y="535978"/>
                    <a:pt x="831719" y="559285"/>
                    <a:pt x="954774" y="580716"/>
                  </a:cubicBezTo>
                  <a:cubicBezTo>
                    <a:pt x="1077829" y="602147"/>
                    <a:pt x="1258222" y="725468"/>
                    <a:pt x="1308712" y="693621"/>
                  </a:cubicBezTo>
                  <a:cubicBezTo>
                    <a:pt x="1359202" y="661774"/>
                    <a:pt x="1345090" y="505235"/>
                    <a:pt x="1257714" y="389632"/>
                  </a:cubicBezTo>
                  <a:cubicBezTo>
                    <a:pt x="1170338" y="274029"/>
                    <a:pt x="973926" y="139716"/>
                    <a:pt x="784458" y="0"/>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A75A7374-23A0-93C4-378E-78FC660F28F6}"/>
                </a:ext>
              </a:extLst>
            </p:cNvPr>
            <p:cNvSpPr/>
            <p:nvPr/>
          </p:nvSpPr>
          <p:spPr>
            <a:xfrm rot="3210583" flipV="1">
              <a:off x="22161" y="6489910"/>
              <a:ext cx="732197" cy="417846"/>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231773 w 1231773"/>
                <a:gd name="connsiteY0" fmla="*/ 877347 h 877347"/>
                <a:gd name="connsiteX1" fmla="*/ 976980 w 1231773"/>
                <a:gd name="connsiteY1" fmla="*/ 655034 h 877347"/>
                <a:gd name="connsiteX2" fmla="*/ 579882 w 1231773"/>
                <a:gd name="connsiteY2" fmla="*/ 399002 h 877347"/>
                <a:gd name="connsiteX3" fmla="*/ 0 w 1231773"/>
                <a:gd name="connsiteY3" fmla="*/ 0 h 877347"/>
                <a:gd name="connsiteX0" fmla="*/ 651891 w 651891"/>
                <a:gd name="connsiteY0" fmla="*/ 478345 h 478345"/>
                <a:gd name="connsiteX1" fmla="*/ 397098 w 651891"/>
                <a:gd name="connsiteY1" fmla="*/ 256032 h 478345"/>
                <a:gd name="connsiteX2" fmla="*/ 0 w 651891"/>
                <a:gd name="connsiteY2" fmla="*/ 0 h 478345"/>
              </a:gdLst>
              <a:ahLst/>
              <a:cxnLst>
                <a:cxn ang="0">
                  <a:pos x="connsiteX0" y="connsiteY0"/>
                </a:cxn>
                <a:cxn ang="0">
                  <a:pos x="connsiteX1" y="connsiteY1"/>
                </a:cxn>
                <a:cxn ang="0">
                  <a:pos x="connsiteX2" y="connsiteY2"/>
                </a:cxn>
              </a:cxnLst>
              <a:rect l="l" t="t" r="r" b="b"/>
              <a:pathLst>
                <a:path w="651891" h="478345">
                  <a:moveTo>
                    <a:pt x="651891" y="478345"/>
                  </a:moveTo>
                  <a:cubicBezTo>
                    <a:pt x="579120" y="391763"/>
                    <a:pt x="489490" y="321564"/>
                    <a:pt x="397098" y="256032"/>
                  </a:cubicBezTo>
                  <a:cubicBezTo>
                    <a:pt x="268605" y="164973"/>
                    <a:pt x="133922" y="82963"/>
                    <a:pt x="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5" name="Freeform: Shape 14">
              <a:extLst>
                <a:ext uri="{FF2B5EF4-FFF2-40B4-BE49-F238E27FC236}">
                  <a16:creationId xmlns:a16="http://schemas.microsoft.com/office/drawing/2014/main" id="{17665DA9-E39B-0D61-D11E-F044D434A719}"/>
                </a:ext>
              </a:extLst>
            </p:cNvPr>
            <p:cNvSpPr/>
            <p:nvPr/>
          </p:nvSpPr>
          <p:spPr>
            <a:xfrm rot="3210583" flipV="1">
              <a:off x="-513779" y="5763172"/>
              <a:ext cx="2290702" cy="229554"/>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93180"/>
                <a:gd name="connsiteY0" fmla="*/ 188636 h 223910"/>
                <a:gd name="connsiteX1" fmla="*/ 335661 w 1893180"/>
                <a:gd name="connsiteY1" fmla="*/ 56714 h 223910"/>
                <a:gd name="connsiteX2" fmla="*/ 629984 w 1893180"/>
                <a:gd name="connsiteY2" fmla="*/ 1660 h 223910"/>
                <a:gd name="connsiteX3" fmla="*/ 878777 w 1893180"/>
                <a:gd name="connsiteY3" fmla="*/ 16043 h 223910"/>
                <a:gd name="connsiteX4" fmla="*/ 1024700 w 1893180"/>
                <a:gd name="connsiteY4" fmla="*/ 39950 h 223910"/>
                <a:gd name="connsiteX5" fmla="*/ 1316641 w 1893180"/>
                <a:gd name="connsiteY5" fmla="*/ 97386 h 223910"/>
                <a:gd name="connsiteX6" fmla="*/ 1527143 w 1893180"/>
                <a:gd name="connsiteY6" fmla="*/ 123675 h 223910"/>
                <a:gd name="connsiteX7" fmla="*/ 1851019 w 1893180"/>
                <a:gd name="connsiteY7" fmla="*/ 18876 h 223910"/>
                <a:gd name="connsiteX0" fmla="*/ 0 w 1851019"/>
                <a:gd name="connsiteY0" fmla="*/ 188636 h 188636"/>
                <a:gd name="connsiteX1" fmla="*/ 335661 w 1851019"/>
                <a:gd name="connsiteY1" fmla="*/ 56714 h 188636"/>
                <a:gd name="connsiteX2" fmla="*/ 629984 w 1851019"/>
                <a:gd name="connsiteY2" fmla="*/ 1660 h 188636"/>
                <a:gd name="connsiteX3" fmla="*/ 878777 w 1851019"/>
                <a:gd name="connsiteY3" fmla="*/ 16043 h 188636"/>
                <a:gd name="connsiteX4" fmla="*/ 1024700 w 1851019"/>
                <a:gd name="connsiteY4" fmla="*/ 39950 h 188636"/>
                <a:gd name="connsiteX5" fmla="*/ 1316641 w 1851019"/>
                <a:gd name="connsiteY5" fmla="*/ 97386 h 188636"/>
                <a:gd name="connsiteX6" fmla="*/ 1527143 w 1851019"/>
                <a:gd name="connsiteY6" fmla="*/ 123675 h 188636"/>
                <a:gd name="connsiteX7" fmla="*/ 1851019 w 1851019"/>
                <a:gd name="connsiteY7" fmla="*/ 18876 h 188636"/>
                <a:gd name="connsiteX0" fmla="*/ 0 w 1851019"/>
                <a:gd name="connsiteY0" fmla="*/ 188636 h 257968"/>
                <a:gd name="connsiteX1" fmla="*/ 335661 w 1851019"/>
                <a:gd name="connsiteY1" fmla="*/ 56714 h 257968"/>
                <a:gd name="connsiteX2" fmla="*/ 629984 w 1851019"/>
                <a:gd name="connsiteY2" fmla="*/ 1660 h 257968"/>
                <a:gd name="connsiteX3" fmla="*/ 878777 w 1851019"/>
                <a:gd name="connsiteY3" fmla="*/ 16043 h 257968"/>
                <a:gd name="connsiteX4" fmla="*/ 1024700 w 1851019"/>
                <a:gd name="connsiteY4" fmla="*/ 39950 h 257968"/>
                <a:gd name="connsiteX5" fmla="*/ 1316641 w 1851019"/>
                <a:gd name="connsiteY5" fmla="*/ 97386 h 257968"/>
                <a:gd name="connsiteX6" fmla="*/ 1649847 w 1851019"/>
                <a:gd name="connsiteY6" fmla="*/ 257374 h 257968"/>
                <a:gd name="connsiteX7" fmla="*/ 1851019 w 1851019"/>
                <a:gd name="connsiteY7" fmla="*/ 18876 h 257968"/>
                <a:gd name="connsiteX0" fmla="*/ 0 w 1851019"/>
                <a:gd name="connsiteY0" fmla="*/ 188636 h 257968"/>
                <a:gd name="connsiteX1" fmla="*/ 335661 w 1851019"/>
                <a:gd name="connsiteY1" fmla="*/ 56714 h 257968"/>
                <a:gd name="connsiteX2" fmla="*/ 629984 w 1851019"/>
                <a:gd name="connsiteY2" fmla="*/ 1660 h 257968"/>
                <a:gd name="connsiteX3" fmla="*/ 878777 w 1851019"/>
                <a:gd name="connsiteY3" fmla="*/ 16043 h 257968"/>
                <a:gd name="connsiteX4" fmla="*/ 1024700 w 1851019"/>
                <a:gd name="connsiteY4" fmla="*/ 39950 h 257968"/>
                <a:gd name="connsiteX5" fmla="*/ 1391165 w 1851019"/>
                <a:gd name="connsiteY5" fmla="*/ 75492 h 257968"/>
                <a:gd name="connsiteX6" fmla="*/ 1649847 w 1851019"/>
                <a:gd name="connsiteY6" fmla="*/ 257374 h 257968"/>
                <a:gd name="connsiteX7" fmla="*/ 1851019 w 1851019"/>
                <a:gd name="connsiteY7" fmla="*/ 18876 h 257968"/>
                <a:gd name="connsiteX0" fmla="*/ 0 w 1851019"/>
                <a:gd name="connsiteY0" fmla="*/ 193459 h 262791"/>
                <a:gd name="connsiteX1" fmla="*/ 283820 w 1851019"/>
                <a:gd name="connsiteY1" fmla="*/ 120545 h 262791"/>
                <a:gd name="connsiteX2" fmla="*/ 629984 w 1851019"/>
                <a:gd name="connsiteY2" fmla="*/ 6483 h 262791"/>
                <a:gd name="connsiteX3" fmla="*/ 878777 w 1851019"/>
                <a:gd name="connsiteY3" fmla="*/ 20866 h 262791"/>
                <a:gd name="connsiteX4" fmla="*/ 1024700 w 1851019"/>
                <a:gd name="connsiteY4" fmla="*/ 44773 h 262791"/>
                <a:gd name="connsiteX5" fmla="*/ 1391165 w 1851019"/>
                <a:gd name="connsiteY5" fmla="*/ 80315 h 262791"/>
                <a:gd name="connsiteX6" fmla="*/ 1649847 w 1851019"/>
                <a:gd name="connsiteY6" fmla="*/ 262197 h 262791"/>
                <a:gd name="connsiteX7" fmla="*/ 1851019 w 1851019"/>
                <a:gd name="connsiteY7" fmla="*/ 23699 h 2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1019" h="262791">
                  <a:moveTo>
                    <a:pt x="0" y="193459"/>
                  </a:moveTo>
                  <a:cubicBezTo>
                    <a:pt x="77438" y="171456"/>
                    <a:pt x="205429" y="139024"/>
                    <a:pt x="283820" y="120545"/>
                  </a:cubicBezTo>
                  <a:cubicBezTo>
                    <a:pt x="381166" y="97590"/>
                    <a:pt x="530825" y="23096"/>
                    <a:pt x="629984" y="6483"/>
                  </a:cubicBezTo>
                  <a:cubicBezTo>
                    <a:pt x="729144" y="-10130"/>
                    <a:pt x="796290" y="9055"/>
                    <a:pt x="878777" y="20866"/>
                  </a:cubicBezTo>
                  <a:cubicBezTo>
                    <a:pt x="927545" y="27819"/>
                    <a:pt x="939302" y="34865"/>
                    <a:pt x="1024700" y="44773"/>
                  </a:cubicBezTo>
                  <a:cubicBezTo>
                    <a:pt x="1110098" y="54681"/>
                    <a:pt x="1286974" y="44078"/>
                    <a:pt x="1391165" y="80315"/>
                  </a:cubicBezTo>
                  <a:cubicBezTo>
                    <a:pt x="1495356" y="116552"/>
                    <a:pt x="1578981" y="265626"/>
                    <a:pt x="1649847" y="262197"/>
                  </a:cubicBezTo>
                  <a:cubicBezTo>
                    <a:pt x="1714712" y="259054"/>
                    <a:pt x="1820187" y="300818"/>
                    <a:pt x="1851019" y="23699"/>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490C2F0B-89F1-9D2A-C4B5-E0FD111D40F4}"/>
                </a:ext>
              </a:extLst>
            </p:cNvPr>
            <p:cNvSpPr/>
            <p:nvPr/>
          </p:nvSpPr>
          <p:spPr>
            <a:xfrm rot="2514534" flipV="1">
              <a:off x="-173844" y="5942510"/>
              <a:ext cx="508576" cy="328168"/>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0 w 602860"/>
                <a:gd name="connsiteY0" fmla="*/ 496800 h 496800"/>
                <a:gd name="connsiteX1" fmla="*/ 579177 w 602860"/>
                <a:gd name="connsiteY1" fmla="*/ 260434 h 496800"/>
                <a:gd name="connsiteX2" fmla="*/ 461386 w 602860"/>
                <a:gd name="connsiteY2" fmla="*/ 0 h 496800"/>
                <a:gd name="connsiteX0" fmla="*/ 0 w 586976"/>
                <a:gd name="connsiteY0" fmla="*/ 565632 h 565632"/>
                <a:gd name="connsiteX1" fmla="*/ 579177 w 586976"/>
                <a:gd name="connsiteY1" fmla="*/ 329266 h 565632"/>
                <a:gd name="connsiteX2" fmla="*/ 324838 w 586976"/>
                <a:gd name="connsiteY2" fmla="*/ 0 h 565632"/>
                <a:gd name="connsiteX0" fmla="*/ 0 w 621222"/>
                <a:gd name="connsiteY0" fmla="*/ 526833 h 526833"/>
                <a:gd name="connsiteX1" fmla="*/ 612068 w 621222"/>
                <a:gd name="connsiteY1" fmla="*/ 329266 h 526833"/>
                <a:gd name="connsiteX2" fmla="*/ 357729 w 621222"/>
                <a:gd name="connsiteY2" fmla="*/ 0 h 526833"/>
                <a:gd name="connsiteX0" fmla="*/ 0 w 621222"/>
                <a:gd name="connsiteY0" fmla="*/ 526833 h 526833"/>
                <a:gd name="connsiteX1" fmla="*/ 612068 w 621222"/>
                <a:gd name="connsiteY1" fmla="*/ 329266 h 526833"/>
                <a:gd name="connsiteX2" fmla="*/ 357729 w 621222"/>
                <a:gd name="connsiteY2" fmla="*/ 0 h 526833"/>
              </a:gdLst>
              <a:ahLst/>
              <a:cxnLst>
                <a:cxn ang="0">
                  <a:pos x="connsiteX0" y="connsiteY0"/>
                </a:cxn>
                <a:cxn ang="0">
                  <a:pos x="connsiteX1" y="connsiteY1"/>
                </a:cxn>
                <a:cxn ang="0">
                  <a:pos x="connsiteX2" y="connsiteY2"/>
                </a:cxn>
              </a:cxnLst>
              <a:rect l="l" t="t" r="r" b="b"/>
              <a:pathLst>
                <a:path w="621222" h="526833">
                  <a:moveTo>
                    <a:pt x="0" y="526833"/>
                  </a:moveTo>
                  <a:cubicBezTo>
                    <a:pt x="203597" y="346430"/>
                    <a:pt x="552447" y="417071"/>
                    <a:pt x="612068" y="329266"/>
                  </a:cubicBezTo>
                  <a:cubicBezTo>
                    <a:pt x="671689" y="241461"/>
                    <a:pt x="423047" y="65708"/>
                    <a:pt x="357729"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F04746FB-AEB5-917B-893C-B8CF88AFE1BF}"/>
                </a:ext>
              </a:extLst>
            </p:cNvPr>
            <p:cNvSpPr/>
            <p:nvPr/>
          </p:nvSpPr>
          <p:spPr>
            <a:xfrm rot="3210583" flipV="1">
              <a:off x="1565837" y="5609029"/>
              <a:ext cx="2261066" cy="1732497"/>
            </a:xfrm>
            <a:custGeom>
              <a:avLst/>
              <a:gdLst>
                <a:gd name="connsiteX0" fmla="*/ 207642 w 2135311"/>
                <a:gd name="connsiteY0" fmla="*/ 1294579 h 1615839"/>
                <a:gd name="connsiteX1" fmla="*/ 449960 w 2135311"/>
                <a:gd name="connsiteY1" fmla="*/ 1503336 h 1615839"/>
                <a:gd name="connsiteX2" fmla="*/ 583477 w 2135311"/>
                <a:gd name="connsiteY2" fmla="*/ 1552758 h 1615839"/>
                <a:gd name="connsiteX3" fmla="*/ 958027 w 2135311"/>
                <a:gd name="connsiteY3" fmla="*/ 1598105 h 1615839"/>
                <a:gd name="connsiteX4" fmla="*/ 1200345 w 2135311"/>
                <a:gd name="connsiteY4" fmla="*/ 1598105 h 1615839"/>
                <a:gd name="connsiteX5" fmla="*/ 1775812 w 2135311"/>
                <a:gd name="connsiteY5" fmla="*/ 1614246 h 1615839"/>
                <a:gd name="connsiteX6" fmla="*/ 2058356 w 2135311"/>
                <a:gd name="connsiteY6" fmla="*/ 1601100 h 1615839"/>
                <a:gd name="connsiteX7" fmla="*/ 2135311 w 2135311"/>
                <a:gd name="connsiteY7" fmla="*/ 1580925 h 1615839"/>
                <a:gd name="connsiteX8" fmla="*/ 965902 w 2135311"/>
                <a:gd name="connsiteY8" fmla="*/ 0 h 1615839"/>
                <a:gd name="connsiteX9" fmla="*/ 943691 w 2135311"/>
                <a:gd name="connsiteY9" fmla="*/ 30973 h 1615839"/>
                <a:gd name="connsiteX10" fmla="*/ 711750 w 2135311"/>
                <a:gd name="connsiteY10" fmla="*/ 136890 h 1615839"/>
                <a:gd name="connsiteX11" fmla="*/ 501848 w 2135311"/>
                <a:gd name="connsiteY11" fmla="*/ 192387 h 1615839"/>
                <a:gd name="connsiteX12" fmla="*/ 193413 w 2135311"/>
                <a:gd name="connsiteY12" fmla="*/ 391076 h 1615839"/>
                <a:gd name="connsiteX13" fmla="*/ 308 w 2135311"/>
                <a:gd name="connsiteY13" fmla="*/ 789370 h 1615839"/>
                <a:gd name="connsiteX14" fmla="*/ 66423 w 2135311"/>
                <a:gd name="connsiteY14" fmla="*/ 1071761 h 1615839"/>
                <a:gd name="connsiteX15" fmla="*/ 207642 w 2135311"/>
                <a:gd name="connsiteY15" fmla="*/ 1294579 h 1615839"/>
                <a:gd name="connsiteX0" fmla="*/ 2135311 w 2226751"/>
                <a:gd name="connsiteY0" fmla="*/ 1580925 h 1672365"/>
                <a:gd name="connsiteX1" fmla="*/ 965902 w 2226751"/>
                <a:gd name="connsiteY1" fmla="*/ 0 h 1672365"/>
                <a:gd name="connsiteX2" fmla="*/ 943691 w 2226751"/>
                <a:gd name="connsiteY2" fmla="*/ 30973 h 1672365"/>
                <a:gd name="connsiteX3" fmla="*/ 711750 w 2226751"/>
                <a:gd name="connsiteY3" fmla="*/ 136890 h 1672365"/>
                <a:gd name="connsiteX4" fmla="*/ 501848 w 2226751"/>
                <a:gd name="connsiteY4" fmla="*/ 192387 h 1672365"/>
                <a:gd name="connsiteX5" fmla="*/ 193413 w 2226751"/>
                <a:gd name="connsiteY5" fmla="*/ 391076 h 1672365"/>
                <a:gd name="connsiteX6" fmla="*/ 308 w 2226751"/>
                <a:gd name="connsiteY6" fmla="*/ 789370 h 1672365"/>
                <a:gd name="connsiteX7" fmla="*/ 66423 w 2226751"/>
                <a:gd name="connsiteY7" fmla="*/ 1071761 h 1672365"/>
                <a:gd name="connsiteX8" fmla="*/ 207642 w 2226751"/>
                <a:gd name="connsiteY8" fmla="*/ 1294579 h 1672365"/>
                <a:gd name="connsiteX9" fmla="*/ 449960 w 2226751"/>
                <a:gd name="connsiteY9" fmla="*/ 1503336 h 1672365"/>
                <a:gd name="connsiteX10" fmla="*/ 583477 w 2226751"/>
                <a:gd name="connsiteY10" fmla="*/ 1552758 h 1672365"/>
                <a:gd name="connsiteX11" fmla="*/ 958027 w 2226751"/>
                <a:gd name="connsiteY11" fmla="*/ 1598105 h 1672365"/>
                <a:gd name="connsiteX12" fmla="*/ 1200345 w 2226751"/>
                <a:gd name="connsiteY12" fmla="*/ 1598105 h 1672365"/>
                <a:gd name="connsiteX13" fmla="*/ 1775812 w 2226751"/>
                <a:gd name="connsiteY13" fmla="*/ 1614246 h 1672365"/>
                <a:gd name="connsiteX14" fmla="*/ 2058356 w 2226751"/>
                <a:gd name="connsiteY14" fmla="*/ 1601100 h 1672365"/>
                <a:gd name="connsiteX15" fmla="*/ 2226751 w 2226751"/>
                <a:gd name="connsiteY15" fmla="*/ 1672365 h 1672365"/>
                <a:gd name="connsiteX0" fmla="*/ 965902 w 2226751"/>
                <a:gd name="connsiteY0" fmla="*/ 0 h 1672365"/>
                <a:gd name="connsiteX1" fmla="*/ 943691 w 2226751"/>
                <a:gd name="connsiteY1" fmla="*/ 30973 h 1672365"/>
                <a:gd name="connsiteX2" fmla="*/ 711750 w 2226751"/>
                <a:gd name="connsiteY2" fmla="*/ 136890 h 1672365"/>
                <a:gd name="connsiteX3" fmla="*/ 501848 w 2226751"/>
                <a:gd name="connsiteY3" fmla="*/ 192387 h 1672365"/>
                <a:gd name="connsiteX4" fmla="*/ 193413 w 2226751"/>
                <a:gd name="connsiteY4" fmla="*/ 391076 h 1672365"/>
                <a:gd name="connsiteX5" fmla="*/ 308 w 2226751"/>
                <a:gd name="connsiteY5" fmla="*/ 789370 h 1672365"/>
                <a:gd name="connsiteX6" fmla="*/ 66423 w 2226751"/>
                <a:gd name="connsiteY6" fmla="*/ 1071761 h 1672365"/>
                <a:gd name="connsiteX7" fmla="*/ 207642 w 2226751"/>
                <a:gd name="connsiteY7" fmla="*/ 1294579 h 1672365"/>
                <a:gd name="connsiteX8" fmla="*/ 449960 w 2226751"/>
                <a:gd name="connsiteY8" fmla="*/ 1503336 h 1672365"/>
                <a:gd name="connsiteX9" fmla="*/ 583477 w 2226751"/>
                <a:gd name="connsiteY9" fmla="*/ 1552758 h 1672365"/>
                <a:gd name="connsiteX10" fmla="*/ 958027 w 2226751"/>
                <a:gd name="connsiteY10" fmla="*/ 1598105 h 1672365"/>
                <a:gd name="connsiteX11" fmla="*/ 1200345 w 2226751"/>
                <a:gd name="connsiteY11" fmla="*/ 1598105 h 1672365"/>
                <a:gd name="connsiteX12" fmla="*/ 1775812 w 2226751"/>
                <a:gd name="connsiteY12" fmla="*/ 1614246 h 1672365"/>
                <a:gd name="connsiteX13" fmla="*/ 2058356 w 2226751"/>
                <a:gd name="connsiteY13" fmla="*/ 1601100 h 1672365"/>
                <a:gd name="connsiteX14" fmla="*/ 2226751 w 2226751"/>
                <a:gd name="connsiteY14" fmla="*/ 1672365 h 1672365"/>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775812 w 2261149"/>
                <a:gd name="connsiteY12" fmla="*/ 1614246 h 1732476"/>
                <a:gd name="connsiteX13" fmla="*/ 2058356 w 2261149"/>
                <a:gd name="connsiteY13" fmla="*/ 1601100 h 1732476"/>
                <a:gd name="connsiteX14" fmla="*/ 2261149 w 2261149"/>
                <a:gd name="connsiteY14" fmla="*/ 1732476 h 1732476"/>
                <a:gd name="connsiteX0" fmla="*/ 965902 w 2261149"/>
                <a:gd name="connsiteY0" fmla="*/ 0 h 1732476"/>
                <a:gd name="connsiteX1" fmla="*/ 943691 w 2261149"/>
                <a:gd name="connsiteY1" fmla="*/ 30973 h 1732476"/>
                <a:gd name="connsiteX2" fmla="*/ 711750 w 2261149"/>
                <a:gd name="connsiteY2" fmla="*/ 136890 h 1732476"/>
                <a:gd name="connsiteX3" fmla="*/ 501848 w 2261149"/>
                <a:gd name="connsiteY3" fmla="*/ 192387 h 1732476"/>
                <a:gd name="connsiteX4" fmla="*/ 193413 w 2261149"/>
                <a:gd name="connsiteY4" fmla="*/ 391076 h 1732476"/>
                <a:gd name="connsiteX5" fmla="*/ 308 w 2261149"/>
                <a:gd name="connsiteY5" fmla="*/ 789370 h 1732476"/>
                <a:gd name="connsiteX6" fmla="*/ 66423 w 2261149"/>
                <a:gd name="connsiteY6" fmla="*/ 1071761 h 1732476"/>
                <a:gd name="connsiteX7" fmla="*/ 207642 w 2261149"/>
                <a:gd name="connsiteY7" fmla="*/ 1294579 h 1732476"/>
                <a:gd name="connsiteX8" fmla="*/ 449960 w 2261149"/>
                <a:gd name="connsiteY8" fmla="*/ 1503336 h 1732476"/>
                <a:gd name="connsiteX9" fmla="*/ 583477 w 2261149"/>
                <a:gd name="connsiteY9" fmla="*/ 1552758 h 1732476"/>
                <a:gd name="connsiteX10" fmla="*/ 958027 w 2261149"/>
                <a:gd name="connsiteY10" fmla="*/ 1598105 h 1732476"/>
                <a:gd name="connsiteX11" fmla="*/ 1200345 w 2261149"/>
                <a:gd name="connsiteY11" fmla="*/ 1598105 h 1732476"/>
                <a:gd name="connsiteX12" fmla="*/ 1775812 w 2261149"/>
                <a:gd name="connsiteY12" fmla="*/ 1614246 h 1732476"/>
                <a:gd name="connsiteX13" fmla="*/ 2066865 w 2261149"/>
                <a:gd name="connsiteY13" fmla="*/ 1660229 h 1732476"/>
                <a:gd name="connsiteX14" fmla="*/ 2261149 w 2261149"/>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93330 w 2261066"/>
                <a:gd name="connsiteY4" fmla="*/ 39107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583394 w 2261066"/>
                <a:gd name="connsiteY9" fmla="*/ 1552758 h 1732476"/>
                <a:gd name="connsiteX10" fmla="*/ 957944 w 2261066"/>
                <a:gd name="connsiteY10" fmla="*/ 1598105 h 1732476"/>
                <a:gd name="connsiteX11" fmla="*/ 1200262 w 2261066"/>
                <a:gd name="connsiteY11" fmla="*/ 1598105 h 1732476"/>
                <a:gd name="connsiteX12" fmla="*/ 1775729 w 2261066"/>
                <a:gd name="connsiteY12" fmla="*/ 1614246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93330 w 2261066"/>
                <a:gd name="connsiteY4" fmla="*/ 39107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75729 w 2261066"/>
                <a:gd name="connsiteY12" fmla="*/ 1614246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48306 w 2261066"/>
                <a:gd name="connsiteY4" fmla="*/ 29662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75729 w 2261066"/>
                <a:gd name="connsiteY12" fmla="*/ 1614246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48306 w 2261066"/>
                <a:gd name="connsiteY4" fmla="*/ 29662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75729 w 2261066"/>
                <a:gd name="connsiteY12" fmla="*/ 1614246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48306 w 2261066"/>
                <a:gd name="connsiteY4" fmla="*/ 29662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75729 w 2261066"/>
                <a:gd name="connsiteY12" fmla="*/ 1614246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48306 w 2261066"/>
                <a:gd name="connsiteY4" fmla="*/ 29662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14223 w 2261066"/>
                <a:gd name="connsiteY12" fmla="*/ 1595864 h 1732476"/>
                <a:gd name="connsiteX13" fmla="*/ 2066782 w 2261066"/>
                <a:gd name="connsiteY13" fmla="*/ 1660229 h 1732476"/>
                <a:gd name="connsiteX14" fmla="*/ 2261066 w 2261066"/>
                <a:gd name="connsiteY14" fmla="*/ 1732476 h 1732476"/>
                <a:gd name="connsiteX0" fmla="*/ 965819 w 2261066"/>
                <a:gd name="connsiteY0" fmla="*/ 0 h 1732476"/>
                <a:gd name="connsiteX1" fmla="*/ 943608 w 2261066"/>
                <a:gd name="connsiteY1" fmla="*/ 30973 h 1732476"/>
                <a:gd name="connsiteX2" fmla="*/ 711667 w 2261066"/>
                <a:gd name="connsiteY2" fmla="*/ 136890 h 1732476"/>
                <a:gd name="connsiteX3" fmla="*/ 501765 w 2261066"/>
                <a:gd name="connsiteY3" fmla="*/ 192387 h 1732476"/>
                <a:gd name="connsiteX4" fmla="*/ 148306 w 2261066"/>
                <a:gd name="connsiteY4" fmla="*/ 296626 h 1732476"/>
                <a:gd name="connsiteX5" fmla="*/ 225 w 2261066"/>
                <a:gd name="connsiteY5" fmla="*/ 789370 h 1732476"/>
                <a:gd name="connsiteX6" fmla="*/ 66340 w 2261066"/>
                <a:gd name="connsiteY6" fmla="*/ 1071761 h 1732476"/>
                <a:gd name="connsiteX7" fmla="*/ 184480 w 2261066"/>
                <a:gd name="connsiteY7" fmla="*/ 1332942 h 1732476"/>
                <a:gd name="connsiteX8" fmla="*/ 449877 w 2261066"/>
                <a:gd name="connsiteY8" fmla="*/ 1503336 h 1732476"/>
                <a:gd name="connsiteX9" fmla="*/ 652644 w 2261066"/>
                <a:gd name="connsiteY9" fmla="*/ 1607997 h 1732476"/>
                <a:gd name="connsiteX10" fmla="*/ 957944 w 2261066"/>
                <a:gd name="connsiteY10" fmla="*/ 1598105 h 1732476"/>
                <a:gd name="connsiteX11" fmla="*/ 1200262 w 2261066"/>
                <a:gd name="connsiteY11" fmla="*/ 1598105 h 1732476"/>
                <a:gd name="connsiteX12" fmla="*/ 1714223 w 2261066"/>
                <a:gd name="connsiteY12" fmla="*/ 1595864 h 1732476"/>
                <a:gd name="connsiteX13" fmla="*/ 2261066 w 2261066"/>
                <a:gd name="connsiteY13" fmla="*/ 1732476 h 1732476"/>
                <a:gd name="connsiteX0" fmla="*/ 965819 w 2261066"/>
                <a:gd name="connsiteY0" fmla="*/ 0 h 1732506"/>
                <a:gd name="connsiteX1" fmla="*/ 943608 w 2261066"/>
                <a:gd name="connsiteY1" fmla="*/ 30973 h 1732506"/>
                <a:gd name="connsiteX2" fmla="*/ 711667 w 2261066"/>
                <a:gd name="connsiteY2" fmla="*/ 136890 h 1732506"/>
                <a:gd name="connsiteX3" fmla="*/ 501765 w 2261066"/>
                <a:gd name="connsiteY3" fmla="*/ 192387 h 1732506"/>
                <a:gd name="connsiteX4" fmla="*/ 148306 w 2261066"/>
                <a:gd name="connsiteY4" fmla="*/ 296626 h 1732506"/>
                <a:gd name="connsiteX5" fmla="*/ 225 w 2261066"/>
                <a:gd name="connsiteY5" fmla="*/ 789370 h 1732506"/>
                <a:gd name="connsiteX6" fmla="*/ 66340 w 2261066"/>
                <a:gd name="connsiteY6" fmla="*/ 1071761 h 1732506"/>
                <a:gd name="connsiteX7" fmla="*/ 184480 w 2261066"/>
                <a:gd name="connsiteY7" fmla="*/ 1332942 h 1732506"/>
                <a:gd name="connsiteX8" fmla="*/ 449877 w 2261066"/>
                <a:gd name="connsiteY8" fmla="*/ 1503336 h 1732506"/>
                <a:gd name="connsiteX9" fmla="*/ 652644 w 2261066"/>
                <a:gd name="connsiteY9" fmla="*/ 1607997 h 1732506"/>
                <a:gd name="connsiteX10" fmla="*/ 957944 w 2261066"/>
                <a:gd name="connsiteY10" fmla="*/ 1598105 h 1732506"/>
                <a:gd name="connsiteX11" fmla="*/ 1200262 w 2261066"/>
                <a:gd name="connsiteY11" fmla="*/ 1598105 h 1732506"/>
                <a:gd name="connsiteX12" fmla="*/ 1714223 w 2261066"/>
                <a:gd name="connsiteY12" fmla="*/ 1595864 h 1732506"/>
                <a:gd name="connsiteX13" fmla="*/ 2261066 w 2261066"/>
                <a:gd name="connsiteY13" fmla="*/ 1732476 h 1732506"/>
                <a:gd name="connsiteX0" fmla="*/ 965819 w 2261066"/>
                <a:gd name="connsiteY0" fmla="*/ 0 h 1732497"/>
                <a:gd name="connsiteX1" fmla="*/ 943608 w 2261066"/>
                <a:gd name="connsiteY1" fmla="*/ 30973 h 1732497"/>
                <a:gd name="connsiteX2" fmla="*/ 711667 w 2261066"/>
                <a:gd name="connsiteY2" fmla="*/ 136890 h 1732497"/>
                <a:gd name="connsiteX3" fmla="*/ 501765 w 2261066"/>
                <a:gd name="connsiteY3" fmla="*/ 192387 h 1732497"/>
                <a:gd name="connsiteX4" fmla="*/ 148306 w 2261066"/>
                <a:gd name="connsiteY4" fmla="*/ 296626 h 1732497"/>
                <a:gd name="connsiteX5" fmla="*/ 225 w 2261066"/>
                <a:gd name="connsiteY5" fmla="*/ 789370 h 1732497"/>
                <a:gd name="connsiteX6" fmla="*/ 66340 w 2261066"/>
                <a:gd name="connsiteY6" fmla="*/ 1071761 h 1732497"/>
                <a:gd name="connsiteX7" fmla="*/ 184480 w 2261066"/>
                <a:gd name="connsiteY7" fmla="*/ 1332942 h 1732497"/>
                <a:gd name="connsiteX8" fmla="*/ 449877 w 2261066"/>
                <a:gd name="connsiteY8" fmla="*/ 1503336 h 1732497"/>
                <a:gd name="connsiteX9" fmla="*/ 652644 w 2261066"/>
                <a:gd name="connsiteY9" fmla="*/ 1607997 h 1732497"/>
                <a:gd name="connsiteX10" fmla="*/ 957944 w 2261066"/>
                <a:gd name="connsiteY10" fmla="*/ 1598105 h 1732497"/>
                <a:gd name="connsiteX11" fmla="*/ 1200262 w 2261066"/>
                <a:gd name="connsiteY11" fmla="*/ 1598105 h 1732497"/>
                <a:gd name="connsiteX12" fmla="*/ 1714223 w 2261066"/>
                <a:gd name="connsiteY12" fmla="*/ 1595864 h 1732497"/>
                <a:gd name="connsiteX13" fmla="*/ 2261066 w 2261066"/>
                <a:gd name="connsiteY13" fmla="*/ 1732476 h 1732497"/>
                <a:gd name="connsiteX0" fmla="*/ 965819 w 2261066"/>
                <a:gd name="connsiteY0" fmla="*/ 0 h 1732497"/>
                <a:gd name="connsiteX1" fmla="*/ 943608 w 2261066"/>
                <a:gd name="connsiteY1" fmla="*/ 30973 h 1732497"/>
                <a:gd name="connsiteX2" fmla="*/ 711667 w 2261066"/>
                <a:gd name="connsiteY2" fmla="*/ 136890 h 1732497"/>
                <a:gd name="connsiteX3" fmla="*/ 501765 w 2261066"/>
                <a:gd name="connsiteY3" fmla="*/ 192387 h 1732497"/>
                <a:gd name="connsiteX4" fmla="*/ 148306 w 2261066"/>
                <a:gd name="connsiteY4" fmla="*/ 296626 h 1732497"/>
                <a:gd name="connsiteX5" fmla="*/ 225 w 2261066"/>
                <a:gd name="connsiteY5" fmla="*/ 789370 h 1732497"/>
                <a:gd name="connsiteX6" fmla="*/ 66340 w 2261066"/>
                <a:gd name="connsiteY6" fmla="*/ 1071761 h 1732497"/>
                <a:gd name="connsiteX7" fmla="*/ 184480 w 2261066"/>
                <a:gd name="connsiteY7" fmla="*/ 1332942 h 1732497"/>
                <a:gd name="connsiteX8" fmla="*/ 449877 w 2261066"/>
                <a:gd name="connsiteY8" fmla="*/ 1503336 h 1732497"/>
                <a:gd name="connsiteX9" fmla="*/ 652644 w 2261066"/>
                <a:gd name="connsiteY9" fmla="*/ 1607997 h 1732497"/>
                <a:gd name="connsiteX10" fmla="*/ 904890 w 2261066"/>
                <a:gd name="connsiteY10" fmla="*/ 1639125 h 1732497"/>
                <a:gd name="connsiteX11" fmla="*/ 1200262 w 2261066"/>
                <a:gd name="connsiteY11" fmla="*/ 1598105 h 1732497"/>
                <a:gd name="connsiteX12" fmla="*/ 1714223 w 2261066"/>
                <a:gd name="connsiteY12" fmla="*/ 1595864 h 1732497"/>
                <a:gd name="connsiteX13" fmla="*/ 2261066 w 2261066"/>
                <a:gd name="connsiteY13" fmla="*/ 1732476 h 1732497"/>
                <a:gd name="connsiteX0" fmla="*/ 965819 w 2261066"/>
                <a:gd name="connsiteY0" fmla="*/ 0 h 1732497"/>
                <a:gd name="connsiteX1" fmla="*/ 943608 w 2261066"/>
                <a:gd name="connsiteY1" fmla="*/ 30973 h 1732497"/>
                <a:gd name="connsiteX2" fmla="*/ 711667 w 2261066"/>
                <a:gd name="connsiteY2" fmla="*/ 136890 h 1732497"/>
                <a:gd name="connsiteX3" fmla="*/ 501765 w 2261066"/>
                <a:gd name="connsiteY3" fmla="*/ 192387 h 1732497"/>
                <a:gd name="connsiteX4" fmla="*/ 148306 w 2261066"/>
                <a:gd name="connsiteY4" fmla="*/ 296626 h 1732497"/>
                <a:gd name="connsiteX5" fmla="*/ 225 w 2261066"/>
                <a:gd name="connsiteY5" fmla="*/ 789370 h 1732497"/>
                <a:gd name="connsiteX6" fmla="*/ 66340 w 2261066"/>
                <a:gd name="connsiteY6" fmla="*/ 1071761 h 1732497"/>
                <a:gd name="connsiteX7" fmla="*/ 184480 w 2261066"/>
                <a:gd name="connsiteY7" fmla="*/ 1332942 h 1732497"/>
                <a:gd name="connsiteX8" fmla="*/ 449877 w 2261066"/>
                <a:gd name="connsiteY8" fmla="*/ 1503336 h 1732497"/>
                <a:gd name="connsiteX9" fmla="*/ 652644 w 2261066"/>
                <a:gd name="connsiteY9" fmla="*/ 1607997 h 1732497"/>
                <a:gd name="connsiteX10" fmla="*/ 837022 w 2261066"/>
                <a:gd name="connsiteY10" fmla="*/ 1676907 h 1732497"/>
                <a:gd name="connsiteX11" fmla="*/ 1200262 w 2261066"/>
                <a:gd name="connsiteY11" fmla="*/ 1598105 h 1732497"/>
                <a:gd name="connsiteX12" fmla="*/ 1714223 w 2261066"/>
                <a:gd name="connsiteY12" fmla="*/ 1595864 h 1732497"/>
                <a:gd name="connsiteX13" fmla="*/ 2261066 w 2261066"/>
                <a:gd name="connsiteY13" fmla="*/ 1732476 h 1732497"/>
                <a:gd name="connsiteX0" fmla="*/ 965819 w 2261066"/>
                <a:gd name="connsiteY0" fmla="*/ 0 h 1732497"/>
                <a:gd name="connsiteX1" fmla="*/ 943608 w 2261066"/>
                <a:gd name="connsiteY1" fmla="*/ 30973 h 1732497"/>
                <a:gd name="connsiteX2" fmla="*/ 711667 w 2261066"/>
                <a:gd name="connsiteY2" fmla="*/ 136890 h 1732497"/>
                <a:gd name="connsiteX3" fmla="*/ 501765 w 2261066"/>
                <a:gd name="connsiteY3" fmla="*/ 192387 h 1732497"/>
                <a:gd name="connsiteX4" fmla="*/ 148306 w 2261066"/>
                <a:gd name="connsiteY4" fmla="*/ 296626 h 1732497"/>
                <a:gd name="connsiteX5" fmla="*/ 225 w 2261066"/>
                <a:gd name="connsiteY5" fmla="*/ 789370 h 1732497"/>
                <a:gd name="connsiteX6" fmla="*/ 66340 w 2261066"/>
                <a:gd name="connsiteY6" fmla="*/ 1071761 h 1732497"/>
                <a:gd name="connsiteX7" fmla="*/ 184480 w 2261066"/>
                <a:gd name="connsiteY7" fmla="*/ 1332942 h 1732497"/>
                <a:gd name="connsiteX8" fmla="*/ 449877 w 2261066"/>
                <a:gd name="connsiteY8" fmla="*/ 1503336 h 1732497"/>
                <a:gd name="connsiteX9" fmla="*/ 607367 w 2261066"/>
                <a:gd name="connsiteY9" fmla="*/ 1637940 h 1732497"/>
                <a:gd name="connsiteX10" fmla="*/ 837022 w 2261066"/>
                <a:gd name="connsiteY10" fmla="*/ 1676907 h 1732497"/>
                <a:gd name="connsiteX11" fmla="*/ 1200262 w 2261066"/>
                <a:gd name="connsiteY11" fmla="*/ 1598105 h 1732497"/>
                <a:gd name="connsiteX12" fmla="*/ 1714223 w 2261066"/>
                <a:gd name="connsiteY12" fmla="*/ 1595864 h 1732497"/>
                <a:gd name="connsiteX13" fmla="*/ 2261066 w 2261066"/>
                <a:gd name="connsiteY13" fmla="*/ 1732476 h 173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61066" h="1732497">
                  <a:moveTo>
                    <a:pt x="965819" y="0"/>
                  </a:moveTo>
                  <a:lnTo>
                    <a:pt x="943608" y="30973"/>
                  </a:lnTo>
                  <a:cubicBezTo>
                    <a:pt x="887227" y="86885"/>
                    <a:pt x="799287" y="114925"/>
                    <a:pt x="711667" y="136890"/>
                  </a:cubicBezTo>
                  <a:cubicBezTo>
                    <a:pt x="641272" y="154613"/>
                    <a:pt x="595659" y="165764"/>
                    <a:pt x="501765" y="192387"/>
                  </a:cubicBezTo>
                  <a:cubicBezTo>
                    <a:pt x="407871" y="219010"/>
                    <a:pt x="230791" y="212757"/>
                    <a:pt x="148306" y="296626"/>
                  </a:cubicBezTo>
                  <a:cubicBezTo>
                    <a:pt x="34690" y="412112"/>
                    <a:pt x="5467" y="644347"/>
                    <a:pt x="225" y="789370"/>
                  </a:cubicBezTo>
                  <a:cubicBezTo>
                    <a:pt x="-3307" y="885803"/>
                    <a:pt x="35631" y="981166"/>
                    <a:pt x="66340" y="1071761"/>
                  </a:cubicBezTo>
                  <a:cubicBezTo>
                    <a:pt x="97049" y="1162356"/>
                    <a:pt x="127351" y="1262719"/>
                    <a:pt x="184480" y="1332942"/>
                  </a:cubicBezTo>
                  <a:cubicBezTo>
                    <a:pt x="249634" y="1413150"/>
                    <a:pt x="379396" y="1452503"/>
                    <a:pt x="449877" y="1503336"/>
                  </a:cubicBezTo>
                  <a:cubicBezTo>
                    <a:pt x="520358" y="1554169"/>
                    <a:pt x="542843" y="1609012"/>
                    <a:pt x="607367" y="1637940"/>
                  </a:cubicBezTo>
                  <a:cubicBezTo>
                    <a:pt x="671891" y="1666869"/>
                    <a:pt x="738206" y="1683546"/>
                    <a:pt x="837022" y="1676907"/>
                  </a:cubicBezTo>
                  <a:cubicBezTo>
                    <a:pt x="935838" y="1670268"/>
                    <a:pt x="1054062" y="1611612"/>
                    <a:pt x="1200262" y="1598105"/>
                  </a:cubicBezTo>
                  <a:cubicBezTo>
                    <a:pt x="1346462" y="1584598"/>
                    <a:pt x="1527963" y="1623051"/>
                    <a:pt x="1714223" y="1595864"/>
                  </a:cubicBezTo>
                  <a:cubicBezTo>
                    <a:pt x="1900483" y="1568677"/>
                    <a:pt x="2079319" y="1734665"/>
                    <a:pt x="2261066" y="1732476"/>
                  </a:cubicBezTo>
                </a:path>
              </a:pathLst>
            </a:custGeom>
            <a:noFill/>
            <a:ln w="9525" cap="rnd">
              <a:solidFill>
                <a:schemeClr val="tx1">
                  <a:lumMod val="95000"/>
                  <a:alpha val="35000"/>
                </a:schemeClr>
              </a:solidFill>
              <a:prstDash val="solid"/>
              <a:round/>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AB121135-9EA1-A78D-152A-5AE97BE6C166}"/>
                </a:ext>
              </a:extLst>
            </p:cNvPr>
            <p:cNvSpPr/>
            <p:nvPr/>
          </p:nvSpPr>
          <p:spPr>
            <a:xfrm rot="3210583" flipV="1">
              <a:off x="1780011" y="5830633"/>
              <a:ext cx="1909471" cy="1284901"/>
            </a:xfrm>
            <a:custGeom>
              <a:avLst/>
              <a:gdLst>
                <a:gd name="connsiteX0" fmla="*/ 151164 w 1804134"/>
                <a:gd name="connsiteY0" fmla="*/ 804991 h 1060353"/>
                <a:gd name="connsiteX1" fmla="*/ 231762 w 1804134"/>
                <a:gd name="connsiteY1" fmla="*/ 885480 h 1060353"/>
                <a:gd name="connsiteX2" fmla="*/ 524684 w 1804134"/>
                <a:gd name="connsiteY2" fmla="*/ 1026675 h 1060353"/>
                <a:gd name="connsiteX3" fmla="*/ 627068 w 1804134"/>
                <a:gd name="connsiteY3" fmla="*/ 1042816 h 1060353"/>
                <a:gd name="connsiteX4" fmla="*/ 1017130 w 1804134"/>
                <a:gd name="connsiteY4" fmla="*/ 1059956 h 1060353"/>
                <a:gd name="connsiteX5" fmla="*/ 1359266 w 1804134"/>
                <a:gd name="connsiteY5" fmla="*/ 1045811 h 1060353"/>
                <a:gd name="connsiteX6" fmla="*/ 1535467 w 1804134"/>
                <a:gd name="connsiteY6" fmla="*/ 1035744 h 1060353"/>
                <a:gd name="connsiteX7" fmla="*/ 1674520 w 1804134"/>
                <a:gd name="connsiteY7" fmla="*/ 1014361 h 1060353"/>
                <a:gd name="connsiteX8" fmla="*/ 1804134 w 1804134"/>
                <a:gd name="connsiteY8" fmla="*/ 980499 h 1060353"/>
                <a:gd name="connsiteX9" fmla="*/ 1078860 w 1804134"/>
                <a:gd name="connsiteY9" fmla="*/ 0 h 1060353"/>
                <a:gd name="connsiteX10" fmla="*/ 1058427 w 1804134"/>
                <a:gd name="connsiteY10" fmla="*/ 31315 h 1060353"/>
                <a:gd name="connsiteX11" fmla="*/ 902551 w 1804134"/>
                <a:gd name="connsiteY11" fmla="*/ 129578 h 1060353"/>
                <a:gd name="connsiteX12" fmla="*/ 746675 w 1804134"/>
                <a:gd name="connsiteY12" fmla="*/ 129578 h 1060353"/>
                <a:gd name="connsiteX13" fmla="*/ 534419 w 1804134"/>
                <a:gd name="connsiteY13" fmla="*/ 94051 h 1060353"/>
                <a:gd name="connsiteX14" fmla="*/ 271026 w 1804134"/>
                <a:gd name="connsiteY14" fmla="*/ 104534 h 1060353"/>
                <a:gd name="connsiteX15" fmla="*/ 131304 w 1804134"/>
                <a:gd name="connsiteY15" fmla="*/ 175589 h 1060353"/>
                <a:gd name="connsiteX16" fmla="*/ 23786 w 1804134"/>
                <a:gd name="connsiteY16" fmla="*/ 311544 h 1060353"/>
                <a:gd name="connsiteX17" fmla="*/ 2282 w 1804134"/>
                <a:gd name="connsiteY17" fmla="*/ 474622 h 1060353"/>
                <a:gd name="connsiteX18" fmla="*/ 88297 w 1804134"/>
                <a:gd name="connsiteY18" fmla="*/ 715079 h 1060353"/>
                <a:gd name="connsiteX19" fmla="*/ 151164 w 1804134"/>
                <a:gd name="connsiteY19" fmla="*/ 804991 h 1060353"/>
                <a:gd name="connsiteX0" fmla="*/ 1804134 w 1895574"/>
                <a:gd name="connsiteY0" fmla="*/ 980499 h 1071939"/>
                <a:gd name="connsiteX1" fmla="*/ 1078860 w 1895574"/>
                <a:gd name="connsiteY1" fmla="*/ 0 h 1071939"/>
                <a:gd name="connsiteX2" fmla="*/ 1058427 w 1895574"/>
                <a:gd name="connsiteY2" fmla="*/ 31315 h 1071939"/>
                <a:gd name="connsiteX3" fmla="*/ 902551 w 1895574"/>
                <a:gd name="connsiteY3" fmla="*/ 129578 h 1071939"/>
                <a:gd name="connsiteX4" fmla="*/ 746675 w 1895574"/>
                <a:gd name="connsiteY4" fmla="*/ 129578 h 1071939"/>
                <a:gd name="connsiteX5" fmla="*/ 534419 w 1895574"/>
                <a:gd name="connsiteY5" fmla="*/ 94051 h 1071939"/>
                <a:gd name="connsiteX6" fmla="*/ 271026 w 1895574"/>
                <a:gd name="connsiteY6" fmla="*/ 104534 h 1071939"/>
                <a:gd name="connsiteX7" fmla="*/ 131304 w 1895574"/>
                <a:gd name="connsiteY7" fmla="*/ 175589 h 1071939"/>
                <a:gd name="connsiteX8" fmla="*/ 23786 w 1895574"/>
                <a:gd name="connsiteY8" fmla="*/ 311544 h 1071939"/>
                <a:gd name="connsiteX9" fmla="*/ 2282 w 1895574"/>
                <a:gd name="connsiteY9" fmla="*/ 474622 h 1071939"/>
                <a:gd name="connsiteX10" fmla="*/ 88297 w 1895574"/>
                <a:gd name="connsiteY10" fmla="*/ 715079 h 1071939"/>
                <a:gd name="connsiteX11" fmla="*/ 151164 w 1895574"/>
                <a:gd name="connsiteY11" fmla="*/ 804991 h 1071939"/>
                <a:gd name="connsiteX12" fmla="*/ 231762 w 1895574"/>
                <a:gd name="connsiteY12" fmla="*/ 885480 h 1071939"/>
                <a:gd name="connsiteX13" fmla="*/ 524684 w 1895574"/>
                <a:gd name="connsiteY13" fmla="*/ 1026675 h 1071939"/>
                <a:gd name="connsiteX14" fmla="*/ 627068 w 1895574"/>
                <a:gd name="connsiteY14" fmla="*/ 1042816 h 1071939"/>
                <a:gd name="connsiteX15" fmla="*/ 1017130 w 1895574"/>
                <a:gd name="connsiteY15" fmla="*/ 1059956 h 1071939"/>
                <a:gd name="connsiteX16" fmla="*/ 1359266 w 1895574"/>
                <a:gd name="connsiteY16" fmla="*/ 1045811 h 1071939"/>
                <a:gd name="connsiteX17" fmla="*/ 1535467 w 1895574"/>
                <a:gd name="connsiteY17" fmla="*/ 1035744 h 1071939"/>
                <a:gd name="connsiteX18" fmla="*/ 1674520 w 1895574"/>
                <a:gd name="connsiteY18" fmla="*/ 1014361 h 1071939"/>
                <a:gd name="connsiteX19" fmla="*/ 1895574 w 1895574"/>
                <a:gd name="connsiteY19" fmla="*/ 1071939 h 1071939"/>
                <a:gd name="connsiteX0" fmla="*/ 1078860 w 1895574"/>
                <a:gd name="connsiteY0" fmla="*/ 0 h 1071939"/>
                <a:gd name="connsiteX1" fmla="*/ 1058427 w 1895574"/>
                <a:gd name="connsiteY1" fmla="*/ 31315 h 1071939"/>
                <a:gd name="connsiteX2" fmla="*/ 902551 w 1895574"/>
                <a:gd name="connsiteY2" fmla="*/ 129578 h 1071939"/>
                <a:gd name="connsiteX3" fmla="*/ 746675 w 1895574"/>
                <a:gd name="connsiteY3" fmla="*/ 129578 h 1071939"/>
                <a:gd name="connsiteX4" fmla="*/ 534419 w 1895574"/>
                <a:gd name="connsiteY4" fmla="*/ 94051 h 1071939"/>
                <a:gd name="connsiteX5" fmla="*/ 271026 w 1895574"/>
                <a:gd name="connsiteY5" fmla="*/ 104534 h 1071939"/>
                <a:gd name="connsiteX6" fmla="*/ 131304 w 1895574"/>
                <a:gd name="connsiteY6" fmla="*/ 175589 h 1071939"/>
                <a:gd name="connsiteX7" fmla="*/ 23786 w 1895574"/>
                <a:gd name="connsiteY7" fmla="*/ 311544 h 1071939"/>
                <a:gd name="connsiteX8" fmla="*/ 2282 w 1895574"/>
                <a:gd name="connsiteY8" fmla="*/ 474622 h 1071939"/>
                <a:gd name="connsiteX9" fmla="*/ 88297 w 1895574"/>
                <a:gd name="connsiteY9" fmla="*/ 715079 h 1071939"/>
                <a:gd name="connsiteX10" fmla="*/ 151164 w 1895574"/>
                <a:gd name="connsiteY10" fmla="*/ 804991 h 1071939"/>
                <a:gd name="connsiteX11" fmla="*/ 231762 w 1895574"/>
                <a:gd name="connsiteY11" fmla="*/ 885480 h 1071939"/>
                <a:gd name="connsiteX12" fmla="*/ 524684 w 1895574"/>
                <a:gd name="connsiteY12" fmla="*/ 1026675 h 1071939"/>
                <a:gd name="connsiteX13" fmla="*/ 627068 w 1895574"/>
                <a:gd name="connsiteY13" fmla="*/ 1042816 h 1071939"/>
                <a:gd name="connsiteX14" fmla="*/ 1017130 w 1895574"/>
                <a:gd name="connsiteY14" fmla="*/ 1059956 h 1071939"/>
                <a:gd name="connsiteX15" fmla="*/ 1359266 w 1895574"/>
                <a:gd name="connsiteY15" fmla="*/ 1045811 h 1071939"/>
                <a:gd name="connsiteX16" fmla="*/ 1535467 w 1895574"/>
                <a:gd name="connsiteY16" fmla="*/ 1035744 h 1071939"/>
                <a:gd name="connsiteX17" fmla="*/ 1674520 w 1895574"/>
                <a:gd name="connsiteY17" fmla="*/ 1014361 h 1071939"/>
                <a:gd name="connsiteX18" fmla="*/ 1895574 w 1895574"/>
                <a:gd name="connsiteY18" fmla="*/ 1071939 h 1071939"/>
                <a:gd name="connsiteX0" fmla="*/ 1078860 w 1895574"/>
                <a:gd name="connsiteY0" fmla="*/ 136138 h 1208077"/>
                <a:gd name="connsiteX1" fmla="*/ 944627 w 1895574"/>
                <a:gd name="connsiteY1" fmla="*/ 0 h 1208077"/>
                <a:gd name="connsiteX2" fmla="*/ 902551 w 1895574"/>
                <a:gd name="connsiteY2" fmla="*/ 265716 h 1208077"/>
                <a:gd name="connsiteX3" fmla="*/ 746675 w 1895574"/>
                <a:gd name="connsiteY3" fmla="*/ 265716 h 1208077"/>
                <a:gd name="connsiteX4" fmla="*/ 534419 w 1895574"/>
                <a:gd name="connsiteY4" fmla="*/ 230189 h 1208077"/>
                <a:gd name="connsiteX5" fmla="*/ 271026 w 1895574"/>
                <a:gd name="connsiteY5" fmla="*/ 240672 h 1208077"/>
                <a:gd name="connsiteX6" fmla="*/ 131304 w 1895574"/>
                <a:gd name="connsiteY6" fmla="*/ 311727 h 1208077"/>
                <a:gd name="connsiteX7" fmla="*/ 23786 w 1895574"/>
                <a:gd name="connsiteY7" fmla="*/ 447682 h 1208077"/>
                <a:gd name="connsiteX8" fmla="*/ 2282 w 1895574"/>
                <a:gd name="connsiteY8" fmla="*/ 610760 h 1208077"/>
                <a:gd name="connsiteX9" fmla="*/ 88297 w 1895574"/>
                <a:gd name="connsiteY9" fmla="*/ 851217 h 1208077"/>
                <a:gd name="connsiteX10" fmla="*/ 151164 w 1895574"/>
                <a:gd name="connsiteY10" fmla="*/ 941129 h 1208077"/>
                <a:gd name="connsiteX11" fmla="*/ 231762 w 1895574"/>
                <a:gd name="connsiteY11" fmla="*/ 1021618 h 1208077"/>
                <a:gd name="connsiteX12" fmla="*/ 524684 w 1895574"/>
                <a:gd name="connsiteY12" fmla="*/ 1162813 h 1208077"/>
                <a:gd name="connsiteX13" fmla="*/ 627068 w 1895574"/>
                <a:gd name="connsiteY13" fmla="*/ 1178954 h 1208077"/>
                <a:gd name="connsiteX14" fmla="*/ 1017130 w 1895574"/>
                <a:gd name="connsiteY14" fmla="*/ 1196094 h 1208077"/>
                <a:gd name="connsiteX15" fmla="*/ 1359266 w 1895574"/>
                <a:gd name="connsiteY15" fmla="*/ 1181949 h 1208077"/>
                <a:gd name="connsiteX16" fmla="*/ 1535467 w 1895574"/>
                <a:gd name="connsiteY16" fmla="*/ 1171882 h 1208077"/>
                <a:gd name="connsiteX17" fmla="*/ 1674520 w 1895574"/>
                <a:gd name="connsiteY17" fmla="*/ 1150499 h 1208077"/>
                <a:gd name="connsiteX18" fmla="*/ 1895574 w 1895574"/>
                <a:gd name="connsiteY18" fmla="*/ 1208077 h 1208077"/>
                <a:gd name="connsiteX0" fmla="*/ 1078860 w 1895574"/>
                <a:gd name="connsiteY0" fmla="*/ 0 h 1071939"/>
                <a:gd name="connsiteX1" fmla="*/ 902551 w 1895574"/>
                <a:gd name="connsiteY1" fmla="*/ 129578 h 1071939"/>
                <a:gd name="connsiteX2" fmla="*/ 746675 w 1895574"/>
                <a:gd name="connsiteY2" fmla="*/ 129578 h 1071939"/>
                <a:gd name="connsiteX3" fmla="*/ 534419 w 1895574"/>
                <a:gd name="connsiteY3" fmla="*/ 94051 h 1071939"/>
                <a:gd name="connsiteX4" fmla="*/ 271026 w 1895574"/>
                <a:gd name="connsiteY4" fmla="*/ 104534 h 1071939"/>
                <a:gd name="connsiteX5" fmla="*/ 131304 w 1895574"/>
                <a:gd name="connsiteY5" fmla="*/ 175589 h 1071939"/>
                <a:gd name="connsiteX6" fmla="*/ 23786 w 1895574"/>
                <a:gd name="connsiteY6" fmla="*/ 311544 h 1071939"/>
                <a:gd name="connsiteX7" fmla="*/ 2282 w 1895574"/>
                <a:gd name="connsiteY7" fmla="*/ 474622 h 1071939"/>
                <a:gd name="connsiteX8" fmla="*/ 88297 w 1895574"/>
                <a:gd name="connsiteY8" fmla="*/ 715079 h 1071939"/>
                <a:gd name="connsiteX9" fmla="*/ 151164 w 1895574"/>
                <a:gd name="connsiteY9" fmla="*/ 804991 h 1071939"/>
                <a:gd name="connsiteX10" fmla="*/ 231762 w 1895574"/>
                <a:gd name="connsiteY10" fmla="*/ 885480 h 1071939"/>
                <a:gd name="connsiteX11" fmla="*/ 524684 w 1895574"/>
                <a:gd name="connsiteY11" fmla="*/ 1026675 h 1071939"/>
                <a:gd name="connsiteX12" fmla="*/ 627068 w 1895574"/>
                <a:gd name="connsiteY12" fmla="*/ 1042816 h 1071939"/>
                <a:gd name="connsiteX13" fmla="*/ 1017130 w 1895574"/>
                <a:gd name="connsiteY13" fmla="*/ 1059956 h 1071939"/>
                <a:gd name="connsiteX14" fmla="*/ 1359266 w 1895574"/>
                <a:gd name="connsiteY14" fmla="*/ 1045811 h 1071939"/>
                <a:gd name="connsiteX15" fmla="*/ 1535467 w 1895574"/>
                <a:gd name="connsiteY15" fmla="*/ 1035744 h 1071939"/>
                <a:gd name="connsiteX16" fmla="*/ 1674520 w 1895574"/>
                <a:gd name="connsiteY16" fmla="*/ 1014361 h 1071939"/>
                <a:gd name="connsiteX17" fmla="*/ 1895574 w 1895574"/>
                <a:gd name="connsiteY17" fmla="*/ 1071939 h 1071939"/>
                <a:gd name="connsiteX0" fmla="*/ 964213 w 1895574"/>
                <a:gd name="connsiteY0" fmla="*/ 0 h 1233734"/>
                <a:gd name="connsiteX1" fmla="*/ 902551 w 1895574"/>
                <a:gd name="connsiteY1" fmla="*/ 291373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902551 w 1895574"/>
                <a:gd name="connsiteY1" fmla="*/ 291373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895290 w 1895574"/>
                <a:gd name="connsiteY1" fmla="*/ 165896 h 1233734"/>
                <a:gd name="connsiteX2" fmla="*/ 746675 w 1895574"/>
                <a:gd name="connsiteY2" fmla="*/ 291373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4213 w 1895574"/>
                <a:gd name="connsiteY0" fmla="*/ 0 h 1233734"/>
                <a:gd name="connsiteX1" fmla="*/ 895290 w 1895574"/>
                <a:gd name="connsiteY1" fmla="*/ 165896 h 1233734"/>
                <a:gd name="connsiteX2" fmla="*/ 697840 w 1895574"/>
                <a:gd name="connsiteY2" fmla="*/ 211746 h 1233734"/>
                <a:gd name="connsiteX3" fmla="*/ 534419 w 1895574"/>
                <a:gd name="connsiteY3" fmla="*/ 255846 h 1233734"/>
                <a:gd name="connsiteX4" fmla="*/ 271026 w 1895574"/>
                <a:gd name="connsiteY4" fmla="*/ 266329 h 1233734"/>
                <a:gd name="connsiteX5" fmla="*/ 131304 w 1895574"/>
                <a:gd name="connsiteY5" fmla="*/ 337384 h 1233734"/>
                <a:gd name="connsiteX6" fmla="*/ 23786 w 1895574"/>
                <a:gd name="connsiteY6" fmla="*/ 473339 h 1233734"/>
                <a:gd name="connsiteX7" fmla="*/ 2282 w 1895574"/>
                <a:gd name="connsiteY7" fmla="*/ 636417 h 1233734"/>
                <a:gd name="connsiteX8" fmla="*/ 88297 w 1895574"/>
                <a:gd name="connsiteY8" fmla="*/ 876874 h 1233734"/>
                <a:gd name="connsiteX9" fmla="*/ 151164 w 1895574"/>
                <a:gd name="connsiteY9" fmla="*/ 966786 h 1233734"/>
                <a:gd name="connsiteX10" fmla="*/ 231762 w 1895574"/>
                <a:gd name="connsiteY10" fmla="*/ 1047275 h 1233734"/>
                <a:gd name="connsiteX11" fmla="*/ 524684 w 1895574"/>
                <a:gd name="connsiteY11" fmla="*/ 1188470 h 1233734"/>
                <a:gd name="connsiteX12" fmla="*/ 627068 w 1895574"/>
                <a:gd name="connsiteY12" fmla="*/ 1204611 h 1233734"/>
                <a:gd name="connsiteX13" fmla="*/ 1017130 w 1895574"/>
                <a:gd name="connsiteY13" fmla="*/ 1221751 h 1233734"/>
                <a:gd name="connsiteX14" fmla="*/ 1359266 w 1895574"/>
                <a:gd name="connsiteY14" fmla="*/ 1207606 h 1233734"/>
                <a:gd name="connsiteX15" fmla="*/ 1535467 w 1895574"/>
                <a:gd name="connsiteY15" fmla="*/ 1197539 h 1233734"/>
                <a:gd name="connsiteX16" fmla="*/ 1674520 w 1895574"/>
                <a:gd name="connsiteY16" fmla="*/ 1176156 h 1233734"/>
                <a:gd name="connsiteX17" fmla="*/ 1895574 w 1895574"/>
                <a:gd name="connsiteY17"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87411 w 1894688"/>
                <a:gd name="connsiteY8" fmla="*/ 876874 h 1233734"/>
                <a:gd name="connsiteX9" fmla="*/ 150278 w 1894688"/>
                <a:gd name="connsiteY9" fmla="*/ 966786 h 1233734"/>
                <a:gd name="connsiteX10" fmla="*/ 230876 w 1894688"/>
                <a:gd name="connsiteY10" fmla="*/ 1047275 h 1233734"/>
                <a:gd name="connsiteX11" fmla="*/ 523798 w 1894688"/>
                <a:gd name="connsiteY11" fmla="*/ 1188470 h 1233734"/>
                <a:gd name="connsiteX12" fmla="*/ 626182 w 1894688"/>
                <a:gd name="connsiteY12" fmla="*/ 1204611 h 1233734"/>
                <a:gd name="connsiteX13" fmla="*/ 1016244 w 1894688"/>
                <a:gd name="connsiteY13" fmla="*/ 1221751 h 1233734"/>
                <a:gd name="connsiteX14" fmla="*/ 1358380 w 1894688"/>
                <a:gd name="connsiteY14" fmla="*/ 1207606 h 1233734"/>
                <a:gd name="connsiteX15" fmla="*/ 1534581 w 1894688"/>
                <a:gd name="connsiteY15" fmla="*/ 1197539 h 1233734"/>
                <a:gd name="connsiteX16" fmla="*/ 1673634 w 1894688"/>
                <a:gd name="connsiteY16" fmla="*/ 1176156 h 1233734"/>
                <a:gd name="connsiteX17" fmla="*/ 1894688 w 1894688"/>
                <a:gd name="connsiteY17"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87411 w 1894688"/>
                <a:gd name="connsiteY8" fmla="*/ 876874 h 1233734"/>
                <a:gd name="connsiteX9" fmla="*/ 150278 w 1894688"/>
                <a:gd name="connsiteY9" fmla="*/ 966786 h 1233734"/>
                <a:gd name="connsiteX10" fmla="*/ 230876 w 1894688"/>
                <a:gd name="connsiteY10" fmla="*/ 1047275 h 1233734"/>
                <a:gd name="connsiteX11" fmla="*/ 503956 w 1894688"/>
                <a:gd name="connsiteY11" fmla="*/ 1212019 h 1233734"/>
                <a:gd name="connsiteX12" fmla="*/ 626182 w 1894688"/>
                <a:gd name="connsiteY12" fmla="*/ 1204611 h 1233734"/>
                <a:gd name="connsiteX13" fmla="*/ 1016244 w 1894688"/>
                <a:gd name="connsiteY13" fmla="*/ 1221751 h 1233734"/>
                <a:gd name="connsiteX14" fmla="*/ 1358380 w 1894688"/>
                <a:gd name="connsiteY14" fmla="*/ 1207606 h 1233734"/>
                <a:gd name="connsiteX15" fmla="*/ 1534581 w 1894688"/>
                <a:gd name="connsiteY15" fmla="*/ 1197539 h 1233734"/>
                <a:gd name="connsiteX16" fmla="*/ 1673634 w 1894688"/>
                <a:gd name="connsiteY16" fmla="*/ 1176156 h 1233734"/>
                <a:gd name="connsiteX17" fmla="*/ 1894688 w 1894688"/>
                <a:gd name="connsiteY17"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87411 w 1894688"/>
                <a:gd name="connsiteY8" fmla="*/ 876874 h 1233734"/>
                <a:gd name="connsiteX9" fmla="*/ 150278 w 1894688"/>
                <a:gd name="connsiteY9" fmla="*/ 966786 h 1233734"/>
                <a:gd name="connsiteX10" fmla="*/ 503956 w 1894688"/>
                <a:gd name="connsiteY10" fmla="*/ 1212019 h 1233734"/>
                <a:gd name="connsiteX11" fmla="*/ 626182 w 1894688"/>
                <a:gd name="connsiteY11" fmla="*/ 1204611 h 1233734"/>
                <a:gd name="connsiteX12" fmla="*/ 1016244 w 1894688"/>
                <a:gd name="connsiteY12" fmla="*/ 1221751 h 1233734"/>
                <a:gd name="connsiteX13" fmla="*/ 1358380 w 1894688"/>
                <a:gd name="connsiteY13" fmla="*/ 1207606 h 1233734"/>
                <a:gd name="connsiteX14" fmla="*/ 1534581 w 1894688"/>
                <a:gd name="connsiteY14" fmla="*/ 1197539 h 1233734"/>
                <a:gd name="connsiteX15" fmla="*/ 1673634 w 1894688"/>
                <a:gd name="connsiteY15" fmla="*/ 1176156 h 1233734"/>
                <a:gd name="connsiteX16" fmla="*/ 1894688 w 1894688"/>
                <a:gd name="connsiteY16"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87411 w 1894688"/>
                <a:gd name="connsiteY8" fmla="*/ 876874 h 1233734"/>
                <a:gd name="connsiteX9" fmla="*/ 171596 w 1894688"/>
                <a:gd name="connsiteY9" fmla="*/ 1021992 h 1233734"/>
                <a:gd name="connsiteX10" fmla="*/ 503956 w 1894688"/>
                <a:gd name="connsiteY10" fmla="*/ 1212019 h 1233734"/>
                <a:gd name="connsiteX11" fmla="*/ 626182 w 1894688"/>
                <a:gd name="connsiteY11" fmla="*/ 1204611 h 1233734"/>
                <a:gd name="connsiteX12" fmla="*/ 1016244 w 1894688"/>
                <a:gd name="connsiteY12" fmla="*/ 1221751 h 1233734"/>
                <a:gd name="connsiteX13" fmla="*/ 1358380 w 1894688"/>
                <a:gd name="connsiteY13" fmla="*/ 1207606 h 1233734"/>
                <a:gd name="connsiteX14" fmla="*/ 1534581 w 1894688"/>
                <a:gd name="connsiteY14" fmla="*/ 1197539 h 1233734"/>
                <a:gd name="connsiteX15" fmla="*/ 1673634 w 1894688"/>
                <a:gd name="connsiteY15" fmla="*/ 1176156 h 1233734"/>
                <a:gd name="connsiteX16" fmla="*/ 1894688 w 1894688"/>
                <a:gd name="connsiteY16"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69957 w 1894688"/>
                <a:gd name="connsiteY8" fmla="*/ 884462 h 1233734"/>
                <a:gd name="connsiteX9" fmla="*/ 171596 w 1894688"/>
                <a:gd name="connsiteY9" fmla="*/ 1021992 h 1233734"/>
                <a:gd name="connsiteX10" fmla="*/ 503956 w 1894688"/>
                <a:gd name="connsiteY10" fmla="*/ 1212019 h 1233734"/>
                <a:gd name="connsiteX11" fmla="*/ 626182 w 1894688"/>
                <a:gd name="connsiteY11" fmla="*/ 1204611 h 1233734"/>
                <a:gd name="connsiteX12" fmla="*/ 1016244 w 1894688"/>
                <a:gd name="connsiteY12" fmla="*/ 1221751 h 1233734"/>
                <a:gd name="connsiteX13" fmla="*/ 1358380 w 1894688"/>
                <a:gd name="connsiteY13" fmla="*/ 1207606 h 1233734"/>
                <a:gd name="connsiteX14" fmla="*/ 1534581 w 1894688"/>
                <a:gd name="connsiteY14" fmla="*/ 1197539 h 1233734"/>
                <a:gd name="connsiteX15" fmla="*/ 1673634 w 1894688"/>
                <a:gd name="connsiteY15" fmla="*/ 1176156 h 1233734"/>
                <a:gd name="connsiteX16" fmla="*/ 1894688 w 1894688"/>
                <a:gd name="connsiteY16" fmla="*/ 1233734 h 1233734"/>
                <a:gd name="connsiteX0" fmla="*/ 963327 w 1894688"/>
                <a:gd name="connsiteY0" fmla="*/ 0 h 1233734"/>
                <a:gd name="connsiteX1" fmla="*/ 894404 w 1894688"/>
                <a:gd name="connsiteY1" fmla="*/ 165896 h 1233734"/>
                <a:gd name="connsiteX2" fmla="*/ 696954 w 1894688"/>
                <a:gd name="connsiteY2" fmla="*/ 211746 h 1233734"/>
                <a:gd name="connsiteX3" fmla="*/ 533533 w 1894688"/>
                <a:gd name="connsiteY3" fmla="*/ 255846 h 1233734"/>
                <a:gd name="connsiteX4" fmla="*/ 270140 w 1894688"/>
                <a:gd name="connsiteY4" fmla="*/ 266329 h 1233734"/>
                <a:gd name="connsiteX5" fmla="*/ 83007 w 1894688"/>
                <a:gd name="connsiteY5" fmla="*/ 258894 h 1233734"/>
                <a:gd name="connsiteX6" fmla="*/ 22900 w 1894688"/>
                <a:gd name="connsiteY6" fmla="*/ 473339 h 1233734"/>
                <a:gd name="connsiteX7" fmla="*/ 1396 w 1894688"/>
                <a:gd name="connsiteY7" fmla="*/ 636417 h 1233734"/>
                <a:gd name="connsiteX8" fmla="*/ 69957 w 1894688"/>
                <a:gd name="connsiteY8" fmla="*/ 884462 h 1233734"/>
                <a:gd name="connsiteX9" fmla="*/ 171596 w 1894688"/>
                <a:gd name="connsiteY9" fmla="*/ 1021992 h 1233734"/>
                <a:gd name="connsiteX10" fmla="*/ 503956 w 1894688"/>
                <a:gd name="connsiteY10" fmla="*/ 1212019 h 1233734"/>
                <a:gd name="connsiteX11" fmla="*/ 1016244 w 1894688"/>
                <a:gd name="connsiteY11" fmla="*/ 1221751 h 1233734"/>
                <a:gd name="connsiteX12" fmla="*/ 1358380 w 1894688"/>
                <a:gd name="connsiteY12" fmla="*/ 1207606 h 1233734"/>
                <a:gd name="connsiteX13" fmla="*/ 1534581 w 1894688"/>
                <a:gd name="connsiteY13" fmla="*/ 1197539 h 1233734"/>
                <a:gd name="connsiteX14" fmla="*/ 1673634 w 1894688"/>
                <a:gd name="connsiteY14" fmla="*/ 1176156 h 1233734"/>
                <a:gd name="connsiteX15" fmla="*/ 1894688 w 1894688"/>
                <a:gd name="connsiteY15" fmla="*/ 1233734 h 1233734"/>
                <a:gd name="connsiteX0" fmla="*/ 963327 w 1894688"/>
                <a:gd name="connsiteY0" fmla="*/ 0 h 1241363"/>
                <a:gd name="connsiteX1" fmla="*/ 894404 w 1894688"/>
                <a:gd name="connsiteY1" fmla="*/ 165896 h 1241363"/>
                <a:gd name="connsiteX2" fmla="*/ 696954 w 1894688"/>
                <a:gd name="connsiteY2" fmla="*/ 211746 h 1241363"/>
                <a:gd name="connsiteX3" fmla="*/ 533533 w 1894688"/>
                <a:gd name="connsiteY3" fmla="*/ 255846 h 1241363"/>
                <a:gd name="connsiteX4" fmla="*/ 270140 w 1894688"/>
                <a:gd name="connsiteY4" fmla="*/ 266329 h 1241363"/>
                <a:gd name="connsiteX5" fmla="*/ 83007 w 1894688"/>
                <a:gd name="connsiteY5" fmla="*/ 258894 h 1241363"/>
                <a:gd name="connsiteX6" fmla="*/ 22900 w 1894688"/>
                <a:gd name="connsiteY6" fmla="*/ 473339 h 1241363"/>
                <a:gd name="connsiteX7" fmla="*/ 1396 w 1894688"/>
                <a:gd name="connsiteY7" fmla="*/ 636417 h 1241363"/>
                <a:gd name="connsiteX8" fmla="*/ 69957 w 1894688"/>
                <a:gd name="connsiteY8" fmla="*/ 884462 h 1241363"/>
                <a:gd name="connsiteX9" fmla="*/ 171596 w 1894688"/>
                <a:gd name="connsiteY9" fmla="*/ 1021992 h 1241363"/>
                <a:gd name="connsiteX10" fmla="*/ 503956 w 1894688"/>
                <a:gd name="connsiteY10" fmla="*/ 1212019 h 1241363"/>
                <a:gd name="connsiteX11" fmla="*/ 1016244 w 1894688"/>
                <a:gd name="connsiteY11" fmla="*/ 1221751 h 1241363"/>
                <a:gd name="connsiteX12" fmla="*/ 1358380 w 1894688"/>
                <a:gd name="connsiteY12" fmla="*/ 1207606 h 1241363"/>
                <a:gd name="connsiteX13" fmla="*/ 1534581 w 1894688"/>
                <a:gd name="connsiteY13" fmla="*/ 1197539 h 1241363"/>
                <a:gd name="connsiteX14" fmla="*/ 1673634 w 1894688"/>
                <a:gd name="connsiteY14" fmla="*/ 1176156 h 1241363"/>
                <a:gd name="connsiteX15" fmla="*/ 1894688 w 1894688"/>
                <a:gd name="connsiteY15" fmla="*/ 1233734 h 1241363"/>
                <a:gd name="connsiteX0" fmla="*/ 963327 w 1938754"/>
                <a:gd name="connsiteY0" fmla="*/ 0 h 1300502"/>
                <a:gd name="connsiteX1" fmla="*/ 894404 w 1938754"/>
                <a:gd name="connsiteY1" fmla="*/ 165896 h 1300502"/>
                <a:gd name="connsiteX2" fmla="*/ 696954 w 1938754"/>
                <a:gd name="connsiteY2" fmla="*/ 211746 h 1300502"/>
                <a:gd name="connsiteX3" fmla="*/ 533533 w 1938754"/>
                <a:gd name="connsiteY3" fmla="*/ 255846 h 1300502"/>
                <a:gd name="connsiteX4" fmla="*/ 270140 w 1938754"/>
                <a:gd name="connsiteY4" fmla="*/ 266329 h 1300502"/>
                <a:gd name="connsiteX5" fmla="*/ 83007 w 1938754"/>
                <a:gd name="connsiteY5" fmla="*/ 258894 h 1300502"/>
                <a:gd name="connsiteX6" fmla="*/ 22900 w 1938754"/>
                <a:gd name="connsiteY6" fmla="*/ 473339 h 1300502"/>
                <a:gd name="connsiteX7" fmla="*/ 1396 w 1938754"/>
                <a:gd name="connsiteY7" fmla="*/ 636417 h 1300502"/>
                <a:gd name="connsiteX8" fmla="*/ 69957 w 1938754"/>
                <a:gd name="connsiteY8" fmla="*/ 884462 h 1300502"/>
                <a:gd name="connsiteX9" fmla="*/ 171596 w 1938754"/>
                <a:gd name="connsiteY9" fmla="*/ 1021992 h 1300502"/>
                <a:gd name="connsiteX10" fmla="*/ 503956 w 1938754"/>
                <a:gd name="connsiteY10" fmla="*/ 1212019 h 1300502"/>
                <a:gd name="connsiteX11" fmla="*/ 1016244 w 1938754"/>
                <a:gd name="connsiteY11" fmla="*/ 1221751 h 1300502"/>
                <a:gd name="connsiteX12" fmla="*/ 1358380 w 1938754"/>
                <a:gd name="connsiteY12" fmla="*/ 1207606 h 1300502"/>
                <a:gd name="connsiteX13" fmla="*/ 1534581 w 1938754"/>
                <a:gd name="connsiteY13" fmla="*/ 1197539 h 1300502"/>
                <a:gd name="connsiteX14" fmla="*/ 1673634 w 1938754"/>
                <a:gd name="connsiteY14" fmla="*/ 1176156 h 1300502"/>
                <a:gd name="connsiteX15" fmla="*/ 1938754 w 1938754"/>
                <a:gd name="connsiteY15" fmla="*/ 1300502 h 1300502"/>
                <a:gd name="connsiteX0" fmla="*/ 963327 w 1938754"/>
                <a:gd name="connsiteY0" fmla="*/ 0 h 1300502"/>
                <a:gd name="connsiteX1" fmla="*/ 894404 w 1938754"/>
                <a:gd name="connsiteY1" fmla="*/ 165896 h 1300502"/>
                <a:gd name="connsiteX2" fmla="*/ 696954 w 1938754"/>
                <a:gd name="connsiteY2" fmla="*/ 211746 h 1300502"/>
                <a:gd name="connsiteX3" fmla="*/ 533533 w 1938754"/>
                <a:gd name="connsiteY3" fmla="*/ 255846 h 1300502"/>
                <a:gd name="connsiteX4" fmla="*/ 270140 w 1938754"/>
                <a:gd name="connsiteY4" fmla="*/ 266329 h 1300502"/>
                <a:gd name="connsiteX5" fmla="*/ 83007 w 1938754"/>
                <a:gd name="connsiteY5" fmla="*/ 258894 h 1300502"/>
                <a:gd name="connsiteX6" fmla="*/ 22900 w 1938754"/>
                <a:gd name="connsiteY6" fmla="*/ 473339 h 1300502"/>
                <a:gd name="connsiteX7" fmla="*/ 1396 w 1938754"/>
                <a:gd name="connsiteY7" fmla="*/ 636417 h 1300502"/>
                <a:gd name="connsiteX8" fmla="*/ 69957 w 1938754"/>
                <a:gd name="connsiteY8" fmla="*/ 884462 h 1300502"/>
                <a:gd name="connsiteX9" fmla="*/ 171596 w 1938754"/>
                <a:gd name="connsiteY9" fmla="*/ 1021992 h 1300502"/>
                <a:gd name="connsiteX10" fmla="*/ 503956 w 1938754"/>
                <a:gd name="connsiteY10" fmla="*/ 1212019 h 1300502"/>
                <a:gd name="connsiteX11" fmla="*/ 1016244 w 1938754"/>
                <a:gd name="connsiteY11" fmla="*/ 1221751 h 1300502"/>
                <a:gd name="connsiteX12" fmla="*/ 1358380 w 1938754"/>
                <a:gd name="connsiteY12" fmla="*/ 1207606 h 1300502"/>
                <a:gd name="connsiteX13" fmla="*/ 1673634 w 1938754"/>
                <a:gd name="connsiteY13" fmla="*/ 1176156 h 1300502"/>
                <a:gd name="connsiteX14" fmla="*/ 1938754 w 1938754"/>
                <a:gd name="connsiteY14" fmla="*/ 1300502 h 1300502"/>
                <a:gd name="connsiteX0" fmla="*/ 963327 w 1938754"/>
                <a:gd name="connsiteY0" fmla="*/ 0 h 1300502"/>
                <a:gd name="connsiteX1" fmla="*/ 894404 w 1938754"/>
                <a:gd name="connsiteY1" fmla="*/ 165896 h 1300502"/>
                <a:gd name="connsiteX2" fmla="*/ 696954 w 1938754"/>
                <a:gd name="connsiteY2" fmla="*/ 211746 h 1300502"/>
                <a:gd name="connsiteX3" fmla="*/ 533533 w 1938754"/>
                <a:gd name="connsiteY3" fmla="*/ 255846 h 1300502"/>
                <a:gd name="connsiteX4" fmla="*/ 270140 w 1938754"/>
                <a:gd name="connsiteY4" fmla="*/ 266329 h 1300502"/>
                <a:gd name="connsiteX5" fmla="*/ 83007 w 1938754"/>
                <a:gd name="connsiteY5" fmla="*/ 258894 h 1300502"/>
                <a:gd name="connsiteX6" fmla="*/ 22900 w 1938754"/>
                <a:gd name="connsiteY6" fmla="*/ 473339 h 1300502"/>
                <a:gd name="connsiteX7" fmla="*/ 1396 w 1938754"/>
                <a:gd name="connsiteY7" fmla="*/ 636417 h 1300502"/>
                <a:gd name="connsiteX8" fmla="*/ 69957 w 1938754"/>
                <a:gd name="connsiteY8" fmla="*/ 884462 h 1300502"/>
                <a:gd name="connsiteX9" fmla="*/ 171596 w 1938754"/>
                <a:gd name="connsiteY9" fmla="*/ 1021992 h 1300502"/>
                <a:gd name="connsiteX10" fmla="*/ 503956 w 1938754"/>
                <a:gd name="connsiteY10" fmla="*/ 1212019 h 1300502"/>
                <a:gd name="connsiteX11" fmla="*/ 1016244 w 1938754"/>
                <a:gd name="connsiteY11" fmla="*/ 1221751 h 1300502"/>
                <a:gd name="connsiteX12" fmla="*/ 1358380 w 1938754"/>
                <a:gd name="connsiteY12" fmla="*/ 1207606 h 1300502"/>
                <a:gd name="connsiteX13" fmla="*/ 1673634 w 1938754"/>
                <a:gd name="connsiteY13" fmla="*/ 1176156 h 1300502"/>
                <a:gd name="connsiteX14" fmla="*/ 1938754 w 1938754"/>
                <a:gd name="connsiteY14" fmla="*/ 1300502 h 1300502"/>
                <a:gd name="connsiteX0" fmla="*/ 963327 w 1909471"/>
                <a:gd name="connsiteY0" fmla="*/ 0 h 1284901"/>
                <a:gd name="connsiteX1" fmla="*/ 894404 w 1909471"/>
                <a:gd name="connsiteY1" fmla="*/ 165896 h 1284901"/>
                <a:gd name="connsiteX2" fmla="*/ 696954 w 1909471"/>
                <a:gd name="connsiteY2" fmla="*/ 211746 h 1284901"/>
                <a:gd name="connsiteX3" fmla="*/ 533533 w 1909471"/>
                <a:gd name="connsiteY3" fmla="*/ 255846 h 1284901"/>
                <a:gd name="connsiteX4" fmla="*/ 270140 w 1909471"/>
                <a:gd name="connsiteY4" fmla="*/ 266329 h 1284901"/>
                <a:gd name="connsiteX5" fmla="*/ 83007 w 1909471"/>
                <a:gd name="connsiteY5" fmla="*/ 258894 h 1284901"/>
                <a:gd name="connsiteX6" fmla="*/ 22900 w 1909471"/>
                <a:gd name="connsiteY6" fmla="*/ 473339 h 1284901"/>
                <a:gd name="connsiteX7" fmla="*/ 1396 w 1909471"/>
                <a:gd name="connsiteY7" fmla="*/ 636417 h 1284901"/>
                <a:gd name="connsiteX8" fmla="*/ 69957 w 1909471"/>
                <a:gd name="connsiteY8" fmla="*/ 884462 h 1284901"/>
                <a:gd name="connsiteX9" fmla="*/ 171596 w 1909471"/>
                <a:gd name="connsiteY9" fmla="*/ 1021992 h 1284901"/>
                <a:gd name="connsiteX10" fmla="*/ 503956 w 1909471"/>
                <a:gd name="connsiteY10" fmla="*/ 1212019 h 1284901"/>
                <a:gd name="connsiteX11" fmla="*/ 1016244 w 1909471"/>
                <a:gd name="connsiteY11" fmla="*/ 1221751 h 1284901"/>
                <a:gd name="connsiteX12" fmla="*/ 1358380 w 1909471"/>
                <a:gd name="connsiteY12" fmla="*/ 1207606 h 1284901"/>
                <a:gd name="connsiteX13" fmla="*/ 1673634 w 1909471"/>
                <a:gd name="connsiteY13" fmla="*/ 1176156 h 1284901"/>
                <a:gd name="connsiteX14" fmla="*/ 1909471 w 1909471"/>
                <a:gd name="connsiteY14" fmla="*/ 1284901 h 1284901"/>
                <a:gd name="connsiteX0" fmla="*/ 963327 w 1909471"/>
                <a:gd name="connsiteY0" fmla="*/ 0 h 1284901"/>
                <a:gd name="connsiteX1" fmla="*/ 894404 w 1909471"/>
                <a:gd name="connsiteY1" fmla="*/ 165896 h 1284901"/>
                <a:gd name="connsiteX2" fmla="*/ 696954 w 1909471"/>
                <a:gd name="connsiteY2" fmla="*/ 211746 h 1284901"/>
                <a:gd name="connsiteX3" fmla="*/ 533533 w 1909471"/>
                <a:gd name="connsiteY3" fmla="*/ 255846 h 1284901"/>
                <a:gd name="connsiteX4" fmla="*/ 270140 w 1909471"/>
                <a:gd name="connsiteY4" fmla="*/ 266329 h 1284901"/>
                <a:gd name="connsiteX5" fmla="*/ 83007 w 1909471"/>
                <a:gd name="connsiteY5" fmla="*/ 258894 h 1284901"/>
                <a:gd name="connsiteX6" fmla="*/ 22900 w 1909471"/>
                <a:gd name="connsiteY6" fmla="*/ 473339 h 1284901"/>
                <a:gd name="connsiteX7" fmla="*/ 1396 w 1909471"/>
                <a:gd name="connsiteY7" fmla="*/ 636417 h 1284901"/>
                <a:gd name="connsiteX8" fmla="*/ 69957 w 1909471"/>
                <a:gd name="connsiteY8" fmla="*/ 884462 h 1284901"/>
                <a:gd name="connsiteX9" fmla="*/ 171596 w 1909471"/>
                <a:gd name="connsiteY9" fmla="*/ 1021992 h 1284901"/>
                <a:gd name="connsiteX10" fmla="*/ 499179 w 1909471"/>
                <a:gd name="connsiteY10" fmla="*/ 1243942 h 1284901"/>
                <a:gd name="connsiteX11" fmla="*/ 1016244 w 1909471"/>
                <a:gd name="connsiteY11" fmla="*/ 1221751 h 1284901"/>
                <a:gd name="connsiteX12" fmla="*/ 1358380 w 1909471"/>
                <a:gd name="connsiteY12" fmla="*/ 1207606 h 1284901"/>
                <a:gd name="connsiteX13" fmla="*/ 1673634 w 1909471"/>
                <a:gd name="connsiteY13" fmla="*/ 1176156 h 1284901"/>
                <a:gd name="connsiteX14" fmla="*/ 1909471 w 1909471"/>
                <a:gd name="connsiteY14" fmla="*/ 1284901 h 128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9471" h="1284901">
                  <a:moveTo>
                    <a:pt x="963327" y="0"/>
                  </a:moveTo>
                  <a:cubicBezTo>
                    <a:pt x="958056" y="110982"/>
                    <a:pt x="938799" y="130605"/>
                    <a:pt x="894404" y="165896"/>
                  </a:cubicBezTo>
                  <a:cubicBezTo>
                    <a:pt x="850009" y="201187"/>
                    <a:pt x="757099" y="196754"/>
                    <a:pt x="696954" y="211746"/>
                  </a:cubicBezTo>
                  <a:cubicBezTo>
                    <a:pt x="636809" y="226738"/>
                    <a:pt x="604669" y="246749"/>
                    <a:pt x="533533" y="255846"/>
                  </a:cubicBezTo>
                  <a:cubicBezTo>
                    <a:pt x="462397" y="264943"/>
                    <a:pt x="345228" y="265821"/>
                    <a:pt x="270140" y="266329"/>
                  </a:cubicBezTo>
                  <a:cubicBezTo>
                    <a:pt x="195052" y="266837"/>
                    <a:pt x="122699" y="227694"/>
                    <a:pt x="83007" y="258894"/>
                  </a:cubicBezTo>
                  <a:cubicBezTo>
                    <a:pt x="34223" y="297169"/>
                    <a:pt x="36502" y="410419"/>
                    <a:pt x="22900" y="473339"/>
                  </a:cubicBezTo>
                  <a:cubicBezTo>
                    <a:pt x="9298" y="536259"/>
                    <a:pt x="-4488" y="581337"/>
                    <a:pt x="1396" y="636417"/>
                  </a:cubicBezTo>
                  <a:cubicBezTo>
                    <a:pt x="10275" y="719870"/>
                    <a:pt x="41590" y="820200"/>
                    <a:pt x="69957" y="884462"/>
                  </a:cubicBezTo>
                  <a:cubicBezTo>
                    <a:pt x="98324" y="948725"/>
                    <a:pt x="100059" y="962079"/>
                    <a:pt x="171596" y="1021992"/>
                  </a:cubicBezTo>
                  <a:cubicBezTo>
                    <a:pt x="243133" y="1081905"/>
                    <a:pt x="383636" y="1191985"/>
                    <a:pt x="499179" y="1243942"/>
                  </a:cubicBezTo>
                  <a:cubicBezTo>
                    <a:pt x="631112" y="1303269"/>
                    <a:pt x="873044" y="1227807"/>
                    <a:pt x="1016244" y="1221751"/>
                  </a:cubicBezTo>
                  <a:cubicBezTo>
                    <a:pt x="1159444" y="1215695"/>
                    <a:pt x="1258039" y="1252258"/>
                    <a:pt x="1358380" y="1207606"/>
                  </a:cubicBezTo>
                  <a:cubicBezTo>
                    <a:pt x="1445040" y="1169042"/>
                    <a:pt x="1576905" y="1160673"/>
                    <a:pt x="1673634" y="1176156"/>
                  </a:cubicBezTo>
                  <a:lnTo>
                    <a:pt x="1909471" y="1284901"/>
                  </a:ln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7FA1C9B1-7E2B-39CF-8A02-64418B0DC16A}"/>
                </a:ext>
              </a:extLst>
            </p:cNvPr>
            <p:cNvSpPr/>
            <p:nvPr/>
          </p:nvSpPr>
          <p:spPr>
            <a:xfrm rot="3210583" flipV="1">
              <a:off x="1977922" y="6019016"/>
              <a:ext cx="1543966" cy="1001533"/>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824319 w 1415656"/>
                <a:gd name="connsiteY0" fmla="*/ 0 h 714278"/>
                <a:gd name="connsiteX1" fmla="*/ 814737 w 1415656"/>
                <a:gd name="connsiteY1" fmla="*/ 101485 h 714278"/>
                <a:gd name="connsiteX2" fmla="*/ 723590 w 1415656"/>
                <a:gd name="connsiteY2" fmla="*/ 178305 h 714278"/>
                <a:gd name="connsiteX3" fmla="*/ 523245 w 1415656"/>
                <a:gd name="connsiteY3" fmla="*/ 215076 h 714278"/>
                <a:gd name="connsiteX4" fmla="*/ 233130 w 1415656"/>
                <a:gd name="connsiteY4" fmla="*/ 185413 h 714278"/>
                <a:gd name="connsiteX5" fmla="*/ 93 w 1415656"/>
                <a:gd name="connsiteY5" fmla="*/ 297695 h 714278"/>
                <a:gd name="connsiteX6" fmla="*/ 225642 w 1415656"/>
                <a:gd name="connsiteY6" fmla="*/ 553153 h 714278"/>
                <a:gd name="connsiteX7" fmla="*/ 482806 w 1415656"/>
                <a:gd name="connsiteY7" fmla="*/ 702503 h 714278"/>
                <a:gd name="connsiteX8" fmla="*/ 872440 w 1415656"/>
                <a:gd name="connsiteY8" fmla="*/ 688743 h 714278"/>
                <a:gd name="connsiteX9" fmla="*/ 1136691 w 1415656"/>
                <a:gd name="connsiteY9" fmla="*/ 620155 h 714278"/>
                <a:gd name="connsiteX10" fmla="*/ 1415656 w 1415656"/>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176782 w 1359308"/>
                <a:gd name="connsiteY4" fmla="*/ 185413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205580 w 1359308"/>
                <a:gd name="connsiteY4" fmla="*/ 229328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699040"/>
                <a:gd name="connsiteX1" fmla="*/ 758389 w 1359308"/>
                <a:gd name="connsiteY1" fmla="*/ 101485 h 699040"/>
                <a:gd name="connsiteX2" fmla="*/ 667242 w 1359308"/>
                <a:gd name="connsiteY2" fmla="*/ 178305 h 699040"/>
                <a:gd name="connsiteX3" fmla="*/ 466897 w 1359308"/>
                <a:gd name="connsiteY3" fmla="*/ 215076 h 699040"/>
                <a:gd name="connsiteX4" fmla="*/ 205580 w 1359308"/>
                <a:gd name="connsiteY4" fmla="*/ 229328 h 699040"/>
                <a:gd name="connsiteX5" fmla="*/ 147 w 1359308"/>
                <a:gd name="connsiteY5" fmla="*/ 350843 h 699040"/>
                <a:gd name="connsiteX6" fmla="*/ 169294 w 1359308"/>
                <a:gd name="connsiteY6" fmla="*/ 553153 h 699040"/>
                <a:gd name="connsiteX7" fmla="*/ 427365 w 1359308"/>
                <a:gd name="connsiteY7" fmla="*/ 684317 h 699040"/>
                <a:gd name="connsiteX8" fmla="*/ 816092 w 1359308"/>
                <a:gd name="connsiteY8" fmla="*/ 688743 h 699040"/>
                <a:gd name="connsiteX9" fmla="*/ 1080343 w 1359308"/>
                <a:gd name="connsiteY9" fmla="*/ 620155 h 699040"/>
                <a:gd name="connsiteX10" fmla="*/ 1359308 w 1359308"/>
                <a:gd name="connsiteY10" fmla="*/ 612886 h 699040"/>
                <a:gd name="connsiteX0" fmla="*/ 767971 w 1359308"/>
                <a:gd name="connsiteY0" fmla="*/ 0 h 699229"/>
                <a:gd name="connsiteX1" fmla="*/ 758389 w 1359308"/>
                <a:gd name="connsiteY1" fmla="*/ 101485 h 699229"/>
                <a:gd name="connsiteX2" fmla="*/ 667242 w 1359308"/>
                <a:gd name="connsiteY2" fmla="*/ 178305 h 699229"/>
                <a:gd name="connsiteX3" fmla="*/ 466897 w 1359308"/>
                <a:gd name="connsiteY3" fmla="*/ 215076 h 699229"/>
                <a:gd name="connsiteX4" fmla="*/ 205580 w 1359308"/>
                <a:gd name="connsiteY4" fmla="*/ 229328 h 699229"/>
                <a:gd name="connsiteX5" fmla="*/ 147 w 1359308"/>
                <a:gd name="connsiteY5" fmla="*/ 350843 h 699229"/>
                <a:gd name="connsiteX6" fmla="*/ 169294 w 1359308"/>
                <a:gd name="connsiteY6" fmla="*/ 553153 h 699229"/>
                <a:gd name="connsiteX7" fmla="*/ 427365 w 1359308"/>
                <a:gd name="connsiteY7" fmla="*/ 684317 h 699229"/>
                <a:gd name="connsiteX8" fmla="*/ 816092 w 1359308"/>
                <a:gd name="connsiteY8" fmla="*/ 688743 h 699229"/>
                <a:gd name="connsiteX9" fmla="*/ 1016772 w 1359308"/>
                <a:gd name="connsiteY9" fmla="*/ 616993 h 699229"/>
                <a:gd name="connsiteX10" fmla="*/ 1359308 w 1359308"/>
                <a:gd name="connsiteY10" fmla="*/ 612886 h 699229"/>
                <a:gd name="connsiteX0" fmla="*/ 767971 w 1427593"/>
                <a:gd name="connsiteY0" fmla="*/ 0 h 699229"/>
                <a:gd name="connsiteX1" fmla="*/ 758389 w 1427593"/>
                <a:gd name="connsiteY1" fmla="*/ 101485 h 699229"/>
                <a:gd name="connsiteX2" fmla="*/ 667242 w 1427593"/>
                <a:gd name="connsiteY2" fmla="*/ 178305 h 699229"/>
                <a:gd name="connsiteX3" fmla="*/ 466897 w 1427593"/>
                <a:gd name="connsiteY3" fmla="*/ 215076 h 699229"/>
                <a:gd name="connsiteX4" fmla="*/ 205580 w 1427593"/>
                <a:gd name="connsiteY4" fmla="*/ 229328 h 699229"/>
                <a:gd name="connsiteX5" fmla="*/ 147 w 1427593"/>
                <a:gd name="connsiteY5" fmla="*/ 350843 h 699229"/>
                <a:gd name="connsiteX6" fmla="*/ 169294 w 1427593"/>
                <a:gd name="connsiteY6" fmla="*/ 553153 h 699229"/>
                <a:gd name="connsiteX7" fmla="*/ 427365 w 1427593"/>
                <a:gd name="connsiteY7" fmla="*/ 684317 h 699229"/>
                <a:gd name="connsiteX8" fmla="*/ 816092 w 1427593"/>
                <a:gd name="connsiteY8" fmla="*/ 688743 h 699229"/>
                <a:gd name="connsiteX9" fmla="*/ 1016772 w 1427593"/>
                <a:gd name="connsiteY9" fmla="*/ 616993 h 699229"/>
                <a:gd name="connsiteX10" fmla="*/ 1427593 w 1427593"/>
                <a:gd name="connsiteY10" fmla="*/ 677964 h 699229"/>
                <a:gd name="connsiteX0" fmla="*/ 767971 w 1427593"/>
                <a:gd name="connsiteY0" fmla="*/ 0 h 699229"/>
                <a:gd name="connsiteX1" fmla="*/ 758389 w 1427593"/>
                <a:gd name="connsiteY1" fmla="*/ 101485 h 699229"/>
                <a:gd name="connsiteX2" fmla="*/ 667242 w 1427593"/>
                <a:gd name="connsiteY2" fmla="*/ 178305 h 699229"/>
                <a:gd name="connsiteX3" fmla="*/ 466897 w 1427593"/>
                <a:gd name="connsiteY3" fmla="*/ 215076 h 699229"/>
                <a:gd name="connsiteX4" fmla="*/ 205580 w 1427593"/>
                <a:gd name="connsiteY4" fmla="*/ 229328 h 699229"/>
                <a:gd name="connsiteX5" fmla="*/ 147 w 1427593"/>
                <a:gd name="connsiteY5" fmla="*/ 350843 h 699229"/>
                <a:gd name="connsiteX6" fmla="*/ 169294 w 1427593"/>
                <a:gd name="connsiteY6" fmla="*/ 553153 h 699229"/>
                <a:gd name="connsiteX7" fmla="*/ 427365 w 1427593"/>
                <a:gd name="connsiteY7" fmla="*/ 684317 h 699229"/>
                <a:gd name="connsiteX8" fmla="*/ 816092 w 1427593"/>
                <a:gd name="connsiteY8" fmla="*/ 688743 h 699229"/>
                <a:gd name="connsiteX9" fmla="*/ 1016772 w 1427593"/>
                <a:gd name="connsiteY9" fmla="*/ 616993 h 699229"/>
                <a:gd name="connsiteX10" fmla="*/ 1427593 w 1427593"/>
                <a:gd name="connsiteY10" fmla="*/ 677964 h 699229"/>
                <a:gd name="connsiteX0" fmla="*/ 767971 w 1427593"/>
                <a:gd name="connsiteY0" fmla="*/ 0 h 696818"/>
                <a:gd name="connsiteX1" fmla="*/ 758389 w 1427593"/>
                <a:gd name="connsiteY1" fmla="*/ 101485 h 696818"/>
                <a:gd name="connsiteX2" fmla="*/ 667242 w 1427593"/>
                <a:gd name="connsiteY2" fmla="*/ 178305 h 696818"/>
                <a:gd name="connsiteX3" fmla="*/ 466897 w 1427593"/>
                <a:gd name="connsiteY3" fmla="*/ 215076 h 696818"/>
                <a:gd name="connsiteX4" fmla="*/ 205580 w 1427593"/>
                <a:gd name="connsiteY4" fmla="*/ 229328 h 696818"/>
                <a:gd name="connsiteX5" fmla="*/ 147 w 1427593"/>
                <a:gd name="connsiteY5" fmla="*/ 350843 h 696818"/>
                <a:gd name="connsiteX6" fmla="*/ 169294 w 1427593"/>
                <a:gd name="connsiteY6" fmla="*/ 553153 h 696818"/>
                <a:gd name="connsiteX7" fmla="*/ 427365 w 1427593"/>
                <a:gd name="connsiteY7" fmla="*/ 684317 h 696818"/>
                <a:gd name="connsiteX8" fmla="*/ 880238 w 1427593"/>
                <a:gd name="connsiteY8" fmla="*/ 683855 h 696818"/>
                <a:gd name="connsiteX9" fmla="*/ 1016772 w 1427593"/>
                <a:gd name="connsiteY9" fmla="*/ 616993 h 696818"/>
                <a:gd name="connsiteX10" fmla="*/ 1427593 w 1427593"/>
                <a:gd name="connsiteY10" fmla="*/ 677964 h 696818"/>
                <a:gd name="connsiteX0" fmla="*/ 767971 w 1427593"/>
                <a:gd name="connsiteY0" fmla="*/ 0 h 695920"/>
                <a:gd name="connsiteX1" fmla="*/ 758389 w 1427593"/>
                <a:gd name="connsiteY1" fmla="*/ 101485 h 695920"/>
                <a:gd name="connsiteX2" fmla="*/ 667242 w 1427593"/>
                <a:gd name="connsiteY2" fmla="*/ 178305 h 695920"/>
                <a:gd name="connsiteX3" fmla="*/ 466897 w 1427593"/>
                <a:gd name="connsiteY3" fmla="*/ 215076 h 695920"/>
                <a:gd name="connsiteX4" fmla="*/ 205580 w 1427593"/>
                <a:gd name="connsiteY4" fmla="*/ 229328 h 695920"/>
                <a:gd name="connsiteX5" fmla="*/ 147 w 1427593"/>
                <a:gd name="connsiteY5" fmla="*/ 350843 h 695920"/>
                <a:gd name="connsiteX6" fmla="*/ 169294 w 1427593"/>
                <a:gd name="connsiteY6" fmla="*/ 553153 h 695920"/>
                <a:gd name="connsiteX7" fmla="*/ 427365 w 1427593"/>
                <a:gd name="connsiteY7" fmla="*/ 684317 h 695920"/>
                <a:gd name="connsiteX8" fmla="*/ 880238 w 1427593"/>
                <a:gd name="connsiteY8" fmla="*/ 683855 h 695920"/>
                <a:gd name="connsiteX9" fmla="*/ 1108415 w 1427593"/>
                <a:gd name="connsiteY9" fmla="*/ 635291 h 695920"/>
                <a:gd name="connsiteX10" fmla="*/ 1427593 w 1427593"/>
                <a:gd name="connsiteY10" fmla="*/ 677964 h 695920"/>
                <a:gd name="connsiteX0" fmla="*/ 767949 w 1427571"/>
                <a:gd name="connsiteY0" fmla="*/ 0 h 703525"/>
                <a:gd name="connsiteX1" fmla="*/ 758367 w 1427571"/>
                <a:gd name="connsiteY1" fmla="*/ 101485 h 703525"/>
                <a:gd name="connsiteX2" fmla="*/ 667220 w 1427571"/>
                <a:gd name="connsiteY2" fmla="*/ 178305 h 703525"/>
                <a:gd name="connsiteX3" fmla="*/ 466875 w 1427571"/>
                <a:gd name="connsiteY3" fmla="*/ 215076 h 703525"/>
                <a:gd name="connsiteX4" fmla="*/ 205558 w 1427571"/>
                <a:gd name="connsiteY4" fmla="*/ 229328 h 703525"/>
                <a:gd name="connsiteX5" fmla="*/ 125 w 1427571"/>
                <a:gd name="connsiteY5" fmla="*/ 350843 h 703525"/>
                <a:gd name="connsiteX6" fmla="*/ 169272 w 1427571"/>
                <a:gd name="connsiteY6" fmla="*/ 553153 h 703525"/>
                <a:gd name="connsiteX7" fmla="*/ 382938 w 1427571"/>
                <a:gd name="connsiteY7" fmla="*/ 694315 h 703525"/>
                <a:gd name="connsiteX8" fmla="*/ 880216 w 1427571"/>
                <a:gd name="connsiteY8" fmla="*/ 683855 h 703525"/>
                <a:gd name="connsiteX9" fmla="*/ 1108393 w 1427571"/>
                <a:gd name="connsiteY9" fmla="*/ 635291 h 703525"/>
                <a:gd name="connsiteX10" fmla="*/ 1427571 w 1427571"/>
                <a:gd name="connsiteY10" fmla="*/ 677964 h 70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7571" h="703525">
                  <a:moveTo>
                    <a:pt x="767949" y="0"/>
                  </a:moveTo>
                  <a:lnTo>
                    <a:pt x="758367" y="101485"/>
                  </a:lnTo>
                  <a:cubicBezTo>
                    <a:pt x="713514" y="149521"/>
                    <a:pt x="715802" y="159373"/>
                    <a:pt x="667220" y="178305"/>
                  </a:cubicBezTo>
                  <a:cubicBezTo>
                    <a:pt x="618638" y="197237"/>
                    <a:pt x="543819" y="206572"/>
                    <a:pt x="466875" y="215076"/>
                  </a:cubicBezTo>
                  <a:cubicBezTo>
                    <a:pt x="389931" y="223580"/>
                    <a:pt x="283350" y="206700"/>
                    <a:pt x="205558" y="229328"/>
                  </a:cubicBezTo>
                  <a:cubicBezTo>
                    <a:pt x="127766" y="251956"/>
                    <a:pt x="30080" y="286296"/>
                    <a:pt x="125" y="350843"/>
                  </a:cubicBezTo>
                  <a:cubicBezTo>
                    <a:pt x="-4213" y="423297"/>
                    <a:pt x="105470" y="495908"/>
                    <a:pt x="169272" y="553153"/>
                  </a:cubicBezTo>
                  <a:cubicBezTo>
                    <a:pt x="233074" y="610398"/>
                    <a:pt x="264447" y="672531"/>
                    <a:pt x="382938" y="694315"/>
                  </a:cubicBezTo>
                  <a:cubicBezTo>
                    <a:pt x="501429" y="716099"/>
                    <a:pt x="759307" y="693692"/>
                    <a:pt x="880216" y="683855"/>
                  </a:cubicBezTo>
                  <a:cubicBezTo>
                    <a:pt x="1001125" y="674018"/>
                    <a:pt x="1017857" y="647934"/>
                    <a:pt x="1108393" y="635291"/>
                  </a:cubicBezTo>
                  <a:cubicBezTo>
                    <a:pt x="1198929" y="622648"/>
                    <a:pt x="1336613" y="647341"/>
                    <a:pt x="1427571" y="677964"/>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AEC4BB2E-4277-2EC4-3A19-9F78382ED620}"/>
                </a:ext>
              </a:extLst>
            </p:cNvPr>
            <p:cNvSpPr/>
            <p:nvPr userDrawn="1"/>
          </p:nvSpPr>
          <p:spPr>
            <a:xfrm rot="3210583" flipV="1">
              <a:off x="2322950" y="6279097"/>
              <a:ext cx="1095742" cy="614418"/>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30684 w 1613210"/>
                <a:gd name="connsiteY4" fmla="*/ 185413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68809 w 1613210"/>
                <a:gd name="connsiteY4" fmla="*/ 264560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96 w 1613233"/>
                <a:gd name="connsiteY0" fmla="*/ 0 h 707176"/>
                <a:gd name="connsiteX1" fmla="*/ 1012314 w 1613233"/>
                <a:gd name="connsiteY1" fmla="*/ 101485 h 707176"/>
                <a:gd name="connsiteX2" fmla="*/ 921167 w 1613233"/>
                <a:gd name="connsiteY2" fmla="*/ 178305 h 707176"/>
                <a:gd name="connsiteX3" fmla="*/ 720822 w 1613233"/>
                <a:gd name="connsiteY3" fmla="*/ 215076 h 707176"/>
                <a:gd name="connsiteX4" fmla="*/ 468832 w 1613233"/>
                <a:gd name="connsiteY4" fmla="*/ 264560 h 707176"/>
                <a:gd name="connsiteX5" fmla="*/ 66 w 1613233"/>
                <a:gd name="connsiteY5" fmla="*/ 414657 h 707176"/>
                <a:gd name="connsiteX6" fmla="*/ 284087 w 1613233"/>
                <a:gd name="connsiteY6" fmla="*/ 664236 h 707176"/>
                <a:gd name="connsiteX7" fmla="*/ 680383 w 1613233"/>
                <a:gd name="connsiteY7" fmla="*/ 702503 h 707176"/>
                <a:gd name="connsiteX8" fmla="*/ 1070017 w 1613233"/>
                <a:gd name="connsiteY8" fmla="*/ 688743 h 707176"/>
                <a:gd name="connsiteX9" fmla="*/ 1334268 w 1613233"/>
                <a:gd name="connsiteY9" fmla="*/ 620155 h 707176"/>
                <a:gd name="connsiteX10" fmla="*/ 1613233 w 1613233"/>
                <a:gd name="connsiteY10" fmla="*/ 612886 h 707176"/>
                <a:gd name="connsiteX0" fmla="*/ 1021896 w 1613233"/>
                <a:gd name="connsiteY0" fmla="*/ 0 h 714992"/>
                <a:gd name="connsiteX1" fmla="*/ 1012314 w 1613233"/>
                <a:gd name="connsiteY1" fmla="*/ 101485 h 714992"/>
                <a:gd name="connsiteX2" fmla="*/ 921167 w 1613233"/>
                <a:gd name="connsiteY2" fmla="*/ 178305 h 714992"/>
                <a:gd name="connsiteX3" fmla="*/ 720822 w 1613233"/>
                <a:gd name="connsiteY3" fmla="*/ 215076 h 714992"/>
                <a:gd name="connsiteX4" fmla="*/ 468832 w 1613233"/>
                <a:gd name="connsiteY4" fmla="*/ 264560 h 714992"/>
                <a:gd name="connsiteX5" fmla="*/ 66 w 1613233"/>
                <a:gd name="connsiteY5" fmla="*/ 414657 h 714992"/>
                <a:gd name="connsiteX6" fmla="*/ 284087 w 1613233"/>
                <a:gd name="connsiteY6" fmla="*/ 664236 h 714992"/>
                <a:gd name="connsiteX7" fmla="*/ 680383 w 1613233"/>
                <a:gd name="connsiteY7" fmla="*/ 702503 h 714992"/>
                <a:gd name="connsiteX8" fmla="*/ 989627 w 1613233"/>
                <a:gd name="connsiteY8" fmla="*/ 574186 h 714992"/>
                <a:gd name="connsiteX9" fmla="*/ 1334268 w 1613233"/>
                <a:gd name="connsiteY9" fmla="*/ 620155 h 714992"/>
                <a:gd name="connsiteX10" fmla="*/ 1613233 w 1613233"/>
                <a:gd name="connsiteY10" fmla="*/ 612886 h 714992"/>
                <a:gd name="connsiteX0" fmla="*/ 1200604 w 1613233"/>
                <a:gd name="connsiteY0" fmla="*/ 82059 h 613507"/>
                <a:gd name="connsiteX1" fmla="*/ 1012314 w 1613233"/>
                <a:gd name="connsiteY1" fmla="*/ 0 h 613507"/>
                <a:gd name="connsiteX2" fmla="*/ 921167 w 1613233"/>
                <a:gd name="connsiteY2" fmla="*/ 76820 h 613507"/>
                <a:gd name="connsiteX3" fmla="*/ 720822 w 1613233"/>
                <a:gd name="connsiteY3" fmla="*/ 113591 h 613507"/>
                <a:gd name="connsiteX4" fmla="*/ 468832 w 1613233"/>
                <a:gd name="connsiteY4" fmla="*/ 163075 h 613507"/>
                <a:gd name="connsiteX5" fmla="*/ 66 w 1613233"/>
                <a:gd name="connsiteY5" fmla="*/ 313172 h 613507"/>
                <a:gd name="connsiteX6" fmla="*/ 284087 w 1613233"/>
                <a:gd name="connsiteY6" fmla="*/ 562751 h 613507"/>
                <a:gd name="connsiteX7" fmla="*/ 680383 w 1613233"/>
                <a:gd name="connsiteY7" fmla="*/ 601018 h 613507"/>
                <a:gd name="connsiteX8" fmla="*/ 989627 w 1613233"/>
                <a:gd name="connsiteY8" fmla="*/ 472701 h 613507"/>
                <a:gd name="connsiteX9" fmla="*/ 1334268 w 1613233"/>
                <a:gd name="connsiteY9" fmla="*/ 518670 h 613507"/>
                <a:gd name="connsiteX10" fmla="*/ 1613233 w 1613233"/>
                <a:gd name="connsiteY10" fmla="*/ 511401 h 613507"/>
                <a:gd name="connsiteX0" fmla="*/ 1200604 w 1613233"/>
                <a:gd name="connsiteY0" fmla="*/ 5239 h 536687"/>
                <a:gd name="connsiteX1" fmla="*/ 921167 w 1613233"/>
                <a:gd name="connsiteY1" fmla="*/ 0 h 536687"/>
                <a:gd name="connsiteX2" fmla="*/ 720822 w 1613233"/>
                <a:gd name="connsiteY2" fmla="*/ 36771 h 536687"/>
                <a:gd name="connsiteX3" fmla="*/ 468832 w 1613233"/>
                <a:gd name="connsiteY3" fmla="*/ 86255 h 536687"/>
                <a:gd name="connsiteX4" fmla="*/ 66 w 1613233"/>
                <a:gd name="connsiteY4" fmla="*/ 236352 h 536687"/>
                <a:gd name="connsiteX5" fmla="*/ 284087 w 1613233"/>
                <a:gd name="connsiteY5" fmla="*/ 485931 h 536687"/>
                <a:gd name="connsiteX6" fmla="*/ 680383 w 1613233"/>
                <a:gd name="connsiteY6" fmla="*/ 524198 h 536687"/>
                <a:gd name="connsiteX7" fmla="*/ 989627 w 1613233"/>
                <a:gd name="connsiteY7" fmla="*/ 395881 h 536687"/>
                <a:gd name="connsiteX8" fmla="*/ 1334268 w 1613233"/>
                <a:gd name="connsiteY8" fmla="*/ 441850 h 536687"/>
                <a:gd name="connsiteX9" fmla="*/ 1613233 w 1613233"/>
                <a:gd name="connsiteY9" fmla="*/ 434581 h 536687"/>
                <a:gd name="connsiteX0" fmla="*/ 1200604 w 1613233"/>
                <a:gd name="connsiteY0" fmla="*/ 5239 h 566319"/>
                <a:gd name="connsiteX1" fmla="*/ 921167 w 1613233"/>
                <a:gd name="connsiteY1" fmla="*/ 0 h 566319"/>
                <a:gd name="connsiteX2" fmla="*/ 720822 w 1613233"/>
                <a:gd name="connsiteY2" fmla="*/ 36771 h 566319"/>
                <a:gd name="connsiteX3" fmla="*/ 468832 w 1613233"/>
                <a:gd name="connsiteY3" fmla="*/ 86255 h 566319"/>
                <a:gd name="connsiteX4" fmla="*/ 66 w 1613233"/>
                <a:gd name="connsiteY4" fmla="*/ 236352 h 566319"/>
                <a:gd name="connsiteX5" fmla="*/ 284087 w 1613233"/>
                <a:gd name="connsiteY5" fmla="*/ 485931 h 566319"/>
                <a:gd name="connsiteX6" fmla="*/ 680383 w 1613233"/>
                <a:gd name="connsiteY6" fmla="*/ 524198 h 566319"/>
                <a:gd name="connsiteX7" fmla="*/ 1003284 w 1613233"/>
                <a:gd name="connsiteY7" fmla="*/ 550902 h 566319"/>
                <a:gd name="connsiteX8" fmla="*/ 1334268 w 1613233"/>
                <a:gd name="connsiteY8" fmla="*/ 441850 h 566319"/>
                <a:gd name="connsiteX9" fmla="*/ 1613233 w 1613233"/>
                <a:gd name="connsiteY9" fmla="*/ 434581 h 566319"/>
                <a:gd name="connsiteX0" fmla="*/ 1200604 w 1695469"/>
                <a:gd name="connsiteY0" fmla="*/ 5239 h 566319"/>
                <a:gd name="connsiteX1" fmla="*/ 921167 w 1695469"/>
                <a:gd name="connsiteY1" fmla="*/ 0 h 566319"/>
                <a:gd name="connsiteX2" fmla="*/ 720822 w 1695469"/>
                <a:gd name="connsiteY2" fmla="*/ 36771 h 566319"/>
                <a:gd name="connsiteX3" fmla="*/ 468832 w 1695469"/>
                <a:gd name="connsiteY3" fmla="*/ 86255 h 566319"/>
                <a:gd name="connsiteX4" fmla="*/ 66 w 1695469"/>
                <a:gd name="connsiteY4" fmla="*/ 236352 h 566319"/>
                <a:gd name="connsiteX5" fmla="*/ 284087 w 1695469"/>
                <a:gd name="connsiteY5" fmla="*/ 485931 h 566319"/>
                <a:gd name="connsiteX6" fmla="*/ 680383 w 1695469"/>
                <a:gd name="connsiteY6" fmla="*/ 524198 h 566319"/>
                <a:gd name="connsiteX7" fmla="*/ 1003284 w 1695469"/>
                <a:gd name="connsiteY7" fmla="*/ 550902 h 566319"/>
                <a:gd name="connsiteX8" fmla="*/ 1334268 w 1695469"/>
                <a:gd name="connsiteY8" fmla="*/ 441850 h 566319"/>
                <a:gd name="connsiteX9" fmla="*/ 1695468 w 1695469"/>
                <a:gd name="connsiteY9" fmla="*/ 521862 h 566319"/>
                <a:gd name="connsiteX0" fmla="*/ 1044788 w 1695467"/>
                <a:gd name="connsiteY0" fmla="*/ 0 h 715473"/>
                <a:gd name="connsiteX1" fmla="*/ 921167 w 1695467"/>
                <a:gd name="connsiteY1" fmla="*/ 149154 h 715473"/>
                <a:gd name="connsiteX2" fmla="*/ 720822 w 1695467"/>
                <a:gd name="connsiteY2" fmla="*/ 185925 h 715473"/>
                <a:gd name="connsiteX3" fmla="*/ 468832 w 1695467"/>
                <a:gd name="connsiteY3" fmla="*/ 235409 h 715473"/>
                <a:gd name="connsiteX4" fmla="*/ 66 w 1695467"/>
                <a:gd name="connsiteY4" fmla="*/ 385506 h 715473"/>
                <a:gd name="connsiteX5" fmla="*/ 284087 w 1695467"/>
                <a:gd name="connsiteY5" fmla="*/ 635085 h 715473"/>
                <a:gd name="connsiteX6" fmla="*/ 680383 w 1695467"/>
                <a:gd name="connsiteY6" fmla="*/ 673352 h 715473"/>
                <a:gd name="connsiteX7" fmla="*/ 1003284 w 1695467"/>
                <a:gd name="connsiteY7" fmla="*/ 700056 h 715473"/>
                <a:gd name="connsiteX8" fmla="*/ 1334268 w 1695467"/>
                <a:gd name="connsiteY8" fmla="*/ 591004 h 715473"/>
                <a:gd name="connsiteX9" fmla="*/ 1695468 w 1695467"/>
                <a:gd name="connsiteY9" fmla="*/ 671016 h 715473"/>
                <a:gd name="connsiteX0" fmla="*/ 1044788 w 1695469"/>
                <a:gd name="connsiteY0" fmla="*/ 0 h 715473"/>
                <a:gd name="connsiteX1" fmla="*/ 921167 w 1695469"/>
                <a:gd name="connsiteY1" fmla="*/ 149154 h 715473"/>
                <a:gd name="connsiteX2" fmla="*/ 720822 w 1695469"/>
                <a:gd name="connsiteY2" fmla="*/ 185925 h 715473"/>
                <a:gd name="connsiteX3" fmla="*/ 468832 w 1695469"/>
                <a:gd name="connsiteY3" fmla="*/ 235409 h 715473"/>
                <a:gd name="connsiteX4" fmla="*/ 66 w 1695469"/>
                <a:gd name="connsiteY4" fmla="*/ 385506 h 715473"/>
                <a:gd name="connsiteX5" fmla="*/ 284087 w 1695469"/>
                <a:gd name="connsiteY5" fmla="*/ 635085 h 715473"/>
                <a:gd name="connsiteX6" fmla="*/ 680383 w 1695469"/>
                <a:gd name="connsiteY6" fmla="*/ 673352 h 715473"/>
                <a:gd name="connsiteX7" fmla="*/ 1003284 w 1695469"/>
                <a:gd name="connsiteY7" fmla="*/ 700056 h 715473"/>
                <a:gd name="connsiteX8" fmla="*/ 1334268 w 1695469"/>
                <a:gd name="connsiteY8" fmla="*/ 591004 h 715473"/>
                <a:gd name="connsiteX9" fmla="*/ 1695468 w 1695469"/>
                <a:gd name="connsiteY9" fmla="*/ 671016 h 715473"/>
                <a:gd name="connsiteX0" fmla="*/ 1027189 w 1695467"/>
                <a:gd name="connsiteY0" fmla="*/ 0 h 722270"/>
                <a:gd name="connsiteX1" fmla="*/ 921167 w 1695467"/>
                <a:gd name="connsiteY1" fmla="*/ 155951 h 722270"/>
                <a:gd name="connsiteX2" fmla="*/ 720822 w 1695467"/>
                <a:gd name="connsiteY2" fmla="*/ 192722 h 722270"/>
                <a:gd name="connsiteX3" fmla="*/ 468832 w 1695467"/>
                <a:gd name="connsiteY3" fmla="*/ 242206 h 722270"/>
                <a:gd name="connsiteX4" fmla="*/ 66 w 1695467"/>
                <a:gd name="connsiteY4" fmla="*/ 392303 h 722270"/>
                <a:gd name="connsiteX5" fmla="*/ 284087 w 1695467"/>
                <a:gd name="connsiteY5" fmla="*/ 641882 h 722270"/>
                <a:gd name="connsiteX6" fmla="*/ 680383 w 1695467"/>
                <a:gd name="connsiteY6" fmla="*/ 680149 h 722270"/>
                <a:gd name="connsiteX7" fmla="*/ 1003284 w 1695467"/>
                <a:gd name="connsiteY7" fmla="*/ 706853 h 722270"/>
                <a:gd name="connsiteX8" fmla="*/ 1334268 w 1695467"/>
                <a:gd name="connsiteY8" fmla="*/ 597801 h 722270"/>
                <a:gd name="connsiteX9" fmla="*/ 1695468 w 1695467"/>
                <a:gd name="connsiteY9" fmla="*/ 677813 h 722270"/>
                <a:gd name="connsiteX0" fmla="*/ 1027189 w 1695469"/>
                <a:gd name="connsiteY0" fmla="*/ 0 h 722270"/>
                <a:gd name="connsiteX1" fmla="*/ 921167 w 1695469"/>
                <a:gd name="connsiteY1" fmla="*/ 155951 h 722270"/>
                <a:gd name="connsiteX2" fmla="*/ 726852 w 1695469"/>
                <a:gd name="connsiteY2" fmla="*/ 210192 h 722270"/>
                <a:gd name="connsiteX3" fmla="*/ 468832 w 1695469"/>
                <a:gd name="connsiteY3" fmla="*/ 242206 h 722270"/>
                <a:gd name="connsiteX4" fmla="*/ 66 w 1695469"/>
                <a:gd name="connsiteY4" fmla="*/ 392303 h 722270"/>
                <a:gd name="connsiteX5" fmla="*/ 284087 w 1695469"/>
                <a:gd name="connsiteY5" fmla="*/ 641882 h 722270"/>
                <a:gd name="connsiteX6" fmla="*/ 680383 w 1695469"/>
                <a:gd name="connsiteY6" fmla="*/ 680149 h 722270"/>
                <a:gd name="connsiteX7" fmla="*/ 1003284 w 1695469"/>
                <a:gd name="connsiteY7" fmla="*/ 706853 h 722270"/>
                <a:gd name="connsiteX8" fmla="*/ 1334268 w 1695469"/>
                <a:gd name="connsiteY8" fmla="*/ 597801 h 722270"/>
                <a:gd name="connsiteX9" fmla="*/ 1695468 w 1695469"/>
                <a:gd name="connsiteY9" fmla="*/ 677813 h 722270"/>
                <a:gd name="connsiteX0" fmla="*/ 1027189 w 1695467"/>
                <a:gd name="connsiteY0" fmla="*/ 0 h 722270"/>
                <a:gd name="connsiteX1" fmla="*/ 921167 w 1695467"/>
                <a:gd name="connsiteY1" fmla="*/ 155951 h 722270"/>
                <a:gd name="connsiteX2" fmla="*/ 726852 w 1695467"/>
                <a:gd name="connsiteY2" fmla="*/ 210192 h 722270"/>
                <a:gd name="connsiteX3" fmla="*/ 302754 w 1695467"/>
                <a:gd name="connsiteY3" fmla="*/ 252102 h 722270"/>
                <a:gd name="connsiteX4" fmla="*/ 66 w 1695467"/>
                <a:gd name="connsiteY4" fmla="*/ 392303 h 722270"/>
                <a:gd name="connsiteX5" fmla="*/ 284087 w 1695467"/>
                <a:gd name="connsiteY5" fmla="*/ 641882 h 722270"/>
                <a:gd name="connsiteX6" fmla="*/ 680383 w 1695467"/>
                <a:gd name="connsiteY6" fmla="*/ 680149 h 722270"/>
                <a:gd name="connsiteX7" fmla="*/ 1003284 w 1695467"/>
                <a:gd name="connsiteY7" fmla="*/ 706853 h 722270"/>
                <a:gd name="connsiteX8" fmla="*/ 1334268 w 1695467"/>
                <a:gd name="connsiteY8" fmla="*/ 597801 h 722270"/>
                <a:gd name="connsiteX9" fmla="*/ 1695468 w 1695467"/>
                <a:gd name="connsiteY9" fmla="*/ 677813 h 722270"/>
                <a:gd name="connsiteX0" fmla="*/ 1027189 w 1695469"/>
                <a:gd name="connsiteY0" fmla="*/ 0 h 722270"/>
                <a:gd name="connsiteX1" fmla="*/ 921167 w 1695469"/>
                <a:gd name="connsiteY1" fmla="*/ 155951 h 722270"/>
                <a:gd name="connsiteX2" fmla="*/ 726852 w 1695469"/>
                <a:gd name="connsiteY2" fmla="*/ 210192 h 722270"/>
                <a:gd name="connsiteX3" fmla="*/ 302754 w 1695469"/>
                <a:gd name="connsiteY3" fmla="*/ 252102 h 722270"/>
                <a:gd name="connsiteX4" fmla="*/ 66 w 1695469"/>
                <a:gd name="connsiteY4" fmla="*/ 392303 h 722270"/>
                <a:gd name="connsiteX5" fmla="*/ 284087 w 1695469"/>
                <a:gd name="connsiteY5" fmla="*/ 641882 h 722270"/>
                <a:gd name="connsiteX6" fmla="*/ 680383 w 1695469"/>
                <a:gd name="connsiteY6" fmla="*/ 680149 h 722270"/>
                <a:gd name="connsiteX7" fmla="*/ 1003284 w 1695469"/>
                <a:gd name="connsiteY7" fmla="*/ 706853 h 722270"/>
                <a:gd name="connsiteX8" fmla="*/ 1291485 w 1695469"/>
                <a:gd name="connsiteY8" fmla="*/ 542581 h 722270"/>
                <a:gd name="connsiteX9" fmla="*/ 1695468 w 1695469"/>
                <a:gd name="connsiteY9" fmla="*/ 677813 h 72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5469" h="722270">
                  <a:moveTo>
                    <a:pt x="1027189" y="0"/>
                  </a:moveTo>
                  <a:cubicBezTo>
                    <a:pt x="1015711" y="83073"/>
                    <a:pt x="962374" y="106233"/>
                    <a:pt x="921167" y="155951"/>
                  </a:cubicBezTo>
                  <a:cubicBezTo>
                    <a:pt x="872585" y="174883"/>
                    <a:pt x="829921" y="194167"/>
                    <a:pt x="726852" y="210192"/>
                  </a:cubicBezTo>
                  <a:cubicBezTo>
                    <a:pt x="623783" y="226217"/>
                    <a:pt x="423885" y="221750"/>
                    <a:pt x="302754" y="252102"/>
                  </a:cubicBezTo>
                  <a:cubicBezTo>
                    <a:pt x="181623" y="282454"/>
                    <a:pt x="30021" y="327756"/>
                    <a:pt x="66" y="392303"/>
                  </a:cubicBezTo>
                  <a:cubicBezTo>
                    <a:pt x="-4272" y="464757"/>
                    <a:pt x="203635" y="574414"/>
                    <a:pt x="284087" y="641882"/>
                  </a:cubicBezTo>
                  <a:cubicBezTo>
                    <a:pt x="364539" y="709350"/>
                    <a:pt x="560517" y="669320"/>
                    <a:pt x="680383" y="680149"/>
                  </a:cubicBezTo>
                  <a:cubicBezTo>
                    <a:pt x="800249" y="690978"/>
                    <a:pt x="900203" y="749625"/>
                    <a:pt x="1003284" y="706853"/>
                  </a:cubicBezTo>
                  <a:cubicBezTo>
                    <a:pt x="1092829" y="690580"/>
                    <a:pt x="1187551" y="536131"/>
                    <a:pt x="1291485" y="542581"/>
                  </a:cubicBezTo>
                  <a:cubicBezTo>
                    <a:pt x="1395419" y="549031"/>
                    <a:pt x="1576198" y="656867"/>
                    <a:pt x="1695468" y="677813"/>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grpSp>
      <p:sp>
        <p:nvSpPr>
          <p:cNvPr id="2" name="Title 1">
            <a:extLst>
              <a:ext uri="{FF2B5EF4-FFF2-40B4-BE49-F238E27FC236}">
                <a16:creationId xmlns:a16="http://schemas.microsoft.com/office/drawing/2014/main" id="{035FB675-2F61-6250-E9EC-C7A21A37E4F1}"/>
              </a:ext>
            </a:extLst>
          </p:cNvPr>
          <p:cNvSpPr>
            <a:spLocks noGrp="1"/>
          </p:cNvSpPr>
          <p:nvPr>
            <p:ph type="title"/>
          </p:nvPr>
        </p:nvSpPr>
        <p:spPr>
          <a:xfrm>
            <a:off x="294064" y="935333"/>
            <a:ext cx="5136099" cy="2832612"/>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A0F7FA5A-D633-E528-190C-786827133EEE}"/>
              </a:ext>
            </a:extLst>
          </p:cNvPr>
          <p:cNvSpPr>
            <a:spLocks noGrp="1"/>
          </p:cNvSpPr>
          <p:nvPr>
            <p:ph sz="half" idx="1"/>
          </p:nvPr>
        </p:nvSpPr>
        <p:spPr>
          <a:xfrm>
            <a:off x="6138716" y="891487"/>
            <a:ext cx="5140682" cy="2463285"/>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0201F98-4BFD-89D1-4C2E-C9078BC634CD}"/>
              </a:ext>
            </a:extLst>
          </p:cNvPr>
          <p:cNvSpPr>
            <a:spLocks noGrp="1"/>
          </p:cNvSpPr>
          <p:nvPr>
            <p:ph sz="half" idx="2"/>
          </p:nvPr>
        </p:nvSpPr>
        <p:spPr>
          <a:xfrm>
            <a:off x="6138716" y="3649967"/>
            <a:ext cx="5140682" cy="2463285"/>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E11BAFA7-D198-6578-9D6C-22A68B69A7A4}"/>
              </a:ext>
            </a:extLst>
          </p:cNvPr>
          <p:cNvSpPr>
            <a:spLocks noGrp="1"/>
          </p:cNvSpPr>
          <p:nvPr>
            <p:ph type="dt" sz="half" idx="10"/>
          </p:nvPr>
        </p:nvSpPr>
        <p:spPr>
          <a:xfrm>
            <a:off x="5105401" y="6418800"/>
            <a:ext cx="1981200" cy="294462"/>
          </a:xfrm>
          <a:prstGeom prst="rect">
            <a:avLst/>
          </a:prstGeom>
        </p:spPr>
        <p:txBody>
          <a:bodyPr/>
          <a:lstStyle/>
          <a:p>
            <a:fld id="{5A1481E1-FE05-4890-AAF6-A8D92EF6CF78}" type="datetime1">
              <a:rPr lang="en-US" smtClean="0"/>
              <a:t>3/25/2026</a:t>
            </a:fld>
            <a:endParaRPr lang="en-US"/>
          </a:p>
        </p:txBody>
      </p:sp>
      <p:sp>
        <p:nvSpPr>
          <p:cNvPr id="6" name="Footer Placeholder 5">
            <a:extLst>
              <a:ext uri="{FF2B5EF4-FFF2-40B4-BE49-F238E27FC236}">
                <a16:creationId xmlns:a16="http://schemas.microsoft.com/office/drawing/2014/main" id="{A056F0BE-9F27-B3FE-2EE4-8BE2199E5545}"/>
              </a:ext>
            </a:extLst>
          </p:cNvPr>
          <p:cNvSpPr>
            <a:spLocks noGrp="1"/>
          </p:cNvSpPr>
          <p:nvPr>
            <p:ph type="ftr" sz="quarter" idx="11"/>
          </p:nvPr>
        </p:nvSpPr>
        <p:spPr>
          <a:xfrm>
            <a:off x="1714500" y="6418800"/>
            <a:ext cx="2607602" cy="294462"/>
          </a:xfrm>
        </p:spPr>
        <p:txBody>
          <a:bodyPr/>
          <a:lstStyle/>
          <a:p>
            <a:r>
              <a:rPr lang="en-US"/>
              <a:t>F25 Sales Meeting </a:t>
            </a:r>
          </a:p>
        </p:txBody>
      </p:sp>
      <p:sp>
        <p:nvSpPr>
          <p:cNvPr id="7" name="Slide Number Placeholder 6">
            <a:extLst>
              <a:ext uri="{FF2B5EF4-FFF2-40B4-BE49-F238E27FC236}">
                <a16:creationId xmlns:a16="http://schemas.microsoft.com/office/drawing/2014/main" id="{3642EFC6-409C-AC0A-327C-D4F55F045817}"/>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22" name="Freeform: Shape 21">
            <a:extLst>
              <a:ext uri="{FF2B5EF4-FFF2-40B4-BE49-F238E27FC236}">
                <a16:creationId xmlns:a16="http://schemas.microsoft.com/office/drawing/2014/main" id="{7372CDD0-CE89-51F7-F172-CC9419705ADF}"/>
              </a:ext>
            </a:extLst>
          </p:cNvPr>
          <p:cNvSpPr/>
          <p:nvPr userDrawn="1"/>
        </p:nvSpPr>
        <p:spPr>
          <a:xfrm rot="21133989" flipH="1">
            <a:off x="232467" y="3200269"/>
            <a:ext cx="4185920" cy="3967067"/>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888859"/>
              <a:gd name="connsiteY0" fmla="*/ 3317462 h 3317992"/>
              <a:gd name="connsiteX1" fmla="*/ 295832 w 3888859"/>
              <a:gd name="connsiteY1" fmla="*/ 3305971 h 3317992"/>
              <a:gd name="connsiteX2" fmla="*/ 607384 w 3888859"/>
              <a:gd name="connsiteY2" fmla="*/ 2923416 h 3317992"/>
              <a:gd name="connsiteX3" fmla="*/ 653701 w 3888859"/>
              <a:gd name="connsiteY3" fmla="*/ 2565564 h 3317992"/>
              <a:gd name="connsiteX4" fmla="*/ 841475 w 3888859"/>
              <a:gd name="connsiteY4" fmla="*/ 2323938 h 3317992"/>
              <a:gd name="connsiteX5" fmla="*/ 1146884 w 3888859"/>
              <a:gd name="connsiteY5" fmla="*/ 2003979 h 3317992"/>
              <a:gd name="connsiteX6" fmla="*/ 1365849 w 3888859"/>
              <a:gd name="connsiteY6" fmla="*/ 1705973 h 3317992"/>
              <a:gd name="connsiteX7" fmla="*/ 1806191 w 3888859"/>
              <a:gd name="connsiteY7" fmla="*/ 1651104 h 3317992"/>
              <a:gd name="connsiteX8" fmla="*/ 2309860 w 3888859"/>
              <a:gd name="connsiteY8" fmla="*/ 1658257 h 3317992"/>
              <a:gd name="connsiteX9" fmla="*/ 2650678 w 3888859"/>
              <a:gd name="connsiteY9" fmla="*/ 1559283 h 3317992"/>
              <a:gd name="connsiteX10" fmla="*/ 2906329 w 3888859"/>
              <a:gd name="connsiteY10" fmla="*/ 1424314 h 3317992"/>
              <a:gd name="connsiteX11" fmla="*/ 3116069 w 3888859"/>
              <a:gd name="connsiteY11" fmla="*/ 1214668 h 3317992"/>
              <a:gd name="connsiteX12" fmla="*/ 3199885 w 3888859"/>
              <a:gd name="connsiteY12" fmla="*/ 816263 h 3317992"/>
              <a:gd name="connsiteX13" fmla="*/ 3139407 w 3888859"/>
              <a:gd name="connsiteY13" fmla="*/ 444644 h 3317992"/>
              <a:gd name="connsiteX14" fmla="*/ 3888859 w 3888859"/>
              <a:gd name="connsiteY14" fmla="*/ 0 h 3317992"/>
              <a:gd name="connsiteX0" fmla="*/ 0 w 3593027"/>
              <a:gd name="connsiteY0" fmla="*/ 3305971 h 3305971"/>
              <a:gd name="connsiteX1" fmla="*/ 311552 w 3593027"/>
              <a:gd name="connsiteY1" fmla="*/ 2923416 h 3305971"/>
              <a:gd name="connsiteX2" fmla="*/ 357869 w 3593027"/>
              <a:gd name="connsiteY2" fmla="*/ 2565564 h 3305971"/>
              <a:gd name="connsiteX3" fmla="*/ 545643 w 3593027"/>
              <a:gd name="connsiteY3" fmla="*/ 2323938 h 3305971"/>
              <a:gd name="connsiteX4" fmla="*/ 851052 w 3593027"/>
              <a:gd name="connsiteY4" fmla="*/ 2003979 h 3305971"/>
              <a:gd name="connsiteX5" fmla="*/ 1070017 w 3593027"/>
              <a:gd name="connsiteY5" fmla="*/ 1705973 h 3305971"/>
              <a:gd name="connsiteX6" fmla="*/ 1510359 w 3593027"/>
              <a:gd name="connsiteY6" fmla="*/ 1651104 h 3305971"/>
              <a:gd name="connsiteX7" fmla="*/ 2014028 w 3593027"/>
              <a:gd name="connsiteY7" fmla="*/ 1658257 h 3305971"/>
              <a:gd name="connsiteX8" fmla="*/ 2354846 w 3593027"/>
              <a:gd name="connsiteY8" fmla="*/ 1559283 h 3305971"/>
              <a:gd name="connsiteX9" fmla="*/ 2610497 w 3593027"/>
              <a:gd name="connsiteY9" fmla="*/ 1424314 h 3305971"/>
              <a:gd name="connsiteX10" fmla="*/ 2820237 w 3593027"/>
              <a:gd name="connsiteY10" fmla="*/ 1214668 h 3305971"/>
              <a:gd name="connsiteX11" fmla="*/ 2904053 w 3593027"/>
              <a:gd name="connsiteY11" fmla="*/ 816263 h 3305971"/>
              <a:gd name="connsiteX12" fmla="*/ 2843575 w 3593027"/>
              <a:gd name="connsiteY12" fmla="*/ 444644 h 3305971"/>
              <a:gd name="connsiteX13" fmla="*/ 3593027 w 3593027"/>
              <a:gd name="connsiteY13" fmla="*/ 0 h 3305971"/>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425854 w 3664035"/>
              <a:gd name="connsiteY8" fmla="*/ 1559283 h 3393018"/>
              <a:gd name="connsiteX9" fmla="*/ 2681505 w 3664035"/>
              <a:gd name="connsiteY9" fmla="*/ 1424314 h 3393018"/>
              <a:gd name="connsiteX10" fmla="*/ 2891245 w 3664035"/>
              <a:gd name="connsiteY10" fmla="*/ 1214668 h 3393018"/>
              <a:gd name="connsiteX11" fmla="*/ 2975061 w 3664035"/>
              <a:gd name="connsiteY11" fmla="*/ 816263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425854 w 3664035"/>
              <a:gd name="connsiteY8" fmla="*/ 1559283 h 3393018"/>
              <a:gd name="connsiteX9" fmla="*/ 2681505 w 3664035"/>
              <a:gd name="connsiteY9" fmla="*/ 1424314 h 3393018"/>
              <a:gd name="connsiteX10" fmla="*/ 2891245 w 3664035"/>
              <a:gd name="connsiteY10" fmla="*/ 1214668 h 3393018"/>
              <a:gd name="connsiteX11" fmla="*/ 2975061 w 3664035"/>
              <a:gd name="connsiteY11" fmla="*/ 816263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425854 w 3664035"/>
              <a:gd name="connsiteY8" fmla="*/ 1559283 h 3393018"/>
              <a:gd name="connsiteX9" fmla="*/ 2681505 w 3664035"/>
              <a:gd name="connsiteY9" fmla="*/ 1424314 h 3393018"/>
              <a:gd name="connsiteX10" fmla="*/ 2606874 w 3664035"/>
              <a:gd name="connsiteY10" fmla="*/ 1103590 h 3393018"/>
              <a:gd name="connsiteX11" fmla="*/ 2975061 w 3664035"/>
              <a:gd name="connsiteY11" fmla="*/ 816263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347808 w 3664035"/>
              <a:gd name="connsiteY8" fmla="*/ 1647090 h 3393018"/>
              <a:gd name="connsiteX9" fmla="*/ 2681505 w 3664035"/>
              <a:gd name="connsiteY9" fmla="*/ 1424314 h 3393018"/>
              <a:gd name="connsiteX10" fmla="*/ 2606874 w 3664035"/>
              <a:gd name="connsiteY10" fmla="*/ 1103590 h 3393018"/>
              <a:gd name="connsiteX11" fmla="*/ 2975061 w 3664035"/>
              <a:gd name="connsiteY11" fmla="*/ 816263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347808 w 3664035"/>
              <a:gd name="connsiteY8" fmla="*/ 1647090 h 3393018"/>
              <a:gd name="connsiteX9" fmla="*/ 2522529 w 3664035"/>
              <a:gd name="connsiteY9" fmla="*/ 1458478 h 3393018"/>
              <a:gd name="connsiteX10" fmla="*/ 2606874 w 3664035"/>
              <a:gd name="connsiteY10" fmla="*/ 1103590 h 3393018"/>
              <a:gd name="connsiteX11" fmla="*/ 2975061 w 3664035"/>
              <a:gd name="connsiteY11" fmla="*/ 816263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347808 w 3664035"/>
              <a:gd name="connsiteY8" fmla="*/ 1647090 h 3393018"/>
              <a:gd name="connsiteX9" fmla="*/ 2522529 w 3664035"/>
              <a:gd name="connsiteY9" fmla="*/ 1458478 h 3393018"/>
              <a:gd name="connsiteX10" fmla="*/ 2606874 w 3664035"/>
              <a:gd name="connsiteY10" fmla="*/ 1103590 h 3393018"/>
              <a:gd name="connsiteX11" fmla="*/ 2574261 w 3664035"/>
              <a:gd name="connsiteY11" fmla="*/ 819815 h 3393018"/>
              <a:gd name="connsiteX12" fmla="*/ 2914583 w 3664035"/>
              <a:gd name="connsiteY12" fmla="*/ 444644 h 3393018"/>
              <a:gd name="connsiteX13" fmla="*/ 3664035 w 3664035"/>
              <a:gd name="connsiteY13" fmla="*/ 0 h 3393018"/>
              <a:gd name="connsiteX0" fmla="*/ 0 w 3664035"/>
              <a:gd name="connsiteY0" fmla="*/ 3393018 h 3393018"/>
              <a:gd name="connsiteX1" fmla="*/ 382560 w 3664035"/>
              <a:gd name="connsiteY1" fmla="*/ 2923416 h 3393018"/>
              <a:gd name="connsiteX2" fmla="*/ 428877 w 3664035"/>
              <a:gd name="connsiteY2" fmla="*/ 2565564 h 3393018"/>
              <a:gd name="connsiteX3" fmla="*/ 616651 w 3664035"/>
              <a:gd name="connsiteY3" fmla="*/ 2323938 h 3393018"/>
              <a:gd name="connsiteX4" fmla="*/ 922060 w 3664035"/>
              <a:gd name="connsiteY4" fmla="*/ 2003979 h 3393018"/>
              <a:gd name="connsiteX5" fmla="*/ 1141025 w 3664035"/>
              <a:gd name="connsiteY5" fmla="*/ 1705973 h 3393018"/>
              <a:gd name="connsiteX6" fmla="*/ 1581367 w 3664035"/>
              <a:gd name="connsiteY6" fmla="*/ 1651104 h 3393018"/>
              <a:gd name="connsiteX7" fmla="*/ 2085036 w 3664035"/>
              <a:gd name="connsiteY7" fmla="*/ 1658257 h 3393018"/>
              <a:gd name="connsiteX8" fmla="*/ 2347808 w 3664035"/>
              <a:gd name="connsiteY8" fmla="*/ 1647090 h 3393018"/>
              <a:gd name="connsiteX9" fmla="*/ 2522529 w 3664035"/>
              <a:gd name="connsiteY9" fmla="*/ 1458478 h 3393018"/>
              <a:gd name="connsiteX10" fmla="*/ 2606874 w 3664035"/>
              <a:gd name="connsiteY10" fmla="*/ 1103590 h 3393018"/>
              <a:gd name="connsiteX11" fmla="*/ 2574261 w 3664035"/>
              <a:gd name="connsiteY11" fmla="*/ 819815 h 3393018"/>
              <a:gd name="connsiteX12" fmla="*/ 2866961 w 3664035"/>
              <a:gd name="connsiteY12" fmla="*/ 419952 h 3393018"/>
              <a:gd name="connsiteX13" fmla="*/ 3664035 w 3664035"/>
              <a:gd name="connsiteY13" fmla="*/ 0 h 3393018"/>
              <a:gd name="connsiteX0" fmla="*/ 0 w 3553053"/>
              <a:gd name="connsiteY0" fmla="*/ 3489923 h 3489923"/>
              <a:gd name="connsiteX1" fmla="*/ 382560 w 3553053"/>
              <a:gd name="connsiteY1" fmla="*/ 3020321 h 3489923"/>
              <a:gd name="connsiteX2" fmla="*/ 428877 w 3553053"/>
              <a:gd name="connsiteY2" fmla="*/ 2662469 h 3489923"/>
              <a:gd name="connsiteX3" fmla="*/ 616651 w 3553053"/>
              <a:gd name="connsiteY3" fmla="*/ 2420843 h 3489923"/>
              <a:gd name="connsiteX4" fmla="*/ 922060 w 3553053"/>
              <a:gd name="connsiteY4" fmla="*/ 2100884 h 3489923"/>
              <a:gd name="connsiteX5" fmla="*/ 1141025 w 3553053"/>
              <a:gd name="connsiteY5" fmla="*/ 1802878 h 3489923"/>
              <a:gd name="connsiteX6" fmla="*/ 1581367 w 3553053"/>
              <a:gd name="connsiteY6" fmla="*/ 1748009 h 3489923"/>
              <a:gd name="connsiteX7" fmla="*/ 2085036 w 3553053"/>
              <a:gd name="connsiteY7" fmla="*/ 1755162 h 3489923"/>
              <a:gd name="connsiteX8" fmla="*/ 2347808 w 3553053"/>
              <a:gd name="connsiteY8" fmla="*/ 1743995 h 3489923"/>
              <a:gd name="connsiteX9" fmla="*/ 2522529 w 3553053"/>
              <a:gd name="connsiteY9" fmla="*/ 1555383 h 3489923"/>
              <a:gd name="connsiteX10" fmla="*/ 2606874 w 3553053"/>
              <a:gd name="connsiteY10" fmla="*/ 1200495 h 3489923"/>
              <a:gd name="connsiteX11" fmla="*/ 2574261 w 3553053"/>
              <a:gd name="connsiteY11" fmla="*/ 916720 h 3489923"/>
              <a:gd name="connsiteX12" fmla="*/ 2866961 w 3553053"/>
              <a:gd name="connsiteY12" fmla="*/ 516857 h 3489923"/>
              <a:gd name="connsiteX13" fmla="*/ 3553053 w 3553053"/>
              <a:gd name="connsiteY13" fmla="*/ 0 h 3489923"/>
              <a:gd name="connsiteX0" fmla="*/ 0 w 3553053"/>
              <a:gd name="connsiteY0" fmla="*/ 3489923 h 3489923"/>
              <a:gd name="connsiteX1" fmla="*/ 382560 w 3553053"/>
              <a:gd name="connsiteY1" fmla="*/ 3020321 h 3489923"/>
              <a:gd name="connsiteX2" fmla="*/ 551299 w 3553053"/>
              <a:gd name="connsiteY2" fmla="*/ 2716378 h 3489923"/>
              <a:gd name="connsiteX3" fmla="*/ 616651 w 3553053"/>
              <a:gd name="connsiteY3" fmla="*/ 2420843 h 3489923"/>
              <a:gd name="connsiteX4" fmla="*/ 922060 w 3553053"/>
              <a:gd name="connsiteY4" fmla="*/ 2100884 h 3489923"/>
              <a:gd name="connsiteX5" fmla="*/ 1141025 w 3553053"/>
              <a:gd name="connsiteY5" fmla="*/ 1802878 h 3489923"/>
              <a:gd name="connsiteX6" fmla="*/ 1581367 w 3553053"/>
              <a:gd name="connsiteY6" fmla="*/ 1748009 h 3489923"/>
              <a:gd name="connsiteX7" fmla="*/ 2085036 w 3553053"/>
              <a:gd name="connsiteY7" fmla="*/ 1755162 h 3489923"/>
              <a:gd name="connsiteX8" fmla="*/ 2347808 w 3553053"/>
              <a:gd name="connsiteY8" fmla="*/ 1743995 h 3489923"/>
              <a:gd name="connsiteX9" fmla="*/ 2522529 w 3553053"/>
              <a:gd name="connsiteY9" fmla="*/ 1555383 h 3489923"/>
              <a:gd name="connsiteX10" fmla="*/ 2606874 w 3553053"/>
              <a:gd name="connsiteY10" fmla="*/ 1200495 h 3489923"/>
              <a:gd name="connsiteX11" fmla="*/ 2574261 w 3553053"/>
              <a:gd name="connsiteY11" fmla="*/ 916720 h 3489923"/>
              <a:gd name="connsiteX12" fmla="*/ 2866961 w 3553053"/>
              <a:gd name="connsiteY12" fmla="*/ 516857 h 3489923"/>
              <a:gd name="connsiteX13" fmla="*/ 3553053 w 3553053"/>
              <a:gd name="connsiteY13" fmla="*/ 0 h 3489923"/>
              <a:gd name="connsiteX0" fmla="*/ 234 w 3553287"/>
              <a:gd name="connsiteY0" fmla="*/ 3489923 h 3489923"/>
              <a:gd name="connsiteX1" fmla="*/ 382794 w 3553287"/>
              <a:gd name="connsiteY1" fmla="*/ 3020321 h 3489923"/>
              <a:gd name="connsiteX2" fmla="*/ 551533 w 3553287"/>
              <a:gd name="connsiteY2" fmla="*/ 2716378 h 3489923"/>
              <a:gd name="connsiteX3" fmla="*/ 616885 w 3553287"/>
              <a:gd name="connsiteY3" fmla="*/ 2420843 h 3489923"/>
              <a:gd name="connsiteX4" fmla="*/ 922294 w 3553287"/>
              <a:gd name="connsiteY4" fmla="*/ 2100884 h 3489923"/>
              <a:gd name="connsiteX5" fmla="*/ 1141259 w 3553287"/>
              <a:gd name="connsiteY5" fmla="*/ 1802878 h 3489923"/>
              <a:gd name="connsiteX6" fmla="*/ 1581601 w 3553287"/>
              <a:gd name="connsiteY6" fmla="*/ 1748009 h 3489923"/>
              <a:gd name="connsiteX7" fmla="*/ 2085270 w 3553287"/>
              <a:gd name="connsiteY7" fmla="*/ 1755162 h 3489923"/>
              <a:gd name="connsiteX8" fmla="*/ 2348042 w 3553287"/>
              <a:gd name="connsiteY8" fmla="*/ 1743995 h 3489923"/>
              <a:gd name="connsiteX9" fmla="*/ 2522763 w 3553287"/>
              <a:gd name="connsiteY9" fmla="*/ 1555383 h 3489923"/>
              <a:gd name="connsiteX10" fmla="*/ 2607108 w 3553287"/>
              <a:gd name="connsiteY10" fmla="*/ 1200495 h 3489923"/>
              <a:gd name="connsiteX11" fmla="*/ 2574495 w 3553287"/>
              <a:gd name="connsiteY11" fmla="*/ 916720 h 3489923"/>
              <a:gd name="connsiteX12" fmla="*/ 2867195 w 3553287"/>
              <a:gd name="connsiteY12" fmla="*/ 516857 h 3489923"/>
              <a:gd name="connsiteX13" fmla="*/ 3553287 w 3553287"/>
              <a:gd name="connsiteY13" fmla="*/ 0 h 3489923"/>
              <a:gd name="connsiteX0" fmla="*/ 239 w 3553292"/>
              <a:gd name="connsiteY0" fmla="*/ 3489923 h 3489923"/>
              <a:gd name="connsiteX1" fmla="*/ 375731 w 3553292"/>
              <a:gd name="connsiteY1" fmla="*/ 2979322 h 3489923"/>
              <a:gd name="connsiteX2" fmla="*/ 551538 w 3553292"/>
              <a:gd name="connsiteY2" fmla="*/ 2716378 h 3489923"/>
              <a:gd name="connsiteX3" fmla="*/ 616890 w 3553292"/>
              <a:gd name="connsiteY3" fmla="*/ 2420843 h 3489923"/>
              <a:gd name="connsiteX4" fmla="*/ 922299 w 3553292"/>
              <a:gd name="connsiteY4" fmla="*/ 2100884 h 3489923"/>
              <a:gd name="connsiteX5" fmla="*/ 1141264 w 3553292"/>
              <a:gd name="connsiteY5" fmla="*/ 1802878 h 3489923"/>
              <a:gd name="connsiteX6" fmla="*/ 1581606 w 3553292"/>
              <a:gd name="connsiteY6" fmla="*/ 1748009 h 3489923"/>
              <a:gd name="connsiteX7" fmla="*/ 2085275 w 3553292"/>
              <a:gd name="connsiteY7" fmla="*/ 1755162 h 3489923"/>
              <a:gd name="connsiteX8" fmla="*/ 2348047 w 3553292"/>
              <a:gd name="connsiteY8" fmla="*/ 1743995 h 3489923"/>
              <a:gd name="connsiteX9" fmla="*/ 2522768 w 3553292"/>
              <a:gd name="connsiteY9" fmla="*/ 1555383 h 3489923"/>
              <a:gd name="connsiteX10" fmla="*/ 2607113 w 3553292"/>
              <a:gd name="connsiteY10" fmla="*/ 1200495 h 3489923"/>
              <a:gd name="connsiteX11" fmla="*/ 2574500 w 3553292"/>
              <a:gd name="connsiteY11" fmla="*/ 916720 h 3489923"/>
              <a:gd name="connsiteX12" fmla="*/ 2867200 w 3553292"/>
              <a:gd name="connsiteY12" fmla="*/ 516857 h 3489923"/>
              <a:gd name="connsiteX13" fmla="*/ 3553292 w 3553292"/>
              <a:gd name="connsiteY13" fmla="*/ 0 h 3489923"/>
              <a:gd name="connsiteX0" fmla="*/ 248 w 3553301"/>
              <a:gd name="connsiteY0" fmla="*/ 3489923 h 3489923"/>
              <a:gd name="connsiteX1" fmla="*/ 375740 w 3553301"/>
              <a:gd name="connsiteY1" fmla="*/ 2979322 h 3489923"/>
              <a:gd name="connsiteX2" fmla="*/ 613050 w 3553301"/>
              <a:gd name="connsiteY2" fmla="*/ 2690353 h 3489923"/>
              <a:gd name="connsiteX3" fmla="*/ 616899 w 3553301"/>
              <a:gd name="connsiteY3" fmla="*/ 2420843 h 3489923"/>
              <a:gd name="connsiteX4" fmla="*/ 922308 w 3553301"/>
              <a:gd name="connsiteY4" fmla="*/ 2100884 h 3489923"/>
              <a:gd name="connsiteX5" fmla="*/ 1141273 w 3553301"/>
              <a:gd name="connsiteY5" fmla="*/ 1802878 h 3489923"/>
              <a:gd name="connsiteX6" fmla="*/ 1581615 w 3553301"/>
              <a:gd name="connsiteY6" fmla="*/ 1748009 h 3489923"/>
              <a:gd name="connsiteX7" fmla="*/ 2085284 w 3553301"/>
              <a:gd name="connsiteY7" fmla="*/ 1755162 h 3489923"/>
              <a:gd name="connsiteX8" fmla="*/ 2348056 w 3553301"/>
              <a:gd name="connsiteY8" fmla="*/ 1743995 h 3489923"/>
              <a:gd name="connsiteX9" fmla="*/ 2522777 w 3553301"/>
              <a:gd name="connsiteY9" fmla="*/ 1555383 h 3489923"/>
              <a:gd name="connsiteX10" fmla="*/ 2607122 w 3553301"/>
              <a:gd name="connsiteY10" fmla="*/ 1200495 h 3489923"/>
              <a:gd name="connsiteX11" fmla="*/ 2574509 w 3553301"/>
              <a:gd name="connsiteY11" fmla="*/ 916720 h 3489923"/>
              <a:gd name="connsiteX12" fmla="*/ 2867209 w 3553301"/>
              <a:gd name="connsiteY12" fmla="*/ 516857 h 3489923"/>
              <a:gd name="connsiteX13" fmla="*/ 3553301 w 3553301"/>
              <a:gd name="connsiteY13" fmla="*/ 0 h 3489923"/>
              <a:gd name="connsiteX0" fmla="*/ 248 w 3553301"/>
              <a:gd name="connsiteY0" fmla="*/ 3489923 h 3489923"/>
              <a:gd name="connsiteX1" fmla="*/ 375740 w 3553301"/>
              <a:gd name="connsiteY1" fmla="*/ 2979322 h 3489923"/>
              <a:gd name="connsiteX2" fmla="*/ 613050 w 3553301"/>
              <a:gd name="connsiteY2" fmla="*/ 2690353 h 3489923"/>
              <a:gd name="connsiteX3" fmla="*/ 689676 w 3553301"/>
              <a:gd name="connsiteY3" fmla="*/ 2372721 h 3489923"/>
              <a:gd name="connsiteX4" fmla="*/ 922308 w 3553301"/>
              <a:gd name="connsiteY4" fmla="*/ 2100884 h 3489923"/>
              <a:gd name="connsiteX5" fmla="*/ 1141273 w 3553301"/>
              <a:gd name="connsiteY5" fmla="*/ 1802878 h 3489923"/>
              <a:gd name="connsiteX6" fmla="*/ 1581615 w 3553301"/>
              <a:gd name="connsiteY6" fmla="*/ 1748009 h 3489923"/>
              <a:gd name="connsiteX7" fmla="*/ 2085284 w 3553301"/>
              <a:gd name="connsiteY7" fmla="*/ 1755162 h 3489923"/>
              <a:gd name="connsiteX8" fmla="*/ 2348056 w 3553301"/>
              <a:gd name="connsiteY8" fmla="*/ 1743995 h 3489923"/>
              <a:gd name="connsiteX9" fmla="*/ 2522777 w 3553301"/>
              <a:gd name="connsiteY9" fmla="*/ 1555383 h 3489923"/>
              <a:gd name="connsiteX10" fmla="*/ 2607122 w 3553301"/>
              <a:gd name="connsiteY10" fmla="*/ 1200495 h 3489923"/>
              <a:gd name="connsiteX11" fmla="*/ 2574509 w 3553301"/>
              <a:gd name="connsiteY11" fmla="*/ 916720 h 3489923"/>
              <a:gd name="connsiteX12" fmla="*/ 2867209 w 3553301"/>
              <a:gd name="connsiteY12" fmla="*/ 516857 h 3489923"/>
              <a:gd name="connsiteX13" fmla="*/ 3553301 w 3553301"/>
              <a:gd name="connsiteY13" fmla="*/ 0 h 3489923"/>
              <a:gd name="connsiteX0" fmla="*/ 262 w 3553315"/>
              <a:gd name="connsiteY0" fmla="*/ 3489923 h 3489923"/>
              <a:gd name="connsiteX1" fmla="*/ 375754 w 3553315"/>
              <a:gd name="connsiteY1" fmla="*/ 2979322 h 3489923"/>
              <a:gd name="connsiteX2" fmla="*/ 706541 w 3553315"/>
              <a:gd name="connsiteY2" fmla="*/ 2696674 h 3489923"/>
              <a:gd name="connsiteX3" fmla="*/ 689690 w 3553315"/>
              <a:gd name="connsiteY3" fmla="*/ 2372721 h 3489923"/>
              <a:gd name="connsiteX4" fmla="*/ 922322 w 3553315"/>
              <a:gd name="connsiteY4" fmla="*/ 2100884 h 3489923"/>
              <a:gd name="connsiteX5" fmla="*/ 1141287 w 3553315"/>
              <a:gd name="connsiteY5" fmla="*/ 1802878 h 3489923"/>
              <a:gd name="connsiteX6" fmla="*/ 1581629 w 3553315"/>
              <a:gd name="connsiteY6" fmla="*/ 1748009 h 3489923"/>
              <a:gd name="connsiteX7" fmla="*/ 2085298 w 3553315"/>
              <a:gd name="connsiteY7" fmla="*/ 1755162 h 3489923"/>
              <a:gd name="connsiteX8" fmla="*/ 2348070 w 3553315"/>
              <a:gd name="connsiteY8" fmla="*/ 1743995 h 3489923"/>
              <a:gd name="connsiteX9" fmla="*/ 2522791 w 3553315"/>
              <a:gd name="connsiteY9" fmla="*/ 1555383 h 3489923"/>
              <a:gd name="connsiteX10" fmla="*/ 2607136 w 3553315"/>
              <a:gd name="connsiteY10" fmla="*/ 1200495 h 3489923"/>
              <a:gd name="connsiteX11" fmla="*/ 2574523 w 3553315"/>
              <a:gd name="connsiteY11" fmla="*/ 916720 h 3489923"/>
              <a:gd name="connsiteX12" fmla="*/ 2867223 w 3553315"/>
              <a:gd name="connsiteY12" fmla="*/ 516857 h 3489923"/>
              <a:gd name="connsiteX13" fmla="*/ 3553315 w 3553315"/>
              <a:gd name="connsiteY13" fmla="*/ 0 h 3489923"/>
              <a:gd name="connsiteX0" fmla="*/ 202 w 3650937"/>
              <a:gd name="connsiteY0" fmla="*/ 3513885 h 3513885"/>
              <a:gd name="connsiteX1" fmla="*/ 473376 w 3650937"/>
              <a:gd name="connsiteY1" fmla="*/ 2979322 h 3513885"/>
              <a:gd name="connsiteX2" fmla="*/ 804163 w 3650937"/>
              <a:gd name="connsiteY2" fmla="*/ 2696674 h 3513885"/>
              <a:gd name="connsiteX3" fmla="*/ 787312 w 3650937"/>
              <a:gd name="connsiteY3" fmla="*/ 2372721 h 3513885"/>
              <a:gd name="connsiteX4" fmla="*/ 1019944 w 3650937"/>
              <a:gd name="connsiteY4" fmla="*/ 2100884 h 3513885"/>
              <a:gd name="connsiteX5" fmla="*/ 1238909 w 3650937"/>
              <a:gd name="connsiteY5" fmla="*/ 1802878 h 3513885"/>
              <a:gd name="connsiteX6" fmla="*/ 1679251 w 3650937"/>
              <a:gd name="connsiteY6" fmla="*/ 1748009 h 3513885"/>
              <a:gd name="connsiteX7" fmla="*/ 2182920 w 3650937"/>
              <a:gd name="connsiteY7" fmla="*/ 1755162 h 3513885"/>
              <a:gd name="connsiteX8" fmla="*/ 2445692 w 3650937"/>
              <a:gd name="connsiteY8" fmla="*/ 1743995 h 3513885"/>
              <a:gd name="connsiteX9" fmla="*/ 2620413 w 3650937"/>
              <a:gd name="connsiteY9" fmla="*/ 1555383 h 3513885"/>
              <a:gd name="connsiteX10" fmla="*/ 2704758 w 3650937"/>
              <a:gd name="connsiteY10" fmla="*/ 1200495 h 3513885"/>
              <a:gd name="connsiteX11" fmla="*/ 2672145 w 3650937"/>
              <a:gd name="connsiteY11" fmla="*/ 916720 h 3513885"/>
              <a:gd name="connsiteX12" fmla="*/ 2964845 w 3650937"/>
              <a:gd name="connsiteY12" fmla="*/ 516857 h 3513885"/>
              <a:gd name="connsiteX13" fmla="*/ 3650937 w 3650937"/>
              <a:gd name="connsiteY13" fmla="*/ 0 h 3513885"/>
              <a:gd name="connsiteX0" fmla="*/ 205 w 3650940"/>
              <a:gd name="connsiteY0" fmla="*/ 3513885 h 3513885"/>
              <a:gd name="connsiteX1" fmla="*/ 473379 w 3650940"/>
              <a:gd name="connsiteY1" fmla="*/ 2979322 h 3513885"/>
              <a:gd name="connsiteX2" fmla="*/ 842450 w 3650940"/>
              <a:gd name="connsiteY2" fmla="*/ 2700001 h 3513885"/>
              <a:gd name="connsiteX3" fmla="*/ 787315 w 3650940"/>
              <a:gd name="connsiteY3" fmla="*/ 2372721 h 3513885"/>
              <a:gd name="connsiteX4" fmla="*/ 1019947 w 3650940"/>
              <a:gd name="connsiteY4" fmla="*/ 2100884 h 3513885"/>
              <a:gd name="connsiteX5" fmla="*/ 1238912 w 3650940"/>
              <a:gd name="connsiteY5" fmla="*/ 1802878 h 3513885"/>
              <a:gd name="connsiteX6" fmla="*/ 1679254 w 3650940"/>
              <a:gd name="connsiteY6" fmla="*/ 1748009 h 3513885"/>
              <a:gd name="connsiteX7" fmla="*/ 2182923 w 3650940"/>
              <a:gd name="connsiteY7" fmla="*/ 1755162 h 3513885"/>
              <a:gd name="connsiteX8" fmla="*/ 2445695 w 3650940"/>
              <a:gd name="connsiteY8" fmla="*/ 1743995 h 3513885"/>
              <a:gd name="connsiteX9" fmla="*/ 2620416 w 3650940"/>
              <a:gd name="connsiteY9" fmla="*/ 1555383 h 3513885"/>
              <a:gd name="connsiteX10" fmla="*/ 2704761 w 3650940"/>
              <a:gd name="connsiteY10" fmla="*/ 1200495 h 3513885"/>
              <a:gd name="connsiteX11" fmla="*/ 2672148 w 3650940"/>
              <a:gd name="connsiteY11" fmla="*/ 916720 h 3513885"/>
              <a:gd name="connsiteX12" fmla="*/ 2964848 w 3650940"/>
              <a:gd name="connsiteY12" fmla="*/ 516857 h 3513885"/>
              <a:gd name="connsiteX13" fmla="*/ 3650940 w 3650940"/>
              <a:gd name="connsiteY13" fmla="*/ 0 h 3513885"/>
              <a:gd name="connsiteX0" fmla="*/ 227 w 3650962"/>
              <a:gd name="connsiteY0" fmla="*/ 3513885 h 3513885"/>
              <a:gd name="connsiteX1" fmla="*/ 473401 w 3650962"/>
              <a:gd name="connsiteY1" fmla="*/ 2979322 h 3513885"/>
              <a:gd name="connsiteX2" fmla="*/ 842472 w 3650962"/>
              <a:gd name="connsiteY2" fmla="*/ 2700001 h 3513885"/>
              <a:gd name="connsiteX3" fmla="*/ 787337 w 3650962"/>
              <a:gd name="connsiteY3" fmla="*/ 2372721 h 3513885"/>
              <a:gd name="connsiteX4" fmla="*/ 1019969 w 3650962"/>
              <a:gd name="connsiteY4" fmla="*/ 2100884 h 3513885"/>
              <a:gd name="connsiteX5" fmla="*/ 1238934 w 3650962"/>
              <a:gd name="connsiteY5" fmla="*/ 1802878 h 3513885"/>
              <a:gd name="connsiteX6" fmla="*/ 1679276 w 3650962"/>
              <a:gd name="connsiteY6" fmla="*/ 1748009 h 3513885"/>
              <a:gd name="connsiteX7" fmla="*/ 2182945 w 3650962"/>
              <a:gd name="connsiteY7" fmla="*/ 1755162 h 3513885"/>
              <a:gd name="connsiteX8" fmla="*/ 2445717 w 3650962"/>
              <a:gd name="connsiteY8" fmla="*/ 1743995 h 3513885"/>
              <a:gd name="connsiteX9" fmla="*/ 2620438 w 3650962"/>
              <a:gd name="connsiteY9" fmla="*/ 1555383 h 3513885"/>
              <a:gd name="connsiteX10" fmla="*/ 2704783 w 3650962"/>
              <a:gd name="connsiteY10" fmla="*/ 1200495 h 3513885"/>
              <a:gd name="connsiteX11" fmla="*/ 2672170 w 3650962"/>
              <a:gd name="connsiteY11" fmla="*/ 916720 h 3513885"/>
              <a:gd name="connsiteX12" fmla="*/ 2964870 w 3650962"/>
              <a:gd name="connsiteY12" fmla="*/ 516857 h 3513885"/>
              <a:gd name="connsiteX13" fmla="*/ 3650962 w 3650962"/>
              <a:gd name="connsiteY13" fmla="*/ 0 h 3513885"/>
              <a:gd name="connsiteX0" fmla="*/ 191 w 3650926"/>
              <a:gd name="connsiteY0" fmla="*/ 3513885 h 3513885"/>
              <a:gd name="connsiteX1" fmla="*/ 534784 w 3650926"/>
              <a:gd name="connsiteY1" fmla="*/ 2963747 h 3513885"/>
              <a:gd name="connsiteX2" fmla="*/ 842436 w 3650926"/>
              <a:gd name="connsiteY2" fmla="*/ 2700001 h 3513885"/>
              <a:gd name="connsiteX3" fmla="*/ 787301 w 3650926"/>
              <a:gd name="connsiteY3" fmla="*/ 2372721 h 3513885"/>
              <a:gd name="connsiteX4" fmla="*/ 1019933 w 3650926"/>
              <a:gd name="connsiteY4" fmla="*/ 2100884 h 3513885"/>
              <a:gd name="connsiteX5" fmla="*/ 1238898 w 3650926"/>
              <a:gd name="connsiteY5" fmla="*/ 1802878 h 3513885"/>
              <a:gd name="connsiteX6" fmla="*/ 1679240 w 3650926"/>
              <a:gd name="connsiteY6" fmla="*/ 1748009 h 3513885"/>
              <a:gd name="connsiteX7" fmla="*/ 2182909 w 3650926"/>
              <a:gd name="connsiteY7" fmla="*/ 1755162 h 3513885"/>
              <a:gd name="connsiteX8" fmla="*/ 2445681 w 3650926"/>
              <a:gd name="connsiteY8" fmla="*/ 1743995 h 3513885"/>
              <a:gd name="connsiteX9" fmla="*/ 2620402 w 3650926"/>
              <a:gd name="connsiteY9" fmla="*/ 1555383 h 3513885"/>
              <a:gd name="connsiteX10" fmla="*/ 2704747 w 3650926"/>
              <a:gd name="connsiteY10" fmla="*/ 1200495 h 3513885"/>
              <a:gd name="connsiteX11" fmla="*/ 2672134 w 3650926"/>
              <a:gd name="connsiteY11" fmla="*/ 916720 h 3513885"/>
              <a:gd name="connsiteX12" fmla="*/ 2964834 w 3650926"/>
              <a:gd name="connsiteY12" fmla="*/ 516857 h 3513885"/>
              <a:gd name="connsiteX13" fmla="*/ 3650926 w 3650926"/>
              <a:gd name="connsiteY13" fmla="*/ 0 h 3513885"/>
              <a:gd name="connsiteX0" fmla="*/ 191 w 3582639"/>
              <a:gd name="connsiteY0" fmla="*/ 3585708 h 3585708"/>
              <a:gd name="connsiteX1" fmla="*/ 534784 w 3582639"/>
              <a:gd name="connsiteY1" fmla="*/ 3035570 h 3585708"/>
              <a:gd name="connsiteX2" fmla="*/ 842436 w 3582639"/>
              <a:gd name="connsiteY2" fmla="*/ 2771824 h 3585708"/>
              <a:gd name="connsiteX3" fmla="*/ 787301 w 3582639"/>
              <a:gd name="connsiteY3" fmla="*/ 2444544 h 3585708"/>
              <a:gd name="connsiteX4" fmla="*/ 1019933 w 3582639"/>
              <a:gd name="connsiteY4" fmla="*/ 2172707 h 3585708"/>
              <a:gd name="connsiteX5" fmla="*/ 1238898 w 3582639"/>
              <a:gd name="connsiteY5" fmla="*/ 1874701 h 3585708"/>
              <a:gd name="connsiteX6" fmla="*/ 1679240 w 3582639"/>
              <a:gd name="connsiteY6" fmla="*/ 1819832 h 3585708"/>
              <a:gd name="connsiteX7" fmla="*/ 2182909 w 3582639"/>
              <a:gd name="connsiteY7" fmla="*/ 1826985 h 3585708"/>
              <a:gd name="connsiteX8" fmla="*/ 2445681 w 3582639"/>
              <a:gd name="connsiteY8" fmla="*/ 1815818 h 3585708"/>
              <a:gd name="connsiteX9" fmla="*/ 2620402 w 3582639"/>
              <a:gd name="connsiteY9" fmla="*/ 1627206 h 3585708"/>
              <a:gd name="connsiteX10" fmla="*/ 2704747 w 3582639"/>
              <a:gd name="connsiteY10" fmla="*/ 1272318 h 3585708"/>
              <a:gd name="connsiteX11" fmla="*/ 2672134 w 3582639"/>
              <a:gd name="connsiteY11" fmla="*/ 988543 h 3585708"/>
              <a:gd name="connsiteX12" fmla="*/ 2964834 w 3582639"/>
              <a:gd name="connsiteY12" fmla="*/ 588680 h 3585708"/>
              <a:gd name="connsiteX13" fmla="*/ 3582639 w 3582639"/>
              <a:gd name="connsiteY13" fmla="*/ 0 h 3585708"/>
              <a:gd name="connsiteX0" fmla="*/ 191 w 3582639"/>
              <a:gd name="connsiteY0" fmla="*/ 3585708 h 3585708"/>
              <a:gd name="connsiteX1" fmla="*/ 534784 w 3582639"/>
              <a:gd name="connsiteY1" fmla="*/ 3035570 h 3585708"/>
              <a:gd name="connsiteX2" fmla="*/ 842436 w 3582639"/>
              <a:gd name="connsiteY2" fmla="*/ 2771824 h 3585708"/>
              <a:gd name="connsiteX3" fmla="*/ 787301 w 3582639"/>
              <a:gd name="connsiteY3" fmla="*/ 2444544 h 3585708"/>
              <a:gd name="connsiteX4" fmla="*/ 1019933 w 3582639"/>
              <a:gd name="connsiteY4" fmla="*/ 2172707 h 3585708"/>
              <a:gd name="connsiteX5" fmla="*/ 1238898 w 3582639"/>
              <a:gd name="connsiteY5" fmla="*/ 1874701 h 3585708"/>
              <a:gd name="connsiteX6" fmla="*/ 1679240 w 3582639"/>
              <a:gd name="connsiteY6" fmla="*/ 1819832 h 3585708"/>
              <a:gd name="connsiteX7" fmla="*/ 2182909 w 3582639"/>
              <a:gd name="connsiteY7" fmla="*/ 1826985 h 3585708"/>
              <a:gd name="connsiteX8" fmla="*/ 2445681 w 3582639"/>
              <a:gd name="connsiteY8" fmla="*/ 1815818 h 3585708"/>
              <a:gd name="connsiteX9" fmla="*/ 2620402 w 3582639"/>
              <a:gd name="connsiteY9" fmla="*/ 1627206 h 3585708"/>
              <a:gd name="connsiteX10" fmla="*/ 2704747 w 3582639"/>
              <a:gd name="connsiteY10" fmla="*/ 1272318 h 3585708"/>
              <a:gd name="connsiteX11" fmla="*/ 2672134 w 3582639"/>
              <a:gd name="connsiteY11" fmla="*/ 988543 h 3585708"/>
              <a:gd name="connsiteX12" fmla="*/ 2964834 w 3582639"/>
              <a:gd name="connsiteY12" fmla="*/ 588680 h 3585708"/>
              <a:gd name="connsiteX13" fmla="*/ 3582639 w 3582639"/>
              <a:gd name="connsiteY13" fmla="*/ 0 h 3585708"/>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64834 w 3586583"/>
              <a:gd name="connsiteY12" fmla="*/ 603503 h 3600531"/>
              <a:gd name="connsiteX13" fmla="*/ 3586583 w 3586583"/>
              <a:gd name="connsiteY13"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64834 w 3586583"/>
              <a:gd name="connsiteY12" fmla="*/ 603503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64834 w 3586583"/>
              <a:gd name="connsiteY12" fmla="*/ 603503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64834 w 3586583"/>
              <a:gd name="connsiteY12" fmla="*/ 603503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64834 w 3586583"/>
              <a:gd name="connsiteY12" fmla="*/ 603503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620402 w 3586583"/>
              <a:gd name="connsiteY9" fmla="*/ 1642029 h 3600531"/>
              <a:gd name="connsiteX10" fmla="*/ 2704747 w 3586583"/>
              <a:gd name="connsiteY10" fmla="*/ 1287141 h 3600531"/>
              <a:gd name="connsiteX11" fmla="*/ 2672134 w 3586583"/>
              <a:gd name="connsiteY11" fmla="*/ 1003366 h 3600531"/>
              <a:gd name="connsiteX12" fmla="*/ 2920480 w 3586583"/>
              <a:gd name="connsiteY12" fmla="*/ 545556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573334 w 3586583"/>
              <a:gd name="connsiteY9" fmla="*/ 1599013 h 3600531"/>
              <a:gd name="connsiteX10" fmla="*/ 2704747 w 3586583"/>
              <a:gd name="connsiteY10" fmla="*/ 1287141 h 3600531"/>
              <a:gd name="connsiteX11" fmla="*/ 2672134 w 3586583"/>
              <a:gd name="connsiteY11" fmla="*/ 1003366 h 3600531"/>
              <a:gd name="connsiteX12" fmla="*/ 2920480 w 3586583"/>
              <a:gd name="connsiteY12" fmla="*/ 545556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573334 w 3586583"/>
              <a:gd name="connsiteY9" fmla="*/ 1599013 h 3600531"/>
              <a:gd name="connsiteX10" fmla="*/ 2617929 w 3586583"/>
              <a:gd name="connsiteY10" fmla="*/ 1304872 h 3600531"/>
              <a:gd name="connsiteX11" fmla="*/ 2672134 w 3586583"/>
              <a:gd name="connsiteY11" fmla="*/ 1003366 h 3600531"/>
              <a:gd name="connsiteX12" fmla="*/ 2920480 w 3586583"/>
              <a:gd name="connsiteY12" fmla="*/ 545556 h 3600531"/>
              <a:gd name="connsiteX13" fmla="*/ 3312547 w 3586583"/>
              <a:gd name="connsiteY13" fmla="*/ 306939 h 3600531"/>
              <a:gd name="connsiteX14" fmla="*/ 3586583 w 3586583"/>
              <a:gd name="connsiteY14" fmla="*/ 0 h 3600531"/>
              <a:gd name="connsiteX0" fmla="*/ 191 w 3586583"/>
              <a:gd name="connsiteY0" fmla="*/ 3600531 h 3600531"/>
              <a:gd name="connsiteX1" fmla="*/ 534784 w 3586583"/>
              <a:gd name="connsiteY1" fmla="*/ 3050393 h 3600531"/>
              <a:gd name="connsiteX2" fmla="*/ 842436 w 3586583"/>
              <a:gd name="connsiteY2" fmla="*/ 2786647 h 3600531"/>
              <a:gd name="connsiteX3" fmla="*/ 787301 w 3586583"/>
              <a:gd name="connsiteY3" fmla="*/ 2459367 h 3600531"/>
              <a:gd name="connsiteX4" fmla="*/ 1019933 w 3586583"/>
              <a:gd name="connsiteY4" fmla="*/ 2187530 h 3600531"/>
              <a:gd name="connsiteX5" fmla="*/ 1238898 w 3586583"/>
              <a:gd name="connsiteY5" fmla="*/ 1889524 h 3600531"/>
              <a:gd name="connsiteX6" fmla="*/ 1679240 w 3586583"/>
              <a:gd name="connsiteY6" fmla="*/ 1834655 h 3600531"/>
              <a:gd name="connsiteX7" fmla="*/ 2182909 w 3586583"/>
              <a:gd name="connsiteY7" fmla="*/ 1841808 h 3600531"/>
              <a:gd name="connsiteX8" fmla="*/ 2445681 w 3586583"/>
              <a:gd name="connsiteY8" fmla="*/ 1830641 h 3600531"/>
              <a:gd name="connsiteX9" fmla="*/ 2573334 w 3586583"/>
              <a:gd name="connsiteY9" fmla="*/ 1599013 h 3600531"/>
              <a:gd name="connsiteX10" fmla="*/ 2558124 w 3586583"/>
              <a:gd name="connsiteY10" fmla="*/ 1279958 h 3600531"/>
              <a:gd name="connsiteX11" fmla="*/ 2672134 w 3586583"/>
              <a:gd name="connsiteY11" fmla="*/ 1003366 h 3600531"/>
              <a:gd name="connsiteX12" fmla="*/ 2920480 w 3586583"/>
              <a:gd name="connsiteY12" fmla="*/ 545556 h 3600531"/>
              <a:gd name="connsiteX13" fmla="*/ 3312547 w 3586583"/>
              <a:gd name="connsiteY13" fmla="*/ 306939 h 3600531"/>
              <a:gd name="connsiteX14" fmla="*/ 3586583 w 3586583"/>
              <a:gd name="connsiteY14" fmla="*/ 0 h 3600531"/>
              <a:gd name="connsiteX0" fmla="*/ 191 w 3777034"/>
              <a:gd name="connsiteY0" fmla="*/ 3319030 h 3319030"/>
              <a:gd name="connsiteX1" fmla="*/ 534784 w 3777034"/>
              <a:gd name="connsiteY1" fmla="*/ 2768892 h 3319030"/>
              <a:gd name="connsiteX2" fmla="*/ 842436 w 3777034"/>
              <a:gd name="connsiteY2" fmla="*/ 2505146 h 3319030"/>
              <a:gd name="connsiteX3" fmla="*/ 787301 w 3777034"/>
              <a:gd name="connsiteY3" fmla="*/ 2177866 h 3319030"/>
              <a:gd name="connsiteX4" fmla="*/ 1019933 w 3777034"/>
              <a:gd name="connsiteY4" fmla="*/ 1906029 h 3319030"/>
              <a:gd name="connsiteX5" fmla="*/ 1238898 w 3777034"/>
              <a:gd name="connsiteY5" fmla="*/ 1608023 h 3319030"/>
              <a:gd name="connsiteX6" fmla="*/ 1679240 w 3777034"/>
              <a:gd name="connsiteY6" fmla="*/ 1553154 h 3319030"/>
              <a:gd name="connsiteX7" fmla="*/ 2182909 w 3777034"/>
              <a:gd name="connsiteY7" fmla="*/ 1560307 h 3319030"/>
              <a:gd name="connsiteX8" fmla="*/ 2445681 w 3777034"/>
              <a:gd name="connsiteY8" fmla="*/ 1549140 h 3319030"/>
              <a:gd name="connsiteX9" fmla="*/ 2573334 w 3777034"/>
              <a:gd name="connsiteY9" fmla="*/ 1317512 h 3319030"/>
              <a:gd name="connsiteX10" fmla="*/ 2558124 w 3777034"/>
              <a:gd name="connsiteY10" fmla="*/ 998457 h 3319030"/>
              <a:gd name="connsiteX11" fmla="*/ 2672134 w 3777034"/>
              <a:gd name="connsiteY11" fmla="*/ 721865 h 3319030"/>
              <a:gd name="connsiteX12" fmla="*/ 2920480 w 3777034"/>
              <a:gd name="connsiteY12" fmla="*/ 264055 h 3319030"/>
              <a:gd name="connsiteX13" fmla="*/ 3312547 w 3777034"/>
              <a:gd name="connsiteY13" fmla="*/ 25438 h 3319030"/>
              <a:gd name="connsiteX14" fmla="*/ 3777034 w 3777034"/>
              <a:gd name="connsiteY14" fmla="*/ 176231 h 3319030"/>
              <a:gd name="connsiteX0" fmla="*/ 191 w 3777034"/>
              <a:gd name="connsiteY0" fmla="*/ 3226984 h 3226984"/>
              <a:gd name="connsiteX1" fmla="*/ 534784 w 3777034"/>
              <a:gd name="connsiteY1" fmla="*/ 2676846 h 3226984"/>
              <a:gd name="connsiteX2" fmla="*/ 842436 w 3777034"/>
              <a:gd name="connsiteY2" fmla="*/ 2413100 h 3226984"/>
              <a:gd name="connsiteX3" fmla="*/ 787301 w 3777034"/>
              <a:gd name="connsiteY3" fmla="*/ 2085820 h 3226984"/>
              <a:gd name="connsiteX4" fmla="*/ 1019933 w 3777034"/>
              <a:gd name="connsiteY4" fmla="*/ 1813983 h 3226984"/>
              <a:gd name="connsiteX5" fmla="*/ 1238898 w 3777034"/>
              <a:gd name="connsiteY5" fmla="*/ 1515977 h 3226984"/>
              <a:gd name="connsiteX6" fmla="*/ 1679240 w 3777034"/>
              <a:gd name="connsiteY6" fmla="*/ 1461108 h 3226984"/>
              <a:gd name="connsiteX7" fmla="*/ 2182909 w 3777034"/>
              <a:gd name="connsiteY7" fmla="*/ 1468261 h 3226984"/>
              <a:gd name="connsiteX8" fmla="*/ 2445681 w 3777034"/>
              <a:gd name="connsiteY8" fmla="*/ 1457094 h 3226984"/>
              <a:gd name="connsiteX9" fmla="*/ 2573334 w 3777034"/>
              <a:gd name="connsiteY9" fmla="*/ 1225466 h 3226984"/>
              <a:gd name="connsiteX10" fmla="*/ 2558124 w 3777034"/>
              <a:gd name="connsiteY10" fmla="*/ 906411 h 3226984"/>
              <a:gd name="connsiteX11" fmla="*/ 2672134 w 3777034"/>
              <a:gd name="connsiteY11" fmla="*/ 629819 h 3226984"/>
              <a:gd name="connsiteX12" fmla="*/ 2920480 w 3777034"/>
              <a:gd name="connsiteY12" fmla="*/ 172009 h 3226984"/>
              <a:gd name="connsiteX13" fmla="*/ 3324076 w 3777034"/>
              <a:gd name="connsiteY13" fmla="*/ 34305 h 3226984"/>
              <a:gd name="connsiteX14" fmla="*/ 3777034 w 3777034"/>
              <a:gd name="connsiteY14" fmla="*/ 84185 h 3226984"/>
              <a:gd name="connsiteX0" fmla="*/ 191 w 3777034"/>
              <a:gd name="connsiteY0" fmla="*/ 3226984 h 3226984"/>
              <a:gd name="connsiteX1" fmla="*/ 534784 w 3777034"/>
              <a:gd name="connsiteY1" fmla="*/ 2676846 h 3226984"/>
              <a:gd name="connsiteX2" fmla="*/ 842436 w 3777034"/>
              <a:gd name="connsiteY2" fmla="*/ 2413100 h 3226984"/>
              <a:gd name="connsiteX3" fmla="*/ 787301 w 3777034"/>
              <a:gd name="connsiteY3" fmla="*/ 2085820 h 3226984"/>
              <a:gd name="connsiteX4" fmla="*/ 1019933 w 3777034"/>
              <a:gd name="connsiteY4" fmla="*/ 1813983 h 3226984"/>
              <a:gd name="connsiteX5" fmla="*/ 1238898 w 3777034"/>
              <a:gd name="connsiteY5" fmla="*/ 1515977 h 3226984"/>
              <a:gd name="connsiteX6" fmla="*/ 1679240 w 3777034"/>
              <a:gd name="connsiteY6" fmla="*/ 1461108 h 3226984"/>
              <a:gd name="connsiteX7" fmla="*/ 2182909 w 3777034"/>
              <a:gd name="connsiteY7" fmla="*/ 1468261 h 3226984"/>
              <a:gd name="connsiteX8" fmla="*/ 2445681 w 3777034"/>
              <a:gd name="connsiteY8" fmla="*/ 1457094 h 3226984"/>
              <a:gd name="connsiteX9" fmla="*/ 2573334 w 3777034"/>
              <a:gd name="connsiteY9" fmla="*/ 1225466 h 3226984"/>
              <a:gd name="connsiteX10" fmla="*/ 2558124 w 3777034"/>
              <a:gd name="connsiteY10" fmla="*/ 906411 h 3226984"/>
              <a:gd name="connsiteX11" fmla="*/ 2672134 w 3777034"/>
              <a:gd name="connsiteY11" fmla="*/ 629819 h 3226984"/>
              <a:gd name="connsiteX12" fmla="*/ 2696001 w 3777034"/>
              <a:gd name="connsiteY12" fmla="*/ 368039 h 3226984"/>
              <a:gd name="connsiteX13" fmla="*/ 3324076 w 3777034"/>
              <a:gd name="connsiteY13" fmla="*/ 34305 h 3226984"/>
              <a:gd name="connsiteX14" fmla="*/ 3777034 w 3777034"/>
              <a:gd name="connsiteY14" fmla="*/ 84185 h 3226984"/>
              <a:gd name="connsiteX0" fmla="*/ 191 w 3777034"/>
              <a:gd name="connsiteY0" fmla="*/ 3226984 h 3226984"/>
              <a:gd name="connsiteX1" fmla="*/ 534784 w 3777034"/>
              <a:gd name="connsiteY1" fmla="*/ 2676846 h 3226984"/>
              <a:gd name="connsiteX2" fmla="*/ 842436 w 3777034"/>
              <a:gd name="connsiteY2" fmla="*/ 2413100 h 3226984"/>
              <a:gd name="connsiteX3" fmla="*/ 787301 w 3777034"/>
              <a:gd name="connsiteY3" fmla="*/ 2085820 h 3226984"/>
              <a:gd name="connsiteX4" fmla="*/ 1019933 w 3777034"/>
              <a:gd name="connsiteY4" fmla="*/ 1813983 h 3226984"/>
              <a:gd name="connsiteX5" fmla="*/ 1238898 w 3777034"/>
              <a:gd name="connsiteY5" fmla="*/ 1515977 h 3226984"/>
              <a:gd name="connsiteX6" fmla="*/ 1679240 w 3777034"/>
              <a:gd name="connsiteY6" fmla="*/ 1461108 h 3226984"/>
              <a:gd name="connsiteX7" fmla="*/ 2182909 w 3777034"/>
              <a:gd name="connsiteY7" fmla="*/ 1468261 h 3226984"/>
              <a:gd name="connsiteX8" fmla="*/ 2396431 w 3777034"/>
              <a:gd name="connsiteY8" fmla="*/ 1341677 h 3226984"/>
              <a:gd name="connsiteX9" fmla="*/ 2573334 w 3777034"/>
              <a:gd name="connsiteY9" fmla="*/ 1225466 h 3226984"/>
              <a:gd name="connsiteX10" fmla="*/ 2558124 w 3777034"/>
              <a:gd name="connsiteY10" fmla="*/ 906411 h 3226984"/>
              <a:gd name="connsiteX11" fmla="*/ 2672134 w 3777034"/>
              <a:gd name="connsiteY11" fmla="*/ 629819 h 3226984"/>
              <a:gd name="connsiteX12" fmla="*/ 2696001 w 3777034"/>
              <a:gd name="connsiteY12" fmla="*/ 368039 h 3226984"/>
              <a:gd name="connsiteX13" fmla="*/ 3324076 w 3777034"/>
              <a:gd name="connsiteY13" fmla="*/ 34305 h 3226984"/>
              <a:gd name="connsiteX14" fmla="*/ 3777034 w 3777034"/>
              <a:gd name="connsiteY14" fmla="*/ 84185 h 3226984"/>
              <a:gd name="connsiteX0" fmla="*/ 171 w 3788804"/>
              <a:gd name="connsiteY0" fmla="*/ 3158603 h 3158603"/>
              <a:gd name="connsiteX1" fmla="*/ 546554 w 3788804"/>
              <a:gd name="connsiteY1" fmla="*/ 2676846 h 3158603"/>
              <a:gd name="connsiteX2" fmla="*/ 854206 w 3788804"/>
              <a:gd name="connsiteY2" fmla="*/ 2413100 h 3158603"/>
              <a:gd name="connsiteX3" fmla="*/ 799071 w 3788804"/>
              <a:gd name="connsiteY3" fmla="*/ 2085820 h 3158603"/>
              <a:gd name="connsiteX4" fmla="*/ 1031703 w 3788804"/>
              <a:gd name="connsiteY4" fmla="*/ 1813983 h 3158603"/>
              <a:gd name="connsiteX5" fmla="*/ 1250668 w 3788804"/>
              <a:gd name="connsiteY5" fmla="*/ 1515977 h 3158603"/>
              <a:gd name="connsiteX6" fmla="*/ 1691010 w 3788804"/>
              <a:gd name="connsiteY6" fmla="*/ 1461108 h 3158603"/>
              <a:gd name="connsiteX7" fmla="*/ 2194679 w 3788804"/>
              <a:gd name="connsiteY7" fmla="*/ 1468261 h 3158603"/>
              <a:gd name="connsiteX8" fmla="*/ 2408201 w 3788804"/>
              <a:gd name="connsiteY8" fmla="*/ 1341677 h 3158603"/>
              <a:gd name="connsiteX9" fmla="*/ 2585104 w 3788804"/>
              <a:gd name="connsiteY9" fmla="*/ 1225466 h 3158603"/>
              <a:gd name="connsiteX10" fmla="*/ 2569894 w 3788804"/>
              <a:gd name="connsiteY10" fmla="*/ 906411 h 3158603"/>
              <a:gd name="connsiteX11" fmla="*/ 2683904 w 3788804"/>
              <a:gd name="connsiteY11" fmla="*/ 629819 h 3158603"/>
              <a:gd name="connsiteX12" fmla="*/ 2707771 w 3788804"/>
              <a:gd name="connsiteY12" fmla="*/ 368039 h 3158603"/>
              <a:gd name="connsiteX13" fmla="*/ 3335846 w 3788804"/>
              <a:gd name="connsiteY13" fmla="*/ 34305 h 3158603"/>
              <a:gd name="connsiteX14" fmla="*/ 3788804 w 3788804"/>
              <a:gd name="connsiteY14" fmla="*/ 84185 h 3158603"/>
              <a:gd name="connsiteX0" fmla="*/ 165 w 3788798"/>
              <a:gd name="connsiteY0" fmla="*/ 3158603 h 3158603"/>
              <a:gd name="connsiteX1" fmla="*/ 546548 w 3788798"/>
              <a:gd name="connsiteY1" fmla="*/ 2676846 h 3158603"/>
              <a:gd name="connsiteX2" fmla="*/ 746276 w 3788798"/>
              <a:gd name="connsiteY2" fmla="*/ 2331873 h 3158603"/>
              <a:gd name="connsiteX3" fmla="*/ 799065 w 3788798"/>
              <a:gd name="connsiteY3" fmla="*/ 2085820 h 3158603"/>
              <a:gd name="connsiteX4" fmla="*/ 1031697 w 3788798"/>
              <a:gd name="connsiteY4" fmla="*/ 1813983 h 3158603"/>
              <a:gd name="connsiteX5" fmla="*/ 1250662 w 3788798"/>
              <a:gd name="connsiteY5" fmla="*/ 1515977 h 3158603"/>
              <a:gd name="connsiteX6" fmla="*/ 1691004 w 3788798"/>
              <a:gd name="connsiteY6" fmla="*/ 1461108 h 3158603"/>
              <a:gd name="connsiteX7" fmla="*/ 2194673 w 3788798"/>
              <a:gd name="connsiteY7" fmla="*/ 1468261 h 3158603"/>
              <a:gd name="connsiteX8" fmla="*/ 2408195 w 3788798"/>
              <a:gd name="connsiteY8" fmla="*/ 1341677 h 3158603"/>
              <a:gd name="connsiteX9" fmla="*/ 2585098 w 3788798"/>
              <a:gd name="connsiteY9" fmla="*/ 1225466 h 3158603"/>
              <a:gd name="connsiteX10" fmla="*/ 2569888 w 3788798"/>
              <a:gd name="connsiteY10" fmla="*/ 906411 h 3158603"/>
              <a:gd name="connsiteX11" fmla="*/ 2683898 w 3788798"/>
              <a:gd name="connsiteY11" fmla="*/ 629819 h 3158603"/>
              <a:gd name="connsiteX12" fmla="*/ 2707765 w 3788798"/>
              <a:gd name="connsiteY12" fmla="*/ 368039 h 3158603"/>
              <a:gd name="connsiteX13" fmla="*/ 3335840 w 3788798"/>
              <a:gd name="connsiteY13" fmla="*/ 34305 h 3158603"/>
              <a:gd name="connsiteX14" fmla="*/ 3788798 w 3788798"/>
              <a:gd name="connsiteY14" fmla="*/ 84185 h 3158603"/>
              <a:gd name="connsiteX0" fmla="*/ 165 w 3788798"/>
              <a:gd name="connsiteY0" fmla="*/ 3158603 h 3158603"/>
              <a:gd name="connsiteX1" fmla="*/ 546548 w 3788798"/>
              <a:gd name="connsiteY1" fmla="*/ 2676846 h 3158603"/>
              <a:gd name="connsiteX2" fmla="*/ 746276 w 3788798"/>
              <a:gd name="connsiteY2" fmla="*/ 2331873 h 3158603"/>
              <a:gd name="connsiteX3" fmla="*/ 799065 w 3788798"/>
              <a:gd name="connsiteY3" fmla="*/ 2085820 h 3158603"/>
              <a:gd name="connsiteX4" fmla="*/ 1031697 w 3788798"/>
              <a:gd name="connsiteY4" fmla="*/ 1813983 h 3158603"/>
              <a:gd name="connsiteX5" fmla="*/ 1284978 w 3788798"/>
              <a:gd name="connsiteY5" fmla="*/ 1544778 h 3158603"/>
              <a:gd name="connsiteX6" fmla="*/ 1691004 w 3788798"/>
              <a:gd name="connsiteY6" fmla="*/ 1461108 h 3158603"/>
              <a:gd name="connsiteX7" fmla="*/ 2194673 w 3788798"/>
              <a:gd name="connsiteY7" fmla="*/ 1468261 h 3158603"/>
              <a:gd name="connsiteX8" fmla="*/ 2408195 w 3788798"/>
              <a:gd name="connsiteY8" fmla="*/ 1341677 h 3158603"/>
              <a:gd name="connsiteX9" fmla="*/ 2585098 w 3788798"/>
              <a:gd name="connsiteY9" fmla="*/ 1225466 h 3158603"/>
              <a:gd name="connsiteX10" fmla="*/ 2569888 w 3788798"/>
              <a:gd name="connsiteY10" fmla="*/ 906411 h 3158603"/>
              <a:gd name="connsiteX11" fmla="*/ 2683898 w 3788798"/>
              <a:gd name="connsiteY11" fmla="*/ 629819 h 3158603"/>
              <a:gd name="connsiteX12" fmla="*/ 2707765 w 3788798"/>
              <a:gd name="connsiteY12" fmla="*/ 368039 h 3158603"/>
              <a:gd name="connsiteX13" fmla="*/ 3335840 w 3788798"/>
              <a:gd name="connsiteY13" fmla="*/ 34305 h 3158603"/>
              <a:gd name="connsiteX14" fmla="*/ 3788798 w 3788798"/>
              <a:gd name="connsiteY14" fmla="*/ 84185 h 3158603"/>
              <a:gd name="connsiteX0" fmla="*/ 165 w 3788798"/>
              <a:gd name="connsiteY0" fmla="*/ 3158603 h 3158603"/>
              <a:gd name="connsiteX1" fmla="*/ 546548 w 3788798"/>
              <a:gd name="connsiteY1" fmla="*/ 2676846 h 3158603"/>
              <a:gd name="connsiteX2" fmla="*/ 746276 w 3788798"/>
              <a:gd name="connsiteY2" fmla="*/ 2331873 h 3158603"/>
              <a:gd name="connsiteX3" fmla="*/ 799065 w 3788798"/>
              <a:gd name="connsiteY3" fmla="*/ 2085820 h 3158603"/>
              <a:gd name="connsiteX4" fmla="*/ 1094566 w 3788798"/>
              <a:gd name="connsiteY4" fmla="*/ 1872209 h 3158603"/>
              <a:gd name="connsiteX5" fmla="*/ 1284978 w 3788798"/>
              <a:gd name="connsiteY5" fmla="*/ 1544778 h 3158603"/>
              <a:gd name="connsiteX6" fmla="*/ 1691004 w 3788798"/>
              <a:gd name="connsiteY6" fmla="*/ 1461108 h 3158603"/>
              <a:gd name="connsiteX7" fmla="*/ 2194673 w 3788798"/>
              <a:gd name="connsiteY7" fmla="*/ 1468261 h 3158603"/>
              <a:gd name="connsiteX8" fmla="*/ 2408195 w 3788798"/>
              <a:gd name="connsiteY8" fmla="*/ 1341677 h 3158603"/>
              <a:gd name="connsiteX9" fmla="*/ 2585098 w 3788798"/>
              <a:gd name="connsiteY9" fmla="*/ 1225466 h 3158603"/>
              <a:gd name="connsiteX10" fmla="*/ 2569888 w 3788798"/>
              <a:gd name="connsiteY10" fmla="*/ 906411 h 3158603"/>
              <a:gd name="connsiteX11" fmla="*/ 2683898 w 3788798"/>
              <a:gd name="connsiteY11" fmla="*/ 629819 h 3158603"/>
              <a:gd name="connsiteX12" fmla="*/ 2707765 w 3788798"/>
              <a:gd name="connsiteY12" fmla="*/ 368039 h 3158603"/>
              <a:gd name="connsiteX13" fmla="*/ 3335840 w 3788798"/>
              <a:gd name="connsiteY13" fmla="*/ 34305 h 3158603"/>
              <a:gd name="connsiteX14" fmla="*/ 3788798 w 3788798"/>
              <a:gd name="connsiteY14" fmla="*/ 84185 h 3158603"/>
              <a:gd name="connsiteX0" fmla="*/ 179 w 3788812"/>
              <a:gd name="connsiteY0" fmla="*/ 3158603 h 3158603"/>
              <a:gd name="connsiteX1" fmla="*/ 509362 w 3788812"/>
              <a:gd name="connsiteY1" fmla="*/ 2597277 h 3158603"/>
              <a:gd name="connsiteX2" fmla="*/ 746290 w 3788812"/>
              <a:gd name="connsiteY2" fmla="*/ 2331873 h 3158603"/>
              <a:gd name="connsiteX3" fmla="*/ 799079 w 3788812"/>
              <a:gd name="connsiteY3" fmla="*/ 2085820 h 3158603"/>
              <a:gd name="connsiteX4" fmla="*/ 1094580 w 3788812"/>
              <a:gd name="connsiteY4" fmla="*/ 1872209 h 3158603"/>
              <a:gd name="connsiteX5" fmla="*/ 1284992 w 3788812"/>
              <a:gd name="connsiteY5" fmla="*/ 1544778 h 3158603"/>
              <a:gd name="connsiteX6" fmla="*/ 1691018 w 3788812"/>
              <a:gd name="connsiteY6" fmla="*/ 1461108 h 3158603"/>
              <a:gd name="connsiteX7" fmla="*/ 2194687 w 3788812"/>
              <a:gd name="connsiteY7" fmla="*/ 1468261 h 3158603"/>
              <a:gd name="connsiteX8" fmla="*/ 2408209 w 3788812"/>
              <a:gd name="connsiteY8" fmla="*/ 1341677 h 3158603"/>
              <a:gd name="connsiteX9" fmla="*/ 2585112 w 3788812"/>
              <a:gd name="connsiteY9" fmla="*/ 1225466 h 3158603"/>
              <a:gd name="connsiteX10" fmla="*/ 2569902 w 3788812"/>
              <a:gd name="connsiteY10" fmla="*/ 906411 h 3158603"/>
              <a:gd name="connsiteX11" fmla="*/ 2683912 w 3788812"/>
              <a:gd name="connsiteY11" fmla="*/ 629819 h 3158603"/>
              <a:gd name="connsiteX12" fmla="*/ 2707779 w 3788812"/>
              <a:gd name="connsiteY12" fmla="*/ 368039 h 3158603"/>
              <a:gd name="connsiteX13" fmla="*/ 3335854 w 3788812"/>
              <a:gd name="connsiteY13" fmla="*/ 34305 h 3158603"/>
              <a:gd name="connsiteX14" fmla="*/ 3788812 w 3788812"/>
              <a:gd name="connsiteY14" fmla="*/ 84185 h 3158603"/>
              <a:gd name="connsiteX0" fmla="*/ 109 w 4097573"/>
              <a:gd name="connsiteY0" fmla="*/ 3205855 h 3205855"/>
              <a:gd name="connsiteX1" fmla="*/ 818123 w 4097573"/>
              <a:gd name="connsiteY1" fmla="*/ 2597277 h 3205855"/>
              <a:gd name="connsiteX2" fmla="*/ 1055051 w 4097573"/>
              <a:gd name="connsiteY2" fmla="*/ 2331873 h 3205855"/>
              <a:gd name="connsiteX3" fmla="*/ 1107840 w 4097573"/>
              <a:gd name="connsiteY3" fmla="*/ 2085820 h 3205855"/>
              <a:gd name="connsiteX4" fmla="*/ 1403341 w 4097573"/>
              <a:gd name="connsiteY4" fmla="*/ 1872209 h 3205855"/>
              <a:gd name="connsiteX5" fmla="*/ 1593753 w 4097573"/>
              <a:gd name="connsiteY5" fmla="*/ 1544778 h 3205855"/>
              <a:gd name="connsiteX6" fmla="*/ 1999779 w 4097573"/>
              <a:gd name="connsiteY6" fmla="*/ 1461108 h 3205855"/>
              <a:gd name="connsiteX7" fmla="*/ 2503448 w 4097573"/>
              <a:gd name="connsiteY7" fmla="*/ 1468261 h 3205855"/>
              <a:gd name="connsiteX8" fmla="*/ 2716970 w 4097573"/>
              <a:gd name="connsiteY8" fmla="*/ 1341677 h 3205855"/>
              <a:gd name="connsiteX9" fmla="*/ 2893873 w 4097573"/>
              <a:gd name="connsiteY9" fmla="*/ 1225466 h 3205855"/>
              <a:gd name="connsiteX10" fmla="*/ 2878663 w 4097573"/>
              <a:gd name="connsiteY10" fmla="*/ 906411 h 3205855"/>
              <a:gd name="connsiteX11" fmla="*/ 2992673 w 4097573"/>
              <a:gd name="connsiteY11" fmla="*/ 629819 h 3205855"/>
              <a:gd name="connsiteX12" fmla="*/ 3016540 w 4097573"/>
              <a:gd name="connsiteY12" fmla="*/ 368039 h 3205855"/>
              <a:gd name="connsiteX13" fmla="*/ 3644615 w 4097573"/>
              <a:gd name="connsiteY13" fmla="*/ 34305 h 3205855"/>
              <a:gd name="connsiteX14" fmla="*/ 4097573 w 4097573"/>
              <a:gd name="connsiteY14" fmla="*/ 84185 h 3205855"/>
              <a:gd name="connsiteX0" fmla="*/ 109 w 4073608"/>
              <a:gd name="connsiteY0" fmla="*/ 3193401 h 3193401"/>
              <a:gd name="connsiteX1" fmla="*/ 818123 w 4073608"/>
              <a:gd name="connsiteY1" fmla="*/ 2584823 h 3193401"/>
              <a:gd name="connsiteX2" fmla="*/ 1055051 w 4073608"/>
              <a:gd name="connsiteY2" fmla="*/ 2319419 h 3193401"/>
              <a:gd name="connsiteX3" fmla="*/ 1107840 w 4073608"/>
              <a:gd name="connsiteY3" fmla="*/ 2073366 h 3193401"/>
              <a:gd name="connsiteX4" fmla="*/ 1403341 w 4073608"/>
              <a:gd name="connsiteY4" fmla="*/ 1859755 h 3193401"/>
              <a:gd name="connsiteX5" fmla="*/ 1593753 w 4073608"/>
              <a:gd name="connsiteY5" fmla="*/ 1532324 h 3193401"/>
              <a:gd name="connsiteX6" fmla="*/ 1999779 w 4073608"/>
              <a:gd name="connsiteY6" fmla="*/ 1448654 h 3193401"/>
              <a:gd name="connsiteX7" fmla="*/ 2503448 w 4073608"/>
              <a:gd name="connsiteY7" fmla="*/ 1455807 h 3193401"/>
              <a:gd name="connsiteX8" fmla="*/ 2716970 w 4073608"/>
              <a:gd name="connsiteY8" fmla="*/ 1329223 h 3193401"/>
              <a:gd name="connsiteX9" fmla="*/ 2893873 w 4073608"/>
              <a:gd name="connsiteY9" fmla="*/ 1213012 h 3193401"/>
              <a:gd name="connsiteX10" fmla="*/ 2878663 w 4073608"/>
              <a:gd name="connsiteY10" fmla="*/ 893957 h 3193401"/>
              <a:gd name="connsiteX11" fmla="*/ 2992673 w 4073608"/>
              <a:gd name="connsiteY11" fmla="*/ 617365 h 3193401"/>
              <a:gd name="connsiteX12" fmla="*/ 3016540 w 4073608"/>
              <a:gd name="connsiteY12" fmla="*/ 355585 h 3193401"/>
              <a:gd name="connsiteX13" fmla="*/ 3644615 w 4073608"/>
              <a:gd name="connsiteY13" fmla="*/ 21851 h 3193401"/>
              <a:gd name="connsiteX14" fmla="*/ 4073608 w 4073608"/>
              <a:gd name="connsiteY14" fmla="*/ 236991 h 3193401"/>
              <a:gd name="connsiteX0" fmla="*/ 109 w 4073608"/>
              <a:gd name="connsiteY0" fmla="*/ 3053997 h 3053997"/>
              <a:gd name="connsiteX1" fmla="*/ 818123 w 4073608"/>
              <a:gd name="connsiteY1" fmla="*/ 2445419 h 3053997"/>
              <a:gd name="connsiteX2" fmla="*/ 1055051 w 4073608"/>
              <a:gd name="connsiteY2" fmla="*/ 2180015 h 3053997"/>
              <a:gd name="connsiteX3" fmla="*/ 1107840 w 4073608"/>
              <a:gd name="connsiteY3" fmla="*/ 1933962 h 3053997"/>
              <a:gd name="connsiteX4" fmla="*/ 1403341 w 4073608"/>
              <a:gd name="connsiteY4" fmla="*/ 1720351 h 3053997"/>
              <a:gd name="connsiteX5" fmla="*/ 1593753 w 4073608"/>
              <a:gd name="connsiteY5" fmla="*/ 1392920 h 3053997"/>
              <a:gd name="connsiteX6" fmla="*/ 1999779 w 4073608"/>
              <a:gd name="connsiteY6" fmla="*/ 1309250 h 3053997"/>
              <a:gd name="connsiteX7" fmla="*/ 2503448 w 4073608"/>
              <a:gd name="connsiteY7" fmla="*/ 1316403 h 3053997"/>
              <a:gd name="connsiteX8" fmla="*/ 2716970 w 4073608"/>
              <a:gd name="connsiteY8" fmla="*/ 1189819 h 3053997"/>
              <a:gd name="connsiteX9" fmla="*/ 2893873 w 4073608"/>
              <a:gd name="connsiteY9" fmla="*/ 1073608 h 3053997"/>
              <a:gd name="connsiteX10" fmla="*/ 2878663 w 4073608"/>
              <a:gd name="connsiteY10" fmla="*/ 754553 h 3053997"/>
              <a:gd name="connsiteX11" fmla="*/ 2992673 w 4073608"/>
              <a:gd name="connsiteY11" fmla="*/ 477961 h 3053997"/>
              <a:gd name="connsiteX12" fmla="*/ 3016540 w 4073608"/>
              <a:gd name="connsiteY12" fmla="*/ 216181 h 3053997"/>
              <a:gd name="connsiteX13" fmla="*/ 3576078 w 4073608"/>
              <a:gd name="connsiteY13" fmla="*/ 32598 h 3053997"/>
              <a:gd name="connsiteX14" fmla="*/ 4073608 w 4073608"/>
              <a:gd name="connsiteY14" fmla="*/ 97587 h 3053997"/>
              <a:gd name="connsiteX0" fmla="*/ 109 w 4073608"/>
              <a:gd name="connsiteY0" fmla="*/ 3053997 h 3053997"/>
              <a:gd name="connsiteX1" fmla="*/ 818123 w 4073608"/>
              <a:gd name="connsiteY1" fmla="*/ 2445419 h 3053997"/>
              <a:gd name="connsiteX2" fmla="*/ 1055051 w 4073608"/>
              <a:gd name="connsiteY2" fmla="*/ 2180015 h 3053997"/>
              <a:gd name="connsiteX3" fmla="*/ 1107840 w 4073608"/>
              <a:gd name="connsiteY3" fmla="*/ 1933962 h 3053997"/>
              <a:gd name="connsiteX4" fmla="*/ 1403341 w 4073608"/>
              <a:gd name="connsiteY4" fmla="*/ 1720351 h 3053997"/>
              <a:gd name="connsiteX5" fmla="*/ 1593753 w 4073608"/>
              <a:gd name="connsiteY5" fmla="*/ 1392920 h 3053997"/>
              <a:gd name="connsiteX6" fmla="*/ 1999779 w 4073608"/>
              <a:gd name="connsiteY6" fmla="*/ 1309250 h 3053997"/>
              <a:gd name="connsiteX7" fmla="*/ 2503448 w 4073608"/>
              <a:gd name="connsiteY7" fmla="*/ 1316403 h 3053997"/>
              <a:gd name="connsiteX8" fmla="*/ 2716970 w 4073608"/>
              <a:gd name="connsiteY8" fmla="*/ 1189819 h 3053997"/>
              <a:gd name="connsiteX9" fmla="*/ 2893873 w 4073608"/>
              <a:gd name="connsiteY9" fmla="*/ 1073608 h 3053997"/>
              <a:gd name="connsiteX10" fmla="*/ 2878663 w 4073608"/>
              <a:gd name="connsiteY10" fmla="*/ 754553 h 3053997"/>
              <a:gd name="connsiteX11" fmla="*/ 2992673 w 4073608"/>
              <a:gd name="connsiteY11" fmla="*/ 477961 h 3053997"/>
              <a:gd name="connsiteX12" fmla="*/ 3059901 w 4073608"/>
              <a:gd name="connsiteY12" fmla="*/ 345959 h 3053997"/>
              <a:gd name="connsiteX13" fmla="*/ 3576078 w 4073608"/>
              <a:gd name="connsiteY13" fmla="*/ 32598 h 3053997"/>
              <a:gd name="connsiteX14" fmla="*/ 4073608 w 4073608"/>
              <a:gd name="connsiteY14" fmla="*/ 97587 h 3053997"/>
              <a:gd name="connsiteX0" fmla="*/ 109 w 4073608"/>
              <a:gd name="connsiteY0" fmla="*/ 3053997 h 3053997"/>
              <a:gd name="connsiteX1" fmla="*/ 818123 w 4073608"/>
              <a:gd name="connsiteY1" fmla="*/ 2445419 h 3053997"/>
              <a:gd name="connsiteX2" fmla="*/ 1055051 w 4073608"/>
              <a:gd name="connsiteY2" fmla="*/ 2180015 h 3053997"/>
              <a:gd name="connsiteX3" fmla="*/ 1107840 w 4073608"/>
              <a:gd name="connsiteY3" fmla="*/ 1933962 h 3053997"/>
              <a:gd name="connsiteX4" fmla="*/ 1403341 w 4073608"/>
              <a:gd name="connsiteY4" fmla="*/ 1720351 h 3053997"/>
              <a:gd name="connsiteX5" fmla="*/ 1593753 w 4073608"/>
              <a:gd name="connsiteY5" fmla="*/ 1392920 h 3053997"/>
              <a:gd name="connsiteX6" fmla="*/ 1999779 w 4073608"/>
              <a:gd name="connsiteY6" fmla="*/ 1309250 h 3053997"/>
              <a:gd name="connsiteX7" fmla="*/ 2503448 w 4073608"/>
              <a:gd name="connsiteY7" fmla="*/ 1316403 h 3053997"/>
              <a:gd name="connsiteX8" fmla="*/ 2716970 w 4073608"/>
              <a:gd name="connsiteY8" fmla="*/ 1189819 h 3053997"/>
              <a:gd name="connsiteX9" fmla="*/ 2893873 w 4073608"/>
              <a:gd name="connsiteY9" fmla="*/ 1073608 h 3053997"/>
              <a:gd name="connsiteX10" fmla="*/ 2878663 w 4073608"/>
              <a:gd name="connsiteY10" fmla="*/ 754553 h 3053997"/>
              <a:gd name="connsiteX11" fmla="*/ 3059901 w 4073608"/>
              <a:gd name="connsiteY11" fmla="*/ 345959 h 3053997"/>
              <a:gd name="connsiteX12" fmla="*/ 3576078 w 4073608"/>
              <a:gd name="connsiteY12" fmla="*/ 32598 h 3053997"/>
              <a:gd name="connsiteX13" fmla="*/ 4073608 w 4073608"/>
              <a:gd name="connsiteY13" fmla="*/ 97587 h 3053997"/>
              <a:gd name="connsiteX0" fmla="*/ 109 w 4073608"/>
              <a:gd name="connsiteY0" fmla="*/ 3053997 h 3053997"/>
              <a:gd name="connsiteX1" fmla="*/ 818123 w 4073608"/>
              <a:gd name="connsiteY1" fmla="*/ 2445419 h 3053997"/>
              <a:gd name="connsiteX2" fmla="*/ 1055051 w 4073608"/>
              <a:gd name="connsiteY2" fmla="*/ 2180015 h 3053997"/>
              <a:gd name="connsiteX3" fmla="*/ 1107840 w 4073608"/>
              <a:gd name="connsiteY3" fmla="*/ 1933962 h 3053997"/>
              <a:gd name="connsiteX4" fmla="*/ 1403341 w 4073608"/>
              <a:gd name="connsiteY4" fmla="*/ 1720351 h 3053997"/>
              <a:gd name="connsiteX5" fmla="*/ 1593753 w 4073608"/>
              <a:gd name="connsiteY5" fmla="*/ 1392920 h 3053997"/>
              <a:gd name="connsiteX6" fmla="*/ 1999779 w 4073608"/>
              <a:gd name="connsiteY6" fmla="*/ 1309250 h 3053997"/>
              <a:gd name="connsiteX7" fmla="*/ 2503448 w 4073608"/>
              <a:gd name="connsiteY7" fmla="*/ 1316403 h 3053997"/>
              <a:gd name="connsiteX8" fmla="*/ 2716970 w 4073608"/>
              <a:gd name="connsiteY8" fmla="*/ 1189819 h 3053997"/>
              <a:gd name="connsiteX9" fmla="*/ 2893873 w 4073608"/>
              <a:gd name="connsiteY9" fmla="*/ 1073608 h 3053997"/>
              <a:gd name="connsiteX10" fmla="*/ 2922020 w 4073608"/>
              <a:gd name="connsiteY10" fmla="*/ 774774 h 3053997"/>
              <a:gd name="connsiteX11" fmla="*/ 3059901 w 4073608"/>
              <a:gd name="connsiteY11" fmla="*/ 345959 h 3053997"/>
              <a:gd name="connsiteX12" fmla="*/ 3576078 w 4073608"/>
              <a:gd name="connsiteY12" fmla="*/ 32598 h 3053997"/>
              <a:gd name="connsiteX13" fmla="*/ 4073608 w 4073608"/>
              <a:gd name="connsiteY13" fmla="*/ 97587 h 305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3608" h="3053997">
                <a:moveTo>
                  <a:pt x="109" y="3053997"/>
                </a:moveTo>
                <a:cubicBezTo>
                  <a:pt x="-9690" y="2674779"/>
                  <a:pt x="642299" y="2591083"/>
                  <a:pt x="818123" y="2445419"/>
                </a:cubicBezTo>
                <a:cubicBezTo>
                  <a:pt x="993947" y="2299755"/>
                  <a:pt x="1016036" y="2279928"/>
                  <a:pt x="1055051" y="2180015"/>
                </a:cubicBezTo>
                <a:cubicBezTo>
                  <a:pt x="1094066" y="2080102"/>
                  <a:pt x="1049792" y="2010573"/>
                  <a:pt x="1107840" y="1933962"/>
                </a:cubicBezTo>
                <a:cubicBezTo>
                  <a:pt x="1165888" y="1857351"/>
                  <a:pt x="1322356" y="1810525"/>
                  <a:pt x="1403341" y="1720351"/>
                </a:cubicBezTo>
                <a:cubicBezTo>
                  <a:pt x="1484326" y="1630177"/>
                  <a:pt x="1494347" y="1461437"/>
                  <a:pt x="1593753" y="1392920"/>
                </a:cubicBezTo>
                <a:cubicBezTo>
                  <a:pt x="1693159" y="1324403"/>
                  <a:pt x="1848163" y="1322003"/>
                  <a:pt x="1999779" y="1309250"/>
                </a:cubicBezTo>
                <a:cubicBezTo>
                  <a:pt x="2151395" y="1296497"/>
                  <a:pt x="2383916" y="1336308"/>
                  <a:pt x="2503448" y="1316403"/>
                </a:cubicBezTo>
                <a:cubicBezTo>
                  <a:pt x="2622980" y="1296498"/>
                  <a:pt x="2651899" y="1230285"/>
                  <a:pt x="2716970" y="1189819"/>
                </a:cubicBezTo>
                <a:cubicBezTo>
                  <a:pt x="2782041" y="1149353"/>
                  <a:pt x="2859698" y="1142782"/>
                  <a:pt x="2893873" y="1073608"/>
                </a:cubicBezTo>
                <a:cubicBezTo>
                  <a:pt x="2928048" y="1004434"/>
                  <a:pt x="2894349" y="896049"/>
                  <a:pt x="2922020" y="774774"/>
                </a:cubicBezTo>
                <a:cubicBezTo>
                  <a:pt x="2949691" y="653499"/>
                  <a:pt x="2943665" y="466285"/>
                  <a:pt x="3059901" y="345959"/>
                </a:cubicBezTo>
                <a:cubicBezTo>
                  <a:pt x="3119335" y="214423"/>
                  <a:pt x="3416175" y="108400"/>
                  <a:pt x="3576078" y="32598"/>
                </a:cubicBezTo>
                <a:cubicBezTo>
                  <a:pt x="3733019" y="-82995"/>
                  <a:pt x="4025132" y="150075"/>
                  <a:pt x="4073608" y="97587"/>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4" name="Freeform: Shape 23">
            <a:extLst>
              <a:ext uri="{FF2B5EF4-FFF2-40B4-BE49-F238E27FC236}">
                <a16:creationId xmlns:a16="http://schemas.microsoft.com/office/drawing/2014/main" id="{DFBA8E2D-8226-A511-713C-923B842DF9BC}"/>
              </a:ext>
            </a:extLst>
          </p:cNvPr>
          <p:cNvSpPr/>
          <p:nvPr userDrawn="1"/>
        </p:nvSpPr>
        <p:spPr>
          <a:xfrm rot="13326689">
            <a:off x="-108512" y="3717693"/>
            <a:ext cx="1344004" cy="803330"/>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824319 w 1415656"/>
              <a:gd name="connsiteY0" fmla="*/ 0 h 714278"/>
              <a:gd name="connsiteX1" fmla="*/ 814737 w 1415656"/>
              <a:gd name="connsiteY1" fmla="*/ 101485 h 714278"/>
              <a:gd name="connsiteX2" fmla="*/ 723590 w 1415656"/>
              <a:gd name="connsiteY2" fmla="*/ 178305 h 714278"/>
              <a:gd name="connsiteX3" fmla="*/ 523245 w 1415656"/>
              <a:gd name="connsiteY3" fmla="*/ 215076 h 714278"/>
              <a:gd name="connsiteX4" fmla="*/ 233130 w 1415656"/>
              <a:gd name="connsiteY4" fmla="*/ 185413 h 714278"/>
              <a:gd name="connsiteX5" fmla="*/ 93 w 1415656"/>
              <a:gd name="connsiteY5" fmla="*/ 297695 h 714278"/>
              <a:gd name="connsiteX6" fmla="*/ 225642 w 1415656"/>
              <a:gd name="connsiteY6" fmla="*/ 553153 h 714278"/>
              <a:gd name="connsiteX7" fmla="*/ 482806 w 1415656"/>
              <a:gd name="connsiteY7" fmla="*/ 702503 h 714278"/>
              <a:gd name="connsiteX8" fmla="*/ 872440 w 1415656"/>
              <a:gd name="connsiteY8" fmla="*/ 688743 h 714278"/>
              <a:gd name="connsiteX9" fmla="*/ 1136691 w 1415656"/>
              <a:gd name="connsiteY9" fmla="*/ 620155 h 714278"/>
              <a:gd name="connsiteX10" fmla="*/ 1415656 w 1415656"/>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176782 w 1359308"/>
              <a:gd name="connsiteY4" fmla="*/ 185413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714278"/>
              <a:gd name="connsiteX1" fmla="*/ 758389 w 1359308"/>
              <a:gd name="connsiteY1" fmla="*/ 101485 h 714278"/>
              <a:gd name="connsiteX2" fmla="*/ 667242 w 1359308"/>
              <a:gd name="connsiteY2" fmla="*/ 178305 h 714278"/>
              <a:gd name="connsiteX3" fmla="*/ 466897 w 1359308"/>
              <a:gd name="connsiteY3" fmla="*/ 215076 h 714278"/>
              <a:gd name="connsiteX4" fmla="*/ 205580 w 1359308"/>
              <a:gd name="connsiteY4" fmla="*/ 229328 h 714278"/>
              <a:gd name="connsiteX5" fmla="*/ 147 w 1359308"/>
              <a:gd name="connsiteY5" fmla="*/ 350843 h 714278"/>
              <a:gd name="connsiteX6" fmla="*/ 169294 w 1359308"/>
              <a:gd name="connsiteY6" fmla="*/ 553153 h 714278"/>
              <a:gd name="connsiteX7" fmla="*/ 426458 w 1359308"/>
              <a:gd name="connsiteY7" fmla="*/ 702503 h 714278"/>
              <a:gd name="connsiteX8" fmla="*/ 816092 w 1359308"/>
              <a:gd name="connsiteY8" fmla="*/ 688743 h 714278"/>
              <a:gd name="connsiteX9" fmla="*/ 1080343 w 1359308"/>
              <a:gd name="connsiteY9" fmla="*/ 620155 h 714278"/>
              <a:gd name="connsiteX10" fmla="*/ 1359308 w 1359308"/>
              <a:gd name="connsiteY10" fmla="*/ 612886 h 714278"/>
              <a:gd name="connsiteX0" fmla="*/ 767971 w 1359308"/>
              <a:gd name="connsiteY0" fmla="*/ 0 h 699040"/>
              <a:gd name="connsiteX1" fmla="*/ 758389 w 1359308"/>
              <a:gd name="connsiteY1" fmla="*/ 101485 h 699040"/>
              <a:gd name="connsiteX2" fmla="*/ 667242 w 1359308"/>
              <a:gd name="connsiteY2" fmla="*/ 178305 h 699040"/>
              <a:gd name="connsiteX3" fmla="*/ 466897 w 1359308"/>
              <a:gd name="connsiteY3" fmla="*/ 215076 h 699040"/>
              <a:gd name="connsiteX4" fmla="*/ 205580 w 1359308"/>
              <a:gd name="connsiteY4" fmla="*/ 229328 h 699040"/>
              <a:gd name="connsiteX5" fmla="*/ 147 w 1359308"/>
              <a:gd name="connsiteY5" fmla="*/ 350843 h 699040"/>
              <a:gd name="connsiteX6" fmla="*/ 169294 w 1359308"/>
              <a:gd name="connsiteY6" fmla="*/ 553153 h 699040"/>
              <a:gd name="connsiteX7" fmla="*/ 427365 w 1359308"/>
              <a:gd name="connsiteY7" fmla="*/ 684317 h 699040"/>
              <a:gd name="connsiteX8" fmla="*/ 816092 w 1359308"/>
              <a:gd name="connsiteY8" fmla="*/ 688743 h 699040"/>
              <a:gd name="connsiteX9" fmla="*/ 1080343 w 1359308"/>
              <a:gd name="connsiteY9" fmla="*/ 620155 h 699040"/>
              <a:gd name="connsiteX10" fmla="*/ 1359308 w 1359308"/>
              <a:gd name="connsiteY10" fmla="*/ 612886 h 699040"/>
              <a:gd name="connsiteX0" fmla="*/ 767971 w 1359308"/>
              <a:gd name="connsiteY0" fmla="*/ 0 h 699229"/>
              <a:gd name="connsiteX1" fmla="*/ 758389 w 1359308"/>
              <a:gd name="connsiteY1" fmla="*/ 101485 h 699229"/>
              <a:gd name="connsiteX2" fmla="*/ 667242 w 1359308"/>
              <a:gd name="connsiteY2" fmla="*/ 178305 h 699229"/>
              <a:gd name="connsiteX3" fmla="*/ 466897 w 1359308"/>
              <a:gd name="connsiteY3" fmla="*/ 215076 h 699229"/>
              <a:gd name="connsiteX4" fmla="*/ 205580 w 1359308"/>
              <a:gd name="connsiteY4" fmla="*/ 229328 h 699229"/>
              <a:gd name="connsiteX5" fmla="*/ 147 w 1359308"/>
              <a:gd name="connsiteY5" fmla="*/ 350843 h 699229"/>
              <a:gd name="connsiteX6" fmla="*/ 169294 w 1359308"/>
              <a:gd name="connsiteY6" fmla="*/ 553153 h 699229"/>
              <a:gd name="connsiteX7" fmla="*/ 427365 w 1359308"/>
              <a:gd name="connsiteY7" fmla="*/ 684317 h 699229"/>
              <a:gd name="connsiteX8" fmla="*/ 816092 w 1359308"/>
              <a:gd name="connsiteY8" fmla="*/ 688743 h 699229"/>
              <a:gd name="connsiteX9" fmla="*/ 1016772 w 1359308"/>
              <a:gd name="connsiteY9" fmla="*/ 616993 h 699229"/>
              <a:gd name="connsiteX10" fmla="*/ 1359308 w 1359308"/>
              <a:gd name="connsiteY10" fmla="*/ 612886 h 699229"/>
              <a:gd name="connsiteX0" fmla="*/ 900486 w 1359308"/>
              <a:gd name="connsiteY0" fmla="*/ 40174 h 604791"/>
              <a:gd name="connsiteX1" fmla="*/ 758389 w 1359308"/>
              <a:gd name="connsiteY1" fmla="*/ 7047 h 604791"/>
              <a:gd name="connsiteX2" fmla="*/ 667242 w 1359308"/>
              <a:gd name="connsiteY2" fmla="*/ 83867 h 604791"/>
              <a:gd name="connsiteX3" fmla="*/ 466897 w 1359308"/>
              <a:gd name="connsiteY3" fmla="*/ 120638 h 604791"/>
              <a:gd name="connsiteX4" fmla="*/ 205580 w 1359308"/>
              <a:gd name="connsiteY4" fmla="*/ 134890 h 604791"/>
              <a:gd name="connsiteX5" fmla="*/ 147 w 1359308"/>
              <a:gd name="connsiteY5" fmla="*/ 256405 h 604791"/>
              <a:gd name="connsiteX6" fmla="*/ 169294 w 1359308"/>
              <a:gd name="connsiteY6" fmla="*/ 458715 h 604791"/>
              <a:gd name="connsiteX7" fmla="*/ 427365 w 1359308"/>
              <a:gd name="connsiteY7" fmla="*/ 589879 h 604791"/>
              <a:gd name="connsiteX8" fmla="*/ 816092 w 1359308"/>
              <a:gd name="connsiteY8" fmla="*/ 594305 h 604791"/>
              <a:gd name="connsiteX9" fmla="*/ 1016772 w 1359308"/>
              <a:gd name="connsiteY9" fmla="*/ 522555 h 604791"/>
              <a:gd name="connsiteX10" fmla="*/ 1359308 w 1359308"/>
              <a:gd name="connsiteY10" fmla="*/ 518448 h 604791"/>
              <a:gd name="connsiteX0" fmla="*/ 900486 w 1359308"/>
              <a:gd name="connsiteY0" fmla="*/ 99184 h 663801"/>
              <a:gd name="connsiteX1" fmla="*/ 758389 w 1359308"/>
              <a:gd name="connsiteY1" fmla="*/ 66057 h 663801"/>
              <a:gd name="connsiteX2" fmla="*/ 509927 w 1359308"/>
              <a:gd name="connsiteY2" fmla="*/ 1883 h 663801"/>
              <a:gd name="connsiteX3" fmla="*/ 466897 w 1359308"/>
              <a:gd name="connsiteY3" fmla="*/ 179648 h 663801"/>
              <a:gd name="connsiteX4" fmla="*/ 205580 w 1359308"/>
              <a:gd name="connsiteY4" fmla="*/ 193900 h 663801"/>
              <a:gd name="connsiteX5" fmla="*/ 147 w 1359308"/>
              <a:gd name="connsiteY5" fmla="*/ 315415 h 663801"/>
              <a:gd name="connsiteX6" fmla="*/ 169294 w 1359308"/>
              <a:gd name="connsiteY6" fmla="*/ 517725 h 663801"/>
              <a:gd name="connsiteX7" fmla="*/ 427365 w 1359308"/>
              <a:gd name="connsiteY7" fmla="*/ 648889 h 663801"/>
              <a:gd name="connsiteX8" fmla="*/ 816092 w 1359308"/>
              <a:gd name="connsiteY8" fmla="*/ 653315 h 663801"/>
              <a:gd name="connsiteX9" fmla="*/ 1016772 w 1359308"/>
              <a:gd name="connsiteY9" fmla="*/ 581565 h 663801"/>
              <a:gd name="connsiteX10" fmla="*/ 1359308 w 1359308"/>
              <a:gd name="connsiteY10" fmla="*/ 577458 h 663801"/>
              <a:gd name="connsiteX0" fmla="*/ 900486 w 1359308"/>
              <a:gd name="connsiteY0" fmla="*/ 97783 h 662400"/>
              <a:gd name="connsiteX1" fmla="*/ 758389 w 1359308"/>
              <a:gd name="connsiteY1" fmla="*/ 64656 h 662400"/>
              <a:gd name="connsiteX2" fmla="*/ 509927 w 1359308"/>
              <a:gd name="connsiteY2" fmla="*/ 482 h 662400"/>
              <a:gd name="connsiteX3" fmla="*/ 344287 w 1359308"/>
              <a:gd name="connsiteY3" fmla="*/ 118744 h 662400"/>
              <a:gd name="connsiteX4" fmla="*/ 205580 w 1359308"/>
              <a:gd name="connsiteY4" fmla="*/ 192499 h 662400"/>
              <a:gd name="connsiteX5" fmla="*/ 147 w 1359308"/>
              <a:gd name="connsiteY5" fmla="*/ 314014 h 662400"/>
              <a:gd name="connsiteX6" fmla="*/ 169294 w 1359308"/>
              <a:gd name="connsiteY6" fmla="*/ 516324 h 662400"/>
              <a:gd name="connsiteX7" fmla="*/ 427365 w 1359308"/>
              <a:gd name="connsiteY7" fmla="*/ 647488 h 662400"/>
              <a:gd name="connsiteX8" fmla="*/ 816092 w 1359308"/>
              <a:gd name="connsiteY8" fmla="*/ 651914 h 662400"/>
              <a:gd name="connsiteX9" fmla="*/ 1016772 w 1359308"/>
              <a:gd name="connsiteY9" fmla="*/ 580164 h 662400"/>
              <a:gd name="connsiteX10" fmla="*/ 1359308 w 1359308"/>
              <a:gd name="connsiteY10" fmla="*/ 576057 h 662400"/>
              <a:gd name="connsiteX0" fmla="*/ 900486 w 1230763"/>
              <a:gd name="connsiteY0" fmla="*/ 97783 h 662400"/>
              <a:gd name="connsiteX1" fmla="*/ 758389 w 1230763"/>
              <a:gd name="connsiteY1" fmla="*/ 64656 h 662400"/>
              <a:gd name="connsiteX2" fmla="*/ 509927 w 1230763"/>
              <a:gd name="connsiteY2" fmla="*/ 482 h 662400"/>
              <a:gd name="connsiteX3" fmla="*/ 344287 w 1230763"/>
              <a:gd name="connsiteY3" fmla="*/ 118744 h 662400"/>
              <a:gd name="connsiteX4" fmla="*/ 205580 w 1230763"/>
              <a:gd name="connsiteY4" fmla="*/ 192499 h 662400"/>
              <a:gd name="connsiteX5" fmla="*/ 147 w 1230763"/>
              <a:gd name="connsiteY5" fmla="*/ 314014 h 662400"/>
              <a:gd name="connsiteX6" fmla="*/ 169294 w 1230763"/>
              <a:gd name="connsiteY6" fmla="*/ 516324 h 662400"/>
              <a:gd name="connsiteX7" fmla="*/ 427365 w 1230763"/>
              <a:gd name="connsiteY7" fmla="*/ 647488 h 662400"/>
              <a:gd name="connsiteX8" fmla="*/ 816092 w 1230763"/>
              <a:gd name="connsiteY8" fmla="*/ 651914 h 662400"/>
              <a:gd name="connsiteX9" fmla="*/ 1016772 w 1230763"/>
              <a:gd name="connsiteY9" fmla="*/ 580164 h 662400"/>
              <a:gd name="connsiteX10" fmla="*/ 1230763 w 1230763"/>
              <a:gd name="connsiteY10" fmla="*/ 564344 h 662400"/>
              <a:gd name="connsiteX0" fmla="*/ 900486 w 1230763"/>
              <a:gd name="connsiteY0" fmla="*/ 97412 h 662029"/>
              <a:gd name="connsiteX1" fmla="*/ 509927 w 1230763"/>
              <a:gd name="connsiteY1" fmla="*/ 111 h 662029"/>
              <a:gd name="connsiteX2" fmla="*/ 344287 w 1230763"/>
              <a:gd name="connsiteY2" fmla="*/ 118373 h 662029"/>
              <a:gd name="connsiteX3" fmla="*/ 205580 w 1230763"/>
              <a:gd name="connsiteY3" fmla="*/ 192128 h 662029"/>
              <a:gd name="connsiteX4" fmla="*/ 147 w 1230763"/>
              <a:gd name="connsiteY4" fmla="*/ 313643 h 662029"/>
              <a:gd name="connsiteX5" fmla="*/ 169294 w 1230763"/>
              <a:gd name="connsiteY5" fmla="*/ 515953 h 662029"/>
              <a:gd name="connsiteX6" fmla="*/ 427365 w 1230763"/>
              <a:gd name="connsiteY6" fmla="*/ 647117 h 662029"/>
              <a:gd name="connsiteX7" fmla="*/ 816092 w 1230763"/>
              <a:gd name="connsiteY7" fmla="*/ 651543 h 662029"/>
              <a:gd name="connsiteX8" fmla="*/ 1016772 w 1230763"/>
              <a:gd name="connsiteY8" fmla="*/ 579793 h 662029"/>
              <a:gd name="connsiteX9" fmla="*/ 1230763 w 1230763"/>
              <a:gd name="connsiteY9" fmla="*/ 563973 h 662029"/>
              <a:gd name="connsiteX0" fmla="*/ 900486 w 1230763"/>
              <a:gd name="connsiteY0" fmla="*/ 124383 h 689000"/>
              <a:gd name="connsiteX1" fmla="*/ 544171 w 1230763"/>
              <a:gd name="connsiteY1" fmla="*/ 83 h 689000"/>
              <a:gd name="connsiteX2" fmla="*/ 344287 w 1230763"/>
              <a:gd name="connsiteY2" fmla="*/ 145344 h 689000"/>
              <a:gd name="connsiteX3" fmla="*/ 205580 w 1230763"/>
              <a:gd name="connsiteY3" fmla="*/ 219099 h 689000"/>
              <a:gd name="connsiteX4" fmla="*/ 147 w 1230763"/>
              <a:gd name="connsiteY4" fmla="*/ 340614 h 689000"/>
              <a:gd name="connsiteX5" fmla="*/ 169294 w 1230763"/>
              <a:gd name="connsiteY5" fmla="*/ 542924 h 689000"/>
              <a:gd name="connsiteX6" fmla="*/ 427365 w 1230763"/>
              <a:gd name="connsiteY6" fmla="*/ 674088 h 689000"/>
              <a:gd name="connsiteX7" fmla="*/ 816092 w 1230763"/>
              <a:gd name="connsiteY7" fmla="*/ 678514 h 689000"/>
              <a:gd name="connsiteX8" fmla="*/ 1016772 w 1230763"/>
              <a:gd name="connsiteY8" fmla="*/ 606764 h 689000"/>
              <a:gd name="connsiteX9" fmla="*/ 1230763 w 1230763"/>
              <a:gd name="connsiteY9" fmla="*/ 590944 h 689000"/>
              <a:gd name="connsiteX0" fmla="*/ 900486 w 1230763"/>
              <a:gd name="connsiteY0" fmla="*/ 124574 h 689191"/>
              <a:gd name="connsiteX1" fmla="*/ 544171 w 1230763"/>
              <a:gd name="connsiteY1" fmla="*/ 274 h 689191"/>
              <a:gd name="connsiteX2" fmla="*/ 344287 w 1230763"/>
              <a:gd name="connsiteY2" fmla="*/ 145535 h 689191"/>
              <a:gd name="connsiteX3" fmla="*/ 205580 w 1230763"/>
              <a:gd name="connsiteY3" fmla="*/ 219290 h 689191"/>
              <a:gd name="connsiteX4" fmla="*/ 147 w 1230763"/>
              <a:gd name="connsiteY4" fmla="*/ 340805 h 689191"/>
              <a:gd name="connsiteX5" fmla="*/ 169294 w 1230763"/>
              <a:gd name="connsiteY5" fmla="*/ 543115 h 689191"/>
              <a:gd name="connsiteX6" fmla="*/ 427365 w 1230763"/>
              <a:gd name="connsiteY6" fmla="*/ 674279 h 689191"/>
              <a:gd name="connsiteX7" fmla="*/ 816092 w 1230763"/>
              <a:gd name="connsiteY7" fmla="*/ 678705 h 689191"/>
              <a:gd name="connsiteX8" fmla="*/ 1016772 w 1230763"/>
              <a:gd name="connsiteY8" fmla="*/ 606955 h 689191"/>
              <a:gd name="connsiteX9" fmla="*/ 1230763 w 1230763"/>
              <a:gd name="connsiteY9" fmla="*/ 591135 h 689191"/>
              <a:gd name="connsiteX0" fmla="*/ 982303 w 1312580"/>
              <a:gd name="connsiteY0" fmla="*/ 124574 h 689191"/>
              <a:gd name="connsiteX1" fmla="*/ 625988 w 1312580"/>
              <a:gd name="connsiteY1" fmla="*/ 274 h 689191"/>
              <a:gd name="connsiteX2" fmla="*/ 426104 w 1312580"/>
              <a:gd name="connsiteY2" fmla="*/ 145535 h 689191"/>
              <a:gd name="connsiteX3" fmla="*/ 287397 w 1312580"/>
              <a:gd name="connsiteY3" fmla="*/ 219290 h 689191"/>
              <a:gd name="connsiteX4" fmla="*/ 81 w 1312580"/>
              <a:gd name="connsiteY4" fmla="*/ 402971 h 689191"/>
              <a:gd name="connsiteX5" fmla="*/ 251111 w 1312580"/>
              <a:gd name="connsiteY5" fmla="*/ 543115 h 689191"/>
              <a:gd name="connsiteX6" fmla="*/ 509182 w 1312580"/>
              <a:gd name="connsiteY6" fmla="*/ 674279 h 689191"/>
              <a:gd name="connsiteX7" fmla="*/ 897909 w 1312580"/>
              <a:gd name="connsiteY7" fmla="*/ 678705 h 689191"/>
              <a:gd name="connsiteX8" fmla="*/ 1098589 w 1312580"/>
              <a:gd name="connsiteY8" fmla="*/ 606955 h 689191"/>
              <a:gd name="connsiteX9" fmla="*/ 1312580 w 1312580"/>
              <a:gd name="connsiteY9" fmla="*/ 591135 h 689191"/>
              <a:gd name="connsiteX0" fmla="*/ 983598 w 1313875"/>
              <a:gd name="connsiteY0" fmla="*/ 124574 h 689191"/>
              <a:gd name="connsiteX1" fmla="*/ 627283 w 1313875"/>
              <a:gd name="connsiteY1" fmla="*/ 274 h 689191"/>
              <a:gd name="connsiteX2" fmla="*/ 427399 w 1313875"/>
              <a:gd name="connsiteY2" fmla="*/ 145535 h 689191"/>
              <a:gd name="connsiteX3" fmla="*/ 33456 w 1313875"/>
              <a:gd name="connsiteY3" fmla="*/ 246542 h 689191"/>
              <a:gd name="connsiteX4" fmla="*/ 1376 w 1313875"/>
              <a:gd name="connsiteY4" fmla="*/ 402971 h 689191"/>
              <a:gd name="connsiteX5" fmla="*/ 252406 w 1313875"/>
              <a:gd name="connsiteY5" fmla="*/ 543115 h 689191"/>
              <a:gd name="connsiteX6" fmla="*/ 510477 w 1313875"/>
              <a:gd name="connsiteY6" fmla="*/ 674279 h 689191"/>
              <a:gd name="connsiteX7" fmla="*/ 899204 w 1313875"/>
              <a:gd name="connsiteY7" fmla="*/ 678705 h 689191"/>
              <a:gd name="connsiteX8" fmla="*/ 1099884 w 1313875"/>
              <a:gd name="connsiteY8" fmla="*/ 606955 h 689191"/>
              <a:gd name="connsiteX9" fmla="*/ 1313875 w 1313875"/>
              <a:gd name="connsiteY9" fmla="*/ 591135 h 689191"/>
              <a:gd name="connsiteX0" fmla="*/ 1015060 w 1345337"/>
              <a:gd name="connsiteY0" fmla="*/ 124574 h 689191"/>
              <a:gd name="connsiteX1" fmla="*/ 658745 w 1345337"/>
              <a:gd name="connsiteY1" fmla="*/ 274 h 689191"/>
              <a:gd name="connsiteX2" fmla="*/ 458861 w 1345337"/>
              <a:gd name="connsiteY2" fmla="*/ 145535 h 689191"/>
              <a:gd name="connsiteX3" fmla="*/ 64918 w 1345337"/>
              <a:gd name="connsiteY3" fmla="*/ 246542 h 689191"/>
              <a:gd name="connsiteX4" fmla="*/ 32838 w 1345337"/>
              <a:gd name="connsiteY4" fmla="*/ 402971 h 689191"/>
              <a:gd name="connsiteX5" fmla="*/ 283868 w 1345337"/>
              <a:gd name="connsiteY5" fmla="*/ 543115 h 689191"/>
              <a:gd name="connsiteX6" fmla="*/ 541939 w 1345337"/>
              <a:gd name="connsiteY6" fmla="*/ 674279 h 689191"/>
              <a:gd name="connsiteX7" fmla="*/ 930666 w 1345337"/>
              <a:gd name="connsiteY7" fmla="*/ 678705 h 689191"/>
              <a:gd name="connsiteX8" fmla="*/ 1131346 w 1345337"/>
              <a:gd name="connsiteY8" fmla="*/ 606955 h 689191"/>
              <a:gd name="connsiteX9" fmla="*/ 1345337 w 1345337"/>
              <a:gd name="connsiteY9" fmla="*/ 591135 h 689191"/>
              <a:gd name="connsiteX0" fmla="*/ 1015060 w 1345337"/>
              <a:gd name="connsiteY0" fmla="*/ 124574 h 689191"/>
              <a:gd name="connsiteX1" fmla="*/ 658745 w 1345337"/>
              <a:gd name="connsiteY1" fmla="*/ 274 h 689191"/>
              <a:gd name="connsiteX2" fmla="*/ 458861 w 1345337"/>
              <a:gd name="connsiteY2" fmla="*/ 145535 h 689191"/>
              <a:gd name="connsiteX3" fmla="*/ 64918 w 1345337"/>
              <a:gd name="connsiteY3" fmla="*/ 246542 h 689191"/>
              <a:gd name="connsiteX4" fmla="*/ 32838 w 1345337"/>
              <a:gd name="connsiteY4" fmla="*/ 402971 h 689191"/>
              <a:gd name="connsiteX5" fmla="*/ 283868 w 1345337"/>
              <a:gd name="connsiteY5" fmla="*/ 543115 h 689191"/>
              <a:gd name="connsiteX6" fmla="*/ 541939 w 1345337"/>
              <a:gd name="connsiteY6" fmla="*/ 674279 h 689191"/>
              <a:gd name="connsiteX7" fmla="*/ 930666 w 1345337"/>
              <a:gd name="connsiteY7" fmla="*/ 678705 h 689191"/>
              <a:gd name="connsiteX8" fmla="*/ 1131346 w 1345337"/>
              <a:gd name="connsiteY8" fmla="*/ 606955 h 689191"/>
              <a:gd name="connsiteX9" fmla="*/ 1345337 w 1345337"/>
              <a:gd name="connsiteY9" fmla="*/ 591135 h 689191"/>
              <a:gd name="connsiteX0" fmla="*/ 1010486 w 1340763"/>
              <a:gd name="connsiteY0" fmla="*/ 124574 h 689191"/>
              <a:gd name="connsiteX1" fmla="*/ 654171 w 1340763"/>
              <a:gd name="connsiteY1" fmla="*/ 274 h 689191"/>
              <a:gd name="connsiteX2" fmla="*/ 454287 w 1340763"/>
              <a:gd name="connsiteY2" fmla="*/ 145535 h 689191"/>
              <a:gd name="connsiteX3" fmla="*/ 60344 w 1340763"/>
              <a:gd name="connsiteY3" fmla="*/ 246542 h 689191"/>
              <a:gd name="connsiteX4" fmla="*/ 28264 w 1340763"/>
              <a:gd name="connsiteY4" fmla="*/ 402971 h 689191"/>
              <a:gd name="connsiteX5" fmla="*/ 279294 w 1340763"/>
              <a:gd name="connsiteY5" fmla="*/ 543115 h 689191"/>
              <a:gd name="connsiteX6" fmla="*/ 537365 w 1340763"/>
              <a:gd name="connsiteY6" fmla="*/ 674279 h 689191"/>
              <a:gd name="connsiteX7" fmla="*/ 926092 w 1340763"/>
              <a:gd name="connsiteY7" fmla="*/ 678705 h 689191"/>
              <a:gd name="connsiteX8" fmla="*/ 1126772 w 1340763"/>
              <a:gd name="connsiteY8" fmla="*/ 606955 h 689191"/>
              <a:gd name="connsiteX9" fmla="*/ 1340763 w 1340763"/>
              <a:gd name="connsiteY9" fmla="*/ 591135 h 689191"/>
              <a:gd name="connsiteX0" fmla="*/ 1051884 w 1340763"/>
              <a:gd name="connsiteY0" fmla="*/ 3467 h 785334"/>
              <a:gd name="connsiteX1" fmla="*/ 654171 w 1340763"/>
              <a:gd name="connsiteY1" fmla="*/ 96417 h 785334"/>
              <a:gd name="connsiteX2" fmla="*/ 454287 w 1340763"/>
              <a:gd name="connsiteY2" fmla="*/ 241678 h 785334"/>
              <a:gd name="connsiteX3" fmla="*/ 60344 w 1340763"/>
              <a:gd name="connsiteY3" fmla="*/ 342685 h 785334"/>
              <a:gd name="connsiteX4" fmla="*/ 28264 w 1340763"/>
              <a:gd name="connsiteY4" fmla="*/ 499114 h 785334"/>
              <a:gd name="connsiteX5" fmla="*/ 279294 w 1340763"/>
              <a:gd name="connsiteY5" fmla="*/ 639258 h 785334"/>
              <a:gd name="connsiteX6" fmla="*/ 537365 w 1340763"/>
              <a:gd name="connsiteY6" fmla="*/ 770422 h 785334"/>
              <a:gd name="connsiteX7" fmla="*/ 926092 w 1340763"/>
              <a:gd name="connsiteY7" fmla="*/ 774848 h 785334"/>
              <a:gd name="connsiteX8" fmla="*/ 1126772 w 1340763"/>
              <a:gd name="connsiteY8" fmla="*/ 703098 h 785334"/>
              <a:gd name="connsiteX9" fmla="*/ 1340763 w 1340763"/>
              <a:gd name="connsiteY9" fmla="*/ 687278 h 785334"/>
              <a:gd name="connsiteX0" fmla="*/ 1051884 w 1340763"/>
              <a:gd name="connsiteY0" fmla="*/ 2553 h 784420"/>
              <a:gd name="connsiteX1" fmla="*/ 686044 w 1340763"/>
              <a:gd name="connsiteY1" fmla="*/ 127883 h 784420"/>
              <a:gd name="connsiteX2" fmla="*/ 454287 w 1340763"/>
              <a:gd name="connsiteY2" fmla="*/ 240764 h 784420"/>
              <a:gd name="connsiteX3" fmla="*/ 60344 w 1340763"/>
              <a:gd name="connsiteY3" fmla="*/ 341771 h 784420"/>
              <a:gd name="connsiteX4" fmla="*/ 28264 w 1340763"/>
              <a:gd name="connsiteY4" fmla="*/ 498200 h 784420"/>
              <a:gd name="connsiteX5" fmla="*/ 279294 w 1340763"/>
              <a:gd name="connsiteY5" fmla="*/ 638344 h 784420"/>
              <a:gd name="connsiteX6" fmla="*/ 537365 w 1340763"/>
              <a:gd name="connsiteY6" fmla="*/ 769508 h 784420"/>
              <a:gd name="connsiteX7" fmla="*/ 926092 w 1340763"/>
              <a:gd name="connsiteY7" fmla="*/ 773934 h 784420"/>
              <a:gd name="connsiteX8" fmla="*/ 1126772 w 1340763"/>
              <a:gd name="connsiteY8" fmla="*/ 702184 h 784420"/>
              <a:gd name="connsiteX9" fmla="*/ 1340763 w 1340763"/>
              <a:gd name="connsiteY9" fmla="*/ 686364 h 784420"/>
              <a:gd name="connsiteX0" fmla="*/ 1035879 w 1324758"/>
              <a:gd name="connsiteY0" fmla="*/ 2553 h 784420"/>
              <a:gd name="connsiteX1" fmla="*/ 670039 w 1324758"/>
              <a:gd name="connsiteY1" fmla="*/ 127883 h 784420"/>
              <a:gd name="connsiteX2" fmla="*/ 438282 w 1324758"/>
              <a:gd name="connsiteY2" fmla="*/ 240764 h 784420"/>
              <a:gd name="connsiteX3" fmla="*/ 122911 w 1324758"/>
              <a:gd name="connsiteY3" fmla="*/ 392784 h 784420"/>
              <a:gd name="connsiteX4" fmla="*/ 12259 w 1324758"/>
              <a:gd name="connsiteY4" fmla="*/ 498200 h 784420"/>
              <a:gd name="connsiteX5" fmla="*/ 263289 w 1324758"/>
              <a:gd name="connsiteY5" fmla="*/ 638344 h 784420"/>
              <a:gd name="connsiteX6" fmla="*/ 521360 w 1324758"/>
              <a:gd name="connsiteY6" fmla="*/ 769508 h 784420"/>
              <a:gd name="connsiteX7" fmla="*/ 910087 w 1324758"/>
              <a:gd name="connsiteY7" fmla="*/ 773934 h 784420"/>
              <a:gd name="connsiteX8" fmla="*/ 1110767 w 1324758"/>
              <a:gd name="connsiteY8" fmla="*/ 702184 h 784420"/>
              <a:gd name="connsiteX9" fmla="*/ 1324758 w 1324758"/>
              <a:gd name="connsiteY9" fmla="*/ 686364 h 784420"/>
              <a:gd name="connsiteX0" fmla="*/ 963548 w 1252427"/>
              <a:gd name="connsiteY0" fmla="*/ 2553 h 784420"/>
              <a:gd name="connsiteX1" fmla="*/ 597708 w 1252427"/>
              <a:gd name="connsiteY1" fmla="*/ 127883 h 784420"/>
              <a:gd name="connsiteX2" fmla="*/ 365951 w 1252427"/>
              <a:gd name="connsiteY2" fmla="*/ 240764 h 784420"/>
              <a:gd name="connsiteX3" fmla="*/ 50580 w 1252427"/>
              <a:gd name="connsiteY3" fmla="*/ 392784 h 784420"/>
              <a:gd name="connsiteX4" fmla="*/ 27079 w 1252427"/>
              <a:gd name="connsiteY4" fmla="*/ 493102 h 784420"/>
              <a:gd name="connsiteX5" fmla="*/ 190958 w 1252427"/>
              <a:gd name="connsiteY5" fmla="*/ 638344 h 784420"/>
              <a:gd name="connsiteX6" fmla="*/ 449029 w 1252427"/>
              <a:gd name="connsiteY6" fmla="*/ 769508 h 784420"/>
              <a:gd name="connsiteX7" fmla="*/ 837756 w 1252427"/>
              <a:gd name="connsiteY7" fmla="*/ 773934 h 784420"/>
              <a:gd name="connsiteX8" fmla="*/ 1038436 w 1252427"/>
              <a:gd name="connsiteY8" fmla="*/ 702184 h 784420"/>
              <a:gd name="connsiteX9" fmla="*/ 1252427 w 1252427"/>
              <a:gd name="connsiteY9" fmla="*/ 686364 h 784420"/>
              <a:gd name="connsiteX0" fmla="*/ 963548 w 1315073"/>
              <a:gd name="connsiteY0" fmla="*/ 2553 h 784420"/>
              <a:gd name="connsiteX1" fmla="*/ 597708 w 1315073"/>
              <a:gd name="connsiteY1" fmla="*/ 127883 h 784420"/>
              <a:gd name="connsiteX2" fmla="*/ 365951 w 1315073"/>
              <a:gd name="connsiteY2" fmla="*/ 240764 h 784420"/>
              <a:gd name="connsiteX3" fmla="*/ 50580 w 1315073"/>
              <a:gd name="connsiteY3" fmla="*/ 392784 h 784420"/>
              <a:gd name="connsiteX4" fmla="*/ 27079 w 1315073"/>
              <a:gd name="connsiteY4" fmla="*/ 493102 h 784420"/>
              <a:gd name="connsiteX5" fmla="*/ 190958 w 1315073"/>
              <a:gd name="connsiteY5" fmla="*/ 638344 h 784420"/>
              <a:gd name="connsiteX6" fmla="*/ 449029 w 1315073"/>
              <a:gd name="connsiteY6" fmla="*/ 769508 h 784420"/>
              <a:gd name="connsiteX7" fmla="*/ 837756 w 1315073"/>
              <a:gd name="connsiteY7" fmla="*/ 773934 h 784420"/>
              <a:gd name="connsiteX8" fmla="*/ 1038436 w 1315073"/>
              <a:gd name="connsiteY8" fmla="*/ 702184 h 784420"/>
              <a:gd name="connsiteX9" fmla="*/ 1315073 w 1315073"/>
              <a:gd name="connsiteY9" fmla="*/ 490701 h 784420"/>
              <a:gd name="connsiteX0" fmla="*/ 963548 w 1315073"/>
              <a:gd name="connsiteY0" fmla="*/ 2553 h 784420"/>
              <a:gd name="connsiteX1" fmla="*/ 597708 w 1315073"/>
              <a:gd name="connsiteY1" fmla="*/ 127883 h 784420"/>
              <a:gd name="connsiteX2" fmla="*/ 365951 w 1315073"/>
              <a:gd name="connsiteY2" fmla="*/ 240764 h 784420"/>
              <a:gd name="connsiteX3" fmla="*/ 50580 w 1315073"/>
              <a:gd name="connsiteY3" fmla="*/ 392784 h 784420"/>
              <a:gd name="connsiteX4" fmla="*/ 27079 w 1315073"/>
              <a:gd name="connsiteY4" fmla="*/ 493102 h 784420"/>
              <a:gd name="connsiteX5" fmla="*/ 190958 w 1315073"/>
              <a:gd name="connsiteY5" fmla="*/ 638344 h 784420"/>
              <a:gd name="connsiteX6" fmla="*/ 449029 w 1315073"/>
              <a:gd name="connsiteY6" fmla="*/ 769508 h 784420"/>
              <a:gd name="connsiteX7" fmla="*/ 837756 w 1315073"/>
              <a:gd name="connsiteY7" fmla="*/ 773934 h 784420"/>
              <a:gd name="connsiteX8" fmla="*/ 1038436 w 1315073"/>
              <a:gd name="connsiteY8" fmla="*/ 702184 h 784420"/>
              <a:gd name="connsiteX9" fmla="*/ 1315073 w 1315073"/>
              <a:gd name="connsiteY9" fmla="*/ 490701 h 784420"/>
              <a:gd name="connsiteX0" fmla="*/ 963548 w 1268157"/>
              <a:gd name="connsiteY0" fmla="*/ 2553 h 784420"/>
              <a:gd name="connsiteX1" fmla="*/ 597708 w 1268157"/>
              <a:gd name="connsiteY1" fmla="*/ 127883 h 784420"/>
              <a:gd name="connsiteX2" fmla="*/ 365951 w 1268157"/>
              <a:gd name="connsiteY2" fmla="*/ 240764 h 784420"/>
              <a:gd name="connsiteX3" fmla="*/ 50580 w 1268157"/>
              <a:gd name="connsiteY3" fmla="*/ 392784 h 784420"/>
              <a:gd name="connsiteX4" fmla="*/ 27079 w 1268157"/>
              <a:gd name="connsiteY4" fmla="*/ 493102 h 784420"/>
              <a:gd name="connsiteX5" fmla="*/ 190958 w 1268157"/>
              <a:gd name="connsiteY5" fmla="*/ 638344 h 784420"/>
              <a:gd name="connsiteX6" fmla="*/ 449029 w 1268157"/>
              <a:gd name="connsiteY6" fmla="*/ 769508 h 784420"/>
              <a:gd name="connsiteX7" fmla="*/ 837756 w 1268157"/>
              <a:gd name="connsiteY7" fmla="*/ 773934 h 784420"/>
              <a:gd name="connsiteX8" fmla="*/ 1038436 w 1268157"/>
              <a:gd name="connsiteY8" fmla="*/ 702184 h 784420"/>
              <a:gd name="connsiteX9" fmla="*/ 1268157 w 1268157"/>
              <a:gd name="connsiteY9" fmla="*/ 327788 h 784420"/>
              <a:gd name="connsiteX0" fmla="*/ 1005878 w 1268157"/>
              <a:gd name="connsiteY0" fmla="*/ 3889 h 735550"/>
              <a:gd name="connsiteX1" fmla="*/ 597708 w 1268157"/>
              <a:gd name="connsiteY1" fmla="*/ 79013 h 735550"/>
              <a:gd name="connsiteX2" fmla="*/ 365951 w 1268157"/>
              <a:gd name="connsiteY2" fmla="*/ 191894 h 735550"/>
              <a:gd name="connsiteX3" fmla="*/ 50580 w 1268157"/>
              <a:gd name="connsiteY3" fmla="*/ 343914 h 735550"/>
              <a:gd name="connsiteX4" fmla="*/ 27079 w 1268157"/>
              <a:gd name="connsiteY4" fmla="*/ 444232 h 735550"/>
              <a:gd name="connsiteX5" fmla="*/ 190958 w 1268157"/>
              <a:gd name="connsiteY5" fmla="*/ 589474 h 735550"/>
              <a:gd name="connsiteX6" fmla="*/ 449029 w 1268157"/>
              <a:gd name="connsiteY6" fmla="*/ 720638 h 735550"/>
              <a:gd name="connsiteX7" fmla="*/ 837756 w 1268157"/>
              <a:gd name="connsiteY7" fmla="*/ 725064 h 735550"/>
              <a:gd name="connsiteX8" fmla="*/ 1038436 w 1268157"/>
              <a:gd name="connsiteY8" fmla="*/ 653314 h 735550"/>
              <a:gd name="connsiteX9" fmla="*/ 1268157 w 1268157"/>
              <a:gd name="connsiteY9" fmla="*/ 278918 h 73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8157" h="735550">
                <a:moveTo>
                  <a:pt x="1005878" y="3889"/>
                </a:moveTo>
                <a:cubicBezTo>
                  <a:pt x="924512" y="-16382"/>
                  <a:pt x="704362" y="47679"/>
                  <a:pt x="597708" y="79013"/>
                </a:cubicBezTo>
                <a:cubicBezTo>
                  <a:pt x="491054" y="110347"/>
                  <a:pt x="457139" y="147744"/>
                  <a:pt x="365951" y="191894"/>
                </a:cubicBezTo>
                <a:cubicBezTo>
                  <a:pt x="274763" y="236044"/>
                  <a:pt x="107059" y="301858"/>
                  <a:pt x="50580" y="343914"/>
                </a:cubicBezTo>
                <a:cubicBezTo>
                  <a:pt x="-5899" y="385970"/>
                  <a:pt x="-17022" y="365035"/>
                  <a:pt x="27079" y="444232"/>
                </a:cubicBezTo>
                <a:cubicBezTo>
                  <a:pt x="54078" y="534878"/>
                  <a:pt x="120633" y="543406"/>
                  <a:pt x="190958" y="589474"/>
                </a:cubicBezTo>
                <a:cubicBezTo>
                  <a:pt x="261283" y="635542"/>
                  <a:pt x="341229" y="698040"/>
                  <a:pt x="449029" y="720638"/>
                </a:cubicBezTo>
                <a:cubicBezTo>
                  <a:pt x="556829" y="743236"/>
                  <a:pt x="739522" y="736285"/>
                  <a:pt x="837756" y="725064"/>
                </a:cubicBezTo>
                <a:cubicBezTo>
                  <a:pt x="935990" y="713843"/>
                  <a:pt x="947900" y="665957"/>
                  <a:pt x="1038436" y="653314"/>
                </a:cubicBezTo>
                <a:cubicBezTo>
                  <a:pt x="1128972" y="640671"/>
                  <a:pt x="1184682" y="431193"/>
                  <a:pt x="1268157" y="278918"/>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25" name="Freeform: Shape 24">
            <a:extLst>
              <a:ext uri="{FF2B5EF4-FFF2-40B4-BE49-F238E27FC236}">
                <a16:creationId xmlns:a16="http://schemas.microsoft.com/office/drawing/2014/main" id="{F8F1218C-E5C5-FEC0-8E93-2A2E16D64E3B}"/>
              </a:ext>
            </a:extLst>
          </p:cNvPr>
          <p:cNvSpPr/>
          <p:nvPr userDrawn="1"/>
        </p:nvSpPr>
        <p:spPr>
          <a:xfrm rot="12410406">
            <a:off x="-19716" y="3743346"/>
            <a:ext cx="802189" cy="492241"/>
          </a:xfrm>
          <a:custGeom>
            <a:avLst/>
            <a:gdLst>
              <a:gd name="connsiteX0" fmla="*/ 82791 w 1277212"/>
              <a:gd name="connsiteY0" fmla="*/ 500159 h 624113"/>
              <a:gd name="connsiteX1" fmla="*/ 391869 w 1277212"/>
              <a:gd name="connsiteY1" fmla="*/ 616801 h 624113"/>
              <a:gd name="connsiteX2" fmla="*/ 781503 w 1277212"/>
              <a:gd name="connsiteY2" fmla="*/ 603041 h 624113"/>
              <a:gd name="connsiteX3" fmla="*/ 1045754 w 1277212"/>
              <a:gd name="connsiteY3" fmla="*/ 534453 h 624113"/>
              <a:gd name="connsiteX4" fmla="*/ 1266876 w 1277212"/>
              <a:gd name="connsiteY4" fmla="*/ 467777 h 624113"/>
              <a:gd name="connsiteX5" fmla="*/ 1277212 w 1277212"/>
              <a:gd name="connsiteY5" fmla="*/ 465129 h 624113"/>
              <a:gd name="connsiteX6" fmla="*/ 933157 w 1277212"/>
              <a:gd name="connsiteY6" fmla="*/ 0 h 624113"/>
              <a:gd name="connsiteX7" fmla="*/ 893335 w 1277212"/>
              <a:gd name="connsiteY7" fmla="*/ 51311 h 624113"/>
              <a:gd name="connsiteX8" fmla="*/ 727905 w 1277212"/>
              <a:gd name="connsiteY8" fmla="*/ 152200 h 624113"/>
              <a:gd name="connsiteX9" fmla="*/ 432308 w 1277212"/>
              <a:gd name="connsiteY9" fmla="*/ 129374 h 624113"/>
              <a:gd name="connsiteX10" fmla="*/ 181538 w 1277212"/>
              <a:gd name="connsiteY10" fmla="*/ 49319 h 624113"/>
              <a:gd name="connsiteX11" fmla="*/ 20313 w 1277212"/>
              <a:gd name="connsiteY11" fmla="*/ 163668 h 624113"/>
              <a:gd name="connsiteX12" fmla="*/ 2448 w 1277212"/>
              <a:gd name="connsiteY12" fmla="*/ 305429 h 624113"/>
              <a:gd name="connsiteX13" fmla="*/ 82791 w 1277212"/>
              <a:gd name="connsiteY13" fmla="*/ 500159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13" fmla="*/ 1017704 w 1277212"/>
              <a:gd name="connsiteY13" fmla="*/ 64232 h 624113"/>
              <a:gd name="connsiteX0" fmla="*/ 933157 w 1277212"/>
              <a:gd name="connsiteY0" fmla="*/ 0 h 624113"/>
              <a:gd name="connsiteX1" fmla="*/ 893335 w 1277212"/>
              <a:gd name="connsiteY1" fmla="*/ 51311 h 624113"/>
              <a:gd name="connsiteX2" fmla="*/ 727905 w 1277212"/>
              <a:gd name="connsiteY2" fmla="*/ 152200 h 624113"/>
              <a:gd name="connsiteX3" fmla="*/ 432308 w 1277212"/>
              <a:gd name="connsiteY3" fmla="*/ 129374 h 624113"/>
              <a:gd name="connsiteX4" fmla="*/ 181538 w 1277212"/>
              <a:gd name="connsiteY4" fmla="*/ 49319 h 624113"/>
              <a:gd name="connsiteX5" fmla="*/ 20313 w 1277212"/>
              <a:gd name="connsiteY5" fmla="*/ 163668 h 624113"/>
              <a:gd name="connsiteX6" fmla="*/ 2448 w 1277212"/>
              <a:gd name="connsiteY6" fmla="*/ 305429 h 624113"/>
              <a:gd name="connsiteX7" fmla="*/ 82791 w 1277212"/>
              <a:gd name="connsiteY7" fmla="*/ 500159 h 624113"/>
              <a:gd name="connsiteX8" fmla="*/ 391869 w 1277212"/>
              <a:gd name="connsiteY8" fmla="*/ 616801 h 624113"/>
              <a:gd name="connsiteX9" fmla="*/ 781503 w 1277212"/>
              <a:gd name="connsiteY9" fmla="*/ 603041 h 624113"/>
              <a:gd name="connsiteX10" fmla="*/ 1045754 w 1277212"/>
              <a:gd name="connsiteY10" fmla="*/ 534453 h 624113"/>
              <a:gd name="connsiteX11" fmla="*/ 1266876 w 1277212"/>
              <a:gd name="connsiteY11" fmla="*/ 467777 h 624113"/>
              <a:gd name="connsiteX12" fmla="*/ 1277212 w 1277212"/>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51031 w 1346705"/>
              <a:gd name="connsiteY4" fmla="*/ 49319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02650 w 1346705"/>
              <a:gd name="connsiteY0" fmla="*/ 0 h 624113"/>
              <a:gd name="connsiteX1" fmla="*/ 962828 w 1346705"/>
              <a:gd name="connsiteY1" fmla="*/ 51311 h 624113"/>
              <a:gd name="connsiteX2" fmla="*/ 797398 w 1346705"/>
              <a:gd name="connsiteY2" fmla="*/ 152200 h 624113"/>
              <a:gd name="connsiteX3" fmla="*/ 501801 w 1346705"/>
              <a:gd name="connsiteY3" fmla="*/ 129374 h 624113"/>
              <a:gd name="connsiteX4" fmla="*/ 211686 w 1346705"/>
              <a:gd name="connsiteY4" fmla="*/ 99711 h 624113"/>
              <a:gd name="connsiteX5" fmla="*/ 89806 w 1346705"/>
              <a:gd name="connsiteY5" fmla="*/ 163668 h 624113"/>
              <a:gd name="connsiteX6" fmla="*/ 294 w 1346705"/>
              <a:gd name="connsiteY6" fmla="*/ 370439 h 624113"/>
              <a:gd name="connsiteX7" fmla="*/ 152284 w 1346705"/>
              <a:gd name="connsiteY7" fmla="*/ 500159 h 624113"/>
              <a:gd name="connsiteX8" fmla="*/ 461362 w 1346705"/>
              <a:gd name="connsiteY8" fmla="*/ 616801 h 624113"/>
              <a:gd name="connsiteX9" fmla="*/ 850996 w 1346705"/>
              <a:gd name="connsiteY9" fmla="*/ 603041 h 624113"/>
              <a:gd name="connsiteX10" fmla="*/ 1115247 w 1346705"/>
              <a:gd name="connsiteY10" fmla="*/ 534453 h 624113"/>
              <a:gd name="connsiteX11" fmla="*/ 1336369 w 1346705"/>
              <a:gd name="connsiteY11" fmla="*/ 467777 h 624113"/>
              <a:gd name="connsiteX12" fmla="*/ 1346705 w 1346705"/>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1030114 w 1374169"/>
              <a:gd name="connsiteY0" fmla="*/ 0 h 624113"/>
              <a:gd name="connsiteX1" fmla="*/ 990292 w 1374169"/>
              <a:gd name="connsiteY1" fmla="*/ 51311 h 624113"/>
              <a:gd name="connsiteX2" fmla="*/ 824862 w 1374169"/>
              <a:gd name="connsiteY2" fmla="*/ 152200 h 624113"/>
              <a:gd name="connsiteX3" fmla="*/ 529265 w 1374169"/>
              <a:gd name="connsiteY3" fmla="*/ 129374 h 624113"/>
              <a:gd name="connsiteX4" fmla="*/ 239150 w 1374169"/>
              <a:gd name="connsiteY4" fmla="*/ 99711 h 624113"/>
              <a:gd name="connsiteX5" fmla="*/ 6113 w 1374169"/>
              <a:gd name="connsiteY5" fmla="*/ 211993 h 624113"/>
              <a:gd name="connsiteX6" fmla="*/ 27758 w 1374169"/>
              <a:gd name="connsiteY6" fmla="*/ 370439 h 624113"/>
              <a:gd name="connsiteX7" fmla="*/ 179748 w 1374169"/>
              <a:gd name="connsiteY7" fmla="*/ 500159 h 624113"/>
              <a:gd name="connsiteX8" fmla="*/ 488826 w 1374169"/>
              <a:gd name="connsiteY8" fmla="*/ 616801 h 624113"/>
              <a:gd name="connsiteX9" fmla="*/ 878460 w 1374169"/>
              <a:gd name="connsiteY9" fmla="*/ 603041 h 624113"/>
              <a:gd name="connsiteX10" fmla="*/ 1142711 w 1374169"/>
              <a:gd name="connsiteY10" fmla="*/ 534453 h 624113"/>
              <a:gd name="connsiteX11" fmla="*/ 1363833 w 1374169"/>
              <a:gd name="connsiteY11" fmla="*/ 467777 h 624113"/>
              <a:gd name="connsiteX12" fmla="*/ 1374169 w 1374169"/>
              <a:gd name="connsiteY12" fmla="*/ 465129 h 624113"/>
              <a:gd name="connsiteX0" fmla="*/ 830339 w 1374169"/>
              <a:gd name="connsiteY0" fmla="*/ 0 h 709815"/>
              <a:gd name="connsiteX1" fmla="*/ 990292 w 1374169"/>
              <a:gd name="connsiteY1" fmla="*/ 137013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824862 w 1374169"/>
              <a:gd name="connsiteY2" fmla="*/ 237902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74169"/>
              <a:gd name="connsiteY0" fmla="*/ 0 h 709815"/>
              <a:gd name="connsiteX1" fmla="*/ 820757 w 1374169"/>
              <a:gd name="connsiteY1" fmla="*/ 101485 h 709815"/>
              <a:gd name="connsiteX2" fmla="*/ 729610 w 1374169"/>
              <a:gd name="connsiteY2" fmla="*/ 178305 h 709815"/>
              <a:gd name="connsiteX3" fmla="*/ 529265 w 1374169"/>
              <a:gd name="connsiteY3" fmla="*/ 215076 h 709815"/>
              <a:gd name="connsiteX4" fmla="*/ 239150 w 1374169"/>
              <a:gd name="connsiteY4" fmla="*/ 185413 h 709815"/>
              <a:gd name="connsiteX5" fmla="*/ 6113 w 1374169"/>
              <a:gd name="connsiteY5" fmla="*/ 297695 h 709815"/>
              <a:gd name="connsiteX6" fmla="*/ 27758 w 1374169"/>
              <a:gd name="connsiteY6" fmla="*/ 456141 h 709815"/>
              <a:gd name="connsiteX7" fmla="*/ 179748 w 1374169"/>
              <a:gd name="connsiteY7" fmla="*/ 585861 h 709815"/>
              <a:gd name="connsiteX8" fmla="*/ 488826 w 1374169"/>
              <a:gd name="connsiteY8" fmla="*/ 702503 h 709815"/>
              <a:gd name="connsiteX9" fmla="*/ 878460 w 1374169"/>
              <a:gd name="connsiteY9" fmla="*/ 688743 h 709815"/>
              <a:gd name="connsiteX10" fmla="*/ 1142711 w 1374169"/>
              <a:gd name="connsiteY10" fmla="*/ 620155 h 709815"/>
              <a:gd name="connsiteX11" fmla="*/ 1363833 w 1374169"/>
              <a:gd name="connsiteY11" fmla="*/ 553479 h 709815"/>
              <a:gd name="connsiteX12" fmla="*/ 1374169 w 1374169"/>
              <a:gd name="connsiteY12" fmla="*/ 550831 h 709815"/>
              <a:gd name="connsiteX0" fmla="*/ 830339 w 1363833"/>
              <a:gd name="connsiteY0" fmla="*/ 0 h 709815"/>
              <a:gd name="connsiteX1" fmla="*/ 820757 w 1363833"/>
              <a:gd name="connsiteY1" fmla="*/ 101485 h 709815"/>
              <a:gd name="connsiteX2" fmla="*/ 729610 w 1363833"/>
              <a:gd name="connsiteY2" fmla="*/ 178305 h 709815"/>
              <a:gd name="connsiteX3" fmla="*/ 529265 w 1363833"/>
              <a:gd name="connsiteY3" fmla="*/ 215076 h 709815"/>
              <a:gd name="connsiteX4" fmla="*/ 239150 w 1363833"/>
              <a:gd name="connsiteY4" fmla="*/ 185413 h 709815"/>
              <a:gd name="connsiteX5" fmla="*/ 6113 w 1363833"/>
              <a:gd name="connsiteY5" fmla="*/ 297695 h 709815"/>
              <a:gd name="connsiteX6" fmla="*/ 27758 w 1363833"/>
              <a:gd name="connsiteY6" fmla="*/ 456141 h 709815"/>
              <a:gd name="connsiteX7" fmla="*/ 179748 w 1363833"/>
              <a:gd name="connsiteY7" fmla="*/ 585861 h 709815"/>
              <a:gd name="connsiteX8" fmla="*/ 488826 w 1363833"/>
              <a:gd name="connsiteY8" fmla="*/ 702503 h 709815"/>
              <a:gd name="connsiteX9" fmla="*/ 878460 w 1363833"/>
              <a:gd name="connsiteY9" fmla="*/ 688743 h 709815"/>
              <a:gd name="connsiteX10" fmla="*/ 1142711 w 1363833"/>
              <a:gd name="connsiteY10" fmla="*/ 620155 h 709815"/>
              <a:gd name="connsiteX11" fmla="*/ 1363833 w 1363833"/>
              <a:gd name="connsiteY11" fmla="*/ 553479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815"/>
              <a:gd name="connsiteX1" fmla="*/ 820757 w 1421676"/>
              <a:gd name="connsiteY1" fmla="*/ 101485 h 709815"/>
              <a:gd name="connsiteX2" fmla="*/ 729610 w 1421676"/>
              <a:gd name="connsiteY2" fmla="*/ 178305 h 709815"/>
              <a:gd name="connsiteX3" fmla="*/ 529265 w 1421676"/>
              <a:gd name="connsiteY3" fmla="*/ 215076 h 709815"/>
              <a:gd name="connsiteX4" fmla="*/ 239150 w 1421676"/>
              <a:gd name="connsiteY4" fmla="*/ 185413 h 709815"/>
              <a:gd name="connsiteX5" fmla="*/ 6113 w 1421676"/>
              <a:gd name="connsiteY5" fmla="*/ 297695 h 709815"/>
              <a:gd name="connsiteX6" fmla="*/ 27758 w 1421676"/>
              <a:gd name="connsiteY6" fmla="*/ 456141 h 709815"/>
              <a:gd name="connsiteX7" fmla="*/ 179748 w 1421676"/>
              <a:gd name="connsiteY7" fmla="*/ 585861 h 709815"/>
              <a:gd name="connsiteX8" fmla="*/ 488826 w 1421676"/>
              <a:gd name="connsiteY8" fmla="*/ 702503 h 709815"/>
              <a:gd name="connsiteX9" fmla="*/ 878460 w 1421676"/>
              <a:gd name="connsiteY9" fmla="*/ 688743 h 709815"/>
              <a:gd name="connsiteX10" fmla="*/ 1142711 w 1421676"/>
              <a:gd name="connsiteY10" fmla="*/ 620155 h 709815"/>
              <a:gd name="connsiteX11" fmla="*/ 1421676 w 1421676"/>
              <a:gd name="connsiteY11" fmla="*/ 612886 h 709815"/>
              <a:gd name="connsiteX0" fmla="*/ 830339 w 1421676"/>
              <a:gd name="connsiteY0" fmla="*/ 0 h 709371"/>
              <a:gd name="connsiteX1" fmla="*/ 820757 w 1421676"/>
              <a:gd name="connsiteY1" fmla="*/ 101485 h 709371"/>
              <a:gd name="connsiteX2" fmla="*/ 729610 w 1421676"/>
              <a:gd name="connsiteY2" fmla="*/ 178305 h 709371"/>
              <a:gd name="connsiteX3" fmla="*/ 529265 w 1421676"/>
              <a:gd name="connsiteY3" fmla="*/ 215076 h 709371"/>
              <a:gd name="connsiteX4" fmla="*/ 239150 w 1421676"/>
              <a:gd name="connsiteY4" fmla="*/ 185413 h 709371"/>
              <a:gd name="connsiteX5" fmla="*/ 6113 w 1421676"/>
              <a:gd name="connsiteY5" fmla="*/ 297695 h 709371"/>
              <a:gd name="connsiteX6" fmla="*/ 27758 w 1421676"/>
              <a:gd name="connsiteY6" fmla="*/ 456141 h 709371"/>
              <a:gd name="connsiteX7" fmla="*/ 213119 w 1421676"/>
              <a:gd name="connsiteY7" fmla="*/ 620135 h 709371"/>
              <a:gd name="connsiteX8" fmla="*/ 488826 w 1421676"/>
              <a:gd name="connsiteY8" fmla="*/ 702503 h 709371"/>
              <a:gd name="connsiteX9" fmla="*/ 878460 w 1421676"/>
              <a:gd name="connsiteY9" fmla="*/ 688743 h 709371"/>
              <a:gd name="connsiteX10" fmla="*/ 1142711 w 1421676"/>
              <a:gd name="connsiteY10" fmla="*/ 620155 h 709371"/>
              <a:gd name="connsiteX11" fmla="*/ 1421676 w 1421676"/>
              <a:gd name="connsiteY11" fmla="*/ 612886 h 709371"/>
              <a:gd name="connsiteX0" fmla="*/ 824332 w 1415669"/>
              <a:gd name="connsiteY0" fmla="*/ 0 h 709371"/>
              <a:gd name="connsiteX1" fmla="*/ 814750 w 1415669"/>
              <a:gd name="connsiteY1" fmla="*/ 101485 h 709371"/>
              <a:gd name="connsiteX2" fmla="*/ 723603 w 1415669"/>
              <a:gd name="connsiteY2" fmla="*/ 178305 h 709371"/>
              <a:gd name="connsiteX3" fmla="*/ 523258 w 1415669"/>
              <a:gd name="connsiteY3" fmla="*/ 215076 h 709371"/>
              <a:gd name="connsiteX4" fmla="*/ 233143 w 1415669"/>
              <a:gd name="connsiteY4" fmla="*/ 185413 h 709371"/>
              <a:gd name="connsiteX5" fmla="*/ 106 w 1415669"/>
              <a:gd name="connsiteY5" fmla="*/ 297695 h 709371"/>
              <a:gd name="connsiteX6" fmla="*/ 207112 w 1415669"/>
              <a:gd name="connsiteY6" fmla="*/ 620135 h 709371"/>
              <a:gd name="connsiteX7" fmla="*/ 482819 w 1415669"/>
              <a:gd name="connsiteY7" fmla="*/ 702503 h 709371"/>
              <a:gd name="connsiteX8" fmla="*/ 872453 w 1415669"/>
              <a:gd name="connsiteY8" fmla="*/ 688743 h 709371"/>
              <a:gd name="connsiteX9" fmla="*/ 1136704 w 1415669"/>
              <a:gd name="connsiteY9" fmla="*/ 620155 h 709371"/>
              <a:gd name="connsiteX10" fmla="*/ 1415669 w 1415669"/>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30684 w 1613210"/>
              <a:gd name="connsiteY4" fmla="*/ 185413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73 w 1613210"/>
              <a:gd name="connsiteY0" fmla="*/ 0 h 709371"/>
              <a:gd name="connsiteX1" fmla="*/ 1012291 w 1613210"/>
              <a:gd name="connsiteY1" fmla="*/ 101485 h 709371"/>
              <a:gd name="connsiteX2" fmla="*/ 921144 w 1613210"/>
              <a:gd name="connsiteY2" fmla="*/ 178305 h 709371"/>
              <a:gd name="connsiteX3" fmla="*/ 720799 w 1613210"/>
              <a:gd name="connsiteY3" fmla="*/ 215076 h 709371"/>
              <a:gd name="connsiteX4" fmla="*/ 468809 w 1613210"/>
              <a:gd name="connsiteY4" fmla="*/ 264560 h 709371"/>
              <a:gd name="connsiteX5" fmla="*/ 43 w 1613210"/>
              <a:gd name="connsiteY5" fmla="*/ 414657 h 709371"/>
              <a:gd name="connsiteX6" fmla="*/ 404653 w 1613210"/>
              <a:gd name="connsiteY6" fmla="*/ 620135 h 709371"/>
              <a:gd name="connsiteX7" fmla="*/ 680360 w 1613210"/>
              <a:gd name="connsiteY7" fmla="*/ 702503 h 709371"/>
              <a:gd name="connsiteX8" fmla="*/ 1069994 w 1613210"/>
              <a:gd name="connsiteY8" fmla="*/ 688743 h 709371"/>
              <a:gd name="connsiteX9" fmla="*/ 1334245 w 1613210"/>
              <a:gd name="connsiteY9" fmla="*/ 620155 h 709371"/>
              <a:gd name="connsiteX10" fmla="*/ 1613210 w 1613210"/>
              <a:gd name="connsiteY10" fmla="*/ 612886 h 709371"/>
              <a:gd name="connsiteX0" fmla="*/ 1021896 w 1613233"/>
              <a:gd name="connsiteY0" fmla="*/ 0 h 707176"/>
              <a:gd name="connsiteX1" fmla="*/ 1012314 w 1613233"/>
              <a:gd name="connsiteY1" fmla="*/ 101485 h 707176"/>
              <a:gd name="connsiteX2" fmla="*/ 921167 w 1613233"/>
              <a:gd name="connsiteY2" fmla="*/ 178305 h 707176"/>
              <a:gd name="connsiteX3" fmla="*/ 720822 w 1613233"/>
              <a:gd name="connsiteY3" fmla="*/ 215076 h 707176"/>
              <a:gd name="connsiteX4" fmla="*/ 468832 w 1613233"/>
              <a:gd name="connsiteY4" fmla="*/ 264560 h 707176"/>
              <a:gd name="connsiteX5" fmla="*/ 66 w 1613233"/>
              <a:gd name="connsiteY5" fmla="*/ 414657 h 707176"/>
              <a:gd name="connsiteX6" fmla="*/ 284087 w 1613233"/>
              <a:gd name="connsiteY6" fmla="*/ 664236 h 707176"/>
              <a:gd name="connsiteX7" fmla="*/ 680383 w 1613233"/>
              <a:gd name="connsiteY7" fmla="*/ 702503 h 707176"/>
              <a:gd name="connsiteX8" fmla="*/ 1070017 w 1613233"/>
              <a:gd name="connsiteY8" fmla="*/ 688743 h 707176"/>
              <a:gd name="connsiteX9" fmla="*/ 1334268 w 1613233"/>
              <a:gd name="connsiteY9" fmla="*/ 620155 h 707176"/>
              <a:gd name="connsiteX10" fmla="*/ 1613233 w 1613233"/>
              <a:gd name="connsiteY10" fmla="*/ 612886 h 707176"/>
              <a:gd name="connsiteX0" fmla="*/ 1021896 w 1613233"/>
              <a:gd name="connsiteY0" fmla="*/ 0 h 714992"/>
              <a:gd name="connsiteX1" fmla="*/ 1012314 w 1613233"/>
              <a:gd name="connsiteY1" fmla="*/ 101485 h 714992"/>
              <a:gd name="connsiteX2" fmla="*/ 921167 w 1613233"/>
              <a:gd name="connsiteY2" fmla="*/ 178305 h 714992"/>
              <a:gd name="connsiteX3" fmla="*/ 720822 w 1613233"/>
              <a:gd name="connsiteY3" fmla="*/ 215076 h 714992"/>
              <a:gd name="connsiteX4" fmla="*/ 468832 w 1613233"/>
              <a:gd name="connsiteY4" fmla="*/ 264560 h 714992"/>
              <a:gd name="connsiteX5" fmla="*/ 66 w 1613233"/>
              <a:gd name="connsiteY5" fmla="*/ 414657 h 714992"/>
              <a:gd name="connsiteX6" fmla="*/ 284087 w 1613233"/>
              <a:gd name="connsiteY6" fmla="*/ 664236 h 714992"/>
              <a:gd name="connsiteX7" fmla="*/ 680383 w 1613233"/>
              <a:gd name="connsiteY7" fmla="*/ 702503 h 714992"/>
              <a:gd name="connsiteX8" fmla="*/ 989627 w 1613233"/>
              <a:gd name="connsiteY8" fmla="*/ 574186 h 714992"/>
              <a:gd name="connsiteX9" fmla="*/ 1334268 w 1613233"/>
              <a:gd name="connsiteY9" fmla="*/ 620155 h 714992"/>
              <a:gd name="connsiteX10" fmla="*/ 1613233 w 1613233"/>
              <a:gd name="connsiteY10" fmla="*/ 612886 h 714992"/>
              <a:gd name="connsiteX0" fmla="*/ 1200604 w 1613233"/>
              <a:gd name="connsiteY0" fmla="*/ 82059 h 613507"/>
              <a:gd name="connsiteX1" fmla="*/ 1012314 w 1613233"/>
              <a:gd name="connsiteY1" fmla="*/ 0 h 613507"/>
              <a:gd name="connsiteX2" fmla="*/ 921167 w 1613233"/>
              <a:gd name="connsiteY2" fmla="*/ 76820 h 613507"/>
              <a:gd name="connsiteX3" fmla="*/ 720822 w 1613233"/>
              <a:gd name="connsiteY3" fmla="*/ 113591 h 613507"/>
              <a:gd name="connsiteX4" fmla="*/ 468832 w 1613233"/>
              <a:gd name="connsiteY4" fmla="*/ 163075 h 613507"/>
              <a:gd name="connsiteX5" fmla="*/ 66 w 1613233"/>
              <a:gd name="connsiteY5" fmla="*/ 313172 h 613507"/>
              <a:gd name="connsiteX6" fmla="*/ 284087 w 1613233"/>
              <a:gd name="connsiteY6" fmla="*/ 562751 h 613507"/>
              <a:gd name="connsiteX7" fmla="*/ 680383 w 1613233"/>
              <a:gd name="connsiteY7" fmla="*/ 601018 h 613507"/>
              <a:gd name="connsiteX8" fmla="*/ 989627 w 1613233"/>
              <a:gd name="connsiteY8" fmla="*/ 472701 h 613507"/>
              <a:gd name="connsiteX9" fmla="*/ 1334268 w 1613233"/>
              <a:gd name="connsiteY9" fmla="*/ 518670 h 613507"/>
              <a:gd name="connsiteX10" fmla="*/ 1613233 w 1613233"/>
              <a:gd name="connsiteY10" fmla="*/ 511401 h 613507"/>
              <a:gd name="connsiteX0" fmla="*/ 1200604 w 1613233"/>
              <a:gd name="connsiteY0" fmla="*/ 5239 h 536687"/>
              <a:gd name="connsiteX1" fmla="*/ 921167 w 1613233"/>
              <a:gd name="connsiteY1" fmla="*/ 0 h 536687"/>
              <a:gd name="connsiteX2" fmla="*/ 720822 w 1613233"/>
              <a:gd name="connsiteY2" fmla="*/ 36771 h 536687"/>
              <a:gd name="connsiteX3" fmla="*/ 468832 w 1613233"/>
              <a:gd name="connsiteY3" fmla="*/ 86255 h 536687"/>
              <a:gd name="connsiteX4" fmla="*/ 66 w 1613233"/>
              <a:gd name="connsiteY4" fmla="*/ 236352 h 536687"/>
              <a:gd name="connsiteX5" fmla="*/ 284087 w 1613233"/>
              <a:gd name="connsiteY5" fmla="*/ 485931 h 536687"/>
              <a:gd name="connsiteX6" fmla="*/ 680383 w 1613233"/>
              <a:gd name="connsiteY6" fmla="*/ 524198 h 536687"/>
              <a:gd name="connsiteX7" fmla="*/ 989627 w 1613233"/>
              <a:gd name="connsiteY7" fmla="*/ 395881 h 536687"/>
              <a:gd name="connsiteX8" fmla="*/ 1334268 w 1613233"/>
              <a:gd name="connsiteY8" fmla="*/ 441850 h 536687"/>
              <a:gd name="connsiteX9" fmla="*/ 1613233 w 1613233"/>
              <a:gd name="connsiteY9" fmla="*/ 434581 h 536687"/>
              <a:gd name="connsiteX0" fmla="*/ 1134027 w 1613233"/>
              <a:gd name="connsiteY0" fmla="*/ 32791 h 536687"/>
              <a:gd name="connsiteX1" fmla="*/ 921167 w 1613233"/>
              <a:gd name="connsiteY1" fmla="*/ 0 h 536687"/>
              <a:gd name="connsiteX2" fmla="*/ 720822 w 1613233"/>
              <a:gd name="connsiteY2" fmla="*/ 36771 h 536687"/>
              <a:gd name="connsiteX3" fmla="*/ 468832 w 1613233"/>
              <a:gd name="connsiteY3" fmla="*/ 86255 h 536687"/>
              <a:gd name="connsiteX4" fmla="*/ 66 w 1613233"/>
              <a:gd name="connsiteY4" fmla="*/ 236352 h 536687"/>
              <a:gd name="connsiteX5" fmla="*/ 284087 w 1613233"/>
              <a:gd name="connsiteY5" fmla="*/ 485931 h 536687"/>
              <a:gd name="connsiteX6" fmla="*/ 680383 w 1613233"/>
              <a:gd name="connsiteY6" fmla="*/ 524198 h 536687"/>
              <a:gd name="connsiteX7" fmla="*/ 989627 w 1613233"/>
              <a:gd name="connsiteY7" fmla="*/ 395881 h 536687"/>
              <a:gd name="connsiteX8" fmla="*/ 1334268 w 1613233"/>
              <a:gd name="connsiteY8" fmla="*/ 441850 h 536687"/>
              <a:gd name="connsiteX9" fmla="*/ 1613233 w 1613233"/>
              <a:gd name="connsiteY9" fmla="*/ 434581 h 536687"/>
              <a:gd name="connsiteX0" fmla="*/ 1134027 w 1613233"/>
              <a:gd name="connsiteY0" fmla="*/ 207567 h 711463"/>
              <a:gd name="connsiteX1" fmla="*/ 921167 w 1613233"/>
              <a:gd name="connsiteY1" fmla="*/ 174776 h 711463"/>
              <a:gd name="connsiteX2" fmla="*/ 518410 w 1613233"/>
              <a:gd name="connsiteY2" fmla="*/ 715 h 711463"/>
              <a:gd name="connsiteX3" fmla="*/ 468832 w 1613233"/>
              <a:gd name="connsiteY3" fmla="*/ 261031 h 711463"/>
              <a:gd name="connsiteX4" fmla="*/ 66 w 1613233"/>
              <a:gd name="connsiteY4" fmla="*/ 411128 h 711463"/>
              <a:gd name="connsiteX5" fmla="*/ 284087 w 1613233"/>
              <a:gd name="connsiteY5" fmla="*/ 660707 h 711463"/>
              <a:gd name="connsiteX6" fmla="*/ 680383 w 1613233"/>
              <a:gd name="connsiteY6" fmla="*/ 698974 h 711463"/>
              <a:gd name="connsiteX7" fmla="*/ 989627 w 1613233"/>
              <a:gd name="connsiteY7" fmla="*/ 570657 h 711463"/>
              <a:gd name="connsiteX8" fmla="*/ 1334268 w 1613233"/>
              <a:gd name="connsiteY8" fmla="*/ 616626 h 711463"/>
              <a:gd name="connsiteX9" fmla="*/ 1613233 w 1613233"/>
              <a:gd name="connsiteY9" fmla="*/ 609357 h 711463"/>
              <a:gd name="connsiteX0" fmla="*/ 1134027 w 1613233"/>
              <a:gd name="connsiteY0" fmla="*/ 207489 h 711385"/>
              <a:gd name="connsiteX1" fmla="*/ 921167 w 1613233"/>
              <a:gd name="connsiteY1" fmla="*/ 174698 h 711385"/>
              <a:gd name="connsiteX2" fmla="*/ 518410 w 1613233"/>
              <a:gd name="connsiteY2" fmla="*/ 637 h 711385"/>
              <a:gd name="connsiteX3" fmla="*/ 273059 w 1613233"/>
              <a:gd name="connsiteY3" fmla="*/ 255791 h 711385"/>
              <a:gd name="connsiteX4" fmla="*/ 66 w 1613233"/>
              <a:gd name="connsiteY4" fmla="*/ 411050 h 711385"/>
              <a:gd name="connsiteX5" fmla="*/ 284087 w 1613233"/>
              <a:gd name="connsiteY5" fmla="*/ 660629 h 711385"/>
              <a:gd name="connsiteX6" fmla="*/ 680383 w 1613233"/>
              <a:gd name="connsiteY6" fmla="*/ 698896 h 711385"/>
              <a:gd name="connsiteX7" fmla="*/ 989627 w 1613233"/>
              <a:gd name="connsiteY7" fmla="*/ 570579 h 711385"/>
              <a:gd name="connsiteX8" fmla="*/ 1334268 w 1613233"/>
              <a:gd name="connsiteY8" fmla="*/ 616548 h 711385"/>
              <a:gd name="connsiteX9" fmla="*/ 1613233 w 1613233"/>
              <a:gd name="connsiteY9" fmla="*/ 609279 h 711385"/>
              <a:gd name="connsiteX0" fmla="*/ 1134027 w 1334267"/>
              <a:gd name="connsiteY0" fmla="*/ 207489 h 711385"/>
              <a:gd name="connsiteX1" fmla="*/ 921167 w 1334267"/>
              <a:gd name="connsiteY1" fmla="*/ 174698 h 711385"/>
              <a:gd name="connsiteX2" fmla="*/ 518410 w 1334267"/>
              <a:gd name="connsiteY2" fmla="*/ 637 h 711385"/>
              <a:gd name="connsiteX3" fmla="*/ 273059 w 1334267"/>
              <a:gd name="connsiteY3" fmla="*/ 255791 h 711385"/>
              <a:gd name="connsiteX4" fmla="*/ 66 w 1334267"/>
              <a:gd name="connsiteY4" fmla="*/ 411050 h 711385"/>
              <a:gd name="connsiteX5" fmla="*/ 284087 w 1334267"/>
              <a:gd name="connsiteY5" fmla="*/ 660629 h 711385"/>
              <a:gd name="connsiteX6" fmla="*/ 680383 w 1334267"/>
              <a:gd name="connsiteY6" fmla="*/ 698896 h 711385"/>
              <a:gd name="connsiteX7" fmla="*/ 989627 w 1334267"/>
              <a:gd name="connsiteY7" fmla="*/ 570579 h 711385"/>
              <a:gd name="connsiteX8" fmla="*/ 1334268 w 1334267"/>
              <a:gd name="connsiteY8" fmla="*/ 616548 h 711385"/>
              <a:gd name="connsiteX0" fmla="*/ 1134027 w 1311563"/>
              <a:gd name="connsiteY0" fmla="*/ 207489 h 711385"/>
              <a:gd name="connsiteX1" fmla="*/ 921167 w 1311563"/>
              <a:gd name="connsiteY1" fmla="*/ 174698 h 711385"/>
              <a:gd name="connsiteX2" fmla="*/ 518410 w 1311563"/>
              <a:gd name="connsiteY2" fmla="*/ 637 h 711385"/>
              <a:gd name="connsiteX3" fmla="*/ 273059 w 1311563"/>
              <a:gd name="connsiteY3" fmla="*/ 255791 h 711385"/>
              <a:gd name="connsiteX4" fmla="*/ 66 w 1311563"/>
              <a:gd name="connsiteY4" fmla="*/ 411050 h 711385"/>
              <a:gd name="connsiteX5" fmla="*/ 284087 w 1311563"/>
              <a:gd name="connsiteY5" fmla="*/ 660629 h 711385"/>
              <a:gd name="connsiteX6" fmla="*/ 680383 w 1311563"/>
              <a:gd name="connsiteY6" fmla="*/ 698896 h 711385"/>
              <a:gd name="connsiteX7" fmla="*/ 989627 w 1311563"/>
              <a:gd name="connsiteY7" fmla="*/ 570579 h 711385"/>
              <a:gd name="connsiteX8" fmla="*/ 1311563 w 1311563"/>
              <a:gd name="connsiteY8" fmla="*/ 406221 h 711385"/>
              <a:gd name="connsiteX0" fmla="*/ 1134047 w 1311583"/>
              <a:gd name="connsiteY0" fmla="*/ 207489 h 703717"/>
              <a:gd name="connsiteX1" fmla="*/ 921187 w 1311583"/>
              <a:gd name="connsiteY1" fmla="*/ 174698 h 703717"/>
              <a:gd name="connsiteX2" fmla="*/ 518430 w 1311583"/>
              <a:gd name="connsiteY2" fmla="*/ 637 h 703717"/>
              <a:gd name="connsiteX3" fmla="*/ 273079 w 1311583"/>
              <a:gd name="connsiteY3" fmla="*/ 255791 h 703717"/>
              <a:gd name="connsiteX4" fmla="*/ 86 w 1311583"/>
              <a:gd name="connsiteY4" fmla="*/ 411050 h 703717"/>
              <a:gd name="connsiteX5" fmla="*/ 284107 w 1311583"/>
              <a:gd name="connsiteY5" fmla="*/ 660629 h 703717"/>
              <a:gd name="connsiteX6" fmla="*/ 769611 w 1311583"/>
              <a:gd name="connsiteY6" fmla="*/ 695565 h 703717"/>
              <a:gd name="connsiteX7" fmla="*/ 989647 w 1311583"/>
              <a:gd name="connsiteY7" fmla="*/ 570579 h 703717"/>
              <a:gd name="connsiteX8" fmla="*/ 1311583 w 1311583"/>
              <a:gd name="connsiteY8" fmla="*/ 406221 h 703717"/>
              <a:gd name="connsiteX0" fmla="*/ 1134047 w 1311583"/>
              <a:gd name="connsiteY0" fmla="*/ 287040 h 783268"/>
              <a:gd name="connsiteX1" fmla="*/ 921187 w 1311583"/>
              <a:gd name="connsiteY1" fmla="*/ 254249 h 783268"/>
              <a:gd name="connsiteX2" fmla="*/ 465998 w 1311583"/>
              <a:gd name="connsiteY2" fmla="*/ 464 h 783268"/>
              <a:gd name="connsiteX3" fmla="*/ 273079 w 1311583"/>
              <a:gd name="connsiteY3" fmla="*/ 335342 h 783268"/>
              <a:gd name="connsiteX4" fmla="*/ 86 w 1311583"/>
              <a:gd name="connsiteY4" fmla="*/ 490601 h 783268"/>
              <a:gd name="connsiteX5" fmla="*/ 284107 w 1311583"/>
              <a:gd name="connsiteY5" fmla="*/ 740180 h 783268"/>
              <a:gd name="connsiteX6" fmla="*/ 769611 w 1311583"/>
              <a:gd name="connsiteY6" fmla="*/ 775116 h 783268"/>
              <a:gd name="connsiteX7" fmla="*/ 989647 w 1311583"/>
              <a:gd name="connsiteY7" fmla="*/ 650130 h 783268"/>
              <a:gd name="connsiteX8" fmla="*/ 1311583 w 1311583"/>
              <a:gd name="connsiteY8" fmla="*/ 485772 h 783268"/>
              <a:gd name="connsiteX0" fmla="*/ 1134047 w 1311583"/>
              <a:gd name="connsiteY0" fmla="*/ 287045 h 783273"/>
              <a:gd name="connsiteX1" fmla="*/ 854133 w 1311583"/>
              <a:gd name="connsiteY1" fmla="*/ 253822 h 783273"/>
              <a:gd name="connsiteX2" fmla="*/ 465998 w 1311583"/>
              <a:gd name="connsiteY2" fmla="*/ 469 h 783273"/>
              <a:gd name="connsiteX3" fmla="*/ 273079 w 1311583"/>
              <a:gd name="connsiteY3" fmla="*/ 335347 h 783273"/>
              <a:gd name="connsiteX4" fmla="*/ 86 w 1311583"/>
              <a:gd name="connsiteY4" fmla="*/ 490606 h 783273"/>
              <a:gd name="connsiteX5" fmla="*/ 284107 w 1311583"/>
              <a:gd name="connsiteY5" fmla="*/ 740185 h 783273"/>
              <a:gd name="connsiteX6" fmla="*/ 769611 w 1311583"/>
              <a:gd name="connsiteY6" fmla="*/ 775121 h 783273"/>
              <a:gd name="connsiteX7" fmla="*/ 989647 w 1311583"/>
              <a:gd name="connsiteY7" fmla="*/ 650135 h 783273"/>
              <a:gd name="connsiteX8" fmla="*/ 1311583 w 1311583"/>
              <a:gd name="connsiteY8" fmla="*/ 485777 h 783273"/>
              <a:gd name="connsiteX0" fmla="*/ 1134047 w 1311583"/>
              <a:gd name="connsiteY0" fmla="*/ 286767 h 782995"/>
              <a:gd name="connsiteX1" fmla="*/ 854133 w 1311583"/>
              <a:gd name="connsiteY1" fmla="*/ 253544 h 782995"/>
              <a:gd name="connsiteX2" fmla="*/ 465998 w 1311583"/>
              <a:gd name="connsiteY2" fmla="*/ 191 h 782995"/>
              <a:gd name="connsiteX3" fmla="*/ 208242 w 1311583"/>
              <a:gd name="connsiteY3" fmla="*/ 304719 h 782995"/>
              <a:gd name="connsiteX4" fmla="*/ 86 w 1311583"/>
              <a:gd name="connsiteY4" fmla="*/ 490328 h 782995"/>
              <a:gd name="connsiteX5" fmla="*/ 284107 w 1311583"/>
              <a:gd name="connsiteY5" fmla="*/ 739907 h 782995"/>
              <a:gd name="connsiteX6" fmla="*/ 769611 w 1311583"/>
              <a:gd name="connsiteY6" fmla="*/ 774843 h 782995"/>
              <a:gd name="connsiteX7" fmla="*/ 989647 w 1311583"/>
              <a:gd name="connsiteY7" fmla="*/ 649857 h 782995"/>
              <a:gd name="connsiteX8" fmla="*/ 1311583 w 1311583"/>
              <a:gd name="connsiteY8" fmla="*/ 485499 h 782995"/>
              <a:gd name="connsiteX0" fmla="*/ 1087070 w 1264606"/>
              <a:gd name="connsiteY0" fmla="*/ 286767 h 783361"/>
              <a:gd name="connsiteX1" fmla="*/ 807156 w 1264606"/>
              <a:gd name="connsiteY1" fmla="*/ 253544 h 783361"/>
              <a:gd name="connsiteX2" fmla="*/ 419021 w 1264606"/>
              <a:gd name="connsiteY2" fmla="*/ 191 h 783361"/>
              <a:gd name="connsiteX3" fmla="*/ 161265 w 1264606"/>
              <a:gd name="connsiteY3" fmla="*/ 304719 h 783361"/>
              <a:gd name="connsiteX4" fmla="*/ 114 w 1264606"/>
              <a:gd name="connsiteY4" fmla="*/ 480870 h 783361"/>
              <a:gd name="connsiteX5" fmla="*/ 237130 w 1264606"/>
              <a:gd name="connsiteY5" fmla="*/ 739907 h 783361"/>
              <a:gd name="connsiteX6" fmla="*/ 722634 w 1264606"/>
              <a:gd name="connsiteY6" fmla="*/ 774843 h 783361"/>
              <a:gd name="connsiteX7" fmla="*/ 942670 w 1264606"/>
              <a:gd name="connsiteY7" fmla="*/ 649857 h 783361"/>
              <a:gd name="connsiteX8" fmla="*/ 1264606 w 1264606"/>
              <a:gd name="connsiteY8" fmla="*/ 485499 h 783361"/>
              <a:gd name="connsiteX0" fmla="*/ 1087070 w 1318773"/>
              <a:gd name="connsiteY0" fmla="*/ 286767 h 783361"/>
              <a:gd name="connsiteX1" fmla="*/ 807156 w 1318773"/>
              <a:gd name="connsiteY1" fmla="*/ 253544 h 783361"/>
              <a:gd name="connsiteX2" fmla="*/ 419021 w 1318773"/>
              <a:gd name="connsiteY2" fmla="*/ 191 h 783361"/>
              <a:gd name="connsiteX3" fmla="*/ 161265 w 1318773"/>
              <a:gd name="connsiteY3" fmla="*/ 304719 h 783361"/>
              <a:gd name="connsiteX4" fmla="*/ 114 w 1318773"/>
              <a:gd name="connsiteY4" fmla="*/ 480870 h 783361"/>
              <a:gd name="connsiteX5" fmla="*/ 237130 w 1318773"/>
              <a:gd name="connsiteY5" fmla="*/ 739907 h 783361"/>
              <a:gd name="connsiteX6" fmla="*/ 722634 w 1318773"/>
              <a:gd name="connsiteY6" fmla="*/ 774843 h 783361"/>
              <a:gd name="connsiteX7" fmla="*/ 942670 w 1318773"/>
              <a:gd name="connsiteY7" fmla="*/ 649857 h 783361"/>
              <a:gd name="connsiteX8" fmla="*/ 1318773 w 1318773"/>
              <a:gd name="connsiteY8" fmla="*/ 507322 h 783361"/>
              <a:gd name="connsiteX0" fmla="*/ 1095157 w 1318773"/>
              <a:gd name="connsiteY0" fmla="*/ 280962 h 783361"/>
              <a:gd name="connsiteX1" fmla="*/ 807156 w 1318773"/>
              <a:gd name="connsiteY1" fmla="*/ 253544 h 783361"/>
              <a:gd name="connsiteX2" fmla="*/ 419021 w 1318773"/>
              <a:gd name="connsiteY2" fmla="*/ 191 h 783361"/>
              <a:gd name="connsiteX3" fmla="*/ 161265 w 1318773"/>
              <a:gd name="connsiteY3" fmla="*/ 304719 h 783361"/>
              <a:gd name="connsiteX4" fmla="*/ 114 w 1318773"/>
              <a:gd name="connsiteY4" fmla="*/ 480870 h 783361"/>
              <a:gd name="connsiteX5" fmla="*/ 237130 w 1318773"/>
              <a:gd name="connsiteY5" fmla="*/ 739907 h 783361"/>
              <a:gd name="connsiteX6" fmla="*/ 722634 w 1318773"/>
              <a:gd name="connsiteY6" fmla="*/ 774843 h 783361"/>
              <a:gd name="connsiteX7" fmla="*/ 942670 w 1318773"/>
              <a:gd name="connsiteY7" fmla="*/ 649857 h 783361"/>
              <a:gd name="connsiteX8" fmla="*/ 1318773 w 1318773"/>
              <a:gd name="connsiteY8" fmla="*/ 507322 h 783361"/>
              <a:gd name="connsiteX0" fmla="*/ 1095157 w 1318773"/>
              <a:gd name="connsiteY0" fmla="*/ 280962 h 783361"/>
              <a:gd name="connsiteX1" fmla="*/ 807156 w 1318773"/>
              <a:gd name="connsiteY1" fmla="*/ 253544 h 783361"/>
              <a:gd name="connsiteX2" fmla="*/ 419021 w 1318773"/>
              <a:gd name="connsiteY2" fmla="*/ 191 h 783361"/>
              <a:gd name="connsiteX3" fmla="*/ 161265 w 1318773"/>
              <a:gd name="connsiteY3" fmla="*/ 304719 h 783361"/>
              <a:gd name="connsiteX4" fmla="*/ 114 w 1318773"/>
              <a:gd name="connsiteY4" fmla="*/ 480870 h 783361"/>
              <a:gd name="connsiteX5" fmla="*/ 237130 w 1318773"/>
              <a:gd name="connsiteY5" fmla="*/ 739907 h 783361"/>
              <a:gd name="connsiteX6" fmla="*/ 722634 w 1318773"/>
              <a:gd name="connsiteY6" fmla="*/ 774843 h 783361"/>
              <a:gd name="connsiteX7" fmla="*/ 942670 w 1318773"/>
              <a:gd name="connsiteY7" fmla="*/ 649857 h 783361"/>
              <a:gd name="connsiteX8" fmla="*/ 1318773 w 1318773"/>
              <a:gd name="connsiteY8" fmla="*/ 507322 h 783361"/>
              <a:gd name="connsiteX0" fmla="*/ 1095157 w 1318773"/>
              <a:gd name="connsiteY0" fmla="*/ 27418 h 529817"/>
              <a:gd name="connsiteX1" fmla="*/ 807156 w 1318773"/>
              <a:gd name="connsiteY1" fmla="*/ 0 h 529817"/>
              <a:gd name="connsiteX2" fmla="*/ 161265 w 1318773"/>
              <a:gd name="connsiteY2" fmla="*/ 51175 h 529817"/>
              <a:gd name="connsiteX3" fmla="*/ 114 w 1318773"/>
              <a:gd name="connsiteY3" fmla="*/ 227326 h 529817"/>
              <a:gd name="connsiteX4" fmla="*/ 237130 w 1318773"/>
              <a:gd name="connsiteY4" fmla="*/ 486363 h 529817"/>
              <a:gd name="connsiteX5" fmla="*/ 722634 w 1318773"/>
              <a:gd name="connsiteY5" fmla="*/ 521299 h 529817"/>
              <a:gd name="connsiteX6" fmla="*/ 942670 w 1318773"/>
              <a:gd name="connsiteY6" fmla="*/ 396313 h 529817"/>
              <a:gd name="connsiteX7" fmla="*/ 1318773 w 1318773"/>
              <a:gd name="connsiteY7" fmla="*/ 253778 h 529817"/>
              <a:gd name="connsiteX0" fmla="*/ 1324721 w 1324721"/>
              <a:gd name="connsiteY0" fmla="*/ 0 h 715176"/>
              <a:gd name="connsiteX1" fmla="*/ 807156 w 1324721"/>
              <a:gd name="connsiteY1" fmla="*/ 185359 h 715176"/>
              <a:gd name="connsiteX2" fmla="*/ 161265 w 1324721"/>
              <a:gd name="connsiteY2" fmla="*/ 236534 h 715176"/>
              <a:gd name="connsiteX3" fmla="*/ 114 w 1324721"/>
              <a:gd name="connsiteY3" fmla="*/ 412685 h 715176"/>
              <a:gd name="connsiteX4" fmla="*/ 237130 w 1324721"/>
              <a:gd name="connsiteY4" fmla="*/ 671722 h 715176"/>
              <a:gd name="connsiteX5" fmla="*/ 722634 w 1324721"/>
              <a:gd name="connsiteY5" fmla="*/ 706658 h 715176"/>
              <a:gd name="connsiteX6" fmla="*/ 942670 w 1324721"/>
              <a:gd name="connsiteY6" fmla="*/ 581672 h 715176"/>
              <a:gd name="connsiteX7" fmla="*/ 1318773 w 1324721"/>
              <a:gd name="connsiteY7" fmla="*/ 439137 h 715176"/>
              <a:gd name="connsiteX0" fmla="*/ 1324721 w 1324721"/>
              <a:gd name="connsiteY0" fmla="*/ 31116 h 746292"/>
              <a:gd name="connsiteX1" fmla="*/ 605945 w 1324721"/>
              <a:gd name="connsiteY1" fmla="*/ 0 h 746292"/>
              <a:gd name="connsiteX2" fmla="*/ 161265 w 1324721"/>
              <a:gd name="connsiteY2" fmla="*/ 267650 h 746292"/>
              <a:gd name="connsiteX3" fmla="*/ 114 w 1324721"/>
              <a:gd name="connsiteY3" fmla="*/ 443801 h 746292"/>
              <a:gd name="connsiteX4" fmla="*/ 237130 w 1324721"/>
              <a:gd name="connsiteY4" fmla="*/ 702838 h 746292"/>
              <a:gd name="connsiteX5" fmla="*/ 722634 w 1324721"/>
              <a:gd name="connsiteY5" fmla="*/ 737774 h 746292"/>
              <a:gd name="connsiteX6" fmla="*/ 942670 w 1324721"/>
              <a:gd name="connsiteY6" fmla="*/ 612788 h 746292"/>
              <a:gd name="connsiteX7" fmla="*/ 1318773 w 1324721"/>
              <a:gd name="connsiteY7" fmla="*/ 470253 h 746292"/>
              <a:gd name="connsiteX0" fmla="*/ 1324721 w 1530837"/>
              <a:gd name="connsiteY0" fmla="*/ 31116 h 746292"/>
              <a:gd name="connsiteX1" fmla="*/ 605945 w 1530837"/>
              <a:gd name="connsiteY1" fmla="*/ 0 h 746292"/>
              <a:gd name="connsiteX2" fmla="*/ 161265 w 1530837"/>
              <a:gd name="connsiteY2" fmla="*/ 267650 h 746292"/>
              <a:gd name="connsiteX3" fmla="*/ 114 w 1530837"/>
              <a:gd name="connsiteY3" fmla="*/ 443801 h 746292"/>
              <a:gd name="connsiteX4" fmla="*/ 237130 w 1530837"/>
              <a:gd name="connsiteY4" fmla="*/ 702838 h 746292"/>
              <a:gd name="connsiteX5" fmla="*/ 722634 w 1530837"/>
              <a:gd name="connsiteY5" fmla="*/ 737774 h 746292"/>
              <a:gd name="connsiteX6" fmla="*/ 942670 w 1530837"/>
              <a:gd name="connsiteY6" fmla="*/ 612788 h 746292"/>
              <a:gd name="connsiteX7" fmla="*/ 1530837 w 1530837"/>
              <a:gd name="connsiteY7" fmla="*/ 227644 h 746292"/>
              <a:gd name="connsiteX0" fmla="*/ 1324721 w 1530837"/>
              <a:gd name="connsiteY0" fmla="*/ 31116 h 742251"/>
              <a:gd name="connsiteX1" fmla="*/ 605945 w 1530837"/>
              <a:gd name="connsiteY1" fmla="*/ 0 h 742251"/>
              <a:gd name="connsiteX2" fmla="*/ 161265 w 1530837"/>
              <a:gd name="connsiteY2" fmla="*/ 267650 h 742251"/>
              <a:gd name="connsiteX3" fmla="*/ 114 w 1530837"/>
              <a:gd name="connsiteY3" fmla="*/ 443801 h 742251"/>
              <a:gd name="connsiteX4" fmla="*/ 237130 w 1530837"/>
              <a:gd name="connsiteY4" fmla="*/ 702838 h 742251"/>
              <a:gd name="connsiteX5" fmla="*/ 722634 w 1530837"/>
              <a:gd name="connsiteY5" fmla="*/ 737774 h 742251"/>
              <a:gd name="connsiteX6" fmla="*/ 1192351 w 1530837"/>
              <a:gd name="connsiteY6" fmla="*/ 667477 h 742251"/>
              <a:gd name="connsiteX7" fmla="*/ 1530837 w 1530837"/>
              <a:gd name="connsiteY7" fmla="*/ 227644 h 742251"/>
              <a:gd name="connsiteX0" fmla="*/ 1324721 w 1530837"/>
              <a:gd name="connsiteY0" fmla="*/ 31116 h 742250"/>
              <a:gd name="connsiteX1" fmla="*/ 605945 w 1530837"/>
              <a:gd name="connsiteY1" fmla="*/ 0 h 742250"/>
              <a:gd name="connsiteX2" fmla="*/ 141806 w 1530837"/>
              <a:gd name="connsiteY2" fmla="*/ 211888 h 742250"/>
              <a:gd name="connsiteX3" fmla="*/ 114 w 1530837"/>
              <a:gd name="connsiteY3" fmla="*/ 443801 h 742250"/>
              <a:gd name="connsiteX4" fmla="*/ 237130 w 1530837"/>
              <a:gd name="connsiteY4" fmla="*/ 702838 h 742250"/>
              <a:gd name="connsiteX5" fmla="*/ 722634 w 1530837"/>
              <a:gd name="connsiteY5" fmla="*/ 737774 h 742250"/>
              <a:gd name="connsiteX6" fmla="*/ 1192351 w 1530837"/>
              <a:gd name="connsiteY6" fmla="*/ 667477 h 742250"/>
              <a:gd name="connsiteX7" fmla="*/ 1530837 w 1530837"/>
              <a:gd name="connsiteY7" fmla="*/ 227644 h 742250"/>
              <a:gd name="connsiteX0" fmla="*/ 1219633 w 1425749"/>
              <a:gd name="connsiteY0" fmla="*/ 31116 h 744884"/>
              <a:gd name="connsiteX1" fmla="*/ 500857 w 1425749"/>
              <a:gd name="connsiteY1" fmla="*/ 0 h 744884"/>
              <a:gd name="connsiteX2" fmla="*/ 36718 w 1425749"/>
              <a:gd name="connsiteY2" fmla="*/ 211888 h 744884"/>
              <a:gd name="connsiteX3" fmla="*/ 9858 w 1425749"/>
              <a:gd name="connsiteY3" fmla="*/ 387414 h 744884"/>
              <a:gd name="connsiteX4" fmla="*/ 132042 w 1425749"/>
              <a:gd name="connsiteY4" fmla="*/ 702838 h 744884"/>
              <a:gd name="connsiteX5" fmla="*/ 617546 w 1425749"/>
              <a:gd name="connsiteY5" fmla="*/ 737774 h 744884"/>
              <a:gd name="connsiteX6" fmla="*/ 1087263 w 1425749"/>
              <a:gd name="connsiteY6" fmla="*/ 667477 h 744884"/>
              <a:gd name="connsiteX7" fmla="*/ 1425749 w 1425749"/>
              <a:gd name="connsiteY7" fmla="*/ 227644 h 744884"/>
              <a:gd name="connsiteX0" fmla="*/ 1219633 w 1425749"/>
              <a:gd name="connsiteY0" fmla="*/ 31116 h 740557"/>
              <a:gd name="connsiteX1" fmla="*/ 500857 w 1425749"/>
              <a:gd name="connsiteY1" fmla="*/ 0 h 740557"/>
              <a:gd name="connsiteX2" fmla="*/ 36718 w 1425749"/>
              <a:gd name="connsiteY2" fmla="*/ 211888 h 740557"/>
              <a:gd name="connsiteX3" fmla="*/ 9858 w 1425749"/>
              <a:gd name="connsiteY3" fmla="*/ 387414 h 740557"/>
              <a:gd name="connsiteX4" fmla="*/ 242724 w 1425749"/>
              <a:gd name="connsiteY4" fmla="*/ 583171 h 740557"/>
              <a:gd name="connsiteX5" fmla="*/ 617546 w 1425749"/>
              <a:gd name="connsiteY5" fmla="*/ 737774 h 740557"/>
              <a:gd name="connsiteX6" fmla="*/ 1087263 w 1425749"/>
              <a:gd name="connsiteY6" fmla="*/ 667477 h 740557"/>
              <a:gd name="connsiteX7" fmla="*/ 1425749 w 1425749"/>
              <a:gd name="connsiteY7" fmla="*/ 227644 h 740557"/>
              <a:gd name="connsiteX0" fmla="*/ 1219633 w 1479890"/>
              <a:gd name="connsiteY0" fmla="*/ 31116 h 740557"/>
              <a:gd name="connsiteX1" fmla="*/ 500857 w 1479890"/>
              <a:gd name="connsiteY1" fmla="*/ 0 h 740557"/>
              <a:gd name="connsiteX2" fmla="*/ 36718 w 1479890"/>
              <a:gd name="connsiteY2" fmla="*/ 211888 h 740557"/>
              <a:gd name="connsiteX3" fmla="*/ 9858 w 1479890"/>
              <a:gd name="connsiteY3" fmla="*/ 387414 h 740557"/>
              <a:gd name="connsiteX4" fmla="*/ 242724 w 1479890"/>
              <a:gd name="connsiteY4" fmla="*/ 583171 h 740557"/>
              <a:gd name="connsiteX5" fmla="*/ 617546 w 1479890"/>
              <a:gd name="connsiteY5" fmla="*/ 737774 h 740557"/>
              <a:gd name="connsiteX6" fmla="*/ 1087263 w 1479890"/>
              <a:gd name="connsiteY6" fmla="*/ 667477 h 740557"/>
              <a:gd name="connsiteX7" fmla="*/ 1479890 w 1479890"/>
              <a:gd name="connsiteY7" fmla="*/ 313031 h 740557"/>
              <a:gd name="connsiteX0" fmla="*/ 1319524 w 1479890"/>
              <a:gd name="connsiteY0" fmla="*/ 56716 h 740557"/>
              <a:gd name="connsiteX1" fmla="*/ 500857 w 1479890"/>
              <a:gd name="connsiteY1" fmla="*/ 0 h 740557"/>
              <a:gd name="connsiteX2" fmla="*/ 36718 w 1479890"/>
              <a:gd name="connsiteY2" fmla="*/ 211888 h 740557"/>
              <a:gd name="connsiteX3" fmla="*/ 9858 w 1479890"/>
              <a:gd name="connsiteY3" fmla="*/ 387414 h 740557"/>
              <a:gd name="connsiteX4" fmla="*/ 242724 w 1479890"/>
              <a:gd name="connsiteY4" fmla="*/ 583171 h 740557"/>
              <a:gd name="connsiteX5" fmla="*/ 617546 w 1479890"/>
              <a:gd name="connsiteY5" fmla="*/ 737774 h 740557"/>
              <a:gd name="connsiteX6" fmla="*/ 1087263 w 1479890"/>
              <a:gd name="connsiteY6" fmla="*/ 667477 h 740557"/>
              <a:gd name="connsiteX7" fmla="*/ 1479890 w 1479890"/>
              <a:gd name="connsiteY7" fmla="*/ 313031 h 740557"/>
              <a:gd name="connsiteX0" fmla="*/ 1319524 w 1479890"/>
              <a:gd name="connsiteY0" fmla="*/ 56716 h 740557"/>
              <a:gd name="connsiteX1" fmla="*/ 500857 w 1479890"/>
              <a:gd name="connsiteY1" fmla="*/ 0 h 740557"/>
              <a:gd name="connsiteX2" fmla="*/ 36718 w 1479890"/>
              <a:gd name="connsiteY2" fmla="*/ 211888 h 740557"/>
              <a:gd name="connsiteX3" fmla="*/ 9858 w 1479890"/>
              <a:gd name="connsiteY3" fmla="*/ 387414 h 740557"/>
              <a:gd name="connsiteX4" fmla="*/ 242724 w 1479890"/>
              <a:gd name="connsiteY4" fmla="*/ 583171 h 740557"/>
              <a:gd name="connsiteX5" fmla="*/ 617546 w 1479890"/>
              <a:gd name="connsiteY5" fmla="*/ 737774 h 740557"/>
              <a:gd name="connsiteX6" fmla="*/ 1087263 w 1479890"/>
              <a:gd name="connsiteY6" fmla="*/ 667477 h 740557"/>
              <a:gd name="connsiteX7" fmla="*/ 1479890 w 1479890"/>
              <a:gd name="connsiteY7" fmla="*/ 313031 h 74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9890" h="740557">
                <a:moveTo>
                  <a:pt x="1319524" y="56716"/>
                </a:moveTo>
                <a:cubicBezTo>
                  <a:pt x="1136293" y="-2298"/>
                  <a:pt x="594003" y="1746"/>
                  <a:pt x="500857" y="0"/>
                </a:cubicBezTo>
                <a:cubicBezTo>
                  <a:pt x="345208" y="3960"/>
                  <a:pt x="118551" y="147319"/>
                  <a:pt x="36718" y="211888"/>
                </a:cubicBezTo>
                <a:cubicBezTo>
                  <a:pt x="-45115" y="276457"/>
                  <a:pt x="39813" y="322867"/>
                  <a:pt x="9858" y="387414"/>
                </a:cubicBezTo>
                <a:cubicBezTo>
                  <a:pt x="5520" y="459868"/>
                  <a:pt x="141443" y="524778"/>
                  <a:pt x="242724" y="583171"/>
                </a:cubicBezTo>
                <a:cubicBezTo>
                  <a:pt x="344005" y="641564"/>
                  <a:pt x="476790" y="723723"/>
                  <a:pt x="617546" y="737774"/>
                </a:cubicBezTo>
                <a:cubicBezTo>
                  <a:pt x="758302" y="751825"/>
                  <a:pt x="984182" y="710249"/>
                  <a:pt x="1087263" y="667477"/>
                </a:cubicBezTo>
                <a:cubicBezTo>
                  <a:pt x="1176808" y="651204"/>
                  <a:pt x="1375956" y="306581"/>
                  <a:pt x="1479890" y="313031"/>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Tree>
    <p:extLst>
      <p:ext uri="{BB962C8B-B14F-4D97-AF65-F5344CB8AC3E}">
        <p14:creationId xmlns:p14="http://schemas.microsoft.com/office/powerpoint/2010/main" val="248197822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C0663D-FF03-7C58-171F-7B6A88D38D01}"/>
              </a:ext>
            </a:extLst>
          </p:cNvPr>
          <p:cNvSpPr>
            <a:spLocks noGrp="1"/>
          </p:cNvSpPr>
          <p:nvPr>
            <p:ph type="title"/>
          </p:nvPr>
        </p:nvSpPr>
        <p:spPr>
          <a:xfrm>
            <a:off x="1714500" y="934187"/>
            <a:ext cx="9046265" cy="1145387"/>
          </a:xfrm>
        </p:spPr>
        <p:txBody>
          <a:bodyPr anchor="t">
            <a:noAutofit/>
          </a:bodyPr>
          <a:lstStyle>
            <a:lvl1pPr>
              <a:defRPr sz="4000"/>
            </a:lvl1pPr>
          </a:lstStyle>
          <a:p>
            <a:r>
              <a:rPr lang="en-US"/>
              <a:t>Click to edit Master title style</a:t>
            </a:r>
          </a:p>
        </p:txBody>
      </p:sp>
      <p:sp>
        <p:nvSpPr>
          <p:cNvPr id="4" name="Content Placeholder 3">
            <a:extLst>
              <a:ext uri="{FF2B5EF4-FFF2-40B4-BE49-F238E27FC236}">
                <a16:creationId xmlns:a16="http://schemas.microsoft.com/office/drawing/2014/main" id="{980A5936-BE3E-1FB8-E0B9-48E9F07616BA}"/>
              </a:ext>
            </a:extLst>
          </p:cNvPr>
          <p:cNvSpPr>
            <a:spLocks noGrp="1"/>
          </p:cNvSpPr>
          <p:nvPr>
            <p:ph sz="half" idx="2"/>
          </p:nvPr>
        </p:nvSpPr>
        <p:spPr>
          <a:xfrm>
            <a:off x="1714501" y="2200347"/>
            <a:ext cx="4322114" cy="3950046"/>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a:extLst>
              <a:ext uri="{FF2B5EF4-FFF2-40B4-BE49-F238E27FC236}">
                <a16:creationId xmlns:a16="http://schemas.microsoft.com/office/drawing/2014/main" id="{0CA7591F-39E4-222E-18E9-6259F798969B}"/>
              </a:ext>
            </a:extLst>
          </p:cNvPr>
          <p:cNvSpPr>
            <a:spLocks noGrp="1"/>
          </p:cNvSpPr>
          <p:nvPr>
            <p:ph sz="quarter" idx="4"/>
          </p:nvPr>
        </p:nvSpPr>
        <p:spPr>
          <a:xfrm>
            <a:off x="6417365" y="2200347"/>
            <a:ext cx="4343400" cy="3950046"/>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F88B41E-A33C-7D88-7F0A-B4D2173B5089}"/>
              </a:ext>
            </a:extLst>
          </p:cNvPr>
          <p:cNvSpPr>
            <a:spLocks noGrp="1"/>
          </p:cNvSpPr>
          <p:nvPr>
            <p:ph type="dt" sz="half" idx="10"/>
          </p:nvPr>
        </p:nvSpPr>
        <p:spPr>
          <a:xfrm>
            <a:off x="5105401" y="6418800"/>
            <a:ext cx="1981200" cy="294462"/>
          </a:xfrm>
          <a:prstGeom prst="rect">
            <a:avLst/>
          </a:prstGeom>
        </p:spPr>
        <p:txBody>
          <a:bodyPr/>
          <a:lstStyle/>
          <a:p>
            <a:fld id="{4A28627D-3C51-4CBE-9A51-8297D1C0D9B6}" type="datetime1">
              <a:rPr lang="en-US" smtClean="0"/>
              <a:t>3/25/2026</a:t>
            </a:fld>
            <a:endParaRPr lang="en-US"/>
          </a:p>
        </p:txBody>
      </p:sp>
      <p:sp>
        <p:nvSpPr>
          <p:cNvPr id="8" name="Footer Placeholder 7">
            <a:extLst>
              <a:ext uri="{FF2B5EF4-FFF2-40B4-BE49-F238E27FC236}">
                <a16:creationId xmlns:a16="http://schemas.microsoft.com/office/drawing/2014/main" id="{0D508E71-8EC9-15E9-BEFA-8FECB9AC6A78}"/>
              </a:ext>
            </a:extLst>
          </p:cNvPr>
          <p:cNvSpPr>
            <a:spLocks noGrp="1"/>
          </p:cNvSpPr>
          <p:nvPr>
            <p:ph type="ftr" sz="quarter" idx="11"/>
          </p:nvPr>
        </p:nvSpPr>
        <p:spPr/>
        <p:txBody>
          <a:bodyPr/>
          <a:lstStyle/>
          <a:p>
            <a:r>
              <a:rPr lang="en-US"/>
              <a:t>F25 Sales Meeting </a:t>
            </a:r>
          </a:p>
        </p:txBody>
      </p:sp>
      <p:sp>
        <p:nvSpPr>
          <p:cNvPr id="9" name="Slide Number Placeholder 8">
            <a:extLst>
              <a:ext uri="{FF2B5EF4-FFF2-40B4-BE49-F238E27FC236}">
                <a16:creationId xmlns:a16="http://schemas.microsoft.com/office/drawing/2014/main" id="{9448D409-A54E-5C69-BC5C-A2768CDDA95B}"/>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14" name="Freeform: Shape 13">
            <a:extLst>
              <a:ext uri="{FF2B5EF4-FFF2-40B4-BE49-F238E27FC236}">
                <a16:creationId xmlns:a16="http://schemas.microsoft.com/office/drawing/2014/main" id="{DCBD49B7-2265-BD61-2B71-9C8481B25353}"/>
              </a:ext>
            </a:extLst>
          </p:cNvPr>
          <p:cNvSpPr/>
          <p:nvPr userDrawn="1"/>
        </p:nvSpPr>
        <p:spPr>
          <a:xfrm rot="8629290" flipV="1">
            <a:off x="5246563" y="-144068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6C16EC8C-39F1-A438-DB33-7E8DB4758C34}"/>
              </a:ext>
            </a:extLst>
          </p:cNvPr>
          <p:cNvSpPr/>
          <p:nvPr userDrawn="1"/>
        </p:nvSpPr>
        <p:spPr>
          <a:xfrm rot="8629290" flipV="1">
            <a:off x="5246563" y="-144068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19" name="Freeform: Shape 18">
            <a:extLst>
              <a:ext uri="{FF2B5EF4-FFF2-40B4-BE49-F238E27FC236}">
                <a16:creationId xmlns:a16="http://schemas.microsoft.com/office/drawing/2014/main" id="{60E2A1CE-3C3D-6F92-3B76-D2388FAE60E2}"/>
              </a:ext>
            </a:extLst>
          </p:cNvPr>
          <p:cNvSpPr/>
          <p:nvPr userDrawn="1"/>
        </p:nvSpPr>
        <p:spPr>
          <a:xfrm rot="8629290" flipV="1">
            <a:off x="5246563" y="-1440680"/>
            <a:ext cx="10698" cy="8321"/>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endParaRPr lang="en-US"/>
          </a:p>
        </p:txBody>
      </p:sp>
      <p:sp>
        <p:nvSpPr>
          <p:cNvPr id="20" name="Freeform: Shape 19">
            <a:extLst>
              <a:ext uri="{FF2B5EF4-FFF2-40B4-BE49-F238E27FC236}">
                <a16:creationId xmlns:a16="http://schemas.microsoft.com/office/drawing/2014/main" id="{56AFBC13-B363-190F-E2D9-B794D65FCFD7}"/>
              </a:ext>
            </a:extLst>
          </p:cNvPr>
          <p:cNvSpPr/>
          <p:nvPr userDrawn="1"/>
        </p:nvSpPr>
        <p:spPr>
          <a:xfrm rot="166309" flipH="1">
            <a:off x="8330484" y="116826"/>
            <a:ext cx="4045443" cy="5294667"/>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550588 w 2486168"/>
              <a:gd name="connsiteY0" fmla="*/ 4491016 h 4491016"/>
              <a:gd name="connsiteX1" fmla="*/ 532447 w 2486168"/>
              <a:gd name="connsiteY1" fmla="*/ 3906089 h 4491016"/>
              <a:gd name="connsiteX2" fmla="*/ 423906 w 2486168"/>
              <a:gd name="connsiteY2" fmla="*/ 3167086 h 4491016"/>
              <a:gd name="connsiteX3" fmla="*/ 50530 w 2486168"/>
              <a:gd name="connsiteY3" fmla="*/ 2663762 h 4491016"/>
              <a:gd name="connsiteX4" fmla="*/ 10621 w 2486168"/>
              <a:gd name="connsiteY4" fmla="*/ 2344769 h 4491016"/>
              <a:gd name="connsiteX5" fmla="*/ 125397 w 2486168"/>
              <a:gd name="connsiteY5" fmla="*/ 1976723 h 4491016"/>
              <a:gd name="connsiteX6" fmla="*/ 231696 w 2486168"/>
              <a:gd name="connsiteY6" fmla="*/ 1744123 h 4491016"/>
              <a:gd name="connsiteX7" fmla="*/ 454676 w 2486168"/>
              <a:gd name="connsiteY7" fmla="*/ 1569244 h 4491016"/>
              <a:gd name="connsiteX8" fmla="*/ 716042 w 2486168"/>
              <a:gd name="connsiteY8" fmla="*/ 1598295 h 4491016"/>
              <a:gd name="connsiteX9" fmla="*/ 1031986 w 2486168"/>
              <a:gd name="connsiteY9" fmla="*/ 1741837 h 4491016"/>
              <a:gd name="connsiteX10" fmla="*/ 1546146 w 2486168"/>
              <a:gd name="connsiteY10" fmla="*/ 1773460 h 4491016"/>
              <a:gd name="connsiteX11" fmla="*/ 1876473 w 2486168"/>
              <a:gd name="connsiteY11" fmla="*/ 1650016 h 4491016"/>
              <a:gd name="connsiteX12" fmla="*/ 2132124 w 2486168"/>
              <a:gd name="connsiteY12" fmla="*/ 1515047 h 4491016"/>
              <a:gd name="connsiteX13" fmla="*/ 2341864 w 2486168"/>
              <a:gd name="connsiteY13" fmla="*/ 1305401 h 4491016"/>
              <a:gd name="connsiteX14" fmla="*/ 2437686 w 2486168"/>
              <a:gd name="connsiteY14" fmla="*/ 933164 h 4491016"/>
              <a:gd name="connsiteX15" fmla="*/ 2437686 w 2486168"/>
              <a:gd name="connsiteY15" fmla="*/ 571786 h 4491016"/>
              <a:gd name="connsiteX16" fmla="*/ 2452926 w 2486168"/>
              <a:gd name="connsiteY16" fmla="*/ 315659 h 4491016"/>
              <a:gd name="connsiteX17" fmla="*/ 2486168 w 2486168"/>
              <a:gd name="connsiteY17" fmla="*/ 0 h 4491016"/>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231696 w 2486168"/>
              <a:gd name="connsiteY6" fmla="*/ 1744123 h 4495544"/>
              <a:gd name="connsiteX7" fmla="*/ 454676 w 2486168"/>
              <a:gd name="connsiteY7" fmla="*/ 1569244 h 4495544"/>
              <a:gd name="connsiteX8" fmla="*/ 716042 w 2486168"/>
              <a:gd name="connsiteY8" fmla="*/ 1598295 h 4495544"/>
              <a:gd name="connsiteX9" fmla="*/ 1031986 w 2486168"/>
              <a:gd name="connsiteY9" fmla="*/ 1741837 h 4495544"/>
              <a:gd name="connsiteX10" fmla="*/ 1546146 w 2486168"/>
              <a:gd name="connsiteY10" fmla="*/ 1773460 h 4495544"/>
              <a:gd name="connsiteX11" fmla="*/ 1876473 w 2486168"/>
              <a:gd name="connsiteY11" fmla="*/ 1650016 h 4495544"/>
              <a:gd name="connsiteX12" fmla="*/ 2132124 w 2486168"/>
              <a:gd name="connsiteY12" fmla="*/ 1515047 h 4495544"/>
              <a:gd name="connsiteX13" fmla="*/ 2341864 w 2486168"/>
              <a:gd name="connsiteY13" fmla="*/ 1305401 h 4495544"/>
              <a:gd name="connsiteX14" fmla="*/ 2437686 w 2486168"/>
              <a:gd name="connsiteY14" fmla="*/ 933164 h 4495544"/>
              <a:gd name="connsiteX15" fmla="*/ 2437686 w 2486168"/>
              <a:gd name="connsiteY15" fmla="*/ 571786 h 4495544"/>
              <a:gd name="connsiteX16" fmla="*/ 2452926 w 2486168"/>
              <a:gd name="connsiteY16" fmla="*/ 315659 h 4495544"/>
              <a:gd name="connsiteX17" fmla="*/ 2486168 w 2486168"/>
              <a:gd name="connsiteY17" fmla="*/ 0 h 4495544"/>
              <a:gd name="connsiteX0" fmla="*/ 475876 w 2486168"/>
              <a:gd name="connsiteY0" fmla="*/ 4495544 h 4495544"/>
              <a:gd name="connsiteX1" fmla="*/ 532447 w 2486168"/>
              <a:gd name="connsiteY1" fmla="*/ 3906089 h 4495544"/>
              <a:gd name="connsiteX2" fmla="*/ 423906 w 2486168"/>
              <a:gd name="connsiteY2" fmla="*/ 3167086 h 4495544"/>
              <a:gd name="connsiteX3" fmla="*/ 50530 w 2486168"/>
              <a:gd name="connsiteY3" fmla="*/ 2663762 h 4495544"/>
              <a:gd name="connsiteX4" fmla="*/ 10621 w 2486168"/>
              <a:gd name="connsiteY4" fmla="*/ 2344769 h 4495544"/>
              <a:gd name="connsiteX5" fmla="*/ 125397 w 2486168"/>
              <a:gd name="connsiteY5" fmla="*/ 1976723 h 4495544"/>
              <a:gd name="connsiteX6" fmla="*/ 454676 w 2486168"/>
              <a:gd name="connsiteY6" fmla="*/ 1569244 h 4495544"/>
              <a:gd name="connsiteX7" fmla="*/ 716042 w 2486168"/>
              <a:gd name="connsiteY7" fmla="*/ 1598295 h 4495544"/>
              <a:gd name="connsiteX8" fmla="*/ 1031986 w 2486168"/>
              <a:gd name="connsiteY8" fmla="*/ 1741837 h 4495544"/>
              <a:gd name="connsiteX9" fmla="*/ 1546146 w 2486168"/>
              <a:gd name="connsiteY9" fmla="*/ 1773460 h 4495544"/>
              <a:gd name="connsiteX10" fmla="*/ 1876473 w 2486168"/>
              <a:gd name="connsiteY10" fmla="*/ 1650016 h 4495544"/>
              <a:gd name="connsiteX11" fmla="*/ 2132124 w 2486168"/>
              <a:gd name="connsiteY11" fmla="*/ 1515047 h 4495544"/>
              <a:gd name="connsiteX12" fmla="*/ 2341864 w 2486168"/>
              <a:gd name="connsiteY12" fmla="*/ 1305401 h 4495544"/>
              <a:gd name="connsiteX13" fmla="*/ 2437686 w 2486168"/>
              <a:gd name="connsiteY13" fmla="*/ 933164 h 4495544"/>
              <a:gd name="connsiteX14" fmla="*/ 2437686 w 2486168"/>
              <a:gd name="connsiteY14" fmla="*/ 571786 h 4495544"/>
              <a:gd name="connsiteX15" fmla="*/ 2452926 w 2486168"/>
              <a:gd name="connsiteY15" fmla="*/ 315659 h 4495544"/>
              <a:gd name="connsiteX16" fmla="*/ 2486168 w 2486168"/>
              <a:gd name="connsiteY16" fmla="*/ 0 h 4495544"/>
              <a:gd name="connsiteX0" fmla="*/ 444158 w 2454450"/>
              <a:gd name="connsiteY0" fmla="*/ 4495544 h 4495544"/>
              <a:gd name="connsiteX1" fmla="*/ 500729 w 2454450"/>
              <a:gd name="connsiteY1" fmla="*/ 3906089 h 4495544"/>
              <a:gd name="connsiteX2" fmla="*/ 392188 w 2454450"/>
              <a:gd name="connsiteY2" fmla="*/ 3167086 h 4495544"/>
              <a:gd name="connsiteX3" fmla="*/ 18812 w 2454450"/>
              <a:gd name="connsiteY3" fmla="*/ 2663762 h 4495544"/>
              <a:gd name="connsiteX4" fmla="*/ 93679 w 2454450"/>
              <a:gd name="connsiteY4" fmla="*/ 1976723 h 4495544"/>
              <a:gd name="connsiteX5" fmla="*/ 422958 w 2454450"/>
              <a:gd name="connsiteY5" fmla="*/ 1569244 h 4495544"/>
              <a:gd name="connsiteX6" fmla="*/ 684324 w 2454450"/>
              <a:gd name="connsiteY6" fmla="*/ 1598295 h 4495544"/>
              <a:gd name="connsiteX7" fmla="*/ 1000268 w 2454450"/>
              <a:gd name="connsiteY7" fmla="*/ 1741837 h 4495544"/>
              <a:gd name="connsiteX8" fmla="*/ 1514428 w 2454450"/>
              <a:gd name="connsiteY8" fmla="*/ 1773460 h 4495544"/>
              <a:gd name="connsiteX9" fmla="*/ 1844755 w 2454450"/>
              <a:gd name="connsiteY9" fmla="*/ 1650016 h 4495544"/>
              <a:gd name="connsiteX10" fmla="*/ 2100406 w 2454450"/>
              <a:gd name="connsiteY10" fmla="*/ 1515047 h 4495544"/>
              <a:gd name="connsiteX11" fmla="*/ 2310146 w 2454450"/>
              <a:gd name="connsiteY11" fmla="*/ 1305401 h 4495544"/>
              <a:gd name="connsiteX12" fmla="*/ 2405968 w 2454450"/>
              <a:gd name="connsiteY12" fmla="*/ 933164 h 4495544"/>
              <a:gd name="connsiteX13" fmla="*/ 2405968 w 2454450"/>
              <a:gd name="connsiteY13" fmla="*/ 571786 h 4495544"/>
              <a:gd name="connsiteX14" fmla="*/ 2421208 w 2454450"/>
              <a:gd name="connsiteY14" fmla="*/ 315659 h 4495544"/>
              <a:gd name="connsiteX15" fmla="*/ 2454450 w 2454450"/>
              <a:gd name="connsiteY15" fmla="*/ 0 h 4495544"/>
              <a:gd name="connsiteX0" fmla="*/ 417579 w 2427871"/>
              <a:gd name="connsiteY0" fmla="*/ 4495544 h 4495544"/>
              <a:gd name="connsiteX1" fmla="*/ 474150 w 2427871"/>
              <a:gd name="connsiteY1" fmla="*/ 3906089 h 4495544"/>
              <a:gd name="connsiteX2" fmla="*/ 365609 w 2427871"/>
              <a:gd name="connsiteY2" fmla="*/ 3167086 h 4495544"/>
              <a:gd name="connsiteX3" fmla="*/ 24995 w 2427871"/>
              <a:gd name="connsiteY3" fmla="*/ 2605101 h 4495544"/>
              <a:gd name="connsiteX4" fmla="*/ 67100 w 2427871"/>
              <a:gd name="connsiteY4" fmla="*/ 1976723 h 4495544"/>
              <a:gd name="connsiteX5" fmla="*/ 396379 w 2427871"/>
              <a:gd name="connsiteY5" fmla="*/ 1569244 h 4495544"/>
              <a:gd name="connsiteX6" fmla="*/ 657745 w 2427871"/>
              <a:gd name="connsiteY6" fmla="*/ 1598295 h 4495544"/>
              <a:gd name="connsiteX7" fmla="*/ 973689 w 2427871"/>
              <a:gd name="connsiteY7" fmla="*/ 1741837 h 4495544"/>
              <a:gd name="connsiteX8" fmla="*/ 1487849 w 2427871"/>
              <a:gd name="connsiteY8" fmla="*/ 1773460 h 4495544"/>
              <a:gd name="connsiteX9" fmla="*/ 1818176 w 2427871"/>
              <a:gd name="connsiteY9" fmla="*/ 1650016 h 4495544"/>
              <a:gd name="connsiteX10" fmla="*/ 2073827 w 2427871"/>
              <a:gd name="connsiteY10" fmla="*/ 1515047 h 4495544"/>
              <a:gd name="connsiteX11" fmla="*/ 2283567 w 2427871"/>
              <a:gd name="connsiteY11" fmla="*/ 1305401 h 4495544"/>
              <a:gd name="connsiteX12" fmla="*/ 2379389 w 2427871"/>
              <a:gd name="connsiteY12" fmla="*/ 933164 h 4495544"/>
              <a:gd name="connsiteX13" fmla="*/ 2379389 w 2427871"/>
              <a:gd name="connsiteY13" fmla="*/ 571786 h 4495544"/>
              <a:gd name="connsiteX14" fmla="*/ 2394629 w 2427871"/>
              <a:gd name="connsiteY14" fmla="*/ 315659 h 4495544"/>
              <a:gd name="connsiteX15" fmla="*/ 2427871 w 2427871"/>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56290 w 2426416"/>
              <a:gd name="connsiteY6" fmla="*/ 1598295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426416"/>
              <a:gd name="connsiteY0" fmla="*/ 4495544 h 4495544"/>
              <a:gd name="connsiteX1" fmla="*/ 472695 w 2426416"/>
              <a:gd name="connsiteY1" fmla="*/ 3906089 h 4495544"/>
              <a:gd name="connsiteX2" fmla="*/ 364154 w 2426416"/>
              <a:gd name="connsiteY2" fmla="*/ 3167086 h 4495544"/>
              <a:gd name="connsiteX3" fmla="*/ 23540 w 2426416"/>
              <a:gd name="connsiteY3" fmla="*/ 2605101 h 4495544"/>
              <a:gd name="connsiteX4" fmla="*/ 65645 w 2426416"/>
              <a:gd name="connsiteY4" fmla="*/ 1976723 h 4495544"/>
              <a:gd name="connsiteX5" fmla="*/ 356818 w 2426416"/>
              <a:gd name="connsiteY5" fmla="*/ 1626846 h 4495544"/>
              <a:gd name="connsiteX6" fmla="*/ 640249 w 2426416"/>
              <a:gd name="connsiteY6" fmla="*/ 1613091 h 4495544"/>
              <a:gd name="connsiteX7" fmla="*/ 972234 w 2426416"/>
              <a:gd name="connsiteY7" fmla="*/ 1741837 h 4495544"/>
              <a:gd name="connsiteX8" fmla="*/ 1486394 w 2426416"/>
              <a:gd name="connsiteY8" fmla="*/ 1773460 h 4495544"/>
              <a:gd name="connsiteX9" fmla="*/ 1816721 w 2426416"/>
              <a:gd name="connsiteY9" fmla="*/ 1650016 h 4495544"/>
              <a:gd name="connsiteX10" fmla="*/ 2072372 w 2426416"/>
              <a:gd name="connsiteY10" fmla="*/ 1515047 h 4495544"/>
              <a:gd name="connsiteX11" fmla="*/ 2282112 w 2426416"/>
              <a:gd name="connsiteY11" fmla="*/ 1305401 h 4495544"/>
              <a:gd name="connsiteX12" fmla="*/ 2377934 w 2426416"/>
              <a:gd name="connsiteY12" fmla="*/ 933164 h 4495544"/>
              <a:gd name="connsiteX13" fmla="*/ 2377934 w 2426416"/>
              <a:gd name="connsiteY13" fmla="*/ 571786 h 4495544"/>
              <a:gd name="connsiteX14" fmla="*/ 2393174 w 2426416"/>
              <a:gd name="connsiteY14" fmla="*/ 315659 h 4495544"/>
              <a:gd name="connsiteX15" fmla="*/ 2426416 w 2426416"/>
              <a:gd name="connsiteY15" fmla="*/ 0 h 4495544"/>
              <a:gd name="connsiteX0" fmla="*/ 416124 w 2393174"/>
              <a:gd name="connsiteY0" fmla="*/ 4179885 h 4179885"/>
              <a:gd name="connsiteX1" fmla="*/ 472695 w 2393174"/>
              <a:gd name="connsiteY1" fmla="*/ 3590430 h 4179885"/>
              <a:gd name="connsiteX2" fmla="*/ 364154 w 2393174"/>
              <a:gd name="connsiteY2" fmla="*/ 2851427 h 4179885"/>
              <a:gd name="connsiteX3" fmla="*/ 23540 w 2393174"/>
              <a:gd name="connsiteY3" fmla="*/ 2289442 h 4179885"/>
              <a:gd name="connsiteX4" fmla="*/ 65645 w 2393174"/>
              <a:gd name="connsiteY4" fmla="*/ 1661064 h 4179885"/>
              <a:gd name="connsiteX5" fmla="*/ 356818 w 2393174"/>
              <a:gd name="connsiteY5" fmla="*/ 1311187 h 4179885"/>
              <a:gd name="connsiteX6" fmla="*/ 640249 w 2393174"/>
              <a:gd name="connsiteY6" fmla="*/ 1297432 h 4179885"/>
              <a:gd name="connsiteX7" fmla="*/ 972234 w 2393174"/>
              <a:gd name="connsiteY7" fmla="*/ 1426178 h 4179885"/>
              <a:gd name="connsiteX8" fmla="*/ 1486394 w 2393174"/>
              <a:gd name="connsiteY8" fmla="*/ 1457801 h 4179885"/>
              <a:gd name="connsiteX9" fmla="*/ 1816721 w 2393174"/>
              <a:gd name="connsiteY9" fmla="*/ 1334357 h 4179885"/>
              <a:gd name="connsiteX10" fmla="*/ 2072372 w 2393174"/>
              <a:gd name="connsiteY10" fmla="*/ 1199388 h 4179885"/>
              <a:gd name="connsiteX11" fmla="*/ 2282112 w 2393174"/>
              <a:gd name="connsiteY11" fmla="*/ 989742 h 4179885"/>
              <a:gd name="connsiteX12" fmla="*/ 2377934 w 2393174"/>
              <a:gd name="connsiteY12" fmla="*/ 617505 h 4179885"/>
              <a:gd name="connsiteX13" fmla="*/ 2377934 w 2393174"/>
              <a:gd name="connsiteY13" fmla="*/ 256127 h 4179885"/>
              <a:gd name="connsiteX14" fmla="*/ 2393174 w 2393174"/>
              <a:gd name="connsiteY14" fmla="*/ 0 h 4179885"/>
              <a:gd name="connsiteX0" fmla="*/ 416124 w 2641024"/>
              <a:gd name="connsiteY0" fmla="*/ 4403822 h 4403822"/>
              <a:gd name="connsiteX1" fmla="*/ 472695 w 2641024"/>
              <a:gd name="connsiteY1" fmla="*/ 3814367 h 4403822"/>
              <a:gd name="connsiteX2" fmla="*/ 364154 w 2641024"/>
              <a:gd name="connsiteY2" fmla="*/ 3075364 h 4403822"/>
              <a:gd name="connsiteX3" fmla="*/ 23540 w 2641024"/>
              <a:gd name="connsiteY3" fmla="*/ 2513379 h 4403822"/>
              <a:gd name="connsiteX4" fmla="*/ 65645 w 2641024"/>
              <a:gd name="connsiteY4" fmla="*/ 1885001 h 4403822"/>
              <a:gd name="connsiteX5" fmla="*/ 356818 w 2641024"/>
              <a:gd name="connsiteY5" fmla="*/ 1535124 h 4403822"/>
              <a:gd name="connsiteX6" fmla="*/ 640249 w 2641024"/>
              <a:gd name="connsiteY6" fmla="*/ 1521369 h 4403822"/>
              <a:gd name="connsiteX7" fmla="*/ 972234 w 2641024"/>
              <a:gd name="connsiteY7" fmla="*/ 1650115 h 4403822"/>
              <a:gd name="connsiteX8" fmla="*/ 1486394 w 2641024"/>
              <a:gd name="connsiteY8" fmla="*/ 1681738 h 4403822"/>
              <a:gd name="connsiteX9" fmla="*/ 1816721 w 2641024"/>
              <a:gd name="connsiteY9" fmla="*/ 1558294 h 4403822"/>
              <a:gd name="connsiteX10" fmla="*/ 2072372 w 2641024"/>
              <a:gd name="connsiteY10" fmla="*/ 1423325 h 4403822"/>
              <a:gd name="connsiteX11" fmla="*/ 2282112 w 2641024"/>
              <a:gd name="connsiteY11" fmla="*/ 1213679 h 4403822"/>
              <a:gd name="connsiteX12" fmla="*/ 2377934 w 2641024"/>
              <a:gd name="connsiteY12" fmla="*/ 841442 h 4403822"/>
              <a:gd name="connsiteX13" fmla="*/ 2377934 w 2641024"/>
              <a:gd name="connsiteY13" fmla="*/ 480064 h 4403822"/>
              <a:gd name="connsiteX14" fmla="*/ 2641024 w 2641024"/>
              <a:gd name="connsiteY14" fmla="*/ 0 h 4403822"/>
              <a:gd name="connsiteX0" fmla="*/ 416124 w 2711883"/>
              <a:gd name="connsiteY0" fmla="*/ 4403822 h 4403822"/>
              <a:gd name="connsiteX1" fmla="*/ 472695 w 2711883"/>
              <a:gd name="connsiteY1" fmla="*/ 3814367 h 4403822"/>
              <a:gd name="connsiteX2" fmla="*/ 364154 w 2711883"/>
              <a:gd name="connsiteY2" fmla="*/ 3075364 h 4403822"/>
              <a:gd name="connsiteX3" fmla="*/ 23540 w 2711883"/>
              <a:gd name="connsiteY3" fmla="*/ 2513379 h 4403822"/>
              <a:gd name="connsiteX4" fmla="*/ 65645 w 2711883"/>
              <a:gd name="connsiteY4" fmla="*/ 1885001 h 4403822"/>
              <a:gd name="connsiteX5" fmla="*/ 356818 w 2711883"/>
              <a:gd name="connsiteY5" fmla="*/ 1535124 h 4403822"/>
              <a:gd name="connsiteX6" fmla="*/ 640249 w 2711883"/>
              <a:gd name="connsiteY6" fmla="*/ 1521369 h 4403822"/>
              <a:gd name="connsiteX7" fmla="*/ 972234 w 2711883"/>
              <a:gd name="connsiteY7" fmla="*/ 1650115 h 4403822"/>
              <a:gd name="connsiteX8" fmla="*/ 1486394 w 2711883"/>
              <a:gd name="connsiteY8" fmla="*/ 1681738 h 4403822"/>
              <a:gd name="connsiteX9" fmla="*/ 1816721 w 2711883"/>
              <a:gd name="connsiteY9" fmla="*/ 1558294 h 4403822"/>
              <a:gd name="connsiteX10" fmla="*/ 2072372 w 2711883"/>
              <a:gd name="connsiteY10" fmla="*/ 1423325 h 4403822"/>
              <a:gd name="connsiteX11" fmla="*/ 2282112 w 2711883"/>
              <a:gd name="connsiteY11" fmla="*/ 1213679 h 4403822"/>
              <a:gd name="connsiteX12" fmla="*/ 2377934 w 2711883"/>
              <a:gd name="connsiteY12" fmla="*/ 841442 h 4403822"/>
              <a:gd name="connsiteX13" fmla="*/ 2711869 w 2711883"/>
              <a:gd name="connsiteY13" fmla="*/ 548990 h 4403822"/>
              <a:gd name="connsiteX14" fmla="*/ 2641024 w 2711883"/>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282112 w 2717399"/>
              <a:gd name="connsiteY11" fmla="*/ 1213679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072372 w 2717399"/>
              <a:gd name="connsiteY10" fmla="*/ 1423325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17399"/>
              <a:gd name="connsiteY0" fmla="*/ 4403822 h 4403822"/>
              <a:gd name="connsiteX1" fmla="*/ 472695 w 2717399"/>
              <a:gd name="connsiteY1" fmla="*/ 3814367 h 4403822"/>
              <a:gd name="connsiteX2" fmla="*/ 364154 w 2717399"/>
              <a:gd name="connsiteY2" fmla="*/ 3075364 h 4403822"/>
              <a:gd name="connsiteX3" fmla="*/ 23540 w 2717399"/>
              <a:gd name="connsiteY3" fmla="*/ 2513379 h 4403822"/>
              <a:gd name="connsiteX4" fmla="*/ 65645 w 2717399"/>
              <a:gd name="connsiteY4" fmla="*/ 1885001 h 4403822"/>
              <a:gd name="connsiteX5" fmla="*/ 356818 w 2717399"/>
              <a:gd name="connsiteY5" fmla="*/ 1535124 h 4403822"/>
              <a:gd name="connsiteX6" fmla="*/ 640249 w 2717399"/>
              <a:gd name="connsiteY6" fmla="*/ 1521369 h 4403822"/>
              <a:gd name="connsiteX7" fmla="*/ 972234 w 2717399"/>
              <a:gd name="connsiteY7" fmla="*/ 1650115 h 4403822"/>
              <a:gd name="connsiteX8" fmla="*/ 1486394 w 2717399"/>
              <a:gd name="connsiteY8" fmla="*/ 1681738 h 4403822"/>
              <a:gd name="connsiteX9" fmla="*/ 1816721 w 2717399"/>
              <a:gd name="connsiteY9" fmla="*/ 1558294 h 4403822"/>
              <a:gd name="connsiteX10" fmla="*/ 2269270 w 2717399"/>
              <a:gd name="connsiteY10" fmla="*/ 1589723 h 4403822"/>
              <a:gd name="connsiteX11" fmla="*/ 2483153 w 2717399"/>
              <a:gd name="connsiteY11" fmla="*/ 1434101 h 4403822"/>
              <a:gd name="connsiteX12" fmla="*/ 2715565 w 2717399"/>
              <a:gd name="connsiteY12" fmla="*/ 1044108 h 4403822"/>
              <a:gd name="connsiteX13" fmla="*/ 2711869 w 2717399"/>
              <a:gd name="connsiteY13" fmla="*/ 548990 h 4403822"/>
              <a:gd name="connsiteX14" fmla="*/ 2641024 w 2717399"/>
              <a:gd name="connsiteY14" fmla="*/ 0 h 4403822"/>
              <a:gd name="connsiteX0" fmla="*/ 416124 w 2769332"/>
              <a:gd name="connsiteY0" fmla="*/ 4403822 h 4403822"/>
              <a:gd name="connsiteX1" fmla="*/ 472695 w 2769332"/>
              <a:gd name="connsiteY1" fmla="*/ 3814367 h 4403822"/>
              <a:gd name="connsiteX2" fmla="*/ 364154 w 2769332"/>
              <a:gd name="connsiteY2" fmla="*/ 3075364 h 4403822"/>
              <a:gd name="connsiteX3" fmla="*/ 23540 w 2769332"/>
              <a:gd name="connsiteY3" fmla="*/ 2513379 h 4403822"/>
              <a:gd name="connsiteX4" fmla="*/ 65645 w 2769332"/>
              <a:gd name="connsiteY4" fmla="*/ 1885001 h 4403822"/>
              <a:gd name="connsiteX5" fmla="*/ 356818 w 2769332"/>
              <a:gd name="connsiteY5" fmla="*/ 1535124 h 4403822"/>
              <a:gd name="connsiteX6" fmla="*/ 640249 w 2769332"/>
              <a:gd name="connsiteY6" fmla="*/ 1521369 h 4403822"/>
              <a:gd name="connsiteX7" fmla="*/ 972234 w 2769332"/>
              <a:gd name="connsiteY7" fmla="*/ 1650115 h 4403822"/>
              <a:gd name="connsiteX8" fmla="*/ 1486394 w 2769332"/>
              <a:gd name="connsiteY8" fmla="*/ 1681738 h 4403822"/>
              <a:gd name="connsiteX9" fmla="*/ 1816721 w 2769332"/>
              <a:gd name="connsiteY9" fmla="*/ 1558294 h 4403822"/>
              <a:gd name="connsiteX10" fmla="*/ 2269270 w 2769332"/>
              <a:gd name="connsiteY10" fmla="*/ 1589723 h 4403822"/>
              <a:gd name="connsiteX11" fmla="*/ 2483153 w 2769332"/>
              <a:gd name="connsiteY11" fmla="*/ 1434101 h 4403822"/>
              <a:gd name="connsiteX12" fmla="*/ 2715565 w 2769332"/>
              <a:gd name="connsiteY12" fmla="*/ 1044108 h 4403822"/>
              <a:gd name="connsiteX13" fmla="*/ 2769324 w 2769332"/>
              <a:gd name="connsiteY13" fmla="*/ 574368 h 4403822"/>
              <a:gd name="connsiteX14" fmla="*/ 2641024 w 2769332"/>
              <a:gd name="connsiteY14" fmla="*/ 0 h 4403822"/>
              <a:gd name="connsiteX0" fmla="*/ 416124 w 2769398"/>
              <a:gd name="connsiteY0" fmla="*/ 4397864 h 4397864"/>
              <a:gd name="connsiteX1" fmla="*/ 472695 w 2769398"/>
              <a:gd name="connsiteY1" fmla="*/ 3808409 h 4397864"/>
              <a:gd name="connsiteX2" fmla="*/ 364154 w 2769398"/>
              <a:gd name="connsiteY2" fmla="*/ 3069406 h 4397864"/>
              <a:gd name="connsiteX3" fmla="*/ 23540 w 2769398"/>
              <a:gd name="connsiteY3" fmla="*/ 2507421 h 4397864"/>
              <a:gd name="connsiteX4" fmla="*/ 65645 w 2769398"/>
              <a:gd name="connsiteY4" fmla="*/ 1879043 h 4397864"/>
              <a:gd name="connsiteX5" fmla="*/ 356818 w 2769398"/>
              <a:gd name="connsiteY5" fmla="*/ 1529166 h 4397864"/>
              <a:gd name="connsiteX6" fmla="*/ 640249 w 2769398"/>
              <a:gd name="connsiteY6" fmla="*/ 1515411 h 4397864"/>
              <a:gd name="connsiteX7" fmla="*/ 972234 w 2769398"/>
              <a:gd name="connsiteY7" fmla="*/ 1644157 h 4397864"/>
              <a:gd name="connsiteX8" fmla="*/ 1486394 w 2769398"/>
              <a:gd name="connsiteY8" fmla="*/ 1675780 h 4397864"/>
              <a:gd name="connsiteX9" fmla="*/ 1816721 w 2769398"/>
              <a:gd name="connsiteY9" fmla="*/ 1552336 h 4397864"/>
              <a:gd name="connsiteX10" fmla="*/ 2269270 w 2769398"/>
              <a:gd name="connsiteY10" fmla="*/ 1583765 h 4397864"/>
              <a:gd name="connsiteX11" fmla="*/ 2483153 w 2769398"/>
              <a:gd name="connsiteY11" fmla="*/ 1428143 h 4397864"/>
              <a:gd name="connsiteX12" fmla="*/ 2715565 w 2769398"/>
              <a:gd name="connsiteY12" fmla="*/ 1038150 h 4397864"/>
              <a:gd name="connsiteX13" fmla="*/ 2769324 w 2769398"/>
              <a:gd name="connsiteY13" fmla="*/ 568410 h 4397864"/>
              <a:gd name="connsiteX14" fmla="*/ 2763030 w 2769398"/>
              <a:gd name="connsiteY14" fmla="*/ 0 h 4397864"/>
              <a:gd name="connsiteX0" fmla="*/ 416124 w 2769685"/>
              <a:gd name="connsiteY0" fmla="*/ 4397864 h 4397864"/>
              <a:gd name="connsiteX1" fmla="*/ 472695 w 2769685"/>
              <a:gd name="connsiteY1" fmla="*/ 3808409 h 4397864"/>
              <a:gd name="connsiteX2" fmla="*/ 364154 w 2769685"/>
              <a:gd name="connsiteY2" fmla="*/ 3069406 h 4397864"/>
              <a:gd name="connsiteX3" fmla="*/ 23540 w 2769685"/>
              <a:gd name="connsiteY3" fmla="*/ 2507421 h 4397864"/>
              <a:gd name="connsiteX4" fmla="*/ 65645 w 2769685"/>
              <a:gd name="connsiteY4" fmla="*/ 1879043 h 4397864"/>
              <a:gd name="connsiteX5" fmla="*/ 356818 w 2769685"/>
              <a:gd name="connsiteY5" fmla="*/ 1529166 h 4397864"/>
              <a:gd name="connsiteX6" fmla="*/ 640249 w 2769685"/>
              <a:gd name="connsiteY6" fmla="*/ 1515411 h 4397864"/>
              <a:gd name="connsiteX7" fmla="*/ 972234 w 2769685"/>
              <a:gd name="connsiteY7" fmla="*/ 1644157 h 4397864"/>
              <a:gd name="connsiteX8" fmla="*/ 1486394 w 2769685"/>
              <a:gd name="connsiteY8" fmla="*/ 1675780 h 4397864"/>
              <a:gd name="connsiteX9" fmla="*/ 1816721 w 2769685"/>
              <a:gd name="connsiteY9" fmla="*/ 1552336 h 4397864"/>
              <a:gd name="connsiteX10" fmla="*/ 2269270 w 2769685"/>
              <a:gd name="connsiteY10" fmla="*/ 1583765 h 4397864"/>
              <a:gd name="connsiteX11" fmla="*/ 2483153 w 2769685"/>
              <a:gd name="connsiteY11" fmla="*/ 1428143 h 4397864"/>
              <a:gd name="connsiteX12" fmla="*/ 2715565 w 2769685"/>
              <a:gd name="connsiteY12" fmla="*/ 1038150 h 4397864"/>
              <a:gd name="connsiteX13" fmla="*/ 2769324 w 2769685"/>
              <a:gd name="connsiteY13" fmla="*/ 568410 h 4397864"/>
              <a:gd name="connsiteX14" fmla="*/ 2763030 w 2769685"/>
              <a:gd name="connsiteY14"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364154 w 2769685"/>
              <a:gd name="connsiteY3" fmla="*/ 3069406 h 4397864"/>
              <a:gd name="connsiteX4" fmla="*/ 23540 w 2769685"/>
              <a:gd name="connsiteY4" fmla="*/ 2507421 h 4397864"/>
              <a:gd name="connsiteX5" fmla="*/ 65645 w 2769685"/>
              <a:gd name="connsiteY5" fmla="*/ 1879043 h 4397864"/>
              <a:gd name="connsiteX6" fmla="*/ 356818 w 2769685"/>
              <a:gd name="connsiteY6" fmla="*/ 1529166 h 4397864"/>
              <a:gd name="connsiteX7" fmla="*/ 640249 w 2769685"/>
              <a:gd name="connsiteY7" fmla="*/ 1515411 h 4397864"/>
              <a:gd name="connsiteX8" fmla="*/ 972234 w 2769685"/>
              <a:gd name="connsiteY8" fmla="*/ 1644157 h 4397864"/>
              <a:gd name="connsiteX9" fmla="*/ 1486394 w 2769685"/>
              <a:gd name="connsiteY9" fmla="*/ 1675780 h 4397864"/>
              <a:gd name="connsiteX10" fmla="*/ 1816721 w 2769685"/>
              <a:gd name="connsiteY10" fmla="*/ 1552336 h 4397864"/>
              <a:gd name="connsiteX11" fmla="*/ 2269270 w 2769685"/>
              <a:gd name="connsiteY11" fmla="*/ 1583765 h 4397864"/>
              <a:gd name="connsiteX12" fmla="*/ 2483153 w 2769685"/>
              <a:gd name="connsiteY12" fmla="*/ 1428143 h 4397864"/>
              <a:gd name="connsiteX13" fmla="*/ 2715565 w 2769685"/>
              <a:gd name="connsiteY13" fmla="*/ 1038150 h 4397864"/>
              <a:gd name="connsiteX14" fmla="*/ 2769324 w 2769685"/>
              <a:gd name="connsiteY14" fmla="*/ 568410 h 4397864"/>
              <a:gd name="connsiteX15" fmla="*/ 2763030 w 2769685"/>
              <a:gd name="connsiteY15" fmla="*/ 0 h 4397864"/>
              <a:gd name="connsiteX0" fmla="*/ 416124 w 2769685"/>
              <a:gd name="connsiteY0" fmla="*/ 4397864 h 4397864"/>
              <a:gd name="connsiteX1" fmla="*/ 614601 w 2769685"/>
              <a:gd name="connsiteY1" fmla="*/ 4076200 h 4397864"/>
              <a:gd name="connsiteX2" fmla="*/ 472695 w 2769685"/>
              <a:gd name="connsiteY2" fmla="*/ 3808409 h 4397864"/>
              <a:gd name="connsiteX3" fmla="*/ 466287 w 2769685"/>
              <a:gd name="connsiteY3" fmla="*/ 3537480 h 4397864"/>
              <a:gd name="connsiteX4" fmla="*/ 364154 w 2769685"/>
              <a:gd name="connsiteY4" fmla="*/ 3069406 h 4397864"/>
              <a:gd name="connsiteX5" fmla="*/ 23540 w 2769685"/>
              <a:gd name="connsiteY5" fmla="*/ 2507421 h 4397864"/>
              <a:gd name="connsiteX6" fmla="*/ 65645 w 2769685"/>
              <a:gd name="connsiteY6" fmla="*/ 1879043 h 4397864"/>
              <a:gd name="connsiteX7" fmla="*/ 356818 w 2769685"/>
              <a:gd name="connsiteY7" fmla="*/ 1529166 h 4397864"/>
              <a:gd name="connsiteX8" fmla="*/ 640249 w 2769685"/>
              <a:gd name="connsiteY8" fmla="*/ 1515411 h 4397864"/>
              <a:gd name="connsiteX9" fmla="*/ 972234 w 2769685"/>
              <a:gd name="connsiteY9" fmla="*/ 1644157 h 4397864"/>
              <a:gd name="connsiteX10" fmla="*/ 1486394 w 2769685"/>
              <a:gd name="connsiteY10" fmla="*/ 1675780 h 4397864"/>
              <a:gd name="connsiteX11" fmla="*/ 1816721 w 2769685"/>
              <a:gd name="connsiteY11" fmla="*/ 1552336 h 4397864"/>
              <a:gd name="connsiteX12" fmla="*/ 2269270 w 2769685"/>
              <a:gd name="connsiteY12" fmla="*/ 1583765 h 4397864"/>
              <a:gd name="connsiteX13" fmla="*/ 2483153 w 2769685"/>
              <a:gd name="connsiteY13" fmla="*/ 1428143 h 4397864"/>
              <a:gd name="connsiteX14" fmla="*/ 2715565 w 2769685"/>
              <a:gd name="connsiteY14" fmla="*/ 1038150 h 4397864"/>
              <a:gd name="connsiteX15" fmla="*/ 2769324 w 2769685"/>
              <a:gd name="connsiteY15" fmla="*/ 568410 h 4397864"/>
              <a:gd name="connsiteX16" fmla="*/ 2763030 w 2769685"/>
              <a:gd name="connsiteY16" fmla="*/ 0 h 4397864"/>
              <a:gd name="connsiteX0" fmla="*/ 614601 w 2769685"/>
              <a:gd name="connsiteY0" fmla="*/ 4076200 h 4076200"/>
              <a:gd name="connsiteX1" fmla="*/ 472695 w 2769685"/>
              <a:gd name="connsiteY1" fmla="*/ 3808409 h 4076200"/>
              <a:gd name="connsiteX2" fmla="*/ 466287 w 2769685"/>
              <a:gd name="connsiteY2" fmla="*/ 3537480 h 4076200"/>
              <a:gd name="connsiteX3" fmla="*/ 364154 w 2769685"/>
              <a:gd name="connsiteY3" fmla="*/ 3069406 h 4076200"/>
              <a:gd name="connsiteX4" fmla="*/ 23540 w 2769685"/>
              <a:gd name="connsiteY4" fmla="*/ 2507421 h 4076200"/>
              <a:gd name="connsiteX5" fmla="*/ 65645 w 2769685"/>
              <a:gd name="connsiteY5" fmla="*/ 1879043 h 4076200"/>
              <a:gd name="connsiteX6" fmla="*/ 356818 w 2769685"/>
              <a:gd name="connsiteY6" fmla="*/ 1529166 h 4076200"/>
              <a:gd name="connsiteX7" fmla="*/ 640249 w 2769685"/>
              <a:gd name="connsiteY7" fmla="*/ 1515411 h 4076200"/>
              <a:gd name="connsiteX8" fmla="*/ 972234 w 2769685"/>
              <a:gd name="connsiteY8" fmla="*/ 1644157 h 4076200"/>
              <a:gd name="connsiteX9" fmla="*/ 1486394 w 2769685"/>
              <a:gd name="connsiteY9" fmla="*/ 1675780 h 4076200"/>
              <a:gd name="connsiteX10" fmla="*/ 1816721 w 2769685"/>
              <a:gd name="connsiteY10" fmla="*/ 1552336 h 4076200"/>
              <a:gd name="connsiteX11" fmla="*/ 2269270 w 2769685"/>
              <a:gd name="connsiteY11" fmla="*/ 1583765 h 4076200"/>
              <a:gd name="connsiteX12" fmla="*/ 2483153 w 2769685"/>
              <a:gd name="connsiteY12" fmla="*/ 1428143 h 4076200"/>
              <a:gd name="connsiteX13" fmla="*/ 2715565 w 2769685"/>
              <a:gd name="connsiteY13" fmla="*/ 1038150 h 4076200"/>
              <a:gd name="connsiteX14" fmla="*/ 2769324 w 2769685"/>
              <a:gd name="connsiteY14" fmla="*/ 568410 h 4076200"/>
              <a:gd name="connsiteX15" fmla="*/ 2763030 w 2769685"/>
              <a:gd name="connsiteY15" fmla="*/ 0 h 4076200"/>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606818 w 2769685"/>
              <a:gd name="connsiteY0" fmla="*/ 4040952 h 4040952"/>
              <a:gd name="connsiteX1" fmla="*/ 472695 w 2769685"/>
              <a:gd name="connsiteY1" fmla="*/ 3808409 h 4040952"/>
              <a:gd name="connsiteX2" fmla="*/ 466287 w 2769685"/>
              <a:gd name="connsiteY2" fmla="*/ 3537480 h 4040952"/>
              <a:gd name="connsiteX3" fmla="*/ 364154 w 2769685"/>
              <a:gd name="connsiteY3" fmla="*/ 3069406 h 4040952"/>
              <a:gd name="connsiteX4" fmla="*/ 23540 w 2769685"/>
              <a:gd name="connsiteY4" fmla="*/ 2507421 h 4040952"/>
              <a:gd name="connsiteX5" fmla="*/ 65645 w 2769685"/>
              <a:gd name="connsiteY5" fmla="*/ 1879043 h 4040952"/>
              <a:gd name="connsiteX6" fmla="*/ 356818 w 2769685"/>
              <a:gd name="connsiteY6" fmla="*/ 1529166 h 4040952"/>
              <a:gd name="connsiteX7" fmla="*/ 640249 w 2769685"/>
              <a:gd name="connsiteY7" fmla="*/ 1515411 h 4040952"/>
              <a:gd name="connsiteX8" fmla="*/ 972234 w 2769685"/>
              <a:gd name="connsiteY8" fmla="*/ 1644157 h 4040952"/>
              <a:gd name="connsiteX9" fmla="*/ 1486394 w 2769685"/>
              <a:gd name="connsiteY9" fmla="*/ 1675780 h 4040952"/>
              <a:gd name="connsiteX10" fmla="*/ 1816721 w 2769685"/>
              <a:gd name="connsiteY10" fmla="*/ 1552336 h 4040952"/>
              <a:gd name="connsiteX11" fmla="*/ 2269270 w 2769685"/>
              <a:gd name="connsiteY11" fmla="*/ 1583765 h 4040952"/>
              <a:gd name="connsiteX12" fmla="*/ 2483153 w 2769685"/>
              <a:gd name="connsiteY12" fmla="*/ 1428143 h 4040952"/>
              <a:gd name="connsiteX13" fmla="*/ 2715565 w 2769685"/>
              <a:gd name="connsiteY13" fmla="*/ 1038150 h 4040952"/>
              <a:gd name="connsiteX14" fmla="*/ 2769324 w 2769685"/>
              <a:gd name="connsiteY14" fmla="*/ 568410 h 4040952"/>
              <a:gd name="connsiteX15" fmla="*/ 2763030 w 2769685"/>
              <a:gd name="connsiteY15" fmla="*/ 0 h 4040952"/>
              <a:gd name="connsiteX0" fmla="*/ 592334 w 2755201"/>
              <a:gd name="connsiteY0" fmla="*/ 4040952 h 4040952"/>
              <a:gd name="connsiteX1" fmla="*/ 458211 w 2755201"/>
              <a:gd name="connsiteY1" fmla="*/ 3808409 h 4040952"/>
              <a:gd name="connsiteX2" fmla="*/ 451803 w 2755201"/>
              <a:gd name="connsiteY2" fmla="*/ 3537480 h 4040952"/>
              <a:gd name="connsiteX3" fmla="*/ 349670 w 2755201"/>
              <a:gd name="connsiteY3" fmla="*/ 3069406 h 4040952"/>
              <a:gd name="connsiteX4" fmla="*/ 154127 w 2755201"/>
              <a:gd name="connsiteY4" fmla="*/ 2912077 h 4040952"/>
              <a:gd name="connsiteX5" fmla="*/ 9056 w 2755201"/>
              <a:gd name="connsiteY5" fmla="*/ 2507421 h 4040952"/>
              <a:gd name="connsiteX6" fmla="*/ 51161 w 2755201"/>
              <a:gd name="connsiteY6" fmla="*/ 1879043 h 4040952"/>
              <a:gd name="connsiteX7" fmla="*/ 342334 w 2755201"/>
              <a:gd name="connsiteY7" fmla="*/ 1529166 h 4040952"/>
              <a:gd name="connsiteX8" fmla="*/ 625765 w 2755201"/>
              <a:gd name="connsiteY8" fmla="*/ 1515411 h 4040952"/>
              <a:gd name="connsiteX9" fmla="*/ 957750 w 2755201"/>
              <a:gd name="connsiteY9" fmla="*/ 1644157 h 4040952"/>
              <a:gd name="connsiteX10" fmla="*/ 1471910 w 2755201"/>
              <a:gd name="connsiteY10" fmla="*/ 1675780 h 4040952"/>
              <a:gd name="connsiteX11" fmla="*/ 1802237 w 2755201"/>
              <a:gd name="connsiteY11" fmla="*/ 1552336 h 4040952"/>
              <a:gd name="connsiteX12" fmla="*/ 2254786 w 2755201"/>
              <a:gd name="connsiteY12" fmla="*/ 1583765 h 4040952"/>
              <a:gd name="connsiteX13" fmla="*/ 2468669 w 2755201"/>
              <a:gd name="connsiteY13" fmla="*/ 1428143 h 4040952"/>
              <a:gd name="connsiteX14" fmla="*/ 2701081 w 2755201"/>
              <a:gd name="connsiteY14" fmla="*/ 1038150 h 4040952"/>
              <a:gd name="connsiteX15" fmla="*/ 2754840 w 2755201"/>
              <a:gd name="connsiteY15" fmla="*/ 568410 h 4040952"/>
              <a:gd name="connsiteX16" fmla="*/ 2748546 w 2755201"/>
              <a:gd name="connsiteY16"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335720 w 2748587"/>
              <a:gd name="connsiteY8" fmla="*/ 1529166 h 4040952"/>
              <a:gd name="connsiteX9" fmla="*/ 619151 w 2748587"/>
              <a:gd name="connsiteY9" fmla="*/ 1515411 h 4040952"/>
              <a:gd name="connsiteX10" fmla="*/ 951136 w 2748587"/>
              <a:gd name="connsiteY10" fmla="*/ 1644157 h 4040952"/>
              <a:gd name="connsiteX11" fmla="*/ 1465296 w 2748587"/>
              <a:gd name="connsiteY11" fmla="*/ 1675780 h 4040952"/>
              <a:gd name="connsiteX12" fmla="*/ 1795623 w 2748587"/>
              <a:gd name="connsiteY12" fmla="*/ 1552336 h 4040952"/>
              <a:gd name="connsiteX13" fmla="*/ 2248172 w 2748587"/>
              <a:gd name="connsiteY13" fmla="*/ 1583765 h 4040952"/>
              <a:gd name="connsiteX14" fmla="*/ 2462055 w 2748587"/>
              <a:gd name="connsiteY14" fmla="*/ 1428143 h 4040952"/>
              <a:gd name="connsiteX15" fmla="*/ 2694467 w 2748587"/>
              <a:gd name="connsiteY15" fmla="*/ 1038150 h 4040952"/>
              <a:gd name="connsiteX16" fmla="*/ 2748226 w 2748587"/>
              <a:gd name="connsiteY16" fmla="*/ 568410 h 4040952"/>
              <a:gd name="connsiteX17" fmla="*/ 2741932 w 2748587"/>
              <a:gd name="connsiteY17"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35720 w 2748587"/>
              <a:gd name="connsiteY9" fmla="*/ 1529166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451597 w 2748587"/>
              <a:gd name="connsiteY1" fmla="*/ 3808409 h 4040952"/>
              <a:gd name="connsiteX2" fmla="*/ 445189 w 2748587"/>
              <a:gd name="connsiteY2" fmla="*/ 3537480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451597 w 2748587"/>
              <a:gd name="connsiteY1" fmla="*/ 3808409 h 4040952"/>
              <a:gd name="connsiteX2" fmla="*/ 313057 w 2748587"/>
              <a:gd name="connsiteY2" fmla="*/ 3499793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529719 w 2748587"/>
              <a:gd name="connsiteY1" fmla="*/ 3668948 h 4040952"/>
              <a:gd name="connsiteX2" fmla="*/ 313057 w 2748587"/>
              <a:gd name="connsiteY2" fmla="*/ 3499793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48587"/>
              <a:gd name="connsiteY0" fmla="*/ 4040952 h 4040952"/>
              <a:gd name="connsiteX1" fmla="*/ 529719 w 2748587"/>
              <a:gd name="connsiteY1" fmla="*/ 3668948 h 4040952"/>
              <a:gd name="connsiteX2" fmla="*/ 294443 w 2748587"/>
              <a:gd name="connsiteY2" fmla="*/ 3379589 h 4040952"/>
              <a:gd name="connsiteX3" fmla="*/ 343056 w 2748587"/>
              <a:gd name="connsiteY3" fmla="*/ 3069406 h 4040952"/>
              <a:gd name="connsiteX4" fmla="*/ 147513 w 2748587"/>
              <a:gd name="connsiteY4" fmla="*/ 2912077 h 4040952"/>
              <a:gd name="connsiteX5" fmla="*/ 2442 w 2748587"/>
              <a:gd name="connsiteY5" fmla="*/ 2507421 h 4040952"/>
              <a:gd name="connsiteX6" fmla="*/ 55616 w 2748587"/>
              <a:gd name="connsiteY6" fmla="*/ 2230623 h 4040952"/>
              <a:gd name="connsiteX7" fmla="*/ 44547 w 2748587"/>
              <a:gd name="connsiteY7" fmla="*/ 1879043 h 4040952"/>
              <a:gd name="connsiteX8" fmla="*/ 182299 w 2748587"/>
              <a:gd name="connsiteY8" fmla="*/ 1574526 h 4040952"/>
              <a:gd name="connsiteX9" fmla="*/ 375375 w 2748587"/>
              <a:gd name="connsiteY9" fmla="*/ 1398734 h 4040952"/>
              <a:gd name="connsiteX10" fmla="*/ 619151 w 2748587"/>
              <a:gd name="connsiteY10" fmla="*/ 1515411 h 4040952"/>
              <a:gd name="connsiteX11" fmla="*/ 951136 w 2748587"/>
              <a:gd name="connsiteY11" fmla="*/ 1644157 h 4040952"/>
              <a:gd name="connsiteX12" fmla="*/ 1465296 w 2748587"/>
              <a:gd name="connsiteY12" fmla="*/ 1675780 h 4040952"/>
              <a:gd name="connsiteX13" fmla="*/ 1795623 w 2748587"/>
              <a:gd name="connsiteY13" fmla="*/ 1552336 h 4040952"/>
              <a:gd name="connsiteX14" fmla="*/ 2248172 w 2748587"/>
              <a:gd name="connsiteY14" fmla="*/ 1583765 h 4040952"/>
              <a:gd name="connsiteX15" fmla="*/ 2462055 w 2748587"/>
              <a:gd name="connsiteY15" fmla="*/ 1428143 h 4040952"/>
              <a:gd name="connsiteX16" fmla="*/ 2694467 w 2748587"/>
              <a:gd name="connsiteY16" fmla="*/ 1038150 h 4040952"/>
              <a:gd name="connsiteX17" fmla="*/ 2748226 w 2748587"/>
              <a:gd name="connsiteY17" fmla="*/ 568410 h 4040952"/>
              <a:gd name="connsiteX18" fmla="*/ 2741932 w 2748587"/>
              <a:gd name="connsiteY18"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19151 w 2762407"/>
              <a:gd name="connsiteY10" fmla="*/ 1515411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741932 w 2762407"/>
              <a:gd name="connsiteY19"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19151 w 2762407"/>
              <a:gd name="connsiteY10" fmla="*/ 1515411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99142 w 2762407"/>
              <a:gd name="connsiteY10" fmla="*/ 1467230 h 4040952"/>
              <a:gd name="connsiteX11" fmla="*/ 951136 w 2762407"/>
              <a:gd name="connsiteY11" fmla="*/ 1644157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99142 w 2762407"/>
              <a:gd name="connsiteY10" fmla="*/ 1467230 h 4040952"/>
              <a:gd name="connsiteX11" fmla="*/ 936643 w 2762407"/>
              <a:gd name="connsiteY11" fmla="*/ 1700186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41932 w 2762407"/>
              <a:gd name="connsiteY20" fmla="*/ 0 h 4040952"/>
              <a:gd name="connsiteX0" fmla="*/ 585720 w 2762407"/>
              <a:gd name="connsiteY0" fmla="*/ 4040952 h 4040952"/>
              <a:gd name="connsiteX1" fmla="*/ 529719 w 2762407"/>
              <a:gd name="connsiteY1" fmla="*/ 3668948 h 4040952"/>
              <a:gd name="connsiteX2" fmla="*/ 294443 w 2762407"/>
              <a:gd name="connsiteY2" fmla="*/ 3379589 h 4040952"/>
              <a:gd name="connsiteX3" fmla="*/ 343056 w 2762407"/>
              <a:gd name="connsiteY3" fmla="*/ 3069406 h 4040952"/>
              <a:gd name="connsiteX4" fmla="*/ 147513 w 2762407"/>
              <a:gd name="connsiteY4" fmla="*/ 2912077 h 4040952"/>
              <a:gd name="connsiteX5" fmla="*/ 2442 w 2762407"/>
              <a:gd name="connsiteY5" fmla="*/ 2507421 h 4040952"/>
              <a:gd name="connsiteX6" fmla="*/ 55616 w 2762407"/>
              <a:gd name="connsiteY6" fmla="*/ 2230623 h 4040952"/>
              <a:gd name="connsiteX7" fmla="*/ 44547 w 2762407"/>
              <a:gd name="connsiteY7" fmla="*/ 1879043 h 4040952"/>
              <a:gd name="connsiteX8" fmla="*/ 182299 w 2762407"/>
              <a:gd name="connsiteY8" fmla="*/ 1574526 h 4040952"/>
              <a:gd name="connsiteX9" fmla="*/ 375375 w 2762407"/>
              <a:gd name="connsiteY9" fmla="*/ 1398734 h 4040952"/>
              <a:gd name="connsiteX10" fmla="*/ 699142 w 2762407"/>
              <a:gd name="connsiteY10" fmla="*/ 1467230 h 4040952"/>
              <a:gd name="connsiteX11" fmla="*/ 936643 w 2762407"/>
              <a:gd name="connsiteY11" fmla="*/ 1700186 h 4040952"/>
              <a:gd name="connsiteX12" fmla="*/ 1465296 w 2762407"/>
              <a:gd name="connsiteY12" fmla="*/ 1675780 h 4040952"/>
              <a:gd name="connsiteX13" fmla="*/ 1795623 w 2762407"/>
              <a:gd name="connsiteY13" fmla="*/ 1552336 h 4040952"/>
              <a:gd name="connsiteX14" fmla="*/ 2248172 w 2762407"/>
              <a:gd name="connsiteY14" fmla="*/ 1583765 h 4040952"/>
              <a:gd name="connsiteX15" fmla="*/ 2462055 w 2762407"/>
              <a:gd name="connsiteY15" fmla="*/ 1428143 h 4040952"/>
              <a:gd name="connsiteX16" fmla="*/ 2754500 w 2762407"/>
              <a:gd name="connsiteY16" fmla="*/ 1260141 h 4040952"/>
              <a:gd name="connsiteX17" fmla="*/ 2694467 w 2762407"/>
              <a:gd name="connsiteY17" fmla="*/ 1038150 h 4040952"/>
              <a:gd name="connsiteX18" fmla="*/ 2748226 w 2762407"/>
              <a:gd name="connsiteY18" fmla="*/ 568410 h 4040952"/>
              <a:gd name="connsiteX19" fmla="*/ 2628073 w 2762407"/>
              <a:gd name="connsiteY19" fmla="*/ 247903 h 4040952"/>
              <a:gd name="connsiteX20" fmla="*/ 2739592 w 2762407"/>
              <a:gd name="connsiteY20" fmla="*/ 137828 h 4040952"/>
              <a:gd name="connsiteX21" fmla="*/ 2741932 w 2762407"/>
              <a:gd name="connsiteY21" fmla="*/ 0 h 4040952"/>
              <a:gd name="connsiteX0" fmla="*/ 585720 w 2762407"/>
              <a:gd name="connsiteY0" fmla="*/ 4358413 h 4358413"/>
              <a:gd name="connsiteX1" fmla="*/ 529719 w 2762407"/>
              <a:gd name="connsiteY1" fmla="*/ 3986409 h 4358413"/>
              <a:gd name="connsiteX2" fmla="*/ 294443 w 2762407"/>
              <a:gd name="connsiteY2" fmla="*/ 3697050 h 4358413"/>
              <a:gd name="connsiteX3" fmla="*/ 343056 w 2762407"/>
              <a:gd name="connsiteY3" fmla="*/ 3386867 h 4358413"/>
              <a:gd name="connsiteX4" fmla="*/ 147513 w 2762407"/>
              <a:gd name="connsiteY4" fmla="*/ 3229538 h 4358413"/>
              <a:gd name="connsiteX5" fmla="*/ 2442 w 2762407"/>
              <a:gd name="connsiteY5" fmla="*/ 2824882 h 4358413"/>
              <a:gd name="connsiteX6" fmla="*/ 55616 w 2762407"/>
              <a:gd name="connsiteY6" fmla="*/ 2548084 h 4358413"/>
              <a:gd name="connsiteX7" fmla="*/ 44547 w 2762407"/>
              <a:gd name="connsiteY7" fmla="*/ 2196504 h 4358413"/>
              <a:gd name="connsiteX8" fmla="*/ 182299 w 2762407"/>
              <a:gd name="connsiteY8" fmla="*/ 1891987 h 4358413"/>
              <a:gd name="connsiteX9" fmla="*/ 375375 w 2762407"/>
              <a:gd name="connsiteY9" fmla="*/ 1716195 h 4358413"/>
              <a:gd name="connsiteX10" fmla="*/ 699142 w 2762407"/>
              <a:gd name="connsiteY10" fmla="*/ 1784691 h 4358413"/>
              <a:gd name="connsiteX11" fmla="*/ 936643 w 2762407"/>
              <a:gd name="connsiteY11" fmla="*/ 2017647 h 4358413"/>
              <a:gd name="connsiteX12" fmla="*/ 1465296 w 2762407"/>
              <a:gd name="connsiteY12" fmla="*/ 1993241 h 4358413"/>
              <a:gd name="connsiteX13" fmla="*/ 1795623 w 2762407"/>
              <a:gd name="connsiteY13" fmla="*/ 1869797 h 4358413"/>
              <a:gd name="connsiteX14" fmla="*/ 2248172 w 2762407"/>
              <a:gd name="connsiteY14" fmla="*/ 1901226 h 4358413"/>
              <a:gd name="connsiteX15" fmla="*/ 2462055 w 2762407"/>
              <a:gd name="connsiteY15" fmla="*/ 1745604 h 4358413"/>
              <a:gd name="connsiteX16" fmla="*/ 2754500 w 2762407"/>
              <a:gd name="connsiteY16" fmla="*/ 1577602 h 4358413"/>
              <a:gd name="connsiteX17" fmla="*/ 2694467 w 2762407"/>
              <a:gd name="connsiteY17" fmla="*/ 1355611 h 4358413"/>
              <a:gd name="connsiteX18" fmla="*/ 2748226 w 2762407"/>
              <a:gd name="connsiteY18" fmla="*/ 885871 h 4358413"/>
              <a:gd name="connsiteX19" fmla="*/ 2628073 w 2762407"/>
              <a:gd name="connsiteY19" fmla="*/ 565364 h 4358413"/>
              <a:gd name="connsiteX20" fmla="*/ 2739592 w 2762407"/>
              <a:gd name="connsiteY20" fmla="*/ 455289 h 4358413"/>
              <a:gd name="connsiteX21" fmla="*/ 2123951 w 2762407"/>
              <a:gd name="connsiteY21" fmla="*/ 0 h 4358413"/>
              <a:gd name="connsiteX0" fmla="*/ 585720 w 2762407"/>
              <a:gd name="connsiteY0" fmla="*/ 4358413 h 4358413"/>
              <a:gd name="connsiteX1" fmla="*/ 529719 w 2762407"/>
              <a:gd name="connsiteY1" fmla="*/ 3986409 h 4358413"/>
              <a:gd name="connsiteX2" fmla="*/ 294443 w 2762407"/>
              <a:gd name="connsiteY2" fmla="*/ 3697050 h 4358413"/>
              <a:gd name="connsiteX3" fmla="*/ 343056 w 2762407"/>
              <a:gd name="connsiteY3" fmla="*/ 3386867 h 4358413"/>
              <a:gd name="connsiteX4" fmla="*/ 147513 w 2762407"/>
              <a:gd name="connsiteY4" fmla="*/ 3229538 h 4358413"/>
              <a:gd name="connsiteX5" fmla="*/ 2442 w 2762407"/>
              <a:gd name="connsiteY5" fmla="*/ 2824882 h 4358413"/>
              <a:gd name="connsiteX6" fmla="*/ 55616 w 2762407"/>
              <a:gd name="connsiteY6" fmla="*/ 2548084 h 4358413"/>
              <a:gd name="connsiteX7" fmla="*/ 44547 w 2762407"/>
              <a:gd name="connsiteY7" fmla="*/ 2196504 h 4358413"/>
              <a:gd name="connsiteX8" fmla="*/ 182299 w 2762407"/>
              <a:gd name="connsiteY8" fmla="*/ 1891987 h 4358413"/>
              <a:gd name="connsiteX9" fmla="*/ 375375 w 2762407"/>
              <a:gd name="connsiteY9" fmla="*/ 1716195 h 4358413"/>
              <a:gd name="connsiteX10" fmla="*/ 699142 w 2762407"/>
              <a:gd name="connsiteY10" fmla="*/ 1784691 h 4358413"/>
              <a:gd name="connsiteX11" fmla="*/ 936643 w 2762407"/>
              <a:gd name="connsiteY11" fmla="*/ 2017647 h 4358413"/>
              <a:gd name="connsiteX12" fmla="*/ 1465296 w 2762407"/>
              <a:gd name="connsiteY12" fmla="*/ 1993241 h 4358413"/>
              <a:gd name="connsiteX13" fmla="*/ 1795623 w 2762407"/>
              <a:gd name="connsiteY13" fmla="*/ 1869797 h 4358413"/>
              <a:gd name="connsiteX14" fmla="*/ 2248172 w 2762407"/>
              <a:gd name="connsiteY14" fmla="*/ 1901226 h 4358413"/>
              <a:gd name="connsiteX15" fmla="*/ 2462055 w 2762407"/>
              <a:gd name="connsiteY15" fmla="*/ 1745604 h 4358413"/>
              <a:gd name="connsiteX16" fmla="*/ 2754500 w 2762407"/>
              <a:gd name="connsiteY16" fmla="*/ 1577602 h 4358413"/>
              <a:gd name="connsiteX17" fmla="*/ 2694467 w 2762407"/>
              <a:gd name="connsiteY17" fmla="*/ 1355611 h 4358413"/>
              <a:gd name="connsiteX18" fmla="*/ 2748226 w 2762407"/>
              <a:gd name="connsiteY18" fmla="*/ 885871 h 4358413"/>
              <a:gd name="connsiteX19" fmla="*/ 2628073 w 2762407"/>
              <a:gd name="connsiteY19" fmla="*/ 565364 h 4358413"/>
              <a:gd name="connsiteX20" fmla="*/ 2739592 w 2762407"/>
              <a:gd name="connsiteY20" fmla="*/ 455289 h 4358413"/>
              <a:gd name="connsiteX21" fmla="*/ 2567760 w 2762407"/>
              <a:gd name="connsiteY21" fmla="*/ 181030 h 4358413"/>
              <a:gd name="connsiteX22" fmla="*/ 2123951 w 2762407"/>
              <a:gd name="connsiteY22" fmla="*/ 0 h 4358413"/>
              <a:gd name="connsiteX0" fmla="*/ 585720 w 2762407"/>
              <a:gd name="connsiteY0" fmla="*/ 4470312 h 4470312"/>
              <a:gd name="connsiteX1" fmla="*/ 529719 w 2762407"/>
              <a:gd name="connsiteY1" fmla="*/ 4098308 h 4470312"/>
              <a:gd name="connsiteX2" fmla="*/ 294443 w 2762407"/>
              <a:gd name="connsiteY2" fmla="*/ 3808949 h 4470312"/>
              <a:gd name="connsiteX3" fmla="*/ 343056 w 2762407"/>
              <a:gd name="connsiteY3" fmla="*/ 3498766 h 4470312"/>
              <a:gd name="connsiteX4" fmla="*/ 147513 w 2762407"/>
              <a:gd name="connsiteY4" fmla="*/ 3341437 h 4470312"/>
              <a:gd name="connsiteX5" fmla="*/ 2442 w 2762407"/>
              <a:gd name="connsiteY5" fmla="*/ 2936781 h 4470312"/>
              <a:gd name="connsiteX6" fmla="*/ 55616 w 2762407"/>
              <a:gd name="connsiteY6" fmla="*/ 2659983 h 4470312"/>
              <a:gd name="connsiteX7" fmla="*/ 44547 w 2762407"/>
              <a:gd name="connsiteY7" fmla="*/ 2308403 h 4470312"/>
              <a:gd name="connsiteX8" fmla="*/ 182299 w 2762407"/>
              <a:gd name="connsiteY8" fmla="*/ 2003886 h 4470312"/>
              <a:gd name="connsiteX9" fmla="*/ 375375 w 2762407"/>
              <a:gd name="connsiteY9" fmla="*/ 1828094 h 4470312"/>
              <a:gd name="connsiteX10" fmla="*/ 699142 w 2762407"/>
              <a:gd name="connsiteY10" fmla="*/ 1896590 h 4470312"/>
              <a:gd name="connsiteX11" fmla="*/ 936643 w 2762407"/>
              <a:gd name="connsiteY11" fmla="*/ 2129546 h 4470312"/>
              <a:gd name="connsiteX12" fmla="*/ 1465296 w 2762407"/>
              <a:gd name="connsiteY12" fmla="*/ 2105140 h 4470312"/>
              <a:gd name="connsiteX13" fmla="*/ 1795623 w 2762407"/>
              <a:gd name="connsiteY13" fmla="*/ 1981696 h 4470312"/>
              <a:gd name="connsiteX14" fmla="*/ 2248172 w 2762407"/>
              <a:gd name="connsiteY14" fmla="*/ 2013125 h 4470312"/>
              <a:gd name="connsiteX15" fmla="*/ 2462055 w 2762407"/>
              <a:gd name="connsiteY15" fmla="*/ 1857503 h 4470312"/>
              <a:gd name="connsiteX16" fmla="*/ 2754500 w 2762407"/>
              <a:gd name="connsiteY16" fmla="*/ 1689501 h 4470312"/>
              <a:gd name="connsiteX17" fmla="*/ 2694467 w 2762407"/>
              <a:gd name="connsiteY17" fmla="*/ 1467510 h 4470312"/>
              <a:gd name="connsiteX18" fmla="*/ 2748226 w 2762407"/>
              <a:gd name="connsiteY18" fmla="*/ 997770 h 4470312"/>
              <a:gd name="connsiteX19" fmla="*/ 2628073 w 2762407"/>
              <a:gd name="connsiteY19" fmla="*/ 677263 h 4470312"/>
              <a:gd name="connsiteX20" fmla="*/ 2739592 w 2762407"/>
              <a:gd name="connsiteY20" fmla="*/ 567188 h 4470312"/>
              <a:gd name="connsiteX21" fmla="*/ 2567760 w 2762407"/>
              <a:gd name="connsiteY21" fmla="*/ 292929 h 4470312"/>
              <a:gd name="connsiteX22" fmla="*/ 1808313 w 2762407"/>
              <a:gd name="connsiteY22" fmla="*/ 0 h 4470312"/>
              <a:gd name="connsiteX0" fmla="*/ 585720 w 2762407"/>
              <a:gd name="connsiteY0" fmla="*/ 4470312 h 4470312"/>
              <a:gd name="connsiteX1" fmla="*/ 529719 w 2762407"/>
              <a:gd name="connsiteY1" fmla="*/ 4098308 h 4470312"/>
              <a:gd name="connsiteX2" fmla="*/ 294443 w 2762407"/>
              <a:gd name="connsiteY2" fmla="*/ 3808949 h 4470312"/>
              <a:gd name="connsiteX3" fmla="*/ 343056 w 2762407"/>
              <a:gd name="connsiteY3" fmla="*/ 3498766 h 4470312"/>
              <a:gd name="connsiteX4" fmla="*/ 147513 w 2762407"/>
              <a:gd name="connsiteY4" fmla="*/ 3341437 h 4470312"/>
              <a:gd name="connsiteX5" fmla="*/ 2442 w 2762407"/>
              <a:gd name="connsiteY5" fmla="*/ 2936781 h 4470312"/>
              <a:gd name="connsiteX6" fmla="*/ 55616 w 2762407"/>
              <a:gd name="connsiteY6" fmla="*/ 2659983 h 4470312"/>
              <a:gd name="connsiteX7" fmla="*/ 44547 w 2762407"/>
              <a:gd name="connsiteY7" fmla="*/ 2308403 h 4470312"/>
              <a:gd name="connsiteX8" fmla="*/ 182299 w 2762407"/>
              <a:gd name="connsiteY8" fmla="*/ 2003886 h 4470312"/>
              <a:gd name="connsiteX9" fmla="*/ 375375 w 2762407"/>
              <a:gd name="connsiteY9" fmla="*/ 1828094 h 4470312"/>
              <a:gd name="connsiteX10" fmla="*/ 699142 w 2762407"/>
              <a:gd name="connsiteY10" fmla="*/ 1896590 h 4470312"/>
              <a:gd name="connsiteX11" fmla="*/ 936643 w 2762407"/>
              <a:gd name="connsiteY11" fmla="*/ 2129546 h 4470312"/>
              <a:gd name="connsiteX12" fmla="*/ 1465296 w 2762407"/>
              <a:gd name="connsiteY12" fmla="*/ 2105140 h 4470312"/>
              <a:gd name="connsiteX13" fmla="*/ 1795623 w 2762407"/>
              <a:gd name="connsiteY13" fmla="*/ 1981696 h 4470312"/>
              <a:gd name="connsiteX14" fmla="*/ 2248172 w 2762407"/>
              <a:gd name="connsiteY14" fmla="*/ 2013125 h 4470312"/>
              <a:gd name="connsiteX15" fmla="*/ 2462055 w 2762407"/>
              <a:gd name="connsiteY15" fmla="*/ 1857503 h 4470312"/>
              <a:gd name="connsiteX16" fmla="*/ 2754500 w 2762407"/>
              <a:gd name="connsiteY16" fmla="*/ 1689501 h 4470312"/>
              <a:gd name="connsiteX17" fmla="*/ 2694467 w 2762407"/>
              <a:gd name="connsiteY17" fmla="*/ 1467510 h 4470312"/>
              <a:gd name="connsiteX18" fmla="*/ 2748226 w 2762407"/>
              <a:gd name="connsiteY18" fmla="*/ 997770 h 4470312"/>
              <a:gd name="connsiteX19" fmla="*/ 2628073 w 2762407"/>
              <a:gd name="connsiteY19" fmla="*/ 677263 h 4470312"/>
              <a:gd name="connsiteX20" fmla="*/ 2739592 w 2762407"/>
              <a:gd name="connsiteY20" fmla="*/ 567188 h 4470312"/>
              <a:gd name="connsiteX21" fmla="*/ 2567760 w 2762407"/>
              <a:gd name="connsiteY21" fmla="*/ 292929 h 4470312"/>
              <a:gd name="connsiteX22" fmla="*/ 2250541 w 2762407"/>
              <a:gd name="connsiteY22" fmla="*/ 69742 h 4470312"/>
              <a:gd name="connsiteX23" fmla="*/ 1808313 w 2762407"/>
              <a:gd name="connsiteY23" fmla="*/ 0 h 4470312"/>
              <a:gd name="connsiteX0" fmla="*/ 585720 w 2810489"/>
              <a:gd name="connsiteY0" fmla="*/ 4470312 h 4470312"/>
              <a:gd name="connsiteX1" fmla="*/ 529719 w 2810489"/>
              <a:gd name="connsiteY1" fmla="*/ 4098308 h 4470312"/>
              <a:gd name="connsiteX2" fmla="*/ 294443 w 2810489"/>
              <a:gd name="connsiteY2" fmla="*/ 3808949 h 4470312"/>
              <a:gd name="connsiteX3" fmla="*/ 343056 w 2810489"/>
              <a:gd name="connsiteY3" fmla="*/ 3498766 h 4470312"/>
              <a:gd name="connsiteX4" fmla="*/ 147513 w 2810489"/>
              <a:gd name="connsiteY4" fmla="*/ 3341437 h 4470312"/>
              <a:gd name="connsiteX5" fmla="*/ 2442 w 2810489"/>
              <a:gd name="connsiteY5" fmla="*/ 2936781 h 4470312"/>
              <a:gd name="connsiteX6" fmla="*/ 55616 w 2810489"/>
              <a:gd name="connsiteY6" fmla="*/ 2659983 h 4470312"/>
              <a:gd name="connsiteX7" fmla="*/ 44547 w 2810489"/>
              <a:gd name="connsiteY7" fmla="*/ 2308403 h 4470312"/>
              <a:gd name="connsiteX8" fmla="*/ 182299 w 2810489"/>
              <a:gd name="connsiteY8" fmla="*/ 2003886 h 4470312"/>
              <a:gd name="connsiteX9" fmla="*/ 375375 w 2810489"/>
              <a:gd name="connsiteY9" fmla="*/ 1828094 h 4470312"/>
              <a:gd name="connsiteX10" fmla="*/ 699142 w 2810489"/>
              <a:gd name="connsiteY10" fmla="*/ 1896590 h 4470312"/>
              <a:gd name="connsiteX11" fmla="*/ 936643 w 2810489"/>
              <a:gd name="connsiteY11" fmla="*/ 2129546 h 4470312"/>
              <a:gd name="connsiteX12" fmla="*/ 1465296 w 2810489"/>
              <a:gd name="connsiteY12" fmla="*/ 2105140 h 4470312"/>
              <a:gd name="connsiteX13" fmla="*/ 1795623 w 2810489"/>
              <a:gd name="connsiteY13" fmla="*/ 1981696 h 4470312"/>
              <a:gd name="connsiteX14" fmla="*/ 2248172 w 2810489"/>
              <a:gd name="connsiteY14" fmla="*/ 2013125 h 4470312"/>
              <a:gd name="connsiteX15" fmla="*/ 2462055 w 2810489"/>
              <a:gd name="connsiteY15" fmla="*/ 1857503 h 4470312"/>
              <a:gd name="connsiteX16" fmla="*/ 2754500 w 2810489"/>
              <a:gd name="connsiteY16" fmla="*/ 1689501 h 4470312"/>
              <a:gd name="connsiteX17" fmla="*/ 2694467 w 2810489"/>
              <a:gd name="connsiteY17" fmla="*/ 1467510 h 4470312"/>
              <a:gd name="connsiteX18" fmla="*/ 2810176 w 2810489"/>
              <a:gd name="connsiteY18" fmla="*/ 1033004 h 4470312"/>
              <a:gd name="connsiteX19" fmla="*/ 2628073 w 2810489"/>
              <a:gd name="connsiteY19" fmla="*/ 677263 h 4470312"/>
              <a:gd name="connsiteX20" fmla="*/ 2739592 w 2810489"/>
              <a:gd name="connsiteY20" fmla="*/ 567188 h 4470312"/>
              <a:gd name="connsiteX21" fmla="*/ 2567760 w 2810489"/>
              <a:gd name="connsiteY21" fmla="*/ 292929 h 4470312"/>
              <a:gd name="connsiteX22" fmla="*/ 2250541 w 2810489"/>
              <a:gd name="connsiteY22" fmla="*/ 69742 h 4470312"/>
              <a:gd name="connsiteX23" fmla="*/ 1808313 w 2810489"/>
              <a:gd name="connsiteY23" fmla="*/ 0 h 4470312"/>
              <a:gd name="connsiteX0" fmla="*/ 585720 w 2810489"/>
              <a:gd name="connsiteY0" fmla="*/ 4470312 h 4470312"/>
              <a:gd name="connsiteX1" fmla="*/ 529719 w 2810489"/>
              <a:gd name="connsiteY1" fmla="*/ 4098308 h 4470312"/>
              <a:gd name="connsiteX2" fmla="*/ 294443 w 2810489"/>
              <a:gd name="connsiteY2" fmla="*/ 3808949 h 4470312"/>
              <a:gd name="connsiteX3" fmla="*/ 343056 w 2810489"/>
              <a:gd name="connsiteY3" fmla="*/ 3498766 h 4470312"/>
              <a:gd name="connsiteX4" fmla="*/ 147513 w 2810489"/>
              <a:gd name="connsiteY4" fmla="*/ 3341437 h 4470312"/>
              <a:gd name="connsiteX5" fmla="*/ 2442 w 2810489"/>
              <a:gd name="connsiteY5" fmla="*/ 2936781 h 4470312"/>
              <a:gd name="connsiteX6" fmla="*/ 55616 w 2810489"/>
              <a:gd name="connsiteY6" fmla="*/ 2659983 h 4470312"/>
              <a:gd name="connsiteX7" fmla="*/ 44547 w 2810489"/>
              <a:gd name="connsiteY7" fmla="*/ 2308403 h 4470312"/>
              <a:gd name="connsiteX8" fmla="*/ 182299 w 2810489"/>
              <a:gd name="connsiteY8" fmla="*/ 2003886 h 4470312"/>
              <a:gd name="connsiteX9" fmla="*/ 375375 w 2810489"/>
              <a:gd name="connsiteY9" fmla="*/ 1828094 h 4470312"/>
              <a:gd name="connsiteX10" fmla="*/ 699142 w 2810489"/>
              <a:gd name="connsiteY10" fmla="*/ 1896590 h 4470312"/>
              <a:gd name="connsiteX11" fmla="*/ 936643 w 2810489"/>
              <a:gd name="connsiteY11" fmla="*/ 2129546 h 4470312"/>
              <a:gd name="connsiteX12" fmla="*/ 1465296 w 2810489"/>
              <a:gd name="connsiteY12" fmla="*/ 2105140 h 4470312"/>
              <a:gd name="connsiteX13" fmla="*/ 1795623 w 2810489"/>
              <a:gd name="connsiteY13" fmla="*/ 1981696 h 4470312"/>
              <a:gd name="connsiteX14" fmla="*/ 2248172 w 2810489"/>
              <a:gd name="connsiteY14" fmla="*/ 2013125 h 4470312"/>
              <a:gd name="connsiteX15" fmla="*/ 2462055 w 2810489"/>
              <a:gd name="connsiteY15" fmla="*/ 1857503 h 4470312"/>
              <a:gd name="connsiteX16" fmla="*/ 2738130 w 2810489"/>
              <a:gd name="connsiteY16" fmla="*/ 1662472 h 4470312"/>
              <a:gd name="connsiteX17" fmla="*/ 2694467 w 2810489"/>
              <a:gd name="connsiteY17" fmla="*/ 1467510 h 4470312"/>
              <a:gd name="connsiteX18" fmla="*/ 2810176 w 2810489"/>
              <a:gd name="connsiteY18" fmla="*/ 1033004 h 4470312"/>
              <a:gd name="connsiteX19" fmla="*/ 2628073 w 2810489"/>
              <a:gd name="connsiteY19" fmla="*/ 677263 h 4470312"/>
              <a:gd name="connsiteX20" fmla="*/ 2739592 w 2810489"/>
              <a:gd name="connsiteY20" fmla="*/ 567188 h 4470312"/>
              <a:gd name="connsiteX21" fmla="*/ 2567760 w 2810489"/>
              <a:gd name="connsiteY21" fmla="*/ 292929 h 4470312"/>
              <a:gd name="connsiteX22" fmla="*/ 2250541 w 2810489"/>
              <a:gd name="connsiteY22" fmla="*/ 69742 h 4470312"/>
              <a:gd name="connsiteX23" fmla="*/ 1808313 w 2810489"/>
              <a:gd name="connsiteY23" fmla="*/ 0 h 4470312"/>
              <a:gd name="connsiteX0" fmla="*/ 585720 w 2810489"/>
              <a:gd name="connsiteY0" fmla="*/ 4470312 h 4470312"/>
              <a:gd name="connsiteX1" fmla="*/ 529719 w 2810489"/>
              <a:gd name="connsiteY1" fmla="*/ 4098308 h 4470312"/>
              <a:gd name="connsiteX2" fmla="*/ 294443 w 2810489"/>
              <a:gd name="connsiteY2" fmla="*/ 3808949 h 4470312"/>
              <a:gd name="connsiteX3" fmla="*/ 343056 w 2810489"/>
              <a:gd name="connsiteY3" fmla="*/ 3498766 h 4470312"/>
              <a:gd name="connsiteX4" fmla="*/ 147513 w 2810489"/>
              <a:gd name="connsiteY4" fmla="*/ 3341437 h 4470312"/>
              <a:gd name="connsiteX5" fmla="*/ 2442 w 2810489"/>
              <a:gd name="connsiteY5" fmla="*/ 2936781 h 4470312"/>
              <a:gd name="connsiteX6" fmla="*/ 55616 w 2810489"/>
              <a:gd name="connsiteY6" fmla="*/ 2659983 h 4470312"/>
              <a:gd name="connsiteX7" fmla="*/ 44547 w 2810489"/>
              <a:gd name="connsiteY7" fmla="*/ 2308403 h 4470312"/>
              <a:gd name="connsiteX8" fmla="*/ 182299 w 2810489"/>
              <a:gd name="connsiteY8" fmla="*/ 2003886 h 4470312"/>
              <a:gd name="connsiteX9" fmla="*/ 375375 w 2810489"/>
              <a:gd name="connsiteY9" fmla="*/ 1828094 h 4470312"/>
              <a:gd name="connsiteX10" fmla="*/ 699142 w 2810489"/>
              <a:gd name="connsiteY10" fmla="*/ 1896590 h 4470312"/>
              <a:gd name="connsiteX11" fmla="*/ 936643 w 2810489"/>
              <a:gd name="connsiteY11" fmla="*/ 2129546 h 4470312"/>
              <a:gd name="connsiteX12" fmla="*/ 1239896 w 2810489"/>
              <a:gd name="connsiteY12" fmla="*/ 2220793 h 4470312"/>
              <a:gd name="connsiteX13" fmla="*/ 1465296 w 2810489"/>
              <a:gd name="connsiteY13" fmla="*/ 2105140 h 4470312"/>
              <a:gd name="connsiteX14" fmla="*/ 1795623 w 2810489"/>
              <a:gd name="connsiteY14" fmla="*/ 1981696 h 4470312"/>
              <a:gd name="connsiteX15" fmla="*/ 2248172 w 2810489"/>
              <a:gd name="connsiteY15" fmla="*/ 2013125 h 4470312"/>
              <a:gd name="connsiteX16" fmla="*/ 2462055 w 2810489"/>
              <a:gd name="connsiteY16" fmla="*/ 1857503 h 4470312"/>
              <a:gd name="connsiteX17" fmla="*/ 2738130 w 2810489"/>
              <a:gd name="connsiteY17" fmla="*/ 1662472 h 4470312"/>
              <a:gd name="connsiteX18" fmla="*/ 2694467 w 2810489"/>
              <a:gd name="connsiteY18" fmla="*/ 1467510 h 4470312"/>
              <a:gd name="connsiteX19" fmla="*/ 2810176 w 2810489"/>
              <a:gd name="connsiteY19" fmla="*/ 1033004 h 4470312"/>
              <a:gd name="connsiteX20" fmla="*/ 2628073 w 2810489"/>
              <a:gd name="connsiteY20" fmla="*/ 677263 h 4470312"/>
              <a:gd name="connsiteX21" fmla="*/ 2739592 w 2810489"/>
              <a:gd name="connsiteY21" fmla="*/ 567188 h 4470312"/>
              <a:gd name="connsiteX22" fmla="*/ 2567760 w 2810489"/>
              <a:gd name="connsiteY22" fmla="*/ 292929 h 4470312"/>
              <a:gd name="connsiteX23" fmla="*/ 2250541 w 2810489"/>
              <a:gd name="connsiteY23" fmla="*/ 69742 h 4470312"/>
              <a:gd name="connsiteX24" fmla="*/ 1808313 w 2810489"/>
              <a:gd name="connsiteY24" fmla="*/ 0 h 4470312"/>
              <a:gd name="connsiteX0" fmla="*/ 585720 w 2810489"/>
              <a:gd name="connsiteY0" fmla="*/ 4470312 h 4470312"/>
              <a:gd name="connsiteX1" fmla="*/ 529719 w 2810489"/>
              <a:gd name="connsiteY1" fmla="*/ 4098308 h 4470312"/>
              <a:gd name="connsiteX2" fmla="*/ 240484 w 2810489"/>
              <a:gd name="connsiteY2" fmla="*/ 3849340 h 4470312"/>
              <a:gd name="connsiteX3" fmla="*/ 343056 w 2810489"/>
              <a:gd name="connsiteY3" fmla="*/ 3498766 h 4470312"/>
              <a:gd name="connsiteX4" fmla="*/ 147513 w 2810489"/>
              <a:gd name="connsiteY4" fmla="*/ 3341437 h 4470312"/>
              <a:gd name="connsiteX5" fmla="*/ 2442 w 2810489"/>
              <a:gd name="connsiteY5" fmla="*/ 2936781 h 4470312"/>
              <a:gd name="connsiteX6" fmla="*/ 55616 w 2810489"/>
              <a:gd name="connsiteY6" fmla="*/ 2659983 h 4470312"/>
              <a:gd name="connsiteX7" fmla="*/ 44547 w 2810489"/>
              <a:gd name="connsiteY7" fmla="*/ 2308403 h 4470312"/>
              <a:gd name="connsiteX8" fmla="*/ 182299 w 2810489"/>
              <a:gd name="connsiteY8" fmla="*/ 2003886 h 4470312"/>
              <a:gd name="connsiteX9" fmla="*/ 375375 w 2810489"/>
              <a:gd name="connsiteY9" fmla="*/ 1828094 h 4470312"/>
              <a:gd name="connsiteX10" fmla="*/ 699142 w 2810489"/>
              <a:gd name="connsiteY10" fmla="*/ 1896590 h 4470312"/>
              <a:gd name="connsiteX11" fmla="*/ 936643 w 2810489"/>
              <a:gd name="connsiteY11" fmla="*/ 2129546 h 4470312"/>
              <a:gd name="connsiteX12" fmla="*/ 1239896 w 2810489"/>
              <a:gd name="connsiteY12" fmla="*/ 2220793 h 4470312"/>
              <a:gd name="connsiteX13" fmla="*/ 1465296 w 2810489"/>
              <a:gd name="connsiteY13" fmla="*/ 2105140 h 4470312"/>
              <a:gd name="connsiteX14" fmla="*/ 1795623 w 2810489"/>
              <a:gd name="connsiteY14" fmla="*/ 1981696 h 4470312"/>
              <a:gd name="connsiteX15" fmla="*/ 2248172 w 2810489"/>
              <a:gd name="connsiteY15" fmla="*/ 2013125 h 4470312"/>
              <a:gd name="connsiteX16" fmla="*/ 2462055 w 2810489"/>
              <a:gd name="connsiteY16" fmla="*/ 1857503 h 4470312"/>
              <a:gd name="connsiteX17" fmla="*/ 2738130 w 2810489"/>
              <a:gd name="connsiteY17" fmla="*/ 1662472 h 4470312"/>
              <a:gd name="connsiteX18" fmla="*/ 2694467 w 2810489"/>
              <a:gd name="connsiteY18" fmla="*/ 1467510 h 4470312"/>
              <a:gd name="connsiteX19" fmla="*/ 2810176 w 2810489"/>
              <a:gd name="connsiteY19" fmla="*/ 1033004 h 4470312"/>
              <a:gd name="connsiteX20" fmla="*/ 2628073 w 2810489"/>
              <a:gd name="connsiteY20" fmla="*/ 677263 h 4470312"/>
              <a:gd name="connsiteX21" fmla="*/ 2739592 w 2810489"/>
              <a:gd name="connsiteY21" fmla="*/ 567188 h 4470312"/>
              <a:gd name="connsiteX22" fmla="*/ 2567760 w 2810489"/>
              <a:gd name="connsiteY22" fmla="*/ 292929 h 4470312"/>
              <a:gd name="connsiteX23" fmla="*/ 2250541 w 2810489"/>
              <a:gd name="connsiteY23" fmla="*/ 69742 h 4470312"/>
              <a:gd name="connsiteX24" fmla="*/ 1808313 w 2810489"/>
              <a:gd name="connsiteY24" fmla="*/ 0 h 4470312"/>
              <a:gd name="connsiteX0" fmla="*/ 585720 w 2810489"/>
              <a:gd name="connsiteY0" fmla="*/ 4470312 h 4470312"/>
              <a:gd name="connsiteX1" fmla="*/ 529719 w 2810489"/>
              <a:gd name="connsiteY1" fmla="*/ 4098308 h 4470312"/>
              <a:gd name="connsiteX2" fmla="*/ 240484 w 2810489"/>
              <a:gd name="connsiteY2" fmla="*/ 3849340 h 4470312"/>
              <a:gd name="connsiteX3" fmla="*/ 443158 w 2810489"/>
              <a:gd name="connsiteY3" fmla="*/ 3546126 h 4470312"/>
              <a:gd name="connsiteX4" fmla="*/ 147513 w 2810489"/>
              <a:gd name="connsiteY4" fmla="*/ 3341437 h 4470312"/>
              <a:gd name="connsiteX5" fmla="*/ 2442 w 2810489"/>
              <a:gd name="connsiteY5" fmla="*/ 2936781 h 4470312"/>
              <a:gd name="connsiteX6" fmla="*/ 55616 w 2810489"/>
              <a:gd name="connsiteY6" fmla="*/ 2659983 h 4470312"/>
              <a:gd name="connsiteX7" fmla="*/ 44547 w 2810489"/>
              <a:gd name="connsiteY7" fmla="*/ 2308403 h 4470312"/>
              <a:gd name="connsiteX8" fmla="*/ 182299 w 2810489"/>
              <a:gd name="connsiteY8" fmla="*/ 2003886 h 4470312"/>
              <a:gd name="connsiteX9" fmla="*/ 375375 w 2810489"/>
              <a:gd name="connsiteY9" fmla="*/ 1828094 h 4470312"/>
              <a:gd name="connsiteX10" fmla="*/ 699142 w 2810489"/>
              <a:gd name="connsiteY10" fmla="*/ 1896590 h 4470312"/>
              <a:gd name="connsiteX11" fmla="*/ 936643 w 2810489"/>
              <a:gd name="connsiteY11" fmla="*/ 2129546 h 4470312"/>
              <a:gd name="connsiteX12" fmla="*/ 1239896 w 2810489"/>
              <a:gd name="connsiteY12" fmla="*/ 2220793 h 4470312"/>
              <a:gd name="connsiteX13" fmla="*/ 1465296 w 2810489"/>
              <a:gd name="connsiteY13" fmla="*/ 2105140 h 4470312"/>
              <a:gd name="connsiteX14" fmla="*/ 1795623 w 2810489"/>
              <a:gd name="connsiteY14" fmla="*/ 1981696 h 4470312"/>
              <a:gd name="connsiteX15" fmla="*/ 2248172 w 2810489"/>
              <a:gd name="connsiteY15" fmla="*/ 2013125 h 4470312"/>
              <a:gd name="connsiteX16" fmla="*/ 2462055 w 2810489"/>
              <a:gd name="connsiteY16" fmla="*/ 1857503 h 4470312"/>
              <a:gd name="connsiteX17" fmla="*/ 2738130 w 2810489"/>
              <a:gd name="connsiteY17" fmla="*/ 1662472 h 4470312"/>
              <a:gd name="connsiteX18" fmla="*/ 2694467 w 2810489"/>
              <a:gd name="connsiteY18" fmla="*/ 1467510 h 4470312"/>
              <a:gd name="connsiteX19" fmla="*/ 2810176 w 2810489"/>
              <a:gd name="connsiteY19" fmla="*/ 1033004 h 4470312"/>
              <a:gd name="connsiteX20" fmla="*/ 2628073 w 2810489"/>
              <a:gd name="connsiteY20" fmla="*/ 677263 h 4470312"/>
              <a:gd name="connsiteX21" fmla="*/ 2739592 w 2810489"/>
              <a:gd name="connsiteY21" fmla="*/ 567188 h 4470312"/>
              <a:gd name="connsiteX22" fmla="*/ 2567760 w 2810489"/>
              <a:gd name="connsiteY22" fmla="*/ 292929 h 4470312"/>
              <a:gd name="connsiteX23" fmla="*/ 2250541 w 2810489"/>
              <a:gd name="connsiteY23" fmla="*/ 69742 h 4470312"/>
              <a:gd name="connsiteX24" fmla="*/ 1808313 w 2810489"/>
              <a:gd name="connsiteY24" fmla="*/ 0 h 4470312"/>
              <a:gd name="connsiteX0" fmla="*/ 584322 w 2809091"/>
              <a:gd name="connsiteY0" fmla="*/ 4470312 h 4470312"/>
              <a:gd name="connsiteX1" fmla="*/ 528321 w 2809091"/>
              <a:gd name="connsiteY1" fmla="*/ 4098308 h 4470312"/>
              <a:gd name="connsiteX2" fmla="*/ 239086 w 2809091"/>
              <a:gd name="connsiteY2" fmla="*/ 3849340 h 4470312"/>
              <a:gd name="connsiteX3" fmla="*/ 441760 w 2809091"/>
              <a:gd name="connsiteY3" fmla="*/ 3546126 h 4470312"/>
              <a:gd name="connsiteX4" fmla="*/ 109867 w 2809091"/>
              <a:gd name="connsiteY4" fmla="*/ 3239966 h 4470312"/>
              <a:gd name="connsiteX5" fmla="*/ 1044 w 2809091"/>
              <a:gd name="connsiteY5" fmla="*/ 2936781 h 4470312"/>
              <a:gd name="connsiteX6" fmla="*/ 54218 w 2809091"/>
              <a:gd name="connsiteY6" fmla="*/ 2659983 h 4470312"/>
              <a:gd name="connsiteX7" fmla="*/ 43149 w 2809091"/>
              <a:gd name="connsiteY7" fmla="*/ 2308403 h 4470312"/>
              <a:gd name="connsiteX8" fmla="*/ 180901 w 2809091"/>
              <a:gd name="connsiteY8" fmla="*/ 2003886 h 4470312"/>
              <a:gd name="connsiteX9" fmla="*/ 373977 w 2809091"/>
              <a:gd name="connsiteY9" fmla="*/ 1828094 h 4470312"/>
              <a:gd name="connsiteX10" fmla="*/ 697744 w 2809091"/>
              <a:gd name="connsiteY10" fmla="*/ 1896590 h 4470312"/>
              <a:gd name="connsiteX11" fmla="*/ 935245 w 2809091"/>
              <a:gd name="connsiteY11" fmla="*/ 2129546 h 4470312"/>
              <a:gd name="connsiteX12" fmla="*/ 1238498 w 2809091"/>
              <a:gd name="connsiteY12" fmla="*/ 2220793 h 4470312"/>
              <a:gd name="connsiteX13" fmla="*/ 1463898 w 2809091"/>
              <a:gd name="connsiteY13" fmla="*/ 2105140 h 4470312"/>
              <a:gd name="connsiteX14" fmla="*/ 1794225 w 2809091"/>
              <a:gd name="connsiteY14" fmla="*/ 1981696 h 4470312"/>
              <a:gd name="connsiteX15" fmla="*/ 2246774 w 2809091"/>
              <a:gd name="connsiteY15" fmla="*/ 2013125 h 4470312"/>
              <a:gd name="connsiteX16" fmla="*/ 2460657 w 2809091"/>
              <a:gd name="connsiteY16" fmla="*/ 1857503 h 4470312"/>
              <a:gd name="connsiteX17" fmla="*/ 2736732 w 2809091"/>
              <a:gd name="connsiteY17" fmla="*/ 1662472 h 4470312"/>
              <a:gd name="connsiteX18" fmla="*/ 2693069 w 2809091"/>
              <a:gd name="connsiteY18" fmla="*/ 1467510 h 4470312"/>
              <a:gd name="connsiteX19" fmla="*/ 2808778 w 2809091"/>
              <a:gd name="connsiteY19" fmla="*/ 1033004 h 4470312"/>
              <a:gd name="connsiteX20" fmla="*/ 2626675 w 2809091"/>
              <a:gd name="connsiteY20" fmla="*/ 677263 h 4470312"/>
              <a:gd name="connsiteX21" fmla="*/ 2738194 w 2809091"/>
              <a:gd name="connsiteY21" fmla="*/ 567188 h 4470312"/>
              <a:gd name="connsiteX22" fmla="*/ 2566362 w 2809091"/>
              <a:gd name="connsiteY22" fmla="*/ 292929 h 4470312"/>
              <a:gd name="connsiteX23" fmla="*/ 2249143 w 2809091"/>
              <a:gd name="connsiteY23" fmla="*/ 69742 h 4470312"/>
              <a:gd name="connsiteX24" fmla="*/ 1806915 w 2809091"/>
              <a:gd name="connsiteY24" fmla="*/ 0 h 4470312"/>
              <a:gd name="connsiteX0" fmla="*/ 677451 w 2809091"/>
              <a:gd name="connsiteY0" fmla="*/ 4473789 h 4473789"/>
              <a:gd name="connsiteX1" fmla="*/ 528321 w 2809091"/>
              <a:gd name="connsiteY1" fmla="*/ 4098308 h 4473789"/>
              <a:gd name="connsiteX2" fmla="*/ 239086 w 2809091"/>
              <a:gd name="connsiteY2" fmla="*/ 3849340 h 4473789"/>
              <a:gd name="connsiteX3" fmla="*/ 441760 w 2809091"/>
              <a:gd name="connsiteY3" fmla="*/ 3546126 h 4473789"/>
              <a:gd name="connsiteX4" fmla="*/ 109867 w 2809091"/>
              <a:gd name="connsiteY4" fmla="*/ 3239966 h 4473789"/>
              <a:gd name="connsiteX5" fmla="*/ 1044 w 2809091"/>
              <a:gd name="connsiteY5" fmla="*/ 2936781 h 4473789"/>
              <a:gd name="connsiteX6" fmla="*/ 54218 w 2809091"/>
              <a:gd name="connsiteY6" fmla="*/ 2659983 h 4473789"/>
              <a:gd name="connsiteX7" fmla="*/ 43149 w 2809091"/>
              <a:gd name="connsiteY7" fmla="*/ 2308403 h 4473789"/>
              <a:gd name="connsiteX8" fmla="*/ 180901 w 2809091"/>
              <a:gd name="connsiteY8" fmla="*/ 2003886 h 4473789"/>
              <a:gd name="connsiteX9" fmla="*/ 373977 w 2809091"/>
              <a:gd name="connsiteY9" fmla="*/ 1828094 h 4473789"/>
              <a:gd name="connsiteX10" fmla="*/ 697744 w 2809091"/>
              <a:gd name="connsiteY10" fmla="*/ 1896590 h 4473789"/>
              <a:gd name="connsiteX11" fmla="*/ 935245 w 2809091"/>
              <a:gd name="connsiteY11" fmla="*/ 2129546 h 4473789"/>
              <a:gd name="connsiteX12" fmla="*/ 1238498 w 2809091"/>
              <a:gd name="connsiteY12" fmla="*/ 2220793 h 4473789"/>
              <a:gd name="connsiteX13" fmla="*/ 1463898 w 2809091"/>
              <a:gd name="connsiteY13" fmla="*/ 2105140 h 4473789"/>
              <a:gd name="connsiteX14" fmla="*/ 1794225 w 2809091"/>
              <a:gd name="connsiteY14" fmla="*/ 1981696 h 4473789"/>
              <a:gd name="connsiteX15" fmla="*/ 2246774 w 2809091"/>
              <a:gd name="connsiteY15" fmla="*/ 2013125 h 4473789"/>
              <a:gd name="connsiteX16" fmla="*/ 2460657 w 2809091"/>
              <a:gd name="connsiteY16" fmla="*/ 1857503 h 4473789"/>
              <a:gd name="connsiteX17" fmla="*/ 2736732 w 2809091"/>
              <a:gd name="connsiteY17" fmla="*/ 1662472 h 4473789"/>
              <a:gd name="connsiteX18" fmla="*/ 2693069 w 2809091"/>
              <a:gd name="connsiteY18" fmla="*/ 1467510 h 4473789"/>
              <a:gd name="connsiteX19" fmla="*/ 2808778 w 2809091"/>
              <a:gd name="connsiteY19" fmla="*/ 1033004 h 4473789"/>
              <a:gd name="connsiteX20" fmla="*/ 2626675 w 2809091"/>
              <a:gd name="connsiteY20" fmla="*/ 677263 h 4473789"/>
              <a:gd name="connsiteX21" fmla="*/ 2738194 w 2809091"/>
              <a:gd name="connsiteY21" fmla="*/ 567188 h 4473789"/>
              <a:gd name="connsiteX22" fmla="*/ 2566362 w 2809091"/>
              <a:gd name="connsiteY22" fmla="*/ 292929 h 4473789"/>
              <a:gd name="connsiteX23" fmla="*/ 2249143 w 2809091"/>
              <a:gd name="connsiteY23" fmla="*/ 69742 h 4473789"/>
              <a:gd name="connsiteX24" fmla="*/ 1806915 w 2809091"/>
              <a:gd name="connsiteY24" fmla="*/ 0 h 4473789"/>
              <a:gd name="connsiteX0" fmla="*/ 677451 w 2809091"/>
              <a:gd name="connsiteY0" fmla="*/ 4473789 h 4473789"/>
              <a:gd name="connsiteX1" fmla="*/ 528321 w 2809091"/>
              <a:gd name="connsiteY1" fmla="*/ 4098308 h 4473789"/>
              <a:gd name="connsiteX2" fmla="*/ 239086 w 2809091"/>
              <a:gd name="connsiteY2" fmla="*/ 3849340 h 4473789"/>
              <a:gd name="connsiteX3" fmla="*/ 441760 w 2809091"/>
              <a:gd name="connsiteY3" fmla="*/ 3546126 h 4473789"/>
              <a:gd name="connsiteX4" fmla="*/ 109867 w 2809091"/>
              <a:gd name="connsiteY4" fmla="*/ 3239966 h 4473789"/>
              <a:gd name="connsiteX5" fmla="*/ 1044 w 2809091"/>
              <a:gd name="connsiteY5" fmla="*/ 2936781 h 4473789"/>
              <a:gd name="connsiteX6" fmla="*/ 54218 w 2809091"/>
              <a:gd name="connsiteY6" fmla="*/ 2659983 h 4473789"/>
              <a:gd name="connsiteX7" fmla="*/ 43149 w 2809091"/>
              <a:gd name="connsiteY7" fmla="*/ 2308403 h 4473789"/>
              <a:gd name="connsiteX8" fmla="*/ 180901 w 2809091"/>
              <a:gd name="connsiteY8" fmla="*/ 2003886 h 4473789"/>
              <a:gd name="connsiteX9" fmla="*/ 373977 w 2809091"/>
              <a:gd name="connsiteY9" fmla="*/ 1828094 h 4473789"/>
              <a:gd name="connsiteX10" fmla="*/ 697744 w 2809091"/>
              <a:gd name="connsiteY10" fmla="*/ 1896590 h 4473789"/>
              <a:gd name="connsiteX11" fmla="*/ 935245 w 2809091"/>
              <a:gd name="connsiteY11" fmla="*/ 2129546 h 4473789"/>
              <a:gd name="connsiteX12" fmla="*/ 1238498 w 2809091"/>
              <a:gd name="connsiteY12" fmla="*/ 2220793 h 4473789"/>
              <a:gd name="connsiteX13" fmla="*/ 1463898 w 2809091"/>
              <a:gd name="connsiteY13" fmla="*/ 2105140 h 4473789"/>
              <a:gd name="connsiteX14" fmla="*/ 1794225 w 2809091"/>
              <a:gd name="connsiteY14" fmla="*/ 1981696 h 4473789"/>
              <a:gd name="connsiteX15" fmla="*/ 2246774 w 2809091"/>
              <a:gd name="connsiteY15" fmla="*/ 2013125 h 4473789"/>
              <a:gd name="connsiteX16" fmla="*/ 2460657 w 2809091"/>
              <a:gd name="connsiteY16" fmla="*/ 1857503 h 4473789"/>
              <a:gd name="connsiteX17" fmla="*/ 2736732 w 2809091"/>
              <a:gd name="connsiteY17" fmla="*/ 1662472 h 4473789"/>
              <a:gd name="connsiteX18" fmla="*/ 2693069 w 2809091"/>
              <a:gd name="connsiteY18" fmla="*/ 1467510 h 4473789"/>
              <a:gd name="connsiteX19" fmla="*/ 2808778 w 2809091"/>
              <a:gd name="connsiteY19" fmla="*/ 1033004 h 4473789"/>
              <a:gd name="connsiteX20" fmla="*/ 2626675 w 2809091"/>
              <a:gd name="connsiteY20" fmla="*/ 677263 h 4473789"/>
              <a:gd name="connsiteX21" fmla="*/ 2738194 w 2809091"/>
              <a:gd name="connsiteY21" fmla="*/ 567188 h 4473789"/>
              <a:gd name="connsiteX22" fmla="*/ 2566362 w 2809091"/>
              <a:gd name="connsiteY22" fmla="*/ 292929 h 4473789"/>
              <a:gd name="connsiteX23" fmla="*/ 2249143 w 2809091"/>
              <a:gd name="connsiteY23" fmla="*/ 69742 h 4473789"/>
              <a:gd name="connsiteX24" fmla="*/ 1806915 w 2809091"/>
              <a:gd name="connsiteY24" fmla="*/ 0 h 4473789"/>
              <a:gd name="connsiteX0" fmla="*/ 735915 w 2809091"/>
              <a:gd name="connsiteY0" fmla="*/ 4487080 h 4487080"/>
              <a:gd name="connsiteX1" fmla="*/ 528321 w 2809091"/>
              <a:gd name="connsiteY1" fmla="*/ 4098308 h 4487080"/>
              <a:gd name="connsiteX2" fmla="*/ 239086 w 2809091"/>
              <a:gd name="connsiteY2" fmla="*/ 3849340 h 4487080"/>
              <a:gd name="connsiteX3" fmla="*/ 441760 w 2809091"/>
              <a:gd name="connsiteY3" fmla="*/ 3546126 h 4487080"/>
              <a:gd name="connsiteX4" fmla="*/ 109867 w 2809091"/>
              <a:gd name="connsiteY4" fmla="*/ 3239966 h 4487080"/>
              <a:gd name="connsiteX5" fmla="*/ 1044 w 2809091"/>
              <a:gd name="connsiteY5" fmla="*/ 2936781 h 4487080"/>
              <a:gd name="connsiteX6" fmla="*/ 54218 w 2809091"/>
              <a:gd name="connsiteY6" fmla="*/ 2659983 h 4487080"/>
              <a:gd name="connsiteX7" fmla="*/ 43149 w 2809091"/>
              <a:gd name="connsiteY7" fmla="*/ 2308403 h 4487080"/>
              <a:gd name="connsiteX8" fmla="*/ 180901 w 2809091"/>
              <a:gd name="connsiteY8" fmla="*/ 2003886 h 4487080"/>
              <a:gd name="connsiteX9" fmla="*/ 373977 w 2809091"/>
              <a:gd name="connsiteY9" fmla="*/ 1828094 h 4487080"/>
              <a:gd name="connsiteX10" fmla="*/ 697744 w 2809091"/>
              <a:gd name="connsiteY10" fmla="*/ 1896590 h 4487080"/>
              <a:gd name="connsiteX11" fmla="*/ 935245 w 2809091"/>
              <a:gd name="connsiteY11" fmla="*/ 2129546 h 4487080"/>
              <a:gd name="connsiteX12" fmla="*/ 1238498 w 2809091"/>
              <a:gd name="connsiteY12" fmla="*/ 2220793 h 4487080"/>
              <a:gd name="connsiteX13" fmla="*/ 1463898 w 2809091"/>
              <a:gd name="connsiteY13" fmla="*/ 2105140 h 4487080"/>
              <a:gd name="connsiteX14" fmla="*/ 1794225 w 2809091"/>
              <a:gd name="connsiteY14" fmla="*/ 1981696 h 4487080"/>
              <a:gd name="connsiteX15" fmla="*/ 2246774 w 2809091"/>
              <a:gd name="connsiteY15" fmla="*/ 2013125 h 4487080"/>
              <a:gd name="connsiteX16" fmla="*/ 2460657 w 2809091"/>
              <a:gd name="connsiteY16" fmla="*/ 1857503 h 4487080"/>
              <a:gd name="connsiteX17" fmla="*/ 2736732 w 2809091"/>
              <a:gd name="connsiteY17" fmla="*/ 1662472 h 4487080"/>
              <a:gd name="connsiteX18" fmla="*/ 2693069 w 2809091"/>
              <a:gd name="connsiteY18" fmla="*/ 1467510 h 4487080"/>
              <a:gd name="connsiteX19" fmla="*/ 2808778 w 2809091"/>
              <a:gd name="connsiteY19" fmla="*/ 1033004 h 4487080"/>
              <a:gd name="connsiteX20" fmla="*/ 2626675 w 2809091"/>
              <a:gd name="connsiteY20" fmla="*/ 677263 h 4487080"/>
              <a:gd name="connsiteX21" fmla="*/ 2738194 w 2809091"/>
              <a:gd name="connsiteY21" fmla="*/ 567188 h 4487080"/>
              <a:gd name="connsiteX22" fmla="*/ 2566362 w 2809091"/>
              <a:gd name="connsiteY22" fmla="*/ 292929 h 4487080"/>
              <a:gd name="connsiteX23" fmla="*/ 2249143 w 2809091"/>
              <a:gd name="connsiteY23" fmla="*/ 69742 h 4487080"/>
              <a:gd name="connsiteX24" fmla="*/ 1806915 w 2809091"/>
              <a:gd name="connsiteY24" fmla="*/ 0 h 4487080"/>
              <a:gd name="connsiteX0" fmla="*/ 735915 w 2809091"/>
              <a:gd name="connsiteY0" fmla="*/ 4487080 h 4487080"/>
              <a:gd name="connsiteX1" fmla="*/ 539666 w 2809091"/>
              <a:gd name="connsiteY1" fmla="*/ 4043051 h 4487080"/>
              <a:gd name="connsiteX2" fmla="*/ 239086 w 2809091"/>
              <a:gd name="connsiteY2" fmla="*/ 3849340 h 4487080"/>
              <a:gd name="connsiteX3" fmla="*/ 441760 w 2809091"/>
              <a:gd name="connsiteY3" fmla="*/ 3546126 h 4487080"/>
              <a:gd name="connsiteX4" fmla="*/ 109867 w 2809091"/>
              <a:gd name="connsiteY4" fmla="*/ 3239966 h 4487080"/>
              <a:gd name="connsiteX5" fmla="*/ 1044 w 2809091"/>
              <a:gd name="connsiteY5" fmla="*/ 2936781 h 4487080"/>
              <a:gd name="connsiteX6" fmla="*/ 54218 w 2809091"/>
              <a:gd name="connsiteY6" fmla="*/ 2659983 h 4487080"/>
              <a:gd name="connsiteX7" fmla="*/ 43149 w 2809091"/>
              <a:gd name="connsiteY7" fmla="*/ 2308403 h 4487080"/>
              <a:gd name="connsiteX8" fmla="*/ 180901 w 2809091"/>
              <a:gd name="connsiteY8" fmla="*/ 2003886 h 4487080"/>
              <a:gd name="connsiteX9" fmla="*/ 373977 w 2809091"/>
              <a:gd name="connsiteY9" fmla="*/ 1828094 h 4487080"/>
              <a:gd name="connsiteX10" fmla="*/ 697744 w 2809091"/>
              <a:gd name="connsiteY10" fmla="*/ 1896590 h 4487080"/>
              <a:gd name="connsiteX11" fmla="*/ 935245 w 2809091"/>
              <a:gd name="connsiteY11" fmla="*/ 2129546 h 4487080"/>
              <a:gd name="connsiteX12" fmla="*/ 1238498 w 2809091"/>
              <a:gd name="connsiteY12" fmla="*/ 2220793 h 4487080"/>
              <a:gd name="connsiteX13" fmla="*/ 1463898 w 2809091"/>
              <a:gd name="connsiteY13" fmla="*/ 2105140 h 4487080"/>
              <a:gd name="connsiteX14" fmla="*/ 1794225 w 2809091"/>
              <a:gd name="connsiteY14" fmla="*/ 1981696 h 4487080"/>
              <a:gd name="connsiteX15" fmla="*/ 2246774 w 2809091"/>
              <a:gd name="connsiteY15" fmla="*/ 2013125 h 4487080"/>
              <a:gd name="connsiteX16" fmla="*/ 2460657 w 2809091"/>
              <a:gd name="connsiteY16" fmla="*/ 1857503 h 4487080"/>
              <a:gd name="connsiteX17" fmla="*/ 2736732 w 2809091"/>
              <a:gd name="connsiteY17" fmla="*/ 1662472 h 4487080"/>
              <a:gd name="connsiteX18" fmla="*/ 2693069 w 2809091"/>
              <a:gd name="connsiteY18" fmla="*/ 1467510 h 4487080"/>
              <a:gd name="connsiteX19" fmla="*/ 2808778 w 2809091"/>
              <a:gd name="connsiteY19" fmla="*/ 1033004 h 4487080"/>
              <a:gd name="connsiteX20" fmla="*/ 2626675 w 2809091"/>
              <a:gd name="connsiteY20" fmla="*/ 677263 h 4487080"/>
              <a:gd name="connsiteX21" fmla="*/ 2738194 w 2809091"/>
              <a:gd name="connsiteY21" fmla="*/ 567188 h 4487080"/>
              <a:gd name="connsiteX22" fmla="*/ 2566362 w 2809091"/>
              <a:gd name="connsiteY22" fmla="*/ 292929 h 4487080"/>
              <a:gd name="connsiteX23" fmla="*/ 2249143 w 2809091"/>
              <a:gd name="connsiteY23" fmla="*/ 69742 h 4487080"/>
              <a:gd name="connsiteX24" fmla="*/ 1806915 w 2809091"/>
              <a:gd name="connsiteY24" fmla="*/ 0 h 4487080"/>
              <a:gd name="connsiteX0" fmla="*/ 735915 w 2809091"/>
              <a:gd name="connsiteY0" fmla="*/ 4487080 h 4487080"/>
              <a:gd name="connsiteX1" fmla="*/ 539666 w 2809091"/>
              <a:gd name="connsiteY1" fmla="*/ 4043051 h 4487080"/>
              <a:gd name="connsiteX2" fmla="*/ 239086 w 2809091"/>
              <a:gd name="connsiteY2" fmla="*/ 3849340 h 4487080"/>
              <a:gd name="connsiteX3" fmla="*/ 441760 w 2809091"/>
              <a:gd name="connsiteY3" fmla="*/ 3546126 h 4487080"/>
              <a:gd name="connsiteX4" fmla="*/ 109867 w 2809091"/>
              <a:gd name="connsiteY4" fmla="*/ 3239966 h 4487080"/>
              <a:gd name="connsiteX5" fmla="*/ 1044 w 2809091"/>
              <a:gd name="connsiteY5" fmla="*/ 2936781 h 4487080"/>
              <a:gd name="connsiteX6" fmla="*/ 54218 w 2809091"/>
              <a:gd name="connsiteY6" fmla="*/ 2659983 h 4487080"/>
              <a:gd name="connsiteX7" fmla="*/ 43149 w 2809091"/>
              <a:gd name="connsiteY7" fmla="*/ 2308403 h 4487080"/>
              <a:gd name="connsiteX8" fmla="*/ 180901 w 2809091"/>
              <a:gd name="connsiteY8" fmla="*/ 2003886 h 4487080"/>
              <a:gd name="connsiteX9" fmla="*/ 373977 w 2809091"/>
              <a:gd name="connsiteY9" fmla="*/ 1828094 h 4487080"/>
              <a:gd name="connsiteX10" fmla="*/ 697744 w 2809091"/>
              <a:gd name="connsiteY10" fmla="*/ 1896590 h 4487080"/>
              <a:gd name="connsiteX11" fmla="*/ 935245 w 2809091"/>
              <a:gd name="connsiteY11" fmla="*/ 2129546 h 4487080"/>
              <a:gd name="connsiteX12" fmla="*/ 1238498 w 2809091"/>
              <a:gd name="connsiteY12" fmla="*/ 2220793 h 4487080"/>
              <a:gd name="connsiteX13" fmla="*/ 1463898 w 2809091"/>
              <a:gd name="connsiteY13" fmla="*/ 2105140 h 4487080"/>
              <a:gd name="connsiteX14" fmla="*/ 1794225 w 2809091"/>
              <a:gd name="connsiteY14" fmla="*/ 1981696 h 4487080"/>
              <a:gd name="connsiteX15" fmla="*/ 2246774 w 2809091"/>
              <a:gd name="connsiteY15" fmla="*/ 2013125 h 4487080"/>
              <a:gd name="connsiteX16" fmla="*/ 2460657 w 2809091"/>
              <a:gd name="connsiteY16" fmla="*/ 1857503 h 4487080"/>
              <a:gd name="connsiteX17" fmla="*/ 2736732 w 2809091"/>
              <a:gd name="connsiteY17" fmla="*/ 1662472 h 4487080"/>
              <a:gd name="connsiteX18" fmla="*/ 2693069 w 2809091"/>
              <a:gd name="connsiteY18" fmla="*/ 1467510 h 4487080"/>
              <a:gd name="connsiteX19" fmla="*/ 2808778 w 2809091"/>
              <a:gd name="connsiteY19" fmla="*/ 1033004 h 4487080"/>
              <a:gd name="connsiteX20" fmla="*/ 2626675 w 2809091"/>
              <a:gd name="connsiteY20" fmla="*/ 677263 h 4487080"/>
              <a:gd name="connsiteX21" fmla="*/ 2738194 w 2809091"/>
              <a:gd name="connsiteY21" fmla="*/ 567188 h 4487080"/>
              <a:gd name="connsiteX22" fmla="*/ 2566362 w 2809091"/>
              <a:gd name="connsiteY22" fmla="*/ 292929 h 4487080"/>
              <a:gd name="connsiteX23" fmla="*/ 2249143 w 2809091"/>
              <a:gd name="connsiteY23" fmla="*/ 69742 h 4487080"/>
              <a:gd name="connsiteX24" fmla="*/ 1806915 w 2809091"/>
              <a:gd name="connsiteY24" fmla="*/ 0 h 4487080"/>
              <a:gd name="connsiteX0" fmla="*/ 735915 w 2809091"/>
              <a:gd name="connsiteY0" fmla="*/ 4487080 h 4487080"/>
              <a:gd name="connsiteX1" fmla="*/ 539666 w 2809091"/>
              <a:gd name="connsiteY1" fmla="*/ 4043051 h 4487080"/>
              <a:gd name="connsiteX2" fmla="*/ 351507 w 2809091"/>
              <a:gd name="connsiteY2" fmla="*/ 3822241 h 4487080"/>
              <a:gd name="connsiteX3" fmla="*/ 441760 w 2809091"/>
              <a:gd name="connsiteY3" fmla="*/ 3546126 h 4487080"/>
              <a:gd name="connsiteX4" fmla="*/ 109867 w 2809091"/>
              <a:gd name="connsiteY4" fmla="*/ 3239966 h 4487080"/>
              <a:gd name="connsiteX5" fmla="*/ 1044 w 2809091"/>
              <a:gd name="connsiteY5" fmla="*/ 2936781 h 4487080"/>
              <a:gd name="connsiteX6" fmla="*/ 54218 w 2809091"/>
              <a:gd name="connsiteY6" fmla="*/ 2659983 h 4487080"/>
              <a:gd name="connsiteX7" fmla="*/ 43149 w 2809091"/>
              <a:gd name="connsiteY7" fmla="*/ 2308403 h 4487080"/>
              <a:gd name="connsiteX8" fmla="*/ 180901 w 2809091"/>
              <a:gd name="connsiteY8" fmla="*/ 2003886 h 4487080"/>
              <a:gd name="connsiteX9" fmla="*/ 373977 w 2809091"/>
              <a:gd name="connsiteY9" fmla="*/ 1828094 h 4487080"/>
              <a:gd name="connsiteX10" fmla="*/ 697744 w 2809091"/>
              <a:gd name="connsiteY10" fmla="*/ 1896590 h 4487080"/>
              <a:gd name="connsiteX11" fmla="*/ 935245 w 2809091"/>
              <a:gd name="connsiteY11" fmla="*/ 2129546 h 4487080"/>
              <a:gd name="connsiteX12" fmla="*/ 1238498 w 2809091"/>
              <a:gd name="connsiteY12" fmla="*/ 2220793 h 4487080"/>
              <a:gd name="connsiteX13" fmla="*/ 1463898 w 2809091"/>
              <a:gd name="connsiteY13" fmla="*/ 2105140 h 4487080"/>
              <a:gd name="connsiteX14" fmla="*/ 1794225 w 2809091"/>
              <a:gd name="connsiteY14" fmla="*/ 1981696 h 4487080"/>
              <a:gd name="connsiteX15" fmla="*/ 2246774 w 2809091"/>
              <a:gd name="connsiteY15" fmla="*/ 2013125 h 4487080"/>
              <a:gd name="connsiteX16" fmla="*/ 2460657 w 2809091"/>
              <a:gd name="connsiteY16" fmla="*/ 1857503 h 4487080"/>
              <a:gd name="connsiteX17" fmla="*/ 2736732 w 2809091"/>
              <a:gd name="connsiteY17" fmla="*/ 1662472 h 4487080"/>
              <a:gd name="connsiteX18" fmla="*/ 2693069 w 2809091"/>
              <a:gd name="connsiteY18" fmla="*/ 1467510 h 4487080"/>
              <a:gd name="connsiteX19" fmla="*/ 2808778 w 2809091"/>
              <a:gd name="connsiteY19" fmla="*/ 1033004 h 4487080"/>
              <a:gd name="connsiteX20" fmla="*/ 2626675 w 2809091"/>
              <a:gd name="connsiteY20" fmla="*/ 677263 h 4487080"/>
              <a:gd name="connsiteX21" fmla="*/ 2738194 w 2809091"/>
              <a:gd name="connsiteY21" fmla="*/ 567188 h 4487080"/>
              <a:gd name="connsiteX22" fmla="*/ 2566362 w 2809091"/>
              <a:gd name="connsiteY22" fmla="*/ 292929 h 4487080"/>
              <a:gd name="connsiteX23" fmla="*/ 2249143 w 2809091"/>
              <a:gd name="connsiteY23" fmla="*/ 69742 h 4487080"/>
              <a:gd name="connsiteX24" fmla="*/ 1806915 w 2809091"/>
              <a:gd name="connsiteY24" fmla="*/ 0 h 4487080"/>
              <a:gd name="connsiteX0" fmla="*/ 734873 w 2808049"/>
              <a:gd name="connsiteY0" fmla="*/ 4487080 h 4487080"/>
              <a:gd name="connsiteX1" fmla="*/ 538624 w 2808049"/>
              <a:gd name="connsiteY1" fmla="*/ 4043051 h 4487080"/>
              <a:gd name="connsiteX2" fmla="*/ 350465 w 2808049"/>
              <a:gd name="connsiteY2" fmla="*/ 3822241 h 4487080"/>
              <a:gd name="connsiteX3" fmla="*/ 440718 w 2808049"/>
              <a:gd name="connsiteY3" fmla="*/ 3546126 h 4487080"/>
              <a:gd name="connsiteX4" fmla="*/ 53848 w 2808049"/>
              <a:gd name="connsiteY4" fmla="*/ 3248617 h 4487080"/>
              <a:gd name="connsiteX5" fmla="*/ 2 w 2808049"/>
              <a:gd name="connsiteY5" fmla="*/ 2936781 h 4487080"/>
              <a:gd name="connsiteX6" fmla="*/ 53176 w 2808049"/>
              <a:gd name="connsiteY6" fmla="*/ 2659983 h 4487080"/>
              <a:gd name="connsiteX7" fmla="*/ 42107 w 2808049"/>
              <a:gd name="connsiteY7" fmla="*/ 2308403 h 4487080"/>
              <a:gd name="connsiteX8" fmla="*/ 179859 w 2808049"/>
              <a:gd name="connsiteY8" fmla="*/ 2003886 h 4487080"/>
              <a:gd name="connsiteX9" fmla="*/ 372935 w 2808049"/>
              <a:gd name="connsiteY9" fmla="*/ 1828094 h 4487080"/>
              <a:gd name="connsiteX10" fmla="*/ 696702 w 2808049"/>
              <a:gd name="connsiteY10" fmla="*/ 1896590 h 4487080"/>
              <a:gd name="connsiteX11" fmla="*/ 934203 w 2808049"/>
              <a:gd name="connsiteY11" fmla="*/ 2129546 h 4487080"/>
              <a:gd name="connsiteX12" fmla="*/ 1237456 w 2808049"/>
              <a:gd name="connsiteY12" fmla="*/ 2220793 h 4487080"/>
              <a:gd name="connsiteX13" fmla="*/ 1462856 w 2808049"/>
              <a:gd name="connsiteY13" fmla="*/ 2105140 h 4487080"/>
              <a:gd name="connsiteX14" fmla="*/ 1793183 w 2808049"/>
              <a:gd name="connsiteY14" fmla="*/ 1981696 h 4487080"/>
              <a:gd name="connsiteX15" fmla="*/ 2245732 w 2808049"/>
              <a:gd name="connsiteY15" fmla="*/ 2013125 h 4487080"/>
              <a:gd name="connsiteX16" fmla="*/ 2459615 w 2808049"/>
              <a:gd name="connsiteY16" fmla="*/ 1857503 h 4487080"/>
              <a:gd name="connsiteX17" fmla="*/ 2735690 w 2808049"/>
              <a:gd name="connsiteY17" fmla="*/ 1662472 h 4487080"/>
              <a:gd name="connsiteX18" fmla="*/ 2692027 w 2808049"/>
              <a:gd name="connsiteY18" fmla="*/ 1467510 h 4487080"/>
              <a:gd name="connsiteX19" fmla="*/ 2807736 w 2808049"/>
              <a:gd name="connsiteY19" fmla="*/ 1033004 h 4487080"/>
              <a:gd name="connsiteX20" fmla="*/ 2625633 w 2808049"/>
              <a:gd name="connsiteY20" fmla="*/ 677263 h 4487080"/>
              <a:gd name="connsiteX21" fmla="*/ 2737152 w 2808049"/>
              <a:gd name="connsiteY21" fmla="*/ 567188 h 4487080"/>
              <a:gd name="connsiteX22" fmla="*/ 2565320 w 2808049"/>
              <a:gd name="connsiteY22" fmla="*/ 292929 h 4487080"/>
              <a:gd name="connsiteX23" fmla="*/ 2248101 w 2808049"/>
              <a:gd name="connsiteY23" fmla="*/ 69742 h 4487080"/>
              <a:gd name="connsiteX24" fmla="*/ 1805873 w 2808049"/>
              <a:gd name="connsiteY24" fmla="*/ 0 h 4487080"/>
              <a:gd name="connsiteX0" fmla="*/ 734873 w 2808049"/>
              <a:gd name="connsiteY0" fmla="*/ 4487080 h 4487080"/>
              <a:gd name="connsiteX1" fmla="*/ 538624 w 2808049"/>
              <a:gd name="connsiteY1" fmla="*/ 4043051 h 4487080"/>
              <a:gd name="connsiteX2" fmla="*/ 350465 w 2808049"/>
              <a:gd name="connsiteY2" fmla="*/ 3822241 h 4487080"/>
              <a:gd name="connsiteX3" fmla="*/ 440718 w 2808049"/>
              <a:gd name="connsiteY3" fmla="*/ 3546126 h 4487080"/>
              <a:gd name="connsiteX4" fmla="*/ 53848 w 2808049"/>
              <a:gd name="connsiteY4" fmla="*/ 3248617 h 4487080"/>
              <a:gd name="connsiteX5" fmla="*/ 2 w 2808049"/>
              <a:gd name="connsiteY5" fmla="*/ 2936781 h 4487080"/>
              <a:gd name="connsiteX6" fmla="*/ 53176 w 2808049"/>
              <a:gd name="connsiteY6" fmla="*/ 2659983 h 4487080"/>
              <a:gd name="connsiteX7" fmla="*/ 42107 w 2808049"/>
              <a:gd name="connsiteY7" fmla="*/ 2308403 h 4487080"/>
              <a:gd name="connsiteX8" fmla="*/ 179859 w 2808049"/>
              <a:gd name="connsiteY8" fmla="*/ 2003886 h 4487080"/>
              <a:gd name="connsiteX9" fmla="*/ 372935 w 2808049"/>
              <a:gd name="connsiteY9" fmla="*/ 1828094 h 4487080"/>
              <a:gd name="connsiteX10" fmla="*/ 633302 w 2808049"/>
              <a:gd name="connsiteY10" fmla="*/ 1902894 h 4487080"/>
              <a:gd name="connsiteX11" fmla="*/ 934203 w 2808049"/>
              <a:gd name="connsiteY11" fmla="*/ 2129546 h 4487080"/>
              <a:gd name="connsiteX12" fmla="*/ 1237456 w 2808049"/>
              <a:gd name="connsiteY12" fmla="*/ 2220793 h 4487080"/>
              <a:gd name="connsiteX13" fmla="*/ 1462856 w 2808049"/>
              <a:gd name="connsiteY13" fmla="*/ 2105140 h 4487080"/>
              <a:gd name="connsiteX14" fmla="*/ 1793183 w 2808049"/>
              <a:gd name="connsiteY14" fmla="*/ 1981696 h 4487080"/>
              <a:gd name="connsiteX15" fmla="*/ 2245732 w 2808049"/>
              <a:gd name="connsiteY15" fmla="*/ 2013125 h 4487080"/>
              <a:gd name="connsiteX16" fmla="*/ 2459615 w 2808049"/>
              <a:gd name="connsiteY16" fmla="*/ 1857503 h 4487080"/>
              <a:gd name="connsiteX17" fmla="*/ 2735690 w 2808049"/>
              <a:gd name="connsiteY17" fmla="*/ 1662472 h 4487080"/>
              <a:gd name="connsiteX18" fmla="*/ 2692027 w 2808049"/>
              <a:gd name="connsiteY18" fmla="*/ 1467510 h 4487080"/>
              <a:gd name="connsiteX19" fmla="*/ 2807736 w 2808049"/>
              <a:gd name="connsiteY19" fmla="*/ 1033004 h 4487080"/>
              <a:gd name="connsiteX20" fmla="*/ 2625633 w 2808049"/>
              <a:gd name="connsiteY20" fmla="*/ 677263 h 4487080"/>
              <a:gd name="connsiteX21" fmla="*/ 2737152 w 2808049"/>
              <a:gd name="connsiteY21" fmla="*/ 567188 h 4487080"/>
              <a:gd name="connsiteX22" fmla="*/ 2565320 w 2808049"/>
              <a:gd name="connsiteY22" fmla="*/ 292929 h 4487080"/>
              <a:gd name="connsiteX23" fmla="*/ 2248101 w 2808049"/>
              <a:gd name="connsiteY23" fmla="*/ 69742 h 4487080"/>
              <a:gd name="connsiteX24" fmla="*/ 1805873 w 2808049"/>
              <a:gd name="connsiteY24" fmla="*/ 0 h 4487080"/>
              <a:gd name="connsiteX0" fmla="*/ 734873 w 2808049"/>
              <a:gd name="connsiteY0" fmla="*/ 4487080 h 4487080"/>
              <a:gd name="connsiteX1" fmla="*/ 538624 w 2808049"/>
              <a:gd name="connsiteY1" fmla="*/ 4043051 h 4487080"/>
              <a:gd name="connsiteX2" fmla="*/ 350465 w 2808049"/>
              <a:gd name="connsiteY2" fmla="*/ 3822241 h 4487080"/>
              <a:gd name="connsiteX3" fmla="*/ 440718 w 2808049"/>
              <a:gd name="connsiteY3" fmla="*/ 3546126 h 4487080"/>
              <a:gd name="connsiteX4" fmla="*/ 53848 w 2808049"/>
              <a:gd name="connsiteY4" fmla="*/ 3248617 h 4487080"/>
              <a:gd name="connsiteX5" fmla="*/ 2 w 2808049"/>
              <a:gd name="connsiteY5" fmla="*/ 2936781 h 4487080"/>
              <a:gd name="connsiteX6" fmla="*/ 53176 w 2808049"/>
              <a:gd name="connsiteY6" fmla="*/ 2659983 h 4487080"/>
              <a:gd name="connsiteX7" fmla="*/ 42107 w 2808049"/>
              <a:gd name="connsiteY7" fmla="*/ 2308403 h 4487080"/>
              <a:gd name="connsiteX8" fmla="*/ 179859 w 2808049"/>
              <a:gd name="connsiteY8" fmla="*/ 2003886 h 4487080"/>
              <a:gd name="connsiteX9" fmla="*/ 372935 w 2808049"/>
              <a:gd name="connsiteY9" fmla="*/ 1828094 h 4487080"/>
              <a:gd name="connsiteX10" fmla="*/ 633302 w 2808049"/>
              <a:gd name="connsiteY10" fmla="*/ 1902894 h 4487080"/>
              <a:gd name="connsiteX11" fmla="*/ 934203 w 2808049"/>
              <a:gd name="connsiteY11" fmla="*/ 2129546 h 4487080"/>
              <a:gd name="connsiteX12" fmla="*/ 1237456 w 2808049"/>
              <a:gd name="connsiteY12" fmla="*/ 2220793 h 4487080"/>
              <a:gd name="connsiteX13" fmla="*/ 1462856 w 2808049"/>
              <a:gd name="connsiteY13" fmla="*/ 2105140 h 4487080"/>
              <a:gd name="connsiteX14" fmla="*/ 1793183 w 2808049"/>
              <a:gd name="connsiteY14" fmla="*/ 1981696 h 4487080"/>
              <a:gd name="connsiteX15" fmla="*/ 2245732 w 2808049"/>
              <a:gd name="connsiteY15" fmla="*/ 2013125 h 4487080"/>
              <a:gd name="connsiteX16" fmla="*/ 2383287 w 2808049"/>
              <a:gd name="connsiteY16" fmla="*/ 1807779 h 4487080"/>
              <a:gd name="connsiteX17" fmla="*/ 2735690 w 2808049"/>
              <a:gd name="connsiteY17" fmla="*/ 1662472 h 4487080"/>
              <a:gd name="connsiteX18" fmla="*/ 2692027 w 2808049"/>
              <a:gd name="connsiteY18" fmla="*/ 1467510 h 4487080"/>
              <a:gd name="connsiteX19" fmla="*/ 2807736 w 2808049"/>
              <a:gd name="connsiteY19" fmla="*/ 1033004 h 4487080"/>
              <a:gd name="connsiteX20" fmla="*/ 2625633 w 2808049"/>
              <a:gd name="connsiteY20" fmla="*/ 677263 h 4487080"/>
              <a:gd name="connsiteX21" fmla="*/ 2737152 w 2808049"/>
              <a:gd name="connsiteY21" fmla="*/ 567188 h 4487080"/>
              <a:gd name="connsiteX22" fmla="*/ 2565320 w 2808049"/>
              <a:gd name="connsiteY22" fmla="*/ 292929 h 4487080"/>
              <a:gd name="connsiteX23" fmla="*/ 2248101 w 2808049"/>
              <a:gd name="connsiteY23" fmla="*/ 69742 h 4487080"/>
              <a:gd name="connsiteX24" fmla="*/ 1805873 w 2808049"/>
              <a:gd name="connsiteY24" fmla="*/ 0 h 4487080"/>
              <a:gd name="connsiteX0" fmla="*/ 734873 w 2808049"/>
              <a:gd name="connsiteY0" fmla="*/ 4487080 h 4487080"/>
              <a:gd name="connsiteX1" fmla="*/ 538624 w 2808049"/>
              <a:gd name="connsiteY1" fmla="*/ 4043051 h 4487080"/>
              <a:gd name="connsiteX2" fmla="*/ 350465 w 2808049"/>
              <a:gd name="connsiteY2" fmla="*/ 3822241 h 4487080"/>
              <a:gd name="connsiteX3" fmla="*/ 440718 w 2808049"/>
              <a:gd name="connsiteY3" fmla="*/ 3546126 h 4487080"/>
              <a:gd name="connsiteX4" fmla="*/ 53848 w 2808049"/>
              <a:gd name="connsiteY4" fmla="*/ 3248617 h 4487080"/>
              <a:gd name="connsiteX5" fmla="*/ 2 w 2808049"/>
              <a:gd name="connsiteY5" fmla="*/ 2936781 h 4487080"/>
              <a:gd name="connsiteX6" fmla="*/ 53176 w 2808049"/>
              <a:gd name="connsiteY6" fmla="*/ 2659983 h 4487080"/>
              <a:gd name="connsiteX7" fmla="*/ 42107 w 2808049"/>
              <a:gd name="connsiteY7" fmla="*/ 2308403 h 4487080"/>
              <a:gd name="connsiteX8" fmla="*/ 179859 w 2808049"/>
              <a:gd name="connsiteY8" fmla="*/ 2003886 h 4487080"/>
              <a:gd name="connsiteX9" fmla="*/ 372935 w 2808049"/>
              <a:gd name="connsiteY9" fmla="*/ 1828094 h 4487080"/>
              <a:gd name="connsiteX10" fmla="*/ 633302 w 2808049"/>
              <a:gd name="connsiteY10" fmla="*/ 1902894 h 4487080"/>
              <a:gd name="connsiteX11" fmla="*/ 934203 w 2808049"/>
              <a:gd name="connsiteY11" fmla="*/ 2129546 h 4487080"/>
              <a:gd name="connsiteX12" fmla="*/ 1237456 w 2808049"/>
              <a:gd name="connsiteY12" fmla="*/ 2220793 h 4487080"/>
              <a:gd name="connsiteX13" fmla="*/ 1462856 w 2808049"/>
              <a:gd name="connsiteY13" fmla="*/ 2105140 h 4487080"/>
              <a:gd name="connsiteX14" fmla="*/ 1793183 w 2808049"/>
              <a:gd name="connsiteY14" fmla="*/ 1981696 h 4487080"/>
              <a:gd name="connsiteX15" fmla="*/ 2245732 w 2808049"/>
              <a:gd name="connsiteY15" fmla="*/ 2013125 h 4487080"/>
              <a:gd name="connsiteX16" fmla="*/ 2383287 w 2808049"/>
              <a:gd name="connsiteY16" fmla="*/ 1807779 h 4487080"/>
              <a:gd name="connsiteX17" fmla="*/ 2735690 w 2808049"/>
              <a:gd name="connsiteY17" fmla="*/ 1662472 h 4487080"/>
              <a:gd name="connsiteX18" fmla="*/ 2594891 w 2808049"/>
              <a:gd name="connsiteY18" fmla="*/ 1413487 h 4487080"/>
              <a:gd name="connsiteX19" fmla="*/ 2807736 w 2808049"/>
              <a:gd name="connsiteY19" fmla="*/ 1033004 h 4487080"/>
              <a:gd name="connsiteX20" fmla="*/ 2625633 w 2808049"/>
              <a:gd name="connsiteY20" fmla="*/ 677263 h 4487080"/>
              <a:gd name="connsiteX21" fmla="*/ 2737152 w 2808049"/>
              <a:gd name="connsiteY21" fmla="*/ 567188 h 4487080"/>
              <a:gd name="connsiteX22" fmla="*/ 2565320 w 2808049"/>
              <a:gd name="connsiteY22" fmla="*/ 292929 h 4487080"/>
              <a:gd name="connsiteX23" fmla="*/ 2248101 w 2808049"/>
              <a:gd name="connsiteY23" fmla="*/ 69742 h 4487080"/>
              <a:gd name="connsiteX24" fmla="*/ 1805873 w 2808049"/>
              <a:gd name="connsiteY24" fmla="*/ 0 h 4487080"/>
              <a:gd name="connsiteX0" fmla="*/ 734873 w 2808049"/>
              <a:gd name="connsiteY0" fmla="*/ 4487080 h 4487080"/>
              <a:gd name="connsiteX1" fmla="*/ 538624 w 2808049"/>
              <a:gd name="connsiteY1" fmla="*/ 4043051 h 4487080"/>
              <a:gd name="connsiteX2" fmla="*/ 350465 w 2808049"/>
              <a:gd name="connsiteY2" fmla="*/ 3822241 h 4487080"/>
              <a:gd name="connsiteX3" fmla="*/ 440718 w 2808049"/>
              <a:gd name="connsiteY3" fmla="*/ 3546126 h 4487080"/>
              <a:gd name="connsiteX4" fmla="*/ 53848 w 2808049"/>
              <a:gd name="connsiteY4" fmla="*/ 3248617 h 4487080"/>
              <a:gd name="connsiteX5" fmla="*/ 2 w 2808049"/>
              <a:gd name="connsiteY5" fmla="*/ 2936781 h 4487080"/>
              <a:gd name="connsiteX6" fmla="*/ 53176 w 2808049"/>
              <a:gd name="connsiteY6" fmla="*/ 2659983 h 4487080"/>
              <a:gd name="connsiteX7" fmla="*/ 42107 w 2808049"/>
              <a:gd name="connsiteY7" fmla="*/ 2308403 h 4487080"/>
              <a:gd name="connsiteX8" fmla="*/ 179859 w 2808049"/>
              <a:gd name="connsiteY8" fmla="*/ 2003886 h 4487080"/>
              <a:gd name="connsiteX9" fmla="*/ 372935 w 2808049"/>
              <a:gd name="connsiteY9" fmla="*/ 1828094 h 4487080"/>
              <a:gd name="connsiteX10" fmla="*/ 633302 w 2808049"/>
              <a:gd name="connsiteY10" fmla="*/ 1902894 h 4487080"/>
              <a:gd name="connsiteX11" fmla="*/ 934203 w 2808049"/>
              <a:gd name="connsiteY11" fmla="*/ 2129546 h 4487080"/>
              <a:gd name="connsiteX12" fmla="*/ 1237456 w 2808049"/>
              <a:gd name="connsiteY12" fmla="*/ 2220793 h 4487080"/>
              <a:gd name="connsiteX13" fmla="*/ 1462856 w 2808049"/>
              <a:gd name="connsiteY13" fmla="*/ 2105140 h 4487080"/>
              <a:gd name="connsiteX14" fmla="*/ 1793183 w 2808049"/>
              <a:gd name="connsiteY14" fmla="*/ 1981696 h 4487080"/>
              <a:gd name="connsiteX15" fmla="*/ 2245732 w 2808049"/>
              <a:gd name="connsiteY15" fmla="*/ 2013125 h 4487080"/>
              <a:gd name="connsiteX16" fmla="*/ 2383287 w 2808049"/>
              <a:gd name="connsiteY16" fmla="*/ 1807779 h 4487080"/>
              <a:gd name="connsiteX17" fmla="*/ 2735690 w 2808049"/>
              <a:gd name="connsiteY17" fmla="*/ 1662472 h 4487080"/>
              <a:gd name="connsiteX18" fmla="*/ 2594891 w 2808049"/>
              <a:gd name="connsiteY18" fmla="*/ 1413487 h 4487080"/>
              <a:gd name="connsiteX19" fmla="*/ 2807736 w 2808049"/>
              <a:gd name="connsiteY19" fmla="*/ 1033004 h 4487080"/>
              <a:gd name="connsiteX20" fmla="*/ 2625633 w 2808049"/>
              <a:gd name="connsiteY20" fmla="*/ 677263 h 4487080"/>
              <a:gd name="connsiteX21" fmla="*/ 2737152 w 2808049"/>
              <a:gd name="connsiteY21" fmla="*/ 567188 h 4487080"/>
              <a:gd name="connsiteX22" fmla="*/ 2565320 w 2808049"/>
              <a:gd name="connsiteY22" fmla="*/ 292929 h 4487080"/>
              <a:gd name="connsiteX23" fmla="*/ 2230324 w 2808049"/>
              <a:gd name="connsiteY23" fmla="*/ 135192 h 4487080"/>
              <a:gd name="connsiteX24" fmla="*/ 1805873 w 2808049"/>
              <a:gd name="connsiteY24" fmla="*/ 0 h 4487080"/>
              <a:gd name="connsiteX0" fmla="*/ 734873 w 2807924"/>
              <a:gd name="connsiteY0" fmla="*/ 4487080 h 4487080"/>
              <a:gd name="connsiteX1" fmla="*/ 538624 w 2807924"/>
              <a:gd name="connsiteY1" fmla="*/ 4043051 h 4487080"/>
              <a:gd name="connsiteX2" fmla="*/ 350465 w 2807924"/>
              <a:gd name="connsiteY2" fmla="*/ 3822241 h 4487080"/>
              <a:gd name="connsiteX3" fmla="*/ 440718 w 2807924"/>
              <a:gd name="connsiteY3" fmla="*/ 3546126 h 4487080"/>
              <a:gd name="connsiteX4" fmla="*/ 53848 w 2807924"/>
              <a:gd name="connsiteY4" fmla="*/ 3248617 h 4487080"/>
              <a:gd name="connsiteX5" fmla="*/ 2 w 2807924"/>
              <a:gd name="connsiteY5" fmla="*/ 2936781 h 4487080"/>
              <a:gd name="connsiteX6" fmla="*/ 53176 w 2807924"/>
              <a:gd name="connsiteY6" fmla="*/ 2659983 h 4487080"/>
              <a:gd name="connsiteX7" fmla="*/ 42107 w 2807924"/>
              <a:gd name="connsiteY7" fmla="*/ 2308403 h 4487080"/>
              <a:gd name="connsiteX8" fmla="*/ 179859 w 2807924"/>
              <a:gd name="connsiteY8" fmla="*/ 2003886 h 4487080"/>
              <a:gd name="connsiteX9" fmla="*/ 372935 w 2807924"/>
              <a:gd name="connsiteY9" fmla="*/ 1828094 h 4487080"/>
              <a:gd name="connsiteX10" fmla="*/ 633302 w 2807924"/>
              <a:gd name="connsiteY10" fmla="*/ 1902894 h 4487080"/>
              <a:gd name="connsiteX11" fmla="*/ 934203 w 2807924"/>
              <a:gd name="connsiteY11" fmla="*/ 2129546 h 4487080"/>
              <a:gd name="connsiteX12" fmla="*/ 1237456 w 2807924"/>
              <a:gd name="connsiteY12" fmla="*/ 2220793 h 4487080"/>
              <a:gd name="connsiteX13" fmla="*/ 1462856 w 2807924"/>
              <a:gd name="connsiteY13" fmla="*/ 2105140 h 4487080"/>
              <a:gd name="connsiteX14" fmla="*/ 1793183 w 2807924"/>
              <a:gd name="connsiteY14" fmla="*/ 1981696 h 4487080"/>
              <a:gd name="connsiteX15" fmla="*/ 2245732 w 2807924"/>
              <a:gd name="connsiteY15" fmla="*/ 2013125 h 4487080"/>
              <a:gd name="connsiteX16" fmla="*/ 2383287 w 2807924"/>
              <a:gd name="connsiteY16" fmla="*/ 1807779 h 4487080"/>
              <a:gd name="connsiteX17" fmla="*/ 2735690 w 2807924"/>
              <a:gd name="connsiteY17" fmla="*/ 1662472 h 4487080"/>
              <a:gd name="connsiteX18" fmla="*/ 2594891 w 2807924"/>
              <a:gd name="connsiteY18" fmla="*/ 1413487 h 4487080"/>
              <a:gd name="connsiteX19" fmla="*/ 2807736 w 2807924"/>
              <a:gd name="connsiteY19" fmla="*/ 1033004 h 4487080"/>
              <a:gd name="connsiteX20" fmla="*/ 2495346 w 2807924"/>
              <a:gd name="connsiteY20" fmla="*/ 667929 h 4487080"/>
              <a:gd name="connsiteX21" fmla="*/ 2737152 w 2807924"/>
              <a:gd name="connsiteY21" fmla="*/ 567188 h 4487080"/>
              <a:gd name="connsiteX22" fmla="*/ 2565320 w 2807924"/>
              <a:gd name="connsiteY22" fmla="*/ 292929 h 4487080"/>
              <a:gd name="connsiteX23" fmla="*/ 2230324 w 2807924"/>
              <a:gd name="connsiteY23" fmla="*/ 135192 h 4487080"/>
              <a:gd name="connsiteX24" fmla="*/ 1805873 w 2807924"/>
              <a:gd name="connsiteY24" fmla="*/ 0 h 4487080"/>
              <a:gd name="connsiteX0" fmla="*/ 734873 w 2807924"/>
              <a:gd name="connsiteY0" fmla="*/ 4487080 h 4487080"/>
              <a:gd name="connsiteX1" fmla="*/ 538624 w 2807924"/>
              <a:gd name="connsiteY1" fmla="*/ 4043051 h 4487080"/>
              <a:gd name="connsiteX2" fmla="*/ 350465 w 2807924"/>
              <a:gd name="connsiteY2" fmla="*/ 3822241 h 4487080"/>
              <a:gd name="connsiteX3" fmla="*/ 440718 w 2807924"/>
              <a:gd name="connsiteY3" fmla="*/ 3546126 h 4487080"/>
              <a:gd name="connsiteX4" fmla="*/ 53848 w 2807924"/>
              <a:gd name="connsiteY4" fmla="*/ 3248617 h 4487080"/>
              <a:gd name="connsiteX5" fmla="*/ 2 w 2807924"/>
              <a:gd name="connsiteY5" fmla="*/ 2936781 h 4487080"/>
              <a:gd name="connsiteX6" fmla="*/ 53176 w 2807924"/>
              <a:gd name="connsiteY6" fmla="*/ 2659983 h 4487080"/>
              <a:gd name="connsiteX7" fmla="*/ 42107 w 2807924"/>
              <a:gd name="connsiteY7" fmla="*/ 2308403 h 4487080"/>
              <a:gd name="connsiteX8" fmla="*/ 179859 w 2807924"/>
              <a:gd name="connsiteY8" fmla="*/ 2003886 h 4487080"/>
              <a:gd name="connsiteX9" fmla="*/ 372935 w 2807924"/>
              <a:gd name="connsiteY9" fmla="*/ 1828094 h 4487080"/>
              <a:gd name="connsiteX10" fmla="*/ 633302 w 2807924"/>
              <a:gd name="connsiteY10" fmla="*/ 1902894 h 4487080"/>
              <a:gd name="connsiteX11" fmla="*/ 934203 w 2807924"/>
              <a:gd name="connsiteY11" fmla="*/ 2129546 h 4487080"/>
              <a:gd name="connsiteX12" fmla="*/ 1237456 w 2807924"/>
              <a:gd name="connsiteY12" fmla="*/ 2220793 h 4487080"/>
              <a:gd name="connsiteX13" fmla="*/ 1462856 w 2807924"/>
              <a:gd name="connsiteY13" fmla="*/ 2105140 h 4487080"/>
              <a:gd name="connsiteX14" fmla="*/ 1793183 w 2807924"/>
              <a:gd name="connsiteY14" fmla="*/ 1981696 h 4487080"/>
              <a:gd name="connsiteX15" fmla="*/ 2245732 w 2807924"/>
              <a:gd name="connsiteY15" fmla="*/ 2013125 h 4487080"/>
              <a:gd name="connsiteX16" fmla="*/ 2383287 w 2807924"/>
              <a:gd name="connsiteY16" fmla="*/ 1807779 h 4487080"/>
              <a:gd name="connsiteX17" fmla="*/ 2735690 w 2807924"/>
              <a:gd name="connsiteY17" fmla="*/ 1662472 h 4487080"/>
              <a:gd name="connsiteX18" fmla="*/ 2692934 w 2807924"/>
              <a:gd name="connsiteY18" fmla="*/ 1371899 h 4487080"/>
              <a:gd name="connsiteX19" fmla="*/ 2807736 w 2807924"/>
              <a:gd name="connsiteY19" fmla="*/ 1033004 h 4487080"/>
              <a:gd name="connsiteX20" fmla="*/ 2495346 w 2807924"/>
              <a:gd name="connsiteY20" fmla="*/ 667929 h 4487080"/>
              <a:gd name="connsiteX21" fmla="*/ 2737152 w 2807924"/>
              <a:gd name="connsiteY21" fmla="*/ 567188 h 4487080"/>
              <a:gd name="connsiteX22" fmla="*/ 2565320 w 2807924"/>
              <a:gd name="connsiteY22" fmla="*/ 292929 h 4487080"/>
              <a:gd name="connsiteX23" fmla="*/ 2230324 w 2807924"/>
              <a:gd name="connsiteY23" fmla="*/ 135192 h 4487080"/>
              <a:gd name="connsiteX24" fmla="*/ 1805873 w 2807924"/>
              <a:gd name="connsiteY24" fmla="*/ 0 h 4487080"/>
              <a:gd name="connsiteX0" fmla="*/ 734873 w 2807924"/>
              <a:gd name="connsiteY0" fmla="*/ 4495354 h 4495354"/>
              <a:gd name="connsiteX1" fmla="*/ 538624 w 2807924"/>
              <a:gd name="connsiteY1" fmla="*/ 4051325 h 4495354"/>
              <a:gd name="connsiteX2" fmla="*/ 350465 w 2807924"/>
              <a:gd name="connsiteY2" fmla="*/ 3830515 h 4495354"/>
              <a:gd name="connsiteX3" fmla="*/ 440718 w 2807924"/>
              <a:gd name="connsiteY3" fmla="*/ 3554400 h 4495354"/>
              <a:gd name="connsiteX4" fmla="*/ 53848 w 2807924"/>
              <a:gd name="connsiteY4" fmla="*/ 3256891 h 4495354"/>
              <a:gd name="connsiteX5" fmla="*/ 2 w 2807924"/>
              <a:gd name="connsiteY5" fmla="*/ 2945055 h 4495354"/>
              <a:gd name="connsiteX6" fmla="*/ 53176 w 2807924"/>
              <a:gd name="connsiteY6" fmla="*/ 2668257 h 4495354"/>
              <a:gd name="connsiteX7" fmla="*/ 42107 w 2807924"/>
              <a:gd name="connsiteY7" fmla="*/ 2316677 h 4495354"/>
              <a:gd name="connsiteX8" fmla="*/ 179859 w 2807924"/>
              <a:gd name="connsiteY8" fmla="*/ 2012160 h 4495354"/>
              <a:gd name="connsiteX9" fmla="*/ 372935 w 2807924"/>
              <a:gd name="connsiteY9" fmla="*/ 1836368 h 4495354"/>
              <a:gd name="connsiteX10" fmla="*/ 633302 w 2807924"/>
              <a:gd name="connsiteY10" fmla="*/ 1911168 h 4495354"/>
              <a:gd name="connsiteX11" fmla="*/ 934203 w 2807924"/>
              <a:gd name="connsiteY11" fmla="*/ 2137820 h 4495354"/>
              <a:gd name="connsiteX12" fmla="*/ 1237456 w 2807924"/>
              <a:gd name="connsiteY12" fmla="*/ 2229067 h 4495354"/>
              <a:gd name="connsiteX13" fmla="*/ 1462856 w 2807924"/>
              <a:gd name="connsiteY13" fmla="*/ 2113414 h 4495354"/>
              <a:gd name="connsiteX14" fmla="*/ 1793183 w 2807924"/>
              <a:gd name="connsiteY14" fmla="*/ 1989970 h 4495354"/>
              <a:gd name="connsiteX15" fmla="*/ 2245732 w 2807924"/>
              <a:gd name="connsiteY15" fmla="*/ 2021399 h 4495354"/>
              <a:gd name="connsiteX16" fmla="*/ 2383287 w 2807924"/>
              <a:gd name="connsiteY16" fmla="*/ 1816053 h 4495354"/>
              <a:gd name="connsiteX17" fmla="*/ 2735690 w 2807924"/>
              <a:gd name="connsiteY17" fmla="*/ 1670746 h 4495354"/>
              <a:gd name="connsiteX18" fmla="*/ 2692934 w 2807924"/>
              <a:gd name="connsiteY18" fmla="*/ 1380173 h 4495354"/>
              <a:gd name="connsiteX19" fmla="*/ 2807736 w 2807924"/>
              <a:gd name="connsiteY19" fmla="*/ 1041278 h 4495354"/>
              <a:gd name="connsiteX20" fmla="*/ 2495346 w 2807924"/>
              <a:gd name="connsiteY20" fmla="*/ 676203 h 4495354"/>
              <a:gd name="connsiteX21" fmla="*/ 2737152 w 2807924"/>
              <a:gd name="connsiteY21" fmla="*/ 575462 h 4495354"/>
              <a:gd name="connsiteX22" fmla="*/ 2565320 w 2807924"/>
              <a:gd name="connsiteY22" fmla="*/ 301203 h 4495354"/>
              <a:gd name="connsiteX23" fmla="*/ 2230324 w 2807924"/>
              <a:gd name="connsiteY23" fmla="*/ 143466 h 4495354"/>
              <a:gd name="connsiteX24" fmla="*/ 1889085 w 2807924"/>
              <a:gd name="connsiteY24" fmla="*/ 0 h 4495354"/>
              <a:gd name="connsiteX0" fmla="*/ 734873 w 2807924"/>
              <a:gd name="connsiteY0" fmla="*/ 4495354 h 4495354"/>
              <a:gd name="connsiteX1" fmla="*/ 538624 w 2807924"/>
              <a:gd name="connsiteY1" fmla="*/ 4051325 h 4495354"/>
              <a:gd name="connsiteX2" fmla="*/ 350465 w 2807924"/>
              <a:gd name="connsiteY2" fmla="*/ 3830515 h 4495354"/>
              <a:gd name="connsiteX3" fmla="*/ 440718 w 2807924"/>
              <a:gd name="connsiteY3" fmla="*/ 3554400 h 4495354"/>
              <a:gd name="connsiteX4" fmla="*/ 53848 w 2807924"/>
              <a:gd name="connsiteY4" fmla="*/ 3256891 h 4495354"/>
              <a:gd name="connsiteX5" fmla="*/ 2 w 2807924"/>
              <a:gd name="connsiteY5" fmla="*/ 2945055 h 4495354"/>
              <a:gd name="connsiteX6" fmla="*/ 53176 w 2807924"/>
              <a:gd name="connsiteY6" fmla="*/ 2668257 h 4495354"/>
              <a:gd name="connsiteX7" fmla="*/ 42107 w 2807924"/>
              <a:gd name="connsiteY7" fmla="*/ 2316677 h 4495354"/>
              <a:gd name="connsiteX8" fmla="*/ 179859 w 2807924"/>
              <a:gd name="connsiteY8" fmla="*/ 2012160 h 4495354"/>
              <a:gd name="connsiteX9" fmla="*/ 372935 w 2807924"/>
              <a:gd name="connsiteY9" fmla="*/ 1836368 h 4495354"/>
              <a:gd name="connsiteX10" fmla="*/ 633302 w 2807924"/>
              <a:gd name="connsiteY10" fmla="*/ 1911168 h 4495354"/>
              <a:gd name="connsiteX11" fmla="*/ 934203 w 2807924"/>
              <a:gd name="connsiteY11" fmla="*/ 2137820 h 4495354"/>
              <a:gd name="connsiteX12" fmla="*/ 1237456 w 2807924"/>
              <a:gd name="connsiteY12" fmla="*/ 2229067 h 4495354"/>
              <a:gd name="connsiteX13" fmla="*/ 1462856 w 2807924"/>
              <a:gd name="connsiteY13" fmla="*/ 2113414 h 4495354"/>
              <a:gd name="connsiteX14" fmla="*/ 1793183 w 2807924"/>
              <a:gd name="connsiteY14" fmla="*/ 1989970 h 4495354"/>
              <a:gd name="connsiteX15" fmla="*/ 2245732 w 2807924"/>
              <a:gd name="connsiteY15" fmla="*/ 2021399 h 4495354"/>
              <a:gd name="connsiteX16" fmla="*/ 2383287 w 2807924"/>
              <a:gd name="connsiteY16" fmla="*/ 1816053 h 4495354"/>
              <a:gd name="connsiteX17" fmla="*/ 2735690 w 2807924"/>
              <a:gd name="connsiteY17" fmla="*/ 1670746 h 4495354"/>
              <a:gd name="connsiteX18" fmla="*/ 2692934 w 2807924"/>
              <a:gd name="connsiteY18" fmla="*/ 1380173 h 4495354"/>
              <a:gd name="connsiteX19" fmla="*/ 2807736 w 2807924"/>
              <a:gd name="connsiteY19" fmla="*/ 1041278 h 4495354"/>
              <a:gd name="connsiteX20" fmla="*/ 2495346 w 2807924"/>
              <a:gd name="connsiteY20" fmla="*/ 676203 h 4495354"/>
              <a:gd name="connsiteX21" fmla="*/ 2737152 w 2807924"/>
              <a:gd name="connsiteY21" fmla="*/ 575462 h 4495354"/>
              <a:gd name="connsiteX22" fmla="*/ 2565320 w 2807924"/>
              <a:gd name="connsiteY22" fmla="*/ 301203 h 4495354"/>
              <a:gd name="connsiteX23" fmla="*/ 2230324 w 2807924"/>
              <a:gd name="connsiteY23" fmla="*/ 143466 h 4495354"/>
              <a:gd name="connsiteX24" fmla="*/ 1889085 w 2807924"/>
              <a:gd name="connsiteY24" fmla="*/ 0 h 4495354"/>
              <a:gd name="connsiteX0" fmla="*/ 734873 w 2807924"/>
              <a:gd name="connsiteY0" fmla="*/ 4495354 h 4495354"/>
              <a:gd name="connsiteX1" fmla="*/ 538624 w 2807924"/>
              <a:gd name="connsiteY1" fmla="*/ 4051325 h 4495354"/>
              <a:gd name="connsiteX2" fmla="*/ 350465 w 2807924"/>
              <a:gd name="connsiteY2" fmla="*/ 3830515 h 4495354"/>
              <a:gd name="connsiteX3" fmla="*/ 440718 w 2807924"/>
              <a:gd name="connsiteY3" fmla="*/ 3554400 h 4495354"/>
              <a:gd name="connsiteX4" fmla="*/ 53848 w 2807924"/>
              <a:gd name="connsiteY4" fmla="*/ 3256891 h 4495354"/>
              <a:gd name="connsiteX5" fmla="*/ 2 w 2807924"/>
              <a:gd name="connsiteY5" fmla="*/ 2945055 h 4495354"/>
              <a:gd name="connsiteX6" fmla="*/ 53176 w 2807924"/>
              <a:gd name="connsiteY6" fmla="*/ 2668257 h 4495354"/>
              <a:gd name="connsiteX7" fmla="*/ 128286 w 2807924"/>
              <a:gd name="connsiteY7" fmla="*/ 2301740 h 4495354"/>
              <a:gd name="connsiteX8" fmla="*/ 179859 w 2807924"/>
              <a:gd name="connsiteY8" fmla="*/ 2012160 h 4495354"/>
              <a:gd name="connsiteX9" fmla="*/ 372935 w 2807924"/>
              <a:gd name="connsiteY9" fmla="*/ 1836368 h 4495354"/>
              <a:gd name="connsiteX10" fmla="*/ 633302 w 2807924"/>
              <a:gd name="connsiteY10" fmla="*/ 1911168 h 4495354"/>
              <a:gd name="connsiteX11" fmla="*/ 934203 w 2807924"/>
              <a:gd name="connsiteY11" fmla="*/ 2137820 h 4495354"/>
              <a:gd name="connsiteX12" fmla="*/ 1237456 w 2807924"/>
              <a:gd name="connsiteY12" fmla="*/ 2229067 h 4495354"/>
              <a:gd name="connsiteX13" fmla="*/ 1462856 w 2807924"/>
              <a:gd name="connsiteY13" fmla="*/ 2113414 h 4495354"/>
              <a:gd name="connsiteX14" fmla="*/ 1793183 w 2807924"/>
              <a:gd name="connsiteY14" fmla="*/ 1989970 h 4495354"/>
              <a:gd name="connsiteX15" fmla="*/ 2245732 w 2807924"/>
              <a:gd name="connsiteY15" fmla="*/ 2021399 h 4495354"/>
              <a:gd name="connsiteX16" fmla="*/ 2383287 w 2807924"/>
              <a:gd name="connsiteY16" fmla="*/ 1816053 h 4495354"/>
              <a:gd name="connsiteX17" fmla="*/ 2735690 w 2807924"/>
              <a:gd name="connsiteY17" fmla="*/ 1670746 h 4495354"/>
              <a:gd name="connsiteX18" fmla="*/ 2692934 w 2807924"/>
              <a:gd name="connsiteY18" fmla="*/ 1380173 h 4495354"/>
              <a:gd name="connsiteX19" fmla="*/ 2807736 w 2807924"/>
              <a:gd name="connsiteY19" fmla="*/ 1041278 h 4495354"/>
              <a:gd name="connsiteX20" fmla="*/ 2495346 w 2807924"/>
              <a:gd name="connsiteY20" fmla="*/ 676203 h 4495354"/>
              <a:gd name="connsiteX21" fmla="*/ 2737152 w 2807924"/>
              <a:gd name="connsiteY21" fmla="*/ 575462 h 4495354"/>
              <a:gd name="connsiteX22" fmla="*/ 2565320 w 2807924"/>
              <a:gd name="connsiteY22" fmla="*/ 301203 h 4495354"/>
              <a:gd name="connsiteX23" fmla="*/ 2230324 w 2807924"/>
              <a:gd name="connsiteY23" fmla="*/ 143466 h 4495354"/>
              <a:gd name="connsiteX24" fmla="*/ 1889085 w 2807924"/>
              <a:gd name="connsiteY24" fmla="*/ 0 h 4495354"/>
              <a:gd name="connsiteX0" fmla="*/ 736019 w 2809070"/>
              <a:gd name="connsiteY0" fmla="*/ 4495354 h 4495354"/>
              <a:gd name="connsiteX1" fmla="*/ 539770 w 2809070"/>
              <a:gd name="connsiteY1" fmla="*/ 4051325 h 4495354"/>
              <a:gd name="connsiteX2" fmla="*/ 351611 w 2809070"/>
              <a:gd name="connsiteY2" fmla="*/ 3830515 h 4495354"/>
              <a:gd name="connsiteX3" fmla="*/ 441864 w 2809070"/>
              <a:gd name="connsiteY3" fmla="*/ 3554400 h 4495354"/>
              <a:gd name="connsiteX4" fmla="*/ 54994 w 2809070"/>
              <a:gd name="connsiteY4" fmla="*/ 3256891 h 4495354"/>
              <a:gd name="connsiteX5" fmla="*/ 1148 w 2809070"/>
              <a:gd name="connsiteY5" fmla="*/ 2945055 h 4495354"/>
              <a:gd name="connsiteX6" fmla="*/ 20132 w 2809070"/>
              <a:gd name="connsiteY6" fmla="*/ 2655737 h 4495354"/>
              <a:gd name="connsiteX7" fmla="*/ 129432 w 2809070"/>
              <a:gd name="connsiteY7" fmla="*/ 2301740 h 4495354"/>
              <a:gd name="connsiteX8" fmla="*/ 181005 w 2809070"/>
              <a:gd name="connsiteY8" fmla="*/ 2012160 h 4495354"/>
              <a:gd name="connsiteX9" fmla="*/ 374081 w 2809070"/>
              <a:gd name="connsiteY9" fmla="*/ 1836368 h 4495354"/>
              <a:gd name="connsiteX10" fmla="*/ 634448 w 2809070"/>
              <a:gd name="connsiteY10" fmla="*/ 1911168 h 4495354"/>
              <a:gd name="connsiteX11" fmla="*/ 935349 w 2809070"/>
              <a:gd name="connsiteY11" fmla="*/ 2137820 h 4495354"/>
              <a:gd name="connsiteX12" fmla="*/ 1238602 w 2809070"/>
              <a:gd name="connsiteY12" fmla="*/ 2229067 h 4495354"/>
              <a:gd name="connsiteX13" fmla="*/ 1464002 w 2809070"/>
              <a:gd name="connsiteY13" fmla="*/ 2113414 h 4495354"/>
              <a:gd name="connsiteX14" fmla="*/ 1794329 w 2809070"/>
              <a:gd name="connsiteY14" fmla="*/ 1989970 h 4495354"/>
              <a:gd name="connsiteX15" fmla="*/ 2246878 w 2809070"/>
              <a:gd name="connsiteY15" fmla="*/ 2021399 h 4495354"/>
              <a:gd name="connsiteX16" fmla="*/ 2384433 w 2809070"/>
              <a:gd name="connsiteY16" fmla="*/ 1816053 h 4495354"/>
              <a:gd name="connsiteX17" fmla="*/ 2736836 w 2809070"/>
              <a:gd name="connsiteY17" fmla="*/ 1670746 h 4495354"/>
              <a:gd name="connsiteX18" fmla="*/ 2694080 w 2809070"/>
              <a:gd name="connsiteY18" fmla="*/ 1380173 h 4495354"/>
              <a:gd name="connsiteX19" fmla="*/ 2808882 w 2809070"/>
              <a:gd name="connsiteY19" fmla="*/ 1041278 h 4495354"/>
              <a:gd name="connsiteX20" fmla="*/ 2496492 w 2809070"/>
              <a:gd name="connsiteY20" fmla="*/ 676203 h 4495354"/>
              <a:gd name="connsiteX21" fmla="*/ 2738298 w 2809070"/>
              <a:gd name="connsiteY21" fmla="*/ 575462 h 4495354"/>
              <a:gd name="connsiteX22" fmla="*/ 2566466 w 2809070"/>
              <a:gd name="connsiteY22" fmla="*/ 301203 h 4495354"/>
              <a:gd name="connsiteX23" fmla="*/ 2231470 w 2809070"/>
              <a:gd name="connsiteY23" fmla="*/ 143466 h 4495354"/>
              <a:gd name="connsiteX24" fmla="*/ 1890231 w 2809070"/>
              <a:gd name="connsiteY24" fmla="*/ 0 h 4495354"/>
              <a:gd name="connsiteX0" fmla="*/ 736019 w 2809070"/>
              <a:gd name="connsiteY0" fmla="*/ 4495354 h 4495354"/>
              <a:gd name="connsiteX1" fmla="*/ 539770 w 2809070"/>
              <a:gd name="connsiteY1" fmla="*/ 4051325 h 4495354"/>
              <a:gd name="connsiteX2" fmla="*/ 351611 w 2809070"/>
              <a:gd name="connsiteY2" fmla="*/ 3830515 h 4495354"/>
              <a:gd name="connsiteX3" fmla="*/ 441864 w 2809070"/>
              <a:gd name="connsiteY3" fmla="*/ 3554400 h 4495354"/>
              <a:gd name="connsiteX4" fmla="*/ 54994 w 2809070"/>
              <a:gd name="connsiteY4" fmla="*/ 3256891 h 4495354"/>
              <a:gd name="connsiteX5" fmla="*/ 1148 w 2809070"/>
              <a:gd name="connsiteY5" fmla="*/ 2945055 h 4495354"/>
              <a:gd name="connsiteX6" fmla="*/ 20132 w 2809070"/>
              <a:gd name="connsiteY6" fmla="*/ 2655737 h 4495354"/>
              <a:gd name="connsiteX7" fmla="*/ 129432 w 2809070"/>
              <a:gd name="connsiteY7" fmla="*/ 2301740 h 4495354"/>
              <a:gd name="connsiteX8" fmla="*/ 181005 w 2809070"/>
              <a:gd name="connsiteY8" fmla="*/ 2012160 h 4495354"/>
              <a:gd name="connsiteX9" fmla="*/ 222312 w 2809070"/>
              <a:gd name="connsiteY9" fmla="*/ 1862055 h 4495354"/>
              <a:gd name="connsiteX10" fmla="*/ 374081 w 2809070"/>
              <a:gd name="connsiteY10" fmla="*/ 1836368 h 4495354"/>
              <a:gd name="connsiteX11" fmla="*/ 634448 w 2809070"/>
              <a:gd name="connsiteY11" fmla="*/ 1911168 h 4495354"/>
              <a:gd name="connsiteX12" fmla="*/ 935349 w 2809070"/>
              <a:gd name="connsiteY12" fmla="*/ 2137820 h 4495354"/>
              <a:gd name="connsiteX13" fmla="*/ 1238602 w 2809070"/>
              <a:gd name="connsiteY13" fmla="*/ 2229067 h 4495354"/>
              <a:gd name="connsiteX14" fmla="*/ 1464002 w 2809070"/>
              <a:gd name="connsiteY14" fmla="*/ 2113414 h 4495354"/>
              <a:gd name="connsiteX15" fmla="*/ 1794329 w 2809070"/>
              <a:gd name="connsiteY15" fmla="*/ 1989970 h 4495354"/>
              <a:gd name="connsiteX16" fmla="*/ 2246878 w 2809070"/>
              <a:gd name="connsiteY16" fmla="*/ 2021399 h 4495354"/>
              <a:gd name="connsiteX17" fmla="*/ 2384433 w 2809070"/>
              <a:gd name="connsiteY17" fmla="*/ 1816053 h 4495354"/>
              <a:gd name="connsiteX18" fmla="*/ 2736836 w 2809070"/>
              <a:gd name="connsiteY18" fmla="*/ 1670746 h 4495354"/>
              <a:gd name="connsiteX19" fmla="*/ 2694080 w 2809070"/>
              <a:gd name="connsiteY19" fmla="*/ 1380173 h 4495354"/>
              <a:gd name="connsiteX20" fmla="*/ 2808882 w 2809070"/>
              <a:gd name="connsiteY20" fmla="*/ 1041278 h 4495354"/>
              <a:gd name="connsiteX21" fmla="*/ 2496492 w 2809070"/>
              <a:gd name="connsiteY21" fmla="*/ 676203 h 4495354"/>
              <a:gd name="connsiteX22" fmla="*/ 2738298 w 2809070"/>
              <a:gd name="connsiteY22" fmla="*/ 575462 h 4495354"/>
              <a:gd name="connsiteX23" fmla="*/ 2566466 w 2809070"/>
              <a:gd name="connsiteY23" fmla="*/ 301203 h 4495354"/>
              <a:gd name="connsiteX24" fmla="*/ 2231470 w 2809070"/>
              <a:gd name="connsiteY24" fmla="*/ 143466 h 4495354"/>
              <a:gd name="connsiteX25" fmla="*/ 1890231 w 2809070"/>
              <a:gd name="connsiteY25" fmla="*/ 0 h 4495354"/>
              <a:gd name="connsiteX0" fmla="*/ 744863 w 2817914"/>
              <a:gd name="connsiteY0" fmla="*/ 4495354 h 4495354"/>
              <a:gd name="connsiteX1" fmla="*/ 548614 w 2817914"/>
              <a:gd name="connsiteY1" fmla="*/ 4051325 h 4495354"/>
              <a:gd name="connsiteX2" fmla="*/ 360455 w 2817914"/>
              <a:gd name="connsiteY2" fmla="*/ 3830515 h 4495354"/>
              <a:gd name="connsiteX3" fmla="*/ 450708 w 2817914"/>
              <a:gd name="connsiteY3" fmla="*/ 3554400 h 4495354"/>
              <a:gd name="connsiteX4" fmla="*/ 32592 w 2817914"/>
              <a:gd name="connsiteY4" fmla="*/ 3212237 h 4495354"/>
              <a:gd name="connsiteX5" fmla="*/ 9992 w 2817914"/>
              <a:gd name="connsiteY5" fmla="*/ 2945055 h 4495354"/>
              <a:gd name="connsiteX6" fmla="*/ 28976 w 2817914"/>
              <a:gd name="connsiteY6" fmla="*/ 2655737 h 4495354"/>
              <a:gd name="connsiteX7" fmla="*/ 138276 w 2817914"/>
              <a:gd name="connsiteY7" fmla="*/ 2301740 h 4495354"/>
              <a:gd name="connsiteX8" fmla="*/ 189849 w 2817914"/>
              <a:gd name="connsiteY8" fmla="*/ 2012160 h 4495354"/>
              <a:gd name="connsiteX9" fmla="*/ 231156 w 2817914"/>
              <a:gd name="connsiteY9" fmla="*/ 1862055 h 4495354"/>
              <a:gd name="connsiteX10" fmla="*/ 382925 w 2817914"/>
              <a:gd name="connsiteY10" fmla="*/ 1836368 h 4495354"/>
              <a:gd name="connsiteX11" fmla="*/ 643292 w 2817914"/>
              <a:gd name="connsiteY11" fmla="*/ 1911168 h 4495354"/>
              <a:gd name="connsiteX12" fmla="*/ 944193 w 2817914"/>
              <a:gd name="connsiteY12" fmla="*/ 2137820 h 4495354"/>
              <a:gd name="connsiteX13" fmla="*/ 1247446 w 2817914"/>
              <a:gd name="connsiteY13" fmla="*/ 2229067 h 4495354"/>
              <a:gd name="connsiteX14" fmla="*/ 1472846 w 2817914"/>
              <a:gd name="connsiteY14" fmla="*/ 2113414 h 4495354"/>
              <a:gd name="connsiteX15" fmla="*/ 1803173 w 2817914"/>
              <a:gd name="connsiteY15" fmla="*/ 1989970 h 4495354"/>
              <a:gd name="connsiteX16" fmla="*/ 2255722 w 2817914"/>
              <a:gd name="connsiteY16" fmla="*/ 2021399 h 4495354"/>
              <a:gd name="connsiteX17" fmla="*/ 2393277 w 2817914"/>
              <a:gd name="connsiteY17" fmla="*/ 1816053 h 4495354"/>
              <a:gd name="connsiteX18" fmla="*/ 2745680 w 2817914"/>
              <a:gd name="connsiteY18" fmla="*/ 1670746 h 4495354"/>
              <a:gd name="connsiteX19" fmla="*/ 2702924 w 2817914"/>
              <a:gd name="connsiteY19" fmla="*/ 1380173 h 4495354"/>
              <a:gd name="connsiteX20" fmla="*/ 2817726 w 2817914"/>
              <a:gd name="connsiteY20" fmla="*/ 1041278 h 4495354"/>
              <a:gd name="connsiteX21" fmla="*/ 2505336 w 2817914"/>
              <a:gd name="connsiteY21" fmla="*/ 676203 h 4495354"/>
              <a:gd name="connsiteX22" fmla="*/ 2747142 w 2817914"/>
              <a:gd name="connsiteY22" fmla="*/ 575462 h 4495354"/>
              <a:gd name="connsiteX23" fmla="*/ 2575310 w 2817914"/>
              <a:gd name="connsiteY23" fmla="*/ 301203 h 4495354"/>
              <a:gd name="connsiteX24" fmla="*/ 2240314 w 2817914"/>
              <a:gd name="connsiteY24" fmla="*/ 143466 h 4495354"/>
              <a:gd name="connsiteX25" fmla="*/ 1899075 w 2817914"/>
              <a:gd name="connsiteY25"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179093 w 2807158"/>
              <a:gd name="connsiteY8" fmla="*/ 2012160 h 4495354"/>
              <a:gd name="connsiteX9" fmla="*/ 220400 w 2807158"/>
              <a:gd name="connsiteY9" fmla="*/ 1862055 h 4495354"/>
              <a:gd name="connsiteX10" fmla="*/ 372169 w 2807158"/>
              <a:gd name="connsiteY10" fmla="*/ 1836368 h 4495354"/>
              <a:gd name="connsiteX11" fmla="*/ 632536 w 2807158"/>
              <a:gd name="connsiteY11" fmla="*/ 1911168 h 4495354"/>
              <a:gd name="connsiteX12" fmla="*/ 933437 w 2807158"/>
              <a:gd name="connsiteY12" fmla="*/ 2137820 h 4495354"/>
              <a:gd name="connsiteX13" fmla="*/ 1236690 w 2807158"/>
              <a:gd name="connsiteY13" fmla="*/ 2229067 h 4495354"/>
              <a:gd name="connsiteX14" fmla="*/ 1462090 w 2807158"/>
              <a:gd name="connsiteY14" fmla="*/ 2113414 h 4495354"/>
              <a:gd name="connsiteX15" fmla="*/ 1792417 w 2807158"/>
              <a:gd name="connsiteY15" fmla="*/ 1989970 h 4495354"/>
              <a:gd name="connsiteX16" fmla="*/ 2244966 w 2807158"/>
              <a:gd name="connsiteY16" fmla="*/ 2021399 h 4495354"/>
              <a:gd name="connsiteX17" fmla="*/ 2382521 w 2807158"/>
              <a:gd name="connsiteY17" fmla="*/ 1816053 h 4495354"/>
              <a:gd name="connsiteX18" fmla="*/ 2734924 w 2807158"/>
              <a:gd name="connsiteY18" fmla="*/ 1670746 h 4495354"/>
              <a:gd name="connsiteX19" fmla="*/ 2692168 w 2807158"/>
              <a:gd name="connsiteY19" fmla="*/ 1380173 h 4495354"/>
              <a:gd name="connsiteX20" fmla="*/ 2806970 w 2807158"/>
              <a:gd name="connsiteY20" fmla="*/ 1041278 h 4495354"/>
              <a:gd name="connsiteX21" fmla="*/ 2494580 w 2807158"/>
              <a:gd name="connsiteY21" fmla="*/ 676203 h 4495354"/>
              <a:gd name="connsiteX22" fmla="*/ 2736386 w 2807158"/>
              <a:gd name="connsiteY22" fmla="*/ 575462 h 4495354"/>
              <a:gd name="connsiteX23" fmla="*/ 2564554 w 2807158"/>
              <a:gd name="connsiteY23" fmla="*/ 301203 h 4495354"/>
              <a:gd name="connsiteX24" fmla="*/ 2229558 w 2807158"/>
              <a:gd name="connsiteY24" fmla="*/ 143466 h 4495354"/>
              <a:gd name="connsiteX25" fmla="*/ 1888319 w 2807158"/>
              <a:gd name="connsiteY25"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179093 w 2807158"/>
              <a:gd name="connsiteY8" fmla="*/ 2012160 h 4495354"/>
              <a:gd name="connsiteX9" fmla="*/ 372169 w 2807158"/>
              <a:gd name="connsiteY9" fmla="*/ 1836368 h 4495354"/>
              <a:gd name="connsiteX10" fmla="*/ 632536 w 2807158"/>
              <a:gd name="connsiteY10" fmla="*/ 1911168 h 4495354"/>
              <a:gd name="connsiteX11" fmla="*/ 933437 w 2807158"/>
              <a:gd name="connsiteY11" fmla="*/ 2137820 h 4495354"/>
              <a:gd name="connsiteX12" fmla="*/ 1236690 w 2807158"/>
              <a:gd name="connsiteY12" fmla="*/ 2229067 h 4495354"/>
              <a:gd name="connsiteX13" fmla="*/ 1462090 w 2807158"/>
              <a:gd name="connsiteY13" fmla="*/ 2113414 h 4495354"/>
              <a:gd name="connsiteX14" fmla="*/ 1792417 w 2807158"/>
              <a:gd name="connsiteY14" fmla="*/ 1989970 h 4495354"/>
              <a:gd name="connsiteX15" fmla="*/ 2244966 w 2807158"/>
              <a:gd name="connsiteY15" fmla="*/ 2021399 h 4495354"/>
              <a:gd name="connsiteX16" fmla="*/ 2382521 w 2807158"/>
              <a:gd name="connsiteY16" fmla="*/ 1816053 h 4495354"/>
              <a:gd name="connsiteX17" fmla="*/ 2734924 w 2807158"/>
              <a:gd name="connsiteY17" fmla="*/ 1670746 h 4495354"/>
              <a:gd name="connsiteX18" fmla="*/ 2692168 w 2807158"/>
              <a:gd name="connsiteY18" fmla="*/ 1380173 h 4495354"/>
              <a:gd name="connsiteX19" fmla="*/ 2806970 w 2807158"/>
              <a:gd name="connsiteY19" fmla="*/ 1041278 h 4495354"/>
              <a:gd name="connsiteX20" fmla="*/ 2494580 w 2807158"/>
              <a:gd name="connsiteY20" fmla="*/ 676203 h 4495354"/>
              <a:gd name="connsiteX21" fmla="*/ 2736386 w 2807158"/>
              <a:gd name="connsiteY21" fmla="*/ 575462 h 4495354"/>
              <a:gd name="connsiteX22" fmla="*/ 2564554 w 2807158"/>
              <a:gd name="connsiteY22" fmla="*/ 301203 h 4495354"/>
              <a:gd name="connsiteX23" fmla="*/ 2229558 w 2807158"/>
              <a:gd name="connsiteY23" fmla="*/ 143466 h 4495354"/>
              <a:gd name="connsiteX24" fmla="*/ 1888319 w 2807158"/>
              <a:gd name="connsiteY24"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179093 w 2807158"/>
              <a:gd name="connsiteY8" fmla="*/ 2012160 h 4495354"/>
              <a:gd name="connsiteX9" fmla="*/ 372586 w 2807158"/>
              <a:gd name="connsiteY9" fmla="*/ 1882736 h 4495354"/>
              <a:gd name="connsiteX10" fmla="*/ 632536 w 2807158"/>
              <a:gd name="connsiteY10" fmla="*/ 1911168 h 4495354"/>
              <a:gd name="connsiteX11" fmla="*/ 933437 w 2807158"/>
              <a:gd name="connsiteY11" fmla="*/ 2137820 h 4495354"/>
              <a:gd name="connsiteX12" fmla="*/ 1236690 w 2807158"/>
              <a:gd name="connsiteY12" fmla="*/ 2229067 h 4495354"/>
              <a:gd name="connsiteX13" fmla="*/ 1462090 w 2807158"/>
              <a:gd name="connsiteY13" fmla="*/ 2113414 h 4495354"/>
              <a:gd name="connsiteX14" fmla="*/ 1792417 w 2807158"/>
              <a:gd name="connsiteY14" fmla="*/ 1989970 h 4495354"/>
              <a:gd name="connsiteX15" fmla="*/ 2244966 w 2807158"/>
              <a:gd name="connsiteY15" fmla="*/ 2021399 h 4495354"/>
              <a:gd name="connsiteX16" fmla="*/ 2382521 w 2807158"/>
              <a:gd name="connsiteY16" fmla="*/ 1816053 h 4495354"/>
              <a:gd name="connsiteX17" fmla="*/ 2734924 w 2807158"/>
              <a:gd name="connsiteY17" fmla="*/ 1670746 h 4495354"/>
              <a:gd name="connsiteX18" fmla="*/ 2692168 w 2807158"/>
              <a:gd name="connsiteY18" fmla="*/ 1380173 h 4495354"/>
              <a:gd name="connsiteX19" fmla="*/ 2806970 w 2807158"/>
              <a:gd name="connsiteY19" fmla="*/ 1041278 h 4495354"/>
              <a:gd name="connsiteX20" fmla="*/ 2494580 w 2807158"/>
              <a:gd name="connsiteY20" fmla="*/ 676203 h 4495354"/>
              <a:gd name="connsiteX21" fmla="*/ 2736386 w 2807158"/>
              <a:gd name="connsiteY21" fmla="*/ 575462 h 4495354"/>
              <a:gd name="connsiteX22" fmla="*/ 2564554 w 2807158"/>
              <a:gd name="connsiteY22" fmla="*/ 301203 h 4495354"/>
              <a:gd name="connsiteX23" fmla="*/ 2229558 w 2807158"/>
              <a:gd name="connsiteY23" fmla="*/ 143466 h 4495354"/>
              <a:gd name="connsiteX24" fmla="*/ 1888319 w 2807158"/>
              <a:gd name="connsiteY24"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372586 w 2807158"/>
              <a:gd name="connsiteY8" fmla="*/ 1882736 h 4495354"/>
              <a:gd name="connsiteX9" fmla="*/ 632536 w 2807158"/>
              <a:gd name="connsiteY9" fmla="*/ 1911168 h 4495354"/>
              <a:gd name="connsiteX10" fmla="*/ 933437 w 2807158"/>
              <a:gd name="connsiteY10" fmla="*/ 2137820 h 4495354"/>
              <a:gd name="connsiteX11" fmla="*/ 1236690 w 2807158"/>
              <a:gd name="connsiteY11" fmla="*/ 2229067 h 4495354"/>
              <a:gd name="connsiteX12" fmla="*/ 1462090 w 2807158"/>
              <a:gd name="connsiteY12" fmla="*/ 2113414 h 4495354"/>
              <a:gd name="connsiteX13" fmla="*/ 1792417 w 2807158"/>
              <a:gd name="connsiteY13" fmla="*/ 1989970 h 4495354"/>
              <a:gd name="connsiteX14" fmla="*/ 2244966 w 2807158"/>
              <a:gd name="connsiteY14" fmla="*/ 2021399 h 4495354"/>
              <a:gd name="connsiteX15" fmla="*/ 2382521 w 2807158"/>
              <a:gd name="connsiteY15" fmla="*/ 1816053 h 4495354"/>
              <a:gd name="connsiteX16" fmla="*/ 2734924 w 2807158"/>
              <a:gd name="connsiteY16" fmla="*/ 1670746 h 4495354"/>
              <a:gd name="connsiteX17" fmla="*/ 2692168 w 2807158"/>
              <a:gd name="connsiteY17" fmla="*/ 1380173 h 4495354"/>
              <a:gd name="connsiteX18" fmla="*/ 2806970 w 2807158"/>
              <a:gd name="connsiteY18" fmla="*/ 1041278 h 4495354"/>
              <a:gd name="connsiteX19" fmla="*/ 2494580 w 2807158"/>
              <a:gd name="connsiteY19" fmla="*/ 676203 h 4495354"/>
              <a:gd name="connsiteX20" fmla="*/ 2736386 w 2807158"/>
              <a:gd name="connsiteY20" fmla="*/ 575462 h 4495354"/>
              <a:gd name="connsiteX21" fmla="*/ 2564554 w 2807158"/>
              <a:gd name="connsiteY21" fmla="*/ 301203 h 4495354"/>
              <a:gd name="connsiteX22" fmla="*/ 2229558 w 2807158"/>
              <a:gd name="connsiteY22" fmla="*/ 143466 h 4495354"/>
              <a:gd name="connsiteX23" fmla="*/ 1888319 w 2807158"/>
              <a:gd name="connsiteY23"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250215 w 2807158"/>
              <a:gd name="connsiteY8" fmla="*/ 2073760 h 4495354"/>
              <a:gd name="connsiteX9" fmla="*/ 632536 w 2807158"/>
              <a:gd name="connsiteY9" fmla="*/ 1911168 h 4495354"/>
              <a:gd name="connsiteX10" fmla="*/ 933437 w 2807158"/>
              <a:gd name="connsiteY10" fmla="*/ 2137820 h 4495354"/>
              <a:gd name="connsiteX11" fmla="*/ 1236690 w 2807158"/>
              <a:gd name="connsiteY11" fmla="*/ 2229067 h 4495354"/>
              <a:gd name="connsiteX12" fmla="*/ 1462090 w 2807158"/>
              <a:gd name="connsiteY12" fmla="*/ 2113414 h 4495354"/>
              <a:gd name="connsiteX13" fmla="*/ 1792417 w 2807158"/>
              <a:gd name="connsiteY13" fmla="*/ 1989970 h 4495354"/>
              <a:gd name="connsiteX14" fmla="*/ 2244966 w 2807158"/>
              <a:gd name="connsiteY14" fmla="*/ 2021399 h 4495354"/>
              <a:gd name="connsiteX15" fmla="*/ 2382521 w 2807158"/>
              <a:gd name="connsiteY15" fmla="*/ 1816053 h 4495354"/>
              <a:gd name="connsiteX16" fmla="*/ 2734924 w 2807158"/>
              <a:gd name="connsiteY16" fmla="*/ 1670746 h 4495354"/>
              <a:gd name="connsiteX17" fmla="*/ 2692168 w 2807158"/>
              <a:gd name="connsiteY17" fmla="*/ 1380173 h 4495354"/>
              <a:gd name="connsiteX18" fmla="*/ 2806970 w 2807158"/>
              <a:gd name="connsiteY18" fmla="*/ 1041278 h 4495354"/>
              <a:gd name="connsiteX19" fmla="*/ 2494580 w 2807158"/>
              <a:gd name="connsiteY19" fmla="*/ 676203 h 4495354"/>
              <a:gd name="connsiteX20" fmla="*/ 2736386 w 2807158"/>
              <a:gd name="connsiteY20" fmla="*/ 575462 h 4495354"/>
              <a:gd name="connsiteX21" fmla="*/ 2564554 w 2807158"/>
              <a:gd name="connsiteY21" fmla="*/ 301203 h 4495354"/>
              <a:gd name="connsiteX22" fmla="*/ 2229558 w 2807158"/>
              <a:gd name="connsiteY22" fmla="*/ 143466 h 4495354"/>
              <a:gd name="connsiteX23" fmla="*/ 1888319 w 2807158"/>
              <a:gd name="connsiteY23" fmla="*/ 0 h 4495354"/>
              <a:gd name="connsiteX0" fmla="*/ 734107 w 2807158"/>
              <a:gd name="connsiteY0" fmla="*/ 4495354 h 4495354"/>
              <a:gd name="connsiteX1" fmla="*/ 537858 w 2807158"/>
              <a:gd name="connsiteY1" fmla="*/ 4051325 h 4495354"/>
              <a:gd name="connsiteX2" fmla="*/ 349699 w 2807158"/>
              <a:gd name="connsiteY2" fmla="*/ 3830515 h 4495354"/>
              <a:gd name="connsiteX3" fmla="*/ 439952 w 2807158"/>
              <a:gd name="connsiteY3" fmla="*/ 3554400 h 4495354"/>
              <a:gd name="connsiteX4" fmla="*/ 21836 w 2807158"/>
              <a:gd name="connsiteY4" fmla="*/ 3212237 h 4495354"/>
              <a:gd name="connsiteX5" fmla="*/ 36393 w 2807158"/>
              <a:gd name="connsiteY5" fmla="*/ 2950912 h 4495354"/>
              <a:gd name="connsiteX6" fmla="*/ 18220 w 2807158"/>
              <a:gd name="connsiteY6" fmla="*/ 2655737 h 4495354"/>
              <a:gd name="connsiteX7" fmla="*/ 127520 w 2807158"/>
              <a:gd name="connsiteY7" fmla="*/ 2301740 h 4495354"/>
              <a:gd name="connsiteX8" fmla="*/ 250215 w 2807158"/>
              <a:gd name="connsiteY8" fmla="*/ 2073760 h 4495354"/>
              <a:gd name="connsiteX9" fmla="*/ 516557 w 2807158"/>
              <a:gd name="connsiteY9" fmla="*/ 2050934 h 4495354"/>
              <a:gd name="connsiteX10" fmla="*/ 933437 w 2807158"/>
              <a:gd name="connsiteY10" fmla="*/ 2137820 h 4495354"/>
              <a:gd name="connsiteX11" fmla="*/ 1236690 w 2807158"/>
              <a:gd name="connsiteY11" fmla="*/ 2229067 h 4495354"/>
              <a:gd name="connsiteX12" fmla="*/ 1462090 w 2807158"/>
              <a:gd name="connsiteY12" fmla="*/ 2113414 h 4495354"/>
              <a:gd name="connsiteX13" fmla="*/ 1792417 w 2807158"/>
              <a:gd name="connsiteY13" fmla="*/ 1989970 h 4495354"/>
              <a:gd name="connsiteX14" fmla="*/ 2244966 w 2807158"/>
              <a:gd name="connsiteY14" fmla="*/ 2021399 h 4495354"/>
              <a:gd name="connsiteX15" fmla="*/ 2382521 w 2807158"/>
              <a:gd name="connsiteY15" fmla="*/ 1816053 h 4495354"/>
              <a:gd name="connsiteX16" fmla="*/ 2734924 w 2807158"/>
              <a:gd name="connsiteY16" fmla="*/ 1670746 h 4495354"/>
              <a:gd name="connsiteX17" fmla="*/ 2692168 w 2807158"/>
              <a:gd name="connsiteY17" fmla="*/ 1380173 h 4495354"/>
              <a:gd name="connsiteX18" fmla="*/ 2806970 w 2807158"/>
              <a:gd name="connsiteY18" fmla="*/ 1041278 h 4495354"/>
              <a:gd name="connsiteX19" fmla="*/ 2494580 w 2807158"/>
              <a:gd name="connsiteY19" fmla="*/ 676203 h 4495354"/>
              <a:gd name="connsiteX20" fmla="*/ 2736386 w 2807158"/>
              <a:gd name="connsiteY20" fmla="*/ 575462 h 4495354"/>
              <a:gd name="connsiteX21" fmla="*/ 2564554 w 2807158"/>
              <a:gd name="connsiteY21" fmla="*/ 301203 h 4495354"/>
              <a:gd name="connsiteX22" fmla="*/ 2229558 w 2807158"/>
              <a:gd name="connsiteY22" fmla="*/ 143466 h 4495354"/>
              <a:gd name="connsiteX23" fmla="*/ 1888319 w 2807158"/>
              <a:gd name="connsiteY23" fmla="*/ 0 h 4495354"/>
              <a:gd name="connsiteX0" fmla="*/ 733895 w 2806946"/>
              <a:gd name="connsiteY0" fmla="*/ 4495354 h 4495354"/>
              <a:gd name="connsiteX1" fmla="*/ 537646 w 2806946"/>
              <a:gd name="connsiteY1" fmla="*/ 4051325 h 4495354"/>
              <a:gd name="connsiteX2" fmla="*/ 349487 w 2806946"/>
              <a:gd name="connsiteY2" fmla="*/ 3830515 h 4495354"/>
              <a:gd name="connsiteX3" fmla="*/ 439740 w 2806946"/>
              <a:gd name="connsiteY3" fmla="*/ 3554400 h 4495354"/>
              <a:gd name="connsiteX4" fmla="*/ 21624 w 2806946"/>
              <a:gd name="connsiteY4" fmla="*/ 3212237 h 4495354"/>
              <a:gd name="connsiteX5" fmla="*/ 37281 w 2806946"/>
              <a:gd name="connsiteY5" fmla="*/ 2932928 h 4495354"/>
              <a:gd name="connsiteX6" fmla="*/ 18008 w 2806946"/>
              <a:gd name="connsiteY6" fmla="*/ 2655737 h 4495354"/>
              <a:gd name="connsiteX7" fmla="*/ 127308 w 2806946"/>
              <a:gd name="connsiteY7" fmla="*/ 2301740 h 4495354"/>
              <a:gd name="connsiteX8" fmla="*/ 250003 w 2806946"/>
              <a:gd name="connsiteY8" fmla="*/ 2073760 h 4495354"/>
              <a:gd name="connsiteX9" fmla="*/ 516345 w 2806946"/>
              <a:gd name="connsiteY9" fmla="*/ 2050934 h 4495354"/>
              <a:gd name="connsiteX10" fmla="*/ 933225 w 2806946"/>
              <a:gd name="connsiteY10" fmla="*/ 2137820 h 4495354"/>
              <a:gd name="connsiteX11" fmla="*/ 1236478 w 2806946"/>
              <a:gd name="connsiteY11" fmla="*/ 2229067 h 4495354"/>
              <a:gd name="connsiteX12" fmla="*/ 1461878 w 2806946"/>
              <a:gd name="connsiteY12" fmla="*/ 2113414 h 4495354"/>
              <a:gd name="connsiteX13" fmla="*/ 1792205 w 2806946"/>
              <a:gd name="connsiteY13" fmla="*/ 1989970 h 4495354"/>
              <a:gd name="connsiteX14" fmla="*/ 2244754 w 2806946"/>
              <a:gd name="connsiteY14" fmla="*/ 2021399 h 4495354"/>
              <a:gd name="connsiteX15" fmla="*/ 2382309 w 2806946"/>
              <a:gd name="connsiteY15" fmla="*/ 1816053 h 4495354"/>
              <a:gd name="connsiteX16" fmla="*/ 2734712 w 2806946"/>
              <a:gd name="connsiteY16" fmla="*/ 1670746 h 4495354"/>
              <a:gd name="connsiteX17" fmla="*/ 2691956 w 2806946"/>
              <a:gd name="connsiteY17" fmla="*/ 1380173 h 4495354"/>
              <a:gd name="connsiteX18" fmla="*/ 2806758 w 2806946"/>
              <a:gd name="connsiteY18" fmla="*/ 1041278 h 4495354"/>
              <a:gd name="connsiteX19" fmla="*/ 2494368 w 2806946"/>
              <a:gd name="connsiteY19" fmla="*/ 676203 h 4495354"/>
              <a:gd name="connsiteX20" fmla="*/ 2736174 w 2806946"/>
              <a:gd name="connsiteY20" fmla="*/ 575462 h 4495354"/>
              <a:gd name="connsiteX21" fmla="*/ 2564342 w 2806946"/>
              <a:gd name="connsiteY21" fmla="*/ 301203 h 4495354"/>
              <a:gd name="connsiteX22" fmla="*/ 2229346 w 2806946"/>
              <a:gd name="connsiteY22" fmla="*/ 143466 h 4495354"/>
              <a:gd name="connsiteX23" fmla="*/ 1888107 w 2806946"/>
              <a:gd name="connsiteY23" fmla="*/ 0 h 4495354"/>
              <a:gd name="connsiteX0" fmla="*/ 748995 w 2822046"/>
              <a:gd name="connsiteY0" fmla="*/ 4495354 h 4495354"/>
              <a:gd name="connsiteX1" fmla="*/ 552746 w 2822046"/>
              <a:gd name="connsiteY1" fmla="*/ 4051325 h 4495354"/>
              <a:gd name="connsiteX2" fmla="*/ 364587 w 2822046"/>
              <a:gd name="connsiteY2" fmla="*/ 3830515 h 4495354"/>
              <a:gd name="connsiteX3" fmla="*/ 454840 w 2822046"/>
              <a:gd name="connsiteY3" fmla="*/ 3554400 h 4495354"/>
              <a:gd name="connsiteX4" fmla="*/ 36724 w 2822046"/>
              <a:gd name="connsiteY4" fmla="*/ 3212237 h 4495354"/>
              <a:gd name="connsiteX5" fmla="*/ 33108 w 2822046"/>
              <a:gd name="connsiteY5" fmla="*/ 2655737 h 4495354"/>
              <a:gd name="connsiteX6" fmla="*/ 142408 w 2822046"/>
              <a:gd name="connsiteY6" fmla="*/ 2301740 h 4495354"/>
              <a:gd name="connsiteX7" fmla="*/ 265103 w 2822046"/>
              <a:gd name="connsiteY7" fmla="*/ 2073760 h 4495354"/>
              <a:gd name="connsiteX8" fmla="*/ 531445 w 2822046"/>
              <a:gd name="connsiteY8" fmla="*/ 2050934 h 4495354"/>
              <a:gd name="connsiteX9" fmla="*/ 948325 w 2822046"/>
              <a:gd name="connsiteY9" fmla="*/ 2137820 h 4495354"/>
              <a:gd name="connsiteX10" fmla="*/ 1251578 w 2822046"/>
              <a:gd name="connsiteY10" fmla="*/ 2229067 h 4495354"/>
              <a:gd name="connsiteX11" fmla="*/ 1476978 w 2822046"/>
              <a:gd name="connsiteY11" fmla="*/ 2113414 h 4495354"/>
              <a:gd name="connsiteX12" fmla="*/ 1807305 w 2822046"/>
              <a:gd name="connsiteY12" fmla="*/ 1989970 h 4495354"/>
              <a:gd name="connsiteX13" fmla="*/ 2259854 w 2822046"/>
              <a:gd name="connsiteY13" fmla="*/ 2021399 h 4495354"/>
              <a:gd name="connsiteX14" fmla="*/ 2397409 w 2822046"/>
              <a:gd name="connsiteY14" fmla="*/ 1816053 h 4495354"/>
              <a:gd name="connsiteX15" fmla="*/ 2749812 w 2822046"/>
              <a:gd name="connsiteY15" fmla="*/ 1670746 h 4495354"/>
              <a:gd name="connsiteX16" fmla="*/ 2707056 w 2822046"/>
              <a:gd name="connsiteY16" fmla="*/ 1380173 h 4495354"/>
              <a:gd name="connsiteX17" fmla="*/ 2821858 w 2822046"/>
              <a:gd name="connsiteY17" fmla="*/ 1041278 h 4495354"/>
              <a:gd name="connsiteX18" fmla="*/ 2509468 w 2822046"/>
              <a:gd name="connsiteY18" fmla="*/ 676203 h 4495354"/>
              <a:gd name="connsiteX19" fmla="*/ 2751274 w 2822046"/>
              <a:gd name="connsiteY19" fmla="*/ 575462 h 4495354"/>
              <a:gd name="connsiteX20" fmla="*/ 2579442 w 2822046"/>
              <a:gd name="connsiteY20" fmla="*/ 301203 h 4495354"/>
              <a:gd name="connsiteX21" fmla="*/ 2244446 w 2822046"/>
              <a:gd name="connsiteY21" fmla="*/ 143466 h 4495354"/>
              <a:gd name="connsiteX22" fmla="*/ 1903207 w 2822046"/>
              <a:gd name="connsiteY22" fmla="*/ 0 h 4495354"/>
              <a:gd name="connsiteX0" fmla="*/ 716684 w 2789735"/>
              <a:gd name="connsiteY0" fmla="*/ 4495354 h 4495354"/>
              <a:gd name="connsiteX1" fmla="*/ 520435 w 2789735"/>
              <a:gd name="connsiteY1" fmla="*/ 4051325 h 4495354"/>
              <a:gd name="connsiteX2" fmla="*/ 332276 w 2789735"/>
              <a:gd name="connsiteY2" fmla="*/ 3830515 h 4495354"/>
              <a:gd name="connsiteX3" fmla="*/ 422529 w 2789735"/>
              <a:gd name="connsiteY3" fmla="*/ 3554400 h 4495354"/>
              <a:gd name="connsiteX4" fmla="*/ 333227 w 2789735"/>
              <a:gd name="connsiteY4" fmla="*/ 2892637 h 4495354"/>
              <a:gd name="connsiteX5" fmla="*/ 797 w 2789735"/>
              <a:gd name="connsiteY5" fmla="*/ 2655737 h 4495354"/>
              <a:gd name="connsiteX6" fmla="*/ 110097 w 2789735"/>
              <a:gd name="connsiteY6" fmla="*/ 2301740 h 4495354"/>
              <a:gd name="connsiteX7" fmla="*/ 232792 w 2789735"/>
              <a:gd name="connsiteY7" fmla="*/ 2073760 h 4495354"/>
              <a:gd name="connsiteX8" fmla="*/ 499134 w 2789735"/>
              <a:gd name="connsiteY8" fmla="*/ 2050934 h 4495354"/>
              <a:gd name="connsiteX9" fmla="*/ 916014 w 2789735"/>
              <a:gd name="connsiteY9" fmla="*/ 2137820 h 4495354"/>
              <a:gd name="connsiteX10" fmla="*/ 1219267 w 2789735"/>
              <a:gd name="connsiteY10" fmla="*/ 2229067 h 4495354"/>
              <a:gd name="connsiteX11" fmla="*/ 1444667 w 2789735"/>
              <a:gd name="connsiteY11" fmla="*/ 2113414 h 4495354"/>
              <a:gd name="connsiteX12" fmla="*/ 1774994 w 2789735"/>
              <a:gd name="connsiteY12" fmla="*/ 1989970 h 4495354"/>
              <a:gd name="connsiteX13" fmla="*/ 2227543 w 2789735"/>
              <a:gd name="connsiteY13" fmla="*/ 2021399 h 4495354"/>
              <a:gd name="connsiteX14" fmla="*/ 2365098 w 2789735"/>
              <a:gd name="connsiteY14" fmla="*/ 1816053 h 4495354"/>
              <a:gd name="connsiteX15" fmla="*/ 2717501 w 2789735"/>
              <a:gd name="connsiteY15" fmla="*/ 1670746 h 4495354"/>
              <a:gd name="connsiteX16" fmla="*/ 2674745 w 2789735"/>
              <a:gd name="connsiteY16" fmla="*/ 1380173 h 4495354"/>
              <a:gd name="connsiteX17" fmla="*/ 2789547 w 2789735"/>
              <a:gd name="connsiteY17" fmla="*/ 1041278 h 4495354"/>
              <a:gd name="connsiteX18" fmla="*/ 2477157 w 2789735"/>
              <a:gd name="connsiteY18" fmla="*/ 676203 h 4495354"/>
              <a:gd name="connsiteX19" fmla="*/ 2718963 w 2789735"/>
              <a:gd name="connsiteY19" fmla="*/ 575462 h 4495354"/>
              <a:gd name="connsiteX20" fmla="*/ 2547131 w 2789735"/>
              <a:gd name="connsiteY20" fmla="*/ 301203 h 4495354"/>
              <a:gd name="connsiteX21" fmla="*/ 2212135 w 2789735"/>
              <a:gd name="connsiteY21" fmla="*/ 143466 h 4495354"/>
              <a:gd name="connsiteX22" fmla="*/ 1870896 w 2789735"/>
              <a:gd name="connsiteY22" fmla="*/ 0 h 4495354"/>
              <a:gd name="connsiteX0" fmla="*/ 608468 w 2681519"/>
              <a:gd name="connsiteY0" fmla="*/ 4495354 h 4495354"/>
              <a:gd name="connsiteX1" fmla="*/ 412219 w 2681519"/>
              <a:gd name="connsiteY1" fmla="*/ 4051325 h 4495354"/>
              <a:gd name="connsiteX2" fmla="*/ 224060 w 2681519"/>
              <a:gd name="connsiteY2" fmla="*/ 3830515 h 4495354"/>
              <a:gd name="connsiteX3" fmla="*/ 314313 w 2681519"/>
              <a:gd name="connsiteY3" fmla="*/ 3554400 h 4495354"/>
              <a:gd name="connsiteX4" fmla="*/ 225011 w 2681519"/>
              <a:gd name="connsiteY4" fmla="*/ 2892637 h 4495354"/>
              <a:gd name="connsiteX5" fmla="*/ 40197 w 2681519"/>
              <a:gd name="connsiteY5" fmla="*/ 2584137 h 4495354"/>
              <a:gd name="connsiteX6" fmla="*/ 1881 w 2681519"/>
              <a:gd name="connsiteY6" fmla="*/ 2301740 h 4495354"/>
              <a:gd name="connsiteX7" fmla="*/ 124576 w 2681519"/>
              <a:gd name="connsiteY7" fmla="*/ 2073760 h 4495354"/>
              <a:gd name="connsiteX8" fmla="*/ 390918 w 2681519"/>
              <a:gd name="connsiteY8" fmla="*/ 2050934 h 4495354"/>
              <a:gd name="connsiteX9" fmla="*/ 807798 w 2681519"/>
              <a:gd name="connsiteY9" fmla="*/ 2137820 h 4495354"/>
              <a:gd name="connsiteX10" fmla="*/ 1111051 w 2681519"/>
              <a:gd name="connsiteY10" fmla="*/ 2229067 h 4495354"/>
              <a:gd name="connsiteX11" fmla="*/ 1336451 w 2681519"/>
              <a:gd name="connsiteY11" fmla="*/ 2113414 h 4495354"/>
              <a:gd name="connsiteX12" fmla="*/ 1666778 w 2681519"/>
              <a:gd name="connsiteY12" fmla="*/ 1989970 h 4495354"/>
              <a:gd name="connsiteX13" fmla="*/ 2119327 w 2681519"/>
              <a:gd name="connsiteY13" fmla="*/ 2021399 h 4495354"/>
              <a:gd name="connsiteX14" fmla="*/ 2256882 w 2681519"/>
              <a:gd name="connsiteY14" fmla="*/ 1816053 h 4495354"/>
              <a:gd name="connsiteX15" fmla="*/ 2609285 w 2681519"/>
              <a:gd name="connsiteY15" fmla="*/ 1670746 h 4495354"/>
              <a:gd name="connsiteX16" fmla="*/ 2566529 w 2681519"/>
              <a:gd name="connsiteY16" fmla="*/ 1380173 h 4495354"/>
              <a:gd name="connsiteX17" fmla="*/ 2681331 w 2681519"/>
              <a:gd name="connsiteY17" fmla="*/ 1041278 h 4495354"/>
              <a:gd name="connsiteX18" fmla="*/ 2368941 w 2681519"/>
              <a:gd name="connsiteY18" fmla="*/ 676203 h 4495354"/>
              <a:gd name="connsiteX19" fmla="*/ 2610747 w 2681519"/>
              <a:gd name="connsiteY19" fmla="*/ 575462 h 4495354"/>
              <a:gd name="connsiteX20" fmla="*/ 2438915 w 2681519"/>
              <a:gd name="connsiteY20" fmla="*/ 301203 h 4495354"/>
              <a:gd name="connsiteX21" fmla="*/ 2103919 w 2681519"/>
              <a:gd name="connsiteY21" fmla="*/ 143466 h 4495354"/>
              <a:gd name="connsiteX22" fmla="*/ 1762680 w 2681519"/>
              <a:gd name="connsiteY22" fmla="*/ 0 h 4495354"/>
              <a:gd name="connsiteX0" fmla="*/ 4120 w 3578132"/>
              <a:gd name="connsiteY0" fmla="*/ 4659330 h 4659330"/>
              <a:gd name="connsiteX1" fmla="*/ 1308832 w 3578132"/>
              <a:gd name="connsiteY1" fmla="*/ 4051325 h 4659330"/>
              <a:gd name="connsiteX2" fmla="*/ 1120673 w 3578132"/>
              <a:gd name="connsiteY2" fmla="*/ 3830515 h 4659330"/>
              <a:gd name="connsiteX3" fmla="*/ 1210926 w 3578132"/>
              <a:gd name="connsiteY3" fmla="*/ 3554400 h 4659330"/>
              <a:gd name="connsiteX4" fmla="*/ 1121624 w 3578132"/>
              <a:gd name="connsiteY4" fmla="*/ 2892637 h 4659330"/>
              <a:gd name="connsiteX5" fmla="*/ 936810 w 3578132"/>
              <a:gd name="connsiteY5" fmla="*/ 2584137 h 4659330"/>
              <a:gd name="connsiteX6" fmla="*/ 898494 w 3578132"/>
              <a:gd name="connsiteY6" fmla="*/ 2301740 h 4659330"/>
              <a:gd name="connsiteX7" fmla="*/ 1021189 w 3578132"/>
              <a:gd name="connsiteY7" fmla="*/ 2073760 h 4659330"/>
              <a:gd name="connsiteX8" fmla="*/ 1287531 w 3578132"/>
              <a:gd name="connsiteY8" fmla="*/ 2050934 h 4659330"/>
              <a:gd name="connsiteX9" fmla="*/ 1704411 w 3578132"/>
              <a:gd name="connsiteY9" fmla="*/ 2137820 h 4659330"/>
              <a:gd name="connsiteX10" fmla="*/ 2007664 w 3578132"/>
              <a:gd name="connsiteY10" fmla="*/ 2229067 h 4659330"/>
              <a:gd name="connsiteX11" fmla="*/ 2233064 w 3578132"/>
              <a:gd name="connsiteY11" fmla="*/ 2113414 h 4659330"/>
              <a:gd name="connsiteX12" fmla="*/ 2563391 w 3578132"/>
              <a:gd name="connsiteY12" fmla="*/ 1989970 h 4659330"/>
              <a:gd name="connsiteX13" fmla="*/ 3015940 w 3578132"/>
              <a:gd name="connsiteY13" fmla="*/ 2021399 h 4659330"/>
              <a:gd name="connsiteX14" fmla="*/ 3153495 w 3578132"/>
              <a:gd name="connsiteY14" fmla="*/ 1816053 h 4659330"/>
              <a:gd name="connsiteX15" fmla="*/ 3505898 w 3578132"/>
              <a:gd name="connsiteY15" fmla="*/ 1670746 h 4659330"/>
              <a:gd name="connsiteX16" fmla="*/ 3463142 w 3578132"/>
              <a:gd name="connsiteY16" fmla="*/ 1380173 h 4659330"/>
              <a:gd name="connsiteX17" fmla="*/ 3577944 w 3578132"/>
              <a:gd name="connsiteY17" fmla="*/ 1041278 h 4659330"/>
              <a:gd name="connsiteX18" fmla="*/ 3265554 w 3578132"/>
              <a:gd name="connsiteY18" fmla="*/ 676203 h 4659330"/>
              <a:gd name="connsiteX19" fmla="*/ 3507360 w 3578132"/>
              <a:gd name="connsiteY19" fmla="*/ 575462 h 4659330"/>
              <a:gd name="connsiteX20" fmla="*/ 3335528 w 3578132"/>
              <a:gd name="connsiteY20" fmla="*/ 301203 h 4659330"/>
              <a:gd name="connsiteX21" fmla="*/ 3000532 w 3578132"/>
              <a:gd name="connsiteY21" fmla="*/ 143466 h 4659330"/>
              <a:gd name="connsiteX22" fmla="*/ 2659293 w 3578132"/>
              <a:gd name="connsiteY22" fmla="*/ 0 h 4659330"/>
              <a:gd name="connsiteX0" fmla="*/ 0 w 3574012"/>
              <a:gd name="connsiteY0" fmla="*/ 4659330 h 4659330"/>
              <a:gd name="connsiteX1" fmla="*/ 1304712 w 3574012"/>
              <a:gd name="connsiteY1" fmla="*/ 405132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894374 w 3574012"/>
              <a:gd name="connsiteY6" fmla="*/ 2301740 h 4659330"/>
              <a:gd name="connsiteX7" fmla="*/ 1017069 w 3574012"/>
              <a:gd name="connsiteY7" fmla="*/ 2073760 h 4659330"/>
              <a:gd name="connsiteX8" fmla="*/ 1283411 w 3574012"/>
              <a:gd name="connsiteY8" fmla="*/ 2050934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659330 h 4659330"/>
              <a:gd name="connsiteX1" fmla="*/ 1052748 w 3574012"/>
              <a:gd name="connsiteY1" fmla="*/ 423223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894374 w 3574012"/>
              <a:gd name="connsiteY6" fmla="*/ 2301740 h 4659330"/>
              <a:gd name="connsiteX7" fmla="*/ 1017069 w 3574012"/>
              <a:gd name="connsiteY7" fmla="*/ 2073760 h 4659330"/>
              <a:gd name="connsiteX8" fmla="*/ 1283411 w 3574012"/>
              <a:gd name="connsiteY8" fmla="*/ 2050934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659330 h 4659330"/>
              <a:gd name="connsiteX1" fmla="*/ 1052748 w 3574012"/>
              <a:gd name="connsiteY1" fmla="*/ 423223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894374 w 3574012"/>
              <a:gd name="connsiteY6" fmla="*/ 2301740 h 4659330"/>
              <a:gd name="connsiteX7" fmla="*/ 1049437 w 3574012"/>
              <a:gd name="connsiteY7" fmla="*/ 2183155 h 4659330"/>
              <a:gd name="connsiteX8" fmla="*/ 1283411 w 3574012"/>
              <a:gd name="connsiteY8" fmla="*/ 2050934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659330 h 4659330"/>
              <a:gd name="connsiteX1" fmla="*/ 1052748 w 3574012"/>
              <a:gd name="connsiteY1" fmla="*/ 423223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894374 w 3574012"/>
              <a:gd name="connsiteY6" fmla="*/ 2301740 h 4659330"/>
              <a:gd name="connsiteX7" fmla="*/ 1049437 w 3574012"/>
              <a:gd name="connsiteY7" fmla="*/ 2183155 h 4659330"/>
              <a:gd name="connsiteX8" fmla="*/ 1296607 w 3574012"/>
              <a:gd name="connsiteY8" fmla="*/ 2154445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659330 h 4659330"/>
              <a:gd name="connsiteX1" fmla="*/ 1052748 w 3574012"/>
              <a:gd name="connsiteY1" fmla="*/ 423223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1061156 w 3574012"/>
              <a:gd name="connsiteY6" fmla="*/ 2395683 h 4659330"/>
              <a:gd name="connsiteX7" fmla="*/ 1049437 w 3574012"/>
              <a:gd name="connsiteY7" fmla="*/ 2183155 h 4659330"/>
              <a:gd name="connsiteX8" fmla="*/ 1296607 w 3574012"/>
              <a:gd name="connsiteY8" fmla="*/ 2154445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659330 h 4659330"/>
              <a:gd name="connsiteX1" fmla="*/ 1052748 w 3574012"/>
              <a:gd name="connsiteY1" fmla="*/ 4232235 h 4659330"/>
              <a:gd name="connsiteX2" fmla="*/ 1116553 w 3574012"/>
              <a:gd name="connsiteY2" fmla="*/ 3830515 h 4659330"/>
              <a:gd name="connsiteX3" fmla="*/ 1206806 w 3574012"/>
              <a:gd name="connsiteY3" fmla="*/ 3554400 h 4659330"/>
              <a:gd name="connsiteX4" fmla="*/ 1117504 w 3574012"/>
              <a:gd name="connsiteY4" fmla="*/ 2892637 h 4659330"/>
              <a:gd name="connsiteX5" fmla="*/ 932690 w 3574012"/>
              <a:gd name="connsiteY5" fmla="*/ 2584137 h 4659330"/>
              <a:gd name="connsiteX6" fmla="*/ 1061156 w 3574012"/>
              <a:gd name="connsiteY6" fmla="*/ 2395683 h 4659330"/>
              <a:gd name="connsiteX7" fmla="*/ 1190708 w 3574012"/>
              <a:gd name="connsiteY7" fmla="*/ 2268395 h 4659330"/>
              <a:gd name="connsiteX8" fmla="*/ 1296607 w 3574012"/>
              <a:gd name="connsiteY8" fmla="*/ 2154445 h 4659330"/>
              <a:gd name="connsiteX9" fmla="*/ 1700291 w 3574012"/>
              <a:gd name="connsiteY9" fmla="*/ 2137820 h 4659330"/>
              <a:gd name="connsiteX10" fmla="*/ 2003544 w 3574012"/>
              <a:gd name="connsiteY10" fmla="*/ 2229067 h 4659330"/>
              <a:gd name="connsiteX11" fmla="*/ 2228944 w 3574012"/>
              <a:gd name="connsiteY11" fmla="*/ 2113414 h 4659330"/>
              <a:gd name="connsiteX12" fmla="*/ 2559271 w 3574012"/>
              <a:gd name="connsiteY12" fmla="*/ 1989970 h 4659330"/>
              <a:gd name="connsiteX13" fmla="*/ 3011820 w 3574012"/>
              <a:gd name="connsiteY13" fmla="*/ 2021399 h 4659330"/>
              <a:gd name="connsiteX14" fmla="*/ 3149375 w 3574012"/>
              <a:gd name="connsiteY14" fmla="*/ 1816053 h 4659330"/>
              <a:gd name="connsiteX15" fmla="*/ 3501778 w 3574012"/>
              <a:gd name="connsiteY15" fmla="*/ 1670746 h 4659330"/>
              <a:gd name="connsiteX16" fmla="*/ 3459022 w 3574012"/>
              <a:gd name="connsiteY16" fmla="*/ 1380173 h 4659330"/>
              <a:gd name="connsiteX17" fmla="*/ 3573824 w 3574012"/>
              <a:gd name="connsiteY17" fmla="*/ 1041278 h 4659330"/>
              <a:gd name="connsiteX18" fmla="*/ 3261434 w 3574012"/>
              <a:gd name="connsiteY18" fmla="*/ 676203 h 4659330"/>
              <a:gd name="connsiteX19" fmla="*/ 3503240 w 3574012"/>
              <a:gd name="connsiteY19" fmla="*/ 575462 h 4659330"/>
              <a:gd name="connsiteX20" fmla="*/ 3331408 w 3574012"/>
              <a:gd name="connsiteY20" fmla="*/ 301203 h 4659330"/>
              <a:gd name="connsiteX21" fmla="*/ 2996412 w 3574012"/>
              <a:gd name="connsiteY21" fmla="*/ 143466 h 4659330"/>
              <a:gd name="connsiteX22" fmla="*/ 2655173 w 3574012"/>
              <a:gd name="connsiteY22" fmla="*/ 0 h 4659330"/>
              <a:gd name="connsiteX0" fmla="*/ 0 w 3574012"/>
              <a:gd name="connsiteY0" fmla="*/ 4515864 h 4515864"/>
              <a:gd name="connsiteX1" fmla="*/ 1052748 w 3574012"/>
              <a:gd name="connsiteY1" fmla="*/ 4088769 h 4515864"/>
              <a:gd name="connsiteX2" fmla="*/ 1116553 w 3574012"/>
              <a:gd name="connsiteY2" fmla="*/ 3687049 h 4515864"/>
              <a:gd name="connsiteX3" fmla="*/ 1206806 w 3574012"/>
              <a:gd name="connsiteY3" fmla="*/ 3410934 h 4515864"/>
              <a:gd name="connsiteX4" fmla="*/ 1117504 w 3574012"/>
              <a:gd name="connsiteY4" fmla="*/ 2749171 h 4515864"/>
              <a:gd name="connsiteX5" fmla="*/ 932690 w 3574012"/>
              <a:gd name="connsiteY5" fmla="*/ 2440671 h 4515864"/>
              <a:gd name="connsiteX6" fmla="*/ 1061156 w 3574012"/>
              <a:gd name="connsiteY6" fmla="*/ 2252217 h 4515864"/>
              <a:gd name="connsiteX7" fmla="*/ 1190708 w 3574012"/>
              <a:gd name="connsiteY7" fmla="*/ 2124929 h 4515864"/>
              <a:gd name="connsiteX8" fmla="*/ 1296607 w 3574012"/>
              <a:gd name="connsiteY8" fmla="*/ 2010979 h 4515864"/>
              <a:gd name="connsiteX9" fmla="*/ 1700291 w 3574012"/>
              <a:gd name="connsiteY9" fmla="*/ 1994354 h 4515864"/>
              <a:gd name="connsiteX10" fmla="*/ 2003544 w 3574012"/>
              <a:gd name="connsiteY10" fmla="*/ 2085601 h 4515864"/>
              <a:gd name="connsiteX11" fmla="*/ 2228944 w 3574012"/>
              <a:gd name="connsiteY11" fmla="*/ 1969948 h 4515864"/>
              <a:gd name="connsiteX12" fmla="*/ 2559271 w 3574012"/>
              <a:gd name="connsiteY12" fmla="*/ 1846504 h 4515864"/>
              <a:gd name="connsiteX13" fmla="*/ 3011820 w 3574012"/>
              <a:gd name="connsiteY13" fmla="*/ 1877933 h 4515864"/>
              <a:gd name="connsiteX14" fmla="*/ 3149375 w 3574012"/>
              <a:gd name="connsiteY14" fmla="*/ 1672587 h 4515864"/>
              <a:gd name="connsiteX15" fmla="*/ 3501778 w 3574012"/>
              <a:gd name="connsiteY15" fmla="*/ 1527280 h 4515864"/>
              <a:gd name="connsiteX16" fmla="*/ 3459022 w 3574012"/>
              <a:gd name="connsiteY16" fmla="*/ 1236707 h 4515864"/>
              <a:gd name="connsiteX17" fmla="*/ 3573824 w 3574012"/>
              <a:gd name="connsiteY17" fmla="*/ 897812 h 4515864"/>
              <a:gd name="connsiteX18" fmla="*/ 3261434 w 3574012"/>
              <a:gd name="connsiteY18" fmla="*/ 532737 h 4515864"/>
              <a:gd name="connsiteX19" fmla="*/ 3503240 w 3574012"/>
              <a:gd name="connsiteY19" fmla="*/ 431996 h 4515864"/>
              <a:gd name="connsiteX20" fmla="*/ 3331408 w 3574012"/>
              <a:gd name="connsiteY20" fmla="*/ 157737 h 4515864"/>
              <a:gd name="connsiteX21" fmla="*/ 2996412 w 3574012"/>
              <a:gd name="connsiteY21" fmla="*/ 0 h 4515864"/>
              <a:gd name="connsiteX0" fmla="*/ 0 w 3574012"/>
              <a:gd name="connsiteY0" fmla="*/ 4358127 h 4358127"/>
              <a:gd name="connsiteX1" fmla="*/ 1052748 w 3574012"/>
              <a:gd name="connsiteY1" fmla="*/ 3931032 h 4358127"/>
              <a:gd name="connsiteX2" fmla="*/ 1116553 w 3574012"/>
              <a:gd name="connsiteY2" fmla="*/ 3529312 h 4358127"/>
              <a:gd name="connsiteX3" fmla="*/ 1206806 w 3574012"/>
              <a:gd name="connsiteY3" fmla="*/ 3253197 h 4358127"/>
              <a:gd name="connsiteX4" fmla="*/ 1117504 w 3574012"/>
              <a:gd name="connsiteY4" fmla="*/ 2591434 h 4358127"/>
              <a:gd name="connsiteX5" fmla="*/ 932690 w 3574012"/>
              <a:gd name="connsiteY5" fmla="*/ 2282934 h 4358127"/>
              <a:gd name="connsiteX6" fmla="*/ 1061156 w 3574012"/>
              <a:gd name="connsiteY6" fmla="*/ 2094480 h 4358127"/>
              <a:gd name="connsiteX7" fmla="*/ 1190708 w 3574012"/>
              <a:gd name="connsiteY7" fmla="*/ 1967192 h 4358127"/>
              <a:gd name="connsiteX8" fmla="*/ 1296607 w 3574012"/>
              <a:gd name="connsiteY8" fmla="*/ 1853242 h 4358127"/>
              <a:gd name="connsiteX9" fmla="*/ 1700291 w 3574012"/>
              <a:gd name="connsiteY9" fmla="*/ 1836617 h 4358127"/>
              <a:gd name="connsiteX10" fmla="*/ 2003544 w 3574012"/>
              <a:gd name="connsiteY10" fmla="*/ 1927864 h 4358127"/>
              <a:gd name="connsiteX11" fmla="*/ 2228944 w 3574012"/>
              <a:gd name="connsiteY11" fmla="*/ 1812211 h 4358127"/>
              <a:gd name="connsiteX12" fmla="*/ 2559271 w 3574012"/>
              <a:gd name="connsiteY12" fmla="*/ 1688767 h 4358127"/>
              <a:gd name="connsiteX13" fmla="*/ 3011820 w 3574012"/>
              <a:gd name="connsiteY13" fmla="*/ 1720196 h 4358127"/>
              <a:gd name="connsiteX14" fmla="*/ 3149375 w 3574012"/>
              <a:gd name="connsiteY14" fmla="*/ 1514850 h 4358127"/>
              <a:gd name="connsiteX15" fmla="*/ 3501778 w 3574012"/>
              <a:gd name="connsiteY15" fmla="*/ 1369543 h 4358127"/>
              <a:gd name="connsiteX16" fmla="*/ 3459022 w 3574012"/>
              <a:gd name="connsiteY16" fmla="*/ 1078970 h 4358127"/>
              <a:gd name="connsiteX17" fmla="*/ 3573824 w 3574012"/>
              <a:gd name="connsiteY17" fmla="*/ 740075 h 4358127"/>
              <a:gd name="connsiteX18" fmla="*/ 3261434 w 3574012"/>
              <a:gd name="connsiteY18" fmla="*/ 375000 h 4358127"/>
              <a:gd name="connsiteX19" fmla="*/ 3503240 w 3574012"/>
              <a:gd name="connsiteY19" fmla="*/ 274259 h 4358127"/>
              <a:gd name="connsiteX20" fmla="*/ 3331408 w 3574012"/>
              <a:gd name="connsiteY20" fmla="*/ 0 h 4358127"/>
              <a:gd name="connsiteX0" fmla="*/ 0 w 3574755"/>
              <a:gd name="connsiteY0" fmla="*/ 4358127 h 4358127"/>
              <a:gd name="connsiteX1" fmla="*/ 1052748 w 3574755"/>
              <a:gd name="connsiteY1" fmla="*/ 3931032 h 4358127"/>
              <a:gd name="connsiteX2" fmla="*/ 1116553 w 3574755"/>
              <a:gd name="connsiteY2" fmla="*/ 3529312 h 4358127"/>
              <a:gd name="connsiteX3" fmla="*/ 1206806 w 3574755"/>
              <a:gd name="connsiteY3" fmla="*/ 3253197 h 4358127"/>
              <a:gd name="connsiteX4" fmla="*/ 1117504 w 3574755"/>
              <a:gd name="connsiteY4" fmla="*/ 2591434 h 4358127"/>
              <a:gd name="connsiteX5" fmla="*/ 932690 w 3574755"/>
              <a:gd name="connsiteY5" fmla="*/ 2282934 h 4358127"/>
              <a:gd name="connsiteX6" fmla="*/ 1061156 w 3574755"/>
              <a:gd name="connsiteY6" fmla="*/ 2094480 h 4358127"/>
              <a:gd name="connsiteX7" fmla="*/ 1190708 w 3574755"/>
              <a:gd name="connsiteY7" fmla="*/ 1967192 h 4358127"/>
              <a:gd name="connsiteX8" fmla="*/ 1296607 w 3574755"/>
              <a:gd name="connsiteY8" fmla="*/ 1853242 h 4358127"/>
              <a:gd name="connsiteX9" fmla="*/ 1700291 w 3574755"/>
              <a:gd name="connsiteY9" fmla="*/ 1836617 h 4358127"/>
              <a:gd name="connsiteX10" fmla="*/ 2003544 w 3574755"/>
              <a:gd name="connsiteY10" fmla="*/ 1927864 h 4358127"/>
              <a:gd name="connsiteX11" fmla="*/ 2228944 w 3574755"/>
              <a:gd name="connsiteY11" fmla="*/ 1812211 h 4358127"/>
              <a:gd name="connsiteX12" fmla="*/ 2559271 w 3574755"/>
              <a:gd name="connsiteY12" fmla="*/ 1688767 h 4358127"/>
              <a:gd name="connsiteX13" fmla="*/ 3011820 w 3574755"/>
              <a:gd name="connsiteY13" fmla="*/ 1720196 h 4358127"/>
              <a:gd name="connsiteX14" fmla="*/ 3149375 w 3574755"/>
              <a:gd name="connsiteY14" fmla="*/ 1514850 h 4358127"/>
              <a:gd name="connsiteX15" fmla="*/ 3501778 w 3574755"/>
              <a:gd name="connsiteY15" fmla="*/ 1369543 h 4358127"/>
              <a:gd name="connsiteX16" fmla="*/ 3459022 w 3574755"/>
              <a:gd name="connsiteY16" fmla="*/ 1078970 h 4358127"/>
              <a:gd name="connsiteX17" fmla="*/ 3573824 w 3574755"/>
              <a:gd name="connsiteY17" fmla="*/ 740075 h 4358127"/>
              <a:gd name="connsiteX18" fmla="*/ 3503240 w 3574755"/>
              <a:gd name="connsiteY18" fmla="*/ 274259 h 4358127"/>
              <a:gd name="connsiteX19" fmla="*/ 3331408 w 3574755"/>
              <a:gd name="connsiteY19" fmla="*/ 0 h 4358127"/>
              <a:gd name="connsiteX0" fmla="*/ 0 w 3574112"/>
              <a:gd name="connsiteY0" fmla="*/ 4358127 h 4358127"/>
              <a:gd name="connsiteX1" fmla="*/ 1052748 w 3574112"/>
              <a:gd name="connsiteY1" fmla="*/ 3931032 h 4358127"/>
              <a:gd name="connsiteX2" fmla="*/ 1116553 w 3574112"/>
              <a:gd name="connsiteY2" fmla="*/ 3529312 h 4358127"/>
              <a:gd name="connsiteX3" fmla="*/ 1206806 w 3574112"/>
              <a:gd name="connsiteY3" fmla="*/ 3253197 h 4358127"/>
              <a:gd name="connsiteX4" fmla="*/ 1117504 w 3574112"/>
              <a:gd name="connsiteY4" fmla="*/ 2591434 h 4358127"/>
              <a:gd name="connsiteX5" fmla="*/ 932690 w 3574112"/>
              <a:gd name="connsiteY5" fmla="*/ 2282934 h 4358127"/>
              <a:gd name="connsiteX6" fmla="*/ 1061156 w 3574112"/>
              <a:gd name="connsiteY6" fmla="*/ 2094480 h 4358127"/>
              <a:gd name="connsiteX7" fmla="*/ 1190708 w 3574112"/>
              <a:gd name="connsiteY7" fmla="*/ 1967192 h 4358127"/>
              <a:gd name="connsiteX8" fmla="*/ 1296607 w 3574112"/>
              <a:gd name="connsiteY8" fmla="*/ 1853242 h 4358127"/>
              <a:gd name="connsiteX9" fmla="*/ 1700291 w 3574112"/>
              <a:gd name="connsiteY9" fmla="*/ 1836617 h 4358127"/>
              <a:gd name="connsiteX10" fmla="*/ 2003544 w 3574112"/>
              <a:gd name="connsiteY10" fmla="*/ 1927864 h 4358127"/>
              <a:gd name="connsiteX11" fmla="*/ 2228944 w 3574112"/>
              <a:gd name="connsiteY11" fmla="*/ 1812211 h 4358127"/>
              <a:gd name="connsiteX12" fmla="*/ 2559271 w 3574112"/>
              <a:gd name="connsiteY12" fmla="*/ 1688767 h 4358127"/>
              <a:gd name="connsiteX13" fmla="*/ 3011820 w 3574112"/>
              <a:gd name="connsiteY13" fmla="*/ 1720196 h 4358127"/>
              <a:gd name="connsiteX14" fmla="*/ 3149375 w 3574112"/>
              <a:gd name="connsiteY14" fmla="*/ 1514850 h 4358127"/>
              <a:gd name="connsiteX15" fmla="*/ 3501778 w 3574112"/>
              <a:gd name="connsiteY15" fmla="*/ 1369543 h 4358127"/>
              <a:gd name="connsiteX16" fmla="*/ 3459022 w 3574112"/>
              <a:gd name="connsiteY16" fmla="*/ 1078970 h 4358127"/>
              <a:gd name="connsiteX17" fmla="*/ 3573824 w 3574112"/>
              <a:gd name="connsiteY17" fmla="*/ 740075 h 4358127"/>
              <a:gd name="connsiteX18" fmla="*/ 3404807 w 3574112"/>
              <a:gd name="connsiteY18" fmla="*/ 499677 h 4358127"/>
              <a:gd name="connsiteX19" fmla="*/ 3331408 w 3574112"/>
              <a:gd name="connsiteY19" fmla="*/ 0 h 4358127"/>
              <a:gd name="connsiteX0" fmla="*/ 0 w 3574112"/>
              <a:gd name="connsiteY0" fmla="*/ 3858450 h 3858450"/>
              <a:gd name="connsiteX1" fmla="*/ 1052748 w 3574112"/>
              <a:gd name="connsiteY1" fmla="*/ 3431355 h 3858450"/>
              <a:gd name="connsiteX2" fmla="*/ 1116553 w 3574112"/>
              <a:gd name="connsiteY2" fmla="*/ 3029635 h 3858450"/>
              <a:gd name="connsiteX3" fmla="*/ 1206806 w 3574112"/>
              <a:gd name="connsiteY3" fmla="*/ 2753520 h 3858450"/>
              <a:gd name="connsiteX4" fmla="*/ 1117504 w 3574112"/>
              <a:gd name="connsiteY4" fmla="*/ 2091757 h 3858450"/>
              <a:gd name="connsiteX5" fmla="*/ 932690 w 3574112"/>
              <a:gd name="connsiteY5" fmla="*/ 1783257 h 3858450"/>
              <a:gd name="connsiteX6" fmla="*/ 1061156 w 3574112"/>
              <a:gd name="connsiteY6" fmla="*/ 1594803 h 3858450"/>
              <a:gd name="connsiteX7" fmla="*/ 1190708 w 3574112"/>
              <a:gd name="connsiteY7" fmla="*/ 1467515 h 3858450"/>
              <a:gd name="connsiteX8" fmla="*/ 1296607 w 3574112"/>
              <a:gd name="connsiteY8" fmla="*/ 1353565 h 3858450"/>
              <a:gd name="connsiteX9" fmla="*/ 1700291 w 3574112"/>
              <a:gd name="connsiteY9" fmla="*/ 1336940 h 3858450"/>
              <a:gd name="connsiteX10" fmla="*/ 2003544 w 3574112"/>
              <a:gd name="connsiteY10" fmla="*/ 1428187 h 3858450"/>
              <a:gd name="connsiteX11" fmla="*/ 2228944 w 3574112"/>
              <a:gd name="connsiteY11" fmla="*/ 1312534 h 3858450"/>
              <a:gd name="connsiteX12" fmla="*/ 2559271 w 3574112"/>
              <a:gd name="connsiteY12" fmla="*/ 1189090 h 3858450"/>
              <a:gd name="connsiteX13" fmla="*/ 3011820 w 3574112"/>
              <a:gd name="connsiteY13" fmla="*/ 1220519 h 3858450"/>
              <a:gd name="connsiteX14" fmla="*/ 3149375 w 3574112"/>
              <a:gd name="connsiteY14" fmla="*/ 1015173 h 3858450"/>
              <a:gd name="connsiteX15" fmla="*/ 3501778 w 3574112"/>
              <a:gd name="connsiteY15" fmla="*/ 869866 h 3858450"/>
              <a:gd name="connsiteX16" fmla="*/ 3459022 w 3574112"/>
              <a:gd name="connsiteY16" fmla="*/ 579293 h 3858450"/>
              <a:gd name="connsiteX17" fmla="*/ 3573824 w 3574112"/>
              <a:gd name="connsiteY17" fmla="*/ 240398 h 3858450"/>
              <a:gd name="connsiteX18" fmla="*/ 3404807 w 3574112"/>
              <a:gd name="connsiteY18" fmla="*/ 0 h 3858450"/>
              <a:gd name="connsiteX0" fmla="*/ 0 w 3510785"/>
              <a:gd name="connsiteY0" fmla="*/ 3858450 h 3858450"/>
              <a:gd name="connsiteX1" fmla="*/ 1052748 w 3510785"/>
              <a:gd name="connsiteY1" fmla="*/ 3431355 h 3858450"/>
              <a:gd name="connsiteX2" fmla="*/ 1116553 w 3510785"/>
              <a:gd name="connsiteY2" fmla="*/ 3029635 h 3858450"/>
              <a:gd name="connsiteX3" fmla="*/ 1206806 w 3510785"/>
              <a:gd name="connsiteY3" fmla="*/ 2753520 h 3858450"/>
              <a:gd name="connsiteX4" fmla="*/ 1117504 w 3510785"/>
              <a:gd name="connsiteY4" fmla="*/ 2091757 h 3858450"/>
              <a:gd name="connsiteX5" fmla="*/ 932690 w 3510785"/>
              <a:gd name="connsiteY5" fmla="*/ 1783257 h 3858450"/>
              <a:gd name="connsiteX6" fmla="*/ 1061156 w 3510785"/>
              <a:gd name="connsiteY6" fmla="*/ 1594803 h 3858450"/>
              <a:gd name="connsiteX7" fmla="*/ 1190708 w 3510785"/>
              <a:gd name="connsiteY7" fmla="*/ 1467515 h 3858450"/>
              <a:gd name="connsiteX8" fmla="*/ 1296607 w 3510785"/>
              <a:gd name="connsiteY8" fmla="*/ 1353565 h 3858450"/>
              <a:gd name="connsiteX9" fmla="*/ 1700291 w 3510785"/>
              <a:gd name="connsiteY9" fmla="*/ 1336940 h 3858450"/>
              <a:gd name="connsiteX10" fmla="*/ 2003544 w 3510785"/>
              <a:gd name="connsiteY10" fmla="*/ 1428187 h 3858450"/>
              <a:gd name="connsiteX11" fmla="*/ 2228944 w 3510785"/>
              <a:gd name="connsiteY11" fmla="*/ 1312534 h 3858450"/>
              <a:gd name="connsiteX12" fmla="*/ 2559271 w 3510785"/>
              <a:gd name="connsiteY12" fmla="*/ 1189090 h 3858450"/>
              <a:gd name="connsiteX13" fmla="*/ 3011820 w 3510785"/>
              <a:gd name="connsiteY13" fmla="*/ 1220519 h 3858450"/>
              <a:gd name="connsiteX14" fmla="*/ 3149375 w 3510785"/>
              <a:gd name="connsiteY14" fmla="*/ 1015173 h 3858450"/>
              <a:gd name="connsiteX15" fmla="*/ 3501778 w 3510785"/>
              <a:gd name="connsiteY15" fmla="*/ 869866 h 3858450"/>
              <a:gd name="connsiteX16" fmla="*/ 3459022 w 3510785"/>
              <a:gd name="connsiteY16" fmla="*/ 579293 h 3858450"/>
              <a:gd name="connsiteX17" fmla="*/ 3377548 w 3510785"/>
              <a:gd name="connsiteY17" fmla="*/ 256056 h 3858450"/>
              <a:gd name="connsiteX18" fmla="*/ 3404807 w 3510785"/>
              <a:gd name="connsiteY18" fmla="*/ 0 h 3858450"/>
              <a:gd name="connsiteX0" fmla="*/ 0 w 3510785"/>
              <a:gd name="connsiteY0" fmla="*/ 3876644 h 3876644"/>
              <a:gd name="connsiteX1" fmla="*/ 1052748 w 3510785"/>
              <a:gd name="connsiteY1" fmla="*/ 3449549 h 3876644"/>
              <a:gd name="connsiteX2" fmla="*/ 1116553 w 3510785"/>
              <a:gd name="connsiteY2" fmla="*/ 3047829 h 3876644"/>
              <a:gd name="connsiteX3" fmla="*/ 1206806 w 3510785"/>
              <a:gd name="connsiteY3" fmla="*/ 2771714 h 3876644"/>
              <a:gd name="connsiteX4" fmla="*/ 1117504 w 3510785"/>
              <a:gd name="connsiteY4" fmla="*/ 2109951 h 3876644"/>
              <a:gd name="connsiteX5" fmla="*/ 932690 w 3510785"/>
              <a:gd name="connsiteY5" fmla="*/ 1801451 h 3876644"/>
              <a:gd name="connsiteX6" fmla="*/ 1061156 w 3510785"/>
              <a:gd name="connsiteY6" fmla="*/ 1612997 h 3876644"/>
              <a:gd name="connsiteX7" fmla="*/ 1190708 w 3510785"/>
              <a:gd name="connsiteY7" fmla="*/ 1485709 h 3876644"/>
              <a:gd name="connsiteX8" fmla="*/ 1296607 w 3510785"/>
              <a:gd name="connsiteY8" fmla="*/ 1371759 h 3876644"/>
              <a:gd name="connsiteX9" fmla="*/ 1700291 w 3510785"/>
              <a:gd name="connsiteY9" fmla="*/ 1355134 h 3876644"/>
              <a:gd name="connsiteX10" fmla="*/ 2003544 w 3510785"/>
              <a:gd name="connsiteY10" fmla="*/ 1446381 h 3876644"/>
              <a:gd name="connsiteX11" fmla="*/ 2228944 w 3510785"/>
              <a:gd name="connsiteY11" fmla="*/ 1330728 h 3876644"/>
              <a:gd name="connsiteX12" fmla="*/ 2559271 w 3510785"/>
              <a:gd name="connsiteY12" fmla="*/ 1207284 h 3876644"/>
              <a:gd name="connsiteX13" fmla="*/ 3011820 w 3510785"/>
              <a:gd name="connsiteY13" fmla="*/ 1238713 h 3876644"/>
              <a:gd name="connsiteX14" fmla="*/ 3149375 w 3510785"/>
              <a:gd name="connsiteY14" fmla="*/ 1033367 h 3876644"/>
              <a:gd name="connsiteX15" fmla="*/ 3501778 w 3510785"/>
              <a:gd name="connsiteY15" fmla="*/ 888060 h 3876644"/>
              <a:gd name="connsiteX16" fmla="*/ 3459022 w 3510785"/>
              <a:gd name="connsiteY16" fmla="*/ 597487 h 3876644"/>
              <a:gd name="connsiteX17" fmla="*/ 3377548 w 3510785"/>
              <a:gd name="connsiteY17" fmla="*/ 274250 h 3876644"/>
              <a:gd name="connsiteX18" fmla="*/ 3265945 w 3510785"/>
              <a:gd name="connsiteY18" fmla="*/ 0 h 3876644"/>
              <a:gd name="connsiteX0" fmla="*/ 0 w 3459329"/>
              <a:gd name="connsiteY0" fmla="*/ 3876644 h 3876644"/>
              <a:gd name="connsiteX1" fmla="*/ 1052748 w 3459329"/>
              <a:gd name="connsiteY1" fmla="*/ 3449549 h 3876644"/>
              <a:gd name="connsiteX2" fmla="*/ 1116553 w 3459329"/>
              <a:gd name="connsiteY2" fmla="*/ 3047829 h 3876644"/>
              <a:gd name="connsiteX3" fmla="*/ 1206806 w 3459329"/>
              <a:gd name="connsiteY3" fmla="*/ 2771714 h 3876644"/>
              <a:gd name="connsiteX4" fmla="*/ 1117504 w 3459329"/>
              <a:gd name="connsiteY4" fmla="*/ 2109951 h 3876644"/>
              <a:gd name="connsiteX5" fmla="*/ 932690 w 3459329"/>
              <a:gd name="connsiteY5" fmla="*/ 1801451 h 3876644"/>
              <a:gd name="connsiteX6" fmla="*/ 1061156 w 3459329"/>
              <a:gd name="connsiteY6" fmla="*/ 1612997 h 3876644"/>
              <a:gd name="connsiteX7" fmla="*/ 1190708 w 3459329"/>
              <a:gd name="connsiteY7" fmla="*/ 1485709 h 3876644"/>
              <a:gd name="connsiteX8" fmla="*/ 1296607 w 3459329"/>
              <a:gd name="connsiteY8" fmla="*/ 1371759 h 3876644"/>
              <a:gd name="connsiteX9" fmla="*/ 1700291 w 3459329"/>
              <a:gd name="connsiteY9" fmla="*/ 1355134 h 3876644"/>
              <a:gd name="connsiteX10" fmla="*/ 2003544 w 3459329"/>
              <a:gd name="connsiteY10" fmla="*/ 1446381 h 3876644"/>
              <a:gd name="connsiteX11" fmla="*/ 2228944 w 3459329"/>
              <a:gd name="connsiteY11" fmla="*/ 1330728 h 3876644"/>
              <a:gd name="connsiteX12" fmla="*/ 2559271 w 3459329"/>
              <a:gd name="connsiteY12" fmla="*/ 1207284 h 3876644"/>
              <a:gd name="connsiteX13" fmla="*/ 3011820 w 3459329"/>
              <a:gd name="connsiteY13" fmla="*/ 1238713 h 3876644"/>
              <a:gd name="connsiteX14" fmla="*/ 3149375 w 3459329"/>
              <a:gd name="connsiteY14" fmla="*/ 1033367 h 3876644"/>
              <a:gd name="connsiteX15" fmla="*/ 3128204 w 3459329"/>
              <a:gd name="connsiteY15" fmla="*/ 502932 h 3876644"/>
              <a:gd name="connsiteX16" fmla="*/ 3459022 w 3459329"/>
              <a:gd name="connsiteY16" fmla="*/ 597487 h 3876644"/>
              <a:gd name="connsiteX17" fmla="*/ 3377548 w 3459329"/>
              <a:gd name="connsiteY17" fmla="*/ 274250 h 3876644"/>
              <a:gd name="connsiteX18" fmla="*/ 3265945 w 3459329"/>
              <a:gd name="connsiteY18" fmla="*/ 0 h 3876644"/>
              <a:gd name="connsiteX0" fmla="*/ 0 w 3378032"/>
              <a:gd name="connsiteY0" fmla="*/ 3876644 h 3876644"/>
              <a:gd name="connsiteX1" fmla="*/ 1052748 w 3378032"/>
              <a:gd name="connsiteY1" fmla="*/ 3449549 h 3876644"/>
              <a:gd name="connsiteX2" fmla="*/ 1116553 w 3378032"/>
              <a:gd name="connsiteY2" fmla="*/ 3047829 h 3876644"/>
              <a:gd name="connsiteX3" fmla="*/ 1206806 w 3378032"/>
              <a:gd name="connsiteY3" fmla="*/ 2771714 h 3876644"/>
              <a:gd name="connsiteX4" fmla="*/ 1117504 w 3378032"/>
              <a:gd name="connsiteY4" fmla="*/ 2109951 h 3876644"/>
              <a:gd name="connsiteX5" fmla="*/ 932690 w 3378032"/>
              <a:gd name="connsiteY5" fmla="*/ 1801451 h 3876644"/>
              <a:gd name="connsiteX6" fmla="*/ 1061156 w 3378032"/>
              <a:gd name="connsiteY6" fmla="*/ 1612997 h 3876644"/>
              <a:gd name="connsiteX7" fmla="*/ 1190708 w 3378032"/>
              <a:gd name="connsiteY7" fmla="*/ 1485709 h 3876644"/>
              <a:gd name="connsiteX8" fmla="*/ 1296607 w 3378032"/>
              <a:gd name="connsiteY8" fmla="*/ 1371759 h 3876644"/>
              <a:gd name="connsiteX9" fmla="*/ 1700291 w 3378032"/>
              <a:gd name="connsiteY9" fmla="*/ 1355134 h 3876644"/>
              <a:gd name="connsiteX10" fmla="*/ 2003544 w 3378032"/>
              <a:gd name="connsiteY10" fmla="*/ 1446381 h 3876644"/>
              <a:gd name="connsiteX11" fmla="*/ 2228944 w 3378032"/>
              <a:gd name="connsiteY11" fmla="*/ 1330728 h 3876644"/>
              <a:gd name="connsiteX12" fmla="*/ 2559271 w 3378032"/>
              <a:gd name="connsiteY12" fmla="*/ 1207284 h 3876644"/>
              <a:gd name="connsiteX13" fmla="*/ 3011820 w 3378032"/>
              <a:gd name="connsiteY13" fmla="*/ 1238713 h 3876644"/>
              <a:gd name="connsiteX14" fmla="*/ 3149375 w 3378032"/>
              <a:gd name="connsiteY14" fmla="*/ 1033367 h 3876644"/>
              <a:gd name="connsiteX15" fmla="*/ 3128204 w 3378032"/>
              <a:gd name="connsiteY15" fmla="*/ 502932 h 3876644"/>
              <a:gd name="connsiteX16" fmla="*/ 3317230 w 3378032"/>
              <a:gd name="connsiteY16" fmla="*/ 414371 h 3876644"/>
              <a:gd name="connsiteX17" fmla="*/ 3377548 w 3378032"/>
              <a:gd name="connsiteY17" fmla="*/ 274250 h 3876644"/>
              <a:gd name="connsiteX18" fmla="*/ 3265945 w 3378032"/>
              <a:gd name="connsiteY18" fmla="*/ 0 h 3876644"/>
              <a:gd name="connsiteX0" fmla="*/ 0 w 3322191"/>
              <a:gd name="connsiteY0" fmla="*/ 3876644 h 3876644"/>
              <a:gd name="connsiteX1" fmla="*/ 1052748 w 3322191"/>
              <a:gd name="connsiteY1" fmla="*/ 3449549 h 3876644"/>
              <a:gd name="connsiteX2" fmla="*/ 1116553 w 3322191"/>
              <a:gd name="connsiteY2" fmla="*/ 3047829 h 3876644"/>
              <a:gd name="connsiteX3" fmla="*/ 1206806 w 3322191"/>
              <a:gd name="connsiteY3" fmla="*/ 2771714 h 3876644"/>
              <a:gd name="connsiteX4" fmla="*/ 1117504 w 3322191"/>
              <a:gd name="connsiteY4" fmla="*/ 2109951 h 3876644"/>
              <a:gd name="connsiteX5" fmla="*/ 932690 w 3322191"/>
              <a:gd name="connsiteY5" fmla="*/ 1801451 h 3876644"/>
              <a:gd name="connsiteX6" fmla="*/ 1061156 w 3322191"/>
              <a:gd name="connsiteY6" fmla="*/ 1612997 h 3876644"/>
              <a:gd name="connsiteX7" fmla="*/ 1190708 w 3322191"/>
              <a:gd name="connsiteY7" fmla="*/ 1485709 h 3876644"/>
              <a:gd name="connsiteX8" fmla="*/ 1296607 w 3322191"/>
              <a:gd name="connsiteY8" fmla="*/ 1371759 h 3876644"/>
              <a:gd name="connsiteX9" fmla="*/ 1700291 w 3322191"/>
              <a:gd name="connsiteY9" fmla="*/ 1355134 h 3876644"/>
              <a:gd name="connsiteX10" fmla="*/ 2003544 w 3322191"/>
              <a:gd name="connsiteY10" fmla="*/ 1446381 h 3876644"/>
              <a:gd name="connsiteX11" fmla="*/ 2228944 w 3322191"/>
              <a:gd name="connsiteY11" fmla="*/ 1330728 h 3876644"/>
              <a:gd name="connsiteX12" fmla="*/ 2559271 w 3322191"/>
              <a:gd name="connsiteY12" fmla="*/ 1207284 h 3876644"/>
              <a:gd name="connsiteX13" fmla="*/ 3011820 w 3322191"/>
              <a:gd name="connsiteY13" fmla="*/ 1238713 h 3876644"/>
              <a:gd name="connsiteX14" fmla="*/ 3149375 w 3322191"/>
              <a:gd name="connsiteY14" fmla="*/ 1033367 h 3876644"/>
              <a:gd name="connsiteX15" fmla="*/ 3128204 w 3322191"/>
              <a:gd name="connsiteY15" fmla="*/ 502932 h 3876644"/>
              <a:gd name="connsiteX16" fmla="*/ 3317230 w 3322191"/>
              <a:gd name="connsiteY16" fmla="*/ 414371 h 3876644"/>
              <a:gd name="connsiteX17" fmla="*/ 3265945 w 3322191"/>
              <a:gd name="connsiteY17" fmla="*/ 0 h 3876644"/>
              <a:gd name="connsiteX0" fmla="*/ 0 w 3286766"/>
              <a:gd name="connsiteY0" fmla="*/ 3876644 h 3876644"/>
              <a:gd name="connsiteX1" fmla="*/ 1052748 w 3286766"/>
              <a:gd name="connsiteY1" fmla="*/ 3449549 h 3876644"/>
              <a:gd name="connsiteX2" fmla="*/ 1116553 w 3286766"/>
              <a:gd name="connsiteY2" fmla="*/ 3047829 h 3876644"/>
              <a:gd name="connsiteX3" fmla="*/ 1206806 w 3286766"/>
              <a:gd name="connsiteY3" fmla="*/ 2771714 h 3876644"/>
              <a:gd name="connsiteX4" fmla="*/ 1117504 w 3286766"/>
              <a:gd name="connsiteY4" fmla="*/ 2109951 h 3876644"/>
              <a:gd name="connsiteX5" fmla="*/ 932690 w 3286766"/>
              <a:gd name="connsiteY5" fmla="*/ 1801451 h 3876644"/>
              <a:gd name="connsiteX6" fmla="*/ 1061156 w 3286766"/>
              <a:gd name="connsiteY6" fmla="*/ 1612997 h 3876644"/>
              <a:gd name="connsiteX7" fmla="*/ 1190708 w 3286766"/>
              <a:gd name="connsiteY7" fmla="*/ 1485709 h 3876644"/>
              <a:gd name="connsiteX8" fmla="*/ 1296607 w 3286766"/>
              <a:gd name="connsiteY8" fmla="*/ 1371759 h 3876644"/>
              <a:gd name="connsiteX9" fmla="*/ 1700291 w 3286766"/>
              <a:gd name="connsiteY9" fmla="*/ 1355134 h 3876644"/>
              <a:gd name="connsiteX10" fmla="*/ 2003544 w 3286766"/>
              <a:gd name="connsiteY10" fmla="*/ 1446381 h 3876644"/>
              <a:gd name="connsiteX11" fmla="*/ 2228944 w 3286766"/>
              <a:gd name="connsiteY11" fmla="*/ 1330728 h 3876644"/>
              <a:gd name="connsiteX12" fmla="*/ 2559271 w 3286766"/>
              <a:gd name="connsiteY12" fmla="*/ 1207284 h 3876644"/>
              <a:gd name="connsiteX13" fmla="*/ 3011820 w 3286766"/>
              <a:gd name="connsiteY13" fmla="*/ 1238713 h 3876644"/>
              <a:gd name="connsiteX14" fmla="*/ 3149375 w 3286766"/>
              <a:gd name="connsiteY14" fmla="*/ 1033367 h 3876644"/>
              <a:gd name="connsiteX15" fmla="*/ 3128204 w 3286766"/>
              <a:gd name="connsiteY15" fmla="*/ 502932 h 3876644"/>
              <a:gd name="connsiteX16" fmla="*/ 3277006 w 3286766"/>
              <a:gd name="connsiteY16" fmla="*/ 273773 h 3876644"/>
              <a:gd name="connsiteX17" fmla="*/ 3265945 w 3286766"/>
              <a:gd name="connsiteY17" fmla="*/ 0 h 3876644"/>
              <a:gd name="connsiteX0" fmla="*/ 0 w 3286766"/>
              <a:gd name="connsiteY0" fmla="*/ 3876644 h 3876644"/>
              <a:gd name="connsiteX1" fmla="*/ 1052748 w 3286766"/>
              <a:gd name="connsiteY1" fmla="*/ 3449549 h 3876644"/>
              <a:gd name="connsiteX2" fmla="*/ 1116553 w 3286766"/>
              <a:gd name="connsiteY2" fmla="*/ 3047829 h 3876644"/>
              <a:gd name="connsiteX3" fmla="*/ 1206806 w 3286766"/>
              <a:gd name="connsiteY3" fmla="*/ 2771714 h 3876644"/>
              <a:gd name="connsiteX4" fmla="*/ 1117504 w 3286766"/>
              <a:gd name="connsiteY4" fmla="*/ 2109951 h 3876644"/>
              <a:gd name="connsiteX5" fmla="*/ 932690 w 3286766"/>
              <a:gd name="connsiteY5" fmla="*/ 1801451 h 3876644"/>
              <a:gd name="connsiteX6" fmla="*/ 1061156 w 3286766"/>
              <a:gd name="connsiteY6" fmla="*/ 1612997 h 3876644"/>
              <a:gd name="connsiteX7" fmla="*/ 1190708 w 3286766"/>
              <a:gd name="connsiteY7" fmla="*/ 1485709 h 3876644"/>
              <a:gd name="connsiteX8" fmla="*/ 1296607 w 3286766"/>
              <a:gd name="connsiteY8" fmla="*/ 1371759 h 3876644"/>
              <a:gd name="connsiteX9" fmla="*/ 1700291 w 3286766"/>
              <a:gd name="connsiteY9" fmla="*/ 1355134 h 3876644"/>
              <a:gd name="connsiteX10" fmla="*/ 2003544 w 3286766"/>
              <a:gd name="connsiteY10" fmla="*/ 1446381 h 3876644"/>
              <a:gd name="connsiteX11" fmla="*/ 2228944 w 3286766"/>
              <a:gd name="connsiteY11" fmla="*/ 1330728 h 3876644"/>
              <a:gd name="connsiteX12" fmla="*/ 2559271 w 3286766"/>
              <a:gd name="connsiteY12" fmla="*/ 1207284 h 3876644"/>
              <a:gd name="connsiteX13" fmla="*/ 2800829 w 3286766"/>
              <a:gd name="connsiteY13" fmla="*/ 1122478 h 3876644"/>
              <a:gd name="connsiteX14" fmla="*/ 3149375 w 3286766"/>
              <a:gd name="connsiteY14" fmla="*/ 1033367 h 3876644"/>
              <a:gd name="connsiteX15" fmla="*/ 3128204 w 3286766"/>
              <a:gd name="connsiteY15" fmla="*/ 502932 h 3876644"/>
              <a:gd name="connsiteX16" fmla="*/ 3277006 w 3286766"/>
              <a:gd name="connsiteY16" fmla="*/ 273773 h 3876644"/>
              <a:gd name="connsiteX17" fmla="*/ 3265945 w 3286766"/>
              <a:gd name="connsiteY17" fmla="*/ 0 h 3876644"/>
              <a:gd name="connsiteX0" fmla="*/ 0 w 3286766"/>
              <a:gd name="connsiteY0" fmla="*/ 3876644 h 3876644"/>
              <a:gd name="connsiteX1" fmla="*/ 1052748 w 3286766"/>
              <a:gd name="connsiteY1" fmla="*/ 3449549 h 3876644"/>
              <a:gd name="connsiteX2" fmla="*/ 1116553 w 3286766"/>
              <a:gd name="connsiteY2" fmla="*/ 3047829 h 3876644"/>
              <a:gd name="connsiteX3" fmla="*/ 1206806 w 3286766"/>
              <a:gd name="connsiteY3" fmla="*/ 2771714 h 3876644"/>
              <a:gd name="connsiteX4" fmla="*/ 1117504 w 3286766"/>
              <a:gd name="connsiteY4" fmla="*/ 2109951 h 3876644"/>
              <a:gd name="connsiteX5" fmla="*/ 932690 w 3286766"/>
              <a:gd name="connsiteY5" fmla="*/ 1801451 h 3876644"/>
              <a:gd name="connsiteX6" fmla="*/ 1061156 w 3286766"/>
              <a:gd name="connsiteY6" fmla="*/ 1612997 h 3876644"/>
              <a:gd name="connsiteX7" fmla="*/ 1190708 w 3286766"/>
              <a:gd name="connsiteY7" fmla="*/ 1485709 h 3876644"/>
              <a:gd name="connsiteX8" fmla="*/ 1296607 w 3286766"/>
              <a:gd name="connsiteY8" fmla="*/ 1371759 h 3876644"/>
              <a:gd name="connsiteX9" fmla="*/ 1700291 w 3286766"/>
              <a:gd name="connsiteY9" fmla="*/ 1355134 h 3876644"/>
              <a:gd name="connsiteX10" fmla="*/ 2003544 w 3286766"/>
              <a:gd name="connsiteY10" fmla="*/ 1446381 h 3876644"/>
              <a:gd name="connsiteX11" fmla="*/ 2228944 w 3286766"/>
              <a:gd name="connsiteY11" fmla="*/ 1330728 h 3876644"/>
              <a:gd name="connsiteX12" fmla="*/ 2559271 w 3286766"/>
              <a:gd name="connsiteY12" fmla="*/ 1207284 h 3876644"/>
              <a:gd name="connsiteX13" fmla="*/ 2800829 w 3286766"/>
              <a:gd name="connsiteY13" fmla="*/ 1122478 h 3876644"/>
              <a:gd name="connsiteX14" fmla="*/ 3136179 w 3286766"/>
              <a:gd name="connsiteY14" fmla="*/ 929856 h 3876644"/>
              <a:gd name="connsiteX15" fmla="*/ 3128204 w 3286766"/>
              <a:gd name="connsiteY15" fmla="*/ 502932 h 3876644"/>
              <a:gd name="connsiteX16" fmla="*/ 3277006 w 3286766"/>
              <a:gd name="connsiteY16" fmla="*/ 273773 h 3876644"/>
              <a:gd name="connsiteX17" fmla="*/ 3265945 w 3286766"/>
              <a:gd name="connsiteY17" fmla="*/ 0 h 3876644"/>
              <a:gd name="connsiteX0" fmla="*/ 0 w 3286766"/>
              <a:gd name="connsiteY0" fmla="*/ 3876644 h 3876644"/>
              <a:gd name="connsiteX1" fmla="*/ 1052748 w 3286766"/>
              <a:gd name="connsiteY1" fmla="*/ 3449549 h 3876644"/>
              <a:gd name="connsiteX2" fmla="*/ 1116553 w 3286766"/>
              <a:gd name="connsiteY2" fmla="*/ 3047829 h 3876644"/>
              <a:gd name="connsiteX3" fmla="*/ 1206806 w 3286766"/>
              <a:gd name="connsiteY3" fmla="*/ 2771714 h 3876644"/>
              <a:gd name="connsiteX4" fmla="*/ 1117504 w 3286766"/>
              <a:gd name="connsiteY4" fmla="*/ 2109951 h 3876644"/>
              <a:gd name="connsiteX5" fmla="*/ 932690 w 3286766"/>
              <a:gd name="connsiteY5" fmla="*/ 1801451 h 3876644"/>
              <a:gd name="connsiteX6" fmla="*/ 1061156 w 3286766"/>
              <a:gd name="connsiteY6" fmla="*/ 1612997 h 3876644"/>
              <a:gd name="connsiteX7" fmla="*/ 1190708 w 3286766"/>
              <a:gd name="connsiteY7" fmla="*/ 1485709 h 3876644"/>
              <a:gd name="connsiteX8" fmla="*/ 1296607 w 3286766"/>
              <a:gd name="connsiteY8" fmla="*/ 1371759 h 3876644"/>
              <a:gd name="connsiteX9" fmla="*/ 1700291 w 3286766"/>
              <a:gd name="connsiteY9" fmla="*/ 1355134 h 3876644"/>
              <a:gd name="connsiteX10" fmla="*/ 2003544 w 3286766"/>
              <a:gd name="connsiteY10" fmla="*/ 1446381 h 3876644"/>
              <a:gd name="connsiteX11" fmla="*/ 2228944 w 3286766"/>
              <a:gd name="connsiteY11" fmla="*/ 1330728 h 3876644"/>
              <a:gd name="connsiteX12" fmla="*/ 2444713 w 3286766"/>
              <a:gd name="connsiteY12" fmla="*/ 1164269 h 3876644"/>
              <a:gd name="connsiteX13" fmla="*/ 2800829 w 3286766"/>
              <a:gd name="connsiteY13" fmla="*/ 1122478 h 3876644"/>
              <a:gd name="connsiteX14" fmla="*/ 3136179 w 3286766"/>
              <a:gd name="connsiteY14" fmla="*/ 929856 h 3876644"/>
              <a:gd name="connsiteX15" fmla="*/ 3128204 w 3286766"/>
              <a:gd name="connsiteY15" fmla="*/ 502932 h 3876644"/>
              <a:gd name="connsiteX16" fmla="*/ 3277006 w 3286766"/>
              <a:gd name="connsiteY16" fmla="*/ 273773 h 3876644"/>
              <a:gd name="connsiteX17" fmla="*/ 3265945 w 3286766"/>
              <a:gd name="connsiteY17" fmla="*/ 0 h 3876644"/>
              <a:gd name="connsiteX0" fmla="*/ 0 w 3139557"/>
              <a:gd name="connsiteY0" fmla="*/ 3439358 h 3466892"/>
              <a:gd name="connsiteX1" fmla="*/ 905539 w 3139557"/>
              <a:gd name="connsiteY1" fmla="*/ 3449549 h 3466892"/>
              <a:gd name="connsiteX2" fmla="*/ 969344 w 3139557"/>
              <a:gd name="connsiteY2" fmla="*/ 3047829 h 3466892"/>
              <a:gd name="connsiteX3" fmla="*/ 1059597 w 3139557"/>
              <a:gd name="connsiteY3" fmla="*/ 2771714 h 3466892"/>
              <a:gd name="connsiteX4" fmla="*/ 970295 w 3139557"/>
              <a:gd name="connsiteY4" fmla="*/ 2109951 h 3466892"/>
              <a:gd name="connsiteX5" fmla="*/ 785481 w 3139557"/>
              <a:gd name="connsiteY5" fmla="*/ 1801451 h 3466892"/>
              <a:gd name="connsiteX6" fmla="*/ 913947 w 3139557"/>
              <a:gd name="connsiteY6" fmla="*/ 1612997 h 3466892"/>
              <a:gd name="connsiteX7" fmla="*/ 1043499 w 3139557"/>
              <a:gd name="connsiteY7" fmla="*/ 1485709 h 3466892"/>
              <a:gd name="connsiteX8" fmla="*/ 1149398 w 3139557"/>
              <a:gd name="connsiteY8" fmla="*/ 1371759 h 3466892"/>
              <a:gd name="connsiteX9" fmla="*/ 1553082 w 3139557"/>
              <a:gd name="connsiteY9" fmla="*/ 1355134 h 3466892"/>
              <a:gd name="connsiteX10" fmla="*/ 1856335 w 3139557"/>
              <a:gd name="connsiteY10" fmla="*/ 1446381 h 3466892"/>
              <a:gd name="connsiteX11" fmla="*/ 2081735 w 3139557"/>
              <a:gd name="connsiteY11" fmla="*/ 1330728 h 3466892"/>
              <a:gd name="connsiteX12" fmla="*/ 2297504 w 3139557"/>
              <a:gd name="connsiteY12" fmla="*/ 1164269 h 3466892"/>
              <a:gd name="connsiteX13" fmla="*/ 2653620 w 3139557"/>
              <a:gd name="connsiteY13" fmla="*/ 1122478 h 3466892"/>
              <a:gd name="connsiteX14" fmla="*/ 2988970 w 3139557"/>
              <a:gd name="connsiteY14" fmla="*/ 929856 h 3466892"/>
              <a:gd name="connsiteX15" fmla="*/ 2980995 w 3139557"/>
              <a:gd name="connsiteY15" fmla="*/ 502932 h 3466892"/>
              <a:gd name="connsiteX16" fmla="*/ 3129797 w 3139557"/>
              <a:gd name="connsiteY16" fmla="*/ 273773 h 3466892"/>
              <a:gd name="connsiteX17" fmla="*/ 3118736 w 3139557"/>
              <a:gd name="connsiteY17" fmla="*/ 0 h 3466892"/>
              <a:gd name="connsiteX0" fmla="*/ 0 w 3139557"/>
              <a:gd name="connsiteY0" fmla="*/ 3439358 h 3492753"/>
              <a:gd name="connsiteX1" fmla="*/ 905539 w 3139557"/>
              <a:gd name="connsiteY1" fmla="*/ 3449549 h 3492753"/>
              <a:gd name="connsiteX2" fmla="*/ 745476 w 3139557"/>
              <a:gd name="connsiteY2" fmla="*/ 2663285 h 3492753"/>
              <a:gd name="connsiteX3" fmla="*/ 1059597 w 3139557"/>
              <a:gd name="connsiteY3" fmla="*/ 2771714 h 3492753"/>
              <a:gd name="connsiteX4" fmla="*/ 970295 w 3139557"/>
              <a:gd name="connsiteY4" fmla="*/ 2109951 h 3492753"/>
              <a:gd name="connsiteX5" fmla="*/ 785481 w 3139557"/>
              <a:gd name="connsiteY5" fmla="*/ 1801451 h 3492753"/>
              <a:gd name="connsiteX6" fmla="*/ 913947 w 3139557"/>
              <a:gd name="connsiteY6" fmla="*/ 1612997 h 3492753"/>
              <a:gd name="connsiteX7" fmla="*/ 1043499 w 3139557"/>
              <a:gd name="connsiteY7" fmla="*/ 1485709 h 3492753"/>
              <a:gd name="connsiteX8" fmla="*/ 1149398 w 3139557"/>
              <a:gd name="connsiteY8" fmla="*/ 1371759 h 3492753"/>
              <a:gd name="connsiteX9" fmla="*/ 1553082 w 3139557"/>
              <a:gd name="connsiteY9" fmla="*/ 1355134 h 3492753"/>
              <a:gd name="connsiteX10" fmla="*/ 1856335 w 3139557"/>
              <a:gd name="connsiteY10" fmla="*/ 1446381 h 3492753"/>
              <a:gd name="connsiteX11" fmla="*/ 2081735 w 3139557"/>
              <a:gd name="connsiteY11" fmla="*/ 1330728 h 3492753"/>
              <a:gd name="connsiteX12" fmla="*/ 2297504 w 3139557"/>
              <a:gd name="connsiteY12" fmla="*/ 1164269 h 3492753"/>
              <a:gd name="connsiteX13" fmla="*/ 2653620 w 3139557"/>
              <a:gd name="connsiteY13" fmla="*/ 1122478 h 3492753"/>
              <a:gd name="connsiteX14" fmla="*/ 2988970 w 3139557"/>
              <a:gd name="connsiteY14" fmla="*/ 929856 h 3492753"/>
              <a:gd name="connsiteX15" fmla="*/ 2980995 w 3139557"/>
              <a:gd name="connsiteY15" fmla="*/ 502932 h 3492753"/>
              <a:gd name="connsiteX16" fmla="*/ 3129797 w 3139557"/>
              <a:gd name="connsiteY16" fmla="*/ 273773 h 3492753"/>
              <a:gd name="connsiteX17" fmla="*/ 3118736 w 3139557"/>
              <a:gd name="connsiteY17" fmla="*/ 0 h 3492753"/>
              <a:gd name="connsiteX0" fmla="*/ 0 w 3139557"/>
              <a:gd name="connsiteY0" fmla="*/ 3439358 h 3439358"/>
              <a:gd name="connsiteX1" fmla="*/ 671565 w 3139557"/>
              <a:gd name="connsiteY1" fmla="*/ 2964187 h 3439358"/>
              <a:gd name="connsiteX2" fmla="*/ 745476 w 3139557"/>
              <a:gd name="connsiteY2" fmla="*/ 2663285 h 3439358"/>
              <a:gd name="connsiteX3" fmla="*/ 1059597 w 3139557"/>
              <a:gd name="connsiteY3" fmla="*/ 2771714 h 3439358"/>
              <a:gd name="connsiteX4" fmla="*/ 970295 w 3139557"/>
              <a:gd name="connsiteY4" fmla="*/ 2109951 h 3439358"/>
              <a:gd name="connsiteX5" fmla="*/ 785481 w 3139557"/>
              <a:gd name="connsiteY5" fmla="*/ 1801451 h 3439358"/>
              <a:gd name="connsiteX6" fmla="*/ 913947 w 3139557"/>
              <a:gd name="connsiteY6" fmla="*/ 1612997 h 3439358"/>
              <a:gd name="connsiteX7" fmla="*/ 1043499 w 3139557"/>
              <a:gd name="connsiteY7" fmla="*/ 1485709 h 3439358"/>
              <a:gd name="connsiteX8" fmla="*/ 1149398 w 3139557"/>
              <a:gd name="connsiteY8" fmla="*/ 1371759 h 3439358"/>
              <a:gd name="connsiteX9" fmla="*/ 1553082 w 3139557"/>
              <a:gd name="connsiteY9" fmla="*/ 1355134 h 3439358"/>
              <a:gd name="connsiteX10" fmla="*/ 1856335 w 3139557"/>
              <a:gd name="connsiteY10" fmla="*/ 1446381 h 3439358"/>
              <a:gd name="connsiteX11" fmla="*/ 2081735 w 3139557"/>
              <a:gd name="connsiteY11" fmla="*/ 1330728 h 3439358"/>
              <a:gd name="connsiteX12" fmla="*/ 2297504 w 3139557"/>
              <a:gd name="connsiteY12" fmla="*/ 1164269 h 3439358"/>
              <a:gd name="connsiteX13" fmla="*/ 2653620 w 3139557"/>
              <a:gd name="connsiteY13" fmla="*/ 1122478 h 3439358"/>
              <a:gd name="connsiteX14" fmla="*/ 2988970 w 3139557"/>
              <a:gd name="connsiteY14" fmla="*/ 929856 h 3439358"/>
              <a:gd name="connsiteX15" fmla="*/ 2980995 w 3139557"/>
              <a:gd name="connsiteY15" fmla="*/ 502932 h 3439358"/>
              <a:gd name="connsiteX16" fmla="*/ 3129797 w 3139557"/>
              <a:gd name="connsiteY16" fmla="*/ 273773 h 3439358"/>
              <a:gd name="connsiteX17" fmla="*/ 3118736 w 3139557"/>
              <a:gd name="connsiteY17" fmla="*/ 0 h 3439358"/>
              <a:gd name="connsiteX0" fmla="*/ 0 w 3136103"/>
              <a:gd name="connsiteY0" fmla="*/ 3542496 h 3542496"/>
              <a:gd name="connsiteX1" fmla="*/ 668111 w 3136103"/>
              <a:gd name="connsiteY1" fmla="*/ 2964187 h 3542496"/>
              <a:gd name="connsiteX2" fmla="*/ 742022 w 3136103"/>
              <a:gd name="connsiteY2" fmla="*/ 2663285 h 3542496"/>
              <a:gd name="connsiteX3" fmla="*/ 1056143 w 3136103"/>
              <a:gd name="connsiteY3" fmla="*/ 2771714 h 3542496"/>
              <a:gd name="connsiteX4" fmla="*/ 966841 w 3136103"/>
              <a:gd name="connsiteY4" fmla="*/ 2109951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650166 w 3136103"/>
              <a:gd name="connsiteY13" fmla="*/ 1122478 h 3542496"/>
              <a:gd name="connsiteX14" fmla="*/ 2985516 w 3136103"/>
              <a:gd name="connsiteY14" fmla="*/ 929856 h 3542496"/>
              <a:gd name="connsiteX15" fmla="*/ 2977541 w 3136103"/>
              <a:gd name="connsiteY15" fmla="*/ 502932 h 3542496"/>
              <a:gd name="connsiteX16" fmla="*/ 3126343 w 3136103"/>
              <a:gd name="connsiteY16" fmla="*/ 273773 h 3542496"/>
              <a:gd name="connsiteX17" fmla="*/ 3115282 w 3136103"/>
              <a:gd name="connsiteY17"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1056143 w 3136103"/>
              <a:gd name="connsiteY3" fmla="*/ 2771714 h 3542496"/>
              <a:gd name="connsiteX4" fmla="*/ 966841 w 3136103"/>
              <a:gd name="connsiteY4" fmla="*/ 2109951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650166 w 3136103"/>
              <a:gd name="connsiteY13" fmla="*/ 1122478 h 3542496"/>
              <a:gd name="connsiteX14" fmla="*/ 2985516 w 3136103"/>
              <a:gd name="connsiteY14" fmla="*/ 929856 h 3542496"/>
              <a:gd name="connsiteX15" fmla="*/ 2977541 w 3136103"/>
              <a:gd name="connsiteY15" fmla="*/ 502932 h 3542496"/>
              <a:gd name="connsiteX16" fmla="*/ 3126343 w 3136103"/>
              <a:gd name="connsiteY16" fmla="*/ 273773 h 3542496"/>
              <a:gd name="connsiteX17" fmla="*/ 3115282 w 3136103"/>
              <a:gd name="connsiteY17"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966841 w 3136103"/>
              <a:gd name="connsiteY4" fmla="*/ 2109951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650166 w 3136103"/>
              <a:gd name="connsiteY13" fmla="*/ 1122478 h 3542496"/>
              <a:gd name="connsiteX14" fmla="*/ 2985516 w 3136103"/>
              <a:gd name="connsiteY14" fmla="*/ 929856 h 3542496"/>
              <a:gd name="connsiteX15" fmla="*/ 2977541 w 3136103"/>
              <a:gd name="connsiteY15" fmla="*/ 502932 h 3542496"/>
              <a:gd name="connsiteX16" fmla="*/ 3126343 w 3136103"/>
              <a:gd name="connsiteY16" fmla="*/ 273773 h 3542496"/>
              <a:gd name="connsiteX17" fmla="*/ 3115282 w 3136103"/>
              <a:gd name="connsiteY17"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650166 w 3136103"/>
              <a:gd name="connsiteY13" fmla="*/ 1122478 h 3542496"/>
              <a:gd name="connsiteX14" fmla="*/ 2985516 w 3136103"/>
              <a:gd name="connsiteY14" fmla="*/ 929856 h 3542496"/>
              <a:gd name="connsiteX15" fmla="*/ 2977541 w 3136103"/>
              <a:gd name="connsiteY15" fmla="*/ 502932 h 3542496"/>
              <a:gd name="connsiteX16" fmla="*/ 3126343 w 3136103"/>
              <a:gd name="connsiteY16" fmla="*/ 273773 h 3542496"/>
              <a:gd name="connsiteX17" fmla="*/ 3115282 w 3136103"/>
              <a:gd name="connsiteY17"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650166 w 3136103"/>
              <a:gd name="connsiteY13" fmla="*/ 1122478 h 3542496"/>
              <a:gd name="connsiteX14" fmla="*/ 2758396 w 3136103"/>
              <a:gd name="connsiteY14" fmla="*/ 704846 h 3542496"/>
              <a:gd name="connsiteX15" fmla="*/ 2977541 w 3136103"/>
              <a:gd name="connsiteY15" fmla="*/ 502932 h 3542496"/>
              <a:gd name="connsiteX16" fmla="*/ 3126343 w 3136103"/>
              <a:gd name="connsiteY16" fmla="*/ 273773 h 3542496"/>
              <a:gd name="connsiteX17" fmla="*/ 3115282 w 3136103"/>
              <a:gd name="connsiteY17"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52881 w 3136103"/>
              <a:gd name="connsiteY10" fmla="*/ 1446381 h 3542496"/>
              <a:gd name="connsiteX11" fmla="*/ 2078281 w 3136103"/>
              <a:gd name="connsiteY11" fmla="*/ 1330728 h 3542496"/>
              <a:gd name="connsiteX12" fmla="*/ 2294050 w 3136103"/>
              <a:gd name="connsiteY12" fmla="*/ 1164269 h 3542496"/>
              <a:gd name="connsiteX13" fmla="*/ 2758396 w 3136103"/>
              <a:gd name="connsiteY13" fmla="*/ 704846 h 3542496"/>
              <a:gd name="connsiteX14" fmla="*/ 2977541 w 3136103"/>
              <a:gd name="connsiteY14" fmla="*/ 502932 h 3542496"/>
              <a:gd name="connsiteX15" fmla="*/ 3126343 w 3136103"/>
              <a:gd name="connsiteY15" fmla="*/ 273773 h 3542496"/>
              <a:gd name="connsiteX16" fmla="*/ 3115282 w 3136103"/>
              <a:gd name="connsiteY16"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549628 w 3136103"/>
              <a:gd name="connsiteY9" fmla="*/ 1355134 h 3542496"/>
              <a:gd name="connsiteX10" fmla="*/ 1833770 w 3136103"/>
              <a:gd name="connsiteY10" fmla="*/ 1226762 h 3542496"/>
              <a:gd name="connsiteX11" fmla="*/ 2078281 w 3136103"/>
              <a:gd name="connsiteY11" fmla="*/ 1330728 h 3542496"/>
              <a:gd name="connsiteX12" fmla="*/ 2294050 w 3136103"/>
              <a:gd name="connsiteY12" fmla="*/ 1164269 h 3542496"/>
              <a:gd name="connsiteX13" fmla="*/ 2758396 w 3136103"/>
              <a:gd name="connsiteY13" fmla="*/ 704846 h 3542496"/>
              <a:gd name="connsiteX14" fmla="*/ 2977541 w 3136103"/>
              <a:gd name="connsiteY14" fmla="*/ 502932 h 3542496"/>
              <a:gd name="connsiteX15" fmla="*/ 3126343 w 3136103"/>
              <a:gd name="connsiteY15" fmla="*/ 273773 h 3542496"/>
              <a:gd name="connsiteX16" fmla="*/ 3115282 w 3136103"/>
              <a:gd name="connsiteY16"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360954 w 3136103"/>
              <a:gd name="connsiteY9" fmla="*/ 1193400 h 3542496"/>
              <a:gd name="connsiteX10" fmla="*/ 1833770 w 3136103"/>
              <a:gd name="connsiteY10" fmla="*/ 1226762 h 3542496"/>
              <a:gd name="connsiteX11" fmla="*/ 2078281 w 3136103"/>
              <a:gd name="connsiteY11" fmla="*/ 1330728 h 3542496"/>
              <a:gd name="connsiteX12" fmla="*/ 2294050 w 3136103"/>
              <a:gd name="connsiteY12" fmla="*/ 1164269 h 3542496"/>
              <a:gd name="connsiteX13" fmla="*/ 2758396 w 3136103"/>
              <a:gd name="connsiteY13" fmla="*/ 704846 h 3542496"/>
              <a:gd name="connsiteX14" fmla="*/ 2977541 w 3136103"/>
              <a:gd name="connsiteY14" fmla="*/ 502932 h 3542496"/>
              <a:gd name="connsiteX15" fmla="*/ 3126343 w 3136103"/>
              <a:gd name="connsiteY15" fmla="*/ 273773 h 3542496"/>
              <a:gd name="connsiteX16" fmla="*/ 3115282 w 3136103"/>
              <a:gd name="connsiteY16"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360954 w 3136103"/>
              <a:gd name="connsiteY9" fmla="*/ 1193400 h 3542496"/>
              <a:gd name="connsiteX10" fmla="*/ 1833770 w 3136103"/>
              <a:gd name="connsiteY10" fmla="*/ 1226762 h 3542496"/>
              <a:gd name="connsiteX11" fmla="*/ 2091960 w 3136103"/>
              <a:gd name="connsiteY11" fmla="*/ 1107215 h 3542496"/>
              <a:gd name="connsiteX12" fmla="*/ 2294050 w 3136103"/>
              <a:gd name="connsiteY12" fmla="*/ 1164269 h 3542496"/>
              <a:gd name="connsiteX13" fmla="*/ 2758396 w 3136103"/>
              <a:gd name="connsiteY13" fmla="*/ 704846 h 3542496"/>
              <a:gd name="connsiteX14" fmla="*/ 2977541 w 3136103"/>
              <a:gd name="connsiteY14" fmla="*/ 502932 h 3542496"/>
              <a:gd name="connsiteX15" fmla="*/ 3126343 w 3136103"/>
              <a:gd name="connsiteY15" fmla="*/ 273773 h 3542496"/>
              <a:gd name="connsiteX16" fmla="*/ 3115282 w 3136103"/>
              <a:gd name="connsiteY16" fmla="*/ 0 h 3542496"/>
              <a:gd name="connsiteX0" fmla="*/ 0 w 3136103"/>
              <a:gd name="connsiteY0" fmla="*/ 3542496 h 3542496"/>
              <a:gd name="connsiteX1" fmla="*/ 668111 w 3136103"/>
              <a:gd name="connsiteY1" fmla="*/ 2964187 h 3542496"/>
              <a:gd name="connsiteX2" fmla="*/ 742022 w 3136103"/>
              <a:gd name="connsiteY2" fmla="*/ 2663285 h 3542496"/>
              <a:gd name="connsiteX3" fmla="*/ 712323 w 3136103"/>
              <a:gd name="connsiteY3" fmla="*/ 2325923 h 3542496"/>
              <a:gd name="connsiteX4" fmla="*/ 778844 w 3136103"/>
              <a:gd name="connsiteY4" fmla="*/ 2043523 h 3542496"/>
              <a:gd name="connsiteX5" fmla="*/ 782027 w 3136103"/>
              <a:gd name="connsiteY5" fmla="*/ 1801451 h 3542496"/>
              <a:gd name="connsiteX6" fmla="*/ 910493 w 3136103"/>
              <a:gd name="connsiteY6" fmla="*/ 1612997 h 3542496"/>
              <a:gd name="connsiteX7" fmla="*/ 1040045 w 3136103"/>
              <a:gd name="connsiteY7" fmla="*/ 1485709 h 3542496"/>
              <a:gd name="connsiteX8" fmla="*/ 1145944 w 3136103"/>
              <a:gd name="connsiteY8" fmla="*/ 1371759 h 3542496"/>
              <a:gd name="connsiteX9" fmla="*/ 1360954 w 3136103"/>
              <a:gd name="connsiteY9" fmla="*/ 1193400 h 3542496"/>
              <a:gd name="connsiteX10" fmla="*/ 1833770 w 3136103"/>
              <a:gd name="connsiteY10" fmla="*/ 1226762 h 3542496"/>
              <a:gd name="connsiteX11" fmla="*/ 2091960 w 3136103"/>
              <a:gd name="connsiteY11" fmla="*/ 1107215 h 3542496"/>
              <a:gd name="connsiteX12" fmla="*/ 2414014 w 3136103"/>
              <a:gd name="connsiteY12" fmla="*/ 906199 h 3542496"/>
              <a:gd name="connsiteX13" fmla="*/ 2758396 w 3136103"/>
              <a:gd name="connsiteY13" fmla="*/ 704846 h 3542496"/>
              <a:gd name="connsiteX14" fmla="*/ 2977541 w 3136103"/>
              <a:gd name="connsiteY14" fmla="*/ 502932 h 3542496"/>
              <a:gd name="connsiteX15" fmla="*/ 3126343 w 3136103"/>
              <a:gd name="connsiteY15" fmla="*/ 273773 h 3542496"/>
              <a:gd name="connsiteX16" fmla="*/ 3115282 w 3136103"/>
              <a:gd name="connsiteY16" fmla="*/ 0 h 3542496"/>
              <a:gd name="connsiteX0" fmla="*/ 0 w 3126343"/>
              <a:gd name="connsiteY0" fmla="*/ 3268723 h 3268723"/>
              <a:gd name="connsiteX1" fmla="*/ 668111 w 3126343"/>
              <a:gd name="connsiteY1" fmla="*/ 2690414 h 3268723"/>
              <a:gd name="connsiteX2" fmla="*/ 742022 w 3126343"/>
              <a:gd name="connsiteY2" fmla="*/ 2389512 h 3268723"/>
              <a:gd name="connsiteX3" fmla="*/ 712323 w 3126343"/>
              <a:gd name="connsiteY3" fmla="*/ 2052150 h 3268723"/>
              <a:gd name="connsiteX4" fmla="*/ 778844 w 3126343"/>
              <a:gd name="connsiteY4" fmla="*/ 1769750 h 3268723"/>
              <a:gd name="connsiteX5" fmla="*/ 782027 w 3126343"/>
              <a:gd name="connsiteY5" fmla="*/ 1527678 h 3268723"/>
              <a:gd name="connsiteX6" fmla="*/ 910493 w 3126343"/>
              <a:gd name="connsiteY6" fmla="*/ 1339224 h 3268723"/>
              <a:gd name="connsiteX7" fmla="*/ 1040045 w 3126343"/>
              <a:gd name="connsiteY7" fmla="*/ 1211936 h 3268723"/>
              <a:gd name="connsiteX8" fmla="*/ 1145944 w 3126343"/>
              <a:gd name="connsiteY8" fmla="*/ 1097986 h 3268723"/>
              <a:gd name="connsiteX9" fmla="*/ 1360954 w 3126343"/>
              <a:gd name="connsiteY9" fmla="*/ 919627 h 3268723"/>
              <a:gd name="connsiteX10" fmla="*/ 1833770 w 3126343"/>
              <a:gd name="connsiteY10" fmla="*/ 952989 h 3268723"/>
              <a:gd name="connsiteX11" fmla="*/ 2091960 w 3126343"/>
              <a:gd name="connsiteY11" fmla="*/ 833442 h 3268723"/>
              <a:gd name="connsiteX12" fmla="*/ 2414014 w 3126343"/>
              <a:gd name="connsiteY12" fmla="*/ 632426 h 3268723"/>
              <a:gd name="connsiteX13" fmla="*/ 2758396 w 3126343"/>
              <a:gd name="connsiteY13" fmla="*/ 431073 h 3268723"/>
              <a:gd name="connsiteX14" fmla="*/ 2977541 w 3126343"/>
              <a:gd name="connsiteY14" fmla="*/ 229159 h 3268723"/>
              <a:gd name="connsiteX15" fmla="*/ 3126343 w 3126343"/>
              <a:gd name="connsiteY15" fmla="*/ 0 h 3268723"/>
              <a:gd name="connsiteX0" fmla="*/ 0 w 3202461"/>
              <a:gd name="connsiteY0" fmla="*/ 3448643 h 3448643"/>
              <a:gd name="connsiteX1" fmla="*/ 668111 w 3202461"/>
              <a:gd name="connsiteY1" fmla="*/ 2870334 h 3448643"/>
              <a:gd name="connsiteX2" fmla="*/ 742022 w 3202461"/>
              <a:gd name="connsiteY2" fmla="*/ 2569432 h 3448643"/>
              <a:gd name="connsiteX3" fmla="*/ 712323 w 3202461"/>
              <a:gd name="connsiteY3" fmla="*/ 2232070 h 3448643"/>
              <a:gd name="connsiteX4" fmla="*/ 778844 w 3202461"/>
              <a:gd name="connsiteY4" fmla="*/ 1949670 h 3448643"/>
              <a:gd name="connsiteX5" fmla="*/ 782027 w 3202461"/>
              <a:gd name="connsiteY5" fmla="*/ 1707598 h 3448643"/>
              <a:gd name="connsiteX6" fmla="*/ 910493 w 3202461"/>
              <a:gd name="connsiteY6" fmla="*/ 1519144 h 3448643"/>
              <a:gd name="connsiteX7" fmla="*/ 1040045 w 3202461"/>
              <a:gd name="connsiteY7" fmla="*/ 1391856 h 3448643"/>
              <a:gd name="connsiteX8" fmla="*/ 1145944 w 3202461"/>
              <a:gd name="connsiteY8" fmla="*/ 1277906 h 3448643"/>
              <a:gd name="connsiteX9" fmla="*/ 1360954 w 3202461"/>
              <a:gd name="connsiteY9" fmla="*/ 1099547 h 3448643"/>
              <a:gd name="connsiteX10" fmla="*/ 1833770 w 3202461"/>
              <a:gd name="connsiteY10" fmla="*/ 1132909 h 3448643"/>
              <a:gd name="connsiteX11" fmla="*/ 2091960 w 3202461"/>
              <a:gd name="connsiteY11" fmla="*/ 1013362 h 3448643"/>
              <a:gd name="connsiteX12" fmla="*/ 2414014 w 3202461"/>
              <a:gd name="connsiteY12" fmla="*/ 812346 h 3448643"/>
              <a:gd name="connsiteX13" fmla="*/ 2758396 w 3202461"/>
              <a:gd name="connsiteY13" fmla="*/ 610993 h 3448643"/>
              <a:gd name="connsiteX14" fmla="*/ 2977541 w 3202461"/>
              <a:gd name="connsiteY14" fmla="*/ 409079 h 3448643"/>
              <a:gd name="connsiteX15" fmla="*/ 3202461 w 3202461"/>
              <a:gd name="connsiteY15" fmla="*/ 0 h 3448643"/>
              <a:gd name="connsiteX0" fmla="*/ 0 w 3202461"/>
              <a:gd name="connsiteY0" fmla="*/ 3448643 h 3448643"/>
              <a:gd name="connsiteX1" fmla="*/ 668111 w 3202461"/>
              <a:gd name="connsiteY1" fmla="*/ 2870334 h 3448643"/>
              <a:gd name="connsiteX2" fmla="*/ 742022 w 3202461"/>
              <a:gd name="connsiteY2" fmla="*/ 2569432 h 3448643"/>
              <a:gd name="connsiteX3" fmla="*/ 712323 w 3202461"/>
              <a:gd name="connsiteY3" fmla="*/ 2232070 h 3448643"/>
              <a:gd name="connsiteX4" fmla="*/ 778844 w 3202461"/>
              <a:gd name="connsiteY4" fmla="*/ 1949670 h 3448643"/>
              <a:gd name="connsiteX5" fmla="*/ 782027 w 3202461"/>
              <a:gd name="connsiteY5" fmla="*/ 1707598 h 3448643"/>
              <a:gd name="connsiteX6" fmla="*/ 910493 w 3202461"/>
              <a:gd name="connsiteY6" fmla="*/ 1519144 h 3448643"/>
              <a:gd name="connsiteX7" fmla="*/ 1040045 w 3202461"/>
              <a:gd name="connsiteY7" fmla="*/ 1391856 h 3448643"/>
              <a:gd name="connsiteX8" fmla="*/ 1145944 w 3202461"/>
              <a:gd name="connsiteY8" fmla="*/ 1277906 h 3448643"/>
              <a:gd name="connsiteX9" fmla="*/ 1360954 w 3202461"/>
              <a:gd name="connsiteY9" fmla="*/ 1099547 h 3448643"/>
              <a:gd name="connsiteX10" fmla="*/ 1833770 w 3202461"/>
              <a:gd name="connsiteY10" fmla="*/ 1132909 h 3448643"/>
              <a:gd name="connsiteX11" fmla="*/ 2091960 w 3202461"/>
              <a:gd name="connsiteY11" fmla="*/ 1013362 h 3448643"/>
              <a:gd name="connsiteX12" fmla="*/ 2414014 w 3202461"/>
              <a:gd name="connsiteY12" fmla="*/ 812346 h 3448643"/>
              <a:gd name="connsiteX13" fmla="*/ 2758396 w 3202461"/>
              <a:gd name="connsiteY13" fmla="*/ 610993 h 3448643"/>
              <a:gd name="connsiteX14" fmla="*/ 2906413 w 3202461"/>
              <a:gd name="connsiteY14" fmla="*/ 241547 h 3448643"/>
              <a:gd name="connsiteX15" fmla="*/ 3202461 w 3202461"/>
              <a:gd name="connsiteY15" fmla="*/ 0 h 3448643"/>
              <a:gd name="connsiteX0" fmla="*/ 0 w 3223380"/>
              <a:gd name="connsiteY0" fmla="*/ 3270197 h 3270197"/>
              <a:gd name="connsiteX1" fmla="*/ 689030 w 3223380"/>
              <a:gd name="connsiteY1" fmla="*/ 2870334 h 3270197"/>
              <a:gd name="connsiteX2" fmla="*/ 762941 w 3223380"/>
              <a:gd name="connsiteY2" fmla="*/ 2569432 h 3270197"/>
              <a:gd name="connsiteX3" fmla="*/ 733242 w 3223380"/>
              <a:gd name="connsiteY3" fmla="*/ 2232070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23380"/>
              <a:gd name="connsiteY0" fmla="*/ 3270197 h 3270197"/>
              <a:gd name="connsiteX1" fmla="*/ 689030 w 3223380"/>
              <a:gd name="connsiteY1" fmla="*/ 2870334 h 3270197"/>
              <a:gd name="connsiteX2" fmla="*/ 762941 w 3223380"/>
              <a:gd name="connsiteY2" fmla="*/ 2569432 h 3270197"/>
              <a:gd name="connsiteX3" fmla="*/ 733242 w 3223380"/>
              <a:gd name="connsiteY3" fmla="*/ 2232070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23380"/>
              <a:gd name="connsiteY0" fmla="*/ 3270197 h 3270197"/>
              <a:gd name="connsiteX1" fmla="*/ 486779 w 3223380"/>
              <a:gd name="connsiteY1" fmla="*/ 2889102 h 3270197"/>
              <a:gd name="connsiteX2" fmla="*/ 762941 w 3223380"/>
              <a:gd name="connsiteY2" fmla="*/ 2569432 h 3270197"/>
              <a:gd name="connsiteX3" fmla="*/ 733242 w 3223380"/>
              <a:gd name="connsiteY3" fmla="*/ 2232070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23380"/>
              <a:gd name="connsiteY0" fmla="*/ 3270197 h 3270197"/>
              <a:gd name="connsiteX1" fmla="*/ 486779 w 3223380"/>
              <a:gd name="connsiteY1" fmla="*/ 2889102 h 3270197"/>
              <a:gd name="connsiteX2" fmla="*/ 530431 w 3223380"/>
              <a:gd name="connsiteY2" fmla="*/ 2671886 h 3270197"/>
              <a:gd name="connsiteX3" fmla="*/ 733242 w 3223380"/>
              <a:gd name="connsiteY3" fmla="*/ 2232070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23380"/>
              <a:gd name="connsiteY0" fmla="*/ 3270197 h 3270197"/>
              <a:gd name="connsiteX1" fmla="*/ 486779 w 3223380"/>
              <a:gd name="connsiteY1" fmla="*/ 2889102 h 3270197"/>
              <a:gd name="connsiteX2" fmla="*/ 530431 w 3223380"/>
              <a:gd name="connsiteY2" fmla="*/ 2671886 h 3270197"/>
              <a:gd name="connsiteX3" fmla="*/ 757695 w 3223380"/>
              <a:gd name="connsiteY3" fmla="*/ 2380159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23380"/>
              <a:gd name="connsiteY0" fmla="*/ 3270197 h 3270197"/>
              <a:gd name="connsiteX1" fmla="*/ 486779 w 3223380"/>
              <a:gd name="connsiteY1" fmla="*/ 2889102 h 3270197"/>
              <a:gd name="connsiteX2" fmla="*/ 530431 w 3223380"/>
              <a:gd name="connsiteY2" fmla="*/ 2671886 h 3270197"/>
              <a:gd name="connsiteX3" fmla="*/ 805587 w 3223380"/>
              <a:gd name="connsiteY3" fmla="*/ 2419112 h 3270197"/>
              <a:gd name="connsiteX4" fmla="*/ 799763 w 3223380"/>
              <a:gd name="connsiteY4" fmla="*/ 1949670 h 3270197"/>
              <a:gd name="connsiteX5" fmla="*/ 802946 w 3223380"/>
              <a:gd name="connsiteY5" fmla="*/ 1707598 h 3270197"/>
              <a:gd name="connsiteX6" fmla="*/ 931412 w 3223380"/>
              <a:gd name="connsiteY6" fmla="*/ 1519144 h 3270197"/>
              <a:gd name="connsiteX7" fmla="*/ 1060964 w 3223380"/>
              <a:gd name="connsiteY7" fmla="*/ 1391856 h 3270197"/>
              <a:gd name="connsiteX8" fmla="*/ 1166863 w 3223380"/>
              <a:gd name="connsiteY8" fmla="*/ 1277906 h 3270197"/>
              <a:gd name="connsiteX9" fmla="*/ 1381873 w 3223380"/>
              <a:gd name="connsiteY9" fmla="*/ 1099547 h 3270197"/>
              <a:gd name="connsiteX10" fmla="*/ 1854689 w 3223380"/>
              <a:gd name="connsiteY10" fmla="*/ 1132909 h 3270197"/>
              <a:gd name="connsiteX11" fmla="*/ 2112879 w 3223380"/>
              <a:gd name="connsiteY11" fmla="*/ 1013362 h 3270197"/>
              <a:gd name="connsiteX12" fmla="*/ 2434933 w 3223380"/>
              <a:gd name="connsiteY12" fmla="*/ 812346 h 3270197"/>
              <a:gd name="connsiteX13" fmla="*/ 2779315 w 3223380"/>
              <a:gd name="connsiteY13" fmla="*/ 610993 h 3270197"/>
              <a:gd name="connsiteX14" fmla="*/ 2927332 w 3223380"/>
              <a:gd name="connsiteY14" fmla="*/ 241547 h 3270197"/>
              <a:gd name="connsiteX15" fmla="*/ 3223380 w 3223380"/>
              <a:gd name="connsiteY15" fmla="*/ 0 h 3270197"/>
              <a:gd name="connsiteX0" fmla="*/ 0 w 3251025"/>
              <a:gd name="connsiteY0" fmla="*/ 3365914 h 3365914"/>
              <a:gd name="connsiteX1" fmla="*/ 514424 w 3251025"/>
              <a:gd name="connsiteY1" fmla="*/ 2889102 h 3365914"/>
              <a:gd name="connsiteX2" fmla="*/ 558076 w 3251025"/>
              <a:gd name="connsiteY2" fmla="*/ 2671886 h 3365914"/>
              <a:gd name="connsiteX3" fmla="*/ 833232 w 3251025"/>
              <a:gd name="connsiteY3" fmla="*/ 2419112 h 3365914"/>
              <a:gd name="connsiteX4" fmla="*/ 827408 w 3251025"/>
              <a:gd name="connsiteY4" fmla="*/ 1949670 h 3365914"/>
              <a:gd name="connsiteX5" fmla="*/ 830591 w 3251025"/>
              <a:gd name="connsiteY5" fmla="*/ 1707598 h 3365914"/>
              <a:gd name="connsiteX6" fmla="*/ 959057 w 3251025"/>
              <a:gd name="connsiteY6" fmla="*/ 1519144 h 3365914"/>
              <a:gd name="connsiteX7" fmla="*/ 1088609 w 3251025"/>
              <a:gd name="connsiteY7" fmla="*/ 1391856 h 3365914"/>
              <a:gd name="connsiteX8" fmla="*/ 1194508 w 3251025"/>
              <a:gd name="connsiteY8" fmla="*/ 1277906 h 3365914"/>
              <a:gd name="connsiteX9" fmla="*/ 1409518 w 3251025"/>
              <a:gd name="connsiteY9" fmla="*/ 1099547 h 3365914"/>
              <a:gd name="connsiteX10" fmla="*/ 1882334 w 3251025"/>
              <a:gd name="connsiteY10" fmla="*/ 1132909 h 3365914"/>
              <a:gd name="connsiteX11" fmla="*/ 2140524 w 3251025"/>
              <a:gd name="connsiteY11" fmla="*/ 1013362 h 3365914"/>
              <a:gd name="connsiteX12" fmla="*/ 2462578 w 3251025"/>
              <a:gd name="connsiteY12" fmla="*/ 812346 h 3365914"/>
              <a:gd name="connsiteX13" fmla="*/ 2806960 w 3251025"/>
              <a:gd name="connsiteY13" fmla="*/ 610993 h 3365914"/>
              <a:gd name="connsiteX14" fmla="*/ 2954977 w 3251025"/>
              <a:gd name="connsiteY14" fmla="*/ 241547 h 3365914"/>
              <a:gd name="connsiteX15" fmla="*/ 3251025 w 3251025"/>
              <a:gd name="connsiteY15" fmla="*/ 0 h 3365914"/>
              <a:gd name="connsiteX0" fmla="*/ 0 w 3251025"/>
              <a:gd name="connsiteY0" fmla="*/ 3365914 h 3365914"/>
              <a:gd name="connsiteX1" fmla="*/ 514424 w 3251025"/>
              <a:gd name="connsiteY1" fmla="*/ 2889102 h 3365914"/>
              <a:gd name="connsiteX2" fmla="*/ 558076 w 3251025"/>
              <a:gd name="connsiteY2" fmla="*/ 2671886 h 3365914"/>
              <a:gd name="connsiteX3" fmla="*/ 833232 w 3251025"/>
              <a:gd name="connsiteY3" fmla="*/ 2419112 h 3365914"/>
              <a:gd name="connsiteX4" fmla="*/ 827408 w 3251025"/>
              <a:gd name="connsiteY4" fmla="*/ 1949670 h 3365914"/>
              <a:gd name="connsiteX5" fmla="*/ 830591 w 3251025"/>
              <a:gd name="connsiteY5" fmla="*/ 1707598 h 3365914"/>
              <a:gd name="connsiteX6" fmla="*/ 959057 w 3251025"/>
              <a:gd name="connsiteY6" fmla="*/ 1519144 h 3365914"/>
              <a:gd name="connsiteX7" fmla="*/ 1088609 w 3251025"/>
              <a:gd name="connsiteY7" fmla="*/ 1391856 h 3365914"/>
              <a:gd name="connsiteX8" fmla="*/ 1194508 w 3251025"/>
              <a:gd name="connsiteY8" fmla="*/ 1277906 h 3365914"/>
              <a:gd name="connsiteX9" fmla="*/ 1409518 w 3251025"/>
              <a:gd name="connsiteY9" fmla="*/ 1099547 h 3365914"/>
              <a:gd name="connsiteX10" fmla="*/ 1882334 w 3251025"/>
              <a:gd name="connsiteY10" fmla="*/ 1132909 h 3365914"/>
              <a:gd name="connsiteX11" fmla="*/ 2140524 w 3251025"/>
              <a:gd name="connsiteY11" fmla="*/ 1013362 h 3365914"/>
              <a:gd name="connsiteX12" fmla="*/ 2462578 w 3251025"/>
              <a:gd name="connsiteY12" fmla="*/ 812346 h 3365914"/>
              <a:gd name="connsiteX13" fmla="*/ 2806960 w 3251025"/>
              <a:gd name="connsiteY13" fmla="*/ 610993 h 3365914"/>
              <a:gd name="connsiteX14" fmla="*/ 2954977 w 3251025"/>
              <a:gd name="connsiteY14" fmla="*/ 241547 h 3365914"/>
              <a:gd name="connsiteX15" fmla="*/ 3251025 w 3251025"/>
              <a:gd name="connsiteY15" fmla="*/ 0 h 3365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1025" h="3365914">
                <a:moveTo>
                  <a:pt x="0" y="3365914"/>
                </a:moveTo>
                <a:cubicBezTo>
                  <a:pt x="211786" y="3117942"/>
                  <a:pt x="421411" y="3004773"/>
                  <a:pt x="514424" y="2889102"/>
                </a:cubicBezTo>
                <a:cubicBezTo>
                  <a:pt x="607437" y="2773431"/>
                  <a:pt x="504941" y="2750218"/>
                  <a:pt x="558076" y="2671886"/>
                </a:cubicBezTo>
                <a:cubicBezTo>
                  <a:pt x="611211" y="2593554"/>
                  <a:pt x="788343" y="2539481"/>
                  <a:pt x="833232" y="2419112"/>
                </a:cubicBezTo>
                <a:cubicBezTo>
                  <a:pt x="878121" y="2298743"/>
                  <a:pt x="897697" y="2099447"/>
                  <a:pt x="827408" y="1949670"/>
                </a:cubicBezTo>
                <a:cubicBezTo>
                  <a:pt x="757119" y="1799893"/>
                  <a:pt x="812977" y="1859347"/>
                  <a:pt x="830591" y="1707598"/>
                </a:cubicBezTo>
                <a:cubicBezTo>
                  <a:pt x="848205" y="1555849"/>
                  <a:pt x="916054" y="1571768"/>
                  <a:pt x="959057" y="1519144"/>
                </a:cubicBezTo>
                <a:cubicBezTo>
                  <a:pt x="1002060" y="1466520"/>
                  <a:pt x="1049367" y="1432062"/>
                  <a:pt x="1088609" y="1391856"/>
                </a:cubicBezTo>
                <a:cubicBezTo>
                  <a:pt x="1127851" y="1351650"/>
                  <a:pt x="1141023" y="1326624"/>
                  <a:pt x="1194508" y="1277906"/>
                </a:cubicBezTo>
                <a:cubicBezTo>
                  <a:pt x="1247993" y="1229188"/>
                  <a:pt x="1294880" y="1123713"/>
                  <a:pt x="1409518" y="1099547"/>
                </a:cubicBezTo>
                <a:cubicBezTo>
                  <a:pt x="1524156" y="1075381"/>
                  <a:pt x="1794225" y="1136977"/>
                  <a:pt x="1882334" y="1132909"/>
                </a:cubicBezTo>
                <a:cubicBezTo>
                  <a:pt x="1970443" y="1128841"/>
                  <a:pt x="2043817" y="1066789"/>
                  <a:pt x="2140524" y="1013362"/>
                </a:cubicBezTo>
                <a:cubicBezTo>
                  <a:pt x="2237231" y="959935"/>
                  <a:pt x="2351505" y="879407"/>
                  <a:pt x="2462578" y="812346"/>
                </a:cubicBezTo>
                <a:cubicBezTo>
                  <a:pt x="2573651" y="745285"/>
                  <a:pt x="2724894" y="706126"/>
                  <a:pt x="2806960" y="610993"/>
                </a:cubicBezTo>
                <a:cubicBezTo>
                  <a:pt x="2889026" y="515860"/>
                  <a:pt x="2916242" y="306546"/>
                  <a:pt x="2954977" y="241547"/>
                </a:cubicBezTo>
                <a:cubicBezTo>
                  <a:pt x="2993712" y="176548"/>
                  <a:pt x="3232653" y="105041"/>
                  <a:pt x="3251025"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0A1221EA-F7EF-6530-ABF4-7EB91F0BFAD6}"/>
              </a:ext>
            </a:extLst>
          </p:cNvPr>
          <p:cNvSpPr/>
          <p:nvPr userDrawn="1"/>
        </p:nvSpPr>
        <p:spPr>
          <a:xfrm rot="23178" flipH="1">
            <a:off x="10985301" y="678471"/>
            <a:ext cx="1214177" cy="4520809"/>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351268 w 3061280"/>
              <a:gd name="connsiteY12" fmla="*/ 1400002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35753 w 3061280"/>
              <a:gd name="connsiteY12" fmla="*/ 1634304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642874 w 3061280"/>
              <a:gd name="connsiteY10" fmla="*/ 887470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71796"/>
              <a:gd name="connsiteY0" fmla="*/ 3593540 h 3593540"/>
              <a:gd name="connsiteX1" fmla="*/ 2874146 w 3071796"/>
              <a:gd name="connsiteY1" fmla="*/ 2393071 h 3593540"/>
              <a:gd name="connsiteX2" fmla="*/ 2614033 w 3071796"/>
              <a:gd name="connsiteY2" fmla="*/ 1937199 h 3593540"/>
              <a:gd name="connsiteX3" fmla="*/ 2569742 w 3071796"/>
              <a:gd name="connsiteY3" fmla="*/ 1609063 h 3593540"/>
              <a:gd name="connsiteX4" fmla="*/ 2650133 w 3071796"/>
              <a:gd name="connsiteY4" fmla="*/ 1183962 h 3593540"/>
              <a:gd name="connsiteX5" fmla="*/ 2801104 w 3071796"/>
              <a:gd name="connsiteY5" fmla="*/ 743621 h 3593540"/>
              <a:gd name="connsiteX6" fmla="*/ 2790055 w 3071796"/>
              <a:gd name="connsiteY6" fmla="*/ 342047 h 3593540"/>
              <a:gd name="connsiteX7" fmla="*/ 2647370 w 3071796"/>
              <a:gd name="connsiteY7" fmla="*/ 55440 h 3593540"/>
              <a:gd name="connsiteX8" fmla="*/ 2432677 w 3071796"/>
              <a:gd name="connsiteY8" fmla="*/ 2862 h 3593540"/>
              <a:gd name="connsiteX9" fmla="*/ 2075299 w 3071796"/>
              <a:gd name="connsiteY9" fmla="*/ 234129 h 3593540"/>
              <a:gd name="connsiteX10" fmla="*/ 1642874 w 3071796"/>
              <a:gd name="connsiteY10" fmla="*/ 887470 h 3593540"/>
              <a:gd name="connsiteX11" fmla="*/ 1351268 w 3071796"/>
              <a:gd name="connsiteY11" fmla="*/ 1400002 h 3593540"/>
              <a:gd name="connsiteX12" fmla="*/ 1128361 w 3071796"/>
              <a:gd name="connsiteY12" fmla="*/ 1747412 h 3593540"/>
              <a:gd name="connsiteX13" fmla="*/ 952584 w 3071796"/>
              <a:gd name="connsiteY13" fmla="*/ 1994223 h 3593540"/>
              <a:gd name="connsiteX14" fmla="*/ 573419 w 3071796"/>
              <a:gd name="connsiteY14" fmla="*/ 2487553 h 3593540"/>
              <a:gd name="connsiteX15" fmla="*/ 190200 w 3071796"/>
              <a:gd name="connsiteY15" fmla="*/ 2699630 h 3593540"/>
              <a:gd name="connsiteX16" fmla="*/ 0 w 3071796"/>
              <a:gd name="connsiteY16" fmla="*/ 3039833 h 3593540"/>
              <a:gd name="connsiteX0" fmla="*/ 3026272 w 3092540"/>
              <a:gd name="connsiteY0" fmla="*/ 3279489 h 3279489"/>
              <a:gd name="connsiteX1" fmla="*/ 2874146 w 3092540"/>
              <a:gd name="connsiteY1" fmla="*/ 2393071 h 3279489"/>
              <a:gd name="connsiteX2" fmla="*/ 2614033 w 3092540"/>
              <a:gd name="connsiteY2" fmla="*/ 1937199 h 3279489"/>
              <a:gd name="connsiteX3" fmla="*/ 2569742 w 3092540"/>
              <a:gd name="connsiteY3" fmla="*/ 1609063 h 3279489"/>
              <a:gd name="connsiteX4" fmla="*/ 2650133 w 3092540"/>
              <a:gd name="connsiteY4" fmla="*/ 1183962 h 3279489"/>
              <a:gd name="connsiteX5" fmla="*/ 2801104 w 3092540"/>
              <a:gd name="connsiteY5" fmla="*/ 743621 h 3279489"/>
              <a:gd name="connsiteX6" fmla="*/ 2790055 w 3092540"/>
              <a:gd name="connsiteY6" fmla="*/ 342047 h 3279489"/>
              <a:gd name="connsiteX7" fmla="*/ 2647370 w 3092540"/>
              <a:gd name="connsiteY7" fmla="*/ 55440 h 3279489"/>
              <a:gd name="connsiteX8" fmla="*/ 2432677 w 3092540"/>
              <a:gd name="connsiteY8" fmla="*/ 2862 h 3279489"/>
              <a:gd name="connsiteX9" fmla="*/ 2075299 w 3092540"/>
              <a:gd name="connsiteY9" fmla="*/ 234129 h 3279489"/>
              <a:gd name="connsiteX10" fmla="*/ 1642874 w 3092540"/>
              <a:gd name="connsiteY10" fmla="*/ 887470 h 3279489"/>
              <a:gd name="connsiteX11" fmla="*/ 1351268 w 3092540"/>
              <a:gd name="connsiteY11" fmla="*/ 1400002 h 3279489"/>
              <a:gd name="connsiteX12" fmla="*/ 1128361 w 3092540"/>
              <a:gd name="connsiteY12" fmla="*/ 1747412 h 3279489"/>
              <a:gd name="connsiteX13" fmla="*/ 952584 w 3092540"/>
              <a:gd name="connsiteY13" fmla="*/ 1994223 h 3279489"/>
              <a:gd name="connsiteX14" fmla="*/ 573419 w 3092540"/>
              <a:gd name="connsiteY14" fmla="*/ 2487553 h 3279489"/>
              <a:gd name="connsiteX15" fmla="*/ 190200 w 3092540"/>
              <a:gd name="connsiteY15" fmla="*/ 2699630 h 3279489"/>
              <a:gd name="connsiteX16" fmla="*/ 0 w 3092540"/>
              <a:gd name="connsiteY16" fmla="*/ 3039833 h 3279489"/>
              <a:gd name="connsiteX0" fmla="*/ 3026272 w 3026272"/>
              <a:gd name="connsiteY0" fmla="*/ 3279489 h 3279489"/>
              <a:gd name="connsiteX1" fmla="*/ 2874146 w 3026272"/>
              <a:gd name="connsiteY1" fmla="*/ 2393071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48302 w 3026272"/>
              <a:gd name="connsiteY2" fmla="*/ 1951667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2836072 w 2836072"/>
              <a:gd name="connsiteY0" fmla="*/ 3279489 h 3279489"/>
              <a:gd name="connsiteX1" fmla="*/ 2674233 w 2836072"/>
              <a:gd name="connsiteY1" fmla="*/ 2400749 h 3279489"/>
              <a:gd name="connsiteX2" fmla="*/ 2458102 w 2836072"/>
              <a:gd name="connsiteY2" fmla="*/ 1951667 h 3279489"/>
              <a:gd name="connsiteX3" fmla="*/ 2379542 w 2836072"/>
              <a:gd name="connsiteY3" fmla="*/ 1609063 h 3279489"/>
              <a:gd name="connsiteX4" fmla="*/ 2459933 w 2836072"/>
              <a:gd name="connsiteY4" fmla="*/ 1183962 h 3279489"/>
              <a:gd name="connsiteX5" fmla="*/ 2610904 w 2836072"/>
              <a:gd name="connsiteY5" fmla="*/ 743621 h 3279489"/>
              <a:gd name="connsiteX6" fmla="*/ 2599855 w 2836072"/>
              <a:gd name="connsiteY6" fmla="*/ 342047 h 3279489"/>
              <a:gd name="connsiteX7" fmla="*/ 2457170 w 2836072"/>
              <a:gd name="connsiteY7" fmla="*/ 55440 h 3279489"/>
              <a:gd name="connsiteX8" fmla="*/ 2242477 w 2836072"/>
              <a:gd name="connsiteY8" fmla="*/ 2862 h 3279489"/>
              <a:gd name="connsiteX9" fmla="*/ 1885099 w 2836072"/>
              <a:gd name="connsiteY9" fmla="*/ 234129 h 3279489"/>
              <a:gd name="connsiteX10" fmla="*/ 1452674 w 2836072"/>
              <a:gd name="connsiteY10" fmla="*/ 887470 h 3279489"/>
              <a:gd name="connsiteX11" fmla="*/ 1161068 w 2836072"/>
              <a:gd name="connsiteY11" fmla="*/ 1400002 h 3279489"/>
              <a:gd name="connsiteX12" fmla="*/ 938161 w 2836072"/>
              <a:gd name="connsiteY12" fmla="*/ 1747412 h 3279489"/>
              <a:gd name="connsiteX13" fmla="*/ 762384 w 2836072"/>
              <a:gd name="connsiteY13" fmla="*/ 1994223 h 3279489"/>
              <a:gd name="connsiteX14" fmla="*/ 383219 w 2836072"/>
              <a:gd name="connsiteY14" fmla="*/ 2487553 h 3279489"/>
              <a:gd name="connsiteX15" fmla="*/ 0 w 2836072"/>
              <a:gd name="connsiteY15" fmla="*/ 2699630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52998 w 2905851"/>
              <a:gd name="connsiteY14" fmla="*/ 2487553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54476 w 2954476"/>
              <a:gd name="connsiteY0" fmla="*/ 3279489 h 3279489"/>
              <a:gd name="connsiteX1" fmla="*/ 2792637 w 2954476"/>
              <a:gd name="connsiteY1" fmla="*/ 2400749 h 3279489"/>
              <a:gd name="connsiteX2" fmla="*/ 2576506 w 2954476"/>
              <a:gd name="connsiteY2" fmla="*/ 1951667 h 3279489"/>
              <a:gd name="connsiteX3" fmla="*/ 2497946 w 2954476"/>
              <a:gd name="connsiteY3" fmla="*/ 1609063 h 3279489"/>
              <a:gd name="connsiteX4" fmla="*/ 2578337 w 2954476"/>
              <a:gd name="connsiteY4" fmla="*/ 1183962 h 3279489"/>
              <a:gd name="connsiteX5" fmla="*/ 2729308 w 2954476"/>
              <a:gd name="connsiteY5" fmla="*/ 743621 h 3279489"/>
              <a:gd name="connsiteX6" fmla="*/ 2718259 w 2954476"/>
              <a:gd name="connsiteY6" fmla="*/ 342047 h 3279489"/>
              <a:gd name="connsiteX7" fmla="*/ 2575574 w 2954476"/>
              <a:gd name="connsiteY7" fmla="*/ 55440 h 3279489"/>
              <a:gd name="connsiteX8" fmla="*/ 2360881 w 2954476"/>
              <a:gd name="connsiteY8" fmla="*/ 2862 h 3279489"/>
              <a:gd name="connsiteX9" fmla="*/ 2003503 w 2954476"/>
              <a:gd name="connsiteY9" fmla="*/ 234129 h 3279489"/>
              <a:gd name="connsiteX10" fmla="*/ 1571078 w 2954476"/>
              <a:gd name="connsiteY10" fmla="*/ 887470 h 3279489"/>
              <a:gd name="connsiteX11" fmla="*/ 1279472 w 2954476"/>
              <a:gd name="connsiteY11" fmla="*/ 1400002 h 3279489"/>
              <a:gd name="connsiteX12" fmla="*/ 1056565 w 2954476"/>
              <a:gd name="connsiteY12" fmla="*/ 1747412 h 3279489"/>
              <a:gd name="connsiteX13" fmla="*/ 834756 w 2954476"/>
              <a:gd name="connsiteY13" fmla="*/ 1970127 h 3279489"/>
              <a:gd name="connsiteX14" fmla="*/ 474962 w 2954476"/>
              <a:gd name="connsiteY14" fmla="*/ 2297510 h 3279489"/>
              <a:gd name="connsiteX15" fmla="*/ 0 w 2954476"/>
              <a:gd name="connsiteY15" fmla="*/ 2595036 h 3279489"/>
              <a:gd name="connsiteX0" fmla="*/ 2954476 w 2954476"/>
              <a:gd name="connsiteY0" fmla="*/ 3279489 h 3279489"/>
              <a:gd name="connsiteX1" fmla="*/ 2839449 w 2954476"/>
              <a:gd name="connsiteY1" fmla="*/ 2786188 h 3279489"/>
              <a:gd name="connsiteX2" fmla="*/ 2792637 w 2954476"/>
              <a:gd name="connsiteY2" fmla="*/ 2400749 h 3279489"/>
              <a:gd name="connsiteX3" fmla="*/ 2576506 w 2954476"/>
              <a:gd name="connsiteY3" fmla="*/ 1951667 h 3279489"/>
              <a:gd name="connsiteX4" fmla="*/ 2497946 w 2954476"/>
              <a:gd name="connsiteY4" fmla="*/ 1609063 h 3279489"/>
              <a:gd name="connsiteX5" fmla="*/ 2578337 w 2954476"/>
              <a:gd name="connsiteY5" fmla="*/ 1183962 h 3279489"/>
              <a:gd name="connsiteX6" fmla="*/ 2729308 w 2954476"/>
              <a:gd name="connsiteY6" fmla="*/ 743621 h 3279489"/>
              <a:gd name="connsiteX7" fmla="*/ 2718259 w 2954476"/>
              <a:gd name="connsiteY7" fmla="*/ 342047 h 3279489"/>
              <a:gd name="connsiteX8" fmla="*/ 2575574 w 2954476"/>
              <a:gd name="connsiteY8" fmla="*/ 55440 h 3279489"/>
              <a:gd name="connsiteX9" fmla="*/ 2360881 w 2954476"/>
              <a:gd name="connsiteY9" fmla="*/ 2862 h 3279489"/>
              <a:gd name="connsiteX10" fmla="*/ 2003503 w 2954476"/>
              <a:gd name="connsiteY10" fmla="*/ 234129 h 3279489"/>
              <a:gd name="connsiteX11" fmla="*/ 1571078 w 2954476"/>
              <a:gd name="connsiteY11" fmla="*/ 887470 h 3279489"/>
              <a:gd name="connsiteX12" fmla="*/ 1279472 w 2954476"/>
              <a:gd name="connsiteY12" fmla="*/ 1400002 h 3279489"/>
              <a:gd name="connsiteX13" fmla="*/ 1056565 w 2954476"/>
              <a:gd name="connsiteY13" fmla="*/ 1747412 h 3279489"/>
              <a:gd name="connsiteX14" fmla="*/ 834756 w 2954476"/>
              <a:gd name="connsiteY14" fmla="*/ 1970127 h 3279489"/>
              <a:gd name="connsiteX15" fmla="*/ 474962 w 2954476"/>
              <a:gd name="connsiteY15" fmla="*/ 2297510 h 3279489"/>
              <a:gd name="connsiteX16" fmla="*/ 0 w 2954476"/>
              <a:gd name="connsiteY16" fmla="*/ 2595036 h 3279489"/>
              <a:gd name="connsiteX0" fmla="*/ 2996010 w 2996010"/>
              <a:gd name="connsiteY0" fmla="*/ 3214729 h 3214729"/>
              <a:gd name="connsiteX1" fmla="*/ 2839449 w 2996010"/>
              <a:gd name="connsiteY1" fmla="*/ 2786188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6947 w 2996010"/>
              <a:gd name="connsiteY6" fmla="*/ 75746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1631 w 2996010"/>
              <a:gd name="connsiteY7" fmla="*/ 717996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6051 h 3216051"/>
              <a:gd name="connsiteX1" fmla="*/ 2795284 w 2996010"/>
              <a:gd name="connsiteY1" fmla="*/ 2758277 h 3216051"/>
              <a:gd name="connsiteX2" fmla="*/ 2792637 w 2996010"/>
              <a:gd name="connsiteY2" fmla="*/ 2402071 h 3216051"/>
              <a:gd name="connsiteX3" fmla="*/ 2576506 w 2996010"/>
              <a:gd name="connsiteY3" fmla="*/ 1952989 h 3216051"/>
              <a:gd name="connsiteX4" fmla="*/ 2497946 w 2996010"/>
              <a:gd name="connsiteY4" fmla="*/ 1610385 h 3216051"/>
              <a:gd name="connsiteX5" fmla="*/ 2581714 w 2996010"/>
              <a:gd name="connsiteY5" fmla="*/ 1317835 h 3216051"/>
              <a:gd name="connsiteX6" fmla="*/ 2651631 w 2996010"/>
              <a:gd name="connsiteY6" fmla="*/ 987183 h 3216051"/>
              <a:gd name="connsiteX7" fmla="*/ 2651631 w 2996010"/>
              <a:gd name="connsiteY7" fmla="*/ 719318 h 3216051"/>
              <a:gd name="connsiteX8" fmla="*/ 2877057 w 2996010"/>
              <a:gd name="connsiteY8" fmla="*/ 353046 h 3216051"/>
              <a:gd name="connsiteX9" fmla="*/ 2575574 w 2996010"/>
              <a:gd name="connsiteY9" fmla="*/ 56762 h 3216051"/>
              <a:gd name="connsiteX10" fmla="*/ 2360881 w 2996010"/>
              <a:gd name="connsiteY10" fmla="*/ 4184 h 3216051"/>
              <a:gd name="connsiteX11" fmla="*/ 2003503 w 2996010"/>
              <a:gd name="connsiteY11" fmla="*/ 235451 h 3216051"/>
              <a:gd name="connsiteX12" fmla="*/ 1571078 w 2996010"/>
              <a:gd name="connsiteY12" fmla="*/ 888792 h 3216051"/>
              <a:gd name="connsiteX13" fmla="*/ 1279472 w 2996010"/>
              <a:gd name="connsiteY13" fmla="*/ 1401324 h 3216051"/>
              <a:gd name="connsiteX14" fmla="*/ 1056565 w 2996010"/>
              <a:gd name="connsiteY14" fmla="*/ 1748734 h 3216051"/>
              <a:gd name="connsiteX15" fmla="*/ 834756 w 2996010"/>
              <a:gd name="connsiteY15" fmla="*/ 1971449 h 3216051"/>
              <a:gd name="connsiteX16" fmla="*/ 474962 w 2996010"/>
              <a:gd name="connsiteY16" fmla="*/ 2298832 h 3216051"/>
              <a:gd name="connsiteX17" fmla="*/ 0 w 2996010"/>
              <a:gd name="connsiteY17" fmla="*/ 2596358 h 3216051"/>
              <a:gd name="connsiteX0" fmla="*/ 2996010 w 2996010"/>
              <a:gd name="connsiteY0" fmla="*/ 3216248 h 3216248"/>
              <a:gd name="connsiteX1" fmla="*/ 2795284 w 2996010"/>
              <a:gd name="connsiteY1" fmla="*/ 2758474 h 3216248"/>
              <a:gd name="connsiteX2" fmla="*/ 2792637 w 2996010"/>
              <a:gd name="connsiteY2" fmla="*/ 2402268 h 3216248"/>
              <a:gd name="connsiteX3" fmla="*/ 2576506 w 2996010"/>
              <a:gd name="connsiteY3" fmla="*/ 1953186 h 3216248"/>
              <a:gd name="connsiteX4" fmla="*/ 2497946 w 2996010"/>
              <a:gd name="connsiteY4" fmla="*/ 1610582 h 3216248"/>
              <a:gd name="connsiteX5" fmla="*/ 2581714 w 2996010"/>
              <a:gd name="connsiteY5" fmla="*/ 1318032 h 3216248"/>
              <a:gd name="connsiteX6" fmla="*/ 2651631 w 2996010"/>
              <a:gd name="connsiteY6" fmla="*/ 987380 h 3216248"/>
              <a:gd name="connsiteX7" fmla="*/ 2651631 w 2996010"/>
              <a:gd name="connsiteY7" fmla="*/ 719515 h 3216248"/>
              <a:gd name="connsiteX8" fmla="*/ 2961977 w 2996010"/>
              <a:gd name="connsiteY8" fmla="*/ 361096 h 3216248"/>
              <a:gd name="connsiteX9" fmla="*/ 2575574 w 2996010"/>
              <a:gd name="connsiteY9" fmla="*/ 56959 h 3216248"/>
              <a:gd name="connsiteX10" fmla="*/ 2360881 w 2996010"/>
              <a:gd name="connsiteY10" fmla="*/ 4381 h 3216248"/>
              <a:gd name="connsiteX11" fmla="*/ 2003503 w 2996010"/>
              <a:gd name="connsiteY11" fmla="*/ 235648 h 3216248"/>
              <a:gd name="connsiteX12" fmla="*/ 1571078 w 2996010"/>
              <a:gd name="connsiteY12" fmla="*/ 888989 h 3216248"/>
              <a:gd name="connsiteX13" fmla="*/ 1279472 w 2996010"/>
              <a:gd name="connsiteY13" fmla="*/ 1401521 h 3216248"/>
              <a:gd name="connsiteX14" fmla="*/ 1056565 w 2996010"/>
              <a:gd name="connsiteY14" fmla="*/ 1748931 h 3216248"/>
              <a:gd name="connsiteX15" fmla="*/ 834756 w 2996010"/>
              <a:gd name="connsiteY15" fmla="*/ 1971646 h 3216248"/>
              <a:gd name="connsiteX16" fmla="*/ 474962 w 2996010"/>
              <a:gd name="connsiteY16" fmla="*/ 2299029 h 3216248"/>
              <a:gd name="connsiteX17" fmla="*/ 0 w 2996010"/>
              <a:gd name="connsiteY17" fmla="*/ 2596555 h 3216248"/>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571078 w 2996010"/>
              <a:gd name="connsiteY12" fmla="*/ 897446 h 3224705"/>
              <a:gd name="connsiteX13" fmla="*/ 1279472 w 2996010"/>
              <a:gd name="connsiteY13" fmla="*/ 1409978 h 3224705"/>
              <a:gd name="connsiteX14" fmla="*/ 1056565 w 2996010"/>
              <a:gd name="connsiteY14" fmla="*/ 1757388 h 3224705"/>
              <a:gd name="connsiteX15" fmla="*/ 834756 w 2996010"/>
              <a:gd name="connsiteY15" fmla="*/ 1980103 h 3224705"/>
              <a:gd name="connsiteX16" fmla="*/ 474962 w 2996010"/>
              <a:gd name="connsiteY16" fmla="*/ 2307486 h 3224705"/>
              <a:gd name="connsiteX17" fmla="*/ 0 w 2996010"/>
              <a:gd name="connsiteY17"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35916 w 2996010"/>
              <a:gd name="connsiteY12" fmla="*/ 585312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279472 w 2996010"/>
              <a:gd name="connsiteY14" fmla="*/ 1406892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39556 w 2996010"/>
              <a:gd name="connsiteY3" fmla="*/ 1988372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3690 h 3223690"/>
              <a:gd name="connsiteX1" fmla="*/ 2742361 w 2996010"/>
              <a:gd name="connsiteY1" fmla="*/ 2738791 h 3223690"/>
              <a:gd name="connsiteX2" fmla="*/ 2792637 w 2996010"/>
              <a:gd name="connsiteY2" fmla="*/ 2409710 h 3223690"/>
              <a:gd name="connsiteX3" fmla="*/ 2539556 w 2996010"/>
              <a:gd name="connsiteY3" fmla="*/ 1990443 h 3223690"/>
              <a:gd name="connsiteX4" fmla="*/ 2497946 w 2996010"/>
              <a:gd name="connsiteY4" fmla="*/ 1618024 h 3223690"/>
              <a:gd name="connsiteX5" fmla="*/ 2581714 w 2996010"/>
              <a:gd name="connsiteY5" fmla="*/ 1325474 h 3223690"/>
              <a:gd name="connsiteX6" fmla="*/ 2651631 w 2996010"/>
              <a:gd name="connsiteY6" fmla="*/ 994822 h 3223690"/>
              <a:gd name="connsiteX7" fmla="*/ 2651631 w 2996010"/>
              <a:gd name="connsiteY7" fmla="*/ 726957 h 3223690"/>
              <a:gd name="connsiteX8" fmla="*/ 2926643 w 2996010"/>
              <a:gd name="connsiteY8" fmla="*/ 430906 h 3223690"/>
              <a:gd name="connsiteX9" fmla="*/ 2575574 w 2996010"/>
              <a:gd name="connsiteY9" fmla="*/ 64401 h 3223690"/>
              <a:gd name="connsiteX10" fmla="*/ 2360881 w 2996010"/>
              <a:gd name="connsiteY10" fmla="*/ 11823 h 3223690"/>
              <a:gd name="connsiteX11" fmla="*/ 1985240 w 2996010"/>
              <a:gd name="connsiteY11" fmla="*/ 198500 h 3223690"/>
              <a:gd name="connsiteX12" fmla="*/ 1735916 w 2996010"/>
              <a:gd name="connsiteY12" fmla="*/ 584297 h 3223690"/>
              <a:gd name="connsiteX13" fmla="*/ 1539098 w 2996010"/>
              <a:gd name="connsiteY13" fmla="*/ 874734 h 3223690"/>
              <a:gd name="connsiteX14" fmla="*/ 1199895 w 2996010"/>
              <a:gd name="connsiteY14" fmla="*/ 1373999 h 3223690"/>
              <a:gd name="connsiteX15" fmla="*/ 1056565 w 2996010"/>
              <a:gd name="connsiteY15" fmla="*/ 1756373 h 3223690"/>
              <a:gd name="connsiteX16" fmla="*/ 834756 w 2996010"/>
              <a:gd name="connsiteY16" fmla="*/ 1979088 h 3223690"/>
              <a:gd name="connsiteX17" fmla="*/ 364571 w 2996010"/>
              <a:gd name="connsiteY17" fmla="*/ 2184740 h 3223690"/>
              <a:gd name="connsiteX18" fmla="*/ 0 w 2996010"/>
              <a:gd name="connsiteY18" fmla="*/ 2603997 h 3223690"/>
              <a:gd name="connsiteX0" fmla="*/ 2996010 w 2996010"/>
              <a:gd name="connsiteY0" fmla="*/ 3216802 h 3216802"/>
              <a:gd name="connsiteX1" fmla="*/ 2742361 w 2996010"/>
              <a:gd name="connsiteY1" fmla="*/ 2731903 h 3216802"/>
              <a:gd name="connsiteX2" fmla="*/ 2792637 w 2996010"/>
              <a:gd name="connsiteY2" fmla="*/ 2402822 h 3216802"/>
              <a:gd name="connsiteX3" fmla="*/ 2539556 w 2996010"/>
              <a:gd name="connsiteY3" fmla="*/ 1983555 h 3216802"/>
              <a:gd name="connsiteX4" fmla="*/ 2497946 w 2996010"/>
              <a:gd name="connsiteY4" fmla="*/ 1611136 h 3216802"/>
              <a:gd name="connsiteX5" fmla="*/ 2581714 w 2996010"/>
              <a:gd name="connsiteY5" fmla="*/ 1318586 h 3216802"/>
              <a:gd name="connsiteX6" fmla="*/ 2651631 w 2996010"/>
              <a:gd name="connsiteY6" fmla="*/ 987934 h 3216802"/>
              <a:gd name="connsiteX7" fmla="*/ 2651631 w 2996010"/>
              <a:gd name="connsiteY7" fmla="*/ 720069 h 3216802"/>
              <a:gd name="connsiteX8" fmla="*/ 2926643 w 2996010"/>
              <a:gd name="connsiteY8" fmla="*/ 424018 h 3216802"/>
              <a:gd name="connsiteX9" fmla="*/ 2770257 w 2996010"/>
              <a:gd name="connsiteY9" fmla="*/ 94720 h 3216802"/>
              <a:gd name="connsiteX10" fmla="*/ 2575574 w 2996010"/>
              <a:gd name="connsiteY10" fmla="*/ 57513 h 3216802"/>
              <a:gd name="connsiteX11" fmla="*/ 2360881 w 2996010"/>
              <a:gd name="connsiteY11" fmla="*/ 4935 h 3216802"/>
              <a:gd name="connsiteX12" fmla="*/ 1985240 w 2996010"/>
              <a:gd name="connsiteY12" fmla="*/ 191612 h 3216802"/>
              <a:gd name="connsiteX13" fmla="*/ 1735916 w 2996010"/>
              <a:gd name="connsiteY13" fmla="*/ 577409 h 3216802"/>
              <a:gd name="connsiteX14" fmla="*/ 1539098 w 2996010"/>
              <a:gd name="connsiteY14" fmla="*/ 867846 h 3216802"/>
              <a:gd name="connsiteX15" fmla="*/ 1199895 w 2996010"/>
              <a:gd name="connsiteY15" fmla="*/ 1367111 h 3216802"/>
              <a:gd name="connsiteX16" fmla="*/ 1056565 w 2996010"/>
              <a:gd name="connsiteY16" fmla="*/ 1749485 h 3216802"/>
              <a:gd name="connsiteX17" fmla="*/ 834756 w 2996010"/>
              <a:gd name="connsiteY17" fmla="*/ 1972200 h 3216802"/>
              <a:gd name="connsiteX18" fmla="*/ 364571 w 2996010"/>
              <a:gd name="connsiteY18" fmla="*/ 2177852 h 3216802"/>
              <a:gd name="connsiteX19" fmla="*/ 0 w 2996010"/>
              <a:gd name="connsiteY19" fmla="*/ 2597109 h 3216802"/>
              <a:gd name="connsiteX0" fmla="*/ 3177507 w 3177507"/>
              <a:gd name="connsiteY0" fmla="*/ 3365644 h 3365644"/>
              <a:gd name="connsiteX1" fmla="*/ 2742361 w 3177507"/>
              <a:gd name="connsiteY1" fmla="*/ 2731903 h 3365644"/>
              <a:gd name="connsiteX2" fmla="*/ 2792637 w 3177507"/>
              <a:gd name="connsiteY2" fmla="*/ 2402822 h 3365644"/>
              <a:gd name="connsiteX3" fmla="*/ 2539556 w 3177507"/>
              <a:gd name="connsiteY3" fmla="*/ 1983555 h 3365644"/>
              <a:gd name="connsiteX4" fmla="*/ 2497946 w 3177507"/>
              <a:gd name="connsiteY4" fmla="*/ 1611136 h 3365644"/>
              <a:gd name="connsiteX5" fmla="*/ 2581714 w 3177507"/>
              <a:gd name="connsiteY5" fmla="*/ 1318586 h 3365644"/>
              <a:gd name="connsiteX6" fmla="*/ 2651631 w 3177507"/>
              <a:gd name="connsiteY6" fmla="*/ 987934 h 3365644"/>
              <a:gd name="connsiteX7" fmla="*/ 2651631 w 3177507"/>
              <a:gd name="connsiteY7" fmla="*/ 720069 h 3365644"/>
              <a:gd name="connsiteX8" fmla="*/ 2926643 w 3177507"/>
              <a:gd name="connsiteY8" fmla="*/ 424018 h 3365644"/>
              <a:gd name="connsiteX9" fmla="*/ 2770257 w 3177507"/>
              <a:gd name="connsiteY9" fmla="*/ 94720 h 3365644"/>
              <a:gd name="connsiteX10" fmla="*/ 2575574 w 3177507"/>
              <a:gd name="connsiteY10" fmla="*/ 57513 h 3365644"/>
              <a:gd name="connsiteX11" fmla="*/ 2360881 w 3177507"/>
              <a:gd name="connsiteY11" fmla="*/ 4935 h 3365644"/>
              <a:gd name="connsiteX12" fmla="*/ 1985240 w 3177507"/>
              <a:gd name="connsiteY12" fmla="*/ 191612 h 3365644"/>
              <a:gd name="connsiteX13" fmla="*/ 1735916 w 3177507"/>
              <a:gd name="connsiteY13" fmla="*/ 577409 h 3365644"/>
              <a:gd name="connsiteX14" fmla="*/ 1539098 w 3177507"/>
              <a:gd name="connsiteY14" fmla="*/ 867846 h 3365644"/>
              <a:gd name="connsiteX15" fmla="*/ 1199895 w 3177507"/>
              <a:gd name="connsiteY15" fmla="*/ 1367111 h 3365644"/>
              <a:gd name="connsiteX16" fmla="*/ 1056565 w 3177507"/>
              <a:gd name="connsiteY16" fmla="*/ 1749485 h 3365644"/>
              <a:gd name="connsiteX17" fmla="*/ 834756 w 3177507"/>
              <a:gd name="connsiteY17" fmla="*/ 1972200 h 3365644"/>
              <a:gd name="connsiteX18" fmla="*/ 364571 w 3177507"/>
              <a:gd name="connsiteY18" fmla="*/ 2177852 h 3365644"/>
              <a:gd name="connsiteX19" fmla="*/ 0 w 3177507"/>
              <a:gd name="connsiteY19" fmla="*/ 2597109 h 3365644"/>
              <a:gd name="connsiteX0" fmla="*/ 3177507 w 3177507"/>
              <a:gd name="connsiteY0" fmla="*/ 3365644 h 3365644"/>
              <a:gd name="connsiteX1" fmla="*/ 2742361 w 3177507"/>
              <a:gd name="connsiteY1" fmla="*/ 2731903 h 3365644"/>
              <a:gd name="connsiteX2" fmla="*/ 2792637 w 3177507"/>
              <a:gd name="connsiteY2" fmla="*/ 2402822 h 3365644"/>
              <a:gd name="connsiteX3" fmla="*/ 2539556 w 3177507"/>
              <a:gd name="connsiteY3" fmla="*/ 1983555 h 3365644"/>
              <a:gd name="connsiteX4" fmla="*/ 2497946 w 3177507"/>
              <a:gd name="connsiteY4" fmla="*/ 1611136 h 3365644"/>
              <a:gd name="connsiteX5" fmla="*/ 2581714 w 3177507"/>
              <a:gd name="connsiteY5" fmla="*/ 1318586 h 3365644"/>
              <a:gd name="connsiteX6" fmla="*/ 2651631 w 3177507"/>
              <a:gd name="connsiteY6" fmla="*/ 987934 h 3365644"/>
              <a:gd name="connsiteX7" fmla="*/ 2651631 w 3177507"/>
              <a:gd name="connsiteY7" fmla="*/ 720069 h 3365644"/>
              <a:gd name="connsiteX8" fmla="*/ 2926643 w 3177507"/>
              <a:gd name="connsiteY8" fmla="*/ 424018 h 3365644"/>
              <a:gd name="connsiteX9" fmla="*/ 2770257 w 3177507"/>
              <a:gd name="connsiteY9" fmla="*/ 94720 h 3365644"/>
              <a:gd name="connsiteX10" fmla="*/ 2575574 w 3177507"/>
              <a:gd name="connsiteY10" fmla="*/ 57513 h 3365644"/>
              <a:gd name="connsiteX11" fmla="*/ 2360881 w 3177507"/>
              <a:gd name="connsiteY11" fmla="*/ 4935 h 3365644"/>
              <a:gd name="connsiteX12" fmla="*/ 1985240 w 3177507"/>
              <a:gd name="connsiteY12" fmla="*/ 191612 h 3365644"/>
              <a:gd name="connsiteX13" fmla="*/ 1735916 w 3177507"/>
              <a:gd name="connsiteY13" fmla="*/ 577409 h 3365644"/>
              <a:gd name="connsiteX14" fmla="*/ 1539098 w 3177507"/>
              <a:gd name="connsiteY14" fmla="*/ 867846 h 3365644"/>
              <a:gd name="connsiteX15" fmla="*/ 1199895 w 3177507"/>
              <a:gd name="connsiteY15" fmla="*/ 1367111 h 3365644"/>
              <a:gd name="connsiteX16" fmla="*/ 1056565 w 3177507"/>
              <a:gd name="connsiteY16" fmla="*/ 1749485 h 3365644"/>
              <a:gd name="connsiteX17" fmla="*/ 834756 w 3177507"/>
              <a:gd name="connsiteY17" fmla="*/ 1972200 h 3365644"/>
              <a:gd name="connsiteX18" fmla="*/ 0 w 3177507"/>
              <a:gd name="connsiteY18" fmla="*/ 2597109 h 3365644"/>
              <a:gd name="connsiteX0" fmla="*/ 2342751 w 2342751"/>
              <a:gd name="connsiteY0" fmla="*/ 3365644 h 3365644"/>
              <a:gd name="connsiteX1" fmla="*/ 1907605 w 2342751"/>
              <a:gd name="connsiteY1" fmla="*/ 2731903 h 3365644"/>
              <a:gd name="connsiteX2" fmla="*/ 1957881 w 2342751"/>
              <a:gd name="connsiteY2" fmla="*/ 2402822 h 3365644"/>
              <a:gd name="connsiteX3" fmla="*/ 1704800 w 2342751"/>
              <a:gd name="connsiteY3" fmla="*/ 1983555 h 3365644"/>
              <a:gd name="connsiteX4" fmla="*/ 1663190 w 2342751"/>
              <a:gd name="connsiteY4" fmla="*/ 1611136 h 3365644"/>
              <a:gd name="connsiteX5" fmla="*/ 1746958 w 2342751"/>
              <a:gd name="connsiteY5" fmla="*/ 1318586 h 3365644"/>
              <a:gd name="connsiteX6" fmla="*/ 1816875 w 2342751"/>
              <a:gd name="connsiteY6" fmla="*/ 987934 h 3365644"/>
              <a:gd name="connsiteX7" fmla="*/ 1816875 w 2342751"/>
              <a:gd name="connsiteY7" fmla="*/ 720069 h 3365644"/>
              <a:gd name="connsiteX8" fmla="*/ 2091887 w 2342751"/>
              <a:gd name="connsiteY8" fmla="*/ 424018 h 3365644"/>
              <a:gd name="connsiteX9" fmla="*/ 1935501 w 2342751"/>
              <a:gd name="connsiteY9" fmla="*/ 94720 h 3365644"/>
              <a:gd name="connsiteX10" fmla="*/ 1740818 w 2342751"/>
              <a:gd name="connsiteY10" fmla="*/ 57513 h 3365644"/>
              <a:gd name="connsiteX11" fmla="*/ 1526125 w 2342751"/>
              <a:gd name="connsiteY11" fmla="*/ 4935 h 3365644"/>
              <a:gd name="connsiteX12" fmla="*/ 1150484 w 2342751"/>
              <a:gd name="connsiteY12" fmla="*/ 191612 h 3365644"/>
              <a:gd name="connsiteX13" fmla="*/ 901160 w 2342751"/>
              <a:gd name="connsiteY13" fmla="*/ 577409 h 3365644"/>
              <a:gd name="connsiteX14" fmla="*/ 704342 w 2342751"/>
              <a:gd name="connsiteY14" fmla="*/ 867846 h 3365644"/>
              <a:gd name="connsiteX15" fmla="*/ 365139 w 2342751"/>
              <a:gd name="connsiteY15" fmla="*/ 1367111 h 3365644"/>
              <a:gd name="connsiteX16" fmla="*/ 221809 w 2342751"/>
              <a:gd name="connsiteY16" fmla="*/ 1749485 h 3365644"/>
              <a:gd name="connsiteX17" fmla="*/ 0 w 2342751"/>
              <a:gd name="connsiteY17" fmla="*/ 1972200 h 3365644"/>
              <a:gd name="connsiteX0" fmla="*/ 2120942 w 2120942"/>
              <a:gd name="connsiteY0" fmla="*/ 3365644 h 3365644"/>
              <a:gd name="connsiteX1" fmla="*/ 1685796 w 2120942"/>
              <a:gd name="connsiteY1" fmla="*/ 2731903 h 3365644"/>
              <a:gd name="connsiteX2" fmla="*/ 1736072 w 2120942"/>
              <a:gd name="connsiteY2" fmla="*/ 2402822 h 3365644"/>
              <a:gd name="connsiteX3" fmla="*/ 1482991 w 2120942"/>
              <a:gd name="connsiteY3" fmla="*/ 1983555 h 3365644"/>
              <a:gd name="connsiteX4" fmla="*/ 1441381 w 2120942"/>
              <a:gd name="connsiteY4" fmla="*/ 1611136 h 3365644"/>
              <a:gd name="connsiteX5" fmla="*/ 1525149 w 2120942"/>
              <a:gd name="connsiteY5" fmla="*/ 1318586 h 3365644"/>
              <a:gd name="connsiteX6" fmla="*/ 1595066 w 2120942"/>
              <a:gd name="connsiteY6" fmla="*/ 987934 h 3365644"/>
              <a:gd name="connsiteX7" fmla="*/ 1595066 w 2120942"/>
              <a:gd name="connsiteY7" fmla="*/ 720069 h 3365644"/>
              <a:gd name="connsiteX8" fmla="*/ 1870078 w 2120942"/>
              <a:gd name="connsiteY8" fmla="*/ 424018 h 3365644"/>
              <a:gd name="connsiteX9" fmla="*/ 1713692 w 2120942"/>
              <a:gd name="connsiteY9" fmla="*/ 94720 h 3365644"/>
              <a:gd name="connsiteX10" fmla="*/ 1519009 w 2120942"/>
              <a:gd name="connsiteY10" fmla="*/ 57513 h 3365644"/>
              <a:gd name="connsiteX11" fmla="*/ 1304316 w 2120942"/>
              <a:gd name="connsiteY11" fmla="*/ 4935 h 3365644"/>
              <a:gd name="connsiteX12" fmla="*/ 928675 w 2120942"/>
              <a:gd name="connsiteY12" fmla="*/ 191612 h 3365644"/>
              <a:gd name="connsiteX13" fmla="*/ 679351 w 2120942"/>
              <a:gd name="connsiteY13" fmla="*/ 577409 h 3365644"/>
              <a:gd name="connsiteX14" fmla="*/ 482533 w 2120942"/>
              <a:gd name="connsiteY14" fmla="*/ 867846 h 3365644"/>
              <a:gd name="connsiteX15" fmla="*/ 143330 w 2120942"/>
              <a:gd name="connsiteY15" fmla="*/ 1367111 h 3365644"/>
              <a:gd name="connsiteX16" fmla="*/ 0 w 2120942"/>
              <a:gd name="connsiteY16" fmla="*/ 1749485 h 3365644"/>
              <a:gd name="connsiteX0" fmla="*/ 2120942 w 2120942"/>
              <a:gd name="connsiteY0" fmla="*/ 3365644 h 3365644"/>
              <a:gd name="connsiteX1" fmla="*/ 1685796 w 2120942"/>
              <a:gd name="connsiteY1" fmla="*/ 2731903 h 3365644"/>
              <a:gd name="connsiteX2" fmla="*/ 1736072 w 2120942"/>
              <a:gd name="connsiteY2" fmla="*/ 2402822 h 3365644"/>
              <a:gd name="connsiteX3" fmla="*/ 1482991 w 2120942"/>
              <a:gd name="connsiteY3" fmla="*/ 1983555 h 3365644"/>
              <a:gd name="connsiteX4" fmla="*/ 1441381 w 2120942"/>
              <a:gd name="connsiteY4" fmla="*/ 1611136 h 3365644"/>
              <a:gd name="connsiteX5" fmla="*/ 1525149 w 2120942"/>
              <a:gd name="connsiteY5" fmla="*/ 1318586 h 3365644"/>
              <a:gd name="connsiteX6" fmla="*/ 1595066 w 2120942"/>
              <a:gd name="connsiteY6" fmla="*/ 987934 h 3365644"/>
              <a:gd name="connsiteX7" fmla="*/ 1595066 w 2120942"/>
              <a:gd name="connsiteY7" fmla="*/ 720069 h 3365644"/>
              <a:gd name="connsiteX8" fmla="*/ 1870078 w 2120942"/>
              <a:gd name="connsiteY8" fmla="*/ 424018 h 3365644"/>
              <a:gd name="connsiteX9" fmla="*/ 1713692 w 2120942"/>
              <a:gd name="connsiteY9" fmla="*/ 94720 h 3365644"/>
              <a:gd name="connsiteX10" fmla="*/ 1519009 w 2120942"/>
              <a:gd name="connsiteY10" fmla="*/ 57513 h 3365644"/>
              <a:gd name="connsiteX11" fmla="*/ 1304316 w 2120942"/>
              <a:gd name="connsiteY11" fmla="*/ 4935 h 3365644"/>
              <a:gd name="connsiteX12" fmla="*/ 928675 w 2120942"/>
              <a:gd name="connsiteY12" fmla="*/ 191612 h 3365644"/>
              <a:gd name="connsiteX13" fmla="*/ 679351 w 2120942"/>
              <a:gd name="connsiteY13" fmla="*/ 577409 h 3365644"/>
              <a:gd name="connsiteX14" fmla="*/ 482533 w 2120942"/>
              <a:gd name="connsiteY14" fmla="*/ 867846 h 3365644"/>
              <a:gd name="connsiteX15" fmla="*/ 0 w 2120942"/>
              <a:gd name="connsiteY15" fmla="*/ 1749485 h 3365644"/>
              <a:gd name="connsiteX0" fmla="*/ 1638409 w 1638409"/>
              <a:gd name="connsiteY0" fmla="*/ 3365644 h 3365644"/>
              <a:gd name="connsiteX1" fmla="*/ 1203263 w 1638409"/>
              <a:gd name="connsiteY1" fmla="*/ 2731903 h 3365644"/>
              <a:gd name="connsiteX2" fmla="*/ 1253539 w 1638409"/>
              <a:gd name="connsiteY2" fmla="*/ 2402822 h 3365644"/>
              <a:gd name="connsiteX3" fmla="*/ 1000458 w 1638409"/>
              <a:gd name="connsiteY3" fmla="*/ 1983555 h 3365644"/>
              <a:gd name="connsiteX4" fmla="*/ 958848 w 1638409"/>
              <a:gd name="connsiteY4" fmla="*/ 1611136 h 3365644"/>
              <a:gd name="connsiteX5" fmla="*/ 1042616 w 1638409"/>
              <a:gd name="connsiteY5" fmla="*/ 1318586 h 3365644"/>
              <a:gd name="connsiteX6" fmla="*/ 1112533 w 1638409"/>
              <a:gd name="connsiteY6" fmla="*/ 987934 h 3365644"/>
              <a:gd name="connsiteX7" fmla="*/ 1112533 w 1638409"/>
              <a:gd name="connsiteY7" fmla="*/ 720069 h 3365644"/>
              <a:gd name="connsiteX8" fmla="*/ 1387545 w 1638409"/>
              <a:gd name="connsiteY8" fmla="*/ 424018 h 3365644"/>
              <a:gd name="connsiteX9" fmla="*/ 1231159 w 1638409"/>
              <a:gd name="connsiteY9" fmla="*/ 94720 h 3365644"/>
              <a:gd name="connsiteX10" fmla="*/ 1036476 w 1638409"/>
              <a:gd name="connsiteY10" fmla="*/ 57513 h 3365644"/>
              <a:gd name="connsiteX11" fmla="*/ 821783 w 1638409"/>
              <a:gd name="connsiteY11" fmla="*/ 4935 h 3365644"/>
              <a:gd name="connsiteX12" fmla="*/ 446142 w 1638409"/>
              <a:gd name="connsiteY12" fmla="*/ 191612 h 3365644"/>
              <a:gd name="connsiteX13" fmla="*/ 196818 w 1638409"/>
              <a:gd name="connsiteY13" fmla="*/ 577409 h 3365644"/>
              <a:gd name="connsiteX14" fmla="*/ 0 w 1638409"/>
              <a:gd name="connsiteY14" fmla="*/ 867846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973663 w 1611614"/>
              <a:gd name="connsiteY3" fmla="*/ 1983555 h 3365644"/>
              <a:gd name="connsiteX4" fmla="*/ 932053 w 1611614"/>
              <a:gd name="connsiteY4" fmla="*/ 1611136 h 3365644"/>
              <a:gd name="connsiteX5" fmla="*/ 1015821 w 1611614"/>
              <a:gd name="connsiteY5" fmla="*/ 1318586 h 3365644"/>
              <a:gd name="connsiteX6" fmla="*/ 1085738 w 1611614"/>
              <a:gd name="connsiteY6" fmla="*/ 987934 h 3365644"/>
              <a:gd name="connsiteX7" fmla="*/ 1085738 w 1611614"/>
              <a:gd name="connsiteY7" fmla="*/ 720069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973663 w 1611614"/>
              <a:gd name="connsiteY3" fmla="*/ 1983555 h 3365644"/>
              <a:gd name="connsiteX4" fmla="*/ 932053 w 1611614"/>
              <a:gd name="connsiteY4" fmla="*/ 1611136 h 3365644"/>
              <a:gd name="connsiteX5" fmla="*/ 1015821 w 1611614"/>
              <a:gd name="connsiteY5" fmla="*/ 1318586 h 3365644"/>
              <a:gd name="connsiteX6" fmla="*/ 1085738 w 1611614"/>
              <a:gd name="connsiteY6" fmla="*/ 987934 h 3365644"/>
              <a:gd name="connsiteX7" fmla="*/ 1488299 w 1611614"/>
              <a:gd name="connsiteY7" fmla="*/ 794237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973663 w 1611614"/>
              <a:gd name="connsiteY3" fmla="*/ 1983555 h 3365644"/>
              <a:gd name="connsiteX4" fmla="*/ 932053 w 1611614"/>
              <a:gd name="connsiteY4" fmla="*/ 1611136 h 3365644"/>
              <a:gd name="connsiteX5" fmla="*/ 1015821 w 1611614"/>
              <a:gd name="connsiteY5" fmla="*/ 1318586 h 3365644"/>
              <a:gd name="connsiteX6" fmla="*/ 1338559 w 1611614"/>
              <a:gd name="connsiteY6" fmla="*/ 1081881 h 3365644"/>
              <a:gd name="connsiteX7" fmla="*/ 1488299 w 1611614"/>
              <a:gd name="connsiteY7" fmla="*/ 794237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973663 w 1611614"/>
              <a:gd name="connsiteY3" fmla="*/ 1983555 h 3365644"/>
              <a:gd name="connsiteX4" fmla="*/ 1081311 w 1611614"/>
              <a:gd name="connsiteY4" fmla="*/ 1647943 h 3365644"/>
              <a:gd name="connsiteX5" fmla="*/ 1015821 w 1611614"/>
              <a:gd name="connsiteY5" fmla="*/ 1318586 h 3365644"/>
              <a:gd name="connsiteX6" fmla="*/ 1338559 w 1611614"/>
              <a:gd name="connsiteY6" fmla="*/ 1081881 h 3365644"/>
              <a:gd name="connsiteX7" fmla="*/ 1488299 w 1611614"/>
              <a:gd name="connsiteY7" fmla="*/ 794237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1263893 w 1611614"/>
              <a:gd name="connsiteY3" fmla="*/ 1884788 h 3365644"/>
              <a:gd name="connsiteX4" fmla="*/ 1081311 w 1611614"/>
              <a:gd name="connsiteY4" fmla="*/ 1647943 h 3365644"/>
              <a:gd name="connsiteX5" fmla="*/ 1015821 w 1611614"/>
              <a:gd name="connsiteY5" fmla="*/ 1318586 h 3365644"/>
              <a:gd name="connsiteX6" fmla="*/ 1338559 w 1611614"/>
              <a:gd name="connsiteY6" fmla="*/ 1081881 h 3365644"/>
              <a:gd name="connsiteX7" fmla="*/ 1488299 w 1611614"/>
              <a:gd name="connsiteY7" fmla="*/ 794237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611614 w 1611614"/>
              <a:gd name="connsiteY0" fmla="*/ 3365644 h 3365644"/>
              <a:gd name="connsiteX1" fmla="*/ 1176468 w 1611614"/>
              <a:gd name="connsiteY1" fmla="*/ 2731903 h 3365644"/>
              <a:gd name="connsiteX2" fmla="*/ 1332016 w 1611614"/>
              <a:gd name="connsiteY2" fmla="*/ 2259342 h 3365644"/>
              <a:gd name="connsiteX3" fmla="*/ 1263893 w 1611614"/>
              <a:gd name="connsiteY3" fmla="*/ 1884788 h 3365644"/>
              <a:gd name="connsiteX4" fmla="*/ 1081311 w 1611614"/>
              <a:gd name="connsiteY4" fmla="*/ 1647943 h 3365644"/>
              <a:gd name="connsiteX5" fmla="*/ 1015821 w 1611614"/>
              <a:gd name="connsiteY5" fmla="*/ 1318586 h 3365644"/>
              <a:gd name="connsiteX6" fmla="*/ 1338559 w 1611614"/>
              <a:gd name="connsiteY6" fmla="*/ 1081881 h 3365644"/>
              <a:gd name="connsiteX7" fmla="*/ 1488299 w 1611614"/>
              <a:gd name="connsiteY7" fmla="*/ 794237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512681 w 1492217"/>
              <a:gd name="connsiteY0" fmla="*/ 3354638 h 3354638"/>
              <a:gd name="connsiteX1" fmla="*/ 1176468 w 1492217"/>
              <a:gd name="connsiteY1" fmla="*/ 2731903 h 3354638"/>
              <a:gd name="connsiteX2" fmla="*/ 1332016 w 1492217"/>
              <a:gd name="connsiteY2" fmla="*/ 2259342 h 3354638"/>
              <a:gd name="connsiteX3" fmla="*/ 1263893 w 1492217"/>
              <a:gd name="connsiteY3" fmla="*/ 1884788 h 3354638"/>
              <a:gd name="connsiteX4" fmla="*/ 1081311 w 1492217"/>
              <a:gd name="connsiteY4" fmla="*/ 1647943 h 3354638"/>
              <a:gd name="connsiteX5" fmla="*/ 1015821 w 1492217"/>
              <a:gd name="connsiteY5" fmla="*/ 1318586 h 3354638"/>
              <a:gd name="connsiteX6" fmla="*/ 1338559 w 1492217"/>
              <a:gd name="connsiteY6" fmla="*/ 1081881 h 3354638"/>
              <a:gd name="connsiteX7" fmla="*/ 1488299 w 1492217"/>
              <a:gd name="connsiteY7" fmla="*/ 794237 h 3354638"/>
              <a:gd name="connsiteX8" fmla="*/ 1360750 w 1492217"/>
              <a:gd name="connsiteY8" fmla="*/ 424018 h 3354638"/>
              <a:gd name="connsiteX9" fmla="*/ 1204364 w 1492217"/>
              <a:gd name="connsiteY9" fmla="*/ 94720 h 3354638"/>
              <a:gd name="connsiteX10" fmla="*/ 1009681 w 1492217"/>
              <a:gd name="connsiteY10" fmla="*/ 57513 h 3354638"/>
              <a:gd name="connsiteX11" fmla="*/ 794988 w 1492217"/>
              <a:gd name="connsiteY11" fmla="*/ 4935 h 3354638"/>
              <a:gd name="connsiteX12" fmla="*/ 419347 w 1492217"/>
              <a:gd name="connsiteY12" fmla="*/ 191612 h 3354638"/>
              <a:gd name="connsiteX13" fmla="*/ 170023 w 1492217"/>
              <a:gd name="connsiteY13" fmla="*/ 577409 h 3354638"/>
              <a:gd name="connsiteX14" fmla="*/ 0 w 1492217"/>
              <a:gd name="connsiteY14" fmla="*/ 803411 h 3354638"/>
              <a:gd name="connsiteX0" fmla="*/ 525701 w 1492217"/>
              <a:gd name="connsiteY0" fmla="*/ 2971452 h 2971452"/>
              <a:gd name="connsiteX1" fmla="*/ 1176468 w 1492217"/>
              <a:gd name="connsiteY1" fmla="*/ 2731903 h 2971452"/>
              <a:gd name="connsiteX2" fmla="*/ 1332016 w 1492217"/>
              <a:gd name="connsiteY2" fmla="*/ 2259342 h 2971452"/>
              <a:gd name="connsiteX3" fmla="*/ 1263893 w 1492217"/>
              <a:gd name="connsiteY3" fmla="*/ 1884788 h 2971452"/>
              <a:gd name="connsiteX4" fmla="*/ 1081311 w 1492217"/>
              <a:gd name="connsiteY4" fmla="*/ 1647943 h 2971452"/>
              <a:gd name="connsiteX5" fmla="*/ 1015821 w 1492217"/>
              <a:gd name="connsiteY5" fmla="*/ 1318586 h 2971452"/>
              <a:gd name="connsiteX6" fmla="*/ 1338559 w 1492217"/>
              <a:gd name="connsiteY6" fmla="*/ 1081881 h 2971452"/>
              <a:gd name="connsiteX7" fmla="*/ 1488299 w 1492217"/>
              <a:gd name="connsiteY7" fmla="*/ 794237 h 2971452"/>
              <a:gd name="connsiteX8" fmla="*/ 1360750 w 1492217"/>
              <a:gd name="connsiteY8" fmla="*/ 424018 h 2971452"/>
              <a:gd name="connsiteX9" fmla="*/ 1204364 w 1492217"/>
              <a:gd name="connsiteY9" fmla="*/ 94720 h 2971452"/>
              <a:gd name="connsiteX10" fmla="*/ 1009681 w 1492217"/>
              <a:gd name="connsiteY10" fmla="*/ 57513 h 2971452"/>
              <a:gd name="connsiteX11" fmla="*/ 794988 w 1492217"/>
              <a:gd name="connsiteY11" fmla="*/ 4935 h 2971452"/>
              <a:gd name="connsiteX12" fmla="*/ 419347 w 1492217"/>
              <a:gd name="connsiteY12" fmla="*/ 191612 h 2971452"/>
              <a:gd name="connsiteX13" fmla="*/ 170023 w 1492217"/>
              <a:gd name="connsiteY13" fmla="*/ 577409 h 2971452"/>
              <a:gd name="connsiteX14" fmla="*/ 0 w 1492217"/>
              <a:gd name="connsiteY14" fmla="*/ 803411 h 2971452"/>
              <a:gd name="connsiteX0" fmla="*/ 525701 w 1492217"/>
              <a:gd name="connsiteY0" fmla="*/ 2971452 h 2971452"/>
              <a:gd name="connsiteX1" fmla="*/ 1176468 w 1492217"/>
              <a:gd name="connsiteY1" fmla="*/ 2731903 h 2971452"/>
              <a:gd name="connsiteX2" fmla="*/ 1053337 w 1492217"/>
              <a:gd name="connsiteY2" fmla="*/ 2147252 h 2971452"/>
              <a:gd name="connsiteX3" fmla="*/ 1263893 w 1492217"/>
              <a:gd name="connsiteY3" fmla="*/ 1884788 h 2971452"/>
              <a:gd name="connsiteX4" fmla="*/ 1081311 w 1492217"/>
              <a:gd name="connsiteY4" fmla="*/ 1647943 h 2971452"/>
              <a:gd name="connsiteX5" fmla="*/ 1015821 w 1492217"/>
              <a:gd name="connsiteY5" fmla="*/ 1318586 h 2971452"/>
              <a:gd name="connsiteX6" fmla="*/ 1338559 w 1492217"/>
              <a:gd name="connsiteY6" fmla="*/ 1081881 h 2971452"/>
              <a:gd name="connsiteX7" fmla="*/ 1488299 w 1492217"/>
              <a:gd name="connsiteY7" fmla="*/ 794237 h 2971452"/>
              <a:gd name="connsiteX8" fmla="*/ 1360750 w 1492217"/>
              <a:gd name="connsiteY8" fmla="*/ 424018 h 2971452"/>
              <a:gd name="connsiteX9" fmla="*/ 1204364 w 1492217"/>
              <a:gd name="connsiteY9" fmla="*/ 94720 h 2971452"/>
              <a:gd name="connsiteX10" fmla="*/ 1009681 w 1492217"/>
              <a:gd name="connsiteY10" fmla="*/ 57513 h 2971452"/>
              <a:gd name="connsiteX11" fmla="*/ 794988 w 1492217"/>
              <a:gd name="connsiteY11" fmla="*/ 4935 h 2971452"/>
              <a:gd name="connsiteX12" fmla="*/ 419347 w 1492217"/>
              <a:gd name="connsiteY12" fmla="*/ 191612 h 2971452"/>
              <a:gd name="connsiteX13" fmla="*/ 170023 w 1492217"/>
              <a:gd name="connsiteY13" fmla="*/ 577409 h 2971452"/>
              <a:gd name="connsiteX14" fmla="*/ 0 w 1492217"/>
              <a:gd name="connsiteY14" fmla="*/ 803411 h 2971452"/>
              <a:gd name="connsiteX0" fmla="*/ 525701 w 1492217"/>
              <a:gd name="connsiteY0" fmla="*/ 2971452 h 2971452"/>
              <a:gd name="connsiteX1" fmla="*/ 1176468 w 1492217"/>
              <a:gd name="connsiteY1" fmla="*/ 2731903 h 2971452"/>
              <a:gd name="connsiteX2" fmla="*/ 1053337 w 1492217"/>
              <a:gd name="connsiteY2" fmla="*/ 2147252 h 2971452"/>
              <a:gd name="connsiteX3" fmla="*/ 1048685 w 1492217"/>
              <a:gd name="connsiteY3" fmla="*/ 1955661 h 2971452"/>
              <a:gd name="connsiteX4" fmla="*/ 1081311 w 1492217"/>
              <a:gd name="connsiteY4" fmla="*/ 1647943 h 2971452"/>
              <a:gd name="connsiteX5" fmla="*/ 1015821 w 1492217"/>
              <a:gd name="connsiteY5" fmla="*/ 1318586 h 2971452"/>
              <a:gd name="connsiteX6" fmla="*/ 1338559 w 1492217"/>
              <a:gd name="connsiteY6" fmla="*/ 1081881 h 2971452"/>
              <a:gd name="connsiteX7" fmla="*/ 1488299 w 1492217"/>
              <a:gd name="connsiteY7" fmla="*/ 794237 h 2971452"/>
              <a:gd name="connsiteX8" fmla="*/ 1360750 w 1492217"/>
              <a:gd name="connsiteY8" fmla="*/ 424018 h 2971452"/>
              <a:gd name="connsiteX9" fmla="*/ 1204364 w 1492217"/>
              <a:gd name="connsiteY9" fmla="*/ 94720 h 2971452"/>
              <a:gd name="connsiteX10" fmla="*/ 1009681 w 1492217"/>
              <a:gd name="connsiteY10" fmla="*/ 57513 h 2971452"/>
              <a:gd name="connsiteX11" fmla="*/ 794988 w 1492217"/>
              <a:gd name="connsiteY11" fmla="*/ 4935 h 2971452"/>
              <a:gd name="connsiteX12" fmla="*/ 419347 w 1492217"/>
              <a:gd name="connsiteY12" fmla="*/ 191612 h 2971452"/>
              <a:gd name="connsiteX13" fmla="*/ 170023 w 1492217"/>
              <a:gd name="connsiteY13" fmla="*/ 577409 h 2971452"/>
              <a:gd name="connsiteX14" fmla="*/ 0 w 1492217"/>
              <a:gd name="connsiteY14" fmla="*/ 803411 h 2971452"/>
              <a:gd name="connsiteX0" fmla="*/ 355678 w 1322194"/>
              <a:gd name="connsiteY0" fmla="*/ 2971452 h 2971452"/>
              <a:gd name="connsiteX1" fmla="*/ 1006445 w 1322194"/>
              <a:gd name="connsiteY1" fmla="*/ 2731903 h 2971452"/>
              <a:gd name="connsiteX2" fmla="*/ 883314 w 1322194"/>
              <a:gd name="connsiteY2" fmla="*/ 2147252 h 2971452"/>
              <a:gd name="connsiteX3" fmla="*/ 878662 w 1322194"/>
              <a:gd name="connsiteY3" fmla="*/ 1955661 h 2971452"/>
              <a:gd name="connsiteX4" fmla="*/ 911288 w 1322194"/>
              <a:gd name="connsiteY4" fmla="*/ 1647943 h 2971452"/>
              <a:gd name="connsiteX5" fmla="*/ 845798 w 1322194"/>
              <a:gd name="connsiteY5" fmla="*/ 1318586 h 2971452"/>
              <a:gd name="connsiteX6" fmla="*/ 1168536 w 1322194"/>
              <a:gd name="connsiteY6" fmla="*/ 1081881 h 2971452"/>
              <a:gd name="connsiteX7" fmla="*/ 1318276 w 1322194"/>
              <a:gd name="connsiteY7" fmla="*/ 794237 h 2971452"/>
              <a:gd name="connsiteX8" fmla="*/ 1190727 w 1322194"/>
              <a:gd name="connsiteY8" fmla="*/ 424018 h 2971452"/>
              <a:gd name="connsiteX9" fmla="*/ 1034341 w 1322194"/>
              <a:gd name="connsiteY9" fmla="*/ 94720 h 2971452"/>
              <a:gd name="connsiteX10" fmla="*/ 839658 w 1322194"/>
              <a:gd name="connsiteY10" fmla="*/ 57513 h 2971452"/>
              <a:gd name="connsiteX11" fmla="*/ 624965 w 1322194"/>
              <a:gd name="connsiteY11" fmla="*/ 4935 h 2971452"/>
              <a:gd name="connsiteX12" fmla="*/ 249324 w 1322194"/>
              <a:gd name="connsiteY12" fmla="*/ 191612 h 2971452"/>
              <a:gd name="connsiteX13" fmla="*/ 0 w 1322194"/>
              <a:gd name="connsiteY13" fmla="*/ 577409 h 2971452"/>
              <a:gd name="connsiteX0" fmla="*/ 106354 w 1072870"/>
              <a:gd name="connsiteY0" fmla="*/ 2971452 h 2971452"/>
              <a:gd name="connsiteX1" fmla="*/ 757121 w 1072870"/>
              <a:gd name="connsiteY1" fmla="*/ 2731903 h 2971452"/>
              <a:gd name="connsiteX2" fmla="*/ 633990 w 1072870"/>
              <a:gd name="connsiteY2" fmla="*/ 2147252 h 2971452"/>
              <a:gd name="connsiteX3" fmla="*/ 629338 w 1072870"/>
              <a:gd name="connsiteY3" fmla="*/ 1955661 h 2971452"/>
              <a:gd name="connsiteX4" fmla="*/ 661964 w 1072870"/>
              <a:gd name="connsiteY4" fmla="*/ 1647943 h 2971452"/>
              <a:gd name="connsiteX5" fmla="*/ 596474 w 1072870"/>
              <a:gd name="connsiteY5" fmla="*/ 1318586 h 2971452"/>
              <a:gd name="connsiteX6" fmla="*/ 919212 w 1072870"/>
              <a:gd name="connsiteY6" fmla="*/ 1081881 h 2971452"/>
              <a:gd name="connsiteX7" fmla="*/ 1068952 w 1072870"/>
              <a:gd name="connsiteY7" fmla="*/ 794237 h 2971452"/>
              <a:gd name="connsiteX8" fmla="*/ 941403 w 1072870"/>
              <a:gd name="connsiteY8" fmla="*/ 424018 h 2971452"/>
              <a:gd name="connsiteX9" fmla="*/ 785017 w 1072870"/>
              <a:gd name="connsiteY9" fmla="*/ 94720 h 2971452"/>
              <a:gd name="connsiteX10" fmla="*/ 590334 w 1072870"/>
              <a:gd name="connsiteY10" fmla="*/ 57513 h 2971452"/>
              <a:gd name="connsiteX11" fmla="*/ 375641 w 1072870"/>
              <a:gd name="connsiteY11" fmla="*/ 4935 h 2971452"/>
              <a:gd name="connsiteX12" fmla="*/ 0 w 1072870"/>
              <a:gd name="connsiteY12" fmla="*/ 191612 h 2971452"/>
              <a:gd name="connsiteX0" fmla="*/ 273 w 966789"/>
              <a:gd name="connsiteY0" fmla="*/ 2969347 h 2969347"/>
              <a:gd name="connsiteX1" fmla="*/ 651040 w 966789"/>
              <a:gd name="connsiteY1" fmla="*/ 2729798 h 2969347"/>
              <a:gd name="connsiteX2" fmla="*/ 527909 w 966789"/>
              <a:gd name="connsiteY2" fmla="*/ 2145147 h 2969347"/>
              <a:gd name="connsiteX3" fmla="*/ 523257 w 966789"/>
              <a:gd name="connsiteY3" fmla="*/ 1953556 h 2969347"/>
              <a:gd name="connsiteX4" fmla="*/ 555883 w 966789"/>
              <a:gd name="connsiteY4" fmla="*/ 1645838 h 2969347"/>
              <a:gd name="connsiteX5" fmla="*/ 490393 w 966789"/>
              <a:gd name="connsiteY5" fmla="*/ 1316481 h 2969347"/>
              <a:gd name="connsiteX6" fmla="*/ 813131 w 966789"/>
              <a:gd name="connsiteY6" fmla="*/ 1079776 h 2969347"/>
              <a:gd name="connsiteX7" fmla="*/ 962871 w 966789"/>
              <a:gd name="connsiteY7" fmla="*/ 792132 h 2969347"/>
              <a:gd name="connsiteX8" fmla="*/ 835322 w 966789"/>
              <a:gd name="connsiteY8" fmla="*/ 421913 h 2969347"/>
              <a:gd name="connsiteX9" fmla="*/ 678936 w 966789"/>
              <a:gd name="connsiteY9" fmla="*/ 92615 h 2969347"/>
              <a:gd name="connsiteX10" fmla="*/ 484253 w 966789"/>
              <a:gd name="connsiteY10" fmla="*/ 55408 h 2969347"/>
              <a:gd name="connsiteX11" fmla="*/ 269560 w 966789"/>
              <a:gd name="connsiteY11" fmla="*/ 2830 h 2969347"/>
              <a:gd name="connsiteX12" fmla="*/ 1566 w 966789"/>
              <a:gd name="connsiteY12" fmla="*/ 148926 h 2969347"/>
              <a:gd name="connsiteX0" fmla="*/ 0 w 966516"/>
              <a:gd name="connsiteY0" fmla="*/ 2969347 h 2969347"/>
              <a:gd name="connsiteX1" fmla="*/ 650767 w 966516"/>
              <a:gd name="connsiteY1" fmla="*/ 2729798 h 2969347"/>
              <a:gd name="connsiteX2" fmla="*/ 527636 w 966516"/>
              <a:gd name="connsiteY2" fmla="*/ 2145147 h 2969347"/>
              <a:gd name="connsiteX3" fmla="*/ 522984 w 966516"/>
              <a:gd name="connsiteY3" fmla="*/ 1953556 h 2969347"/>
              <a:gd name="connsiteX4" fmla="*/ 555610 w 966516"/>
              <a:gd name="connsiteY4" fmla="*/ 1645838 h 2969347"/>
              <a:gd name="connsiteX5" fmla="*/ 490120 w 966516"/>
              <a:gd name="connsiteY5" fmla="*/ 1316481 h 2969347"/>
              <a:gd name="connsiteX6" fmla="*/ 812858 w 966516"/>
              <a:gd name="connsiteY6" fmla="*/ 1079776 h 2969347"/>
              <a:gd name="connsiteX7" fmla="*/ 962598 w 966516"/>
              <a:gd name="connsiteY7" fmla="*/ 792132 h 2969347"/>
              <a:gd name="connsiteX8" fmla="*/ 835049 w 966516"/>
              <a:gd name="connsiteY8" fmla="*/ 421913 h 2969347"/>
              <a:gd name="connsiteX9" fmla="*/ 678663 w 966516"/>
              <a:gd name="connsiteY9" fmla="*/ 92615 h 2969347"/>
              <a:gd name="connsiteX10" fmla="*/ 483980 w 966516"/>
              <a:gd name="connsiteY10" fmla="*/ 55408 h 2969347"/>
              <a:gd name="connsiteX11" fmla="*/ 269287 w 966516"/>
              <a:gd name="connsiteY11" fmla="*/ 2830 h 2969347"/>
              <a:gd name="connsiteX12" fmla="*/ 1293 w 966516"/>
              <a:gd name="connsiteY12" fmla="*/ 148926 h 2969347"/>
              <a:gd name="connsiteX0" fmla="*/ 0 w 966516"/>
              <a:gd name="connsiteY0" fmla="*/ 2969347 h 2969347"/>
              <a:gd name="connsiteX1" fmla="*/ 574400 w 966516"/>
              <a:gd name="connsiteY1" fmla="*/ 2533905 h 2969347"/>
              <a:gd name="connsiteX2" fmla="*/ 527636 w 966516"/>
              <a:gd name="connsiteY2" fmla="*/ 2145147 h 2969347"/>
              <a:gd name="connsiteX3" fmla="*/ 522984 w 966516"/>
              <a:gd name="connsiteY3" fmla="*/ 1953556 h 2969347"/>
              <a:gd name="connsiteX4" fmla="*/ 555610 w 966516"/>
              <a:gd name="connsiteY4" fmla="*/ 1645838 h 2969347"/>
              <a:gd name="connsiteX5" fmla="*/ 490120 w 966516"/>
              <a:gd name="connsiteY5" fmla="*/ 1316481 h 2969347"/>
              <a:gd name="connsiteX6" fmla="*/ 812858 w 966516"/>
              <a:gd name="connsiteY6" fmla="*/ 1079776 h 2969347"/>
              <a:gd name="connsiteX7" fmla="*/ 962598 w 966516"/>
              <a:gd name="connsiteY7" fmla="*/ 792132 h 2969347"/>
              <a:gd name="connsiteX8" fmla="*/ 835049 w 966516"/>
              <a:gd name="connsiteY8" fmla="*/ 421913 h 2969347"/>
              <a:gd name="connsiteX9" fmla="*/ 678663 w 966516"/>
              <a:gd name="connsiteY9" fmla="*/ 92615 h 2969347"/>
              <a:gd name="connsiteX10" fmla="*/ 483980 w 966516"/>
              <a:gd name="connsiteY10" fmla="*/ 55408 h 2969347"/>
              <a:gd name="connsiteX11" fmla="*/ 269287 w 966516"/>
              <a:gd name="connsiteY11" fmla="*/ 2830 h 2969347"/>
              <a:gd name="connsiteX12" fmla="*/ 1293 w 966516"/>
              <a:gd name="connsiteY12" fmla="*/ 148926 h 2969347"/>
              <a:gd name="connsiteX0" fmla="*/ 0 w 966516"/>
              <a:gd name="connsiteY0" fmla="*/ 2969347 h 2969347"/>
              <a:gd name="connsiteX1" fmla="*/ 574400 w 966516"/>
              <a:gd name="connsiteY1" fmla="*/ 2533905 h 2969347"/>
              <a:gd name="connsiteX2" fmla="*/ 436575 w 966516"/>
              <a:gd name="connsiteY2" fmla="*/ 2147234 h 2969347"/>
              <a:gd name="connsiteX3" fmla="*/ 522984 w 966516"/>
              <a:gd name="connsiteY3" fmla="*/ 1953556 h 2969347"/>
              <a:gd name="connsiteX4" fmla="*/ 555610 w 966516"/>
              <a:gd name="connsiteY4" fmla="*/ 1645838 h 2969347"/>
              <a:gd name="connsiteX5" fmla="*/ 490120 w 966516"/>
              <a:gd name="connsiteY5" fmla="*/ 1316481 h 2969347"/>
              <a:gd name="connsiteX6" fmla="*/ 812858 w 966516"/>
              <a:gd name="connsiteY6" fmla="*/ 1079776 h 2969347"/>
              <a:gd name="connsiteX7" fmla="*/ 962598 w 966516"/>
              <a:gd name="connsiteY7" fmla="*/ 792132 h 2969347"/>
              <a:gd name="connsiteX8" fmla="*/ 835049 w 966516"/>
              <a:gd name="connsiteY8" fmla="*/ 421913 h 2969347"/>
              <a:gd name="connsiteX9" fmla="*/ 678663 w 966516"/>
              <a:gd name="connsiteY9" fmla="*/ 92615 h 2969347"/>
              <a:gd name="connsiteX10" fmla="*/ 483980 w 966516"/>
              <a:gd name="connsiteY10" fmla="*/ 55408 h 2969347"/>
              <a:gd name="connsiteX11" fmla="*/ 269287 w 966516"/>
              <a:gd name="connsiteY11" fmla="*/ 2830 h 2969347"/>
              <a:gd name="connsiteX12" fmla="*/ 1293 w 966516"/>
              <a:gd name="connsiteY12" fmla="*/ 148926 h 2969347"/>
              <a:gd name="connsiteX0" fmla="*/ 0 w 966516"/>
              <a:gd name="connsiteY0" fmla="*/ 2969347 h 2969347"/>
              <a:gd name="connsiteX1" fmla="*/ 574400 w 966516"/>
              <a:gd name="connsiteY1" fmla="*/ 2533905 h 2969347"/>
              <a:gd name="connsiteX2" fmla="*/ 436575 w 966516"/>
              <a:gd name="connsiteY2" fmla="*/ 2147234 h 2969347"/>
              <a:gd name="connsiteX3" fmla="*/ 522984 w 966516"/>
              <a:gd name="connsiteY3" fmla="*/ 1953556 h 2969347"/>
              <a:gd name="connsiteX4" fmla="*/ 555610 w 966516"/>
              <a:gd name="connsiteY4" fmla="*/ 1645838 h 2969347"/>
              <a:gd name="connsiteX5" fmla="*/ 490120 w 966516"/>
              <a:gd name="connsiteY5" fmla="*/ 1316481 h 2969347"/>
              <a:gd name="connsiteX6" fmla="*/ 812858 w 966516"/>
              <a:gd name="connsiteY6" fmla="*/ 1079776 h 2969347"/>
              <a:gd name="connsiteX7" fmla="*/ 962598 w 966516"/>
              <a:gd name="connsiteY7" fmla="*/ 792132 h 2969347"/>
              <a:gd name="connsiteX8" fmla="*/ 835049 w 966516"/>
              <a:gd name="connsiteY8" fmla="*/ 421913 h 2969347"/>
              <a:gd name="connsiteX9" fmla="*/ 678663 w 966516"/>
              <a:gd name="connsiteY9" fmla="*/ 92615 h 2969347"/>
              <a:gd name="connsiteX10" fmla="*/ 483980 w 966516"/>
              <a:gd name="connsiteY10" fmla="*/ 55408 h 2969347"/>
              <a:gd name="connsiteX11" fmla="*/ 269287 w 966516"/>
              <a:gd name="connsiteY11" fmla="*/ 2830 h 2969347"/>
              <a:gd name="connsiteX12" fmla="*/ 1293 w 966516"/>
              <a:gd name="connsiteY12" fmla="*/ 148926 h 2969347"/>
              <a:gd name="connsiteX0" fmla="*/ 0 w 966516"/>
              <a:gd name="connsiteY0" fmla="*/ 2969347 h 2969347"/>
              <a:gd name="connsiteX1" fmla="*/ 291306 w 966516"/>
              <a:gd name="connsiteY1" fmla="*/ 2867753 h 2969347"/>
              <a:gd name="connsiteX2" fmla="*/ 574400 w 966516"/>
              <a:gd name="connsiteY2" fmla="*/ 2533905 h 2969347"/>
              <a:gd name="connsiteX3" fmla="*/ 436575 w 966516"/>
              <a:gd name="connsiteY3" fmla="*/ 2147234 h 2969347"/>
              <a:gd name="connsiteX4" fmla="*/ 522984 w 966516"/>
              <a:gd name="connsiteY4" fmla="*/ 1953556 h 2969347"/>
              <a:gd name="connsiteX5" fmla="*/ 555610 w 966516"/>
              <a:gd name="connsiteY5" fmla="*/ 1645838 h 2969347"/>
              <a:gd name="connsiteX6" fmla="*/ 490120 w 966516"/>
              <a:gd name="connsiteY6" fmla="*/ 1316481 h 2969347"/>
              <a:gd name="connsiteX7" fmla="*/ 812858 w 966516"/>
              <a:gd name="connsiteY7" fmla="*/ 1079776 h 2969347"/>
              <a:gd name="connsiteX8" fmla="*/ 962598 w 966516"/>
              <a:gd name="connsiteY8" fmla="*/ 792132 h 2969347"/>
              <a:gd name="connsiteX9" fmla="*/ 835049 w 966516"/>
              <a:gd name="connsiteY9" fmla="*/ 421913 h 2969347"/>
              <a:gd name="connsiteX10" fmla="*/ 678663 w 966516"/>
              <a:gd name="connsiteY10" fmla="*/ 92615 h 2969347"/>
              <a:gd name="connsiteX11" fmla="*/ 483980 w 966516"/>
              <a:gd name="connsiteY11" fmla="*/ 55408 h 2969347"/>
              <a:gd name="connsiteX12" fmla="*/ 269287 w 966516"/>
              <a:gd name="connsiteY12" fmla="*/ 2830 h 2969347"/>
              <a:gd name="connsiteX13" fmla="*/ 1293 w 966516"/>
              <a:gd name="connsiteY13" fmla="*/ 148926 h 2969347"/>
              <a:gd name="connsiteX0" fmla="*/ 0 w 966516"/>
              <a:gd name="connsiteY0" fmla="*/ 2969347 h 2969347"/>
              <a:gd name="connsiteX1" fmla="*/ 302191 w 966516"/>
              <a:gd name="connsiteY1" fmla="*/ 2572519 h 2969347"/>
              <a:gd name="connsiteX2" fmla="*/ 574400 w 966516"/>
              <a:gd name="connsiteY2" fmla="*/ 2533905 h 2969347"/>
              <a:gd name="connsiteX3" fmla="*/ 436575 w 966516"/>
              <a:gd name="connsiteY3" fmla="*/ 2147234 h 2969347"/>
              <a:gd name="connsiteX4" fmla="*/ 522984 w 966516"/>
              <a:gd name="connsiteY4" fmla="*/ 1953556 h 2969347"/>
              <a:gd name="connsiteX5" fmla="*/ 555610 w 966516"/>
              <a:gd name="connsiteY5" fmla="*/ 1645838 h 2969347"/>
              <a:gd name="connsiteX6" fmla="*/ 490120 w 966516"/>
              <a:gd name="connsiteY6" fmla="*/ 1316481 h 2969347"/>
              <a:gd name="connsiteX7" fmla="*/ 812858 w 966516"/>
              <a:gd name="connsiteY7" fmla="*/ 1079776 h 2969347"/>
              <a:gd name="connsiteX8" fmla="*/ 962598 w 966516"/>
              <a:gd name="connsiteY8" fmla="*/ 792132 h 2969347"/>
              <a:gd name="connsiteX9" fmla="*/ 835049 w 966516"/>
              <a:gd name="connsiteY9" fmla="*/ 421913 h 2969347"/>
              <a:gd name="connsiteX10" fmla="*/ 678663 w 966516"/>
              <a:gd name="connsiteY10" fmla="*/ 92615 h 2969347"/>
              <a:gd name="connsiteX11" fmla="*/ 483980 w 966516"/>
              <a:gd name="connsiteY11" fmla="*/ 55408 h 2969347"/>
              <a:gd name="connsiteX12" fmla="*/ 269287 w 966516"/>
              <a:gd name="connsiteY12" fmla="*/ 2830 h 2969347"/>
              <a:gd name="connsiteX13" fmla="*/ 1293 w 966516"/>
              <a:gd name="connsiteY13" fmla="*/ 148926 h 2969347"/>
              <a:gd name="connsiteX0" fmla="*/ 0 w 965402"/>
              <a:gd name="connsiteY0" fmla="*/ 2642282 h 2642282"/>
              <a:gd name="connsiteX1" fmla="*/ 301077 w 965402"/>
              <a:gd name="connsiteY1" fmla="*/ 2572519 h 2642282"/>
              <a:gd name="connsiteX2" fmla="*/ 573286 w 965402"/>
              <a:gd name="connsiteY2" fmla="*/ 2533905 h 2642282"/>
              <a:gd name="connsiteX3" fmla="*/ 435461 w 965402"/>
              <a:gd name="connsiteY3" fmla="*/ 2147234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0141 w 965402"/>
              <a:gd name="connsiteY1" fmla="*/ 2475742 h 2642282"/>
              <a:gd name="connsiteX2" fmla="*/ 573286 w 965402"/>
              <a:gd name="connsiteY2" fmla="*/ 2533905 h 2642282"/>
              <a:gd name="connsiteX3" fmla="*/ 435461 w 965402"/>
              <a:gd name="connsiteY3" fmla="*/ 2147234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0141 w 965402"/>
              <a:gd name="connsiteY1" fmla="*/ 2475742 h 2642282"/>
              <a:gd name="connsiteX2" fmla="*/ 325643 w 965402"/>
              <a:gd name="connsiteY2" fmla="*/ 2326013 h 2642282"/>
              <a:gd name="connsiteX3" fmla="*/ 435461 w 965402"/>
              <a:gd name="connsiteY3" fmla="*/ 2147234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35461 w 965402"/>
              <a:gd name="connsiteY3" fmla="*/ 2147234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35461 w 965402"/>
              <a:gd name="connsiteY3" fmla="*/ 2147234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59008 w 965402"/>
              <a:gd name="connsiteY3" fmla="*/ 2134118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59008 w 965402"/>
              <a:gd name="connsiteY3" fmla="*/ 2134118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59008 w 965402"/>
              <a:gd name="connsiteY3" fmla="*/ 2134118 h 2642282"/>
              <a:gd name="connsiteX4" fmla="*/ 521870 w 965402"/>
              <a:gd name="connsiteY4" fmla="*/ 1953556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65402"/>
              <a:gd name="connsiteY0" fmla="*/ 2642282 h 2642282"/>
              <a:gd name="connsiteX1" fmla="*/ 281623 w 965402"/>
              <a:gd name="connsiteY1" fmla="*/ 2498260 h 2642282"/>
              <a:gd name="connsiteX2" fmla="*/ 325643 w 965402"/>
              <a:gd name="connsiteY2" fmla="*/ 2326013 h 2642282"/>
              <a:gd name="connsiteX3" fmla="*/ 459008 w 965402"/>
              <a:gd name="connsiteY3" fmla="*/ 2134118 h 2642282"/>
              <a:gd name="connsiteX4" fmla="*/ 565390 w 965402"/>
              <a:gd name="connsiteY4" fmla="*/ 1953789 h 2642282"/>
              <a:gd name="connsiteX5" fmla="*/ 554496 w 965402"/>
              <a:gd name="connsiteY5" fmla="*/ 1645838 h 2642282"/>
              <a:gd name="connsiteX6" fmla="*/ 489006 w 965402"/>
              <a:gd name="connsiteY6" fmla="*/ 1316481 h 2642282"/>
              <a:gd name="connsiteX7" fmla="*/ 811744 w 965402"/>
              <a:gd name="connsiteY7" fmla="*/ 1079776 h 2642282"/>
              <a:gd name="connsiteX8" fmla="*/ 961484 w 965402"/>
              <a:gd name="connsiteY8" fmla="*/ 792132 h 2642282"/>
              <a:gd name="connsiteX9" fmla="*/ 833935 w 965402"/>
              <a:gd name="connsiteY9" fmla="*/ 421913 h 2642282"/>
              <a:gd name="connsiteX10" fmla="*/ 677549 w 965402"/>
              <a:gd name="connsiteY10" fmla="*/ 92615 h 2642282"/>
              <a:gd name="connsiteX11" fmla="*/ 482866 w 965402"/>
              <a:gd name="connsiteY11" fmla="*/ 55408 h 2642282"/>
              <a:gd name="connsiteX12" fmla="*/ 268173 w 965402"/>
              <a:gd name="connsiteY12" fmla="*/ 2830 h 2642282"/>
              <a:gd name="connsiteX13" fmla="*/ 179 w 965402"/>
              <a:gd name="connsiteY13" fmla="*/ 148926 h 2642282"/>
              <a:gd name="connsiteX0" fmla="*/ 0 w 981493"/>
              <a:gd name="connsiteY0" fmla="*/ 2762696 h 2762696"/>
              <a:gd name="connsiteX1" fmla="*/ 297714 w 981493"/>
              <a:gd name="connsiteY1" fmla="*/ 2498260 h 2762696"/>
              <a:gd name="connsiteX2" fmla="*/ 341734 w 981493"/>
              <a:gd name="connsiteY2" fmla="*/ 2326013 h 2762696"/>
              <a:gd name="connsiteX3" fmla="*/ 475099 w 981493"/>
              <a:gd name="connsiteY3" fmla="*/ 2134118 h 2762696"/>
              <a:gd name="connsiteX4" fmla="*/ 581481 w 981493"/>
              <a:gd name="connsiteY4" fmla="*/ 1953789 h 2762696"/>
              <a:gd name="connsiteX5" fmla="*/ 570587 w 981493"/>
              <a:gd name="connsiteY5" fmla="*/ 1645838 h 2762696"/>
              <a:gd name="connsiteX6" fmla="*/ 505097 w 981493"/>
              <a:gd name="connsiteY6" fmla="*/ 1316481 h 2762696"/>
              <a:gd name="connsiteX7" fmla="*/ 827835 w 981493"/>
              <a:gd name="connsiteY7" fmla="*/ 1079776 h 2762696"/>
              <a:gd name="connsiteX8" fmla="*/ 977575 w 981493"/>
              <a:gd name="connsiteY8" fmla="*/ 792132 h 2762696"/>
              <a:gd name="connsiteX9" fmla="*/ 850026 w 981493"/>
              <a:gd name="connsiteY9" fmla="*/ 421913 h 2762696"/>
              <a:gd name="connsiteX10" fmla="*/ 693640 w 981493"/>
              <a:gd name="connsiteY10" fmla="*/ 92615 h 2762696"/>
              <a:gd name="connsiteX11" fmla="*/ 498957 w 981493"/>
              <a:gd name="connsiteY11" fmla="*/ 55408 h 2762696"/>
              <a:gd name="connsiteX12" fmla="*/ 284264 w 981493"/>
              <a:gd name="connsiteY12" fmla="*/ 2830 h 2762696"/>
              <a:gd name="connsiteX13" fmla="*/ 16270 w 981493"/>
              <a:gd name="connsiteY13" fmla="*/ 148926 h 2762696"/>
              <a:gd name="connsiteX0" fmla="*/ 0 w 981493"/>
              <a:gd name="connsiteY0" fmla="*/ 2762696 h 2762696"/>
              <a:gd name="connsiteX1" fmla="*/ 297714 w 981493"/>
              <a:gd name="connsiteY1" fmla="*/ 2498260 h 2762696"/>
              <a:gd name="connsiteX2" fmla="*/ 341734 w 981493"/>
              <a:gd name="connsiteY2" fmla="*/ 2326013 h 2762696"/>
              <a:gd name="connsiteX3" fmla="*/ 475099 w 981493"/>
              <a:gd name="connsiteY3" fmla="*/ 2134118 h 2762696"/>
              <a:gd name="connsiteX4" fmla="*/ 581481 w 981493"/>
              <a:gd name="connsiteY4" fmla="*/ 1953789 h 2762696"/>
              <a:gd name="connsiteX5" fmla="*/ 570587 w 981493"/>
              <a:gd name="connsiteY5" fmla="*/ 1645838 h 2762696"/>
              <a:gd name="connsiteX6" fmla="*/ 505097 w 981493"/>
              <a:gd name="connsiteY6" fmla="*/ 1316481 h 2762696"/>
              <a:gd name="connsiteX7" fmla="*/ 827835 w 981493"/>
              <a:gd name="connsiteY7" fmla="*/ 1079776 h 2762696"/>
              <a:gd name="connsiteX8" fmla="*/ 977575 w 981493"/>
              <a:gd name="connsiteY8" fmla="*/ 792132 h 2762696"/>
              <a:gd name="connsiteX9" fmla="*/ 850026 w 981493"/>
              <a:gd name="connsiteY9" fmla="*/ 421913 h 2762696"/>
              <a:gd name="connsiteX10" fmla="*/ 693640 w 981493"/>
              <a:gd name="connsiteY10" fmla="*/ 92615 h 2762696"/>
              <a:gd name="connsiteX11" fmla="*/ 498957 w 981493"/>
              <a:gd name="connsiteY11" fmla="*/ 55408 h 2762696"/>
              <a:gd name="connsiteX12" fmla="*/ 284264 w 981493"/>
              <a:gd name="connsiteY12" fmla="*/ 2830 h 2762696"/>
              <a:gd name="connsiteX13" fmla="*/ 16270 w 981493"/>
              <a:gd name="connsiteY13" fmla="*/ 148926 h 2762696"/>
              <a:gd name="connsiteX0" fmla="*/ 0 w 975745"/>
              <a:gd name="connsiteY0" fmla="*/ 2873958 h 2873958"/>
              <a:gd name="connsiteX1" fmla="*/ 291966 w 975745"/>
              <a:gd name="connsiteY1" fmla="*/ 2498260 h 2873958"/>
              <a:gd name="connsiteX2" fmla="*/ 335986 w 975745"/>
              <a:gd name="connsiteY2" fmla="*/ 2326013 h 2873958"/>
              <a:gd name="connsiteX3" fmla="*/ 469351 w 975745"/>
              <a:gd name="connsiteY3" fmla="*/ 2134118 h 2873958"/>
              <a:gd name="connsiteX4" fmla="*/ 575733 w 975745"/>
              <a:gd name="connsiteY4" fmla="*/ 1953789 h 2873958"/>
              <a:gd name="connsiteX5" fmla="*/ 564839 w 975745"/>
              <a:gd name="connsiteY5" fmla="*/ 1645838 h 2873958"/>
              <a:gd name="connsiteX6" fmla="*/ 499349 w 975745"/>
              <a:gd name="connsiteY6" fmla="*/ 1316481 h 2873958"/>
              <a:gd name="connsiteX7" fmla="*/ 822087 w 975745"/>
              <a:gd name="connsiteY7" fmla="*/ 1079776 h 2873958"/>
              <a:gd name="connsiteX8" fmla="*/ 971827 w 975745"/>
              <a:gd name="connsiteY8" fmla="*/ 792132 h 2873958"/>
              <a:gd name="connsiteX9" fmla="*/ 844278 w 975745"/>
              <a:gd name="connsiteY9" fmla="*/ 421913 h 2873958"/>
              <a:gd name="connsiteX10" fmla="*/ 687892 w 975745"/>
              <a:gd name="connsiteY10" fmla="*/ 92615 h 2873958"/>
              <a:gd name="connsiteX11" fmla="*/ 493209 w 975745"/>
              <a:gd name="connsiteY11" fmla="*/ 55408 h 2873958"/>
              <a:gd name="connsiteX12" fmla="*/ 278516 w 975745"/>
              <a:gd name="connsiteY12" fmla="*/ 2830 h 2873958"/>
              <a:gd name="connsiteX13" fmla="*/ 10522 w 975745"/>
              <a:gd name="connsiteY13" fmla="*/ 148926 h 287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5745" h="2873958">
                <a:moveTo>
                  <a:pt x="0" y="2873958"/>
                </a:moveTo>
                <a:cubicBezTo>
                  <a:pt x="58286" y="2766053"/>
                  <a:pt x="196233" y="2570834"/>
                  <a:pt x="291966" y="2498260"/>
                </a:cubicBezTo>
                <a:cubicBezTo>
                  <a:pt x="355680" y="2450674"/>
                  <a:pt x="310789" y="2434519"/>
                  <a:pt x="335986" y="2326013"/>
                </a:cubicBezTo>
                <a:cubicBezTo>
                  <a:pt x="361183" y="2217507"/>
                  <a:pt x="429393" y="2196155"/>
                  <a:pt x="469351" y="2134118"/>
                </a:cubicBezTo>
                <a:cubicBezTo>
                  <a:pt x="509309" y="2072081"/>
                  <a:pt x="604933" y="2044679"/>
                  <a:pt x="575733" y="1953789"/>
                </a:cubicBezTo>
                <a:cubicBezTo>
                  <a:pt x="546533" y="1862899"/>
                  <a:pt x="564458" y="1756613"/>
                  <a:pt x="564839" y="1645838"/>
                </a:cubicBezTo>
                <a:cubicBezTo>
                  <a:pt x="565315" y="1500867"/>
                  <a:pt x="456474" y="1410825"/>
                  <a:pt x="499349" y="1316481"/>
                </a:cubicBezTo>
                <a:cubicBezTo>
                  <a:pt x="542224" y="1222137"/>
                  <a:pt x="809548" y="1172951"/>
                  <a:pt x="822087" y="1079776"/>
                </a:cubicBezTo>
                <a:cubicBezTo>
                  <a:pt x="782458" y="977551"/>
                  <a:pt x="956852" y="896320"/>
                  <a:pt x="971827" y="792132"/>
                </a:cubicBezTo>
                <a:cubicBezTo>
                  <a:pt x="997354" y="659353"/>
                  <a:pt x="891600" y="538499"/>
                  <a:pt x="844278" y="421913"/>
                </a:cubicBezTo>
                <a:cubicBezTo>
                  <a:pt x="796956" y="305327"/>
                  <a:pt x="746403" y="153699"/>
                  <a:pt x="687892" y="92615"/>
                </a:cubicBezTo>
                <a:cubicBezTo>
                  <a:pt x="629381" y="31531"/>
                  <a:pt x="561438" y="70372"/>
                  <a:pt x="493209" y="55408"/>
                </a:cubicBezTo>
                <a:cubicBezTo>
                  <a:pt x="424980" y="40444"/>
                  <a:pt x="358964" y="-12756"/>
                  <a:pt x="278516" y="2830"/>
                </a:cubicBezTo>
                <a:cubicBezTo>
                  <a:pt x="198068" y="18416"/>
                  <a:pt x="114683" y="53514"/>
                  <a:pt x="10522" y="148926"/>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2" name="Freeform: Shape 21">
            <a:extLst>
              <a:ext uri="{FF2B5EF4-FFF2-40B4-BE49-F238E27FC236}">
                <a16:creationId xmlns:a16="http://schemas.microsoft.com/office/drawing/2014/main" id="{6DE40492-903F-258A-52AF-5657EAF1E0BF}"/>
              </a:ext>
            </a:extLst>
          </p:cNvPr>
          <p:cNvSpPr/>
          <p:nvPr userDrawn="1"/>
        </p:nvSpPr>
        <p:spPr>
          <a:xfrm rot="166309" flipH="1">
            <a:off x="14114883" y="-668835"/>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3" name="Freeform: Shape 22">
            <a:extLst>
              <a:ext uri="{FF2B5EF4-FFF2-40B4-BE49-F238E27FC236}">
                <a16:creationId xmlns:a16="http://schemas.microsoft.com/office/drawing/2014/main" id="{48DD85EA-F56B-924B-D922-2A1CB8A6FDCC}"/>
              </a:ext>
            </a:extLst>
          </p:cNvPr>
          <p:cNvSpPr/>
          <p:nvPr userDrawn="1"/>
        </p:nvSpPr>
        <p:spPr>
          <a:xfrm rot="166309" flipH="1">
            <a:off x="14114883" y="-668835"/>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1" name="Freeform: Shape 30">
            <a:extLst>
              <a:ext uri="{FF2B5EF4-FFF2-40B4-BE49-F238E27FC236}">
                <a16:creationId xmlns:a16="http://schemas.microsoft.com/office/drawing/2014/main" id="{C6A77B27-92B6-7742-8CC7-0D694A868CDE}"/>
              </a:ext>
            </a:extLst>
          </p:cNvPr>
          <p:cNvSpPr/>
          <p:nvPr userDrawn="1"/>
        </p:nvSpPr>
        <p:spPr>
          <a:xfrm rot="166309" flipH="1">
            <a:off x="8705967" y="83574"/>
            <a:ext cx="3464426" cy="1550604"/>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63581"/>
              <a:gd name="connsiteX1" fmla="*/ 3769595 w 3791407"/>
              <a:gd name="connsiteY1" fmla="*/ 888762 h 1963581"/>
              <a:gd name="connsiteX2" fmla="*/ 3769595 w 3791407"/>
              <a:gd name="connsiteY2" fmla="*/ 1104503 h 1963581"/>
              <a:gd name="connsiteX3" fmla="*/ 3717683 w 3791407"/>
              <a:gd name="connsiteY3" fmla="*/ 1437973 h 1963581"/>
              <a:gd name="connsiteX4" fmla="*/ 3661105 w 3791407"/>
              <a:gd name="connsiteY4" fmla="*/ 1556845 h 1963581"/>
              <a:gd name="connsiteX5" fmla="*/ 3422123 w 3791407"/>
              <a:gd name="connsiteY5" fmla="*/ 1772586 h 1963581"/>
              <a:gd name="connsiteX6" fmla="*/ 3167043 w 3791407"/>
              <a:gd name="connsiteY6" fmla="*/ 1898316 h 1963581"/>
              <a:gd name="connsiteX7" fmla="*/ 2843765 w 3791407"/>
              <a:gd name="connsiteY7" fmla="*/ 1957181 h 1963581"/>
              <a:gd name="connsiteX8" fmla="*/ 2286208 w 3791407"/>
              <a:gd name="connsiteY8" fmla="*/ 1759538 h 1963581"/>
              <a:gd name="connsiteX9" fmla="*/ 2160346 w 3791407"/>
              <a:gd name="connsiteY9" fmla="*/ 1510649 h 1963581"/>
              <a:gd name="connsiteX10" fmla="*/ 2096814 w 3791407"/>
              <a:gd name="connsiteY10" fmla="*/ 1323768 h 1963581"/>
              <a:gd name="connsiteX11" fmla="*/ 1975561 w 3791407"/>
              <a:gd name="connsiteY11" fmla="*/ 1117266 h 1963581"/>
              <a:gd name="connsiteX12" fmla="*/ 1823828 w 3791407"/>
              <a:gd name="connsiteY12" fmla="*/ 1052687 h 1963581"/>
              <a:gd name="connsiteX13" fmla="*/ 1670666 w 3791407"/>
              <a:gd name="connsiteY13" fmla="*/ 1031160 h 1963581"/>
              <a:gd name="connsiteX14" fmla="*/ 1479118 w 3791407"/>
              <a:gd name="connsiteY14" fmla="*/ 1044495 h 1963581"/>
              <a:gd name="connsiteX15" fmla="*/ 1366532 w 3791407"/>
              <a:gd name="connsiteY15" fmla="*/ 1007919 h 1963581"/>
              <a:gd name="connsiteX16" fmla="*/ 1226038 w 3791407"/>
              <a:gd name="connsiteY16" fmla="*/ 867521 h 1963581"/>
              <a:gd name="connsiteX17" fmla="*/ 1038491 w 3791407"/>
              <a:gd name="connsiteY17" fmla="*/ 632920 h 1963581"/>
              <a:gd name="connsiteX18" fmla="*/ 0 w 3791407"/>
              <a:gd name="connsiteY18" fmla="*/ 0 h 1963581"/>
              <a:gd name="connsiteX0" fmla="*/ 3791407 w 3791407"/>
              <a:gd name="connsiteY0" fmla="*/ 292020 h 1962954"/>
              <a:gd name="connsiteX1" fmla="*/ 3769595 w 3791407"/>
              <a:gd name="connsiteY1" fmla="*/ 888762 h 1962954"/>
              <a:gd name="connsiteX2" fmla="*/ 3769595 w 3791407"/>
              <a:gd name="connsiteY2" fmla="*/ 1104503 h 1962954"/>
              <a:gd name="connsiteX3" fmla="*/ 3717683 w 3791407"/>
              <a:gd name="connsiteY3" fmla="*/ 1437973 h 1962954"/>
              <a:gd name="connsiteX4" fmla="*/ 3661105 w 3791407"/>
              <a:gd name="connsiteY4" fmla="*/ 1556845 h 1962954"/>
              <a:gd name="connsiteX5" fmla="*/ 3482917 w 3791407"/>
              <a:gd name="connsiteY5" fmla="*/ 1776225 h 1962954"/>
              <a:gd name="connsiteX6" fmla="*/ 3167043 w 3791407"/>
              <a:gd name="connsiteY6" fmla="*/ 1898316 h 1962954"/>
              <a:gd name="connsiteX7" fmla="*/ 2843765 w 3791407"/>
              <a:gd name="connsiteY7" fmla="*/ 1957181 h 1962954"/>
              <a:gd name="connsiteX8" fmla="*/ 2286208 w 3791407"/>
              <a:gd name="connsiteY8" fmla="*/ 1759538 h 1962954"/>
              <a:gd name="connsiteX9" fmla="*/ 2160346 w 3791407"/>
              <a:gd name="connsiteY9" fmla="*/ 1510649 h 1962954"/>
              <a:gd name="connsiteX10" fmla="*/ 2096814 w 3791407"/>
              <a:gd name="connsiteY10" fmla="*/ 1323768 h 1962954"/>
              <a:gd name="connsiteX11" fmla="*/ 1975561 w 3791407"/>
              <a:gd name="connsiteY11" fmla="*/ 1117266 h 1962954"/>
              <a:gd name="connsiteX12" fmla="*/ 1823828 w 3791407"/>
              <a:gd name="connsiteY12" fmla="*/ 1052687 h 1962954"/>
              <a:gd name="connsiteX13" fmla="*/ 1670666 w 3791407"/>
              <a:gd name="connsiteY13" fmla="*/ 1031160 h 1962954"/>
              <a:gd name="connsiteX14" fmla="*/ 1479118 w 3791407"/>
              <a:gd name="connsiteY14" fmla="*/ 1044495 h 1962954"/>
              <a:gd name="connsiteX15" fmla="*/ 1366532 w 3791407"/>
              <a:gd name="connsiteY15" fmla="*/ 1007919 h 1962954"/>
              <a:gd name="connsiteX16" fmla="*/ 1226038 w 3791407"/>
              <a:gd name="connsiteY16" fmla="*/ 867521 h 1962954"/>
              <a:gd name="connsiteX17" fmla="*/ 1038491 w 3791407"/>
              <a:gd name="connsiteY17" fmla="*/ 632920 h 1962954"/>
              <a:gd name="connsiteX18" fmla="*/ 0 w 3791407"/>
              <a:gd name="connsiteY18" fmla="*/ 0 h 1962954"/>
              <a:gd name="connsiteX0" fmla="*/ 3791407 w 3836989"/>
              <a:gd name="connsiteY0" fmla="*/ 292020 h 1962954"/>
              <a:gd name="connsiteX1" fmla="*/ 3769595 w 3836989"/>
              <a:gd name="connsiteY1" fmla="*/ 888762 h 1962954"/>
              <a:gd name="connsiteX2" fmla="*/ 3769595 w 3836989"/>
              <a:gd name="connsiteY2" fmla="*/ 1104503 h 1962954"/>
              <a:gd name="connsiteX3" fmla="*/ 3717683 w 3836989"/>
              <a:gd name="connsiteY3" fmla="*/ 1437973 h 1962954"/>
              <a:gd name="connsiteX4" fmla="*/ 3830168 w 3836989"/>
              <a:gd name="connsiteY4" fmla="*/ 1559520 h 1962954"/>
              <a:gd name="connsiteX5" fmla="*/ 3482917 w 3836989"/>
              <a:gd name="connsiteY5" fmla="*/ 1776225 h 1962954"/>
              <a:gd name="connsiteX6" fmla="*/ 3167043 w 3836989"/>
              <a:gd name="connsiteY6" fmla="*/ 1898316 h 1962954"/>
              <a:gd name="connsiteX7" fmla="*/ 2843765 w 3836989"/>
              <a:gd name="connsiteY7" fmla="*/ 1957181 h 1962954"/>
              <a:gd name="connsiteX8" fmla="*/ 2286208 w 3836989"/>
              <a:gd name="connsiteY8" fmla="*/ 1759538 h 1962954"/>
              <a:gd name="connsiteX9" fmla="*/ 2160346 w 3836989"/>
              <a:gd name="connsiteY9" fmla="*/ 1510649 h 1962954"/>
              <a:gd name="connsiteX10" fmla="*/ 2096814 w 3836989"/>
              <a:gd name="connsiteY10" fmla="*/ 1323768 h 1962954"/>
              <a:gd name="connsiteX11" fmla="*/ 1975561 w 3836989"/>
              <a:gd name="connsiteY11" fmla="*/ 1117266 h 1962954"/>
              <a:gd name="connsiteX12" fmla="*/ 1823828 w 3836989"/>
              <a:gd name="connsiteY12" fmla="*/ 1052687 h 1962954"/>
              <a:gd name="connsiteX13" fmla="*/ 1670666 w 3836989"/>
              <a:gd name="connsiteY13" fmla="*/ 1031160 h 1962954"/>
              <a:gd name="connsiteX14" fmla="*/ 1479118 w 3836989"/>
              <a:gd name="connsiteY14" fmla="*/ 1044495 h 1962954"/>
              <a:gd name="connsiteX15" fmla="*/ 1366532 w 3836989"/>
              <a:gd name="connsiteY15" fmla="*/ 1007919 h 1962954"/>
              <a:gd name="connsiteX16" fmla="*/ 1226038 w 3836989"/>
              <a:gd name="connsiteY16" fmla="*/ 867521 h 1962954"/>
              <a:gd name="connsiteX17" fmla="*/ 1038491 w 3836989"/>
              <a:gd name="connsiteY17" fmla="*/ 632920 h 1962954"/>
              <a:gd name="connsiteX18" fmla="*/ 0 w 3836989"/>
              <a:gd name="connsiteY18" fmla="*/ 0 h 1962954"/>
              <a:gd name="connsiteX0" fmla="*/ 3791407 w 3934609"/>
              <a:gd name="connsiteY0" fmla="*/ 292020 h 1962954"/>
              <a:gd name="connsiteX1" fmla="*/ 3769595 w 3934609"/>
              <a:gd name="connsiteY1" fmla="*/ 888762 h 1962954"/>
              <a:gd name="connsiteX2" fmla="*/ 3769595 w 3934609"/>
              <a:gd name="connsiteY2" fmla="*/ 1104503 h 1962954"/>
              <a:gd name="connsiteX3" fmla="*/ 3933005 w 3934609"/>
              <a:gd name="connsiteY3" fmla="*/ 1339204 h 1962954"/>
              <a:gd name="connsiteX4" fmla="*/ 3830168 w 3934609"/>
              <a:gd name="connsiteY4" fmla="*/ 1559520 h 1962954"/>
              <a:gd name="connsiteX5" fmla="*/ 3482917 w 3934609"/>
              <a:gd name="connsiteY5" fmla="*/ 1776225 h 1962954"/>
              <a:gd name="connsiteX6" fmla="*/ 3167043 w 3934609"/>
              <a:gd name="connsiteY6" fmla="*/ 1898316 h 1962954"/>
              <a:gd name="connsiteX7" fmla="*/ 2843765 w 3934609"/>
              <a:gd name="connsiteY7" fmla="*/ 1957181 h 1962954"/>
              <a:gd name="connsiteX8" fmla="*/ 2286208 w 3934609"/>
              <a:gd name="connsiteY8" fmla="*/ 1759538 h 1962954"/>
              <a:gd name="connsiteX9" fmla="*/ 2160346 w 3934609"/>
              <a:gd name="connsiteY9" fmla="*/ 1510649 h 1962954"/>
              <a:gd name="connsiteX10" fmla="*/ 2096814 w 3934609"/>
              <a:gd name="connsiteY10" fmla="*/ 1323768 h 1962954"/>
              <a:gd name="connsiteX11" fmla="*/ 1975561 w 3934609"/>
              <a:gd name="connsiteY11" fmla="*/ 1117266 h 1962954"/>
              <a:gd name="connsiteX12" fmla="*/ 1823828 w 3934609"/>
              <a:gd name="connsiteY12" fmla="*/ 1052687 h 1962954"/>
              <a:gd name="connsiteX13" fmla="*/ 1670666 w 3934609"/>
              <a:gd name="connsiteY13" fmla="*/ 1031160 h 1962954"/>
              <a:gd name="connsiteX14" fmla="*/ 1479118 w 3934609"/>
              <a:gd name="connsiteY14" fmla="*/ 1044495 h 1962954"/>
              <a:gd name="connsiteX15" fmla="*/ 1366532 w 3934609"/>
              <a:gd name="connsiteY15" fmla="*/ 1007919 h 1962954"/>
              <a:gd name="connsiteX16" fmla="*/ 1226038 w 3934609"/>
              <a:gd name="connsiteY16" fmla="*/ 867521 h 1962954"/>
              <a:gd name="connsiteX17" fmla="*/ 1038491 w 3934609"/>
              <a:gd name="connsiteY17" fmla="*/ 632920 h 1962954"/>
              <a:gd name="connsiteX18" fmla="*/ 0 w 3934609"/>
              <a:gd name="connsiteY18" fmla="*/ 0 h 1962954"/>
              <a:gd name="connsiteX0" fmla="*/ 3791407 w 3964547"/>
              <a:gd name="connsiteY0" fmla="*/ 292020 h 1962954"/>
              <a:gd name="connsiteX1" fmla="*/ 3769595 w 3964547"/>
              <a:gd name="connsiteY1" fmla="*/ 888762 h 1962954"/>
              <a:gd name="connsiteX2" fmla="*/ 3964529 w 3964547"/>
              <a:gd name="connsiteY2" fmla="*/ 963893 h 1962954"/>
              <a:gd name="connsiteX3" fmla="*/ 3933005 w 3964547"/>
              <a:gd name="connsiteY3" fmla="*/ 1339204 h 1962954"/>
              <a:gd name="connsiteX4" fmla="*/ 3830168 w 3964547"/>
              <a:gd name="connsiteY4" fmla="*/ 1559520 h 1962954"/>
              <a:gd name="connsiteX5" fmla="*/ 3482917 w 3964547"/>
              <a:gd name="connsiteY5" fmla="*/ 1776225 h 1962954"/>
              <a:gd name="connsiteX6" fmla="*/ 3167043 w 3964547"/>
              <a:gd name="connsiteY6" fmla="*/ 1898316 h 1962954"/>
              <a:gd name="connsiteX7" fmla="*/ 2843765 w 3964547"/>
              <a:gd name="connsiteY7" fmla="*/ 1957181 h 1962954"/>
              <a:gd name="connsiteX8" fmla="*/ 2286208 w 3964547"/>
              <a:gd name="connsiteY8" fmla="*/ 1759538 h 1962954"/>
              <a:gd name="connsiteX9" fmla="*/ 2160346 w 3964547"/>
              <a:gd name="connsiteY9" fmla="*/ 1510649 h 1962954"/>
              <a:gd name="connsiteX10" fmla="*/ 2096814 w 3964547"/>
              <a:gd name="connsiteY10" fmla="*/ 1323768 h 1962954"/>
              <a:gd name="connsiteX11" fmla="*/ 1975561 w 3964547"/>
              <a:gd name="connsiteY11" fmla="*/ 1117266 h 1962954"/>
              <a:gd name="connsiteX12" fmla="*/ 1823828 w 3964547"/>
              <a:gd name="connsiteY12" fmla="*/ 1052687 h 1962954"/>
              <a:gd name="connsiteX13" fmla="*/ 1670666 w 3964547"/>
              <a:gd name="connsiteY13" fmla="*/ 1031160 h 1962954"/>
              <a:gd name="connsiteX14" fmla="*/ 1479118 w 3964547"/>
              <a:gd name="connsiteY14" fmla="*/ 1044495 h 1962954"/>
              <a:gd name="connsiteX15" fmla="*/ 1366532 w 3964547"/>
              <a:gd name="connsiteY15" fmla="*/ 1007919 h 1962954"/>
              <a:gd name="connsiteX16" fmla="*/ 1226038 w 3964547"/>
              <a:gd name="connsiteY16" fmla="*/ 867521 h 1962954"/>
              <a:gd name="connsiteX17" fmla="*/ 1038491 w 3964547"/>
              <a:gd name="connsiteY17" fmla="*/ 632920 h 1962954"/>
              <a:gd name="connsiteX18" fmla="*/ 0 w 3964547"/>
              <a:gd name="connsiteY18" fmla="*/ 0 h 1962954"/>
              <a:gd name="connsiteX0" fmla="*/ 3791407 w 3969147"/>
              <a:gd name="connsiteY0" fmla="*/ 292020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0 w 3969147"/>
              <a:gd name="connsiteY18" fmla="*/ 0 h 1962954"/>
              <a:gd name="connsiteX0" fmla="*/ 3857612 w 3969147"/>
              <a:gd name="connsiteY0" fmla="*/ 306529 h 1962954"/>
              <a:gd name="connsiteX1" fmla="*/ 3969127 w 3969147"/>
              <a:gd name="connsiteY1" fmla="*/ 705659 h 1962954"/>
              <a:gd name="connsiteX2" fmla="*/ 3964529 w 3969147"/>
              <a:gd name="connsiteY2" fmla="*/ 963893 h 1962954"/>
              <a:gd name="connsiteX3" fmla="*/ 3933005 w 3969147"/>
              <a:gd name="connsiteY3" fmla="*/ 1339204 h 1962954"/>
              <a:gd name="connsiteX4" fmla="*/ 3830168 w 3969147"/>
              <a:gd name="connsiteY4" fmla="*/ 1559520 h 1962954"/>
              <a:gd name="connsiteX5" fmla="*/ 3482917 w 3969147"/>
              <a:gd name="connsiteY5" fmla="*/ 1776225 h 1962954"/>
              <a:gd name="connsiteX6" fmla="*/ 3167043 w 3969147"/>
              <a:gd name="connsiteY6" fmla="*/ 1898316 h 1962954"/>
              <a:gd name="connsiteX7" fmla="*/ 2843765 w 3969147"/>
              <a:gd name="connsiteY7" fmla="*/ 1957181 h 1962954"/>
              <a:gd name="connsiteX8" fmla="*/ 2286208 w 3969147"/>
              <a:gd name="connsiteY8" fmla="*/ 1759538 h 1962954"/>
              <a:gd name="connsiteX9" fmla="*/ 2160346 w 3969147"/>
              <a:gd name="connsiteY9" fmla="*/ 1510649 h 1962954"/>
              <a:gd name="connsiteX10" fmla="*/ 2096814 w 3969147"/>
              <a:gd name="connsiteY10" fmla="*/ 1323768 h 1962954"/>
              <a:gd name="connsiteX11" fmla="*/ 1975561 w 3969147"/>
              <a:gd name="connsiteY11" fmla="*/ 1117266 h 1962954"/>
              <a:gd name="connsiteX12" fmla="*/ 1823828 w 3969147"/>
              <a:gd name="connsiteY12" fmla="*/ 1052687 h 1962954"/>
              <a:gd name="connsiteX13" fmla="*/ 1670666 w 3969147"/>
              <a:gd name="connsiteY13" fmla="*/ 1031160 h 1962954"/>
              <a:gd name="connsiteX14" fmla="*/ 1479118 w 3969147"/>
              <a:gd name="connsiteY14" fmla="*/ 1044495 h 1962954"/>
              <a:gd name="connsiteX15" fmla="*/ 1366532 w 3969147"/>
              <a:gd name="connsiteY15" fmla="*/ 1007919 h 1962954"/>
              <a:gd name="connsiteX16" fmla="*/ 1226038 w 3969147"/>
              <a:gd name="connsiteY16" fmla="*/ 867521 h 1962954"/>
              <a:gd name="connsiteX17" fmla="*/ 1038491 w 3969147"/>
              <a:gd name="connsiteY17" fmla="*/ 632920 h 1962954"/>
              <a:gd name="connsiteX18" fmla="*/ 245681 w 3969147"/>
              <a:gd name="connsiteY18" fmla="*/ 302305 h 1962954"/>
              <a:gd name="connsiteX19" fmla="*/ 0 w 3969147"/>
              <a:gd name="connsiteY19" fmla="*/ 0 h 1962954"/>
              <a:gd name="connsiteX0" fmla="*/ 3857612 w 3975011"/>
              <a:gd name="connsiteY0" fmla="*/ 306529 h 1962954"/>
              <a:gd name="connsiteX1" fmla="*/ 3969127 w 3975011"/>
              <a:gd name="connsiteY1" fmla="*/ 705659 h 1962954"/>
              <a:gd name="connsiteX2" fmla="*/ 3964529 w 3975011"/>
              <a:gd name="connsiteY2" fmla="*/ 963893 h 1962954"/>
              <a:gd name="connsiteX3" fmla="*/ 3933005 w 3975011"/>
              <a:gd name="connsiteY3" fmla="*/ 1339204 h 1962954"/>
              <a:gd name="connsiteX4" fmla="*/ 3945158 w 3975011"/>
              <a:gd name="connsiteY4" fmla="*/ 1605338 h 1962954"/>
              <a:gd name="connsiteX5" fmla="*/ 3482917 w 3975011"/>
              <a:gd name="connsiteY5" fmla="*/ 1776225 h 1962954"/>
              <a:gd name="connsiteX6" fmla="*/ 3167043 w 3975011"/>
              <a:gd name="connsiteY6" fmla="*/ 1898316 h 1962954"/>
              <a:gd name="connsiteX7" fmla="*/ 2843765 w 3975011"/>
              <a:gd name="connsiteY7" fmla="*/ 1957181 h 1962954"/>
              <a:gd name="connsiteX8" fmla="*/ 2286208 w 3975011"/>
              <a:gd name="connsiteY8" fmla="*/ 1759538 h 1962954"/>
              <a:gd name="connsiteX9" fmla="*/ 2160346 w 3975011"/>
              <a:gd name="connsiteY9" fmla="*/ 1510649 h 1962954"/>
              <a:gd name="connsiteX10" fmla="*/ 2096814 w 3975011"/>
              <a:gd name="connsiteY10" fmla="*/ 1323768 h 1962954"/>
              <a:gd name="connsiteX11" fmla="*/ 1975561 w 3975011"/>
              <a:gd name="connsiteY11" fmla="*/ 1117266 h 1962954"/>
              <a:gd name="connsiteX12" fmla="*/ 1823828 w 3975011"/>
              <a:gd name="connsiteY12" fmla="*/ 1052687 h 1962954"/>
              <a:gd name="connsiteX13" fmla="*/ 1670666 w 3975011"/>
              <a:gd name="connsiteY13" fmla="*/ 1031160 h 1962954"/>
              <a:gd name="connsiteX14" fmla="*/ 1479118 w 3975011"/>
              <a:gd name="connsiteY14" fmla="*/ 1044495 h 1962954"/>
              <a:gd name="connsiteX15" fmla="*/ 1366532 w 3975011"/>
              <a:gd name="connsiteY15" fmla="*/ 1007919 h 1962954"/>
              <a:gd name="connsiteX16" fmla="*/ 1226038 w 3975011"/>
              <a:gd name="connsiteY16" fmla="*/ 867521 h 1962954"/>
              <a:gd name="connsiteX17" fmla="*/ 1038491 w 3975011"/>
              <a:gd name="connsiteY17" fmla="*/ 632920 h 1962954"/>
              <a:gd name="connsiteX18" fmla="*/ 245681 w 3975011"/>
              <a:gd name="connsiteY18" fmla="*/ 302305 h 1962954"/>
              <a:gd name="connsiteX19" fmla="*/ 0 w 3975011"/>
              <a:gd name="connsiteY19" fmla="*/ 0 h 1962954"/>
              <a:gd name="connsiteX0" fmla="*/ 3857612 w 4057480"/>
              <a:gd name="connsiteY0" fmla="*/ 306529 h 1962954"/>
              <a:gd name="connsiteX1" fmla="*/ 3969127 w 4057480"/>
              <a:gd name="connsiteY1" fmla="*/ 705659 h 1962954"/>
              <a:gd name="connsiteX2" fmla="*/ 4057441 w 4057480"/>
              <a:gd name="connsiteY2" fmla="*/ 987412 h 1962954"/>
              <a:gd name="connsiteX3" fmla="*/ 3933005 w 4057480"/>
              <a:gd name="connsiteY3" fmla="*/ 1339204 h 1962954"/>
              <a:gd name="connsiteX4" fmla="*/ 3945158 w 4057480"/>
              <a:gd name="connsiteY4" fmla="*/ 1605338 h 1962954"/>
              <a:gd name="connsiteX5" fmla="*/ 3482917 w 4057480"/>
              <a:gd name="connsiteY5" fmla="*/ 1776225 h 1962954"/>
              <a:gd name="connsiteX6" fmla="*/ 3167043 w 4057480"/>
              <a:gd name="connsiteY6" fmla="*/ 1898316 h 1962954"/>
              <a:gd name="connsiteX7" fmla="*/ 2843765 w 4057480"/>
              <a:gd name="connsiteY7" fmla="*/ 1957181 h 1962954"/>
              <a:gd name="connsiteX8" fmla="*/ 2286208 w 4057480"/>
              <a:gd name="connsiteY8" fmla="*/ 1759538 h 1962954"/>
              <a:gd name="connsiteX9" fmla="*/ 2160346 w 4057480"/>
              <a:gd name="connsiteY9" fmla="*/ 1510649 h 1962954"/>
              <a:gd name="connsiteX10" fmla="*/ 2096814 w 4057480"/>
              <a:gd name="connsiteY10" fmla="*/ 1323768 h 1962954"/>
              <a:gd name="connsiteX11" fmla="*/ 1975561 w 4057480"/>
              <a:gd name="connsiteY11" fmla="*/ 1117266 h 1962954"/>
              <a:gd name="connsiteX12" fmla="*/ 1823828 w 4057480"/>
              <a:gd name="connsiteY12" fmla="*/ 1052687 h 1962954"/>
              <a:gd name="connsiteX13" fmla="*/ 1670666 w 4057480"/>
              <a:gd name="connsiteY13" fmla="*/ 1031160 h 1962954"/>
              <a:gd name="connsiteX14" fmla="*/ 1479118 w 4057480"/>
              <a:gd name="connsiteY14" fmla="*/ 1044495 h 1962954"/>
              <a:gd name="connsiteX15" fmla="*/ 1366532 w 4057480"/>
              <a:gd name="connsiteY15" fmla="*/ 1007919 h 1962954"/>
              <a:gd name="connsiteX16" fmla="*/ 1226038 w 4057480"/>
              <a:gd name="connsiteY16" fmla="*/ 867521 h 1962954"/>
              <a:gd name="connsiteX17" fmla="*/ 1038491 w 4057480"/>
              <a:gd name="connsiteY17" fmla="*/ 632920 h 1962954"/>
              <a:gd name="connsiteX18" fmla="*/ 245681 w 4057480"/>
              <a:gd name="connsiteY18" fmla="*/ 302305 h 1962954"/>
              <a:gd name="connsiteX19" fmla="*/ 0 w 4057480"/>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933005 w 4063549"/>
              <a:gd name="connsiteY3" fmla="*/ 1339204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893075 w 4063549"/>
              <a:gd name="connsiteY3" fmla="*/ 1194293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3857612 w 4063549"/>
              <a:gd name="connsiteY0" fmla="*/ 306529 h 1962954"/>
              <a:gd name="connsiteX1" fmla="*/ 3969127 w 4063549"/>
              <a:gd name="connsiteY1" fmla="*/ 705659 h 1962954"/>
              <a:gd name="connsiteX2" fmla="*/ 4063513 w 4063549"/>
              <a:gd name="connsiteY2" fmla="*/ 1044952 h 1962954"/>
              <a:gd name="connsiteX3" fmla="*/ 3893075 w 4063549"/>
              <a:gd name="connsiteY3" fmla="*/ 1194293 h 1962954"/>
              <a:gd name="connsiteX4" fmla="*/ 3945158 w 4063549"/>
              <a:gd name="connsiteY4" fmla="*/ 1605338 h 1962954"/>
              <a:gd name="connsiteX5" fmla="*/ 3482917 w 4063549"/>
              <a:gd name="connsiteY5" fmla="*/ 1776225 h 1962954"/>
              <a:gd name="connsiteX6" fmla="*/ 3167043 w 4063549"/>
              <a:gd name="connsiteY6" fmla="*/ 1898316 h 1962954"/>
              <a:gd name="connsiteX7" fmla="*/ 2843765 w 4063549"/>
              <a:gd name="connsiteY7" fmla="*/ 1957181 h 1962954"/>
              <a:gd name="connsiteX8" fmla="*/ 2286208 w 4063549"/>
              <a:gd name="connsiteY8" fmla="*/ 1759538 h 1962954"/>
              <a:gd name="connsiteX9" fmla="*/ 2160346 w 4063549"/>
              <a:gd name="connsiteY9" fmla="*/ 1510649 h 1962954"/>
              <a:gd name="connsiteX10" fmla="*/ 2096814 w 4063549"/>
              <a:gd name="connsiteY10" fmla="*/ 1323768 h 1962954"/>
              <a:gd name="connsiteX11" fmla="*/ 1975561 w 4063549"/>
              <a:gd name="connsiteY11" fmla="*/ 1117266 h 1962954"/>
              <a:gd name="connsiteX12" fmla="*/ 1823828 w 4063549"/>
              <a:gd name="connsiteY12" fmla="*/ 1052687 h 1962954"/>
              <a:gd name="connsiteX13" fmla="*/ 1670666 w 4063549"/>
              <a:gd name="connsiteY13" fmla="*/ 1031160 h 1962954"/>
              <a:gd name="connsiteX14" fmla="*/ 1479118 w 4063549"/>
              <a:gd name="connsiteY14" fmla="*/ 1044495 h 1962954"/>
              <a:gd name="connsiteX15" fmla="*/ 1366532 w 4063549"/>
              <a:gd name="connsiteY15" fmla="*/ 1007919 h 1962954"/>
              <a:gd name="connsiteX16" fmla="*/ 1226038 w 4063549"/>
              <a:gd name="connsiteY16" fmla="*/ 867521 h 1962954"/>
              <a:gd name="connsiteX17" fmla="*/ 1038491 w 4063549"/>
              <a:gd name="connsiteY17" fmla="*/ 632920 h 1962954"/>
              <a:gd name="connsiteX18" fmla="*/ 245681 w 4063549"/>
              <a:gd name="connsiteY18" fmla="*/ 302305 h 1962954"/>
              <a:gd name="connsiteX19" fmla="*/ 0 w 4063549"/>
              <a:gd name="connsiteY19" fmla="*/ 0 h 1962954"/>
              <a:gd name="connsiteX0" fmla="*/ 4092555 w 4092555"/>
              <a:gd name="connsiteY0" fmla="*/ 367137 h 1962954"/>
              <a:gd name="connsiteX1" fmla="*/ 3969127 w 4092555"/>
              <a:gd name="connsiteY1" fmla="*/ 705659 h 1962954"/>
              <a:gd name="connsiteX2" fmla="*/ 4063513 w 4092555"/>
              <a:gd name="connsiteY2" fmla="*/ 1044952 h 1962954"/>
              <a:gd name="connsiteX3" fmla="*/ 3893075 w 4092555"/>
              <a:gd name="connsiteY3" fmla="*/ 1194293 h 1962954"/>
              <a:gd name="connsiteX4" fmla="*/ 3945158 w 4092555"/>
              <a:gd name="connsiteY4" fmla="*/ 1605338 h 1962954"/>
              <a:gd name="connsiteX5" fmla="*/ 3482917 w 4092555"/>
              <a:gd name="connsiteY5" fmla="*/ 1776225 h 1962954"/>
              <a:gd name="connsiteX6" fmla="*/ 3167043 w 4092555"/>
              <a:gd name="connsiteY6" fmla="*/ 1898316 h 1962954"/>
              <a:gd name="connsiteX7" fmla="*/ 2843765 w 4092555"/>
              <a:gd name="connsiteY7" fmla="*/ 1957181 h 1962954"/>
              <a:gd name="connsiteX8" fmla="*/ 2286208 w 4092555"/>
              <a:gd name="connsiteY8" fmla="*/ 1759538 h 1962954"/>
              <a:gd name="connsiteX9" fmla="*/ 2160346 w 4092555"/>
              <a:gd name="connsiteY9" fmla="*/ 1510649 h 1962954"/>
              <a:gd name="connsiteX10" fmla="*/ 2096814 w 4092555"/>
              <a:gd name="connsiteY10" fmla="*/ 1323768 h 1962954"/>
              <a:gd name="connsiteX11" fmla="*/ 1975561 w 4092555"/>
              <a:gd name="connsiteY11" fmla="*/ 1117266 h 1962954"/>
              <a:gd name="connsiteX12" fmla="*/ 1823828 w 4092555"/>
              <a:gd name="connsiteY12" fmla="*/ 1052687 h 1962954"/>
              <a:gd name="connsiteX13" fmla="*/ 1670666 w 4092555"/>
              <a:gd name="connsiteY13" fmla="*/ 1031160 h 1962954"/>
              <a:gd name="connsiteX14" fmla="*/ 1479118 w 4092555"/>
              <a:gd name="connsiteY14" fmla="*/ 1044495 h 1962954"/>
              <a:gd name="connsiteX15" fmla="*/ 1366532 w 4092555"/>
              <a:gd name="connsiteY15" fmla="*/ 1007919 h 1962954"/>
              <a:gd name="connsiteX16" fmla="*/ 1226038 w 4092555"/>
              <a:gd name="connsiteY16" fmla="*/ 867521 h 1962954"/>
              <a:gd name="connsiteX17" fmla="*/ 1038491 w 4092555"/>
              <a:gd name="connsiteY17" fmla="*/ 632920 h 1962954"/>
              <a:gd name="connsiteX18" fmla="*/ 245681 w 4092555"/>
              <a:gd name="connsiteY18" fmla="*/ 302305 h 1962954"/>
              <a:gd name="connsiteX19" fmla="*/ 0 w 4092555"/>
              <a:gd name="connsiteY19" fmla="*/ 0 h 1962954"/>
              <a:gd name="connsiteX0" fmla="*/ 4092555 w 4092555"/>
              <a:gd name="connsiteY0" fmla="*/ 367137 h 1962954"/>
              <a:gd name="connsiteX1" fmla="*/ 3859097 w 4092555"/>
              <a:gd name="connsiteY1" fmla="*/ 633935 h 1962954"/>
              <a:gd name="connsiteX2" fmla="*/ 4063513 w 4092555"/>
              <a:gd name="connsiteY2" fmla="*/ 1044952 h 1962954"/>
              <a:gd name="connsiteX3" fmla="*/ 3893075 w 4092555"/>
              <a:gd name="connsiteY3" fmla="*/ 1194293 h 1962954"/>
              <a:gd name="connsiteX4" fmla="*/ 3945158 w 4092555"/>
              <a:gd name="connsiteY4" fmla="*/ 1605338 h 1962954"/>
              <a:gd name="connsiteX5" fmla="*/ 3482917 w 4092555"/>
              <a:gd name="connsiteY5" fmla="*/ 1776225 h 1962954"/>
              <a:gd name="connsiteX6" fmla="*/ 3167043 w 4092555"/>
              <a:gd name="connsiteY6" fmla="*/ 1898316 h 1962954"/>
              <a:gd name="connsiteX7" fmla="*/ 2843765 w 4092555"/>
              <a:gd name="connsiteY7" fmla="*/ 1957181 h 1962954"/>
              <a:gd name="connsiteX8" fmla="*/ 2286208 w 4092555"/>
              <a:gd name="connsiteY8" fmla="*/ 1759538 h 1962954"/>
              <a:gd name="connsiteX9" fmla="*/ 2160346 w 4092555"/>
              <a:gd name="connsiteY9" fmla="*/ 1510649 h 1962954"/>
              <a:gd name="connsiteX10" fmla="*/ 2096814 w 4092555"/>
              <a:gd name="connsiteY10" fmla="*/ 1323768 h 1962954"/>
              <a:gd name="connsiteX11" fmla="*/ 1975561 w 4092555"/>
              <a:gd name="connsiteY11" fmla="*/ 1117266 h 1962954"/>
              <a:gd name="connsiteX12" fmla="*/ 1823828 w 4092555"/>
              <a:gd name="connsiteY12" fmla="*/ 1052687 h 1962954"/>
              <a:gd name="connsiteX13" fmla="*/ 1670666 w 4092555"/>
              <a:gd name="connsiteY13" fmla="*/ 1031160 h 1962954"/>
              <a:gd name="connsiteX14" fmla="*/ 1479118 w 4092555"/>
              <a:gd name="connsiteY14" fmla="*/ 1044495 h 1962954"/>
              <a:gd name="connsiteX15" fmla="*/ 1366532 w 4092555"/>
              <a:gd name="connsiteY15" fmla="*/ 1007919 h 1962954"/>
              <a:gd name="connsiteX16" fmla="*/ 1226038 w 4092555"/>
              <a:gd name="connsiteY16" fmla="*/ 867521 h 1962954"/>
              <a:gd name="connsiteX17" fmla="*/ 1038491 w 4092555"/>
              <a:gd name="connsiteY17" fmla="*/ 632920 h 1962954"/>
              <a:gd name="connsiteX18" fmla="*/ 245681 w 4092555"/>
              <a:gd name="connsiteY18" fmla="*/ 302305 h 1962954"/>
              <a:gd name="connsiteX19" fmla="*/ 0 w 4092555"/>
              <a:gd name="connsiteY19" fmla="*/ 0 h 1962954"/>
              <a:gd name="connsiteX0" fmla="*/ 4098273 w 4098273"/>
              <a:gd name="connsiteY0" fmla="*/ 349064 h 1962954"/>
              <a:gd name="connsiteX1" fmla="*/ 3859097 w 4098273"/>
              <a:gd name="connsiteY1" fmla="*/ 633935 h 1962954"/>
              <a:gd name="connsiteX2" fmla="*/ 4063513 w 4098273"/>
              <a:gd name="connsiteY2" fmla="*/ 1044952 h 1962954"/>
              <a:gd name="connsiteX3" fmla="*/ 3893075 w 4098273"/>
              <a:gd name="connsiteY3" fmla="*/ 1194293 h 1962954"/>
              <a:gd name="connsiteX4" fmla="*/ 3945158 w 4098273"/>
              <a:gd name="connsiteY4" fmla="*/ 1605338 h 1962954"/>
              <a:gd name="connsiteX5" fmla="*/ 3482917 w 4098273"/>
              <a:gd name="connsiteY5" fmla="*/ 1776225 h 1962954"/>
              <a:gd name="connsiteX6" fmla="*/ 3167043 w 4098273"/>
              <a:gd name="connsiteY6" fmla="*/ 1898316 h 1962954"/>
              <a:gd name="connsiteX7" fmla="*/ 2843765 w 4098273"/>
              <a:gd name="connsiteY7" fmla="*/ 1957181 h 1962954"/>
              <a:gd name="connsiteX8" fmla="*/ 2286208 w 4098273"/>
              <a:gd name="connsiteY8" fmla="*/ 1759538 h 1962954"/>
              <a:gd name="connsiteX9" fmla="*/ 2160346 w 4098273"/>
              <a:gd name="connsiteY9" fmla="*/ 1510649 h 1962954"/>
              <a:gd name="connsiteX10" fmla="*/ 2096814 w 4098273"/>
              <a:gd name="connsiteY10" fmla="*/ 1323768 h 1962954"/>
              <a:gd name="connsiteX11" fmla="*/ 1975561 w 4098273"/>
              <a:gd name="connsiteY11" fmla="*/ 1117266 h 1962954"/>
              <a:gd name="connsiteX12" fmla="*/ 1823828 w 4098273"/>
              <a:gd name="connsiteY12" fmla="*/ 1052687 h 1962954"/>
              <a:gd name="connsiteX13" fmla="*/ 1670666 w 4098273"/>
              <a:gd name="connsiteY13" fmla="*/ 1031160 h 1962954"/>
              <a:gd name="connsiteX14" fmla="*/ 1479118 w 4098273"/>
              <a:gd name="connsiteY14" fmla="*/ 1044495 h 1962954"/>
              <a:gd name="connsiteX15" fmla="*/ 1366532 w 4098273"/>
              <a:gd name="connsiteY15" fmla="*/ 1007919 h 1962954"/>
              <a:gd name="connsiteX16" fmla="*/ 1226038 w 4098273"/>
              <a:gd name="connsiteY16" fmla="*/ 867521 h 1962954"/>
              <a:gd name="connsiteX17" fmla="*/ 1038491 w 4098273"/>
              <a:gd name="connsiteY17" fmla="*/ 632920 h 1962954"/>
              <a:gd name="connsiteX18" fmla="*/ 245681 w 4098273"/>
              <a:gd name="connsiteY18" fmla="*/ 302305 h 1962954"/>
              <a:gd name="connsiteX19" fmla="*/ 0 w 4098273"/>
              <a:gd name="connsiteY19" fmla="*/ 0 h 1962954"/>
              <a:gd name="connsiteX0" fmla="*/ 4098273 w 4098273"/>
              <a:gd name="connsiteY0" fmla="*/ 349064 h 1962954"/>
              <a:gd name="connsiteX1" fmla="*/ 3859097 w 4098273"/>
              <a:gd name="connsiteY1" fmla="*/ 633935 h 1962954"/>
              <a:gd name="connsiteX2" fmla="*/ 4063513 w 4098273"/>
              <a:gd name="connsiteY2" fmla="*/ 1044952 h 1962954"/>
              <a:gd name="connsiteX3" fmla="*/ 3893075 w 4098273"/>
              <a:gd name="connsiteY3" fmla="*/ 1194293 h 1962954"/>
              <a:gd name="connsiteX4" fmla="*/ 3945158 w 4098273"/>
              <a:gd name="connsiteY4" fmla="*/ 1605338 h 1962954"/>
              <a:gd name="connsiteX5" fmla="*/ 3482917 w 4098273"/>
              <a:gd name="connsiteY5" fmla="*/ 1776225 h 1962954"/>
              <a:gd name="connsiteX6" fmla="*/ 3167043 w 4098273"/>
              <a:gd name="connsiteY6" fmla="*/ 1898316 h 1962954"/>
              <a:gd name="connsiteX7" fmla="*/ 2843765 w 4098273"/>
              <a:gd name="connsiteY7" fmla="*/ 1957181 h 1962954"/>
              <a:gd name="connsiteX8" fmla="*/ 2286208 w 4098273"/>
              <a:gd name="connsiteY8" fmla="*/ 1759538 h 1962954"/>
              <a:gd name="connsiteX9" fmla="*/ 2160346 w 4098273"/>
              <a:gd name="connsiteY9" fmla="*/ 1510649 h 1962954"/>
              <a:gd name="connsiteX10" fmla="*/ 2096814 w 4098273"/>
              <a:gd name="connsiteY10" fmla="*/ 1323768 h 1962954"/>
              <a:gd name="connsiteX11" fmla="*/ 1975561 w 4098273"/>
              <a:gd name="connsiteY11" fmla="*/ 1117266 h 1962954"/>
              <a:gd name="connsiteX12" fmla="*/ 1823828 w 4098273"/>
              <a:gd name="connsiteY12" fmla="*/ 1052687 h 1962954"/>
              <a:gd name="connsiteX13" fmla="*/ 1670666 w 4098273"/>
              <a:gd name="connsiteY13" fmla="*/ 1031160 h 1962954"/>
              <a:gd name="connsiteX14" fmla="*/ 1479118 w 4098273"/>
              <a:gd name="connsiteY14" fmla="*/ 1044495 h 1962954"/>
              <a:gd name="connsiteX15" fmla="*/ 1366532 w 4098273"/>
              <a:gd name="connsiteY15" fmla="*/ 1007919 h 1962954"/>
              <a:gd name="connsiteX16" fmla="*/ 1226038 w 4098273"/>
              <a:gd name="connsiteY16" fmla="*/ 867521 h 1962954"/>
              <a:gd name="connsiteX17" fmla="*/ 1038491 w 4098273"/>
              <a:gd name="connsiteY17" fmla="*/ 632920 h 1962954"/>
              <a:gd name="connsiteX18" fmla="*/ 245681 w 4098273"/>
              <a:gd name="connsiteY18" fmla="*/ 302305 h 1962954"/>
              <a:gd name="connsiteX19" fmla="*/ 0 w 4098273"/>
              <a:gd name="connsiteY19" fmla="*/ 0 h 1962954"/>
              <a:gd name="connsiteX0" fmla="*/ 4098273 w 4098273"/>
              <a:gd name="connsiteY0" fmla="*/ 349064 h 1962954"/>
              <a:gd name="connsiteX1" fmla="*/ 3859097 w 4098273"/>
              <a:gd name="connsiteY1" fmla="*/ 633935 h 1962954"/>
              <a:gd name="connsiteX2" fmla="*/ 4053975 w 4098273"/>
              <a:gd name="connsiteY2" fmla="*/ 757534 h 1962954"/>
              <a:gd name="connsiteX3" fmla="*/ 4063513 w 4098273"/>
              <a:gd name="connsiteY3" fmla="*/ 1044952 h 1962954"/>
              <a:gd name="connsiteX4" fmla="*/ 3893075 w 4098273"/>
              <a:gd name="connsiteY4" fmla="*/ 1194293 h 1962954"/>
              <a:gd name="connsiteX5" fmla="*/ 3945158 w 4098273"/>
              <a:gd name="connsiteY5" fmla="*/ 1605338 h 1962954"/>
              <a:gd name="connsiteX6" fmla="*/ 3482917 w 4098273"/>
              <a:gd name="connsiteY6" fmla="*/ 1776225 h 1962954"/>
              <a:gd name="connsiteX7" fmla="*/ 3167043 w 4098273"/>
              <a:gd name="connsiteY7" fmla="*/ 1898316 h 1962954"/>
              <a:gd name="connsiteX8" fmla="*/ 2843765 w 4098273"/>
              <a:gd name="connsiteY8" fmla="*/ 1957181 h 1962954"/>
              <a:gd name="connsiteX9" fmla="*/ 2286208 w 4098273"/>
              <a:gd name="connsiteY9" fmla="*/ 1759538 h 1962954"/>
              <a:gd name="connsiteX10" fmla="*/ 2160346 w 4098273"/>
              <a:gd name="connsiteY10" fmla="*/ 1510649 h 1962954"/>
              <a:gd name="connsiteX11" fmla="*/ 2096814 w 4098273"/>
              <a:gd name="connsiteY11" fmla="*/ 1323768 h 1962954"/>
              <a:gd name="connsiteX12" fmla="*/ 1975561 w 4098273"/>
              <a:gd name="connsiteY12" fmla="*/ 1117266 h 1962954"/>
              <a:gd name="connsiteX13" fmla="*/ 1823828 w 4098273"/>
              <a:gd name="connsiteY13" fmla="*/ 1052687 h 1962954"/>
              <a:gd name="connsiteX14" fmla="*/ 1670666 w 4098273"/>
              <a:gd name="connsiteY14" fmla="*/ 1031160 h 1962954"/>
              <a:gd name="connsiteX15" fmla="*/ 1479118 w 4098273"/>
              <a:gd name="connsiteY15" fmla="*/ 1044495 h 1962954"/>
              <a:gd name="connsiteX16" fmla="*/ 1366532 w 4098273"/>
              <a:gd name="connsiteY16" fmla="*/ 1007919 h 1962954"/>
              <a:gd name="connsiteX17" fmla="*/ 1226038 w 4098273"/>
              <a:gd name="connsiteY17" fmla="*/ 867521 h 1962954"/>
              <a:gd name="connsiteX18" fmla="*/ 1038491 w 4098273"/>
              <a:gd name="connsiteY18" fmla="*/ 632920 h 1962954"/>
              <a:gd name="connsiteX19" fmla="*/ 245681 w 4098273"/>
              <a:gd name="connsiteY19" fmla="*/ 302305 h 1962954"/>
              <a:gd name="connsiteX20" fmla="*/ 0 w 4098273"/>
              <a:gd name="connsiteY20" fmla="*/ 0 h 1962954"/>
              <a:gd name="connsiteX0" fmla="*/ 3453529 w 4074481"/>
              <a:gd name="connsiteY0" fmla="*/ 15160 h 1962954"/>
              <a:gd name="connsiteX1" fmla="*/ 3859097 w 4074481"/>
              <a:gd name="connsiteY1" fmla="*/ 633935 h 1962954"/>
              <a:gd name="connsiteX2" fmla="*/ 4053975 w 4074481"/>
              <a:gd name="connsiteY2" fmla="*/ 757534 h 1962954"/>
              <a:gd name="connsiteX3" fmla="*/ 4063513 w 4074481"/>
              <a:gd name="connsiteY3" fmla="*/ 1044952 h 1962954"/>
              <a:gd name="connsiteX4" fmla="*/ 3893075 w 4074481"/>
              <a:gd name="connsiteY4" fmla="*/ 1194293 h 1962954"/>
              <a:gd name="connsiteX5" fmla="*/ 3945158 w 4074481"/>
              <a:gd name="connsiteY5" fmla="*/ 1605338 h 1962954"/>
              <a:gd name="connsiteX6" fmla="*/ 3482917 w 4074481"/>
              <a:gd name="connsiteY6" fmla="*/ 1776225 h 1962954"/>
              <a:gd name="connsiteX7" fmla="*/ 3167043 w 4074481"/>
              <a:gd name="connsiteY7" fmla="*/ 1898316 h 1962954"/>
              <a:gd name="connsiteX8" fmla="*/ 2843765 w 4074481"/>
              <a:gd name="connsiteY8" fmla="*/ 1957181 h 1962954"/>
              <a:gd name="connsiteX9" fmla="*/ 2286208 w 4074481"/>
              <a:gd name="connsiteY9" fmla="*/ 1759538 h 1962954"/>
              <a:gd name="connsiteX10" fmla="*/ 2160346 w 4074481"/>
              <a:gd name="connsiteY10" fmla="*/ 1510649 h 1962954"/>
              <a:gd name="connsiteX11" fmla="*/ 2096814 w 4074481"/>
              <a:gd name="connsiteY11" fmla="*/ 1323768 h 1962954"/>
              <a:gd name="connsiteX12" fmla="*/ 1975561 w 4074481"/>
              <a:gd name="connsiteY12" fmla="*/ 1117266 h 1962954"/>
              <a:gd name="connsiteX13" fmla="*/ 1823828 w 4074481"/>
              <a:gd name="connsiteY13" fmla="*/ 1052687 h 1962954"/>
              <a:gd name="connsiteX14" fmla="*/ 1670666 w 4074481"/>
              <a:gd name="connsiteY14" fmla="*/ 1031160 h 1962954"/>
              <a:gd name="connsiteX15" fmla="*/ 1479118 w 4074481"/>
              <a:gd name="connsiteY15" fmla="*/ 1044495 h 1962954"/>
              <a:gd name="connsiteX16" fmla="*/ 1366532 w 4074481"/>
              <a:gd name="connsiteY16" fmla="*/ 1007919 h 1962954"/>
              <a:gd name="connsiteX17" fmla="*/ 1226038 w 4074481"/>
              <a:gd name="connsiteY17" fmla="*/ 867521 h 1962954"/>
              <a:gd name="connsiteX18" fmla="*/ 1038491 w 4074481"/>
              <a:gd name="connsiteY18" fmla="*/ 632920 h 1962954"/>
              <a:gd name="connsiteX19" fmla="*/ 245681 w 4074481"/>
              <a:gd name="connsiteY19" fmla="*/ 302305 h 1962954"/>
              <a:gd name="connsiteX20" fmla="*/ 0 w 4074481"/>
              <a:gd name="connsiteY20" fmla="*/ 0 h 1962954"/>
              <a:gd name="connsiteX0" fmla="*/ 3453529 w 4195052"/>
              <a:gd name="connsiteY0" fmla="*/ 15160 h 1962954"/>
              <a:gd name="connsiteX1" fmla="*/ 4188391 w 4195052"/>
              <a:gd name="connsiteY1" fmla="*/ 387549 h 1962954"/>
              <a:gd name="connsiteX2" fmla="*/ 3859097 w 4195052"/>
              <a:gd name="connsiteY2" fmla="*/ 633935 h 1962954"/>
              <a:gd name="connsiteX3" fmla="*/ 4053975 w 4195052"/>
              <a:gd name="connsiteY3" fmla="*/ 757534 h 1962954"/>
              <a:gd name="connsiteX4" fmla="*/ 4063513 w 4195052"/>
              <a:gd name="connsiteY4" fmla="*/ 1044952 h 1962954"/>
              <a:gd name="connsiteX5" fmla="*/ 3893075 w 4195052"/>
              <a:gd name="connsiteY5" fmla="*/ 1194293 h 1962954"/>
              <a:gd name="connsiteX6" fmla="*/ 3945158 w 4195052"/>
              <a:gd name="connsiteY6" fmla="*/ 1605338 h 1962954"/>
              <a:gd name="connsiteX7" fmla="*/ 3482917 w 4195052"/>
              <a:gd name="connsiteY7" fmla="*/ 1776225 h 1962954"/>
              <a:gd name="connsiteX8" fmla="*/ 3167043 w 4195052"/>
              <a:gd name="connsiteY8" fmla="*/ 1898316 h 1962954"/>
              <a:gd name="connsiteX9" fmla="*/ 2843765 w 4195052"/>
              <a:gd name="connsiteY9" fmla="*/ 1957181 h 1962954"/>
              <a:gd name="connsiteX10" fmla="*/ 2286208 w 4195052"/>
              <a:gd name="connsiteY10" fmla="*/ 1759538 h 1962954"/>
              <a:gd name="connsiteX11" fmla="*/ 2160346 w 4195052"/>
              <a:gd name="connsiteY11" fmla="*/ 1510649 h 1962954"/>
              <a:gd name="connsiteX12" fmla="*/ 2096814 w 4195052"/>
              <a:gd name="connsiteY12" fmla="*/ 1323768 h 1962954"/>
              <a:gd name="connsiteX13" fmla="*/ 1975561 w 4195052"/>
              <a:gd name="connsiteY13" fmla="*/ 1117266 h 1962954"/>
              <a:gd name="connsiteX14" fmla="*/ 1823828 w 4195052"/>
              <a:gd name="connsiteY14" fmla="*/ 1052687 h 1962954"/>
              <a:gd name="connsiteX15" fmla="*/ 1670666 w 4195052"/>
              <a:gd name="connsiteY15" fmla="*/ 1031160 h 1962954"/>
              <a:gd name="connsiteX16" fmla="*/ 1479118 w 4195052"/>
              <a:gd name="connsiteY16" fmla="*/ 1044495 h 1962954"/>
              <a:gd name="connsiteX17" fmla="*/ 1366532 w 4195052"/>
              <a:gd name="connsiteY17" fmla="*/ 1007919 h 1962954"/>
              <a:gd name="connsiteX18" fmla="*/ 1226038 w 4195052"/>
              <a:gd name="connsiteY18" fmla="*/ 867521 h 1962954"/>
              <a:gd name="connsiteX19" fmla="*/ 1038491 w 4195052"/>
              <a:gd name="connsiteY19" fmla="*/ 632920 h 1962954"/>
              <a:gd name="connsiteX20" fmla="*/ 245681 w 4195052"/>
              <a:gd name="connsiteY20" fmla="*/ 302305 h 1962954"/>
              <a:gd name="connsiteX21" fmla="*/ 0 w 4195052"/>
              <a:gd name="connsiteY21" fmla="*/ 0 h 1962954"/>
              <a:gd name="connsiteX0" fmla="*/ 3295484 w 4195052"/>
              <a:gd name="connsiteY0" fmla="*/ 0 h 1979841"/>
              <a:gd name="connsiteX1" fmla="*/ 4188391 w 4195052"/>
              <a:gd name="connsiteY1" fmla="*/ 404436 h 1979841"/>
              <a:gd name="connsiteX2" fmla="*/ 3859097 w 4195052"/>
              <a:gd name="connsiteY2" fmla="*/ 650822 h 1979841"/>
              <a:gd name="connsiteX3" fmla="*/ 4053975 w 4195052"/>
              <a:gd name="connsiteY3" fmla="*/ 774421 h 1979841"/>
              <a:gd name="connsiteX4" fmla="*/ 4063513 w 4195052"/>
              <a:gd name="connsiteY4" fmla="*/ 1061839 h 1979841"/>
              <a:gd name="connsiteX5" fmla="*/ 3893075 w 4195052"/>
              <a:gd name="connsiteY5" fmla="*/ 1211180 h 1979841"/>
              <a:gd name="connsiteX6" fmla="*/ 3945158 w 4195052"/>
              <a:gd name="connsiteY6" fmla="*/ 1622225 h 1979841"/>
              <a:gd name="connsiteX7" fmla="*/ 3482917 w 4195052"/>
              <a:gd name="connsiteY7" fmla="*/ 1793112 h 1979841"/>
              <a:gd name="connsiteX8" fmla="*/ 3167043 w 4195052"/>
              <a:gd name="connsiteY8" fmla="*/ 1915203 h 1979841"/>
              <a:gd name="connsiteX9" fmla="*/ 2843765 w 4195052"/>
              <a:gd name="connsiteY9" fmla="*/ 1974068 h 1979841"/>
              <a:gd name="connsiteX10" fmla="*/ 2286208 w 4195052"/>
              <a:gd name="connsiteY10" fmla="*/ 1776425 h 1979841"/>
              <a:gd name="connsiteX11" fmla="*/ 2160346 w 4195052"/>
              <a:gd name="connsiteY11" fmla="*/ 1527536 h 1979841"/>
              <a:gd name="connsiteX12" fmla="*/ 2096814 w 4195052"/>
              <a:gd name="connsiteY12" fmla="*/ 1340655 h 1979841"/>
              <a:gd name="connsiteX13" fmla="*/ 1975561 w 4195052"/>
              <a:gd name="connsiteY13" fmla="*/ 1134153 h 1979841"/>
              <a:gd name="connsiteX14" fmla="*/ 1823828 w 4195052"/>
              <a:gd name="connsiteY14" fmla="*/ 1069574 h 1979841"/>
              <a:gd name="connsiteX15" fmla="*/ 1670666 w 4195052"/>
              <a:gd name="connsiteY15" fmla="*/ 1048047 h 1979841"/>
              <a:gd name="connsiteX16" fmla="*/ 1479118 w 4195052"/>
              <a:gd name="connsiteY16" fmla="*/ 1061382 h 1979841"/>
              <a:gd name="connsiteX17" fmla="*/ 1366532 w 4195052"/>
              <a:gd name="connsiteY17" fmla="*/ 1024806 h 1979841"/>
              <a:gd name="connsiteX18" fmla="*/ 1226038 w 4195052"/>
              <a:gd name="connsiteY18" fmla="*/ 884408 h 1979841"/>
              <a:gd name="connsiteX19" fmla="*/ 1038491 w 4195052"/>
              <a:gd name="connsiteY19" fmla="*/ 649807 h 1979841"/>
              <a:gd name="connsiteX20" fmla="*/ 245681 w 4195052"/>
              <a:gd name="connsiteY20" fmla="*/ 319192 h 1979841"/>
              <a:gd name="connsiteX21" fmla="*/ 0 w 4195052"/>
              <a:gd name="connsiteY21" fmla="*/ 16887 h 1979841"/>
              <a:gd name="connsiteX0" fmla="*/ 3295484 w 4195052"/>
              <a:gd name="connsiteY0" fmla="*/ 0 h 1979841"/>
              <a:gd name="connsiteX1" fmla="*/ 4188391 w 4195052"/>
              <a:gd name="connsiteY1" fmla="*/ 404436 h 1979841"/>
              <a:gd name="connsiteX2" fmla="*/ 3859097 w 4195052"/>
              <a:gd name="connsiteY2" fmla="*/ 650822 h 1979841"/>
              <a:gd name="connsiteX3" fmla="*/ 4053975 w 4195052"/>
              <a:gd name="connsiteY3" fmla="*/ 774421 h 1979841"/>
              <a:gd name="connsiteX4" fmla="*/ 4063513 w 4195052"/>
              <a:gd name="connsiteY4" fmla="*/ 1061839 h 1979841"/>
              <a:gd name="connsiteX5" fmla="*/ 3893075 w 4195052"/>
              <a:gd name="connsiteY5" fmla="*/ 1211180 h 1979841"/>
              <a:gd name="connsiteX6" fmla="*/ 3945158 w 4195052"/>
              <a:gd name="connsiteY6" fmla="*/ 1622225 h 1979841"/>
              <a:gd name="connsiteX7" fmla="*/ 3482917 w 4195052"/>
              <a:gd name="connsiteY7" fmla="*/ 1793112 h 1979841"/>
              <a:gd name="connsiteX8" fmla="*/ 3167043 w 4195052"/>
              <a:gd name="connsiteY8" fmla="*/ 1915203 h 1979841"/>
              <a:gd name="connsiteX9" fmla="*/ 2843765 w 4195052"/>
              <a:gd name="connsiteY9" fmla="*/ 1974068 h 1979841"/>
              <a:gd name="connsiteX10" fmla="*/ 2286208 w 4195052"/>
              <a:gd name="connsiteY10" fmla="*/ 1776425 h 1979841"/>
              <a:gd name="connsiteX11" fmla="*/ 2160346 w 4195052"/>
              <a:gd name="connsiteY11" fmla="*/ 1527536 h 1979841"/>
              <a:gd name="connsiteX12" fmla="*/ 2096814 w 4195052"/>
              <a:gd name="connsiteY12" fmla="*/ 1340655 h 1979841"/>
              <a:gd name="connsiteX13" fmla="*/ 1975561 w 4195052"/>
              <a:gd name="connsiteY13" fmla="*/ 1134153 h 1979841"/>
              <a:gd name="connsiteX14" fmla="*/ 1823828 w 4195052"/>
              <a:gd name="connsiteY14" fmla="*/ 1069574 h 1979841"/>
              <a:gd name="connsiteX15" fmla="*/ 1670666 w 4195052"/>
              <a:gd name="connsiteY15" fmla="*/ 1048047 h 1979841"/>
              <a:gd name="connsiteX16" fmla="*/ 1479118 w 4195052"/>
              <a:gd name="connsiteY16" fmla="*/ 1061382 h 1979841"/>
              <a:gd name="connsiteX17" fmla="*/ 1366532 w 4195052"/>
              <a:gd name="connsiteY17" fmla="*/ 1024806 h 1979841"/>
              <a:gd name="connsiteX18" fmla="*/ 1226038 w 4195052"/>
              <a:gd name="connsiteY18" fmla="*/ 884408 h 1979841"/>
              <a:gd name="connsiteX19" fmla="*/ 1038491 w 4195052"/>
              <a:gd name="connsiteY19" fmla="*/ 649807 h 1979841"/>
              <a:gd name="connsiteX20" fmla="*/ 245681 w 4195052"/>
              <a:gd name="connsiteY20" fmla="*/ 319192 h 1979841"/>
              <a:gd name="connsiteX21" fmla="*/ 0 w 4195052"/>
              <a:gd name="connsiteY21" fmla="*/ 16887 h 1979841"/>
              <a:gd name="connsiteX0" fmla="*/ 3477305 w 4195052"/>
              <a:gd name="connsiteY0" fmla="*/ 12795 h 1962954"/>
              <a:gd name="connsiteX1" fmla="*/ 4188391 w 4195052"/>
              <a:gd name="connsiteY1" fmla="*/ 387549 h 1962954"/>
              <a:gd name="connsiteX2" fmla="*/ 3859097 w 4195052"/>
              <a:gd name="connsiteY2" fmla="*/ 633935 h 1962954"/>
              <a:gd name="connsiteX3" fmla="*/ 4053975 w 4195052"/>
              <a:gd name="connsiteY3" fmla="*/ 757534 h 1962954"/>
              <a:gd name="connsiteX4" fmla="*/ 4063513 w 4195052"/>
              <a:gd name="connsiteY4" fmla="*/ 1044952 h 1962954"/>
              <a:gd name="connsiteX5" fmla="*/ 3893075 w 4195052"/>
              <a:gd name="connsiteY5" fmla="*/ 1194293 h 1962954"/>
              <a:gd name="connsiteX6" fmla="*/ 3945158 w 4195052"/>
              <a:gd name="connsiteY6" fmla="*/ 1605338 h 1962954"/>
              <a:gd name="connsiteX7" fmla="*/ 3482917 w 4195052"/>
              <a:gd name="connsiteY7" fmla="*/ 1776225 h 1962954"/>
              <a:gd name="connsiteX8" fmla="*/ 3167043 w 4195052"/>
              <a:gd name="connsiteY8" fmla="*/ 1898316 h 1962954"/>
              <a:gd name="connsiteX9" fmla="*/ 2843765 w 4195052"/>
              <a:gd name="connsiteY9" fmla="*/ 1957181 h 1962954"/>
              <a:gd name="connsiteX10" fmla="*/ 2286208 w 4195052"/>
              <a:gd name="connsiteY10" fmla="*/ 1759538 h 1962954"/>
              <a:gd name="connsiteX11" fmla="*/ 2160346 w 4195052"/>
              <a:gd name="connsiteY11" fmla="*/ 1510649 h 1962954"/>
              <a:gd name="connsiteX12" fmla="*/ 2096814 w 4195052"/>
              <a:gd name="connsiteY12" fmla="*/ 1323768 h 1962954"/>
              <a:gd name="connsiteX13" fmla="*/ 1975561 w 4195052"/>
              <a:gd name="connsiteY13" fmla="*/ 1117266 h 1962954"/>
              <a:gd name="connsiteX14" fmla="*/ 1823828 w 4195052"/>
              <a:gd name="connsiteY14" fmla="*/ 1052687 h 1962954"/>
              <a:gd name="connsiteX15" fmla="*/ 1670666 w 4195052"/>
              <a:gd name="connsiteY15" fmla="*/ 1031160 h 1962954"/>
              <a:gd name="connsiteX16" fmla="*/ 1479118 w 4195052"/>
              <a:gd name="connsiteY16" fmla="*/ 1044495 h 1962954"/>
              <a:gd name="connsiteX17" fmla="*/ 1366532 w 4195052"/>
              <a:gd name="connsiteY17" fmla="*/ 1007919 h 1962954"/>
              <a:gd name="connsiteX18" fmla="*/ 1226038 w 4195052"/>
              <a:gd name="connsiteY18" fmla="*/ 867521 h 1962954"/>
              <a:gd name="connsiteX19" fmla="*/ 1038491 w 4195052"/>
              <a:gd name="connsiteY19" fmla="*/ 632920 h 1962954"/>
              <a:gd name="connsiteX20" fmla="*/ 245681 w 4195052"/>
              <a:gd name="connsiteY20" fmla="*/ 302305 h 1962954"/>
              <a:gd name="connsiteX21" fmla="*/ 0 w 4195052"/>
              <a:gd name="connsiteY21" fmla="*/ 0 h 1962954"/>
              <a:gd name="connsiteX0" fmla="*/ 3477305 w 4195052"/>
              <a:gd name="connsiteY0" fmla="*/ 12795 h 2075588"/>
              <a:gd name="connsiteX1" fmla="*/ 4188391 w 4195052"/>
              <a:gd name="connsiteY1" fmla="*/ 387549 h 2075588"/>
              <a:gd name="connsiteX2" fmla="*/ 3859097 w 4195052"/>
              <a:gd name="connsiteY2" fmla="*/ 633935 h 2075588"/>
              <a:gd name="connsiteX3" fmla="*/ 4053975 w 4195052"/>
              <a:gd name="connsiteY3" fmla="*/ 757534 h 2075588"/>
              <a:gd name="connsiteX4" fmla="*/ 4063513 w 4195052"/>
              <a:gd name="connsiteY4" fmla="*/ 1044952 h 2075588"/>
              <a:gd name="connsiteX5" fmla="*/ 3893075 w 4195052"/>
              <a:gd name="connsiteY5" fmla="*/ 1194293 h 2075588"/>
              <a:gd name="connsiteX6" fmla="*/ 3945158 w 4195052"/>
              <a:gd name="connsiteY6" fmla="*/ 1605338 h 2075588"/>
              <a:gd name="connsiteX7" fmla="*/ 3482917 w 4195052"/>
              <a:gd name="connsiteY7" fmla="*/ 1776225 h 2075588"/>
              <a:gd name="connsiteX8" fmla="*/ 3167043 w 4195052"/>
              <a:gd name="connsiteY8" fmla="*/ 1898316 h 2075588"/>
              <a:gd name="connsiteX9" fmla="*/ 2862194 w 4195052"/>
              <a:gd name="connsiteY9" fmla="*/ 2073160 h 2075588"/>
              <a:gd name="connsiteX10" fmla="*/ 2286208 w 4195052"/>
              <a:gd name="connsiteY10" fmla="*/ 1759538 h 2075588"/>
              <a:gd name="connsiteX11" fmla="*/ 2160346 w 4195052"/>
              <a:gd name="connsiteY11" fmla="*/ 1510649 h 2075588"/>
              <a:gd name="connsiteX12" fmla="*/ 2096814 w 4195052"/>
              <a:gd name="connsiteY12" fmla="*/ 1323768 h 2075588"/>
              <a:gd name="connsiteX13" fmla="*/ 1975561 w 4195052"/>
              <a:gd name="connsiteY13" fmla="*/ 1117266 h 2075588"/>
              <a:gd name="connsiteX14" fmla="*/ 1823828 w 4195052"/>
              <a:gd name="connsiteY14" fmla="*/ 1052687 h 2075588"/>
              <a:gd name="connsiteX15" fmla="*/ 1670666 w 4195052"/>
              <a:gd name="connsiteY15" fmla="*/ 1031160 h 2075588"/>
              <a:gd name="connsiteX16" fmla="*/ 1479118 w 4195052"/>
              <a:gd name="connsiteY16" fmla="*/ 1044495 h 2075588"/>
              <a:gd name="connsiteX17" fmla="*/ 1366532 w 4195052"/>
              <a:gd name="connsiteY17" fmla="*/ 1007919 h 2075588"/>
              <a:gd name="connsiteX18" fmla="*/ 1226038 w 4195052"/>
              <a:gd name="connsiteY18" fmla="*/ 867521 h 2075588"/>
              <a:gd name="connsiteX19" fmla="*/ 1038491 w 4195052"/>
              <a:gd name="connsiteY19" fmla="*/ 632920 h 2075588"/>
              <a:gd name="connsiteX20" fmla="*/ 245681 w 4195052"/>
              <a:gd name="connsiteY20" fmla="*/ 302305 h 2075588"/>
              <a:gd name="connsiteX21" fmla="*/ 0 w 4195052"/>
              <a:gd name="connsiteY21" fmla="*/ 0 h 2075588"/>
              <a:gd name="connsiteX0" fmla="*/ 3231624 w 3949371"/>
              <a:gd name="connsiteY0" fmla="*/ 0 h 2062793"/>
              <a:gd name="connsiteX1" fmla="*/ 3942710 w 3949371"/>
              <a:gd name="connsiteY1" fmla="*/ 374754 h 2062793"/>
              <a:gd name="connsiteX2" fmla="*/ 3613416 w 3949371"/>
              <a:gd name="connsiteY2" fmla="*/ 621140 h 2062793"/>
              <a:gd name="connsiteX3" fmla="*/ 3808294 w 3949371"/>
              <a:gd name="connsiteY3" fmla="*/ 744739 h 2062793"/>
              <a:gd name="connsiteX4" fmla="*/ 3817832 w 3949371"/>
              <a:gd name="connsiteY4" fmla="*/ 1032157 h 2062793"/>
              <a:gd name="connsiteX5" fmla="*/ 3647394 w 3949371"/>
              <a:gd name="connsiteY5" fmla="*/ 1181498 h 2062793"/>
              <a:gd name="connsiteX6" fmla="*/ 3699477 w 3949371"/>
              <a:gd name="connsiteY6" fmla="*/ 1592543 h 2062793"/>
              <a:gd name="connsiteX7" fmla="*/ 3237236 w 3949371"/>
              <a:gd name="connsiteY7" fmla="*/ 1763430 h 2062793"/>
              <a:gd name="connsiteX8" fmla="*/ 2921362 w 3949371"/>
              <a:gd name="connsiteY8" fmla="*/ 1885521 h 2062793"/>
              <a:gd name="connsiteX9" fmla="*/ 2616513 w 3949371"/>
              <a:gd name="connsiteY9" fmla="*/ 2060365 h 2062793"/>
              <a:gd name="connsiteX10" fmla="*/ 2040527 w 3949371"/>
              <a:gd name="connsiteY10" fmla="*/ 1746743 h 2062793"/>
              <a:gd name="connsiteX11" fmla="*/ 1914665 w 3949371"/>
              <a:gd name="connsiteY11" fmla="*/ 1497854 h 2062793"/>
              <a:gd name="connsiteX12" fmla="*/ 1851133 w 3949371"/>
              <a:gd name="connsiteY12" fmla="*/ 1310973 h 2062793"/>
              <a:gd name="connsiteX13" fmla="*/ 1729880 w 3949371"/>
              <a:gd name="connsiteY13" fmla="*/ 1104471 h 2062793"/>
              <a:gd name="connsiteX14" fmla="*/ 1578147 w 3949371"/>
              <a:gd name="connsiteY14" fmla="*/ 1039892 h 2062793"/>
              <a:gd name="connsiteX15" fmla="*/ 1424985 w 3949371"/>
              <a:gd name="connsiteY15" fmla="*/ 1018365 h 2062793"/>
              <a:gd name="connsiteX16" fmla="*/ 1233437 w 3949371"/>
              <a:gd name="connsiteY16" fmla="*/ 1031700 h 2062793"/>
              <a:gd name="connsiteX17" fmla="*/ 1120851 w 3949371"/>
              <a:gd name="connsiteY17" fmla="*/ 995124 h 2062793"/>
              <a:gd name="connsiteX18" fmla="*/ 980357 w 3949371"/>
              <a:gd name="connsiteY18" fmla="*/ 854726 h 2062793"/>
              <a:gd name="connsiteX19" fmla="*/ 792810 w 3949371"/>
              <a:gd name="connsiteY19" fmla="*/ 620125 h 2062793"/>
              <a:gd name="connsiteX20" fmla="*/ 0 w 3949371"/>
              <a:gd name="connsiteY20" fmla="*/ 289510 h 2062793"/>
              <a:gd name="connsiteX0" fmla="*/ 2981445 w 3699192"/>
              <a:gd name="connsiteY0" fmla="*/ 0 h 2062793"/>
              <a:gd name="connsiteX1" fmla="*/ 3692531 w 3699192"/>
              <a:gd name="connsiteY1" fmla="*/ 374754 h 2062793"/>
              <a:gd name="connsiteX2" fmla="*/ 3363237 w 3699192"/>
              <a:gd name="connsiteY2" fmla="*/ 621140 h 2062793"/>
              <a:gd name="connsiteX3" fmla="*/ 3558115 w 3699192"/>
              <a:gd name="connsiteY3" fmla="*/ 744739 h 2062793"/>
              <a:gd name="connsiteX4" fmla="*/ 3567653 w 3699192"/>
              <a:gd name="connsiteY4" fmla="*/ 1032157 h 2062793"/>
              <a:gd name="connsiteX5" fmla="*/ 3397215 w 3699192"/>
              <a:gd name="connsiteY5" fmla="*/ 1181498 h 2062793"/>
              <a:gd name="connsiteX6" fmla="*/ 3449298 w 3699192"/>
              <a:gd name="connsiteY6" fmla="*/ 1592543 h 2062793"/>
              <a:gd name="connsiteX7" fmla="*/ 2987057 w 3699192"/>
              <a:gd name="connsiteY7" fmla="*/ 1763430 h 2062793"/>
              <a:gd name="connsiteX8" fmla="*/ 2671183 w 3699192"/>
              <a:gd name="connsiteY8" fmla="*/ 1885521 h 2062793"/>
              <a:gd name="connsiteX9" fmla="*/ 2366334 w 3699192"/>
              <a:gd name="connsiteY9" fmla="*/ 2060365 h 2062793"/>
              <a:gd name="connsiteX10" fmla="*/ 1790348 w 3699192"/>
              <a:gd name="connsiteY10" fmla="*/ 1746743 h 2062793"/>
              <a:gd name="connsiteX11" fmla="*/ 1664486 w 3699192"/>
              <a:gd name="connsiteY11" fmla="*/ 1497854 h 2062793"/>
              <a:gd name="connsiteX12" fmla="*/ 1600954 w 3699192"/>
              <a:gd name="connsiteY12" fmla="*/ 1310973 h 2062793"/>
              <a:gd name="connsiteX13" fmla="*/ 1479701 w 3699192"/>
              <a:gd name="connsiteY13" fmla="*/ 1104471 h 2062793"/>
              <a:gd name="connsiteX14" fmla="*/ 1327968 w 3699192"/>
              <a:gd name="connsiteY14" fmla="*/ 1039892 h 2062793"/>
              <a:gd name="connsiteX15" fmla="*/ 1174806 w 3699192"/>
              <a:gd name="connsiteY15" fmla="*/ 1018365 h 2062793"/>
              <a:gd name="connsiteX16" fmla="*/ 983258 w 3699192"/>
              <a:gd name="connsiteY16" fmla="*/ 1031700 h 2062793"/>
              <a:gd name="connsiteX17" fmla="*/ 870672 w 3699192"/>
              <a:gd name="connsiteY17" fmla="*/ 995124 h 2062793"/>
              <a:gd name="connsiteX18" fmla="*/ 730178 w 3699192"/>
              <a:gd name="connsiteY18" fmla="*/ 854726 h 2062793"/>
              <a:gd name="connsiteX19" fmla="*/ 542631 w 3699192"/>
              <a:gd name="connsiteY19" fmla="*/ 620125 h 2062793"/>
              <a:gd name="connsiteX20" fmla="*/ 0 w 3699192"/>
              <a:gd name="connsiteY20" fmla="*/ 318764 h 2062793"/>
              <a:gd name="connsiteX0" fmla="*/ 2981445 w 3701653"/>
              <a:gd name="connsiteY0" fmla="*/ 0 h 2062793"/>
              <a:gd name="connsiteX1" fmla="*/ 3692531 w 3701653"/>
              <a:gd name="connsiteY1" fmla="*/ 374754 h 2062793"/>
              <a:gd name="connsiteX2" fmla="*/ 3501427 w 3701653"/>
              <a:gd name="connsiteY2" fmla="*/ 604215 h 2062793"/>
              <a:gd name="connsiteX3" fmla="*/ 3558115 w 3701653"/>
              <a:gd name="connsiteY3" fmla="*/ 744739 h 2062793"/>
              <a:gd name="connsiteX4" fmla="*/ 3567653 w 3701653"/>
              <a:gd name="connsiteY4" fmla="*/ 1032157 h 2062793"/>
              <a:gd name="connsiteX5" fmla="*/ 3397215 w 3701653"/>
              <a:gd name="connsiteY5" fmla="*/ 1181498 h 2062793"/>
              <a:gd name="connsiteX6" fmla="*/ 3449298 w 3701653"/>
              <a:gd name="connsiteY6" fmla="*/ 1592543 h 2062793"/>
              <a:gd name="connsiteX7" fmla="*/ 2987057 w 3701653"/>
              <a:gd name="connsiteY7" fmla="*/ 1763430 h 2062793"/>
              <a:gd name="connsiteX8" fmla="*/ 2671183 w 3701653"/>
              <a:gd name="connsiteY8" fmla="*/ 1885521 h 2062793"/>
              <a:gd name="connsiteX9" fmla="*/ 2366334 w 3701653"/>
              <a:gd name="connsiteY9" fmla="*/ 2060365 h 2062793"/>
              <a:gd name="connsiteX10" fmla="*/ 1790348 w 3701653"/>
              <a:gd name="connsiteY10" fmla="*/ 1746743 h 2062793"/>
              <a:gd name="connsiteX11" fmla="*/ 1664486 w 3701653"/>
              <a:gd name="connsiteY11" fmla="*/ 1497854 h 2062793"/>
              <a:gd name="connsiteX12" fmla="*/ 1600954 w 3701653"/>
              <a:gd name="connsiteY12" fmla="*/ 1310973 h 2062793"/>
              <a:gd name="connsiteX13" fmla="*/ 1479701 w 3701653"/>
              <a:gd name="connsiteY13" fmla="*/ 1104471 h 2062793"/>
              <a:gd name="connsiteX14" fmla="*/ 1327968 w 3701653"/>
              <a:gd name="connsiteY14" fmla="*/ 1039892 h 2062793"/>
              <a:gd name="connsiteX15" fmla="*/ 1174806 w 3701653"/>
              <a:gd name="connsiteY15" fmla="*/ 1018365 h 2062793"/>
              <a:gd name="connsiteX16" fmla="*/ 983258 w 3701653"/>
              <a:gd name="connsiteY16" fmla="*/ 1031700 h 2062793"/>
              <a:gd name="connsiteX17" fmla="*/ 870672 w 3701653"/>
              <a:gd name="connsiteY17" fmla="*/ 995124 h 2062793"/>
              <a:gd name="connsiteX18" fmla="*/ 730178 w 3701653"/>
              <a:gd name="connsiteY18" fmla="*/ 854726 h 2062793"/>
              <a:gd name="connsiteX19" fmla="*/ 542631 w 3701653"/>
              <a:gd name="connsiteY19" fmla="*/ 620125 h 2062793"/>
              <a:gd name="connsiteX20" fmla="*/ 0 w 3701653"/>
              <a:gd name="connsiteY20" fmla="*/ 318764 h 2062793"/>
              <a:gd name="connsiteX0" fmla="*/ 2981445 w 3701653"/>
              <a:gd name="connsiteY0" fmla="*/ 0 h 2062793"/>
              <a:gd name="connsiteX1" fmla="*/ 3692531 w 3701653"/>
              <a:gd name="connsiteY1" fmla="*/ 374754 h 2062793"/>
              <a:gd name="connsiteX2" fmla="*/ 3501427 w 3701653"/>
              <a:gd name="connsiteY2" fmla="*/ 604215 h 2062793"/>
              <a:gd name="connsiteX3" fmla="*/ 3558115 w 3701653"/>
              <a:gd name="connsiteY3" fmla="*/ 744739 h 2062793"/>
              <a:gd name="connsiteX4" fmla="*/ 3567653 w 3701653"/>
              <a:gd name="connsiteY4" fmla="*/ 1032157 h 2062793"/>
              <a:gd name="connsiteX5" fmla="*/ 3445307 w 3701653"/>
              <a:gd name="connsiteY5" fmla="*/ 1230846 h 2062793"/>
              <a:gd name="connsiteX6" fmla="*/ 3449298 w 3701653"/>
              <a:gd name="connsiteY6" fmla="*/ 1592543 h 2062793"/>
              <a:gd name="connsiteX7" fmla="*/ 2987057 w 3701653"/>
              <a:gd name="connsiteY7" fmla="*/ 1763430 h 2062793"/>
              <a:gd name="connsiteX8" fmla="*/ 2671183 w 3701653"/>
              <a:gd name="connsiteY8" fmla="*/ 1885521 h 2062793"/>
              <a:gd name="connsiteX9" fmla="*/ 2366334 w 3701653"/>
              <a:gd name="connsiteY9" fmla="*/ 2060365 h 2062793"/>
              <a:gd name="connsiteX10" fmla="*/ 1790348 w 3701653"/>
              <a:gd name="connsiteY10" fmla="*/ 1746743 h 2062793"/>
              <a:gd name="connsiteX11" fmla="*/ 1664486 w 3701653"/>
              <a:gd name="connsiteY11" fmla="*/ 1497854 h 2062793"/>
              <a:gd name="connsiteX12" fmla="*/ 1600954 w 3701653"/>
              <a:gd name="connsiteY12" fmla="*/ 1310973 h 2062793"/>
              <a:gd name="connsiteX13" fmla="*/ 1479701 w 3701653"/>
              <a:gd name="connsiteY13" fmla="*/ 1104471 h 2062793"/>
              <a:gd name="connsiteX14" fmla="*/ 1327968 w 3701653"/>
              <a:gd name="connsiteY14" fmla="*/ 1039892 h 2062793"/>
              <a:gd name="connsiteX15" fmla="*/ 1174806 w 3701653"/>
              <a:gd name="connsiteY15" fmla="*/ 1018365 h 2062793"/>
              <a:gd name="connsiteX16" fmla="*/ 983258 w 3701653"/>
              <a:gd name="connsiteY16" fmla="*/ 1031700 h 2062793"/>
              <a:gd name="connsiteX17" fmla="*/ 870672 w 3701653"/>
              <a:gd name="connsiteY17" fmla="*/ 995124 h 2062793"/>
              <a:gd name="connsiteX18" fmla="*/ 730178 w 3701653"/>
              <a:gd name="connsiteY18" fmla="*/ 854726 h 2062793"/>
              <a:gd name="connsiteX19" fmla="*/ 542631 w 3701653"/>
              <a:gd name="connsiteY19" fmla="*/ 620125 h 2062793"/>
              <a:gd name="connsiteX20" fmla="*/ 0 w 3701653"/>
              <a:gd name="connsiteY20" fmla="*/ 318764 h 2062793"/>
              <a:gd name="connsiteX0" fmla="*/ 2927962 w 3648170"/>
              <a:gd name="connsiteY0" fmla="*/ 0 h 2062793"/>
              <a:gd name="connsiteX1" fmla="*/ 3639048 w 3648170"/>
              <a:gd name="connsiteY1" fmla="*/ 374754 h 2062793"/>
              <a:gd name="connsiteX2" fmla="*/ 3447944 w 3648170"/>
              <a:gd name="connsiteY2" fmla="*/ 604215 h 2062793"/>
              <a:gd name="connsiteX3" fmla="*/ 3504632 w 3648170"/>
              <a:gd name="connsiteY3" fmla="*/ 744739 h 2062793"/>
              <a:gd name="connsiteX4" fmla="*/ 3514170 w 3648170"/>
              <a:gd name="connsiteY4" fmla="*/ 1032157 h 2062793"/>
              <a:gd name="connsiteX5" fmla="*/ 3391824 w 3648170"/>
              <a:gd name="connsiteY5" fmla="*/ 1230846 h 2062793"/>
              <a:gd name="connsiteX6" fmla="*/ 3395815 w 3648170"/>
              <a:gd name="connsiteY6" fmla="*/ 1592543 h 2062793"/>
              <a:gd name="connsiteX7" fmla="*/ 2933574 w 3648170"/>
              <a:gd name="connsiteY7" fmla="*/ 1763430 h 2062793"/>
              <a:gd name="connsiteX8" fmla="*/ 2617700 w 3648170"/>
              <a:gd name="connsiteY8" fmla="*/ 1885521 h 2062793"/>
              <a:gd name="connsiteX9" fmla="*/ 2312851 w 3648170"/>
              <a:gd name="connsiteY9" fmla="*/ 2060365 h 2062793"/>
              <a:gd name="connsiteX10" fmla="*/ 1736865 w 3648170"/>
              <a:gd name="connsiteY10" fmla="*/ 1746743 h 2062793"/>
              <a:gd name="connsiteX11" fmla="*/ 1611003 w 3648170"/>
              <a:gd name="connsiteY11" fmla="*/ 1497854 h 2062793"/>
              <a:gd name="connsiteX12" fmla="*/ 1547471 w 3648170"/>
              <a:gd name="connsiteY12" fmla="*/ 1310973 h 2062793"/>
              <a:gd name="connsiteX13" fmla="*/ 1426218 w 3648170"/>
              <a:gd name="connsiteY13" fmla="*/ 1104471 h 2062793"/>
              <a:gd name="connsiteX14" fmla="*/ 1274485 w 3648170"/>
              <a:gd name="connsiteY14" fmla="*/ 1039892 h 2062793"/>
              <a:gd name="connsiteX15" fmla="*/ 1121323 w 3648170"/>
              <a:gd name="connsiteY15" fmla="*/ 1018365 h 2062793"/>
              <a:gd name="connsiteX16" fmla="*/ 929775 w 3648170"/>
              <a:gd name="connsiteY16" fmla="*/ 1031700 h 2062793"/>
              <a:gd name="connsiteX17" fmla="*/ 817189 w 3648170"/>
              <a:gd name="connsiteY17" fmla="*/ 995124 h 2062793"/>
              <a:gd name="connsiteX18" fmla="*/ 676695 w 3648170"/>
              <a:gd name="connsiteY18" fmla="*/ 854726 h 2062793"/>
              <a:gd name="connsiteX19" fmla="*/ 489148 w 3648170"/>
              <a:gd name="connsiteY19" fmla="*/ 620125 h 2062793"/>
              <a:gd name="connsiteX20" fmla="*/ 0 w 3648170"/>
              <a:gd name="connsiteY20" fmla="*/ 300710 h 2062793"/>
              <a:gd name="connsiteX0" fmla="*/ 2927962 w 3648170"/>
              <a:gd name="connsiteY0" fmla="*/ 0 h 2062793"/>
              <a:gd name="connsiteX1" fmla="*/ 3639048 w 3648170"/>
              <a:gd name="connsiteY1" fmla="*/ 374754 h 2062793"/>
              <a:gd name="connsiteX2" fmla="*/ 3447944 w 3648170"/>
              <a:gd name="connsiteY2" fmla="*/ 604215 h 2062793"/>
              <a:gd name="connsiteX3" fmla="*/ 3504632 w 3648170"/>
              <a:gd name="connsiteY3" fmla="*/ 744739 h 2062793"/>
              <a:gd name="connsiteX4" fmla="*/ 3514170 w 3648170"/>
              <a:gd name="connsiteY4" fmla="*/ 1032157 h 2062793"/>
              <a:gd name="connsiteX5" fmla="*/ 3391824 w 3648170"/>
              <a:gd name="connsiteY5" fmla="*/ 1230846 h 2062793"/>
              <a:gd name="connsiteX6" fmla="*/ 3395815 w 3648170"/>
              <a:gd name="connsiteY6" fmla="*/ 1592543 h 2062793"/>
              <a:gd name="connsiteX7" fmla="*/ 2933574 w 3648170"/>
              <a:gd name="connsiteY7" fmla="*/ 1763430 h 2062793"/>
              <a:gd name="connsiteX8" fmla="*/ 2617700 w 3648170"/>
              <a:gd name="connsiteY8" fmla="*/ 1885521 h 2062793"/>
              <a:gd name="connsiteX9" fmla="*/ 2312851 w 3648170"/>
              <a:gd name="connsiteY9" fmla="*/ 2060365 h 2062793"/>
              <a:gd name="connsiteX10" fmla="*/ 1736865 w 3648170"/>
              <a:gd name="connsiteY10" fmla="*/ 1746743 h 2062793"/>
              <a:gd name="connsiteX11" fmla="*/ 1611003 w 3648170"/>
              <a:gd name="connsiteY11" fmla="*/ 1497854 h 2062793"/>
              <a:gd name="connsiteX12" fmla="*/ 1547471 w 3648170"/>
              <a:gd name="connsiteY12" fmla="*/ 1310973 h 2062793"/>
              <a:gd name="connsiteX13" fmla="*/ 1426218 w 3648170"/>
              <a:gd name="connsiteY13" fmla="*/ 1104471 h 2062793"/>
              <a:gd name="connsiteX14" fmla="*/ 1274485 w 3648170"/>
              <a:gd name="connsiteY14" fmla="*/ 1039892 h 2062793"/>
              <a:gd name="connsiteX15" fmla="*/ 1121323 w 3648170"/>
              <a:gd name="connsiteY15" fmla="*/ 1018365 h 2062793"/>
              <a:gd name="connsiteX16" fmla="*/ 929775 w 3648170"/>
              <a:gd name="connsiteY16" fmla="*/ 1031700 h 2062793"/>
              <a:gd name="connsiteX17" fmla="*/ 817189 w 3648170"/>
              <a:gd name="connsiteY17" fmla="*/ 995124 h 2062793"/>
              <a:gd name="connsiteX18" fmla="*/ 676695 w 3648170"/>
              <a:gd name="connsiteY18" fmla="*/ 854726 h 2062793"/>
              <a:gd name="connsiteX19" fmla="*/ 489148 w 3648170"/>
              <a:gd name="connsiteY19" fmla="*/ 620125 h 2062793"/>
              <a:gd name="connsiteX20" fmla="*/ 0 w 3648170"/>
              <a:gd name="connsiteY20" fmla="*/ 300710 h 2062793"/>
              <a:gd name="connsiteX0" fmla="*/ 2967587 w 3648170"/>
              <a:gd name="connsiteY0" fmla="*/ 0 h 2066733"/>
              <a:gd name="connsiteX1" fmla="*/ 3639048 w 3648170"/>
              <a:gd name="connsiteY1" fmla="*/ 378694 h 2066733"/>
              <a:gd name="connsiteX2" fmla="*/ 3447944 w 3648170"/>
              <a:gd name="connsiteY2" fmla="*/ 608155 h 2066733"/>
              <a:gd name="connsiteX3" fmla="*/ 3504632 w 3648170"/>
              <a:gd name="connsiteY3" fmla="*/ 748679 h 2066733"/>
              <a:gd name="connsiteX4" fmla="*/ 3514170 w 3648170"/>
              <a:gd name="connsiteY4" fmla="*/ 1036097 h 2066733"/>
              <a:gd name="connsiteX5" fmla="*/ 3391824 w 3648170"/>
              <a:gd name="connsiteY5" fmla="*/ 1234786 h 2066733"/>
              <a:gd name="connsiteX6" fmla="*/ 3395815 w 3648170"/>
              <a:gd name="connsiteY6" fmla="*/ 1596483 h 2066733"/>
              <a:gd name="connsiteX7" fmla="*/ 2933574 w 3648170"/>
              <a:gd name="connsiteY7" fmla="*/ 1767370 h 2066733"/>
              <a:gd name="connsiteX8" fmla="*/ 2617700 w 3648170"/>
              <a:gd name="connsiteY8" fmla="*/ 1889461 h 2066733"/>
              <a:gd name="connsiteX9" fmla="*/ 2312851 w 3648170"/>
              <a:gd name="connsiteY9" fmla="*/ 2064305 h 2066733"/>
              <a:gd name="connsiteX10" fmla="*/ 1736865 w 3648170"/>
              <a:gd name="connsiteY10" fmla="*/ 1750683 h 2066733"/>
              <a:gd name="connsiteX11" fmla="*/ 1611003 w 3648170"/>
              <a:gd name="connsiteY11" fmla="*/ 1501794 h 2066733"/>
              <a:gd name="connsiteX12" fmla="*/ 1547471 w 3648170"/>
              <a:gd name="connsiteY12" fmla="*/ 1314913 h 2066733"/>
              <a:gd name="connsiteX13" fmla="*/ 1426218 w 3648170"/>
              <a:gd name="connsiteY13" fmla="*/ 1108411 h 2066733"/>
              <a:gd name="connsiteX14" fmla="*/ 1274485 w 3648170"/>
              <a:gd name="connsiteY14" fmla="*/ 1043832 h 2066733"/>
              <a:gd name="connsiteX15" fmla="*/ 1121323 w 3648170"/>
              <a:gd name="connsiteY15" fmla="*/ 1022305 h 2066733"/>
              <a:gd name="connsiteX16" fmla="*/ 929775 w 3648170"/>
              <a:gd name="connsiteY16" fmla="*/ 1035640 h 2066733"/>
              <a:gd name="connsiteX17" fmla="*/ 817189 w 3648170"/>
              <a:gd name="connsiteY17" fmla="*/ 999064 h 2066733"/>
              <a:gd name="connsiteX18" fmla="*/ 676695 w 3648170"/>
              <a:gd name="connsiteY18" fmla="*/ 858666 h 2066733"/>
              <a:gd name="connsiteX19" fmla="*/ 489148 w 3648170"/>
              <a:gd name="connsiteY19" fmla="*/ 624065 h 2066733"/>
              <a:gd name="connsiteX20" fmla="*/ 0 w 3648170"/>
              <a:gd name="connsiteY20" fmla="*/ 304650 h 2066733"/>
              <a:gd name="connsiteX0" fmla="*/ 2967587 w 3640924"/>
              <a:gd name="connsiteY0" fmla="*/ 0 h 2066733"/>
              <a:gd name="connsiteX1" fmla="*/ 3235153 w 3640924"/>
              <a:gd name="connsiteY1" fmla="*/ 167311 h 2066733"/>
              <a:gd name="connsiteX2" fmla="*/ 3639048 w 3640924"/>
              <a:gd name="connsiteY2" fmla="*/ 378694 h 2066733"/>
              <a:gd name="connsiteX3" fmla="*/ 3447944 w 3640924"/>
              <a:gd name="connsiteY3" fmla="*/ 608155 h 2066733"/>
              <a:gd name="connsiteX4" fmla="*/ 3504632 w 3640924"/>
              <a:gd name="connsiteY4" fmla="*/ 748679 h 2066733"/>
              <a:gd name="connsiteX5" fmla="*/ 3514170 w 3640924"/>
              <a:gd name="connsiteY5" fmla="*/ 1036097 h 2066733"/>
              <a:gd name="connsiteX6" fmla="*/ 3391824 w 3640924"/>
              <a:gd name="connsiteY6" fmla="*/ 1234786 h 2066733"/>
              <a:gd name="connsiteX7" fmla="*/ 3395815 w 3640924"/>
              <a:gd name="connsiteY7" fmla="*/ 1596483 h 2066733"/>
              <a:gd name="connsiteX8" fmla="*/ 2933574 w 3640924"/>
              <a:gd name="connsiteY8" fmla="*/ 1767370 h 2066733"/>
              <a:gd name="connsiteX9" fmla="*/ 2617700 w 3640924"/>
              <a:gd name="connsiteY9" fmla="*/ 1889461 h 2066733"/>
              <a:gd name="connsiteX10" fmla="*/ 2312851 w 3640924"/>
              <a:gd name="connsiteY10" fmla="*/ 2064305 h 2066733"/>
              <a:gd name="connsiteX11" fmla="*/ 1736865 w 3640924"/>
              <a:gd name="connsiteY11" fmla="*/ 1750683 h 2066733"/>
              <a:gd name="connsiteX12" fmla="*/ 1611003 w 3640924"/>
              <a:gd name="connsiteY12" fmla="*/ 1501794 h 2066733"/>
              <a:gd name="connsiteX13" fmla="*/ 1547471 w 3640924"/>
              <a:gd name="connsiteY13" fmla="*/ 1314913 h 2066733"/>
              <a:gd name="connsiteX14" fmla="*/ 1426218 w 3640924"/>
              <a:gd name="connsiteY14" fmla="*/ 1108411 h 2066733"/>
              <a:gd name="connsiteX15" fmla="*/ 1274485 w 3640924"/>
              <a:gd name="connsiteY15" fmla="*/ 1043832 h 2066733"/>
              <a:gd name="connsiteX16" fmla="*/ 1121323 w 3640924"/>
              <a:gd name="connsiteY16" fmla="*/ 1022305 h 2066733"/>
              <a:gd name="connsiteX17" fmla="*/ 929775 w 3640924"/>
              <a:gd name="connsiteY17" fmla="*/ 1035640 h 2066733"/>
              <a:gd name="connsiteX18" fmla="*/ 817189 w 3640924"/>
              <a:gd name="connsiteY18" fmla="*/ 999064 h 2066733"/>
              <a:gd name="connsiteX19" fmla="*/ 676695 w 3640924"/>
              <a:gd name="connsiteY19" fmla="*/ 858666 h 2066733"/>
              <a:gd name="connsiteX20" fmla="*/ 489148 w 3640924"/>
              <a:gd name="connsiteY20" fmla="*/ 624065 h 2066733"/>
              <a:gd name="connsiteX21" fmla="*/ 0 w 3640924"/>
              <a:gd name="connsiteY21" fmla="*/ 304650 h 2066733"/>
              <a:gd name="connsiteX0" fmla="*/ 2967587 w 3640924"/>
              <a:gd name="connsiteY0" fmla="*/ 0 h 1889491"/>
              <a:gd name="connsiteX1" fmla="*/ 3235153 w 3640924"/>
              <a:gd name="connsiteY1" fmla="*/ 167311 h 1889491"/>
              <a:gd name="connsiteX2" fmla="*/ 3639048 w 3640924"/>
              <a:gd name="connsiteY2" fmla="*/ 378694 h 1889491"/>
              <a:gd name="connsiteX3" fmla="*/ 3447944 w 3640924"/>
              <a:gd name="connsiteY3" fmla="*/ 608155 h 1889491"/>
              <a:gd name="connsiteX4" fmla="*/ 3504632 w 3640924"/>
              <a:gd name="connsiteY4" fmla="*/ 748679 h 1889491"/>
              <a:gd name="connsiteX5" fmla="*/ 3514170 w 3640924"/>
              <a:gd name="connsiteY5" fmla="*/ 1036097 h 1889491"/>
              <a:gd name="connsiteX6" fmla="*/ 3391824 w 3640924"/>
              <a:gd name="connsiteY6" fmla="*/ 1234786 h 1889491"/>
              <a:gd name="connsiteX7" fmla="*/ 3395815 w 3640924"/>
              <a:gd name="connsiteY7" fmla="*/ 1596483 h 1889491"/>
              <a:gd name="connsiteX8" fmla="*/ 2933574 w 3640924"/>
              <a:gd name="connsiteY8" fmla="*/ 1767370 h 1889491"/>
              <a:gd name="connsiteX9" fmla="*/ 2617700 w 3640924"/>
              <a:gd name="connsiteY9" fmla="*/ 1889461 h 1889491"/>
              <a:gd name="connsiteX10" fmla="*/ 2255451 w 3640924"/>
              <a:gd name="connsiteY10" fmla="*/ 1778842 h 1889491"/>
              <a:gd name="connsiteX11" fmla="*/ 1736865 w 3640924"/>
              <a:gd name="connsiteY11" fmla="*/ 1750683 h 1889491"/>
              <a:gd name="connsiteX12" fmla="*/ 1611003 w 3640924"/>
              <a:gd name="connsiteY12" fmla="*/ 1501794 h 1889491"/>
              <a:gd name="connsiteX13" fmla="*/ 1547471 w 3640924"/>
              <a:gd name="connsiteY13" fmla="*/ 1314913 h 1889491"/>
              <a:gd name="connsiteX14" fmla="*/ 1426218 w 3640924"/>
              <a:gd name="connsiteY14" fmla="*/ 1108411 h 1889491"/>
              <a:gd name="connsiteX15" fmla="*/ 1274485 w 3640924"/>
              <a:gd name="connsiteY15" fmla="*/ 1043832 h 1889491"/>
              <a:gd name="connsiteX16" fmla="*/ 1121323 w 3640924"/>
              <a:gd name="connsiteY16" fmla="*/ 1022305 h 1889491"/>
              <a:gd name="connsiteX17" fmla="*/ 929775 w 3640924"/>
              <a:gd name="connsiteY17" fmla="*/ 1035640 h 1889491"/>
              <a:gd name="connsiteX18" fmla="*/ 817189 w 3640924"/>
              <a:gd name="connsiteY18" fmla="*/ 999064 h 1889491"/>
              <a:gd name="connsiteX19" fmla="*/ 676695 w 3640924"/>
              <a:gd name="connsiteY19" fmla="*/ 858666 h 1889491"/>
              <a:gd name="connsiteX20" fmla="*/ 489148 w 3640924"/>
              <a:gd name="connsiteY20" fmla="*/ 624065 h 1889491"/>
              <a:gd name="connsiteX21" fmla="*/ 0 w 3640924"/>
              <a:gd name="connsiteY21" fmla="*/ 304650 h 1889491"/>
              <a:gd name="connsiteX0" fmla="*/ 2967587 w 3640924"/>
              <a:gd name="connsiteY0" fmla="*/ 0 h 1795986"/>
              <a:gd name="connsiteX1" fmla="*/ 3235153 w 3640924"/>
              <a:gd name="connsiteY1" fmla="*/ 167311 h 1795986"/>
              <a:gd name="connsiteX2" fmla="*/ 3639048 w 3640924"/>
              <a:gd name="connsiteY2" fmla="*/ 378694 h 1795986"/>
              <a:gd name="connsiteX3" fmla="*/ 3447944 w 3640924"/>
              <a:gd name="connsiteY3" fmla="*/ 608155 h 1795986"/>
              <a:gd name="connsiteX4" fmla="*/ 3504632 w 3640924"/>
              <a:gd name="connsiteY4" fmla="*/ 748679 h 1795986"/>
              <a:gd name="connsiteX5" fmla="*/ 3514170 w 3640924"/>
              <a:gd name="connsiteY5" fmla="*/ 1036097 h 1795986"/>
              <a:gd name="connsiteX6" fmla="*/ 3391824 w 3640924"/>
              <a:gd name="connsiteY6" fmla="*/ 1234786 h 1795986"/>
              <a:gd name="connsiteX7" fmla="*/ 3395815 w 3640924"/>
              <a:gd name="connsiteY7" fmla="*/ 1596483 h 1795986"/>
              <a:gd name="connsiteX8" fmla="*/ 2933574 w 3640924"/>
              <a:gd name="connsiteY8" fmla="*/ 1767370 h 1795986"/>
              <a:gd name="connsiteX9" fmla="*/ 2659243 w 3640924"/>
              <a:gd name="connsiteY9" fmla="*/ 1795772 h 1795986"/>
              <a:gd name="connsiteX10" fmla="*/ 2255451 w 3640924"/>
              <a:gd name="connsiteY10" fmla="*/ 1778842 h 1795986"/>
              <a:gd name="connsiteX11" fmla="*/ 1736865 w 3640924"/>
              <a:gd name="connsiteY11" fmla="*/ 1750683 h 1795986"/>
              <a:gd name="connsiteX12" fmla="*/ 1611003 w 3640924"/>
              <a:gd name="connsiteY12" fmla="*/ 1501794 h 1795986"/>
              <a:gd name="connsiteX13" fmla="*/ 1547471 w 3640924"/>
              <a:gd name="connsiteY13" fmla="*/ 1314913 h 1795986"/>
              <a:gd name="connsiteX14" fmla="*/ 1426218 w 3640924"/>
              <a:gd name="connsiteY14" fmla="*/ 1108411 h 1795986"/>
              <a:gd name="connsiteX15" fmla="*/ 1274485 w 3640924"/>
              <a:gd name="connsiteY15" fmla="*/ 1043832 h 1795986"/>
              <a:gd name="connsiteX16" fmla="*/ 1121323 w 3640924"/>
              <a:gd name="connsiteY16" fmla="*/ 1022305 h 1795986"/>
              <a:gd name="connsiteX17" fmla="*/ 929775 w 3640924"/>
              <a:gd name="connsiteY17" fmla="*/ 1035640 h 1795986"/>
              <a:gd name="connsiteX18" fmla="*/ 817189 w 3640924"/>
              <a:gd name="connsiteY18" fmla="*/ 999064 h 1795986"/>
              <a:gd name="connsiteX19" fmla="*/ 676695 w 3640924"/>
              <a:gd name="connsiteY19" fmla="*/ 858666 h 1795986"/>
              <a:gd name="connsiteX20" fmla="*/ 489148 w 3640924"/>
              <a:gd name="connsiteY20" fmla="*/ 624065 h 1795986"/>
              <a:gd name="connsiteX21" fmla="*/ 0 w 3640924"/>
              <a:gd name="connsiteY21" fmla="*/ 304650 h 1795986"/>
              <a:gd name="connsiteX0" fmla="*/ 2967587 w 3640924"/>
              <a:gd name="connsiteY0" fmla="*/ 0 h 1804969"/>
              <a:gd name="connsiteX1" fmla="*/ 3235153 w 3640924"/>
              <a:gd name="connsiteY1" fmla="*/ 167311 h 1804969"/>
              <a:gd name="connsiteX2" fmla="*/ 3639048 w 3640924"/>
              <a:gd name="connsiteY2" fmla="*/ 378694 h 1804969"/>
              <a:gd name="connsiteX3" fmla="*/ 3447944 w 3640924"/>
              <a:gd name="connsiteY3" fmla="*/ 608155 h 1804969"/>
              <a:gd name="connsiteX4" fmla="*/ 3504632 w 3640924"/>
              <a:gd name="connsiteY4" fmla="*/ 748679 h 1804969"/>
              <a:gd name="connsiteX5" fmla="*/ 3514170 w 3640924"/>
              <a:gd name="connsiteY5" fmla="*/ 1036097 h 1804969"/>
              <a:gd name="connsiteX6" fmla="*/ 3391824 w 3640924"/>
              <a:gd name="connsiteY6" fmla="*/ 1234786 h 1804969"/>
              <a:gd name="connsiteX7" fmla="*/ 3395815 w 3640924"/>
              <a:gd name="connsiteY7" fmla="*/ 1596483 h 1804969"/>
              <a:gd name="connsiteX8" fmla="*/ 2997590 w 3640924"/>
              <a:gd name="connsiteY8" fmla="*/ 1625614 h 1804969"/>
              <a:gd name="connsiteX9" fmla="*/ 2659243 w 3640924"/>
              <a:gd name="connsiteY9" fmla="*/ 1795772 h 1804969"/>
              <a:gd name="connsiteX10" fmla="*/ 2255451 w 3640924"/>
              <a:gd name="connsiteY10" fmla="*/ 1778842 h 1804969"/>
              <a:gd name="connsiteX11" fmla="*/ 1736865 w 3640924"/>
              <a:gd name="connsiteY11" fmla="*/ 1750683 h 1804969"/>
              <a:gd name="connsiteX12" fmla="*/ 1611003 w 3640924"/>
              <a:gd name="connsiteY12" fmla="*/ 1501794 h 1804969"/>
              <a:gd name="connsiteX13" fmla="*/ 1547471 w 3640924"/>
              <a:gd name="connsiteY13" fmla="*/ 1314913 h 1804969"/>
              <a:gd name="connsiteX14" fmla="*/ 1426218 w 3640924"/>
              <a:gd name="connsiteY14" fmla="*/ 1108411 h 1804969"/>
              <a:gd name="connsiteX15" fmla="*/ 1274485 w 3640924"/>
              <a:gd name="connsiteY15" fmla="*/ 1043832 h 1804969"/>
              <a:gd name="connsiteX16" fmla="*/ 1121323 w 3640924"/>
              <a:gd name="connsiteY16" fmla="*/ 1022305 h 1804969"/>
              <a:gd name="connsiteX17" fmla="*/ 929775 w 3640924"/>
              <a:gd name="connsiteY17" fmla="*/ 1035640 h 1804969"/>
              <a:gd name="connsiteX18" fmla="*/ 817189 w 3640924"/>
              <a:gd name="connsiteY18" fmla="*/ 999064 h 1804969"/>
              <a:gd name="connsiteX19" fmla="*/ 676695 w 3640924"/>
              <a:gd name="connsiteY19" fmla="*/ 858666 h 1804969"/>
              <a:gd name="connsiteX20" fmla="*/ 489148 w 3640924"/>
              <a:gd name="connsiteY20" fmla="*/ 624065 h 1804969"/>
              <a:gd name="connsiteX21" fmla="*/ 0 w 3640924"/>
              <a:gd name="connsiteY21" fmla="*/ 304650 h 1804969"/>
              <a:gd name="connsiteX0" fmla="*/ 2967587 w 3640924"/>
              <a:gd name="connsiteY0" fmla="*/ 0 h 1804969"/>
              <a:gd name="connsiteX1" fmla="*/ 3235153 w 3640924"/>
              <a:gd name="connsiteY1" fmla="*/ 167311 h 1804969"/>
              <a:gd name="connsiteX2" fmla="*/ 3639048 w 3640924"/>
              <a:gd name="connsiteY2" fmla="*/ 378694 h 1804969"/>
              <a:gd name="connsiteX3" fmla="*/ 3447944 w 3640924"/>
              <a:gd name="connsiteY3" fmla="*/ 608155 h 1804969"/>
              <a:gd name="connsiteX4" fmla="*/ 3504632 w 3640924"/>
              <a:gd name="connsiteY4" fmla="*/ 748679 h 1804969"/>
              <a:gd name="connsiteX5" fmla="*/ 3514170 w 3640924"/>
              <a:gd name="connsiteY5" fmla="*/ 1036097 h 1804969"/>
              <a:gd name="connsiteX6" fmla="*/ 3391824 w 3640924"/>
              <a:gd name="connsiteY6" fmla="*/ 1234786 h 1804969"/>
              <a:gd name="connsiteX7" fmla="*/ 2997590 w 3640924"/>
              <a:gd name="connsiteY7" fmla="*/ 1625614 h 1804969"/>
              <a:gd name="connsiteX8" fmla="*/ 2659243 w 3640924"/>
              <a:gd name="connsiteY8" fmla="*/ 1795772 h 1804969"/>
              <a:gd name="connsiteX9" fmla="*/ 2255451 w 3640924"/>
              <a:gd name="connsiteY9" fmla="*/ 1778842 h 1804969"/>
              <a:gd name="connsiteX10" fmla="*/ 1736865 w 3640924"/>
              <a:gd name="connsiteY10" fmla="*/ 1750683 h 1804969"/>
              <a:gd name="connsiteX11" fmla="*/ 1611003 w 3640924"/>
              <a:gd name="connsiteY11" fmla="*/ 1501794 h 1804969"/>
              <a:gd name="connsiteX12" fmla="*/ 1547471 w 3640924"/>
              <a:gd name="connsiteY12" fmla="*/ 1314913 h 1804969"/>
              <a:gd name="connsiteX13" fmla="*/ 1426218 w 3640924"/>
              <a:gd name="connsiteY13" fmla="*/ 1108411 h 1804969"/>
              <a:gd name="connsiteX14" fmla="*/ 1274485 w 3640924"/>
              <a:gd name="connsiteY14" fmla="*/ 1043832 h 1804969"/>
              <a:gd name="connsiteX15" fmla="*/ 1121323 w 3640924"/>
              <a:gd name="connsiteY15" fmla="*/ 1022305 h 1804969"/>
              <a:gd name="connsiteX16" fmla="*/ 929775 w 3640924"/>
              <a:gd name="connsiteY16" fmla="*/ 1035640 h 1804969"/>
              <a:gd name="connsiteX17" fmla="*/ 817189 w 3640924"/>
              <a:gd name="connsiteY17" fmla="*/ 999064 h 1804969"/>
              <a:gd name="connsiteX18" fmla="*/ 676695 w 3640924"/>
              <a:gd name="connsiteY18" fmla="*/ 858666 h 1804969"/>
              <a:gd name="connsiteX19" fmla="*/ 489148 w 3640924"/>
              <a:gd name="connsiteY19" fmla="*/ 624065 h 1804969"/>
              <a:gd name="connsiteX20" fmla="*/ 0 w 3640924"/>
              <a:gd name="connsiteY20" fmla="*/ 304650 h 1804969"/>
              <a:gd name="connsiteX0" fmla="*/ 2967587 w 3640924"/>
              <a:gd name="connsiteY0" fmla="*/ 0 h 1804969"/>
              <a:gd name="connsiteX1" fmla="*/ 3235153 w 3640924"/>
              <a:gd name="connsiteY1" fmla="*/ 167311 h 1804969"/>
              <a:gd name="connsiteX2" fmla="*/ 3639048 w 3640924"/>
              <a:gd name="connsiteY2" fmla="*/ 378694 h 1804969"/>
              <a:gd name="connsiteX3" fmla="*/ 3447944 w 3640924"/>
              <a:gd name="connsiteY3" fmla="*/ 608155 h 1804969"/>
              <a:gd name="connsiteX4" fmla="*/ 3504632 w 3640924"/>
              <a:gd name="connsiteY4" fmla="*/ 748679 h 1804969"/>
              <a:gd name="connsiteX5" fmla="*/ 3514170 w 3640924"/>
              <a:gd name="connsiteY5" fmla="*/ 1036097 h 1804969"/>
              <a:gd name="connsiteX6" fmla="*/ 3258464 w 3640924"/>
              <a:gd name="connsiteY6" fmla="*/ 1126673 h 1804969"/>
              <a:gd name="connsiteX7" fmla="*/ 2997590 w 3640924"/>
              <a:gd name="connsiteY7" fmla="*/ 1625614 h 1804969"/>
              <a:gd name="connsiteX8" fmla="*/ 2659243 w 3640924"/>
              <a:gd name="connsiteY8" fmla="*/ 1795772 h 1804969"/>
              <a:gd name="connsiteX9" fmla="*/ 2255451 w 3640924"/>
              <a:gd name="connsiteY9" fmla="*/ 1778842 h 1804969"/>
              <a:gd name="connsiteX10" fmla="*/ 1736865 w 3640924"/>
              <a:gd name="connsiteY10" fmla="*/ 1750683 h 1804969"/>
              <a:gd name="connsiteX11" fmla="*/ 1611003 w 3640924"/>
              <a:gd name="connsiteY11" fmla="*/ 1501794 h 1804969"/>
              <a:gd name="connsiteX12" fmla="*/ 1547471 w 3640924"/>
              <a:gd name="connsiteY12" fmla="*/ 1314913 h 1804969"/>
              <a:gd name="connsiteX13" fmla="*/ 1426218 w 3640924"/>
              <a:gd name="connsiteY13" fmla="*/ 1108411 h 1804969"/>
              <a:gd name="connsiteX14" fmla="*/ 1274485 w 3640924"/>
              <a:gd name="connsiteY14" fmla="*/ 1043832 h 1804969"/>
              <a:gd name="connsiteX15" fmla="*/ 1121323 w 3640924"/>
              <a:gd name="connsiteY15" fmla="*/ 1022305 h 1804969"/>
              <a:gd name="connsiteX16" fmla="*/ 929775 w 3640924"/>
              <a:gd name="connsiteY16" fmla="*/ 1035640 h 1804969"/>
              <a:gd name="connsiteX17" fmla="*/ 817189 w 3640924"/>
              <a:gd name="connsiteY17" fmla="*/ 999064 h 1804969"/>
              <a:gd name="connsiteX18" fmla="*/ 676695 w 3640924"/>
              <a:gd name="connsiteY18" fmla="*/ 858666 h 1804969"/>
              <a:gd name="connsiteX19" fmla="*/ 489148 w 3640924"/>
              <a:gd name="connsiteY19" fmla="*/ 624065 h 1804969"/>
              <a:gd name="connsiteX20" fmla="*/ 0 w 3640924"/>
              <a:gd name="connsiteY20" fmla="*/ 304650 h 1804969"/>
              <a:gd name="connsiteX0" fmla="*/ 2967587 w 3640924"/>
              <a:gd name="connsiteY0" fmla="*/ 0 h 1804969"/>
              <a:gd name="connsiteX1" fmla="*/ 3235153 w 3640924"/>
              <a:gd name="connsiteY1" fmla="*/ 167311 h 1804969"/>
              <a:gd name="connsiteX2" fmla="*/ 3639048 w 3640924"/>
              <a:gd name="connsiteY2" fmla="*/ 378694 h 1804969"/>
              <a:gd name="connsiteX3" fmla="*/ 3447944 w 3640924"/>
              <a:gd name="connsiteY3" fmla="*/ 608155 h 1804969"/>
              <a:gd name="connsiteX4" fmla="*/ 3504632 w 3640924"/>
              <a:gd name="connsiteY4" fmla="*/ 748679 h 1804969"/>
              <a:gd name="connsiteX5" fmla="*/ 3314810 w 3640924"/>
              <a:gd name="connsiteY5" fmla="*/ 889404 h 1804969"/>
              <a:gd name="connsiteX6" fmla="*/ 3258464 w 3640924"/>
              <a:gd name="connsiteY6" fmla="*/ 1126673 h 1804969"/>
              <a:gd name="connsiteX7" fmla="*/ 2997590 w 3640924"/>
              <a:gd name="connsiteY7" fmla="*/ 1625614 h 1804969"/>
              <a:gd name="connsiteX8" fmla="*/ 2659243 w 3640924"/>
              <a:gd name="connsiteY8" fmla="*/ 1795772 h 1804969"/>
              <a:gd name="connsiteX9" fmla="*/ 2255451 w 3640924"/>
              <a:gd name="connsiteY9" fmla="*/ 1778842 h 1804969"/>
              <a:gd name="connsiteX10" fmla="*/ 1736865 w 3640924"/>
              <a:gd name="connsiteY10" fmla="*/ 1750683 h 1804969"/>
              <a:gd name="connsiteX11" fmla="*/ 1611003 w 3640924"/>
              <a:gd name="connsiteY11" fmla="*/ 1501794 h 1804969"/>
              <a:gd name="connsiteX12" fmla="*/ 1547471 w 3640924"/>
              <a:gd name="connsiteY12" fmla="*/ 1314913 h 1804969"/>
              <a:gd name="connsiteX13" fmla="*/ 1426218 w 3640924"/>
              <a:gd name="connsiteY13" fmla="*/ 1108411 h 1804969"/>
              <a:gd name="connsiteX14" fmla="*/ 1274485 w 3640924"/>
              <a:gd name="connsiteY14" fmla="*/ 1043832 h 1804969"/>
              <a:gd name="connsiteX15" fmla="*/ 1121323 w 3640924"/>
              <a:gd name="connsiteY15" fmla="*/ 1022305 h 1804969"/>
              <a:gd name="connsiteX16" fmla="*/ 929775 w 3640924"/>
              <a:gd name="connsiteY16" fmla="*/ 1035640 h 1804969"/>
              <a:gd name="connsiteX17" fmla="*/ 817189 w 3640924"/>
              <a:gd name="connsiteY17" fmla="*/ 999064 h 1804969"/>
              <a:gd name="connsiteX18" fmla="*/ 676695 w 3640924"/>
              <a:gd name="connsiteY18" fmla="*/ 858666 h 1804969"/>
              <a:gd name="connsiteX19" fmla="*/ 489148 w 3640924"/>
              <a:gd name="connsiteY19" fmla="*/ 624065 h 1804969"/>
              <a:gd name="connsiteX20" fmla="*/ 0 w 3640924"/>
              <a:gd name="connsiteY20" fmla="*/ 304650 h 1804969"/>
              <a:gd name="connsiteX0" fmla="*/ 3235153 w 3640924"/>
              <a:gd name="connsiteY0" fmla="*/ 0 h 1637658"/>
              <a:gd name="connsiteX1" fmla="*/ 3639048 w 3640924"/>
              <a:gd name="connsiteY1" fmla="*/ 211383 h 1637658"/>
              <a:gd name="connsiteX2" fmla="*/ 3447944 w 3640924"/>
              <a:gd name="connsiteY2" fmla="*/ 440844 h 1637658"/>
              <a:gd name="connsiteX3" fmla="*/ 3504632 w 3640924"/>
              <a:gd name="connsiteY3" fmla="*/ 581368 h 1637658"/>
              <a:gd name="connsiteX4" fmla="*/ 3314810 w 3640924"/>
              <a:gd name="connsiteY4" fmla="*/ 722093 h 1637658"/>
              <a:gd name="connsiteX5" fmla="*/ 3258464 w 3640924"/>
              <a:gd name="connsiteY5" fmla="*/ 959362 h 1637658"/>
              <a:gd name="connsiteX6" fmla="*/ 2997590 w 3640924"/>
              <a:gd name="connsiteY6" fmla="*/ 1458303 h 1637658"/>
              <a:gd name="connsiteX7" fmla="*/ 2659243 w 3640924"/>
              <a:gd name="connsiteY7" fmla="*/ 1628461 h 1637658"/>
              <a:gd name="connsiteX8" fmla="*/ 2255451 w 3640924"/>
              <a:gd name="connsiteY8" fmla="*/ 1611531 h 1637658"/>
              <a:gd name="connsiteX9" fmla="*/ 1736865 w 3640924"/>
              <a:gd name="connsiteY9" fmla="*/ 1583372 h 1637658"/>
              <a:gd name="connsiteX10" fmla="*/ 1611003 w 3640924"/>
              <a:gd name="connsiteY10" fmla="*/ 1334483 h 1637658"/>
              <a:gd name="connsiteX11" fmla="*/ 1547471 w 3640924"/>
              <a:gd name="connsiteY11" fmla="*/ 1147602 h 1637658"/>
              <a:gd name="connsiteX12" fmla="*/ 1426218 w 3640924"/>
              <a:gd name="connsiteY12" fmla="*/ 941100 h 1637658"/>
              <a:gd name="connsiteX13" fmla="*/ 1274485 w 3640924"/>
              <a:gd name="connsiteY13" fmla="*/ 876521 h 1637658"/>
              <a:gd name="connsiteX14" fmla="*/ 1121323 w 3640924"/>
              <a:gd name="connsiteY14" fmla="*/ 854994 h 1637658"/>
              <a:gd name="connsiteX15" fmla="*/ 929775 w 3640924"/>
              <a:gd name="connsiteY15" fmla="*/ 868329 h 1637658"/>
              <a:gd name="connsiteX16" fmla="*/ 817189 w 3640924"/>
              <a:gd name="connsiteY16" fmla="*/ 831753 h 1637658"/>
              <a:gd name="connsiteX17" fmla="*/ 676695 w 3640924"/>
              <a:gd name="connsiteY17" fmla="*/ 691355 h 1637658"/>
              <a:gd name="connsiteX18" fmla="*/ 489148 w 3640924"/>
              <a:gd name="connsiteY18" fmla="*/ 456754 h 1637658"/>
              <a:gd name="connsiteX19" fmla="*/ 0 w 3640924"/>
              <a:gd name="connsiteY19" fmla="*/ 137339 h 1637658"/>
              <a:gd name="connsiteX0" fmla="*/ 3639048 w 3640924"/>
              <a:gd name="connsiteY0" fmla="*/ 74044 h 1500319"/>
              <a:gd name="connsiteX1" fmla="*/ 3447944 w 3640924"/>
              <a:gd name="connsiteY1" fmla="*/ 303505 h 1500319"/>
              <a:gd name="connsiteX2" fmla="*/ 3504632 w 3640924"/>
              <a:gd name="connsiteY2" fmla="*/ 444029 h 1500319"/>
              <a:gd name="connsiteX3" fmla="*/ 3314810 w 3640924"/>
              <a:gd name="connsiteY3" fmla="*/ 584754 h 1500319"/>
              <a:gd name="connsiteX4" fmla="*/ 3258464 w 3640924"/>
              <a:gd name="connsiteY4" fmla="*/ 822023 h 1500319"/>
              <a:gd name="connsiteX5" fmla="*/ 2997590 w 3640924"/>
              <a:gd name="connsiteY5" fmla="*/ 1320964 h 1500319"/>
              <a:gd name="connsiteX6" fmla="*/ 2659243 w 3640924"/>
              <a:gd name="connsiteY6" fmla="*/ 1491122 h 1500319"/>
              <a:gd name="connsiteX7" fmla="*/ 2255451 w 3640924"/>
              <a:gd name="connsiteY7" fmla="*/ 1474192 h 1500319"/>
              <a:gd name="connsiteX8" fmla="*/ 1736865 w 3640924"/>
              <a:gd name="connsiteY8" fmla="*/ 1446033 h 1500319"/>
              <a:gd name="connsiteX9" fmla="*/ 1611003 w 3640924"/>
              <a:gd name="connsiteY9" fmla="*/ 1197144 h 1500319"/>
              <a:gd name="connsiteX10" fmla="*/ 1547471 w 3640924"/>
              <a:gd name="connsiteY10" fmla="*/ 1010263 h 1500319"/>
              <a:gd name="connsiteX11" fmla="*/ 1426218 w 3640924"/>
              <a:gd name="connsiteY11" fmla="*/ 803761 h 1500319"/>
              <a:gd name="connsiteX12" fmla="*/ 1274485 w 3640924"/>
              <a:gd name="connsiteY12" fmla="*/ 739182 h 1500319"/>
              <a:gd name="connsiteX13" fmla="*/ 1121323 w 3640924"/>
              <a:gd name="connsiteY13" fmla="*/ 717655 h 1500319"/>
              <a:gd name="connsiteX14" fmla="*/ 929775 w 3640924"/>
              <a:gd name="connsiteY14" fmla="*/ 730990 h 1500319"/>
              <a:gd name="connsiteX15" fmla="*/ 817189 w 3640924"/>
              <a:gd name="connsiteY15" fmla="*/ 694414 h 1500319"/>
              <a:gd name="connsiteX16" fmla="*/ 676695 w 3640924"/>
              <a:gd name="connsiteY16" fmla="*/ 554016 h 1500319"/>
              <a:gd name="connsiteX17" fmla="*/ 489148 w 3640924"/>
              <a:gd name="connsiteY17" fmla="*/ 319415 h 1500319"/>
              <a:gd name="connsiteX18" fmla="*/ 0 w 3640924"/>
              <a:gd name="connsiteY18" fmla="*/ 0 h 1500319"/>
              <a:gd name="connsiteX0" fmla="*/ 3447944 w 3508268"/>
              <a:gd name="connsiteY0" fmla="*/ 303505 h 1500319"/>
              <a:gd name="connsiteX1" fmla="*/ 3504632 w 3508268"/>
              <a:gd name="connsiteY1" fmla="*/ 444029 h 1500319"/>
              <a:gd name="connsiteX2" fmla="*/ 3314810 w 3508268"/>
              <a:gd name="connsiteY2" fmla="*/ 584754 h 1500319"/>
              <a:gd name="connsiteX3" fmla="*/ 3258464 w 3508268"/>
              <a:gd name="connsiteY3" fmla="*/ 822023 h 1500319"/>
              <a:gd name="connsiteX4" fmla="*/ 2997590 w 3508268"/>
              <a:gd name="connsiteY4" fmla="*/ 1320964 h 1500319"/>
              <a:gd name="connsiteX5" fmla="*/ 2659243 w 3508268"/>
              <a:gd name="connsiteY5" fmla="*/ 1491122 h 1500319"/>
              <a:gd name="connsiteX6" fmla="*/ 2255451 w 3508268"/>
              <a:gd name="connsiteY6" fmla="*/ 1474192 h 1500319"/>
              <a:gd name="connsiteX7" fmla="*/ 1736865 w 3508268"/>
              <a:gd name="connsiteY7" fmla="*/ 1446033 h 1500319"/>
              <a:gd name="connsiteX8" fmla="*/ 1611003 w 3508268"/>
              <a:gd name="connsiteY8" fmla="*/ 1197144 h 1500319"/>
              <a:gd name="connsiteX9" fmla="*/ 1547471 w 3508268"/>
              <a:gd name="connsiteY9" fmla="*/ 1010263 h 1500319"/>
              <a:gd name="connsiteX10" fmla="*/ 1426218 w 3508268"/>
              <a:gd name="connsiteY10" fmla="*/ 803761 h 1500319"/>
              <a:gd name="connsiteX11" fmla="*/ 1274485 w 3508268"/>
              <a:gd name="connsiteY11" fmla="*/ 739182 h 1500319"/>
              <a:gd name="connsiteX12" fmla="*/ 1121323 w 3508268"/>
              <a:gd name="connsiteY12" fmla="*/ 717655 h 1500319"/>
              <a:gd name="connsiteX13" fmla="*/ 929775 w 3508268"/>
              <a:gd name="connsiteY13" fmla="*/ 730990 h 1500319"/>
              <a:gd name="connsiteX14" fmla="*/ 817189 w 3508268"/>
              <a:gd name="connsiteY14" fmla="*/ 694414 h 1500319"/>
              <a:gd name="connsiteX15" fmla="*/ 676695 w 3508268"/>
              <a:gd name="connsiteY15" fmla="*/ 554016 h 1500319"/>
              <a:gd name="connsiteX16" fmla="*/ 489148 w 3508268"/>
              <a:gd name="connsiteY16" fmla="*/ 319415 h 1500319"/>
              <a:gd name="connsiteX17" fmla="*/ 0 w 3508268"/>
              <a:gd name="connsiteY17" fmla="*/ 0 h 1500319"/>
              <a:gd name="connsiteX0" fmla="*/ 3504632 w 3508268"/>
              <a:gd name="connsiteY0" fmla="*/ 444029 h 1500319"/>
              <a:gd name="connsiteX1" fmla="*/ 3314810 w 3508268"/>
              <a:gd name="connsiteY1" fmla="*/ 584754 h 1500319"/>
              <a:gd name="connsiteX2" fmla="*/ 3258464 w 3508268"/>
              <a:gd name="connsiteY2" fmla="*/ 822023 h 1500319"/>
              <a:gd name="connsiteX3" fmla="*/ 2997590 w 3508268"/>
              <a:gd name="connsiteY3" fmla="*/ 1320964 h 1500319"/>
              <a:gd name="connsiteX4" fmla="*/ 2659243 w 3508268"/>
              <a:gd name="connsiteY4" fmla="*/ 1491122 h 1500319"/>
              <a:gd name="connsiteX5" fmla="*/ 2255451 w 3508268"/>
              <a:gd name="connsiteY5" fmla="*/ 1474192 h 1500319"/>
              <a:gd name="connsiteX6" fmla="*/ 1736865 w 3508268"/>
              <a:gd name="connsiteY6" fmla="*/ 1446033 h 1500319"/>
              <a:gd name="connsiteX7" fmla="*/ 1611003 w 3508268"/>
              <a:gd name="connsiteY7" fmla="*/ 1197144 h 1500319"/>
              <a:gd name="connsiteX8" fmla="*/ 1547471 w 3508268"/>
              <a:gd name="connsiteY8" fmla="*/ 1010263 h 1500319"/>
              <a:gd name="connsiteX9" fmla="*/ 1426218 w 3508268"/>
              <a:gd name="connsiteY9" fmla="*/ 803761 h 1500319"/>
              <a:gd name="connsiteX10" fmla="*/ 1274485 w 3508268"/>
              <a:gd name="connsiteY10" fmla="*/ 739182 h 1500319"/>
              <a:gd name="connsiteX11" fmla="*/ 1121323 w 3508268"/>
              <a:gd name="connsiteY11" fmla="*/ 717655 h 1500319"/>
              <a:gd name="connsiteX12" fmla="*/ 929775 w 3508268"/>
              <a:gd name="connsiteY12" fmla="*/ 730990 h 1500319"/>
              <a:gd name="connsiteX13" fmla="*/ 817189 w 3508268"/>
              <a:gd name="connsiteY13" fmla="*/ 694414 h 1500319"/>
              <a:gd name="connsiteX14" fmla="*/ 676695 w 3508268"/>
              <a:gd name="connsiteY14" fmla="*/ 554016 h 1500319"/>
              <a:gd name="connsiteX15" fmla="*/ 489148 w 3508268"/>
              <a:gd name="connsiteY15" fmla="*/ 319415 h 1500319"/>
              <a:gd name="connsiteX16" fmla="*/ 0 w 3508268"/>
              <a:gd name="connsiteY16" fmla="*/ 0 h 1500319"/>
              <a:gd name="connsiteX0" fmla="*/ 3015484 w 3019120"/>
              <a:gd name="connsiteY0" fmla="*/ 124614 h 1180904"/>
              <a:gd name="connsiteX1" fmla="*/ 2825662 w 3019120"/>
              <a:gd name="connsiteY1" fmla="*/ 265339 h 1180904"/>
              <a:gd name="connsiteX2" fmla="*/ 2769316 w 3019120"/>
              <a:gd name="connsiteY2" fmla="*/ 502608 h 1180904"/>
              <a:gd name="connsiteX3" fmla="*/ 2508442 w 3019120"/>
              <a:gd name="connsiteY3" fmla="*/ 1001549 h 1180904"/>
              <a:gd name="connsiteX4" fmla="*/ 2170095 w 3019120"/>
              <a:gd name="connsiteY4" fmla="*/ 1171707 h 1180904"/>
              <a:gd name="connsiteX5" fmla="*/ 1766303 w 3019120"/>
              <a:gd name="connsiteY5" fmla="*/ 1154777 h 1180904"/>
              <a:gd name="connsiteX6" fmla="*/ 1247717 w 3019120"/>
              <a:gd name="connsiteY6" fmla="*/ 1126618 h 1180904"/>
              <a:gd name="connsiteX7" fmla="*/ 1121855 w 3019120"/>
              <a:gd name="connsiteY7" fmla="*/ 877729 h 1180904"/>
              <a:gd name="connsiteX8" fmla="*/ 1058323 w 3019120"/>
              <a:gd name="connsiteY8" fmla="*/ 690848 h 1180904"/>
              <a:gd name="connsiteX9" fmla="*/ 937070 w 3019120"/>
              <a:gd name="connsiteY9" fmla="*/ 484346 h 1180904"/>
              <a:gd name="connsiteX10" fmla="*/ 785337 w 3019120"/>
              <a:gd name="connsiteY10" fmla="*/ 419767 h 1180904"/>
              <a:gd name="connsiteX11" fmla="*/ 632175 w 3019120"/>
              <a:gd name="connsiteY11" fmla="*/ 398240 h 1180904"/>
              <a:gd name="connsiteX12" fmla="*/ 440627 w 3019120"/>
              <a:gd name="connsiteY12" fmla="*/ 411575 h 1180904"/>
              <a:gd name="connsiteX13" fmla="*/ 328041 w 3019120"/>
              <a:gd name="connsiteY13" fmla="*/ 374999 h 1180904"/>
              <a:gd name="connsiteX14" fmla="*/ 187547 w 3019120"/>
              <a:gd name="connsiteY14" fmla="*/ 234601 h 1180904"/>
              <a:gd name="connsiteX15" fmla="*/ 0 w 3019120"/>
              <a:gd name="connsiteY15" fmla="*/ 0 h 1180904"/>
              <a:gd name="connsiteX0" fmla="*/ 2827937 w 2831573"/>
              <a:gd name="connsiteY0" fmla="*/ 0 h 1056290"/>
              <a:gd name="connsiteX1" fmla="*/ 2638115 w 2831573"/>
              <a:gd name="connsiteY1" fmla="*/ 140725 h 1056290"/>
              <a:gd name="connsiteX2" fmla="*/ 2581769 w 2831573"/>
              <a:gd name="connsiteY2" fmla="*/ 377994 h 1056290"/>
              <a:gd name="connsiteX3" fmla="*/ 2320895 w 2831573"/>
              <a:gd name="connsiteY3" fmla="*/ 876935 h 1056290"/>
              <a:gd name="connsiteX4" fmla="*/ 1982548 w 2831573"/>
              <a:gd name="connsiteY4" fmla="*/ 1047093 h 1056290"/>
              <a:gd name="connsiteX5" fmla="*/ 1578756 w 2831573"/>
              <a:gd name="connsiteY5" fmla="*/ 1030163 h 1056290"/>
              <a:gd name="connsiteX6" fmla="*/ 1060170 w 2831573"/>
              <a:gd name="connsiteY6" fmla="*/ 1002004 h 1056290"/>
              <a:gd name="connsiteX7" fmla="*/ 934308 w 2831573"/>
              <a:gd name="connsiteY7" fmla="*/ 753115 h 1056290"/>
              <a:gd name="connsiteX8" fmla="*/ 870776 w 2831573"/>
              <a:gd name="connsiteY8" fmla="*/ 566234 h 1056290"/>
              <a:gd name="connsiteX9" fmla="*/ 749523 w 2831573"/>
              <a:gd name="connsiteY9" fmla="*/ 359732 h 1056290"/>
              <a:gd name="connsiteX10" fmla="*/ 597790 w 2831573"/>
              <a:gd name="connsiteY10" fmla="*/ 295153 h 1056290"/>
              <a:gd name="connsiteX11" fmla="*/ 444628 w 2831573"/>
              <a:gd name="connsiteY11" fmla="*/ 273626 h 1056290"/>
              <a:gd name="connsiteX12" fmla="*/ 253080 w 2831573"/>
              <a:gd name="connsiteY12" fmla="*/ 286961 h 1056290"/>
              <a:gd name="connsiteX13" fmla="*/ 140494 w 2831573"/>
              <a:gd name="connsiteY13" fmla="*/ 250385 h 1056290"/>
              <a:gd name="connsiteX14" fmla="*/ 0 w 2831573"/>
              <a:gd name="connsiteY14" fmla="*/ 109987 h 1056290"/>
              <a:gd name="connsiteX0" fmla="*/ 2790350 w 2793986"/>
              <a:gd name="connsiteY0" fmla="*/ 0 h 1056290"/>
              <a:gd name="connsiteX1" fmla="*/ 2600528 w 2793986"/>
              <a:gd name="connsiteY1" fmla="*/ 140725 h 1056290"/>
              <a:gd name="connsiteX2" fmla="*/ 2544182 w 2793986"/>
              <a:gd name="connsiteY2" fmla="*/ 377994 h 1056290"/>
              <a:gd name="connsiteX3" fmla="*/ 2283308 w 2793986"/>
              <a:gd name="connsiteY3" fmla="*/ 876935 h 1056290"/>
              <a:gd name="connsiteX4" fmla="*/ 1944961 w 2793986"/>
              <a:gd name="connsiteY4" fmla="*/ 1047093 h 1056290"/>
              <a:gd name="connsiteX5" fmla="*/ 1541169 w 2793986"/>
              <a:gd name="connsiteY5" fmla="*/ 1030163 h 1056290"/>
              <a:gd name="connsiteX6" fmla="*/ 1022583 w 2793986"/>
              <a:gd name="connsiteY6" fmla="*/ 1002004 h 1056290"/>
              <a:gd name="connsiteX7" fmla="*/ 896721 w 2793986"/>
              <a:gd name="connsiteY7" fmla="*/ 753115 h 1056290"/>
              <a:gd name="connsiteX8" fmla="*/ 833189 w 2793986"/>
              <a:gd name="connsiteY8" fmla="*/ 566234 h 1056290"/>
              <a:gd name="connsiteX9" fmla="*/ 711936 w 2793986"/>
              <a:gd name="connsiteY9" fmla="*/ 359732 h 1056290"/>
              <a:gd name="connsiteX10" fmla="*/ 560203 w 2793986"/>
              <a:gd name="connsiteY10" fmla="*/ 295153 h 1056290"/>
              <a:gd name="connsiteX11" fmla="*/ 407041 w 2793986"/>
              <a:gd name="connsiteY11" fmla="*/ 273626 h 1056290"/>
              <a:gd name="connsiteX12" fmla="*/ 215493 w 2793986"/>
              <a:gd name="connsiteY12" fmla="*/ 286961 h 1056290"/>
              <a:gd name="connsiteX13" fmla="*/ 102907 w 2793986"/>
              <a:gd name="connsiteY13" fmla="*/ 250385 h 1056290"/>
              <a:gd name="connsiteX14" fmla="*/ 0 w 2793986"/>
              <a:gd name="connsiteY14" fmla="*/ 125083 h 1056290"/>
              <a:gd name="connsiteX0" fmla="*/ 2790350 w 2793986"/>
              <a:gd name="connsiteY0" fmla="*/ 0 h 1065002"/>
              <a:gd name="connsiteX1" fmla="*/ 2600528 w 2793986"/>
              <a:gd name="connsiteY1" fmla="*/ 140725 h 1065002"/>
              <a:gd name="connsiteX2" fmla="*/ 2544182 w 2793986"/>
              <a:gd name="connsiteY2" fmla="*/ 377994 h 1065002"/>
              <a:gd name="connsiteX3" fmla="*/ 2264123 w 2793986"/>
              <a:gd name="connsiteY3" fmla="*/ 756442 h 1065002"/>
              <a:gd name="connsiteX4" fmla="*/ 1944961 w 2793986"/>
              <a:gd name="connsiteY4" fmla="*/ 1047093 h 1065002"/>
              <a:gd name="connsiteX5" fmla="*/ 1541169 w 2793986"/>
              <a:gd name="connsiteY5" fmla="*/ 1030163 h 1065002"/>
              <a:gd name="connsiteX6" fmla="*/ 1022583 w 2793986"/>
              <a:gd name="connsiteY6" fmla="*/ 1002004 h 1065002"/>
              <a:gd name="connsiteX7" fmla="*/ 896721 w 2793986"/>
              <a:gd name="connsiteY7" fmla="*/ 753115 h 1065002"/>
              <a:gd name="connsiteX8" fmla="*/ 833189 w 2793986"/>
              <a:gd name="connsiteY8" fmla="*/ 566234 h 1065002"/>
              <a:gd name="connsiteX9" fmla="*/ 711936 w 2793986"/>
              <a:gd name="connsiteY9" fmla="*/ 359732 h 1065002"/>
              <a:gd name="connsiteX10" fmla="*/ 560203 w 2793986"/>
              <a:gd name="connsiteY10" fmla="*/ 295153 h 1065002"/>
              <a:gd name="connsiteX11" fmla="*/ 407041 w 2793986"/>
              <a:gd name="connsiteY11" fmla="*/ 273626 h 1065002"/>
              <a:gd name="connsiteX12" fmla="*/ 215493 w 2793986"/>
              <a:gd name="connsiteY12" fmla="*/ 286961 h 1065002"/>
              <a:gd name="connsiteX13" fmla="*/ 102907 w 2793986"/>
              <a:gd name="connsiteY13" fmla="*/ 250385 h 1065002"/>
              <a:gd name="connsiteX14" fmla="*/ 0 w 2793986"/>
              <a:gd name="connsiteY14" fmla="*/ 125083 h 1065002"/>
              <a:gd name="connsiteX0" fmla="*/ 2790350 w 2793986"/>
              <a:gd name="connsiteY0" fmla="*/ 0 h 1038023"/>
              <a:gd name="connsiteX1" fmla="*/ 2600528 w 2793986"/>
              <a:gd name="connsiteY1" fmla="*/ 140725 h 1038023"/>
              <a:gd name="connsiteX2" fmla="*/ 2544182 w 2793986"/>
              <a:gd name="connsiteY2" fmla="*/ 377994 h 1038023"/>
              <a:gd name="connsiteX3" fmla="*/ 2264123 w 2793986"/>
              <a:gd name="connsiteY3" fmla="*/ 756442 h 1038023"/>
              <a:gd name="connsiteX4" fmla="*/ 1915669 w 2793986"/>
              <a:gd name="connsiteY4" fmla="*/ 939870 h 1038023"/>
              <a:gd name="connsiteX5" fmla="*/ 1541169 w 2793986"/>
              <a:gd name="connsiteY5" fmla="*/ 1030163 h 1038023"/>
              <a:gd name="connsiteX6" fmla="*/ 1022583 w 2793986"/>
              <a:gd name="connsiteY6" fmla="*/ 1002004 h 1038023"/>
              <a:gd name="connsiteX7" fmla="*/ 896721 w 2793986"/>
              <a:gd name="connsiteY7" fmla="*/ 753115 h 1038023"/>
              <a:gd name="connsiteX8" fmla="*/ 833189 w 2793986"/>
              <a:gd name="connsiteY8" fmla="*/ 566234 h 1038023"/>
              <a:gd name="connsiteX9" fmla="*/ 711936 w 2793986"/>
              <a:gd name="connsiteY9" fmla="*/ 359732 h 1038023"/>
              <a:gd name="connsiteX10" fmla="*/ 560203 w 2793986"/>
              <a:gd name="connsiteY10" fmla="*/ 295153 h 1038023"/>
              <a:gd name="connsiteX11" fmla="*/ 407041 w 2793986"/>
              <a:gd name="connsiteY11" fmla="*/ 273626 h 1038023"/>
              <a:gd name="connsiteX12" fmla="*/ 215493 w 2793986"/>
              <a:gd name="connsiteY12" fmla="*/ 286961 h 1038023"/>
              <a:gd name="connsiteX13" fmla="*/ 102907 w 2793986"/>
              <a:gd name="connsiteY13" fmla="*/ 250385 h 1038023"/>
              <a:gd name="connsiteX14" fmla="*/ 0 w 2793986"/>
              <a:gd name="connsiteY14" fmla="*/ 125083 h 1038023"/>
              <a:gd name="connsiteX0" fmla="*/ 2790350 w 2793986"/>
              <a:gd name="connsiteY0" fmla="*/ 0 h 1030416"/>
              <a:gd name="connsiteX1" fmla="*/ 2600528 w 2793986"/>
              <a:gd name="connsiteY1" fmla="*/ 140725 h 1030416"/>
              <a:gd name="connsiteX2" fmla="*/ 2544182 w 2793986"/>
              <a:gd name="connsiteY2" fmla="*/ 377994 h 1030416"/>
              <a:gd name="connsiteX3" fmla="*/ 2264123 w 2793986"/>
              <a:gd name="connsiteY3" fmla="*/ 756442 h 1030416"/>
              <a:gd name="connsiteX4" fmla="*/ 1915669 w 2793986"/>
              <a:gd name="connsiteY4" fmla="*/ 939870 h 1030416"/>
              <a:gd name="connsiteX5" fmla="*/ 1541169 w 2793986"/>
              <a:gd name="connsiteY5" fmla="*/ 1030163 h 1030416"/>
              <a:gd name="connsiteX6" fmla="*/ 1031838 w 2793986"/>
              <a:gd name="connsiteY6" fmla="*/ 959288 h 1030416"/>
              <a:gd name="connsiteX7" fmla="*/ 896721 w 2793986"/>
              <a:gd name="connsiteY7" fmla="*/ 753115 h 1030416"/>
              <a:gd name="connsiteX8" fmla="*/ 833189 w 2793986"/>
              <a:gd name="connsiteY8" fmla="*/ 566234 h 1030416"/>
              <a:gd name="connsiteX9" fmla="*/ 711936 w 2793986"/>
              <a:gd name="connsiteY9" fmla="*/ 359732 h 1030416"/>
              <a:gd name="connsiteX10" fmla="*/ 560203 w 2793986"/>
              <a:gd name="connsiteY10" fmla="*/ 295153 h 1030416"/>
              <a:gd name="connsiteX11" fmla="*/ 407041 w 2793986"/>
              <a:gd name="connsiteY11" fmla="*/ 273626 h 1030416"/>
              <a:gd name="connsiteX12" fmla="*/ 215493 w 2793986"/>
              <a:gd name="connsiteY12" fmla="*/ 286961 h 1030416"/>
              <a:gd name="connsiteX13" fmla="*/ 102907 w 2793986"/>
              <a:gd name="connsiteY13" fmla="*/ 250385 h 1030416"/>
              <a:gd name="connsiteX14" fmla="*/ 0 w 2793986"/>
              <a:gd name="connsiteY14" fmla="*/ 125083 h 1030416"/>
              <a:gd name="connsiteX0" fmla="*/ 2790350 w 2793986"/>
              <a:gd name="connsiteY0" fmla="*/ 0 h 996799"/>
              <a:gd name="connsiteX1" fmla="*/ 2600528 w 2793986"/>
              <a:gd name="connsiteY1" fmla="*/ 140725 h 996799"/>
              <a:gd name="connsiteX2" fmla="*/ 2544182 w 2793986"/>
              <a:gd name="connsiteY2" fmla="*/ 377994 h 996799"/>
              <a:gd name="connsiteX3" fmla="*/ 2264123 w 2793986"/>
              <a:gd name="connsiteY3" fmla="*/ 756442 h 996799"/>
              <a:gd name="connsiteX4" fmla="*/ 1915669 w 2793986"/>
              <a:gd name="connsiteY4" fmla="*/ 939870 h 996799"/>
              <a:gd name="connsiteX5" fmla="*/ 1565872 w 2793986"/>
              <a:gd name="connsiteY5" fmla="*/ 995391 h 996799"/>
              <a:gd name="connsiteX6" fmla="*/ 1031838 w 2793986"/>
              <a:gd name="connsiteY6" fmla="*/ 959288 h 996799"/>
              <a:gd name="connsiteX7" fmla="*/ 896721 w 2793986"/>
              <a:gd name="connsiteY7" fmla="*/ 753115 h 996799"/>
              <a:gd name="connsiteX8" fmla="*/ 833189 w 2793986"/>
              <a:gd name="connsiteY8" fmla="*/ 566234 h 996799"/>
              <a:gd name="connsiteX9" fmla="*/ 711936 w 2793986"/>
              <a:gd name="connsiteY9" fmla="*/ 359732 h 996799"/>
              <a:gd name="connsiteX10" fmla="*/ 560203 w 2793986"/>
              <a:gd name="connsiteY10" fmla="*/ 295153 h 996799"/>
              <a:gd name="connsiteX11" fmla="*/ 407041 w 2793986"/>
              <a:gd name="connsiteY11" fmla="*/ 273626 h 996799"/>
              <a:gd name="connsiteX12" fmla="*/ 215493 w 2793986"/>
              <a:gd name="connsiteY12" fmla="*/ 286961 h 996799"/>
              <a:gd name="connsiteX13" fmla="*/ 102907 w 2793986"/>
              <a:gd name="connsiteY13" fmla="*/ 250385 h 996799"/>
              <a:gd name="connsiteX14" fmla="*/ 0 w 2793986"/>
              <a:gd name="connsiteY14" fmla="*/ 125083 h 996799"/>
              <a:gd name="connsiteX0" fmla="*/ 2790350 w 2793986"/>
              <a:gd name="connsiteY0" fmla="*/ 0 h 997919"/>
              <a:gd name="connsiteX1" fmla="*/ 2600528 w 2793986"/>
              <a:gd name="connsiteY1" fmla="*/ 140725 h 997919"/>
              <a:gd name="connsiteX2" fmla="*/ 2544182 w 2793986"/>
              <a:gd name="connsiteY2" fmla="*/ 377994 h 997919"/>
              <a:gd name="connsiteX3" fmla="*/ 2264123 w 2793986"/>
              <a:gd name="connsiteY3" fmla="*/ 756442 h 997919"/>
              <a:gd name="connsiteX4" fmla="*/ 1915669 w 2793986"/>
              <a:gd name="connsiteY4" fmla="*/ 939870 h 997919"/>
              <a:gd name="connsiteX5" fmla="*/ 1565872 w 2793986"/>
              <a:gd name="connsiteY5" fmla="*/ 995391 h 997919"/>
              <a:gd name="connsiteX6" fmla="*/ 1031838 w 2793986"/>
              <a:gd name="connsiteY6" fmla="*/ 959288 h 997919"/>
              <a:gd name="connsiteX7" fmla="*/ 896721 w 2793986"/>
              <a:gd name="connsiteY7" fmla="*/ 753115 h 997919"/>
              <a:gd name="connsiteX8" fmla="*/ 833189 w 2793986"/>
              <a:gd name="connsiteY8" fmla="*/ 566234 h 997919"/>
              <a:gd name="connsiteX9" fmla="*/ 711936 w 2793986"/>
              <a:gd name="connsiteY9" fmla="*/ 359732 h 997919"/>
              <a:gd name="connsiteX10" fmla="*/ 560203 w 2793986"/>
              <a:gd name="connsiteY10" fmla="*/ 295153 h 997919"/>
              <a:gd name="connsiteX11" fmla="*/ 407041 w 2793986"/>
              <a:gd name="connsiteY11" fmla="*/ 273626 h 997919"/>
              <a:gd name="connsiteX12" fmla="*/ 215493 w 2793986"/>
              <a:gd name="connsiteY12" fmla="*/ 286961 h 997919"/>
              <a:gd name="connsiteX13" fmla="*/ 102907 w 2793986"/>
              <a:gd name="connsiteY13" fmla="*/ 250385 h 997919"/>
              <a:gd name="connsiteX14" fmla="*/ 0 w 2793986"/>
              <a:gd name="connsiteY14" fmla="*/ 125083 h 997919"/>
              <a:gd name="connsiteX0" fmla="*/ 2790350 w 2793986"/>
              <a:gd name="connsiteY0" fmla="*/ 0 h 997967"/>
              <a:gd name="connsiteX1" fmla="*/ 2600528 w 2793986"/>
              <a:gd name="connsiteY1" fmla="*/ 140725 h 997967"/>
              <a:gd name="connsiteX2" fmla="*/ 2544182 w 2793986"/>
              <a:gd name="connsiteY2" fmla="*/ 377994 h 997967"/>
              <a:gd name="connsiteX3" fmla="*/ 2264123 w 2793986"/>
              <a:gd name="connsiteY3" fmla="*/ 756442 h 997967"/>
              <a:gd name="connsiteX4" fmla="*/ 2001679 w 2793986"/>
              <a:gd name="connsiteY4" fmla="*/ 923205 h 997967"/>
              <a:gd name="connsiteX5" fmla="*/ 1565872 w 2793986"/>
              <a:gd name="connsiteY5" fmla="*/ 995391 h 997967"/>
              <a:gd name="connsiteX6" fmla="*/ 1031838 w 2793986"/>
              <a:gd name="connsiteY6" fmla="*/ 959288 h 997967"/>
              <a:gd name="connsiteX7" fmla="*/ 896721 w 2793986"/>
              <a:gd name="connsiteY7" fmla="*/ 753115 h 997967"/>
              <a:gd name="connsiteX8" fmla="*/ 833189 w 2793986"/>
              <a:gd name="connsiteY8" fmla="*/ 566234 h 997967"/>
              <a:gd name="connsiteX9" fmla="*/ 711936 w 2793986"/>
              <a:gd name="connsiteY9" fmla="*/ 359732 h 997967"/>
              <a:gd name="connsiteX10" fmla="*/ 560203 w 2793986"/>
              <a:gd name="connsiteY10" fmla="*/ 295153 h 997967"/>
              <a:gd name="connsiteX11" fmla="*/ 407041 w 2793986"/>
              <a:gd name="connsiteY11" fmla="*/ 273626 h 997967"/>
              <a:gd name="connsiteX12" fmla="*/ 215493 w 2793986"/>
              <a:gd name="connsiteY12" fmla="*/ 286961 h 997967"/>
              <a:gd name="connsiteX13" fmla="*/ 102907 w 2793986"/>
              <a:gd name="connsiteY13" fmla="*/ 250385 h 997967"/>
              <a:gd name="connsiteX14" fmla="*/ 0 w 2793986"/>
              <a:gd name="connsiteY14" fmla="*/ 125083 h 997967"/>
              <a:gd name="connsiteX0" fmla="*/ 2790350 w 2793986"/>
              <a:gd name="connsiteY0" fmla="*/ 0 h 997967"/>
              <a:gd name="connsiteX1" fmla="*/ 2600528 w 2793986"/>
              <a:gd name="connsiteY1" fmla="*/ 140725 h 997967"/>
              <a:gd name="connsiteX2" fmla="*/ 2506810 w 2793986"/>
              <a:gd name="connsiteY2" fmla="*/ 337694 h 997967"/>
              <a:gd name="connsiteX3" fmla="*/ 2264123 w 2793986"/>
              <a:gd name="connsiteY3" fmla="*/ 756442 h 997967"/>
              <a:gd name="connsiteX4" fmla="*/ 2001679 w 2793986"/>
              <a:gd name="connsiteY4" fmla="*/ 923205 h 997967"/>
              <a:gd name="connsiteX5" fmla="*/ 1565872 w 2793986"/>
              <a:gd name="connsiteY5" fmla="*/ 995391 h 997967"/>
              <a:gd name="connsiteX6" fmla="*/ 1031838 w 2793986"/>
              <a:gd name="connsiteY6" fmla="*/ 959288 h 997967"/>
              <a:gd name="connsiteX7" fmla="*/ 896721 w 2793986"/>
              <a:gd name="connsiteY7" fmla="*/ 753115 h 997967"/>
              <a:gd name="connsiteX8" fmla="*/ 833189 w 2793986"/>
              <a:gd name="connsiteY8" fmla="*/ 566234 h 997967"/>
              <a:gd name="connsiteX9" fmla="*/ 711936 w 2793986"/>
              <a:gd name="connsiteY9" fmla="*/ 359732 h 997967"/>
              <a:gd name="connsiteX10" fmla="*/ 560203 w 2793986"/>
              <a:gd name="connsiteY10" fmla="*/ 295153 h 997967"/>
              <a:gd name="connsiteX11" fmla="*/ 407041 w 2793986"/>
              <a:gd name="connsiteY11" fmla="*/ 273626 h 997967"/>
              <a:gd name="connsiteX12" fmla="*/ 215493 w 2793986"/>
              <a:gd name="connsiteY12" fmla="*/ 286961 h 997967"/>
              <a:gd name="connsiteX13" fmla="*/ 102907 w 2793986"/>
              <a:gd name="connsiteY13" fmla="*/ 250385 h 997967"/>
              <a:gd name="connsiteX14" fmla="*/ 0 w 2793986"/>
              <a:gd name="connsiteY14" fmla="*/ 125083 h 997967"/>
              <a:gd name="connsiteX0" fmla="*/ 2780309 w 2784104"/>
              <a:gd name="connsiteY0" fmla="*/ 0 h 985746"/>
              <a:gd name="connsiteX1" fmla="*/ 2600528 w 2784104"/>
              <a:gd name="connsiteY1" fmla="*/ 128504 h 985746"/>
              <a:gd name="connsiteX2" fmla="*/ 2506810 w 2784104"/>
              <a:gd name="connsiteY2" fmla="*/ 325473 h 985746"/>
              <a:gd name="connsiteX3" fmla="*/ 2264123 w 2784104"/>
              <a:gd name="connsiteY3" fmla="*/ 744221 h 985746"/>
              <a:gd name="connsiteX4" fmla="*/ 2001679 w 2784104"/>
              <a:gd name="connsiteY4" fmla="*/ 910984 h 985746"/>
              <a:gd name="connsiteX5" fmla="*/ 1565872 w 2784104"/>
              <a:gd name="connsiteY5" fmla="*/ 983170 h 985746"/>
              <a:gd name="connsiteX6" fmla="*/ 1031838 w 2784104"/>
              <a:gd name="connsiteY6" fmla="*/ 947067 h 985746"/>
              <a:gd name="connsiteX7" fmla="*/ 896721 w 2784104"/>
              <a:gd name="connsiteY7" fmla="*/ 740894 h 985746"/>
              <a:gd name="connsiteX8" fmla="*/ 833189 w 2784104"/>
              <a:gd name="connsiteY8" fmla="*/ 554013 h 985746"/>
              <a:gd name="connsiteX9" fmla="*/ 711936 w 2784104"/>
              <a:gd name="connsiteY9" fmla="*/ 347511 h 985746"/>
              <a:gd name="connsiteX10" fmla="*/ 560203 w 2784104"/>
              <a:gd name="connsiteY10" fmla="*/ 282932 h 985746"/>
              <a:gd name="connsiteX11" fmla="*/ 407041 w 2784104"/>
              <a:gd name="connsiteY11" fmla="*/ 261405 h 985746"/>
              <a:gd name="connsiteX12" fmla="*/ 215493 w 2784104"/>
              <a:gd name="connsiteY12" fmla="*/ 274740 h 985746"/>
              <a:gd name="connsiteX13" fmla="*/ 102907 w 2784104"/>
              <a:gd name="connsiteY13" fmla="*/ 238164 h 985746"/>
              <a:gd name="connsiteX14" fmla="*/ 0 w 2784104"/>
              <a:gd name="connsiteY14" fmla="*/ 112862 h 985746"/>
              <a:gd name="connsiteX0" fmla="*/ 2780309 w 2784104"/>
              <a:gd name="connsiteY0" fmla="*/ 0 h 985746"/>
              <a:gd name="connsiteX1" fmla="*/ 2600528 w 2784104"/>
              <a:gd name="connsiteY1" fmla="*/ 128504 h 985746"/>
              <a:gd name="connsiteX2" fmla="*/ 2506810 w 2784104"/>
              <a:gd name="connsiteY2" fmla="*/ 325473 h 985746"/>
              <a:gd name="connsiteX3" fmla="*/ 2264123 w 2784104"/>
              <a:gd name="connsiteY3" fmla="*/ 744221 h 985746"/>
              <a:gd name="connsiteX4" fmla="*/ 2001679 w 2784104"/>
              <a:gd name="connsiteY4" fmla="*/ 910984 h 985746"/>
              <a:gd name="connsiteX5" fmla="*/ 1565872 w 2784104"/>
              <a:gd name="connsiteY5" fmla="*/ 983170 h 985746"/>
              <a:gd name="connsiteX6" fmla="*/ 1031838 w 2784104"/>
              <a:gd name="connsiteY6" fmla="*/ 947067 h 985746"/>
              <a:gd name="connsiteX7" fmla="*/ 896721 w 2784104"/>
              <a:gd name="connsiteY7" fmla="*/ 740894 h 985746"/>
              <a:gd name="connsiteX8" fmla="*/ 833189 w 2784104"/>
              <a:gd name="connsiteY8" fmla="*/ 554013 h 985746"/>
              <a:gd name="connsiteX9" fmla="*/ 829725 w 2784104"/>
              <a:gd name="connsiteY9" fmla="*/ 394444 h 985746"/>
              <a:gd name="connsiteX10" fmla="*/ 560203 w 2784104"/>
              <a:gd name="connsiteY10" fmla="*/ 282932 h 985746"/>
              <a:gd name="connsiteX11" fmla="*/ 407041 w 2784104"/>
              <a:gd name="connsiteY11" fmla="*/ 261405 h 985746"/>
              <a:gd name="connsiteX12" fmla="*/ 215493 w 2784104"/>
              <a:gd name="connsiteY12" fmla="*/ 274740 h 985746"/>
              <a:gd name="connsiteX13" fmla="*/ 102907 w 2784104"/>
              <a:gd name="connsiteY13" fmla="*/ 238164 h 985746"/>
              <a:gd name="connsiteX14" fmla="*/ 0 w 2784104"/>
              <a:gd name="connsiteY14" fmla="*/ 112862 h 985746"/>
              <a:gd name="connsiteX0" fmla="*/ 2780309 w 2784104"/>
              <a:gd name="connsiteY0" fmla="*/ 0 h 985746"/>
              <a:gd name="connsiteX1" fmla="*/ 2600528 w 2784104"/>
              <a:gd name="connsiteY1" fmla="*/ 128504 h 985746"/>
              <a:gd name="connsiteX2" fmla="*/ 2506810 w 2784104"/>
              <a:gd name="connsiteY2" fmla="*/ 325473 h 985746"/>
              <a:gd name="connsiteX3" fmla="*/ 2264123 w 2784104"/>
              <a:gd name="connsiteY3" fmla="*/ 744221 h 985746"/>
              <a:gd name="connsiteX4" fmla="*/ 2001679 w 2784104"/>
              <a:gd name="connsiteY4" fmla="*/ 910984 h 985746"/>
              <a:gd name="connsiteX5" fmla="*/ 1565872 w 2784104"/>
              <a:gd name="connsiteY5" fmla="*/ 983170 h 985746"/>
              <a:gd name="connsiteX6" fmla="*/ 1031838 w 2784104"/>
              <a:gd name="connsiteY6" fmla="*/ 947067 h 985746"/>
              <a:gd name="connsiteX7" fmla="*/ 896721 w 2784104"/>
              <a:gd name="connsiteY7" fmla="*/ 740894 h 985746"/>
              <a:gd name="connsiteX8" fmla="*/ 833189 w 2784104"/>
              <a:gd name="connsiteY8" fmla="*/ 554013 h 985746"/>
              <a:gd name="connsiteX9" fmla="*/ 829725 w 2784104"/>
              <a:gd name="connsiteY9" fmla="*/ 394444 h 985746"/>
              <a:gd name="connsiteX10" fmla="*/ 560203 w 2784104"/>
              <a:gd name="connsiteY10" fmla="*/ 282932 h 985746"/>
              <a:gd name="connsiteX11" fmla="*/ 422141 w 2784104"/>
              <a:gd name="connsiteY11" fmla="*/ 288498 h 985746"/>
              <a:gd name="connsiteX12" fmla="*/ 215493 w 2784104"/>
              <a:gd name="connsiteY12" fmla="*/ 274740 h 985746"/>
              <a:gd name="connsiteX13" fmla="*/ 102907 w 2784104"/>
              <a:gd name="connsiteY13" fmla="*/ 238164 h 985746"/>
              <a:gd name="connsiteX14" fmla="*/ 0 w 2784104"/>
              <a:gd name="connsiteY14" fmla="*/ 112862 h 985746"/>
              <a:gd name="connsiteX0" fmla="*/ 2780309 w 2784104"/>
              <a:gd name="connsiteY0" fmla="*/ 0 h 985746"/>
              <a:gd name="connsiteX1" fmla="*/ 2600528 w 2784104"/>
              <a:gd name="connsiteY1" fmla="*/ 128504 h 985746"/>
              <a:gd name="connsiteX2" fmla="*/ 2506810 w 2784104"/>
              <a:gd name="connsiteY2" fmla="*/ 325473 h 985746"/>
              <a:gd name="connsiteX3" fmla="*/ 2264123 w 2784104"/>
              <a:gd name="connsiteY3" fmla="*/ 744221 h 985746"/>
              <a:gd name="connsiteX4" fmla="*/ 2001679 w 2784104"/>
              <a:gd name="connsiteY4" fmla="*/ 910984 h 985746"/>
              <a:gd name="connsiteX5" fmla="*/ 1565872 w 2784104"/>
              <a:gd name="connsiteY5" fmla="*/ 983170 h 985746"/>
              <a:gd name="connsiteX6" fmla="*/ 1031838 w 2784104"/>
              <a:gd name="connsiteY6" fmla="*/ 947067 h 985746"/>
              <a:gd name="connsiteX7" fmla="*/ 896721 w 2784104"/>
              <a:gd name="connsiteY7" fmla="*/ 740894 h 985746"/>
              <a:gd name="connsiteX8" fmla="*/ 833189 w 2784104"/>
              <a:gd name="connsiteY8" fmla="*/ 554013 h 985746"/>
              <a:gd name="connsiteX9" fmla="*/ 829725 w 2784104"/>
              <a:gd name="connsiteY9" fmla="*/ 394444 h 985746"/>
              <a:gd name="connsiteX10" fmla="*/ 560203 w 2784104"/>
              <a:gd name="connsiteY10" fmla="*/ 282932 h 985746"/>
              <a:gd name="connsiteX11" fmla="*/ 422141 w 2784104"/>
              <a:gd name="connsiteY11" fmla="*/ 288498 h 985746"/>
              <a:gd name="connsiteX12" fmla="*/ 215493 w 2784104"/>
              <a:gd name="connsiteY12" fmla="*/ 274740 h 985746"/>
              <a:gd name="connsiteX13" fmla="*/ 102907 w 2784104"/>
              <a:gd name="connsiteY13" fmla="*/ 238164 h 985746"/>
              <a:gd name="connsiteX14" fmla="*/ 0 w 2784104"/>
              <a:gd name="connsiteY14" fmla="*/ 112862 h 985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84104" h="985746">
                <a:moveTo>
                  <a:pt x="2780309" y="0"/>
                </a:moveTo>
                <a:cubicBezTo>
                  <a:pt x="2814378" y="68503"/>
                  <a:pt x="2608110" y="57093"/>
                  <a:pt x="2600528" y="128504"/>
                </a:cubicBezTo>
                <a:cubicBezTo>
                  <a:pt x="2597099" y="241566"/>
                  <a:pt x="2562877" y="222854"/>
                  <a:pt x="2506810" y="325473"/>
                </a:cubicBezTo>
                <a:cubicBezTo>
                  <a:pt x="2450743" y="428092"/>
                  <a:pt x="2348312" y="646636"/>
                  <a:pt x="2264123" y="744221"/>
                </a:cubicBezTo>
                <a:cubicBezTo>
                  <a:pt x="2179934" y="841806"/>
                  <a:pt x="2118054" y="871159"/>
                  <a:pt x="2001679" y="910984"/>
                </a:cubicBezTo>
                <a:cubicBezTo>
                  <a:pt x="1885304" y="950809"/>
                  <a:pt x="1727512" y="977156"/>
                  <a:pt x="1565872" y="983170"/>
                </a:cubicBezTo>
                <a:cubicBezTo>
                  <a:pt x="1404232" y="989184"/>
                  <a:pt x="1143363" y="987446"/>
                  <a:pt x="1031838" y="947067"/>
                </a:cubicBezTo>
                <a:cubicBezTo>
                  <a:pt x="920313" y="906688"/>
                  <a:pt x="929829" y="806403"/>
                  <a:pt x="896721" y="740894"/>
                </a:cubicBezTo>
                <a:cubicBezTo>
                  <a:pt x="863613" y="675385"/>
                  <a:pt x="844355" y="611755"/>
                  <a:pt x="833189" y="554013"/>
                </a:cubicBezTo>
                <a:cubicBezTo>
                  <a:pt x="822023" y="496271"/>
                  <a:pt x="893733" y="444641"/>
                  <a:pt x="829725" y="394444"/>
                </a:cubicBezTo>
                <a:cubicBezTo>
                  <a:pt x="786100" y="360154"/>
                  <a:pt x="628134" y="300590"/>
                  <a:pt x="560203" y="282932"/>
                </a:cubicBezTo>
                <a:cubicBezTo>
                  <a:pt x="492272" y="265274"/>
                  <a:pt x="471325" y="304518"/>
                  <a:pt x="422141" y="288498"/>
                </a:cubicBezTo>
                <a:cubicBezTo>
                  <a:pt x="332877" y="259424"/>
                  <a:pt x="268699" y="283129"/>
                  <a:pt x="215493" y="274740"/>
                </a:cubicBezTo>
                <a:cubicBezTo>
                  <a:pt x="162287" y="266351"/>
                  <a:pt x="138822" y="265144"/>
                  <a:pt x="102907" y="238164"/>
                </a:cubicBezTo>
                <a:cubicBezTo>
                  <a:pt x="66992" y="211184"/>
                  <a:pt x="41815" y="165059"/>
                  <a:pt x="0" y="112862"/>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2" name="Freeform: Shape 31">
            <a:extLst>
              <a:ext uri="{FF2B5EF4-FFF2-40B4-BE49-F238E27FC236}">
                <a16:creationId xmlns:a16="http://schemas.microsoft.com/office/drawing/2014/main" id="{FEC6AE16-39E6-E55B-A7AD-604DABB3BAC1}"/>
              </a:ext>
            </a:extLst>
          </p:cNvPr>
          <p:cNvSpPr/>
          <p:nvPr userDrawn="1"/>
        </p:nvSpPr>
        <p:spPr>
          <a:xfrm rot="21454472" flipH="1">
            <a:off x="9108205" y="-47147"/>
            <a:ext cx="3093826" cy="1544404"/>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298619 w 3094346"/>
              <a:gd name="connsiteY16" fmla="*/ 6743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650472 w 3094346"/>
              <a:gd name="connsiteY15" fmla="*/ 717364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916220 w 3094346"/>
              <a:gd name="connsiteY14" fmla="*/ 793945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61637 w 3094346"/>
              <a:gd name="connsiteY17" fmla="*/ 621637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3055791 w 3094346"/>
              <a:gd name="connsiteY4" fmla="*/ 1269147 h 1736284"/>
              <a:gd name="connsiteX5" fmla="*/ 2894152 w 3094346"/>
              <a:gd name="connsiteY5" fmla="*/ 1529941 h 1736284"/>
              <a:gd name="connsiteX6" fmla="*/ 2698985 w 3094346"/>
              <a:gd name="connsiteY6" fmla="*/ 1657671 h 1736284"/>
              <a:gd name="connsiteX7" fmla="*/ 2423712 w 3094346"/>
              <a:gd name="connsiteY7" fmla="*/ 1734253 h 1736284"/>
              <a:gd name="connsiteX8" fmla="*/ 2237022 w 3094346"/>
              <a:gd name="connsiteY8" fmla="*/ 1715107 h 1736284"/>
              <a:gd name="connsiteX9" fmla="*/ 2081384 w 3094346"/>
              <a:gd name="connsiteY9" fmla="*/ 1619381 h 1736284"/>
              <a:gd name="connsiteX10" fmla="*/ 2000040 w 3094346"/>
              <a:gd name="connsiteY10" fmla="*/ 1494985 h 1736284"/>
              <a:gd name="connsiteX11" fmla="*/ 1988038 w 3094346"/>
              <a:gd name="connsiteY11" fmla="*/ 1260479 h 1736284"/>
              <a:gd name="connsiteX12" fmla="*/ 2028710 w 3094346"/>
              <a:gd name="connsiteY12" fmla="*/ 1071503 h 1736284"/>
              <a:gd name="connsiteX13" fmla="*/ 2028710 w 3094346"/>
              <a:gd name="connsiteY13" fmla="*/ 932724 h 1736284"/>
              <a:gd name="connsiteX14" fmla="*/ 1801691 w 3094346"/>
              <a:gd name="connsiteY14" fmla="*/ 859018 h 1736284"/>
              <a:gd name="connsiteX15" fmla="*/ 1583035 w 3094346"/>
              <a:gd name="connsiteY15" fmla="*/ 806738 h 1736284"/>
              <a:gd name="connsiteX16" fmla="*/ 1345454 w 3094346"/>
              <a:gd name="connsiteY16" fmla="*/ 815011 h 1736284"/>
              <a:gd name="connsiteX17" fmla="*/ 1058378 w 3094346"/>
              <a:gd name="connsiteY17" fmla="*/ 697325 h 1736284"/>
              <a:gd name="connsiteX18" fmla="*/ 771982 w 3094346"/>
              <a:gd name="connsiteY18" fmla="*/ 492478 h 1736284"/>
              <a:gd name="connsiteX19" fmla="*/ 0 w 3094346"/>
              <a:gd name="connsiteY19" fmla="*/ 0 h 1736284"/>
              <a:gd name="connsiteX0" fmla="*/ 3055410 w 3094346"/>
              <a:gd name="connsiteY0" fmla="*/ 285595 h 1736284"/>
              <a:gd name="connsiteX1" fmla="*/ 3077698 w 3094346"/>
              <a:gd name="connsiteY1" fmla="*/ 526102 h 1736284"/>
              <a:gd name="connsiteX2" fmla="*/ 3093891 w 3094346"/>
              <a:gd name="connsiteY2" fmla="*/ 830711 h 1736284"/>
              <a:gd name="connsiteX3" fmla="*/ 3074270 w 3094346"/>
              <a:gd name="connsiteY3" fmla="*/ 1177993 h 1736284"/>
              <a:gd name="connsiteX4" fmla="*/ 2894152 w 3094346"/>
              <a:gd name="connsiteY4" fmla="*/ 1529941 h 1736284"/>
              <a:gd name="connsiteX5" fmla="*/ 2698985 w 3094346"/>
              <a:gd name="connsiteY5" fmla="*/ 1657671 h 1736284"/>
              <a:gd name="connsiteX6" fmla="*/ 2423712 w 3094346"/>
              <a:gd name="connsiteY6" fmla="*/ 1734253 h 1736284"/>
              <a:gd name="connsiteX7" fmla="*/ 2237022 w 3094346"/>
              <a:gd name="connsiteY7" fmla="*/ 1715107 h 1736284"/>
              <a:gd name="connsiteX8" fmla="*/ 2081384 w 3094346"/>
              <a:gd name="connsiteY8" fmla="*/ 1619381 h 1736284"/>
              <a:gd name="connsiteX9" fmla="*/ 2000040 w 3094346"/>
              <a:gd name="connsiteY9" fmla="*/ 1494985 h 1736284"/>
              <a:gd name="connsiteX10" fmla="*/ 1988038 w 3094346"/>
              <a:gd name="connsiteY10" fmla="*/ 1260479 h 1736284"/>
              <a:gd name="connsiteX11" fmla="*/ 2028710 w 3094346"/>
              <a:gd name="connsiteY11" fmla="*/ 1071503 h 1736284"/>
              <a:gd name="connsiteX12" fmla="*/ 2028710 w 3094346"/>
              <a:gd name="connsiteY12" fmla="*/ 932724 h 1736284"/>
              <a:gd name="connsiteX13" fmla="*/ 1801691 w 3094346"/>
              <a:gd name="connsiteY13" fmla="*/ 859018 h 1736284"/>
              <a:gd name="connsiteX14" fmla="*/ 1583035 w 3094346"/>
              <a:gd name="connsiteY14" fmla="*/ 806738 h 1736284"/>
              <a:gd name="connsiteX15" fmla="*/ 1345454 w 3094346"/>
              <a:gd name="connsiteY15" fmla="*/ 815011 h 1736284"/>
              <a:gd name="connsiteX16" fmla="*/ 1058378 w 3094346"/>
              <a:gd name="connsiteY16" fmla="*/ 697325 h 1736284"/>
              <a:gd name="connsiteX17" fmla="*/ 771982 w 3094346"/>
              <a:gd name="connsiteY17" fmla="*/ 492478 h 1736284"/>
              <a:gd name="connsiteX18" fmla="*/ 0 w 3094346"/>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894152 w 3122957"/>
              <a:gd name="connsiteY4" fmla="*/ 1529941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284"/>
              <a:gd name="connsiteX1" fmla="*/ 3077698 w 3122957"/>
              <a:gd name="connsiteY1" fmla="*/ 526102 h 1736284"/>
              <a:gd name="connsiteX2" fmla="*/ 3093891 w 3122957"/>
              <a:gd name="connsiteY2" fmla="*/ 830711 h 1736284"/>
              <a:gd name="connsiteX3" fmla="*/ 3119253 w 3122957"/>
              <a:gd name="connsiteY3" fmla="*/ 1220755 h 1736284"/>
              <a:gd name="connsiteX4" fmla="*/ 2931037 w 3122957"/>
              <a:gd name="connsiteY4" fmla="*/ 1539526 h 1736284"/>
              <a:gd name="connsiteX5" fmla="*/ 2698985 w 3122957"/>
              <a:gd name="connsiteY5" fmla="*/ 1657671 h 1736284"/>
              <a:gd name="connsiteX6" fmla="*/ 2423712 w 3122957"/>
              <a:gd name="connsiteY6" fmla="*/ 1734253 h 1736284"/>
              <a:gd name="connsiteX7" fmla="*/ 2237022 w 3122957"/>
              <a:gd name="connsiteY7" fmla="*/ 1715107 h 1736284"/>
              <a:gd name="connsiteX8" fmla="*/ 2081384 w 3122957"/>
              <a:gd name="connsiteY8" fmla="*/ 1619381 h 1736284"/>
              <a:gd name="connsiteX9" fmla="*/ 2000040 w 3122957"/>
              <a:gd name="connsiteY9" fmla="*/ 1494985 h 1736284"/>
              <a:gd name="connsiteX10" fmla="*/ 1988038 w 3122957"/>
              <a:gd name="connsiteY10" fmla="*/ 1260479 h 1736284"/>
              <a:gd name="connsiteX11" fmla="*/ 2028710 w 3122957"/>
              <a:gd name="connsiteY11" fmla="*/ 1071503 h 1736284"/>
              <a:gd name="connsiteX12" fmla="*/ 2028710 w 3122957"/>
              <a:gd name="connsiteY12" fmla="*/ 932724 h 1736284"/>
              <a:gd name="connsiteX13" fmla="*/ 1801691 w 3122957"/>
              <a:gd name="connsiteY13" fmla="*/ 859018 h 1736284"/>
              <a:gd name="connsiteX14" fmla="*/ 1583035 w 3122957"/>
              <a:gd name="connsiteY14" fmla="*/ 806738 h 1736284"/>
              <a:gd name="connsiteX15" fmla="*/ 1345454 w 3122957"/>
              <a:gd name="connsiteY15" fmla="*/ 815011 h 1736284"/>
              <a:gd name="connsiteX16" fmla="*/ 1058378 w 3122957"/>
              <a:gd name="connsiteY16" fmla="*/ 697325 h 1736284"/>
              <a:gd name="connsiteX17" fmla="*/ 771982 w 3122957"/>
              <a:gd name="connsiteY17" fmla="*/ 492478 h 1736284"/>
              <a:gd name="connsiteX18" fmla="*/ 0 w 3122957"/>
              <a:gd name="connsiteY18" fmla="*/ 0 h 1736284"/>
              <a:gd name="connsiteX0" fmla="*/ 3055410 w 3122957"/>
              <a:gd name="connsiteY0" fmla="*/ 285595 h 1736134"/>
              <a:gd name="connsiteX1" fmla="*/ 3077698 w 3122957"/>
              <a:gd name="connsiteY1" fmla="*/ 526102 h 1736134"/>
              <a:gd name="connsiteX2" fmla="*/ 3093891 w 3122957"/>
              <a:gd name="connsiteY2" fmla="*/ 830711 h 1736134"/>
              <a:gd name="connsiteX3" fmla="*/ 3119253 w 3122957"/>
              <a:gd name="connsiteY3" fmla="*/ 1220755 h 1736134"/>
              <a:gd name="connsiteX4" fmla="*/ 2931037 w 3122957"/>
              <a:gd name="connsiteY4" fmla="*/ 1539526 h 1736134"/>
              <a:gd name="connsiteX5" fmla="*/ 2715004 w 3122957"/>
              <a:gd name="connsiteY5" fmla="*/ 1685811 h 1736134"/>
              <a:gd name="connsiteX6" fmla="*/ 2423712 w 3122957"/>
              <a:gd name="connsiteY6" fmla="*/ 1734253 h 1736134"/>
              <a:gd name="connsiteX7" fmla="*/ 2237022 w 3122957"/>
              <a:gd name="connsiteY7" fmla="*/ 1715107 h 1736134"/>
              <a:gd name="connsiteX8" fmla="*/ 2081384 w 3122957"/>
              <a:gd name="connsiteY8" fmla="*/ 1619381 h 1736134"/>
              <a:gd name="connsiteX9" fmla="*/ 2000040 w 3122957"/>
              <a:gd name="connsiteY9" fmla="*/ 1494985 h 1736134"/>
              <a:gd name="connsiteX10" fmla="*/ 1988038 w 3122957"/>
              <a:gd name="connsiteY10" fmla="*/ 1260479 h 1736134"/>
              <a:gd name="connsiteX11" fmla="*/ 2028710 w 3122957"/>
              <a:gd name="connsiteY11" fmla="*/ 1071503 h 1736134"/>
              <a:gd name="connsiteX12" fmla="*/ 2028710 w 3122957"/>
              <a:gd name="connsiteY12" fmla="*/ 932724 h 1736134"/>
              <a:gd name="connsiteX13" fmla="*/ 1801691 w 3122957"/>
              <a:gd name="connsiteY13" fmla="*/ 859018 h 1736134"/>
              <a:gd name="connsiteX14" fmla="*/ 1583035 w 3122957"/>
              <a:gd name="connsiteY14" fmla="*/ 806738 h 1736134"/>
              <a:gd name="connsiteX15" fmla="*/ 1345454 w 3122957"/>
              <a:gd name="connsiteY15" fmla="*/ 815011 h 1736134"/>
              <a:gd name="connsiteX16" fmla="*/ 1058378 w 3122957"/>
              <a:gd name="connsiteY16" fmla="*/ 697325 h 1736134"/>
              <a:gd name="connsiteX17" fmla="*/ 771982 w 3122957"/>
              <a:gd name="connsiteY17" fmla="*/ 492478 h 1736134"/>
              <a:gd name="connsiteX18" fmla="*/ 0 w 3122957"/>
              <a:gd name="connsiteY18" fmla="*/ 0 h 1736134"/>
              <a:gd name="connsiteX0" fmla="*/ 3055410 w 3122957"/>
              <a:gd name="connsiteY0" fmla="*/ 285595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31037 w 3122957"/>
              <a:gd name="connsiteY3" fmla="*/ 1539526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22957"/>
              <a:gd name="connsiteY0" fmla="*/ 249631 h 1736134"/>
              <a:gd name="connsiteX1" fmla="*/ 3093891 w 3122957"/>
              <a:gd name="connsiteY1" fmla="*/ 830711 h 1736134"/>
              <a:gd name="connsiteX2" fmla="*/ 3119253 w 3122957"/>
              <a:gd name="connsiteY2" fmla="*/ 1220755 h 1736134"/>
              <a:gd name="connsiteX3" fmla="*/ 2958334 w 3122957"/>
              <a:gd name="connsiteY3" fmla="*/ 1534064 h 1736134"/>
              <a:gd name="connsiteX4" fmla="*/ 2715004 w 3122957"/>
              <a:gd name="connsiteY4" fmla="*/ 1685811 h 1736134"/>
              <a:gd name="connsiteX5" fmla="*/ 2423712 w 3122957"/>
              <a:gd name="connsiteY5" fmla="*/ 1734253 h 1736134"/>
              <a:gd name="connsiteX6" fmla="*/ 2237022 w 3122957"/>
              <a:gd name="connsiteY6" fmla="*/ 1715107 h 1736134"/>
              <a:gd name="connsiteX7" fmla="*/ 2081384 w 3122957"/>
              <a:gd name="connsiteY7" fmla="*/ 1619381 h 1736134"/>
              <a:gd name="connsiteX8" fmla="*/ 2000040 w 3122957"/>
              <a:gd name="connsiteY8" fmla="*/ 1494985 h 1736134"/>
              <a:gd name="connsiteX9" fmla="*/ 1988038 w 3122957"/>
              <a:gd name="connsiteY9" fmla="*/ 1260479 h 1736134"/>
              <a:gd name="connsiteX10" fmla="*/ 2028710 w 3122957"/>
              <a:gd name="connsiteY10" fmla="*/ 1071503 h 1736134"/>
              <a:gd name="connsiteX11" fmla="*/ 2028710 w 3122957"/>
              <a:gd name="connsiteY11" fmla="*/ 932724 h 1736134"/>
              <a:gd name="connsiteX12" fmla="*/ 1801691 w 3122957"/>
              <a:gd name="connsiteY12" fmla="*/ 859018 h 1736134"/>
              <a:gd name="connsiteX13" fmla="*/ 1583035 w 3122957"/>
              <a:gd name="connsiteY13" fmla="*/ 806738 h 1736134"/>
              <a:gd name="connsiteX14" fmla="*/ 1345454 w 3122957"/>
              <a:gd name="connsiteY14" fmla="*/ 815011 h 1736134"/>
              <a:gd name="connsiteX15" fmla="*/ 1058378 w 3122957"/>
              <a:gd name="connsiteY15" fmla="*/ 697325 h 1736134"/>
              <a:gd name="connsiteX16" fmla="*/ 771982 w 3122957"/>
              <a:gd name="connsiteY16" fmla="*/ 492478 h 1736134"/>
              <a:gd name="connsiteX17" fmla="*/ 0 w 3122957"/>
              <a:gd name="connsiteY17" fmla="*/ 0 h 1736134"/>
              <a:gd name="connsiteX0" fmla="*/ 3026755 w 3188419"/>
              <a:gd name="connsiteY0" fmla="*/ 249631 h 1736134"/>
              <a:gd name="connsiteX1" fmla="*/ 3093891 w 3188419"/>
              <a:gd name="connsiteY1" fmla="*/ 830711 h 1736134"/>
              <a:gd name="connsiteX2" fmla="*/ 3186853 w 3188419"/>
              <a:gd name="connsiteY2" fmla="*/ 1243946 h 1736134"/>
              <a:gd name="connsiteX3" fmla="*/ 2958334 w 3188419"/>
              <a:gd name="connsiteY3" fmla="*/ 1534064 h 1736134"/>
              <a:gd name="connsiteX4" fmla="*/ 2715004 w 3188419"/>
              <a:gd name="connsiteY4" fmla="*/ 1685811 h 1736134"/>
              <a:gd name="connsiteX5" fmla="*/ 2423712 w 3188419"/>
              <a:gd name="connsiteY5" fmla="*/ 1734253 h 1736134"/>
              <a:gd name="connsiteX6" fmla="*/ 2237022 w 3188419"/>
              <a:gd name="connsiteY6" fmla="*/ 1715107 h 1736134"/>
              <a:gd name="connsiteX7" fmla="*/ 2081384 w 3188419"/>
              <a:gd name="connsiteY7" fmla="*/ 1619381 h 1736134"/>
              <a:gd name="connsiteX8" fmla="*/ 2000040 w 3188419"/>
              <a:gd name="connsiteY8" fmla="*/ 1494985 h 1736134"/>
              <a:gd name="connsiteX9" fmla="*/ 1988038 w 3188419"/>
              <a:gd name="connsiteY9" fmla="*/ 1260479 h 1736134"/>
              <a:gd name="connsiteX10" fmla="*/ 2028710 w 3188419"/>
              <a:gd name="connsiteY10" fmla="*/ 1071503 h 1736134"/>
              <a:gd name="connsiteX11" fmla="*/ 2028710 w 3188419"/>
              <a:gd name="connsiteY11" fmla="*/ 932724 h 1736134"/>
              <a:gd name="connsiteX12" fmla="*/ 1801691 w 3188419"/>
              <a:gd name="connsiteY12" fmla="*/ 859018 h 1736134"/>
              <a:gd name="connsiteX13" fmla="*/ 1583035 w 3188419"/>
              <a:gd name="connsiteY13" fmla="*/ 806738 h 1736134"/>
              <a:gd name="connsiteX14" fmla="*/ 1345454 w 3188419"/>
              <a:gd name="connsiteY14" fmla="*/ 815011 h 1736134"/>
              <a:gd name="connsiteX15" fmla="*/ 1058378 w 3188419"/>
              <a:gd name="connsiteY15" fmla="*/ 697325 h 1736134"/>
              <a:gd name="connsiteX16" fmla="*/ 771982 w 3188419"/>
              <a:gd name="connsiteY16" fmla="*/ 492478 h 1736134"/>
              <a:gd name="connsiteX17" fmla="*/ 0 w 3188419"/>
              <a:gd name="connsiteY17" fmla="*/ 0 h 1736134"/>
              <a:gd name="connsiteX0" fmla="*/ 3026755 w 3188419"/>
              <a:gd name="connsiteY0" fmla="*/ 249631 h 1737300"/>
              <a:gd name="connsiteX1" fmla="*/ 3093891 w 3188419"/>
              <a:gd name="connsiteY1" fmla="*/ 830711 h 1737300"/>
              <a:gd name="connsiteX2" fmla="*/ 3186853 w 3188419"/>
              <a:gd name="connsiteY2" fmla="*/ 1243946 h 1737300"/>
              <a:gd name="connsiteX3" fmla="*/ 2958334 w 3188419"/>
              <a:gd name="connsiteY3" fmla="*/ 1534064 h 1737300"/>
              <a:gd name="connsiteX4" fmla="*/ 2696569 w 3188419"/>
              <a:gd name="connsiteY4" fmla="*/ 1715179 h 1737300"/>
              <a:gd name="connsiteX5" fmla="*/ 2423712 w 3188419"/>
              <a:gd name="connsiteY5" fmla="*/ 1734253 h 1737300"/>
              <a:gd name="connsiteX6" fmla="*/ 2237022 w 3188419"/>
              <a:gd name="connsiteY6" fmla="*/ 1715107 h 1737300"/>
              <a:gd name="connsiteX7" fmla="*/ 2081384 w 3188419"/>
              <a:gd name="connsiteY7" fmla="*/ 1619381 h 1737300"/>
              <a:gd name="connsiteX8" fmla="*/ 2000040 w 3188419"/>
              <a:gd name="connsiteY8" fmla="*/ 1494985 h 1737300"/>
              <a:gd name="connsiteX9" fmla="*/ 1988038 w 3188419"/>
              <a:gd name="connsiteY9" fmla="*/ 1260479 h 1737300"/>
              <a:gd name="connsiteX10" fmla="*/ 2028710 w 3188419"/>
              <a:gd name="connsiteY10" fmla="*/ 1071503 h 1737300"/>
              <a:gd name="connsiteX11" fmla="*/ 2028710 w 3188419"/>
              <a:gd name="connsiteY11" fmla="*/ 932724 h 1737300"/>
              <a:gd name="connsiteX12" fmla="*/ 1801691 w 3188419"/>
              <a:gd name="connsiteY12" fmla="*/ 859018 h 1737300"/>
              <a:gd name="connsiteX13" fmla="*/ 1583035 w 3188419"/>
              <a:gd name="connsiteY13" fmla="*/ 806738 h 1737300"/>
              <a:gd name="connsiteX14" fmla="*/ 1345454 w 3188419"/>
              <a:gd name="connsiteY14" fmla="*/ 815011 h 1737300"/>
              <a:gd name="connsiteX15" fmla="*/ 1058378 w 3188419"/>
              <a:gd name="connsiteY15" fmla="*/ 697325 h 1737300"/>
              <a:gd name="connsiteX16" fmla="*/ 771982 w 3188419"/>
              <a:gd name="connsiteY16" fmla="*/ 492478 h 1737300"/>
              <a:gd name="connsiteX17" fmla="*/ 0 w 3188419"/>
              <a:gd name="connsiteY17" fmla="*/ 0 h 1737300"/>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0 w 3188419"/>
              <a:gd name="connsiteY17" fmla="*/ 0 h 1754699"/>
              <a:gd name="connsiteX0" fmla="*/ 3026755 w 3188419"/>
              <a:gd name="connsiteY0" fmla="*/ 249631 h 1754699"/>
              <a:gd name="connsiteX1" fmla="*/ 3093891 w 3188419"/>
              <a:gd name="connsiteY1" fmla="*/ 830711 h 1754699"/>
              <a:gd name="connsiteX2" fmla="*/ 3186853 w 3188419"/>
              <a:gd name="connsiteY2" fmla="*/ 1243946 h 1754699"/>
              <a:gd name="connsiteX3" fmla="*/ 2958334 w 3188419"/>
              <a:gd name="connsiteY3" fmla="*/ 1534064 h 1754699"/>
              <a:gd name="connsiteX4" fmla="*/ 2696569 w 3188419"/>
              <a:gd name="connsiteY4" fmla="*/ 1715179 h 1754699"/>
              <a:gd name="connsiteX5" fmla="*/ 2452267 w 3188419"/>
              <a:gd name="connsiteY5" fmla="*/ 1754699 h 1754699"/>
              <a:gd name="connsiteX6" fmla="*/ 2237022 w 3188419"/>
              <a:gd name="connsiteY6" fmla="*/ 1715107 h 1754699"/>
              <a:gd name="connsiteX7" fmla="*/ 2081384 w 3188419"/>
              <a:gd name="connsiteY7" fmla="*/ 1619381 h 1754699"/>
              <a:gd name="connsiteX8" fmla="*/ 2000040 w 3188419"/>
              <a:gd name="connsiteY8" fmla="*/ 1494985 h 1754699"/>
              <a:gd name="connsiteX9" fmla="*/ 1988038 w 3188419"/>
              <a:gd name="connsiteY9" fmla="*/ 1260479 h 1754699"/>
              <a:gd name="connsiteX10" fmla="*/ 2028710 w 3188419"/>
              <a:gd name="connsiteY10" fmla="*/ 1071503 h 1754699"/>
              <a:gd name="connsiteX11" fmla="*/ 2028710 w 3188419"/>
              <a:gd name="connsiteY11" fmla="*/ 932724 h 1754699"/>
              <a:gd name="connsiteX12" fmla="*/ 1801691 w 3188419"/>
              <a:gd name="connsiteY12" fmla="*/ 859018 h 1754699"/>
              <a:gd name="connsiteX13" fmla="*/ 1583035 w 3188419"/>
              <a:gd name="connsiteY13" fmla="*/ 806738 h 1754699"/>
              <a:gd name="connsiteX14" fmla="*/ 1345454 w 3188419"/>
              <a:gd name="connsiteY14" fmla="*/ 815011 h 1754699"/>
              <a:gd name="connsiteX15" fmla="*/ 1058378 w 3188419"/>
              <a:gd name="connsiteY15" fmla="*/ 697325 h 1754699"/>
              <a:gd name="connsiteX16" fmla="*/ 771982 w 3188419"/>
              <a:gd name="connsiteY16" fmla="*/ 492478 h 1754699"/>
              <a:gd name="connsiteX17" fmla="*/ 144587 w 3188419"/>
              <a:gd name="connsiteY17" fmla="*/ 262116 h 1754699"/>
              <a:gd name="connsiteX18" fmla="*/ 0 w 3188419"/>
              <a:gd name="connsiteY18" fmla="*/ 0 h 1754699"/>
              <a:gd name="connsiteX0" fmla="*/ 3026755 w 3188419"/>
              <a:gd name="connsiteY0" fmla="*/ 249631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2958334 w 3188419"/>
              <a:gd name="connsiteY4" fmla="*/ 1534064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3029782 w 3188419"/>
              <a:gd name="connsiteY4" fmla="*/ 1523937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188419"/>
              <a:gd name="connsiteY0" fmla="*/ 209985 h 1754699"/>
              <a:gd name="connsiteX1" fmla="*/ 3149137 w 3188419"/>
              <a:gd name="connsiteY1" fmla="*/ 698819 h 1754699"/>
              <a:gd name="connsiteX2" fmla="*/ 3093891 w 3188419"/>
              <a:gd name="connsiteY2" fmla="*/ 830711 h 1754699"/>
              <a:gd name="connsiteX3" fmla="*/ 3186853 w 3188419"/>
              <a:gd name="connsiteY3" fmla="*/ 1243946 h 1754699"/>
              <a:gd name="connsiteX4" fmla="*/ 3029782 w 3188419"/>
              <a:gd name="connsiteY4" fmla="*/ 1523937 h 1754699"/>
              <a:gd name="connsiteX5" fmla="*/ 2696569 w 3188419"/>
              <a:gd name="connsiteY5" fmla="*/ 1715179 h 1754699"/>
              <a:gd name="connsiteX6" fmla="*/ 2452267 w 3188419"/>
              <a:gd name="connsiteY6" fmla="*/ 1754699 h 1754699"/>
              <a:gd name="connsiteX7" fmla="*/ 2237022 w 3188419"/>
              <a:gd name="connsiteY7" fmla="*/ 1715107 h 1754699"/>
              <a:gd name="connsiteX8" fmla="*/ 2081384 w 3188419"/>
              <a:gd name="connsiteY8" fmla="*/ 1619381 h 1754699"/>
              <a:gd name="connsiteX9" fmla="*/ 2000040 w 3188419"/>
              <a:gd name="connsiteY9" fmla="*/ 1494985 h 1754699"/>
              <a:gd name="connsiteX10" fmla="*/ 1988038 w 3188419"/>
              <a:gd name="connsiteY10" fmla="*/ 1260479 h 1754699"/>
              <a:gd name="connsiteX11" fmla="*/ 2028710 w 3188419"/>
              <a:gd name="connsiteY11" fmla="*/ 1071503 h 1754699"/>
              <a:gd name="connsiteX12" fmla="*/ 2028710 w 3188419"/>
              <a:gd name="connsiteY12" fmla="*/ 932724 h 1754699"/>
              <a:gd name="connsiteX13" fmla="*/ 1801691 w 3188419"/>
              <a:gd name="connsiteY13" fmla="*/ 859018 h 1754699"/>
              <a:gd name="connsiteX14" fmla="*/ 1583035 w 3188419"/>
              <a:gd name="connsiteY14" fmla="*/ 806738 h 1754699"/>
              <a:gd name="connsiteX15" fmla="*/ 1345454 w 3188419"/>
              <a:gd name="connsiteY15" fmla="*/ 815011 h 1754699"/>
              <a:gd name="connsiteX16" fmla="*/ 1058378 w 3188419"/>
              <a:gd name="connsiteY16" fmla="*/ 697325 h 1754699"/>
              <a:gd name="connsiteX17" fmla="*/ 771982 w 3188419"/>
              <a:gd name="connsiteY17" fmla="*/ 492478 h 1754699"/>
              <a:gd name="connsiteX18" fmla="*/ 144587 w 3188419"/>
              <a:gd name="connsiteY18" fmla="*/ 262116 h 1754699"/>
              <a:gd name="connsiteX19" fmla="*/ 0 w 3188419"/>
              <a:gd name="connsiteY19" fmla="*/ 0 h 1754699"/>
              <a:gd name="connsiteX0" fmla="*/ 3095452 w 3207355"/>
              <a:gd name="connsiteY0" fmla="*/ 209985 h 1754699"/>
              <a:gd name="connsiteX1" fmla="*/ 3206583 w 3207355"/>
              <a:gd name="connsiteY1" fmla="*/ 345167 h 1754699"/>
              <a:gd name="connsiteX2" fmla="*/ 3149137 w 3207355"/>
              <a:gd name="connsiteY2" fmla="*/ 698819 h 1754699"/>
              <a:gd name="connsiteX3" fmla="*/ 3093891 w 3207355"/>
              <a:gd name="connsiteY3" fmla="*/ 830711 h 1754699"/>
              <a:gd name="connsiteX4" fmla="*/ 3186853 w 3207355"/>
              <a:gd name="connsiteY4" fmla="*/ 1243946 h 1754699"/>
              <a:gd name="connsiteX5" fmla="*/ 3029782 w 3207355"/>
              <a:gd name="connsiteY5" fmla="*/ 1523937 h 1754699"/>
              <a:gd name="connsiteX6" fmla="*/ 2696569 w 3207355"/>
              <a:gd name="connsiteY6" fmla="*/ 1715179 h 1754699"/>
              <a:gd name="connsiteX7" fmla="*/ 2452267 w 3207355"/>
              <a:gd name="connsiteY7" fmla="*/ 1754699 h 1754699"/>
              <a:gd name="connsiteX8" fmla="*/ 2237022 w 3207355"/>
              <a:gd name="connsiteY8" fmla="*/ 1715107 h 1754699"/>
              <a:gd name="connsiteX9" fmla="*/ 2081384 w 3207355"/>
              <a:gd name="connsiteY9" fmla="*/ 1619381 h 1754699"/>
              <a:gd name="connsiteX10" fmla="*/ 2000040 w 3207355"/>
              <a:gd name="connsiteY10" fmla="*/ 1494985 h 1754699"/>
              <a:gd name="connsiteX11" fmla="*/ 1988038 w 3207355"/>
              <a:gd name="connsiteY11" fmla="*/ 1260479 h 1754699"/>
              <a:gd name="connsiteX12" fmla="*/ 2028710 w 3207355"/>
              <a:gd name="connsiteY12" fmla="*/ 1071503 h 1754699"/>
              <a:gd name="connsiteX13" fmla="*/ 2028710 w 3207355"/>
              <a:gd name="connsiteY13" fmla="*/ 932724 h 1754699"/>
              <a:gd name="connsiteX14" fmla="*/ 1801691 w 3207355"/>
              <a:gd name="connsiteY14" fmla="*/ 859018 h 1754699"/>
              <a:gd name="connsiteX15" fmla="*/ 1583035 w 3207355"/>
              <a:gd name="connsiteY15" fmla="*/ 806738 h 1754699"/>
              <a:gd name="connsiteX16" fmla="*/ 1345454 w 3207355"/>
              <a:gd name="connsiteY16" fmla="*/ 815011 h 1754699"/>
              <a:gd name="connsiteX17" fmla="*/ 1058378 w 3207355"/>
              <a:gd name="connsiteY17" fmla="*/ 697325 h 1754699"/>
              <a:gd name="connsiteX18" fmla="*/ 771982 w 3207355"/>
              <a:gd name="connsiteY18" fmla="*/ 492478 h 1754699"/>
              <a:gd name="connsiteX19" fmla="*/ 144587 w 3207355"/>
              <a:gd name="connsiteY19" fmla="*/ 262116 h 1754699"/>
              <a:gd name="connsiteX20" fmla="*/ 0 w 3207355"/>
              <a:gd name="connsiteY20" fmla="*/ 0 h 1754699"/>
              <a:gd name="connsiteX0" fmla="*/ 2764234 w 3207355"/>
              <a:gd name="connsiteY0" fmla="*/ 30226 h 1754699"/>
              <a:gd name="connsiteX1" fmla="*/ 3206583 w 3207355"/>
              <a:gd name="connsiteY1" fmla="*/ 345167 h 1754699"/>
              <a:gd name="connsiteX2" fmla="*/ 3149137 w 3207355"/>
              <a:gd name="connsiteY2" fmla="*/ 698819 h 1754699"/>
              <a:gd name="connsiteX3" fmla="*/ 3093891 w 3207355"/>
              <a:gd name="connsiteY3" fmla="*/ 830711 h 1754699"/>
              <a:gd name="connsiteX4" fmla="*/ 3186853 w 3207355"/>
              <a:gd name="connsiteY4" fmla="*/ 1243946 h 1754699"/>
              <a:gd name="connsiteX5" fmla="*/ 3029782 w 3207355"/>
              <a:gd name="connsiteY5" fmla="*/ 1523937 h 1754699"/>
              <a:gd name="connsiteX6" fmla="*/ 2696569 w 3207355"/>
              <a:gd name="connsiteY6" fmla="*/ 1715179 h 1754699"/>
              <a:gd name="connsiteX7" fmla="*/ 2452267 w 3207355"/>
              <a:gd name="connsiteY7" fmla="*/ 1754699 h 1754699"/>
              <a:gd name="connsiteX8" fmla="*/ 2237022 w 3207355"/>
              <a:gd name="connsiteY8" fmla="*/ 1715107 h 1754699"/>
              <a:gd name="connsiteX9" fmla="*/ 2081384 w 3207355"/>
              <a:gd name="connsiteY9" fmla="*/ 1619381 h 1754699"/>
              <a:gd name="connsiteX10" fmla="*/ 2000040 w 3207355"/>
              <a:gd name="connsiteY10" fmla="*/ 1494985 h 1754699"/>
              <a:gd name="connsiteX11" fmla="*/ 1988038 w 3207355"/>
              <a:gd name="connsiteY11" fmla="*/ 1260479 h 1754699"/>
              <a:gd name="connsiteX12" fmla="*/ 2028710 w 3207355"/>
              <a:gd name="connsiteY12" fmla="*/ 1071503 h 1754699"/>
              <a:gd name="connsiteX13" fmla="*/ 2028710 w 3207355"/>
              <a:gd name="connsiteY13" fmla="*/ 932724 h 1754699"/>
              <a:gd name="connsiteX14" fmla="*/ 1801691 w 3207355"/>
              <a:gd name="connsiteY14" fmla="*/ 859018 h 1754699"/>
              <a:gd name="connsiteX15" fmla="*/ 1583035 w 3207355"/>
              <a:gd name="connsiteY15" fmla="*/ 806738 h 1754699"/>
              <a:gd name="connsiteX16" fmla="*/ 1345454 w 3207355"/>
              <a:gd name="connsiteY16" fmla="*/ 815011 h 1754699"/>
              <a:gd name="connsiteX17" fmla="*/ 1058378 w 3207355"/>
              <a:gd name="connsiteY17" fmla="*/ 697325 h 1754699"/>
              <a:gd name="connsiteX18" fmla="*/ 771982 w 3207355"/>
              <a:gd name="connsiteY18" fmla="*/ 492478 h 1754699"/>
              <a:gd name="connsiteX19" fmla="*/ 144587 w 3207355"/>
              <a:gd name="connsiteY19" fmla="*/ 262116 h 1754699"/>
              <a:gd name="connsiteX20" fmla="*/ 0 w 3207355"/>
              <a:gd name="connsiteY20" fmla="*/ 0 h 1754699"/>
              <a:gd name="connsiteX0" fmla="*/ 2764234 w 3208730"/>
              <a:gd name="connsiteY0" fmla="*/ 30226 h 1754699"/>
              <a:gd name="connsiteX1" fmla="*/ 3206583 w 3208730"/>
              <a:gd name="connsiteY1" fmla="*/ 345167 h 1754699"/>
              <a:gd name="connsiteX2" fmla="*/ 3198764 w 3208730"/>
              <a:gd name="connsiteY2" fmla="*/ 704348 h 1754699"/>
              <a:gd name="connsiteX3" fmla="*/ 3093891 w 3208730"/>
              <a:gd name="connsiteY3" fmla="*/ 830711 h 1754699"/>
              <a:gd name="connsiteX4" fmla="*/ 3186853 w 3208730"/>
              <a:gd name="connsiteY4" fmla="*/ 1243946 h 1754699"/>
              <a:gd name="connsiteX5" fmla="*/ 3029782 w 3208730"/>
              <a:gd name="connsiteY5" fmla="*/ 1523937 h 1754699"/>
              <a:gd name="connsiteX6" fmla="*/ 2696569 w 3208730"/>
              <a:gd name="connsiteY6" fmla="*/ 1715179 h 1754699"/>
              <a:gd name="connsiteX7" fmla="*/ 2452267 w 3208730"/>
              <a:gd name="connsiteY7" fmla="*/ 1754699 h 1754699"/>
              <a:gd name="connsiteX8" fmla="*/ 2237022 w 3208730"/>
              <a:gd name="connsiteY8" fmla="*/ 1715107 h 1754699"/>
              <a:gd name="connsiteX9" fmla="*/ 2081384 w 3208730"/>
              <a:gd name="connsiteY9" fmla="*/ 1619381 h 1754699"/>
              <a:gd name="connsiteX10" fmla="*/ 2000040 w 3208730"/>
              <a:gd name="connsiteY10" fmla="*/ 1494985 h 1754699"/>
              <a:gd name="connsiteX11" fmla="*/ 1988038 w 3208730"/>
              <a:gd name="connsiteY11" fmla="*/ 1260479 h 1754699"/>
              <a:gd name="connsiteX12" fmla="*/ 2028710 w 3208730"/>
              <a:gd name="connsiteY12" fmla="*/ 1071503 h 1754699"/>
              <a:gd name="connsiteX13" fmla="*/ 2028710 w 3208730"/>
              <a:gd name="connsiteY13" fmla="*/ 932724 h 1754699"/>
              <a:gd name="connsiteX14" fmla="*/ 1801691 w 3208730"/>
              <a:gd name="connsiteY14" fmla="*/ 859018 h 1754699"/>
              <a:gd name="connsiteX15" fmla="*/ 1583035 w 3208730"/>
              <a:gd name="connsiteY15" fmla="*/ 806738 h 1754699"/>
              <a:gd name="connsiteX16" fmla="*/ 1345454 w 3208730"/>
              <a:gd name="connsiteY16" fmla="*/ 815011 h 1754699"/>
              <a:gd name="connsiteX17" fmla="*/ 1058378 w 3208730"/>
              <a:gd name="connsiteY17" fmla="*/ 697325 h 1754699"/>
              <a:gd name="connsiteX18" fmla="*/ 771982 w 3208730"/>
              <a:gd name="connsiteY18" fmla="*/ 492478 h 1754699"/>
              <a:gd name="connsiteX19" fmla="*/ 144587 w 3208730"/>
              <a:gd name="connsiteY19" fmla="*/ 262116 h 1754699"/>
              <a:gd name="connsiteX20" fmla="*/ 0 w 3208730"/>
              <a:gd name="connsiteY20" fmla="*/ 0 h 1754699"/>
              <a:gd name="connsiteX0" fmla="*/ 2764234 w 3208730"/>
              <a:gd name="connsiteY0" fmla="*/ 30226 h 1754699"/>
              <a:gd name="connsiteX1" fmla="*/ 3206583 w 3208730"/>
              <a:gd name="connsiteY1" fmla="*/ 345167 h 1754699"/>
              <a:gd name="connsiteX2" fmla="*/ 3198764 w 3208730"/>
              <a:gd name="connsiteY2" fmla="*/ 704348 h 1754699"/>
              <a:gd name="connsiteX3" fmla="*/ 3093891 w 3208730"/>
              <a:gd name="connsiteY3" fmla="*/ 830711 h 1754699"/>
              <a:gd name="connsiteX4" fmla="*/ 3186853 w 3208730"/>
              <a:gd name="connsiteY4" fmla="*/ 1243946 h 1754699"/>
              <a:gd name="connsiteX5" fmla="*/ 3029782 w 3208730"/>
              <a:gd name="connsiteY5" fmla="*/ 1523937 h 1754699"/>
              <a:gd name="connsiteX6" fmla="*/ 2696569 w 3208730"/>
              <a:gd name="connsiteY6" fmla="*/ 1715179 h 1754699"/>
              <a:gd name="connsiteX7" fmla="*/ 2452267 w 3208730"/>
              <a:gd name="connsiteY7" fmla="*/ 1754699 h 1754699"/>
              <a:gd name="connsiteX8" fmla="*/ 2237022 w 3208730"/>
              <a:gd name="connsiteY8" fmla="*/ 1715107 h 1754699"/>
              <a:gd name="connsiteX9" fmla="*/ 2081384 w 3208730"/>
              <a:gd name="connsiteY9" fmla="*/ 1619381 h 1754699"/>
              <a:gd name="connsiteX10" fmla="*/ 2000040 w 3208730"/>
              <a:gd name="connsiteY10" fmla="*/ 1494985 h 1754699"/>
              <a:gd name="connsiteX11" fmla="*/ 1988038 w 3208730"/>
              <a:gd name="connsiteY11" fmla="*/ 1260479 h 1754699"/>
              <a:gd name="connsiteX12" fmla="*/ 1895772 w 3208730"/>
              <a:gd name="connsiteY12" fmla="*/ 1090868 h 1754699"/>
              <a:gd name="connsiteX13" fmla="*/ 2028710 w 3208730"/>
              <a:gd name="connsiteY13" fmla="*/ 932724 h 1754699"/>
              <a:gd name="connsiteX14" fmla="*/ 1801691 w 3208730"/>
              <a:gd name="connsiteY14" fmla="*/ 859018 h 1754699"/>
              <a:gd name="connsiteX15" fmla="*/ 1583035 w 3208730"/>
              <a:gd name="connsiteY15" fmla="*/ 806738 h 1754699"/>
              <a:gd name="connsiteX16" fmla="*/ 1345454 w 3208730"/>
              <a:gd name="connsiteY16" fmla="*/ 815011 h 1754699"/>
              <a:gd name="connsiteX17" fmla="*/ 1058378 w 3208730"/>
              <a:gd name="connsiteY17" fmla="*/ 697325 h 1754699"/>
              <a:gd name="connsiteX18" fmla="*/ 771982 w 3208730"/>
              <a:gd name="connsiteY18" fmla="*/ 492478 h 1754699"/>
              <a:gd name="connsiteX19" fmla="*/ 144587 w 3208730"/>
              <a:gd name="connsiteY19" fmla="*/ 262116 h 1754699"/>
              <a:gd name="connsiteX20" fmla="*/ 0 w 3208730"/>
              <a:gd name="connsiteY20" fmla="*/ 0 h 1754699"/>
              <a:gd name="connsiteX0" fmla="*/ 2619647 w 3064143"/>
              <a:gd name="connsiteY0" fmla="*/ 0 h 1724473"/>
              <a:gd name="connsiteX1" fmla="*/ 3061996 w 3064143"/>
              <a:gd name="connsiteY1" fmla="*/ 314941 h 1724473"/>
              <a:gd name="connsiteX2" fmla="*/ 3054177 w 3064143"/>
              <a:gd name="connsiteY2" fmla="*/ 674122 h 1724473"/>
              <a:gd name="connsiteX3" fmla="*/ 2949304 w 3064143"/>
              <a:gd name="connsiteY3" fmla="*/ 800485 h 1724473"/>
              <a:gd name="connsiteX4" fmla="*/ 3042266 w 3064143"/>
              <a:gd name="connsiteY4" fmla="*/ 1213720 h 1724473"/>
              <a:gd name="connsiteX5" fmla="*/ 2885195 w 3064143"/>
              <a:gd name="connsiteY5" fmla="*/ 1493711 h 1724473"/>
              <a:gd name="connsiteX6" fmla="*/ 2551982 w 3064143"/>
              <a:gd name="connsiteY6" fmla="*/ 1684953 h 1724473"/>
              <a:gd name="connsiteX7" fmla="*/ 2307680 w 3064143"/>
              <a:gd name="connsiteY7" fmla="*/ 1724473 h 1724473"/>
              <a:gd name="connsiteX8" fmla="*/ 2092435 w 3064143"/>
              <a:gd name="connsiteY8" fmla="*/ 1684881 h 1724473"/>
              <a:gd name="connsiteX9" fmla="*/ 1936797 w 3064143"/>
              <a:gd name="connsiteY9" fmla="*/ 1589155 h 1724473"/>
              <a:gd name="connsiteX10" fmla="*/ 1855453 w 3064143"/>
              <a:gd name="connsiteY10" fmla="*/ 1464759 h 1724473"/>
              <a:gd name="connsiteX11" fmla="*/ 1843451 w 3064143"/>
              <a:gd name="connsiteY11" fmla="*/ 1230253 h 1724473"/>
              <a:gd name="connsiteX12" fmla="*/ 1751185 w 3064143"/>
              <a:gd name="connsiteY12" fmla="*/ 1060642 h 1724473"/>
              <a:gd name="connsiteX13" fmla="*/ 1884123 w 3064143"/>
              <a:gd name="connsiteY13" fmla="*/ 902498 h 1724473"/>
              <a:gd name="connsiteX14" fmla="*/ 1657104 w 3064143"/>
              <a:gd name="connsiteY14" fmla="*/ 828792 h 1724473"/>
              <a:gd name="connsiteX15" fmla="*/ 1438448 w 3064143"/>
              <a:gd name="connsiteY15" fmla="*/ 776512 h 1724473"/>
              <a:gd name="connsiteX16" fmla="*/ 1200867 w 3064143"/>
              <a:gd name="connsiteY16" fmla="*/ 784785 h 1724473"/>
              <a:gd name="connsiteX17" fmla="*/ 913791 w 3064143"/>
              <a:gd name="connsiteY17" fmla="*/ 667099 h 1724473"/>
              <a:gd name="connsiteX18" fmla="*/ 627395 w 3064143"/>
              <a:gd name="connsiteY18" fmla="*/ 462252 h 1724473"/>
              <a:gd name="connsiteX19" fmla="*/ 0 w 3064143"/>
              <a:gd name="connsiteY19" fmla="*/ 231890 h 1724473"/>
              <a:gd name="connsiteX0" fmla="*/ 2278162 w 2722658"/>
              <a:gd name="connsiteY0" fmla="*/ 0 h 1724473"/>
              <a:gd name="connsiteX1" fmla="*/ 2720511 w 2722658"/>
              <a:gd name="connsiteY1" fmla="*/ 314941 h 1724473"/>
              <a:gd name="connsiteX2" fmla="*/ 2712692 w 2722658"/>
              <a:gd name="connsiteY2" fmla="*/ 674122 h 1724473"/>
              <a:gd name="connsiteX3" fmla="*/ 2607819 w 2722658"/>
              <a:gd name="connsiteY3" fmla="*/ 800485 h 1724473"/>
              <a:gd name="connsiteX4" fmla="*/ 2700781 w 2722658"/>
              <a:gd name="connsiteY4" fmla="*/ 1213720 h 1724473"/>
              <a:gd name="connsiteX5" fmla="*/ 2543710 w 2722658"/>
              <a:gd name="connsiteY5" fmla="*/ 1493711 h 1724473"/>
              <a:gd name="connsiteX6" fmla="*/ 2210497 w 2722658"/>
              <a:gd name="connsiteY6" fmla="*/ 1684953 h 1724473"/>
              <a:gd name="connsiteX7" fmla="*/ 1966195 w 2722658"/>
              <a:gd name="connsiteY7" fmla="*/ 1724473 h 1724473"/>
              <a:gd name="connsiteX8" fmla="*/ 1750950 w 2722658"/>
              <a:gd name="connsiteY8" fmla="*/ 1684881 h 1724473"/>
              <a:gd name="connsiteX9" fmla="*/ 1595312 w 2722658"/>
              <a:gd name="connsiteY9" fmla="*/ 1589155 h 1724473"/>
              <a:gd name="connsiteX10" fmla="*/ 1513968 w 2722658"/>
              <a:gd name="connsiteY10" fmla="*/ 1464759 h 1724473"/>
              <a:gd name="connsiteX11" fmla="*/ 1501966 w 2722658"/>
              <a:gd name="connsiteY11" fmla="*/ 1230253 h 1724473"/>
              <a:gd name="connsiteX12" fmla="*/ 1409700 w 2722658"/>
              <a:gd name="connsiteY12" fmla="*/ 1060642 h 1724473"/>
              <a:gd name="connsiteX13" fmla="*/ 1542638 w 2722658"/>
              <a:gd name="connsiteY13" fmla="*/ 902498 h 1724473"/>
              <a:gd name="connsiteX14" fmla="*/ 1315619 w 2722658"/>
              <a:gd name="connsiteY14" fmla="*/ 828792 h 1724473"/>
              <a:gd name="connsiteX15" fmla="*/ 1096963 w 2722658"/>
              <a:gd name="connsiteY15" fmla="*/ 776512 h 1724473"/>
              <a:gd name="connsiteX16" fmla="*/ 859382 w 2722658"/>
              <a:gd name="connsiteY16" fmla="*/ 784785 h 1724473"/>
              <a:gd name="connsiteX17" fmla="*/ 572306 w 2722658"/>
              <a:gd name="connsiteY17" fmla="*/ 667099 h 1724473"/>
              <a:gd name="connsiteX18" fmla="*/ 285910 w 2722658"/>
              <a:gd name="connsiteY18" fmla="*/ 462252 h 1724473"/>
              <a:gd name="connsiteX19" fmla="*/ 0 w 2722658"/>
              <a:gd name="connsiteY19" fmla="*/ 397691 h 1724473"/>
              <a:gd name="connsiteX0" fmla="*/ 2278162 w 2722658"/>
              <a:gd name="connsiteY0" fmla="*/ 0 h 1724473"/>
              <a:gd name="connsiteX1" fmla="*/ 2720511 w 2722658"/>
              <a:gd name="connsiteY1" fmla="*/ 314941 h 1724473"/>
              <a:gd name="connsiteX2" fmla="*/ 2712692 w 2722658"/>
              <a:gd name="connsiteY2" fmla="*/ 674122 h 1724473"/>
              <a:gd name="connsiteX3" fmla="*/ 2607819 w 2722658"/>
              <a:gd name="connsiteY3" fmla="*/ 800485 h 1724473"/>
              <a:gd name="connsiteX4" fmla="*/ 2700781 w 2722658"/>
              <a:gd name="connsiteY4" fmla="*/ 1213720 h 1724473"/>
              <a:gd name="connsiteX5" fmla="*/ 2543710 w 2722658"/>
              <a:gd name="connsiteY5" fmla="*/ 1493711 h 1724473"/>
              <a:gd name="connsiteX6" fmla="*/ 2210497 w 2722658"/>
              <a:gd name="connsiteY6" fmla="*/ 1684953 h 1724473"/>
              <a:gd name="connsiteX7" fmla="*/ 1966195 w 2722658"/>
              <a:gd name="connsiteY7" fmla="*/ 1724473 h 1724473"/>
              <a:gd name="connsiteX8" fmla="*/ 1750950 w 2722658"/>
              <a:gd name="connsiteY8" fmla="*/ 1684881 h 1724473"/>
              <a:gd name="connsiteX9" fmla="*/ 1595312 w 2722658"/>
              <a:gd name="connsiteY9" fmla="*/ 1589155 h 1724473"/>
              <a:gd name="connsiteX10" fmla="*/ 1513968 w 2722658"/>
              <a:gd name="connsiteY10" fmla="*/ 1464759 h 1724473"/>
              <a:gd name="connsiteX11" fmla="*/ 1501966 w 2722658"/>
              <a:gd name="connsiteY11" fmla="*/ 1230253 h 1724473"/>
              <a:gd name="connsiteX12" fmla="*/ 1409700 w 2722658"/>
              <a:gd name="connsiteY12" fmla="*/ 1060642 h 1724473"/>
              <a:gd name="connsiteX13" fmla="*/ 1542638 w 2722658"/>
              <a:gd name="connsiteY13" fmla="*/ 902498 h 1724473"/>
              <a:gd name="connsiteX14" fmla="*/ 1315619 w 2722658"/>
              <a:gd name="connsiteY14" fmla="*/ 828792 h 1724473"/>
              <a:gd name="connsiteX15" fmla="*/ 1096963 w 2722658"/>
              <a:gd name="connsiteY15" fmla="*/ 776512 h 1724473"/>
              <a:gd name="connsiteX16" fmla="*/ 859382 w 2722658"/>
              <a:gd name="connsiteY16" fmla="*/ 784785 h 1724473"/>
              <a:gd name="connsiteX17" fmla="*/ 572306 w 2722658"/>
              <a:gd name="connsiteY17" fmla="*/ 667099 h 1724473"/>
              <a:gd name="connsiteX18" fmla="*/ 293834 w 2722658"/>
              <a:gd name="connsiteY18" fmla="*/ 493734 h 1724473"/>
              <a:gd name="connsiteX19" fmla="*/ 0 w 2722658"/>
              <a:gd name="connsiteY19" fmla="*/ 397691 h 1724473"/>
              <a:gd name="connsiteX0" fmla="*/ 2195345 w 2639841"/>
              <a:gd name="connsiteY0" fmla="*/ 0 h 1724473"/>
              <a:gd name="connsiteX1" fmla="*/ 2637694 w 2639841"/>
              <a:gd name="connsiteY1" fmla="*/ 314941 h 1724473"/>
              <a:gd name="connsiteX2" fmla="*/ 2629875 w 2639841"/>
              <a:gd name="connsiteY2" fmla="*/ 674122 h 1724473"/>
              <a:gd name="connsiteX3" fmla="*/ 2525002 w 2639841"/>
              <a:gd name="connsiteY3" fmla="*/ 800485 h 1724473"/>
              <a:gd name="connsiteX4" fmla="*/ 2617964 w 2639841"/>
              <a:gd name="connsiteY4" fmla="*/ 1213720 h 1724473"/>
              <a:gd name="connsiteX5" fmla="*/ 2460893 w 2639841"/>
              <a:gd name="connsiteY5" fmla="*/ 1493711 h 1724473"/>
              <a:gd name="connsiteX6" fmla="*/ 2127680 w 2639841"/>
              <a:gd name="connsiteY6" fmla="*/ 1684953 h 1724473"/>
              <a:gd name="connsiteX7" fmla="*/ 1883378 w 2639841"/>
              <a:gd name="connsiteY7" fmla="*/ 1724473 h 1724473"/>
              <a:gd name="connsiteX8" fmla="*/ 1668133 w 2639841"/>
              <a:gd name="connsiteY8" fmla="*/ 1684881 h 1724473"/>
              <a:gd name="connsiteX9" fmla="*/ 1512495 w 2639841"/>
              <a:gd name="connsiteY9" fmla="*/ 1589155 h 1724473"/>
              <a:gd name="connsiteX10" fmla="*/ 1431151 w 2639841"/>
              <a:gd name="connsiteY10" fmla="*/ 1464759 h 1724473"/>
              <a:gd name="connsiteX11" fmla="*/ 1419149 w 2639841"/>
              <a:gd name="connsiteY11" fmla="*/ 1230253 h 1724473"/>
              <a:gd name="connsiteX12" fmla="*/ 1326883 w 2639841"/>
              <a:gd name="connsiteY12" fmla="*/ 1060642 h 1724473"/>
              <a:gd name="connsiteX13" fmla="*/ 1459821 w 2639841"/>
              <a:gd name="connsiteY13" fmla="*/ 902498 h 1724473"/>
              <a:gd name="connsiteX14" fmla="*/ 1232802 w 2639841"/>
              <a:gd name="connsiteY14" fmla="*/ 828792 h 1724473"/>
              <a:gd name="connsiteX15" fmla="*/ 1014146 w 2639841"/>
              <a:gd name="connsiteY15" fmla="*/ 776512 h 1724473"/>
              <a:gd name="connsiteX16" fmla="*/ 776565 w 2639841"/>
              <a:gd name="connsiteY16" fmla="*/ 784785 h 1724473"/>
              <a:gd name="connsiteX17" fmla="*/ 489489 w 2639841"/>
              <a:gd name="connsiteY17" fmla="*/ 667099 h 1724473"/>
              <a:gd name="connsiteX18" fmla="*/ 211017 w 2639841"/>
              <a:gd name="connsiteY18" fmla="*/ 493734 h 1724473"/>
              <a:gd name="connsiteX19" fmla="*/ 0 w 2639841"/>
              <a:gd name="connsiteY19" fmla="*/ 411884 h 1724473"/>
              <a:gd name="connsiteX0" fmla="*/ 2195345 w 2639841"/>
              <a:gd name="connsiteY0" fmla="*/ 0 h 1724473"/>
              <a:gd name="connsiteX1" fmla="*/ 2637694 w 2639841"/>
              <a:gd name="connsiteY1" fmla="*/ 314941 h 1724473"/>
              <a:gd name="connsiteX2" fmla="*/ 2629875 w 2639841"/>
              <a:gd name="connsiteY2" fmla="*/ 674122 h 1724473"/>
              <a:gd name="connsiteX3" fmla="*/ 2525002 w 2639841"/>
              <a:gd name="connsiteY3" fmla="*/ 800485 h 1724473"/>
              <a:gd name="connsiteX4" fmla="*/ 2617964 w 2639841"/>
              <a:gd name="connsiteY4" fmla="*/ 1213720 h 1724473"/>
              <a:gd name="connsiteX5" fmla="*/ 2460893 w 2639841"/>
              <a:gd name="connsiteY5" fmla="*/ 1493711 h 1724473"/>
              <a:gd name="connsiteX6" fmla="*/ 2127680 w 2639841"/>
              <a:gd name="connsiteY6" fmla="*/ 1684953 h 1724473"/>
              <a:gd name="connsiteX7" fmla="*/ 1883378 w 2639841"/>
              <a:gd name="connsiteY7" fmla="*/ 1724473 h 1724473"/>
              <a:gd name="connsiteX8" fmla="*/ 1668133 w 2639841"/>
              <a:gd name="connsiteY8" fmla="*/ 1684881 h 1724473"/>
              <a:gd name="connsiteX9" fmla="*/ 1512495 w 2639841"/>
              <a:gd name="connsiteY9" fmla="*/ 1589155 h 1724473"/>
              <a:gd name="connsiteX10" fmla="*/ 1431151 w 2639841"/>
              <a:gd name="connsiteY10" fmla="*/ 1464759 h 1724473"/>
              <a:gd name="connsiteX11" fmla="*/ 1419149 w 2639841"/>
              <a:gd name="connsiteY11" fmla="*/ 1230253 h 1724473"/>
              <a:gd name="connsiteX12" fmla="*/ 1326883 w 2639841"/>
              <a:gd name="connsiteY12" fmla="*/ 1060642 h 1724473"/>
              <a:gd name="connsiteX13" fmla="*/ 1459821 w 2639841"/>
              <a:gd name="connsiteY13" fmla="*/ 902498 h 1724473"/>
              <a:gd name="connsiteX14" fmla="*/ 1232802 w 2639841"/>
              <a:gd name="connsiteY14" fmla="*/ 828792 h 1724473"/>
              <a:gd name="connsiteX15" fmla="*/ 1014146 w 2639841"/>
              <a:gd name="connsiteY15" fmla="*/ 776512 h 1724473"/>
              <a:gd name="connsiteX16" fmla="*/ 675012 w 2639841"/>
              <a:gd name="connsiteY16" fmla="*/ 915139 h 1724473"/>
              <a:gd name="connsiteX17" fmla="*/ 489489 w 2639841"/>
              <a:gd name="connsiteY17" fmla="*/ 667099 h 1724473"/>
              <a:gd name="connsiteX18" fmla="*/ 211017 w 2639841"/>
              <a:gd name="connsiteY18" fmla="*/ 493734 h 1724473"/>
              <a:gd name="connsiteX19" fmla="*/ 0 w 2639841"/>
              <a:gd name="connsiteY19" fmla="*/ 411884 h 1724473"/>
              <a:gd name="connsiteX0" fmla="*/ 2195345 w 2639841"/>
              <a:gd name="connsiteY0" fmla="*/ 0 h 1724473"/>
              <a:gd name="connsiteX1" fmla="*/ 2637694 w 2639841"/>
              <a:gd name="connsiteY1" fmla="*/ 314941 h 1724473"/>
              <a:gd name="connsiteX2" fmla="*/ 2629875 w 2639841"/>
              <a:gd name="connsiteY2" fmla="*/ 674122 h 1724473"/>
              <a:gd name="connsiteX3" fmla="*/ 2525002 w 2639841"/>
              <a:gd name="connsiteY3" fmla="*/ 800485 h 1724473"/>
              <a:gd name="connsiteX4" fmla="*/ 2617964 w 2639841"/>
              <a:gd name="connsiteY4" fmla="*/ 1213720 h 1724473"/>
              <a:gd name="connsiteX5" fmla="*/ 2460893 w 2639841"/>
              <a:gd name="connsiteY5" fmla="*/ 1493711 h 1724473"/>
              <a:gd name="connsiteX6" fmla="*/ 2127680 w 2639841"/>
              <a:gd name="connsiteY6" fmla="*/ 1684953 h 1724473"/>
              <a:gd name="connsiteX7" fmla="*/ 1883378 w 2639841"/>
              <a:gd name="connsiteY7" fmla="*/ 1724473 h 1724473"/>
              <a:gd name="connsiteX8" fmla="*/ 1668133 w 2639841"/>
              <a:gd name="connsiteY8" fmla="*/ 1684881 h 1724473"/>
              <a:gd name="connsiteX9" fmla="*/ 1512495 w 2639841"/>
              <a:gd name="connsiteY9" fmla="*/ 1589155 h 1724473"/>
              <a:gd name="connsiteX10" fmla="*/ 1431151 w 2639841"/>
              <a:gd name="connsiteY10" fmla="*/ 1464759 h 1724473"/>
              <a:gd name="connsiteX11" fmla="*/ 1419149 w 2639841"/>
              <a:gd name="connsiteY11" fmla="*/ 1230253 h 1724473"/>
              <a:gd name="connsiteX12" fmla="*/ 1326883 w 2639841"/>
              <a:gd name="connsiteY12" fmla="*/ 1060642 h 1724473"/>
              <a:gd name="connsiteX13" fmla="*/ 1459821 w 2639841"/>
              <a:gd name="connsiteY13" fmla="*/ 902498 h 1724473"/>
              <a:gd name="connsiteX14" fmla="*/ 1232802 w 2639841"/>
              <a:gd name="connsiteY14" fmla="*/ 828792 h 1724473"/>
              <a:gd name="connsiteX15" fmla="*/ 1014146 w 2639841"/>
              <a:gd name="connsiteY15" fmla="*/ 776512 h 1724473"/>
              <a:gd name="connsiteX16" fmla="*/ 822254 w 2639841"/>
              <a:gd name="connsiteY16" fmla="*/ 781291 h 1724473"/>
              <a:gd name="connsiteX17" fmla="*/ 675012 w 2639841"/>
              <a:gd name="connsiteY17" fmla="*/ 915139 h 1724473"/>
              <a:gd name="connsiteX18" fmla="*/ 489489 w 2639841"/>
              <a:gd name="connsiteY18" fmla="*/ 667099 h 1724473"/>
              <a:gd name="connsiteX19" fmla="*/ 211017 w 2639841"/>
              <a:gd name="connsiteY19" fmla="*/ 493734 h 1724473"/>
              <a:gd name="connsiteX20" fmla="*/ 0 w 2639841"/>
              <a:gd name="connsiteY20" fmla="*/ 411884 h 1724473"/>
              <a:gd name="connsiteX0" fmla="*/ 2195345 w 2639841"/>
              <a:gd name="connsiteY0" fmla="*/ 0 h 1724473"/>
              <a:gd name="connsiteX1" fmla="*/ 2637694 w 2639841"/>
              <a:gd name="connsiteY1" fmla="*/ 314941 h 1724473"/>
              <a:gd name="connsiteX2" fmla="*/ 2629875 w 2639841"/>
              <a:gd name="connsiteY2" fmla="*/ 674122 h 1724473"/>
              <a:gd name="connsiteX3" fmla="*/ 2525002 w 2639841"/>
              <a:gd name="connsiteY3" fmla="*/ 800485 h 1724473"/>
              <a:gd name="connsiteX4" fmla="*/ 2617964 w 2639841"/>
              <a:gd name="connsiteY4" fmla="*/ 1213720 h 1724473"/>
              <a:gd name="connsiteX5" fmla="*/ 2460893 w 2639841"/>
              <a:gd name="connsiteY5" fmla="*/ 1493711 h 1724473"/>
              <a:gd name="connsiteX6" fmla="*/ 2127680 w 2639841"/>
              <a:gd name="connsiteY6" fmla="*/ 1684953 h 1724473"/>
              <a:gd name="connsiteX7" fmla="*/ 1883378 w 2639841"/>
              <a:gd name="connsiteY7" fmla="*/ 1724473 h 1724473"/>
              <a:gd name="connsiteX8" fmla="*/ 1668133 w 2639841"/>
              <a:gd name="connsiteY8" fmla="*/ 1684881 h 1724473"/>
              <a:gd name="connsiteX9" fmla="*/ 1512495 w 2639841"/>
              <a:gd name="connsiteY9" fmla="*/ 1589155 h 1724473"/>
              <a:gd name="connsiteX10" fmla="*/ 1431151 w 2639841"/>
              <a:gd name="connsiteY10" fmla="*/ 1464759 h 1724473"/>
              <a:gd name="connsiteX11" fmla="*/ 1419149 w 2639841"/>
              <a:gd name="connsiteY11" fmla="*/ 1230253 h 1724473"/>
              <a:gd name="connsiteX12" fmla="*/ 1326883 w 2639841"/>
              <a:gd name="connsiteY12" fmla="*/ 1060642 h 1724473"/>
              <a:gd name="connsiteX13" fmla="*/ 1459821 w 2639841"/>
              <a:gd name="connsiteY13" fmla="*/ 902498 h 1724473"/>
              <a:gd name="connsiteX14" fmla="*/ 1232802 w 2639841"/>
              <a:gd name="connsiteY14" fmla="*/ 828792 h 1724473"/>
              <a:gd name="connsiteX15" fmla="*/ 1014146 w 2639841"/>
              <a:gd name="connsiteY15" fmla="*/ 776512 h 1724473"/>
              <a:gd name="connsiteX16" fmla="*/ 822254 w 2639841"/>
              <a:gd name="connsiteY16" fmla="*/ 781291 h 1724473"/>
              <a:gd name="connsiteX17" fmla="*/ 675012 w 2639841"/>
              <a:gd name="connsiteY17" fmla="*/ 915139 h 1724473"/>
              <a:gd name="connsiteX18" fmla="*/ 489489 w 2639841"/>
              <a:gd name="connsiteY18" fmla="*/ 667099 h 1724473"/>
              <a:gd name="connsiteX19" fmla="*/ 211017 w 2639841"/>
              <a:gd name="connsiteY19" fmla="*/ 493734 h 1724473"/>
              <a:gd name="connsiteX20" fmla="*/ 0 w 2639841"/>
              <a:gd name="connsiteY20" fmla="*/ 411884 h 1724473"/>
              <a:gd name="connsiteX0" fmla="*/ 2312882 w 2757378"/>
              <a:gd name="connsiteY0" fmla="*/ 0 h 1724473"/>
              <a:gd name="connsiteX1" fmla="*/ 2755231 w 2757378"/>
              <a:gd name="connsiteY1" fmla="*/ 314941 h 1724473"/>
              <a:gd name="connsiteX2" fmla="*/ 2747412 w 2757378"/>
              <a:gd name="connsiteY2" fmla="*/ 674122 h 1724473"/>
              <a:gd name="connsiteX3" fmla="*/ 2642539 w 2757378"/>
              <a:gd name="connsiteY3" fmla="*/ 800485 h 1724473"/>
              <a:gd name="connsiteX4" fmla="*/ 2735501 w 2757378"/>
              <a:gd name="connsiteY4" fmla="*/ 1213720 h 1724473"/>
              <a:gd name="connsiteX5" fmla="*/ 2578430 w 2757378"/>
              <a:gd name="connsiteY5" fmla="*/ 1493711 h 1724473"/>
              <a:gd name="connsiteX6" fmla="*/ 2245217 w 2757378"/>
              <a:gd name="connsiteY6" fmla="*/ 1684953 h 1724473"/>
              <a:gd name="connsiteX7" fmla="*/ 2000915 w 2757378"/>
              <a:gd name="connsiteY7" fmla="*/ 1724473 h 1724473"/>
              <a:gd name="connsiteX8" fmla="*/ 1785670 w 2757378"/>
              <a:gd name="connsiteY8" fmla="*/ 1684881 h 1724473"/>
              <a:gd name="connsiteX9" fmla="*/ 1630032 w 2757378"/>
              <a:gd name="connsiteY9" fmla="*/ 1589155 h 1724473"/>
              <a:gd name="connsiteX10" fmla="*/ 1548688 w 2757378"/>
              <a:gd name="connsiteY10" fmla="*/ 1464759 h 1724473"/>
              <a:gd name="connsiteX11" fmla="*/ 1536686 w 2757378"/>
              <a:gd name="connsiteY11" fmla="*/ 1230253 h 1724473"/>
              <a:gd name="connsiteX12" fmla="*/ 1444420 w 2757378"/>
              <a:gd name="connsiteY12" fmla="*/ 1060642 h 1724473"/>
              <a:gd name="connsiteX13" fmla="*/ 1577358 w 2757378"/>
              <a:gd name="connsiteY13" fmla="*/ 902498 h 1724473"/>
              <a:gd name="connsiteX14" fmla="*/ 1350339 w 2757378"/>
              <a:gd name="connsiteY14" fmla="*/ 828792 h 1724473"/>
              <a:gd name="connsiteX15" fmla="*/ 1131683 w 2757378"/>
              <a:gd name="connsiteY15" fmla="*/ 776512 h 1724473"/>
              <a:gd name="connsiteX16" fmla="*/ 939791 w 2757378"/>
              <a:gd name="connsiteY16" fmla="*/ 781291 h 1724473"/>
              <a:gd name="connsiteX17" fmla="*/ 792549 w 2757378"/>
              <a:gd name="connsiteY17" fmla="*/ 915139 h 1724473"/>
              <a:gd name="connsiteX18" fmla="*/ 607026 w 2757378"/>
              <a:gd name="connsiteY18" fmla="*/ 667099 h 1724473"/>
              <a:gd name="connsiteX19" fmla="*/ 328554 w 2757378"/>
              <a:gd name="connsiteY19" fmla="*/ 493734 h 1724473"/>
              <a:gd name="connsiteX20" fmla="*/ 0 w 2757378"/>
              <a:gd name="connsiteY20" fmla="*/ 410315 h 1724473"/>
              <a:gd name="connsiteX0" fmla="*/ 2312882 w 2757378"/>
              <a:gd name="connsiteY0" fmla="*/ 0 h 1724473"/>
              <a:gd name="connsiteX1" fmla="*/ 2755231 w 2757378"/>
              <a:gd name="connsiteY1" fmla="*/ 314941 h 1724473"/>
              <a:gd name="connsiteX2" fmla="*/ 2747412 w 2757378"/>
              <a:gd name="connsiteY2" fmla="*/ 674122 h 1724473"/>
              <a:gd name="connsiteX3" fmla="*/ 2642539 w 2757378"/>
              <a:gd name="connsiteY3" fmla="*/ 800485 h 1724473"/>
              <a:gd name="connsiteX4" fmla="*/ 2735501 w 2757378"/>
              <a:gd name="connsiteY4" fmla="*/ 1213720 h 1724473"/>
              <a:gd name="connsiteX5" fmla="*/ 2578430 w 2757378"/>
              <a:gd name="connsiteY5" fmla="*/ 1493711 h 1724473"/>
              <a:gd name="connsiteX6" fmla="*/ 2245217 w 2757378"/>
              <a:gd name="connsiteY6" fmla="*/ 1684953 h 1724473"/>
              <a:gd name="connsiteX7" fmla="*/ 2000915 w 2757378"/>
              <a:gd name="connsiteY7" fmla="*/ 1724473 h 1724473"/>
              <a:gd name="connsiteX8" fmla="*/ 1785670 w 2757378"/>
              <a:gd name="connsiteY8" fmla="*/ 1684881 h 1724473"/>
              <a:gd name="connsiteX9" fmla="*/ 1630032 w 2757378"/>
              <a:gd name="connsiteY9" fmla="*/ 1589155 h 1724473"/>
              <a:gd name="connsiteX10" fmla="*/ 1548688 w 2757378"/>
              <a:gd name="connsiteY10" fmla="*/ 1464759 h 1724473"/>
              <a:gd name="connsiteX11" fmla="*/ 1536686 w 2757378"/>
              <a:gd name="connsiteY11" fmla="*/ 1230253 h 1724473"/>
              <a:gd name="connsiteX12" fmla="*/ 1444420 w 2757378"/>
              <a:gd name="connsiteY12" fmla="*/ 1060642 h 1724473"/>
              <a:gd name="connsiteX13" fmla="*/ 1577358 w 2757378"/>
              <a:gd name="connsiteY13" fmla="*/ 902498 h 1724473"/>
              <a:gd name="connsiteX14" fmla="*/ 1350339 w 2757378"/>
              <a:gd name="connsiteY14" fmla="*/ 828792 h 1724473"/>
              <a:gd name="connsiteX15" fmla="*/ 1131683 w 2757378"/>
              <a:gd name="connsiteY15" fmla="*/ 776512 h 1724473"/>
              <a:gd name="connsiteX16" fmla="*/ 939791 w 2757378"/>
              <a:gd name="connsiteY16" fmla="*/ 781291 h 1724473"/>
              <a:gd name="connsiteX17" fmla="*/ 792549 w 2757378"/>
              <a:gd name="connsiteY17" fmla="*/ 915139 h 1724473"/>
              <a:gd name="connsiteX18" fmla="*/ 607026 w 2757378"/>
              <a:gd name="connsiteY18" fmla="*/ 667099 h 1724473"/>
              <a:gd name="connsiteX19" fmla="*/ 339585 w 2757378"/>
              <a:gd name="connsiteY19" fmla="*/ 578611 h 1724473"/>
              <a:gd name="connsiteX20" fmla="*/ 0 w 2757378"/>
              <a:gd name="connsiteY20" fmla="*/ 410315 h 1724473"/>
              <a:gd name="connsiteX0" fmla="*/ 2216195 w 2660691"/>
              <a:gd name="connsiteY0" fmla="*/ 0 h 1724473"/>
              <a:gd name="connsiteX1" fmla="*/ 2658544 w 2660691"/>
              <a:gd name="connsiteY1" fmla="*/ 314941 h 1724473"/>
              <a:gd name="connsiteX2" fmla="*/ 2650725 w 2660691"/>
              <a:gd name="connsiteY2" fmla="*/ 674122 h 1724473"/>
              <a:gd name="connsiteX3" fmla="*/ 2545852 w 2660691"/>
              <a:gd name="connsiteY3" fmla="*/ 800485 h 1724473"/>
              <a:gd name="connsiteX4" fmla="*/ 2638814 w 2660691"/>
              <a:gd name="connsiteY4" fmla="*/ 1213720 h 1724473"/>
              <a:gd name="connsiteX5" fmla="*/ 2481743 w 2660691"/>
              <a:gd name="connsiteY5" fmla="*/ 1493711 h 1724473"/>
              <a:gd name="connsiteX6" fmla="*/ 2148530 w 2660691"/>
              <a:gd name="connsiteY6" fmla="*/ 1684953 h 1724473"/>
              <a:gd name="connsiteX7" fmla="*/ 1904228 w 2660691"/>
              <a:gd name="connsiteY7" fmla="*/ 1724473 h 1724473"/>
              <a:gd name="connsiteX8" fmla="*/ 1688983 w 2660691"/>
              <a:gd name="connsiteY8" fmla="*/ 1684881 h 1724473"/>
              <a:gd name="connsiteX9" fmla="*/ 1533345 w 2660691"/>
              <a:gd name="connsiteY9" fmla="*/ 1589155 h 1724473"/>
              <a:gd name="connsiteX10" fmla="*/ 1452001 w 2660691"/>
              <a:gd name="connsiteY10" fmla="*/ 1464759 h 1724473"/>
              <a:gd name="connsiteX11" fmla="*/ 1439999 w 2660691"/>
              <a:gd name="connsiteY11" fmla="*/ 1230253 h 1724473"/>
              <a:gd name="connsiteX12" fmla="*/ 1347733 w 2660691"/>
              <a:gd name="connsiteY12" fmla="*/ 1060642 h 1724473"/>
              <a:gd name="connsiteX13" fmla="*/ 1480671 w 2660691"/>
              <a:gd name="connsiteY13" fmla="*/ 902498 h 1724473"/>
              <a:gd name="connsiteX14" fmla="*/ 1253652 w 2660691"/>
              <a:gd name="connsiteY14" fmla="*/ 828792 h 1724473"/>
              <a:gd name="connsiteX15" fmla="*/ 1034996 w 2660691"/>
              <a:gd name="connsiteY15" fmla="*/ 776512 h 1724473"/>
              <a:gd name="connsiteX16" fmla="*/ 843104 w 2660691"/>
              <a:gd name="connsiteY16" fmla="*/ 781291 h 1724473"/>
              <a:gd name="connsiteX17" fmla="*/ 695862 w 2660691"/>
              <a:gd name="connsiteY17" fmla="*/ 915139 h 1724473"/>
              <a:gd name="connsiteX18" fmla="*/ 510339 w 2660691"/>
              <a:gd name="connsiteY18" fmla="*/ 667099 h 1724473"/>
              <a:gd name="connsiteX19" fmla="*/ 242898 w 2660691"/>
              <a:gd name="connsiteY19" fmla="*/ 578611 h 1724473"/>
              <a:gd name="connsiteX20" fmla="*/ 0 w 2660691"/>
              <a:gd name="connsiteY20" fmla="*/ 424862 h 1724473"/>
              <a:gd name="connsiteX0" fmla="*/ 2658544 w 2660691"/>
              <a:gd name="connsiteY0" fmla="*/ 0 h 1409532"/>
              <a:gd name="connsiteX1" fmla="*/ 2650725 w 2660691"/>
              <a:gd name="connsiteY1" fmla="*/ 359181 h 1409532"/>
              <a:gd name="connsiteX2" fmla="*/ 2545852 w 2660691"/>
              <a:gd name="connsiteY2" fmla="*/ 485544 h 1409532"/>
              <a:gd name="connsiteX3" fmla="*/ 2638814 w 2660691"/>
              <a:gd name="connsiteY3" fmla="*/ 898779 h 1409532"/>
              <a:gd name="connsiteX4" fmla="*/ 2481743 w 2660691"/>
              <a:gd name="connsiteY4" fmla="*/ 1178770 h 1409532"/>
              <a:gd name="connsiteX5" fmla="*/ 2148530 w 2660691"/>
              <a:gd name="connsiteY5" fmla="*/ 1370012 h 1409532"/>
              <a:gd name="connsiteX6" fmla="*/ 1904228 w 2660691"/>
              <a:gd name="connsiteY6" fmla="*/ 1409532 h 1409532"/>
              <a:gd name="connsiteX7" fmla="*/ 1688983 w 2660691"/>
              <a:gd name="connsiteY7" fmla="*/ 1369940 h 1409532"/>
              <a:gd name="connsiteX8" fmla="*/ 1533345 w 2660691"/>
              <a:gd name="connsiteY8" fmla="*/ 1274214 h 1409532"/>
              <a:gd name="connsiteX9" fmla="*/ 1452001 w 2660691"/>
              <a:gd name="connsiteY9" fmla="*/ 1149818 h 1409532"/>
              <a:gd name="connsiteX10" fmla="*/ 1439999 w 2660691"/>
              <a:gd name="connsiteY10" fmla="*/ 915312 h 1409532"/>
              <a:gd name="connsiteX11" fmla="*/ 1347733 w 2660691"/>
              <a:gd name="connsiteY11" fmla="*/ 745701 h 1409532"/>
              <a:gd name="connsiteX12" fmla="*/ 1480671 w 2660691"/>
              <a:gd name="connsiteY12" fmla="*/ 587557 h 1409532"/>
              <a:gd name="connsiteX13" fmla="*/ 1253652 w 2660691"/>
              <a:gd name="connsiteY13" fmla="*/ 513851 h 1409532"/>
              <a:gd name="connsiteX14" fmla="*/ 1034996 w 2660691"/>
              <a:gd name="connsiteY14" fmla="*/ 461571 h 1409532"/>
              <a:gd name="connsiteX15" fmla="*/ 843104 w 2660691"/>
              <a:gd name="connsiteY15" fmla="*/ 466350 h 1409532"/>
              <a:gd name="connsiteX16" fmla="*/ 695862 w 2660691"/>
              <a:gd name="connsiteY16" fmla="*/ 600198 h 1409532"/>
              <a:gd name="connsiteX17" fmla="*/ 510339 w 2660691"/>
              <a:gd name="connsiteY17" fmla="*/ 352158 h 1409532"/>
              <a:gd name="connsiteX18" fmla="*/ 242898 w 2660691"/>
              <a:gd name="connsiteY18" fmla="*/ 263670 h 1409532"/>
              <a:gd name="connsiteX19" fmla="*/ 0 w 2660691"/>
              <a:gd name="connsiteY19" fmla="*/ 109921 h 1409532"/>
              <a:gd name="connsiteX0" fmla="*/ 2650725 w 2650897"/>
              <a:gd name="connsiteY0" fmla="*/ 249260 h 1299611"/>
              <a:gd name="connsiteX1" fmla="*/ 2545852 w 2650897"/>
              <a:gd name="connsiteY1" fmla="*/ 375623 h 1299611"/>
              <a:gd name="connsiteX2" fmla="*/ 2638814 w 2650897"/>
              <a:gd name="connsiteY2" fmla="*/ 788858 h 1299611"/>
              <a:gd name="connsiteX3" fmla="*/ 2481743 w 2650897"/>
              <a:gd name="connsiteY3" fmla="*/ 1068849 h 1299611"/>
              <a:gd name="connsiteX4" fmla="*/ 2148530 w 2650897"/>
              <a:gd name="connsiteY4" fmla="*/ 1260091 h 1299611"/>
              <a:gd name="connsiteX5" fmla="*/ 1904228 w 2650897"/>
              <a:gd name="connsiteY5" fmla="*/ 1299611 h 1299611"/>
              <a:gd name="connsiteX6" fmla="*/ 1688983 w 2650897"/>
              <a:gd name="connsiteY6" fmla="*/ 1260019 h 1299611"/>
              <a:gd name="connsiteX7" fmla="*/ 1533345 w 2650897"/>
              <a:gd name="connsiteY7" fmla="*/ 1164293 h 1299611"/>
              <a:gd name="connsiteX8" fmla="*/ 1452001 w 2650897"/>
              <a:gd name="connsiteY8" fmla="*/ 1039897 h 1299611"/>
              <a:gd name="connsiteX9" fmla="*/ 1439999 w 2650897"/>
              <a:gd name="connsiteY9" fmla="*/ 805391 h 1299611"/>
              <a:gd name="connsiteX10" fmla="*/ 1347733 w 2650897"/>
              <a:gd name="connsiteY10" fmla="*/ 635780 h 1299611"/>
              <a:gd name="connsiteX11" fmla="*/ 1480671 w 2650897"/>
              <a:gd name="connsiteY11" fmla="*/ 477636 h 1299611"/>
              <a:gd name="connsiteX12" fmla="*/ 1253652 w 2650897"/>
              <a:gd name="connsiteY12" fmla="*/ 403930 h 1299611"/>
              <a:gd name="connsiteX13" fmla="*/ 1034996 w 2650897"/>
              <a:gd name="connsiteY13" fmla="*/ 351650 h 1299611"/>
              <a:gd name="connsiteX14" fmla="*/ 843104 w 2650897"/>
              <a:gd name="connsiteY14" fmla="*/ 356429 h 1299611"/>
              <a:gd name="connsiteX15" fmla="*/ 695862 w 2650897"/>
              <a:gd name="connsiteY15" fmla="*/ 490277 h 1299611"/>
              <a:gd name="connsiteX16" fmla="*/ 510339 w 2650897"/>
              <a:gd name="connsiteY16" fmla="*/ 242237 h 1299611"/>
              <a:gd name="connsiteX17" fmla="*/ 242898 w 2650897"/>
              <a:gd name="connsiteY17" fmla="*/ 153749 h 1299611"/>
              <a:gd name="connsiteX18" fmla="*/ 0 w 2650897"/>
              <a:gd name="connsiteY18" fmla="*/ 0 h 1299611"/>
              <a:gd name="connsiteX0" fmla="*/ 2650725 w 2650897"/>
              <a:gd name="connsiteY0" fmla="*/ 249260 h 1299611"/>
              <a:gd name="connsiteX1" fmla="*/ 2545852 w 2650897"/>
              <a:gd name="connsiteY1" fmla="*/ 375623 h 1299611"/>
              <a:gd name="connsiteX2" fmla="*/ 2593808 w 2650897"/>
              <a:gd name="connsiteY2" fmla="*/ 709343 h 1299611"/>
              <a:gd name="connsiteX3" fmla="*/ 2481743 w 2650897"/>
              <a:gd name="connsiteY3" fmla="*/ 1068849 h 1299611"/>
              <a:gd name="connsiteX4" fmla="*/ 2148530 w 2650897"/>
              <a:gd name="connsiteY4" fmla="*/ 1260091 h 1299611"/>
              <a:gd name="connsiteX5" fmla="*/ 1904228 w 2650897"/>
              <a:gd name="connsiteY5" fmla="*/ 1299611 h 1299611"/>
              <a:gd name="connsiteX6" fmla="*/ 1688983 w 2650897"/>
              <a:gd name="connsiteY6" fmla="*/ 1260019 h 1299611"/>
              <a:gd name="connsiteX7" fmla="*/ 1533345 w 2650897"/>
              <a:gd name="connsiteY7" fmla="*/ 1164293 h 1299611"/>
              <a:gd name="connsiteX8" fmla="*/ 1452001 w 2650897"/>
              <a:gd name="connsiteY8" fmla="*/ 1039897 h 1299611"/>
              <a:gd name="connsiteX9" fmla="*/ 1439999 w 2650897"/>
              <a:gd name="connsiteY9" fmla="*/ 805391 h 1299611"/>
              <a:gd name="connsiteX10" fmla="*/ 1347733 w 2650897"/>
              <a:gd name="connsiteY10" fmla="*/ 635780 h 1299611"/>
              <a:gd name="connsiteX11" fmla="*/ 1480671 w 2650897"/>
              <a:gd name="connsiteY11" fmla="*/ 477636 h 1299611"/>
              <a:gd name="connsiteX12" fmla="*/ 1253652 w 2650897"/>
              <a:gd name="connsiteY12" fmla="*/ 403930 h 1299611"/>
              <a:gd name="connsiteX13" fmla="*/ 1034996 w 2650897"/>
              <a:gd name="connsiteY13" fmla="*/ 351650 h 1299611"/>
              <a:gd name="connsiteX14" fmla="*/ 843104 w 2650897"/>
              <a:gd name="connsiteY14" fmla="*/ 356429 h 1299611"/>
              <a:gd name="connsiteX15" fmla="*/ 695862 w 2650897"/>
              <a:gd name="connsiteY15" fmla="*/ 490277 h 1299611"/>
              <a:gd name="connsiteX16" fmla="*/ 510339 w 2650897"/>
              <a:gd name="connsiteY16" fmla="*/ 242237 h 1299611"/>
              <a:gd name="connsiteX17" fmla="*/ 242898 w 2650897"/>
              <a:gd name="connsiteY17" fmla="*/ 153749 h 1299611"/>
              <a:gd name="connsiteX18" fmla="*/ 0 w 2650897"/>
              <a:gd name="connsiteY18" fmla="*/ 0 h 1299611"/>
              <a:gd name="connsiteX0" fmla="*/ 2509601 w 2596353"/>
              <a:gd name="connsiteY0" fmla="*/ 223426 h 1299611"/>
              <a:gd name="connsiteX1" fmla="*/ 2545852 w 2596353"/>
              <a:gd name="connsiteY1" fmla="*/ 375623 h 1299611"/>
              <a:gd name="connsiteX2" fmla="*/ 2593808 w 2596353"/>
              <a:gd name="connsiteY2" fmla="*/ 709343 h 1299611"/>
              <a:gd name="connsiteX3" fmla="*/ 2481743 w 2596353"/>
              <a:gd name="connsiteY3" fmla="*/ 1068849 h 1299611"/>
              <a:gd name="connsiteX4" fmla="*/ 2148530 w 2596353"/>
              <a:gd name="connsiteY4" fmla="*/ 1260091 h 1299611"/>
              <a:gd name="connsiteX5" fmla="*/ 1904228 w 2596353"/>
              <a:gd name="connsiteY5" fmla="*/ 1299611 h 1299611"/>
              <a:gd name="connsiteX6" fmla="*/ 1688983 w 2596353"/>
              <a:gd name="connsiteY6" fmla="*/ 1260019 h 1299611"/>
              <a:gd name="connsiteX7" fmla="*/ 1533345 w 2596353"/>
              <a:gd name="connsiteY7" fmla="*/ 1164293 h 1299611"/>
              <a:gd name="connsiteX8" fmla="*/ 1452001 w 2596353"/>
              <a:gd name="connsiteY8" fmla="*/ 1039897 h 1299611"/>
              <a:gd name="connsiteX9" fmla="*/ 1439999 w 2596353"/>
              <a:gd name="connsiteY9" fmla="*/ 805391 h 1299611"/>
              <a:gd name="connsiteX10" fmla="*/ 1347733 w 2596353"/>
              <a:gd name="connsiteY10" fmla="*/ 635780 h 1299611"/>
              <a:gd name="connsiteX11" fmla="*/ 1480671 w 2596353"/>
              <a:gd name="connsiteY11" fmla="*/ 477636 h 1299611"/>
              <a:gd name="connsiteX12" fmla="*/ 1253652 w 2596353"/>
              <a:gd name="connsiteY12" fmla="*/ 403930 h 1299611"/>
              <a:gd name="connsiteX13" fmla="*/ 1034996 w 2596353"/>
              <a:gd name="connsiteY13" fmla="*/ 351650 h 1299611"/>
              <a:gd name="connsiteX14" fmla="*/ 843104 w 2596353"/>
              <a:gd name="connsiteY14" fmla="*/ 356429 h 1299611"/>
              <a:gd name="connsiteX15" fmla="*/ 695862 w 2596353"/>
              <a:gd name="connsiteY15" fmla="*/ 490277 h 1299611"/>
              <a:gd name="connsiteX16" fmla="*/ 510339 w 2596353"/>
              <a:gd name="connsiteY16" fmla="*/ 242237 h 1299611"/>
              <a:gd name="connsiteX17" fmla="*/ 242898 w 2596353"/>
              <a:gd name="connsiteY17" fmla="*/ 153749 h 1299611"/>
              <a:gd name="connsiteX18" fmla="*/ 0 w 2596353"/>
              <a:gd name="connsiteY18" fmla="*/ 0 h 1299611"/>
              <a:gd name="connsiteX0" fmla="*/ 2509601 w 2546308"/>
              <a:gd name="connsiteY0" fmla="*/ 223426 h 1299611"/>
              <a:gd name="connsiteX1" fmla="*/ 2545852 w 2546308"/>
              <a:gd name="connsiteY1" fmla="*/ 375623 h 1299611"/>
              <a:gd name="connsiteX2" fmla="*/ 2526250 w 2546308"/>
              <a:gd name="connsiteY2" fmla="*/ 673634 h 1299611"/>
              <a:gd name="connsiteX3" fmla="*/ 2481743 w 2546308"/>
              <a:gd name="connsiteY3" fmla="*/ 1068849 h 1299611"/>
              <a:gd name="connsiteX4" fmla="*/ 2148530 w 2546308"/>
              <a:gd name="connsiteY4" fmla="*/ 1260091 h 1299611"/>
              <a:gd name="connsiteX5" fmla="*/ 1904228 w 2546308"/>
              <a:gd name="connsiteY5" fmla="*/ 1299611 h 1299611"/>
              <a:gd name="connsiteX6" fmla="*/ 1688983 w 2546308"/>
              <a:gd name="connsiteY6" fmla="*/ 1260019 h 1299611"/>
              <a:gd name="connsiteX7" fmla="*/ 1533345 w 2546308"/>
              <a:gd name="connsiteY7" fmla="*/ 1164293 h 1299611"/>
              <a:gd name="connsiteX8" fmla="*/ 1452001 w 2546308"/>
              <a:gd name="connsiteY8" fmla="*/ 1039897 h 1299611"/>
              <a:gd name="connsiteX9" fmla="*/ 1439999 w 2546308"/>
              <a:gd name="connsiteY9" fmla="*/ 805391 h 1299611"/>
              <a:gd name="connsiteX10" fmla="*/ 1347733 w 2546308"/>
              <a:gd name="connsiteY10" fmla="*/ 635780 h 1299611"/>
              <a:gd name="connsiteX11" fmla="*/ 1480671 w 2546308"/>
              <a:gd name="connsiteY11" fmla="*/ 477636 h 1299611"/>
              <a:gd name="connsiteX12" fmla="*/ 1253652 w 2546308"/>
              <a:gd name="connsiteY12" fmla="*/ 403930 h 1299611"/>
              <a:gd name="connsiteX13" fmla="*/ 1034996 w 2546308"/>
              <a:gd name="connsiteY13" fmla="*/ 351650 h 1299611"/>
              <a:gd name="connsiteX14" fmla="*/ 843104 w 2546308"/>
              <a:gd name="connsiteY14" fmla="*/ 356429 h 1299611"/>
              <a:gd name="connsiteX15" fmla="*/ 695862 w 2546308"/>
              <a:gd name="connsiteY15" fmla="*/ 490277 h 1299611"/>
              <a:gd name="connsiteX16" fmla="*/ 510339 w 2546308"/>
              <a:gd name="connsiteY16" fmla="*/ 242237 h 1299611"/>
              <a:gd name="connsiteX17" fmla="*/ 242898 w 2546308"/>
              <a:gd name="connsiteY17" fmla="*/ 153749 h 1299611"/>
              <a:gd name="connsiteX18" fmla="*/ 0 w 2546308"/>
              <a:gd name="connsiteY18" fmla="*/ 0 h 1299611"/>
              <a:gd name="connsiteX0" fmla="*/ 2509601 w 2546308"/>
              <a:gd name="connsiteY0" fmla="*/ 223426 h 1301008"/>
              <a:gd name="connsiteX1" fmla="*/ 2545852 w 2546308"/>
              <a:gd name="connsiteY1" fmla="*/ 375623 h 1301008"/>
              <a:gd name="connsiteX2" fmla="*/ 2526250 w 2546308"/>
              <a:gd name="connsiteY2" fmla="*/ 673634 h 1301008"/>
              <a:gd name="connsiteX3" fmla="*/ 2481743 w 2546308"/>
              <a:gd name="connsiteY3" fmla="*/ 1068849 h 1301008"/>
              <a:gd name="connsiteX4" fmla="*/ 2151802 w 2546308"/>
              <a:gd name="connsiteY4" fmla="*/ 1214608 h 1301008"/>
              <a:gd name="connsiteX5" fmla="*/ 1904228 w 2546308"/>
              <a:gd name="connsiteY5" fmla="*/ 1299611 h 1301008"/>
              <a:gd name="connsiteX6" fmla="*/ 1688983 w 2546308"/>
              <a:gd name="connsiteY6" fmla="*/ 1260019 h 1301008"/>
              <a:gd name="connsiteX7" fmla="*/ 1533345 w 2546308"/>
              <a:gd name="connsiteY7" fmla="*/ 1164293 h 1301008"/>
              <a:gd name="connsiteX8" fmla="*/ 1452001 w 2546308"/>
              <a:gd name="connsiteY8" fmla="*/ 1039897 h 1301008"/>
              <a:gd name="connsiteX9" fmla="*/ 1439999 w 2546308"/>
              <a:gd name="connsiteY9" fmla="*/ 805391 h 1301008"/>
              <a:gd name="connsiteX10" fmla="*/ 1347733 w 2546308"/>
              <a:gd name="connsiteY10" fmla="*/ 635780 h 1301008"/>
              <a:gd name="connsiteX11" fmla="*/ 1480671 w 2546308"/>
              <a:gd name="connsiteY11" fmla="*/ 477636 h 1301008"/>
              <a:gd name="connsiteX12" fmla="*/ 1253652 w 2546308"/>
              <a:gd name="connsiteY12" fmla="*/ 403930 h 1301008"/>
              <a:gd name="connsiteX13" fmla="*/ 1034996 w 2546308"/>
              <a:gd name="connsiteY13" fmla="*/ 351650 h 1301008"/>
              <a:gd name="connsiteX14" fmla="*/ 843104 w 2546308"/>
              <a:gd name="connsiteY14" fmla="*/ 356429 h 1301008"/>
              <a:gd name="connsiteX15" fmla="*/ 695862 w 2546308"/>
              <a:gd name="connsiteY15" fmla="*/ 490277 h 1301008"/>
              <a:gd name="connsiteX16" fmla="*/ 510339 w 2546308"/>
              <a:gd name="connsiteY16" fmla="*/ 242237 h 1301008"/>
              <a:gd name="connsiteX17" fmla="*/ 242898 w 2546308"/>
              <a:gd name="connsiteY17" fmla="*/ 153749 h 1301008"/>
              <a:gd name="connsiteX18" fmla="*/ 0 w 2546308"/>
              <a:gd name="connsiteY18" fmla="*/ 0 h 1301008"/>
              <a:gd name="connsiteX0" fmla="*/ 2509601 w 2546308"/>
              <a:gd name="connsiteY0" fmla="*/ 223426 h 1260104"/>
              <a:gd name="connsiteX1" fmla="*/ 2545852 w 2546308"/>
              <a:gd name="connsiteY1" fmla="*/ 375623 h 1260104"/>
              <a:gd name="connsiteX2" fmla="*/ 2526250 w 2546308"/>
              <a:gd name="connsiteY2" fmla="*/ 673634 h 1260104"/>
              <a:gd name="connsiteX3" fmla="*/ 2481743 w 2546308"/>
              <a:gd name="connsiteY3" fmla="*/ 1068849 h 1260104"/>
              <a:gd name="connsiteX4" fmla="*/ 2151802 w 2546308"/>
              <a:gd name="connsiteY4" fmla="*/ 1214608 h 1260104"/>
              <a:gd name="connsiteX5" fmla="*/ 1923184 w 2546308"/>
              <a:gd name="connsiteY5" fmla="*/ 1181924 h 1260104"/>
              <a:gd name="connsiteX6" fmla="*/ 1688983 w 2546308"/>
              <a:gd name="connsiteY6" fmla="*/ 1260019 h 1260104"/>
              <a:gd name="connsiteX7" fmla="*/ 1533345 w 2546308"/>
              <a:gd name="connsiteY7" fmla="*/ 1164293 h 1260104"/>
              <a:gd name="connsiteX8" fmla="*/ 1452001 w 2546308"/>
              <a:gd name="connsiteY8" fmla="*/ 1039897 h 1260104"/>
              <a:gd name="connsiteX9" fmla="*/ 1439999 w 2546308"/>
              <a:gd name="connsiteY9" fmla="*/ 805391 h 1260104"/>
              <a:gd name="connsiteX10" fmla="*/ 1347733 w 2546308"/>
              <a:gd name="connsiteY10" fmla="*/ 635780 h 1260104"/>
              <a:gd name="connsiteX11" fmla="*/ 1480671 w 2546308"/>
              <a:gd name="connsiteY11" fmla="*/ 477636 h 1260104"/>
              <a:gd name="connsiteX12" fmla="*/ 1253652 w 2546308"/>
              <a:gd name="connsiteY12" fmla="*/ 403930 h 1260104"/>
              <a:gd name="connsiteX13" fmla="*/ 1034996 w 2546308"/>
              <a:gd name="connsiteY13" fmla="*/ 351650 h 1260104"/>
              <a:gd name="connsiteX14" fmla="*/ 843104 w 2546308"/>
              <a:gd name="connsiteY14" fmla="*/ 356429 h 1260104"/>
              <a:gd name="connsiteX15" fmla="*/ 695862 w 2546308"/>
              <a:gd name="connsiteY15" fmla="*/ 490277 h 1260104"/>
              <a:gd name="connsiteX16" fmla="*/ 510339 w 2546308"/>
              <a:gd name="connsiteY16" fmla="*/ 242237 h 1260104"/>
              <a:gd name="connsiteX17" fmla="*/ 242898 w 2546308"/>
              <a:gd name="connsiteY17" fmla="*/ 153749 h 1260104"/>
              <a:gd name="connsiteX18" fmla="*/ 0 w 2546308"/>
              <a:gd name="connsiteY18" fmla="*/ 0 h 1260104"/>
              <a:gd name="connsiteX0" fmla="*/ 2509601 w 2546308"/>
              <a:gd name="connsiteY0" fmla="*/ 223426 h 1219325"/>
              <a:gd name="connsiteX1" fmla="*/ 2545852 w 2546308"/>
              <a:gd name="connsiteY1" fmla="*/ 375623 h 1219325"/>
              <a:gd name="connsiteX2" fmla="*/ 2526250 w 2546308"/>
              <a:gd name="connsiteY2" fmla="*/ 673634 h 1219325"/>
              <a:gd name="connsiteX3" fmla="*/ 2481743 w 2546308"/>
              <a:gd name="connsiteY3" fmla="*/ 1068849 h 1219325"/>
              <a:gd name="connsiteX4" fmla="*/ 2151802 w 2546308"/>
              <a:gd name="connsiteY4" fmla="*/ 1214608 h 1219325"/>
              <a:gd name="connsiteX5" fmla="*/ 1923184 w 2546308"/>
              <a:gd name="connsiteY5" fmla="*/ 1181924 h 1219325"/>
              <a:gd name="connsiteX6" fmla="*/ 1533345 w 2546308"/>
              <a:gd name="connsiteY6" fmla="*/ 1164293 h 1219325"/>
              <a:gd name="connsiteX7" fmla="*/ 1452001 w 2546308"/>
              <a:gd name="connsiteY7" fmla="*/ 1039897 h 1219325"/>
              <a:gd name="connsiteX8" fmla="*/ 1439999 w 2546308"/>
              <a:gd name="connsiteY8" fmla="*/ 805391 h 1219325"/>
              <a:gd name="connsiteX9" fmla="*/ 1347733 w 2546308"/>
              <a:gd name="connsiteY9" fmla="*/ 635780 h 1219325"/>
              <a:gd name="connsiteX10" fmla="*/ 1480671 w 2546308"/>
              <a:gd name="connsiteY10" fmla="*/ 477636 h 1219325"/>
              <a:gd name="connsiteX11" fmla="*/ 1253652 w 2546308"/>
              <a:gd name="connsiteY11" fmla="*/ 403930 h 1219325"/>
              <a:gd name="connsiteX12" fmla="*/ 1034996 w 2546308"/>
              <a:gd name="connsiteY12" fmla="*/ 351650 h 1219325"/>
              <a:gd name="connsiteX13" fmla="*/ 843104 w 2546308"/>
              <a:gd name="connsiteY13" fmla="*/ 356429 h 1219325"/>
              <a:gd name="connsiteX14" fmla="*/ 695862 w 2546308"/>
              <a:gd name="connsiteY14" fmla="*/ 490277 h 1219325"/>
              <a:gd name="connsiteX15" fmla="*/ 510339 w 2546308"/>
              <a:gd name="connsiteY15" fmla="*/ 242237 h 1219325"/>
              <a:gd name="connsiteX16" fmla="*/ 242898 w 2546308"/>
              <a:gd name="connsiteY16" fmla="*/ 153749 h 1219325"/>
              <a:gd name="connsiteX17" fmla="*/ 0 w 2546308"/>
              <a:gd name="connsiteY17" fmla="*/ 0 h 1219325"/>
              <a:gd name="connsiteX0" fmla="*/ 2509601 w 2546308"/>
              <a:gd name="connsiteY0" fmla="*/ 223426 h 1219325"/>
              <a:gd name="connsiteX1" fmla="*/ 2545852 w 2546308"/>
              <a:gd name="connsiteY1" fmla="*/ 375623 h 1219325"/>
              <a:gd name="connsiteX2" fmla="*/ 2526250 w 2546308"/>
              <a:gd name="connsiteY2" fmla="*/ 673634 h 1219325"/>
              <a:gd name="connsiteX3" fmla="*/ 2481743 w 2546308"/>
              <a:gd name="connsiteY3" fmla="*/ 1068849 h 1219325"/>
              <a:gd name="connsiteX4" fmla="*/ 2151802 w 2546308"/>
              <a:gd name="connsiteY4" fmla="*/ 1214608 h 1219325"/>
              <a:gd name="connsiteX5" fmla="*/ 1923184 w 2546308"/>
              <a:gd name="connsiteY5" fmla="*/ 1181924 h 1219325"/>
              <a:gd name="connsiteX6" fmla="*/ 1533345 w 2546308"/>
              <a:gd name="connsiteY6" fmla="*/ 1164293 h 1219325"/>
              <a:gd name="connsiteX7" fmla="*/ 1452001 w 2546308"/>
              <a:gd name="connsiteY7" fmla="*/ 1039897 h 1219325"/>
              <a:gd name="connsiteX8" fmla="*/ 1439999 w 2546308"/>
              <a:gd name="connsiteY8" fmla="*/ 805391 h 1219325"/>
              <a:gd name="connsiteX9" fmla="*/ 1347733 w 2546308"/>
              <a:gd name="connsiteY9" fmla="*/ 635780 h 1219325"/>
              <a:gd name="connsiteX10" fmla="*/ 1480671 w 2546308"/>
              <a:gd name="connsiteY10" fmla="*/ 477636 h 1219325"/>
              <a:gd name="connsiteX11" fmla="*/ 1284648 w 2546308"/>
              <a:gd name="connsiteY11" fmla="*/ 364587 h 1219325"/>
              <a:gd name="connsiteX12" fmla="*/ 1034996 w 2546308"/>
              <a:gd name="connsiteY12" fmla="*/ 351650 h 1219325"/>
              <a:gd name="connsiteX13" fmla="*/ 843104 w 2546308"/>
              <a:gd name="connsiteY13" fmla="*/ 356429 h 1219325"/>
              <a:gd name="connsiteX14" fmla="*/ 695862 w 2546308"/>
              <a:gd name="connsiteY14" fmla="*/ 490277 h 1219325"/>
              <a:gd name="connsiteX15" fmla="*/ 510339 w 2546308"/>
              <a:gd name="connsiteY15" fmla="*/ 242237 h 1219325"/>
              <a:gd name="connsiteX16" fmla="*/ 242898 w 2546308"/>
              <a:gd name="connsiteY16" fmla="*/ 153749 h 1219325"/>
              <a:gd name="connsiteX17" fmla="*/ 0 w 2546308"/>
              <a:gd name="connsiteY17" fmla="*/ 0 h 1219325"/>
              <a:gd name="connsiteX0" fmla="*/ 2509601 w 2546308"/>
              <a:gd name="connsiteY0" fmla="*/ 223426 h 1224916"/>
              <a:gd name="connsiteX1" fmla="*/ 2545852 w 2546308"/>
              <a:gd name="connsiteY1" fmla="*/ 375623 h 1224916"/>
              <a:gd name="connsiteX2" fmla="*/ 2526250 w 2546308"/>
              <a:gd name="connsiteY2" fmla="*/ 673634 h 1224916"/>
              <a:gd name="connsiteX3" fmla="*/ 2452815 w 2546308"/>
              <a:gd name="connsiteY3" fmla="*/ 981578 h 1224916"/>
              <a:gd name="connsiteX4" fmla="*/ 2151802 w 2546308"/>
              <a:gd name="connsiteY4" fmla="*/ 1214608 h 1224916"/>
              <a:gd name="connsiteX5" fmla="*/ 1923184 w 2546308"/>
              <a:gd name="connsiteY5" fmla="*/ 1181924 h 1224916"/>
              <a:gd name="connsiteX6" fmla="*/ 1533345 w 2546308"/>
              <a:gd name="connsiteY6" fmla="*/ 1164293 h 1224916"/>
              <a:gd name="connsiteX7" fmla="*/ 1452001 w 2546308"/>
              <a:gd name="connsiteY7" fmla="*/ 1039897 h 1224916"/>
              <a:gd name="connsiteX8" fmla="*/ 1439999 w 2546308"/>
              <a:gd name="connsiteY8" fmla="*/ 805391 h 1224916"/>
              <a:gd name="connsiteX9" fmla="*/ 1347733 w 2546308"/>
              <a:gd name="connsiteY9" fmla="*/ 635780 h 1224916"/>
              <a:gd name="connsiteX10" fmla="*/ 1480671 w 2546308"/>
              <a:gd name="connsiteY10" fmla="*/ 477636 h 1224916"/>
              <a:gd name="connsiteX11" fmla="*/ 1284648 w 2546308"/>
              <a:gd name="connsiteY11" fmla="*/ 364587 h 1224916"/>
              <a:gd name="connsiteX12" fmla="*/ 1034996 w 2546308"/>
              <a:gd name="connsiteY12" fmla="*/ 351650 h 1224916"/>
              <a:gd name="connsiteX13" fmla="*/ 843104 w 2546308"/>
              <a:gd name="connsiteY13" fmla="*/ 356429 h 1224916"/>
              <a:gd name="connsiteX14" fmla="*/ 695862 w 2546308"/>
              <a:gd name="connsiteY14" fmla="*/ 490277 h 1224916"/>
              <a:gd name="connsiteX15" fmla="*/ 510339 w 2546308"/>
              <a:gd name="connsiteY15" fmla="*/ 242237 h 1224916"/>
              <a:gd name="connsiteX16" fmla="*/ 242898 w 2546308"/>
              <a:gd name="connsiteY16" fmla="*/ 153749 h 1224916"/>
              <a:gd name="connsiteX17" fmla="*/ 0 w 2546308"/>
              <a:gd name="connsiteY17" fmla="*/ 0 h 1224916"/>
              <a:gd name="connsiteX0" fmla="*/ 2509601 w 2546308"/>
              <a:gd name="connsiteY0" fmla="*/ 223426 h 1186206"/>
              <a:gd name="connsiteX1" fmla="*/ 2545852 w 2546308"/>
              <a:gd name="connsiteY1" fmla="*/ 375623 h 1186206"/>
              <a:gd name="connsiteX2" fmla="*/ 2526250 w 2546308"/>
              <a:gd name="connsiteY2" fmla="*/ 673634 h 1186206"/>
              <a:gd name="connsiteX3" fmla="*/ 2452815 w 2546308"/>
              <a:gd name="connsiteY3" fmla="*/ 981578 h 1186206"/>
              <a:gd name="connsiteX4" fmla="*/ 2177162 w 2546308"/>
              <a:gd name="connsiteY4" fmla="*/ 1115785 h 1186206"/>
              <a:gd name="connsiteX5" fmla="*/ 1923184 w 2546308"/>
              <a:gd name="connsiteY5" fmla="*/ 1181924 h 1186206"/>
              <a:gd name="connsiteX6" fmla="*/ 1533345 w 2546308"/>
              <a:gd name="connsiteY6" fmla="*/ 1164293 h 1186206"/>
              <a:gd name="connsiteX7" fmla="*/ 1452001 w 2546308"/>
              <a:gd name="connsiteY7" fmla="*/ 1039897 h 1186206"/>
              <a:gd name="connsiteX8" fmla="*/ 1439999 w 2546308"/>
              <a:gd name="connsiteY8" fmla="*/ 805391 h 1186206"/>
              <a:gd name="connsiteX9" fmla="*/ 1347733 w 2546308"/>
              <a:gd name="connsiteY9" fmla="*/ 635780 h 1186206"/>
              <a:gd name="connsiteX10" fmla="*/ 1480671 w 2546308"/>
              <a:gd name="connsiteY10" fmla="*/ 477636 h 1186206"/>
              <a:gd name="connsiteX11" fmla="*/ 1284648 w 2546308"/>
              <a:gd name="connsiteY11" fmla="*/ 364587 h 1186206"/>
              <a:gd name="connsiteX12" fmla="*/ 1034996 w 2546308"/>
              <a:gd name="connsiteY12" fmla="*/ 351650 h 1186206"/>
              <a:gd name="connsiteX13" fmla="*/ 843104 w 2546308"/>
              <a:gd name="connsiteY13" fmla="*/ 356429 h 1186206"/>
              <a:gd name="connsiteX14" fmla="*/ 695862 w 2546308"/>
              <a:gd name="connsiteY14" fmla="*/ 490277 h 1186206"/>
              <a:gd name="connsiteX15" fmla="*/ 510339 w 2546308"/>
              <a:gd name="connsiteY15" fmla="*/ 242237 h 1186206"/>
              <a:gd name="connsiteX16" fmla="*/ 242898 w 2546308"/>
              <a:gd name="connsiteY16" fmla="*/ 153749 h 1186206"/>
              <a:gd name="connsiteX17" fmla="*/ 0 w 2546308"/>
              <a:gd name="connsiteY17" fmla="*/ 0 h 1186206"/>
              <a:gd name="connsiteX0" fmla="*/ 2509601 w 2546308"/>
              <a:gd name="connsiteY0" fmla="*/ 223426 h 1165549"/>
              <a:gd name="connsiteX1" fmla="*/ 2545852 w 2546308"/>
              <a:gd name="connsiteY1" fmla="*/ 375623 h 1165549"/>
              <a:gd name="connsiteX2" fmla="*/ 2526250 w 2546308"/>
              <a:gd name="connsiteY2" fmla="*/ 673634 h 1165549"/>
              <a:gd name="connsiteX3" fmla="*/ 2452815 w 2546308"/>
              <a:gd name="connsiteY3" fmla="*/ 981578 h 1165549"/>
              <a:gd name="connsiteX4" fmla="*/ 2177162 w 2546308"/>
              <a:gd name="connsiteY4" fmla="*/ 1115785 h 1165549"/>
              <a:gd name="connsiteX5" fmla="*/ 1944113 w 2546308"/>
              <a:gd name="connsiteY5" fmla="*/ 1104751 h 1165549"/>
              <a:gd name="connsiteX6" fmla="*/ 1533345 w 2546308"/>
              <a:gd name="connsiteY6" fmla="*/ 1164293 h 1165549"/>
              <a:gd name="connsiteX7" fmla="*/ 1452001 w 2546308"/>
              <a:gd name="connsiteY7" fmla="*/ 1039897 h 1165549"/>
              <a:gd name="connsiteX8" fmla="*/ 1439999 w 2546308"/>
              <a:gd name="connsiteY8" fmla="*/ 805391 h 1165549"/>
              <a:gd name="connsiteX9" fmla="*/ 1347733 w 2546308"/>
              <a:gd name="connsiteY9" fmla="*/ 635780 h 1165549"/>
              <a:gd name="connsiteX10" fmla="*/ 1480671 w 2546308"/>
              <a:gd name="connsiteY10" fmla="*/ 477636 h 1165549"/>
              <a:gd name="connsiteX11" fmla="*/ 1284648 w 2546308"/>
              <a:gd name="connsiteY11" fmla="*/ 364587 h 1165549"/>
              <a:gd name="connsiteX12" fmla="*/ 1034996 w 2546308"/>
              <a:gd name="connsiteY12" fmla="*/ 351650 h 1165549"/>
              <a:gd name="connsiteX13" fmla="*/ 843104 w 2546308"/>
              <a:gd name="connsiteY13" fmla="*/ 356429 h 1165549"/>
              <a:gd name="connsiteX14" fmla="*/ 695862 w 2546308"/>
              <a:gd name="connsiteY14" fmla="*/ 490277 h 1165549"/>
              <a:gd name="connsiteX15" fmla="*/ 510339 w 2546308"/>
              <a:gd name="connsiteY15" fmla="*/ 242237 h 1165549"/>
              <a:gd name="connsiteX16" fmla="*/ 242898 w 2546308"/>
              <a:gd name="connsiteY16" fmla="*/ 153749 h 1165549"/>
              <a:gd name="connsiteX17" fmla="*/ 0 w 2546308"/>
              <a:gd name="connsiteY17" fmla="*/ 0 h 1165549"/>
              <a:gd name="connsiteX0" fmla="*/ 2266703 w 2303410"/>
              <a:gd name="connsiteY0" fmla="*/ 69677 h 1011800"/>
              <a:gd name="connsiteX1" fmla="*/ 2302954 w 2303410"/>
              <a:gd name="connsiteY1" fmla="*/ 221874 h 1011800"/>
              <a:gd name="connsiteX2" fmla="*/ 2283352 w 2303410"/>
              <a:gd name="connsiteY2" fmla="*/ 519885 h 1011800"/>
              <a:gd name="connsiteX3" fmla="*/ 2209917 w 2303410"/>
              <a:gd name="connsiteY3" fmla="*/ 827829 h 1011800"/>
              <a:gd name="connsiteX4" fmla="*/ 1934264 w 2303410"/>
              <a:gd name="connsiteY4" fmla="*/ 962036 h 1011800"/>
              <a:gd name="connsiteX5" fmla="*/ 1701215 w 2303410"/>
              <a:gd name="connsiteY5" fmla="*/ 951002 h 1011800"/>
              <a:gd name="connsiteX6" fmla="*/ 1290447 w 2303410"/>
              <a:gd name="connsiteY6" fmla="*/ 1010544 h 1011800"/>
              <a:gd name="connsiteX7" fmla="*/ 1209103 w 2303410"/>
              <a:gd name="connsiteY7" fmla="*/ 886148 h 1011800"/>
              <a:gd name="connsiteX8" fmla="*/ 1197101 w 2303410"/>
              <a:gd name="connsiteY8" fmla="*/ 651642 h 1011800"/>
              <a:gd name="connsiteX9" fmla="*/ 1104835 w 2303410"/>
              <a:gd name="connsiteY9" fmla="*/ 482031 h 1011800"/>
              <a:gd name="connsiteX10" fmla="*/ 1237773 w 2303410"/>
              <a:gd name="connsiteY10" fmla="*/ 323887 h 1011800"/>
              <a:gd name="connsiteX11" fmla="*/ 1041750 w 2303410"/>
              <a:gd name="connsiteY11" fmla="*/ 210838 h 1011800"/>
              <a:gd name="connsiteX12" fmla="*/ 792098 w 2303410"/>
              <a:gd name="connsiteY12" fmla="*/ 197901 h 1011800"/>
              <a:gd name="connsiteX13" fmla="*/ 600206 w 2303410"/>
              <a:gd name="connsiteY13" fmla="*/ 202680 h 1011800"/>
              <a:gd name="connsiteX14" fmla="*/ 452964 w 2303410"/>
              <a:gd name="connsiteY14" fmla="*/ 336528 h 1011800"/>
              <a:gd name="connsiteX15" fmla="*/ 267441 w 2303410"/>
              <a:gd name="connsiteY15" fmla="*/ 88488 h 1011800"/>
              <a:gd name="connsiteX16" fmla="*/ 0 w 2303410"/>
              <a:gd name="connsiteY16" fmla="*/ 0 h 1011800"/>
              <a:gd name="connsiteX0" fmla="*/ 1999262 w 2035969"/>
              <a:gd name="connsiteY0" fmla="*/ 0 h 942123"/>
              <a:gd name="connsiteX1" fmla="*/ 2035513 w 2035969"/>
              <a:gd name="connsiteY1" fmla="*/ 152197 h 942123"/>
              <a:gd name="connsiteX2" fmla="*/ 2015911 w 2035969"/>
              <a:gd name="connsiteY2" fmla="*/ 450208 h 942123"/>
              <a:gd name="connsiteX3" fmla="*/ 1942476 w 2035969"/>
              <a:gd name="connsiteY3" fmla="*/ 758152 h 942123"/>
              <a:gd name="connsiteX4" fmla="*/ 1666823 w 2035969"/>
              <a:gd name="connsiteY4" fmla="*/ 892359 h 942123"/>
              <a:gd name="connsiteX5" fmla="*/ 1433774 w 2035969"/>
              <a:gd name="connsiteY5" fmla="*/ 881325 h 942123"/>
              <a:gd name="connsiteX6" fmla="*/ 1023006 w 2035969"/>
              <a:gd name="connsiteY6" fmla="*/ 940867 h 942123"/>
              <a:gd name="connsiteX7" fmla="*/ 941662 w 2035969"/>
              <a:gd name="connsiteY7" fmla="*/ 816471 h 942123"/>
              <a:gd name="connsiteX8" fmla="*/ 929660 w 2035969"/>
              <a:gd name="connsiteY8" fmla="*/ 581965 h 942123"/>
              <a:gd name="connsiteX9" fmla="*/ 837394 w 2035969"/>
              <a:gd name="connsiteY9" fmla="*/ 412354 h 942123"/>
              <a:gd name="connsiteX10" fmla="*/ 970332 w 2035969"/>
              <a:gd name="connsiteY10" fmla="*/ 254210 h 942123"/>
              <a:gd name="connsiteX11" fmla="*/ 774309 w 2035969"/>
              <a:gd name="connsiteY11" fmla="*/ 141161 h 942123"/>
              <a:gd name="connsiteX12" fmla="*/ 524657 w 2035969"/>
              <a:gd name="connsiteY12" fmla="*/ 128224 h 942123"/>
              <a:gd name="connsiteX13" fmla="*/ 332765 w 2035969"/>
              <a:gd name="connsiteY13" fmla="*/ 133003 h 942123"/>
              <a:gd name="connsiteX14" fmla="*/ 185523 w 2035969"/>
              <a:gd name="connsiteY14" fmla="*/ 266851 h 942123"/>
              <a:gd name="connsiteX15" fmla="*/ 0 w 2035969"/>
              <a:gd name="connsiteY15" fmla="*/ 18811 h 942123"/>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970332 w 2035969"/>
              <a:gd name="connsiteY10" fmla="*/ 254210 h 899659"/>
              <a:gd name="connsiteX11" fmla="*/ 774309 w 2035969"/>
              <a:gd name="connsiteY11" fmla="*/ 141161 h 899659"/>
              <a:gd name="connsiteX12" fmla="*/ 524657 w 2035969"/>
              <a:gd name="connsiteY12" fmla="*/ 12822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634073 w 2035969"/>
              <a:gd name="connsiteY10" fmla="*/ 276160 h 899659"/>
              <a:gd name="connsiteX11" fmla="*/ 774309 w 2035969"/>
              <a:gd name="connsiteY11" fmla="*/ 141161 h 899659"/>
              <a:gd name="connsiteX12" fmla="*/ 524657 w 2035969"/>
              <a:gd name="connsiteY12" fmla="*/ 12822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634073 w 2035969"/>
              <a:gd name="connsiteY10" fmla="*/ 276160 h 899659"/>
              <a:gd name="connsiteX11" fmla="*/ 774309 w 2035969"/>
              <a:gd name="connsiteY11" fmla="*/ 141161 h 899659"/>
              <a:gd name="connsiteX12" fmla="*/ 504612 w 2035969"/>
              <a:gd name="connsiteY12" fmla="*/ 16716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634073 w 2035969"/>
              <a:gd name="connsiteY10" fmla="*/ 276160 h 899659"/>
              <a:gd name="connsiteX11" fmla="*/ 774309 w 2035969"/>
              <a:gd name="connsiteY11" fmla="*/ 141161 h 899659"/>
              <a:gd name="connsiteX12" fmla="*/ 504612 w 2035969"/>
              <a:gd name="connsiteY12" fmla="*/ 16716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634073 w 2035969"/>
              <a:gd name="connsiteY10" fmla="*/ 276160 h 899659"/>
              <a:gd name="connsiteX11" fmla="*/ 774309 w 2035969"/>
              <a:gd name="connsiteY11" fmla="*/ 141161 h 899659"/>
              <a:gd name="connsiteX12" fmla="*/ 504612 w 2035969"/>
              <a:gd name="connsiteY12" fmla="*/ 16716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899659"/>
              <a:gd name="connsiteX1" fmla="*/ 2035513 w 2035969"/>
              <a:gd name="connsiteY1" fmla="*/ 152197 h 899659"/>
              <a:gd name="connsiteX2" fmla="*/ 2015911 w 2035969"/>
              <a:gd name="connsiteY2" fmla="*/ 450208 h 899659"/>
              <a:gd name="connsiteX3" fmla="*/ 1942476 w 2035969"/>
              <a:gd name="connsiteY3" fmla="*/ 758152 h 899659"/>
              <a:gd name="connsiteX4" fmla="*/ 1666823 w 2035969"/>
              <a:gd name="connsiteY4" fmla="*/ 892359 h 899659"/>
              <a:gd name="connsiteX5" fmla="*/ 1433774 w 2035969"/>
              <a:gd name="connsiteY5" fmla="*/ 881325 h 899659"/>
              <a:gd name="connsiteX6" fmla="*/ 1069267 w 2035969"/>
              <a:gd name="connsiteY6" fmla="*/ 877086 h 899659"/>
              <a:gd name="connsiteX7" fmla="*/ 941662 w 2035969"/>
              <a:gd name="connsiteY7" fmla="*/ 816471 h 899659"/>
              <a:gd name="connsiteX8" fmla="*/ 929660 w 2035969"/>
              <a:gd name="connsiteY8" fmla="*/ 581965 h 899659"/>
              <a:gd name="connsiteX9" fmla="*/ 837394 w 2035969"/>
              <a:gd name="connsiteY9" fmla="*/ 412354 h 899659"/>
              <a:gd name="connsiteX10" fmla="*/ 634073 w 2035969"/>
              <a:gd name="connsiteY10" fmla="*/ 276160 h 899659"/>
              <a:gd name="connsiteX11" fmla="*/ 774309 w 2035969"/>
              <a:gd name="connsiteY11" fmla="*/ 141161 h 899659"/>
              <a:gd name="connsiteX12" fmla="*/ 504612 w 2035969"/>
              <a:gd name="connsiteY12" fmla="*/ 167164 h 899659"/>
              <a:gd name="connsiteX13" fmla="*/ 332765 w 2035969"/>
              <a:gd name="connsiteY13" fmla="*/ 133003 h 899659"/>
              <a:gd name="connsiteX14" fmla="*/ 185523 w 2035969"/>
              <a:gd name="connsiteY14" fmla="*/ 266851 h 899659"/>
              <a:gd name="connsiteX15" fmla="*/ 0 w 2035969"/>
              <a:gd name="connsiteY15" fmla="*/ 18811 h 899659"/>
              <a:gd name="connsiteX0" fmla="*/ 1999262 w 2035969"/>
              <a:gd name="connsiteY0" fmla="*/ 0 h 909966"/>
              <a:gd name="connsiteX1" fmla="*/ 2035513 w 2035969"/>
              <a:gd name="connsiteY1" fmla="*/ 152197 h 909966"/>
              <a:gd name="connsiteX2" fmla="*/ 2015911 w 2035969"/>
              <a:gd name="connsiteY2" fmla="*/ 450208 h 909966"/>
              <a:gd name="connsiteX3" fmla="*/ 1915421 w 2035969"/>
              <a:gd name="connsiteY3" fmla="*/ 615975 h 909966"/>
              <a:gd name="connsiteX4" fmla="*/ 1666823 w 2035969"/>
              <a:gd name="connsiteY4" fmla="*/ 892359 h 909966"/>
              <a:gd name="connsiteX5" fmla="*/ 1433774 w 2035969"/>
              <a:gd name="connsiteY5" fmla="*/ 881325 h 909966"/>
              <a:gd name="connsiteX6" fmla="*/ 1069267 w 2035969"/>
              <a:gd name="connsiteY6" fmla="*/ 877086 h 909966"/>
              <a:gd name="connsiteX7" fmla="*/ 941662 w 2035969"/>
              <a:gd name="connsiteY7" fmla="*/ 816471 h 909966"/>
              <a:gd name="connsiteX8" fmla="*/ 929660 w 2035969"/>
              <a:gd name="connsiteY8" fmla="*/ 581965 h 909966"/>
              <a:gd name="connsiteX9" fmla="*/ 837394 w 2035969"/>
              <a:gd name="connsiteY9" fmla="*/ 412354 h 909966"/>
              <a:gd name="connsiteX10" fmla="*/ 634073 w 2035969"/>
              <a:gd name="connsiteY10" fmla="*/ 276160 h 909966"/>
              <a:gd name="connsiteX11" fmla="*/ 774309 w 2035969"/>
              <a:gd name="connsiteY11" fmla="*/ 141161 h 909966"/>
              <a:gd name="connsiteX12" fmla="*/ 504612 w 2035969"/>
              <a:gd name="connsiteY12" fmla="*/ 167164 h 909966"/>
              <a:gd name="connsiteX13" fmla="*/ 332765 w 2035969"/>
              <a:gd name="connsiteY13" fmla="*/ 133003 h 909966"/>
              <a:gd name="connsiteX14" fmla="*/ 185523 w 2035969"/>
              <a:gd name="connsiteY14" fmla="*/ 266851 h 909966"/>
              <a:gd name="connsiteX15" fmla="*/ 0 w 2035969"/>
              <a:gd name="connsiteY15" fmla="*/ 18811 h 909966"/>
              <a:gd name="connsiteX0" fmla="*/ 1999262 w 2035969"/>
              <a:gd name="connsiteY0" fmla="*/ 0 h 889490"/>
              <a:gd name="connsiteX1" fmla="*/ 2035513 w 2035969"/>
              <a:gd name="connsiteY1" fmla="*/ 152197 h 889490"/>
              <a:gd name="connsiteX2" fmla="*/ 2015911 w 2035969"/>
              <a:gd name="connsiteY2" fmla="*/ 450208 h 889490"/>
              <a:gd name="connsiteX3" fmla="*/ 1915421 w 2035969"/>
              <a:gd name="connsiteY3" fmla="*/ 615975 h 889490"/>
              <a:gd name="connsiteX4" fmla="*/ 1690751 w 2035969"/>
              <a:gd name="connsiteY4" fmla="*/ 786287 h 889490"/>
              <a:gd name="connsiteX5" fmla="*/ 1433774 w 2035969"/>
              <a:gd name="connsiteY5" fmla="*/ 881325 h 889490"/>
              <a:gd name="connsiteX6" fmla="*/ 1069267 w 2035969"/>
              <a:gd name="connsiteY6" fmla="*/ 877086 h 889490"/>
              <a:gd name="connsiteX7" fmla="*/ 941662 w 2035969"/>
              <a:gd name="connsiteY7" fmla="*/ 816471 h 889490"/>
              <a:gd name="connsiteX8" fmla="*/ 929660 w 2035969"/>
              <a:gd name="connsiteY8" fmla="*/ 581965 h 889490"/>
              <a:gd name="connsiteX9" fmla="*/ 837394 w 2035969"/>
              <a:gd name="connsiteY9" fmla="*/ 412354 h 889490"/>
              <a:gd name="connsiteX10" fmla="*/ 634073 w 2035969"/>
              <a:gd name="connsiteY10" fmla="*/ 276160 h 889490"/>
              <a:gd name="connsiteX11" fmla="*/ 774309 w 2035969"/>
              <a:gd name="connsiteY11" fmla="*/ 141161 h 889490"/>
              <a:gd name="connsiteX12" fmla="*/ 504612 w 2035969"/>
              <a:gd name="connsiteY12" fmla="*/ 167164 h 889490"/>
              <a:gd name="connsiteX13" fmla="*/ 332765 w 2035969"/>
              <a:gd name="connsiteY13" fmla="*/ 133003 h 889490"/>
              <a:gd name="connsiteX14" fmla="*/ 185523 w 2035969"/>
              <a:gd name="connsiteY14" fmla="*/ 266851 h 889490"/>
              <a:gd name="connsiteX15" fmla="*/ 0 w 2035969"/>
              <a:gd name="connsiteY15" fmla="*/ 18811 h 889490"/>
              <a:gd name="connsiteX0" fmla="*/ 2139645 w 2139818"/>
              <a:gd name="connsiteY0" fmla="*/ 0 h 901485"/>
              <a:gd name="connsiteX1" fmla="*/ 2035513 w 2139818"/>
              <a:gd name="connsiteY1" fmla="*/ 164192 h 901485"/>
              <a:gd name="connsiteX2" fmla="*/ 2015911 w 2139818"/>
              <a:gd name="connsiteY2" fmla="*/ 462203 h 901485"/>
              <a:gd name="connsiteX3" fmla="*/ 1915421 w 2139818"/>
              <a:gd name="connsiteY3" fmla="*/ 627970 h 901485"/>
              <a:gd name="connsiteX4" fmla="*/ 1690751 w 2139818"/>
              <a:gd name="connsiteY4" fmla="*/ 798282 h 901485"/>
              <a:gd name="connsiteX5" fmla="*/ 1433774 w 2139818"/>
              <a:gd name="connsiteY5" fmla="*/ 893320 h 901485"/>
              <a:gd name="connsiteX6" fmla="*/ 1069267 w 2139818"/>
              <a:gd name="connsiteY6" fmla="*/ 889081 h 901485"/>
              <a:gd name="connsiteX7" fmla="*/ 941662 w 2139818"/>
              <a:gd name="connsiteY7" fmla="*/ 828466 h 901485"/>
              <a:gd name="connsiteX8" fmla="*/ 929660 w 2139818"/>
              <a:gd name="connsiteY8" fmla="*/ 593960 h 901485"/>
              <a:gd name="connsiteX9" fmla="*/ 837394 w 2139818"/>
              <a:gd name="connsiteY9" fmla="*/ 424349 h 901485"/>
              <a:gd name="connsiteX10" fmla="*/ 634073 w 2139818"/>
              <a:gd name="connsiteY10" fmla="*/ 288155 h 901485"/>
              <a:gd name="connsiteX11" fmla="*/ 774309 w 2139818"/>
              <a:gd name="connsiteY11" fmla="*/ 153156 h 901485"/>
              <a:gd name="connsiteX12" fmla="*/ 504612 w 2139818"/>
              <a:gd name="connsiteY12" fmla="*/ 179159 h 901485"/>
              <a:gd name="connsiteX13" fmla="*/ 332765 w 2139818"/>
              <a:gd name="connsiteY13" fmla="*/ 144998 h 901485"/>
              <a:gd name="connsiteX14" fmla="*/ 185523 w 2139818"/>
              <a:gd name="connsiteY14" fmla="*/ 278846 h 901485"/>
              <a:gd name="connsiteX15" fmla="*/ 0 w 2139818"/>
              <a:gd name="connsiteY15" fmla="*/ 30806 h 901485"/>
              <a:gd name="connsiteX0" fmla="*/ 2139645 w 2139845"/>
              <a:gd name="connsiteY0" fmla="*/ 0 h 901485"/>
              <a:gd name="connsiteX1" fmla="*/ 2053193 w 2139845"/>
              <a:gd name="connsiteY1" fmla="*/ 159644 h 901485"/>
              <a:gd name="connsiteX2" fmla="*/ 2015911 w 2139845"/>
              <a:gd name="connsiteY2" fmla="*/ 462203 h 901485"/>
              <a:gd name="connsiteX3" fmla="*/ 1915421 w 2139845"/>
              <a:gd name="connsiteY3" fmla="*/ 627970 h 901485"/>
              <a:gd name="connsiteX4" fmla="*/ 1690751 w 2139845"/>
              <a:gd name="connsiteY4" fmla="*/ 798282 h 901485"/>
              <a:gd name="connsiteX5" fmla="*/ 1433774 w 2139845"/>
              <a:gd name="connsiteY5" fmla="*/ 893320 h 901485"/>
              <a:gd name="connsiteX6" fmla="*/ 1069267 w 2139845"/>
              <a:gd name="connsiteY6" fmla="*/ 889081 h 901485"/>
              <a:gd name="connsiteX7" fmla="*/ 941662 w 2139845"/>
              <a:gd name="connsiteY7" fmla="*/ 828466 h 901485"/>
              <a:gd name="connsiteX8" fmla="*/ 929660 w 2139845"/>
              <a:gd name="connsiteY8" fmla="*/ 593960 h 901485"/>
              <a:gd name="connsiteX9" fmla="*/ 837394 w 2139845"/>
              <a:gd name="connsiteY9" fmla="*/ 424349 h 901485"/>
              <a:gd name="connsiteX10" fmla="*/ 634073 w 2139845"/>
              <a:gd name="connsiteY10" fmla="*/ 288155 h 901485"/>
              <a:gd name="connsiteX11" fmla="*/ 774309 w 2139845"/>
              <a:gd name="connsiteY11" fmla="*/ 153156 h 901485"/>
              <a:gd name="connsiteX12" fmla="*/ 504612 w 2139845"/>
              <a:gd name="connsiteY12" fmla="*/ 179159 h 901485"/>
              <a:gd name="connsiteX13" fmla="*/ 332765 w 2139845"/>
              <a:gd name="connsiteY13" fmla="*/ 144998 h 901485"/>
              <a:gd name="connsiteX14" fmla="*/ 185523 w 2139845"/>
              <a:gd name="connsiteY14" fmla="*/ 278846 h 901485"/>
              <a:gd name="connsiteX15" fmla="*/ 0 w 2139845"/>
              <a:gd name="connsiteY15" fmla="*/ 30806 h 901485"/>
              <a:gd name="connsiteX0" fmla="*/ 2139645 w 2139845"/>
              <a:gd name="connsiteY0" fmla="*/ 0 h 901485"/>
              <a:gd name="connsiteX1" fmla="*/ 2053193 w 2139845"/>
              <a:gd name="connsiteY1" fmla="*/ 159644 h 901485"/>
              <a:gd name="connsiteX2" fmla="*/ 2015979 w 2139845"/>
              <a:gd name="connsiteY2" fmla="*/ 371621 h 901485"/>
              <a:gd name="connsiteX3" fmla="*/ 1915421 w 2139845"/>
              <a:gd name="connsiteY3" fmla="*/ 627970 h 901485"/>
              <a:gd name="connsiteX4" fmla="*/ 1690751 w 2139845"/>
              <a:gd name="connsiteY4" fmla="*/ 798282 h 901485"/>
              <a:gd name="connsiteX5" fmla="*/ 1433774 w 2139845"/>
              <a:gd name="connsiteY5" fmla="*/ 893320 h 901485"/>
              <a:gd name="connsiteX6" fmla="*/ 1069267 w 2139845"/>
              <a:gd name="connsiteY6" fmla="*/ 889081 h 901485"/>
              <a:gd name="connsiteX7" fmla="*/ 941662 w 2139845"/>
              <a:gd name="connsiteY7" fmla="*/ 828466 h 901485"/>
              <a:gd name="connsiteX8" fmla="*/ 929660 w 2139845"/>
              <a:gd name="connsiteY8" fmla="*/ 593960 h 901485"/>
              <a:gd name="connsiteX9" fmla="*/ 837394 w 2139845"/>
              <a:gd name="connsiteY9" fmla="*/ 424349 h 901485"/>
              <a:gd name="connsiteX10" fmla="*/ 634073 w 2139845"/>
              <a:gd name="connsiteY10" fmla="*/ 288155 h 901485"/>
              <a:gd name="connsiteX11" fmla="*/ 774309 w 2139845"/>
              <a:gd name="connsiteY11" fmla="*/ 153156 h 901485"/>
              <a:gd name="connsiteX12" fmla="*/ 504612 w 2139845"/>
              <a:gd name="connsiteY12" fmla="*/ 179159 h 901485"/>
              <a:gd name="connsiteX13" fmla="*/ 332765 w 2139845"/>
              <a:gd name="connsiteY13" fmla="*/ 144998 h 901485"/>
              <a:gd name="connsiteX14" fmla="*/ 185523 w 2139845"/>
              <a:gd name="connsiteY14" fmla="*/ 278846 h 901485"/>
              <a:gd name="connsiteX15" fmla="*/ 0 w 2139845"/>
              <a:gd name="connsiteY15" fmla="*/ 30806 h 901485"/>
              <a:gd name="connsiteX0" fmla="*/ 2139645 w 2139845"/>
              <a:gd name="connsiteY0" fmla="*/ 0 h 901485"/>
              <a:gd name="connsiteX1" fmla="*/ 2053193 w 2139845"/>
              <a:gd name="connsiteY1" fmla="*/ 159644 h 901485"/>
              <a:gd name="connsiteX2" fmla="*/ 2015979 w 2139845"/>
              <a:gd name="connsiteY2" fmla="*/ 371621 h 901485"/>
              <a:gd name="connsiteX3" fmla="*/ 1926741 w 2139845"/>
              <a:gd name="connsiteY3" fmla="*/ 584698 h 901485"/>
              <a:gd name="connsiteX4" fmla="*/ 1690751 w 2139845"/>
              <a:gd name="connsiteY4" fmla="*/ 798282 h 901485"/>
              <a:gd name="connsiteX5" fmla="*/ 1433774 w 2139845"/>
              <a:gd name="connsiteY5" fmla="*/ 893320 h 901485"/>
              <a:gd name="connsiteX6" fmla="*/ 1069267 w 2139845"/>
              <a:gd name="connsiteY6" fmla="*/ 889081 h 901485"/>
              <a:gd name="connsiteX7" fmla="*/ 941662 w 2139845"/>
              <a:gd name="connsiteY7" fmla="*/ 828466 h 901485"/>
              <a:gd name="connsiteX8" fmla="*/ 929660 w 2139845"/>
              <a:gd name="connsiteY8" fmla="*/ 593960 h 901485"/>
              <a:gd name="connsiteX9" fmla="*/ 837394 w 2139845"/>
              <a:gd name="connsiteY9" fmla="*/ 424349 h 901485"/>
              <a:gd name="connsiteX10" fmla="*/ 634073 w 2139845"/>
              <a:gd name="connsiteY10" fmla="*/ 288155 h 901485"/>
              <a:gd name="connsiteX11" fmla="*/ 774309 w 2139845"/>
              <a:gd name="connsiteY11" fmla="*/ 153156 h 901485"/>
              <a:gd name="connsiteX12" fmla="*/ 504612 w 2139845"/>
              <a:gd name="connsiteY12" fmla="*/ 179159 h 901485"/>
              <a:gd name="connsiteX13" fmla="*/ 332765 w 2139845"/>
              <a:gd name="connsiteY13" fmla="*/ 144998 h 901485"/>
              <a:gd name="connsiteX14" fmla="*/ 185523 w 2139845"/>
              <a:gd name="connsiteY14" fmla="*/ 278846 h 901485"/>
              <a:gd name="connsiteX15" fmla="*/ 0 w 2139845"/>
              <a:gd name="connsiteY15" fmla="*/ 30806 h 901485"/>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1662 w 2139845"/>
              <a:gd name="connsiteY7" fmla="*/ 828466 h 893320"/>
              <a:gd name="connsiteX8" fmla="*/ 929660 w 2139845"/>
              <a:gd name="connsiteY8" fmla="*/ 593960 h 893320"/>
              <a:gd name="connsiteX9" fmla="*/ 837394 w 2139845"/>
              <a:gd name="connsiteY9" fmla="*/ 424349 h 893320"/>
              <a:gd name="connsiteX10" fmla="*/ 634073 w 2139845"/>
              <a:gd name="connsiteY10" fmla="*/ 288155 h 893320"/>
              <a:gd name="connsiteX11" fmla="*/ 774309 w 2139845"/>
              <a:gd name="connsiteY11" fmla="*/ 153156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8543 w 2139845"/>
              <a:gd name="connsiteY7" fmla="*/ 762957 h 893320"/>
              <a:gd name="connsiteX8" fmla="*/ 929660 w 2139845"/>
              <a:gd name="connsiteY8" fmla="*/ 593960 h 893320"/>
              <a:gd name="connsiteX9" fmla="*/ 837394 w 2139845"/>
              <a:gd name="connsiteY9" fmla="*/ 424349 h 893320"/>
              <a:gd name="connsiteX10" fmla="*/ 634073 w 2139845"/>
              <a:gd name="connsiteY10" fmla="*/ 288155 h 893320"/>
              <a:gd name="connsiteX11" fmla="*/ 774309 w 2139845"/>
              <a:gd name="connsiteY11" fmla="*/ 153156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8543 w 2139845"/>
              <a:gd name="connsiteY7" fmla="*/ 762957 h 893320"/>
              <a:gd name="connsiteX8" fmla="*/ 933020 w 2139845"/>
              <a:gd name="connsiteY8" fmla="*/ 548060 h 893320"/>
              <a:gd name="connsiteX9" fmla="*/ 837394 w 2139845"/>
              <a:gd name="connsiteY9" fmla="*/ 424349 h 893320"/>
              <a:gd name="connsiteX10" fmla="*/ 634073 w 2139845"/>
              <a:gd name="connsiteY10" fmla="*/ 288155 h 893320"/>
              <a:gd name="connsiteX11" fmla="*/ 774309 w 2139845"/>
              <a:gd name="connsiteY11" fmla="*/ 153156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8543 w 2139845"/>
              <a:gd name="connsiteY7" fmla="*/ 762957 h 893320"/>
              <a:gd name="connsiteX8" fmla="*/ 933020 w 2139845"/>
              <a:gd name="connsiteY8" fmla="*/ 548060 h 893320"/>
              <a:gd name="connsiteX9" fmla="*/ 866298 w 2139845"/>
              <a:gd name="connsiteY9" fmla="*/ 374585 h 893320"/>
              <a:gd name="connsiteX10" fmla="*/ 634073 w 2139845"/>
              <a:gd name="connsiteY10" fmla="*/ 288155 h 893320"/>
              <a:gd name="connsiteX11" fmla="*/ 774309 w 2139845"/>
              <a:gd name="connsiteY11" fmla="*/ 153156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8543 w 2139845"/>
              <a:gd name="connsiteY7" fmla="*/ 762957 h 893320"/>
              <a:gd name="connsiteX8" fmla="*/ 933020 w 2139845"/>
              <a:gd name="connsiteY8" fmla="*/ 548060 h 893320"/>
              <a:gd name="connsiteX9" fmla="*/ 866298 w 2139845"/>
              <a:gd name="connsiteY9" fmla="*/ 374585 h 893320"/>
              <a:gd name="connsiteX10" fmla="*/ 700767 w 2139845"/>
              <a:gd name="connsiteY10" fmla="*/ 302254 h 893320"/>
              <a:gd name="connsiteX11" fmla="*/ 774309 w 2139845"/>
              <a:gd name="connsiteY11" fmla="*/ 153156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39645 w 2139845"/>
              <a:gd name="connsiteY0" fmla="*/ 0 h 893320"/>
              <a:gd name="connsiteX1" fmla="*/ 2053193 w 2139845"/>
              <a:gd name="connsiteY1" fmla="*/ 159644 h 893320"/>
              <a:gd name="connsiteX2" fmla="*/ 2015979 w 2139845"/>
              <a:gd name="connsiteY2" fmla="*/ 371621 h 893320"/>
              <a:gd name="connsiteX3" fmla="*/ 1926741 w 2139845"/>
              <a:gd name="connsiteY3" fmla="*/ 584698 h 893320"/>
              <a:gd name="connsiteX4" fmla="*/ 1690751 w 2139845"/>
              <a:gd name="connsiteY4" fmla="*/ 798282 h 893320"/>
              <a:gd name="connsiteX5" fmla="*/ 1433774 w 2139845"/>
              <a:gd name="connsiteY5" fmla="*/ 893320 h 893320"/>
              <a:gd name="connsiteX6" fmla="*/ 1080038 w 2139845"/>
              <a:gd name="connsiteY6" fmla="*/ 857517 h 893320"/>
              <a:gd name="connsiteX7" fmla="*/ 948543 w 2139845"/>
              <a:gd name="connsiteY7" fmla="*/ 762957 h 893320"/>
              <a:gd name="connsiteX8" fmla="*/ 933020 w 2139845"/>
              <a:gd name="connsiteY8" fmla="*/ 548060 h 893320"/>
              <a:gd name="connsiteX9" fmla="*/ 866298 w 2139845"/>
              <a:gd name="connsiteY9" fmla="*/ 374585 h 893320"/>
              <a:gd name="connsiteX10" fmla="*/ 700767 w 2139845"/>
              <a:gd name="connsiteY10" fmla="*/ 302254 h 893320"/>
              <a:gd name="connsiteX11" fmla="*/ 720221 w 2139845"/>
              <a:gd name="connsiteY11" fmla="*/ 191188 h 893320"/>
              <a:gd name="connsiteX12" fmla="*/ 504612 w 2139845"/>
              <a:gd name="connsiteY12" fmla="*/ 179159 h 893320"/>
              <a:gd name="connsiteX13" fmla="*/ 332765 w 2139845"/>
              <a:gd name="connsiteY13" fmla="*/ 144998 h 893320"/>
              <a:gd name="connsiteX14" fmla="*/ 185523 w 2139845"/>
              <a:gd name="connsiteY14" fmla="*/ 278846 h 893320"/>
              <a:gd name="connsiteX15" fmla="*/ 0 w 2139845"/>
              <a:gd name="connsiteY15" fmla="*/ 30806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71849 w 2107082"/>
              <a:gd name="connsiteY12" fmla="*/ 179159 h 893320"/>
              <a:gd name="connsiteX13" fmla="*/ 300002 w 2107082"/>
              <a:gd name="connsiteY13" fmla="*/ 144998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71849 w 2107082"/>
              <a:gd name="connsiteY12" fmla="*/ 179159 h 893320"/>
              <a:gd name="connsiteX13" fmla="*/ 300002 w 2107082"/>
              <a:gd name="connsiteY13" fmla="*/ 144998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71849 w 2107082"/>
              <a:gd name="connsiteY12" fmla="*/ 179159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71849 w 2107082"/>
              <a:gd name="connsiteY12" fmla="*/ 179159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59867 w 2107082"/>
              <a:gd name="connsiteY12" fmla="*/ 208820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87458 w 2107082"/>
              <a:gd name="connsiteY11" fmla="*/ 191188 h 893320"/>
              <a:gd name="connsiteX12" fmla="*/ 459867 w 2107082"/>
              <a:gd name="connsiteY12" fmla="*/ 208820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49110 w 2107082"/>
              <a:gd name="connsiteY11" fmla="*/ 184811 h 893320"/>
              <a:gd name="connsiteX12" fmla="*/ 459867 w 2107082"/>
              <a:gd name="connsiteY12" fmla="*/ 208820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68004 w 2107082"/>
              <a:gd name="connsiteY10" fmla="*/ 302254 h 893320"/>
              <a:gd name="connsiteX11" fmla="*/ 649110 w 2107082"/>
              <a:gd name="connsiteY11" fmla="*/ 184811 h 893320"/>
              <a:gd name="connsiteX12" fmla="*/ 449238 w 2107082"/>
              <a:gd name="connsiteY12" fmla="*/ 243301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08881 w 2107082"/>
              <a:gd name="connsiteY10" fmla="*/ 328784 h 893320"/>
              <a:gd name="connsiteX11" fmla="*/ 649110 w 2107082"/>
              <a:gd name="connsiteY11" fmla="*/ 184811 h 893320"/>
              <a:gd name="connsiteX12" fmla="*/ 449238 w 2107082"/>
              <a:gd name="connsiteY12" fmla="*/ 243301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08881 w 2107082"/>
              <a:gd name="connsiteY10" fmla="*/ 328784 h 893320"/>
              <a:gd name="connsiteX11" fmla="*/ 679665 w 2107082"/>
              <a:gd name="connsiteY11" fmla="*/ 266741 h 893320"/>
              <a:gd name="connsiteX12" fmla="*/ 649110 w 2107082"/>
              <a:gd name="connsiteY12" fmla="*/ 184811 h 893320"/>
              <a:gd name="connsiteX13" fmla="*/ 449238 w 2107082"/>
              <a:gd name="connsiteY13" fmla="*/ 243301 h 893320"/>
              <a:gd name="connsiteX14" fmla="*/ 296576 w 2107082"/>
              <a:gd name="connsiteY14" fmla="*/ 166552 h 893320"/>
              <a:gd name="connsiteX15" fmla="*/ 152760 w 2107082"/>
              <a:gd name="connsiteY15" fmla="*/ 278846 h 893320"/>
              <a:gd name="connsiteX16" fmla="*/ 0 w 2107082"/>
              <a:gd name="connsiteY16"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900257 w 2107082"/>
              <a:gd name="connsiteY8" fmla="*/ 548060 h 893320"/>
              <a:gd name="connsiteX9" fmla="*/ 833535 w 2107082"/>
              <a:gd name="connsiteY9" fmla="*/ 374585 h 893320"/>
              <a:gd name="connsiteX10" fmla="*/ 608881 w 2107082"/>
              <a:gd name="connsiteY10" fmla="*/ 328784 h 893320"/>
              <a:gd name="connsiteX11" fmla="*/ 679665 w 2107082"/>
              <a:gd name="connsiteY11" fmla="*/ 266741 h 893320"/>
              <a:gd name="connsiteX12" fmla="*/ 649110 w 2107082"/>
              <a:gd name="connsiteY12" fmla="*/ 184811 h 893320"/>
              <a:gd name="connsiteX13" fmla="*/ 449238 w 2107082"/>
              <a:gd name="connsiteY13" fmla="*/ 243301 h 893320"/>
              <a:gd name="connsiteX14" fmla="*/ 296576 w 2107082"/>
              <a:gd name="connsiteY14" fmla="*/ 166552 h 893320"/>
              <a:gd name="connsiteX15" fmla="*/ 152760 w 2107082"/>
              <a:gd name="connsiteY15" fmla="*/ 278846 h 893320"/>
              <a:gd name="connsiteX16" fmla="*/ 0 w 2107082"/>
              <a:gd name="connsiteY16"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08881 w 2107082"/>
              <a:gd name="connsiteY10" fmla="*/ 328784 h 893320"/>
              <a:gd name="connsiteX11" fmla="*/ 679665 w 2107082"/>
              <a:gd name="connsiteY11" fmla="*/ 266741 h 893320"/>
              <a:gd name="connsiteX12" fmla="*/ 649110 w 2107082"/>
              <a:gd name="connsiteY12" fmla="*/ 184811 h 893320"/>
              <a:gd name="connsiteX13" fmla="*/ 449238 w 2107082"/>
              <a:gd name="connsiteY13" fmla="*/ 243301 h 893320"/>
              <a:gd name="connsiteX14" fmla="*/ 296576 w 2107082"/>
              <a:gd name="connsiteY14" fmla="*/ 166552 h 893320"/>
              <a:gd name="connsiteX15" fmla="*/ 152760 w 2107082"/>
              <a:gd name="connsiteY15" fmla="*/ 278846 h 893320"/>
              <a:gd name="connsiteX16" fmla="*/ 0 w 2107082"/>
              <a:gd name="connsiteY16"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08881 w 2107082"/>
              <a:gd name="connsiteY10" fmla="*/ 328784 h 893320"/>
              <a:gd name="connsiteX11" fmla="*/ 679665 w 2107082"/>
              <a:gd name="connsiteY11" fmla="*/ 266741 h 893320"/>
              <a:gd name="connsiteX12" fmla="*/ 649110 w 2107082"/>
              <a:gd name="connsiteY12" fmla="*/ 184811 h 893320"/>
              <a:gd name="connsiteX13" fmla="*/ 458212 w 2107082"/>
              <a:gd name="connsiteY13" fmla="*/ 174793 h 893320"/>
              <a:gd name="connsiteX14" fmla="*/ 296576 w 2107082"/>
              <a:gd name="connsiteY14" fmla="*/ 166552 h 893320"/>
              <a:gd name="connsiteX15" fmla="*/ 152760 w 2107082"/>
              <a:gd name="connsiteY15" fmla="*/ 278846 h 893320"/>
              <a:gd name="connsiteX16" fmla="*/ 0 w 2107082"/>
              <a:gd name="connsiteY16"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08881 w 2107082"/>
              <a:gd name="connsiteY10" fmla="*/ 328784 h 893320"/>
              <a:gd name="connsiteX11" fmla="*/ 679665 w 2107082"/>
              <a:gd name="connsiteY11" fmla="*/ 266741 h 893320"/>
              <a:gd name="connsiteX12" fmla="*/ 649110 w 2107082"/>
              <a:gd name="connsiteY12" fmla="*/ 184811 h 893320"/>
              <a:gd name="connsiteX13" fmla="*/ 434096 w 2107082"/>
              <a:gd name="connsiteY13" fmla="*/ 276976 h 893320"/>
              <a:gd name="connsiteX14" fmla="*/ 296576 w 2107082"/>
              <a:gd name="connsiteY14" fmla="*/ 166552 h 893320"/>
              <a:gd name="connsiteX15" fmla="*/ 152760 w 2107082"/>
              <a:gd name="connsiteY15" fmla="*/ 278846 h 893320"/>
              <a:gd name="connsiteX16" fmla="*/ 0 w 2107082"/>
              <a:gd name="connsiteY16"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79665 w 2107082"/>
              <a:gd name="connsiteY10" fmla="*/ 266741 h 893320"/>
              <a:gd name="connsiteX11" fmla="*/ 649110 w 2107082"/>
              <a:gd name="connsiteY11" fmla="*/ 184811 h 893320"/>
              <a:gd name="connsiteX12" fmla="*/ 434096 w 2107082"/>
              <a:gd name="connsiteY12" fmla="*/ 276976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72168 w 2107082"/>
              <a:gd name="connsiteY10" fmla="*/ 319611 h 893320"/>
              <a:gd name="connsiteX11" fmla="*/ 649110 w 2107082"/>
              <a:gd name="connsiteY11" fmla="*/ 184811 h 893320"/>
              <a:gd name="connsiteX12" fmla="*/ 434096 w 2107082"/>
              <a:gd name="connsiteY12" fmla="*/ 276976 h 893320"/>
              <a:gd name="connsiteX13" fmla="*/ 296576 w 2107082"/>
              <a:gd name="connsiteY13" fmla="*/ 166552 h 893320"/>
              <a:gd name="connsiteX14" fmla="*/ 152760 w 2107082"/>
              <a:gd name="connsiteY14" fmla="*/ 278846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72168 w 2107082"/>
              <a:gd name="connsiteY10" fmla="*/ 319611 h 893320"/>
              <a:gd name="connsiteX11" fmla="*/ 649110 w 2107082"/>
              <a:gd name="connsiteY11" fmla="*/ 184811 h 893320"/>
              <a:gd name="connsiteX12" fmla="*/ 434096 w 2107082"/>
              <a:gd name="connsiteY12" fmla="*/ 276976 h 893320"/>
              <a:gd name="connsiteX13" fmla="*/ 296576 w 2107082"/>
              <a:gd name="connsiteY13" fmla="*/ 166552 h 893320"/>
              <a:gd name="connsiteX14" fmla="*/ 121008 w 2107082"/>
              <a:gd name="connsiteY14" fmla="*/ 201125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72168 w 2107082"/>
              <a:gd name="connsiteY10" fmla="*/ 319611 h 893320"/>
              <a:gd name="connsiteX11" fmla="*/ 649110 w 2107082"/>
              <a:gd name="connsiteY11" fmla="*/ 184811 h 893320"/>
              <a:gd name="connsiteX12" fmla="*/ 434096 w 2107082"/>
              <a:gd name="connsiteY12" fmla="*/ 276976 h 893320"/>
              <a:gd name="connsiteX13" fmla="*/ 296576 w 2107082"/>
              <a:gd name="connsiteY13" fmla="*/ 166552 h 893320"/>
              <a:gd name="connsiteX14" fmla="*/ 139859 w 2107082"/>
              <a:gd name="connsiteY14" fmla="*/ 266660 h 893320"/>
              <a:gd name="connsiteX15" fmla="*/ 0 w 2107082"/>
              <a:gd name="connsiteY15" fmla="*/ 152319 h 893320"/>
              <a:gd name="connsiteX0" fmla="*/ 2106882 w 2107082"/>
              <a:gd name="connsiteY0" fmla="*/ 0 h 893320"/>
              <a:gd name="connsiteX1" fmla="*/ 2020430 w 2107082"/>
              <a:gd name="connsiteY1" fmla="*/ 159644 h 893320"/>
              <a:gd name="connsiteX2" fmla="*/ 1983216 w 2107082"/>
              <a:gd name="connsiteY2" fmla="*/ 371621 h 893320"/>
              <a:gd name="connsiteX3" fmla="*/ 1893978 w 2107082"/>
              <a:gd name="connsiteY3" fmla="*/ 584698 h 893320"/>
              <a:gd name="connsiteX4" fmla="*/ 1657988 w 2107082"/>
              <a:gd name="connsiteY4" fmla="*/ 798282 h 893320"/>
              <a:gd name="connsiteX5" fmla="*/ 1401011 w 2107082"/>
              <a:gd name="connsiteY5" fmla="*/ 893320 h 893320"/>
              <a:gd name="connsiteX6" fmla="*/ 1047275 w 2107082"/>
              <a:gd name="connsiteY6" fmla="*/ 857517 h 893320"/>
              <a:gd name="connsiteX7" fmla="*/ 915780 w 2107082"/>
              <a:gd name="connsiteY7" fmla="*/ 762957 h 893320"/>
              <a:gd name="connsiteX8" fmla="*/ 868344 w 2107082"/>
              <a:gd name="connsiteY8" fmla="*/ 558976 h 893320"/>
              <a:gd name="connsiteX9" fmla="*/ 833535 w 2107082"/>
              <a:gd name="connsiteY9" fmla="*/ 374585 h 893320"/>
              <a:gd name="connsiteX10" fmla="*/ 672168 w 2107082"/>
              <a:gd name="connsiteY10" fmla="*/ 319611 h 893320"/>
              <a:gd name="connsiteX11" fmla="*/ 649110 w 2107082"/>
              <a:gd name="connsiteY11" fmla="*/ 184811 h 893320"/>
              <a:gd name="connsiteX12" fmla="*/ 434096 w 2107082"/>
              <a:gd name="connsiteY12" fmla="*/ 276976 h 893320"/>
              <a:gd name="connsiteX13" fmla="*/ 296576 w 2107082"/>
              <a:gd name="connsiteY13" fmla="*/ 166552 h 893320"/>
              <a:gd name="connsiteX14" fmla="*/ 139859 w 2107082"/>
              <a:gd name="connsiteY14" fmla="*/ 266660 h 893320"/>
              <a:gd name="connsiteX15" fmla="*/ 0 w 2107082"/>
              <a:gd name="connsiteY15" fmla="*/ 152319 h 893320"/>
              <a:gd name="connsiteX0" fmla="*/ 2105369 w 2105572"/>
              <a:gd name="connsiteY0" fmla="*/ 0 h 924432"/>
              <a:gd name="connsiteX1" fmla="*/ 2020430 w 2105572"/>
              <a:gd name="connsiteY1" fmla="*/ 190756 h 924432"/>
              <a:gd name="connsiteX2" fmla="*/ 1983216 w 2105572"/>
              <a:gd name="connsiteY2" fmla="*/ 402733 h 924432"/>
              <a:gd name="connsiteX3" fmla="*/ 1893978 w 2105572"/>
              <a:gd name="connsiteY3" fmla="*/ 615810 h 924432"/>
              <a:gd name="connsiteX4" fmla="*/ 1657988 w 2105572"/>
              <a:gd name="connsiteY4" fmla="*/ 829394 h 924432"/>
              <a:gd name="connsiteX5" fmla="*/ 1401011 w 2105572"/>
              <a:gd name="connsiteY5" fmla="*/ 924432 h 924432"/>
              <a:gd name="connsiteX6" fmla="*/ 1047275 w 2105572"/>
              <a:gd name="connsiteY6" fmla="*/ 888629 h 924432"/>
              <a:gd name="connsiteX7" fmla="*/ 915780 w 2105572"/>
              <a:gd name="connsiteY7" fmla="*/ 794069 h 924432"/>
              <a:gd name="connsiteX8" fmla="*/ 868344 w 2105572"/>
              <a:gd name="connsiteY8" fmla="*/ 590088 h 924432"/>
              <a:gd name="connsiteX9" fmla="*/ 833535 w 2105572"/>
              <a:gd name="connsiteY9" fmla="*/ 405697 h 924432"/>
              <a:gd name="connsiteX10" fmla="*/ 672168 w 2105572"/>
              <a:gd name="connsiteY10" fmla="*/ 350723 h 924432"/>
              <a:gd name="connsiteX11" fmla="*/ 649110 w 2105572"/>
              <a:gd name="connsiteY11" fmla="*/ 215923 h 924432"/>
              <a:gd name="connsiteX12" fmla="*/ 434096 w 2105572"/>
              <a:gd name="connsiteY12" fmla="*/ 308088 h 924432"/>
              <a:gd name="connsiteX13" fmla="*/ 296576 w 2105572"/>
              <a:gd name="connsiteY13" fmla="*/ 197664 h 924432"/>
              <a:gd name="connsiteX14" fmla="*/ 139859 w 2105572"/>
              <a:gd name="connsiteY14" fmla="*/ 297772 h 924432"/>
              <a:gd name="connsiteX15" fmla="*/ 0 w 2105572"/>
              <a:gd name="connsiteY15" fmla="*/ 183431 h 924432"/>
              <a:gd name="connsiteX0" fmla="*/ 2105369 w 2105572"/>
              <a:gd name="connsiteY0" fmla="*/ 0 h 925336"/>
              <a:gd name="connsiteX1" fmla="*/ 2020430 w 2105572"/>
              <a:gd name="connsiteY1" fmla="*/ 190756 h 925336"/>
              <a:gd name="connsiteX2" fmla="*/ 1983216 w 2105572"/>
              <a:gd name="connsiteY2" fmla="*/ 402733 h 925336"/>
              <a:gd name="connsiteX3" fmla="*/ 1893978 w 2105572"/>
              <a:gd name="connsiteY3" fmla="*/ 615810 h 925336"/>
              <a:gd name="connsiteX4" fmla="*/ 1657988 w 2105572"/>
              <a:gd name="connsiteY4" fmla="*/ 829394 h 925336"/>
              <a:gd name="connsiteX5" fmla="*/ 1401011 w 2105572"/>
              <a:gd name="connsiteY5" fmla="*/ 924432 h 925336"/>
              <a:gd name="connsiteX6" fmla="*/ 1047275 w 2105572"/>
              <a:gd name="connsiteY6" fmla="*/ 888629 h 925336"/>
              <a:gd name="connsiteX7" fmla="*/ 915780 w 2105572"/>
              <a:gd name="connsiteY7" fmla="*/ 794069 h 925336"/>
              <a:gd name="connsiteX8" fmla="*/ 868344 w 2105572"/>
              <a:gd name="connsiteY8" fmla="*/ 590088 h 925336"/>
              <a:gd name="connsiteX9" fmla="*/ 833535 w 2105572"/>
              <a:gd name="connsiteY9" fmla="*/ 405697 h 925336"/>
              <a:gd name="connsiteX10" fmla="*/ 672168 w 2105572"/>
              <a:gd name="connsiteY10" fmla="*/ 350723 h 925336"/>
              <a:gd name="connsiteX11" fmla="*/ 649110 w 2105572"/>
              <a:gd name="connsiteY11" fmla="*/ 215923 h 925336"/>
              <a:gd name="connsiteX12" fmla="*/ 434096 w 2105572"/>
              <a:gd name="connsiteY12" fmla="*/ 308088 h 925336"/>
              <a:gd name="connsiteX13" fmla="*/ 296576 w 2105572"/>
              <a:gd name="connsiteY13" fmla="*/ 197664 h 925336"/>
              <a:gd name="connsiteX14" fmla="*/ 139859 w 2105572"/>
              <a:gd name="connsiteY14" fmla="*/ 297772 h 925336"/>
              <a:gd name="connsiteX15" fmla="*/ 0 w 2105572"/>
              <a:gd name="connsiteY15" fmla="*/ 183431 h 925336"/>
              <a:gd name="connsiteX0" fmla="*/ 2105369 w 2105572"/>
              <a:gd name="connsiteY0" fmla="*/ 0 h 910525"/>
              <a:gd name="connsiteX1" fmla="*/ 2020430 w 2105572"/>
              <a:gd name="connsiteY1" fmla="*/ 190756 h 910525"/>
              <a:gd name="connsiteX2" fmla="*/ 1983216 w 2105572"/>
              <a:gd name="connsiteY2" fmla="*/ 402733 h 910525"/>
              <a:gd name="connsiteX3" fmla="*/ 1893978 w 2105572"/>
              <a:gd name="connsiteY3" fmla="*/ 615810 h 910525"/>
              <a:gd name="connsiteX4" fmla="*/ 1657988 w 2105572"/>
              <a:gd name="connsiteY4" fmla="*/ 829394 h 910525"/>
              <a:gd name="connsiteX5" fmla="*/ 1378988 w 2105572"/>
              <a:gd name="connsiteY5" fmla="*/ 908687 h 910525"/>
              <a:gd name="connsiteX6" fmla="*/ 1047275 w 2105572"/>
              <a:gd name="connsiteY6" fmla="*/ 888629 h 910525"/>
              <a:gd name="connsiteX7" fmla="*/ 915780 w 2105572"/>
              <a:gd name="connsiteY7" fmla="*/ 794069 h 910525"/>
              <a:gd name="connsiteX8" fmla="*/ 868344 w 2105572"/>
              <a:gd name="connsiteY8" fmla="*/ 590088 h 910525"/>
              <a:gd name="connsiteX9" fmla="*/ 833535 w 2105572"/>
              <a:gd name="connsiteY9" fmla="*/ 405697 h 910525"/>
              <a:gd name="connsiteX10" fmla="*/ 672168 w 2105572"/>
              <a:gd name="connsiteY10" fmla="*/ 350723 h 910525"/>
              <a:gd name="connsiteX11" fmla="*/ 649110 w 2105572"/>
              <a:gd name="connsiteY11" fmla="*/ 215923 h 910525"/>
              <a:gd name="connsiteX12" fmla="*/ 434096 w 2105572"/>
              <a:gd name="connsiteY12" fmla="*/ 308088 h 910525"/>
              <a:gd name="connsiteX13" fmla="*/ 296576 w 2105572"/>
              <a:gd name="connsiteY13" fmla="*/ 197664 h 910525"/>
              <a:gd name="connsiteX14" fmla="*/ 139859 w 2105572"/>
              <a:gd name="connsiteY14" fmla="*/ 297772 h 910525"/>
              <a:gd name="connsiteX15" fmla="*/ 0 w 2105572"/>
              <a:gd name="connsiteY15" fmla="*/ 183431 h 910525"/>
              <a:gd name="connsiteX0" fmla="*/ 2105369 w 2105572"/>
              <a:gd name="connsiteY0" fmla="*/ 0 h 910525"/>
              <a:gd name="connsiteX1" fmla="*/ 2020430 w 2105572"/>
              <a:gd name="connsiteY1" fmla="*/ 190756 h 910525"/>
              <a:gd name="connsiteX2" fmla="*/ 1983216 w 2105572"/>
              <a:gd name="connsiteY2" fmla="*/ 402733 h 910525"/>
              <a:gd name="connsiteX3" fmla="*/ 1893978 w 2105572"/>
              <a:gd name="connsiteY3" fmla="*/ 615810 h 910525"/>
              <a:gd name="connsiteX4" fmla="*/ 1657988 w 2105572"/>
              <a:gd name="connsiteY4" fmla="*/ 829394 h 910525"/>
              <a:gd name="connsiteX5" fmla="*/ 1378988 w 2105572"/>
              <a:gd name="connsiteY5" fmla="*/ 908687 h 910525"/>
              <a:gd name="connsiteX6" fmla="*/ 1047275 w 2105572"/>
              <a:gd name="connsiteY6" fmla="*/ 888629 h 910525"/>
              <a:gd name="connsiteX7" fmla="*/ 915780 w 2105572"/>
              <a:gd name="connsiteY7" fmla="*/ 794069 h 910525"/>
              <a:gd name="connsiteX8" fmla="*/ 868344 w 2105572"/>
              <a:gd name="connsiteY8" fmla="*/ 590088 h 910525"/>
              <a:gd name="connsiteX9" fmla="*/ 833535 w 2105572"/>
              <a:gd name="connsiteY9" fmla="*/ 405697 h 910525"/>
              <a:gd name="connsiteX10" fmla="*/ 672168 w 2105572"/>
              <a:gd name="connsiteY10" fmla="*/ 350723 h 910525"/>
              <a:gd name="connsiteX11" fmla="*/ 649110 w 2105572"/>
              <a:gd name="connsiteY11" fmla="*/ 215923 h 910525"/>
              <a:gd name="connsiteX12" fmla="*/ 434096 w 2105572"/>
              <a:gd name="connsiteY12" fmla="*/ 308088 h 910525"/>
              <a:gd name="connsiteX13" fmla="*/ 139859 w 2105572"/>
              <a:gd name="connsiteY13" fmla="*/ 297772 h 910525"/>
              <a:gd name="connsiteX14" fmla="*/ 0 w 2105572"/>
              <a:gd name="connsiteY14" fmla="*/ 183431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23156 w 2095193"/>
              <a:gd name="connsiteY9" fmla="*/ 405697 h 910525"/>
              <a:gd name="connsiteX10" fmla="*/ 661789 w 2095193"/>
              <a:gd name="connsiteY10" fmla="*/ 350723 h 910525"/>
              <a:gd name="connsiteX11" fmla="*/ 638731 w 2095193"/>
              <a:gd name="connsiteY11" fmla="*/ 215923 h 910525"/>
              <a:gd name="connsiteX12" fmla="*/ 423717 w 2095193"/>
              <a:gd name="connsiteY12" fmla="*/ 308088 h 910525"/>
              <a:gd name="connsiteX13" fmla="*/ 129480 w 2095193"/>
              <a:gd name="connsiteY13" fmla="*/ 297772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23156 w 2095193"/>
              <a:gd name="connsiteY9" fmla="*/ 405697 h 910525"/>
              <a:gd name="connsiteX10" fmla="*/ 661789 w 2095193"/>
              <a:gd name="connsiteY10" fmla="*/ 350723 h 910525"/>
              <a:gd name="connsiteX11" fmla="*/ 638731 w 2095193"/>
              <a:gd name="connsiteY11" fmla="*/ 215923 h 910525"/>
              <a:gd name="connsiteX12" fmla="*/ 423717 w 2095193"/>
              <a:gd name="connsiteY12" fmla="*/ 308088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23156 w 2095193"/>
              <a:gd name="connsiteY9" fmla="*/ 405697 h 910525"/>
              <a:gd name="connsiteX10" fmla="*/ 661789 w 2095193"/>
              <a:gd name="connsiteY10" fmla="*/ 350723 h 910525"/>
              <a:gd name="connsiteX11" fmla="*/ 638731 w 2095193"/>
              <a:gd name="connsiteY11" fmla="*/ 215923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63370 w 2095193"/>
              <a:gd name="connsiteY9" fmla="*/ 390694 h 910525"/>
              <a:gd name="connsiteX10" fmla="*/ 661789 w 2095193"/>
              <a:gd name="connsiteY10" fmla="*/ 350723 h 910525"/>
              <a:gd name="connsiteX11" fmla="*/ 638731 w 2095193"/>
              <a:gd name="connsiteY11" fmla="*/ 215923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63370 w 2095193"/>
              <a:gd name="connsiteY9" fmla="*/ 390694 h 910525"/>
              <a:gd name="connsiteX10" fmla="*/ 685293 w 2095193"/>
              <a:gd name="connsiteY10" fmla="*/ 369522 h 910525"/>
              <a:gd name="connsiteX11" fmla="*/ 638731 w 2095193"/>
              <a:gd name="connsiteY11" fmla="*/ 215923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863370 w 2095193"/>
              <a:gd name="connsiteY9" fmla="*/ 390694 h 910525"/>
              <a:gd name="connsiteX10" fmla="*/ 685293 w 2095193"/>
              <a:gd name="connsiteY10" fmla="*/ 369522 h 910525"/>
              <a:gd name="connsiteX11" fmla="*/ 602052 w 2095193"/>
              <a:gd name="connsiteY11" fmla="*/ 245545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57965 w 2095193"/>
              <a:gd name="connsiteY8" fmla="*/ 590088 h 910525"/>
              <a:gd name="connsiteX9" fmla="*/ 918334 w 2095193"/>
              <a:gd name="connsiteY9" fmla="*/ 388668 h 910525"/>
              <a:gd name="connsiteX10" fmla="*/ 685293 w 2095193"/>
              <a:gd name="connsiteY10" fmla="*/ 369522 h 910525"/>
              <a:gd name="connsiteX11" fmla="*/ 602052 w 2095193"/>
              <a:gd name="connsiteY11" fmla="*/ 245545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28823 w 2095193"/>
              <a:gd name="connsiteY8" fmla="*/ 571497 h 910525"/>
              <a:gd name="connsiteX9" fmla="*/ 918334 w 2095193"/>
              <a:gd name="connsiteY9" fmla="*/ 388668 h 910525"/>
              <a:gd name="connsiteX10" fmla="*/ 685293 w 2095193"/>
              <a:gd name="connsiteY10" fmla="*/ 369522 h 910525"/>
              <a:gd name="connsiteX11" fmla="*/ 602052 w 2095193"/>
              <a:gd name="connsiteY11" fmla="*/ 245545 h 910525"/>
              <a:gd name="connsiteX12" fmla="*/ 415775 w 2095193"/>
              <a:gd name="connsiteY12" fmla="*/ 289944 h 910525"/>
              <a:gd name="connsiteX13" fmla="*/ 163327 w 2095193"/>
              <a:gd name="connsiteY13" fmla="*/ 326023 h 910525"/>
              <a:gd name="connsiteX14" fmla="*/ 0 w 2095193"/>
              <a:gd name="connsiteY14" fmla="*/ 164612 h 910525"/>
              <a:gd name="connsiteX0" fmla="*/ 2094990 w 2095193"/>
              <a:gd name="connsiteY0" fmla="*/ 0 h 910525"/>
              <a:gd name="connsiteX1" fmla="*/ 2010051 w 2095193"/>
              <a:gd name="connsiteY1" fmla="*/ 190756 h 910525"/>
              <a:gd name="connsiteX2" fmla="*/ 1972837 w 2095193"/>
              <a:gd name="connsiteY2" fmla="*/ 402733 h 910525"/>
              <a:gd name="connsiteX3" fmla="*/ 1883599 w 2095193"/>
              <a:gd name="connsiteY3" fmla="*/ 615810 h 910525"/>
              <a:gd name="connsiteX4" fmla="*/ 1647609 w 2095193"/>
              <a:gd name="connsiteY4" fmla="*/ 829394 h 910525"/>
              <a:gd name="connsiteX5" fmla="*/ 1368609 w 2095193"/>
              <a:gd name="connsiteY5" fmla="*/ 908687 h 910525"/>
              <a:gd name="connsiteX6" fmla="*/ 1036896 w 2095193"/>
              <a:gd name="connsiteY6" fmla="*/ 888629 h 910525"/>
              <a:gd name="connsiteX7" fmla="*/ 905401 w 2095193"/>
              <a:gd name="connsiteY7" fmla="*/ 794069 h 910525"/>
              <a:gd name="connsiteX8" fmla="*/ 828823 w 2095193"/>
              <a:gd name="connsiteY8" fmla="*/ 571497 h 910525"/>
              <a:gd name="connsiteX9" fmla="*/ 918334 w 2095193"/>
              <a:gd name="connsiteY9" fmla="*/ 388668 h 910525"/>
              <a:gd name="connsiteX10" fmla="*/ 685293 w 2095193"/>
              <a:gd name="connsiteY10" fmla="*/ 369522 h 910525"/>
              <a:gd name="connsiteX11" fmla="*/ 602052 w 2095193"/>
              <a:gd name="connsiteY11" fmla="*/ 245545 h 910525"/>
              <a:gd name="connsiteX12" fmla="*/ 407713 w 2095193"/>
              <a:gd name="connsiteY12" fmla="*/ 269347 h 910525"/>
              <a:gd name="connsiteX13" fmla="*/ 163327 w 2095193"/>
              <a:gd name="connsiteY13" fmla="*/ 326023 h 910525"/>
              <a:gd name="connsiteX14" fmla="*/ 0 w 2095193"/>
              <a:gd name="connsiteY14" fmla="*/ 164612 h 91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193" h="910525">
                <a:moveTo>
                  <a:pt x="2094990" y="0"/>
                </a:moveTo>
                <a:cubicBezTo>
                  <a:pt x="2100489" y="79291"/>
                  <a:pt x="1992434" y="98365"/>
                  <a:pt x="2010051" y="190756"/>
                </a:cubicBezTo>
                <a:cubicBezTo>
                  <a:pt x="2012337" y="306866"/>
                  <a:pt x="1988458" y="287671"/>
                  <a:pt x="1972837" y="402733"/>
                </a:cubicBezTo>
                <a:cubicBezTo>
                  <a:pt x="1939547" y="519271"/>
                  <a:pt x="1937804" y="544700"/>
                  <a:pt x="1883599" y="615810"/>
                </a:cubicBezTo>
                <a:cubicBezTo>
                  <a:pt x="1829394" y="686920"/>
                  <a:pt x="1733441" y="780581"/>
                  <a:pt x="1647609" y="829394"/>
                </a:cubicBezTo>
                <a:cubicBezTo>
                  <a:pt x="1561777" y="878207"/>
                  <a:pt x="1506935" y="903311"/>
                  <a:pt x="1368609" y="908687"/>
                </a:cubicBezTo>
                <a:cubicBezTo>
                  <a:pt x="1230283" y="914063"/>
                  <a:pt x="1114097" y="907732"/>
                  <a:pt x="1036896" y="888629"/>
                </a:cubicBezTo>
                <a:cubicBezTo>
                  <a:pt x="959695" y="869526"/>
                  <a:pt x="940080" y="846924"/>
                  <a:pt x="905401" y="794069"/>
                </a:cubicBezTo>
                <a:cubicBezTo>
                  <a:pt x="870722" y="741214"/>
                  <a:pt x="826668" y="639064"/>
                  <a:pt x="828823" y="571497"/>
                </a:cubicBezTo>
                <a:cubicBezTo>
                  <a:pt x="830978" y="503930"/>
                  <a:pt x="994125" y="448778"/>
                  <a:pt x="918334" y="388668"/>
                </a:cubicBezTo>
                <a:cubicBezTo>
                  <a:pt x="886888" y="339962"/>
                  <a:pt x="716030" y="401151"/>
                  <a:pt x="685293" y="369522"/>
                </a:cubicBezTo>
                <a:cubicBezTo>
                  <a:pt x="654556" y="337893"/>
                  <a:pt x="648315" y="262241"/>
                  <a:pt x="602052" y="245545"/>
                </a:cubicBezTo>
                <a:cubicBezTo>
                  <a:pt x="555789" y="228849"/>
                  <a:pt x="480834" y="255934"/>
                  <a:pt x="407713" y="269347"/>
                </a:cubicBezTo>
                <a:cubicBezTo>
                  <a:pt x="334592" y="282760"/>
                  <a:pt x="231279" y="343479"/>
                  <a:pt x="163327" y="326023"/>
                </a:cubicBezTo>
                <a:cubicBezTo>
                  <a:pt x="95375" y="308567"/>
                  <a:pt x="75494" y="220700"/>
                  <a:pt x="0" y="164612"/>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3" name="Freeform: Shape 32">
            <a:extLst>
              <a:ext uri="{FF2B5EF4-FFF2-40B4-BE49-F238E27FC236}">
                <a16:creationId xmlns:a16="http://schemas.microsoft.com/office/drawing/2014/main" id="{80616ED2-918F-1B8B-8259-8BBF25A106D2}"/>
              </a:ext>
            </a:extLst>
          </p:cNvPr>
          <p:cNvSpPr/>
          <p:nvPr userDrawn="1"/>
        </p:nvSpPr>
        <p:spPr>
          <a:xfrm rot="376832" flipH="1">
            <a:off x="9473740" y="-139223"/>
            <a:ext cx="2515699" cy="131076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2219862 w 2541403"/>
              <a:gd name="connsiteY0" fmla="*/ 424581 h 1718229"/>
              <a:gd name="connsiteX1" fmla="*/ 2511965 w 2541403"/>
              <a:gd name="connsiteY1" fmla="*/ 1022155 h 1718229"/>
              <a:gd name="connsiteX2" fmla="*/ 2523967 w 2541403"/>
              <a:gd name="connsiteY2" fmla="*/ 1369055 h 1718229"/>
              <a:gd name="connsiteX3" fmla="*/ 2422240 w 2541403"/>
              <a:gd name="connsiteY3" fmla="*/ 1644232 h 1718229"/>
              <a:gd name="connsiteX4" fmla="*/ 2252695 w 2541403"/>
              <a:gd name="connsiteY4" fmla="*/ 1716051 h 1718229"/>
              <a:gd name="connsiteX5" fmla="*/ 2129060 w 2541403"/>
              <a:gd name="connsiteY5" fmla="*/ 1700144 h 1718229"/>
              <a:gd name="connsiteX6" fmla="*/ 2029334 w 2541403"/>
              <a:gd name="connsiteY6" fmla="*/ 1556602 h 1718229"/>
              <a:gd name="connsiteX7" fmla="*/ 1996798 w 2541403"/>
              <a:gd name="connsiteY7" fmla="*/ 1358726 h 1718229"/>
              <a:gd name="connsiteX8" fmla="*/ 2024655 w 2541403"/>
              <a:gd name="connsiteY8" fmla="*/ 1097126 h 1718229"/>
              <a:gd name="connsiteX9" fmla="*/ 1968514 w 2541403"/>
              <a:gd name="connsiteY9" fmla="*/ 931247 h 1718229"/>
              <a:gd name="connsiteX10" fmla="*/ 1812324 w 2541403"/>
              <a:gd name="connsiteY10" fmla="*/ 812405 h 1718229"/>
              <a:gd name="connsiteX11" fmla="*/ 1497383 w 2541403"/>
              <a:gd name="connsiteY11" fmla="*/ 746617 h 1718229"/>
              <a:gd name="connsiteX12" fmla="*/ 1171348 w 2541403"/>
              <a:gd name="connsiteY12" fmla="*/ 790249 h 1718229"/>
              <a:gd name="connsiteX13" fmla="*/ 43180 w 2541403"/>
              <a:gd name="connsiteY13" fmla="*/ 0 h 1718229"/>
              <a:gd name="connsiteX0" fmla="*/ 2177427 w 2498968"/>
              <a:gd name="connsiteY0" fmla="*/ 424581 h 1718229"/>
              <a:gd name="connsiteX1" fmla="*/ 2469530 w 2498968"/>
              <a:gd name="connsiteY1" fmla="*/ 1022155 h 1718229"/>
              <a:gd name="connsiteX2" fmla="*/ 2481532 w 2498968"/>
              <a:gd name="connsiteY2" fmla="*/ 1369055 h 1718229"/>
              <a:gd name="connsiteX3" fmla="*/ 2379805 w 2498968"/>
              <a:gd name="connsiteY3" fmla="*/ 1644232 h 1718229"/>
              <a:gd name="connsiteX4" fmla="*/ 2210260 w 2498968"/>
              <a:gd name="connsiteY4" fmla="*/ 1716051 h 1718229"/>
              <a:gd name="connsiteX5" fmla="*/ 2086625 w 2498968"/>
              <a:gd name="connsiteY5" fmla="*/ 1700144 h 1718229"/>
              <a:gd name="connsiteX6" fmla="*/ 1986899 w 2498968"/>
              <a:gd name="connsiteY6" fmla="*/ 1556602 h 1718229"/>
              <a:gd name="connsiteX7" fmla="*/ 1954363 w 2498968"/>
              <a:gd name="connsiteY7" fmla="*/ 1358726 h 1718229"/>
              <a:gd name="connsiteX8" fmla="*/ 1982220 w 2498968"/>
              <a:gd name="connsiteY8" fmla="*/ 1097126 h 1718229"/>
              <a:gd name="connsiteX9" fmla="*/ 1926079 w 2498968"/>
              <a:gd name="connsiteY9" fmla="*/ 931247 h 1718229"/>
              <a:gd name="connsiteX10" fmla="*/ 1769889 w 2498968"/>
              <a:gd name="connsiteY10" fmla="*/ 812405 h 1718229"/>
              <a:gd name="connsiteX11" fmla="*/ 1454948 w 2498968"/>
              <a:gd name="connsiteY11" fmla="*/ 746617 h 1718229"/>
              <a:gd name="connsiteX12" fmla="*/ 1128913 w 2498968"/>
              <a:gd name="connsiteY12" fmla="*/ 790249 h 1718229"/>
              <a:gd name="connsiteX13" fmla="*/ 745 w 2498968"/>
              <a:gd name="connsiteY13" fmla="*/ 0 h 1718229"/>
              <a:gd name="connsiteX0" fmla="*/ 2177738 w 2499279"/>
              <a:gd name="connsiteY0" fmla="*/ 424581 h 1718229"/>
              <a:gd name="connsiteX1" fmla="*/ 2469841 w 2499279"/>
              <a:gd name="connsiteY1" fmla="*/ 1022155 h 1718229"/>
              <a:gd name="connsiteX2" fmla="*/ 2481843 w 2499279"/>
              <a:gd name="connsiteY2" fmla="*/ 1369055 h 1718229"/>
              <a:gd name="connsiteX3" fmla="*/ 2380116 w 2499279"/>
              <a:gd name="connsiteY3" fmla="*/ 1644232 h 1718229"/>
              <a:gd name="connsiteX4" fmla="*/ 2210571 w 2499279"/>
              <a:gd name="connsiteY4" fmla="*/ 1716051 h 1718229"/>
              <a:gd name="connsiteX5" fmla="*/ 2086936 w 2499279"/>
              <a:gd name="connsiteY5" fmla="*/ 1700144 h 1718229"/>
              <a:gd name="connsiteX6" fmla="*/ 1987210 w 2499279"/>
              <a:gd name="connsiteY6" fmla="*/ 1556602 h 1718229"/>
              <a:gd name="connsiteX7" fmla="*/ 1954674 w 2499279"/>
              <a:gd name="connsiteY7" fmla="*/ 1358726 h 1718229"/>
              <a:gd name="connsiteX8" fmla="*/ 1982531 w 2499279"/>
              <a:gd name="connsiteY8" fmla="*/ 1097126 h 1718229"/>
              <a:gd name="connsiteX9" fmla="*/ 1926390 w 2499279"/>
              <a:gd name="connsiteY9" fmla="*/ 931247 h 1718229"/>
              <a:gd name="connsiteX10" fmla="*/ 1770200 w 2499279"/>
              <a:gd name="connsiteY10" fmla="*/ 812405 h 1718229"/>
              <a:gd name="connsiteX11" fmla="*/ 1455259 w 2499279"/>
              <a:gd name="connsiteY11" fmla="*/ 746617 h 1718229"/>
              <a:gd name="connsiteX12" fmla="*/ 816897 w 2499279"/>
              <a:gd name="connsiteY12" fmla="*/ 699760 h 1718229"/>
              <a:gd name="connsiteX13" fmla="*/ 1056 w 2499279"/>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8229"/>
              <a:gd name="connsiteX1" fmla="*/ 2470135 w 2499573"/>
              <a:gd name="connsiteY1" fmla="*/ 1022155 h 1718229"/>
              <a:gd name="connsiteX2" fmla="*/ 2482137 w 2499573"/>
              <a:gd name="connsiteY2" fmla="*/ 1369055 h 1718229"/>
              <a:gd name="connsiteX3" fmla="*/ 2380410 w 2499573"/>
              <a:gd name="connsiteY3" fmla="*/ 1644232 h 1718229"/>
              <a:gd name="connsiteX4" fmla="*/ 2210865 w 2499573"/>
              <a:gd name="connsiteY4" fmla="*/ 1716051 h 1718229"/>
              <a:gd name="connsiteX5" fmla="*/ 2087230 w 2499573"/>
              <a:gd name="connsiteY5" fmla="*/ 1700144 h 1718229"/>
              <a:gd name="connsiteX6" fmla="*/ 1987504 w 2499573"/>
              <a:gd name="connsiteY6" fmla="*/ 1556602 h 1718229"/>
              <a:gd name="connsiteX7" fmla="*/ 1954968 w 2499573"/>
              <a:gd name="connsiteY7" fmla="*/ 1358726 h 1718229"/>
              <a:gd name="connsiteX8" fmla="*/ 1982825 w 2499573"/>
              <a:gd name="connsiteY8" fmla="*/ 1097126 h 1718229"/>
              <a:gd name="connsiteX9" fmla="*/ 1926684 w 2499573"/>
              <a:gd name="connsiteY9" fmla="*/ 931247 h 1718229"/>
              <a:gd name="connsiteX10" fmla="*/ 1770494 w 2499573"/>
              <a:gd name="connsiteY10" fmla="*/ 812405 h 1718229"/>
              <a:gd name="connsiteX11" fmla="*/ 1455553 w 2499573"/>
              <a:gd name="connsiteY11" fmla="*/ 746617 h 1718229"/>
              <a:gd name="connsiteX12" fmla="*/ 817191 w 2499573"/>
              <a:gd name="connsiteY12" fmla="*/ 699760 h 1718229"/>
              <a:gd name="connsiteX13" fmla="*/ 1350 w 2499573"/>
              <a:gd name="connsiteY13" fmla="*/ 0 h 1718229"/>
              <a:gd name="connsiteX0" fmla="*/ 2178032 w 2499573"/>
              <a:gd name="connsiteY0" fmla="*/ 424581 h 1719369"/>
              <a:gd name="connsiteX1" fmla="*/ 2470135 w 2499573"/>
              <a:gd name="connsiteY1" fmla="*/ 1022155 h 1719369"/>
              <a:gd name="connsiteX2" fmla="*/ 2482137 w 2499573"/>
              <a:gd name="connsiteY2" fmla="*/ 1369055 h 1719369"/>
              <a:gd name="connsiteX3" fmla="*/ 2380410 w 2499573"/>
              <a:gd name="connsiteY3" fmla="*/ 1644232 h 1719369"/>
              <a:gd name="connsiteX4" fmla="*/ 2210865 w 2499573"/>
              <a:gd name="connsiteY4" fmla="*/ 1716051 h 1719369"/>
              <a:gd name="connsiteX5" fmla="*/ 2087230 w 2499573"/>
              <a:gd name="connsiteY5" fmla="*/ 1700144 h 1719369"/>
              <a:gd name="connsiteX6" fmla="*/ 1880965 w 2499573"/>
              <a:gd name="connsiteY6" fmla="*/ 1693041 h 1719369"/>
              <a:gd name="connsiteX7" fmla="*/ 1954968 w 2499573"/>
              <a:gd name="connsiteY7" fmla="*/ 1358726 h 1719369"/>
              <a:gd name="connsiteX8" fmla="*/ 1982825 w 2499573"/>
              <a:gd name="connsiteY8" fmla="*/ 1097126 h 1719369"/>
              <a:gd name="connsiteX9" fmla="*/ 1926684 w 2499573"/>
              <a:gd name="connsiteY9" fmla="*/ 931247 h 1719369"/>
              <a:gd name="connsiteX10" fmla="*/ 1770494 w 2499573"/>
              <a:gd name="connsiteY10" fmla="*/ 812405 h 1719369"/>
              <a:gd name="connsiteX11" fmla="*/ 1455553 w 2499573"/>
              <a:gd name="connsiteY11" fmla="*/ 746617 h 1719369"/>
              <a:gd name="connsiteX12" fmla="*/ 817191 w 2499573"/>
              <a:gd name="connsiteY12" fmla="*/ 699760 h 1719369"/>
              <a:gd name="connsiteX13" fmla="*/ 1350 w 2499573"/>
              <a:gd name="connsiteY13" fmla="*/ 0 h 1719369"/>
              <a:gd name="connsiteX0" fmla="*/ 2178032 w 2499573"/>
              <a:gd name="connsiteY0" fmla="*/ 424581 h 1719619"/>
              <a:gd name="connsiteX1" fmla="*/ 2470135 w 2499573"/>
              <a:gd name="connsiteY1" fmla="*/ 1022155 h 1719619"/>
              <a:gd name="connsiteX2" fmla="*/ 2482137 w 2499573"/>
              <a:gd name="connsiteY2" fmla="*/ 1369055 h 1719619"/>
              <a:gd name="connsiteX3" fmla="*/ 2380410 w 2499573"/>
              <a:gd name="connsiteY3" fmla="*/ 1644232 h 1719619"/>
              <a:gd name="connsiteX4" fmla="*/ 2210865 w 2499573"/>
              <a:gd name="connsiteY4" fmla="*/ 1716051 h 1719619"/>
              <a:gd name="connsiteX5" fmla="*/ 2087230 w 2499573"/>
              <a:gd name="connsiteY5" fmla="*/ 1700144 h 1719619"/>
              <a:gd name="connsiteX6" fmla="*/ 1880965 w 2499573"/>
              <a:gd name="connsiteY6" fmla="*/ 1693041 h 1719619"/>
              <a:gd name="connsiteX7" fmla="*/ 1937931 w 2499573"/>
              <a:gd name="connsiteY7" fmla="*/ 1355352 h 1719619"/>
              <a:gd name="connsiteX8" fmla="*/ 1982825 w 2499573"/>
              <a:gd name="connsiteY8" fmla="*/ 1097126 h 1719619"/>
              <a:gd name="connsiteX9" fmla="*/ 1926684 w 2499573"/>
              <a:gd name="connsiteY9" fmla="*/ 931247 h 1719619"/>
              <a:gd name="connsiteX10" fmla="*/ 1770494 w 2499573"/>
              <a:gd name="connsiteY10" fmla="*/ 812405 h 1719619"/>
              <a:gd name="connsiteX11" fmla="*/ 1455553 w 2499573"/>
              <a:gd name="connsiteY11" fmla="*/ 746617 h 1719619"/>
              <a:gd name="connsiteX12" fmla="*/ 817191 w 2499573"/>
              <a:gd name="connsiteY12" fmla="*/ 699760 h 1719619"/>
              <a:gd name="connsiteX13" fmla="*/ 1350 w 2499573"/>
              <a:gd name="connsiteY13" fmla="*/ 0 h 1719619"/>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82825 w 2499573"/>
              <a:gd name="connsiteY7" fmla="*/ 1097126 h 1730188"/>
              <a:gd name="connsiteX8" fmla="*/ 1926684 w 2499573"/>
              <a:gd name="connsiteY8" fmla="*/ 931247 h 1730188"/>
              <a:gd name="connsiteX9" fmla="*/ 1770494 w 2499573"/>
              <a:gd name="connsiteY9" fmla="*/ 812405 h 1730188"/>
              <a:gd name="connsiteX10" fmla="*/ 1455553 w 2499573"/>
              <a:gd name="connsiteY10" fmla="*/ 746617 h 1730188"/>
              <a:gd name="connsiteX11" fmla="*/ 817191 w 2499573"/>
              <a:gd name="connsiteY11" fmla="*/ 699760 h 1730188"/>
              <a:gd name="connsiteX12" fmla="*/ 1350 w 2499573"/>
              <a:gd name="connsiteY12" fmla="*/ 0 h 1730188"/>
              <a:gd name="connsiteX0" fmla="*/ 2178032 w 2499573"/>
              <a:gd name="connsiteY0" fmla="*/ 424581 h 1730188"/>
              <a:gd name="connsiteX1" fmla="*/ 2470135 w 2499573"/>
              <a:gd name="connsiteY1" fmla="*/ 1022155 h 1730188"/>
              <a:gd name="connsiteX2" fmla="*/ 2482137 w 2499573"/>
              <a:gd name="connsiteY2" fmla="*/ 1369055 h 1730188"/>
              <a:gd name="connsiteX3" fmla="*/ 2380410 w 2499573"/>
              <a:gd name="connsiteY3" fmla="*/ 1644232 h 1730188"/>
              <a:gd name="connsiteX4" fmla="*/ 2210865 w 2499573"/>
              <a:gd name="connsiteY4" fmla="*/ 1716051 h 1730188"/>
              <a:gd name="connsiteX5" fmla="*/ 1880965 w 2499573"/>
              <a:gd name="connsiteY5" fmla="*/ 1693041 h 1730188"/>
              <a:gd name="connsiteX6" fmla="*/ 1937931 w 2499573"/>
              <a:gd name="connsiteY6" fmla="*/ 1355352 h 1730188"/>
              <a:gd name="connsiteX7" fmla="*/ 1926684 w 2499573"/>
              <a:gd name="connsiteY7" fmla="*/ 931247 h 1730188"/>
              <a:gd name="connsiteX8" fmla="*/ 1770494 w 2499573"/>
              <a:gd name="connsiteY8" fmla="*/ 812405 h 1730188"/>
              <a:gd name="connsiteX9" fmla="*/ 1455553 w 2499573"/>
              <a:gd name="connsiteY9" fmla="*/ 746617 h 1730188"/>
              <a:gd name="connsiteX10" fmla="*/ 817191 w 2499573"/>
              <a:gd name="connsiteY10" fmla="*/ 699760 h 1730188"/>
              <a:gd name="connsiteX11" fmla="*/ 1350 w 2499573"/>
              <a:gd name="connsiteY11" fmla="*/ 0 h 1730188"/>
              <a:gd name="connsiteX0" fmla="*/ 2371106 w 2487998"/>
              <a:gd name="connsiteY0" fmla="*/ 481909 h 1730188"/>
              <a:gd name="connsiteX1" fmla="*/ 2470135 w 2487998"/>
              <a:gd name="connsiteY1" fmla="*/ 1022155 h 1730188"/>
              <a:gd name="connsiteX2" fmla="*/ 2482137 w 2487998"/>
              <a:gd name="connsiteY2" fmla="*/ 1369055 h 1730188"/>
              <a:gd name="connsiteX3" fmla="*/ 2380410 w 2487998"/>
              <a:gd name="connsiteY3" fmla="*/ 1644232 h 1730188"/>
              <a:gd name="connsiteX4" fmla="*/ 2210865 w 2487998"/>
              <a:gd name="connsiteY4" fmla="*/ 1716051 h 1730188"/>
              <a:gd name="connsiteX5" fmla="*/ 1880965 w 2487998"/>
              <a:gd name="connsiteY5" fmla="*/ 1693041 h 1730188"/>
              <a:gd name="connsiteX6" fmla="*/ 1937931 w 2487998"/>
              <a:gd name="connsiteY6" fmla="*/ 1355352 h 1730188"/>
              <a:gd name="connsiteX7" fmla="*/ 1926684 w 2487998"/>
              <a:gd name="connsiteY7" fmla="*/ 931247 h 1730188"/>
              <a:gd name="connsiteX8" fmla="*/ 1770494 w 2487998"/>
              <a:gd name="connsiteY8" fmla="*/ 812405 h 1730188"/>
              <a:gd name="connsiteX9" fmla="*/ 1455553 w 2487998"/>
              <a:gd name="connsiteY9" fmla="*/ 746617 h 1730188"/>
              <a:gd name="connsiteX10" fmla="*/ 817191 w 2487998"/>
              <a:gd name="connsiteY10" fmla="*/ 699760 h 1730188"/>
              <a:gd name="connsiteX11" fmla="*/ 1350 w 2487998"/>
              <a:gd name="connsiteY11" fmla="*/ 0 h 1730188"/>
              <a:gd name="connsiteX0" fmla="*/ 2371106 w 2487998"/>
              <a:gd name="connsiteY0" fmla="*/ 481909 h 1750254"/>
              <a:gd name="connsiteX1" fmla="*/ 2470135 w 2487998"/>
              <a:gd name="connsiteY1" fmla="*/ 1022155 h 1750254"/>
              <a:gd name="connsiteX2" fmla="*/ 2482137 w 2487998"/>
              <a:gd name="connsiteY2" fmla="*/ 1369055 h 1750254"/>
              <a:gd name="connsiteX3" fmla="*/ 2380410 w 2487998"/>
              <a:gd name="connsiteY3" fmla="*/ 1644232 h 1750254"/>
              <a:gd name="connsiteX4" fmla="*/ 2210865 w 2487998"/>
              <a:gd name="connsiteY4" fmla="*/ 1716051 h 1750254"/>
              <a:gd name="connsiteX5" fmla="*/ 1763107 w 2487998"/>
              <a:gd name="connsiteY5" fmla="*/ 1722214 h 1750254"/>
              <a:gd name="connsiteX6" fmla="*/ 1937931 w 2487998"/>
              <a:gd name="connsiteY6" fmla="*/ 1355352 h 1750254"/>
              <a:gd name="connsiteX7" fmla="*/ 1926684 w 2487998"/>
              <a:gd name="connsiteY7" fmla="*/ 931247 h 1750254"/>
              <a:gd name="connsiteX8" fmla="*/ 1770494 w 2487998"/>
              <a:gd name="connsiteY8" fmla="*/ 812405 h 1750254"/>
              <a:gd name="connsiteX9" fmla="*/ 1455553 w 2487998"/>
              <a:gd name="connsiteY9" fmla="*/ 746617 h 1750254"/>
              <a:gd name="connsiteX10" fmla="*/ 817191 w 2487998"/>
              <a:gd name="connsiteY10" fmla="*/ 699760 h 1750254"/>
              <a:gd name="connsiteX11" fmla="*/ 1350 w 2487998"/>
              <a:gd name="connsiteY11" fmla="*/ 0 h 1750254"/>
              <a:gd name="connsiteX0" fmla="*/ 2371106 w 2487998"/>
              <a:gd name="connsiteY0" fmla="*/ 481909 h 1753040"/>
              <a:gd name="connsiteX1" fmla="*/ 2470135 w 2487998"/>
              <a:gd name="connsiteY1" fmla="*/ 1022155 h 1753040"/>
              <a:gd name="connsiteX2" fmla="*/ 2482137 w 2487998"/>
              <a:gd name="connsiteY2" fmla="*/ 1369055 h 1753040"/>
              <a:gd name="connsiteX3" fmla="*/ 2380410 w 2487998"/>
              <a:gd name="connsiteY3" fmla="*/ 1644232 h 1753040"/>
              <a:gd name="connsiteX4" fmla="*/ 2210865 w 2487998"/>
              <a:gd name="connsiteY4" fmla="*/ 1716051 h 1753040"/>
              <a:gd name="connsiteX5" fmla="*/ 1763107 w 2487998"/>
              <a:gd name="connsiteY5" fmla="*/ 1722214 h 1753040"/>
              <a:gd name="connsiteX6" fmla="*/ 1832168 w 2487998"/>
              <a:gd name="connsiteY6" fmla="*/ 1317701 h 1753040"/>
              <a:gd name="connsiteX7" fmla="*/ 1926684 w 2487998"/>
              <a:gd name="connsiteY7" fmla="*/ 931247 h 1753040"/>
              <a:gd name="connsiteX8" fmla="*/ 1770494 w 2487998"/>
              <a:gd name="connsiteY8" fmla="*/ 812405 h 1753040"/>
              <a:gd name="connsiteX9" fmla="*/ 1455553 w 2487998"/>
              <a:gd name="connsiteY9" fmla="*/ 746617 h 1753040"/>
              <a:gd name="connsiteX10" fmla="*/ 817191 w 2487998"/>
              <a:gd name="connsiteY10" fmla="*/ 699760 h 1753040"/>
              <a:gd name="connsiteX11" fmla="*/ 1350 w 2487998"/>
              <a:gd name="connsiteY11" fmla="*/ 0 h 1753040"/>
              <a:gd name="connsiteX0" fmla="*/ 2371106 w 2487998"/>
              <a:gd name="connsiteY0" fmla="*/ 481909 h 1741269"/>
              <a:gd name="connsiteX1" fmla="*/ 2470135 w 2487998"/>
              <a:gd name="connsiteY1" fmla="*/ 1022155 h 1741269"/>
              <a:gd name="connsiteX2" fmla="*/ 2482137 w 2487998"/>
              <a:gd name="connsiteY2" fmla="*/ 1369055 h 1741269"/>
              <a:gd name="connsiteX3" fmla="*/ 2380410 w 2487998"/>
              <a:gd name="connsiteY3" fmla="*/ 1644232 h 1741269"/>
              <a:gd name="connsiteX4" fmla="*/ 1763107 w 2487998"/>
              <a:gd name="connsiteY4" fmla="*/ 1722214 h 1741269"/>
              <a:gd name="connsiteX5" fmla="*/ 1832168 w 2487998"/>
              <a:gd name="connsiteY5" fmla="*/ 1317701 h 1741269"/>
              <a:gd name="connsiteX6" fmla="*/ 1926684 w 2487998"/>
              <a:gd name="connsiteY6" fmla="*/ 931247 h 1741269"/>
              <a:gd name="connsiteX7" fmla="*/ 1770494 w 2487998"/>
              <a:gd name="connsiteY7" fmla="*/ 812405 h 1741269"/>
              <a:gd name="connsiteX8" fmla="*/ 1455553 w 2487998"/>
              <a:gd name="connsiteY8" fmla="*/ 746617 h 1741269"/>
              <a:gd name="connsiteX9" fmla="*/ 817191 w 2487998"/>
              <a:gd name="connsiteY9" fmla="*/ 699760 h 1741269"/>
              <a:gd name="connsiteX10" fmla="*/ 1350 w 2487998"/>
              <a:gd name="connsiteY10" fmla="*/ 0 h 1741269"/>
              <a:gd name="connsiteX0" fmla="*/ 2371106 w 2487998"/>
              <a:gd name="connsiteY0" fmla="*/ 481909 h 1776014"/>
              <a:gd name="connsiteX1" fmla="*/ 2470135 w 2487998"/>
              <a:gd name="connsiteY1" fmla="*/ 1022155 h 1776014"/>
              <a:gd name="connsiteX2" fmla="*/ 2482137 w 2487998"/>
              <a:gd name="connsiteY2" fmla="*/ 1369055 h 1776014"/>
              <a:gd name="connsiteX3" fmla="*/ 2380410 w 2487998"/>
              <a:gd name="connsiteY3" fmla="*/ 1644232 h 1776014"/>
              <a:gd name="connsiteX4" fmla="*/ 1790069 w 2487998"/>
              <a:gd name="connsiteY4" fmla="*/ 1760970 h 1776014"/>
              <a:gd name="connsiteX5" fmla="*/ 1832168 w 2487998"/>
              <a:gd name="connsiteY5" fmla="*/ 1317701 h 1776014"/>
              <a:gd name="connsiteX6" fmla="*/ 1926684 w 2487998"/>
              <a:gd name="connsiteY6" fmla="*/ 931247 h 1776014"/>
              <a:gd name="connsiteX7" fmla="*/ 1770494 w 2487998"/>
              <a:gd name="connsiteY7" fmla="*/ 812405 h 1776014"/>
              <a:gd name="connsiteX8" fmla="*/ 1455553 w 2487998"/>
              <a:gd name="connsiteY8" fmla="*/ 746617 h 1776014"/>
              <a:gd name="connsiteX9" fmla="*/ 817191 w 2487998"/>
              <a:gd name="connsiteY9" fmla="*/ 699760 h 1776014"/>
              <a:gd name="connsiteX10" fmla="*/ 1350 w 2487998"/>
              <a:gd name="connsiteY10" fmla="*/ 0 h 1776014"/>
              <a:gd name="connsiteX0" fmla="*/ 2371106 w 2495218"/>
              <a:gd name="connsiteY0" fmla="*/ 481909 h 1792429"/>
              <a:gd name="connsiteX1" fmla="*/ 2470135 w 2495218"/>
              <a:gd name="connsiteY1" fmla="*/ 1022155 h 1792429"/>
              <a:gd name="connsiteX2" fmla="*/ 2482137 w 2495218"/>
              <a:gd name="connsiteY2" fmla="*/ 1369055 h 1792429"/>
              <a:gd name="connsiteX3" fmla="*/ 2307263 w 2495218"/>
              <a:gd name="connsiteY3" fmla="*/ 1713289 h 1792429"/>
              <a:gd name="connsiteX4" fmla="*/ 1790069 w 2495218"/>
              <a:gd name="connsiteY4" fmla="*/ 1760970 h 1792429"/>
              <a:gd name="connsiteX5" fmla="*/ 1832168 w 2495218"/>
              <a:gd name="connsiteY5" fmla="*/ 1317701 h 1792429"/>
              <a:gd name="connsiteX6" fmla="*/ 1926684 w 2495218"/>
              <a:gd name="connsiteY6" fmla="*/ 931247 h 1792429"/>
              <a:gd name="connsiteX7" fmla="*/ 1770494 w 2495218"/>
              <a:gd name="connsiteY7" fmla="*/ 812405 h 1792429"/>
              <a:gd name="connsiteX8" fmla="*/ 1455553 w 2495218"/>
              <a:gd name="connsiteY8" fmla="*/ 746617 h 1792429"/>
              <a:gd name="connsiteX9" fmla="*/ 817191 w 2495218"/>
              <a:gd name="connsiteY9" fmla="*/ 699760 h 1792429"/>
              <a:gd name="connsiteX10" fmla="*/ 1350 w 2495218"/>
              <a:gd name="connsiteY10" fmla="*/ 0 h 1792429"/>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26684 w 2495218"/>
              <a:gd name="connsiteY6" fmla="*/ 931247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371106 w 2495218"/>
              <a:gd name="connsiteY0" fmla="*/ 481909 h 1815896"/>
              <a:gd name="connsiteX1" fmla="*/ 2470135 w 2495218"/>
              <a:gd name="connsiteY1" fmla="*/ 1022155 h 1815896"/>
              <a:gd name="connsiteX2" fmla="*/ 2482137 w 2495218"/>
              <a:gd name="connsiteY2" fmla="*/ 1369055 h 1815896"/>
              <a:gd name="connsiteX3" fmla="*/ 2307263 w 2495218"/>
              <a:gd name="connsiteY3" fmla="*/ 1713289 h 1815896"/>
              <a:gd name="connsiteX4" fmla="*/ 1790069 w 2495218"/>
              <a:gd name="connsiteY4" fmla="*/ 1760970 h 1815896"/>
              <a:gd name="connsiteX5" fmla="*/ 1832168 w 2495218"/>
              <a:gd name="connsiteY5" fmla="*/ 1317701 h 1815896"/>
              <a:gd name="connsiteX6" fmla="*/ 1904647 w 2495218"/>
              <a:gd name="connsiteY6" fmla="*/ 1010426 h 1815896"/>
              <a:gd name="connsiteX7" fmla="*/ 1770494 w 2495218"/>
              <a:gd name="connsiteY7" fmla="*/ 812405 h 1815896"/>
              <a:gd name="connsiteX8" fmla="*/ 1455553 w 2495218"/>
              <a:gd name="connsiteY8" fmla="*/ 746617 h 1815896"/>
              <a:gd name="connsiteX9" fmla="*/ 817191 w 2495218"/>
              <a:gd name="connsiteY9" fmla="*/ 699760 h 1815896"/>
              <a:gd name="connsiteX10" fmla="*/ 1350 w 2495218"/>
              <a:gd name="connsiteY10" fmla="*/ 0 h 1815896"/>
              <a:gd name="connsiteX0" fmla="*/ 2754656 w 2878768"/>
              <a:gd name="connsiteY0" fmla="*/ 555802 h 1889789"/>
              <a:gd name="connsiteX1" fmla="*/ 2853685 w 2878768"/>
              <a:gd name="connsiteY1" fmla="*/ 1096048 h 1889789"/>
              <a:gd name="connsiteX2" fmla="*/ 2865687 w 2878768"/>
              <a:gd name="connsiteY2" fmla="*/ 1442948 h 1889789"/>
              <a:gd name="connsiteX3" fmla="*/ 2690813 w 2878768"/>
              <a:gd name="connsiteY3" fmla="*/ 1787182 h 1889789"/>
              <a:gd name="connsiteX4" fmla="*/ 2173619 w 2878768"/>
              <a:gd name="connsiteY4" fmla="*/ 1834863 h 1889789"/>
              <a:gd name="connsiteX5" fmla="*/ 2215718 w 2878768"/>
              <a:gd name="connsiteY5" fmla="*/ 1391594 h 1889789"/>
              <a:gd name="connsiteX6" fmla="*/ 2288197 w 2878768"/>
              <a:gd name="connsiteY6" fmla="*/ 1084319 h 1889789"/>
              <a:gd name="connsiteX7" fmla="*/ 2154044 w 2878768"/>
              <a:gd name="connsiteY7" fmla="*/ 886298 h 1889789"/>
              <a:gd name="connsiteX8" fmla="*/ 1839103 w 2878768"/>
              <a:gd name="connsiteY8" fmla="*/ 820510 h 1889789"/>
              <a:gd name="connsiteX9" fmla="*/ 1200741 w 2878768"/>
              <a:gd name="connsiteY9" fmla="*/ 773653 h 1889789"/>
              <a:gd name="connsiteX10" fmla="*/ 814 w 2878768"/>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0 w 2877954"/>
              <a:gd name="connsiteY10"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199927 w 2877954"/>
              <a:gd name="connsiteY9" fmla="*/ 773653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53842 w 2877954"/>
              <a:gd name="connsiteY0" fmla="*/ 555802 h 1889789"/>
              <a:gd name="connsiteX1" fmla="*/ 2852871 w 2877954"/>
              <a:gd name="connsiteY1" fmla="*/ 1096048 h 1889789"/>
              <a:gd name="connsiteX2" fmla="*/ 2864873 w 2877954"/>
              <a:gd name="connsiteY2" fmla="*/ 1442948 h 1889789"/>
              <a:gd name="connsiteX3" fmla="*/ 2689999 w 2877954"/>
              <a:gd name="connsiteY3" fmla="*/ 1787182 h 1889789"/>
              <a:gd name="connsiteX4" fmla="*/ 2172805 w 2877954"/>
              <a:gd name="connsiteY4" fmla="*/ 1834863 h 1889789"/>
              <a:gd name="connsiteX5" fmla="*/ 2214904 w 2877954"/>
              <a:gd name="connsiteY5" fmla="*/ 1391594 h 1889789"/>
              <a:gd name="connsiteX6" fmla="*/ 2287383 w 2877954"/>
              <a:gd name="connsiteY6" fmla="*/ 1084319 h 1889789"/>
              <a:gd name="connsiteX7" fmla="*/ 2153230 w 2877954"/>
              <a:gd name="connsiteY7" fmla="*/ 886298 h 1889789"/>
              <a:gd name="connsiteX8" fmla="*/ 1838289 w 2877954"/>
              <a:gd name="connsiteY8" fmla="*/ 820510 h 1889789"/>
              <a:gd name="connsiteX9" fmla="*/ 1261037 w 2877954"/>
              <a:gd name="connsiteY9" fmla="*/ 809550 h 1889789"/>
              <a:gd name="connsiteX10" fmla="*/ 866783 w 2877954"/>
              <a:gd name="connsiteY10" fmla="*/ 712866 h 1889789"/>
              <a:gd name="connsiteX11" fmla="*/ 0 w 2877954"/>
              <a:gd name="connsiteY11"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882178 w 2893349"/>
              <a:gd name="connsiteY10" fmla="*/ 712866 h 1889789"/>
              <a:gd name="connsiteX11" fmla="*/ 77232 w 2893349"/>
              <a:gd name="connsiteY11" fmla="*/ 213530 h 1889789"/>
              <a:gd name="connsiteX12" fmla="*/ 15395 w 2893349"/>
              <a:gd name="connsiteY12"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882178 w 2893349"/>
              <a:gd name="connsiteY10" fmla="*/ 712866 h 1889789"/>
              <a:gd name="connsiteX11" fmla="*/ 561192 w 2893349"/>
              <a:gd name="connsiteY11" fmla="*/ 377225 h 1889789"/>
              <a:gd name="connsiteX12" fmla="*/ 77232 w 2893349"/>
              <a:gd name="connsiteY12" fmla="*/ 213530 h 1889789"/>
              <a:gd name="connsiteX13" fmla="*/ 15395 w 2893349"/>
              <a:gd name="connsiteY13" fmla="*/ 0 h 1889789"/>
              <a:gd name="connsiteX0" fmla="*/ 2769237 w 2893349"/>
              <a:gd name="connsiteY0" fmla="*/ 555802 h 1889789"/>
              <a:gd name="connsiteX1" fmla="*/ 2868266 w 2893349"/>
              <a:gd name="connsiteY1" fmla="*/ 1096048 h 1889789"/>
              <a:gd name="connsiteX2" fmla="*/ 2880268 w 2893349"/>
              <a:gd name="connsiteY2" fmla="*/ 1442948 h 1889789"/>
              <a:gd name="connsiteX3" fmla="*/ 2705394 w 2893349"/>
              <a:gd name="connsiteY3" fmla="*/ 1787182 h 1889789"/>
              <a:gd name="connsiteX4" fmla="*/ 2188200 w 2893349"/>
              <a:gd name="connsiteY4" fmla="*/ 1834863 h 1889789"/>
              <a:gd name="connsiteX5" fmla="*/ 2230299 w 2893349"/>
              <a:gd name="connsiteY5" fmla="*/ 1391594 h 1889789"/>
              <a:gd name="connsiteX6" fmla="*/ 2302778 w 2893349"/>
              <a:gd name="connsiteY6" fmla="*/ 1084319 h 1889789"/>
              <a:gd name="connsiteX7" fmla="*/ 2168625 w 2893349"/>
              <a:gd name="connsiteY7" fmla="*/ 886298 h 1889789"/>
              <a:gd name="connsiteX8" fmla="*/ 1853684 w 2893349"/>
              <a:gd name="connsiteY8" fmla="*/ 820510 h 1889789"/>
              <a:gd name="connsiteX9" fmla="*/ 1276432 w 2893349"/>
              <a:gd name="connsiteY9" fmla="*/ 809550 h 1889789"/>
              <a:gd name="connsiteX10" fmla="*/ 992608 w 2893349"/>
              <a:gd name="connsiteY10" fmla="*/ 732172 h 1889789"/>
              <a:gd name="connsiteX11" fmla="*/ 561192 w 2893349"/>
              <a:gd name="connsiteY11" fmla="*/ 377225 h 1889789"/>
              <a:gd name="connsiteX12" fmla="*/ 77232 w 2893349"/>
              <a:gd name="connsiteY12" fmla="*/ 213530 h 1889789"/>
              <a:gd name="connsiteX13" fmla="*/ 15395 w 2893349"/>
              <a:gd name="connsiteY13" fmla="*/ 0 h 1889789"/>
              <a:gd name="connsiteX0" fmla="*/ 2729640 w 2853752"/>
              <a:gd name="connsiteY0" fmla="*/ 485560 h 1819547"/>
              <a:gd name="connsiteX1" fmla="*/ 2828669 w 2853752"/>
              <a:gd name="connsiteY1" fmla="*/ 1025806 h 1819547"/>
              <a:gd name="connsiteX2" fmla="*/ 2840671 w 2853752"/>
              <a:gd name="connsiteY2" fmla="*/ 1372706 h 1819547"/>
              <a:gd name="connsiteX3" fmla="*/ 2665797 w 2853752"/>
              <a:gd name="connsiteY3" fmla="*/ 1716940 h 1819547"/>
              <a:gd name="connsiteX4" fmla="*/ 2148603 w 2853752"/>
              <a:gd name="connsiteY4" fmla="*/ 1764621 h 1819547"/>
              <a:gd name="connsiteX5" fmla="*/ 2190702 w 2853752"/>
              <a:gd name="connsiteY5" fmla="*/ 1321352 h 1819547"/>
              <a:gd name="connsiteX6" fmla="*/ 2263181 w 2853752"/>
              <a:gd name="connsiteY6" fmla="*/ 1014077 h 1819547"/>
              <a:gd name="connsiteX7" fmla="*/ 2129028 w 2853752"/>
              <a:gd name="connsiteY7" fmla="*/ 816056 h 1819547"/>
              <a:gd name="connsiteX8" fmla="*/ 1814087 w 2853752"/>
              <a:gd name="connsiteY8" fmla="*/ 750268 h 1819547"/>
              <a:gd name="connsiteX9" fmla="*/ 1236835 w 2853752"/>
              <a:gd name="connsiteY9" fmla="*/ 739308 h 1819547"/>
              <a:gd name="connsiteX10" fmla="*/ 953011 w 2853752"/>
              <a:gd name="connsiteY10" fmla="*/ 661930 h 1819547"/>
              <a:gd name="connsiteX11" fmla="*/ 521595 w 2853752"/>
              <a:gd name="connsiteY11" fmla="*/ 306983 h 1819547"/>
              <a:gd name="connsiteX12" fmla="*/ 37635 w 2853752"/>
              <a:gd name="connsiteY12" fmla="*/ 143288 h 1819547"/>
              <a:gd name="connsiteX13" fmla="*/ 188270 w 2853752"/>
              <a:gd name="connsiteY13" fmla="*/ 0 h 1819547"/>
              <a:gd name="connsiteX0" fmla="*/ 2729640 w 2853752"/>
              <a:gd name="connsiteY0" fmla="*/ 485560 h 1815638"/>
              <a:gd name="connsiteX1" fmla="*/ 2828669 w 2853752"/>
              <a:gd name="connsiteY1" fmla="*/ 1025806 h 1815638"/>
              <a:gd name="connsiteX2" fmla="*/ 2840671 w 2853752"/>
              <a:gd name="connsiteY2" fmla="*/ 1372706 h 1815638"/>
              <a:gd name="connsiteX3" fmla="*/ 2665797 w 2853752"/>
              <a:gd name="connsiteY3" fmla="*/ 1716940 h 1815638"/>
              <a:gd name="connsiteX4" fmla="*/ 2517283 w 2853752"/>
              <a:gd name="connsiteY4" fmla="*/ 1800769 h 1815638"/>
              <a:gd name="connsiteX5" fmla="*/ 2148603 w 2853752"/>
              <a:gd name="connsiteY5" fmla="*/ 1764621 h 1815638"/>
              <a:gd name="connsiteX6" fmla="*/ 2190702 w 2853752"/>
              <a:gd name="connsiteY6" fmla="*/ 1321352 h 1815638"/>
              <a:gd name="connsiteX7" fmla="*/ 2263181 w 2853752"/>
              <a:gd name="connsiteY7" fmla="*/ 1014077 h 1815638"/>
              <a:gd name="connsiteX8" fmla="*/ 2129028 w 2853752"/>
              <a:gd name="connsiteY8" fmla="*/ 816056 h 1815638"/>
              <a:gd name="connsiteX9" fmla="*/ 1814087 w 2853752"/>
              <a:gd name="connsiteY9" fmla="*/ 750268 h 1815638"/>
              <a:gd name="connsiteX10" fmla="*/ 1236835 w 2853752"/>
              <a:gd name="connsiteY10" fmla="*/ 739308 h 1815638"/>
              <a:gd name="connsiteX11" fmla="*/ 953011 w 2853752"/>
              <a:gd name="connsiteY11" fmla="*/ 661930 h 1815638"/>
              <a:gd name="connsiteX12" fmla="*/ 521595 w 2853752"/>
              <a:gd name="connsiteY12" fmla="*/ 306983 h 1815638"/>
              <a:gd name="connsiteX13" fmla="*/ 37635 w 2853752"/>
              <a:gd name="connsiteY13" fmla="*/ 143288 h 1815638"/>
              <a:gd name="connsiteX14" fmla="*/ 188270 w 2853752"/>
              <a:gd name="connsiteY14" fmla="*/ 0 h 1815638"/>
              <a:gd name="connsiteX0" fmla="*/ 2729640 w 2854796"/>
              <a:gd name="connsiteY0" fmla="*/ 485560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129028 w 2854796"/>
              <a:gd name="connsiteY9" fmla="*/ 816056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 name="connsiteX0" fmla="*/ 2800085 w 2854796"/>
              <a:gd name="connsiteY0" fmla="*/ 503350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129028 w 2854796"/>
              <a:gd name="connsiteY9" fmla="*/ 816056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 name="connsiteX0" fmla="*/ 2670837 w 2854796"/>
              <a:gd name="connsiteY0" fmla="*/ 336851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129028 w 2854796"/>
              <a:gd name="connsiteY9" fmla="*/ 816056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 name="connsiteX0" fmla="*/ 2670837 w 2854796"/>
              <a:gd name="connsiteY0" fmla="*/ 336851 h 1815638"/>
              <a:gd name="connsiteX1" fmla="*/ 2704323 w 2854796"/>
              <a:gd name="connsiteY1" fmla="*/ 657259 h 1815638"/>
              <a:gd name="connsiteX2" fmla="*/ 2828669 w 2854796"/>
              <a:gd name="connsiteY2" fmla="*/ 1025806 h 1815638"/>
              <a:gd name="connsiteX3" fmla="*/ 2840671 w 2854796"/>
              <a:gd name="connsiteY3" fmla="*/ 1372706 h 1815638"/>
              <a:gd name="connsiteX4" fmla="*/ 2665797 w 2854796"/>
              <a:gd name="connsiteY4" fmla="*/ 1716940 h 1815638"/>
              <a:gd name="connsiteX5" fmla="*/ 2517283 w 2854796"/>
              <a:gd name="connsiteY5" fmla="*/ 1800769 h 1815638"/>
              <a:gd name="connsiteX6" fmla="*/ 2148603 w 2854796"/>
              <a:gd name="connsiteY6" fmla="*/ 1764621 h 1815638"/>
              <a:gd name="connsiteX7" fmla="*/ 2190702 w 2854796"/>
              <a:gd name="connsiteY7" fmla="*/ 1321352 h 1815638"/>
              <a:gd name="connsiteX8" fmla="*/ 2263181 w 2854796"/>
              <a:gd name="connsiteY8" fmla="*/ 1014077 h 1815638"/>
              <a:gd name="connsiteX9" fmla="*/ 2054597 w 2854796"/>
              <a:gd name="connsiteY9" fmla="*/ 850352 h 1815638"/>
              <a:gd name="connsiteX10" fmla="*/ 1814087 w 2854796"/>
              <a:gd name="connsiteY10" fmla="*/ 750268 h 1815638"/>
              <a:gd name="connsiteX11" fmla="*/ 1236835 w 2854796"/>
              <a:gd name="connsiteY11" fmla="*/ 739308 h 1815638"/>
              <a:gd name="connsiteX12" fmla="*/ 953011 w 2854796"/>
              <a:gd name="connsiteY12" fmla="*/ 661930 h 1815638"/>
              <a:gd name="connsiteX13" fmla="*/ 521595 w 2854796"/>
              <a:gd name="connsiteY13" fmla="*/ 306983 h 1815638"/>
              <a:gd name="connsiteX14" fmla="*/ 37635 w 2854796"/>
              <a:gd name="connsiteY14" fmla="*/ 143288 h 1815638"/>
              <a:gd name="connsiteX15" fmla="*/ 188270 w 2854796"/>
              <a:gd name="connsiteY15" fmla="*/ 0 h 1815638"/>
              <a:gd name="connsiteX0" fmla="*/ 2633202 w 2817161"/>
              <a:gd name="connsiteY0" fmla="*/ 193563 h 1672350"/>
              <a:gd name="connsiteX1" fmla="*/ 2666688 w 2817161"/>
              <a:gd name="connsiteY1" fmla="*/ 513971 h 1672350"/>
              <a:gd name="connsiteX2" fmla="*/ 2791034 w 2817161"/>
              <a:gd name="connsiteY2" fmla="*/ 882518 h 1672350"/>
              <a:gd name="connsiteX3" fmla="*/ 2803036 w 2817161"/>
              <a:gd name="connsiteY3" fmla="*/ 1229418 h 1672350"/>
              <a:gd name="connsiteX4" fmla="*/ 2628162 w 2817161"/>
              <a:gd name="connsiteY4" fmla="*/ 1573652 h 1672350"/>
              <a:gd name="connsiteX5" fmla="*/ 2479648 w 2817161"/>
              <a:gd name="connsiteY5" fmla="*/ 1657481 h 1672350"/>
              <a:gd name="connsiteX6" fmla="*/ 2110968 w 2817161"/>
              <a:gd name="connsiteY6" fmla="*/ 1621333 h 1672350"/>
              <a:gd name="connsiteX7" fmla="*/ 2153067 w 2817161"/>
              <a:gd name="connsiteY7" fmla="*/ 1178064 h 1672350"/>
              <a:gd name="connsiteX8" fmla="*/ 2225546 w 2817161"/>
              <a:gd name="connsiteY8" fmla="*/ 870789 h 1672350"/>
              <a:gd name="connsiteX9" fmla="*/ 2016962 w 2817161"/>
              <a:gd name="connsiteY9" fmla="*/ 707064 h 1672350"/>
              <a:gd name="connsiteX10" fmla="*/ 1776452 w 2817161"/>
              <a:gd name="connsiteY10" fmla="*/ 606980 h 1672350"/>
              <a:gd name="connsiteX11" fmla="*/ 1199200 w 2817161"/>
              <a:gd name="connsiteY11" fmla="*/ 596020 h 1672350"/>
              <a:gd name="connsiteX12" fmla="*/ 915376 w 2817161"/>
              <a:gd name="connsiteY12" fmla="*/ 518642 h 1672350"/>
              <a:gd name="connsiteX13" fmla="*/ 483960 w 2817161"/>
              <a:gd name="connsiteY13" fmla="*/ 163695 h 1672350"/>
              <a:gd name="connsiteX14" fmla="*/ 0 w 2817161"/>
              <a:gd name="connsiteY14" fmla="*/ 0 h 1672350"/>
              <a:gd name="connsiteX0" fmla="*/ 2149242 w 2333201"/>
              <a:gd name="connsiteY0" fmla="*/ 29868 h 1508655"/>
              <a:gd name="connsiteX1" fmla="*/ 2182728 w 2333201"/>
              <a:gd name="connsiteY1" fmla="*/ 350276 h 1508655"/>
              <a:gd name="connsiteX2" fmla="*/ 2307074 w 2333201"/>
              <a:gd name="connsiteY2" fmla="*/ 718823 h 1508655"/>
              <a:gd name="connsiteX3" fmla="*/ 2319076 w 2333201"/>
              <a:gd name="connsiteY3" fmla="*/ 1065723 h 1508655"/>
              <a:gd name="connsiteX4" fmla="*/ 2144202 w 2333201"/>
              <a:gd name="connsiteY4" fmla="*/ 1409957 h 1508655"/>
              <a:gd name="connsiteX5" fmla="*/ 1995688 w 2333201"/>
              <a:gd name="connsiteY5" fmla="*/ 1493786 h 1508655"/>
              <a:gd name="connsiteX6" fmla="*/ 1627008 w 2333201"/>
              <a:gd name="connsiteY6" fmla="*/ 1457638 h 1508655"/>
              <a:gd name="connsiteX7" fmla="*/ 1669107 w 2333201"/>
              <a:gd name="connsiteY7" fmla="*/ 1014369 h 1508655"/>
              <a:gd name="connsiteX8" fmla="*/ 1741586 w 2333201"/>
              <a:gd name="connsiteY8" fmla="*/ 707094 h 1508655"/>
              <a:gd name="connsiteX9" fmla="*/ 1533002 w 2333201"/>
              <a:gd name="connsiteY9" fmla="*/ 543369 h 1508655"/>
              <a:gd name="connsiteX10" fmla="*/ 1292492 w 2333201"/>
              <a:gd name="connsiteY10" fmla="*/ 443285 h 1508655"/>
              <a:gd name="connsiteX11" fmla="*/ 715240 w 2333201"/>
              <a:gd name="connsiteY11" fmla="*/ 432325 h 1508655"/>
              <a:gd name="connsiteX12" fmla="*/ 431416 w 2333201"/>
              <a:gd name="connsiteY12" fmla="*/ 354947 h 1508655"/>
              <a:gd name="connsiteX13" fmla="*/ 0 w 2333201"/>
              <a:gd name="connsiteY13" fmla="*/ 0 h 1508655"/>
              <a:gd name="connsiteX0" fmla="*/ 2013908 w 2197867"/>
              <a:gd name="connsiteY0" fmla="*/ 0 h 1478787"/>
              <a:gd name="connsiteX1" fmla="*/ 2047394 w 2197867"/>
              <a:gd name="connsiteY1" fmla="*/ 320408 h 1478787"/>
              <a:gd name="connsiteX2" fmla="*/ 2171740 w 2197867"/>
              <a:gd name="connsiteY2" fmla="*/ 688955 h 1478787"/>
              <a:gd name="connsiteX3" fmla="*/ 2183742 w 2197867"/>
              <a:gd name="connsiteY3" fmla="*/ 1035855 h 1478787"/>
              <a:gd name="connsiteX4" fmla="*/ 2008868 w 2197867"/>
              <a:gd name="connsiteY4" fmla="*/ 1380089 h 1478787"/>
              <a:gd name="connsiteX5" fmla="*/ 1860354 w 2197867"/>
              <a:gd name="connsiteY5" fmla="*/ 1463918 h 1478787"/>
              <a:gd name="connsiteX6" fmla="*/ 1491674 w 2197867"/>
              <a:gd name="connsiteY6" fmla="*/ 1427770 h 1478787"/>
              <a:gd name="connsiteX7" fmla="*/ 1533773 w 2197867"/>
              <a:gd name="connsiteY7" fmla="*/ 984501 h 1478787"/>
              <a:gd name="connsiteX8" fmla="*/ 1606252 w 2197867"/>
              <a:gd name="connsiteY8" fmla="*/ 677226 h 1478787"/>
              <a:gd name="connsiteX9" fmla="*/ 1397668 w 2197867"/>
              <a:gd name="connsiteY9" fmla="*/ 513501 h 1478787"/>
              <a:gd name="connsiteX10" fmla="*/ 1157158 w 2197867"/>
              <a:gd name="connsiteY10" fmla="*/ 413417 h 1478787"/>
              <a:gd name="connsiteX11" fmla="*/ 579906 w 2197867"/>
              <a:gd name="connsiteY11" fmla="*/ 402457 h 1478787"/>
              <a:gd name="connsiteX12" fmla="*/ 296082 w 2197867"/>
              <a:gd name="connsiteY12" fmla="*/ 325079 h 1478787"/>
              <a:gd name="connsiteX13" fmla="*/ 0 w 2197867"/>
              <a:gd name="connsiteY13" fmla="*/ 105789 h 1478787"/>
              <a:gd name="connsiteX0" fmla="*/ 1961832 w 2197867"/>
              <a:gd name="connsiteY0" fmla="*/ 0 h 1486333"/>
              <a:gd name="connsiteX1" fmla="*/ 2047394 w 2197867"/>
              <a:gd name="connsiteY1" fmla="*/ 327954 h 1486333"/>
              <a:gd name="connsiteX2" fmla="*/ 2171740 w 2197867"/>
              <a:gd name="connsiteY2" fmla="*/ 696501 h 1486333"/>
              <a:gd name="connsiteX3" fmla="*/ 2183742 w 2197867"/>
              <a:gd name="connsiteY3" fmla="*/ 1043401 h 1486333"/>
              <a:gd name="connsiteX4" fmla="*/ 2008868 w 2197867"/>
              <a:gd name="connsiteY4" fmla="*/ 1387635 h 1486333"/>
              <a:gd name="connsiteX5" fmla="*/ 1860354 w 2197867"/>
              <a:gd name="connsiteY5" fmla="*/ 1471464 h 1486333"/>
              <a:gd name="connsiteX6" fmla="*/ 1491674 w 2197867"/>
              <a:gd name="connsiteY6" fmla="*/ 1435316 h 1486333"/>
              <a:gd name="connsiteX7" fmla="*/ 1533773 w 2197867"/>
              <a:gd name="connsiteY7" fmla="*/ 992047 h 1486333"/>
              <a:gd name="connsiteX8" fmla="*/ 1606252 w 2197867"/>
              <a:gd name="connsiteY8" fmla="*/ 684772 h 1486333"/>
              <a:gd name="connsiteX9" fmla="*/ 1397668 w 2197867"/>
              <a:gd name="connsiteY9" fmla="*/ 521047 h 1486333"/>
              <a:gd name="connsiteX10" fmla="*/ 1157158 w 2197867"/>
              <a:gd name="connsiteY10" fmla="*/ 420963 h 1486333"/>
              <a:gd name="connsiteX11" fmla="*/ 579906 w 2197867"/>
              <a:gd name="connsiteY11" fmla="*/ 410003 h 1486333"/>
              <a:gd name="connsiteX12" fmla="*/ 296082 w 2197867"/>
              <a:gd name="connsiteY12" fmla="*/ 332625 h 1486333"/>
              <a:gd name="connsiteX13" fmla="*/ 0 w 2197867"/>
              <a:gd name="connsiteY13" fmla="*/ 113335 h 1486333"/>
              <a:gd name="connsiteX0" fmla="*/ 1961832 w 2221320"/>
              <a:gd name="connsiteY0" fmla="*/ 0 h 1486333"/>
              <a:gd name="connsiteX1" fmla="*/ 2218348 w 2221320"/>
              <a:gd name="connsiteY1" fmla="*/ 373599 h 1486333"/>
              <a:gd name="connsiteX2" fmla="*/ 2171740 w 2221320"/>
              <a:gd name="connsiteY2" fmla="*/ 696501 h 1486333"/>
              <a:gd name="connsiteX3" fmla="*/ 2183742 w 2221320"/>
              <a:gd name="connsiteY3" fmla="*/ 1043401 h 1486333"/>
              <a:gd name="connsiteX4" fmla="*/ 2008868 w 2221320"/>
              <a:gd name="connsiteY4" fmla="*/ 1387635 h 1486333"/>
              <a:gd name="connsiteX5" fmla="*/ 1860354 w 2221320"/>
              <a:gd name="connsiteY5" fmla="*/ 1471464 h 1486333"/>
              <a:gd name="connsiteX6" fmla="*/ 1491674 w 2221320"/>
              <a:gd name="connsiteY6" fmla="*/ 1435316 h 1486333"/>
              <a:gd name="connsiteX7" fmla="*/ 1533773 w 2221320"/>
              <a:gd name="connsiteY7" fmla="*/ 992047 h 1486333"/>
              <a:gd name="connsiteX8" fmla="*/ 1606252 w 2221320"/>
              <a:gd name="connsiteY8" fmla="*/ 684772 h 1486333"/>
              <a:gd name="connsiteX9" fmla="*/ 1397668 w 2221320"/>
              <a:gd name="connsiteY9" fmla="*/ 521047 h 1486333"/>
              <a:gd name="connsiteX10" fmla="*/ 1157158 w 2221320"/>
              <a:gd name="connsiteY10" fmla="*/ 420963 h 1486333"/>
              <a:gd name="connsiteX11" fmla="*/ 579906 w 2221320"/>
              <a:gd name="connsiteY11" fmla="*/ 410003 h 1486333"/>
              <a:gd name="connsiteX12" fmla="*/ 296082 w 2221320"/>
              <a:gd name="connsiteY12" fmla="*/ 332625 h 1486333"/>
              <a:gd name="connsiteX13" fmla="*/ 0 w 2221320"/>
              <a:gd name="connsiteY13" fmla="*/ 113335 h 1486333"/>
              <a:gd name="connsiteX0" fmla="*/ 1961109 w 2221320"/>
              <a:gd name="connsiteY0" fmla="*/ 0 h 1442190"/>
              <a:gd name="connsiteX1" fmla="*/ 2218348 w 2221320"/>
              <a:gd name="connsiteY1" fmla="*/ 329456 h 1442190"/>
              <a:gd name="connsiteX2" fmla="*/ 2171740 w 2221320"/>
              <a:gd name="connsiteY2" fmla="*/ 652358 h 1442190"/>
              <a:gd name="connsiteX3" fmla="*/ 2183742 w 2221320"/>
              <a:gd name="connsiteY3" fmla="*/ 999258 h 1442190"/>
              <a:gd name="connsiteX4" fmla="*/ 2008868 w 2221320"/>
              <a:gd name="connsiteY4" fmla="*/ 1343492 h 1442190"/>
              <a:gd name="connsiteX5" fmla="*/ 1860354 w 2221320"/>
              <a:gd name="connsiteY5" fmla="*/ 1427321 h 1442190"/>
              <a:gd name="connsiteX6" fmla="*/ 1491674 w 2221320"/>
              <a:gd name="connsiteY6" fmla="*/ 1391173 h 1442190"/>
              <a:gd name="connsiteX7" fmla="*/ 1533773 w 2221320"/>
              <a:gd name="connsiteY7" fmla="*/ 947904 h 1442190"/>
              <a:gd name="connsiteX8" fmla="*/ 1606252 w 2221320"/>
              <a:gd name="connsiteY8" fmla="*/ 640629 h 1442190"/>
              <a:gd name="connsiteX9" fmla="*/ 1397668 w 2221320"/>
              <a:gd name="connsiteY9" fmla="*/ 476904 h 1442190"/>
              <a:gd name="connsiteX10" fmla="*/ 1157158 w 2221320"/>
              <a:gd name="connsiteY10" fmla="*/ 376820 h 1442190"/>
              <a:gd name="connsiteX11" fmla="*/ 579906 w 2221320"/>
              <a:gd name="connsiteY11" fmla="*/ 365860 h 1442190"/>
              <a:gd name="connsiteX12" fmla="*/ 296082 w 2221320"/>
              <a:gd name="connsiteY12" fmla="*/ 288482 h 1442190"/>
              <a:gd name="connsiteX13" fmla="*/ 0 w 2221320"/>
              <a:gd name="connsiteY13" fmla="*/ 69192 h 1442190"/>
              <a:gd name="connsiteX0" fmla="*/ 1961109 w 2221320"/>
              <a:gd name="connsiteY0" fmla="*/ 0 h 1442190"/>
              <a:gd name="connsiteX1" fmla="*/ 2218348 w 2221320"/>
              <a:gd name="connsiteY1" fmla="*/ 329456 h 1442190"/>
              <a:gd name="connsiteX2" fmla="*/ 2171740 w 2221320"/>
              <a:gd name="connsiteY2" fmla="*/ 652358 h 1442190"/>
              <a:gd name="connsiteX3" fmla="*/ 2183742 w 2221320"/>
              <a:gd name="connsiteY3" fmla="*/ 999258 h 1442190"/>
              <a:gd name="connsiteX4" fmla="*/ 2008868 w 2221320"/>
              <a:gd name="connsiteY4" fmla="*/ 1343492 h 1442190"/>
              <a:gd name="connsiteX5" fmla="*/ 1860354 w 2221320"/>
              <a:gd name="connsiteY5" fmla="*/ 1427321 h 1442190"/>
              <a:gd name="connsiteX6" fmla="*/ 1491674 w 2221320"/>
              <a:gd name="connsiteY6" fmla="*/ 1391173 h 1442190"/>
              <a:gd name="connsiteX7" fmla="*/ 1533773 w 2221320"/>
              <a:gd name="connsiteY7" fmla="*/ 947904 h 1442190"/>
              <a:gd name="connsiteX8" fmla="*/ 1606252 w 2221320"/>
              <a:gd name="connsiteY8" fmla="*/ 640629 h 1442190"/>
              <a:gd name="connsiteX9" fmla="*/ 1397668 w 2221320"/>
              <a:gd name="connsiteY9" fmla="*/ 476904 h 1442190"/>
              <a:gd name="connsiteX10" fmla="*/ 1054192 w 2221320"/>
              <a:gd name="connsiteY10" fmla="*/ 429522 h 1442190"/>
              <a:gd name="connsiteX11" fmla="*/ 579906 w 2221320"/>
              <a:gd name="connsiteY11" fmla="*/ 365860 h 1442190"/>
              <a:gd name="connsiteX12" fmla="*/ 296082 w 2221320"/>
              <a:gd name="connsiteY12" fmla="*/ 288482 h 1442190"/>
              <a:gd name="connsiteX13" fmla="*/ 0 w 2221320"/>
              <a:gd name="connsiteY13" fmla="*/ 69192 h 1442190"/>
              <a:gd name="connsiteX0" fmla="*/ 1961109 w 2221320"/>
              <a:gd name="connsiteY0" fmla="*/ 0 h 1442190"/>
              <a:gd name="connsiteX1" fmla="*/ 2218348 w 2221320"/>
              <a:gd name="connsiteY1" fmla="*/ 329456 h 1442190"/>
              <a:gd name="connsiteX2" fmla="*/ 2171740 w 2221320"/>
              <a:gd name="connsiteY2" fmla="*/ 652358 h 1442190"/>
              <a:gd name="connsiteX3" fmla="*/ 2183742 w 2221320"/>
              <a:gd name="connsiteY3" fmla="*/ 999258 h 1442190"/>
              <a:gd name="connsiteX4" fmla="*/ 2008868 w 2221320"/>
              <a:gd name="connsiteY4" fmla="*/ 1343492 h 1442190"/>
              <a:gd name="connsiteX5" fmla="*/ 1860354 w 2221320"/>
              <a:gd name="connsiteY5" fmla="*/ 1427321 h 1442190"/>
              <a:gd name="connsiteX6" fmla="*/ 1491674 w 2221320"/>
              <a:gd name="connsiteY6" fmla="*/ 1391173 h 1442190"/>
              <a:gd name="connsiteX7" fmla="*/ 1533773 w 2221320"/>
              <a:gd name="connsiteY7" fmla="*/ 947904 h 1442190"/>
              <a:gd name="connsiteX8" fmla="*/ 1606252 w 2221320"/>
              <a:gd name="connsiteY8" fmla="*/ 640629 h 1442190"/>
              <a:gd name="connsiteX9" fmla="*/ 1397668 w 2221320"/>
              <a:gd name="connsiteY9" fmla="*/ 476904 h 1442190"/>
              <a:gd name="connsiteX10" fmla="*/ 1054192 w 2221320"/>
              <a:gd name="connsiteY10" fmla="*/ 429522 h 1442190"/>
              <a:gd name="connsiteX11" fmla="*/ 579906 w 2221320"/>
              <a:gd name="connsiteY11" fmla="*/ 365860 h 1442190"/>
              <a:gd name="connsiteX12" fmla="*/ 157129 w 2221320"/>
              <a:gd name="connsiteY12" fmla="*/ 373538 h 1442190"/>
              <a:gd name="connsiteX13" fmla="*/ 0 w 2221320"/>
              <a:gd name="connsiteY13" fmla="*/ 69192 h 1442190"/>
              <a:gd name="connsiteX0" fmla="*/ 2028604 w 2288815"/>
              <a:gd name="connsiteY0" fmla="*/ 0 h 1442190"/>
              <a:gd name="connsiteX1" fmla="*/ 2285843 w 2288815"/>
              <a:gd name="connsiteY1" fmla="*/ 329456 h 1442190"/>
              <a:gd name="connsiteX2" fmla="*/ 2239235 w 2288815"/>
              <a:gd name="connsiteY2" fmla="*/ 652358 h 1442190"/>
              <a:gd name="connsiteX3" fmla="*/ 2251237 w 2288815"/>
              <a:gd name="connsiteY3" fmla="*/ 999258 h 1442190"/>
              <a:gd name="connsiteX4" fmla="*/ 2076363 w 2288815"/>
              <a:gd name="connsiteY4" fmla="*/ 1343492 h 1442190"/>
              <a:gd name="connsiteX5" fmla="*/ 1927849 w 2288815"/>
              <a:gd name="connsiteY5" fmla="*/ 1427321 h 1442190"/>
              <a:gd name="connsiteX6" fmla="*/ 1559169 w 2288815"/>
              <a:gd name="connsiteY6" fmla="*/ 1391173 h 1442190"/>
              <a:gd name="connsiteX7" fmla="*/ 1601268 w 2288815"/>
              <a:gd name="connsiteY7" fmla="*/ 947904 h 1442190"/>
              <a:gd name="connsiteX8" fmla="*/ 1673747 w 2288815"/>
              <a:gd name="connsiteY8" fmla="*/ 640629 h 1442190"/>
              <a:gd name="connsiteX9" fmla="*/ 1465163 w 2288815"/>
              <a:gd name="connsiteY9" fmla="*/ 476904 h 1442190"/>
              <a:gd name="connsiteX10" fmla="*/ 1121687 w 2288815"/>
              <a:gd name="connsiteY10" fmla="*/ 429522 h 1442190"/>
              <a:gd name="connsiteX11" fmla="*/ 647401 w 2288815"/>
              <a:gd name="connsiteY11" fmla="*/ 365860 h 1442190"/>
              <a:gd name="connsiteX12" fmla="*/ 224624 w 2288815"/>
              <a:gd name="connsiteY12" fmla="*/ 373538 h 1442190"/>
              <a:gd name="connsiteX13" fmla="*/ 4376 w 2288815"/>
              <a:gd name="connsiteY13" fmla="*/ 199449 h 1442190"/>
              <a:gd name="connsiteX14" fmla="*/ 67495 w 2288815"/>
              <a:gd name="connsiteY14" fmla="*/ 69192 h 1442190"/>
              <a:gd name="connsiteX0" fmla="*/ 2285843 w 2288815"/>
              <a:gd name="connsiteY0" fmla="*/ 260264 h 1372998"/>
              <a:gd name="connsiteX1" fmla="*/ 2239235 w 2288815"/>
              <a:gd name="connsiteY1" fmla="*/ 583166 h 1372998"/>
              <a:gd name="connsiteX2" fmla="*/ 2251237 w 2288815"/>
              <a:gd name="connsiteY2" fmla="*/ 930066 h 1372998"/>
              <a:gd name="connsiteX3" fmla="*/ 2076363 w 2288815"/>
              <a:gd name="connsiteY3" fmla="*/ 1274300 h 1372998"/>
              <a:gd name="connsiteX4" fmla="*/ 1927849 w 2288815"/>
              <a:gd name="connsiteY4" fmla="*/ 1358129 h 1372998"/>
              <a:gd name="connsiteX5" fmla="*/ 1559169 w 2288815"/>
              <a:gd name="connsiteY5" fmla="*/ 1321981 h 1372998"/>
              <a:gd name="connsiteX6" fmla="*/ 1601268 w 2288815"/>
              <a:gd name="connsiteY6" fmla="*/ 878712 h 1372998"/>
              <a:gd name="connsiteX7" fmla="*/ 1673747 w 2288815"/>
              <a:gd name="connsiteY7" fmla="*/ 571437 h 1372998"/>
              <a:gd name="connsiteX8" fmla="*/ 1465163 w 2288815"/>
              <a:gd name="connsiteY8" fmla="*/ 407712 h 1372998"/>
              <a:gd name="connsiteX9" fmla="*/ 1121687 w 2288815"/>
              <a:gd name="connsiteY9" fmla="*/ 360330 h 1372998"/>
              <a:gd name="connsiteX10" fmla="*/ 647401 w 2288815"/>
              <a:gd name="connsiteY10" fmla="*/ 296668 h 1372998"/>
              <a:gd name="connsiteX11" fmla="*/ 224624 w 2288815"/>
              <a:gd name="connsiteY11" fmla="*/ 304346 h 1372998"/>
              <a:gd name="connsiteX12" fmla="*/ 4376 w 2288815"/>
              <a:gd name="connsiteY12" fmla="*/ 130257 h 1372998"/>
              <a:gd name="connsiteX13" fmla="*/ 67495 w 2288815"/>
              <a:gd name="connsiteY13" fmla="*/ 0 h 1372998"/>
              <a:gd name="connsiteX0" fmla="*/ 2239235 w 2260028"/>
              <a:gd name="connsiteY0" fmla="*/ 583166 h 1372998"/>
              <a:gd name="connsiteX1" fmla="*/ 2251237 w 2260028"/>
              <a:gd name="connsiteY1" fmla="*/ 930066 h 1372998"/>
              <a:gd name="connsiteX2" fmla="*/ 2076363 w 2260028"/>
              <a:gd name="connsiteY2" fmla="*/ 1274300 h 1372998"/>
              <a:gd name="connsiteX3" fmla="*/ 1927849 w 2260028"/>
              <a:gd name="connsiteY3" fmla="*/ 1358129 h 1372998"/>
              <a:gd name="connsiteX4" fmla="*/ 1559169 w 2260028"/>
              <a:gd name="connsiteY4" fmla="*/ 1321981 h 1372998"/>
              <a:gd name="connsiteX5" fmla="*/ 1601268 w 2260028"/>
              <a:gd name="connsiteY5" fmla="*/ 878712 h 1372998"/>
              <a:gd name="connsiteX6" fmla="*/ 1673747 w 2260028"/>
              <a:gd name="connsiteY6" fmla="*/ 571437 h 1372998"/>
              <a:gd name="connsiteX7" fmla="*/ 1465163 w 2260028"/>
              <a:gd name="connsiteY7" fmla="*/ 407712 h 1372998"/>
              <a:gd name="connsiteX8" fmla="*/ 1121687 w 2260028"/>
              <a:gd name="connsiteY8" fmla="*/ 360330 h 1372998"/>
              <a:gd name="connsiteX9" fmla="*/ 647401 w 2260028"/>
              <a:gd name="connsiteY9" fmla="*/ 296668 h 1372998"/>
              <a:gd name="connsiteX10" fmla="*/ 224624 w 2260028"/>
              <a:gd name="connsiteY10" fmla="*/ 304346 h 1372998"/>
              <a:gd name="connsiteX11" fmla="*/ 4376 w 2260028"/>
              <a:gd name="connsiteY11" fmla="*/ 130257 h 1372998"/>
              <a:gd name="connsiteX12" fmla="*/ 67495 w 2260028"/>
              <a:gd name="connsiteY12" fmla="*/ 0 h 1372998"/>
              <a:gd name="connsiteX0" fmla="*/ 2374103 w 2374103"/>
              <a:gd name="connsiteY0" fmla="*/ 580927 h 1372998"/>
              <a:gd name="connsiteX1" fmla="*/ 2251237 w 2374103"/>
              <a:gd name="connsiteY1" fmla="*/ 930066 h 1372998"/>
              <a:gd name="connsiteX2" fmla="*/ 2076363 w 2374103"/>
              <a:gd name="connsiteY2" fmla="*/ 1274300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673747 w 2374103"/>
              <a:gd name="connsiteY6" fmla="*/ 571437 h 1372998"/>
              <a:gd name="connsiteX7" fmla="*/ 1465163 w 2374103"/>
              <a:gd name="connsiteY7" fmla="*/ 407712 h 1372998"/>
              <a:gd name="connsiteX8" fmla="*/ 1121687 w 2374103"/>
              <a:gd name="connsiteY8" fmla="*/ 360330 h 1372998"/>
              <a:gd name="connsiteX9" fmla="*/ 647401 w 2374103"/>
              <a:gd name="connsiteY9" fmla="*/ 29666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74103 w 2374103"/>
              <a:gd name="connsiteY0" fmla="*/ 580927 h 1372998"/>
              <a:gd name="connsiteX1" fmla="*/ 2251237 w 2374103"/>
              <a:gd name="connsiteY1" fmla="*/ 930066 h 1372998"/>
              <a:gd name="connsiteX2" fmla="*/ 2135686 w 2374103"/>
              <a:gd name="connsiteY2" fmla="*/ 1232766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673747 w 2374103"/>
              <a:gd name="connsiteY6" fmla="*/ 571437 h 1372998"/>
              <a:gd name="connsiteX7" fmla="*/ 1465163 w 2374103"/>
              <a:gd name="connsiteY7" fmla="*/ 407712 h 1372998"/>
              <a:gd name="connsiteX8" fmla="*/ 1121687 w 2374103"/>
              <a:gd name="connsiteY8" fmla="*/ 360330 h 1372998"/>
              <a:gd name="connsiteX9" fmla="*/ 647401 w 2374103"/>
              <a:gd name="connsiteY9" fmla="*/ 29666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74103 w 2374103"/>
              <a:gd name="connsiteY0" fmla="*/ 580927 h 1372998"/>
              <a:gd name="connsiteX1" fmla="*/ 2251237 w 2374103"/>
              <a:gd name="connsiteY1" fmla="*/ 930066 h 1372998"/>
              <a:gd name="connsiteX2" fmla="*/ 2135686 w 2374103"/>
              <a:gd name="connsiteY2" fmla="*/ 1232766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547354 w 2374103"/>
              <a:gd name="connsiteY6" fmla="*/ 636755 h 1372998"/>
              <a:gd name="connsiteX7" fmla="*/ 1465163 w 2374103"/>
              <a:gd name="connsiteY7" fmla="*/ 407712 h 1372998"/>
              <a:gd name="connsiteX8" fmla="*/ 1121687 w 2374103"/>
              <a:gd name="connsiteY8" fmla="*/ 360330 h 1372998"/>
              <a:gd name="connsiteX9" fmla="*/ 647401 w 2374103"/>
              <a:gd name="connsiteY9" fmla="*/ 29666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74103 w 2374103"/>
              <a:gd name="connsiteY0" fmla="*/ 580927 h 1372998"/>
              <a:gd name="connsiteX1" fmla="*/ 2251237 w 2374103"/>
              <a:gd name="connsiteY1" fmla="*/ 930066 h 1372998"/>
              <a:gd name="connsiteX2" fmla="*/ 2135686 w 2374103"/>
              <a:gd name="connsiteY2" fmla="*/ 1232766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547354 w 2374103"/>
              <a:gd name="connsiteY6" fmla="*/ 636755 h 1372998"/>
              <a:gd name="connsiteX7" fmla="*/ 1343509 w 2374103"/>
              <a:gd name="connsiteY7" fmla="*/ 587774 h 1372998"/>
              <a:gd name="connsiteX8" fmla="*/ 1121687 w 2374103"/>
              <a:gd name="connsiteY8" fmla="*/ 360330 h 1372998"/>
              <a:gd name="connsiteX9" fmla="*/ 647401 w 2374103"/>
              <a:gd name="connsiteY9" fmla="*/ 29666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74103 w 2374103"/>
              <a:gd name="connsiteY0" fmla="*/ 580927 h 1372998"/>
              <a:gd name="connsiteX1" fmla="*/ 2251237 w 2374103"/>
              <a:gd name="connsiteY1" fmla="*/ 930066 h 1372998"/>
              <a:gd name="connsiteX2" fmla="*/ 2135686 w 2374103"/>
              <a:gd name="connsiteY2" fmla="*/ 1232766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547354 w 2374103"/>
              <a:gd name="connsiteY6" fmla="*/ 636755 h 1372998"/>
              <a:gd name="connsiteX7" fmla="*/ 1343509 w 2374103"/>
              <a:gd name="connsiteY7" fmla="*/ 587774 h 1372998"/>
              <a:gd name="connsiteX8" fmla="*/ 1094716 w 2374103"/>
              <a:gd name="connsiteY8" fmla="*/ 482059 h 1372998"/>
              <a:gd name="connsiteX9" fmla="*/ 647401 w 2374103"/>
              <a:gd name="connsiteY9" fmla="*/ 29666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74103 w 2374103"/>
              <a:gd name="connsiteY0" fmla="*/ 580927 h 1372998"/>
              <a:gd name="connsiteX1" fmla="*/ 2251237 w 2374103"/>
              <a:gd name="connsiteY1" fmla="*/ 930066 h 1372998"/>
              <a:gd name="connsiteX2" fmla="*/ 2135686 w 2374103"/>
              <a:gd name="connsiteY2" fmla="*/ 1232766 h 1372998"/>
              <a:gd name="connsiteX3" fmla="*/ 1927849 w 2374103"/>
              <a:gd name="connsiteY3" fmla="*/ 1358129 h 1372998"/>
              <a:gd name="connsiteX4" fmla="*/ 1559169 w 2374103"/>
              <a:gd name="connsiteY4" fmla="*/ 1321981 h 1372998"/>
              <a:gd name="connsiteX5" fmla="*/ 1601268 w 2374103"/>
              <a:gd name="connsiteY5" fmla="*/ 878712 h 1372998"/>
              <a:gd name="connsiteX6" fmla="*/ 1547354 w 2374103"/>
              <a:gd name="connsiteY6" fmla="*/ 636755 h 1372998"/>
              <a:gd name="connsiteX7" fmla="*/ 1343509 w 2374103"/>
              <a:gd name="connsiteY7" fmla="*/ 587774 h 1372998"/>
              <a:gd name="connsiteX8" fmla="*/ 1094716 w 2374103"/>
              <a:gd name="connsiteY8" fmla="*/ 482059 h 1372998"/>
              <a:gd name="connsiteX9" fmla="*/ 644328 w 2374103"/>
              <a:gd name="connsiteY9" fmla="*/ 455878 h 1372998"/>
              <a:gd name="connsiteX10" fmla="*/ 224624 w 2374103"/>
              <a:gd name="connsiteY10" fmla="*/ 304346 h 1372998"/>
              <a:gd name="connsiteX11" fmla="*/ 4376 w 2374103"/>
              <a:gd name="connsiteY11" fmla="*/ 130257 h 1372998"/>
              <a:gd name="connsiteX12" fmla="*/ 67495 w 2374103"/>
              <a:gd name="connsiteY12" fmla="*/ 0 h 1372998"/>
              <a:gd name="connsiteX0" fmla="*/ 2369727 w 2369727"/>
              <a:gd name="connsiteY0" fmla="*/ 450670 h 1242741"/>
              <a:gd name="connsiteX1" fmla="*/ 2246861 w 2369727"/>
              <a:gd name="connsiteY1" fmla="*/ 799809 h 1242741"/>
              <a:gd name="connsiteX2" fmla="*/ 2131310 w 2369727"/>
              <a:gd name="connsiteY2" fmla="*/ 1102509 h 1242741"/>
              <a:gd name="connsiteX3" fmla="*/ 1923473 w 2369727"/>
              <a:gd name="connsiteY3" fmla="*/ 1227872 h 1242741"/>
              <a:gd name="connsiteX4" fmla="*/ 1554793 w 2369727"/>
              <a:gd name="connsiteY4" fmla="*/ 1191724 h 1242741"/>
              <a:gd name="connsiteX5" fmla="*/ 1596892 w 2369727"/>
              <a:gd name="connsiteY5" fmla="*/ 748455 h 1242741"/>
              <a:gd name="connsiteX6" fmla="*/ 1542978 w 2369727"/>
              <a:gd name="connsiteY6" fmla="*/ 506498 h 1242741"/>
              <a:gd name="connsiteX7" fmla="*/ 1339133 w 2369727"/>
              <a:gd name="connsiteY7" fmla="*/ 457517 h 1242741"/>
              <a:gd name="connsiteX8" fmla="*/ 1090340 w 2369727"/>
              <a:gd name="connsiteY8" fmla="*/ 351802 h 1242741"/>
              <a:gd name="connsiteX9" fmla="*/ 639952 w 2369727"/>
              <a:gd name="connsiteY9" fmla="*/ 325621 h 1242741"/>
              <a:gd name="connsiteX10" fmla="*/ 220248 w 2369727"/>
              <a:gd name="connsiteY10" fmla="*/ 174089 h 1242741"/>
              <a:gd name="connsiteX11" fmla="*/ 0 w 2369727"/>
              <a:gd name="connsiteY11" fmla="*/ 0 h 1242741"/>
              <a:gd name="connsiteX0" fmla="*/ 2149479 w 2149479"/>
              <a:gd name="connsiteY0" fmla="*/ 276581 h 1068652"/>
              <a:gd name="connsiteX1" fmla="*/ 2026613 w 2149479"/>
              <a:gd name="connsiteY1" fmla="*/ 625720 h 1068652"/>
              <a:gd name="connsiteX2" fmla="*/ 1911062 w 2149479"/>
              <a:gd name="connsiteY2" fmla="*/ 928420 h 1068652"/>
              <a:gd name="connsiteX3" fmla="*/ 1703225 w 2149479"/>
              <a:gd name="connsiteY3" fmla="*/ 1053783 h 1068652"/>
              <a:gd name="connsiteX4" fmla="*/ 1334545 w 2149479"/>
              <a:gd name="connsiteY4" fmla="*/ 1017635 h 1068652"/>
              <a:gd name="connsiteX5" fmla="*/ 1376644 w 2149479"/>
              <a:gd name="connsiteY5" fmla="*/ 574366 h 1068652"/>
              <a:gd name="connsiteX6" fmla="*/ 1322730 w 2149479"/>
              <a:gd name="connsiteY6" fmla="*/ 332409 h 1068652"/>
              <a:gd name="connsiteX7" fmla="*/ 1118885 w 2149479"/>
              <a:gd name="connsiteY7" fmla="*/ 283428 h 1068652"/>
              <a:gd name="connsiteX8" fmla="*/ 870092 w 2149479"/>
              <a:gd name="connsiteY8" fmla="*/ 177713 h 1068652"/>
              <a:gd name="connsiteX9" fmla="*/ 419704 w 2149479"/>
              <a:gd name="connsiteY9" fmla="*/ 151532 h 1068652"/>
              <a:gd name="connsiteX10" fmla="*/ 0 w 2149479"/>
              <a:gd name="connsiteY10" fmla="*/ 0 h 1068652"/>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33597 w 1912984"/>
              <a:gd name="connsiteY8" fmla="*/ 90512 h 981451"/>
              <a:gd name="connsiteX9" fmla="*/ 183209 w 1912984"/>
              <a:gd name="connsiteY9" fmla="*/ 64331 h 981451"/>
              <a:gd name="connsiteX10" fmla="*/ 0 w 1912984"/>
              <a:gd name="connsiteY10" fmla="*/ 0 h 981451"/>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33597 w 1912984"/>
              <a:gd name="connsiteY8" fmla="*/ 90512 h 981451"/>
              <a:gd name="connsiteX9" fmla="*/ 183209 w 1912984"/>
              <a:gd name="connsiteY9" fmla="*/ 64331 h 981451"/>
              <a:gd name="connsiteX10" fmla="*/ 0 w 1912984"/>
              <a:gd name="connsiteY10" fmla="*/ 0 h 981451"/>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33597 w 1912984"/>
              <a:gd name="connsiteY8" fmla="*/ 90512 h 981451"/>
              <a:gd name="connsiteX9" fmla="*/ 187295 w 1912984"/>
              <a:gd name="connsiteY9" fmla="*/ 81713 h 981451"/>
              <a:gd name="connsiteX10" fmla="*/ 0 w 1912984"/>
              <a:gd name="connsiteY10" fmla="*/ 0 h 981451"/>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33597 w 1912984"/>
              <a:gd name="connsiteY8" fmla="*/ 90512 h 981451"/>
              <a:gd name="connsiteX9" fmla="*/ 187295 w 1912984"/>
              <a:gd name="connsiteY9" fmla="*/ 81713 h 981451"/>
              <a:gd name="connsiteX10" fmla="*/ 0 w 1912984"/>
              <a:gd name="connsiteY10" fmla="*/ 0 h 981451"/>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33597 w 1912984"/>
              <a:gd name="connsiteY8" fmla="*/ 90512 h 981451"/>
              <a:gd name="connsiteX9" fmla="*/ 187295 w 1912984"/>
              <a:gd name="connsiteY9" fmla="*/ 81713 h 981451"/>
              <a:gd name="connsiteX10" fmla="*/ 0 w 1912984"/>
              <a:gd name="connsiteY10" fmla="*/ 0 h 981451"/>
              <a:gd name="connsiteX0" fmla="*/ 1912984 w 1912984"/>
              <a:gd name="connsiteY0" fmla="*/ 189380 h 981451"/>
              <a:gd name="connsiteX1" fmla="*/ 1790118 w 1912984"/>
              <a:gd name="connsiteY1" fmla="*/ 538519 h 981451"/>
              <a:gd name="connsiteX2" fmla="*/ 1674567 w 1912984"/>
              <a:gd name="connsiteY2" fmla="*/ 841219 h 981451"/>
              <a:gd name="connsiteX3" fmla="*/ 1466730 w 1912984"/>
              <a:gd name="connsiteY3" fmla="*/ 966582 h 981451"/>
              <a:gd name="connsiteX4" fmla="*/ 1098050 w 1912984"/>
              <a:gd name="connsiteY4" fmla="*/ 930434 h 981451"/>
              <a:gd name="connsiteX5" fmla="*/ 1140149 w 1912984"/>
              <a:gd name="connsiteY5" fmla="*/ 487165 h 981451"/>
              <a:gd name="connsiteX6" fmla="*/ 1086235 w 1912984"/>
              <a:gd name="connsiteY6" fmla="*/ 245208 h 981451"/>
              <a:gd name="connsiteX7" fmla="*/ 882390 w 1912984"/>
              <a:gd name="connsiteY7" fmla="*/ 196227 h 981451"/>
              <a:gd name="connsiteX8" fmla="*/ 612073 w 1912984"/>
              <a:gd name="connsiteY8" fmla="*/ 115494 h 981451"/>
              <a:gd name="connsiteX9" fmla="*/ 187295 w 1912984"/>
              <a:gd name="connsiteY9" fmla="*/ 81713 h 981451"/>
              <a:gd name="connsiteX10" fmla="*/ 0 w 1912984"/>
              <a:gd name="connsiteY10" fmla="*/ 0 h 981451"/>
              <a:gd name="connsiteX0" fmla="*/ 1912984 w 1912984"/>
              <a:gd name="connsiteY0" fmla="*/ 189380 h 979374"/>
              <a:gd name="connsiteX1" fmla="*/ 1790118 w 1912984"/>
              <a:gd name="connsiteY1" fmla="*/ 538519 h 979374"/>
              <a:gd name="connsiteX2" fmla="*/ 1674567 w 1912984"/>
              <a:gd name="connsiteY2" fmla="*/ 841219 h 979374"/>
              <a:gd name="connsiteX3" fmla="*/ 1466730 w 1912984"/>
              <a:gd name="connsiteY3" fmla="*/ 966582 h 979374"/>
              <a:gd name="connsiteX4" fmla="*/ 1098050 w 1912984"/>
              <a:gd name="connsiteY4" fmla="*/ 930434 h 979374"/>
              <a:gd name="connsiteX5" fmla="*/ 1128665 w 1912984"/>
              <a:gd name="connsiteY5" fmla="*/ 521079 h 979374"/>
              <a:gd name="connsiteX6" fmla="*/ 1086235 w 1912984"/>
              <a:gd name="connsiteY6" fmla="*/ 245208 h 979374"/>
              <a:gd name="connsiteX7" fmla="*/ 882390 w 1912984"/>
              <a:gd name="connsiteY7" fmla="*/ 196227 h 979374"/>
              <a:gd name="connsiteX8" fmla="*/ 612073 w 1912984"/>
              <a:gd name="connsiteY8" fmla="*/ 115494 h 979374"/>
              <a:gd name="connsiteX9" fmla="*/ 187295 w 1912984"/>
              <a:gd name="connsiteY9" fmla="*/ 81713 h 979374"/>
              <a:gd name="connsiteX10" fmla="*/ 0 w 1912984"/>
              <a:gd name="connsiteY10" fmla="*/ 0 h 979374"/>
              <a:gd name="connsiteX0" fmla="*/ 1912984 w 1912984"/>
              <a:gd name="connsiteY0" fmla="*/ 189380 h 979374"/>
              <a:gd name="connsiteX1" fmla="*/ 1790118 w 1912984"/>
              <a:gd name="connsiteY1" fmla="*/ 538519 h 979374"/>
              <a:gd name="connsiteX2" fmla="*/ 1674567 w 1912984"/>
              <a:gd name="connsiteY2" fmla="*/ 841219 h 979374"/>
              <a:gd name="connsiteX3" fmla="*/ 1466730 w 1912984"/>
              <a:gd name="connsiteY3" fmla="*/ 966582 h 979374"/>
              <a:gd name="connsiteX4" fmla="*/ 1098050 w 1912984"/>
              <a:gd name="connsiteY4" fmla="*/ 930434 h 979374"/>
              <a:gd name="connsiteX5" fmla="*/ 1128665 w 1912984"/>
              <a:gd name="connsiteY5" fmla="*/ 521079 h 979374"/>
              <a:gd name="connsiteX6" fmla="*/ 1086235 w 1912984"/>
              <a:gd name="connsiteY6" fmla="*/ 245208 h 979374"/>
              <a:gd name="connsiteX7" fmla="*/ 882390 w 1912984"/>
              <a:gd name="connsiteY7" fmla="*/ 196227 h 979374"/>
              <a:gd name="connsiteX8" fmla="*/ 612073 w 1912984"/>
              <a:gd name="connsiteY8" fmla="*/ 115494 h 979374"/>
              <a:gd name="connsiteX9" fmla="*/ 187295 w 1912984"/>
              <a:gd name="connsiteY9" fmla="*/ 81713 h 979374"/>
              <a:gd name="connsiteX10" fmla="*/ 0 w 1912984"/>
              <a:gd name="connsiteY10" fmla="*/ 0 h 979374"/>
              <a:gd name="connsiteX0" fmla="*/ 1870830 w 1870830"/>
              <a:gd name="connsiteY0" fmla="*/ 190787 h 979374"/>
              <a:gd name="connsiteX1" fmla="*/ 1790118 w 1870830"/>
              <a:gd name="connsiteY1" fmla="*/ 538519 h 979374"/>
              <a:gd name="connsiteX2" fmla="*/ 1674567 w 1870830"/>
              <a:gd name="connsiteY2" fmla="*/ 841219 h 979374"/>
              <a:gd name="connsiteX3" fmla="*/ 1466730 w 1870830"/>
              <a:gd name="connsiteY3" fmla="*/ 966582 h 979374"/>
              <a:gd name="connsiteX4" fmla="*/ 1098050 w 1870830"/>
              <a:gd name="connsiteY4" fmla="*/ 930434 h 979374"/>
              <a:gd name="connsiteX5" fmla="*/ 1128665 w 1870830"/>
              <a:gd name="connsiteY5" fmla="*/ 521079 h 979374"/>
              <a:gd name="connsiteX6" fmla="*/ 1086235 w 1870830"/>
              <a:gd name="connsiteY6" fmla="*/ 245208 h 979374"/>
              <a:gd name="connsiteX7" fmla="*/ 882390 w 1870830"/>
              <a:gd name="connsiteY7" fmla="*/ 196227 h 979374"/>
              <a:gd name="connsiteX8" fmla="*/ 612073 w 1870830"/>
              <a:gd name="connsiteY8" fmla="*/ 115494 h 979374"/>
              <a:gd name="connsiteX9" fmla="*/ 187295 w 1870830"/>
              <a:gd name="connsiteY9" fmla="*/ 81713 h 979374"/>
              <a:gd name="connsiteX10" fmla="*/ 0 w 1870830"/>
              <a:gd name="connsiteY10" fmla="*/ 0 h 979374"/>
              <a:gd name="connsiteX0" fmla="*/ 1870830 w 1870830"/>
              <a:gd name="connsiteY0" fmla="*/ 190787 h 979374"/>
              <a:gd name="connsiteX1" fmla="*/ 1790118 w 1870830"/>
              <a:gd name="connsiteY1" fmla="*/ 538519 h 979374"/>
              <a:gd name="connsiteX2" fmla="*/ 1674567 w 1870830"/>
              <a:gd name="connsiteY2" fmla="*/ 841219 h 979374"/>
              <a:gd name="connsiteX3" fmla="*/ 1466730 w 1870830"/>
              <a:gd name="connsiteY3" fmla="*/ 966582 h 979374"/>
              <a:gd name="connsiteX4" fmla="*/ 1098050 w 1870830"/>
              <a:gd name="connsiteY4" fmla="*/ 930434 h 979374"/>
              <a:gd name="connsiteX5" fmla="*/ 1128665 w 1870830"/>
              <a:gd name="connsiteY5" fmla="*/ 521079 h 979374"/>
              <a:gd name="connsiteX6" fmla="*/ 1086235 w 1870830"/>
              <a:gd name="connsiteY6" fmla="*/ 245208 h 979374"/>
              <a:gd name="connsiteX7" fmla="*/ 882390 w 1870830"/>
              <a:gd name="connsiteY7" fmla="*/ 196227 h 979374"/>
              <a:gd name="connsiteX8" fmla="*/ 612073 w 1870830"/>
              <a:gd name="connsiteY8" fmla="*/ 115494 h 979374"/>
              <a:gd name="connsiteX9" fmla="*/ 187295 w 1870830"/>
              <a:gd name="connsiteY9" fmla="*/ 81713 h 979374"/>
              <a:gd name="connsiteX10" fmla="*/ 0 w 1870830"/>
              <a:gd name="connsiteY10" fmla="*/ 0 h 979374"/>
              <a:gd name="connsiteX0" fmla="*/ 1870830 w 1872440"/>
              <a:gd name="connsiteY0" fmla="*/ 190787 h 979374"/>
              <a:gd name="connsiteX1" fmla="*/ 1812897 w 1872440"/>
              <a:gd name="connsiteY1" fmla="*/ 544210 h 979374"/>
              <a:gd name="connsiteX2" fmla="*/ 1674567 w 1872440"/>
              <a:gd name="connsiteY2" fmla="*/ 841219 h 979374"/>
              <a:gd name="connsiteX3" fmla="*/ 1466730 w 1872440"/>
              <a:gd name="connsiteY3" fmla="*/ 966582 h 979374"/>
              <a:gd name="connsiteX4" fmla="*/ 1098050 w 1872440"/>
              <a:gd name="connsiteY4" fmla="*/ 930434 h 979374"/>
              <a:gd name="connsiteX5" fmla="*/ 1128665 w 1872440"/>
              <a:gd name="connsiteY5" fmla="*/ 521079 h 979374"/>
              <a:gd name="connsiteX6" fmla="*/ 1086235 w 1872440"/>
              <a:gd name="connsiteY6" fmla="*/ 245208 h 979374"/>
              <a:gd name="connsiteX7" fmla="*/ 882390 w 1872440"/>
              <a:gd name="connsiteY7" fmla="*/ 196227 h 979374"/>
              <a:gd name="connsiteX8" fmla="*/ 612073 w 1872440"/>
              <a:gd name="connsiteY8" fmla="*/ 115494 h 979374"/>
              <a:gd name="connsiteX9" fmla="*/ 187295 w 1872440"/>
              <a:gd name="connsiteY9" fmla="*/ 81713 h 979374"/>
              <a:gd name="connsiteX10" fmla="*/ 0 w 1872440"/>
              <a:gd name="connsiteY10" fmla="*/ 0 h 979374"/>
              <a:gd name="connsiteX0" fmla="*/ 1870830 w 1872440"/>
              <a:gd name="connsiteY0" fmla="*/ 190787 h 967229"/>
              <a:gd name="connsiteX1" fmla="*/ 1812897 w 1872440"/>
              <a:gd name="connsiteY1" fmla="*/ 544210 h 967229"/>
              <a:gd name="connsiteX2" fmla="*/ 1674567 w 1872440"/>
              <a:gd name="connsiteY2" fmla="*/ 841219 h 967229"/>
              <a:gd name="connsiteX3" fmla="*/ 1466730 w 1872440"/>
              <a:gd name="connsiteY3" fmla="*/ 966582 h 967229"/>
              <a:gd name="connsiteX4" fmla="*/ 1145494 w 1872440"/>
              <a:gd name="connsiteY4" fmla="*/ 833851 h 967229"/>
              <a:gd name="connsiteX5" fmla="*/ 1128665 w 1872440"/>
              <a:gd name="connsiteY5" fmla="*/ 521079 h 967229"/>
              <a:gd name="connsiteX6" fmla="*/ 1086235 w 1872440"/>
              <a:gd name="connsiteY6" fmla="*/ 245208 h 967229"/>
              <a:gd name="connsiteX7" fmla="*/ 882390 w 1872440"/>
              <a:gd name="connsiteY7" fmla="*/ 196227 h 967229"/>
              <a:gd name="connsiteX8" fmla="*/ 612073 w 1872440"/>
              <a:gd name="connsiteY8" fmla="*/ 115494 h 967229"/>
              <a:gd name="connsiteX9" fmla="*/ 187295 w 1872440"/>
              <a:gd name="connsiteY9" fmla="*/ 81713 h 967229"/>
              <a:gd name="connsiteX10" fmla="*/ 0 w 1872440"/>
              <a:gd name="connsiteY10" fmla="*/ 0 h 967229"/>
              <a:gd name="connsiteX0" fmla="*/ 1870830 w 1872440"/>
              <a:gd name="connsiteY0" fmla="*/ 190787 h 894969"/>
              <a:gd name="connsiteX1" fmla="*/ 1812897 w 1872440"/>
              <a:gd name="connsiteY1" fmla="*/ 544210 h 894969"/>
              <a:gd name="connsiteX2" fmla="*/ 1674567 w 1872440"/>
              <a:gd name="connsiteY2" fmla="*/ 841219 h 894969"/>
              <a:gd name="connsiteX3" fmla="*/ 1477251 w 1872440"/>
              <a:gd name="connsiteY3" fmla="*/ 891974 h 894969"/>
              <a:gd name="connsiteX4" fmla="*/ 1145494 w 1872440"/>
              <a:gd name="connsiteY4" fmla="*/ 833851 h 894969"/>
              <a:gd name="connsiteX5" fmla="*/ 1128665 w 1872440"/>
              <a:gd name="connsiteY5" fmla="*/ 521079 h 894969"/>
              <a:gd name="connsiteX6" fmla="*/ 1086235 w 1872440"/>
              <a:gd name="connsiteY6" fmla="*/ 245208 h 894969"/>
              <a:gd name="connsiteX7" fmla="*/ 882390 w 1872440"/>
              <a:gd name="connsiteY7" fmla="*/ 196227 h 894969"/>
              <a:gd name="connsiteX8" fmla="*/ 612073 w 1872440"/>
              <a:gd name="connsiteY8" fmla="*/ 115494 h 894969"/>
              <a:gd name="connsiteX9" fmla="*/ 187295 w 1872440"/>
              <a:gd name="connsiteY9" fmla="*/ 81713 h 894969"/>
              <a:gd name="connsiteX10" fmla="*/ 0 w 1872440"/>
              <a:gd name="connsiteY10" fmla="*/ 0 h 894969"/>
              <a:gd name="connsiteX0" fmla="*/ 1870830 w 1870830"/>
              <a:gd name="connsiteY0" fmla="*/ 190787 h 894969"/>
              <a:gd name="connsiteX1" fmla="*/ 1812897 w 1870830"/>
              <a:gd name="connsiteY1" fmla="*/ 544210 h 894969"/>
              <a:gd name="connsiteX2" fmla="*/ 1663208 w 1870830"/>
              <a:gd name="connsiteY2" fmla="*/ 780110 h 894969"/>
              <a:gd name="connsiteX3" fmla="*/ 1477251 w 1870830"/>
              <a:gd name="connsiteY3" fmla="*/ 891974 h 894969"/>
              <a:gd name="connsiteX4" fmla="*/ 1145494 w 1870830"/>
              <a:gd name="connsiteY4" fmla="*/ 833851 h 894969"/>
              <a:gd name="connsiteX5" fmla="*/ 1128665 w 1870830"/>
              <a:gd name="connsiteY5" fmla="*/ 521079 h 894969"/>
              <a:gd name="connsiteX6" fmla="*/ 1086235 w 1870830"/>
              <a:gd name="connsiteY6" fmla="*/ 245208 h 894969"/>
              <a:gd name="connsiteX7" fmla="*/ 882390 w 1870830"/>
              <a:gd name="connsiteY7" fmla="*/ 196227 h 894969"/>
              <a:gd name="connsiteX8" fmla="*/ 612073 w 1870830"/>
              <a:gd name="connsiteY8" fmla="*/ 115494 h 894969"/>
              <a:gd name="connsiteX9" fmla="*/ 187295 w 1870830"/>
              <a:gd name="connsiteY9" fmla="*/ 81713 h 894969"/>
              <a:gd name="connsiteX10" fmla="*/ 0 w 1870830"/>
              <a:gd name="connsiteY10" fmla="*/ 0 h 894969"/>
              <a:gd name="connsiteX0" fmla="*/ 1870830 w 1870830"/>
              <a:gd name="connsiteY0" fmla="*/ 190787 h 894969"/>
              <a:gd name="connsiteX1" fmla="*/ 1812897 w 1870830"/>
              <a:gd name="connsiteY1" fmla="*/ 544210 h 894969"/>
              <a:gd name="connsiteX2" fmla="*/ 1729864 w 1870830"/>
              <a:gd name="connsiteY2" fmla="*/ 731150 h 894969"/>
              <a:gd name="connsiteX3" fmla="*/ 1477251 w 1870830"/>
              <a:gd name="connsiteY3" fmla="*/ 891974 h 894969"/>
              <a:gd name="connsiteX4" fmla="*/ 1145494 w 1870830"/>
              <a:gd name="connsiteY4" fmla="*/ 833851 h 894969"/>
              <a:gd name="connsiteX5" fmla="*/ 1128665 w 1870830"/>
              <a:gd name="connsiteY5" fmla="*/ 521079 h 894969"/>
              <a:gd name="connsiteX6" fmla="*/ 1086235 w 1870830"/>
              <a:gd name="connsiteY6" fmla="*/ 245208 h 894969"/>
              <a:gd name="connsiteX7" fmla="*/ 882390 w 1870830"/>
              <a:gd name="connsiteY7" fmla="*/ 196227 h 894969"/>
              <a:gd name="connsiteX8" fmla="*/ 612073 w 1870830"/>
              <a:gd name="connsiteY8" fmla="*/ 115494 h 894969"/>
              <a:gd name="connsiteX9" fmla="*/ 187295 w 1870830"/>
              <a:gd name="connsiteY9" fmla="*/ 81713 h 894969"/>
              <a:gd name="connsiteX10" fmla="*/ 0 w 1870830"/>
              <a:gd name="connsiteY10" fmla="*/ 0 h 894969"/>
              <a:gd name="connsiteX0" fmla="*/ 1870830 w 1870830"/>
              <a:gd name="connsiteY0" fmla="*/ 190787 h 894969"/>
              <a:gd name="connsiteX1" fmla="*/ 1812897 w 1870830"/>
              <a:gd name="connsiteY1" fmla="*/ 544210 h 894969"/>
              <a:gd name="connsiteX2" fmla="*/ 1729864 w 1870830"/>
              <a:gd name="connsiteY2" fmla="*/ 731150 h 894969"/>
              <a:gd name="connsiteX3" fmla="*/ 1477251 w 1870830"/>
              <a:gd name="connsiteY3" fmla="*/ 891974 h 894969"/>
              <a:gd name="connsiteX4" fmla="*/ 1145494 w 1870830"/>
              <a:gd name="connsiteY4" fmla="*/ 833851 h 894969"/>
              <a:gd name="connsiteX5" fmla="*/ 1128665 w 1870830"/>
              <a:gd name="connsiteY5" fmla="*/ 521079 h 894969"/>
              <a:gd name="connsiteX6" fmla="*/ 1086235 w 1870830"/>
              <a:gd name="connsiteY6" fmla="*/ 245208 h 894969"/>
              <a:gd name="connsiteX7" fmla="*/ 882390 w 1870830"/>
              <a:gd name="connsiteY7" fmla="*/ 196227 h 894969"/>
              <a:gd name="connsiteX8" fmla="*/ 612073 w 1870830"/>
              <a:gd name="connsiteY8" fmla="*/ 115494 h 894969"/>
              <a:gd name="connsiteX9" fmla="*/ 187295 w 1870830"/>
              <a:gd name="connsiteY9" fmla="*/ 81713 h 894969"/>
              <a:gd name="connsiteX10" fmla="*/ 0 w 1870830"/>
              <a:gd name="connsiteY10" fmla="*/ 0 h 894969"/>
              <a:gd name="connsiteX0" fmla="*/ 1870830 w 1870830"/>
              <a:gd name="connsiteY0" fmla="*/ 190787 h 893053"/>
              <a:gd name="connsiteX1" fmla="*/ 1812897 w 1870830"/>
              <a:gd name="connsiteY1" fmla="*/ 544210 h 893053"/>
              <a:gd name="connsiteX2" fmla="*/ 1729864 w 1870830"/>
              <a:gd name="connsiteY2" fmla="*/ 731150 h 893053"/>
              <a:gd name="connsiteX3" fmla="*/ 1477251 w 1870830"/>
              <a:gd name="connsiteY3" fmla="*/ 891974 h 893053"/>
              <a:gd name="connsiteX4" fmla="*/ 1094824 w 1870830"/>
              <a:gd name="connsiteY4" fmla="*/ 801614 h 893053"/>
              <a:gd name="connsiteX5" fmla="*/ 1128665 w 1870830"/>
              <a:gd name="connsiteY5" fmla="*/ 521079 h 893053"/>
              <a:gd name="connsiteX6" fmla="*/ 1086235 w 1870830"/>
              <a:gd name="connsiteY6" fmla="*/ 245208 h 893053"/>
              <a:gd name="connsiteX7" fmla="*/ 882390 w 1870830"/>
              <a:gd name="connsiteY7" fmla="*/ 196227 h 893053"/>
              <a:gd name="connsiteX8" fmla="*/ 612073 w 1870830"/>
              <a:gd name="connsiteY8" fmla="*/ 115494 h 893053"/>
              <a:gd name="connsiteX9" fmla="*/ 187295 w 1870830"/>
              <a:gd name="connsiteY9" fmla="*/ 81713 h 893053"/>
              <a:gd name="connsiteX10" fmla="*/ 0 w 1870830"/>
              <a:gd name="connsiteY10" fmla="*/ 0 h 89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830" h="893053">
                <a:moveTo>
                  <a:pt x="1870830" y="190787"/>
                </a:moveTo>
                <a:cubicBezTo>
                  <a:pt x="1865062" y="302421"/>
                  <a:pt x="1836391" y="454150"/>
                  <a:pt x="1812897" y="544210"/>
                </a:cubicBezTo>
                <a:cubicBezTo>
                  <a:pt x="1789403" y="634270"/>
                  <a:pt x="1785805" y="673189"/>
                  <a:pt x="1729864" y="731150"/>
                </a:cubicBezTo>
                <a:cubicBezTo>
                  <a:pt x="1673923" y="789111"/>
                  <a:pt x="1563450" y="884027"/>
                  <a:pt x="1477251" y="891974"/>
                </a:cubicBezTo>
                <a:cubicBezTo>
                  <a:pt x="1391052" y="899921"/>
                  <a:pt x="1152922" y="863430"/>
                  <a:pt x="1094824" y="801614"/>
                </a:cubicBezTo>
                <a:cubicBezTo>
                  <a:pt x="1036726" y="739798"/>
                  <a:pt x="1130097" y="613813"/>
                  <a:pt x="1128665" y="521079"/>
                </a:cubicBezTo>
                <a:cubicBezTo>
                  <a:pt x="1127234" y="428345"/>
                  <a:pt x="1127281" y="299350"/>
                  <a:pt x="1086235" y="245208"/>
                </a:cubicBezTo>
                <a:cubicBezTo>
                  <a:pt x="1045189" y="191066"/>
                  <a:pt x="961417" y="217846"/>
                  <a:pt x="882390" y="196227"/>
                </a:cubicBezTo>
                <a:cubicBezTo>
                  <a:pt x="803363" y="174608"/>
                  <a:pt x="727922" y="134580"/>
                  <a:pt x="612073" y="115494"/>
                </a:cubicBezTo>
                <a:cubicBezTo>
                  <a:pt x="496224" y="96408"/>
                  <a:pt x="270260" y="70469"/>
                  <a:pt x="187295" y="81713"/>
                </a:cubicBezTo>
                <a:cubicBezTo>
                  <a:pt x="46526" y="127265"/>
                  <a:pt x="102293" y="160951"/>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4" name="Freeform: Shape 23">
            <a:extLst>
              <a:ext uri="{FF2B5EF4-FFF2-40B4-BE49-F238E27FC236}">
                <a16:creationId xmlns:a16="http://schemas.microsoft.com/office/drawing/2014/main" id="{7994F16F-B7AC-E68A-E9CA-7DF61D14F380}"/>
              </a:ext>
            </a:extLst>
          </p:cNvPr>
          <p:cNvSpPr/>
          <p:nvPr userDrawn="1"/>
        </p:nvSpPr>
        <p:spPr>
          <a:xfrm rot="20798709" flipH="1">
            <a:off x="11740783" y="1415513"/>
            <a:ext cx="591040" cy="2293986"/>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85993 w 1809313"/>
              <a:gd name="connsiteY0" fmla="*/ 2426786 h 2426786"/>
              <a:gd name="connsiteX1" fmla="*/ 1529475 w 1809313"/>
              <a:gd name="connsiteY1" fmla="*/ 1570991 h 2426786"/>
              <a:gd name="connsiteX2" fmla="*/ 1519129 w 1809313"/>
              <a:gd name="connsiteY2" fmla="*/ 1183771 h 2426786"/>
              <a:gd name="connsiteX3" fmla="*/ 1442643 w 1809313"/>
              <a:gd name="connsiteY3" fmla="*/ 695233 h 2426786"/>
              <a:gd name="connsiteX4" fmla="*/ 1484172 w 1809313"/>
              <a:gd name="connsiteY4" fmla="*/ 397863 h 2426786"/>
              <a:gd name="connsiteX5" fmla="*/ 1484172 w 1809313"/>
              <a:gd name="connsiteY5" fmla="*/ 236700 h 2426786"/>
              <a:gd name="connsiteX6" fmla="*/ 1475886 w 1809313"/>
              <a:gd name="connsiteY6" fmla="*/ 67250 h 2426786"/>
              <a:gd name="connsiteX7" fmla="*/ 1440929 w 1809313"/>
              <a:gd name="connsiteY7" fmla="*/ 10767 h 2426786"/>
              <a:gd name="connsiteX8" fmla="*/ 1319580 w 1809313"/>
              <a:gd name="connsiteY8" fmla="*/ 34008 h 2426786"/>
              <a:gd name="connsiteX9" fmla="*/ 1130033 w 1809313"/>
              <a:gd name="connsiteY9" fmla="*/ 254988 h 2426786"/>
              <a:gd name="connsiteX10" fmla="*/ 887336 w 1809313"/>
              <a:gd name="connsiteY10" fmla="*/ 587315 h 2426786"/>
              <a:gd name="connsiteX11" fmla="*/ 672928 w 1809313"/>
              <a:gd name="connsiteY11" fmla="*/ 861444 h 2426786"/>
              <a:gd name="connsiteX12" fmla="*/ 453091 w 1809313"/>
              <a:gd name="connsiteY12" fmla="*/ 1145480 h 2426786"/>
              <a:gd name="connsiteX13" fmla="*/ 88988 w 1809313"/>
              <a:gd name="connsiteY13" fmla="*/ 2213710 h 2426786"/>
              <a:gd name="connsiteX0" fmla="*/ 1798702 w 1822022"/>
              <a:gd name="connsiteY0" fmla="*/ 2426786 h 2426786"/>
              <a:gd name="connsiteX1" fmla="*/ 1542184 w 1822022"/>
              <a:gd name="connsiteY1" fmla="*/ 1570991 h 2426786"/>
              <a:gd name="connsiteX2" fmla="*/ 1531838 w 1822022"/>
              <a:gd name="connsiteY2" fmla="*/ 1183771 h 2426786"/>
              <a:gd name="connsiteX3" fmla="*/ 1455352 w 1822022"/>
              <a:gd name="connsiteY3" fmla="*/ 695233 h 2426786"/>
              <a:gd name="connsiteX4" fmla="*/ 1496881 w 1822022"/>
              <a:gd name="connsiteY4" fmla="*/ 397863 h 2426786"/>
              <a:gd name="connsiteX5" fmla="*/ 1496881 w 1822022"/>
              <a:gd name="connsiteY5" fmla="*/ 236700 h 2426786"/>
              <a:gd name="connsiteX6" fmla="*/ 1488595 w 1822022"/>
              <a:gd name="connsiteY6" fmla="*/ 67250 h 2426786"/>
              <a:gd name="connsiteX7" fmla="*/ 1453638 w 1822022"/>
              <a:gd name="connsiteY7" fmla="*/ 10767 h 2426786"/>
              <a:gd name="connsiteX8" fmla="*/ 1332289 w 1822022"/>
              <a:gd name="connsiteY8" fmla="*/ 34008 h 2426786"/>
              <a:gd name="connsiteX9" fmla="*/ 1142742 w 1822022"/>
              <a:gd name="connsiteY9" fmla="*/ 254988 h 2426786"/>
              <a:gd name="connsiteX10" fmla="*/ 900045 w 1822022"/>
              <a:gd name="connsiteY10" fmla="*/ 587315 h 2426786"/>
              <a:gd name="connsiteX11" fmla="*/ 685637 w 1822022"/>
              <a:gd name="connsiteY11" fmla="*/ 861444 h 2426786"/>
              <a:gd name="connsiteX12" fmla="*/ 376068 w 1822022"/>
              <a:gd name="connsiteY12" fmla="*/ 1258978 h 2426786"/>
              <a:gd name="connsiteX13" fmla="*/ 101697 w 1822022"/>
              <a:gd name="connsiteY13" fmla="*/ 2213710 h 2426786"/>
              <a:gd name="connsiteX0" fmla="*/ 1804875 w 1828195"/>
              <a:gd name="connsiteY0" fmla="*/ 2426786 h 2426786"/>
              <a:gd name="connsiteX1" fmla="*/ 1548357 w 1828195"/>
              <a:gd name="connsiteY1" fmla="*/ 1570991 h 2426786"/>
              <a:gd name="connsiteX2" fmla="*/ 1538011 w 1828195"/>
              <a:gd name="connsiteY2" fmla="*/ 1183771 h 2426786"/>
              <a:gd name="connsiteX3" fmla="*/ 1461525 w 1828195"/>
              <a:gd name="connsiteY3" fmla="*/ 695233 h 2426786"/>
              <a:gd name="connsiteX4" fmla="*/ 1503054 w 1828195"/>
              <a:gd name="connsiteY4" fmla="*/ 397863 h 2426786"/>
              <a:gd name="connsiteX5" fmla="*/ 1503054 w 1828195"/>
              <a:gd name="connsiteY5" fmla="*/ 236700 h 2426786"/>
              <a:gd name="connsiteX6" fmla="*/ 1494768 w 1828195"/>
              <a:gd name="connsiteY6" fmla="*/ 67250 h 2426786"/>
              <a:gd name="connsiteX7" fmla="*/ 1459811 w 1828195"/>
              <a:gd name="connsiteY7" fmla="*/ 10767 h 2426786"/>
              <a:gd name="connsiteX8" fmla="*/ 1338462 w 1828195"/>
              <a:gd name="connsiteY8" fmla="*/ 34008 h 2426786"/>
              <a:gd name="connsiteX9" fmla="*/ 1148915 w 1828195"/>
              <a:gd name="connsiteY9" fmla="*/ 254988 h 2426786"/>
              <a:gd name="connsiteX10" fmla="*/ 906218 w 1828195"/>
              <a:gd name="connsiteY10" fmla="*/ 587315 h 2426786"/>
              <a:gd name="connsiteX11" fmla="*/ 691810 w 1828195"/>
              <a:gd name="connsiteY11" fmla="*/ 861444 h 2426786"/>
              <a:gd name="connsiteX12" fmla="*/ 382241 w 1828195"/>
              <a:gd name="connsiteY12" fmla="*/ 1258978 h 2426786"/>
              <a:gd name="connsiteX13" fmla="*/ 107870 w 1828195"/>
              <a:gd name="connsiteY13" fmla="*/ 2213710 h 2426786"/>
              <a:gd name="connsiteX0" fmla="*/ 1805510 w 1828830"/>
              <a:gd name="connsiteY0" fmla="*/ 2426786 h 2426786"/>
              <a:gd name="connsiteX1" fmla="*/ 1548992 w 1828830"/>
              <a:gd name="connsiteY1" fmla="*/ 1570991 h 2426786"/>
              <a:gd name="connsiteX2" fmla="*/ 1538646 w 1828830"/>
              <a:gd name="connsiteY2" fmla="*/ 1183771 h 2426786"/>
              <a:gd name="connsiteX3" fmla="*/ 1462160 w 1828830"/>
              <a:gd name="connsiteY3" fmla="*/ 695233 h 2426786"/>
              <a:gd name="connsiteX4" fmla="*/ 1503689 w 1828830"/>
              <a:gd name="connsiteY4" fmla="*/ 397863 h 2426786"/>
              <a:gd name="connsiteX5" fmla="*/ 1503689 w 1828830"/>
              <a:gd name="connsiteY5" fmla="*/ 236700 h 2426786"/>
              <a:gd name="connsiteX6" fmla="*/ 1495403 w 1828830"/>
              <a:gd name="connsiteY6" fmla="*/ 67250 h 2426786"/>
              <a:gd name="connsiteX7" fmla="*/ 1460446 w 1828830"/>
              <a:gd name="connsiteY7" fmla="*/ 10767 h 2426786"/>
              <a:gd name="connsiteX8" fmla="*/ 1339097 w 1828830"/>
              <a:gd name="connsiteY8" fmla="*/ 34008 h 2426786"/>
              <a:gd name="connsiteX9" fmla="*/ 1149550 w 1828830"/>
              <a:gd name="connsiteY9" fmla="*/ 254988 h 2426786"/>
              <a:gd name="connsiteX10" fmla="*/ 906853 w 1828830"/>
              <a:gd name="connsiteY10" fmla="*/ 587315 h 2426786"/>
              <a:gd name="connsiteX11" fmla="*/ 692445 w 1828830"/>
              <a:gd name="connsiteY11" fmla="*/ 861444 h 2426786"/>
              <a:gd name="connsiteX12" fmla="*/ 382876 w 1828830"/>
              <a:gd name="connsiteY12" fmla="*/ 1258978 h 2426786"/>
              <a:gd name="connsiteX13" fmla="*/ 108505 w 1828830"/>
              <a:gd name="connsiteY13" fmla="*/ 2213710 h 2426786"/>
              <a:gd name="connsiteX0" fmla="*/ 1750435 w 1773755"/>
              <a:gd name="connsiteY0" fmla="*/ 2426786 h 2426786"/>
              <a:gd name="connsiteX1" fmla="*/ 1493917 w 1773755"/>
              <a:gd name="connsiteY1" fmla="*/ 1570991 h 2426786"/>
              <a:gd name="connsiteX2" fmla="*/ 1483571 w 1773755"/>
              <a:gd name="connsiteY2" fmla="*/ 1183771 h 2426786"/>
              <a:gd name="connsiteX3" fmla="*/ 1407085 w 1773755"/>
              <a:gd name="connsiteY3" fmla="*/ 695233 h 2426786"/>
              <a:gd name="connsiteX4" fmla="*/ 1448614 w 1773755"/>
              <a:gd name="connsiteY4" fmla="*/ 397863 h 2426786"/>
              <a:gd name="connsiteX5" fmla="*/ 1448614 w 1773755"/>
              <a:gd name="connsiteY5" fmla="*/ 236700 h 2426786"/>
              <a:gd name="connsiteX6" fmla="*/ 1440328 w 1773755"/>
              <a:gd name="connsiteY6" fmla="*/ 67250 h 2426786"/>
              <a:gd name="connsiteX7" fmla="*/ 1405371 w 1773755"/>
              <a:gd name="connsiteY7" fmla="*/ 10767 h 2426786"/>
              <a:gd name="connsiteX8" fmla="*/ 1284022 w 1773755"/>
              <a:gd name="connsiteY8" fmla="*/ 34008 h 2426786"/>
              <a:gd name="connsiteX9" fmla="*/ 1094475 w 1773755"/>
              <a:gd name="connsiteY9" fmla="*/ 254988 h 2426786"/>
              <a:gd name="connsiteX10" fmla="*/ 851778 w 1773755"/>
              <a:gd name="connsiteY10" fmla="*/ 587315 h 2426786"/>
              <a:gd name="connsiteX11" fmla="*/ 637370 w 1773755"/>
              <a:gd name="connsiteY11" fmla="*/ 861444 h 2426786"/>
              <a:gd name="connsiteX12" fmla="*/ 327801 w 1773755"/>
              <a:gd name="connsiteY12" fmla="*/ 1258978 h 2426786"/>
              <a:gd name="connsiteX13" fmla="*/ 122155 w 1773755"/>
              <a:gd name="connsiteY13" fmla="*/ 2226096 h 2426786"/>
              <a:gd name="connsiteX0" fmla="*/ 1739912 w 1763232"/>
              <a:gd name="connsiteY0" fmla="*/ 2426786 h 2426786"/>
              <a:gd name="connsiteX1" fmla="*/ 1483394 w 1763232"/>
              <a:gd name="connsiteY1" fmla="*/ 1570991 h 2426786"/>
              <a:gd name="connsiteX2" fmla="*/ 1473048 w 1763232"/>
              <a:gd name="connsiteY2" fmla="*/ 1183771 h 2426786"/>
              <a:gd name="connsiteX3" fmla="*/ 1396562 w 1763232"/>
              <a:gd name="connsiteY3" fmla="*/ 695233 h 2426786"/>
              <a:gd name="connsiteX4" fmla="*/ 1438091 w 1763232"/>
              <a:gd name="connsiteY4" fmla="*/ 397863 h 2426786"/>
              <a:gd name="connsiteX5" fmla="*/ 1438091 w 1763232"/>
              <a:gd name="connsiteY5" fmla="*/ 236700 h 2426786"/>
              <a:gd name="connsiteX6" fmla="*/ 1429805 w 1763232"/>
              <a:gd name="connsiteY6" fmla="*/ 67250 h 2426786"/>
              <a:gd name="connsiteX7" fmla="*/ 1394848 w 1763232"/>
              <a:gd name="connsiteY7" fmla="*/ 10767 h 2426786"/>
              <a:gd name="connsiteX8" fmla="*/ 1273499 w 1763232"/>
              <a:gd name="connsiteY8" fmla="*/ 34008 h 2426786"/>
              <a:gd name="connsiteX9" fmla="*/ 1083952 w 1763232"/>
              <a:gd name="connsiteY9" fmla="*/ 254988 h 2426786"/>
              <a:gd name="connsiteX10" fmla="*/ 841255 w 1763232"/>
              <a:gd name="connsiteY10" fmla="*/ 587315 h 2426786"/>
              <a:gd name="connsiteX11" fmla="*/ 626847 w 1763232"/>
              <a:gd name="connsiteY11" fmla="*/ 861444 h 2426786"/>
              <a:gd name="connsiteX12" fmla="*/ 368910 w 1763232"/>
              <a:gd name="connsiteY12" fmla="*/ 1271647 h 2426786"/>
              <a:gd name="connsiteX13" fmla="*/ 111632 w 1763232"/>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33485 w 1769870"/>
              <a:gd name="connsiteY11" fmla="*/ 861444 h 2426786"/>
              <a:gd name="connsiteX12" fmla="*/ 375548 w 1769870"/>
              <a:gd name="connsiteY12" fmla="*/ 1271647 h 2426786"/>
              <a:gd name="connsiteX13" fmla="*/ 118270 w 1769870"/>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78929 w 1769870"/>
              <a:gd name="connsiteY11" fmla="*/ 893673 h 2426786"/>
              <a:gd name="connsiteX12" fmla="*/ 375548 w 1769870"/>
              <a:gd name="connsiteY12" fmla="*/ 1271647 h 2426786"/>
              <a:gd name="connsiteX13" fmla="*/ 118270 w 1769870"/>
              <a:gd name="connsiteY13" fmla="*/ 2226096 h 2426786"/>
              <a:gd name="connsiteX0" fmla="*/ 1708694 w 1729238"/>
              <a:gd name="connsiteY0" fmla="*/ 2521995 h 2521995"/>
              <a:gd name="connsiteX1" fmla="*/ 1490032 w 1729238"/>
              <a:gd name="connsiteY1" fmla="*/ 1570991 h 2521995"/>
              <a:gd name="connsiteX2" fmla="*/ 1479686 w 1729238"/>
              <a:gd name="connsiteY2" fmla="*/ 1183771 h 2521995"/>
              <a:gd name="connsiteX3" fmla="*/ 1403200 w 1729238"/>
              <a:gd name="connsiteY3" fmla="*/ 695233 h 2521995"/>
              <a:gd name="connsiteX4" fmla="*/ 1444729 w 1729238"/>
              <a:gd name="connsiteY4" fmla="*/ 397863 h 2521995"/>
              <a:gd name="connsiteX5" fmla="*/ 1444729 w 1729238"/>
              <a:gd name="connsiteY5" fmla="*/ 236700 h 2521995"/>
              <a:gd name="connsiteX6" fmla="*/ 1436443 w 1729238"/>
              <a:gd name="connsiteY6" fmla="*/ 67250 h 2521995"/>
              <a:gd name="connsiteX7" fmla="*/ 1401486 w 1729238"/>
              <a:gd name="connsiteY7" fmla="*/ 10767 h 2521995"/>
              <a:gd name="connsiteX8" fmla="*/ 1280137 w 1729238"/>
              <a:gd name="connsiteY8" fmla="*/ 34008 h 2521995"/>
              <a:gd name="connsiteX9" fmla="*/ 1090590 w 1729238"/>
              <a:gd name="connsiteY9" fmla="*/ 254988 h 2521995"/>
              <a:gd name="connsiteX10" fmla="*/ 847893 w 1729238"/>
              <a:gd name="connsiteY10" fmla="*/ 587315 h 2521995"/>
              <a:gd name="connsiteX11" fmla="*/ 678929 w 1729238"/>
              <a:gd name="connsiteY11" fmla="*/ 893673 h 2521995"/>
              <a:gd name="connsiteX12" fmla="*/ 375548 w 1729238"/>
              <a:gd name="connsiteY12" fmla="*/ 1271647 h 2521995"/>
              <a:gd name="connsiteX13" fmla="*/ 118270 w 1729238"/>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47893 w 1746987"/>
              <a:gd name="connsiteY10" fmla="*/ 587315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700677 w 1746987"/>
              <a:gd name="connsiteY11" fmla="*/ 905856 h 2521995"/>
              <a:gd name="connsiteX12" fmla="*/ 375548 w 1746987"/>
              <a:gd name="connsiteY12" fmla="*/ 1271647 h 2521995"/>
              <a:gd name="connsiteX13" fmla="*/ 118270 w 1746987"/>
              <a:gd name="connsiteY13" fmla="*/ 2226096 h 2521995"/>
              <a:gd name="connsiteX0" fmla="*/ 1829964 w 1868257"/>
              <a:gd name="connsiteY0" fmla="*/ 2521995 h 2521995"/>
              <a:gd name="connsiteX1" fmla="*/ 1611302 w 1868257"/>
              <a:gd name="connsiteY1" fmla="*/ 1570991 h 2521995"/>
              <a:gd name="connsiteX2" fmla="*/ 1600956 w 1868257"/>
              <a:gd name="connsiteY2" fmla="*/ 1183771 h 2521995"/>
              <a:gd name="connsiteX3" fmla="*/ 1524470 w 1868257"/>
              <a:gd name="connsiteY3" fmla="*/ 695233 h 2521995"/>
              <a:gd name="connsiteX4" fmla="*/ 1565999 w 1868257"/>
              <a:gd name="connsiteY4" fmla="*/ 397863 h 2521995"/>
              <a:gd name="connsiteX5" fmla="*/ 1565999 w 1868257"/>
              <a:gd name="connsiteY5" fmla="*/ 236700 h 2521995"/>
              <a:gd name="connsiteX6" fmla="*/ 1557713 w 1868257"/>
              <a:gd name="connsiteY6" fmla="*/ 67250 h 2521995"/>
              <a:gd name="connsiteX7" fmla="*/ 1522756 w 1868257"/>
              <a:gd name="connsiteY7" fmla="*/ 10767 h 2521995"/>
              <a:gd name="connsiteX8" fmla="*/ 1401407 w 1868257"/>
              <a:gd name="connsiteY8" fmla="*/ 34008 h 2521995"/>
              <a:gd name="connsiteX9" fmla="*/ 1211860 w 1868257"/>
              <a:gd name="connsiteY9" fmla="*/ 254988 h 2521995"/>
              <a:gd name="connsiteX10" fmla="*/ 1003960 w 1868257"/>
              <a:gd name="connsiteY10" fmla="*/ 607707 h 2521995"/>
              <a:gd name="connsiteX11" fmla="*/ 821947 w 1868257"/>
              <a:gd name="connsiteY11" fmla="*/ 905856 h 2521995"/>
              <a:gd name="connsiteX12" fmla="*/ 496818 w 1868257"/>
              <a:gd name="connsiteY12" fmla="*/ 1271647 h 2521995"/>
              <a:gd name="connsiteX13" fmla="*/ 93890 w 1868257"/>
              <a:gd name="connsiteY13" fmla="*/ 2210733 h 2521995"/>
              <a:gd name="connsiteX0" fmla="*/ 1807586 w 1845879"/>
              <a:gd name="connsiteY0" fmla="*/ 2521995 h 2521995"/>
              <a:gd name="connsiteX1" fmla="*/ 1588924 w 1845879"/>
              <a:gd name="connsiteY1" fmla="*/ 1570991 h 2521995"/>
              <a:gd name="connsiteX2" fmla="*/ 1578578 w 1845879"/>
              <a:gd name="connsiteY2" fmla="*/ 1183771 h 2521995"/>
              <a:gd name="connsiteX3" fmla="*/ 1502092 w 1845879"/>
              <a:gd name="connsiteY3" fmla="*/ 695233 h 2521995"/>
              <a:gd name="connsiteX4" fmla="*/ 1543621 w 1845879"/>
              <a:gd name="connsiteY4" fmla="*/ 397863 h 2521995"/>
              <a:gd name="connsiteX5" fmla="*/ 1543621 w 1845879"/>
              <a:gd name="connsiteY5" fmla="*/ 236700 h 2521995"/>
              <a:gd name="connsiteX6" fmla="*/ 1535335 w 1845879"/>
              <a:gd name="connsiteY6" fmla="*/ 67250 h 2521995"/>
              <a:gd name="connsiteX7" fmla="*/ 1500378 w 1845879"/>
              <a:gd name="connsiteY7" fmla="*/ 10767 h 2521995"/>
              <a:gd name="connsiteX8" fmla="*/ 1379029 w 1845879"/>
              <a:gd name="connsiteY8" fmla="*/ 34008 h 2521995"/>
              <a:gd name="connsiteX9" fmla="*/ 1189482 w 1845879"/>
              <a:gd name="connsiteY9" fmla="*/ 254988 h 2521995"/>
              <a:gd name="connsiteX10" fmla="*/ 981582 w 1845879"/>
              <a:gd name="connsiteY10" fmla="*/ 607707 h 2521995"/>
              <a:gd name="connsiteX11" fmla="*/ 799569 w 1845879"/>
              <a:gd name="connsiteY11" fmla="*/ 905856 h 2521995"/>
              <a:gd name="connsiteX12" fmla="*/ 474440 w 1845879"/>
              <a:gd name="connsiteY12" fmla="*/ 1271647 h 2521995"/>
              <a:gd name="connsiteX13" fmla="*/ 71512 w 1845879"/>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97318 w 1843628"/>
              <a:gd name="connsiteY11" fmla="*/ 905856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58658 w 1843628"/>
              <a:gd name="connsiteY10" fmla="*/ 502520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2494 h 2522494"/>
              <a:gd name="connsiteX1" fmla="*/ 1586673 w 1843628"/>
              <a:gd name="connsiteY1" fmla="*/ 1571490 h 2522494"/>
              <a:gd name="connsiteX2" fmla="*/ 1576327 w 1843628"/>
              <a:gd name="connsiteY2" fmla="*/ 1184270 h 2522494"/>
              <a:gd name="connsiteX3" fmla="*/ 1499841 w 1843628"/>
              <a:gd name="connsiteY3" fmla="*/ 695732 h 2522494"/>
              <a:gd name="connsiteX4" fmla="*/ 1541370 w 1843628"/>
              <a:gd name="connsiteY4" fmla="*/ 398362 h 2522494"/>
              <a:gd name="connsiteX5" fmla="*/ 1541370 w 1843628"/>
              <a:gd name="connsiteY5" fmla="*/ 237199 h 2522494"/>
              <a:gd name="connsiteX6" fmla="*/ 1533084 w 1843628"/>
              <a:gd name="connsiteY6" fmla="*/ 67749 h 2522494"/>
              <a:gd name="connsiteX7" fmla="*/ 1498127 w 1843628"/>
              <a:gd name="connsiteY7" fmla="*/ 11266 h 2522494"/>
              <a:gd name="connsiteX8" fmla="*/ 1376778 w 1843628"/>
              <a:gd name="connsiteY8" fmla="*/ 34507 h 2522494"/>
              <a:gd name="connsiteX9" fmla="*/ 1182582 w 1843628"/>
              <a:gd name="connsiteY9" fmla="*/ 180432 h 2522494"/>
              <a:gd name="connsiteX10" fmla="*/ 958658 w 1843628"/>
              <a:gd name="connsiteY10" fmla="*/ 503019 h 2522494"/>
              <a:gd name="connsiteX11" fmla="*/ 739867 w 1843628"/>
              <a:gd name="connsiteY11" fmla="*/ 881500 h 2522494"/>
              <a:gd name="connsiteX12" fmla="*/ 491536 w 1843628"/>
              <a:gd name="connsiteY12" fmla="*/ 1354605 h 2522494"/>
              <a:gd name="connsiteX13" fmla="*/ 69261 w 1843628"/>
              <a:gd name="connsiteY13" fmla="*/ 2211232 h 2522494"/>
              <a:gd name="connsiteX0" fmla="*/ 1814299 w 1852592"/>
              <a:gd name="connsiteY0" fmla="*/ 2522494 h 2522494"/>
              <a:gd name="connsiteX1" fmla="*/ 1595637 w 1852592"/>
              <a:gd name="connsiteY1" fmla="*/ 1571490 h 2522494"/>
              <a:gd name="connsiteX2" fmla="*/ 1585291 w 1852592"/>
              <a:gd name="connsiteY2" fmla="*/ 1184270 h 2522494"/>
              <a:gd name="connsiteX3" fmla="*/ 1508805 w 1852592"/>
              <a:gd name="connsiteY3" fmla="*/ 695732 h 2522494"/>
              <a:gd name="connsiteX4" fmla="*/ 1550334 w 1852592"/>
              <a:gd name="connsiteY4" fmla="*/ 398362 h 2522494"/>
              <a:gd name="connsiteX5" fmla="*/ 1550334 w 1852592"/>
              <a:gd name="connsiteY5" fmla="*/ 237199 h 2522494"/>
              <a:gd name="connsiteX6" fmla="*/ 1542048 w 1852592"/>
              <a:gd name="connsiteY6" fmla="*/ 67749 h 2522494"/>
              <a:gd name="connsiteX7" fmla="*/ 1507091 w 1852592"/>
              <a:gd name="connsiteY7" fmla="*/ 11266 h 2522494"/>
              <a:gd name="connsiteX8" fmla="*/ 1385742 w 1852592"/>
              <a:gd name="connsiteY8" fmla="*/ 34507 h 2522494"/>
              <a:gd name="connsiteX9" fmla="*/ 1191546 w 1852592"/>
              <a:gd name="connsiteY9" fmla="*/ 180432 h 2522494"/>
              <a:gd name="connsiteX10" fmla="*/ 967622 w 1852592"/>
              <a:gd name="connsiteY10" fmla="*/ 503019 h 2522494"/>
              <a:gd name="connsiteX11" fmla="*/ 748831 w 1852592"/>
              <a:gd name="connsiteY11" fmla="*/ 881500 h 2522494"/>
              <a:gd name="connsiteX12" fmla="*/ 429673 w 1852592"/>
              <a:gd name="connsiteY12" fmla="*/ 1363043 h 2522494"/>
              <a:gd name="connsiteX13" fmla="*/ 78225 w 1852592"/>
              <a:gd name="connsiteY13" fmla="*/ 2211232 h 2522494"/>
              <a:gd name="connsiteX0" fmla="*/ 1783270 w 1824005"/>
              <a:gd name="connsiteY0" fmla="*/ 2101879 h 2211232"/>
              <a:gd name="connsiteX1" fmla="*/ 1595637 w 1824005"/>
              <a:gd name="connsiteY1" fmla="*/ 1571490 h 2211232"/>
              <a:gd name="connsiteX2" fmla="*/ 1585291 w 1824005"/>
              <a:gd name="connsiteY2" fmla="*/ 1184270 h 2211232"/>
              <a:gd name="connsiteX3" fmla="*/ 1508805 w 1824005"/>
              <a:gd name="connsiteY3" fmla="*/ 695732 h 2211232"/>
              <a:gd name="connsiteX4" fmla="*/ 1550334 w 1824005"/>
              <a:gd name="connsiteY4" fmla="*/ 398362 h 2211232"/>
              <a:gd name="connsiteX5" fmla="*/ 1550334 w 1824005"/>
              <a:gd name="connsiteY5" fmla="*/ 237199 h 2211232"/>
              <a:gd name="connsiteX6" fmla="*/ 1542048 w 1824005"/>
              <a:gd name="connsiteY6" fmla="*/ 67749 h 2211232"/>
              <a:gd name="connsiteX7" fmla="*/ 1507091 w 1824005"/>
              <a:gd name="connsiteY7" fmla="*/ 11266 h 2211232"/>
              <a:gd name="connsiteX8" fmla="*/ 1385742 w 1824005"/>
              <a:gd name="connsiteY8" fmla="*/ 34507 h 2211232"/>
              <a:gd name="connsiteX9" fmla="*/ 1191546 w 1824005"/>
              <a:gd name="connsiteY9" fmla="*/ 180432 h 2211232"/>
              <a:gd name="connsiteX10" fmla="*/ 967622 w 1824005"/>
              <a:gd name="connsiteY10" fmla="*/ 503019 h 2211232"/>
              <a:gd name="connsiteX11" fmla="*/ 748831 w 1824005"/>
              <a:gd name="connsiteY11" fmla="*/ 881500 h 2211232"/>
              <a:gd name="connsiteX12" fmla="*/ 429673 w 1824005"/>
              <a:gd name="connsiteY12" fmla="*/ 1363043 h 2211232"/>
              <a:gd name="connsiteX13" fmla="*/ 78225 w 1824005"/>
              <a:gd name="connsiteY13" fmla="*/ 2211232 h 2211232"/>
              <a:gd name="connsiteX0" fmla="*/ 1783270 w 1783270"/>
              <a:gd name="connsiteY0" fmla="*/ 2101879 h 2211232"/>
              <a:gd name="connsiteX1" fmla="*/ 1595637 w 1783270"/>
              <a:gd name="connsiteY1" fmla="*/ 1571490 h 2211232"/>
              <a:gd name="connsiteX2" fmla="*/ 1585291 w 1783270"/>
              <a:gd name="connsiteY2" fmla="*/ 1184270 h 2211232"/>
              <a:gd name="connsiteX3" fmla="*/ 1508805 w 1783270"/>
              <a:gd name="connsiteY3" fmla="*/ 695732 h 2211232"/>
              <a:gd name="connsiteX4" fmla="*/ 1550334 w 1783270"/>
              <a:gd name="connsiteY4" fmla="*/ 398362 h 2211232"/>
              <a:gd name="connsiteX5" fmla="*/ 1550334 w 1783270"/>
              <a:gd name="connsiteY5" fmla="*/ 237199 h 2211232"/>
              <a:gd name="connsiteX6" fmla="*/ 1542048 w 1783270"/>
              <a:gd name="connsiteY6" fmla="*/ 67749 h 2211232"/>
              <a:gd name="connsiteX7" fmla="*/ 1507091 w 1783270"/>
              <a:gd name="connsiteY7" fmla="*/ 11266 h 2211232"/>
              <a:gd name="connsiteX8" fmla="*/ 1385742 w 1783270"/>
              <a:gd name="connsiteY8" fmla="*/ 34507 h 2211232"/>
              <a:gd name="connsiteX9" fmla="*/ 1191546 w 1783270"/>
              <a:gd name="connsiteY9" fmla="*/ 180432 h 2211232"/>
              <a:gd name="connsiteX10" fmla="*/ 967622 w 1783270"/>
              <a:gd name="connsiteY10" fmla="*/ 503019 h 2211232"/>
              <a:gd name="connsiteX11" fmla="*/ 748831 w 1783270"/>
              <a:gd name="connsiteY11" fmla="*/ 881500 h 2211232"/>
              <a:gd name="connsiteX12" fmla="*/ 429673 w 1783270"/>
              <a:gd name="connsiteY12" fmla="*/ 1363043 h 2211232"/>
              <a:gd name="connsiteX13" fmla="*/ 78225 w 1783270"/>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18786 w 1918786"/>
              <a:gd name="connsiteY0" fmla="*/ 2127465 h 2211232"/>
              <a:gd name="connsiteX1" fmla="*/ 1558426 w 1918786"/>
              <a:gd name="connsiteY1" fmla="*/ 1783842 h 2211232"/>
              <a:gd name="connsiteX2" fmla="*/ 1585291 w 1918786"/>
              <a:gd name="connsiteY2" fmla="*/ 1184270 h 2211232"/>
              <a:gd name="connsiteX3" fmla="*/ 1508805 w 1918786"/>
              <a:gd name="connsiteY3" fmla="*/ 695732 h 2211232"/>
              <a:gd name="connsiteX4" fmla="*/ 1550334 w 1918786"/>
              <a:gd name="connsiteY4" fmla="*/ 398362 h 2211232"/>
              <a:gd name="connsiteX5" fmla="*/ 1550334 w 1918786"/>
              <a:gd name="connsiteY5" fmla="*/ 237199 h 2211232"/>
              <a:gd name="connsiteX6" fmla="*/ 1542048 w 1918786"/>
              <a:gd name="connsiteY6" fmla="*/ 67749 h 2211232"/>
              <a:gd name="connsiteX7" fmla="*/ 1507091 w 1918786"/>
              <a:gd name="connsiteY7" fmla="*/ 11266 h 2211232"/>
              <a:gd name="connsiteX8" fmla="*/ 1385742 w 1918786"/>
              <a:gd name="connsiteY8" fmla="*/ 34507 h 2211232"/>
              <a:gd name="connsiteX9" fmla="*/ 1191546 w 1918786"/>
              <a:gd name="connsiteY9" fmla="*/ 180432 h 2211232"/>
              <a:gd name="connsiteX10" fmla="*/ 967622 w 1918786"/>
              <a:gd name="connsiteY10" fmla="*/ 503019 h 2211232"/>
              <a:gd name="connsiteX11" fmla="*/ 748831 w 1918786"/>
              <a:gd name="connsiteY11" fmla="*/ 881500 h 2211232"/>
              <a:gd name="connsiteX12" fmla="*/ 429673 w 1918786"/>
              <a:gd name="connsiteY12" fmla="*/ 1363043 h 2211232"/>
              <a:gd name="connsiteX13" fmla="*/ 78225 w 1918786"/>
              <a:gd name="connsiteY13" fmla="*/ 2211232 h 2211232"/>
              <a:gd name="connsiteX0" fmla="*/ 1898387 w 1898387"/>
              <a:gd name="connsiteY0" fmla="*/ 2127465 h 2127465"/>
              <a:gd name="connsiteX1" fmla="*/ 1538027 w 1898387"/>
              <a:gd name="connsiteY1" fmla="*/ 1783842 h 2127465"/>
              <a:gd name="connsiteX2" fmla="*/ 1564892 w 1898387"/>
              <a:gd name="connsiteY2" fmla="*/ 1184270 h 2127465"/>
              <a:gd name="connsiteX3" fmla="*/ 1488406 w 1898387"/>
              <a:gd name="connsiteY3" fmla="*/ 695732 h 2127465"/>
              <a:gd name="connsiteX4" fmla="*/ 1529935 w 1898387"/>
              <a:gd name="connsiteY4" fmla="*/ 398362 h 2127465"/>
              <a:gd name="connsiteX5" fmla="*/ 1529935 w 1898387"/>
              <a:gd name="connsiteY5" fmla="*/ 237199 h 2127465"/>
              <a:gd name="connsiteX6" fmla="*/ 1521649 w 1898387"/>
              <a:gd name="connsiteY6" fmla="*/ 67749 h 2127465"/>
              <a:gd name="connsiteX7" fmla="*/ 1486692 w 1898387"/>
              <a:gd name="connsiteY7" fmla="*/ 11266 h 2127465"/>
              <a:gd name="connsiteX8" fmla="*/ 1365343 w 1898387"/>
              <a:gd name="connsiteY8" fmla="*/ 34507 h 2127465"/>
              <a:gd name="connsiteX9" fmla="*/ 1171147 w 1898387"/>
              <a:gd name="connsiteY9" fmla="*/ 180432 h 2127465"/>
              <a:gd name="connsiteX10" fmla="*/ 947223 w 1898387"/>
              <a:gd name="connsiteY10" fmla="*/ 503019 h 2127465"/>
              <a:gd name="connsiteX11" fmla="*/ 728432 w 1898387"/>
              <a:gd name="connsiteY11" fmla="*/ 881500 h 2127465"/>
              <a:gd name="connsiteX12" fmla="*/ 409274 w 1898387"/>
              <a:gd name="connsiteY12" fmla="*/ 1363043 h 2127465"/>
              <a:gd name="connsiteX13" fmla="*/ 81760 w 1898387"/>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330185 w 1819298"/>
              <a:gd name="connsiteY12" fmla="*/ 1363043 h 2127465"/>
              <a:gd name="connsiteX13" fmla="*/ 2671 w 1819298"/>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617054 w 1819298"/>
              <a:gd name="connsiteY12" fmla="*/ 1055990 h 2127465"/>
              <a:gd name="connsiteX13" fmla="*/ 330185 w 1819298"/>
              <a:gd name="connsiteY13" fmla="*/ 1363043 h 2127465"/>
              <a:gd name="connsiteX14" fmla="*/ 2671 w 1819298"/>
              <a:gd name="connsiteY14" fmla="*/ 1766544 h 2127465"/>
              <a:gd name="connsiteX0" fmla="*/ 1818189 w 1818189"/>
              <a:gd name="connsiteY0" fmla="*/ 2127465 h 2127465"/>
              <a:gd name="connsiteX1" fmla="*/ 1457829 w 1818189"/>
              <a:gd name="connsiteY1" fmla="*/ 1783842 h 2127465"/>
              <a:gd name="connsiteX2" fmla="*/ 1484694 w 1818189"/>
              <a:gd name="connsiteY2" fmla="*/ 1184270 h 2127465"/>
              <a:gd name="connsiteX3" fmla="*/ 1408208 w 1818189"/>
              <a:gd name="connsiteY3" fmla="*/ 695732 h 2127465"/>
              <a:gd name="connsiteX4" fmla="*/ 1449737 w 1818189"/>
              <a:gd name="connsiteY4" fmla="*/ 398362 h 2127465"/>
              <a:gd name="connsiteX5" fmla="*/ 1449737 w 1818189"/>
              <a:gd name="connsiteY5" fmla="*/ 237199 h 2127465"/>
              <a:gd name="connsiteX6" fmla="*/ 1441451 w 1818189"/>
              <a:gd name="connsiteY6" fmla="*/ 67749 h 2127465"/>
              <a:gd name="connsiteX7" fmla="*/ 1406494 w 1818189"/>
              <a:gd name="connsiteY7" fmla="*/ 11266 h 2127465"/>
              <a:gd name="connsiteX8" fmla="*/ 1285145 w 1818189"/>
              <a:gd name="connsiteY8" fmla="*/ 34507 h 2127465"/>
              <a:gd name="connsiteX9" fmla="*/ 1090949 w 1818189"/>
              <a:gd name="connsiteY9" fmla="*/ 180432 h 2127465"/>
              <a:gd name="connsiteX10" fmla="*/ 867025 w 1818189"/>
              <a:gd name="connsiteY10" fmla="*/ 503019 h 2127465"/>
              <a:gd name="connsiteX11" fmla="*/ 648234 w 1818189"/>
              <a:gd name="connsiteY11" fmla="*/ 881500 h 2127465"/>
              <a:gd name="connsiteX12" fmla="*/ 615945 w 1818189"/>
              <a:gd name="connsiteY12" fmla="*/ 1055990 h 2127465"/>
              <a:gd name="connsiteX13" fmla="*/ 418970 w 1818189"/>
              <a:gd name="connsiteY13" fmla="*/ 1309140 h 2127465"/>
              <a:gd name="connsiteX14" fmla="*/ 1562 w 181818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511 w 1818511"/>
              <a:gd name="connsiteY0" fmla="*/ 2127465 h 2127465"/>
              <a:gd name="connsiteX1" fmla="*/ 1458151 w 1818511"/>
              <a:gd name="connsiteY1" fmla="*/ 1783842 h 2127465"/>
              <a:gd name="connsiteX2" fmla="*/ 1485016 w 1818511"/>
              <a:gd name="connsiteY2" fmla="*/ 1184270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526978 w 1818511"/>
              <a:gd name="connsiteY5" fmla="*/ 254991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366606 w 1818511"/>
              <a:gd name="connsiteY1" fmla="*/ 1985812 h 2127465"/>
              <a:gd name="connsiteX2" fmla="*/ 1458151 w 1818511"/>
              <a:gd name="connsiteY2" fmla="*/ 1783842 h 2127465"/>
              <a:gd name="connsiteX3" fmla="*/ 1540989 w 1818511"/>
              <a:gd name="connsiteY3" fmla="*/ 1206877 h 2127465"/>
              <a:gd name="connsiteX4" fmla="*/ 1408530 w 1818511"/>
              <a:gd name="connsiteY4" fmla="*/ 695732 h 2127465"/>
              <a:gd name="connsiteX5" fmla="*/ 1450059 w 1818511"/>
              <a:gd name="connsiteY5" fmla="*/ 398362 h 2127465"/>
              <a:gd name="connsiteX6" fmla="*/ 1526978 w 1818511"/>
              <a:gd name="connsiteY6" fmla="*/ 254991 h 2127465"/>
              <a:gd name="connsiteX7" fmla="*/ 1441773 w 1818511"/>
              <a:gd name="connsiteY7" fmla="*/ 67749 h 2127465"/>
              <a:gd name="connsiteX8" fmla="*/ 1406816 w 1818511"/>
              <a:gd name="connsiteY8" fmla="*/ 11266 h 2127465"/>
              <a:gd name="connsiteX9" fmla="*/ 1285467 w 1818511"/>
              <a:gd name="connsiteY9" fmla="*/ 34507 h 2127465"/>
              <a:gd name="connsiteX10" fmla="*/ 1091271 w 1818511"/>
              <a:gd name="connsiteY10" fmla="*/ 180432 h 2127465"/>
              <a:gd name="connsiteX11" fmla="*/ 867347 w 1818511"/>
              <a:gd name="connsiteY11" fmla="*/ 503019 h 2127465"/>
              <a:gd name="connsiteX12" fmla="*/ 648556 w 1818511"/>
              <a:gd name="connsiteY12" fmla="*/ 881500 h 2127465"/>
              <a:gd name="connsiteX13" fmla="*/ 616267 w 1818511"/>
              <a:gd name="connsiteY13" fmla="*/ 1055990 h 2127465"/>
              <a:gd name="connsiteX14" fmla="*/ 429980 w 1818511"/>
              <a:gd name="connsiteY14" fmla="*/ 1244675 h 2127465"/>
              <a:gd name="connsiteX15" fmla="*/ 1884 w 1818511"/>
              <a:gd name="connsiteY15" fmla="*/ 1766544 h 2127465"/>
              <a:gd name="connsiteX0" fmla="*/ 1229901 w 1541741"/>
              <a:gd name="connsiteY0" fmla="*/ 2552163 h 2552163"/>
              <a:gd name="connsiteX1" fmla="*/ 1366606 w 1541741"/>
              <a:gd name="connsiteY1" fmla="*/ 1985812 h 2552163"/>
              <a:gd name="connsiteX2" fmla="*/ 1458151 w 1541741"/>
              <a:gd name="connsiteY2" fmla="*/ 1783842 h 2552163"/>
              <a:gd name="connsiteX3" fmla="*/ 1540989 w 1541741"/>
              <a:gd name="connsiteY3" fmla="*/ 1206877 h 2552163"/>
              <a:gd name="connsiteX4" fmla="*/ 1408530 w 1541741"/>
              <a:gd name="connsiteY4" fmla="*/ 695732 h 2552163"/>
              <a:gd name="connsiteX5" fmla="*/ 1450059 w 1541741"/>
              <a:gd name="connsiteY5" fmla="*/ 398362 h 2552163"/>
              <a:gd name="connsiteX6" fmla="*/ 1526978 w 1541741"/>
              <a:gd name="connsiteY6" fmla="*/ 254991 h 2552163"/>
              <a:gd name="connsiteX7" fmla="*/ 1441773 w 1541741"/>
              <a:gd name="connsiteY7" fmla="*/ 67749 h 2552163"/>
              <a:gd name="connsiteX8" fmla="*/ 1406816 w 1541741"/>
              <a:gd name="connsiteY8" fmla="*/ 11266 h 2552163"/>
              <a:gd name="connsiteX9" fmla="*/ 1285467 w 1541741"/>
              <a:gd name="connsiteY9" fmla="*/ 34507 h 2552163"/>
              <a:gd name="connsiteX10" fmla="*/ 1091271 w 1541741"/>
              <a:gd name="connsiteY10" fmla="*/ 180432 h 2552163"/>
              <a:gd name="connsiteX11" fmla="*/ 867347 w 1541741"/>
              <a:gd name="connsiteY11" fmla="*/ 503019 h 2552163"/>
              <a:gd name="connsiteX12" fmla="*/ 648556 w 1541741"/>
              <a:gd name="connsiteY12" fmla="*/ 881500 h 2552163"/>
              <a:gd name="connsiteX13" fmla="*/ 616267 w 1541741"/>
              <a:gd name="connsiteY13" fmla="*/ 1055990 h 2552163"/>
              <a:gd name="connsiteX14" fmla="*/ 429980 w 1541741"/>
              <a:gd name="connsiteY14" fmla="*/ 1244675 h 2552163"/>
              <a:gd name="connsiteX15" fmla="*/ 1884 w 1541741"/>
              <a:gd name="connsiteY15" fmla="*/ 1766544 h 2552163"/>
              <a:gd name="connsiteX0" fmla="*/ 1229901 w 1541741"/>
              <a:gd name="connsiteY0" fmla="*/ 2552163 h 2552163"/>
              <a:gd name="connsiteX1" fmla="*/ 1484638 w 1541741"/>
              <a:gd name="connsiteY1" fmla="*/ 2146018 h 2552163"/>
              <a:gd name="connsiteX2" fmla="*/ 1366606 w 1541741"/>
              <a:gd name="connsiteY2" fmla="*/ 1985812 h 2552163"/>
              <a:gd name="connsiteX3" fmla="*/ 1458151 w 1541741"/>
              <a:gd name="connsiteY3" fmla="*/ 1783842 h 2552163"/>
              <a:gd name="connsiteX4" fmla="*/ 1540989 w 1541741"/>
              <a:gd name="connsiteY4" fmla="*/ 1206877 h 2552163"/>
              <a:gd name="connsiteX5" fmla="*/ 1408530 w 1541741"/>
              <a:gd name="connsiteY5" fmla="*/ 695732 h 2552163"/>
              <a:gd name="connsiteX6" fmla="*/ 1450059 w 1541741"/>
              <a:gd name="connsiteY6" fmla="*/ 398362 h 2552163"/>
              <a:gd name="connsiteX7" fmla="*/ 1526978 w 1541741"/>
              <a:gd name="connsiteY7" fmla="*/ 254991 h 2552163"/>
              <a:gd name="connsiteX8" fmla="*/ 1441773 w 1541741"/>
              <a:gd name="connsiteY8" fmla="*/ 67749 h 2552163"/>
              <a:gd name="connsiteX9" fmla="*/ 1406816 w 1541741"/>
              <a:gd name="connsiteY9" fmla="*/ 11266 h 2552163"/>
              <a:gd name="connsiteX10" fmla="*/ 1285467 w 1541741"/>
              <a:gd name="connsiteY10" fmla="*/ 34507 h 2552163"/>
              <a:gd name="connsiteX11" fmla="*/ 1091271 w 1541741"/>
              <a:gd name="connsiteY11" fmla="*/ 180432 h 2552163"/>
              <a:gd name="connsiteX12" fmla="*/ 867347 w 1541741"/>
              <a:gd name="connsiteY12" fmla="*/ 503019 h 2552163"/>
              <a:gd name="connsiteX13" fmla="*/ 648556 w 1541741"/>
              <a:gd name="connsiteY13" fmla="*/ 881500 h 2552163"/>
              <a:gd name="connsiteX14" fmla="*/ 616267 w 1541741"/>
              <a:gd name="connsiteY14" fmla="*/ 1055990 h 2552163"/>
              <a:gd name="connsiteX15" fmla="*/ 429980 w 1541741"/>
              <a:gd name="connsiteY15" fmla="*/ 1244675 h 2552163"/>
              <a:gd name="connsiteX16" fmla="*/ 1884 w 1541741"/>
              <a:gd name="connsiteY16" fmla="*/ 1766544 h 2552163"/>
              <a:gd name="connsiteX0" fmla="*/ 1229901 w 1541017"/>
              <a:gd name="connsiteY0" fmla="*/ 2552163 h 2552163"/>
              <a:gd name="connsiteX1" fmla="*/ 1484638 w 1541017"/>
              <a:gd name="connsiteY1" fmla="*/ 2146018 h 2552163"/>
              <a:gd name="connsiteX2" fmla="*/ 1366606 w 1541017"/>
              <a:gd name="connsiteY2" fmla="*/ 1985812 h 2552163"/>
              <a:gd name="connsiteX3" fmla="*/ 1419998 w 1541017"/>
              <a:gd name="connsiteY3" fmla="*/ 1771715 h 2552163"/>
              <a:gd name="connsiteX4" fmla="*/ 1540989 w 1541017"/>
              <a:gd name="connsiteY4" fmla="*/ 1206877 h 2552163"/>
              <a:gd name="connsiteX5" fmla="*/ 1408530 w 1541017"/>
              <a:gd name="connsiteY5" fmla="*/ 695732 h 2552163"/>
              <a:gd name="connsiteX6" fmla="*/ 1450059 w 1541017"/>
              <a:gd name="connsiteY6" fmla="*/ 398362 h 2552163"/>
              <a:gd name="connsiteX7" fmla="*/ 1526978 w 1541017"/>
              <a:gd name="connsiteY7" fmla="*/ 254991 h 2552163"/>
              <a:gd name="connsiteX8" fmla="*/ 1441773 w 1541017"/>
              <a:gd name="connsiteY8" fmla="*/ 67749 h 2552163"/>
              <a:gd name="connsiteX9" fmla="*/ 1406816 w 1541017"/>
              <a:gd name="connsiteY9" fmla="*/ 11266 h 2552163"/>
              <a:gd name="connsiteX10" fmla="*/ 1285467 w 1541017"/>
              <a:gd name="connsiteY10" fmla="*/ 34507 h 2552163"/>
              <a:gd name="connsiteX11" fmla="*/ 1091271 w 1541017"/>
              <a:gd name="connsiteY11" fmla="*/ 180432 h 2552163"/>
              <a:gd name="connsiteX12" fmla="*/ 867347 w 1541017"/>
              <a:gd name="connsiteY12" fmla="*/ 503019 h 2552163"/>
              <a:gd name="connsiteX13" fmla="*/ 648556 w 1541017"/>
              <a:gd name="connsiteY13" fmla="*/ 881500 h 2552163"/>
              <a:gd name="connsiteX14" fmla="*/ 616267 w 1541017"/>
              <a:gd name="connsiteY14" fmla="*/ 1055990 h 2552163"/>
              <a:gd name="connsiteX15" fmla="*/ 429980 w 1541017"/>
              <a:gd name="connsiteY15" fmla="*/ 1244675 h 2552163"/>
              <a:gd name="connsiteX16" fmla="*/ 1884 w 1541017"/>
              <a:gd name="connsiteY16" fmla="*/ 1766544 h 2552163"/>
              <a:gd name="connsiteX0" fmla="*/ 1229901 w 1555557"/>
              <a:gd name="connsiteY0" fmla="*/ 2552163 h 2552163"/>
              <a:gd name="connsiteX1" fmla="*/ 1484638 w 1555557"/>
              <a:gd name="connsiteY1" fmla="*/ 2146018 h 2552163"/>
              <a:gd name="connsiteX2" fmla="*/ 1366606 w 1555557"/>
              <a:gd name="connsiteY2" fmla="*/ 1985812 h 2552163"/>
              <a:gd name="connsiteX3" fmla="*/ 1419998 w 1555557"/>
              <a:gd name="connsiteY3" fmla="*/ 1771715 h 2552163"/>
              <a:gd name="connsiteX4" fmla="*/ 1538568 w 1555557"/>
              <a:gd name="connsiteY4" fmla="*/ 1497467 h 2552163"/>
              <a:gd name="connsiteX5" fmla="*/ 1540989 w 1555557"/>
              <a:gd name="connsiteY5" fmla="*/ 1206877 h 2552163"/>
              <a:gd name="connsiteX6" fmla="*/ 1408530 w 1555557"/>
              <a:gd name="connsiteY6" fmla="*/ 695732 h 2552163"/>
              <a:gd name="connsiteX7" fmla="*/ 1450059 w 1555557"/>
              <a:gd name="connsiteY7" fmla="*/ 398362 h 2552163"/>
              <a:gd name="connsiteX8" fmla="*/ 1526978 w 1555557"/>
              <a:gd name="connsiteY8" fmla="*/ 254991 h 2552163"/>
              <a:gd name="connsiteX9" fmla="*/ 1441773 w 1555557"/>
              <a:gd name="connsiteY9" fmla="*/ 67749 h 2552163"/>
              <a:gd name="connsiteX10" fmla="*/ 1406816 w 1555557"/>
              <a:gd name="connsiteY10" fmla="*/ 11266 h 2552163"/>
              <a:gd name="connsiteX11" fmla="*/ 1285467 w 1555557"/>
              <a:gd name="connsiteY11" fmla="*/ 34507 h 2552163"/>
              <a:gd name="connsiteX12" fmla="*/ 1091271 w 1555557"/>
              <a:gd name="connsiteY12" fmla="*/ 180432 h 2552163"/>
              <a:gd name="connsiteX13" fmla="*/ 867347 w 1555557"/>
              <a:gd name="connsiteY13" fmla="*/ 503019 h 2552163"/>
              <a:gd name="connsiteX14" fmla="*/ 648556 w 1555557"/>
              <a:gd name="connsiteY14" fmla="*/ 881500 h 2552163"/>
              <a:gd name="connsiteX15" fmla="*/ 616267 w 1555557"/>
              <a:gd name="connsiteY15" fmla="*/ 1055990 h 2552163"/>
              <a:gd name="connsiteX16" fmla="*/ 429980 w 1555557"/>
              <a:gd name="connsiteY16" fmla="*/ 1244675 h 2552163"/>
              <a:gd name="connsiteX17" fmla="*/ 1884 w 1555557"/>
              <a:gd name="connsiteY17" fmla="*/ 1766544 h 2552163"/>
              <a:gd name="connsiteX0" fmla="*/ 1229901 w 1555557"/>
              <a:gd name="connsiteY0" fmla="*/ 2552163 h 2552163"/>
              <a:gd name="connsiteX1" fmla="*/ 1484638 w 1555557"/>
              <a:gd name="connsiteY1" fmla="*/ 2146018 h 2552163"/>
              <a:gd name="connsiteX2" fmla="*/ 1366606 w 1555557"/>
              <a:gd name="connsiteY2" fmla="*/ 1985812 h 2552163"/>
              <a:gd name="connsiteX3" fmla="*/ 1419998 w 1555557"/>
              <a:gd name="connsiteY3" fmla="*/ 1771715 h 2552163"/>
              <a:gd name="connsiteX4" fmla="*/ 1538568 w 1555557"/>
              <a:gd name="connsiteY4" fmla="*/ 1497467 h 2552163"/>
              <a:gd name="connsiteX5" fmla="*/ 1540989 w 1555557"/>
              <a:gd name="connsiteY5" fmla="*/ 1206877 h 2552163"/>
              <a:gd name="connsiteX6" fmla="*/ 1408530 w 1555557"/>
              <a:gd name="connsiteY6" fmla="*/ 695732 h 2552163"/>
              <a:gd name="connsiteX7" fmla="*/ 1450059 w 1555557"/>
              <a:gd name="connsiteY7" fmla="*/ 398362 h 2552163"/>
              <a:gd name="connsiteX8" fmla="*/ 1526978 w 1555557"/>
              <a:gd name="connsiteY8" fmla="*/ 254991 h 2552163"/>
              <a:gd name="connsiteX9" fmla="*/ 1441773 w 1555557"/>
              <a:gd name="connsiteY9" fmla="*/ 67749 h 2552163"/>
              <a:gd name="connsiteX10" fmla="*/ 1406816 w 1555557"/>
              <a:gd name="connsiteY10" fmla="*/ 11266 h 2552163"/>
              <a:gd name="connsiteX11" fmla="*/ 1285467 w 1555557"/>
              <a:gd name="connsiteY11" fmla="*/ 34507 h 2552163"/>
              <a:gd name="connsiteX12" fmla="*/ 1091271 w 1555557"/>
              <a:gd name="connsiteY12" fmla="*/ 180432 h 2552163"/>
              <a:gd name="connsiteX13" fmla="*/ 867347 w 1555557"/>
              <a:gd name="connsiteY13" fmla="*/ 503019 h 2552163"/>
              <a:gd name="connsiteX14" fmla="*/ 648556 w 1555557"/>
              <a:gd name="connsiteY14" fmla="*/ 881500 h 2552163"/>
              <a:gd name="connsiteX15" fmla="*/ 616267 w 1555557"/>
              <a:gd name="connsiteY15" fmla="*/ 1055990 h 2552163"/>
              <a:gd name="connsiteX16" fmla="*/ 429980 w 1555557"/>
              <a:gd name="connsiteY16" fmla="*/ 1244675 h 2552163"/>
              <a:gd name="connsiteX17" fmla="*/ 1884 w 1555557"/>
              <a:gd name="connsiteY17" fmla="*/ 1766544 h 2552163"/>
              <a:gd name="connsiteX0" fmla="*/ 1229901 w 1542472"/>
              <a:gd name="connsiteY0" fmla="*/ 2552163 h 2552163"/>
              <a:gd name="connsiteX1" fmla="*/ 1484638 w 1542472"/>
              <a:gd name="connsiteY1" fmla="*/ 2146018 h 2552163"/>
              <a:gd name="connsiteX2" fmla="*/ 1366606 w 1542472"/>
              <a:gd name="connsiteY2" fmla="*/ 1985812 h 2552163"/>
              <a:gd name="connsiteX3" fmla="*/ 1419998 w 1542472"/>
              <a:gd name="connsiteY3" fmla="*/ 1771715 h 2552163"/>
              <a:gd name="connsiteX4" fmla="*/ 1538568 w 1542472"/>
              <a:gd name="connsiteY4" fmla="*/ 1497467 h 2552163"/>
              <a:gd name="connsiteX5" fmla="*/ 1473626 w 1542472"/>
              <a:gd name="connsiteY5" fmla="*/ 1213575 h 2552163"/>
              <a:gd name="connsiteX6" fmla="*/ 1408530 w 1542472"/>
              <a:gd name="connsiteY6" fmla="*/ 695732 h 2552163"/>
              <a:gd name="connsiteX7" fmla="*/ 1450059 w 1542472"/>
              <a:gd name="connsiteY7" fmla="*/ 398362 h 2552163"/>
              <a:gd name="connsiteX8" fmla="*/ 1526978 w 1542472"/>
              <a:gd name="connsiteY8" fmla="*/ 254991 h 2552163"/>
              <a:gd name="connsiteX9" fmla="*/ 1441773 w 1542472"/>
              <a:gd name="connsiteY9" fmla="*/ 67749 h 2552163"/>
              <a:gd name="connsiteX10" fmla="*/ 1406816 w 1542472"/>
              <a:gd name="connsiteY10" fmla="*/ 11266 h 2552163"/>
              <a:gd name="connsiteX11" fmla="*/ 1285467 w 1542472"/>
              <a:gd name="connsiteY11" fmla="*/ 34507 h 2552163"/>
              <a:gd name="connsiteX12" fmla="*/ 1091271 w 1542472"/>
              <a:gd name="connsiteY12" fmla="*/ 180432 h 2552163"/>
              <a:gd name="connsiteX13" fmla="*/ 867347 w 1542472"/>
              <a:gd name="connsiteY13" fmla="*/ 503019 h 2552163"/>
              <a:gd name="connsiteX14" fmla="*/ 648556 w 1542472"/>
              <a:gd name="connsiteY14" fmla="*/ 881500 h 2552163"/>
              <a:gd name="connsiteX15" fmla="*/ 616267 w 1542472"/>
              <a:gd name="connsiteY15" fmla="*/ 1055990 h 2552163"/>
              <a:gd name="connsiteX16" fmla="*/ 429980 w 1542472"/>
              <a:gd name="connsiteY16" fmla="*/ 1244675 h 2552163"/>
              <a:gd name="connsiteX17" fmla="*/ 1884 w 1542472"/>
              <a:gd name="connsiteY17" fmla="*/ 1766544 h 2552163"/>
              <a:gd name="connsiteX0" fmla="*/ 799921 w 1112492"/>
              <a:gd name="connsiteY0" fmla="*/ 2552163 h 2552163"/>
              <a:gd name="connsiteX1" fmla="*/ 1054658 w 1112492"/>
              <a:gd name="connsiteY1" fmla="*/ 2146018 h 2552163"/>
              <a:gd name="connsiteX2" fmla="*/ 936626 w 1112492"/>
              <a:gd name="connsiteY2" fmla="*/ 1985812 h 2552163"/>
              <a:gd name="connsiteX3" fmla="*/ 990018 w 1112492"/>
              <a:gd name="connsiteY3" fmla="*/ 1771715 h 2552163"/>
              <a:gd name="connsiteX4" fmla="*/ 1108588 w 1112492"/>
              <a:gd name="connsiteY4" fmla="*/ 1497467 h 2552163"/>
              <a:gd name="connsiteX5" fmla="*/ 1043646 w 1112492"/>
              <a:gd name="connsiteY5" fmla="*/ 1213575 h 2552163"/>
              <a:gd name="connsiteX6" fmla="*/ 978550 w 1112492"/>
              <a:gd name="connsiteY6" fmla="*/ 695732 h 2552163"/>
              <a:gd name="connsiteX7" fmla="*/ 1020079 w 1112492"/>
              <a:gd name="connsiteY7" fmla="*/ 398362 h 2552163"/>
              <a:gd name="connsiteX8" fmla="*/ 1096998 w 1112492"/>
              <a:gd name="connsiteY8" fmla="*/ 254991 h 2552163"/>
              <a:gd name="connsiteX9" fmla="*/ 1011793 w 1112492"/>
              <a:gd name="connsiteY9" fmla="*/ 67749 h 2552163"/>
              <a:gd name="connsiteX10" fmla="*/ 976836 w 1112492"/>
              <a:gd name="connsiteY10" fmla="*/ 11266 h 2552163"/>
              <a:gd name="connsiteX11" fmla="*/ 855487 w 1112492"/>
              <a:gd name="connsiteY11" fmla="*/ 34507 h 2552163"/>
              <a:gd name="connsiteX12" fmla="*/ 661291 w 1112492"/>
              <a:gd name="connsiteY12" fmla="*/ 180432 h 2552163"/>
              <a:gd name="connsiteX13" fmla="*/ 437367 w 1112492"/>
              <a:gd name="connsiteY13" fmla="*/ 503019 h 2552163"/>
              <a:gd name="connsiteX14" fmla="*/ 218576 w 1112492"/>
              <a:gd name="connsiteY14" fmla="*/ 881500 h 2552163"/>
              <a:gd name="connsiteX15" fmla="*/ 186287 w 1112492"/>
              <a:gd name="connsiteY15" fmla="*/ 1055990 h 2552163"/>
              <a:gd name="connsiteX16" fmla="*/ 0 w 1112492"/>
              <a:gd name="connsiteY16" fmla="*/ 1244675 h 2552163"/>
              <a:gd name="connsiteX0" fmla="*/ 613634 w 926205"/>
              <a:gd name="connsiteY0" fmla="*/ 2552163 h 2552163"/>
              <a:gd name="connsiteX1" fmla="*/ 868371 w 926205"/>
              <a:gd name="connsiteY1" fmla="*/ 2146018 h 2552163"/>
              <a:gd name="connsiteX2" fmla="*/ 750339 w 926205"/>
              <a:gd name="connsiteY2" fmla="*/ 1985812 h 2552163"/>
              <a:gd name="connsiteX3" fmla="*/ 803731 w 926205"/>
              <a:gd name="connsiteY3" fmla="*/ 1771715 h 2552163"/>
              <a:gd name="connsiteX4" fmla="*/ 922301 w 926205"/>
              <a:gd name="connsiteY4" fmla="*/ 1497467 h 2552163"/>
              <a:gd name="connsiteX5" fmla="*/ 857359 w 926205"/>
              <a:gd name="connsiteY5" fmla="*/ 1213575 h 2552163"/>
              <a:gd name="connsiteX6" fmla="*/ 792263 w 926205"/>
              <a:gd name="connsiteY6" fmla="*/ 695732 h 2552163"/>
              <a:gd name="connsiteX7" fmla="*/ 833792 w 926205"/>
              <a:gd name="connsiteY7" fmla="*/ 398362 h 2552163"/>
              <a:gd name="connsiteX8" fmla="*/ 910711 w 926205"/>
              <a:gd name="connsiteY8" fmla="*/ 254991 h 2552163"/>
              <a:gd name="connsiteX9" fmla="*/ 825506 w 926205"/>
              <a:gd name="connsiteY9" fmla="*/ 67749 h 2552163"/>
              <a:gd name="connsiteX10" fmla="*/ 790549 w 926205"/>
              <a:gd name="connsiteY10" fmla="*/ 11266 h 2552163"/>
              <a:gd name="connsiteX11" fmla="*/ 669200 w 926205"/>
              <a:gd name="connsiteY11" fmla="*/ 34507 h 2552163"/>
              <a:gd name="connsiteX12" fmla="*/ 475004 w 926205"/>
              <a:gd name="connsiteY12" fmla="*/ 180432 h 2552163"/>
              <a:gd name="connsiteX13" fmla="*/ 251080 w 926205"/>
              <a:gd name="connsiteY13" fmla="*/ 503019 h 2552163"/>
              <a:gd name="connsiteX14" fmla="*/ 32289 w 926205"/>
              <a:gd name="connsiteY14" fmla="*/ 881500 h 2552163"/>
              <a:gd name="connsiteX15" fmla="*/ 0 w 926205"/>
              <a:gd name="connsiteY15" fmla="*/ 1055990 h 2552163"/>
              <a:gd name="connsiteX0" fmla="*/ 581345 w 893916"/>
              <a:gd name="connsiteY0" fmla="*/ 2552163 h 2552163"/>
              <a:gd name="connsiteX1" fmla="*/ 836082 w 893916"/>
              <a:gd name="connsiteY1" fmla="*/ 2146018 h 2552163"/>
              <a:gd name="connsiteX2" fmla="*/ 718050 w 893916"/>
              <a:gd name="connsiteY2" fmla="*/ 1985812 h 2552163"/>
              <a:gd name="connsiteX3" fmla="*/ 771442 w 893916"/>
              <a:gd name="connsiteY3" fmla="*/ 1771715 h 2552163"/>
              <a:gd name="connsiteX4" fmla="*/ 890012 w 893916"/>
              <a:gd name="connsiteY4" fmla="*/ 1497467 h 2552163"/>
              <a:gd name="connsiteX5" fmla="*/ 825070 w 893916"/>
              <a:gd name="connsiteY5" fmla="*/ 1213575 h 2552163"/>
              <a:gd name="connsiteX6" fmla="*/ 759974 w 893916"/>
              <a:gd name="connsiteY6" fmla="*/ 695732 h 2552163"/>
              <a:gd name="connsiteX7" fmla="*/ 801503 w 893916"/>
              <a:gd name="connsiteY7" fmla="*/ 398362 h 2552163"/>
              <a:gd name="connsiteX8" fmla="*/ 878422 w 893916"/>
              <a:gd name="connsiteY8" fmla="*/ 254991 h 2552163"/>
              <a:gd name="connsiteX9" fmla="*/ 793217 w 893916"/>
              <a:gd name="connsiteY9" fmla="*/ 67749 h 2552163"/>
              <a:gd name="connsiteX10" fmla="*/ 758260 w 893916"/>
              <a:gd name="connsiteY10" fmla="*/ 11266 h 2552163"/>
              <a:gd name="connsiteX11" fmla="*/ 636911 w 893916"/>
              <a:gd name="connsiteY11" fmla="*/ 34507 h 2552163"/>
              <a:gd name="connsiteX12" fmla="*/ 442715 w 893916"/>
              <a:gd name="connsiteY12" fmla="*/ 180432 h 2552163"/>
              <a:gd name="connsiteX13" fmla="*/ 218791 w 893916"/>
              <a:gd name="connsiteY13" fmla="*/ 503019 h 2552163"/>
              <a:gd name="connsiteX14" fmla="*/ 0 w 893916"/>
              <a:gd name="connsiteY14" fmla="*/ 881500 h 2552163"/>
              <a:gd name="connsiteX0" fmla="*/ 362554 w 675125"/>
              <a:gd name="connsiteY0" fmla="*/ 2552163 h 2552163"/>
              <a:gd name="connsiteX1" fmla="*/ 617291 w 675125"/>
              <a:gd name="connsiteY1" fmla="*/ 2146018 h 2552163"/>
              <a:gd name="connsiteX2" fmla="*/ 499259 w 675125"/>
              <a:gd name="connsiteY2" fmla="*/ 1985812 h 2552163"/>
              <a:gd name="connsiteX3" fmla="*/ 552651 w 675125"/>
              <a:gd name="connsiteY3" fmla="*/ 1771715 h 2552163"/>
              <a:gd name="connsiteX4" fmla="*/ 671221 w 675125"/>
              <a:gd name="connsiteY4" fmla="*/ 1497467 h 2552163"/>
              <a:gd name="connsiteX5" fmla="*/ 606279 w 675125"/>
              <a:gd name="connsiteY5" fmla="*/ 1213575 h 2552163"/>
              <a:gd name="connsiteX6" fmla="*/ 541183 w 675125"/>
              <a:gd name="connsiteY6" fmla="*/ 695732 h 2552163"/>
              <a:gd name="connsiteX7" fmla="*/ 582712 w 675125"/>
              <a:gd name="connsiteY7" fmla="*/ 398362 h 2552163"/>
              <a:gd name="connsiteX8" fmla="*/ 659631 w 675125"/>
              <a:gd name="connsiteY8" fmla="*/ 254991 h 2552163"/>
              <a:gd name="connsiteX9" fmla="*/ 574426 w 675125"/>
              <a:gd name="connsiteY9" fmla="*/ 67749 h 2552163"/>
              <a:gd name="connsiteX10" fmla="*/ 539469 w 675125"/>
              <a:gd name="connsiteY10" fmla="*/ 11266 h 2552163"/>
              <a:gd name="connsiteX11" fmla="*/ 418120 w 675125"/>
              <a:gd name="connsiteY11" fmla="*/ 34507 h 2552163"/>
              <a:gd name="connsiteX12" fmla="*/ 223924 w 675125"/>
              <a:gd name="connsiteY12" fmla="*/ 180432 h 2552163"/>
              <a:gd name="connsiteX13" fmla="*/ 0 w 675125"/>
              <a:gd name="connsiteY13" fmla="*/ 503019 h 2552163"/>
              <a:gd name="connsiteX0" fmla="*/ 319509 w 632080"/>
              <a:gd name="connsiteY0" fmla="*/ 2552163 h 2552163"/>
              <a:gd name="connsiteX1" fmla="*/ 574246 w 632080"/>
              <a:gd name="connsiteY1" fmla="*/ 2146018 h 2552163"/>
              <a:gd name="connsiteX2" fmla="*/ 456214 w 632080"/>
              <a:gd name="connsiteY2" fmla="*/ 1985812 h 2552163"/>
              <a:gd name="connsiteX3" fmla="*/ 509606 w 632080"/>
              <a:gd name="connsiteY3" fmla="*/ 1771715 h 2552163"/>
              <a:gd name="connsiteX4" fmla="*/ 628176 w 632080"/>
              <a:gd name="connsiteY4" fmla="*/ 1497467 h 2552163"/>
              <a:gd name="connsiteX5" fmla="*/ 563234 w 632080"/>
              <a:gd name="connsiteY5" fmla="*/ 1213575 h 2552163"/>
              <a:gd name="connsiteX6" fmla="*/ 498138 w 632080"/>
              <a:gd name="connsiteY6" fmla="*/ 695732 h 2552163"/>
              <a:gd name="connsiteX7" fmla="*/ 539667 w 632080"/>
              <a:gd name="connsiteY7" fmla="*/ 398362 h 2552163"/>
              <a:gd name="connsiteX8" fmla="*/ 616586 w 632080"/>
              <a:gd name="connsiteY8" fmla="*/ 254991 h 2552163"/>
              <a:gd name="connsiteX9" fmla="*/ 531381 w 632080"/>
              <a:gd name="connsiteY9" fmla="*/ 67749 h 2552163"/>
              <a:gd name="connsiteX10" fmla="*/ 496424 w 632080"/>
              <a:gd name="connsiteY10" fmla="*/ 11266 h 2552163"/>
              <a:gd name="connsiteX11" fmla="*/ 375075 w 632080"/>
              <a:gd name="connsiteY11" fmla="*/ 34507 h 2552163"/>
              <a:gd name="connsiteX12" fmla="*/ 180879 w 632080"/>
              <a:gd name="connsiteY12" fmla="*/ 180432 h 2552163"/>
              <a:gd name="connsiteX13" fmla="*/ 0 w 632080"/>
              <a:gd name="connsiteY13" fmla="*/ 444610 h 2552163"/>
              <a:gd name="connsiteX0" fmla="*/ 319509 w 632080"/>
              <a:gd name="connsiteY0" fmla="*/ 2888578 h 2888578"/>
              <a:gd name="connsiteX1" fmla="*/ 574246 w 632080"/>
              <a:gd name="connsiteY1" fmla="*/ 2482433 h 2888578"/>
              <a:gd name="connsiteX2" fmla="*/ 456214 w 632080"/>
              <a:gd name="connsiteY2" fmla="*/ 2322227 h 2888578"/>
              <a:gd name="connsiteX3" fmla="*/ 509606 w 632080"/>
              <a:gd name="connsiteY3" fmla="*/ 2108130 h 2888578"/>
              <a:gd name="connsiteX4" fmla="*/ 628176 w 632080"/>
              <a:gd name="connsiteY4" fmla="*/ 1833882 h 2888578"/>
              <a:gd name="connsiteX5" fmla="*/ 563234 w 632080"/>
              <a:gd name="connsiteY5" fmla="*/ 1549990 h 2888578"/>
              <a:gd name="connsiteX6" fmla="*/ 498138 w 632080"/>
              <a:gd name="connsiteY6" fmla="*/ 1032147 h 2888578"/>
              <a:gd name="connsiteX7" fmla="*/ 539667 w 632080"/>
              <a:gd name="connsiteY7" fmla="*/ 734777 h 2888578"/>
              <a:gd name="connsiteX8" fmla="*/ 616586 w 632080"/>
              <a:gd name="connsiteY8" fmla="*/ 591406 h 2888578"/>
              <a:gd name="connsiteX9" fmla="*/ 531381 w 632080"/>
              <a:gd name="connsiteY9" fmla="*/ 404164 h 2888578"/>
              <a:gd name="connsiteX10" fmla="*/ 496424 w 632080"/>
              <a:gd name="connsiteY10" fmla="*/ 347681 h 2888578"/>
              <a:gd name="connsiteX11" fmla="*/ 458613 w 632080"/>
              <a:gd name="connsiteY11" fmla="*/ 1823 h 2888578"/>
              <a:gd name="connsiteX12" fmla="*/ 180879 w 632080"/>
              <a:gd name="connsiteY12" fmla="*/ 516847 h 2888578"/>
              <a:gd name="connsiteX13" fmla="*/ 0 w 632080"/>
              <a:gd name="connsiteY13" fmla="*/ 781025 h 2888578"/>
              <a:gd name="connsiteX0" fmla="*/ 319509 w 632080"/>
              <a:gd name="connsiteY0" fmla="*/ 2929438 h 2929438"/>
              <a:gd name="connsiteX1" fmla="*/ 574246 w 632080"/>
              <a:gd name="connsiteY1" fmla="*/ 2523293 h 2929438"/>
              <a:gd name="connsiteX2" fmla="*/ 456214 w 632080"/>
              <a:gd name="connsiteY2" fmla="*/ 2363087 h 2929438"/>
              <a:gd name="connsiteX3" fmla="*/ 509606 w 632080"/>
              <a:gd name="connsiteY3" fmla="*/ 2148990 h 2929438"/>
              <a:gd name="connsiteX4" fmla="*/ 628176 w 632080"/>
              <a:gd name="connsiteY4" fmla="*/ 1874742 h 2929438"/>
              <a:gd name="connsiteX5" fmla="*/ 563234 w 632080"/>
              <a:gd name="connsiteY5" fmla="*/ 1590850 h 2929438"/>
              <a:gd name="connsiteX6" fmla="*/ 498138 w 632080"/>
              <a:gd name="connsiteY6" fmla="*/ 1073007 h 2929438"/>
              <a:gd name="connsiteX7" fmla="*/ 539667 w 632080"/>
              <a:gd name="connsiteY7" fmla="*/ 775637 h 2929438"/>
              <a:gd name="connsiteX8" fmla="*/ 616586 w 632080"/>
              <a:gd name="connsiteY8" fmla="*/ 632266 h 2929438"/>
              <a:gd name="connsiteX9" fmla="*/ 531381 w 632080"/>
              <a:gd name="connsiteY9" fmla="*/ 445024 h 2929438"/>
              <a:gd name="connsiteX10" fmla="*/ 496424 w 632080"/>
              <a:gd name="connsiteY10" fmla="*/ 388541 h 2929438"/>
              <a:gd name="connsiteX11" fmla="*/ 458613 w 632080"/>
              <a:gd name="connsiteY11" fmla="*/ 42683 h 2929438"/>
              <a:gd name="connsiteX12" fmla="*/ 293410 w 632080"/>
              <a:gd name="connsiteY12" fmla="*/ 92127 h 2929438"/>
              <a:gd name="connsiteX13" fmla="*/ 0 w 632080"/>
              <a:gd name="connsiteY13" fmla="*/ 821885 h 2929438"/>
              <a:gd name="connsiteX0" fmla="*/ 125447 w 438018"/>
              <a:gd name="connsiteY0" fmla="*/ 2912410 h 2912410"/>
              <a:gd name="connsiteX1" fmla="*/ 380184 w 438018"/>
              <a:gd name="connsiteY1" fmla="*/ 2506265 h 2912410"/>
              <a:gd name="connsiteX2" fmla="*/ 262152 w 438018"/>
              <a:gd name="connsiteY2" fmla="*/ 2346059 h 2912410"/>
              <a:gd name="connsiteX3" fmla="*/ 315544 w 438018"/>
              <a:gd name="connsiteY3" fmla="*/ 2131962 h 2912410"/>
              <a:gd name="connsiteX4" fmla="*/ 434114 w 438018"/>
              <a:gd name="connsiteY4" fmla="*/ 1857714 h 2912410"/>
              <a:gd name="connsiteX5" fmla="*/ 369172 w 438018"/>
              <a:gd name="connsiteY5" fmla="*/ 1573822 h 2912410"/>
              <a:gd name="connsiteX6" fmla="*/ 304076 w 438018"/>
              <a:gd name="connsiteY6" fmla="*/ 1055979 h 2912410"/>
              <a:gd name="connsiteX7" fmla="*/ 345605 w 438018"/>
              <a:gd name="connsiteY7" fmla="*/ 758609 h 2912410"/>
              <a:gd name="connsiteX8" fmla="*/ 422524 w 438018"/>
              <a:gd name="connsiteY8" fmla="*/ 615238 h 2912410"/>
              <a:gd name="connsiteX9" fmla="*/ 337319 w 438018"/>
              <a:gd name="connsiteY9" fmla="*/ 427996 h 2912410"/>
              <a:gd name="connsiteX10" fmla="*/ 302362 w 438018"/>
              <a:gd name="connsiteY10" fmla="*/ 371513 h 2912410"/>
              <a:gd name="connsiteX11" fmla="*/ 264551 w 438018"/>
              <a:gd name="connsiteY11" fmla="*/ 25655 h 2912410"/>
              <a:gd name="connsiteX12" fmla="*/ 99348 w 438018"/>
              <a:gd name="connsiteY12" fmla="*/ 75099 h 2912410"/>
              <a:gd name="connsiteX13" fmla="*/ 0 w 438018"/>
              <a:gd name="connsiteY13" fmla="*/ 469393 h 2912410"/>
              <a:gd name="connsiteX0" fmla="*/ 125447 w 438018"/>
              <a:gd name="connsiteY0" fmla="*/ 2901648 h 2901648"/>
              <a:gd name="connsiteX1" fmla="*/ 380184 w 438018"/>
              <a:gd name="connsiteY1" fmla="*/ 2495503 h 2901648"/>
              <a:gd name="connsiteX2" fmla="*/ 262152 w 438018"/>
              <a:gd name="connsiteY2" fmla="*/ 2335297 h 2901648"/>
              <a:gd name="connsiteX3" fmla="*/ 315544 w 438018"/>
              <a:gd name="connsiteY3" fmla="*/ 2121200 h 2901648"/>
              <a:gd name="connsiteX4" fmla="*/ 434114 w 438018"/>
              <a:gd name="connsiteY4" fmla="*/ 1846952 h 2901648"/>
              <a:gd name="connsiteX5" fmla="*/ 369172 w 438018"/>
              <a:gd name="connsiteY5" fmla="*/ 1563060 h 2901648"/>
              <a:gd name="connsiteX6" fmla="*/ 304076 w 438018"/>
              <a:gd name="connsiteY6" fmla="*/ 1045217 h 2901648"/>
              <a:gd name="connsiteX7" fmla="*/ 345605 w 438018"/>
              <a:gd name="connsiteY7" fmla="*/ 747847 h 2901648"/>
              <a:gd name="connsiteX8" fmla="*/ 422524 w 438018"/>
              <a:gd name="connsiteY8" fmla="*/ 604476 h 2901648"/>
              <a:gd name="connsiteX9" fmla="*/ 337319 w 438018"/>
              <a:gd name="connsiteY9" fmla="*/ 417234 h 2901648"/>
              <a:gd name="connsiteX10" fmla="*/ 324816 w 438018"/>
              <a:gd name="connsiteY10" fmla="*/ 214854 h 2901648"/>
              <a:gd name="connsiteX11" fmla="*/ 264551 w 438018"/>
              <a:gd name="connsiteY11" fmla="*/ 14893 h 2901648"/>
              <a:gd name="connsiteX12" fmla="*/ 99348 w 438018"/>
              <a:gd name="connsiteY12" fmla="*/ 64337 h 2901648"/>
              <a:gd name="connsiteX13" fmla="*/ 0 w 438018"/>
              <a:gd name="connsiteY13" fmla="*/ 458631 h 2901648"/>
              <a:gd name="connsiteX0" fmla="*/ 380184 w 438018"/>
              <a:gd name="connsiteY0" fmla="*/ 2495503 h 2495503"/>
              <a:gd name="connsiteX1" fmla="*/ 262152 w 438018"/>
              <a:gd name="connsiteY1" fmla="*/ 2335297 h 2495503"/>
              <a:gd name="connsiteX2" fmla="*/ 315544 w 438018"/>
              <a:gd name="connsiteY2" fmla="*/ 2121200 h 2495503"/>
              <a:gd name="connsiteX3" fmla="*/ 434114 w 438018"/>
              <a:gd name="connsiteY3" fmla="*/ 1846952 h 2495503"/>
              <a:gd name="connsiteX4" fmla="*/ 369172 w 438018"/>
              <a:gd name="connsiteY4" fmla="*/ 1563060 h 2495503"/>
              <a:gd name="connsiteX5" fmla="*/ 304076 w 438018"/>
              <a:gd name="connsiteY5" fmla="*/ 1045217 h 2495503"/>
              <a:gd name="connsiteX6" fmla="*/ 345605 w 438018"/>
              <a:gd name="connsiteY6" fmla="*/ 747847 h 2495503"/>
              <a:gd name="connsiteX7" fmla="*/ 422524 w 438018"/>
              <a:gd name="connsiteY7" fmla="*/ 604476 h 2495503"/>
              <a:gd name="connsiteX8" fmla="*/ 337319 w 438018"/>
              <a:gd name="connsiteY8" fmla="*/ 417234 h 2495503"/>
              <a:gd name="connsiteX9" fmla="*/ 324816 w 438018"/>
              <a:gd name="connsiteY9" fmla="*/ 214854 h 2495503"/>
              <a:gd name="connsiteX10" fmla="*/ 264551 w 438018"/>
              <a:gd name="connsiteY10" fmla="*/ 14893 h 2495503"/>
              <a:gd name="connsiteX11" fmla="*/ 99348 w 438018"/>
              <a:gd name="connsiteY11" fmla="*/ 64337 h 2495503"/>
              <a:gd name="connsiteX12" fmla="*/ 0 w 438018"/>
              <a:gd name="connsiteY12" fmla="*/ 458631 h 2495503"/>
              <a:gd name="connsiteX0" fmla="*/ 262152 w 438018"/>
              <a:gd name="connsiteY0" fmla="*/ 2335297 h 2335297"/>
              <a:gd name="connsiteX1" fmla="*/ 315544 w 438018"/>
              <a:gd name="connsiteY1" fmla="*/ 2121200 h 2335297"/>
              <a:gd name="connsiteX2" fmla="*/ 434114 w 438018"/>
              <a:gd name="connsiteY2" fmla="*/ 1846952 h 2335297"/>
              <a:gd name="connsiteX3" fmla="*/ 369172 w 438018"/>
              <a:gd name="connsiteY3" fmla="*/ 1563060 h 2335297"/>
              <a:gd name="connsiteX4" fmla="*/ 304076 w 438018"/>
              <a:gd name="connsiteY4" fmla="*/ 1045217 h 2335297"/>
              <a:gd name="connsiteX5" fmla="*/ 345605 w 438018"/>
              <a:gd name="connsiteY5" fmla="*/ 747847 h 2335297"/>
              <a:gd name="connsiteX6" fmla="*/ 422524 w 438018"/>
              <a:gd name="connsiteY6" fmla="*/ 604476 h 2335297"/>
              <a:gd name="connsiteX7" fmla="*/ 337319 w 438018"/>
              <a:gd name="connsiteY7" fmla="*/ 417234 h 2335297"/>
              <a:gd name="connsiteX8" fmla="*/ 324816 w 438018"/>
              <a:gd name="connsiteY8" fmla="*/ 214854 h 2335297"/>
              <a:gd name="connsiteX9" fmla="*/ 264551 w 438018"/>
              <a:gd name="connsiteY9" fmla="*/ 14893 h 2335297"/>
              <a:gd name="connsiteX10" fmla="*/ 99348 w 438018"/>
              <a:gd name="connsiteY10" fmla="*/ 64337 h 2335297"/>
              <a:gd name="connsiteX11" fmla="*/ 0 w 438018"/>
              <a:gd name="connsiteY11" fmla="*/ 458631 h 2335297"/>
              <a:gd name="connsiteX0" fmla="*/ 315544 w 438018"/>
              <a:gd name="connsiteY0" fmla="*/ 2121200 h 2121200"/>
              <a:gd name="connsiteX1" fmla="*/ 434114 w 438018"/>
              <a:gd name="connsiteY1" fmla="*/ 1846952 h 2121200"/>
              <a:gd name="connsiteX2" fmla="*/ 369172 w 438018"/>
              <a:gd name="connsiteY2" fmla="*/ 1563060 h 2121200"/>
              <a:gd name="connsiteX3" fmla="*/ 304076 w 438018"/>
              <a:gd name="connsiteY3" fmla="*/ 1045217 h 2121200"/>
              <a:gd name="connsiteX4" fmla="*/ 345605 w 438018"/>
              <a:gd name="connsiteY4" fmla="*/ 747847 h 2121200"/>
              <a:gd name="connsiteX5" fmla="*/ 422524 w 438018"/>
              <a:gd name="connsiteY5" fmla="*/ 604476 h 2121200"/>
              <a:gd name="connsiteX6" fmla="*/ 337319 w 438018"/>
              <a:gd name="connsiteY6" fmla="*/ 417234 h 2121200"/>
              <a:gd name="connsiteX7" fmla="*/ 324816 w 438018"/>
              <a:gd name="connsiteY7" fmla="*/ 214854 h 2121200"/>
              <a:gd name="connsiteX8" fmla="*/ 264551 w 438018"/>
              <a:gd name="connsiteY8" fmla="*/ 14893 h 2121200"/>
              <a:gd name="connsiteX9" fmla="*/ 99348 w 438018"/>
              <a:gd name="connsiteY9" fmla="*/ 64337 h 2121200"/>
              <a:gd name="connsiteX10" fmla="*/ 0 w 438018"/>
              <a:gd name="connsiteY10" fmla="*/ 458631 h 2121200"/>
              <a:gd name="connsiteX0" fmla="*/ 263588 w 438018"/>
              <a:gd name="connsiteY0" fmla="*/ 1891041 h 1891041"/>
              <a:gd name="connsiteX1" fmla="*/ 434114 w 438018"/>
              <a:gd name="connsiteY1" fmla="*/ 1846952 h 1891041"/>
              <a:gd name="connsiteX2" fmla="*/ 369172 w 438018"/>
              <a:gd name="connsiteY2" fmla="*/ 1563060 h 1891041"/>
              <a:gd name="connsiteX3" fmla="*/ 304076 w 438018"/>
              <a:gd name="connsiteY3" fmla="*/ 1045217 h 1891041"/>
              <a:gd name="connsiteX4" fmla="*/ 345605 w 438018"/>
              <a:gd name="connsiteY4" fmla="*/ 747847 h 1891041"/>
              <a:gd name="connsiteX5" fmla="*/ 422524 w 438018"/>
              <a:gd name="connsiteY5" fmla="*/ 604476 h 1891041"/>
              <a:gd name="connsiteX6" fmla="*/ 337319 w 438018"/>
              <a:gd name="connsiteY6" fmla="*/ 417234 h 1891041"/>
              <a:gd name="connsiteX7" fmla="*/ 324816 w 438018"/>
              <a:gd name="connsiteY7" fmla="*/ 214854 h 1891041"/>
              <a:gd name="connsiteX8" fmla="*/ 264551 w 438018"/>
              <a:gd name="connsiteY8" fmla="*/ 14893 h 1891041"/>
              <a:gd name="connsiteX9" fmla="*/ 99348 w 438018"/>
              <a:gd name="connsiteY9" fmla="*/ 64337 h 1891041"/>
              <a:gd name="connsiteX10" fmla="*/ 0 w 438018"/>
              <a:gd name="connsiteY10" fmla="*/ 458631 h 1891041"/>
              <a:gd name="connsiteX0" fmla="*/ 263588 w 438018"/>
              <a:gd name="connsiteY0" fmla="*/ 1891041 h 1919929"/>
              <a:gd name="connsiteX1" fmla="*/ 434114 w 438018"/>
              <a:gd name="connsiteY1" fmla="*/ 1846952 h 1919929"/>
              <a:gd name="connsiteX2" fmla="*/ 369172 w 438018"/>
              <a:gd name="connsiteY2" fmla="*/ 1563060 h 1919929"/>
              <a:gd name="connsiteX3" fmla="*/ 304076 w 438018"/>
              <a:gd name="connsiteY3" fmla="*/ 1045217 h 1919929"/>
              <a:gd name="connsiteX4" fmla="*/ 345605 w 438018"/>
              <a:gd name="connsiteY4" fmla="*/ 747847 h 1919929"/>
              <a:gd name="connsiteX5" fmla="*/ 422524 w 438018"/>
              <a:gd name="connsiteY5" fmla="*/ 604476 h 1919929"/>
              <a:gd name="connsiteX6" fmla="*/ 337319 w 438018"/>
              <a:gd name="connsiteY6" fmla="*/ 417234 h 1919929"/>
              <a:gd name="connsiteX7" fmla="*/ 324816 w 438018"/>
              <a:gd name="connsiteY7" fmla="*/ 214854 h 1919929"/>
              <a:gd name="connsiteX8" fmla="*/ 264551 w 438018"/>
              <a:gd name="connsiteY8" fmla="*/ 14893 h 1919929"/>
              <a:gd name="connsiteX9" fmla="*/ 99348 w 438018"/>
              <a:gd name="connsiteY9" fmla="*/ 64337 h 1919929"/>
              <a:gd name="connsiteX10" fmla="*/ 0 w 438018"/>
              <a:gd name="connsiteY10" fmla="*/ 458631 h 1919929"/>
              <a:gd name="connsiteX0" fmla="*/ 288425 w 438018"/>
              <a:gd name="connsiteY0" fmla="*/ 2012117 h 2019334"/>
              <a:gd name="connsiteX1" fmla="*/ 434114 w 438018"/>
              <a:gd name="connsiteY1" fmla="*/ 1846952 h 2019334"/>
              <a:gd name="connsiteX2" fmla="*/ 369172 w 438018"/>
              <a:gd name="connsiteY2" fmla="*/ 1563060 h 2019334"/>
              <a:gd name="connsiteX3" fmla="*/ 304076 w 438018"/>
              <a:gd name="connsiteY3" fmla="*/ 1045217 h 2019334"/>
              <a:gd name="connsiteX4" fmla="*/ 345605 w 438018"/>
              <a:gd name="connsiteY4" fmla="*/ 747847 h 2019334"/>
              <a:gd name="connsiteX5" fmla="*/ 422524 w 438018"/>
              <a:gd name="connsiteY5" fmla="*/ 604476 h 2019334"/>
              <a:gd name="connsiteX6" fmla="*/ 337319 w 438018"/>
              <a:gd name="connsiteY6" fmla="*/ 417234 h 2019334"/>
              <a:gd name="connsiteX7" fmla="*/ 324816 w 438018"/>
              <a:gd name="connsiteY7" fmla="*/ 214854 h 2019334"/>
              <a:gd name="connsiteX8" fmla="*/ 264551 w 438018"/>
              <a:gd name="connsiteY8" fmla="*/ 14893 h 2019334"/>
              <a:gd name="connsiteX9" fmla="*/ 99348 w 438018"/>
              <a:gd name="connsiteY9" fmla="*/ 64337 h 2019334"/>
              <a:gd name="connsiteX10" fmla="*/ 0 w 438018"/>
              <a:gd name="connsiteY10" fmla="*/ 458631 h 2019334"/>
              <a:gd name="connsiteX0" fmla="*/ 288425 w 438018"/>
              <a:gd name="connsiteY0" fmla="*/ 2012117 h 2021335"/>
              <a:gd name="connsiteX1" fmla="*/ 434114 w 438018"/>
              <a:gd name="connsiteY1" fmla="*/ 1846952 h 2021335"/>
              <a:gd name="connsiteX2" fmla="*/ 369172 w 438018"/>
              <a:gd name="connsiteY2" fmla="*/ 1563060 h 2021335"/>
              <a:gd name="connsiteX3" fmla="*/ 304076 w 438018"/>
              <a:gd name="connsiteY3" fmla="*/ 1045217 h 2021335"/>
              <a:gd name="connsiteX4" fmla="*/ 345605 w 438018"/>
              <a:gd name="connsiteY4" fmla="*/ 747847 h 2021335"/>
              <a:gd name="connsiteX5" fmla="*/ 422524 w 438018"/>
              <a:gd name="connsiteY5" fmla="*/ 604476 h 2021335"/>
              <a:gd name="connsiteX6" fmla="*/ 337319 w 438018"/>
              <a:gd name="connsiteY6" fmla="*/ 417234 h 2021335"/>
              <a:gd name="connsiteX7" fmla="*/ 324816 w 438018"/>
              <a:gd name="connsiteY7" fmla="*/ 214854 h 2021335"/>
              <a:gd name="connsiteX8" fmla="*/ 264551 w 438018"/>
              <a:gd name="connsiteY8" fmla="*/ 14893 h 2021335"/>
              <a:gd name="connsiteX9" fmla="*/ 99348 w 438018"/>
              <a:gd name="connsiteY9" fmla="*/ 64337 h 2021335"/>
              <a:gd name="connsiteX10" fmla="*/ 0 w 438018"/>
              <a:gd name="connsiteY10" fmla="*/ 458631 h 2021335"/>
              <a:gd name="connsiteX0" fmla="*/ 288425 w 422525"/>
              <a:gd name="connsiteY0" fmla="*/ 2012117 h 2022526"/>
              <a:gd name="connsiteX1" fmla="*/ 415207 w 422525"/>
              <a:gd name="connsiteY1" fmla="*/ 1860038 h 2022526"/>
              <a:gd name="connsiteX2" fmla="*/ 369172 w 422525"/>
              <a:gd name="connsiteY2" fmla="*/ 1563060 h 2022526"/>
              <a:gd name="connsiteX3" fmla="*/ 304076 w 422525"/>
              <a:gd name="connsiteY3" fmla="*/ 1045217 h 2022526"/>
              <a:gd name="connsiteX4" fmla="*/ 345605 w 422525"/>
              <a:gd name="connsiteY4" fmla="*/ 747847 h 2022526"/>
              <a:gd name="connsiteX5" fmla="*/ 422524 w 422525"/>
              <a:gd name="connsiteY5" fmla="*/ 604476 h 2022526"/>
              <a:gd name="connsiteX6" fmla="*/ 337319 w 422525"/>
              <a:gd name="connsiteY6" fmla="*/ 417234 h 2022526"/>
              <a:gd name="connsiteX7" fmla="*/ 324816 w 422525"/>
              <a:gd name="connsiteY7" fmla="*/ 214854 h 2022526"/>
              <a:gd name="connsiteX8" fmla="*/ 264551 w 422525"/>
              <a:gd name="connsiteY8" fmla="*/ 14893 h 2022526"/>
              <a:gd name="connsiteX9" fmla="*/ 99348 w 422525"/>
              <a:gd name="connsiteY9" fmla="*/ 64337 h 2022526"/>
              <a:gd name="connsiteX10" fmla="*/ 0 w 422525"/>
              <a:gd name="connsiteY10" fmla="*/ 458631 h 202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2525" h="2022526">
                <a:moveTo>
                  <a:pt x="288425" y="2012117"/>
                </a:moveTo>
                <a:cubicBezTo>
                  <a:pt x="324266" y="2047535"/>
                  <a:pt x="381809" y="1991532"/>
                  <a:pt x="415207" y="1860038"/>
                </a:cubicBezTo>
                <a:cubicBezTo>
                  <a:pt x="435372" y="1765898"/>
                  <a:pt x="387694" y="1698864"/>
                  <a:pt x="369172" y="1563060"/>
                </a:cubicBezTo>
                <a:cubicBezTo>
                  <a:pt x="350650" y="1427257"/>
                  <a:pt x="291218" y="1210762"/>
                  <a:pt x="304076" y="1045217"/>
                </a:cubicBezTo>
                <a:cubicBezTo>
                  <a:pt x="311792" y="945300"/>
                  <a:pt x="325864" y="821304"/>
                  <a:pt x="345605" y="747847"/>
                </a:cubicBezTo>
                <a:cubicBezTo>
                  <a:pt x="365346" y="674390"/>
                  <a:pt x="422143" y="658197"/>
                  <a:pt x="422524" y="604476"/>
                </a:cubicBezTo>
                <a:cubicBezTo>
                  <a:pt x="422905" y="547516"/>
                  <a:pt x="353604" y="482171"/>
                  <a:pt x="337319" y="417234"/>
                </a:cubicBezTo>
                <a:cubicBezTo>
                  <a:pt x="321034" y="352297"/>
                  <a:pt x="336944" y="281911"/>
                  <a:pt x="324816" y="214854"/>
                </a:cubicBezTo>
                <a:cubicBezTo>
                  <a:pt x="312688" y="147797"/>
                  <a:pt x="302129" y="39979"/>
                  <a:pt x="264551" y="14893"/>
                </a:cubicBezTo>
                <a:cubicBezTo>
                  <a:pt x="226973" y="-10193"/>
                  <a:pt x="143440" y="-9619"/>
                  <a:pt x="99348" y="64337"/>
                </a:cubicBezTo>
                <a:cubicBezTo>
                  <a:pt x="55256" y="138293"/>
                  <a:pt x="73786" y="341786"/>
                  <a:pt x="0" y="458631"/>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5" name="Freeform: Shape 24">
            <a:extLst>
              <a:ext uri="{FF2B5EF4-FFF2-40B4-BE49-F238E27FC236}">
                <a16:creationId xmlns:a16="http://schemas.microsoft.com/office/drawing/2014/main" id="{324D3D54-45A5-64B2-8426-22F465963CAA}"/>
              </a:ext>
            </a:extLst>
          </p:cNvPr>
          <p:cNvSpPr/>
          <p:nvPr userDrawn="1"/>
        </p:nvSpPr>
        <p:spPr>
          <a:xfrm rot="20798709" flipH="1">
            <a:off x="11559383" y="1088945"/>
            <a:ext cx="872178" cy="3226481"/>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062627 w 2062627"/>
              <a:gd name="connsiteY0" fmla="*/ 3133037 h 3133037"/>
              <a:gd name="connsiteX1" fmla="*/ 1980575 w 2062627"/>
              <a:gd name="connsiteY1" fmla="*/ 2137763 h 3133037"/>
              <a:gd name="connsiteX2" fmla="*/ 1870466 w 2062627"/>
              <a:gd name="connsiteY2" fmla="*/ 1853061 h 3133037"/>
              <a:gd name="connsiteX3" fmla="*/ 1813030 w 2062627"/>
              <a:gd name="connsiteY3" fmla="*/ 1618555 h 3133037"/>
              <a:gd name="connsiteX4" fmla="*/ 1757976 w 2062627"/>
              <a:gd name="connsiteY4" fmla="*/ 1324232 h 3133037"/>
              <a:gd name="connsiteX5" fmla="*/ 1772359 w 2062627"/>
              <a:gd name="connsiteY5" fmla="*/ 1075439 h 3133037"/>
              <a:gd name="connsiteX6" fmla="*/ 1796266 w 2062627"/>
              <a:gd name="connsiteY6" fmla="*/ 929516 h 3133037"/>
              <a:gd name="connsiteX7" fmla="*/ 1853702 w 2062627"/>
              <a:gd name="connsiteY7" fmla="*/ 637575 h 3133037"/>
              <a:gd name="connsiteX8" fmla="*/ 1879991 w 2062627"/>
              <a:gd name="connsiteY8" fmla="*/ 427073 h 3133037"/>
              <a:gd name="connsiteX9" fmla="*/ 1678315 w 2062627"/>
              <a:gd name="connsiteY9" fmla="*/ 3101 h 3133037"/>
              <a:gd name="connsiteX10" fmla="*/ 1407043 w 2062627"/>
              <a:gd name="connsiteY10" fmla="*/ 250943 h 3133037"/>
              <a:gd name="connsiteX11" fmla="*/ 1016743 w 2062627"/>
              <a:gd name="connsiteY11" fmla="*/ 874929 h 3133037"/>
              <a:gd name="connsiteX12" fmla="*/ 425510 w 2062627"/>
              <a:gd name="connsiteY12" fmla="*/ 1765417 h 3133037"/>
              <a:gd name="connsiteX13" fmla="*/ 20829 w 2062627"/>
              <a:gd name="connsiteY13" fmla="*/ 2288401 h 3133037"/>
              <a:gd name="connsiteX14" fmla="*/ 71044 w 2062627"/>
              <a:gd name="connsiteY14" fmla="*/ 2733373 h 3133037"/>
              <a:gd name="connsiteX0" fmla="*/ 2062627 w 2133207"/>
              <a:gd name="connsiteY0" fmla="*/ 3133037 h 3133037"/>
              <a:gd name="connsiteX1" fmla="*/ 1980575 w 2133207"/>
              <a:gd name="connsiteY1" fmla="*/ 2137763 h 3133037"/>
              <a:gd name="connsiteX2" fmla="*/ 1870466 w 2133207"/>
              <a:gd name="connsiteY2" fmla="*/ 1853061 h 3133037"/>
              <a:gd name="connsiteX3" fmla="*/ 1813030 w 2133207"/>
              <a:gd name="connsiteY3" fmla="*/ 1618555 h 3133037"/>
              <a:gd name="connsiteX4" fmla="*/ 1757976 w 2133207"/>
              <a:gd name="connsiteY4" fmla="*/ 1324232 h 3133037"/>
              <a:gd name="connsiteX5" fmla="*/ 1772359 w 2133207"/>
              <a:gd name="connsiteY5" fmla="*/ 1075439 h 3133037"/>
              <a:gd name="connsiteX6" fmla="*/ 1796266 w 2133207"/>
              <a:gd name="connsiteY6" fmla="*/ 929516 h 3133037"/>
              <a:gd name="connsiteX7" fmla="*/ 1853702 w 2133207"/>
              <a:gd name="connsiteY7" fmla="*/ 637575 h 3133037"/>
              <a:gd name="connsiteX8" fmla="*/ 1879991 w 2133207"/>
              <a:gd name="connsiteY8" fmla="*/ 427073 h 3133037"/>
              <a:gd name="connsiteX9" fmla="*/ 1678315 w 2133207"/>
              <a:gd name="connsiteY9" fmla="*/ 3101 h 3133037"/>
              <a:gd name="connsiteX10" fmla="*/ 1407043 w 2133207"/>
              <a:gd name="connsiteY10" fmla="*/ 250943 h 3133037"/>
              <a:gd name="connsiteX11" fmla="*/ 1016743 w 2133207"/>
              <a:gd name="connsiteY11" fmla="*/ 874929 h 3133037"/>
              <a:gd name="connsiteX12" fmla="*/ 425510 w 2133207"/>
              <a:gd name="connsiteY12" fmla="*/ 1765417 h 3133037"/>
              <a:gd name="connsiteX13" fmla="*/ 20829 w 2133207"/>
              <a:gd name="connsiteY13" fmla="*/ 2288401 h 3133037"/>
              <a:gd name="connsiteX14" fmla="*/ 71044 w 2133207"/>
              <a:gd name="connsiteY14" fmla="*/ 2733373 h 3133037"/>
              <a:gd name="connsiteX0" fmla="*/ 2062627 w 2154740"/>
              <a:gd name="connsiteY0" fmla="*/ 3133037 h 3133037"/>
              <a:gd name="connsiteX1" fmla="*/ 2069184 w 2154740"/>
              <a:gd name="connsiteY1" fmla="*/ 2453641 h 3133037"/>
              <a:gd name="connsiteX2" fmla="*/ 1870466 w 2154740"/>
              <a:gd name="connsiteY2" fmla="*/ 1853061 h 3133037"/>
              <a:gd name="connsiteX3" fmla="*/ 1813030 w 2154740"/>
              <a:gd name="connsiteY3" fmla="*/ 1618555 h 3133037"/>
              <a:gd name="connsiteX4" fmla="*/ 1757976 w 2154740"/>
              <a:gd name="connsiteY4" fmla="*/ 1324232 h 3133037"/>
              <a:gd name="connsiteX5" fmla="*/ 1772359 w 2154740"/>
              <a:gd name="connsiteY5" fmla="*/ 1075439 h 3133037"/>
              <a:gd name="connsiteX6" fmla="*/ 1796266 w 2154740"/>
              <a:gd name="connsiteY6" fmla="*/ 929516 h 3133037"/>
              <a:gd name="connsiteX7" fmla="*/ 1853702 w 2154740"/>
              <a:gd name="connsiteY7" fmla="*/ 637575 h 3133037"/>
              <a:gd name="connsiteX8" fmla="*/ 1879991 w 2154740"/>
              <a:gd name="connsiteY8" fmla="*/ 427073 h 3133037"/>
              <a:gd name="connsiteX9" fmla="*/ 1678315 w 2154740"/>
              <a:gd name="connsiteY9" fmla="*/ 3101 h 3133037"/>
              <a:gd name="connsiteX10" fmla="*/ 1407043 w 2154740"/>
              <a:gd name="connsiteY10" fmla="*/ 250943 h 3133037"/>
              <a:gd name="connsiteX11" fmla="*/ 1016743 w 2154740"/>
              <a:gd name="connsiteY11" fmla="*/ 874929 h 3133037"/>
              <a:gd name="connsiteX12" fmla="*/ 425510 w 2154740"/>
              <a:gd name="connsiteY12" fmla="*/ 1765417 h 3133037"/>
              <a:gd name="connsiteX13" fmla="*/ 20829 w 2154740"/>
              <a:gd name="connsiteY13" fmla="*/ 2288401 h 3133037"/>
              <a:gd name="connsiteX14" fmla="*/ 71044 w 2154740"/>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16743 w 2155585"/>
              <a:gd name="connsiteY11" fmla="*/ 874929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54307 w 2155585"/>
              <a:gd name="connsiteY10" fmla="*/ 277419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076503 h 3076503"/>
              <a:gd name="connsiteX1" fmla="*/ 2069184 w 2155585"/>
              <a:gd name="connsiteY1" fmla="*/ 2397107 h 3076503"/>
              <a:gd name="connsiteX2" fmla="*/ 1851164 w 2155585"/>
              <a:gd name="connsiteY2" fmla="*/ 1872178 h 3076503"/>
              <a:gd name="connsiteX3" fmla="*/ 1813030 w 2155585"/>
              <a:gd name="connsiteY3" fmla="*/ 1562021 h 3076503"/>
              <a:gd name="connsiteX4" fmla="*/ 1757976 w 2155585"/>
              <a:gd name="connsiteY4" fmla="*/ 1267698 h 3076503"/>
              <a:gd name="connsiteX5" fmla="*/ 1772359 w 2155585"/>
              <a:gd name="connsiteY5" fmla="*/ 1018905 h 3076503"/>
              <a:gd name="connsiteX6" fmla="*/ 1796266 w 2155585"/>
              <a:gd name="connsiteY6" fmla="*/ 872982 h 3076503"/>
              <a:gd name="connsiteX7" fmla="*/ 1853702 w 2155585"/>
              <a:gd name="connsiteY7" fmla="*/ 581041 h 3076503"/>
              <a:gd name="connsiteX8" fmla="*/ 1879991 w 2155585"/>
              <a:gd name="connsiteY8" fmla="*/ 370539 h 3076503"/>
              <a:gd name="connsiteX9" fmla="*/ 1688112 w 2155585"/>
              <a:gd name="connsiteY9" fmla="*/ 3527 h 3076503"/>
              <a:gd name="connsiteX10" fmla="*/ 1454307 w 2155585"/>
              <a:gd name="connsiteY10" fmla="*/ 220885 h 3076503"/>
              <a:gd name="connsiteX11" fmla="*/ 1094559 w 2155585"/>
              <a:gd name="connsiteY11" fmla="*/ 831359 h 3076503"/>
              <a:gd name="connsiteX12" fmla="*/ 425510 w 2155585"/>
              <a:gd name="connsiteY12" fmla="*/ 1708883 h 3076503"/>
              <a:gd name="connsiteX13" fmla="*/ 20829 w 2155585"/>
              <a:gd name="connsiteY13" fmla="*/ 2231867 h 3076503"/>
              <a:gd name="connsiteX14" fmla="*/ 71044 w 2155585"/>
              <a:gd name="connsiteY14" fmla="*/ 2676839 h 3076503"/>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25510 w 2155585"/>
              <a:gd name="connsiteY12" fmla="*/ 1708447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23155 w 2116113"/>
              <a:gd name="connsiteY0" fmla="*/ 3076067 h 3076067"/>
              <a:gd name="connsiteX1" fmla="*/ 2029712 w 2116113"/>
              <a:gd name="connsiteY1" fmla="*/ 2396671 h 3076067"/>
              <a:gd name="connsiteX2" fmla="*/ 1811692 w 2116113"/>
              <a:gd name="connsiteY2" fmla="*/ 1871742 h 3076067"/>
              <a:gd name="connsiteX3" fmla="*/ 1773558 w 2116113"/>
              <a:gd name="connsiteY3" fmla="*/ 1561585 h 3076067"/>
              <a:gd name="connsiteX4" fmla="*/ 1718504 w 2116113"/>
              <a:gd name="connsiteY4" fmla="*/ 1267262 h 3076067"/>
              <a:gd name="connsiteX5" fmla="*/ 1732887 w 2116113"/>
              <a:gd name="connsiteY5" fmla="*/ 1018469 h 3076067"/>
              <a:gd name="connsiteX6" fmla="*/ 1756794 w 2116113"/>
              <a:gd name="connsiteY6" fmla="*/ 872546 h 3076067"/>
              <a:gd name="connsiteX7" fmla="*/ 1814230 w 2116113"/>
              <a:gd name="connsiteY7" fmla="*/ 580605 h 3076067"/>
              <a:gd name="connsiteX8" fmla="*/ 1840519 w 2116113"/>
              <a:gd name="connsiteY8" fmla="*/ 370103 h 3076067"/>
              <a:gd name="connsiteX9" fmla="*/ 1648640 w 2116113"/>
              <a:gd name="connsiteY9" fmla="*/ 3091 h 3076067"/>
              <a:gd name="connsiteX10" fmla="*/ 1414835 w 2116113"/>
              <a:gd name="connsiteY10" fmla="*/ 220449 h 3076067"/>
              <a:gd name="connsiteX11" fmla="*/ 1055087 w 2116113"/>
              <a:gd name="connsiteY11" fmla="*/ 830923 h 3076067"/>
              <a:gd name="connsiteX12" fmla="*/ 423489 w 2116113"/>
              <a:gd name="connsiteY12" fmla="*/ 1721976 h 3076067"/>
              <a:gd name="connsiteX13" fmla="*/ 27535 w 2116113"/>
              <a:gd name="connsiteY13" fmla="*/ 2246689 h 3076067"/>
              <a:gd name="connsiteX14" fmla="*/ 31572 w 2116113"/>
              <a:gd name="connsiteY14" fmla="*/ 2676403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45861 w 2106887"/>
              <a:gd name="connsiteY11" fmla="*/ 830923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04374 w 2106887"/>
              <a:gd name="connsiteY11" fmla="*/ 804705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124267 w 2194372"/>
              <a:gd name="connsiteY0" fmla="*/ 3082458 h 3082458"/>
              <a:gd name="connsiteX1" fmla="*/ 2020486 w 2194372"/>
              <a:gd name="connsiteY1" fmla="*/ 2396671 h 3082458"/>
              <a:gd name="connsiteX2" fmla="*/ 1802466 w 2194372"/>
              <a:gd name="connsiteY2" fmla="*/ 1871742 h 3082458"/>
              <a:gd name="connsiteX3" fmla="*/ 1764332 w 2194372"/>
              <a:gd name="connsiteY3" fmla="*/ 1561585 h 3082458"/>
              <a:gd name="connsiteX4" fmla="*/ 1709278 w 2194372"/>
              <a:gd name="connsiteY4" fmla="*/ 1267262 h 3082458"/>
              <a:gd name="connsiteX5" fmla="*/ 1723661 w 2194372"/>
              <a:gd name="connsiteY5" fmla="*/ 1018469 h 3082458"/>
              <a:gd name="connsiteX6" fmla="*/ 1747568 w 2194372"/>
              <a:gd name="connsiteY6" fmla="*/ 872546 h 3082458"/>
              <a:gd name="connsiteX7" fmla="*/ 1805004 w 2194372"/>
              <a:gd name="connsiteY7" fmla="*/ 580605 h 3082458"/>
              <a:gd name="connsiteX8" fmla="*/ 1831293 w 2194372"/>
              <a:gd name="connsiteY8" fmla="*/ 370103 h 3082458"/>
              <a:gd name="connsiteX9" fmla="*/ 1639414 w 2194372"/>
              <a:gd name="connsiteY9" fmla="*/ 3091 h 3082458"/>
              <a:gd name="connsiteX10" fmla="*/ 1405609 w 2194372"/>
              <a:gd name="connsiteY10" fmla="*/ 220449 h 3082458"/>
              <a:gd name="connsiteX11" fmla="*/ 1004374 w 2194372"/>
              <a:gd name="connsiteY11" fmla="*/ 804705 h 3082458"/>
              <a:gd name="connsiteX12" fmla="*/ 414263 w 2194372"/>
              <a:gd name="connsiteY12" fmla="*/ 1721976 h 3082458"/>
              <a:gd name="connsiteX13" fmla="*/ 18309 w 2194372"/>
              <a:gd name="connsiteY13" fmla="*/ 2246689 h 3082458"/>
              <a:gd name="connsiteX14" fmla="*/ 94702 w 2194372"/>
              <a:gd name="connsiteY14" fmla="*/ 2696844 h 3082458"/>
              <a:gd name="connsiteX0" fmla="*/ 2124267 w 2168230"/>
              <a:gd name="connsiteY0" fmla="*/ 3082458 h 3082458"/>
              <a:gd name="connsiteX1" fmla="*/ 2020486 w 2168230"/>
              <a:gd name="connsiteY1" fmla="*/ 2396671 h 3082458"/>
              <a:gd name="connsiteX2" fmla="*/ 1802466 w 2168230"/>
              <a:gd name="connsiteY2" fmla="*/ 1871742 h 3082458"/>
              <a:gd name="connsiteX3" fmla="*/ 1764332 w 2168230"/>
              <a:gd name="connsiteY3" fmla="*/ 1561585 h 3082458"/>
              <a:gd name="connsiteX4" fmla="*/ 1709278 w 2168230"/>
              <a:gd name="connsiteY4" fmla="*/ 1267262 h 3082458"/>
              <a:gd name="connsiteX5" fmla="*/ 1723661 w 2168230"/>
              <a:gd name="connsiteY5" fmla="*/ 1018469 h 3082458"/>
              <a:gd name="connsiteX6" fmla="*/ 1747568 w 2168230"/>
              <a:gd name="connsiteY6" fmla="*/ 872546 h 3082458"/>
              <a:gd name="connsiteX7" fmla="*/ 1805004 w 2168230"/>
              <a:gd name="connsiteY7" fmla="*/ 580605 h 3082458"/>
              <a:gd name="connsiteX8" fmla="*/ 1831293 w 2168230"/>
              <a:gd name="connsiteY8" fmla="*/ 370103 h 3082458"/>
              <a:gd name="connsiteX9" fmla="*/ 1639414 w 2168230"/>
              <a:gd name="connsiteY9" fmla="*/ 3091 h 3082458"/>
              <a:gd name="connsiteX10" fmla="*/ 1405609 w 2168230"/>
              <a:gd name="connsiteY10" fmla="*/ 220449 h 3082458"/>
              <a:gd name="connsiteX11" fmla="*/ 1004374 w 2168230"/>
              <a:gd name="connsiteY11" fmla="*/ 804705 h 3082458"/>
              <a:gd name="connsiteX12" fmla="*/ 414263 w 2168230"/>
              <a:gd name="connsiteY12" fmla="*/ 1721976 h 3082458"/>
              <a:gd name="connsiteX13" fmla="*/ 18309 w 2168230"/>
              <a:gd name="connsiteY13" fmla="*/ 2246689 h 3082458"/>
              <a:gd name="connsiteX14" fmla="*/ 94702 w 2168230"/>
              <a:gd name="connsiteY14" fmla="*/ 2696844 h 3082458"/>
              <a:gd name="connsiteX0" fmla="*/ 2161045 w 2200512"/>
              <a:gd name="connsiteY0" fmla="*/ 3089740 h 3089740"/>
              <a:gd name="connsiteX1" fmla="*/ 2020486 w 2200512"/>
              <a:gd name="connsiteY1" fmla="*/ 2396671 h 3089740"/>
              <a:gd name="connsiteX2" fmla="*/ 1802466 w 2200512"/>
              <a:gd name="connsiteY2" fmla="*/ 1871742 h 3089740"/>
              <a:gd name="connsiteX3" fmla="*/ 1764332 w 2200512"/>
              <a:gd name="connsiteY3" fmla="*/ 1561585 h 3089740"/>
              <a:gd name="connsiteX4" fmla="*/ 1709278 w 2200512"/>
              <a:gd name="connsiteY4" fmla="*/ 1267262 h 3089740"/>
              <a:gd name="connsiteX5" fmla="*/ 1723661 w 2200512"/>
              <a:gd name="connsiteY5" fmla="*/ 1018469 h 3089740"/>
              <a:gd name="connsiteX6" fmla="*/ 1747568 w 2200512"/>
              <a:gd name="connsiteY6" fmla="*/ 872546 h 3089740"/>
              <a:gd name="connsiteX7" fmla="*/ 1805004 w 2200512"/>
              <a:gd name="connsiteY7" fmla="*/ 580605 h 3089740"/>
              <a:gd name="connsiteX8" fmla="*/ 1831293 w 2200512"/>
              <a:gd name="connsiteY8" fmla="*/ 370103 h 3089740"/>
              <a:gd name="connsiteX9" fmla="*/ 1639414 w 2200512"/>
              <a:gd name="connsiteY9" fmla="*/ 3091 h 3089740"/>
              <a:gd name="connsiteX10" fmla="*/ 1405609 w 2200512"/>
              <a:gd name="connsiteY10" fmla="*/ 220449 h 3089740"/>
              <a:gd name="connsiteX11" fmla="*/ 1004374 w 2200512"/>
              <a:gd name="connsiteY11" fmla="*/ 804705 h 3089740"/>
              <a:gd name="connsiteX12" fmla="*/ 414263 w 2200512"/>
              <a:gd name="connsiteY12" fmla="*/ 1721976 h 3089740"/>
              <a:gd name="connsiteX13" fmla="*/ 18309 w 2200512"/>
              <a:gd name="connsiteY13" fmla="*/ 2246689 h 3089740"/>
              <a:gd name="connsiteX14" fmla="*/ 94702 w 2200512"/>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296181 w 2345183"/>
              <a:gd name="connsiteY0" fmla="*/ 3089740 h 3089740"/>
              <a:gd name="connsiteX1" fmla="*/ 2215416 w 2345183"/>
              <a:gd name="connsiteY1" fmla="*/ 2331220 h 3089740"/>
              <a:gd name="connsiteX2" fmla="*/ 1937602 w 2345183"/>
              <a:gd name="connsiteY2" fmla="*/ 1871742 h 3089740"/>
              <a:gd name="connsiteX3" fmla="*/ 1899468 w 2345183"/>
              <a:gd name="connsiteY3" fmla="*/ 1561585 h 3089740"/>
              <a:gd name="connsiteX4" fmla="*/ 1901284 w 2345183"/>
              <a:gd name="connsiteY4" fmla="*/ 1295299 h 3089740"/>
              <a:gd name="connsiteX5" fmla="*/ 1882704 w 2345183"/>
              <a:gd name="connsiteY5" fmla="*/ 872546 h 3089740"/>
              <a:gd name="connsiteX6" fmla="*/ 1940140 w 2345183"/>
              <a:gd name="connsiteY6" fmla="*/ 580605 h 3089740"/>
              <a:gd name="connsiteX7" fmla="*/ 1966429 w 2345183"/>
              <a:gd name="connsiteY7" fmla="*/ 370103 h 3089740"/>
              <a:gd name="connsiteX8" fmla="*/ 1774550 w 2345183"/>
              <a:gd name="connsiteY8" fmla="*/ 3091 h 3089740"/>
              <a:gd name="connsiteX9" fmla="*/ 1540745 w 2345183"/>
              <a:gd name="connsiteY9" fmla="*/ 220449 h 3089740"/>
              <a:gd name="connsiteX10" fmla="*/ 1139510 w 2345183"/>
              <a:gd name="connsiteY10" fmla="*/ 804705 h 3089740"/>
              <a:gd name="connsiteX11" fmla="*/ 549399 w 2345183"/>
              <a:gd name="connsiteY11" fmla="*/ 1721976 h 3089740"/>
              <a:gd name="connsiteX12" fmla="*/ 153445 w 2345183"/>
              <a:gd name="connsiteY12" fmla="*/ 2246689 h 3089740"/>
              <a:gd name="connsiteX13" fmla="*/ 0 w 2345183"/>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41614 w 2390616"/>
              <a:gd name="connsiteY0" fmla="*/ 3089740 h 3089740"/>
              <a:gd name="connsiteX1" fmla="*/ 2260849 w 2390616"/>
              <a:gd name="connsiteY1" fmla="*/ 2331220 h 3089740"/>
              <a:gd name="connsiteX2" fmla="*/ 1983035 w 2390616"/>
              <a:gd name="connsiteY2" fmla="*/ 1871742 h 3089740"/>
              <a:gd name="connsiteX3" fmla="*/ 1944901 w 2390616"/>
              <a:gd name="connsiteY3" fmla="*/ 1561585 h 3089740"/>
              <a:gd name="connsiteX4" fmla="*/ 1946717 w 2390616"/>
              <a:gd name="connsiteY4" fmla="*/ 1295299 h 3089740"/>
              <a:gd name="connsiteX5" fmla="*/ 1928137 w 2390616"/>
              <a:gd name="connsiteY5" fmla="*/ 872546 h 3089740"/>
              <a:gd name="connsiteX6" fmla="*/ 1985573 w 2390616"/>
              <a:gd name="connsiteY6" fmla="*/ 580605 h 3089740"/>
              <a:gd name="connsiteX7" fmla="*/ 2011862 w 2390616"/>
              <a:gd name="connsiteY7" fmla="*/ 370103 h 3089740"/>
              <a:gd name="connsiteX8" fmla="*/ 1819983 w 2390616"/>
              <a:gd name="connsiteY8" fmla="*/ 3091 h 3089740"/>
              <a:gd name="connsiteX9" fmla="*/ 1586178 w 2390616"/>
              <a:gd name="connsiteY9" fmla="*/ 220449 h 3089740"/>
              <a:gd name="connsiteX10" fmla="*/ 1184943 w 2390616"/>
              <a:gd name="connsiteY10" fmla="*/ 804705 h 3089740"/>
              <a:gd name="connsiteX11" fmla="*/ 594832 w 2390616"/>
              <a:gd name="connsiteY11" fmla="*/ 1721976 h 3089740"/>
              <a:gd name="connsiteX12" fmla="*/ 198878 w 2390616"/>
              <a:gd name="connsiteY12" fmla="*/ 2246689 h 3089740"/>
              <a:gd name="connsiteX13" fmla="*/ 45433 w 2390616"/>
              <a:gd name="connsiteY13" fmla="*/ 2678290 h 3089740"/>
              <a:gd name="connsiteX0" fmla="*/ 2335459 w 2385509"/>
              <a:gd name="connsiteY0" fmla="*/ 2680291 h 2680291"/>
              <a:gd name="connsiteX1" fmla="*/ 2260849 w 2385509"/>
              <a:gd name="connsiteY1" fmla="*/ 2331220 h 2680291"/>
              <a:gd name="connsiteX2" fmla="*/ 1983035 w 2385509"/>
              <a:gd name="connsiteY2" fmla="*/ 1871742 h 2680291"/>
              <a:gd name="connsiteX3" fmla="*/ 1944901 w 2385509"/>
              <a:gd name="connsiteY3" fmla="*/ 1561585 h 2680291"/>
              <a:gd name="connsiteX4" fmla="*/ 1946717 w 2385509"/>
              <a:gd name="connsiteY4" fmla="*/ 1295299 h 2680291"/>
              <a:gd name="connsiteX5" fmla="*/ 1928137 w 2385509"/>
              <a:gd name="connsiteY5" fmla="*/ 872546 h 2680291"/>
              <a:gd name="connsiteX6" fmla="*/ 1985573 w 2385509"/>
              <a:gd name="connsiteY6" fmla="*/ 580605 h 2680291"/>
              <a:gd name="connsiteX7" fmla="*/ 2011862 w 2385509"/>
              <a:gd name="connsiteY7" fmla="*/ 370103 h 2680291"/>
              <a:gd name="connsiteX8" fmla="*/ 1819983 w 2385509"/>
              <a:gd name="connsiteY8" fmla="*/ 3091 h 2680291"/>
              <a:gd name="connsiteX9" fmla="*/ 1586178 w 2385509"/>
              <a:gd name="connsiteY9" fmla="*/ 220449 h 2680291"/>
              <a:gd name="connsiteX10" fmla="*/ 1184943 w 2385509"/>
              <a:gd name="connsiteY10" fmla="*/ 804705 h 2680291"/>
              <a:gd name="connsiteX11" fmla="*/ 594832 w 2385509"/>
              <a:gd name="connsiteY11" fmla="*/ 1721976 h 2680291"/>
              <a:gd name="connsiteX12" fmla="*/ 198878 w 2385509"/>
              <a:gd name="connsiteY12" fmla="*/ 2246689 h 2680291"/>
              <a:gd name="connsiteX13" fmla="*/ 45433 w 2385509"/>
              <a:gd name="connsiteY13" fmla="*/ 2678290 h 2680291"/>
              <a:gd name="connsiteX0" fmla="*/ 2335459 w 2345096"/>
              <a:gd name="connsiteY0" fmla="*/ 2680291 h 2680291"/>
              <a:gd name="connsiteX1" fmla="*/ 2260849 w 2345096"/>
              <a:gd name="connsiteY1" fmla="*/ 2331220 h 2680291"/>
              <a:gd name="connsiteX2" fmla="*/ 1983035 w 2345096"/>
              <a:gd name="connsiteY2" fmla="*/ 1871742 h 2680291"/>
              <a:gd name="connsiteX3" fmla="*/ 1944901 w 2345096"/>
              <a:gd name="connsiteY3" fmla="*/ 1561585 h 2680291"/>
              <a:gd name="connsiteX4" fmla="*/ 1946717 w 2345096"/>
              <a:gd name="connsiteY4" fmla="*/ 1295299 h 2680291"/>
              <a:gd name="connsiteX5" fmla="*/ 1928137 w 2345096"/>
              <a:gd name="connsiteY5" fmla="*/ 872546 h 2680291"/>
              <a:gd name="connsiteX6" fmla="*/ 1985573 w 2345096"/>
              <a:gd name="connsiteY6" fmla="*/ 580605 h 2680291"/>
              <a:gd name="connsiteX7" fmla="*/ 2011862 w 2345096"/>
              <a:gd name="connsiteY7" fmla="*/ 370103 h 2680291"/>
              <a:gd name="connsiteX8" fmla="*/ 1819983 w 2345096"/>
              <a:gd name="connsiteY8" fmla="*/ 3091 h 2680291"/>
              <a:gd name="connsiteX9" fmla="*/ 1586178 w 2345096"/>
              <a:gd name="connsiteY9" fmla="*/ 220449 h 2680291"/>
              <a:gd name="connsiteX10" fmla="*/ 1184943 w 2345096"/>
              <a:gd name="connsiteY10" fmla="*/ 804705 h 2680291"/>
              <a:gd name="connsiteX11" fmla="*/ 594832 w 2345096"/>
              <a:gd name="connsiteY11" fmla="*/ 1721976 h 2680291"/>
              <a:gd name="connsiteX12" fmla="*/ 198878 w 2345096"/>
              <a:gd name="connsiteY12" fmla="*/ 2246689 h 2680291"/>
              <a:gd name="connsiteX13" fmla="*/ 45433 w 2345096"/>
              <a:gd name="connsiteY13" fmla="*/ 2678290 h 2680291"/>
              <a:gd name="connsiteX0" fmla="*/ 2335459 w 2335459"/>
              <a:gd name="connsiteY0" fmla="*/ 2680291 h 2680291"/>
              <a:gd name="connsiteX1" fmla="*/ 2260849 w 2335459"/>
              <a:gd name="connsiteY1" fmla="*/ 2331220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10839 w 2310839"/>
              <a:gd name="connsiteY0" fmla="*/ 2680291 h 2680291"/>
              <a:gd name="connsiteX1" fmla="*/ 2023122 w 2310839"/>
              <a:gd name="connsiteY1" fmla="*/ 2281531 h 2680291"/>
              <a:gd name="connsiteX2" fmla="*/ 1958415 w 2310839"/>
              <a:gd name="connsiteY2" fmla="*/ 1871742 h 2680291"/>
              <a:gd name="connsiteX3" fmla="*/ 1920281 w 2310839"/>
              <a:gd name="connsiteY3" fmla="*/ 1561585 h 2680291"/>
              <a:gd name="connsiteX4" fmla="*/ 1922097 w 2310839"/>
              <a:gd name="connsiteY4" fmla="*/ 1295299 h 2680291"/>
              <a:gd name="connsiteX5" fmla="*/ 1903517 w 2310839"/>
              <a:gd name="connsiteY5" fmla="*/ 872546 h 2680291"/>
              <a:gd name="connsiteX6" fmla="*/ 1960953 w 2310839"/>
              <a:gd name="connsiteY6" fmla="*/ 580605 h 2680291"/>
              <a:gd name="connsiteX7" fmla="*/ 1987242 w 2310839"/>
              <a:gd name="connsiteY7" fmla="*/ 370103 h 2680291"/>
              <a:gd name="connsiteX8" fmla="*/ 1795363 w 2310839"/>
              <a:gd name="connsiteY8" fmla="*/ 3091 h 2680291"/>
              <a:gd name="connsiteX9" fmla="*/ 1561558 w 2310839"/>
              <a:gd name="connsiteY9" fmla="*/ 220449 h 2680291"/>
              <a:gd name="connsiteX10" fmla="*/ 1160323 w 2310839"/>
              <a:gd name="connsiteY10" fmla="*/ 804705 h 2680291"/>
              <a:gd name="connsiteX11" fmla="*/ 570212 w 2310839"/>
              <a:gd name="connsiteY11" fmla="*/ 1721976 h 2680291"/>
              <a:gd name="connsiteX12" fmla="*/ 337346 w 2310839"/>
              <a:gd name="connsiteY12" fmla="*/ 2015570 h 2680291"/>
              <a:gd name="connsiteX13" fmla="*/ 20813 w 2310839"/>
              <a:gd name="connsiteY13" fmla="*/ 2678290 h 2680291"/>
              <a:gd name="connsiteX0" fmla="*/ 2191594 w 2191594"/>
              <a:gd name="connsiteY0" fmla="*/ 2680291 h 2680291"/>
              <a:gd name="connsiteX1" fmla="*/ 1903877 w 2191594"/>
              <a:gd name="connsiteY1" fmla="*/ 2281531 h 2680291"/>
              <a:gd name="connsiteX2" fmla="*/ 1839170 w 2191594"/>
              <a:gd name="connsiteY2" fmla="*/ 1871742 h 2680291"/>
              <a:gd name="connsiteX3" fmla="*/ 1801036 w 2191594"/>
              <a:gd name="connsiteY3" fmla="*/ 1561585 h 2680291"/>
              <a:gd name="connsiteX4" fmla="*/ 1802852 w 2191594"/>
              <a:gd name="connsiteY4" fmla="*/ 1295299 h 2680291"/>
              <a:gd name="connsiteX5" fmla="*/ 1784272 w 2191594"/>
              <a:gd name="connsiteY5" fmla="*/ 872546 h 2680291"/>
              <a:gd name="connsiteX6" fmla="*/ 1841708 w 2191594"/>
              <a:gd name="connsiteY6" fmla="*/ 580605 h 2680291"/>
              <a:gd name="connsiteX7" fmla="*/ 1867997 w 2191594"/>
              <a:gd name="connsiteY7" fmla="*/ 370103 h 2680291"/>
              <a:gd name="connsiteX8" fmla="*/ 1676118 w 2191594"/>
              <a:gd name="connsiteY8" fmla="*/ 3091 h 2680291"/>
              <a:gd name="connsiteX9" fmla="*/ 1442313 w 2191594"/>
              <a:gd name="connsiteY9" fmla="*/ 220449 h 2680291"/>
              <a:gd name="connsiteX10" fmla="*/ 1041078 w 2191594"/>
              <a:gd name="connsiteY10" fmla="*/ 804705 h 2680291"/>
              <a:gd name="connsiteX11" fmla="*/ 450967 w 2191594"/>
              <a:gd name="connsiteY11" fmla="*/ 1721976 h 2680291"/>
              <a:gd name="connsiteX12" fmla="*/ 218101 w 2191594"/>
              <a:gd name="connsiteY12" fmla="*/ 2015570 h 2680291"/>
              <a:gd name="connsiteX13" fmla="*/ 39115 w 2191594"/>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221687 w 2152479"/>
              <a:gd name="connsiteY12" fmla="*/ 2010293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83519 w 2152479"/>
              <a:gd name="connsiteY11" fmla="*/ 1704957 h 2680291"/>
              <a:gd name="connsiteX12" fmla="*/ 221687 w 2152479"/>
              <a:gd name="connsiteY12" fmla="*/ 2010293 h 2680291"/>
              <a:gd name="connsiteX13" fmla="*/ 0 w 2152479"/>
              <a:gd name="connsiteY13" fmla="*/ 2243616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608799 w 2213367"/>
              <a:gd name="connsiteY11" fmla="*/ 1619116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434 h 2680434"/>
              <a:gd name="connsiteX1" fmla="*/ 1925650 w 2213367"/>
              <a:gd name="connsiteY1" fmla="*/ 2281674 h 2680434"/>
              <a:gd name="connsiteX2" fmla="*/ 1860943 w 2213367"/>
              <a:gd name="connsiteY2" fmla="*/ 1871885 h 2680434"/>
              <a:gd name="connsiteX3" fmla="*/ 1822809 w 2213367"/>
              <a:gd name="connsiteY3" fmla="*/ 1561728 h 2680434"/>
              <a:gd name="connsiteX4" fmla="*/ 1824625 w 2213367"/>
              <a:gd name="connsiteY4" fmla="*/ 1295442 h 2680434"/>
              <a:gd name="connsiteX5" fmla="*/ 1806045 w 2213367"/>
              <a:gd name="connsiteY5" fmla="*/ 872689 h 2680434"/>
              <a:gd name="connsiteX6" fmla="*/ 1863481 w 2213367"/>
              <a:gd name="connsiteY6" fmla="*/ 580748 h 2680434"/>
              <a:gd name="connsiteX7" fmla="*/ 1889770 w 2213367"/>
              <a:gd name="connsiteY7" fmla="*/ 370246 h 2680434"/>
              <a:gd name="connsiteX8" fmla="*/ 1697891 w 2213367"/>
              <a:gd name="connsiteY8" fmla="*/ 3234 h 2680434"/>
              <a:gd name="connsiteX9" fmla="*/ 1464086 w 2213367"/>
              <a:gd name="connsiteY9" fmla="*/ 220592 h 2680434"/>
              <a:gd name="connsiteX10" fmla="*/ 1353143 w 2213367"/>
              <a:gd name="connsiteY10" fmla="*/ 428970 h 2680434"/>
              <a:gd name="connsiteX11" fmla="*/ 1062851 w 2213367"/>
              <a:gd name="connsiteY11" fmla="*/ 804848 h 2680434"/>
              <a:gd name="connsiteX12" fmla="*/ 748064 w 2213367"/>
              <a:gd name="connsiteY12" fmla="*/ 1313000 h 2680434"/>
              <a:gd name="connsiteX13" fmla="*/ 608799 w 2213367"/>
              <a:gd name="connsiteY13" fmla="*/ 1619259 h 2680434"/>
              <a:gd name="connsiteX14" fmla="*/ 259004 w 2213367"/>
              <a:gd name="connsiteY14" fmla="*/ 1905896 h 2680434"/>
              <a:gd name="connsiteX15" fmla="*/ 0 w 2213367"/>
              <a:gd name="connsiteY15" fmla="*/ 2231702 h 26804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63481 w 2213367"/>
              <a:gd name="connsiteY6" fmla="*/ 535848 h 2635534"/>
              <a:gd name="connsiteX7" fmla="*/ 1889770 w 2213367"/>
              <a:gd name="connsiteY7" fmla="*/ 325346 h 2635534"/>
              <a:gd name="connsiteX8" fmla="*/ 1686449 w 2213367"/>
              <a:gd name="connsiteY8" fmla="*/ 4724 h 2635534"/>
              <a:gd name="connsiteX9" fmla="*/ 1464086 w 2213367"/>
              <a:gd name="connsiteY9" fmla="*/ 175692 h 2635534"/>
              <a:gd name="connsiteX10" fmla="*/ 1353143 w 2213367"/>
              <a:gd name="connsiteY10" fmla="*/ 384070 h 2635534"/>
              <a:gd name="connsiteX11" fmla="*/ 1062851 w 2213367"/>
              <a:gd name="connsiteY11" fmla="*/ 759948 h 2635534"/>
              <a:gd name="connsiteX12" fmla="*/ 748064 w 2213367"/>
              <a:gd name="connsiteY12" fmla="*/ 1268100 h 2635534"/>
              <a:gd name="connsiteX13" fmla="*/ 608799 w 2213367"/>
              <a:gd name="connsiteY13" fmla="*/ 1574359 h 2635534"/>
              <a:gd name="connsiteX14" fmla="*/ 259004 w 2213367"/>
              <a:gd name="connsiteY14" fmla="*/ 1860996 h 2635534"/>
              <a:gd name="connsiteX15" fmla="*/ 0 w 2213367"/>
              <a:gd name="connsiteY15"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772115 w 2213367"/>
              <a:gd name="connsiteY5" fmla="*/ 924784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860943 w 2213367"/>
              <a:gd name="connsiteY3" fmla="*/ 1826985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09790 h 2609790"/>
              <a:gd name="connsiteX1" fmla="*/ 1925650 w 2213367"/>
              <a:gd name="connsiteY1" fmla="*/ 2211030 h 2609790"/>
              <a:gd name="connsiteX2" fmla="*/ 1829676 w 2213367"/>
              <a:gd name="connsiteY2" fmla="*/ 2018640 h 2609790"/>
              <a:gd name="connsiteX3" fmla="*/ 1958817 w 2213367"/>
              <a:gd name="connsiteY3" fmla="*/ 1793733 h 2609790"/>
              <a:gd name="connsiteX4" fmla="*/ 1822809 w 2213367"/>
              <a:gd name="connsiteY4" fmla="*/ 1491084 h 2609790"/>
              <a:gd name="connsiteX5" fmla="*/ 1824625 w 2213367"/>
              <a:gd name="connsiteY5" fmla="*/ 1224798 h 2609790"/>
              <a:gd name="connsiteX6" fmla="*/ 1772115 w 2213367"/>
              <a:gd name="connsiteY6" fmla="*/ 899040 h 2609790"/>
              <a:gd name="connsiteX7" fmla="*/ 1852275 w 2213367"/>
              <a:gd name="connsiteY7" fmla="*/ 678676 h 2609790"/>
              <a:gd name="connsiteX8" fmla="*/ 1863481 w 2213367"/>
              <a:gd name="connsiteY8" fmla="*/ 510104 h 2609790"/>
              <a:gd name="connsiteX9" fmla="*/ 1889770 w 2213367"/>
              <a:gd name="connsiteY9" fmla="*/ 299602 h 2609790"/>
              <a:gd name="connsiteX10" fmla="*/ 1630840 w 2213367"/>
              <a:gd name="connsiteY10" fmla="*/ 6381 h 2609790"/>
              <a:gd name="connsiteX11" fmla="*/ 1464086 w 2213367"/>
              <a:gd name="connsiteY11" fmla="*/ 149948 h 2609790"/>
              <a:gd name="connsiteX12" fmla="*/ 1353143 w 2213367"/>
              <a:gd name="connsiteY12" fmla="*/ 358326 h 2609790"/>
              <a:gd name="connsiteX13" fmla="*/ 1062851 w 2213367"/>
              <a:gd name="connsiteY13" fmla="*/ 734204 h 2609790"/>
              <a:gd name="connsiteX14" fmla="*/ 748064 w 2213367"/>
              <a:gd name="connsiteY14" fmla="*/ 1242356 h 2609790"/>
              <a:gd name="connsiteX15" fmla="*/ 608799 w 2213367"/>
              <a:gd name="connsiteY15" fmla="*/ 1548615 h 2609790"/>
              <a:gd name="connsiteX16" fmla="*/ 259004 w 2213367"/>
              <a:gd name="connsiteY16" fmla="*/ 1835252 h 2609790"/>
              <a:gd name="connsiteX17" fmla="*/ 0 w 2213367"/>
              <a:gd name="connsiteY17" fmla="*/ 2161058 h 2609790"/>
              <a:gd name="connsiteX0" fmla="*/ 2213367 w 2213367"/>
              <a:gd name="connsiteY0" fmla="*/ 2609790 h 2609790"/>
              <a:gd name="connsiteX1" fmla="*/ 1925650 w 2213367"/>
              <a:gd name="connsiteY1" fmla="*/ 2211030 h 2609790"/>
              <a:gd name="connsiteX2" fmla="*/ 1829676 w 2213367"/>
              <a:gd name="connsiteY2" fmla="*/ 2018640 h 2609790"/>
              <a:gd name="connsiteX3" fmla="*/ 1958817 w 2213367"/>
              <a:gd name="connsiteY3" fmla="*/ 1793733 h 2609790"/>
              <a:gd name="connsiteX4" fmla="*/ 1822809 w 2213367"/>
              <a:gd name="connsiteY4" fmla="*/ 1491084 h 2609790"/>
              <a:gd name="connsiteX5" fmla="*/ 1824625 w 2213367"/>
              <a:gd name="connsiteY5" fmla="*/ 1224798 h 2609790"/>
              <a:gd name="connsiteX6" fmla="*/ 1772115 w 2213367"/>
              <a:gd name="connsiteY6" fmla="*/ 899040 h 2609790"/>
              <a:gd name="connsiteX7" fmla="*/ 1852275 w 2213367"/>
              <a:gd name="connsiteY7" fmla="*/ 678676 h 2609790"/>
              <a:gd name="connsiteX8" fmla="*/ 1936820 w 2213367"/>
              <a:gd name="connsiteY8" fmla="*/ 541022 h 2609790"/>
              <a:gd name="connsiteX9" fmla="*/ 1889770 w 2213367"/>
              <a:gd name="connsiteY9" fmla="*/ 299602 h 2609790"/>
              <a:gd name="connsiteX10" fmla="*/ 1630840 w 2213367"/>
              <a:gd name="connsiteY10" fmla="*/ 6381 h 2609790"/>
              <a:gd name="connsiteX11" fmla="*/ 1464086 w 2213367"/>
              <a:gd name="connsiteY11" fmla="*/ 149948 h 2609790"/>
              <a:gd name="connsiteX12" fmla="*/ 1353143 w 2213367"/>
              <a:gd name="connsiteY12" fmla="*/ 358326 h 2609790"/>
              <a:gd name="connsiteX13" fmla="*/ 1062851 w 2213367"/>
              <a:gd name="connsiteY13" fmla="*/ 734204 h 2609790"/>
              <a:gd name="connsiteX14" fmla="*/ 748064 w 2213367"/>
              <a:gd name="connsiteY14" fmla="*/ 1242356 h 2609790"/>
              <a:gd name="connsiteX15" fmla="*/ 608799 w 2213367"/>
              <a:gd name="connsiteY15" fmla="*/ 1548615 h 2609790"/>
              <a:gd name="connsiteX16" fmla="*/ 259004 w 2213367"/>
              <a:gd name="connsiteY16" fmla="*/ 1835252 h 2609790"/>
              <a:gd name="connsiteX17" fmla="*/ 0 w 2213367"/>
              <a:gd name="connsiteY17" fmla="*/ 2161058 h 2609790"/>
              <a:gd name="connsiteX0" fmla="*/ 1786114 w 1958823"/>
              <a:gd name="connsiteY0" fmla="*/ 2884711 h 2884711"/>
              <a:gd name="connsiteX1" fmla="*/ 1925650 w 1958823"/>
              <a:gd name="connsiteY1" fmla="*/ 2211030 h 2884711"/>
              <a:gd name="connsiteX2" fmla="*/ 1829676 w 1958823"/>
              <a:gd name="connsiteY2" fmla="*/ 2018640 h 2884711"/>
              <a:gd name="connsiteX3" fmla="*/ 1958817 w 1958823"/>
              <a:gd name="connsiteY3" fmla="*/ 1793733 h 2884711"/>
              <a:gd name="connsiteX4" fmla="*/ 1822809 w 1958823"/>
              <a:gd name="connsiteY4" fmla="*/ 1491084 h 2884711"/>
              <a:gd name="connsiteX5" fmla="*/ 1824625 w 1958823"/>
              <a:gd name="connsiteY5" fmla="*/ 1224798 h 2884711"/>
              <a:gd name="connsiteX6" fmla="*/ 1772115 w 1958823"/>
              <a:gd name="connsiteY6" fmla="*/ 899040 h 2884711"/>
              <a:gd name="connsiteX7" fmla="*/ 1852275 w 1958823"/>
              <a:gd name="connsiteY7" fmla="*/ 678676 h 2884711"/>
              <a:gd name="connsiteX8" fmla="*/ 1936820 w 1958823"/>
              <a:gd name="connsiteY8" fmla="*/ 541022 h 2884711"/>
              <a:gd name="connsiteX9" fmla="*/ 1889770 w 1958823"/>
              <a:gd name="connsiteY9" fmla="*/ 299602 h 2884711"/>
              <a:gd name="connsiteX10" fmla="*/ 1630840 w 1958823"/>
              <a:gd name="connsiteY10" fmla="*/ 6381 h 2884711"/>
              <a:gd name="connsiteX11" fmla="*/ 1464086 w 1958823"/>
              <a:gd name="connsiteY11" fmla="*/ 149948 h 2884711"/>
              <a:gd name="connsiteX12" fmla="*/ 1353143 w 1958823"/>
              <a:gd name="connsiteY12" fmla="*/ 358326 h 2884711"/>
              <a:gd name="connsiteX13" fmla="*/ 1062851 w 1958823"/>
              <a:gd name="connsiteY13" fmla="*/ 734204 h 2884711"/>
              <a:gd name="connsiteX14" fmla="*/ 748064 w 1958823"/>
              <a:gd name="connsiteY14" fmla="*/ 1242356 h 2884711"/>
              <a:gd name="connsiteX15" fmla="*/ 608799 w 1958823"/>
              <a:gd name="connsiteY15" fmla="*/ 1548615 h 2884711"/>
              <a:gd name="connsiteX16" fmla="*/ 259004 w 1958823"/>
              <a:gd name="connsiteY16" fmla="*/ 1835252 h 2884711"/>
              <a:gd name="connsiteX17" fmla="*/ 0 w 1958823"/>
              <a:gd name="connsiteY17" fmla="*/ 2161058 h 2884711"/>
              <a:gd name="connsiteX0" fmla="*/ 2110562 w 2110562"/>
              <a:gd name="connsiteY0" fmla="*/ 2874739 h 2874739"/>
              <a:gd name="connsiteX1" fmla="*/ 1925650 w 2110562"/>
              <a:gd name="connsiteY1" fmla="*/ 2211030 h 2874739"/>
              <a:gd name="connsiteX2" fmla="*/ 1829676 w 2110562"/>
              <a:gd name="connsiteY2" fmla="*/ 2018640 h 2874739"/>
              <a:gd name="connsiteX3" fmla="*/ 1958817 w 2110562"/>
              <a:gd name="connsiteY3" fmla="*/ 1793733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1958817 w 2110562"/>
              <a:gd name="connsiteY3" fmla="*/ 1793733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88179 w 2110562"/>
              <a:gd name="connsiteY4" fmla="*/ 1471848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88179 w 2110562"/>
              <a:gd name="connsiteY4" fmla="*/ 1471848 h 2874739"/>
              <a:gd name="connsiteX5" fmla="*/ 1893958 w 2110562"/>
              <a:gd name="connsiteY5" fmla="*/ 1205167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940189 w 2110562"/>
              <a:gd name="connsiteY4" fmla="*/ 1469861 h 2874739"/>
              <a:gd name="connsiteX5" fmla="*/ 1893958 w 2110562"/>
              <a:gd name="connsiteY5" fmla="*/ 1205167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1851558 w 1851558"/>
              <a:gd name="connsiteY0" fmla="*/ 2874739 h 2874739"/>
              <a:gd name="connsiteX1" fmla="*/ 1512630 w 1851558"/>
              <a:gd name="connsiteY1" fmla="*/ 2255001 h 2874739"/>
              <a:gd name="connsiteX2" fmla="*/ 1570672 w 1851558"/>
              <a:gd name="connsiteY2" fmla="*/ 2018640 h 2874739"/>
              <a:gd name="connsiteX3" fmla="*/ 1769665 w 1851558"/>
              <a:gd name="connsiteY3" fmla="*/ 1802708 h 2874739"/>
              <a:gd name="connsiteX4" fmla="*/ 1681185 w 1851558"/>
              <a:gd name="connsiteY4" fmla="*/ 1469861 h 2874739"/>
              <a:gd name="connsiteX5" fmla="*/ 1634954 w 1851558"/>
              <a:gd name="connsiteY5" fmla="*/ 1205167 h 2874739"/>
              <a:gd name="connsiteX6" fmla="*/ 1513111 w 1851558"/>
              <a:gd name="connsiteY6" fmla="*/ 899040 h 2874739"/>
              <a:gd name="connsiteX7" fmla="*/ 1593271 w 1851558"/>
              <a:gd name="connsiteY7" fmla="*/ 678676 h 2874739"/>
              <a:gd name="connsiteX8" fmla="*/ 1677816 w 1851558"/>
              <a:gd name="connsiteY8" fmla="*/ 541022 h 2874739"/>
              <a:gd name="connsiteX9" fmla="*/ 1630766 w 1851558"/>
              <a:gd name="connsiteY9" fmla="*/ 299602 h 2874739"/>
              <a:gd name="connsiteX10" fmla="*/ 1371836 w 1851558"/>
              <a:gd name="connsiteY10" fmla="*/ 6381 h 2874739"/>
              <a:gd name="connsiteX11" fmla="*/ 1205082 w 1851558"/>
              <a:gd name="connsiteY11" fmla="*/ 149948 h 2874739"/>
              <a:gd name="connsiteX12" fmla="*/ 1094139 w 1851558"/>
              <a:gd name="connsiteY12" fmla="*/ 358326 h 2874739"/>
              <a:gd name="connsiteX13" fmla="*/ 803847 w 1851558"/>
              <a:gd name="connsiteY13" fmla="*/ 734204 h 2874739"/>
              <a:gd name="connsiteX14" fmla="*/ 489060 w 1851558"/>
              <a:gd name="connsiteY14" fmla="*/ 1242356 h 2874739"/>
              <a:gd name="connsiteX15" fmla="*/ 349795 w 1851558"/>
              <a:gd name="connsiteY15" fmla="*/ 1548615 h 2874739"/>
              <a:gd name="connsiteX16" fmla="*/ 0 w 1851558"/>
              <a:gd name="connsiteY16" fmla="*/ 1835252 h 2874739"/>
              <a:gd name="connsiteX0" fmla="*/ 1501763 w 1501763"/>
              <a:gd name="connsiteY0" fmla="*/ 2874739 h 2874739"/>
              <a:gd name="connsiteX1" fmla="*/ 1162835 w 1501763"/>
              <a:gd name="connsiteY1" fmla="*/ 2255001 h 2874739"/>
              <a:gd name="connsiteX2" fmla="*/ 1220877 w 1501763"/>
              <a:gd name="connsiteY2" fmla="*/ 2018640 h 2874739"/>
              <a:gd name="connsiteX3" fmla="*/ 1419870 w 1501763"/>
              <a:gd name="connsiteY3" fmla="*/ 1802708 h 2874739"/>
              <a:gd name="connsiteX4" fmla="*/ 1331390 w 1501763"/>
              <a:gd name="connsiteY4" fmla="*/ 1469861 h 2874739"/>
              <a:gd name="connsiteX5" fmla="*/ 1285159 w 1501763"/>
              <a:gd name="connsiteY5" fmla="*/ 1205167 h 2874739"/>
              <a:gd name="connsiteX6" fmla="*/ 1163316 w 1501763"/>
              <a:gd name="connsiteY6" fmla="*/ 899040 h 2874739"/>
              <a:gd name="connsiteX7" fmla="*/ 1243476 w 1501763"/>
              <a:gd name="connsiteY7" fmla="*/ 678676 h 2874739"/>
              <a:gd name="connsiteX8" fmla="*/ 1328021 w 1501763"/>
              <a:gd name="connsiteY8" fmla="*/ 541022 h 2874739"/>
              <a:gd name="connsiteX9" fmla="*/ 1280971 w 1501763"/>
              <a:gd name="connsiteY9" fmla="*/ 299602 h 2874739"/>
              <a:gd name="connsiteX10" fmla="*/ 1022041 w 1501763"/>
              <a:gd name="connsiteY10" fmla="*/ 6381 h 2874739"/>
              <a:gd name="connsiteX11" fmla="*/ 855287 w 1501763"/>
              <a:gd name="connsiteY11" fmla="*/ 149948 h 2874739"/>
              <a:gd name="connsiteX12" fmla="*/ 744344 w 1501763"/>
              <a:gd name="connsiteY12" fmla="*/ 358326 h 2874739"/>
              <a:gd name="connsiteX13" fmla="*/ 454052 w 1501763"/>
              <a:gd name="connsiteY13" fmla="*/ 734204 h 2874739"/>
              <a:gd name="connsiteX14" fmla="*/ 139265 w 1501763"/>
              <a:gd name="connsiteY14" fmla="*/ 1242356 h 2874739"/>
              <a:gd name="connsiteX15" fmla="*/ 0 w 1501763"/>
              <a:gd name="connsiteY15" fmla="*/ 1548615 h 2874739"/>
              <a:gd name="connsiteX0" fmla="*/ 1362498 w 1362498"/>
              <a:gd name="connsiteY0" fmla="*/ 2874739 h 2874739"/>
              <a:gd name="connsiteX1" fmla="*/ 1023570 w 1362498"/>
              <a:gd name="connsiteY1" fmla="*/ 2255001 h 2874739"/>
              <a:gd name="connsiteX2" fmla="*/ 1081612 w 1362498"/>
              <a:gd name="connsiteY2" fmla="*/ 2018640 h 2874739"/>
              <a:gd name="connsiteX3" fmla="*/ 1280605 w 1362498"/>
              <a:gd name="connsiteY3" fmla="*/ 1802708 h 2874739"/>
              <a:gd name="connsiteX4" fmla="*/ 1192125 w 1362498"/>
              <a:gd name="connsiteY4" fmla="*/ 1469861 h 2874739"/>
              <a:gd name="connsiteX5" fmla="*/ 1145894 w 1362498"/>
              <a:gd name="connsiteY5" fmla="*/ 1205167 h 2874739"/>
              <a:gd name="connsiteX6" fmla="*/ 1024051 w 1362498"/>
              <a:gd name="connsiteY6" fmla="*/ 899040 h 2874739"/>
              <a:gd name="connsiteX7" fmla="*/ 1104211 w 1362498"/>
              <a:gd name="connsiteY7" fmla="*/ 678676 h 2874739"/>
              <a:gd name="connsiteX8" fmla="*/ 1188756 w 1362498"/>
              <a:gd name="connsiteY8" fmla="*/ 541022 h 2874739"/>
              <a:gd name="connsiteX9" fmla="*/ 1141706 w 1362498"/>
              <a:gd name="connsiteY9" fmla="*/ 299602 h 2874739"/>
              <a:gd name="connsiteX10" fmla="*/ 882776 w 1362498"/>
              <a:gd name="connsiteY10" fmla="*/ 6381 h 2874739"/>
              <a:gd name="connsiteX11" fmla="*/ 716022 w 1362498"/>
              <a:gd name="connsiteY11" fmla="*/ 149948 h 2874739"/>
              <a:gd name="connsiteX12" fmla="*/ 605079 w 1362498"/>
              <a:gd name="connsiteY12" fmla="*/ 358326 h 2874739"/>
              <a:gd name="connsiteX13" fmla="*/ 314787 w 1362498"/>
              <a:gd name="connsiteY13" fmla="*/ 734204 h 2874739"/>
              <a:gd name="connsiteX14" fmla="*/ 0 w 1362498"/>
              <a:gd name="connsiteY14" fmla="*/ 1242356 h 2874739"/>
              <a:gd name="connsiteX0" fmla="*/ 1047711 w 1047711"/>
              <a:gd name="connsiteY0" fmla="*/ 2874739 h 2874739"/>
              <a:gd name="connsiteX1" fmla="*/ 708783 w 1047711"/>
              <a:gd name="connsiteY1" fmla="*/ 2255001 h 2874739"/>
              <a:gd name="connsiteX2" fmla="*/ 766825 w 1047711"/>
              <a:gd name="connsiteY2" fmla="*/ 2018640 h 2874739"/>
              <a:gd name="connsiteX3" fmla="*/ 965818 w 1047711"/>
              <a:gd name="connsiteY3" fmla="*/ 1802708 h 2874739"/>
              <a:gd name="connsiteX4" fmla="*/ 877338 w 1047711"/>
              <a:gd name="connsiteY4" fmla="*/ 1469861 h 2874739"/>
              <a:gd name="connsiteX5" fmla="*/ 831107 w 1047711"/>
              <a:gd name="connsiteY5" fmla="*/ 1205167 h 2874739"/>
              <a:gd name="connsiteX6" fmla="*/ 709264 w 1047711"/>
              <a:gd name="connsiteY6" fmla="*/ 899040 h 2874739"/>
              <a:gd name="connsiteX7" fmla="*/ 789424 w 1047711"/>
              <a:gd name="connsiteY7" fmla="*/ 678676 h 2874739"/>
              <a:gd name="connsiteX8" fmla="*/ 873969 w 1047711"/>
              <a:gd name="connsiteY8" fmla="*/ 541022 h 2874739"/>
              <a:gd name="connsiteX9" fmla="*/ 826919 w 1047711"/>
              <a:gd name="connsiteY9" fmla="*/ 299602 h 2874739"/>
              <a:gd name="connsiteX10" fmla="*/ 567989 w 1047711"/>
              <a:gd name="connsiteY10" fmla="*/ 6381 h 2874739"/>
              <a:gd name="connsiteX11" fmla="*/ 401235 w 1047711"/>
              <a:gd name="connsiteY11" fmla="*/ 149948 h 2874739"/>
              <a:gd name="connsiteX12" fmla="*/ 290292 w 1047711"/>
              <a:gd name="connsiteY12" fmla="*/ 358326 h 2874739"/>
              <a:gd name="connsiteX13" fmla="*/ 0 w 1047711"/>
              <a:gd name="connsiteY13" fmla="*/ 734204 h 2874739"/>
              <a:gd name="connsiteX0" fmla="*/ 902726 w 902726"/>
              <a:gd name="connsiteY0" fmla="*/ 2874739 h 2874739"/>
              <a:gd name="connsiteX1" fmla="*/ 563798 w 902726"/>
              <a:gd name="connsiteY1" fmla="*/ 2255001 h 2874739"/>
              <a:gd name="connsiteX2" fmla="*/ 621840 w 902726"/>
              <a:gd name="connsiteY2" fmla="*/ 2018640 h 2874739"/>
              <a:gd name="connsiteX3" fmla="*/ 820833 w 902726"/>
              <a:gd name="connsiteY3" fmla="*/ 1802708 h 2874739"/>
              <a:gd name="connsiteX4" fmla="*/ 732353 w 902726"/>
              <a:gd name="connsiteY4" fmla="*/ 1469861 h 2874739"/>
              <a:gd name="connsiteX5" fmla="*/ 686122 w 902726"/>
              <a:gd name="connsiteY5" fmla="*/ 1205167 h 2874739"/>
              <a:gd name="connsiteX6" fmla="*/ 564279 w 902726"/>
              <a:gd name="connsiteY6" fmla="*/ 899040 h 2874739"/>
              <a:gd name="connsiteX7" fmla="*/ 644439 w 902726"/>
              <a:gd name="connsiteY7" fmla="*/ 678676 h 2874739"/>
              <a:gd name="connsiteX8" fmla="*/ 728984 w 902726"/>
              <a:gd name="connsiteY8" fmla="*/ 541022 h 2874739"/>
              <a:gd name="connsiteX9" fmla="*/ 681934 w 902726"/>
              <a:gd name="connsiteY9" fmla="*/ 299602 h 2874739"/>
              <a:gd name="connsiteX10" fmla="*/ 423004 w 902726"/>
              <a:gd name="connsiteY10" fmla="*/ 6381 h 2874739"/>
              <a:gd name="connsiteX11" fmla="*/ 256250 w 902726"/>
              <a:gd name="connsiteY11" fmla="*/ 149948 h 2874739"/>
              <a:gd name="connsiteX12" fmla="*/ 145307 w 902726"/>
              <a:gd name="connsiteY12" fmla="*/ 358326 h 2874739"/>
              <a:gd name="connsiteX13" fmla="*/ 0 w 902726"/>
              <a:gd name="connsiteY13" fmla="*/ 557400 h 2874739"/>
              <a:gd name="connsiteX0" fmla="*/ 903069 w 903069"/>
              <a:gd name="connsiteY0" fmla="*/ 2874739 h 2874739"/>
              <a:gd name="connsiteX1" fmla="*/ 564141 w 903069"/>
              <a:gd name="connsiteY1" fmla="*/ 2255001 h 2874739"/>
              <a:gd name="connsiteX2" fmla="*/ 622183 w 903069"/>
              <a:gd name="connsiteY2" fmla="*/ 2018640 h 2874739"/>
              <a:gd name="connsiteX3" fmla="*/ 821176 w 903069"/>
              <a:gd name="connsiteY3" fmla="*/ 1802708 h 2874739"/>
              <a:gd name="connsiteX4" fmla="*/ 732696 w 903069"/>
              <a:gd name="connsiteY4" fmla="*/ 1469861 h 2874739"/>
              <a:gd name="connsiteX5" fmla="*/ 686465 w 903069"/>
              <a:gd name="connsiteY5" fmla="*/ 1205167 h 2874739"/>
              <a:gd name="connsiteX6" fmla="*/ 564622 w 903069"/>
              <a:gd name="connsiteY6" fmla="*/ 899040 h 2874739"/>
              <a:gd name="connsiteX7" fmla="*/ 644782 w 903069"/>
              <a:gd name="connsiteY7" fmla="*/ 678676 h 2874739"/>
              <a:gd name="connsiteX8" fmla="*/ 729327 w 903069"/>
              <a:gd name="connsiteY8" fmla="*/ 541022 h 2874739"/>
              <a:gd name="connsiteX9" fmla="*/ 682277 w 903069"/>
              <a:gd name="connsiteY9" fmla="*/ 299602 h 2874739"/>
              <a:gd name="connsiteX10" fmla="*/ 423347 w 903069"/>
              <a:gd name="connsiteY10" fmla="*/ 6381 h 2874739"/>
              <a:gd name="connsiteX11" fmla="*/ 256593 w 903069"/>
              <a:gd name="connsiteY11" fmla="*/ 149948 h 2874739"/>
              <a:gd name="connsiteX12" fmla="*/ 145650 w 903069"/>
              <a:gd name="connsiteY12" fmla="*/ 358326 h 2874739"/>
              <a:gd name="connsiteX13" fmla="*/ 343 w 903069"/>
              <a:gd name="connsiteY13" fmla="*/ 557400 h 2874739"/>
              <a:gd name="connsiteX0" fmla="*/ 902726 w 902726"/>
              <a:gd name="connsiteY0" fmla="*/ 2874739 h 2874739"/>
              <a:gd name="connsiteX1" fmla="*/ 563798 w 902726"/>
              <a:gd name="connsiteY1" fmla="*/ 2255001 h 2874739"/>
              <a:gd name="connsiteX2" fmla="*/ 621840 w 902726"/>
              <a:gd name="connsiteY2" fmla="*/ 2018640 h 2874739"/>
              <a:gd name="connsiteX3" fmla="*/ 820833 w 902726"/>
              <a:gd name="connsiteY3" fmla="*/ 1802708 h 2874739"/>
              <a:gd name="connsiteX4" fmla="*/ 732353 w 902726"/>
              <a:gd name="connsiteY4" fmla="*/ 1469861 h 2874739"/>
              <a:gd name="connsiteX5" fmla="*/ 686122 w 902726"/>
              <a:gd name="connsiteY5" fmla="*/ 1205167 h 2874739"/>
              <a:gd name="connsiteX6" fmla="*/ 564279 w 902726"/>
              <a:gd name="connsiteY6" fmla="*/ 899040 h 2874739"/>
              <a:gd name="connsiteX7" fmla="*/ 644439 w 902726"/>
              <a:gd name="connsiteY7" fmla="*/ 678676 h 2874739"/>
              <a:gd name="connsiteX8" fmla="*/ 728984 w 902726"/>
              <a:gd name="connsiteY8" fmla="*/ 541022 h 2874739"/>
              <a:gd name="connsiteX9" fmla="*/ 681934 w 902726"/>
              <a:gd name="connsiteY9" fmla="*/ 299602 h 2874739"/>
              <a:gd name="connsiteX10" fmla="*/ 423004 w 902726"/>
              <a:gd name="connsiteY10" fmla="*/ 6381 h 2874739"/>
              <a:gd name="connsiteX11" fmla="*/ 256250 w 902726"/>
              <a:gd name="connsiteY11" fmla="*/ 149948 h 2874739"/>
              <a:gd name="connsiteX12" fmla="*/ 145307 w 902726"/>
              <a:gd name="connsiteY12" fmla="*/ 358326 h 2874739"/>
              <a:gd name="connsiteX13" fmla="*/ 0 w 902726"/>
              <a:gd name="connsiteY13" fmla="*/ 557400 h 2874739"/>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644439 w 902726"/>
              <a:gd name="connsiteY7" fmla="*/ 711589 h 2907652"/>
              <a:gd name="connsiteX8" fmla="*/ 728984 w 902726"/>
              <a:gd name="connsiteY8" fmla="*/ 573935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644439 w 902726"/>
              <a:gd name="connsiteY7" fmla="*/ 71158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723689 w 902726"/>
              <a:gd name="connsiteY7" fmla="*/ 70370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631642 w 902726"/>
              <a:gd name="connsiteY6" fmla="*/ 925255 h 2907652"/>
              <a:gd name="connsiteX7" fmla="*/ 723689 w 902726"/>
              <a:gd name="connsiteY7" fmla="*/ 70370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768759 w 902726"/>
              <a:gd name="connsiteY1" fmla="*/ 2389116 h 2907652"/>
              <a:gd name="connsiteX2" fmla="*/ 563798 w 902726"/>
              <a:gd name="connsiteY2" fmla="*/ 2287914 h 2907652"/>
              <a:gd name="connsiteX3" fmla="*/ 621840 w 902726"/>
              <a:gd name="connsiteY3" fmla="*/ 2051553 h 2907652"/>
              <a:gd name="connsiteX4" fmla="*/ 820833 w 902726"/>
              <a:gd name="connsiteY4" fmla="*/ 1835621 h 2907652"/>
              <a:gd name="connsiteX5" fmla="*/ 732353 w 902726"/>
              <a:gd name="connsiteY5" fmla="*/ 1502774 h 2907652"/>
              <a:gd name="connsiteX6" fmla="*/ 686122 w 902726"/>
              <a:gd name="connsiteY6" fmla="*/ 1238080 h 2907652"/>
              <a:gd name="connsiteX7" fmla="*/ 631642 w 902726"/>
              <a:gd name="connsiteY7" fmla="*/ 925255 h 2907652"/>
              <a:gd name="connsiteX8" fmla="*/ 723689 w 902726"/>
              <a:gd name="connsiteY8" fmla="*/ 703709 h 2907652"/>
              <a:gd name="connsiteX9" fmla="*/ 795371 w 902726"/>
              <a:gd name="connsiteY9" fmla="*/ 586439 h 2907652"/>
              <a:gd name="connsiteX10" fmla="*/ 681934 w 902726"/>
              <a:gd name="connsiteY10" fmla="*/ 332515 h 2907652"/>
              <a:gd name="connsiteX11" fmla="*/ 453688 w 902726"/>
              <a:gd name="connsiteY11" fmla="*/ 4402 h 2907652"/>
              <a:gd name="connsiteX12" fmla="*/ 256250 w 902726"/>
              <a:gd name="connsiteY12" fmla="*/ 182861 h 2907652"/>
              <a:gd name="connsiteX13" fmla="*/ 145307 w 902726"/>
              <a:gd name="connsiteY13" fmla="*/ 391239 h 2907652"/>
              <a:gd name="connsiteX14" fmla="*/ 0 w 902726"/>
              <a:gd name="connsiteY14" fmla="*/ 590313 h 2907652"/>
              <a:gd name="connsiteX0" fmla="*/ 863102 w 863102"/>
              <a:gd name="connsiteY0" fmla="*/ 2911592 h 2911592"/>
              <a:gd name="connsiteX1" fmla="*/ 768759 w 863102"/>
              <a:gd name="connsiteY1" fmla="*/ 2389116 h 2911592"/>
              <a:gd name="connsiteX2" fmla="*/ 563798 w 863102"/>
              <a:gd name="connsiteY2" fmla="*/ 2287914 h 2911592"/>
              <a:gd name="connsiteX3" fmla="*/ 621840 w 863102"/>
              <a:gd name="connsiteY3" fmla="*/ 2051553 h 2911592"/>
              <a:gd name="connsiteX4" fmla="*/ 820833 w 863102"/>
              <a:gd name="connsiteY4" fmla="*/ 1835621 h 2911592"/>
              <a:gd name="connsiteX5" fmla="*/ 732353 w 863102"/>
              <a:gd name="connsiteY5" fmla="*/ 1502774 h 2911592"/>
              <a:gd name="connsiteX6" fmla="*/ 686122 w 863102"/>
              <a:gd name="connsiteY6" fmla="*/ 1238080 h 2911592"/>
              <a:gd name="connsiteX7" fmla="*/ 631642 w 863102"/>
              <a:gd name="connsiteY7" fmla="*/ 925255 h 2911592"/>
              <a:gd name="connsiteX8" fmla="*/ 723689 w 863102"/>
              <a:gd name="connsiteY8" fmla="*/ 703709 h 2911592"/>
              <a:gd name="connsiteX9" fmla="*/ 795371 w 863102"/>
              <a:gd name="connsiteY9" fmla="*/ 586439 h 2911592"/>
              <a:gd name="connsiteX10" fmla="*/ 681934 w 863102"/>
              <a:gd name="connsiteY10" fmla="*/ 332515 h 2911592"/>
              <a:gd name="connsiteX11" fmla="*/ 453688 w 863102"/>
              <a:gd name="connsiteY11" fmla="*/ 4402 h 2911592"/>
              <a:gd name="connsiteX12" fmla="*/ 256250 w 863102"/>
              <a:gd name="connsiteY12" fmla="*/ 182861 h 2911592"/>
              <a:gd name="connsiteX13" fmla="*/ 145307 w 863102"/>
              <a:gd name="connsiteY13" fmla="*/ 391239 h 2911592"/>
              <a:gd name="connsiteX14" fmla="*/ 0 w 863102"/>
              <a:gd name="connsiteY14" fmla="*/ 590313 h 2911592"/>
              <a:gd name="connsiteX0" fmla="*/ 863102 w 863102"/>
              <a:gd name="connsiteY0" fmla="*/ 3162688 h 3162688"/>
              <a:gd name="connsiteX1" fmla="*/ 768759 w 863102"/>
              <a:gd name="connsiteY1" fmla="*/ 2640212 h 3162688"/>
              <a:gd name="connsiteX2" fmla="*/ 563798 w 863102"/>
              <a:gd name="connsiteY2" fmla="*/ 2539010 h 3162688"/>
              <a:gd name="connsiteX3" fmla="*/ 621840 w 863102"/>
              <a:gd name="connsiteY3" fmla="*/ 2302649 h 3162688"/>
              <a:gd name="connsiteX4" fmla="*/ 820833 w 863102"/>
              <a:gd name="connsiteY4" fmla="*/ 2086717 h 3162688"/>
              <a:gd name="connsiteX5" fmla="*/ 732353 w 863102"/>
              <a:gd name="connsiteY5" fmla="*/ 1753870 h 3162688"/>
              <a:gd name="connsiteX6" fmla="*/ 686122 w 863102"/>
              <a:gd name="connsiteY6" fmla="*/ 1489176 h 3162688"/>
              <a:gd name="connsiteX7" fmla="*/ 631642 w 863102"/>
              <a:gd name="connsiteY7" fmla="*/ 1176351 h 3162688"/>
              <a:gd name="connsiteX8" fmla="*/ 723689 w 863102"/>
              <a:gd name="connsiteY8" fmla="*/ 954805 h 3162688"/>
              <a:gd name="connsiteX9" fmla="*/ 795371 w 863102"/>
              <a:gd name="connsiteY9" fmla="*/ 837535 h 3162688"/>
              <a:gd name="connsiteX10" fmla="*/ 681934 w 863102"/>
              <a:gd name="connsiteY10" fmla="*/ 583611 h 3162688"/>
              <a:gd name="connsiteX11" fmla="*/ 583123 w 863102"/>
              <a:gd name="connsiteY11" fmla="*/ 1286 h 3162688"/>
              <a:gd name="connsiteX12" fmla="*/ 256250 w 863102"/>
              <a:gd name="connsiteY12" fmla="*/ 433957 h 3162688"/>
              <a:gd name="connsiteX13" fmla="*/ 145307 w 863102"/>
              <a:gd name="connsiteY13" fmla="*/ 642335 h 3162688"/>
              <a:gd name="connsiteX14" fmla="*/ 0 w 863102"/>
              <a:gd name="connsiteY14" fmla="*/ 841409 h 3162688"/>
              <a:gd name="connsiteX0" fmla="*/ 863102 w 863102"/>
              <a:gd name="connsiteY0" fmla="*/ 3245975 h 3245975"/>
              <a:gd name="connsiteX1" fmla="*/ 768759 w 863102"/>
              <a:gd name="connsiteY1" fmla="*/ 2723499 h 3245975"/>
              <a:gd name="connsiteX2" fmla="*/ 563798 w 863102"/>
              <a:gd name="connsiteY2" fmla="*/ 2622297 h 3245975"/>
              <a:gd name="connsiteX3" fmla="*/ 621840 w 863102"/>
              <a:gd name="connsiteY3" fmla="*/ 2385936 h 3245975"/>
              <a:gd name="connsiteX4" fmla="*/ 820833 w 863102"/>
              <a:gd name="connsiteY4" fmla="*/ 2170004 h 3245975"/>
              <a:gd name="connsiteX5" fmla="*/ 732353 w 863102"/>
              <a:gd name="connsiteY5" fmla="*/ 1837157 h 3245975"/>
              <a:gd name="connsiteX6" fmla="*/ 686122 w 863102"/>
              <a:gd name="connsiteY6" fmla="*/ 1572463 h 3245975"/>
              <a:gd name="connsiteX7" fmla="*/ 631642 w 863102"/>
              <a:gd name="connsiteY7" fmla="*/ 1259638 h 3245975"/>
              <a:gd name="connsiteX8" fmla="*/ 723689 w 863102"/>
              <a:gd name="connsiteY8" fmla="*/ 1038092 h 3245975"/>
              <a:gd name="connsiteX9" fmla="*/ 795371 w 863102"/>
              <a:gd name="connsiteY9" fmla="*/ 920822 h 3245975"/>
              <a:gd name="connsiteX10" fmla="*/ 681934 w 863102"/>
              <a:gd name="connsiteY10" fmla="*/ 666898 h 3245975"/>
              <a:gd name="connsiteX11" fmla="*/ 583123 w 863102"/>
              <a:gd name="connsiteY11" fmla="*/ 84573 h 3245975"/>
              <a:gd name="connsiteX12" fmla="*/ 395446 w 863102"/>
              <a:gd name="connsiteY12" fmla="*/ 51189 h 3245975"/>
              <a:gd name="connsiteX13" fmla="*/ 145307 w 863102"/>
              <a:gd name="connsiteY13" fmla="*/ 725622 h 3245975"/>
              <a:gd name="connsiteX14" fmla="*/ 0 w 863102"/>
              <a:gd name="connsiteY14" fmla="*/ 924696 h 3245975"/>
              <a:gd name="connsiteX0" fmla="*/ 863102 w 863102"/>
              <a:gd name="connsiteY0" fmla="*/ 3245975 h 3245975"/>
              <a:gd name="connsiteX1" fmla="*/ 768759 w 863102"/>
              <a:gd name="connsiteY1" fmla="*/ 2723499 h 3245975"/>
              <a:gd name="connsiteX2" fmla="*/ 563798 w 863102"/>
              <a:gd name="connsiteY2" fmla="*/ 2622297 h 3245975"/>
              <a:gd name="connsiteX3" fmla="*/ 621840 w 863102"/>
              <a:gd name="connsiteY3" fmla="*/ 2385936 h 3245975"/>
              <a:gd name="connsiteX4" fmla="*/ 820833 w 863102"/>
              <a:gd name="connsiteY4" fmla="*/ 2170004 h 3245975"/>
              <a:gd name="connsiteX5" fmla="*/ 732353 w 863102"/>
              <a:gd name="connsiteY5" fmla="*/ 1837157 h 3245975"/>
              <a:gd name="connsiteX6" fmla="*/ 686122 w 863102"/>
              <a:gd name="connsiteY6" fmla="*/ 1572463 h 3245975"/>
              <a:gd name="connsiteX7" fmla="*/ 631642 w 863102"/>
              <a:gd name="connsiteY7" fmla="*/ 1259638 h 3245975"/>
              <a:gd name="connsiteX8" fmla="*/ 723689 w 863102"/>
              <a:gd name="connsiteY8" fmla="*/ 1038092 h 3245975"/>
              <a:gd name="connsiteX9" fmla="*/ 795371 w 863102"/>
              <a:gd name="connsiteY9" fmla="*/ 920822 h 3245975"/>
              <a:gd name="connsiteX10" fmla="*/ 681934 w 863102"/>
              <a:gd name="connsiteY10" fmla="*/ 666898 h 3245975"/>
              <a:gd name="connsiteX11" fmla="*/ 583123 w 863102"/>
              <a:gd name="connsiteY11" fmla="*/ 84573 h 3245975"/>
              <a:gd name="connsiteX12" fmla="*/ 395446 w 863102"/>
              <a:gd name="connsiteY12" fmla="*/ 51189 h 3245975"/>
              <a:gd name="connsiteX13" fmla="*/ 267232 w 863102"/>
              <a:gd name="connsiteY13" fmla="*/ 231627 h 3245975"/>
              <a:gd name="connsiteX14" fmla="*/ 0 w 863102"/>
              <a:gd name="connsiteY14" fmla="*/ 924696 h 3245975"/>
              <a:gd name="connsiteX0" fmla="*/ 646876 w 646876"/>
              <a:gd name="connsiteY0" fmla="*/ 3245975 h 3245975"/>
              <a:gd name="connsiteX1" fmla="*/ 552533 w 646876"/>
              <a:gd name="connsiteY1" fmla="*/ 2723499 h 3245975"/>
              <a:gd name="connsiteX2" fmla="*/ 347572 w 646876"/>
              <a:gd name="connsiteY2" fmla="*/ 2622297 h 3245975"/>
              <a:gd name="connsiteX3" fmla="*/ 405614 w 646876"/>
              <a:gd name="connsiteY3" fmla="*/ 2385936 h 3245975"/>
              <a:gd name="connsiteX4" fmla="*/ 604607 w 646876"/>
              <a:gd name="connsiteY4" fmla="*/ 2170004 h 3245975"/>
              <a:gd name="connsiteX5" fmla="*/ 516127 w 646876"/>
              <a:gd name="connsiteY5" fmla="*/ 1837157 h 3245975"/>
              <a:gd name="connsiteX6" fmla="*/ 469896 w 646876"/>
              <a:gd name="connsiteY6" fmla="*/ 1572463 h 3245975"/>
              <a:gd name="connsiteX7" fmla="*/ 415416 w 646876"/>
              <a:gd name="connsiteY7" fmla="*/ 1259638 h 3245975"/>
              <a:gd name="connsiteX8" fmla="*/ 507463 w 646876"/>
              <a:gd name="connsiteY8" fmla="*/ 1038092 h 3245975"/>
              <a:gd name="connsiteX9" fmla="*/ 579145 w 646876"/>
              <a:gd name="connsiteY9" fmla="*/ 920822 h 3245975"/>
              <a:gd name="connsiteX10" fmla="*/ 465708 w 646876"/>
              <a:gd name="connsiteY10" fmla="*/ 666898 h 3245975"/>
              <a:gd name="connsiteX11" fmla="*/ 366897 w 646876"/>
              <a:gd name="connsiteY11" fmla="*/ 84573 h 3245975"/>
              <a:gd name="connsiteX12" fmla="*/ 179220 w 646876"/>
              <a:gd name="connsiteY12" fmla="*/ 51189 h 3245975"/>
              <a:gd name="connsiteX13" fmla="*/ 51006 w 646876"/>
              <a:gd name="connsiteY13" fmla="*/ 231627 h 3245975"/>
              <a:gd name="connsiteX14" fmla="*/ 6504 w 646876"/>
              <a:gd name="connsiteY14" fmla="*/ 599172 h 3245975"/>
              <a:gd name="connsiteX0" fmla="*/ 552533 w 607113"/>
              <a:gd name="connsiteY0" fmla="*/ 2723499 h 2723499"/>
              <a:gd name="connsiteX1" fmla="*/ 347572 w 607113"/>
              <a:gd name="connsiteY1" fmla="*/ 2622297 h 2723499"/>
              <a:gd name="connsiteX2" fmla="*/ 405614 w 607113"/>
              <a:gd name="connsiteY2" fmla="*/ 2385936 h 2723499"/>
              <a:gd name="connsiteX3" fmla="*/ 604607 w 607113"/>
              <a:gd name="connsiteY3" fmla="*/ 2170004 h 2723499"/>
              <a:gd name="connsiteX4" fmla="*/ 516127 w 607113"/>
              <a:gd name="connsiteY4" fmla="*/ 1837157 h 2723499"/>
              <a:gd name="connsiteX5" fmla="*/ 469896 w 607113"/>
              <a:gd name="connsiteY5" fmla="*/ 1572463 h 2723499"/>
              <a:gd name="connsiteX6" fmla="*/ 415416 w 607113"/>
              <a:gd name="connsiteY6" fmla="*/ 1259638 h 2723499"/>
              <a:gd name="connsiteX7" fmla="*/ 507463 w 607113"/>
              <a:gd name="connsiteY7" fmla="*/ 1038092 h 2723499"/>
              <a:gd name="connsiteX8" fmla="*/ 579145 w 607113"/>
              <a:gd name="connsiteY8" fmla="*/ 920822 h 2723499"/>
              <a:gd name="connsiteX9" fmla="*/ 465708 w 607113"/>
              <a:gd name="connsiteY9" fmla="*/ 666898 h 2723499"/>
              <a:gd name="connsiteX10" fmla="*/ 366897 w 607113"/>
              <a:gd name="connsiteY10" fmla="*/ 84573 h 2723499"/>
              <a:gd name="connsiteX11" fmla="*/ 179220 w 607113"/>
              <a:gd name="connsiteY11" fmla="*/ 51189 h 2723499"/>
              <a:gd name="connsiteX12" fmla="*/ 51006 w 607113"/>
              <a:gd name="connsiteY12" fmla="*/ 231627 h 2723499"/>
              <a:gd name="connsiteX13" fmla="*/ 6504 w 607113"/>
              <a:gd name="connsiteY13" fmla="*/ 599172 h 2723499"/>
              <a:gd name="connsiteX0" fmla="*/ 347572 w 607113"/>
              <a:gd name="connsiteY0" fmla="*/ 2622297 h 2622297"/>
              <a:gd name="connsiteX1" fmla="*/ 405614 w 607113"/>
              <a:gd name="connsiteY1" fmla="*/ 2385936 h 2622297"/>
              <a:gd name="connsiteX2" fmla="*/ 604607 w 607113"/>
              <a:gd name="connsiteY2" fmla="*/ 2170004 h 2622297"/>
              <a:gd name="connsiteX3" fmla="*/ 516127 w 607113"/>
              <a:gd name="connsiteY3" fmla="*/ 1837157 h 2622297"/>
              <a:gd name="connsiteX4" fmla="*/ 469896 w 607113"/>
              <a:gd name="connsiteY4" fmla="*/ 1572463 h 2622297"/>
              <a:gd name="connsiteX5" fmla="*/ 415416 w 607113"/>
              <a:gd name="connsiteY5" fmla="*/ 1259638 h 2622297"/>
              <a:gd name="connsiteX6" fmla="*/ 507463 w 607113"/>
              <a:gd name="connsiteY6" fmla="*/ 1038092 h 2622297"/>
              <a:gd name="connsiteX7" fmla="*/ 579145 w 607113"/>
              <a:gd name="connsiteY7" fmla="*/ 920822 h 2622297"/>
              <a:gd name="connsiteX8" fmla="*/ 465708 w 607113"/>
              <a:gd name="connsiteY8" fmla="*/ 666898 h 2622297"/>
              <a:gd name="connsiteX9" fmla="*/ 366897 w 607113"/>
              <a:gd name="connsiteY9" fmla="*/ 84573 h 2622297"/>
              <a:gd name="connsiteX10" fmla="*/ 179220 w 607113"/>
              <a:gd name="connsiteY10" fmla="*/ 51189 h 2622297"/>
              <a:gd name="connsiteX11" fmla="*/ 51006 w 607113"/>
              <a:gd name="connsiteY11" fmla="*/ 231627 h 2622297"/>
              <a:gd name="connsiteX12" fmla="*/ 6504 w 607113"/>
              <a:gd name="connsiteY12" fmla="*/ 599172 h 2622297"/>
              <a:gd name="connsiteX0" fmla="*/ 347572 w 604710"/>
              <a:gd name="connsiteY0" fmla="*/ 2622297 h 2622297"/>
              <a:gd name="connsiteX1" fmla="*/ 496722 w 604710"/>
              <a:gd name="connsiteY1" fmla="*/ 2395925 h 2622297"/>
              <a:gd name="connsiteX2" fmla="*/ 604607 w 604710"/>
              <a:gd name="connsiteY2" fmla="*/ 2170004 h 2622297"/>
              <a:gd name="connsiteX3" fmla="*/ 516127 w 604710"/>
              <a:gd name="connsiteY3" fmla="*/ 1837157 h 2622297"/>
              <a:gd name="connsiteX4" fmla="*/ 469896 w 604710"/>
              <a:gd name="connsiteY4" fmla="*/ 1572463 h 2622297"/>
              <a:gd name="connsiteX5" fmla="*/ 415416 w 604710"/>
              <a:gd name="connsiteY5" fmla="*/ 1259638 h 2622297"/>
              <a:gd name="connsiteX6" fmla="*/ 507463 w 604710"/>
              <a:gd name="connsiteY6" fmla="*/ 1038092 h 2622297"/>
              <a:gd name="connsiteX7" fmla="*/ 579145 w 604710"/>
              <a:gd name="connsiteY7" fmla="*/ 920822 h 2622297"/>
              <a:gd name="connsiteX8" fmla="*/ 465708 w 604710"/>
              <a:gd name="connsiteY8" fmla="*/ 666898 h 2622297"/>
              <a:gd name="connsiteX9" fmla="*/ 366897 w 604710"/>
              <a:gd name="connsiteY9" fmla="*/ 84573 h 2622297"/>
              <a:gd name="connsiteX10" fmla="*/ 179220 w 604710"/>
              <a:gd name="connsiteY10" fmla="*/ 51189 h 2622297"/>
              <a:gd name="connsiteX11" fmla="*/ 51006 w 604710"/>
              <a:gd name="connsiteY11" fmla="*/ 231627 h 2622297"/>
              <a:gd name="connsiteX12" fmla="*/ 6504 w 604710"/>
              <a:gd name="connsiteY12" fmla="*/ 599172 h 2622297"/>
              <a:gd name="connsiteX0" fmla="*/ 415599 w 604710"/>
              <a:gd name="connsiteY0" fmla="*/ 2697705 h 2697705"/>
              <a:gd name="connsiteX1" fmla="*/ 496722 w 604710"/>
              <a:gd name="connsiteY1" fmla="*/ 2395925 h 2697705"/>
              <a:gd name="connsiteX2" fmla="*/ 604607 w 604710"/>
              <a:gd name="connsiteY2" fmla="*/ 2170004 h 2697705"/>
              <a:gd name="connsiteX3" fmla="*/ 516127 w 604710"/>
              <a:gd name="connsiteY3" fmla="*/ 1837157 h 2697705"/>
              <a:gd name="connsiteX4" fmla="*/ 469896 w 604710"/>
              <a:gd name="connsiteY4" fmla="*/ 1572463 h 2697705"/>
              <a:gd name="connsiteX5" fmla="*/ 415416 w 604710"/>
              <a:gd name="connsiteY5" fmla="*/ 1259638 h 2697705"/>
              <a:gd name="connsiteX6" fmla="*/ 507463 w 604710"/>
              <a:gd name="connsiteY6" fmla="*/ 1038092 h 2697705"/>
              <a:gd name="connsiteX7" fmla="*/ 579145 w 604710"/>
              <a:gd name="connsiteY7" fmla="*/ 920822 h 2697705"/>
              <a:gd name="connsiteX8" fmla="*/ 465708 w 604710"/>
              <a:gd name="connsiteY8" fmla="*/ 666898 h 2697705"/>
              <a:gd name="connsiteX9" fmla="*/ 366897 w 604710"/>
              <a:gd name="connsiteY9" fmla="*/ 84573 h 2697705"/>
              <a:gd name="connsiteX10" fmla="*/ 179220 w 604710"/>
              <a:gd name="connsiteY10" fmla="*/ 51189 h 2697705"/>
              <a:gd name="connsiteX11" fmla="*/ 51006 w 604710"/>
              <a:gd name="connsiteY11" fmla="*/ 231627 h 2697705"/>
              <a:gd name="connsiteX12" fmla="*/ 6504 w 604710"/>
              <a:gd name="connsiteY12" fmla="*/ 599172 h 2697705"/>
              <a:gd name="connsiteX0" fmla="*/ 415599 w 604710"/>
              <a:gd name="connsiteY0" fmla="*/ 2697705 h 2697705"/>
              <a:gd name="connsiteX1" fmla="*/ 496722 w 604710"/>
              <a:gd name="connsiteY1" fmla="*/ 2395925 h 2697705"/>
              <a:gd name="connsiteX2" fmla="*/ 604607 w 604710"/>
              <a:gd name="connsiteY2" fmla="*/ 2170004 h 2697705"/>
              <a:gd name="connsiteX3" fmla="*/ 516127 w 604710"/>
              <a:gd name="connsiteY3" fmla="*/ 1837157 h 2697705"/>
              <a:gd name="connsiteX4" fmla="*/ 469896 w 604710"/>
              <a:gd name="connsiteY4" fmla="*/ 1572463 h 2697705"/>
              <a:gd name="connsiteX5" fmla="*/ 415416 w 604710"/>
              <a:gd name="connsiteY5" fmla="*/ 1259638 h 2697705"/>
              <a:gd name="connsiteX6" fmla="*/ 507463 w 604710"/>
              <a:gd name="connsiteY6" fmla="*/ 1038092 h 2697705"/>
              <a:gd name="connsiteX7" fmla="*/ 579145 w 604710"/>
              <a:gd name="connsiteY7" fmla="*/ 920822 h 2697705"/>
              <a:gd name="connsiteX8" fmla="*/ 465708 w 604710"/>
              <a:gd name="connsiteY8" fmla="*/ 666898 h 2697705"/>
              <a:gd name="connsiteX9" fmla="*/ 366897 w 604710"/>
              <a:gd name="connsiteY9" fmla="*/ 84573 h 2697705"/>
              <a:gd name="connsiteX10" fmla="*/ 179220 w 604710"/>
              <a:gd name="connsiteY10" fmla="*/ 51189 h 2697705"/>
              <a:gd name="connsiteX11" fmla="*/ 51006 w 604710"/>
              <a:gd name="connsiteY11" fmla="*/ 231627 h 2697705"/>
              <a:gd name="connsiteX12" fmla="*/ 6504 w 604710"/>
              <a:gd name="connsiteY12" fmla="*/ 599172 h 2697705"/>
              <a:gd name="connsiteX0" fmla="*/ 415599 w 604710"/>
              <a:gd name="connsiteY0" fmla="*/ 2697705 h 2697705"/>
              <a:gd name="connsiteX1" fmla="*/ 496722 w 604710"/>
              <a:gd name="connsiteY1" fmla="*/ 2395925 h 2697705"/>
              <a:gd name="connsiteX2" fmla="*/ 604607 w 604710"/>
              <a:gd name="connsiteY2" fmla="*/ 2170004 h 2697705"/>
              <a:gd name="connsiteX3" fmla="*/ 516127 w 604710"/>
              <a:gd name="connsiteY3" fmla="*/ 1837157 h 2697705"/>
              <a:gd name="connsiteX4" fmla="*/ 469896 w 604710"/>
              <a:gd name="connsiteY4" fmla="*/ 1572463 h 2697705"/>
              <a:gd name="connsiteX5" fmla="*/ 415416 w 604710"/>
              <a:gd name="connsiteY5" fmla="*/ 1259638 h 2697705"/>
              <a:gd name="connsiteX6" fmla="*/ 507463 w 604710"/>
              <a:gd name="connsiteY6" fmla="*/ 1038092 h 2697705"/>
              <a:gd name="connsiteX7" fmla="*/ 579145 w 604710"/>
              <a:gd name="connsiteY7" fmla="*/ 920822 h 2697705"/>
              <a:gd name="connsiteX8" fmla="*/ 465708 w 604710"/>
              <a:gd name="connsiteY8" fmla="*/ 666898 h 2697705"/>
              <a:gd name="connsiteX9" fmla="*/ 366897 w 604710"/>
              <a:gd name="connsiteY9" fmla="*/ 84573 h 2697705"/>
              <a:gd name="connsiteX10" fmla="*/ 179220 w 604710"/>
              <a:gd name="connsiteY10" fmla="*/ 51189 h 2697705"/>
              <a:gd name="connsiteX11" fmla="*/ 51006 w 604710"/>
              <a:gd name="connsiteY11" fmla="*/ 231627 h 2697705"/>
              <a:gd name="connsiteX12" fmla="*/ 6504 w 604710"/>
              <a:gd name="connsiteY12" fmla="*/ 599172 h 2697705"/>
              <a:gd name="connsiteX0" fmla="*/ 424485 w 604710"/>
              <a:gd name="connsiteY0" fmla="*/ 2844671 h 2844671"/>
              <a:gd name="connsiteX1" fmla="*/ 496722 w 604710"/>
              <a:gd name="connsiteY1" fmla="*/ 2395925 h 2844671"/>
              <a:gd name="connsiteX2" fmla="*/ 604607 w 604710"/>
              <a:gd name="connsiteY2" fmla="*/ 2170004 h 2844671"/>
              <a:gd name="connsiteX3" fmla="*/ 516127 w 604710"/>
              <a:gd name="connsiteY3" fmla="*/ 1837157 h 2844671"/>
              <a:gd name="connsiteX4" fmla="*/ 469896 w 604710"/>
              <a:gd name="connsiteY4" fmla="*/ 1572463 h 2844671"/>
              <a:gd name="connsiteX5" fmla="*/ 415416 w 604710"/>
              <a:gd name="connsiteY5" fmla="*/ 1259638 h 2844671"/>
              <a:gd name="connsiteX6" fmla="*/ 507463 w 604710"/>
              <a:gd name="connsiteY6" fmla="*/ 1038092 h 2844671"/>
              <a:gd name="connsiteX7" fmla="*/ 579145 w 604710"/>
              <a:gd name="connsiteY7" fmla="*/ 920822 h 2844671"/>
              <a:gd name="connsiteX8" fmla="*/ 465708 w 604710"/>
              <a:gd name="connsiteY8" fmla="*/ 666898 h 2844671"/>
              <a:gd name="connsiteX9" fmla="*/ 366897 w 604710"/>
              <a:gd name="connsiteY9" fmla="*/ 84573 h 2844671"/>
              <a:gd name="connsiteX10" fmla="*/ 179220 w 604710"/>
              <a:gd name="connsiteY10" fmla="*/ 51189 h 2844671"/>
              <a:gd name="connsiteX11" fmla="*/ 51006 w 604710"/>
              <a:gd name="connsiteY11" fmla="*/ 231627 h 2844671"/>
              <a:gd name="connsiteX12" fmla="*/ 6504 w 604710"/>
              <a:gd name="connsiteY12" fmla="*/ 599172 h 2844671"/>
              <a:gd name="connsiteX0" fmla="*/ 424485 w 604710"/>
              <a:gd name="connsiteY0" fmla="*/ 2844671 h 2844671"/>
              <a:gd name="connsiteX1" fmla="*/ 496722 w 604710"/>
              <a:gd name="connsiteY1" fmla="*/ 2395925 h 2844671"/>
              <a:gd name="connsiteX2" fmla="*/ 604607 w 604710"/>
              <a:gd name="connsiteY2" fmla="*/ 2170004 h 2844671"/>
              <a:gd name="connsiteX3" fmla="*/ 516127 w 604710"/>
              <a:gd name="connsiteY3" fmla="*/ 1837157 h 2844671"/>
              <a:gd name="connsiteX4" fmla="*/ 469896 w 604710"/>
              <a:gd name="connsiteY4" fmla="*/ 1572463 h 2844671"/>
              <a:gd name="connsiteX5" fmla="*/ 415416 w 604710"/>
              <a:gd name="connsiteY5" fmla="*/ 1259638 h 2844671"/>
              <a:gd name="connsiteX6" fmla="*/ 507463 w 604710"/>
              <a:gd name="connsiteY6" fmla="*/ 1038092 h 2844671"/>
              <a:gd name="connsiteX7" fmla="*/ 579145 w 604710"/>
              <a:gd name="connsiteY7" fmla="*/ 920822 h 2844671"/>
              <a:gd name="connsiteX8" fmla="*/ 465708 w 604710"/>
              <a:gd name="connsiteY8" fmla="*/ 666898 h 2844671"/>
              <a:gd name="connsiteX9" fmla="*/ 366897 w 604710"/>
              <a:gd name="connsiteY9" fmla="*/ 84573 h 2844671"/>
              <a:gd name="connsiteX10" fmla="*/ 179220 w 604710"/>
              <a:gd name="connsiteY10" fmla="*/ 51189 h 2844671"/>
              <a:gd name="connsiteX11" fmla="*/ 51006 w 604710"/>
              <a:gd name="connsiteY11" fmla="*/ 231627 h 2844671"/>
              <a:gd name="connsiteX12" fmla="*/ 6504 w 604710"/>
              <a:gd name="connsiteY12" fmla="*/ 599172 h 2844671"/>
              <a:gd name="connsiteX0" fmla="*/ 424485 w 604710"/>
              <a:gd name="connsiteY0" fmla="*/ 2844671 h 2844671"/>
              <a:gd name="connsiteX1" fmla="*/ 496722 w 604710"/>
              <a:gd name="connsiteY1" fmla="*/ 2395925 h 2844671"/>
              <a:gd name="connsiteX2" fmla="*/ 604607 w 604710"/>
              <a:gd name="connsiteY2" fmla="*/ 2170004 h 2844671"/>
              <a:gd name="connsiteX3" fmla="*/ 516127 w 604710"/>
              <a:gd name="connsiteY3" fmla="*/ 1837157 h 2844671"/>
              <a:gd name="connsiteX4" fmla="*/ 469896 w 604710"/>
              <a:gd name="connsiteY4" fmla="*/ 1572463 h 2844671"/>
              <a:gd name="connsiteX5" fmla="*/ 415416 w 604710"/>
              <a:gd name="connsiteY5" fmla="*/ 1259638 h 2844671"/>
              <a:gd name="connsiteX6" fmla="*/ 507463 w 604710"/>
              <a:gd name="connsiteY6" fmla="*/ 1038092 h 2844671"/>
              <a:gd name="connsiteX7" fmla="*/ 579145 w 604710"/>
              <a:gd name="connsiteY7" fmla="*/ 920822 h 2844671"/>
              <a:gd name="connsiteX8" fmla="*/ 465708 w 604710"/>
              <a:gd name="connsiteY8" fmla="*/ 666898 h 2844671"/>
              <a:gd name="connsiteX9" fmla="*/ 366897 w 604710"/>
              <a:gd name="connsiteY9" fmla="*/ 84573 h 2844671"/>
              <a:gd name="connsiteX10" fmla="*/ 179220 w 604710"/>
              <a:gd name="connsiteY10" fmla="*/ 51189 h 2844671"/>
              <a:gd name="connsiteX11" fmla="*/ 51006 w 604710"/>
              <a:gd name="connsiteY11" fmla="*/ 231627 h 2844671"/>
              <a:gd name="connsiteX12" fmla="*/ 6504 w 604710"/>
              <a:gd name="connsiteY12" fmla="*/ 599172 h 2844671"/>
              <a:gd name="connsiteX0" fmla="*/ 424485 w 604710"/>
              <a:gd name="connsiteY0" fmla="*/ 2844671 h 2844671"/>
              <a:gd name="connsiteX1" fmla="*/ 496722 w 604710"/>
              <a:gd name="connsiteY1" fmla="*/ 2395925 h 2844671"/>
              <a:gd name="connsiteX2" fmla="*/ 604607 w 604710"/>
              <a:gd name="connsiteY2" fmla="*/ 2170004 h 2844671"/>
              <a:gd name="connsiteX3" fmla="*/ 516127 w 604710"/>
              <a:gd name="connsiteY3" fmla="*/ 1837157 h 2844671"/>
              <a:gd name="connsiteX4" fmla="*/ 469896 w 604710"/>
              <a:gd name="connsiteY4" fmla="*/ 1572463 h 2844671"/>
              <a:gd name="connsiteX5" fmla="*/ 415416 w 604710"/>
              <a:gd name="connsiteY5" fmla="*/ 1259638 h 2844671"/>
              <a:gd name="connsiteX6" fmla="*/ 507463 w 604710"/>
              <a:gd name="connsiteY6" fmla="*/ 1038092 h 2844671"/>
              <a:gd name="connsiteX7" fmla="*/ 579145 w 604710"/>
              <a:gd name="connsiteY7" fmla="*/ 920822 h 2844671"/>
              <a:gd name="connsiteX8" fmla="*/ 465708 w 604710"/>
              <a:gd name="connsiteY8" fmla="*/ 666898 h 2844671"/>
              <a:gd name="connsiteX9" fmla="*/ 366897 w 604710"/>
              <a:gd name="connsiteY9" fmla="*/ 84573 h 2844671"/>
              <a:gd name="connsiteX10" fmla="*/ 179220 w 604710"/>
              <a:gd name="connsiteY10" fmla="*/ 51189 h 2844671"/>
              <a:gd name="connsiteX11" fmla="*/ 51006 w 604710"/>
              <a:gd name="connsiteY11" fmla="*/ 231627 h 2844671"/>
              <a:gd name="connsiteX12" fmla="*/ 6504 w 604710"/>
              <a:gd name="connsiteY12" fmla="*/ 599172 h 2844671"/>
              <a:gd name="connsiteX0" fmla="*/ 424485 w 605092"/>
              <a:gd name="connsiteY0" fmla="*/ 2844671 h 2844671"/>
              <a:gd name="connsiteX1" fmla="*/ 472242 w 605092"/>
              <a:gd name="connsiteY1" fmla="*/ 2382154 h 2844671"/>
              <a:gd name="connsiteX2" fmla="*/ 604607 w 605092"/>
              <a:gd name="connsiteY2" fmla="*/ 2170004 h 2844671"/>
              <a:gd name="connsiteX3" fmla="*/ 516127 w 605092"/>
              <a:gd name="connsiteY3" fmla="*/ 1837157 h 2844671"/>
              <a:gd name="connsiteX4" fmla="*/ 469896 w 605092"/>
              <a:gd name="connsiteY4" fmla="*/ 1572463 h 2844671"/>
              <a:gd name="connsiteX5" fmla="*/ 415416 w 605092"/>
              <a:gd name="connsiteY5" fmla="*/ 1259638 h 2844671"/>
              <a:gd name="connsiteX6" fmla="*/ 507463 w 605092"/>
              <a:gd name="connsiteY6" fmla="*/ 1038092 h 2844671"/>
              <a:gd name="connsiteX7" fmla="*/ 579145 w 605092"/>
              <a:gd name="connsiteY7" fmla="*/ 920822 h 2844671"/>
              <a:gd name="connsiteX8" fmla="*/ 465708 w 605092"/>
              <a:gd name="connsiteY8" fmla="*/ 666898 h 2844671"/>
              <a:gd name="connsiteX9" fmla="*/ 366897 w 605092"/>
              <a:gd name="connsiteY9" fmla="*/ 84573 h 2844671"/>
              <a:gd name="connsiteX10" fmla="*/ 179220 w 605092"/>
              <a:gd name="connsiteY10" fmla="*/ 51189 h 2844671"/>
              <a:gd name="connsiteX11" fmla="*/ 51006 w 605092"/>
              <a:gd name="connsiteY11" fmla="*/ 231627 h 2844671"/>
              <a:gd name="connsiteX12" fmla="*/ 6504 w 605092"/>
              <a:gd name="connsiteY12" fmla="*/ 599172 h 2844671"/>
              <a:gd name="connsiteX0" fmla="*/ 424485 w 604630"/>
              <a:gd name="connsiteY0" fmla="*/ 2844671 h 2844671"/>
              <a:gd name="connsiteX1" fmla="*/ 472242 w 604630"/>
              <a:gd name="connsiteY1" fmla="*/ 2382154 h 2844671"/>
              <a:gd name="connsiteX2" fmla="*/ 604607 w 604630"/>
              <a:gd name="connsiteY2" fmla="*/ 2170004 h 2844671"/>
              <a:gd name="connsiteX3" fmla="*/ 483130 w 604630"/>
              <a:gd name="connsiteY3" fmla="*/ 1905149 h 2844671"/>
              <a:gd name="connsiteX4" fmla="*/ 469896 w 604630"/>
              <a:gd name="connsiteY4" fmla="*/ 1572463 h 2844671"/>
              <a:gd name="connsiteX5" fmla="*/ 415416 w 604630"/>
              <a:gd name="connsiteY5" fmla="*/ 1259638 h 2844671"/>
              <a:gd name="connsiteX6" fmla="*/ 507463 w 604630"/>
              <a:gd name="connsiteY6" fmla="*/ 1038092 h 2844671"/>
              <a:gd name="connsiteX7" fmla="*/ 579145 w 604630"/>
              <a:gd name="connsiteY7" fmla="*/ 920822 h 2844671"/>
              <a:gd name="connsiteX8" fmla="*/ 465708 w 604630"/>
              <a:gd name="connsiteY8" fmla="*/ 666898 h 2844671"/>
              <a:gd name="connsiteX9" fmla="*/ 366897 w 604630"/>
              <a:gd name="connsiteY9" fmla="*/ 84573 h 2844671"/>
              <a:gd name="connsiteX10" fmla="*/ 179220 w 604630"/>
              <a:gd name="connsiteY10" fmla="*/ 51189 h 2844671"/>
              <a:gd name="connsiteX11" fmla="*/ 51006 w 604630"/>
              <a:gd name="connsiteY11" fmla="*/ 231627 h 2844671"/>
              <a:gd name="connsiteX12" fmla="*/ 6504 w 604630"/>
              <a:gd name="connsiteY12" fmla="*/ 599172 h 2844671"/>
              <a:gd name="connsiteX0" fmla="*/ 424485 w 604630"/>
              <a:gd name="connsiteY0" fmla="*/ 2844671 h 2844671"/>
              <a:gd name="connsiteX1" fmla="*/ 472242 w 604630"/>
              <a:gd name="connsiteY1" fmla="*/ 2382154 h 2844671"/>
              <a:gd name="connsiteX2" fmla="*/ 604607 w 604630"/>
              <a:gd name="connsiteY2" fmla="*/ 2170004 h 2844671"/>
              <a:gd name="connsiteX3" fmla="*/ 483130 w 604630"/>
              <a:gd name="connsiteY3" fmla="*/ 1905149 h 2844671"/>
              <a:gd name="connsiteX4" fmla="*/ 469896 w 604630"/>
              <a:gd name="connsiteY4" fmla="*/ 1572463 h 2844671"/>
              <a:gd name="connsiteX5" fmla="*/ 415416 w 604630"/>
              <a:gd name="connsiteY5" fmla="*/ 1259638 h 2844671"/>
              <a:gd name="connsiteX6" fmla="*/ 507463 w 604630"/>
              <a:gd name="connsiteY6" fmla="*/ 1038092 h 2844671"/>
              <a:gd name="connsiteX7" fmla="*/ 579145 w 604630"/>
              <a:gd name="connsiteY7" fmla="*/ 920822 h 2844671"/>
              <a:gd name="connsiteX8" fmla="*/ 465708 w 604630"/>
              <a:gd name="connsiteY8" fmla="*/ 666898 h 2844671"/>
              <a:gd name="connsiteX9" fmla="*/ 366897 w 604630"/>
              <a:gd name="connsiteY9" fmla="*/ 84573 h 2844671"/>
              <a:gd name="connsiteX10" fmla="*/ 179220 w 604630"/>
              <a:gd name="connsiteY10" fmla="*/ 51189 h 2844671"/>
              <a:gd name="connsiteX11" fmla="*/ 51006 w 604630"/>
              <a:gd name="connsiteY11" fmla="*/ 231627 h 2844671"/>
              <a:gd name="connsiteX12" fmla="*/ 6504 w 604630"/>
              <a:gd name="connsiteY12" fmla="*/ 599172 h 2844671"/>
              <a:gd name="connsiteX0" fmla="*/ 443361 w 623506"/>
              <a:gd name="connsiteY0" fmla="*/ 2844671 h 2844671"/>
              <a:gd name="connsiteX1" fmla="*/ 491118 w 623506"/>
              <a:gd name="connsiteY1" fmla="*/ 2382154 h 2844671"/>
              <a:gd name="connsiteX2" fmla="*/ 623483 w 623506"/>
              <a:gd name="connsiteY2" fmla="*/ 2170004 h 2844671"/>
              <a:gd name="connsiteX3" fmla="*/ 502006 w 623506"/>
              <a:gd name="connsiteY3" fmla="*/ 1905149 h 2844671"/>
              <a:gd name="connsiteX4" fmla="*/ 488772 w 623506"/>
              <a:gd name="connsiteY4" fmla="*/ 1572463 h 2844671"/>
              <a:gd name="connsiteX5" fmla="*/ 434292 w 623506"/>
              <a:gd name="connsiteY5" fmla="*/ 1259638 h 2844671"/>
              <a:gd name="connsiteX6" fmla="*/ 526339 w 623506"/>
              <a:gd name="connsiteY6" fmla="*/ 1038092 h 2844671"/>
              <a:gd name="connsiteX7" fmla="*/ 598021 w 623506"/>
              <a:gd name="connsiteY7" fmla="*/ 920822 h 2844671"/>
              <a:gd name="connsiteX8" fmla="*/ 484584 w 623506"/>
              <a:gd name="connsiteY8" fmla="*/ 666898 h 2844671"/>
              <a:gd name="connsiteX9" fmla="*/ 385773 w 623506"/>
              <a:gd name="connsiteY9" fmla="*/ 84573 h 2844671"/>
              <a:gd name="connsiteX10" fmla="*/ 198096 w 623506"/>
              <a:gd name="connsiteY10" fmla="*/ 51189 h 2844671"/>
              <a:gd name="connsiteX11" fmla="*/ 69882 w 623506"/>
              <a:gd name="connsiteY11" fmla="*/ 231627 h 2844671"/>
              <a:gd name="connsiteX12" fmla="*/ 0 w 623506"/>
              <a:gd name="connsiteY12" fmla="*/ 530324 h 2844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3506" h="2844671">
                <a:moveTo>
                  <a:pt x="443361" y="2844671"/>
                </a:moveTo>
                <a:cubicBezTo>
                  <a:pt x="449786" y="2650268"/>
                  <a:pt x="442164" y="2442517"/>
                  <a:pt x="491118" y="2382154"/>
                </a:cubicBezTo>
                <a:cubicBezTo>
                  <a:pt x="557500" y="2328814"/>
                  <a:pt x="621668" y="2249505"/>
                  <a:pt x="623483" y="2170004"/>
                </a:cubicBezTo>
                <a:cubicBezTo>
                  <a:pt x="625298" y="2090503"/>
                  <a:pt x="521522" y="2014619"/>
                  <a:pt x="502006" y="1905149"/>
                </a:cubicBezTo>
                <a:cubicBezTo>
                  <a:pt x="495022" y="1797545"/>
                  <a:pt x="494963" y="1672286"/>
                  <a:pt x="488772" y="1572463"/>
                </a:cubicBezTo>
                <a:cubicBezTo>
                  <a:pt x="485978" y="1457623"/>
                  <a:pt x="428031" y="1348700"/>
                  <a:pt x="434292" y="1259638"/>
                </a:cubicBezTo>
                <a:cubicBezTo>
                  <a:pt x="440553" y="1170576"/>
                  <a:pt x="516766" y="1086749"/>
                  <a:pt x="526339" y="1038092"/>
                </a:cubicBezTo>
                <a:cubicBezTo>
                  <a:pt x="535912" y="989435"/>
                  <a:pt x="604980" y="982688"/>
                  <a:pt x="598021" y="920822"/>
                </a:cubicBezTo>
                <a:cubicBezTo>
                  <a:pt x="591062" y="858956"/>
                  <a:pt x="488013" y="737764"/>
                  <a:pt x="484584" y="666898"/>
                </a:cubicBezTo>
                <a:cubicBezTo>
                  <a:pt x="475512" y="601447"/>
                  <a:pt x="629497" y="150862"/>
                  <a:pt x="385773" y="84573"/>
                </a:cubicBezTo>
                <a:cubicBezTo>
                  <a:pt x="312926" y="59950"/>
                  <a:pt x="243318" y="-70604"/>
                  <a:pt x="198096" y="51189"/>
                </a:cubicBezTo>
                <a:cubicBezTo>
                  <a:pt x="171921" y="145198"/>
                  <a:pt x="178263" y="136068"/>
                  <a:pt x="69882" y="231627"/>
                </a:cubicBezTo>
                <a:cubicBezTo>
                  <a:pt x="-30358" y="322224"/>
                  <a:pt x="27659" y="493646"/>
                  <a:pt x="0" y="53032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4" name="Oval 55">
            <a:extLst>
              <a:ext uri="{FF2B5EF4-FFF2-40B4-BE49-F238E27FC236}">
                <a16:creationId xmlns:a16="http://schemas.microsoft.com/office/drawing/2014/main" id="{2D0893E5-7F75-6B70-419C-CA95582DFA7E}"/>
              </a:ext>
            </a:extLst>
          </p:cNvPr>
          <p:cNvSpPr/>
          <p:nvPr userDrawn="1"/>
        </p:nvSpPr>
        <p:spPr>
          <a:xfrm rot="11990171" flipH="1" flipV="1">
            <a:off x="11631918" y="1891291"/>
            <a:ext cx="740085" cy="1172345"/>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07701 w 492507"/>
              <a:gd name="connsiteY0" fmla="*/ 419117 h 924031"/>
              <a:gd name="connsiteX1" fmla="*/ 6650 w 492507"/>
              <a:gd name="connsiteY1" fmla="*/ 23306 h 924031"/>
              <a:gd name="connsiteX2" fmla="*/ 298570 w 492507"/>
              <a:gd name="connsiteY2" fmla="*/ 67146 h 924031"/>
              <a:gd name="connsiteX3" fmla="*/ 479082 w 492507"/>
              <a:gd name="connsiteY3" fmla="*/ 149155 h 924031"/>
              <a:gd name="connsiteX4" fmla="*/ 454998 w 492507"/>
              <a:gd name="connsiteY4" fmla="*/ 562045 h 924031"/>
              <a:gd name="connsiteX5" fmla="*/ 291682 w 492507"/>
              <a:gd name="connsiteY5" fmla="*/ 898519 h 924031"/>
              <a:gd name="connsiteX6" fmla="*/ 107701 w 492507"/>
              <a:gd name="connsiteY6" fmla="*/ 419117 h 924031"/>
              <a:gd name="connsiteX0" fmla="*/ 107701 w 478794"/>
              <a:gd name="connsiteY0" fmla="*/ 418930 h 923844"/>
              <a:gd name="connsiteX1" fmla="*/ 6650 w 478794"/>
              <a:gd name="connsiteY1" fmla="*/ 23119 h 923844"/>
              <a:gd name="connsiteX2" fmla="*/ 298570 w 478794"/>
              <a:gd name="connsiteY2" fmla="*/ 66959 h 923844"/>
              <a:gd name="connsiteX3" fmla="*/ 459123 w 478794"/>
              <a:gd name="connsiteY3" fmla="*/ 141469 h 923844"/>
              <a:gd name="connsiteX4" fmla="*/ 454998 w 478794"/>
              <a:gd name="connsiteY4" fmla="*/ 561858 h 923844"/>
              <a:gd name="connsiteX5" fmla="*/ 291682 w 478794"/>
              <a:gd name="connsiteY5" fmla="*/ 898332 h 923844"/>
              <a:gd name="connsiteX6" fmla="*/ 107701 w 478794"/>
              <a:gd name="connsiteY6" fmla="*/ 418930 h 923844"/>
              <a:gd name="connsiteX0" fmla="*/ 197384 w 568477"/>
              <a:gd name="connsiteY0" fmla="*/ 539146 h 1044060"/>
              <a:gd name="connsiteX1" fmla="*/ 3899 w 568477"/>
              <a:gd name="connsiteY1" fmla="*/ 12808 h 1044060"/>
              <a:gd name="connsiteX2" fmla="*/ 388253 w 568477"/>
              <a:gd name="connsiteY2" fmla="*/ 187175 h 1044060"/>
              <a:gd name="connsiteX3" fmla="*/ 548806 w 568477"/>
              <a:gd name="connsiteY3" fmla="*/ 261685 h 1044060"/>
              <a:gd name="connsiteX4" fmla="*/ 544681 w 568477"/>
              <a:gd name="connsiteY4" fmla="*/ 682074 h 1044060"/>
              <a:gd name="connsiteX5" fmla="*/ 381365 w 568477"/>
              <a:gd name="connsiteY5" fmla="*/ 1018548 h 1044060"/>
              <a:gd name="connsiteX6" fmla="*/ 197384 w 568477"/>
              <a:gd name="connsiteY6" fmla="*/ 539146 h 1044060"/>
              <a:gd name="connsiteX0" fmla="*/ 197384 w 568753"/>
              <a:gd name="connsiteY0" fmla="*/ 538270 h 1043184"/>
              <a:gd name="connsiteX1" fmla="*/ 3899 w 568753"/>
              <a:gd name="connsiteY1" fmla="*/ 11932 h 1043184"/>
              <a:gd name="connsiteX2" fmla="*/ 388253 w 568753"/>
              <a:gd name="connsiteY2" fmla="*/ 186299 h 1043184"/>
              <a:gd name="connsiteX3" fmla="*/ 549278 w 568753"/>
              <a:gd name="connsiteY3" fmla="*/ 147152 h 1043184"/>
              <a:gd name="connsiteX4" fmla="*/ 544681 w 568753"/>
              <a:gd name="connsiteY4" fmla="*/ 681198 h 1043184"/>
              <a:gd name="connsiteX5" fmla="*/ 381365 w 568753"/>
              <a:gd name="connsiteY5" fmla="*/ 1017672 h 1043184"/>
              <a:gd name="connsiteX6" fmla="*/ 197384 w 568753"/>
              <a:gd name="connsiteY6" fmla="*/ 538270 h 1043184"/>
              <a:gd name="connsiteX0" fmla="*/ 197138 w 567332"/>
              <a:gd name="connsiteY0" fmla="*/ 541766 h 1046680"/>
              <a:gd name="connsiteX1" fmla="*/ 3653 w 567332"/>
              <a:gd name="connsiteY1" fmla="*/ 15428 h 1046680"/>
              <a:gd name="connsiteX2" fmla="*/ 375887 w 567332"/>
              <a:gd name="connsiteY2" fmla="*/ 141285 h 1046680"/>
              <a:gd name="connsiteX3" fmla="*/ 549032 w 567332"/>
              <a:gd name="connsiteY3" fmla="*/ 150648 h 1046680"/>
              <a:gd name="connsiteX4" fmla="*/ 544435 w 567332"/>
              <a:gd name="connsiteY4" fmla="*/ 684694 h 1046680"/>
              <a:gd name="connsiteX5" fmla="*/ 381119 w 567332"/>
              <a:gd name="connsiteY5" fmla="*/ 1021168 h 1046680"/>
              <a:gd name="connsiteX6" fmla="*/ 197138 w 567332"/>
              <a:gd name="connsiteY6" fmla="*/ 541766 h 1046680"/>
              <a:gd name="connsiteX0" fmla="*/ 197138 w 560233"/>
              <a:gd name="connsiteY0" fmla="*/ 541766 h 1046680"/>
              <a:gd name="connsiteX1" fmla="*/ 3653 w 560233"/>
              <a:gd name="connsiteY1" fmla="*/ 15428 h 1046680"/>
              <a:gd name="connsiteX2" fmla="*/ 375887 w 560233"/>
              <a:gd name="connsiteY2" fmla="*/ 141285 h 1046680"/>
              <a:gd name="connsiteX3" fmla="*/ 549032 w 560233"/>
              <a:gd name="connsiteY3" fmla="*/ 150648 h 1046680"/>
              <a:gd name="connsiteX4" fmla="*/ 544435 w 560233"/>
              <a:gd name="connsiteY4" fmla="*/ 684694 h 1046680"/>
              <a:gd name="connsiteX5" fmla="*/ 381119 w 560233"/>
              <a:gd name="connsiteY5" fmla="*/ 1021168 h 1046680"/>
              <a:gd name="connsiteX6" fmla="*/ 197138 w 560233"/>
              <a:gd name="connsiteY6" fmla="*/ 541766 h 1046680"/>
              <a:gd name="connsiteX0" fmla="*/ 269377 w 632472"/>
              <a:gd name="connsiteY0" fmla="*/ 724348 h 1229262"/>
              <a:gd name="connsiteX1" fmla="*/ 2740 w 632472"/>
              <a:gd name="connsiteY1" fmla="*/ 8928 h 1229262"/>
              <a:gd name="connsiteX2" fmla="*/ 448126 w 632472"/>
              <a:gd name="connsiteY2" fmla="*/ 323867 h 1229262"/>
              <a:gd name="connsiteX3" fmla="*/ 621271 w 632472"/>
              <a:gd name="connsiteY3" fmla="*/ 333230 h 1229262"/>
              <a:gd name="connsiteX4" fmla="*/ 616674 w 632472"/>
              <a:gd name="connsiteY4" fmla="*/ 867276 h 1229262"/>
              <a:gd name="connsiteX5" fmla="*/ 453358 w 632472"/>
              <a:gd name="connsiteY5" fmla="*/ 1203750 h 1229262"/>
              <a:gd name="connsiteX6" fmla="*/ 269377 w 632472"/>
              <a:gd name="connsiteY6" fmla="*/ 724348 h 1229262"/>
              <a:gd name="connsiteX0" fmla="*/ 268168 w 634871"/>
              <a:gd name="connsiteY0" fmla="*/ 741746 h 1246660"/>
              <a:gd name="connsiteX1" fmla="*/ 1531 w 634871"/>
              <a:gd name="connsiteY1" fmla="*/ 26326 h 1246660"/>
              <a:gd name="connsiteX2" fmla="*/ 397814 w 634871"/>
              <a:gd name="connsiteY2" fmla="*/ 173100 h 1246660"/>
              <a:gd name="connsiteX3" fmla="*/ 620062 w 634871"/>
              <a:gd name="connsiteY3" fmla="*/ 350628 h 1246660"/>
              <a:gd name="connsiteX4" fmla="*/ 615465 w 634871"/>
              <a:gd name="connsiteY4" fmla="*/ 884674 h 1246660"/>
              <a:gd name="connsiteX5" fmla="*/ 452149 w 634871"/>
              <a:gd name="connsiteY5" fmla="*/ 1221148 h 1246660"/>
              <a:gd name="connsiteX6" fmla="*/ 268168 w 634871"/>
              <a:gd name="connsiteY6" fmla="*/ 741746 h 1246660"/>
              <a:gd name="connsiteX0" fmla="*/ 268168 w 647475"/>
              <a:gd name="connsiteY0" fmla="*/ 740072 h 1244986"/>
              <a:gd name="connsiteX1" fmla="*/ 1531 w 647475"/>
              <a:gd name="connsiteY1" fmla="*/ 24652 h 1244986"/>
              <a:gd name="connsiteX2" fmla="*/ 397814 w 647475"/>
              <a:gd name="connsiteY2" fmla="*/ 171426 h 1244986"/>
              <a:gd name="connsiteX3" fmla="*/ 635423 w 647475"/>
              <a:gd name="connsiteY3" fmla="*/ 234317 h 1244986"/>
              <a:gd name="connsiteX4" fmla="*/ 615465 w 647475"/>
              <a:gd name="connsiteY4" fmla="*/ 883000 h 1244986"/>
              <a:gd name="connsiteX5" fmla="*/ 452149 w 647475"/>
              <a:gd name="connsiteY5" fmla="*/ 1219474 h 1244986"/>
              <a:gd name="connsiteX6" fmla="*/ 268168 w 647475"/>
              <a:gd name="connsiteY6" fmla="*/ 740072 h 1244986"/>
              <a:gd name="connsiteX0" fmla="*/ 268168 w 636890"/>
              <a:gd name="connsiteY0" fmla="*/ 740072 h 1244986"/>
              <a:gd name="connsiteX1" fmla="*/ 1531 w 636890"/>
              <a:gd name="connsiteY1" fmla="*/ 24652 h 1244986"/>
              <a:gd name="connsiteX2" fmla="*/ 397814 w 636890"/>
              <a:gd name="connsiteY2" fmla="*/ 171426 h 1244986"/>
              <a:gd name="connsiteX3" fmla="*/ 635423 w 636890"/>
              <a:gd name="connsiteY3" fmla="*/ 234317 h 1244986"/>
              <a:gd name="connsiteX4" fmla="*/ 503371 w 636890"/>
              <a:gd name="connsiteY4" fmla="*/ 494496 h 1244986"/>
              <a:gd name="connsiteX5" fmla="*/ 615465 w 636890"/>
              <a:gd name="connsiteY5" fmla="*/ 883000 h 1244986"/>
              <a:gd name="connsiteX6" fmla="*/ 452149 w 636890"/>
              <a:gd name="connsiteY6" fmla="*/ 1219474 h 1244986"/>
              <a:gd name="connsiteX7" fmla="*/ 268168 w 636890"/>
              <a:gd name="connsiteY7" fmla="*/ 740072 h 1244986"/>
              <a:gd name="connsiteX0" fmla="*/ 293770 w 662492"/>
              <a:gd name="connsiteY0" fmla="*/ 719855 h 1224769"/>
              <a:gd name="connsiteX1" fmla="*/ 63478 w 662492"/>
              <a:gd name="connsiteY1" fmla="*/ 338793 h 1224769"/>
              <a:gd name="connsiteX2" fmla="*/ 27133 w 662492"/>
              <a:gd name="connsiteY2" fmla="*/ 4435 h 1224769"/>
              <a:gd name="connsiteX3" fmla="*/ 423416 w 662492"/>
              <a:gd name="connsiteY3" fmla="*/ 151209 h 1224769"/>
              <a:gd name="connsiteX4" fmla="*/ 661025 w 662492"/>
              <a:gd name="connsiteY4" fmla="*/ 214100 h 1224769"/>
              <a:gd name="connsiteX5" fmla="*/ 528973 w 662492"/>
              <a:gd name="connsiteY5" fmla="*/ 474279 h 1224769"/>
              <a:gd name="connsiteX6" fmla="*/ 641067 w 662492"/>
              <a:gd name="connsiteY6" fmla="*/ 862783 h 1224769"/>
              <a:gd name="connsiteX7" fmla="*/ 477751 w 662492"/>
              <a:gd name="connsiteY7" fmla="*/ 1199257 h 1224769"/>
              <a:gd name="connsiteX8" fmla="*/ 293770 w 662492"/>
              <a:gd name="connsiteY8" fmla="*/ 719855 h 1224769"/>
              <a:gd name="connsiteX0" fmla="*/ 528973 w 662503"/>
              <a:gd name="connsiteY0" fmla="*/ 474279 h 1224769"/>
              <a:gd name="connsiteX1" fmla="*/ 641067 w 662503"/>
              <a:gd name="connsiteY1" fmla="*/ 862783 h 1224769"/>
              <a:gd name="connsiteX2" fmla="*/ 477751 w 662503"/>
              <a:gd name="connsiteY2" fmla="*/ 1199257 h 1224769"/>
              <a:gd name="connsiteX3" fmla="*/ 293770 w 662503"/>
              <a:gd name="connsiteY3" fmla="*/ 719855 h 1224769"/>
              <a:gd name="connsiteX4" fmla="*/ 63478 w 662503"/>
              <a:gd name="connsiteY4" fmla="*/ 338793 h 1224769"/>
              <a:gd name="connsiteX5" fmla="*/ 27133 w 662503"/>
              <a:gd name="connsiteY5" fmla="*/ 4435 h 1224769"/>
              <a:gd name="connsiteX6" fmla="*/ 423416 w 662503"/>
              <a:gd name="connsiteY6" fmla="*/ 151209 h 1224769"/>
              <a:gd name="connsiteX7" fmla="*/ 661025 w 662503"/>
              <a:gd name="connsiteY7" fmla="*/ 214100 h 1224769"/>
              <a:gd name="connsiteX8" fmla="*/ 588923 w 662503"/>
              <a:gd name="connsiteY8" fmla="*/ 528748 h 1224769"/>
              <a:gd name="connsiteX0" fmla="*/ 528973 w 661025"/>
              <a:gd name="connsiteY0" fmla="*/ 474279 h 1224769"/>
              <a:gd name="connsiteX1" fmla="*/ 641067 w 661025"/>
              <a:gd name="connsiteY1" fmla="*/ 862783 h 1224769"/>
              <a:gd name="connsiteX2" fmla="*/ 477751 w 661025"/>
              <a:gd name="connsiteY2" fmla="*/ 1199257 h 1224769"/>
              <a:gd name="connsiteX3" fmla="*/ 293770 w 661025"/>
              <a:gd name="connsiteY3" fmla="*/ 719855 h 1224769"/>
              <a:gd name="connsiteX4" fmla="*/ 63478 w 661025"/>
              <a:gd name="connsiteY4" fmla="*/ 338793 h 1224769"/>
              <a:gd name="connsiteX5" fmla="*/ 27133 w 661025"/>
              <a:gd name="connsiteY5" fmla="*/ 4435 h 1224769"/>
              <a:gd name="connsiteX6" fmla="*/ 423416 w 661025"/>
              <a:gd name="connsiteY6" fmla="*/ 151209 h 1224769"/>
              <a:gd name="connsiteX7" fmla="*/ 661025 w 661025"/>
              <a:gd name="connsiteY7" fmla="*/ 214100 h 1224769"/>
              <a:gd name="connsiteX0" fmla="*/ 522199 w 661025"/>
              <a:gd name="connsiteY0" fmla="*/ 547133 h 1224769"/>
              <a:gd name="connsiteX1" fmla="*/ 641067 w 661025"/>
              <a:gd name="connsiteY1" fmla="*/ 862783 h 1224769"/>
              <a:gd name="connsiteX2" fmla="*/ 477751 w 661025"/>
              <a:gd name="connsiteY2" fmla="*/ 1199257 h 1224769"/>
              <a:gd name="connsiteX3" fmla="*/ 293770 w 661025"/>
              <a:gd name="connsiteY3" fmla="*/ 719855 h 1224769"/>
              <a:gd name="connsiteX4" fmla="*/ 63478 w 661025"/>
              <a:gd name="connsiteY4" fmla="*/ 338793 h 1224769"/>
              <a:gd name="connsiteX5" fmla="*/ 27133 w 661025"/>
              <a:gd name="connsiteY5" fmla="*/ 4435 h 1224769"/>
              <a:gd name="connsiteX6" fmla="*/ 423416 w 661025"/>
              <a:gd name="connsiteY6" fmla="*/ 151209 h 1224769"/>
              <a:gd name="connsiteX7" fmla="*/ 661025 w 661025"/>
              <a:gd name="connsiteY7" fmla="*/ 214100 h 1224769"/>
              <a:gd name="connsiteX0" fmla="*/ 552859 w 691685"/>
              <a:gd name="connsiteY0" fmla="*/ 530129 h 1207765"/>
              <a:gd name="connsiteX1" fmla="*/ 671727 w 691685"/>
              <a:gd name="connsiteY1" fmla="*/ 845779 h 1207765"/>
              <a:gd name="connsiteX2" fmla="*/ 508411 w 691685"/>
              <a:gd name="connsiteY2" fmla="*/ 1182253 h 1207765"/>
              <a:gd name="connsiteX3" fmla="*/ 324430 w 691685"/>
              <a:gd name="connsiteY3" fmla="*/ 702851 h 1207765"/>
              <a:gd name="connsiteX4" fmla="*/ 94138 w 691685"/>
              <a:gd name="connsiteY4" fmla="*/ 321789 h 1207765"/>
              <a:gd name="connsiteX5" fmla="*/ 20030 w 691685"/>
              <a:gd name="connsiteY5" fmla="*/ 4861 h 1207765"/>
              <a:gd name="connsiteX6" fmla="*/ 454076 w 691685"/>
              <a:gd name="connsiteY6" fmla="*/ 134205 h 1207765"/>
              <a:gd name="connsiteX7" fmla="*/ 691685 w 691685"/>
              <a:gd name="connsiteY7" fmla="*/ 197096 h 1207765"/>
              <a:gd name="connsiteX0" fmla="*/ 533746 w 672572"/>
              <a:gd name="connsiteY0" fmla="*/ 636815 h 1314451"/>
              <a:gd name="connsiteX1" fmla="*/ 652614 w 672572"/>
              <a:gd name="connsiteY1" fmla="*/ 952465 h 1314451"/>
              <a:gd name="connsiteX2" fmla="*/ 489298 w 672572"/>
              <a:gd name="connsiteY2" fmla="*/ 1288939 h 1314451"/>
              <a:gd name="connsiteX3" fmla="*/ 305317 w 672572"/>
              <a:gd name="connsiteY3" fmla="*/ 809537 h 1314451"/>
              <a:gd name="connsiteX4" fmla="*/ 75025 w 672572"/>
              <a:gd name="connsiteY4" fmla="*/ 428475 h 1314451"/>
              <a:gd name="connsiteX5" fmla="*/ 917 w 672572"/>
              <a:gd name="connsiteY5" fmla="*/ 111547 h 1314451"/>
              <a:gd name="connsiteX6" fmla="*/ 118597 w 672572"/>
              <a:gd name="connsiteY6" fmla="*/ 8390 h 1314451"/>
              <a:gd name="connsiteX7" fmla="*/ 672572 w 672572"/>
              <a:gd name="connsiteY7" fmla="*/ 303782 h 1314451"/>
              <a:gd name="connsiteX0" fmla="*/ 533746 w 657029"/>
              <a:gd name="connsiteY0" fmla="*/ 633477 h 1311113"/>
              <a:gd name="connsiteX1" fmla="*/ 652614 w 657029"/>
              <a:gd name="connsiteY1" fmla="*/ 949127 h 1311113"/>
              <a:gd name="connsiteX2" fmla="*/ 489298 w 657029"/>
              <a:gd name="connsiteY2" fmla="*/ 1285601 h 1311113"/>
              <a:gd name="connsiteX3" fmla="*/ 305317 w 657029"/>
              <a:gd name="connsiteY3" fmla="*/ 806199 h 1311113"/>
              <a:gd name="connsiteX4" fmla="*/ 75025 w 657029"/>
              <a:gd name="connsiteY4" fmla="*/ 425137 h 1311113"/>
              <a:gd name="connsiteX5" fmla="*/ 917 w 657029"/>
              <a:gd name="connsiteY5" fmla="*/ 108209 h 1311113"/>
              <a:gd name="connsiteX6" fmla="*/ 118597 w 657029"/>
              <a:gd name="connsiteY6" fmla="*/ 5052 h 1311113"/>
              <a:gd name="connsiteX7" fmla="*/ 322462 w 657029"/>
              <a:gd name="connsiteY7" fmla="*/ 242894 h 1311113"/>
              <a:gd name="connsiteX0" fmla="*/ 652614 w 652614"/>
              <a:gd name="connsiteY0" fmla="*/ 949127 h 1311113"/>
              <a:gd name="connsiteX1" fmla="*/ 489298 w 652614"/>
              <a:gd name="connsiteY1" fmla="*/ 1285601 h 1311113"/>
              <a:gd name="connsiteX2" fmla="*/ 305317 w 652614"/>
              <a:gd name="connsiteY2" fmla="*/ 806199 h 1311113"/>
              <a:gd name="connsiteX3" fmla="*/ 75025 w 652614"/>
              <a:gd name="connsiteY3" fmla="*/ 425137 h 1311113"/>
              <a:gd name="connsiteX4" fmla="*/ 917 w 652614"/>
              <a:gd name="connsiteY4" fmla="*/ 108209 h 1311113"/>
              <a:gd name="connsiteX5" fmla="*/ 118597 w 652614"/>
              <a:gd name="connsiteY5" fmla="*/ 5052 h 1311113"/>
              <a:gd name="connsiteX6" fmla="*/ 322462 w 652614"/>
              <a:gd name="connsiteY6" fmla="*/ 242894 h 1311113"/>
              <a:gd name="connsiteX0" fmla="*/ 654717 w 654717"/>
              <a:gd name="connsiteY0" fmla="*/ 949251 h 1311237"/>
              <a:gd name="connsiteX1" fmla="*/ 491401 w 654717"/>
              <a:gd name="connsiteY1" fmla="*/ 1285725 h 1311237"/>
              <a:gd name="connsiteX2" fmla="*/ 307420 w 654717"/>
              <a:gd name="connsiteY2" fmla="*/ 806323 h 1311237"/>
              <a:gd name="connsiteX3" fmla="*/ 55371 w 654717"/>
              <a:gd name="connsiteY3" fmla="*/ 437691 h 1311237"/>
              <a:gd name="connsiteX4" fmla="*/ 3020 w 654717"/>
              <a:gd name="connsiteY4" fmla="*/ 108333 h 1311237"/>
              <a:gd name="connsiteX5" fmla="*/ 120700 w 654717"/>
              <a:gd name="connsiteY5" fmla="*/ 5176 h 1311237"/>
              <a:gd name="connsiteX6" fmla="*/ 324565 w 654717"/>
              <a:gd name="connsiteY6" fmla="*/ 243018 h 1311237"/>
              <a:gd name="connsiteX0" fmla="*/ 654717 w 654717"/>
              <a:gd name="connsiteY0" fmla="*/ 949252 h 1311238"/>
              <a:gd name="connsiteX1" fmla="*/ 491401 w 654717"/>
              <a:gd name="connsiteY1" fmla="*/ 1285726 h 1311238"/>
              <a:gd name="connsiteX2" fmla="*/ 307420 w 654717"/>
              <a:gd name="connsiteY2" fmla="*/ 806324 h 1311238"/>
              <a:gd name="connsiteX3" fmla="*/ 55371 w 654717"/>
              <a:gd name="connsiteY3" fmla="*/ 437692 h 1311238"/>
              <a:gd name="connsiteX4" fmla="*/ 3020 w 654717"/>
              <a:gd name="connsiteY4" fmla="*/ 108334 h 1311238"/>
              <a:gd name="connsiteX5" fmla="*/ 120700 w 654717"/>
              <a:gd name="connsiteY5" fmla="*/ 5177 h 1311238"/>
              <a:gd name="connsiteX6" fmla="*/ 324565 w 654717"/>
              <a:gd name="connsiteY6" fmla="*/ 243019 h 1311238"/>
              <a:gd name="connsiteX0" fmla="*/ 669493 w 669493"/>
              <a:gd name="connsiteY0" fmla="*/ 1022441 h 1384427"/>
              <a:gd name="connsiteX1" fmla="*/ 506177 w 669493"/>
              <a:gd name="connsiteY1" fmla="*/ 1358915 h 1384427"/>
              <a:gd name="connsiteX2" fmla="*/ 322196 w 669493"/>
              <a:gd name="connsiteY2" fmla="*/ 879513 h 1384427"/>
              <a:gd name="connsiteX3" fmla="*/ 70147 w 669493"/>
              <a:gd name="connsiteY3" fmla="*/ 510881 h 1384427"/>
              <a:gd name="connsiteX4" fmla="*/ 17796 w 669493"/>
              <a:gd name="connsiteY4" fmla="*/ 181523 h 1384427"/>
              <a:gd name="connsiteX5" fmla="*/ 29137 w 669493"/>
              <a:gd name="connsiteY5" fmla="*/ 2817 h 1384427"/>
              <a:gd name="connsiteX6" fmla="*/ 339341 w 669493"/>
              <a:gd name="connsiteY6" fmla="*/ 316208 h 1384427"/>
              <a:gd name="connsiteX0" fmla="*/ 667310 w 667310"/>
              <a:gd name="connsiteY0" fmla="*/ 1022910 h 1384896"/>
              <a:gd name="connsiteX1" fmla="*/ 503994 w 667310"/>
              <a:gd name="connsiteY1" fmla="*/ 1359384 h 1384896"/>
              <a:gd name="connsiteX2" fmla="*/ 320013 w 667310"/>
              <a:gd name="connsiteY2" fmla="*/ 879982 h 1384896"/>
              <a:gd name="connsiteX3" fmla="*/ 67964 w 667310"/>
              <a:gd name="connsiteY3" fmla="*/ 511350 h 1384896"/>
              <a:gd name="connsiteX4" fmla="*/ 15613 w 667310"/>
              <a:gd name="connsiteY4" fmla="*/ 181992 h 1384896"/>
              <a:gd name="connsiteX5" fmla="*/ 26954 w 667310"/>
              <a:gd name="connsiteY5" fmla="*/ 3286 h 1384896"/>
              <a:gd name="connsiteX6" fmla="*/ 306261 w 667310"/>
              <a:gd name="connsiteY6" fmla="*/ 329462 h 1384896"/>
              <a:gd name="connsiteX0" fmla="*/ 663410 w 663410"/>
              <a:gd name="connsiteY0" fmla="*/ 1023788 h 1385774"/>
              <a:gd name="connsiteX1" fmla="*/ 500094 w 663410"/>
              <a:gd name="connsiteY1" fmla="*/ 1360262 h 1385774"/>
              <a:gd name="connsiteX2" fmla="*/ 316113 w 663410"/>
              <a:gd name="connsiteY2" fmla="*/ 880860 h 1385774"/>
              <a:gd name="connsiteX3" fmla="*/ 64064 w 663410"/>
              <a:gd name="connsiteY3" fmla="*/ 512228 h 1385774"/>
              <a:gd name="connsiteX4" fmla="*/ 11713 w 663410"/>
              <a:gd name="connsiteY4" fmla="*/ 182870 h 1385774"/>
              <a:gd name="connsiteX5" fmla="*/ 23054 w 663410"/>
              <a:gd name="connsiteY5" fmla="*/ 4164 h 1385774"/>
              <a:gd name="connsiteX6" fmla="*/ 246008 w 663410"/>
              <a:gd name="connsiteY6" fmla="*/ 352801 h 1385774"/>
              <a:gd name="connsiteX0" fmla="*/ 519494 w 519494"/>
              <a:gd name="connsiteY0" fmla="*/ 1120621 h 1365943"/>
              <a:gd name="connsiteX1" fmla="*/ 500094 w 519494"/>
              <a:gd name="connsiteY1" fmla="*/ 1360262 h 1365943"/>
              <a:gd name="connsiteX2" fmla="*/ 316113 w 519494"/>
              <a:gd name="connsiteY2" fmla="*/ 880860 h 1365943"/>
              <a:gd name="connsiteX3" fmla="*/ 64064 w 519494"/>
              <a:gd name="connsiteY3" fmla="*/ 512228 h 1365943"/>
              <a:gd name="connsiteX4" fmla="*/ 11713 w 519494"/>
              <a:gd name="connsiteY4" fmla="*/ 182870 h 1365943"/>
              <a:gd name="connsiteX5" fmla="*/ 23054 w 519494"/>
              <a:gd name="connsiteY5" fmla="*/ 4164 h 1365943"/>
              <a:gd name="connsiteX6" fmla="*/ 246008 w 519494"/>
              <a:gd name="connsiteY6" fmla="*/ 352801 h 1365943"/>
              <a:gd name="connsiteX0" fmla="*/ 524566 w 524566"/>
              <a:gd name="connsiteY0" fmla="*/ 1118110 h 1363432"/>
              <a:gd name="connsiteX1" fmla="*/ 505166 w 524566"/>
              <a:gd name="connsiteY1" fmla="*/ 1357751 h 1363432"/>
              <a:gd name="connsiteX2" fmla="*/ 321185 w 524566"/>
              <a:gd name="connsiteY2" fmla="*/ 878349 h 1363432"/>
              <a:gd name="connsiteX3" fmla="*/ 69136 w 524566"/>
              <a:gd name="connsiteY3" fmla="*/ 509717 h 1363432"/>
              <a:gd name="connsiteX4" fmla="*/ 16785 w 524566"/>
              <a:gd name="connsiteY4" fmla="*/ 180359 h 1363432"/>
              <a:gd name="connsiteX5" fmla="*/ 28126 w 524566"/>
              <a:gd name="connsiteY5" fmla="*/ 1653 h 1363432"/>
              <a:gd name="connsiteX6" fmla="*/ 324062 w 524566"/>
              <a:gd name="connsiteY6" fmla="*/ 279381 h 1363432"/>
              <a:gd name="connsiteX0" fmla="*/ 650006 w 650006"/>
              <a:gd name="connsiteY0" fmla="*/ 1601400 h 1626181"/>
              <a:gd name="connsiteX1" fmla="*/ 505166 w 650006"/>
              <a:gd name="connsiteY1" fmla="*/ 1357751 h 1626181"/>
              <a:gd name="connsiteX2" fmla="*/ 321185 w 650006"/>
              <a:gd name="connsiteY2" fmla="*/ 878349 h 1626181"/>
              <a:gd name="connsiteX3" fmla="*/ 69136 w 650006"/>
              <a:gd name="connsiteY3" fmla="*/ 509717 h 1626181"/>
              <a:gd name="connsiteX4" fmla="*/ 16785 w 650006"/>
              <a:gd name="connsiteY4" fmla="*/ 180359 h 1626181"/>
              <a:gd name="connsiteX5" fmla="*/ 28126 w 650006"/>
              <a:gd name="connsiteY5" fmla="*/ 1653 h 1626181"/>
              <a:gd name="connsiteX6" fmla="*/ 324062 w 650006"/>
              <a:gd name="connsiteY6" fmla="*/ 279381 h 1626181"/>
              <a:gd name="connsiteX0" fmla="*/ 650006 w 650006"/>
              <a:gd name="connsiteY0" fmla="*/ 1601400 h 1691869"/>
              <a:gd name="connsiteX1" fmla="*/ 505166 w 650006"/>
              <a:gd name="connsiteY1" fmla="*/ 1357751 h 1691869"/>
              <a:gd name="connsiteX2" fmla="*/ 321185 w 650006"/>
              <a:gd name="connsiteY2" fmla="*/ 878349 h 1691869"/>
              <a:gd name="connsiteX3" fmla="*/ 69136 w 650006"/>
              <a:gd name="connsiteY3" fmla="*/ 509717 h 1691869"/>
              <a:gd name="connsiteX4" fmla="*/ 16785 w 650006"/>
              <a:gd name="connsiteY4" fmla="*/ 180359 h 1691869"/>
              <a:gd name="connsiteX5" fmla="*/ 28126 w 650006"/>
              <a:gd name="connsiteY5" fmla="*/ 1653 h 1691869"/>
              <a:gd name="connsiteX6" fmla="*/ 324062 w 650006"/>
              <a:gd name="connsiteY6" fmla="*/ 279381 h 1691869"/>
              <a:gd name="connsiteX0" fmla="*/ 636873 w 636873"/>
              <a:gd name="connsiteY0" fmla="*/ 1503174 h 1593643"/>
              <a:gd name="connsiteX1" fmla="*/ 492033 w 636873"/>
              <a:gd name="connsiteY1" fmla="*/ 1259525 h 1593643"/>
              <a:gd name="connsiteX2" fmla="*/ 308052 w 636873"/>
              <a:gd name="connsiteY2" fmla="*/ 780123 h 1593643"/>
              <a:gd name="connsiteX3" fmla="*/ 56003 w 636873"/>
              <a:gd name="connsiteY3" fmla="*/ 411491 h 1593643"/>
              <a:gd name="connsiteX4" fmla="*/ 3652 w 636873"/>
              <a:gd name="connsiteY4" fmla="*/ 82133 h 1593643"/>
              <a:gd name="connsiteX5" fmla="*/ 131437 w 636873"/>
              <a:gd name="connsiteY5" fmla="*/ 4807 h 1593643"/>
              <a:gd name="connsiteX6" fmla="*/ 310929 w 636873"/>
              <a:gd name="connsiteY6" fmla="*/ 181155 h 1593643"/>
              <a:gd name="connsiteX0" fmla="*/ 636873 w 636873"/>
              <a:gd name="connsiteY0" fmla="*/ 1503607 h 1594076"/>
              <a:gd name="connsiteX1" fmla="*/ 492033 w 636873"/>
              <a:gd name="connsiteY1" fmla="*/ 1259958 h 1594076"/>
              <a:gd name="connsiteX2" fmla="*/ 308052 w 636873"/>
              <a:gd name="connsiteY2" fmla="*/ 780556 h 1594076"/>
              <a:gd name="connsiteX3" fmla="*/ 56003 w 636873"/>
              <a:gd name="connsiteY3" fmla="*/ 411924 h 1594076"/>
              <a:gd name="connsiteX4" fmla="*/ 3652 w 636873"/>
              <a:gd name="connsiteY4" fmla="*/ 82566 h 1594076"/>
              <a:gd name="connsiteX5" fmla="*/ 131437 w 636873"/>
              <a:gd name="connsiteY5" fmla="*/ 5240 h 1594076"/>
              <a:gd name="connsiteX6" fmla="*/ 307739 w 636873"/>
              <a:gd name="connsiteY6" fmla="*/ 188424 h 1594076"/>
              <a:gd name="connsiteX0" fmla="*/ 636873 w 636873"/>
              <a:gd name="connsiteY0" fmla="*/ 1503607 h 1593620"/>
              <a:gd name="connsiteX1" fmla="*/ 492033 w 636873"/>
              <a:gd name="connsiteY1" fmla="*/ 1259958 h 1593620"/>
              <a:gd name="connsiteX2" fmla="*/ 268345 w 636873"/>
              <a:gd name="connsiteY2" fmla="*/ 800737 h 1593620"/>
              <a:gd name="connsiteX3" fmla="*/ 56003 w 636873"/>
              <a:gd name="connsiteY3" fmla="*/ 411924 h 1593620"/>
              <a:gd name="connsiteX4" fmla="*/ 3652 w 636873"/>
              <a:gd name="connsiteY4" fmla="*/ 82566 h 1593620"/>
              <a:gd name="connsiteX5" fmla="*/ 131437 w 636873"/>
              <a:gd name="connsiteY5" fmla="*/ 5240 h 1593620"/>
              <a:gd name="connsiteX6" fmla="*/ 307739 w 636873"/>
              <a:gd name="connsiteY6" fmla="*/ 188424 h 1593620"/>
              <a:gd name="connsiteX0" fmla="*/ 636873 w 636873"/>
              <a:gd name="connsiteY0" fmla="*/ 1503607 h 1593620"/>
              <a:gd name="connsiteX1" fmla="*/ 492033 w 636873"/>
              <a:gd name="connsiteY1" fmla="*/ 1259958 h 1593620"/>
              <a:gd name="connsiteX2" fmla="*/ 268345 w 636873"/>
              <a:gd name="connsiteY2" fmla="*/ 800737 h 1593620"/>
              <a:gd name="connsiteX3" fmla="*/ 56003 w 636873"/>
              <a:gd name="connsiteY3" fmla="*/ 411924 h 1593620"/>
              <a:gd name="connsiteX4" fmla="*/ 3652 w 636873"/>
              <a:gd name="connsiteY4" fmla="*/ 82566 h 1593620"/>
              <a:gd name="connsiteX5" fmla="*/ 131437 w 636873"/>
              <a:gd name="connsiteY5" fmla="*/ 5240 h 1593620"/>
              <a:gd name="connsiteX6" fmla="*/ 307739 w 636873"/>
              <a:gd name="connsiteY6" fmla="*/ 188424 h 1593620"/>
              <a:gd name="connsiteX0" fmla="*/ 636873 w 636873"/>
              <a:gd name="connsiteY0" fmla="*/ 1503607 h 1596963"/>
              <a:gd name="connsiteX1" fmla="*/ 454231 w 636873"/>
              <a:gd name="connsiteY1" fmla="*/ 1281556 h 1596963"/>
              <a:gd name="connsiteX2" fmla="*/ 268345 w 636873"/>
              <a:gd name="connsiteY2" fmla="*/ 800737 h 1596963"/>
              <a:gd name="connsiteX3" fmla="*/ 56003 w 636873"/>
              <a:gd name="connsiteY3" fmla="*/ 411924 h 1596963"/>
              <a:gd name="connsiteX4" fmla="*/ 3652 w 636873"/>
              <a:gd name="connsiteY4" fmla="*/ 82566 h 1596963"/>
              <a:gd name="connsiteX5" fmla="*/ 131437 w 636873"/>
              <a:gd name="connsiteY5" fmla="*/ 5240 h 1596963"/>
              <a:gd name="connsiteX6" fmla="*/ 307739 w 636873"/>
              <a:gd name="connsiteY6" fmla="*/ 188424 h 1596963"/>
              <a:gd name="connsiteX0" fmla="*/ 517022 w 517022"/>
              <a:gd name="connsiteY0" fmla="*/ 1151057 h 1338274"/>
              <a:gd name="connsiteX1" fmla="*/ 454231 w 517022"/>
              <a:gd name="connsiteY1" fmla="*/ 1281556 h 1338274"/>
              <a:gd name="connsiteX2" fmla="*/ 268345 w 517022"/>
              <a:gd name="connsiteY2" fmla="*/ 800737 h 1338274"/>
              <a:gd name="connsiteX3" fmla="*/ 56003 w 517022"/>
              <a:gd name="connsiteY3" fmla="*/ 411924 h 1338274"/>
              <a:gd name="connsiteX4" fmla="*/ 3652 w 517022"/>
              <a:gd name="connsiteY4" fmla="*/ 82566 h 1338274"/>
              <a:gd name="connsiteX5" fmla="*/ 131437 w 517022"/>
              <a:gd name="connsiteY5" fmla="*/ 5240 h 1338274"/>
              <a:gd name="connsiteX6" fmla="*/ 307739 w 517022"/>
              <a:gd name="connsiteY6" fmla="*/ 188424 h 1338274"/>
              <a:gd name="connsiteX0" fmla="*/ 517022 w 517022"/>
              <a:gd name="connsiteY0" fmla="*/ 1151057 h 1316152"/>
              <a:gd name="connsiteX1" fmla="*/ 454231 w 517022"/>
              <a:gd name="connsiteY1" fmla="*/ 1281556 h 1316152"/>
              <a:gd name="connsiteX2" fmla="*/ 268345 w 517022"/>
              <a:gd name="connsiteY2" fmla="*/ 800737 h 1316152"/>
              <a:gd name="connsiteX3" fmla="*/ 56003 w 517022"/>
              <a:gd name="connsiteY3" fmla="*/ 411924 h 1316152"/>
              <a:gd name="connsiteX4" fmla="*/ 3652 w 517022"/>
              <a:gd name="connsiteY4" fmla="*/ 82566 h 1316152"/>
              <a:gd name="connsiteX5" fmla="*/ 131437 w 517022"/>
              <a:gd name="connsiteY5" fmla="*/ 5240 h 1316152"/>
              <a:gd name="connsiteX6" fmla="*/ 307739 w 517022"/>
              <a:gd name="connsiteY6" fmla="*/ 188424 h 1316152"/>
              <a:gd name="connsiteX0" fmla="*/ 528843 w 528843"/>
              <a:gd name="connsiteY0" fmla="*/ 1154326 h 1317371"/>
              <a:gd name="connsiteX1" fmla="*/ 454231 w 528843"/>
              <a:gd name="connsiteY1" fmla="*/ 1281556 h 1317371"/>
              <a:gd name="connsiteX2" fmla="*/ 268345 w 528843"/>
              <a:gd name="connsiteY2" fmla="*/ 800737 h 1317371"/>
              <a:gd name="connsiteX3" fmla="*/ 56003 w 528843"/>
              <a:gd name="connsiteY3" fmla="*/ 411924 h 1317371"/>
              <a:gd name="connsiteX4" fmla="*/ 3652 w 528843"/>
              <a:gd name="connsiteY4" fmla="*/ 82566 h 1317371"/>
              <a:gd name="connsiteX5" fmla="*/ 131437 w 528843"/>
              <a:gd name="connsiteY5" fmla="*/ 5240 h 1317371"/>
              <a:gd name="connsiteX6" fmla="*/ 307739 w 528843"/>
              <a:gd name="connsiteY6" fmla="*/ 188424 h 1317371"/>
              <a:gd name="connsiteX0" fmla="*/ 528843 w 528843"/>
              <a:gd name="connsiteY0" fmla="*/ 1154326 h 1320520"/>
              <a:gd name="connsiteX1" fmla="*/ 454231 w 528843"/>
              <a:gd name="connsiteY1" fmla="*/ 1281556 h 1320520"/>
              <a:gd name="connsiteX2" fmla="*/ 294991 w 528843"/>
              <a:gd name="connsiteY2" fmla="*/ 757945 h 1320520"/>
              <a:gd name="connsiteX3" fmla="*/ 56003 w 528843"/>
              <a:gd name="connsiteY3" fmla="*/ 411924 h 1320520"/>
              <a:gd name="connsiteX4" fmla="*/ 3652 w 528843"/>
              <a:gd name="connsiteY4" fmla="*/ 82566 h 1320520"/>
              <a:gd name="connsiteX5" fmla="*/ 131437 w 528843"/>
              <a:gd name="connsiteY5" fmla="*/ 5240 h 1320520"/>
              <a:gd name="connsiteX6" fmla="*/ 307739 w 528843"/>
              <a:gd name="connsiteY6" fmla="*/ 188424 h 1320520"/>
              <a:gd name="connsiteX0" fmla="*/ 528843 w 528843"/>
              <a:gd name="connsiteY0" fmla="*/ 1160655 h 1326849"/>
              <a:gd name="connsiteX1" fmla="*/ 454231 w 528843"/>
              <a:gd name="connsiteY1" fmla="*/ 1287885 h 1326849"/>
              <a:gd name="connsiteX2" fmla="*/ 294991 w 528843"/>
              <a:gd name="connsiteY2" fmla="*/ 764274 h 1326849"/>
              <a:gd name="connsiteX3" fmla="*/ 56003 w 528843"/>
              <a:gd name="connsiteY3" fmla="*/ 418253 h 1326849"/>
              <a:gd name="connsiteX4" fmla="*/ 3652 w 528843"/>
              <a:gd name="connsiteY4" fmla="*/ 88895 h 1326849"/>
              <a:gd name="connsiteX5" fmla="*/ 131437 w 528843"/>
              <a:gd name="connsiteY5" fmla="*/ 11569 h 1326849"/>
              <a:gd name="connsiteX6" fmla="*/ 330857 w 528843"/>
              <a:gd name="connsiteY6" fmla="*/ 289307 h 1326849"/>
              <a:gd name="connsiteX0" fmla="*/ 528843 w 528843"/>
              <a:gd name="connsiteY0" fmla="*/ 1160655 h 1326849"/>
              <a:gd name="connsiteX1" fmla="*/ 454231 w 528843"/>
              <a:gd name="connsiteY1" fmla="*/ 1287885 h 1326849"/>
              <a:gd name="connsiteX2" fmla="*/ 294991 w 528843"/>
              <a:gd name="connsiteY2" fmla="*/ 764274 h 1326849"/>
              <a:gd name="connsiteX3" fmla="*/ 56003 w 528843"/>
              <a:gd name="connsiteY3" fmla="*/ 418253 h 1326849"/>
              <a:gd name="connsiteX4" fmla="*/ 3652 w 528843"/>
              <a:gd name="connsiteY4" fmla="*/ 88895 h 1326849"/>
              <a:gd name="connsiteX5" fmla="*/ 131437 w 528843"/>
              <a:gd name="connsiteY5" fmla="*/ 11569 h 1326849"/>
              <a:gd name="connsiteX6" fmla="*/ 330857 w 528843"/>
              <a:gd name="connsiteY6" fmla="*/ 289307 h 132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8843" h="1326849">
                <a:moveTo>
                  <a:pt x="528843" y="1160655"/>
                </a:moveTo>
                <a:cubicBezTo>
                  <a:pt x="528828" y="1350857"/>
                  <a:pt x="493206" y="1353948"/>
                  <a:pt x="454231" y="1287885"/>
                </a:cubicBezTo>
                <a:cubicBezTo>
                  <a:pt x="415256" y="1221822"/>
                  <a:pt x="361362" y="909213"/>
                  <a:pt x="294991" y="764274"/>
                </a:cubicBezTo>
                <a:cubicBezTo>
                  <a:pt x="228620" y="619335"/>
                  <a:pt x="91450" y="495302"/>
                  <a:pt x="56003" y="418253"/>
                </a:cubicBezTo>
                <a:cubicBezTo>
                  <a:pt x="11564" y="299016"/>
                  <a:pt x="-8920" y="156676"/>
                  <a:pt x="3652" y="88895"/>
                </a:cubicBezTo>
                <a:cubicBezTo>
                  <a:pt x="16224" y="21114"/>
                  <a:pt x="76903" y="-21833"/>
                  <a:pt x="131437" y="11569"/>
                </a:cubicBezTo>
                <a:cubicBezTo>
                  <a:pt x="185971" y="44971"/>
                  <a:pt x="246035" y="211221"/>
                  <a:pt x="330857" y="289307"/>
                </a:cubicBezTo>
              </a:path>
            </a:pathLst>
          </a:custGeom>
          <a:noFill/>
          <a:ln w="9525">
            <a:solidFill>
              <a:schemeClr val="tx1">
                <a:alpha val="3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DA25F2A1-494F-25F4-5A3F-241DF5839CC1}"/>
              </a:ext>
            </a:extLst>
          </p:cNvPr>
          <p:cNvSpPr/>
          <p:nvPr userDrawn="1"/>
        </p:nvSpPr>
        <p:spPr>
          <a:xfrm rot="20798709" flipH="1">
            <a:off x="11419498" y="876766"/>
            <a:ext cx="1124007" cy="3777641"/>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153427 w 2153427"/>
              <a:gd name="connsiteY0" fmla="*/ 3427341 h 3427341"/>
              <a:gd name="connsiteX1" fmla="*/ 1980575 w 2153427"/>
              <a:gd name="connsiteY1" fmla="*/ 2137763 h 3427341"/>
              <a:gd name="connsiteX2" fmla="*/ 1870466 w 2153427"/>
              <a:gd name="connsiteY2" fmla="*/ 1853061 h 3427341"/>
              <a:gd name="connsiteX3" fmla="*/ 1813030 w 2153427"/>
              <a:gd name="connsiteY3" fmla="*/ 1618555 h 3427341"/>
              <a:gd name="connsiteX4" fmla="*/ 1757976 w 2153427"/>
              <a:gd name="connsiteY4" fmla="*/ 1324232 h 3427341"/>
              <a:gd name="connsiteX5" fmla="*/ 1772359 w 2153427"/>
              <a:gd name="connsiteY5" fmla="*/ 1075439 h 3427341"/>
              <a:gd name="connsiteX6" fmla="*/ 1796266 w 2153427"/>
              <a:gd name="connsiteY6" fmla="*/ 929516 h 3427341"/>
              <a:gd name="connsiteX7" fmla="*/ 1853702 w 2153427"/>
              <a:gd name="connsiteY7" fmla="*/ 637575 h 3427341"/>
              <a:gd name="connsiteX8" fmla="*/ 1879991 w 2153427"/>
              <a:gd name="connsiteY8" fmla="*/ 427073 h 3427341"/>
              <a:gd name="connsiteX9" fmla="*/ 1678315 w 2153427"/>
              <a:gd name="connsiteY9" fmla="*/ 3101 h 3427341"/>
              <a:gd name="connsiteX10" fmla="*/ 1407043 w 2153427"/>
              <a:gd name="connsiteY10" fmla="*/ 250943 h 3427341"/>
              <a:gd name="connsiteX11" fmla="*/ 1016743 w 2153427"/>
              <a:gd name="connsiteY11" fmla="*/ 874929 h 3427341"/>
              <a:gd name="connsiteX12" fmla="*/ 425510 w 2153427"/>
              <a:gd name="connsiteY12" fmla="*/ 1765417 h 3427341"/>
              <a:gd name="connsiteX13" fmla="*/ 20829 w 2153427"/>
              <a:gd name="connsiteY13" fmla="*/ 2288401 h 3427341"/>
              <a:gd name="connsiteX14" fmla="*/ 71044 w 2153427"/>
              <a:gd name="connsiteY14" fmla="*/ 2733373 h 3427341"/>
              <a:gd name="connsiteX0" fmla="*/ 2153427 w 2209298"/>
              <a:gd name="connsiteY0" fmla="*/ 3427341 h 3427341"/>
              <a:gd name="connsiteX1" fmla="*/ 1980575 w 2209298"/>
              <a:gd name="connsiteY1" fmla="*/ 2137763 h 3427341"/>
              <a:gd name="connsiteX2" fmla="*/ 1870466 w 2209298"/>
              <a:gd name="connsiteY2" fmla="*/ 1853061 h 3427341"/>
              <a:gd name="connsiteX3" fmla="*/ 1813030 w 2209298"/>
              <a:gd name="connsiteY3" fmla="*/ 1618555 h 3427341"/>
              <a:gd name="connsiteX4" fmla="*/ 1757976 w 2209298"/>
              <a:gd name="connsiteY4" fmla="*/ 1324232 h 3427341"/>
              <a:gd name="connsiteX5" fmla="*/ 1772359 w 2209298"/>
              <a:gd name="connsiteY5" fmla="*/ 1075439 h 3427341"/>
              <a:gd name="connsiteX6" fmla="*/ 1796266 w 2209298"/>
              <a:gd name="connsiteY6" fmla="*/ 929516 h 3427341"/>
              <a:gd name="connsiteX7" fmla="*/ 1853702 w 2209298"/>
              <a:gd name="connsiteY7" fmla="*/ 637575 h 3427341"/>
              <a:gd name="connsiteX8" fmla="*/ 1879991 w 2209298"/>
              <a:gd name="connsiteY8" fmla="*/ 427073 h 3427341"/>
              <a:gd name="connsiteX9" fmla="*/ 1678315 w 2209298"/>
              <a:gd name="connsiteY9" fmla="*/ 3101 h 3427341"/>
              <a:gd name="connsiteX10" fmla="*/ 1407043 w 2209298"/>
              <a:gd name="connsiteY10" fmla="*/ 250943 h 3427341"/>
              <a:gd name="connsiteX11" fmla="*/ 1016743 w 2209298"/>
              <a:gd name="connsiteY11" fmla="*/ 874929 h 3427341"/>
              <a:gd name="connsiteX12" fmla="*/ 425510 w 2209298"/>
              <a:gd name="connsiteY12" fmla="*/ 1765417 h 3427341"/>
              <a:gd name="connsiteX13" fmla="*/ 20829 w 2209298"/>
              <a:gd name="connsiteY13" fmla="*/ 2288401 h 3427341"/>
              <a:gd name="connsiteX14" fmla="*/ 71044 w 2209298"/>
              <a:gd name="connsiteY14" fmla="*/ 2733373 h 3427341"/>
              <a:gd name="connsiteX0" fmla="*/ 2153427 w 2220722"/>
              <a:gd name="connsiteY0" fmla="*/ 3427341 h 3427341"/>
              <a:gd name="connsiteX1" fmla="*/ 2215024 w 2220722"/>
              <a:gd name="connsiteY1" fmla="*/ 3024593 h 3427341"/>
              <a:gd name="connsiteX2" fmla="*/ 1980575 w 2220722"/>
              <a:gd name="connsiteY2" fmla="*/ 2137763 h 3427341"/>
              <a:gd name="connsiteX3" fmla="*/ 1870466 w 2220722"/>
              <a:gd name="connsiteY3" fmla="*/ 1853061 h 3427341"/>
              <a:gd name="connsiteX4" fmla="*/ 1813030 w 2220722"/>
              <a:gd name="connsiteY4" fmla="*/ 1618555 h 3427341"/>
              <a:gd name="connsiteX5" fmla="*/ 1757976 w 2220722"/>
              <a:gd name="connsiteY5" fmla="*/ 1324232 h 3427341"/>
              <a:gd name="connsiteX6" fmla="*/ 1772359 w 2220722"/>
              <a:gd name="connsiteY6" fmla="*/ 1075439 h 3427341"/>
              <a:gd name="connsiteX7" fmla="*/ 1796266 w 2220722"/>
              <a:gd name="connsiteY7" fmla="*/ 929516 h 3427341"/>
              <a:gd name="connsiteX8" fmla="*/ 1853702 w 2220722"/>
              <a:gd name="connsiteY8" fmla="*/ 637575 h 3427341"/>
              <a:gd name="connsiteX9" fmla="*/ 1879991 w 2220722"/>
              <a:gd name="connsiteY9" fmla="*/ 427073 h 3427341"/>
              <a:gd name="connsiteX10" fmla="*/ 1678315 w 2220722"/>
              <a:gd name="connsiteY10" fmla="*/ 3101 h 3427341"/>
              <a:gd name="connsiteX11" fmla="*/ 1407043 w 2220722"/>
              <a:gd name="connsiteY11" fmla="*/ 250943 h 3427341"/>
              <a:gd name="connsiteX12" fmla="*/ 1016743 w 2220722"/>
              <a:gd name="connsiteY12" fmla="*/ 874929 h 3427341"/>
              <a:gd name="connsiteX13" fmla="*/ 425510 w 2220722"/>
              <a:gd name="connsiteY13" fmla="*/ 1765417 h 3427341"/>
              <a:gd name="connsiteX14" fmla="*/ 20829 w 2220722"/>
              <a:gd name="connsiteY14" fmla="*/ 2288401 h 3427341"/>
              <a:gd name="connsiteX15" fmla="*/ 71044 w 2220722"/>
              <a:gd name="connsiteY15" fmla="*/ 2733373 h 3427341"/>
              <a:gd name="connsiteX0" fmla="*/ 2139975 w 2220099"/>
              <a:gd name="connsiteY0" fmla="*/ 3416119 h 3416119"/>
              <a:gd name="connsiteX1" fmla="*/ 2215024 w 2220099"/>
              <a:gd name="connsiteY1" fmla="*/ 3024593 h 3416119"/>
              <a:gd name="connsiteX2" fmla="*/ 1980575 w 2220099"/>
              <a:gd name="connsiteY2" fmla="*/ 2137763 h 3416119"/>
              <a:gd name="connsiteX3" fmla="*/ 1870466 w 2220099"/>
              <a:gd name="connsiteY3" fmla="*/ 1853061 h 3416119"/>
              <a:gd name="connsiteX4" fmla="*/ 1813030 w 2220099"/>
              <a:gd name="connsiteY4" fmla="*/ 1618555 h 3416119"/>
              <a:gd name="connsiteX5" fmla="*/ 1757976 w 2220099"/>
              <a:gd name="connsiteY5" fmla="*/ 1324232 h 3416119"/>
              <a:gd name="connsiteX6" fmla="*/ 1772359 w 2220099"/>
              <a:gd name="connsiteY6" fmla="*/ 1075439 h 3416119"/>
              <a:gd name="connsiteX7" fmla="*/ 1796266 w 2220099"/>
              <a:gd name="connsiteY7" fmla="*/ 929516 h 3416119"/>
              <a:gd name="connsiteX8" fmla="*/ 1853702 w 2220099"/>
              <a:gd name="connsiteY8" fmla="*/ 637575 h 3416119"/>
              <a:gd name="connsiteX9" fmla="*/ 1879991 w 2220099"/>
              <a:gd name="connsiteY9" fmla="*/ 427073 h 3416119"/>
              <a:gd name="connsiteX10" fmla="*/ 1678315 w 2220099"/>
              <a:gd name="connsiteY10" fmla="*/ 3101 h 3416119"/>
              <a:gd name="connsiteX11" fmla="*/ 1407043 w 2220099"/>
              <a:gd name="connsiteY11" fmla="*/ 250943 h 3416119"/>
              <a:gd name="connsiteX12" fmla="*/ 1016743 w 2220099"/>
              <a:gd name="connsiteY12" fmla="*/ 874929 h 3416119"/>
              <a:gd name="connsiteX13" fmla="*/ 425510 w 2220099"/>
              <a:gd name="connsiteY13" fmla="*/ 1765417 h 3416119"/>
              <a:gd name="connsiteX14" fmla="*/ 20829 w 2220099"/>
              <a:gd name="connsiteY14" fmla="*/ 2288401 h 3416119"/>
              <a:gd name="connsiteX15" fmla="*/ 71044 w 2220099"/>
              <a:gd name="connsiteY15" fmla="*/ 2733373 h 3416119"/>
              <a:gd name="connsiteX0" fmla="*/ 2139975 w 2223230"/>
              <a:gd name="connsiteY0" fmla="*/ 3416119 h 3416119"/>
              <a:gd name="connsiteX1" fmla="*/ 2215024 w 2223230"/>
              <a:gd name="connsiteY1" fmla="*/ 3024593 h 3416119"/>
              <a:gd name="connsiteX2" fmla="*/ 1980575 w 2223230"/>
              <a:gd name="connsiteY2" fmla="*/ 2137763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03646 w 2223230"/>
              <a:gd name="connsiteY12" fmla="*/ 885546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38546 w 2223230"/>
              <a:gd name="connsiteY12" fmla="*/ 91201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290474 w 2373729"/>
              <a:gd name="connsiteY0" fmla="*/ 3416119 h 3416119"/>
              <a:gd name="connsiteX1" fmla="*/ 2365523 w 2373729"/>
              <a:gd name="connsiteY1" fmla="*/ 3024593 h 3416119"/>
              <a:gd name="connsiteX2" fmla="*/ 2113957 w 2373729"/>
              <a:gd name="connsiteY2" fmla="*/ 2206512 h 3416119"/>
              <a:gd name="connsiteX3" fmla="*/ 1999133 w 2373729"/>
              <a:gd name="connsiteY3" fmla="*/ 1887863 h 3416119"/>
              <a:gd name="connsiteX4" fmla="*/ 1963529 w 2373729"/>
              <a:gd name="connsiteY4" fmla="*/ 1618555 h 3416119"/>
              <a:gd name="connsiteX5" fmla="*/ 1908475 w 2373729"/>
              <a:gd name="connsiteY5" fmla="*/ 1324232 h 3416119"/>
              <a:gd name="connsiteX6" fmla="*/ 1922858 w 2373729"/>
              <a:gd name="connsiteY6" fmla="*/ 1075439 h 3416119"/>
              <a:gd name="connsiteX7" fmla="*/ 1946765 w 2373729"/>
              <a:gd name="connsiteY7" fmla="*/ 929516 h 3416119"/>
              <a:gd name="connsiteX8" fmla="*/ 2004201 w 2373729"/>
              <a:gd name="connsiteY8" fmla="*/ 637575 h 3416119"/>
              <a:gd name="connsiteX9" fmla="*/ 2030490 w 2373729"/>
              <a:gd name="connsiteY9" fmla="*/ 427073 h 3416119"/>
              <a:gd name="connsiteX10" fmla="*/ 1828814 w 2373729"/>
              <a:gd name="connsiteY10" fmla="*/ 3101 h 3416119"/>
              <a:gd name="connsiteX11" fmla="*/ 1480817 w 2373729"/>
              <a:gd name="connsiteY11" fmla="*/ 239418 h 3416119"/>
              <a:gd name="connsiteX12" fmla="*/ 1089045 w 2373729"/>
              <a:gd name="connsiteY12" fmla="*/ 912019 h 3416119"/>
              <a:gd name="connsiteX13" fmla="*/ 576009 w 2373729"/>
              <a:gd name="connsiteY13" fmla="*/ 1765417 h 3416119"/>
              <a:gd name="connsiteX14" fmla="*/ 171328 w 2373729"/>
              <a:gd name="connsiteY14" fmla="*/ 2288401 h 3416119"/>
              <a:gd name="connsiteX15" fmla="*/ 0 w 2373729"/>
              <a:gd name="connsiteY15" fmla="*/ 2954823 h 3416119"/>
              <a:gd name="connsiteX0" fmla="*/ 2299655 w 2382910"/>
              <a:gd name="connsiteY0" fmla="*/ 3416119 h 3416119"/>
              <a:gd name="connsiteX1" fmla="*/ 2374704 w 2382910"/>
              <a:gd name="connsiteY1" fmla="*/ 3024593 h 3416119"/>
              <a:gd name="connsiteX2" fmla="*/ 2123138 w 2382910"/>
              <a:gd name="connsiteY2" fmla="*/ 2206512 h 3416119"/>
              <a:gd name="connsiteX3" fmla="*/ 2008314 w 2382910"/>
              <a:gd name="connsiteY3" fmla="*/ 1887863 h 3416119"/>
              <a:gd name="connsiteX4" fmla="*/ 1972710 w 2382910"/>
              <a:gd name="connsiteY4" fmla="*/ 1618555 h 3416119"/>
              <a:gd name="connsiteX5" fmla="*/ 1917656 w 2382910"/>
              <a:gd name="connsiteY5" fmla="*/ 1324232 h 3416119"/>
              <a:gd name="connsiteX6" fmla="*/ 1932039 w 2382910"/>
              <a:gd name="connsiteY6" fmla="*/ 1075439 h 3416119"/>
              <a:gd name="connsiteX7" fmla="*/ 1955946 w 2382910"/>
              <a:gd name="connsiteY7" fmla="*/ 929516 h 3416119"/>
              <a:gd name="connsiteX8" fmla="*/ 2013382 w 2382910"/>
              <a:gd name="connsiteY8" fmla="*/ 637575 h 3416119"/>
              <a:gd name="connsiteX9" fmla="*/ 2039671 w 2382910"/>
              <a:gd name="connsiteY9" fmla="*/ 427073 h 3416119"/>
              <a:gd name="connsiteX10" fmla="*/ 1837995 w 2382910"/>
              <a:gd name="connsiteY10" fmla="*/ 3101 h 3416119"/>
              <a:gd name="connsiteX11" fmla="*/ 1489998 w 2382910"/>
              <a:gd name="connsiteY11" fmla="*/ 239418 h 3416119"/>
              <a:gd name="connsiteX12" fmla="*/ 1098226 w 2382910"/>
              <a:gd name="connsiteY12" fmla="*/ 912019 h 3416119"/>
              <a:gd name="connsiteX13" fmla="*/ 585190 w 2382910"/>
              <a:gd name="connsiteY13" fmla="*/ 1765417 h 3416119"/>
              <a:gd name="connsiteX14" fmla="*/ 180509 w 2382910"/>
              <a:gd name="connsiteY14" fmla="*/ 2288401 h 3416119"/>
              <a:gd name="connsiteX15" fmla="*/ 9181 w 2382910"/>
              <a:gd name="connsiteY15" fmla="*/ 2954823 h 3416119"/>
              <a:gd name="connsiteX0" fmla="*/ 2312883 w 2396138"/>
              <a:gd name="connsiteY0" fmla="*/ 3416119 h 3416119"/>
              <a:gd name="connsiteX1" fmla="*/ 2387932 w 2396138"/>
              <a:gd name="connsiteY1" fmla="*/ 3024593 h 3416119"/>
              <a:gd name="connsiteX2" fmla="*/ 2136366 w 2396138"/>
              <a:gd name="connsiteY2" fmla="*/ 2206512 h 3416119"/>
              <a:gd name="connsiteX3" fmla="*/ 2021542 w 2396138"/>
              <a:gd name="connsiteY3" fmla="*/ 1887863 h 3416119"/>
              <a:gd name="connsiteX4" fmla="*/ 1985938 w 2396138"/>
              <a:gd name="connsiteY4" fmla="*/ 1618555 h 3416119"/>
              <a:gd name="connsiteX5" fmla="*/ 1930884 w 2396138"/>
              <a:gd name="connsiteY5" fmla="*/ 1324232 h 3416119"/>
              <a:gd name="connsiteX6" fmla="*/ 1945267 w 2396138"/>
              <a:gd name="connsiteY6" fmla="*/ 1075439 h 3416119"/>
              <a:gd name="connsiteX7" fmla="*/ 1969174 w 2396138"/>
              <a:gd name="connsiteY7" fmla="*/ 929516 h 3416119"/>
              <a:gd name="connsiteX8" fmla="*/ 2026610 w 2396138"/>
              <a:gd name="connsiteY8" fmla="*/ 637575 h 3416119"/>
              <a:gd name="connsiteX9" fmla="*/ 2052899 w 2396138"/>
              <a:gd name="connsiteY9" fmla="*/ 427073 h 3416119"/>
              <a:gd name="connsiteX10" fmla="*/ 1851223 w 2396138"/>
              <a:gd name="connsiteY10" fmla="*/ 3101 h 3416119"/>
              <a:gd name="connsiteX11" fmla="*/ 1503226 w 2396138"/>
              <a:gd name="connsiteY11" fmla="*/ 239418 h 3416119"/>
              <a:gd name="connsiteX12" fmla="*/ 1111454 w 2396138"/>
              <a:gd name="connsiteY12" fmla="*/ 912019 h 3416119"/>
              <a:gd name="connsiteX13" fmla="*/ 598418 w 2396138"/>
              <a:gd name="connsiteY13" fmla="*/ 1765417 h 3416119"/>
              <a:gd name="connsiteX14" fmla="*/ 79123 w 2396138"/>
              <a:gd name="connsiteY14" fmla="*/ 2460110 h 3416119"/>
              <a:gd name="connsiteX15" fmla="*/ 22409 w 2396138"/>
              <a:gd name="connsiteY15" fmla="*/ 2954823 h 3416119"/>
              <a:gd name="connsiteX0" fmla="*/ 2273791 w 2357046"/>
              <a:gd name="connsiteY0" fmla="*/ 3416119 h 3416119"/>
              <a:gd name="connsiteX1" fmla="*/ 2348840 w 2357046"/>
              <a:gd name="connsiteY1" fmla="*/ 3024593 h 3416119"/>
              <a:gd name="connsiteX2" fmla="*/ 2097274 w 2357046"/>
              <a:gd name="connsiteY2" fmla="*/ 2206512 h 3416119"/>
              <a:gd name="connsiteX3" fmla="*/ 1982450 w 2357046"/>
              <a:gd name="connsiteY3" fmla="*/ 1887863 h 3416119"/>
              <a:gd name="connsiteX4" fmla="*/ 1946846 w 2357046"/>
              <a:gd name="connsiteY4" fmla="*/ 1618555 h 3416119"/>
              <a:gd name="connsiteX5" fmla="*/ 1891792 w 2357046"/>
              <a:gd name="connsiteY5" fmla="*/ 1324232 h 3416119"/>
              <a:gd name="connsiteX6" fmla="*/ 1906175 w 2357046"/>
              <a:gd name="connsiteY6" fmla="*/ 1075439 h 3416119"/>
              <a:gd name="connsiteX7" fmla="*/ 1930082 w 2357046"/>
              <a:gd name="connsiteY7" fmla="*/ 929516 h 3416119"/>
              <a:gd name="connsiteX8" fmla="*/ 1987518 w 2357046"/>
              <a:gd name="connsiteY8" fmla="*/ 637575 h 3416119"/>
              <a:gd name="connsiteX9" fmla="*/ 2013807 w 2357046"/>
              <a:gd name="connsiteY9" fmla="*/ 427073 h 3416119"/>
              <a:gd name="connsiteX10" fmla="*/ 1812131 w 2357046"/>
              <a:gd name="connsiteY10" fmla="*/ 3101 h 3416119"/>
              <a:gd name="connsiteX11" fmla="*/ 1464134 w 2357046"/>
              <a:gd name="connsiteY11" fmla="*/ 239418 h 3416119"/>
              <a:gd name="connsiteX12" fmla="*/ 1072362 w 2357046"/>
              <a:gd name="connsiteY12" fmla="*/ 912019 h 3416119"/>
              <a:gd name="connsiteX13" fmla="*/ 559326 w 2357046"/>
              <a:gd name="connsiteY13" fmla="*/ 1765417 h 3416119"/>
              <a:gd name="connsiteX14" fmla="*/ 40031 w 2357046"/>
              <a:gd name="connsiteY14" fmla="*/ 2460110 h 3416119"/>
              <a:gd name="connsiteX15" fmla="*/ 54220 w 235704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608945 w 2692200"/>
              <a:gd name="connsiteY0" fmla="*/ 3416119 h 3416119"/>
              <a:gd name="connsiteX1" fmla="*/ 2683994 w 2692200"/>
              <a:gd name="connsiteY1" fmla="*/ 3024593 h 3416119"/>
              <a:gd name="connsiteX2" fmla="*/ 2432428 w 2692200"/>
              <a:gd name="connsiteY2" fmla="*/ 2206512 h 3416119"/>
              <a:gd name="connsiteX3" fmla="*/ 2317604 w 2692200"/>
              <a:gd name="connsiteY3" fmla="*/ 1887863 h 3416119"/>
              <a:gd name="connsiteX4" fmla="*/ 2282000 w 2692200"/>
              <a:gd name="connsiteY4" fmla="*/ 1618555 h 3416119"/>
              <a:gd name="connsiteX5" fmla="*/ 2226946 w 2692200"/>
              <a:gd name="connsiteY5" fmla="*/ 1324232 h 3416119"/>
              <a:gd name="connsiteX6" fmla="*/ 2241329 w 2692200"/>
              <a:gd name="connsiteY6" fmla="*/ 1075439 h 3416119"/>
              <a:gd name="connsiteX7" fmla="*/ 2265236 w 2692200"/>
              <a:gd name="connsiteY7" fmla="*/ 929516 h 3416119"/>
              <a:gd name="connsiteX8" fmla="*/ 2322672 w 2692200"/>
              <a:gd name="connsiteY8" fmla="*/ 637575 h 3416119"/>
              <a:gd name="connsiteX9" fmla="*/ 2348961 w 2692200"/>
              <a:gd name="connsiteY9" fmla="*/ 427073 h 3416119"/>
              <a:gd name="connsiteX10" fmla="*/ 2147285 w 2692200"/>
              <a:gd name="connsiteY10" fmla="*/ 3101 h 3416119"/>
              <a:gd name="connsiteX11" fmla="*/ 1799288 w 2692200"/>
              <a:gd name="connsiteY11" fmla="*/ 239418 h 3416119"/>
              <a:gd name="connsiteX12" fmla="*/ 1407516 w 2692200"/>
              <a:gd name="connsiteY12" fmla="*/ 912019 h 3416119"/>
              <a:gd name="connsiteX13" fmla="*/ 894480 w 2692200"/>
              <a:gd name="connsiteY13" fmla="*/ 1765417 h 3416119"/>
              <a:gd name="connsiteX14" fmla="*/ 375185 w 2692200"/>
              <a:gd name="connsiteY14" fmla="*/ 2460110 h 3416119"/>
              <a:gd name="connsiteX15" fmla="*/ 9885 w 2692200"/>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32920 w 2716175"/>
              <a:gd name="connsiteY0" fmla="*/ 3416119 h 3416119"/>
              <a:gd name="connsiteX1" fmla="*/ 2707969 w 2716175"/>
              <a:gd name="connsiteY1" fmla="*/ 3024593 h 3416119"/>
              <a:gd name="connsiteX2" fmla="*/ 2456403 w 2716175"/>
              <a:gd name="connsiteY2" fmla="*/ 2206512 h 3416119"/>
              <a:gd name="connsiteX3" fmla="*/ 2341579 w 2716175"/>
              <a:gd name="connsiteY3" fmla="*/ 1887863 h 3416119"/>
              <a:gd name="connsiteX4" fmla="*/ 2305975 w 2716175"/>
              <a:gd name="connsiteY4" fmla="*/ 1618555 h 3416119"/>
              <a:gd name="connsiteX5" fmla="*/ 2250921 w 2716175"/>
              <a:gd name="connsiteY5" fmla="*/ 1324232 h 3416119"/>
              <a:gd name="connsiteX6" fmla="*/ 2265304 w 2716175"/>
              <a:gd name="connsiteY6" fmla="*/ 1075439 h 3416119"/>
              <a:gd name="connsiteX7" fmla="*/ 2289211 w 2716175"/>
              <a:gd name="connsiteY7" fmla="*/ 929516 h 3416119"/>
              <a:gd name="connsiteX8" fmla="*/ 2346647 w 2716175"/>
              <a:gd name="connsiteY8" fmla="*/ 637575 h 3416119"/>
              <a:gd name="connsiteX9" fmla="*/ 2372936 w 2716175"/>
              <a:gd name="connsiteY9" fmla="*/ 427073 h 3416119"/>
              <a:gd name="connsiteX10" fmla="*/ 2171260 w 2716175"/>
              <a:gd name="connsiteY10" fmla="*/ 3101 h 3416119"/>
              <a:gd name="connsiteX11" fmla="*/ 1823263 w 2716175"/>
              <a:gd name="connsiteY11" fmla="*/ 239418 h 3416119"/>
              <a:gd name="connsiteX12" fmla="*/ 1431491 w 2716175"/>
              <a:gd name="connsiteY12" fmla="*/ 912019 h 3416119"/>
              <a:gd name="connsiteX13" fmla="*/ 918455 w 2716175"/>
              <a:gd name="connsiteY13" fmla="*/ 1765417 h 3416119"/>
              <a:gd name="connsiteX14" fmla="*/ 137196 w 2716175"/>
              <a:gd name="connsiteY14" fmla="*/ 2587957 h 3416119"/>
              <a:gd name="connsiteX15" fmla="*/ 33860 w 2716175"/>
              <a:gd name="connsiteY15" fmla="*/ 2917802 h 3416119"/>
              <a:gd name="connsiteX0" fmla="*/ 2632920 w 2641131"/>
              <a:gd name="connsiteY0" fmla="*/ 3416119 h 3416119"/>
              <a:gd name="connsiteX1" fmla="*/ 2448936 w 2641131"/>
              <a:gd name="connsiteY1" fmla="*/ 2676179 h 3416119"/>
              <a:gd name="connsiteX2" fmla="*/ 2456403 w 2641131"/>
              <a:gd name="connsiteY2" fmla="*/ 2206512 h 3416119"/>
              <a:gd name="connsiteX3" fmla="*/ 2341579 w 2641131"/>
              <a:gd name="connsiteY3" fmla="*/ 1887863 h 3416119"/>
              <a:gd name="connsiteX4" fmla="*/ 2305975 w 2641131"/>
              <a:gd name="connsiteY4" fmla="*/ 1618555 h 3416119"/>
              <a:gd name="connsiteX5" fmla="*/ 2250921 w 2641131"/>
              <a:gd name="connsiteY5" fmla="*/ 1324232 h 3416119"/>
              <a:gd name="connsiteX6" fmla="*/ 2265304 w 2641131"/>
              <a:gd name="connsiteY6" fmla="*/ 1075439 h 3416119"/>
              <a:gd name="connsiteX7" fmla="*/ 2289211 w 2641131"/>
              <a:gd name="connsiteY7" fmla="*/ 929516 h 3416119"/>
              <a:gd name="connsiteX8" fmla="*/ 2346647 w 2641131"/>
              <a:gd name="connsiteY8" fmla="*/ 637575 h 3416119"/>
              <a:gd name="connsiteX9" fmla="*/ 2372936 w 2641131"/>
              <a:gd name="connsiteY9" fmla="*/ 427073 h 3416119"/>
              <a:gd name="connsiteX10" fmla="*/ 2171260 w 2641131"/>
              <a:gd name="connsiteY10" fmla="*/ 3101 h 3416119"/>
              <a:gd name="connsiteX11" fmla="*/ 1823263 w 2641131"/>
              <a:gd name="connsiteY11" fmla="*/ 239418 h 3416119"/>
              <a:gd name="connsiteX12" fmla="*/ 1431491 w 2641131"/>
              <a:gd name="connsiteY12" fmla="*/ 912019 h 3416119"/>
              <a:gd name="connsiteX13" fmla="*/ 918455 w 2641131"/>
              <a:gd name="connsiteY13" fmla="*/ 1765417 h 3416119"/>
              <a:gd name="connsiteX14" fmla="*/ 137196 w 2641131"/>
              <a:gd name="connsiteY14" fmla="*/ 2587957 h 3416119"/>
              <a:gd name="connsiteX15" fmla="*/ 33860 w 2641131"/>
              <a:gd name="connsiteY15" fmla="*/ 2917802 h 3416119"/>
              <a:gd name="connsiteX0" fmla="*/ 2674295 w 2681498"/>
              <a:gd name="connsiteY0" fmla="*/ 2996108 h 2996108"/>
              <a:gd name="connsiteX1" fmla="*/ 2448936 w 2681498"/>
              <a:gd name="connsiteY1" fmla="*/ 2676179 h 2996108"/>
              <a:gd name="connsiteX2" fmla="*/ 2456403 w 2681498"/>
              <a:gd name="connsiteY2" fmla="*/ 2206512 h 2996108"/>
              <a:gd name="connsiteX3" fmla="*/ 2341579 w 2681498"/>
              <a:gd name="connsiteY3" fmla="*/ 1887863 h 2996108"/>
              <a:gd name="connsiteX4" fmla="*/ 2305975 w 2681498"/>
              <a:gd name="connsiteY4" fmla="*/ 1618555 h 2996108"/>
              <a:gd name="connsiteX5" fmla="*/ 2250921 w 2681498"/>
              <a:gd name="connsiteY5" fmla="*/ 1324232 h 2996108"/>
              <a:gd name="connsiteX6" fmla="*/ 2265304 w 2681498"/>
              <a:gd name="connsiteY6" fmla="*/ 1075439 h 2996108"/>
              <a:gd name="connsiteX7" fmla="*/ 2289211 w 2681498"/>
              <a:gd name="connsiteY7" fmla="*/ 929516 h 2996108"/>
              <a:gd name="connsiteX8" fmla="*/ 2346647 w 2681498"/>
              <a:gd name="connsiteY8" fmla="*/ 637575 h 2996108"/>
              <a:gd name="connsiteX9" fmla="*/ 2372936 w 2681498"/>
              <a:gd name="connsiteY9" fmla="*/ 427073 h 2996108"/>
              <a:gd name="connsiteX10" fmla="*/ 2171260 w 2681498"/>
              <a:gd name="connsiteY10" fmla="*/ 3101 h 2996108"/>
              <a:gd name="connsiteX11" fmla="*/ 1823263 w 2681498"/>
              <a:gd name="connsiteY11" fmla="*/ 239418 h 2996108"/>
              <a:gd name="connsiteX12" fmla="*/ 1431491 w 2681498"/>
              <a:gd name="connsiteY12" fmla="*/ 912019 h 2996108"/>
              <a:gd name="connsiteX13" fmla="*/ 918455 w 2681498"/>
              <a:gd name="connsiteY13" fmla="*/ 1765417 h 2996108"/>
              <a:gd name="connsiteX14" fmla="*/ 137196 w 2681498"/>
              <a:gd name="connsiteY14" fmla="*/ 2587957 h 2996108"/>
              <a:gd name="connsiteX15" fmla="*/ 33860 w 2681498"/>
              <a:gd name="connsiteY15" fmla="*/ 2917802 h 2996108"/>
              <a:gd name="connsiteX0" fmla="*/ 2674295 w 2674295"/>
              <a:gd name="connsiteY0" fmla="*/ 2996108 h 2996108"/>
              <a:gd name="connsiteX1" fmla="*/ 2448936 w 2674295"/>
              <a:gd name="connsiteY1" fmla="*/ 2676179 h 2996108"/>
              <a:gd name="connsiteX2" fmla="*/ 2456403 w 2674295"/>
              <a:gd name="connsiteY2" fmla="*/ 2206512 h 2996108"/>
              <a:gd name="connsiteX3" fmla="*/ 2341579 w 2674295"/>
              <a:gd name="connsiteY3" fmla="*/ 1887863 h 2996108"/>
              <a:gd name="connsiteX4" fmla="*/ 2305975 w 2674295"/>
              <a:gd name="connsiteY4" fmla="*/ 1618555 h 2996108"/>
              <a:gd name="connsiteX5" fmla="*/ 2250921 w 2674295"/>
              <a:gd name="connsiteY5" fmla="*/ 1324232 h 2996108"/>
              <a:gd name="connsiteX6" fmla="*/ 2265304 w 2674295"/>
              <a:gd name="connsiteY6" fmla="*/ 1075439 h 2996108"/>
              <a:gd name="connsiteX7" fmla="*/ 2289211 w 2674295"/>
              <a:gd name="connsiteY7" fmla="*/ 929516 h 2996108"/>
              <a:gd name="connsiteX8" fmla="*/ 2346647 w 2674295"/>
              <a:gd name="connsiteY8" fmla="*/ 637575 h 2996108"/>
              <a:gd name="connsiteX9" fmla="*/ 2372936 w 2674295"/>
              <a:gd name="connsiteY9" fmla="*/ 427073 h 2996108"/>
              <a:gd name="connsiteX10" fmla="*/ 2171260 w 2674295"/>
              <a:gd name="connsiteY10" fmla="*/ 3101 h 2996108"/>
              <a:gd name="connsiteX11" fmla="*/ 1823263 w 2674295"/>
              <a:gd name="connsiteY11" fmla="*/ 239418 h 2996108"/>
              <a:gd name="connsiteX12" fmla="*/ 1431491 w 2674295"/>
              <a:gd name="connsiteY12" fmla="*/ 912019 h 2996108"/>
              <a:gd name="connsiteX13" fmla="*/ 918455 w 2674295"/>
              <a:gd name="connsiteY13" fmla="*/ 1765417 h 2996108"/>
              <a:gd name="connsiteX14" fmla="*/ 137196 w 2674295"/>
              <a:gd name="connsiteY14" fmla="*/ 2587957 h 2996108"/>
              <a:gd name="connsiteX15" fmla="*/ 33860 w 2674295"/>
              <a:gd name="connsiteY15" fmla="*/ 2917802 h 2996108"/>
              <a:gd name="connsiteX0" fmla="*/ 2650685 w 2650685"/>
              <a:gd name="connsiteY0" fmla="*/ 2996108 h 2996108"/>
              <a:gd name="connsiteX1" fmla="*/ 2425326 w 2650685"/>
              <a:gd name="connsiteY1" fmla="*/ 2676179 h 2996108"/>
              <a:gd name="connsiteX2" fmla="*/ 2432793 w 2650685"/>
              <a:gd name="connsiteY2" fmla="*/ 2206512 h 2996108"/>
              <a:gd name="connsiteX3" fmla="*/ 2317969 w 2650685"/>
              <a:gd name="connsiteY3" fmla="*/ 1887863 h 2996108"/>
              <a:gd name="connsiteX4" fmla="*/ 2282365 w 2650685"/>
              <a:gd name="connsiteY4" fmla="*/ 1618555 h 2996108"/>
              <a:gd name="connsiteX5" fmla="*/ 2227311 w 2650685"/>
              <a:gd name="connsiteY5" fmla="*/ 1324232 h 2996108"/>
              <a:gd name="connsiteX6" fmla="*/ 2241694 w 2650685"/>
              <a:gd name="connsiteY6" fmla="*/ 1075439 h 2996108"/>
              <a:gd name="connsiteX7" fmla="*/ 2265601 w 2650685"/>
              <a:gd name="connsiteY7" fmla="*/ 929516 h 2996108"/>
              <a:gd name="connsiteX8" fmla="*/ 2323037 w 2650685"/>
              <a:gd name="connsiteY8" fmla="*/ 637575 h 2996108"/>
              <a:gd name="connsiteX9" fmla="*/ 2349326 w 2650685"/>
              <a:gd name="connsiteY9" fmla="*/ 427073 h 2996108"/>
              <a:gd name="connsiteX10" fmla="*/ 2147650 w 2650685"/>
              <a:gd name="connsiteY10" fmla="*/ 3101 h 2996108"/>
              <a:gd name="connsiteX11" fmla="*/ 1799653 w 2650685"/>
              <a:gd name="connsiteY11" fmla="*/ 239418 h 2996108"/>
              <a:gd name="connsiteX12" fmla="*/ 1407881 w 2650685"/>
              <a:gd name="connsiteY12" fmla="*/ 912019 h 2996108"/>
              <a:gd name="connsiteX13" fmla="*/ 894845 w 2650685"/>
              <a:gd name="connsiteY13" fmla="*/ 1765417 h 2996108"/>
              <a:gd name="connsiteX14" fmla="*/ 409608 w 2650685"/>
              <a:gd name="connsiteY14" fmla="*/ 2335721 h 2996108"/>
              <a:gd name="connsiteX15" fmla="*/ 10250 w 2650685"/>
              <a:gd name="connsiteY15" fmla="*/ 2917802 h 2996108"/>
              <a:gd name="connsiteX0" fmla="*/ 2411114 w 2411114"/>
              <a:gd name="connsiteY0" fmla="*/ 2996108 h 2996108"/>
              <a:gd name="connsiteX1" fmla="*/ 2185755 w 2411114"/>
              <a:gd name="connsiteY1" fmla="*/ 2676179 h 2996108"/>
              <a:gd name="connsiteX2" fmla="*/ 2193222 w 2411114"/>
              <a:gd name="connsiteY2" fmla="*/ 2206512 h 2996108"/>
              <a:gd name="connsiteX3" fmla="*/ 2078398 w 2411114"/>
              <a:gd name="connsiteY3" fmla="*/ 1887863 h 2996108"/>
              <a:gd name="connsiteX4" fmla="*/ 2042794 w 2411114"/>
              <a:gd name="connsiteY4" fmla="*/ 1618555 h 2996108"/>
              <a:gd name="connsiteX5" fmla="*/ 1987740 w 2411114"/>
              <a:gd name="connsiteY5" fmla="*/ 1324232 h 2996108"/>
              <a:gd name="connsiteX6" fmla="*/ 2002123 w 2411114"/>
              <a:gd name="connsiteY6" fmla="*/ 1075439 h 2996108"/>
              <a:gd name="connsiteX7" fmla="*/ 2026030 w 2411114"/>
              <a:gd name="connsiteY7" fmla="*/ 929516 h 2996108"/>
              <a:gd name="connsiteX8" fmla="*/ 2083466 w 2411114"/>
              <a:gd name="connsiteY8" fmla="*/ 637575 h 2996108"/>
              <a:gd name="connsiteX9" fmla="*/ 2109755 w 2411114"/>
              <a:gd name="connsiteY9" fmla="*/ 427073 h 2996108"/>
              <a:gd name="connsiteX10" fmla="*/ 1908079 w 2411114"/>
              <a:gd name="connsiteY10" fmla="*/ 3101 h 2996108"/>
              <a:gd name="connsiteX11" fmla="*/ 1560082 w 2411114"/>
              <a:gd name="connsiteY11" fmla="*/ 239418 h 2996108"/>
              <a:gd name="connsiteX12" fmla="*/ 1168310 w 2411114"/>
              <a:gd name="connsiteY12" fmla="*/ 912019 h 2996108"/>
              <a:gd name="connsiteX13" fmla="*/ 655274 w 2411114"/>
              <a:gd name="connsiteY13" fmla="*/ 1765417 h 2996108"/>
              <a:gd name="connsiteX14" fmla="*/ 170037 w 2411114"/>
              <a:gd name="connsiteY14" fmla="*/ 2335721 h 2996108"/>
              <a:gd name="connsiteX15" fmla="*/ 26284 w 2411114"/>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43753 w 2384830"/>
              <a:gd name="connsiteY14" fmla="*/ 2335721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563284 w 2384830"/>
              <a:gd name="connsiteY13" fmla="*/ 172868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849165 w 2588655"/>
              <a:gd name="connsiteY15" fmla="*/ 1733344 h 2995752"/>
              <a:gd name="connsiteX16" fmla="*/ 376203 w 2588655"/>
              <a:gd name="connsiteY16" fmla="*/ 2239913 h 2995752"/>
              <a:gd name="connsiteX17" fmla="*/ 0 w 2588655"/>
              <a:gd name="connsiteY17" fmla="*/ 2474528 h 2995752"/>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1027530 w 2588655"/>
              <a:gd name="connsiteY15" fmla="*/ 1290733 h 2995752"/>
              <a:gd name="connsiteX16" fmla="*/ 849165 w 2588655"/>
              <a:gd name="connsiteY16" fmla="*/ 1733344 h 2995752"/>
              <a:gd name="connsiteX17" fmla="*/ 376203 w 2588655"/>
              <a:gd name="connsiteY17" fmla="*/ 2239913 h 2995752"/>
              <a:gd name="connsiteX18" fmla="*/ 0 w 2588655"/>
              <a:gd name="connsiteY18" fmla="*/ 2474528 h 2995752"/>
              <a:gd name="connsiteX0" fmla="*/ 2588655 w 2588655"/>
              <a:gd name="connsiteY0" fmla="*/ 2995752 h 2995752"/>
              <a:gd name="connsiteX1" fmla="*/ 2363296 w 2588655"/>
              <a:gd name="connsiteY1" fmla="*/ 2675823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 name="connsiteX0" fmla="*/ 2588655 w 2588655"/>
              <a:gd name="connsiteY0" fmla="*/ 2995752 h 2995752"/>
              <a:gd name="connsiteX1" fmla="*/ 2436032 w 2588655"/>
              <a:gd name="connsiteY1" fmla="*/ 2676141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 name="connsiteX0" fmla="*/ 2212452 w 2212452"/>
              <a:gd name="connsiteY0" fmla="*/ 2995752 h 2995752"/>
              <a:gd name="connsiteX1" fmla="*/ 2059829 w 2212452"/>
              <a:gd name="connsiteY1" fmla="*/ 2676141 h 2995752"/>
              <a:gd name="connsiteX2" fmla="*/ 1957852 w 2212452"/>
              <a:gd name="connsiteY2" fmla="*/ 2466230 h 2995752"/>
              <a:gd name="connsiteX3" fmla="*/ 1994560 w 2212452"/>
              <a:gd name="connsiteY3" fmla="*/ 2206156 h 2995752"/>
              <a:gd name="connsiteX4" fmla="*/ 1879736 w 2212452"/>
              <a:gd name="connsiteY4" fmla="*/ 1887507 h 2995752"/>
              <a:gd name="connsiteX5" fmla="*/ 1844132 w 2212452"/>
              <a:gd name="connsiteY5" fmla="*/ 1618199 h 2995752"/>
              <a:gd name="connsiteX6" fmla="*/ 1789078 w 2212452"/>
              <a:gd name="connsiteY6" fmla="*/ 1323876 h 2995752"/>
              <a:gd name="connsiteX7" fmla="*/ 1782491 w 2212452"/>
              <a:gd name="connsiteY7" fmla="*/ 1141354 h 2995752"/>
              <a:gd name="connsiteX8" fmla="*/ 1916091 w 2212452"/>
              <a:gd name="connsiteY8" fmla="*/ 950570 h 2995752"/>
              <a:gd name="connsiteX9" fmla="*/ 1884804 w 2212452"/>
              <a:gd name="connsiteY9" fmla="*/ 637219 h 2995752"/>
              <a:gd name="connsiteX10" fmla="*/ 1911093 w 2212452"/>
              <a:gd name="connsiteY10" fmla="*/ 426717 h 2995752"/>
              <a:gd name="connsiteX11" fmla="*/ 1929775 w 2212452"/>
              <a:gd name="connsiteY11" fmla="*/ 202012 h 2995752"/>
              <a:gd name="connsiteX12" fmla="*/ 1709417 w 2212452"/>
              <a:gd name="connsiteY12" fmla="*/ 2745 h 2995752"/>
              <a:gd name="connsiteX13" fmla="*/ 1361420 w 2212452"/>
              <a:gd name="connsiteY13" fmla="*/ 239062 h 2995752"/>
              <a:gd name="connsiteX14" fmla="*/ 1182919 w 2212452"/>
              <a:gd name="connsiteY14" fmla="*/ 589674 h 2995752"/>
              <a:gd name="connsiteX15" fmla="*/ 969648 w 2212452"/>
              <a:gd name="connsiteY15" fmla="*/ 911663 h 2995752"/>
              <a:gd name="connsiteX16" fmla="*/ 651327 w 2212452"/>
              <a:gd name="connsiteY16" fmla="*/ 1290733 h 2995752"/>
              <a:gd name="connsiteX17" fmla="*/ 472962 w 2212452"/>
              <a:gd name="connsiteY17" fmla="*/ 1733344 h 2995752"/>
              <a:gd name="connsiteX18" fmla="*/ 0 w 2212452"/>
              <a:gd name="connsiteY18" fmla="*/ 2239913 h 2995752"/>
              <a:gd name="connsiteX0" fmla="*/ 1739490 w 1739490"/>
              <a:gd name="connsiteY0" fmla="*/ 2995752 h 2995752"/>
              <a:gd name="connsiteX1" fmla="*/ 1586867 w 1739490"/>
              <a:gd name="connsiteY1" fmla="*/ 2676141 h 2995752"/>
              <a:gd name="connsiteX2" fmla="*/ 1484890 w 1739490"/>
              <a:gd name="connsiteY2" fmla="*/ 2466230 h 2995752"/>
              <a:gd name="connsiteX3" fmla="*/ 1521598 w 1739490"/>
              <a:gd name="connsiteY3" fmla="*/ 2206156 h 2995752"/>
              <a:gd name="connsiteX4" fmla="*/ 1406774 w 1739490"/>
              <a:gd name="connsiteY4" fmla="*/ 1887507 h 2995752"/>
              <a:gd name="connsiteX5" fmla="*/ 1371170 w 1739490"/>
              <a:gd name="connsiteY5" fmla="*/ 1618199 h 2995752"/>
              <a:gd name="connsiteX6" fmla="*/ 1316116 w 1739490"/>
              <a:gd name="connsiteY6" fmla="*/ 1323876 h 2995752"/>
              <a:gd name="connsiteX7" fmla="*/ 1309529 w 1739490"/>
              <a:gd name="connsiteY7" fmla="*/ 1141354 h 2995752"/>
              <a:gd name="connsiteX8" fmla="*/ 1443129 w 1739490"/>
              <a:gd name="connsiteY8" fmla="*/ 950570 h 2995752"/>
              <a:gd name="connsiteX9" fmla="*/ 1411842 w 1739490"/>
              <a:gd name="connsiteY9" fmla="*/ 637219 h 2995752"/>
              <a:gd name="connsiteX10" fmla="*/ 1438131 w 1739490"/>
              <a:gd name="connsiteY10" fmla="*/ 426717 h 2995752"/>
              <a:gd name="connsiteX11" fmla="*/ 1456813 w 1739490"/>
              <a:gd name="connsiteY11" fmla="*/ 202012 h 2995752"/>
              <a:gd name="connsiteX12" fmla="*/ 1236455 w 1739490"/>
              <a:gd name="connsiteY12" fmla="*/ 2745 h 2995752"/>
              <a:gd name="connsiteX13" fmla="*/ 888458 w 1739490"/>
              <a:gd name="connsiteY13" fmla="*/ 239062 h 2995752"/>
              <a:gd name="connsiteX14" fmla="*/ 709957 w 1739490"/>
              <a:gd name="connsiteY14" fmla="*/ 589674 h 2995752"/>
              <a:gd name="connsiteX15" fmla="*/ 496686 w 1739490"/>
              <a:gd name="connsiteY15" fmla="*/ 911663 h 2995752"/>
              <a:gd name="connsiteX16" fmla="*/ 178365 w 1739490"/>
              <a:gd name="connsiteY16" fmla="*/ 1290733 h 2995752"/>
              <a:gd name="connsiteX17" fmla="*/ 0 w 1739490"/>
              <a:gd name="connsiteY17" fmla="*/ 1733344 h 2995752"/>
              <a:gd name="connsiteX0" fmla="*/ 1561125 w 1561125"/>
              <a:gd name="connsiteY0" fmla="*/ 2995752 h 2995752"/>
              <a:gd name="connsiteX1" fmla="*/ 1408502 w 1561125"/>
              <a:gd name="connsiteY1" fmla="*/ 2676141 h 2995752"/>
              <a:gd name="connsiteX2" fmla="*/ 1306525 w 1561125"/>
              <a:gd name="connsiteY2" fmla="*/ 2466230 h 2995752"/>
              <a:gd name="connsiteX3" fmla="*/ 1343233 w 1561125"/>
              <a:gd name="connsiteY3" fmla="*/ 2206156 h 2995752"/>
              <a:gd name="connsiteX4" fmla="*/ 1228409 w 1561125"/>
              <a:gd name="connsiteY4" fmla="*/ 1887507 h 2995752"/>
              <a:gd name="connsiteX5" fmla="*/ 1192805 w 1561125"/>
              <a:gd name="connsiteY5" fmla="*/ 1618199 h 2995752"/>
              <a:gd name="connsiteX6" fmla="*/ 1137751 w 1561125"/>
              <a:gd name="connsiteY6" fmla="*/ 1323876 h 2995752"/>
              <a:gd name="connsiteX7" fmla="*/ 1131164 w 1561125"/>
              <a:gd name="connsiteY7" fmla="*/ 1141354 h 2995752"/>
              <a:gd name="connsiteX8" fmla="*/ 1264764 w 1561125"/>
              <a:gd name="connsiteY8" fmla="*/ 950570 h 2995752"/>
              <a:gd name="connsiteX9" fmla="*/ 1233477 w 1561125"/>
              <a:gd name="connsiteY9" fmla="*/ 637219 h 2995752"/>
              <a:gd name="connsiteX10" fmla="*/ 1259766 w 1561125"/>
              <a:gd name="connsiteY10" fmla="*/ 426717 h 2995752"/>
              <a:gd name="connsiteX11" fmla="*/ 1278448 w 1561125"/>
              <a:gd name="connsiteY11" fmla="*/ 202012 h 2995752"/>
              <a:gd name="connsiteX12" fmla="*/ 1058090 w 1561125"/>
              <a:gd name="connsiteY12" fmla="*/ 2745 h 2995752"/>
              <a:gd name="connsiteX13" fmla="*/ 710093 w 1561125"/>
              <a:gd name="connsiteY13" fmla="*/ 239062 h 2995752"/>
              <a:gd name="connsiteX14" fmla="*/ 531592 w 1561125"/>
              <a:gd name="connsiteY14" fmla="*/ 589674 h 2995752"/>
              <a:gd name="connsiteX15" fmla="*/ 318321 w 1561125"/>
              <a:gd name="connsiteY15" fmla="*/ 911663 h 2995752"/>
              <a:gd name="connsiteX16" fmla="*/ 0 w 1561125"/>
              <a:gd name="connsiteY16" fmla="*/ 1290733 h 2995752"/>
              <a:gd name="connsiteX0" fmla="*/ 1242804 w 1242804"/>
              <a:gd name="connsiteY0" fmla="*/ 2995752 h 2995752"/>
              <a:gd name="connsiteX1" fmla="*/ 1090181 w 1242804"/>
              <a:gd name="connsiteY1" fmla="*/ 2676141 h 2995752"/>
              <a:gd name="connsiteX2" fmla="*/ 988204 w 1242804"/>
              <a:gd name="connsiteY2" fmla="*/ 2466230 h 2995752"/>
              <a:gd name="connsiteX3" fmla="*/ 1024912 w 1242804"/>
              <a:gd name="connsiteY3" fmla="*/ 2206156 h 2995752"/>
              <a:gd name="connsiteX4" fmla="*/ 910088 w 1242804"/>
              <a:gd name="connsiteY4" fmla="*/ 1887507 h 2995752"/>
              <a:gd name="connsiteX5" fmla="*/ 874484 w 1242804"/>
              <a:gd name="connsiteY5" fmla="*/ 1618199 h 2995752"/>
              <a:gd name="connsiteX6" fmla="*/ 819430 w 1242804"/>
              <a:gd name="connsiteY6" fmla="*/ 1323876 h 2995752"/>
              <a:gd name="connsiteX7" fmla="*/ 812843 w 1242804"/>
              <a:gd name="connsiteY7" fmla="*/ 1141354 h 2995752"/>
              <a:gd name="connsiteX8" fmla="*/ 946443 w 1242804"/>
              <a:gd name="connsiteY8" fmla="*/ 950570 h 2995752"/>
              <a:gd name="connsiteX9" fmla="*/ 915156 w 1242804"/>
              <a:gd name="connsiteY9" fmla="*/ 637219 h 2995752"/>
              <a:gd name="connsiteX10" fmla="*/ 941445 w 1242804"/>
              <a:gd name="connsiteY10" fmla="*/ 426717 h 2995752"/>
              <a:gd name="connsiteX11" fmla="*/ 960127 w 1242804"/>
              <a:gd name="connsiteY11" fmla="*/ 202012 h 2995752"/>
              <a:gd name="connsiteX12" fmla="*/ 739769 w 1242804"/>
              <a:gd name="connsiteY12" fmla="*/ 2745 h 2995752"/>
              <a:gd name="connsiteX13" fmla="*/ 391772 w 1242804"/>
              <a:gd name="connsiteY13" fmla="*/ 239062 h 2995752"/>
              <a:gd name="connsiteX14" fmla="*/ 213271 w 1242804"/>
              <a:gd name="connsiteY14" fmla="*/ 589674 h 2995752"/>
              <a:gd name="connsiteX15" fmla="*/ 0 w 1242804"/>
              <a:gd name="connsiteY15" fmla="*/ 911663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47081 w 1176614"/>
              <a:gd name="connsiteY14" fmla="*/ 589674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47081 w 1176614"/>
              <a:gd name="connsiteY14" fmla="*/ 589674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1005838 w 1176614"/>
              <a:gd name="connsiteY11" fmla="*/ 146309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20319 w 1120319"/>
              <a:gd name="connsiteY0" fmla="*/ 3198764 h 3198764"/>
              <a:gd name="connsiteX1" fmla="*/ 1023991 w 1120319"/>
              <a:gd name="connsiteY1" fmla="*/ 2676141 h 3198764"/>
              <a:gd name="connsiteX2" fmla="*/ 922014 w 1120319"/>
              <a:gd name="connsiteY2" fmla="*/ 2466230 h 3198764"/>
              <a:gd name="connsiteX3" fmla="*/ 958722 w 1120319"/>
              <a:gd name="connsiteY3" fmla="*/ 2206156 h 3198764"/>
              <a:gd name="connsiteX4" fmla="*/ 843898 w 1120319"/>
              <a:gd name="connsiteY4" fmla="*/ 1887507 h 3198764"/>
              <a:gd name="connsiteX5" fmla="*/ 808294 w 1120319"/>
              <a:gd name="connsiteY5" fmla="*/ 1618199 h 3198764"/>
              <a:gd name="connsiteX6" fmla="*/ 753240 w 1120319"/>
              <a:gd name="connsiteY6" fmla="*/ 1323876 h 3198764"/>
              <a:gd name="connsiteX7" fmla="*/ 746653 w 1120319"/>
              <a:gd name="connsiteY7" fmla="*/ 1141354 h 3198764"/>
              <a:gd name="connsiteX8" fmla="*/ 880253 w 1120319"/>
              <a:gd name="connsiteY8" fmla="*/ 950570 h 3198764"/>
              <a:gd name="connsiteX9" fmla="*/ 848966 w 1120319"/>
              <a:gd name="connsiteY9" fmla="*/ 637219 h 3198764"/>
              <a:gd name="connsiteX10" fmla="*/ 875255 w 1120319"/>
              <a:gd name="connsiteY10" fmla="*/ 426717 h 3198764"/>
              <a:gd name="connsiteX11" fmla="*/ 1005838 w 1120319"/>
              <a:gd name="connsiteY11" fmla="*/ 146309 h 3198764"/>
              <a:gd name="connsiteX12" fmla="*/ 673579 w 1120319"/>
              <a:gd name="connsiteY12" fmla="*/ 2745 h 3198764"/>
              <a:gd name="connsiteX13" fmla="*/ 325582 w 1120319"/>
              <a:gd name="connsiteY13" fmla="*/ 239062 h 3198764"/>
              <a:gd name="connsiteX14" fmla="*/ 159899 w 1120319"/>
              <a:gd name="connsiteY14" fmla="*/ 518350 h 3198764"/>
              <a:gd name="connsiteX15" fmla="*/ 0 w 1120319"/>
              <a:gd name="connsiteY15" fmla="*/ 694932 h 3198764"/>
              <a:gd name="connsiteX0" fmla="*/ 1120319 w 1120319"/>
              <a:gd name="connsiteY0" fmla="*/ 3198764 h 3198764"/>
              <a:gd name="connsiteX1" fmla="*/ 1023991 w 1120319"/>
              <a:gd name="connsiteY1" fmla="*/ 2676141 h 3198764"/>
              <a:gd name="connsiteX2" fmla="*/ 848198 w 1120319"/>
              <a:gd name="connsiteY2" fmla="*/ 2457650 h 3198764"/>
              <a:gd name="connsiteX3" fmla="*/ 958722 w 1120319"/>
              <a:gd name="connsiteY3" fmla="*/ 2206156 h 3198764"/>
              <a:gd name="connsiteX4" fmla="*/ 843898 w 1120319"/>
              <a:gd name="connsiteY4" fmla="*/ 1887507 h 3198764"/>
              <a:gd name="connsiteX5" fmla="*/ 808294 w 1120319"/>
              <a:gd name="connsiteY5" fmla="*/ 1618199 h 3198764"/>
              <a:gd name="connsiteX6" fmla="*/ 753240 w 1120319"/>
              <a:gd name="connsiteY6" fmla="*/ 1323876 h 3198764"/>
              <a:gd name="connsiteX7" fmla="*/ 746653 w 1120319"/>
              <a:gd name="connsiteY7" fmla="*/ 1141354 h 3198764"/>
              <a:gd name="connsiteX8" fmla="*/ 880253 w 1120319"/>
              <a:gd name="connsiteY8" fmla="*/ 950570 h 3198764"/>
              <a:gd name="connsiteX9" fmla="*/ 848966 w 1120319"/>
              <a:gd name="connsiteY9" fmla="*/ 637219 h 3198764"/>
              <a:gd name="connsiteX10" fmla="*/ 875255 w 1120319"/>
              <a:gd name="connsiteY10" fmla="*/ 426717 h 3198764"/>
              <a:gd name="connsiteX11" fmla="*/ 1005838 w 1120319"/>
              <a:gd name="connsiteY11" fmla="*/ 146309 h 3198764"/>
              <a:gd name="connsiteX12" fmla="*/ 673579 w 1120319"/>
              <a:gd name="connsiteY12" fmla="*/ 2745 h 3198764"/>
              <a:gd name="connsiteX13" fmla="*/ 325582 w 1120319"/>
              <a:gd name="connsiteY13" fmla="*/ 239062 h 3198764"/>
              <a:gd name="connsiteX14" fmla="*/ 159899 w 1120319"/>
              <a:gd name="connsiteY14" fmla="*/ 518350 h 3198764"/>
              <a:gd name="connsiteX15" fmla="*/ 0 w 1120319"/>
              <a:gd name="connsiteY15" fmla="*/ 694932 h 3198764"/>
              <a:gd name="connsiteX0" fmla="*/ 1120319 w 1120319"/>
              <a:gd name="connsiteY0" fmla="*/ 3376430 h 3376430"/>
              <a:gd name="connsiteX1" fmla="*/ 1023991 w 1120319"/>
              <a:gd name="connsiteY1" fmla="*/ 2853807 h 3376430"/>
              <a:gd name="connsiteX2" fmla="*/ 848198 w 1120319"/>
              <a:gd name="connsiteY2" fmla="*/ 2635316 h 3376430"/>
              <a:gd name="connsiteX3" fmla="*/ 958722 w 1120319"/>
              <a:gd name="connsiteY3" fmla="*/ 2383822 h 3376430"/>
              <a:gd name="connsiteX4" fmla="*/ 843898 w 1120319"/>
              <a:gd name="connsiteY4" fmla="*/ 2065173 h 3376430"/>
              <a:gd name="connsiteX5" fmla="*/ 808294 w 1120319"/>
              <a:gd name="connsiteY5" fmla="*/ 1795865 h 3376430"/>
              <a:gd name="connsiteX6" fmla="*/ 753240 w 1120319"/>
              <a:gd name="connsiteY6" fmla="*/ 1501542 h 3376430"/>
              <a:gd name="connsiteX7" fmla="*/ 746653 w 1120319"/>
              <a:gd name="connsiteY7" fmla="*/ 1319020 h 3376430"/>
              <a:gd name="connsiteX8" fmla="*/ 880253 w 1120319"/>
              <a:gd name="connsiteY8" fmla="*/ 1128236 h 3376430"/>
              <a:gd name="connsiteX9" fmla="*/ 848966 w 1120319"/>
              <a:gd name="connsiteY9" fmla="*/ 814885 h 3376430"/>
              <a:gd name="connsiteX10" fmla="*/ 875255 w 1120319"/>
              <a:gd name="connsiteY10" fmla="*/ 604383 h 3376430"/>
              <a:gd name="connsiteX11" fmla="*/ 1005838 w 1120319"/>
              <a:gd name="connsiteY11" fmla="*/ 323975 h 3376430"/>
              <a:gd name="connsiteX12" fmla="*/ 321014 w 1120319"/>
              <a:gd name="connsiteY12" fmla="*/ 1325 h 3376430"/>
              <a:gd name="connsiteX13" fmla="*/ 325582 w 1120319"/>
              <a:gd name="connsiteY13" fmla="*/ 416728 h 3376430"/>
              <a:gd name="connsiteX14" fmla="*/ 159899 w 1120319"/>
              <a:gd name="connsiteY14" fmla="*/ 696016 h 3376430"/>
              <a:gd name="connsiteX15" fmla="*/ 0 w 1120319"/>
              <a:gd name="connsiteY15" fmla="*/ 872598 h 3376430"/>
              <a:gd name="connsiteX0" fmla="*/ 1120319 w 1120319"/>
              <a:gd name="connsiteY0" fmla="*/ 3376947 h 3376947"/>
              <a:gd name="connsiteX1" fmla="*/ 1023991 w 1120319"/>
              <a:gd name="connsiteY1" fmla="*/ 2854324 h 3376947"/>
              <a:gd name="connsiteX2" fmla="*/ 848198 w 1120319"/>
              <a:gd name="connsiteY2" fmla="*/ 2635833 h 3376947"/>
              <a:gd name="connsiteX3" fmla="*/ 958722 w 1120319"/>
              <a:gd name="connsiteY3" fmla="*/ 2384339 h 3376947"/>
              <a:gd name="connsiteX4" fmla="*/ 843898 w 1120319"/>
              <a:gd name="connsiteY4" fmla="*/ 2065690 h 3376947"/>
              <a:gd name="connsiteX5" fmla="*/ 808294 w 1120319"/>
              <a:gd name="connsiteY5" fmla="*/ 1796382 h 3376947"/>
              <a:gd name="connsiteX6" fmla="*/ 753240 w 1120319"/>
              <a:gd name="connsiteY6" fmla="*/ 1502059 h 3376947"/>
              <a:gd name="connsiteX7" fmla="*/ 746653 w 1120319"/>
              <a:gd name="connsiteY7" fmla="*/ 1319537 h 3376947"/>
              <a:gd name="connsiteX8" fmla="*/ 880253 w 1120319"/>
              <a:gd name="connsiteY8" fmla="*/ 1128753 h 3376947"/>
              <a:gd name="connsiteX9" fmla="*/ 848966 w 1120319"/>
              <a:gd name="connsiteY9" fmla="*/ 815402 h 3376947"/>
              <a:gd name="connsiteX10" fmla="*/ 875255 w 1120319"/>
              <a:gd name="connsiteY10" fmla="*/ 604900 h 3376947"/>
              <a:gd name="connsiteX11" fmla="*/ 735311 w 1120319"/>
              <a:gd name="connsiteY11" fmla="*/ 77391 h 3376947"/>
              <a:gd name="connsiteX12" fmla="*/ 321014 w 1120319"/>
              <a:gd name="connsiteY12" fmla="*/ 1842 h 3376947"/>
              <a:gd name="connsiteX13" fmla="*/ 325582 w 1120319"/>
              <a:gd name="connsiteY13" fmla="*/ 417245 h 3376947"/>
              <a:gd name="connsiteX14" fmla="*/ 159899 w 1120319"/>
              <a:gd name="connsiteY14" fmla="*/ 696533 h 3376947"/>
              <a:gd name="connsiteX15" fmla="*/ 0 w 1120319"/>
              <a:gd name="connsiteY15" fmla="*/ 873115 h 3376947"/>
              <a:gd name="connsiteX0" fmla="*/ 1120319 w 1120319"/>
              <a:gd name="connsiteY0" fmla="*/ 3451139 h 3451139"/>
              <a:gd name="connsiteX1" fmla="*/ 1023991 w 1120319"/>
              <a:gd name="connsiteY1" fmla="*/ 2928516 h 3451139"/>
              <a:gd name="connsiteX2" fmla="*/ 848198 w 1120319"/>
              <a:gd name="connsiteY2" fmla="*/ 2710025 h 3451139"/>
              <a:gd name="connsiteX3" fmla="*/ 958722 w 1120319"/>
              <a:gd name="connsiteY3" fmla="*/ 2458531 h 3451139"/>
              <a:gd name="connsiteX4" fmla="*/ 843898 w 1120319"/>
              <a:gd name="connsiteY4" fmla="*/ 2139882 h 3451139"/>
              <a:gd name="connsiteX5" fmla="*/ 808294 w 1120319"/>
              <a:gd name="connsiteY5" fmla="*/ 1870574 h 3451139"/>
              <a:gd name="connsiteX6" fmla="*/ 753240 w 1120319"/>
              <a:gd name="connsiteY6" fmla="*/ 1576251 h 3451139"/>
              <a:gd name="connsiteX7" fmla="*/ 746653 w 1120319"/>
              <a:gd name="connsiteY7" fmla="*/ 1393729 h 3451139"/>
              <a:gd name="connsiteX8" fmla="*/ 880253 w 1120319"/>
              <a:gd name="connsiteY8" fmla="*/ 1202945 h 3451139"/>
              <a:gd name="connsiteX9" fmla="*/ 848966 w 1120319"/>
              <a:gd name="connsiteY9" fmla="*/ 889594 h 3451139"/>
              <a:gd name="connsiteX10" fmla="*/ 875255 w 1120319"/>
              <a:gd name="connsiteY10" fmla="*/ 679092 h 3451139"/>
              <a:gd name="connsiteX11" fmla="*/ 735311 w 1120319"/>
              <a:gd name="connsiteY11" fmla="*/ 151583 h 3451139"/>
              <a:gd name="connsiteX12" fmla="*/ 576975 w 1120319"/>
              <a:gd name="connsiteY12" fmla="*/ 3955 h 3451139"/>
              <a:gd name="connsiteX13" fmla="*/ 321014 w 1120319"/>
              <a:gd name="connsiteY13" fmla="*/ 76034 h 3451139"/>
              <a:gd name="connsiteX14" fmla="*/ 325582 w 1120319"/>
              <a:gd name="connsiteY14" fmla="*/ 491437 h 3451139"/>
              <a:gd name="connsiteX15" fmla="*/ 159899 w 1120319"/>
              <a:gd name="connsiteY15" fmla="*/ 770725 h 3451139"/>
              <a:gd name="connsiteX16" fmla="*/ 0 w 1120319"/>
              <a:gd name="connsiteY16" fmla="*/ 947307 h 3451139"/>
              <a:gd name="connsiteX0" fmla="*/ 1120319 w 1120319"/>
              <a:gd name="connsiteY0" fmla="*/ 3451139 h 3451139"/>
              <a:gd name="connsiteX1" fmla="*/ 1023991 w 1120319"/>
              <a:gd name="connsiteY1" fmla="*/ 2928516 h 3451139"/>
              <a:gd name="connsiteX2" fmla="*/ 848198 w 1120319"/>
              <a:gd name="connsiteY2" fmla="*/ 2710025 h 3451139"/>
              <a:gd name="connsiteX3" fmla="*/ 958722 w 1120319"/>
              <a:gd name="connsiteY3" fmla="*/ 2458531 h 3451139"/>
              <a:gd name="connsiteX4" fmla="*/ 843898 w 1120319"/>
              <a:gd name="connsiteY4" fmla="*/ 2139882 h 3451139"/>
              <a:gd name="connsiteX5" fmla="*/ 808294 w 1120319"/>
              <a:gd name="connsiteY5" fmla="*/ 1870574 h 3451139"/>
              <a:gd name="connsiteX6" fmla="*/ 753240 w 1120319"/>
              <a:gd name="connsiteY6" fmla="*/ 1576251 h 3451139"/>
              <a:gd name="connsiteX7" fmla="*/ 746653 w 1120319"/>
              <a:gd name="connsiteY7" fmla="*/ 1393729 h 3451139"/>
              <a:gd name="connsiteX8" fmla="*/ 880253 w 1120319"/>
              <a:gd name="connsiteY8" fmla="*/ 1202945 h 3451139"/>
              <a:gd name="connsiteX9" fmla="*/ 848966 w 1120319"/>
              <a:gd name="connsiteY9" fmla="*/ 889594 h 3451139"/>
              <a:gd name="connsiteX10" fmla="*/ 875255 w 1120319"/>
              <a:gd name="connsiteY10" fmla="*/ 679092 h 3451139"/>
              <a:gd name="connsiteX11" fmla="*/ 735311 w 1120319"/>
              <a:gd name="connsiteY11" fmla="*/ 151583 h 3451139"/>
              <a:gd name="connsiteX12" fmla="*/ 576975 w 1120319"/>
              <a:gd name="connsiteY12" fmla="*/ 3955 h 3451139"/>
              <a:gd name="connsiteX13" fmla="*/ 321014 w 1120319"/>
              <a:gd name="connsiteY13" fmla="*/ 76034 h 3451139"/>
              <a:gd name="connsiteX14" fmla="*/ 201879 w 1120319"/>
              <a:gd name="connsiteY14" fmla="*/ 296675 h 3451139"/>
              <a:gd name="connsiteX15" fmla="*/ 159899 w 1120319"/>
              <a:gd name="connsiteY15" fmla="*/ 770725 h 3451139"/>
              <a:gd name="connsiteX16" fmla="*/ 0 w 1120319"/>
              <a:gd name="connsiteY16" fmla="*/ 947307 h 3451139"/>
              <a:gd name="connsiteX0" fmla="*/ 960420 w 960420"/>
              <a:gd name="connsiteY0" fmla="*/ 3451139 h 3451139"/>
              <a:gd name="connsiteX1" fmla="*/ 864092 w 960420"/>
              <a:gd name="connsiteY1" fmla="*/ 2928516 h 3451139"/>
              <a:gd name="connsiteX2" fmla="*/ 688299 w 960420"/>
              <a:gd name="connsiteY2" fmla="*/ 2710025 h 3451139"/>
              <a:gd name="connsiteX3" fmla="*/ 798823 w 960420"/>
              <a:gd name="connsiteY3" fmla="*/ 2458531 h 3451139"/>
              <a:gd name="connsiteX4" fmla="*/ 683999 w 960420"/>
              <a:gd name="connsiteY4" fmla="*/ 2139882 h 3451139"/>
              <a:gd name="connsiteX5" fmla="*/ 648395 w 960420"/>
              <a:gd name="connsiteY5" fmla="*/ 1870574 h 3451139"/>
              <a:gd name="connsiteX6" fmla="*/ 593341 w 960420"/>
              <a:gd name="connsiteY6" fmla="*/ 1576251 h 3451139"/>
              <a:gd name="connsiteX7" fmla="*/ 586754 w 960420"/>
              <a:gd name="connsiteY7" fmla="*/ 1393729 h 3451139"/>
              <a:gd name="connsiteX8" fmla="*/ 720354 w 960420"/>
              <a:gd name="connsiteY8" fmla="*/ 1202945 h 3451139"/>
              <a:gd name="connsiteX9" fmla="*/ 689067 w 960420"/>
              <a:gd name="connsiteY9" fmla="*/ 889594 h 3451139"/>
              <a:gd name="connsiteX10" fmla="*/ 715356 w 960420"/>
              <a:gd name="connsiteY10" fmla="*/ 679092 h 3451139"/>
              <a:gd name="connsiteX11" fmla="*/ 575412 w 960420"/>
              <a:gd name="connsiteY11" fmla="*/ 151583 h 3451139"/>
              <a:gd name="connsiteX12" fmla="*/ 417076 w 960420"/>
              <a:gd name="connsiteY12" fmla="*/ 3955 h 3451139"/>
              <a:gd name="connsiteX13" fmla="*/ 161115 w 960420"/>
              <a:gd name="connsiteY13" fmla="*/ 76034 h 3451139"/>
              <a:gd name="connsiteX14" fmla="*/ 41980 w 960420"/>
              <a:gd name="connsiteY14" fmla="*/ 296675 h 3451139"/>
              <a:gd name="connsiteX15" fmla="*/ 0 w 960420"/>
              <a:gd name="connsiteY15" fmla="*/ 770725 h 3451139"/>
              <a:gd name="connsiteX0" fmla="*/ 918440 w 918440"/>
              <a:gd name="connsiteY0" fmla="*/ 3451139 h 3451139"/>
              <a:gd name="connsiteX1" fmla="*/ 822112 w 918440"/>
              <a:gd name="connsiteY1" fmla="*/ 2928516 h 3451139"/>
              <a:gd name="connsiteX2" fmla="*/ 646319 w 918440"/>
              <a:gd name="connsiteY2" fmla="*/ 2710025 h 3451139"/>
              <a:gd name="connsiteX3" fmla="*/ 756843 w 918440"/>
              <a:gd name="connsiteY3" fmla="*/ 2458531 h 3451139"/>
              <a:gd name="connsiteX4" fmla="*/ 642019 w 918440"/>
              <a:gd name="connsiteY4" fmla="*/ 2139882 h 3451139"/>
              <a:gd name="connsiteX5" fmla="*/ 606415 w 918440"/>
              <a:gd name="connsiteY5" fmla="*/ 1870574 h 3451139"/>
              <a:gd name="connsiteX6" fmla="*/ 551361 w 918440"/>
              <a:gd name="connsiteY6" fmla="*/ 1576251 h 3451139"/>
              <a:gd name="connsiteX7" fmla="*/ 544774 w 918440"/>
              <a:gd name="connsiteY7" fmla="*/ 1393729 h 3451139"/>
              <a:gd name="connsiteX8" fmla="*/ 678374 w 918440"/>
              <a:gd name="connsiteY8" fmla="*/ 1202945 h 3451139"/>
              <a:gd name="connsiteX9" fmla="*/ 647087 w 918440"/>
              <a:gd name="connsiteY9" fmla="*/ 889594 h 3451139"/>
              <a:gd name="connsiteX10" fmla="*/ 673376 w 918440"/>
              <a:gd name="connsiteY10" fmla="*/ 679092 h 3451139"/>
              <a:gd name="connsiteX11" fmla="*/ 533432 w 918440"/>
              <a:gd name="connsiteY11" fmla="*/ 151583 h 3451139"/>
              <a:gd name="connsiteX12" fmla="*/ 375096 w 918440"/>
              <a:gd name="connsiteY12" fmla="*/ 3955 h 3451139"/>
              <a:gd name="connsiteX13" fmla="*/ 119135 w 918440"/>
              <a:gd name="connsiteY13" fmla="*/ 76034 h 3451139"/>
              <a:gd name="connsiteX14" fmla="*/ 0 w 918440"/>
              <a:gd name="connsiteY14" fmla="*/ 296675 h 3451139"/>
              <a:gd name="connsiteX0" fmla="*/ 965129 w 965129"/>
              <a:gd name="connsiteY0" fmla="*/ 3451139 h 3451139"/>
              <a:gd name="connsiteX1" fmla="*/ 868801 w 965129"/>
              <a:gd name="connsiteY1" fmla="*/ 2928516 h 3451139"/>
              <a:gd name="connsiteX2" fmla="*/ 693008 w 965129"/>
              <a:gd name="connsiteY2" fmla="*/ 2710025 h 3451139"/>
              <a:gd name="connsiteX3" fmla="*/ 803532 w 965129"/>
              <a:gd name="connsiteY3" fmla="*/ 2458531 h 3451139"/>
              <a:gd name="connsiteX4" fmla="*/ 688708 w 965129"/>
              <a:gd name="connsiteY4" fmla="*/ 2139882 h 3451139"/>
              <a:gd name="connsiteX5" fmla="*/ 653104 w 965129"/>
              <a:gd name="connsiteY5" fmla="*/ 1870574 h 3451139"/>
              <a:gd name="connsiteX6" fmla="*/ 598050 w 965129"/>
              <a:gd name="connsiteY6" fmla="*/ 1576251 h 3451139"/>
              <a:gd name="connsiteX7" fmla="*/ 591463 w 965129"/>
              <a:gd name="connsiteY7" fmla="*/ 1393729 h 3451139"/>
              <a:gd name="connsiteX8" fmla="*/ 725063 w 965129"/>
              <a:gd name="connsiteY8" fmla="*/ 1202945 h 3451139"/>
              <a:gd name="connsiteX9" fmla="*/ 693776 w 965129"/>
              <a:gd name="connsiteY9" fmla="*/ 889594 h 3451139"/>
              <a:gd name="connsiteX10" fmla="*/ 720065 w 965129"/>
              <a:gd name="connsiteY10" fmla="*/ 679092 h 3451139"/>
              <a:gd name="connsiteX11" fmla="*/ 580121 w 965129"/>
              <a:gd name="connsiteY11" fmla="*/ 151583 h 3451139"/>
              <a:gd name="connsiteX12" fmla="*/ 421785 w 965129"/>
              <a:gd name="connsiteY12" fmla="*/ 3955 h 3451139"/>
              <a:gd name="connsiteX13" fmla="*/ 165824 w 965129"/>
              <a:gd name="connsiteY13" fmla="*/ 76034 h 3451139"/>
              <a:gd name="connsiteX14" fmla="*/ 0 w 965129"/>
              <a:gd name="connsiteY14" fmla="*/ 409335 h 3451139"/>
              <a:gd name="connsiteX0" fmla="*/ 965129 w 999056"/>
              <a:gd name="connsiteY0" fmla="*/ 3451139 h 3451139"/>
              <a:gd name="connsiteX1" fmla="*/ 996084 w 999056"/>
              <a:gd name="connsiteY1" fmla="*/ 3234537 h 3451139"/>
              <a:gd name="connsiteX2" fmla="*/ 868801 w 999056"/>
              <a:gd name="connsiteY2" fmla="*/ 2928516 h 3451139"/>
              <a:gd name="connsiteX3" fmla="*/ 693008 w 999056"/>
              <a:gd name="connsiteY3" fmla="*/ 2710025 h 3451139"/>
              <a:gd name="connsiteX4" fmla="*/ 803532 w 999056"/>
              <a:gd name="connsiteY4" fmla="*/ 2458531 h 3451139"/>
              <a:gd name="connsiteX5" fmla="*/ 688708 w 999056"/>
              <a:gd name="connsiteY5" fmla="*/ 2139882 h 3451139"/>
              <a:gd name="connsiteX6" fmla="*/ 653104 w 999056"/>
              <a:gd name="connsiteY6" fmla="*/ 1870574 h 3451139"/>
              <a:gd name="connsiteX7" fmla="*/ 598050 w 999056"/>
              <a:gd name="connsiteY7" fmla="*/ 1576251 h 3451139"/>
              <a:gd name="connsiteX8" fmla="*/ 591463 w 999056"/>
              <a:gd name="connsiteY8" fmla="*/ 1393729 h 3451139"/>
              <a:gd name="connsiteX9" fmla="*/ 725063 w 999056"/>
              <a:gd name="connsiteY9" fmla="*/ 1202945 h 3451139"/>
              <a:gd name="connsiteX10" fmla="*/ 693776 w 999056"/>
              <a:gd name="connsiteY10" fmla="*/ 889594 h 3451139"/>
              <a:gd name="connsiteX11" fmla="*/ 720065 w 999056"/>
              <a:gd name="connsiteY11" fmla="*/ 679092 h 3451139"/>
              <a:gd name="connsiteX12" fmla="*/ 580121 w 999056"/>
              <a:gd name="connsiteY12" fmla="*/ 151583 h 3451139"/>
              <a:gd name="connsiteX13" fmla="*/ 421785 w 999056"/>
              <a:gd name="connsiteY13" fmla="*/ 3955 h 3451139"/>
              <a:gd name="connsiteX14" fmla="*/ 165824 w 999056"/>
              <a:gd name="connsiteY14" fmla="*/ 76034 h 3451139"/>
              <a:gd name="connsiteX15" fmla="*/ 0 w 999056"/>
              <a:gd name="connsiteY15" fmla="*/ 409335 h 3451139"/>
              <a:gd name="connsiteX0" fmla="*/ 621855 w 996557"/>
              <a:gd name="connsiteY0" fmla="*/ 3690967 h 3690967"/>
              <a:gd name="connsiteX1" fmla="*/ 996084 w 996557"/>
              <a:gd name="connsiteY1" fmla="*/ 3234537 h 3690967"/>
              <a:gd name="connsiteX2" fmla="*/ 868801 w 996557"/>
              <a:gd name="connsiteY2" fmla="*/ 2928516 h 3690967"/>
              <a:gd name="connsiteX3" fmla="*/ 693008 w 996557"/>
              <a:gd name="connsiteY3" fmla="*/ 2710025 h 3690967"/>
              <a:gd name="connsiteX4" fmla="*/ 803532 w 996557"/>
              <a:gd name="connsiteY4" fmla="*/ 2458531 h 3690967"/>
              <a:gd name="connsiteX5" fmla="*/ 688708 w 996557"/>
              <a:gd name="connsiteY5" fmla="*/ 2139882 h 3690967"/>
              <a:gd name="connsiteX6" fmla="*/ 653104 w 996557"/>
              <a:gd name="connsiteY6" fmla="*/ 1870574 h 3690967"/>
              <a:gd name="connsiteX7" fmla="*/ 598050 w 996557"/>
              <a:gd name="connsiteY7" fmla="*/ 1576251 h 3690967"/>
              <a:gd name="connsiteX8" fmla="*/ 591463 w 996557"/>
              <a:gd name="connsiteY8" fmla="*/ 1393729 h 3690967"/>
              <a:gd name="connsiteX9" fmla="*/ 725063 w 996557"/>
              <a:gd name="connsiteY9" fmla="*/ 1202945 h 3690967"/>
              <a:gd name="connsiteX10" fmla="*/ 693776 w 996557"/>
              <a:gd name="connsiteY10" fmla="*/ 889594 h 3690967"/>
              <a:gd name="connsiteX11" fmla="*/ 720065 w 996557"/>
              <a:gd name="connsiteY11" fmla="*/ 679092 h 3690967"/>
              <a:gd name="connsiteX12" fmla="*/ 580121 w 996557"/>
              <a:gd name="connsiteY12" fmla="*/ 151583 h 3690967"/>
              <a:gd name="connsiteX13" fmla="*/ 421785 w 996557"/>
              <a:gd name="connsiteY13" fmla="*/ 3955 h 3690967"/>
              <a:gd name="connsiteX14" fmla="*/ 165824 w 996557"/>
              <a:gd name="connsiteY14" fmla="*/ 76034 h 3690967"/>
              <a:gd name="connsiteX15" fmla="*/ 0 w 996557"/>
              <a:gd name="connsiteY15" fmla="*/ 409335 h 3690967"/>
              <a:gd name="connsiteX0" fmla="*/ 621855 w 872331"/>
              <a:gd name="connsiteY0" fmla="*/ 3690967 h 3690967"/>
              <a:gd name="connsiteX1" fmla="*/ 821996 w 872331"/>
              <a:gd name="connsiteY1" fmla="*/ 3123975 h 3690967"/>
              <a:gd name="connsiteX2" fmla="*/ 868801 w 872331"/>
              <a:gd name="connsiteY2" fmla="*/ 2928516 h 3690967"/>
              <a:gd name="connsiteX3" fmla="*/ 693008 w 872331"/>
              <a:gd name="connsiteY3" fmla="*/ 2710025 h 3690967"/>
              <a:gd name="connsiteX4" fmla="*/ 803532 w 872331"/>
              <a:gd name="connsiteY4" fmla="*/ 2458531 h 3690967"/>
              <a:gd name="connsiteX5" fmla="*/ 688708 w 872331"/>
              <a:gd name="connsiteY5" fmla="*/ 2139882 h 3690967"/>
              <a:gd name="connsiteX6" fmla="*/ 653104 w 872331"/>
              <a:gd name="connsiteY6" fmla="*/ 1870574 h 3690967"/>
              <a:gd name="connsiteX7" fmla="*/ 598050 w 872331"/>
              <a:gd name="connsiteY7" fmla="*/ 1576251 h 3690967"/>
              <a:gd name="connsiteX8" fmla="*/ 591463 w 872331"/>
              <a:gd name="connsiteY8" fmla="*/ 1393729 h 3690967"/>
              <a:gd name="connsiteX9" fmla="*/ 725063 w 872331"/>
              <a:gd name="connsiteY9" fmla="*/ 1202945 h 3690967"/>
              <a:gd name="connsiteX10" fmla="*/ 693776 w 872331"/>
              <a:gd name="connsiteY10" fmla="*/ 889594 h 3690967"/>
              <a:gd name="connsiteX11" fmla="*/ 720065 w 872331"/>
              <a:gd name="connsiteY11" fmla="*/ 679092 h 3690967"/>
              <a:gd name="connsiteX12" fmla="*/ 580121 w 872331"/>
              <a:gd name="connsiteY12" fmla="*/ 151583 h 3690967"/>
              <a:gd name="connsiteX13" fmla="*/ 421785 w 872331"/>
              <a:gd name="connsiteY13" fmla="*/ 3955 h 3690967"/>
              <a:gd name="connsiteX14" fmla="*/ 165824 w 872331"/>
              <a:gd name="connsiteY14" fmla="*/ 76034 h 3690967"/>
              <a:gd name="connsiteX15" fmla="*/ 0 w 872331"/>
              <a:gd name="connsiteY15" fmla="*/ 409335 h 3690967"/>
              <a:gd name="connsiteX0" fmla="*/ 575531 w 872331"/>
              <a:gd name="connsiteY0" fmla="*/ 3330611 h 3330611"/>
              <a:gd name="connsiteX1" fmla="*/ 821996 w 872331"/>
              <a:gd name="connsiteY1" fmla="*/ 3123975 h 3330611"/>
              <a:gd name="connsiteX2" fmla="*/ 868801 w 872331"/>
              <a:gd name="connsiteY2" fmla="*/ 2928516 h 3330611"/>
              <a:gd name="connsiteX3" fmla="*/ 693008 w 872331"/>
              <a:gd name="connsiteY3" fmla="*/ 2710025 h 3330611"/>
              <a:gd name="connsiteX4" fmla="*/ 803532 w 872331"/>
              <a:gd name="connsiteY4" fmla="*/ 2458531 h 3330611"/>
              <a:gd name="connsiteX5" fmla="*/ 688708 w 872331"/>
              <a:gd name="connsiteY5" fmla="*/ 2139882 h 3330611"/>
              <a:gd name="connsiteX6" fmla="*/ 653104 w 872331"/>
              <a:gd name="connsiteY6" fmla="*/ 1870574 h 3330611"/>
              <a:gd name="connsiteX7" fmla="*/ 598050 w 872331"/>
              <a:gd name="connsiteY7" fmla="*/ 1576251 h 3330611"/>
              <a:gd name="connsiteX8" fmla="*/ 591463 w 872331"/>
              <a:gd name="connsiteY8" fmla="*/ 1393729 h 3330611"/>
              <a:gd name="connsiteX9" fmla="*/ 725063 w 872331"/>
              <a:gd name="connsiteY9" fmla="*/ 1202945 h 3330611"/>
              <a:gd name="connsiteX10" fmla="*/ 693776 w 872331"/>
              <a:gd name="connsiteY10" fmla="*/ 889594 h 3330611"/>
              <a:gd name="connsiteX11" fmla="*/ 720065 w 872331"/>
              <a:gd name="connsiteY11" fmla="*/ 679092 h 3330611"/>
              <a:gd name="connsiteX12" fmla="*/ 580121 w 872331"/>
              <a:gd name="connsiteY12" fmla="*/ 151583 h 3330611"/>
              <a:gd name="connsiteX13" fmla="*/ 421785 w 872331"/>
              <a:gd name="connsiteY13" fmla="*/ 3955 h 3330611"/>
              <a:gd name="connsiteX14" fmla="*/ 165824 w 872331"/>
              <a:gd name="connsiteY14" fmla="*/ 76034 h 3330611"/>
              <a:gd name="connsiteX15" fmla="*/ 0 w 872331"/>
              <a:gd name="connsiteY15" fmla="*/ 409335 h 3330611"/>
              <a:gd name="connsiteX0" fmla="*/ 575531 w 822684"/>
              <a:gd name="connsiteY0" fmla="*/ 3330611 h 3330611"/>
              <a:gd name="connsiteX1" fmla="*/ 821996 w 822684"/>
              <a:gd name="connsiteY1" fmla="*/ 3123975 h 3330611"/>
              <a:gd name="connsiteX2" fmla="*/ 693399 w 822684"/>
              <a:gd name="connsiteY2" fmla="*/ 2924531 h 3330611"/>
              <a:gd name="connsiteX3" fmla="*/ 693008 w 822684"/>
              <a:gd name="connsiteY3" fmla="*/ 2710025 h 3330611"/>
              <a:gd name="connsiteX4" fmla="*/ 803532 w 822684"/>
              <a:gd name="connsiteY4" fmla="*/ 2458531 h 3330611"/>
              <a:gd name="connsiteX5" fmla="*/ 688708 w 822684"/>
              <a:gd name="connsiteY5" fmla="*/ 2139882 h 3330611"/>
              <a:gd name="connsiteX6" fmla="*/ 653104 w 822684"/>
              <a:gd name="connsiteY6" fmla="*/ 1870574 h 3330611"/>
              <a:gd name="connsiteX7" fmla="*/ 598050 w 822684"/>
              <a:gd name="connsiteY7" fmla="*/ 1576251 h 3330611"/>
              <a:gd name="connsiteX8" fmla="*/ 591463 w 822684"/>
              <a:gd name="connsiteY8" fmla="*/ 1393729 h 3330611"/>
              <a:gd name="connsiteX9" fmla="*/ 725063 w 822684"/>
              <a:gd name="connsiteY9" fmla="*/ 1202945 h 3330611"/>
              <a:gd name="connsiteX10" fmla="*/ 693776 w 822684"/>
              <a:gd name="connsiteY10" fmla="*/ 889594 h 3330611"/>
              <a:gd name="connsiteX11" fmla="*/ 720065 w 822684"/>
              <a:gd name="connsiteY11" fmla="*/ 679092 h 3330611"/>
              <a:gd name="connsiteX12" fmla="*/ 580121 w 822684"/>
              <a:gd name="connsiteY12" fmla="*/ 151583 h 3330611"/>
              <a:gd name="connsiteX13" fmla="*/ 421785 w 822684"/>
              <a:gd name="connsiteY13" fmla="*/ 3955 h 3330611"/>
              <a:gd name="connsiteX14" fmla="*/ 165824 w 822684"/>
              <a:gd name="connsiteY14" fmla="*/ 76034 h 3330611"/>
              <a:gd name="connsiteX15" fmla="*/ 0 w 822684"/>
              <a:gd name="connsiteY15" fmla="*/ 409335 h 3330611"/>
              <a:gd name="connsiteX0" fmla="*/ 575531 w 803535"/>
              <a:gd name="connsiteY0" fmla="*/ 3330611 h 3330611"/>
              <a:gd name="connsiteX1" fmla="*/ 682572 w 803535"/>
              <a:gd name="connsiteY1" fmla="*/ 3098988 h 3330611"/>
              <a:gd name="connsiteX2" fmla="*/ 693399 w 803535"/>
              <a:gd name="connsiteY2" fmla="*/ 2924531 h 3330611"/>
              <a:gd name="connsiteX3" fmla="*/ 693008 w 803535"/>
              <a:gd name="connsiteY3" fmla="*/ 2710025 h 3330611"/>
              <a:gd name="connsiteX4" fmla="*/ 803532 w 803535"/>
              <a:gd name="connsiteY4" fmla="*/ 2458531 h 3330611"/>
              <a:gd name="connsiteX5" fmla="*/ 688708 w 803535"/>
              <a:gd name="connsiteY5" fmla="*/ 2139882 h 3330611"/>
              <a:gd name="connsiteX6" fmla="*/ 653104 w 803535"/>
              <a:gd name="connsiteY6" fmla="*/ 1870574 h 3330611"/>
              <a:gd name="connsiteX7" fmla="*/ 598050 w 803535"/>
              <a:gd name="connsiteY7" fmla="*/ 1576251 h 3330611"/>
              <a:gd name="connsiteX8" fmla="*/ 591463 w 803535"/>
              <a:gd name="connsiteY8" fmla="*/ 1393729 h 3330611"/>
              <a:gd name="connsiteX9" fmla="*/ 725063 w 803535"/>
              <a:gd name="connsiteY9" fmla="*/ 1202945 h 3330611"/>
              <a:gd name="connsiteX10" fmla="*/ 693776 w 803535"/>
              <a:gd name="connsiteY10" fmla="*/ 889594 h 3330611"/>
              <a:gd name="connsiteX11" fmla="*/ 720065 w 803535"/>
              <a:gd name="connsiteY11" fmla="*/ 679092 h 3330611"/>
              <a:gd name="connsiteX12" fmla="*/ 580121 w 803535"/>
              <a:gd name="connsiteY12" fmla="*/ 151583 h 3330611"/>
              <a:gd name="connsiteX13" fmla="*/ 421785 w 803535"/>
              <a:gd name="connsiteY13" fmla="*/ 3955 h 3330611"/>
              <a:gd name="connsiteX14" fmla="*/ 165824 w 803535"/>
              <a:gd name="connsiteY14" fmla="*/ 76034 h 3330611"/>
              <a:gd name="connsiteX15" fmla="*/ 0 w 803535"/>
              <a:gd name="connsiteY15" fmla="*/ 409335 h 3330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3535" h="3330611">
                <a:moveTo>
                  <a:pt x="575531" y="3330611"/>
                </a:moveTo>
                <a:cubicBezTo>
                  <a:pt x="567979" y="3303121"/>
                  <a:pt x="698627" y="3186092"/>
                  <a:pt x="682572" y="3098988"/>
                </a:cubicBezTo>
                <a:cubicBezTo>
                  <a:pt x="666517" y="3011884"/>
                  <a:pt x="691660" y="2989358"/>
                  <a:pt x="693399" y="2924531"/>
                </a:cubicBezTo>
                <a:cubicBezTo>
                  <a:pt x="695138" y="2859704"/>
                  <a:pt x="691764" y="2788303"/>
                  <a:pt x="693008" y="2710025"/>
                </a:cubicBezTo>
                <a:cubicBezTo>
                  <a:pt x="694252" y="2631747"/>
                  <a:pt x="804249" y="2553555"/>
                  <a:pt x="803532" y="2458531"/>
                </a:cubicBezTo>
                <a:cubicBezTo>
                  <a:pt x="802815" y="2363507"/>
                  <a:pt x="713779" y="2237875"/>
                  <a:pt x="688708" y="2139882"/>
                </a:cubicBezTo>
                <a:cubicBezTo>
                  <a:pt x="663637" y="2041889"/>
                  <a:pt x="671488" y="1948965"/>
                  <a:pt x="653104" y="1870574"/>
                </a:cubicBezTo>
                <a:cubicBezTo>
                  <a:pt x="630149" y="1773228"/>
                  <a:pt x="604241" y="1676074"/>
                  <a:pt x="598050" y="1576251"/>
                </a:cubicBezTo>
                <a:cubicBezTo>
                  <a:pt x="592811" y="1493098"/>
                  <a:pt x="579652" y="1476216"/>
                  <a:pt x="591463" y="1393729"/>
                </a:cubicBezTo>
                <a:cubicBezTo>
                  <a:pt x="598416" y="1344962"/>
                  <a:pt x="708011" y="1286967"/>
                  <a:pt x="725063" y="1202945"/>
                </a:cubicBezTo>
                <a:cubicBezTo>
                  <a:pt x="742115" y="1118923"/>
                  <a:pt x="694609" y="976903"/>
                  <a:pt x="693776" y="889594"/>
                </a:cubicBezTo>
                <a:cubicBezTo>
                  <a:pt x="692943" y="802285"/>
                  <a:pt x="726787" y="752735"/>
                  <a:pt x="720065" y="679092"/>
                </a:cubicBezTo>
                <a:cubicBezTo>
                  <a:pt x="713343" y="605449"/>
                  <a:pt x="634397" y="251771"/>
                  <a:pt x="580121" y="151583"/>
                </a:cubicBezTo>
                <a:cubicBezTo>
                  <a:pt x="525845" y="51395"/>
                  <a:pt x="490834" y="16546"/>
                  <a:pt x="421785" y="3955"/>
                </a:cubicBezTo>
                <a:cubicBezTo>
                  <a:pt x="352736" y="-8636"/>
                  <a:pt x="203160" y="7122"/>
                  <a:pt x="165824" y="76034"/>
                </a:cubicBezTo>
                <a:cubicBezTo>
                  <a:pt x="92977" y="51411"/>
                  <a:pt x="86728" y="294481"/>
                  <a:pt x="0" y="409335"/>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6" name="Freeform: Shape 35">
            <a:extLst>
              <a:ext uri="{FF2B5EF4-FFF2-40B4-BE49-F238E27FC236}">
                <a16:creationId xmlns:a16="http://schemas.microsoft.com/office/drawing/2014/main" id="{E29AE197-C98F-54E4-EE1A-211B59D22EBD}"/>
              </a:ext>
            </a:extLst>
          </p:cNvPr>
          <p:cNvSpPr/>
          <p:nvPr userDrawn="1"/>
        </p:nvSpPr>
        <p:spPr>
          <a:xfrm rot="21452132" flipH="1">
            <a:off x="9657454" y="-8908"/>
            <a:ext cx="1265408" cy="840458"/>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2437"/>
              <a:gd name="connsiteY0" fmla="*/ 310678 h 1685865"/>
              <a:gd name="connsiteX1" fmla="*/ 2549862 w 2702437"/>
              <a:gd name="connsiteY1" fmla="*/ 1008560 h 1685865"/>
              <a:gd name="connsiteX2" fmla="*/ 2698406 w 2702437"/>
              <a:gd name="connsiteY2" fmla="*/ 1369988 h 1685865"/>
              <a:gd name="connsiteX3" fmla="*/ 2641134 w 2702437"/>
              <a:gd name="connsiteY3" fmla="*/ 1644638 h 1685865"/>
              <a:gd name="connsiteX4" fmla="*/ 2441918 w 2702437"/>
              <a:gd name="connsiteY4" fmla="*/ 1666788 h 1685865"/>
              <a:gd name="connsiteX5" fmla="*/ 2305970 w 2702437"/>
              <a:gd name="connsiteY5" fmla="*/ 1470056 h 1685865"/>
              <a:gd name="connsiteX6" fmla="*/ 2381213 w 2702437"/>
              <a:gd name="connsiteY6" fmla="*/ 1302400 h 1685865"/>
              <a:gd name="connsiteX7" fmla="*/ 2130473 w 2702437"/>
              <a:gd name="connsiteY7" fmla="*/ 992721 h 1685865"/>
              <a:gd name="connsiteX8" fmla="*/ 1778390 w 2702437"/>
              <a:gd name="connsiteY8" fmla="*/ 852659 h 1685865"/>
              <a:gd name="connsiteX9" fmla="*/ 1077344 w 2702437"/>
              <a:gd name="connsiteY9" fmla="*/ 862362 h 1685865"/>
              <a:gd name="connsiteX10" fmla="*/ 0 w 2702437"/>
              <a:gd name="connsiteY10" fmla="*/ 0 h 1685865"/>
              <a:gd name="connsiteX0" fmla="*/ 2013656 w 2702685"/>
              <a:gd name="connsiteY0" fmla="*/ 310678 h 2014267"/>
              <a:gd name="connsiteX1" fmla="*/ 2549862 w 2702685"/>
              <a:gd name="connsiteY1" fmla="*/ 1008560 h 2014267"/>
              <a:gd name="connsiteX2" fmla="*/ 2698406 w 2702685"/>
              <a:gd name="connsiteY2" fmla="*/ 1369988 h 2014267"/>
              <a:gd name="connsiteX3" fmla="*/ 2641134 w 2702685"/>
              <a:gd name="connsiteY3" fmla="*/ 1644638 h 2014267"/>
              <a:gd name="connsiteX4" fmla="*/ 2424290 w 2702685"/>
              <a:gd name="connsiteY4" fmla="*/ 2012225 h 2014267"/>
              <a:gd name="connsiteX5" fmla="*/ 2305970 w 2702685"/>
              <a:gd name="connsiteY5" fmla="*/ 1470056 h 2014267"/>
              <a:gd name="connsiteX6" fmla="*/ 2381213 w 2702685"/>
              <a:gd name="connsiteY6" fmla="*/ 1302400 h 2014267"/>
              <a:gd name="connsiteX7" fmla="*/ 2130473 w 2702685"/>
              <a:gd name="connsiteY7" fmla="*/ 992721 h 2014267"/>
              <a:gd name="connsiteX8" fmla="*/ 1778390 w 2702685"/>
              <a:gd name="connsiteY8" fmla="*/ 852659 h 2014267"/>
              <a:gd name="connsiteX9" fmla="*/ 1077344 w 2702685"/>
              <a:gd name="connsiteY9" fmla="*/ 862362 h 2014267"/>
              <a:gd name="connsiteX10" fmla="*/ 0 w 2702685"/>
              <a:gd name="connsiteY10" fmla="*/ 0 h 2014267"/>
              <a:gd name="connsiteX0" fmla="*/ 2143717 w 2702685"/>
              <a:gd name="connsiteY0" fmla="*/ 217521 h 2014267"/>
              <a:gd name="connsiteX1" fmla="*/ 2549862 w 2702685"/>
              <a:gd name="connsiteY1" fmla="*/ 1008560 h 2014267"/>
              <a:gd name="connsiteX2" fmla="*/ 2698406 w 2702685"/>
              <a:gd name="connsiteY2" fmla="*/ 1369988 h 2014267"/>
              <a:gd name="connsiteX3" fmla="*/ 2641134 w 2702685"/>
              <a:gd name="connsiteY3" fmla="*/ 1644638 h 2014267"/>
              <a:gd name="connsiteX4" fmla="*/ 2424290 w 2702685"/>
              <a:gd name="connsiteY4" fmla="*/ 2012225 h 2014267"/>
              <a:gd name="connsiteX5" fmla="*/ 2305970 w 2702685"/>
              <a:gd name="connsiteY5" fmla="*/ 1470056 h 2014267"/>
              <a:gd name="connsiteX6" fmla="*/ 2381213 w 2702685"/>
              <a:gd name="connsiteY6" fmla="*/ 1302400 h 2014267"/>
              <a:gd name="connsiteX7" fmla="*/ 2130473 w 2702685"/>
              <a:gd name="connsiteY7" fmla="*/ 992721 h 2014267"/>
              <a:gd name="connsiteX8" fmla="*/ 1778390 w 2702685"/>
              <a:gd name="connsiteY8" fmla="*/ 852659 h 2014267"/>
              <a:gd name="connsiteX9" fmla="*/ 1077344 w 2702685"/>
              <a:gd name="connsiteY9" fmla="*/ 862362 h 2014267"/>
              <a:gd name="connsiteX10" fmla="*/ 0 w 2702685"/>
              <a:gd name="connsiteY10" fmla="*/ 0 h 2014267"/>
              <a:gd name="connsiteX0" fmla="*/ 2143717 w 2702685"/>
              <a:gd name="connsiteY0" fmla="*/ 217521 h 2014267"/>
              <a:gd name="connsiteX1" fmla="*/ 2429852 w 2702685"/>
              <a:gd name="connsiteY1" fmla="*/ 559088 h 2014267"/>
              <a:gd name="connsiteX2" fmla="*/ 2549862 w 2702685"/>
              <a:gd name="connsiteY2" fmla="*/ 1008560 h 2014267"/>
              <a:gd name="connsiteX3" fmla="*/ 2698406 w 2702685"/>
              <a:gd name="connsiteY3" fmla="*/ 1369988 h 2014267"/>
              <a:gd name="connsiteX4" fmla="*/ 2641134 w 2702685"/>
              <a:gd name="connsiteY4" fmla="*/ 1644638 h 2014267"/>
              <a:gd name="connsiteX5" fmla="*/ 2424290 w 2702685"/>
              <a:gd name="connsiteY5" fmla="*/ 2012225 h 2014267"/>
              <a:gd name="connsiteX6" fmla="*/ 2305970 w 2702685"/>
              <a:gd name="connsiteY6" fmla="*/ 1470056 h 2014267"/>
              <a:gd name="connsiteX7" fmla="*/ 2381213 w 2702685"/>
              <a:gd name="connsiteY7" fmla="*/ 1302400 h 2014267"/>
              <a:gd name="connsiteX8" fmla="*/ 2130473 w 2702685"/>
              <a:gd name="connsiteY8" fmla="*/ 992721 h 2014267"/>
              <a:gd name="connsiteX9" fmla="*/ 1778390 w 2702685"/>
              <a:gd name="connsiteY9" fmla="*/ 852659 h 2014267"/>
              <a:gd name="connsiteX10" fmla="*/ 1077344 w 2702685"/>
              <a:gd name="connsiteY10" fmla="*/ 862362 h 2014267"/>
              <a:gd name="connsiteX11" fmla="*/ 0 w 2702685"/>
              <a:gd name="connsiteY11" fmla="*/ 0 h 2014267"/>
              <a:gd name="connsiteX0" fmla="*/ 1512921 w 2071889"/>
              <a:gd name="connsiteY0" fmla="*/ 0 h 1796746"/>
              <a:gd name="connsiteX1" fmla="*/ 1799056 w 2071889"/>
              <a:gd name="connsiteY1" fmla="*/ 341567 h 1796746"/>
              <a:gd name="connsiteX2" fmla="*/ 1919066 w 2071889"/>
              <a:gd name="connsiteY2" fmla="*/ 791039 h 1796746"/>
              <a:gd name="connsiteX3" fmla="*/ 2067610 w 2071889"/>
              <a:gd name="connsiteY3" fmla="*/ 1152467 h 1796746"/>
              <a:gd name="connsiteX4" fmla="*/ 2010338 w 2071889"/>
              <a:gd name="connsiteY4" fmla="*/ 1427117 h 1796746"/>
              <a:gd name="connsiteX5" fmla="*/ 1793494 w 2071889"/>
              <a:gd name="connsiteY5" fmla="*/ 1794704 h 1796746"/>
              <a:gd name="connsiteX6" fmla="*/ 1675174 w 2071889"/>
              <a:gd name="connsiteY6" fmla="*/ 1252535 h 1796746"/>
              <a:gd name="connsiteX7" fmla="*/ 1750417 w 2071889"/>
              <a:gd name="connsiteY7" fmla="*/ 1084879 h 1796746"/>
              <a:gd name="connsiteX8" fmla="*/ 1499677 w 2071889"/>
              <a:gd name="connsiteY8" fmla="*/ 775200 h 1796746"/>
              <a:gd name="connsiteX9" fmla="*/ 1147594 w 2071889"/>
              <a:gd name="connsiteY9" fmla="*/ 635138 h 1796746"/>
              <a:gd name="connsiteX10" fmla="*/ 446548 w 2071889"/>
              <a:gd name="connsiteY10" fmla="*/ 644841 h 1796746"/>
              <a:gd name="connsiteX11" fmla="*/ 0 w 2071889"/>
              <a:gd name="connsiteY11" fmla="*/ 298012 h 1796746"/>
              <a:gd name="connsiteX0" fmla="*/ 1497243 w 2071889"/>
              <a:gd name="connsiteY0" fmla="*/ 0 h 1871887"/>
              <a:gd name="connsiteX1" fmla="*/ 1799056 w 2071889"/>
              <a:gd name="connsiteY1" fmla="*/ 416708 h 1871887"/>
              <a:gd name="connsiteX2" fmla="*/ 1919066 w 2071889"/>
              <a:gd name="connsiteY2" fmla="*/ 866180 h 1871887"/>
              <a:gd name="connsiteX3" fmla="*/ 2067610 w 2071889"/>
              <a:gd name="connsiteY3" fmla="*/ 1227608 h 1871887"/>
              <a:gd name="connsiteX4" fmla="*/ 2010338 w 2071889"/>
              <a:gd name="connsiteY4" fmla="*/ 1502258 h 1871887"/>
              <a:gd name="connsiteX5" fmla="*/ 1793494 w 2071889"/>
              <a:gd name="connsiteY5" fmla="*/ 1869845 h 1871887"/>
              <a:gd name="connsiteX6" fmla="*/ 1675174 w 2071889"/>
              <a:gd name="connsiteY6" fmla="*/ 1327676 h 1871887"/>
              <a:gd name="connsiteX7" fmla="*/ 1750417 w 2071889"/>
              <a:gd name="connsiteY7" fmla="*/ 1160020 h 1871887"/>
              <a:gd name="connsiteX8" fmla="*/ 1499677 w 2071889"/>
              <a:gd name="connsiteY8" fmla="*/ 850341 h 1871887"/>
              <a:gd name="connsiteX9" fmla="*/ 1147594 w 2071889"/>
              <a:gd name="connsiteY9" fmla="*/ 710279 h 1871887"/>
              <a:gd name="connsiteX10" fmla="*/ 446548 w 2071889"/>
              <a:gd name="connsiteY10" fmla="*/ 719982 h 1871887"/>
              <a:gd name="connsiteX11" fmla="*/ 0 w 2071889"/>
              <a:gd name="connsiteY11" fmla="*/ 373153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99130 w 2223425"/>
              <a:gd name="connsiteY9" fmla="*/ 710279 h 1871887"/>
              <a:gd name="connsiteX10" fmla="*/ 598084 w 2223425"/>
              <a:gd name="connsiteY10" fmla="*/ 719982 h 1871887"/>
              <a:gd name="connsiteX11" fmla="*/ 0 w 2223425"/>
              <a:gd name="connsiteY11" fmla="*/ 387259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20140 w 2223425"/>
              <a:gd name="connsiteY9" fmla="*/ 618299 h 1871887"/>
              <a:gd name="connsiteX10" fmla="*/ 598084 w 2223425"/>
              <a:gd name="connsiteY10" fmla="*/ 719982 h 1871887"/>
              <a:gd name="connsiteX11" fmla="*/ 0 w 2223425"/>
              <a:gd name="connsiteY11" fmla="*/ 387259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20140 w 2223425"/>
              <a:gd name="connsiteY9" fmla="*/ 618299 h 1871887"/>
              <a:gd name="connsiteX10" fmla="*/ 598084 w 2223425"/>
              <a:gd name="connsiteY10" fmla="*/ 719982 h 1871887"/>
              <a:gd name="connsiteX11" fmla="*/ 231097 w 2223425"/>
              <a:gd name="connsiteY11" fmla="*/ 725860 h 1871887"/>
              <a:gd name="connsiteX12" fmla="*/ 0 w 2223425"/>
              <a:gd name="connsiteY12" fmla="*/ 387259 h 1871887"/>
              <a:gd name="connsiteX0" fmla="*/ 1648779 w 2234656"/>
              <a:gd name="connsiteY0" fmla="*/ 0 h 1876838"/>
              <a:gd name="connsiteX1" fmla="*/ 1950592 w 2234656"/>
              <a:gd name="connsiteY1" fmla="*/ 416708 h 1876838"/>
              <a:gd name="connsiteX2" fmla="*/ 2070602 w 2234656"/>
              <a:gd name="connsiteY2" fmla="*/ 866180 h 1876838"/>
              <a:gd name="connsiteX3" fmla="*/ 2219146 w 2234656"/>
              <a:gd name="connsiteY3" fmla="*/ 1227608 h 1876838"/>
              <a:gd name="connsiteX4" fmla="*/ 2199127 w 2234656"/>
              <a:gd name="connsiteY4" fmla="*/ 1609160 h 1876838"/>
              <a:gd name="connsiteX5" fmla="*/ 1945030 w 2234656"/>
              <a:gd name="connsiteY5" fmla="*/ 1869845 h 1876838"/>
              <a:gd name="connsiteX6" fmla="*/ 1826710 w 2234656"/>
              <a:gd name="connsiteY6" fmla="*/ 1327676 h 1876838"/>
              <a:gd name="connsiteX7" fmla="*/ 1901953 w 2234656"/>
              <a:gd name="connsiteY7" fmla="*/ 1160020 h 1876838"/>
              <a:gd name="connsiteX8" fmla="*/ 1651213 w 2234656"/>
              <a:gd name="connsiteY8" fmla="*/ 850341 h 1876838"/>
              <a:gd name="connsiteX9" fmla="*/ 1220140 w 2234656"/>
              <a:gd name="connsiteY9" fmla="*/ 618299 h 1876838"/>
              <a:gd name="connsiteX10" fmla="*/ 598084 w 2234656"/>
              <a:gd name="connsiteY10" fmla="*/ 719982 h 1876838"/>
              <a:gd name="connsiteX11" fmla="*/ 231097 w 2234656"/>
              <a:gd name="connsiteY11" fmla="*/ 725860 h 1876838"/>
              <a:gd name="connsiteX12" fmla="*/ 0 w 2234656"/>
              <a:gd name="connsiteY12" fmla="*/ 387259 h 1876838"/>
              <a:gd name="connsiteX0" fmla="*/ 1648779 w 2225906"/>
              <a:gd name="connsiteY0" fmla="*/ 0 h 1876846"/>
              <a:gd name="connsiteX1" fmla="*/ 1950592 w 2225906"/>
              <a:gd name="connsiteY1" fmla="*/ 416708 h 1876846"/>
              <a:gd name="connsiteX2" fmla="*/ 2070602 w 2225906"/>
              <a:gd name="connsiteY2" fmla="*/ 866180 h 1876846"/>
              <a:gd name="connsiteX3" fmla="*/ 2203841 w 2225906"/>
              <a:gd name="connsiteY3" fmla="*/ 1225902 h 1876846"/>
              <a:gd name="connsiteX4" fmla="*/ 2199127 w 2225906"/>
              <a:gd name="connsiteY4" fmla="*/ 1609160 h 1876846"/>
              <a:gd name="connsiteX5" fmla="*/ 1945030 w 2225906"/>
              <a:gd name="connsiteY5" fmla="*/ 1869845 h 1876846"/>
              <a:gd name="connsiteX6" fmla="*/ 1826710 w 2225906"/>
              <a:gd name="connsiteY6" fmla="*/ 1327676 h 1876846"/>
              <a:gd name="connsiteX7" fmla="*/ 1901953 w 2225906"/>
              <a:gd name="connsiteY7" fmla="*/ 1160020 h 1876846"/>
              <a:gd name="connsiteX8" fmla="*/ 1651213 w 2225906"/>
              <a:gd name="connsiteY8" fmla="*/ 850341 h 1876846"/>
              <a:gd name="connsiteX9" fmla="*/ 1220140 w 2225906"/>
              <a:gd name="connsiteY9" fmla="*/ 618299 h 1876846"/>
              <a:gd name="connsiteX10" fmla="*/ 598084 w 2225906"/>
              <a:gd name="connsiteY10" fmla="*/ 719982 h 1876846"/>
              <a:gd name="connsiteX11" fmla="*/ 231097 w 2225906"/>
              <a:gd name="connsiteY11" fmla="*/ 725860 h 1876846"/>
              <a:gd name="connsiteX12" fmla="*/ 0 w 2225906"/>
              <a:gd name="connsiteY12" fmla="*/ 387259 h 1876846"/>
              <a:gd name="connsiteX0" fmla="*/ 1648779 w 2225906"/>
              <a:gd name="connsiteY0" fmla="*/ 0 h 1876846"/>
              <a:gd name="connsiteX1" fmla="*/ 2085104 w 2225906"/>
              <a:gd name="connsiteY1" fmla="*/ 464313 h 1876846"/>
              <a:gd name="connsiteX2" fmla="*/ 2070602 w 2225906"/>
              <a:gd name="connsiteY2" fmla="*/ 866180 h 1876846"/>
              <a:gd name="connsiteX3" fmla="*/ 2203841 w 2225906"/>
              <a:gd name="connsiteY3" fmla="*/ 1225902 h 1876846"/>
              <a:gd name="connsiteX4" fmla="*/ 2199127 w 2225906"/>
              <a:gd name="connsiteY4" fmla="*/ 1609160 h 1876846"/>
              <a:gd name="connsiteX5" fmla="*/ 1945030 w 2225906"/>
              <a:gd name="connsiteY5" fmla="*/ 1869845 h 1876846"/>
              <a:gd name="connsiteX6" fmla="*/ 1826710 w 2225906"/>
              <a:gd name="connsiteY6" fmla="*/ 1327676 h 1876846"/>
              <a:gd name="connsiteX7" fmla="*/ 1901953 w 2225906"/>
              <a:gd name="connsiteY7" fmla="*/ 1160020 h 1876846"/>
              <a:gd name="connsiteX8" fmla="*/ 1651213 w 2225906"/>
              <a:gd name="connsiteY8" fmla="*/ 850341 h 1876846"/>
              <a:gd name="connsiteX9" fmla="*/ 1220140 w 2225906"/>
              <a:gd name="connsiteY9" fmla="*/ 618299 h 1876846"/>
              <a:gd name="connsiteX10" fmla="*/ 598084 w 2225906"/>
              <a:gd name="connsiteY10" fmla="*/ 719982 h 1876846"/>
              <a:gd name="connsiteX11" fmla="*/ 231097 w 2225906"/>
              <a:gd name="connsiteY11" fmla="*/ 725860 h 1876846"/>
              <a:gd name="connsiteX12" fmla="*/ 0 w 2225906"/>
              <a:gd name="connsiteY12" fmla="*/ 387259 h 1876846"/>
              <a:gd name="connsiteX0" fmla="*/ 1693077 w 2225906"/>
              <a:gd name="connsiteY0" fmla="*/ 0 h 1855601"/>
              <a:gd name="connsiteX1" fmla="*/ 2085104 w 2225906"/>
              <a:gd name="connsiteY1" fmla="*/ 443068 h 1855601"/>
              <a:gd name="connsiteX2" fmla="*/ 2070602 w 2225906"/>
              <a:gd name="connsiteY2" fmla="*/ 844935 h 1855601"/>
              <a:gd name="connsiteX3" fmla="*/ 2203841 w 2225906"/>
              <a:gd name="connsiteY3" fmla="*/ 1204657 h 1855601"/>
              <a:gd name="connsiteX4" fmla="*/ 2199127 w 2225906"/>
              <a:gd name="connsiteY4" fmla="*/ 1587915 h 1855601"/>
              <a:gd name="connsiteX5" fmla="*/ 1945030 w 2225906"/>
              <a:gd name="connsiteY5" fmla="*/ 1848600 h 1855601"/>
              <a:gd name="connsiteX6" fmla="*/ 1826710 w 2225906"/>
              <a:gd name="connsiteY6" fmla="*/ 1306431 h 1855601"/>
              <a:gd name="connsiteX7" fmla="*/ 1901953 w 2225906"/>
              <a:gd name="connsiteY7" fmla="*/ 1138775 h 1855601"/>
              <a:gd name="connsiteX8" fmla="*/ 1651213 w 2225906"/>
              <a:gd name="connsiteY8" fmla="*/ 829096 h 1855601"/>
              <a:gd name="connsiteX9" fmla="*/ 1220140 w 2225906"/>
              <a:gd name="connsiteY9" fmla="*/ 597054 h 1855601"/>
              <a:gd name="connsiteX10" fmla="*/ 598084 w 2225906"/>
              <a:gd name="connsiteY10" fmla="*/ 698737 h 1855601"/>
              <a:gd name="connsiteX11" fmla="*/ 231097 w 2225906"/>
              <a:gd name="connsiteY11" fmla="*/ 704615 h 1855601"/>
              <a:gd name="connsiteX12" fmla="*/ 0 w 2225906"/>
              <a:gd name="connsiteY12" fmla="*/ 366014 h 1855601"/>
              <a:gd name="connsiteX0" fmla="*/ 1822675 w 2355504"/>
              <a:gd name="connsiteY0" fmla="*/ 0 h 1855601"/>
              <a:gd name="connsiteX1" fmla="*/ 2214702 w 2355504"/>
              <a:gd name="connsiteY1" fmla="*/ 443068 h 1855601"/>
              <a:gd name="connsiteX2" fmla="*/ 2200200 w 2355504"/>
              <a:gd name="connsiteY2" fmla="*/ 844935 h 1855601"/>
              <a:gd name="connsiteX3" fmla="*/ 2333439 w 2355504"/>
              <a:gd name="connsiteY3" fmla="*/ 1204657 h 1855601"/>
              <a:gd name="connsiteX4" fmla="*/ 2328725 w 2355504"/>
              <a:gd name="connsiteY4" fmla="*/ 1587915 h 1855601"/>
              <a:gd name="connsiteX5" fmla="*/ 2074628 w 2355504"/>
              <a:gd name="connsiteY5" fmla="*/ 1848600 h 1855601"/>
              <a:gd name="connsiteX6" fmla="*/ 1956308 w 2355504"/>
              <a:gd name="connsiteY6" fmla="*/ 1306431 h 1855601"/>
              <a:gd name="connsiteX7" fmla="*/ 2031551 w 2355504"/>
              <a:gd name="connsiteY7" fmla="*/ 1138775 h 1855601"/>
              <a:gd name="connsiteX8" fmla="*/ 1780811 w 2355504"/>
              <a:gd name="connsiteY8" fmla="*/ 829096 h 1855601"/>
              <a:gd name="connsiteX9" fmla="*/ 1349738 w 2355504"/>
              <a:gd name="connsiteY9" fmla="*/ 597054 h 1855601"/>
              <a:gd name="connsiteX10" fmla="*/ 727682 w 2355504"/>
              <a:gd name="connsiteY10" fmla="*/ 698737 h 1855601"/>
              <a:gd name="connsiteX11" fmla="*/ 360695 w 2355504"/>
              <a:gd name="connsiteY11" fmla="*/ 704615 h 1855601"/>
              <a:gd name="connsiteX12" fmla="*/ 5635 w 2355504"/>
              <a:gd name="connsiteY12" fmla="*/ 603081 h 1855601"/>
              <a:gd name="connsiteX13" fmla="*/ 129598 w 2355504"/>
              <a:gd name="connsiteY13" fmla="*/ 366014 h 1855601"/>
              <a:gd name="connsiteX0" fmla="*/ 1822675 w 2355504"/>
              <a:gd name="connsiteY0" fmla="*/ 0 h 1855601"/>
              <a:gd name="connsiteX1" fmla="*/ 2214702 w 2355504"/>
              <a:gd name="connsiteY1" fmla="*/ 443068 h 1855601"/>
              <a:gd name="connsiteX2" fmla="*/ 2200200 w 2355504"/>
              <a:gd name="connsiteY2" fmla="*/ 844935 h 1855601"/>
              <a:gd name="connsiteX3" fmla="*/ 2333439 w 2355504"/>
              <a:gd name="connsiteY3" fmla="*/ 1204657 h 1855601"/>
              <a:gd name="connsiteX4" fmla="*/ 2328725 w 2355504"/>
              <a:gd name="connsiteY4" fmla="*/ 1587915 h 1855601"/>
              <a:gd name="connsiteX5" fmla="*/ 2074628 w 2355504"/>
              <a:gd name="connsiteY5" fmla="*/ 1848600 h 1855601"/>
              <a:gd name="connsiteX6" fmla="*/ 1956308 w 2355504"/>
              <a:gd name="connsiteY6" fmla="*/ 1306431 h 1855601"/>
              <a:gd name="connsiteX7" fmla="*/ 2031551 w 2355504"/>
              <a:gd name="connsiteY7" fmla="*/ 1138775 h 1855601"/>
              <a:gd name="connsiteX8" fmla="*/ 1780811 w 2355504"/>
              <a:gd name="connsiteY8" fmla="*/ 829096 h 1855601"/>
              <a:gd name="connsiteX9" fmla="*/ 1349738 w 2355504"/>
              <a:gd name="connsiteY9" fmla="*/ 597054 h 1855601"/>
              <a:gd name="connsiteX10" fmla="*/ 727682 w 2355504"/>
              <a:gd name="connsiteY10" fmla="*/ 698737 h 1855601"/>
              <a:gd name="connsiteX11" fmla="*/ 360695 w 2355504"/>
              <a:gd name="connsiteY11" fmla="*/ 704615 h 1855601"/>
              <a:gd name="connsiteX12" fmla="*/ 169985 w 2355504"/>
              <a:gd name="connsiteY12" fmla="*/ 769811 h 1855601"/>
              <a:gd name="connsiteX13" fmla="*/ 5635 w 2355504"/>
              <a:gd name="connsiteY13" fmla="*/ 603081 h 1855601"/>
              <a:gd name="connsiteX14" fmla="*/ 129598 w 2355504"/>
              <a:gd name="connsiteY14" fmla="*/ 366014 h 1855601"/>
              <a:gd name="connsiteX0" fmla="*/ 2214702 w 2355504"/>
              <a:gd name="connsiteY0" fmla="*/ 77054 h 1489587"/>
              <a:gd name="connsiteX1" fmla="*/ 2200200 w 2355504"/>
              <a:gd name="connsiteY1" fmla="*/ 478921 h 1489587"/>
              <a:gd name="connsiteX2" fmla="*/ 2333439 w 2355504"/>
              <a:gd name="connsiteY2" fmla="*/ 838643 h 1489587"/>
              <a:gd name="connsiteX3" fmla="*/ 2328725 w 2355504"/>
              <a:gd name="connsiteY3" fmla="*/ 1221901 h 1489587"/>
              <a:gd name="connsiteX4" fmla="*/ 2074628 w 2355504"/>
              <a:gd name="connsiteY4" fmla="*/ 1482586 h 1489587"/>
              <a:gd name="connsiteX5" fmla="*/ 1956308 w 2355504"/>
              <a:gd name="connsiteY5" fmla="*/ 940417 h 1489587"/>
              <a:gd name="connsiteX6" fmla="*/ 2031551 w 2355504"/>
              <a:gd name="connsiteY6" fmla="*/ 772761 h 1489587"/>
              <a:gd name="connsiteX7" fmla="*/ 1780811 w 2355504"/>
              <a:gd name="connsiteY7" fmla="*/ 463082 h 1489587"/>
              <a:gd name="connsiteX8" fmla="*/ 1349738 w 2355504"/>
              <a:gd name="connsiteY8" fmla="*/ 231040 h 1489587"/>
              <a:gd name="connsiteX9" fmla="*/ 727682 w 2355504"/>
              <a:gd name="connsiteY9" fmla="*/ 332723 h 1489587"/>
              <a:gd name="connsiteX10" fmla="*/ 360695 w 2355504"/>
              <a:gd name="connsiteY10" fmla="*/ 338601 h 1489587"/>
              <a:gd name="connsiteX11" fmla="*/ 169985 w 2355504"/>
              <a:gd name="connsiteY11" fmla="*/ 403797 h 1489587"/>
              <a:gd name="connsiteX12" fmla="*/ 5635 w 2355504"/>
              <a:gd name="connsiteY12" fmla="*/ 237067 h 1489587"/>
              <a:gd name="connsiteX13" fmla="*/ 129598 w 2355504"/>
              <a:gd name="connsiteY13" fmla="*/ 0 h 1489587"/>
              <a:gd name="connsiteX0" fmla="*/ 2200200 w 2355504"/>
              <a:gd name="connsiteY0" fmla="*/ 478921 h 1489587"/>
              <a:gd name="connsiteX1" fmla="*/ 2333439 w 2355504"/>
              <a:gd name="connsiteY1" fmla="*/ 838643 h 1489587"/>
              <a:gd name="connsiteX2" fmla="*/ 2328725 w 2355504"/>
              <a:gd name="connsiteY2" fmla="*/ 1221901 h 1489587"/>
              <a:gd name="connsiteX3" fmla="*/ 2074628 w 2355504"/>
              <a:gd name="connsiteY3" fmla="*/ 1482586 h 1489587"/>
              <a:gd name="connsiteX4" fmla="*/ 1956308 w 2355504"/>
              <a:gd name="connsiteY4" fmla="*/ 940417 h 1489587"/>
              <a:gd name="connsiteX5" fmla="*/ 2031551 w 2355504"/>
              <a:gd name="connsiteY5" fmla="*/ 772761 h 1489587"/>
              <a:gd name="connsiteX6" fmla="*/ 1780811 w 2355504"/>
              <a:gd name="connsiteY6" fmla="*/ 463082 h 1489587"/>
              <a:gd name="connsiteX7" fmla="*/ 1349738 w 2355504"/>
              <a:gd name="connsiteY7" fmla="*/ 231040 h 1489587"/>
              <a:gd name="connsiteX8" fmla="*/ 727682 w 2355504"/>
              <a:gd name="connsiteY8" fmla="*/ 332723 h 1489587"/>
              <a:gd name="connsiteX9" fmla="*/ 360695 w 2355504"/>
              <a:gd name="connsiteY9" fmla="*/ 338601 h 1489587"/>
              <a:gd name="connsiteX10" fmla="*/ 169985 w 2355504"/>
              <a:gd name="connsiteY10" fmla="*/ 403797 h 1489587"/>
              <a:gd name="connsiteX11" fmla="*/ 5635 w 2355504"/>
              <a:gd name="connsiteY11" fmla="*/ 237067 h 1489587"/>
              <a:gd name="connsiteX12" fmla="*/ 129598 w 2355504"/>
              <a:gd name="connsiteY12" fmla="*/ 0 h 1489587"/>
              <a:gd name="connsiteX0" fmla="*/ 2483831 w 2485688"/>
              <a:gd name="connsiteY0" fmla="*/ 528752 h 1489587"/>
              <a:gd name="connsiteX1" fmla="*/ 2333439 w 2485688"/>
              <a:gd name="connsiteY1" fmla="*/ 838643 h 1489587"/>
              <a:gd name="connsiteX2" fmla="*/ 2328725 w 2485688"/>
              <a:gd name="connsiteY2" fmla="*/ 1221901 h 1489587"/>
              <a:gd name="connsiteX3" fmla="*/ 2074628 w 2485688"/>
              <a:gd name="connsiteY3" fmla="*/ 1482586 h 1489587"/>
              <a:gd name="connsiteX4" fmla="*/ 1956308 w 2485688"/>
              <a:gd name="connsiteY4" fmla="*/ 940417 h 1489587"/>
              <a:gd name="connsiteX5" fmla="*/ 2031551 w 2485688"/>
              <a:gd name="connsiteY5" fmla="*/ 772761 h 1489587"/>
              <a:gd name="connsiteX6" fmla="*/ 1780811 w 2485688"/>
              <a:gd name="connsiteY6" fmla="*/ 463082 h 1489587"/>
              <a:gd name="connsiteX7" fmla="*/ 1349738 w 2485688"/>
              <a:gd name="connsiteY7" fmla="*/ 231040 h 1489587"/>
              <a:gd name="connsiteX8" fmla="*/ 727682 w 2485688"/>
              <a:gd name="connsiteY8" fmla="*/ 332723 h 1489587"/>
              <a:gd name="connsiteX9" fmla="*/ 360695 w 2485688"/>
              <a:gd name="connsiteY9" fmla="*/ 338601 h 1489587"/>
              <a:gd name="connsiteX10" fmla="*/ 169985 w 2485688"/>
              <a:gd name="connsiteY10" fmla="*/ 403797 h 1489587"/>
              <a:gd name="connsiteX11" fmla="*/ 5635 w 2485688"/>
              <a:gd name="connsiteY11" fmla="*/ 237067 h 1489587"/>
              <a:gd name="connsiteX12" fmla="*/ 129598 w 2485688"/>
              <a:gd name="connsiteY12" fmla="*/ 0 h 1489587"/>
              <a:gd name="connsiteX0" fmla="*/ 2483831 w 2514225"/>
              <a:gd name="connsiteY0" fmla="*/ 528752 h 1489230"/>
              <a:gd name="connsiteX1" fmla="*/ 2503287 w 2514225"/>
              <a:gd name="connsiteY1" fmla="*/ 918714 h 1489230"/>
              <a:gd name="connsiteX2" fmla="*/ 2328725 w 2514225"/>
              <a:gd name="connsiteY2" fmla="*/ 1221901 h 1489230"/>
              <a:gd name="connsiteX3" fmla="*/ 2074628 w 2514225"/>
              <a:gd name="connsiteY3" fmla="*/ 1482586 h 1489230"/>
              <a:gd name="connsiteX4" fmla="*/ 1956308 w 2514225"/>
              <a:gd name="connsiteY4" fmla="*/ 940417 h 1489230"/>
              <a:gd name="connsiteX5" fmla="*/ 2031551 w 2514225"/>
              <a:gd name="connsiteY5" fmla="*/ 772761 h 1489230"/>
              <a:gd name="connsiteX6" fmla="*/ 1780811 w 2514225"/>
              <a:gd name="connsiteY6" fmla="*/ 463082 h 1489230"/>
              <a:gd name="connsiteX7" fmla="*/ 1349738 w 2514225"/>
              <a:gd name="connsiteY7" fmla="*/ 231040 h 1489230"/>
              <a:gd name="connsiteX8" fmla="*/ 727682 w 2514225"/>
              <a:gd name="connsiteY8" fmla="*/ 332723 h 1489230"/>
              <a:gd name="connsiteX9" fmla="*/ 360695 w 2514225"/>
              <a:gd name="connsiteY9" fmla="*/ 338601 h 1489230"/>
              <a:gd name="connsiteX10" fmla="*/ 169985 w 2514225"/>
              <a:gd name="connsiteY10" fmla="*/ 403797 h 1489230"/>
              <a:gd name="connsiteX11" fmla="*/ 5635 w 2514225"/>
              <a:gd name="connsiteY11" fmla="*/ 237067 h 1489230"/>
              <a:gd name="connsiteX12" fmla="*/ 129598 w 2514225"/>
              <a:gd name="connsiteY12" fmla="*/ 0 h 1489230"/>
              <a:gd name="connsiteX0" fmla="*/ 2483831 w 2514225"/>
              <a:gd name="connsiteY0" fmla="*/ 528752 h 1400348"/>
              <a:gd name="connsiteX1" fmla="*/ 2503287 w 2514225"/>
              <a:gd name="connsiteY1" fmla="*/ 918714 h 1400348"/>
              <a:gd name="connsiteX2" fmla="*/ 2328725 w 2514225"/>
              <a:gd name="connsiteY2" fmla="*/ 1221901 h 1400348"/>
              <a:gd name="connsiteX3" fmla="*/ 2070880 w 2514225"/>
              <a:gd name="connsiteY3" fmla="*/ 1390801 h 1400348"/>
              <a:gd name="connsiteX4" fmla="*/ 1956308 w 2514225"/>
              <a:gd name="connsiteY4" fmla="*/ 940417 h 1400348"/>
              <a:gd name="connsiteX5" fmla="*/ 2031551 w 2514225"/>
              <a:gd name="connsiteY5" fmla="*/ 772761 h 1400348"/>
              <a:gd name="connsiteX6" fmla="*/ 1780811 w 2514225"/>
              <a:gd name="connsiteY6" fmla="*/ 463082 h 1400348"/>
              <a:gd name="connsiteX7" fmla="*/ 1349738 w 2514225"/>
              <a:gd name="connsiteY7" fmla="*/ 231040 h 1400348"/>
              <a:gd name="connsiteX8" fmla="*/ 727682 w 2514225"/>
              <a:gd name="connsiteY8" fmla="*/ 332723 h 1400348"/>
              <a:gd name="connsiteX9" fmla="*/ 360695 w 2514225"/>
              <a:gd name="connsiteY9" fmla="*/ 338601 h 1400348"/>
              <a:gd name="connsiteX10" fmla="*/ 169985 w 2514225"/>
              <a:gd name="connsiteY10" fmla="*/ 403797 h 1400348"/>
              <a:gd name="connsiteX11" fmla="*/ 5635 w 2514225"/>
              <a:gd name="connsiteY11" fmla="*/ 237067 h 1400348"/>
              <a:gd name="connsiteX12" fmla="*/ 129598 w 2514225"/>
              <a:gd name="connsiteY12" fmla="*/ 0 h 1400348"/>
              <a:gd name="connsiteX0" fmla="*/ 2483831 w 2514225"/>
              <a:gd name="connsiteY0" fmla="*/ 528752 h 1400348"/>
              <a:gd name="connsiteX1" fmla="*/ 2503287 w 2514225"/>
              <a:gd name="connsiteY1" fmla="*/ 918714 h 1400348"/>
              <a:gd name="connsiteX2" fmla="*/ 2328725 w 2514225"/>
              <a:gd name="connsiteY2" fmla="*/ 1221901 h 1400348"/>
              <a:gd name="connsiteX3" fmla="*/ 2070880 w 2514225"/>
              <a:gd name="connsiteY3" fmla="*/ 1390801 h 1400348"/>
              <a:gd name="connsiteX4" fmla="*/ 1956308 w 2514225"/>
              <a:gd name="connsiteY4" fmla="*/ 940417 h 1400348"/>
              <a:gd name="connsiteX5" fmla="*/ 1820540 w 2514225"/>
              <a:gd name="connsiteY5" fmla="*/ 753075 h 1400348"/>
              <a:gd name="connsiteX6" fmla="*/ 1780811 w 2514225"/>
              <a:gd name="connsiteY6" fmla="*/ 463082 h 1400348"/>
              <a:gd name="connsiteX7" fmla="*/ 1349738 w 2514225"/>
              <a:gd name="connsiteY7" fmla="*/ 231040 h 1400348"/>
              <a:gd name="connsiteX8" fmla="*/ 727682 w 2514225"/>
              <a:gd name="connsiteY8" fmla="*/ 332723 h 1400348"/>
              <a:gd name="connsiteX9" fmla="*/ 360695 w 2514225"/>
              <a:gd name="connsiteY9" fmla="*/ 338601 h 1400348"/>
              <a:gd name="connsiteX10" fmla="*/ 169985 w 2514225"/>
              <a:gd name="connsiteY10" fmla="*/ 403797 h 1400348"/>
              <a:gd name="connsiteX11" fmla="*/ 5635 w 2514225"/>
              <a:gd name="connsiteY11" fmla="*/ 237067 h 1400348"/>
              <a:gd name="connsiteX12" fmla="*/ 129598 w 2514225"/>
              <a:gd name="connsiteY12" fmla="*/ 0 h 1400348"/>
              <a:gd name="connsiteX0" fmla="*/ 2483831 w 2514225"/>
              <a:gd name="connsiteY0" fmla="*/ 528752 h 1390851"/>
              <a:gd name="connsiteX1" fmla="*/ 2503287 w 2514225"/>
              <a:gd name="connsiteY1" fmla="*/ 918714 h 1390851"/>
              <a:gd name="connsiteX2" fmla="*/ 2328725 w 2514225"/>
              <a:gd name="connsiteY2" fmla="*/ 1221901 h 1390851"/>
              <a:gd name="connsiteX3" fmla="*/ 2070880 w 2514225"/>
              <a:gd name="connsiteY3" fmla="*/ 1390801 h 1390851"/>
              <a:gd name="connsiteX4" fmla="*/ 1861346 w 2514225"/>
              <a:gd name="connsiteY4" fmla="*/ 1237305 h 1390851"/>
              <a:gd name="connsiteX5" fmla="*/ 1820540 w 2514225"/>
              <a:gd name="connsiteY5" fmla="*/ 753075 h 1390851"/>
              <a:gd name="connsiteX6" fmla="*/ 1780811 w 2514225"/>
              <a:gd name="connsiteY6" fmla="*/ 463082 h 1390851"/>
              <a:gd name="connsiteX7" fmla="*/ 1349738 w 2514225"/>
              <a:gd name="connsiteY7" fmla="*/ 231040 h 1390851"/>
              <a:gd name="connsiteX8" fmla="*/ 727682 w 2514225"/>
              <a:gd name="connsiteY8" fmla="*/ 332723 h 1390851"/>
              <a:gd name="connsiteX9" fmla="*/ 360695 w 2514225"/>
              <a:gd name="connsiteY9" fmla="*/ 338601 h 1390851"/>
              <a:gd name="connsiteX10" fmla="*/ 169985 w 2514225"/>
              <a:gd name="connsiteY10" fmla="*/ 403797 h 1390851"/>
              <a:gd name="connsiteX11" fmla="*/ 5635 w 2514225"/>
              <a:gd name="connsiteY11" fmla="*/ 237067 h 1390851"/>
              <a:gd name="connsiteX12" fmla="*/ 129598 w 2514225"/>
              <a:gd name="connsiteY12" fmla="*/ 0 h 1390851"/>
              <a:gd name="connsiteX0" fmla="*/ 2478196 w 2508590"/>
              <a:gd name="connsiteY0" fmla="*/ 300552 h 1162651"/>
              <a:gd name="connsiteX1" fmla="*/ 2497652 w 2508590"/>
              <a:gd name="connsiteY1" fmla="*/ 690514 h 1162651"/>
              <a:gd name="connsiteX2" fmla="*/ 2323090 w 2508590"/>
              <a:gd name="connsiteY2" fmla="*/ 993701 h 1162651"/>
              <a:gd name="connsiteX3" fmla="*/ 2065245 w 2508590"/>
              <a:gd name="connsiteY3" fmla="*/ 1162601 h 1162651"/>
              <a:gd name="connsiteX4" fmla="*/ 1855711 w 2508590"/>
              <a:gd name="connsiteY4" fmla="*/ 1009105 h 1162651"/>
              <a:gd name="connsiteX5" fmla="*/ 1814905 w 2508590"/>
              <a:gd name="connsiteY5" fmla="*/ 524875 h 1162651"/>
              <a:gd name="connsiteX6" fmla="*/ 1775176 w 2508590"/>
              <a:gd name="connsiteY6" fmla="*/ 234882 h 1162651"/>
              <a:gd name="connsiteX7" fmla="*/ 1344103 w 2508590"/>
              <a:gd name="connsiteY7" fmla="*/ 2840 h 1162651"/>
              <a:gd name="connsiteX8" fmla="*/ 722047 w 2508590"/>
              <a:gd name="connsiteY8" fmla="*/ 104523 h 1162651"/>
              <a:gd name="connsiteX9" fmla="*/ 355060 w 2508590"/>
              <a:gd name="connsiteY9" fmla="*/ 110401 h 1162651"/>
              <a:gd name="connsiteX10" fmla="*/ 164350 w 2508590"/>
              <a:gd name="connsiteY10" fmla="*/ 175597 h 1162651"/>
              <a:gd name="connsiteX11" fmla="*/ 0 w 2508590"/>
              <a:gd name="connsiteY11" fmla="*/ 8867 h 1162651"/>
              <a:gd name="connsiteX0" fmla="*/ 2313846 w 2344240"/>
              <a:gd name="connsiteY0" fmla="*/ 300552 h 1162651"/>
              <a:gd name="connsiteX1" fmla="*/ 2333302 w 2344240"/>
              <a:gd name="connsiteY1" fmla="*/ 690514 h 1162651"/>
              <a:gd name="connsiteX2" fmla="*/ 2158740 w 2344240"/>
              <a:gd name="connsiteY2" fmla="*/ 993701 h 1162651"/>
              <a:gd name="connsiteX3" fmla="*/ 1900895 w 2344240"/>
              <a:gd name="connsiteY3" fmla="*/ 1162601 h 1162651"/>
              <a:gd name="connsiteX4" fmla="*/ 1691361 w 2344240"/>
              <a:gd name="connsiteY4" fmla="*/ 1009105 h 1162651"/>
              <a:gd name="connsiteX5" fmla="*/ 1650555 w 2344240"/>
              <a:gd name="connsiteY5" fmla="*/ 524875 h 1162651"/>
              <a:gd name="connsiteX6" fmla="*/ 1610826 w 2344240"/>
              <a:gd name="connsiteY6" fmla="*/ 234882 h 1162651"/>
              <a:gd name="connsiteX7" fmla="*/ 1179753 w 2344240"/>
              <a:gd name="connsiteY7" fmla="*/ 2840 h 1162651"/>
              <a:gd name="connsiteX8" fmla="*/ 557697 w 2344240"/>
              <a:gd name="connsiteY8" fmla="*/ 104523 h 1162651"/>
              <a:gd name="connsiteX9" fmla="*/ 190710 w 2344240"/>
              <a:gd name="connsiteY9" fmla="*/ 110401 h 1162651"/>
              <a:gd name="connsiteX10" fmla="*/ 0 w 2344240"/>
              <a:gd name="connsiteY10" fmla="*/ 175597 h 1162651"/>
              <a:gd name="connsiteX0" fmla="*/ 2313846 w 2344240"/>
              <a:gd name="connsiteY0" fmla="*/ 300552 h 1326733"/>
              <a:gd name="connsiteX1" fmla="*/ 2333302 w 2344240"/>
              <a:gd name="connsiteY1" fmla="*/ 690514 h 1326733"/>
              <a:gd name="connsiteX2" fmla="*/ 2158740 w 2344240"/>
              <a:gd name="connsiteY2" fmla="*/ 993701 h 1326733"/>
              <a:gd name="connsiteX3" fmla="*/ 2041888 w 2344240"/>
              <a:gd name="connsiteY3" fmla="*/ 1326715 h 1326733"/>
              <a:gd name="connsiteX4" fmla="*/ 1691361 w 2344240"/>
              <a:gd name="connsiteY4" fmla="*/ 1009105 h 1326733"/>
              <a:gd name="connsiteX5" fmla="*/ 1650555 w 2344240"/>
              <a:gd name="connsiteY5" fmla="*/ 524875 h 1326733"/>
              <a:gd name="connsiteX6" fmla="*/ 1610826 w 2344240"/>
              <a:gd name="connsiteY6" fmla="*/ 234882 h 1326733"/>
              <a:gd name="connsiteX7" fmla="*/ 1179753 w 2344240"/>
              <a:gd name="connsiteY7" fmla="*/ 2840 h 1326733"/>
              <a:gd name="connsiteX8" fmla="*/ 557697 w 2344240"/>
              <a:gd name="connsiteY8" fmla="*/ 104523 h 1326733"/>
              <a:gd name="connsiteX9" fmla="*/ 190710 w 2344240"/>
              <a:gd name="connsiteY9" fmla="*/ 110401 h 1326733"/>
              <a:gd name="connsiteX10" fmla="*/ 0 w 2344240"/>
              <a:gd name="connsiteY10" fmla="*/ 175597 h 1326733"/>
              <a:gd name="connsiteX0" fmla="*/ 2313846 w 2344240"/>
              <a:gd name="connsiteY0" fmla="*/ 300552 h 1394583"/>
              <a:gd name="connsiteX1" fmla="*/ 2333302 w 2344240"/>
              <a:gd name="connsiteY1" fmla="*/ 690514 h 1394583"/>
              <a:gd name="connsiteX2" fmla="*/ 2158740 w 2344240"/>
              <a:gd name="connsiteY2" fmla="*/ 993701 h 1394583"/>
              <a:gd name="connsiteX3" fmla="*/ 2041888 w 2344240"/>
              <a:gd name="connsiteY3" fmla="*/ 1326715 h 1394583"/>
              <a:gd name="connsiteX4" fmla="*/ 1666989 w 2344240"/>
              <a:gd name="connsiteY4" fmla="*/ 1363163 h 1394583"/>
              <a:gd name="connsiteX5" fmla="*/ 1650555 w 2344240"/>
              <a:gd name="connsiteY5" fmla="*/ 524875 h 1394583"/>
              <a:gd name="connsiteX6" fmla="*/ 1610826 w 2344240"/>
              <a:gd name="connsiteY6" fmla="*/ 234882 h 1394583"/>
              <a:gd name="connsiteX7" fmla="*/ 1179753 w 2344240"/>
              <a:gd name="connsiteY7" fmla="*/ 2840 h 1394583"/>
              <a:gd name="connsiteX8" fmla="*/ 557697 w 2344240"/>
              <a:gd name="connsiteY8" fmla="*/ 104523 h 1394583"/>
              <a:gd name="connsiteX9" fmla="*/ 190710 w 2344240"/>
              <a:gd name="connsiteY9" fmla="*/ 110401 h 1394583"/>
              <a:gd name="connsiteX10" fmla="*/ 0 w 2344240"/>
              <a:gd name="connsiteY10" fmla="*/ 175597 h 1394583"/>
              <a:gd name="connsiteX0" fmla="*/ 2313846 w 2344240"/>
              <a:gd name="connsiteY0" fmla="*/ 300552 h 1394583"/>
              <a:gd name="connsiteX1" fmla="*/ 2333302 w 2344240"/>
              <a:gd name="connsiteY1" fmla="*/ 690514 h 1394583"/>
              <a:gd name="connsiteX2" fmla="*/ 2158740 w 2344240"/>
              <a:gd name="connsiteY2" fmla="*/ 993701 h 1394583"/>
              <a:gd name="connsiteX3" fmla="*/ 2041888 w 2344240"/>
              <a:gd name="connsiteY3" fmla="*/ 1326715 h 1394583"/>
              <a:gd name="connsiteX4" fmla="*/ 1666989 w 2344240"/>
              <a:gd name="connsiteY4" fmla="*/ 1363163 h 1394583"/>
              <a:gd name="connsiteX5" fmla="*/ 1766387 w 2344240"/>
              <a:gd name="connsiteY5" fmla="*/ 746398 h 1394583"/>
              <a:gd name="connsiteX6" fmla="*/ 1610826 w 2344240"/>
              <a:gd name="connsiteY6" fmla="*/ 234882 h 1394583"/>
              <a:gd name="connsiteX7" fmla="*/ 1179753 w 2344240"/>
              <a:gd name="connsiteY7" fmla="*/ 2840 h 1394583"/>
              <a:gd name="connsiteX8" fmla="*/ 557697 w 2344240"/>
              <a:gd name="connsiteY8" fmla="*/ 104523 h 1394583"/>
              <a:gd name="connsiteX9" fmla="*/ 190710 w 2344240"/>
              <a:gd name="connsiteY9" fmla="*/ 110401 h 1394583"/>
              <a:gd name="connsiteX10" fmla="*/ 0 w 2344240"/>
              <a:gd name="connsiteY10" fmla="*/ 175597 h 1394583"/>
              <a:gd name="connsiteX0" fmla="*/ 2313846 w 2344240"/>
              <a:gd name="connsiteY0" fmla="*/ 314213 h 1408244"/>
              <a:gd name="connsiteX1" fmla="*/ 2333302 w 2344240"/>
              <a:gd name="connsiteY1" fmla="*/ 704175 h 1408244"/>
              <a:gd name="connsiteX2" fmla="*/ 2158740 w 2344240"/>
              <a:gd name="connsiteY2" fmla="*/ 1007362 h 1408244"/>
              <a:gd name="connsiteX3" fmla="*/ 2041888 w 2344240"/>
              <a:gd name="connsiteY3" fmla="*/ 1340376 h 1408244"/>
              <a:gd name="connsiteX4" fmla="*/ 1666989 w 2344240"/>
              <a:gd name="connsiteY4" fmla="*/ 1376824 h 1408244"/>
              <a:gd name="connsiteX5" fmla="*/ 1766387 w 2344240"/>
              <a:gd name="connsiteY5" fmla="*/ 760059 h 1408244"/>
              <a:gd name="connsiteX6" fmla="*/ 1608819 w 2344240"/>
              <a:gd name="connsiteY6" fmla="*/ 516333 h 1408244"/>
              <a:gd name="connsiteX7" fmla="*/ 1179753 w 2344240"/>
              <a:gd name="connsiteY7" fmla="*/ 16501 h 1408244"/>
              <a:gd name="connsiteX8" fmla="*/ 557697 w 2344240"/>
              <a:gd name="connsiteY8" fmla="*/ 118184 h 1408244"/>
              <a:gd name="connsiteX9" fmla="*/ 190710 w 2344240"/>
              <a:gd name="connsiteY9" fmla="*/ 124062 h 1408244"/>
              <a:gd name="connsiteX10" fmla="*/ 0 w 2344240"/>
              <a:gd name="connsiteY10" fmla="*/ 189258 h 1408244"/>
              <a:gd name="connsiteX0" fmla="*/ 2313846 w 2344240"/>
              <a:gd name="connsiteY0" fmla="*/ 196691 h 1290722"/>
              <a:gd name="connsiteX1" fmla="*/ 2333302 w 2344240"/>
              <a:gd name="connsiteY1" fmla="*/ 586653 h 1290722"/>
              <a:gd name="connsiteX2" fmla="*/ 2158740 w 2344240"/>
              <a:gd name="connsiteY2" fmla="*/ 889840 h 1290722"/>
              <a:gd name="connsiteX3" fmla="*/ 2041888 w 2344240"/>
              <a:gd name="connsiteY3" fmla="*/ 1222854 h 1290722"/>
              <a:gd name="connsiteX4" fmla="*/ 1666989 w 2344240"/>
              <a:gd name="connsiteY4" fmla="*/ 1259302 h 1290722"/>
              <a:gd name="connsiteX5" fmla="*/ 1766387 w 2344240"/>
              <a:gd name="connsiteY5" fmla="*/ 642537 h 1290722"/>
              <a:gd name="connsiteX6" fmla="*/ 1608819 w 2344240"/>
              <a:gd name="connsiteY6" fmla="*/ 398811 h 1290722"/>
              <a:gd name="connsiteX7" fmla="*/ 1317365 w 2344240"/>
              <a:gd name="connsiteY7" fmla="*/ 257626 h 1290722"/>
              <a:gd name="connsiteX8" fmla="*/ 557697 w 2344240"/>
              <a:gd name="connsiteY8" fmla="*/ 662 h 1290722"/>
              <a:gd name="connsiteX9" fmla="*/ 190710 w 2344240"/>
              <a:gd name="connsiteY9" fmla="*/ 6540 h 1290722"/>
              <a:gd name="connsiteX10" fmla="*/ 0 w 2344240"/>
              <a:gd name="connsiteY10" fmla="*/ 71736 h 1290722"/>
              <a:gd name="connsiteX0" fmla="*/ 2313846 w 2344240"/>
              <a:gd name="connsiteY0" fmla="*/ 190163 h 1284194"/>
              <a:gd name="connsiteX1" fmla="*/ 2333302 w 2344240"/>
              <a:gd name="connsiteY1" fmla="*/ 580125 h 1284194"/>
              <a:gd name="connsiteX2" fmla="*/ 2158740 w 2344240"/>
              <a:gd name="connsiteY2" fmla="*/ 883312 h 1284194"/>
              <a:gd name="connsiteX3" fmla="*/ 2041888 w 2344240"/>
              <a:gd name="connsiteY3" fmla="*/ 1216326 h 1284194"/>
              <a:gd name="connsiteX4" fmla="*/ 1666989 w 2344240"/>
              <a:gd name="connsiteY4" fmla="*/ 1252774 h 1284194"/>
              <a:gd name="connsiteX5" fmla="*/ 1766387 w 2344240"/>
              <a:gd name="connsiteY5" fmla="*/ 636009 h 1284194"/>
              <a:gd name="connsiteX6" fmla="*/ 1608819 w 2344240"/>
              <a:gd name="connsiteY6" fmla="*/ 392283 h 1284194"/>
              <a:gd name="connsiteX7" fmla="*/ 1317365 w 2344240"/>
              <a:gd name="connsiteY7" fmla="*/ 251098 h 1284194"/>
              <a:gd name="connsiteX8" fmla="*/ 1021826 w 2344240"/>
              <a:gd name="connsiteY8" fmla="*/ 305574 h 1284194"/>
              <a:gd name="connsiteX9" fmla="*/ 190710 w 2344240"/>
              <a:gd name="connsiteY9" fmla="*/ 12 h 1284194"/>
              <a:gd name="connsiteX10" fmla="*/ 0 w 2344240"/>
              <a:gd name="connsiteY10" fmla="*/ 65208 h 1284194"/>
              <a:gd name="connsiteX0" fmla="*/ 2123136 w 2153530"/>
              <a:gd name="connsiteY0" fmla="*/ 190151 h 1284182"/>
              <a:gd name="connsiteX1" fmla="*/ 2142592 w 2153530"/>
              <a:gd name="connsiteY1" fmla="*/ 580113 h 1284182"/>
              <a:gd name="connsiteX2" fmla="*/ 1968030 w 2153530"/>
              <a:gd name="connsiteY2" fmla="*/ 883300 h 1284182"/>
              <a:gd name="connsiteX3" fmla="*/ 1851178 w 2153530"/>
              <a:gd name="connsiteY3" fmla="*/ 1216314 h 1284182"/>
              <a:gd name="connsiteX4" fmla="*/ 1476279 w 2153530"/>
              <a:gd name="connsiteY4" fmla="*/ 1252762 h 1284182"/>
              <a:gd name="connsiteX5" fmla="*/ 1575677 w 2153530"/>
              <a:gd name="connsiteY5" fmla="*/ 635997 h 1284182"/>
              <a:gd name="connsiteX6" fmla="*/ 1418109 w 2153530"/>
              <a:gd name="connsiteY6" fmla="*/ 392271 h 1284182"/>
              <a:gd name="connsiteX7" fmla="*/ 1126655 w 2153530"/>
              <a:gd name="connsiteY7" fmla="*/ 251086 h 1284182"/>
              <a:gd name="connsiteX8" fmla="*/ 831116 w 2153530"/>
              <a:gd name="connsiteY8" fmla="*/ 305562 h 1284182"/>
              <a:gd name="connsiteX9" fmla="*/ 0 w 2153530"/>
              <a:gd name="connsiteY9" fmla="*/ 0 h 1284182"/>
              <a:gd name="connsiteX0" fmla="*/ 1570999 w 1601393"/>
              <a:gd name="connsiteY0" fmla="*/ 0 h 1094031"/>
              <a:gd name="connsiteX1" fmla="*/ 1590455 w 1601393"/>
              <a:gd name="connsiteY1" fmla="*/ 389962 h 1094031"/>
              <a:gd name="connsiteX2" fmla="*/ 1415893 w 1601393"/>
              <a:gd name="connsiteY2" fmla="*/ 693149 h 1094031"/>
              <a:gd name="connsiteX3" fmla="*/ 1299041 w 1601393"/>
              <a:gd name="connsiteY3" fmla="*/ 1026163 h 1094031"/>
              <a:gd name="connsiteX4" fmla="*/ 924142 w 1601393"/>
              <a:gd name="connsiteY4" fmla="*/ 1062611 h 1094031"/>
              <a:gd name="connsiteX5" fmla="*/ 1023540 w 1601393"/>
              <a:gd name="connsiteY5" fmla="*/ 445846 h 1094031"/>
              <a:gd name="connsiteX6" fmla="*/ 865972 w 1601393"/>
              <a:gd name="connsiteY6" fmla="*/ 202120 h 1094031"/>
              <a:gd name="connsiteX7" fmla="*/ 574518 w 1601393"/>
              <a:gd name="connsiteY7" fmla="*/ 60935 h 1094031"/>
              <a:gd name="connsiteX8" fmla="*/ 278979 w 1601393"/>
              <a:gd name="connsiteY8" fmla="*/ 115411 h 1094031"/>
              <a:gd name="connsiteX9" fmla="*/ 0 w 1601393"/>
              <a:gd name="connsiteY9" fmla="*/ 57620 h 1094031"/>
              <a:gd name="connsiteX0" fmla="*/ 1570999 w 1601393"/>
              <a:gd name="connsiteY0" fmla="*/ 0 h 1065155"/>
              <a:gd name="connsiteX1" fmla="*/ 1590455 w 1601393"/>
              <a:gd name="connsiteY1" fmla="*/ 389962 h 1065155"/>
              <a:gd name="connsiteX2" fmla="*/ 1415893 w 1601393"/>
              <a:gd name="connsiteY2" fmla="*/ 693149 h 1065155"/>
              <a:gd name="connsiteX3" fmla="*/ 1299041 w 1601393"/>
              <a:gd name="connsiteY3" fmla="*/ 1026163 h 1065155"/>
              <a:gd name="connsiteX4" fmla="*/ 933639 w 1601393"/>
              <a:gd name="connsiteY4" fmla="*/ 1017848 h 1065155"/>
              <a:gd name="connsiteX5" fmla="*/ 1023540 w 1601393"/>
              <a:gd name="connsiteY5" fmla="*/ 445846 h 1065155"/>
              <a:gd name="connsiteX6" fmla="*/ 865972 w 1601393"/>
              <a:gd name="connsiteY6" fmla="*/ 202120 h 1065155"/>
              <a:gd name="connsiteX7" fmla="*/ 574518 w 1601393"/>
              <a:gd name="connsiteY7" fmla="*/ 60935 h 1065155"/>
              <a:gd name="connsiteX8" fmla="*/ 278979 w 1601393"/>
              <a:gd name="connsiteY8" fmla="*/ 115411 h 1065155"/>
              <a:gd name="connsiteX9" fmla="*/ 0 w 1601393"/>
              <a:gd name="connsiteY9" fmla="*/ 57620 h 1065155"/>
              <a:gd name="connsiteX0" fmla="*/ 1570999 w 1578259"/>
              <a:gd name="connsiteY0" fmla="*/ 0 h 1065155"/>
              <a:gd name="connsiteX1" fmla="*/ 1540738 w 1578259"/>
              <a:gd name="connsiteY1" fmla="*/ 400743 h 1065155"/>
              <a:gd name="connsiteX2" fmla="*/ 1415893 w 1578259"/>
              <a:gd name="connsiteY2" fmla="*/ 693149 h 1065155"/>
              <a:gd name="connsiteX3" fmla="*/ 1299041 w 1578259"/>
              <a:gd name="connsiteY3" fmla="*/ 1026163 h 1065155"/>
              <a:gd name="connsiteX4" fmla="*/ 933639 w 1578259"/>
              <a:gd name="connsiteY4" fmla="*/ 1017848 h 1065155"/>
              <a:gd name="connsiteX5" fmla="*/ 1023540 w 1578259"/>
              <a:gd name="connsiteY5" fmla="*/ 445846 h 1065155"/>
              <a:gd name="connsiteX6" fmla="*/ 865972 w 1578259"/>
              <a:gd name="connsiteY6" fmla="*/ 202120 h 1065155"/>
              <a:gd name="connsiteX7" fmla="*/ 574518 w 1578259"/>
              <a:gd name="connsiteY7" fmla="*/ 60935 h 1065155"/>
              <a:gd name="connsiteX8" fmla="*/ 278979 w 1578259"/>
              <a:gd name="connsiteY8" fmla="*/ 115411 h 1065155"/>
              <a:gd name="connsiteX9" fmla="*/ 0 w 1578259"/>
              <a:gd name="connsiteY9" fmla="*/ 57620 h 1065155"/>
              <a:gd name="connsiteX0" fmla="*/ 1436887 w 1540839"/>
              <a:gd name="connsiteY0" fmla="*/ 0 h 1060777"/>
              <a:gd name="connsiteX1" fmla="*/ 1540738 w 1540839"/>
              <a:gd name="connsiteY1" fmla="*/ 396365 h 1060777"/>
              <a:gd name="connsiteX2" fmla="*/ 1415893 w 1540839"/>
              <a:gd name="connsiteY2" fmla="*/ 688771 h 1060777"/>
              <a:gd name="connsiteX3" fmla="*/ 1299041 w 1540839"/>
              <a:gd name="connsiteY3" fmla="*/ 1021785 h 1060777"/>
              <a:gd name="connsiteX4" fmla="*/ 933639 w 1540839"/>
              <a:gd name="connsiteY4" fmla="*/ 1013470 h 1060777"/>
              <a:gd name="connsiteX5" fmla="*/ 1023540 w 1540839"/>
              <a:gd name="connsiteY5" fmla="*/ 441468 h 1060777"/>
              <a:gd name="connsiteX6" fmla="*/ 865972 w 1540839"/>
              <a:gd name="connsiteY6" fmla="*/ 197742 h 1060777"/>
              <a:gd name="connsiteX7" fmla="*/ 574518 w 1540839"/>
              <a:gd name="connsiteY7" fmla="*/ 56557 h 1060777"/>
              <a:gd name="connsiteX8" fmla="*/ 278979 w 1540839"/>
              <a:gd name="connsiteY8" fmla="*/ 111033 h 1060777"/>
              <a:gd name="connsiteX9" fmla="*/ 0 w 1540839"/>
              <a:gd name="connsiteY9" fmla="*/ 53242 h 1060777"/>
              <a:gd name="connsiteX0" fmla="*/ 1436887 w 1540895"/>
              <a:gd name="connsiteY0" fmla="*/ 0 h 1060777"/>
              <a:gd name="connsiteX1" fmla="*/ 1540738 w 1540895"/>
              <a:gd name="connsiteY1" fmla="*/ 396365 h 1060777"/>
              <a:gd name="connsiteX2" fmla="*/ 1415893 w 1540895"/>
              <a:gd name="connsiteY2" fmla="*/ 688771 h 1060777"/>
              <a:gd name="connsiteX3" fmla="*/ 1299041 w 1540895"/>
              <a:gd name="connsiteY3" fmla="*/ 1021785 h 1060777"/>
              <a:gd name="connsiteX4" fmla="*/ 933639 w 1540895"/>
              <a:gd name="connsiteY4" fmla="*/ 1013470 h 1060777"/>
              <a:gd name="connsiteX5" fmla="*/ 1023540 w 1540895"/>
              <a:gd name="connsiteY5" fmla="*/ 441468 h 1060777"/>
              <a:gd name="connsiteX6" fmla="*/ 865972 w 1540895"/>
              <a:gd name="connsiteY6" fmla="*/ 197742 h 1060777"/>
              <a:gd name="connsiteX7" fmla="*/ 574518 w 1540895"/>
              <a:gd name="connsiteY7" fmla="*/ 56557 h 1060777"/>
              <a:gd name="connsiteX8" fmla="*/ 278979 w 1540895"/>
              <a:gd name="connsiteY8" fmla="*/ 111033 h 1060777"/>
              <a:gd name="connsiteX9" fmla="*/ 0 w 1540895"/>
              <a:gd name="connsiteY9" fmla="*/ 53242 h 1060777"/>
              <a:gd name="connsiteX0" fmla="*/ 1436887 w 1540895"/>
              <a:gd name="connsiteY0" fmla="*/ 0 h 1028712"/>
              <a:gd name="connsiteX1" fmla="*/ 1540738 w 1540895"/>
              <a:gd name="connsiteY1" fmla="*/ 396365 h 1028712"/>
              <a:gd name="connsiteX2" fmla="*/ 1415893 w 1540895"/>
              <a:gd name="connsiteY2" fmla="*/ 688771 h 1028712"/>
              <a:gd name="connsiteX3" fmla="*/ 1299041 w 1540895"/>
              <a:gd name="connsiteY3" fmla="*/ 1021785 h 1028712"/>
              <a:gd name="connsiteX4" fmla="*/ 949195 w 1540895"/>
              <a:gd name="connsiteY4" fmla="*/ 894418 h 1028712"/>
              <a:gd name="connsiteX5" fmla="*/ 1023540 w 1540895"/>
              <a:gd name="connsiteY5" fmla="*/ 441468 h 1028712"/>
              <a:gd name="connsiteX6" fmla="*/ 865972 w 1540895"/>
              <a:gd name="connsiteY6" fmla="*/ 197742 h 1028712"/>
              <a:gd name="connsiteX7" fmla="*/ 574518 w 1540895"/>
              <a:gd name="connsiteY7" fmla="*/ 56557 h 1028712"/>
              <a:gd name="connsiteX8" fmla="*/ 278979 w 1540895"/>
              <a:gd name="connsiteY8" fmla="*/ 111033 h 1028712"/>
              <a:gd name="connsiteX9" fmla="*/ 0 w 1540895"/>
              <a:gd name="connsiteY9" fmla="*/ 53242 h 1028712"/>
              <a:gd name="connsiteX0" fmla="*/ 1436887 w 1540895"/>
              <a:gd name="connsiteY0" fmla="*/ 0 h 1028712"/>
              <a:gd name="connsiteX1" fmla="*/ 1540738 w 1540895"/>
              <a:gd name="connsiteY1" fmla="*/ 396365 h 1028712"/>
              <a:gd name="connsiteX2" fmla="*/ 1415893 w 1540895"/>
              <a:gd name="connsiteY2" fmla="*/ 688771 h 1028712"/>
              <a:gd name="connsiteX3" fmla="*/ 1299041 w 1540895"/>
              <a:gd name="connsiteY3" fmla="*/ 1021785 h 1028712"/>
              <a:gd name="connsiteX4" fmla="*/ 949195 w 1540895"/>
              <a:gd name="connsiteY4" fmla="*/ 894418 h 1028712"/>
              <a:gd name="connsiteX5" fmla="*/ 950170 w 1540895"/>
              <a:gd name="connsiteY5" fmla="*/ 444795 h 1028712"/>
              <a:gd name="connsiteX6" fmla="*/ 865972 w 1540895"/>
              <a:gd name="connsiteY6" fmla="*/ 197742 h 1028712"/>
              <a:gd name="connsiteX7" fmla="*/ 574518 w 1540895"/>
              <a:gd name="connsiteY7" fmla="*/ 56557 h 1028712"/>
              <a:gd name="connsiteX8" fmla="*/ 278979 w 1540895"/>
              <a:gd name="connsiteY8" fmla="*/ 111033 h 1028712"/>
              <a:gd name="connsiteX9" fmla="*/ 0 w 1540895"/>
              <a:gd name="connsiteY9" fmla="*/ 53242 h 1028712"/>
              <a:gd name="connsiteX0" fmla="*/ 1436887 w 1540895"/>
              <a:gd name="connsiteY0" fmla="*/ 0 h 920906"/>
              <a:gd name="connsiteX1" fmla="*/ 1540738 w 1540895"/>
              <a:gd name="connsiteY1" fmla="*/ 396365 h 920906"/>
              <a:gd name="connsiteX2" fmla="*/ 1415893 w 1540895"/>
              <a:gd name="connsiteY2" fmla="*/ 688771 h 920906"/>
              <a:gd name="connsiteX3" fmla="*/ 1245588 w 1540895"/>
              <a:gd name="connsiteY3" fmla="*/ 862827 h 920906"/>
              <a:gd name="connsiteX4" fmla="*/ 949195 w 1540895"/>
              <a:gd name="connsiteY4" fmla="*/ 894418 h 920906"/>
              <a:gd name="connsiteX5" fmla="*/ 950170 w 1540895"/>
              <a:gd name="connsiteY5" fmla="*/ 444795 h 920906"/>
              <a:gd name="connsiteX6" fmla="*/ 865972 w 1540895"/>
              <a:gd name="connsiteY6" fmla="*/ 197742 h 920906"/>
              <a:gd name="connsiteX7" fmla="*/ 574518 w 1540895"/>
              <a:gd name="connsiteY7" fmla="*/ 56557 h 920906"/>
              <a:gd name="connsiteX8" fmla="*/ 278979 w 1540895"/>
              <a:gd name="connsiteY8" fmla="*/ 111033 h 920906"/>
              <a:gd name="connsiteX9" fmla="*/ 0 w 1540895"/>
              <a:gd name="connsiteY9" fmla="*/ 53242 h 920906"/>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574518 w 1540895"/>
              <a:gd name="connsiteY7" fmla="*/ 56557 h 871361"/>
              <a:gd name="connsiteX8" fmla="*/ 278979 w 1540895"/>
              <a:gd name="connsiteY8" fmla="*/ 111033 h 871361"/>
              <a:gd name="connsiteX9" fmla="*/ 0 w 1540895"/>
              <a:gd name="connsiteY9" fmla="*/ 53242 h 871361"/>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574518 w 1540895"/>
              <a:gd name="connsiteY7" fmla="*/ 56557 h 871361"/>
              <a:gd name="connsiteX8" fmla="*/ 278979 w 1540895"/>
              <a:gd name="connsiteY8" fmla="*/ 111033 h 871361"/>
              <a:gd name="connsiteX9" fmla="*/ 0 w 1540895"/>
              <a:gd name="connsiteY9" fmla="*/ 53242 h 871361"/>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602943 w 1540895"/>
              <a:gd name="connsiteY7" fmla="*/ 102605 h 871361"/>
              <a:gd name="connsiteX8" fmla="*/ 278979 w 1540895"/>
              <a:gd name="connsiteY8" fmla="*/ 111033 h 871361"/>
              <a:gd name="connsiteX9" fmla="*/ 0 w 1540895"/>
              <a:gd name="connsiteY9" fmla="*/ 53242 h 871361"/>
              <a:gd name="connsiteX0" fmla="*/ 1525663 w 1559478"/>
              <a:gd name="connsiteY0" fmla="*/ 0 h 847415"/>
              <a:gd name="connsiteX1" fmla="*/ 1540738 w 1559478"/>
              <a:gd name="connsiteY1" fmla="*/ 372419 h 847415"/>
              <a:gd name="connsiteX2" fmla="*/ 1415893 w 1559478"/>
              <a:gd name="connsiteY2" fmla="*/ 664825 h 847415"/>
              <a:gd name="connsiteX3" fmla="*/ 1245588 w 1559478"/>
              <a:gd name="connsiteY3" fmla="*/ 838881 h 847415"/>
              <a:gd name="connsiteX4" fmla="*/ 949763 w 1559478"/>
              <a:gd name="connsiteY4" fmla="*/ 784376 h 847415"/>
              <a:gd name="connsiteX5" fmla="*/ 950170 w 1559478"/>
              <a:gd name="connsiteY5" fmla="*/ 420849 h 847415"/>
              <a:gd name="connsiteX6" fmla="*/ 865972 w 1559478"/>
              <a:gd name="connsiteY6" fmla="*/ 173796 h 847415"/>
              <a:gd name="connsiteX7" fmla="*/ 602943 w 1559478"/>
              <a:gd name="connsiteY7" fmla="*/ 78659 h 847415"/>
              <a:gd name="connsiteX8" fmla="*/ 278979 w 1559478"/>
              <a:gd name="connsiteY8" fmla="*/ 87087 h 847415"/>
              <a:gd name="connsiteX9" fmla="*/ 0 w 1559478"/>
              <a:gd name="connsiteY9" fmla="*/ 29296 h 847415"/>
              <a:gd name="connsiteX0" fmla="*/ 1246684 w 1280499"/>
              <a:gd name="connsiteY0" fmla="*/ 0 h 847415"/>
              <a:gd name="connsiteX1" fmla="*/ 1261759 w 1280499"/>
              <a:gd name="connsiteY1" fmla="*/ 372419 h 847415"/>
              <a:gd name="connsiteX2" fmla="*/ 1136914 w 1280499"/>
              <a:gd name="connsiteY2" fmla="*/ 664825 h 847415"/>
              <a:gd name="connsiteX3" fmla="*/ 966609 w 1280499"/>
              <a:gd name="connsiteY3" fmla="*/ 838881 h 847415"/>
              <a:gd name="connsiteX4" fmla="*/ 670784 w 1280499"/>
              <a:gd name="connsiteY4" fmla="*/ 784376 h 847415"/>
              <a:gd name="connsiteX5" fmla="*/ 671191 w 1280499"/>
              <a:gd name="connsiteY5" fmla="*/ 420849 h 847415"/>
              <a:gd name="connsiteX6" fmla="*/ 586993 w 1280499"/>
              <a:gd name="connsiteY6" fmla="*/ 173796 h 847415"/>
              <a:gd name="connsiteX7" fmla="*/ 323964 w 1280499"/>
              <a:gd name="connsiteY7" fmla="*/ 78659 h 847415"/>
              <a:gd name="connsiteX8" fmla="*/ 0 w 1280499"/>
              <a:gd name="connsiteY8" fmla="*/ 87087 h 847415"/>
              <a:gd name="connsiteX0" fmla="*/ 1224067 w 1257882"/>
              <a:gd name="connsiteY0" fmla="*/ 0 h 847415"/>
              <a:gd name="connsiteX1" fmla="*/ 1239142 w 1257882"/>
              <a:gd name="connsiteY1" fmla="*/ 372419 h 847415"/>
              <a:gd name="connsiteX2" fmla="*/ 1114297 w 1257882"/>
              <a:gd name="connsiteY2" fmla="*/ 664825 h 847415"/>
              <a:gd name="connsiteX3" fmla="*/ 943992 w 1257882"/>
              <a:gd name="connsiteY3" fmla="*/ 838881 h 847415"/>
              <a:gd name="connsiteX4" fmla="*/ 648167 w 1257882"/>
              <a:gd name="connsiteY4" fmla="*/ 784376 h 847415"/>
              <a:gd name="connsiteX5" fmla="*/ 648574 w 1257882"/>
              <a:gd name="connsiteY5" fmla="*/ 420849 h 847415"/>
              <a:gd name="connsiteX6" fmla="*/ 564376 w 1257882"/>
              <a:gd name="connsiteY6" fmla="*/ 173796 h 847415"/>
              <a:gd name="connsiteX7" fmla="*/ 301347 w 1257882"/>
              <a:gd name="connsiteY7" fmla="*/ 78659 h 847415"/>
              <a:gd name="connsiteX8" fmla="*/ 0 w 1257882"/>
              <a:gd name="connsiteY8" fmla="*/ 19162 h 847415"/>
              <a:gd name="connsiteX0" fmla="*/ 1224067 w 1257882"/>
              <a:gd name="connsiteY0" fmla="*/ 0 h 847415"/>
              <a:gd name="connsiteX1" fmla="*/ 1239142 w 1257882"/>
              <a:gd name="connsiteY1" fmla="*/ 372419 h 847415"/>
              <a:gd name="connsiteX2" fmla="*/ 1114297 w 1257882"/>
              <a:gd name="connsiteY2" fmla="*/ 664825 h 847415"/>
              <a:gd name="connsiteX3" fmla="*/ 943992 w 1257882"/>
              <a:gd name="connsiteY3" fmla="*/ 838881 h 847415"/>
              <a:gd name="connsiteX4" fmla="*/ 648167 w 1257882"/>
              <a:gd name="connsiteY4" fmla="*/ 784376 h 847415"/>
              <a:gd name="connsiteX5" fmla="*/ 648574 w 1257882"/>
              <a:gd name="connsiteY5" fmla="*/ 420849 h 847415"/>
              <a:gd name="connsiteX6" fmla="*/ 564376 w 1257882"/>
              <a:gd name="connsiteY6" fmla="*/ 173796 h 847415"/>
              <a:gd name="connsiteX7" fmla="*/ 301347 w 1257882"/>
              <a:gd name="connsiteY7" fmla="*/ 78659 h 847415"/>
              <a:gd name="connsiteX8" fmla="*/ 0 w 1257882"/>
              <a:gd name="connsiteY8" fmla="*/ 19162 h 847415"/>
              <a:gd name="connsiteX0" fmla="*/ 1195095 w 1245351"/>
              <a:gd name="connsiteY0" fmla="*/ 0 h 872859"/>
              <a:gd name="connsiteX1" fmla="*/ 1239142 w 1245351"/>
              <a:gd name="connsiteY1" fmla="*/ 397863 h 872859"/>
              <a:gd name="connsiteX2" fmla="*/ 1114297 w 1245351"/>
              <a:gd name="connsiteY2" fmla="*/ 690269 h 872859"/>
              <a:gd name="connsiteX3" fmla="*/ 943992 w 1245351"/>
              <a:gd name="connsiteY3" fmla="*/ 864325 h 872859"/>
              <a:gd name="connsiteX4" fmla="*/ 648167 w 1245351"/>
              <a:gd name="connsiteY4" fmla="*/ 809820 h 872859"/>
              <a:gd name="connsiteX5" fmla="*/ 648574 w 1245351"/>
              <a:gd name="connsiteY5" fmla="*/ 446293 h 872859"/>
              <a:gd name="connsiteX6" fmla="*/ 564376 w 1245351"/>
              <a:gd name="connsiteY6" fmla="*/ 199240 h 872859"/>
              <a:gd name="connsiteX7" fmla="*/ 301347 w 1245351"/>
              <a:gd name="connsiteY7" fmla="*/ 104103 h 872859"/>
              <a:gd name="connsiteX8" fmla="*/ 0 w 1245351"/>
              <a:gd name="connsiteY8" fmla="*/ 44606 h 872859"/>
              <a:gd name="connsiteX0" fmla="*/ 1195095 w 1245351"/>
              <a:gd name="connsiteY0" fmla="*/ 0 h 872859"/>
              <a:gd name="connsiteX1" fmla="*/ 1239142 w 1245351"/>
              <a:gd name="connsiteY1" fmla="*/ 397863 h 872859"/>
              <a:gd name="connsiteX2" fmla="*/ 1114297 w 1245351"/>
              <a:gd name="connsiteY2" fmla="*/ 690269 h 872859"/>
              <a:gd name="connsiteX3" fmla="*/ 943992 w 1245351"/>
              <a:gd name="connsiteY3" fmla="*/ 864325 h 872859"/>
              <a:gd name="connsiteX4" fmla="*/ 648167 w 1245351"/>
              <a:gd name="connsiteY4" fmla="*/ 809820 h 872859"/>
              <a:gd name="connsiteX5" fmla="*/ 591262 w 1245351"/>
              <a:gd name="connsiteY5" fmla="*/ 472975 h 872859"/>
              <a:gd name="connsiteX6" fmla="*/ 564376 w 1245351"/>
              <a:gd name="connsiteY6" fmla="*/ 199240 h 872859"/>
              <a:gd name="connsiteX7" fmla="*/ 301347 w 1245351"/>
              <a:gd name="connsiteY7" fmla="*/ 104103 h 872859"/>
              <a:gd name="connsiteX8" fmla="*/ 0 w 1245351"/>
              <a:gd name="connsiteY8" fmla="*/ 44606 h 872859"/>
              <a:gd name="connsiteX0" fmla="*/ 1134376 w 1239284"/>
              <a:gd name="connsiteY0" fmla="*/ 0 h 867429"/>
              <a:gd name="connsiteX1" fmla="*/ 1239142 w 1239284"/>
              <a:gd name="connsiteY1" fmla="*/ 392433 h 867429"/>
              <a:gd name="connsiteX2" fmla="*/ 1114297 w 1239284"/>
              <a:gd name="connsiteY2" fmla="*/ 684839 h 867429"/>
              <a:gd name="connsiteX3" fmla="*/ 943992 w 1239284"/>
              <a:gd name="connsiteY3" fmla="*/ 858895 h 867429"/>
              <a:gd name="connsiteX4" fmla="*/ 648167 w 1239284"/>
              <a:gd name="connsiteY4" fmla="*/ 804390 h 867429"/>
              <a:gd name="connsiteX5" fmla="*/ 591262 w 1239284"/>
              <a:gd name="connsiteY5" fmla="*/ 467545 h 867429"/>
              <a:gd name="connsiteX6" fmla="*/ 564376 w 1239284"/>
              <a:gd name="connsiteY6" fmla="*/ 193810 h 867429"/>
              <a:gd name="connsiteX7" fmla="*/ 301347 w 1239284"/>
              <a:gd name="connsiteY7" fmla="*/ 98673 h 867429"/>
              <a:gd name="connsiteX8" fmla="*/ 0 w 1239284"/>
              <a:gd name="connsiteY8" fmla="*/ 39176 h 86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9284" h="867429">
                <a:moveTo>
                  <a:pt x="1134376" y="0"/>
                </a:moveTo>
                <a:cubicBezTo>
                  <a:pt x="1186116" y="116957"/>
                  <a:pt x="1242488" y="278293"/>
                  <a:pt x="1239142" y="392433"/>
                </a:cubicBezTo>
                <a:cubicBezTo>
                  <a:pt x="1235796" y="506573"/>
                  <a:pt x="1163489" y="607095"/>
                  <a:pt x="1114297" y="684839"/>
                </a:cubicBezTo>
                <a:cubicBezTo>
                  <a:pt x="1065105" y="762583"/>
                  <a:pt x="1021680" y="838970"/>
                  <a:pt x="943992" y="858895"/>
                </a:cubicBezTo>
                <a:cubicBezTo>
                  <a:pt x="866304" y="878820"/>
                  <a:pt x="658285" y="865121"/>
                  <a:pt x="648167" y="804390"/>
                </a:cubicBezTo>
                <a:cubicBezTo>
                  <a:pt x="589510" y="704979"/>
                  <a:pt x="605227" y="569308"/>
                  <a:pt x="591262" y="467545"/>
                </a:cubicBezTo>
                <a:cubicBezTo>
                  <a:pt x="577297" y="365782"/>
                  <a:pt x="612695" y="255289"/>
                  <a:pt x="564376" y="193810"/>
                </a:cubicBezTo>
                <a:cubicBezTo>
                  <a:pt x="516057" y="132331"/>
                  <a:pt x="395410" y="124445"/>
                  <a:pt x="301347" y="98673"/>
                </a:cubicBezTo>
                <a:cubicBezTo>
                  <a:pt x="207284" y="72901"/>
                  <a:pt x="99568" y="84620"/>
                  <a:pt x="0" y="39176"/>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Freeform: Shape 36">
            <a:extLst>
              <a:ext uri="{FF2B5EF4-FFF2-40B4-BE49-F238E27FC236}">
                <a16:creationId xmlns:a16="http://schemas.microsoft.com/office/drawing/2014/main" id="{2DA4FAB8-806D-B125-4294-4AE05226B83C}"/>
              </a:ext>
            </a:extLst>
          </p:cNvPr>
          <p:cNvSpPr/>
          <p:nvPr userDrawn="1"/>
        </p:nvSpPr>
        <p:spPr>
          <a:xfrm rot="21223584" flipH="1">
            <a:off x="9370390" y="-177279"/>
            <a:ext cx="2789149" cy="138570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1101132 w 1609683"/>
              <a:gd name="connsiteY8" fmla="*/ 897523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1073275 w 1609683"/>
              <a:gd name="connsiteY7" fmla="*/ 1159123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8626"/>
              <a:gd name="connsiteX1" fmla="*/ 1588442 w 1609683"/>
              <a:gd name="connsiteY1" fmla="*/ 822552 h 1518626"/>
              <a:gd name="connsiteX2" fmla="*/ 1600444 w 1609683"/>
              <a:gd name="connsiteY2" fmla="*/ 1169452 h 1518626"/>
              <a:gd name="connsiteX3" fmla="*/ 1498717 w 1609683"/>
              <a:gd name="connsiteY3" fmla="*/ 1444629 h 1518626"/>
              <a:gd name="connsiteX4" fmla="*/ 1329172 w 1609683"/>
              <a:gd name="connsiteY4" fmla="*/ 1516448 h 1518626"/>
              <a:gd name="connsiteX5" fmla="*/ 1205537 w 1609683"/>
              <a:gd name="connsiteY5" fmla="*/ 1500541 h 1518626"/>
              <a:gd name="connsiteX6" fmla="*/ 1105811 w 1609683"/>
              <a:gd name="connsiteY6" fmla="*/ 1356999 h 1518626"/>
              <a:gd name="connsiteX7" fmla="*/ 980106 w 1609683"/>
              <a:gd name="connsiteY7" fmla="*/ 1238739 h 1518626"/>
              <a:gd name="connsiteX8" fmla="*/ 941413 w 1609683"/>
              <a:gd name="connsiteY8" fmla="*/ 952812 h 1518626"/>
              <a:gd name="connsiteX9" fmla="*/ 1044991 w 1609683"/>
              <a:gd name="connsiteY9" fmla="*/ 731644 h 1518626"/>
              <a:gd name="connsiteX10" fmla="*/ 888801 w 1609683"/>
              <a:gd name="connsiteY10" fmla="*/ 612802 h 1518626"/>
              <a:gd name="connsiteX11" fmla="*/ 573860 w 1609683"/>
              <a:gd name="connsiteY11" fmla="*/ 547014 h 1518626"/>
              <a:gd name="connsiteX12" fmla="*/ 247825 w 1609683"/>
              <a:gd name="connsiteY12" fmla="*/ 590646 h 1518626"/>
              <a:gd name="connsiteX13" fmla="*/ 127655 w 1609683"/>
              <a:gd name="connsiteY13" fmla="*/ 0 h 1518626"/>
              <a:gd name="connsiteX0" fmla="*/ 1422783 w 1609683"/>
              <a:gd name="connsiteY0" fmla="*/ 140939 h 1517833"/>
              <a:gd name="connsiteX1" fmla="*/ 1588442 w 1609683"/>
              <a:gd name="connsiteY1" fmla="*/ 822552 h 1517833"/>
              <a:gd name="connsiteX2" fmla="*/ 1600444 w 1609683"/>
              <a:gd name="connsiteY2" fmla="*/ 1169452 h 1517833"/>
              <a:gd name="connsiteX3" fmla="*/ 1498717 w 1609683"/>
              <a:gd name="connsiteY3" fmla="*/ 1444629 h 1517833"/>
              <a:gd name="connsiteX4" fmla="*/ 1329172 w 1609683"/>
              <a:gd name="connsiteY4" fmla="*/ 1516448 h 1517833"/>
              <a:gd name="connsiteX5" fmla="*/ 1205537 w 1609683"/>
              <a:gd name="connsiteY5" fmla="*/ 1500541 h 1517833"/>
              <a:gd name="connsiteX6" fmla="*/ 1023734 w 1609683"/>
              <a:gd name="connsiteY6" fmla="*/ 1445461 h 1517833"/>
              <a:gd name="connsiteX7" fmla="*/ 980106 w 1609683"/>
              <a:gd name="connsiteY7" fmla="*/ 1238739 h 1517833"/>
              <a:gd name="connsiteX8" fmla="*/ 941413 w 1609683"/>
              <a:gd name="connsiteY8" fmla="*/ 952812 h 1517833"/>
              <a:gd name="connsiteX9" fmla="*/ 1044991 w 1609683"/>
              <a:gd name="connsiteY9" fmla="*/ 731644 h 1517833"/>
              <a:gd name="connsiteX10" fmla="*/ 888801 w 1609683"/>
              <a:gd name="connsiteY10" fmla="*/ 612802 h 1517833"/>
              <a:gd name="connsiteX11" fmla="*/ 573860 w 1609683"/>
              <a:gd name="connsiteY11" fmla="*/ 547014 h 1517833"/>
              <a:gd name="connsiteX12" fmla="*/ 247825 w 1609683"/>
              <a:gd name="connsiteY12" fmla="*/ 590646 h 1517833"/>
              <a:gd name="connsiteX13" fmla="*/ 127655 w 1609683"/>
              <a:gd name="connsiteY13" fmla="*/ 0 h 1517833"/>
              <a:gd name="connsiteX0" fmla="*/ 1844897 w 2031797"/>
              <a:gd name="connsiteY0" fmla="*/ 70170 h 1447064"/>
              <a:gd name="connsiteX1" fmla="*/ 2010556 w 2031797"/>
              <a:gd name="connsiteY1" fmla="*/ 751783 h 1447064"/>
              <a:gd name="connsiteX2" fmla="*/ 2022558 w 2031797"/>
              <a:gd name="connsiteY2" fmla="*/ 1098683 h 1447064"/>
              <a:gd name="connsiteX3" fmla="*/ 1920831 w 2031797"/>
              <a:gd name="connsiteY3" fmla="*/ 1373860 h 1447064"/>
              <a:gd name="connsiteX4" fmla="*/ 1751286 w 2031797"/>
              <a:gd name="connsiteY4" fmla="*/ 1445679 h 1447064"/>
              <a:gd name="connsiteX5" fmla="*/ 1627651 w 2031797"/>
              <a:gd name="connsiteY5" fmla="*/ 1429772 h 1447064"/>
              <a:gd name="connsiteX6" fmla="*/ 1445848 w 2031797"/>
              <a:gd name="connsiteY6" fmla="*/ 1374692 h 1447064"/>
              <a:gd name="connsiteX7" fmla="*/ 1402220 w 2031797"/>
              <a:gd name="connsiteY7" fmla="*/ 1167970 h 1447064"/>
              <a:gd name="connsiteX8" fmla="*/ 1363527 w 2031797"/>
              <a:gd name="connsiteY8" fmla="*/ 882043 h 1447064"/>
              <a:gd name="connsiteX9" fmla="*/ 1467105 w 2031797"/>
              <a:gd name="connsiteY9" fmla="*/ 660875 h 1447064"/>
              <a:gd name="connsiteX10" fmla="*/ 1310915 w 2031797"/>
              <a:gd name="connsiteY10" fmla="*/ 542033 h 1447064"/>
              <a:gd name="connsiteX11" fmla="*/ 995974 w 2031797"/>
              <a:gd name="connsiteY11" fmla="*/ 476245 h 1447064"/>
              <a:gd name="connsiteX12" fmla="*/ 669939 w 2031797"/>
              <a:gd name="connsiteY12" fmla="*/ 519877 h 1447064"/>
              <a:gd name="connsiteX13" fmla="*/ 66178 w 2031797"/>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4808 w 2030631"/>
              <a:gd name="connsiteY11" fmla="*/ 476245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309749 w 2030631"/>
              <a:gd name="connsiteY10" fmla="*/ 542033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465939 w 2030631"/>
              <a:gd name="connsiteY9" fmla="*/ 660875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47064"/>
              <a:gd name="connsiteX1" fmla="*/ 2009390 w 2030631"/>
              <a:gd name="connsiteY1" fmla="*/ 751783 h 1447064"/>
              <a:gd name="connsiteX2" fmla="*/ 2021392 w 2030631"/>
              <a:gd name="connsiteY2" fmla="*/ 1098683 h 1447064"/>
              <a:gd name="connsiteX3" fmla="*/ 1919665 w 2030631"/>
              <a:gd name="connsiteY3" fmla="*/ 1373860 h 1447064"/>
              <a:gd name="connsiteX4" fmla="*/ 1750120 w 2030631"/>
              <a:gd name="connsiteY4" fmla="*/ 1445679 h 1447064"/>
              <a:gd name="connsiteX5" fmla="*/ 1626485 w 2030631"/>
              <a:gd name="connsiteY5" fmla="*/ 1429772 h 1447064"/>
              <a:gd name="connsiteX6" fmla="*/ 1444682 w 2030631"/>
              <a:gd name="connsiteY6" fmla="*/ 1374692 h 1447064"/>
              <a:gd name="connsiteX7" fmla="*/ 1401054 w 2030631"/>
              <a:gd name="connsiteY7" fmla="*/ 1167970 h 1447064"/>
              <a:gd name="connsiteX8" fmla="*/ 1362361 w 2030631"/>
              <a:gd name="connsiteY8" fmla="*/ 882043 h 1447064"/>
              <a:gd name="connsiteX9" fmla="*/ 1304003 w 2030631"/>
              <a:gd name="connsiteY9" fmla="*/ 705106 h 1447064"/>
              <a:gd name="connsiteX10" fmla="*/ 1203270 w 2030631"/>
              <a:gd name="connsiteY10" fmla="*/ 619437 h 1447064"/>
              <a:gd name="connsiteX11" fmla="*/ 997027 w 2030631"/>
              <a:gd name="connsiteY11" fmla="*/ 577977 h 1447064"/>
              <a:gd name="connsiteX12" fmla="*/ 686519 w 2030631"/>
              <a:gd name="connsiteY12" fmla="*/ 676898 h 1447064"/>
              <a:gd name="connsiteX13" fmla="*/ 65012 w 2030631"/>
              <a:gd name="connsiteY13" fmla="*/ 0 h 1447064"/>
              <a:gd name="connsiteX0" fmla="*/ 1843731 w 2030631"/>
              <a:gd name="connsiteY0" fmla="*/ 70170 h 1493923"/>
              <a:gd name="connsiteX1" fmla="*/ 2009390 w 2030631"/>
              <a:gd name="connsiteY1" fmla="*/ 751783 h 1493923"/>
              <a:gd name="connsiteX2" fmla="*/ 2021392 w 2030631"/>
              <a:gd name="connsiteY2" fmla="*/ 1098683 h 1493923"/>
              <a:gd name="connsiteX3" fmla="*/ 1919665 w 2030631"/>
              <a:gd name="connsiteY3" fmla="*/ 1373860 h 1493923"/>
              <a:gd name="connsiteX4" fmla="*/ 1750120 w 2030631"/>
              <a:gd name="connsiteY4" fmla="*/ 1445679 h 1493923"/>
              <a:gd name="connsiteX5" fmla="*/ 1566590 w 2030631"/>
              <a:gd name="connsiteY5" fmla="*/ 1491696 h 1493923"/>
              <a:gd name="connsiteX6" fmla="*/ 1444682 w 2030631"/>
              <a:gd name="connsiteY6" fmla="*/ 1374692 h 1493923"/>
              <a:gd name="connsiteX7" fmla="*/ 1401054 w 2030631"/>
              <a:gd name="connsiteY7" fmla="*/ 1167970 h 1493923"/>
              <a:gd name="connsiteX8" fmla="*/ 1362361 w 2030631"/>
              <a:gd name="connsiteY8" fmla="*/ 882043 h 1493923"/>
              <a:gd name="connsiteX9" fmla="*/ 1304003 w 2030631"/>
              <a:gd name="connsiteY9" fmla="*/ 705106 h 1493923"/>
              <a:gd name="connsiteX10" fmla="*/ 1203270 w 2030631"/>
              <a:gd name="connsiteY10" fmla="*/ 619437 h 1493923"/>
              <a:gd name="connsiteX11" fmla="*/ 997027 w 2030631"/>
              <a:gd name="connsiteY11" fmla="*/ 577977 h 1493923"/>
              <a:gd name="connsiteX12" fmla="*/ 686519 w 2030631"/>
              <a:gd name="connsiteY12" fmla="*/ 676898 h 1493923"/>
              <a:gd name="connsiteX13" fmla="*/ 65012 w 2030631"/>
              <a:gd name="connsiteY13" fmla="*/ 0 h 1493923"/>
              <a:gd name="connsiteX0" fmla="*/ 1843731 w 2030631"/>
              <a:gd name="connsiteY0" fmla="*/ 70170 h 1491716"/>
              <a:gd name="connsiteX1" fmla="*/ 2009390 w 2030631"/>
              <a:gd name="connsiteY1" fmla="*/ 751783 h 1491716"/>
              <a:gd name="connsiteX2" fmla="*/ 2021392 w 2030631"/>
              <a:gd name="connsiteY2" fmla="*/ 1098683 h 1491716"/>
              <a:gd name="connsiteX3" fmla="*/ 1919665 w 2030631"/>
              <a:gd name="connsiteY3" fmla="*/ 1373860 h 1491716"/>
              <a:gd name="connsiteX4" fmla="*/ 1750120 w 2030631"/>
              <a:gd name="connsiteY4" fmla="*/ 1445679 h 1491716"/>
              <a:gd name="connsiteX5" fmla="*/ 1566590 w 2030631"/>
              <a:gd name="connsiteY5" fmla="*/ 1491696 h 1491716"/>
              <a:gd name="connsiteX6" fmla="*/ 1406971 w 2030631"/>
              <a:gd name="connsiteY6" fmla="*/ 1443250 h 1491716"/>
              <a:gd name="connsiteX7" fmla="*/ 1401054 w 2030631"/>
              <a:gd name="connsiteY7" fmla="*/ 1167970 h 1491716"/>
              <a:gd name="connsiteX8" fmla="*/ 1362361 w 2030631"/>
              <a:gd name="connsiteY8" fmla="*/ 882043 h 1491716"/>
              <a:gd name="connsiteX9" fmla="*/ 1304003 w 2030631"/>
              <a:gd name="connsiteY9" fmla="*/ 705106 h 1491716"/>
              <a:gd name="connsiteX10" fmla="*/ 1203270 w 2030631"/>
              <a:gd name="connsiteY10" fmla="*/ 619437 h 1491716"/>
              <a:gd name="connsiteX11" fmla="*/ 997027 w 2030631"/>
              <a:gd name="connsiteY11" fmla="*/ 577977 h 1491716"/>
              <a:gd name="connsiteX12" fmla="*/ 686519 w 2030631"/>
              <a:gd name="connsiteY12" fmla="*/ 676898 h 1491716"/>
              <a:gd name="connsiteX13" fmla="*/ 65012 w 2030631"/>
              <a:gd name="connsiteY13" fmla="*/ 0 h 1491716"/>
              <a:gd name="connsiteX0" fmla="*/ 1843731 w 2030631"/>
              <a:gd name="connsiteY0" fmla="*/ 70170 h 1467439"/>
              <a:gd name="connsiteX1" fmla="*/ 2009390 w 2030631"/>
              <a:gd name="connsiteY1" fmla="*/ 751783 h 1467439"/>
              <a:gd name="connsiteX2" fmla="*/ 2021392 w 2030631"/>
              <a:gd name="connsiteY2" fmla="*/ 1098683 h 1467439"/>
              <a:gd name="connsiteX3" fmla="*/ 1919665 w 2030631"/>
              <a:gd name="connsiteY3" fmla="*/ 1373860 h 1467439"/>
              <a:gd name="connsiteX4" fmla="*/ 1750120 w 2030631"/>
              <a:gd name="connsiteY4" fmla="*/ 1445679 h 1467439"/>
              <a:gd name="connsiteX5" fmla="*/ 1406971 w 2030631"/>
              <a:gd name="connsiteY5" fmla="*/ 1443250 h 1467439"/>
              <a:gd name="connsiteX6" fmla="*/ 1401054 w 2030631"/>
              <a:gd name="connsiteY6" fmla="*/ 1167970 h 1467439"/>
              <a:gd name="connsiteX7" fmla="*/ 1362361 w 2030631"/>
              <a:gd name="connsiteY7" fmla="*/ 882043 h 1467439"/>
              <a:gd name="connsiteX8" fmla="*/ 1304003 w 2030631"/>
              <a:gd name="connsiteY8" fmla="*/ 705106 h 1467439"/>
              <a:gd name="connsiteX9" fmla="*/ 1203270 w 2030631"/>
              <a:gd name="connsiteY9" fmla="*/ 619437 h 1467439"/>
              <a:gd name="connsiteX10" fmla="*/ 997027 w 2030631"/>
              <a:gd name="connsiteY10" fmla="*/ 577977 h 1467439"/>
              <a:gd name="connsiteX11" fmla="*/ 686519 w 2030631"/>
              <a:gd name="connsiteY11" fmla="*/ 676898 h 1467439"/>
              <a:gd name="connsiteX12" fmla="*/ 65012 w 2030631"/>
              <a:gd name="connsiteY12" fmla="*/ 0 h 1467439"/>
              <a:gd name="connsiteX0" fmla="*/ 1843731 w 2030631"/>
              <a:gd name="connsiteY0" fmla="*/ 70170 h 1501222"/>
              <a:gd name="connsiteX1" fmla="*/ 2009390 w 2030631"/>
              <a:gd name="connsiteY1" fmla="*/ 751783 h 1501222"/>
              <a:gd name="connsiteX2" fmla="*/ 2021392 w 2030631"/>
              <a:gd name="connsiteY2" fmla="*/ 1098683 h 1501222"/>
              <a:gd name="connsiteX3" fmla="*/ 1919665 w 2030631"/>
              <a:gd name="connsiteY3" fmla="*/ 1373860 h 1501222"/>
              <a:gd name="connsiteX4" fmla="*/ 1750120 w 2030631"/>
              <a:gd name="connsiteY4" fmla="*/ 1445679 h 1501222"/>
              <a:gd name="connsiteX5" fmla="*/ 1398098 w 2030631"/>
              <a:gd name="connsiteY5" fmla="*/ 1485269 h 1501222"/>
              <a:gd name="connsiteX6" fmla="*/ 1401054 w 2030631"/>
              <a:gd name="connsiteY6" fmla="*/ 1167970 h 1501222"/>
              <a:gd name="connsiteX7" fmla="*/ 1362361 w 2030631"/>
              <a:gd name="connsiteY7" fmla="*/ 882043 h 1501222"/>
              <a:gd name="connsiteX8" fmla="*/ 1304003 w 2030631"/>
              <a:gd name="connsiteY8" fmla="*/ 705106 h 1501222"/>
              <a:gd name="connsiteX9" fmla="*/ 1203270 w 2030631"/>
              <a:gd name="connsiteY9" fmla="*/ 619437 h 1501222"/>
              <a:gd name="connsiteX10" fmla="*/ 997027 w 2030631"/>
              <a:gd name="connsiteY10" fmla="*/ 577977 h 1501222"/>
              <a:gd name="connsiteX11" fmla="*/ 686519 w 2030631"/>
              <a:gd name="connsiteY11" fmla="*/ 676898 h 1501222"/>
              <a:gd name="connsiteX12" fmla="*/ 65012 w 2030631"/>
              <a:gd name="connsiteY12" fmla="*/ 0 h 1501222"/>
              <a:gd name="connsiteX0" fmla="*/ 1843731 w 2030631"/>
              <a:gd name="connsiteY0" fmla="*/ 70170 h 1550630"/>
              <a:gd name="connsiteX1" fmla="*/ 2009390 w 2030631"/>
              <a:gd name="connsiteY1" fmla="*/ 751783 h 1550630"/>
              <a:gd name="connsiteX2" fmla="*/ 2021392 w 2030631"/>
              <a:gd name="connsiteY2" fmla="*/ 1098683 h 1550630"/>
              <a:gd name="connsiteX3" fmla="*/ 1919665 w 2030631"/>
              <a:gd name="connsiteY3" fmla="*/ 1373860 h 1550630"/>
              <a:gd name="connsiteX4" fmla="*/ 1739028 w 2030631"/>
              <a:gd name="connsiteY4" fmla="*/ 1542988 h 1550630"/>
              <a:gd name="connsiteX5" fmla="*/ 1398098 w 2030631"/>
              <a:gd name="connsiteY5" fmla="*/ 1485269 h 1550630"/>
              <a:gd name="connsiteX6" fmla="*/ 1401054 w 2030631"/>
              <a:gd name="connsiteY6" fmla="*/ 1167970 h 1550630"/>
              <a:gd name="connsiteX7" fmla="*/ 1362361 w 2030631"/>
              <a:gd name="connsiteY7" fmla="*/ 882043 h 1550630"/>
              <a:gd name="connsiteX8" fmla="*/ 1304003 w 2030631"/>
              <a:gd name="connsiteY8" fmla="*/ 705106 h 1550630"/>
              <a:gd name="connsiteX9" fmla="*/ 1203270 w 2030631"/>
              <a:gd name="connsiteY9" fmla="*/ 619437 h 1550630"/>
              <a:gd name="connsiteX10" fmla="*/ 997027 w 2030631"/>
              <a:gd name="connsiteY10" fmla="*/ 577977 h 1550630"/>
              <a:gd name="connsiteX11" fmla="*/ 686519 w 2030631"/>
              <a:gd name="connsiteY11" fmla="*/ 676898 h 1550630"/>
              <a:gd name="connsiteX12" fmla="*/ 65012 w 2030631"/>
              <a:gd name="connsiteY12" fmla="*/ 0 h 1550630"/>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56135"/>
              <a:gd name="connsiteY0" fmla="*/ 70170 h 1550154"/>
              <a:gd name="connsiteX1" fmla="*/ 2009390 w 2056135"/>
              <a:gd name="connsiteY1" fmla="*/ 751783 h 1550154"/>
              <a:gd name="connsiteX2" fmla="*/ 2056002 w 2056135"/>
              <a:gd name="connsiteY2" fmla="*/ 1066914 h 1550154"/>
              <a:gd name="connsiteX3" fmla="*/ 2021392 w 2056135"/>
              <a:gd name="connsiteY3" fmla="*/ 1098683 h 1550154"/>
              <a:gd name="connsiteX4" fmla="*/ 1961812 w 2056135"/>
              <a:gd name="connsiteY4" fmla="*/ 1380494 h 1550154"/>
              <a:gd name="connsiteX5" fmla="*/ 1739028 w 2056135"/>
              <a:gd name="connsiteY5" fmla="*/ 1542988 h 1550154"/>
              <a:gd name="connsiteX6" fmla="*/ 1398098 w 2056135"/>
              <a:gd name="connsiteY6" fmla="*/ 1485269 h 1550154"/>
              <a:gd name="connsiteX7" fmla="*/ 1401054 w 2056135"/>
              <a:gd name="connsiteY7" fmla="*/ 1167970 h 1550154"/>
              <a:gd name="connsiteX8" fmla="*/ 1362361 w 2056135"/>
              <a:gd name="connsiteY8" fmla="*/ 882043 h 1550154"/>
              <a:gd name="connsiteX9" fmla="*/ 1304003 w 2056135"/>
              <a:gd name="connsiteY9" fmla="*/ 705106 h 1550154"/>
              <a:gd name="connsiteX10" fmla="*/ 1203270 w 2056135"/>
              <a:gd name="connsiteY10" fmla="*/ 619437 h 1550154"/>
              <a:gd name="connsiteX11" fmla="*/ 997027 w 2056135"/>
              <a:gd name="connsiteY11" fmla="*/ 577977 h 1550154"/>
              <a:gd name="connsiteX12" fmla="*/ 686519 w 2056135"/>
              <a:gd name="connsiteY12" fmla="*/ 676898 h 1550154"/>
              <a:gd name="connsiteX13" fmla="*/ 65012 w 2056135"/>
              <a:gd name="connsiteY13" fmla="*/ 0 h 1550154"/>
              <a:gd name="connsiteX0" fmla="*/ 1843731 w 2047326"/>
              <a:gd name="connsiteY0" fmla="*/ 70170 h 1550154"/>
              <a:gd name="connsiteX1" fmla="*/ 2009390 w 2047326"/>
              <a:gd name="connsiteY1" fmla="*/ 751783 h 1550154"/>
              <a:gd name="connsiteX2" fmla="*/ 2047129 w 2047326"/>
              <a:gd name="connsiteY2" fmla="*/ 989510 h 1550154"/>
              <a:gd name="connsiteX3" fmla="*/ 2021392 w 2047326"/>
              <a:gd name="connsiteY3" fmla="*/ 1098683 h 1550154"/>
              <a:gd name="connsiteX4" fmla="*/ 1961812 w 2047326"/>
              <a:gd name="connsiteY4" fmla="*/ 1380494 h 1550154"/>
              <a:gd name="connsiteX5" fmla="*/ 1739028 w 2047326"/>
              <a:gd name="connsiteY5" fmla="*/ 1542988 h 1550154"/>
              <a:gd name="connsiteX6" fmla="*/ 1398098 w 2047326"/>
              <a:gd name="connsiteY6" fmla="*/ 1485269 h 1550154"/>
              <a:gd name="connsiteX7" fmla="*/ 1401054 w 2047326"/>
              <a:gd name="connsiteY7" fmla="*/ 1167970 h 1550154"/>
              <a:gd name="connsiteX8" fmla="*/ 1362361 w 2047326"/>
              <a:gd name="connsiteY8" fmla="*/ 882043 h 1550154"/>
              <a:gd name="connsiteX9" fmla="*/ 1304003 w 2047326"/>
              <a:gd name="connsiteY9" fmla="*/ 705106 h 1550154"/>
              <a:gd name="connsiteX10" fmla="*/ 1203270 w 2047326"/>
              <a:gd name="connsiteY10" fmla="*/ 619437 h 1550154"/>
              <a:gd name="connsiteX11" fmla="*/ 997027 w 2047326"/>
              <a:gd name="connsiteY11" fmla="*/ 577977 h 1550154"/>
              <a:gd name="connsiteX12" fmla="*/ 686519 w 2047326"/>
              <a:gd name="connsiteY12" fmla="*/ 676898 h 1550154"/>
              <a:gd name="connsiteX13" fmla="*/ 65012 w 2047326"/>
              <a:gd name="connsiteY13" fmla="*/ 0 h 1550154"/>
              <a:gd name="connsiteX0" fmla="*/ 1843731 w 2029482"/>
              <a:gd name="connsiteY0" fmla="*/ 70170 h 1550154"/>
              <a:gd name="connsiteX1" fmla="*/ 2009390 w 2029482"/>
              <a:gd name="connsiteY1" fmla="*/ 751783 h 1550154"/>
              <a:gd name="connsiteX2" fmla="*/ 2021392 w 2029482"/>
              <a:gd name="connsiteY2" fmla="*/ 1098683 h 1550154"/>
              <a:gd name="connsiteX3" fmla="*/ 1961812 w 2029482"/>
              <a:gd name="connsiteY3" fmla="*/ 1380494 h 1550154"/>
              <a:gd name="connsiteX4" fmla="*/ 1739028 w 2029482"/>
              <a:gd name="connsiteY4" fmla="*/ 1542988 h 1550154"/>
              <a:gd name="connsiteX5" fmla="*/ 1398098 w 2029482"/>
              <a:gd name="connsiteY5" fmla="*/ 1485269 h 1550154"/>
              <a:gd name="connsiteX6" fmla="*/ 1401054 w 2029482"/>
              <a:gd name="connsiteY6" fmla="*/ 1167970 h 1550154"/>
              <a:gd name="connsiteX7" fmla="*/ 1362361 w 2029482"/>
              <a:gd name="connsiteY7" fmla="*/ 882043 h 1550154"/>
              <a:gd name="connsiteX8" fmla="*/ 1304003 w 2029482"/>
              <a:gd name="connsiteY8" fmla="*/ 705106 h 1550154"/>
              <a:gd name="connsiteX9" fmla="*/ 1203270 w 2029482"/>
              <a:gd name="connsiteY9" fmla="*/ 619437 h 1550154"/>
              <a:gd name="connsiteX10" fmla="*/ 997027 w 2029482"/>
              <a:gd name="connsiteY10" fmla="*/ 577977 h 1550154"/>
              <a:gd name="connsiteX11" fmla="*/ 686519 w 2029482"/>
              <a:gd name="connsiteY11" fmla="*/ 676898 h 1550154"/>
              <a:gd name="connsiteX12" fmla="*/ 65012 w 2029482"/>
              <a:gd name="connsiteY12" fmla="*/ 0 h 1550154"/>
              <a:gd name="connsiteX0" fmla="*/ 1843731 w 2075771"/>
              <a:gd name="connsiteY0" fmla="*/ 70170 h 1550154"/>
              <a:gd name="connsiteX1" fmla="*/ 2009390 w 2075771"/>
              <a:gd name="connsiteY1" fmla="*/ 751783 h 1550154"/>
              <a:gd name="connsiteX2" fmla="*/ 2074631 w 2075771"/>
              <a:gd name="connsiteY2" fmla="*/ 1096471 h 1550154"/>
              <a:gd name="connsiteX3" fmla="*/ 1961812 w 2075771"/>
              <a:gd name="connsiteY3" fmla="*/ 1380494 h 1550154"/>
              <a:gd name="connsiteX4" fmla="*/ 1739028 w 2075771"/>
              <a:gd name="connsiteY4" fmla="*/ 1542988 h 1550154"/>
              <a:gd name="connsiteX5" fmla="*/ 1398098 w 2075771"/>
              <a:gd name="connsiteY5" fmla="*/ 1485269 h 1550154"/>
              <a:gd name="connsiteX6" fmla="*/ 1401054 w 2075771"/>
              <a:gd name="connsiteY6" fmla="*/ 1167970 h 1550154"/>
              <a:gd name="connsiteX7" fmla="*/ 1362361 w 2075771"/>
              <a:gd name="connsiteY7" fmla="*/ 882043 h 1550154"/>
              <a:gd name="connsiteX8" fmla="*/ 1304003 w 2075771"/>
              <a:gd name="connsiteY8" fmla="*/ 705106 h 1550154"/>
              <a:gd name="connsiteX9" fmla="*/ 1203270 w 2075771"/>
              <a:gd name="connsiteY9" fmla="*/ 619437 h 1550154"/>
              <a:gd name="connsiteX10" fmla="*/ 997027 w 2075771"/>
              <a:gd name="connsiteY10" fmla="*/ 577977 h 1550154"/>
              <a:gd name="connsiteX11" fmla="*/ 686519 w 2075771"/>
              <a:gd name="connsiteY11" fmla="*/ 676898 h 1550154"/>
              <a:gd name="connsiteX12" fmla="*/ 65012 w 2075771"/>
              <a:gd name="connsiteY12" fmla="*/ 0 h 1550154"/>
              <a:gd name="connsiteX0" fmla="*/ 1843731 w 2075771"/>
              <a:gd name="connsiteY0" fmla="*/ 70170 h 1550760"/>
              <a:gd name="connsiteX1" fmla="*/ 2009390 w 2075771"/>
              <a:gd name="connsiteY1" fmla="*/ 751783 h 1550760"/>
              <a:gd name="connsiteX2" fmla="*/ 2074631 w 2075771"/>
              <a:gd name="connsiteY2" fmla="*/ 1096471 h 1550760"/>
              <a:gd name="connsiteX3" fmla="*/ 1961812 w 2075771"/>
              <a:gd name="connsiteY3" fmla="*/ 1380494 h 1550760"/>
              <a:gd name="connsiteX4" fmla="*/ 1739028 w 2075771"/>
              <a:gd name="connsiteY4" fmla="*/ 1542988 h 1550760"/>
              <a:gd name="connsiteX5" fmla="*/ 1398098 w 2075771"/>
              <a:gd name="connsiteY5" fmla="*/ 1485269 h 1550760"/>
              <a:gd name="connsiteX6" fmla="*/ 1343378 w 2075771"/>
              <a:gd name="connsiteY6" fmla="*/ 1145855 h 1550760"/>
              <a:gd name="connsiteX7" fmla="*/ 1362361 w 2075771"/>
              <a:gd name="connsiteY7" fmla="*/ 882043 h 1550760"/>
              <a:gd name="connsiteX8" fmla="*/ 1304003 w 2075771"/>
              <a:gd name="connsiteY8" fmla="*/ 705106 h 1550760"/>
              <a:gd name="connsiteX9" fmla="*/ 1203270 w 2075771"/>
              <a:gd name="connsiteY9" fmla="*/ 619437 h 1550760"/>
              <a:gd name="connsiteX10" fmla="*/ 997027 w 2075771"/>
              <a:gd name="connsiteY10" fmla="*/ 577977 h 1550760"/>
              <a:gd name="connsiteX11" fmla="*/ 686519 w 2075771"/>
              <a:gd name="connsiteY11" fmla="*/ 676898 h 1550760"/>
              <a:gd name="connsiteX12" fmla="*/ 65012 w 2075771"/>
              <a:gd name="connsiteY12" fmla="*/ 0 h 1550760"/>
              <a:gd name="connsiteX0" fmla="*/ 1843731 w 2075771"/>
              <a:gd name="connsiteY0" fmla="*/ 70170 h 1556398"/>
              <a:gd name="connsiteX1" fmla="*/ 2009390 w 2075771"/>
              <a:gd name="connsiteY1" fmla="*/ 751783 h 1556398"/>
              <a:gd name="connsiteX2" fmla="*/ 2074631 w 2075771"/>
              <a:gd name="connsiteY2" fmla="*/ 1096471 h 1556398"/>
              <a:gd name="connsiteX3" fmla="*/ 1961812 w 2075771"/>
              <a:gd name="connsiteY3" fmla="*/ 1380494 h 1556398"/>
              <a:gd name="connsiteX4" fmla="*/ 1679134 w 2075771"/>
              <a:gd name="connsiteY4" fmla="*/ 1549623 h 1556398"/>
              <a:gd name="connsiteX5" fmla="*/ 1398098 w 2075771"/>
              <a:gd name="connsiteY5" fmla="*/ 1485269 h 1556398"/>
              <a:gd name="connsiteX6" fmla="*/ 1343378 w 2075771"/>
              <a:gd name="connsiteY6" fmla="*/ 1145855 h 1556398"/>
              <a:gd name="connsiteX7" fmla="*/ 1362361 w 2075771"/>
              <a:gd name="connsiteY7" fmla="*/ 882043 h 1556398"/>
              <a:gd name="connsiteX8" fmla="*/ 1304003 w 2075771"/>
              <a:gd name="connsiteY8" fmla="*/ 705106 h 1556398"/>
              <a:gd name="connsiteX9" fmla="*/ 1203270 w 2075771"/>
              <a:gd name="connsiteY9" fmla="*/ 619437 h 1556398"/>
              <a:gd name="connsiteX10" fmla="*/ 997027 w 2075771"/>
              <a:gd name="connsiteY10" fmla="*/ 577977 h 1556398"/>
              <a:gd name="connsiteX11" fmla="*/ 686519 w 2075771"/>
              <a:gd name="connsiteY11" fmla="*/ 676898 h 1556398"/>
              <a:gd name="connsiteX12" fmla="*/ 65012 w 2075771"/>
              <a:gd name="connsiteY12" fmla="*/ 0 h 1556398"/>
              <a:gd name="connsiteX0" fmla="*/ 2181669 w 2413709"/>
              <a:gd name="connsiteY0" fmla="*/ 21516 h 1507744"/>
              <a:gd name="connsiteX1" fmla="*/ 2347328 w 2413709"/>
              <a:gd name="connsiteY1" fmla="*/ 703129 h 1507744"/>
              <a:gd name="connsiteX2" fmla="*/ 2412569 w 2413709"/>
              <a:gd name="connsiteY2" fmla="*/ 1047817 h 1507744"/>
              <a:gd name="connsiteX3" fmla="*/ 2299750 w 2413709"/>
              <a:gd name="connsiteY3" fmla="*/ 1331840 h 1507744"/>
              <a:gd name="connsiteX4" fmla="*/ 2017072 w 2413709"/>
              <a:gd name="connsiteY4" fmla="*/ 1500969 h 1507744"/>
              <a:gd name="connsiteX5" fmla="*/ 1736036 w 2413709"/>
              <a:gd name="connsiteY5" fmla="*/ 1436615 h 1507744"/>
              <a:gd name="connsiteX6" fmla="*/ 1681316 w 2413709"/>
              <a:gd name="connsiteY6" fmla="*/ 1097201 h 1507744"/>
              <a:gd name="connsiteX7" fmla="*/ 1700299 w 2413709"/>
              <a:gd name="connsiteY7" fmla="*/ 833389 h 1507744"/>
              <a:gd name="connsiteX8" fmla="*/ 1641941 w 2413709"/>
              <a:gd name="connsiteY8" fmla="*/ 656452 h 1507744"/>
              <a:gd name="connsiteX9" fmla="*/ 1541208 w 2413709"/>
              <a:gd name="connsiteY9" fmla="*/ 570783 h 1507744"/>
              <a:gd name="connsiteX10" fmla="*/ 1334965 w 2413709"/>
              <a:gd name="connsiteY10" fmla="*/ 529323 h 1507744"/>
              <a:gd name="connsiteX11" fmla="*/ 1024457 w 2413709"/>
              <a:gd name="connsiteY11" fmla="*/ 628244 h 1507744"/>
              <a:gd name="connsiteX12" fmla="*/ 48020 w 2413709"/>
              <a:gd name="connsiteY12" fmla="*/ 0 h 1507744"/>
              <a:gd name="connsiteX0" fmla="*/ 2133649 w 2365689"/>
              <a:gd name="connsiteY0" fmla="*/ 21516 h 1507744"/>
              <a:gd name="connsiteX1" fmla="*/ 2299308 w 2365689"/>
              <a:gd name="connsiteY1" fmla="*/ 703129 h 1507744"/>
              <a:gd name="connsiteX2" fmla="*/ 2364549 w 2365689"/>
              <a:gd name="connsiteY2" fmla="*/ 1047817 h 1507744"/>
              <a:gd name="connsiteX3" fmla="*/ 2251730 w 2365689"/>
              <a:gd name="connsiteY3" fmla="*/ 1331840 h 1507744"/>
              <a:gd name="connsiteX4" fmla="*/ 1969052 w 2365689"/>
              <a:gd name="connsiteY4" fmla="*/ 1500969 h 1507744"/>
              <a:gd name="connsiteX5" fmla="*/ 1688016 w 2365689"/>
              <a:gd name="connsiteY5" fmla="*/ 1436615 h 1507744"/>
              <a:gd name="connsiteX6" fmla="*/ 1633296 w 2365689"/>
              <a:gd name="connsiteY6" fmla="*/ 1097201 h 1507744"/>
              <a:gd name="connsiteX7" fmla="*/ 1652279 w 2365689"/>
              <a:gd name="connsiteY7" fmla="*/ 833389 h 1507744"/>
              <a:gd name="connsiteX8" fmla="*/ 1593921 w 2365689"/>
              <a:gd name="connsiteY8" fmla="*/ 656452 h 1507744"/>
              <a:gd name="connsiteX9" fmla="*/ 1493188 w 2365689"/>
              <a:gd name="connsiteY9" fmla="*/ 570783 h 1507744"/>
              <a:gd name="connsiteX10" fmla="*/ 1286945 w 2365689"/>
              <a:gd name="connsiteY10" fmla="*/ 529323 h 1507744"/>
              <a:gd name="connsiteX11" fmla="*/ 976437 w 2365689"/>
              <a:gd name="connsiteY11" fmla="*/ 628244 h 1507744"/>
              <a:gd name="connsiteX12" fmla="*/ 0 w 2365689"/>
              <a:gd name="connsiteY12" fmla="*/ 0 h 1507744"/>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1280345 w 2669597"/>
              <a:gd name="connsiteY11" fmla="*/ 626032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590853 w 2669597"/>
              <a:gd name="connsiteY10" fmla="*/ 52711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797096 w 2669597"/>
              <a:gd name="connsiteY9" fmla="*/ 568571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477720 w 2669597"/>
              <a:gd name="connsiteY10" fmla="*/ 604516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998620 w 2669597"/>
              <a:gd name="connsiteY11" fmla="*/ 606128 h 1505532"/>
              <a:gd name="connsiteX12" fmla="*/ 0 w 2669597"/>
              <a:gd name="connsiteY12" fmla="*/ 0 h 1505532"/>
              <a:gd name="connsiteX0" fmla="*/ 2437557 w 2669597"/>
              <a:gd name="connsiteY0" fmla="*/ 19304 h 1505532"/>
              <a:gd name="connsiteX1" fmla="*/ 2603216 w 2669597"/>
              <a:gd name="connsiteY1" fmla="*/ 700917 h 1505532"/>
              <a:gd name="connsiteX2" fmla="*/ 2668457 w 2669597"/>
              <a:gd name="connsiteY2" fmla="*/ 1045605 h 1505532"/>
              <a:gd name="connsiteX3" fmla="*/ 2555638 w 2669597"/>
              <a:gd name="connsiteY3" fmla="*/ 1329628 h 1505532"/>
              <a:gd name="connsiteX4" fmla="*/ 2272960 w 2669597"/>
              <a:gd name="connsiteY4" fmla="*/ 1498757 h 1505532"/>
              <a:gd name="connsiteX5" fmla="*/ 1991924 w 2669597"/>
              <a:gd name="connsiteY5" fmla="*/ 1434403 h 1505532"/>
              <a:gd name="connsiteX6" fmla="*/ 1937204 w 2669597"/>
              <a:gd name="connsiteY6" fmla="*/ 1094989 h 1505532"/>
              <a:gd name="connsiteX7" fmla="*/ 1956187 w 2669597"/>
              <a:gd name="connsiteY7" fmla="*/ 831177 h 1505532"/>
              <a:gd name="connsiteX8" fmla="*/ 1897829 w 2669597"/>
              <a:gd name="connsiteY8" fmla="*/ 654240 h 1505532"/>
              <a:gd name="connsiteX9" fmla="*/ 1637378 w 2669597"/>
              <a:gd name="connsiteY9" fmla="*/ 586263 h 1505532"/>
              <a:gd name="connsiteX10" fmla="*/ 1282509 w 2669597"/>
              <a:gd name="connsiteY10" fmla="*/ 626631 h 1505532"/>
              <a:gd name="connsiteX11" fmla="*/ 756825 w 2669597"/>
              <a:gd name="connsiteY11" fmla="*/ 515454 h 1505532"/>
              <a:gd name="connsiteX12" fmla="*/ 0 w 2669597"/>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668610"/>
              <a:gd name="connsiteY0" fmla="*/ 19304 h 1505532"/>
              <a:gd name="connsiteX1" fmla="*/ 2576596 w 2668610"/>
              <a:gd name="connsiteY1" fmla="*/ 479761 h 1505532"/>
              <a:gd name="connsiteX2" fmla="*/ 2668457 w 2668610"/>
              <a:gd name="connsiteY2" fmla="*/ 1045605 h 1505532"/>
              <a:gd name="connsiteX3" fmla="*/ 2555638 w 2668610"/>
              <a:gd name="connsiteY3" fmla="*/ 1329628 h 1505532"/>
              <a:gd name="connsiteX4" fmla="*/ 2272960 w 2668610"/>
              <a:gd name="connsiteY4" fmla="*/ 1498757 h 1505532"/>
              <a:gd name="connsiteX5" fmla="*/ 1991924 w 2668610"/>
              <a:gd name="connsiteY5" fmla="*/ 1434403 h 1505532"/>
              <a:gd name="connsiteX6" fmla="*/ 1937204 w 2668610"/>
              <a:gd name="connsiteY6" fmla="*/ 1094989 h 1505532"/>
              <a:gd name="connsiteX7" fmla="*/ 1956187 w 2668610"/>
              <a:gd name="connsiteY7" fmla="*/ 831177 h 1505532"/>
              <a:gd name="connsiteX8" fmla="*/ 1897829 w 2668610"/>
              <a:gd name="connsiteY8" fmla="*/ 654240 h 1505532"/>
              <a:gd name="connsiteX9" fmla="*/ 1637378 w 2668610"/>
              <a:gd name="connsiteY9" fmla="*/ 586263 h 1505532"/>
              <a:gd name="connsiteX10" fmla="*/ 1282509 w 2668610"/>
              <a:gd name="connsiteY10" fmla="*/ 626631 h 1505532"/>
              <a:gd name="connsiteX11" fmla="*/ 756825 w 2668610"/>
              <a:gd name="connsiteY11" fmla="*/ 515454 h 1505532"/>
              <a:gd name="connsiteX12" fmla="*/ 0 w 2668610"/>
              <a:gd name="connsiteY12" fmla="*/ 0 h 1505532"/>
              <a:gd name="connsiteX0" fmla="*/ 2437557 w 2704114"/>
              <a:gd name="connsiteY0" fmla="*/ 19304 h 1505532"/>
              <a:gd name="connsiteX1" fmla="*/ 2576596 w 2704114"/>
              <a:gd name="connsiteY1" fmla="*/ 479761 h 1505532"/>
              <a:gd name="connsiteX2" fmla="*/ 2704012 w 2704114"/>
              <a:gd name="connsiteY2" fmla="*/ 1059158 h 1505532"/>
              <a:gd name="connsiteX3" fmla="*/ 2555638 w 2704114"/>
              <a:gd name="connsiteY3" fmla="*/ 1329628 h 1505532"/>
              <a:gd name="connsiteX4" fmla="*/ 2272960 w 2704114"/>
              <a:gd name="connsiteY4" fmla="*/ 1498757 h 1505532"/>
              <a:gd name="connsiteX5" fmla="*/ 1991924 w 2704114"/>
              <a:gd name="connsiteY5" fmla="*/ 1434403 h 1505532"/>
              <a:gd name="connsiteX6" fmla="*/ 1937204 w 2704114"/>
              <a:gd name="connsiteY6" fmla="*/ 1094989 h 1505532"/>
              <a:gd name="connsiteX7" fmla="*/ 1956187 w 2704114"/>
              <a:gd name="connsiteY7" fmla="*/ 831177 h 1505532"/>
              <a:gd name="connsiteX8" fmla="*/ 1897829 w 2704114"/>
              <a:gd name="connsiteY8" fmla="*/ 654240 h 1505532"/>
              <a:gd name="connsiteX9" fmla="*/ 1637378 w 2704114"/>
              <a:gd name="connsiteY9" fmla="*/ 586263 h 1505532"/>
              <a:gd name="connsiteX10" fmla="*/ 1282509 w 2704114"/>
              <a:gd name="connsiteY10" fmla="*/ 626631 h 1505532"/>
              <a:gd name="connsiteX11" fmla="*/ 756825 w 2704114"/>
              <a:gd name="connsiteY11" fmla="*/ 515454 h 1505532"/>
              <a:gd name="connsiteX12" fmla="*/ 0 w 2704114"/>
              <a:gd name="connsiteY12" fmla="*/ 0 h 1505532"/>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897829 w 2704013"/>
              <a:gd name="connsiteY8" fmla="*/ 654240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19304 h 1504071"/>
              <a:gd name="connsiteX1" fmla="*/ 2576596 w 2704013"/>
              <a:gd name="connsiteY1" fmla="*/ 479761 h 1504071"/>
              <a:gd name="connsiteX2" fmla="*/ 2704012 w 2704013"/>
              <a:gd name="connsiteY2" fmla="*/ 1059158 h 1504071"/>
              <a:gd name="connsiteX3" fmla="*/ 2574460 w 2704013"/>
              <a:gd name="connsiteY3" fmla="*/ 1350479 h 1504071"/>
              <a:gd name="connsiteX4" fmla="*/ 2272960 w 2704013"/>
              <a:gd name="connsiteY4" fmla="*/ 1498757 h 1504071"/>
              <a:gd name="connsiteX5" fmla="*/ 1991924 w 2704013"/>
              <a:gd name="connsiteY5" fmla="*/ 1434403 h 1504071"/>
              <a:gd name="connsiteX6" fmla="*/ 1937204 w 2704013"/>
              <a:gd name="connsiteY6" fmla="*/ 1094989 h 1504071"/>
              <a:gd name="connsiteX7" fmla="*/ 1956187 w 2704013"/>
              <a:gd name="connsiteY7" fmla="*/ 831177 h 1504071"/>
              <a:gd name="connsiteX8" fmla="*/ 1929201 w 2704013"/>
              <a:gd name="connsiteY8" fmla="*/ 539561 h 1504071"/>
              <a:gd name="connsiteX9" fmla="*/ 1637378 w 2704013"/>
              <a:gd name="connsiteY9" fmla="*/ 586263 h 1504071"/>
              <a:gd name="connsiteX10" fmla="*/ 1282509 w 2704013"/>
              <a:gd name="connsiteY10" fmla="*/ 626631 h 1504071"/>
              <a:gd name="connsiteX11" fmla="*/ 756825 w 2704013"/>
              <a:gd name="connsiteY11" fmla="*/ 515454 h 1504071"/>
              <a:gd name="connsiteX12" fmla="*/ 0 w 2704013"/>
              <a:gd name="connsiteY12" fmla="*/ 0 h 150407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756825 w 2704013"/>
              <a:gd name="connsiteY11" fmla="*/ 533494 h 1522111"/>
              <a:gd name="connsiteX12" fmla="*/ 0 w 2704013"/>
              <a:gd name="connsiteY12"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22111"/>
              <a:gd name="connsiteX1" fmla="*/ 2576596 w 2704013"/>
              <a:gd name="connsiteY1" fmla="*/ 497801 h 1522111"/>
              <a:gd name="connsiteX2" fmla="*/ 2704012 w 2704013"/>
              <a:gd name="connsiteY2" fmla="*/ 1077198 h 1522111"/>
              <a:gd name="connsiteX3" fmla="*/ 2574460 w 2704013"/>
              <a:gd name="connsiteY3" fmla="*/ 1368519 h 1522111"/>
              <a:gd name="connsiteX4" fmla="*/ 2272960 w 2704013"/>
              <a:gd name="connsiteY4" fmla="*/ 1516797 h 1522111"/>
              <a:gd name="connsiteX5" fmla="*/ 1991924 w 2704013"/>
              <a:gd name="connsiteY5" fmla="*/ 1452443 h 1522111"/>
              <a:gd name="connsiteX6" fmla="*/ 1937204 w 2704013"/>
              <a:gd name="connsiteY6" fmla="*/ 1113029 h 1522111"/>
              <a:gd name="connsiteX7" fmla="*/ 1956187 w 2704013"/>
              <a:gd name="connsiteY7" fmla="*/ 849217 h 1522111"/>
              <a:gd name="connsiteX8" fmla="*/ 1929201 w 2704013"/>
              <a:gd name="connsiteY8" fmla="*/ 557601 h 1522111"/>
              <a:gd name="connsiteX9" fmla="*/ 1637378 w 2704013"/>
              <a:gd name="connsiteY9" fmla="*/ 604303 h 1522111"/>
              <a:gd name="connsiteX10" fmla="*/ 1282509 w 2704013"/>
              <a:gd name="connsiteY10" fmla="*/ 644671 h 1522111"/>
              <a:gd name="connsiteX11" fmla="*/ 1094317 w 2704013"/>
              <a:gd name="connsiteY11" fmla="*/ 683290 h 1522111"/>
              <a:gd name="connsiteX12" fmla="*/ 756825 w 2704013"/>
              <a:gd name="connsiteY12" fmla="*/ 533494 h 1522111"/>
              <a:gd name="connsiteX13" fmla="*/ 0 w 2704013"/>
              <a:gd name="connsiteY13" fmla="*/ 0 h 1522111"/>
              <a:gd name="connsiteX0" fmla="*/ 2437557 w 2704013"/>
              <a:gd name="connsiteY0" fmla="*/ 37344 h 1550081"/>
              <a:gd name="connsiteX1" fmla="*/ 2576596 w 2704013"/>
              <a:gd name="connsiteY1" fmla="*/ 497801 h 1550081"/>
              <a:gd name="connsiteX2" fmla="*/ 2704012 w 2704013"/>
              <a:gd name="connsiteY2" fmla="*/ 1077198 h 1550081"/>
              <a:gd name="connsiteX3" fmla="*/ 2574460 w 2704013"/>
              <a:gd name="connsiteY3" fmla="*/ 1368519 h 1550081"/>
              <a:gd name="connsiteX4" fmla="*/ 2272960 w 2704013"/>
              <a:gd name="connsiteY4" fmla="*/ 1516797 h 1550081"/>
              <a:gd name="connsiteX5" fmla="*/ 1967798 w 2704013"/>
              <a:gd name="connsiteY5" fmla="*/ 1512574 h 1550081"/>
              <a:gd name="connsiteX6" fmla="*/ 1937204 w 2704013"/>
              <a:gd name="connsiteY6" fmla="*/ 1113029 h 1550081"/>
              <a:gd name="connsiteX7" fmla="*/ 1956187 w 2704013"/>
              <a:gd name="connsiteY7" fmla="*/ 849217 h 1550081"/>
              <a:gd name="connsiteX8" fmla="*/ 1929201 w 2704013"/>
              <a:gd name="connsiteY8" fmla="*/ 557601 h 1550081"/>
              <a:gd name="connsiteX9" fmla="*/ 1637378 w 2704013"/>
              <a:gd name="connsiteY9" fmla="*/ 604303 h 1550081"/>
              <a:gd name="connsiteX10" fmla="*/ 1282509 w 2704013"/>
              <a:gd name="connsiteY10" fmla="*/ 644671 h 1550081"/>
              <a:gd name="connsiteX11" fmla="*/ 1094317 w 2704013"/>
              <a:gd name="connsiteY11" fmla="*/ 683290 h 1550081"/>
              <a:gd name="connsiteX12" fmla="*/ 756825 w 2704013"/>
              <a:gd name="connsiteY12" fmla="*/ 533494 h 1550081"/>
              <a:gd name="connsiteX13" fmla="*/ 0 w 2704013"/>
              <a:gd name="connsiteY13" fmla="*/ 0 h 1550081"/>
              <a:gd name="connsiteX0" fmla="*/ 2459673 w 2726129"/>
              <a:gd name="connsiteY0" fmla="*/ 31331 h 1544068"/>
              <a:gd name="connsiteX1" fmla="*/ 2598712 w 2726129"/>
              <a:gd name="connsiteY1" fmla="*/ 491788 h 1544068"/>
              <a:gd name="connsiteX2" fmla="*/ 2726128 w 2726129"/>
              <a:gd name="connsiteY2" fmla="*/ 1071185 h 1544068"/>
              <a:gd name="connsiteX3" fmla="*/ 2596576 w 2726129"/>
              <a:gd name="connsiteY3" fmla="*/ 1362506 h 1544068"/>
              <a:gd name="connsiteX4" fmla="*/ 2295076 w 2726129"/>
              <a:gd name="connsiteY4" fmla="*/ 1510784 h 1544068"/>
              <a:gd name="connsiteX5" fmla="*/ 1989914 w 2726129"/>
              <a:gd name="connsiteY5" fmla="*/ 1506561 h 1544068"/>
              <a:gd name="connsiteX6" fmla="*/ 1959320 w 2726129"/>
              <a:gd name="connsiteY6" fmla="*/ 1107016 h 1544068"/>
              <a:gd name="connsiteX7" fmla="*/ 1978303 w 2726129"/>
              <a:gd name="connsiteY7" fmla="*/ 843204 h 1544068"/>
              <a:gd name="connsiteX8" fmla="*/ 1951317 w 2726129"/>
              <a:gd name="connsiteY8" fmla="*/ 551588 h 1544068"/>
              <a:gd name="connsiteX9" fmla="*/ 1659494 w 2726129"/>
              <a:gd name="connsiteY9" fmla="*/ 598290 h 1544068"/>
              <a:gd name="connsiteX10" fmla="*/ 1304625 w 2726129"/>
              <a:gd name="connsiteY10" fmla="*/ 638658 h 1544068"/>
              <a:gd name="connsiteX11" fmla="*/ 1116433 w 2726129"/>
              <a:gd name="connsiteY11" fmla="*/ 677277 h 1544068"/>
              <a:gd name="connsiteX12" fmla="*/ 778941 w 2726129"/>
              <a:gd name="connsiteY12" fmla="*/ 527481 h 1544068"/>
              <a:gd name="connsiteX13" fmla="*/ 0 w 2726129"/>
              <a:gd name="connsiteY13" fmla="*/ 0 h 1544068"/>
              <a:gd name="connsiteX0" fmla="*/ 2499443 w 2765899"/>
              <a:gd name="connsiteY0" fmla="*/ 31331 h 1544068"/>
              <a:gd name="connsiteX1" fmla="*/ 2638482 w 2765899"/>
              <a:gd name="connsiteY1" fmla="*/ 491788 h 1544068"/>
              <a:gd name="connsiteX2" fmla="*/ 2765898 w 2765899"/>
              <a:gd name="connsiteY2" fmla="*/ 1071185 h 1544068"/>
              <a:gd name="connsiteX3" fmla="*/ 2636346 w 2765899"/>
              <a:gd name="connsiteY3" fmla="*/ 1362506 h 1544068"/>
              <a:gd name="connsiteX4" fmla="*/ 2334846 w 2765899"/>
              <a:gd name="connsiteY4" fmla="*/ 1510784 h 1544068"/>
              <a:gd name="connsiteX5" fmla="*/ 2029684 w 2765899"/>
              <a:gd name="connsiteY5" fmla="*/ 1506561 h 1544068"/>
              <a:gd name="connsiteX6" fmla="*/ 1999090 w 2765899"/>
              <a:gd name="connsiteY6" fmla="*/ 1107016 h 1544068"/>
              <a:gd name="connsiteX7" fmla="*/ 2018073 w 2765899"/>
              <a:gd name="connsiteY7" fmla="*/ 843204 h 1544068"/>
              <a:gd name="connsiteX8" fmla="*/ 1991087 w 2765899"/>
              <a:gd name="connsiteY8" fmla="*/ 551588 h 1544068"/>
              <a:gd name="connsiteX9" fmla="*/ 1699264 w 2765899"/>
              <a:gd name="connsiteY9" fmla="*/ 598290 h 1544068"/>
              <a:gd name="connsiteX10" fmla="*/ 1344395 w 2765899"/>
              <a:gd name="connsiteY10" fmla="*/ 638658 h 1544068"/>
              <a:gd name="connsiteX11" fmla="*/ 1156203 w 2765899"/>
              <a:gd name="connsiteY11" fmla="*/ 677277 h 1544068"/>
              <a:gd name="connsiteX12" fmla="*/ 818711 w 2765899"/>
              <a:gd name="connsiteY12" fmla="*/ 527481 h 1544068"/>
              <a:gd name="connsiteX13" fmla="*/ 56150 w 2765899"/>
              <a:gd name="connsiteY13" fmla="*/ 282019 h 1544068"/>
              <a:gd name="connsiteX14" fmla="*/ 39770 w 2765899"/>
              <a:gd name="connsiteY14" fmla="*/ 0 h 1544068"/>
              <a:gd name="connsiteX0" fmla="*/ 2499443 w 2765899"/>
              <a:gd name="connsiteY0" fmla="*/ 31331 h 1544068"/>
              <a:gd name="connsiteX1" fmla="*/ 2638482 w 2765899"/>
              <a:gd name="connsiteY1" fmla="*/ 491788 h 1544068"/>
              <a:gd name="connsiteX2" fmla="*/ 2765898 w 2765899"/>
              <a:gd name="connsiteY2" fmla="*/ 1071185 h 1544068"/>
              <a:gd name="connsiteX3" fmla="*/ 2636346 w 2765899"/>
              <a:gd name="connsiteY3" fmla="*/ 1362506 h 1544068"/>
              <a:gd name="connsiteX4" fmla="*/ 2334846 w 2765899"/>
              <a:gd name="connsiteY4" fmla="*/ 1510784 h 1544068"/>
              <a:gd name="connsiteX5" fmla="*/ 2029684 w 2765899"/>
              <a:gd name="connsiteY5" fmla="*/ 1506561 h 1544068"/>
              <a:gd name="connsiteX6" fmla="*/ 1999090 w 2765899"/>
              <a:gd name="connsiteY6" fmla="*/ 1107016 h 1544068"/>
              <a:gd name="connsiteX7" fmla="*/ 2018073 w 2765899"/>
              <a:gd name="connsiteY7" fmla="*/ 843204 h 1544068"/>
              <a:gd name="connsiteX8" fmla="*/ 1991087 w 2765899"/>
              <a:gd name="connsiteY8" fmla="*/ 551588 h 1544068"/>
              <a:gd name="connsiteX9" fmla="*/ 1699264 w 2765899"/>
              <a:gd name="connsiteY9" fmla="*/ 598290 h 1544068"/>
              <a:gd name="connsiteX10" fmla="*/ 1344395 w 2765899"/>
              <a:gd name="connsiteY10" fmla="*/ 638658 h 1544068"/>
              <a:gd name="connsiteX11" fmla="*/ 1156203 w 2765899"/>
              <a:gd name="connsiteY11" fmla="*/ 677277 h 1544068"/>
              <a:gd name="connsiteX12" fmla="*/ 804431 w 2765899"/>
              <a:gd name="connsiteY12" fmla="*/ 429014 h 1544068"/>
              <a:gd name="connsiteX13" fmla="*/ 56150 w 2765899"/>
              <a:gd name="connsiteY13" fmla="*/ 282019 h 1544068"/>
              <a:gd name="connsiteX14" fmla="*/ 39770 w 2765899"/>
              <a:gd name="connsiteY14" fmla="*/ 0 h 1544068"/>
              <a:gd name="connsiteX0" fmla="*/ 2499443 w 2765898"/>
              <a:gd name="connsiteY0" fmla="*/ 31331 h 1544068"/>
              <a:gd name="connsiteX1" fmla="*/ 2638802 w 2765898"/>
              <a:gd name="connsiteY1" fmla="*/ 218901 h 1544068"/>
              <a:gd name="connsiteX2" fmla="*/ 2638482 w 2765898"/>
              <a:gd name="connsiteY2" fmla="*/ 491788 h 1544068"/>
              <a:gd name="connsiteX3" fmla="*/ 2765898 w 2765898"/>
              <a:gd name="connsiteY3" fmla="*/ 1071185 h 1544068"/>
              <a:gd name="connsiteX4" fmla="*/ 2636346 w 2765898"/>
              <a:gd name="connsiteY4" fmla="*/ 1362506 h 1544068"/>
              <a:gd name="connsiteX5" fmla="*/ 2334846 w 2765898"/>
              <a:gd name="connsiteY5" fmla="*/ 1510784 h 1544068"/>
              <a:gd name="connsiteX6" fmla="*/ 2029684 w 2765898"/>
              <a:gd name="connsiteY6" fmla="*/ 1506561 h 1544068"/>
              <a:gd name="connsiteX7" fmla="*/ 1999090 w 2765898"/>
              <a:gd name="connsiteY7" fmla="*/ 1107016 h 1544068"/>
              <a:gd name="connsiteX8" fmla="*/ 2018073 w 2765898"/>
              <a:gd name="connsiteY8" fmla="*/ 843204 h 1544068"/>
              <a:gd name="connsiteX9" fmla="*/ 1991087 w 2765898"/>
              <a:gd name="connsiteY9" fmla="*/ 551588 h 1544068"/>
              <a:gd name="connsiteX10" fmla="*/ 1699264 w 2765898"/>
              <a:gd name="connsiteY10" fmla="*/ 598290 h 1544068"/>
              <a:gd name="connsiteX11" fmla="*/ 1344395 w 2765898"/>
              <a:gd name="connsiteY11" fmla="*/ 638658 h 1544068"/>
              <a:gd name="connsiteX12" fmla="*/ 1156203 w 2765898"/>
              <a:gd name="connsiteY12" fmla="*/ 677277 h 1544068"/>
              <a:gd name="connsiteX13" fmla="*/ 804431 w 2765898"/>
              <a:gd name="connsiteY13" fmla="*/ 429014 h 1544068"/>
              <a:gd name="connsiteX14" fmla="*/ 56150 w 2765898"/>
              <a:gd name="connsiteY14" fmla="*/ 282019 h 1544068"/>
              <a:gd name="connsiteX15" fmla="*/ 39770 w 2765898"/>
              <a:gd name="connsiteY15" fmla="*/ 0 h 1544068"/>
              <a:gd name="connsiteX0" fmla="*/ 2263666 w 2765898"/>
              <a:gd name="connsiteY0" fmla="*/ 0 h 1651299"/>
              <a:gd name="connsiteX1" fmla="*/ 2638802 w 2765898"/>
              <a:gd name="connsiteY1" fmla="*/ 326132 h 1651299"/>
              <a:gd name="connsiteX2" fmla="*/ 2638482 w 2765898"/>
              <a:gd name="connsiteY2" fmla="*/ 599019 h 1651299"/>
              <a:gd name="connsiteX3" fmla="*/ 2765898 w 2765898"/>
              <a:gd name="connsiteY3" fmla="*/ 1178416 h 1651299"/>
              <a:gd name="connsiteX4" fmla="*/ 2636346 w 2765898"/>
              <a:gd name="connsiteY4" fmla="*/ 1469737 h 1651299"/>
              <a:gd name="connsiteX5" fmla="*/ 2334846 w 2765898"/>
              <a:gd name="connsiteY5" fmla="*/ 1618015 h 1651299"/>
              <a:gd name="connsiteX6" fmla="*/ 2029684 w 2765898"/>
              <a:gd name="connsiteY6" fmla="*/ 1613792 h 1651299"/>
              <a:gd name="connsiteX7" fmla="*/ 1999090 w 2765898"/>
              <a:gd name="connsiteY7" fmla="*/ 1214247 h 1651299"/>
              <a:gd name="connsiteX8" fmla="*/ 2018073 w 2765898"/>
              <a:gd name="connsiteY8" fmla="*/ 950435 h 1651299"/>
              <a:gd name="connsiteX9" fmla="*/ 1991087 w 2765898"/>
              <a:gd name="connsiteY9" fmla="*/ 658819 h 1651299"/>
              <a:gd name="connsiteX10" fmla="*/ 1699264 w 2765898"/>
              <a:gd name="connsiteY10" fmla="*/ 705521 h 1651299"/>
              <a:gd name="connsiteX11" fmla="*/ 1344395 w 2765898"/>
              <a:gd name="connsiteY11" fmla="*/ 745889 h 1651299"/>
              <a:gd name="connsiteX12" fmla="*/ 1156203 w 2765898"/>
              <a:gd name="connsiteY12" fmla="*/ 784508 h 1651299"/>
              <a:gd name="connsiteX13" fmla="*/ 804431 w 2765898"/>
              <a:gd name="connsiteY13" fmla="*/ 536245 h 1651299"/>
              <a:gd name="connsiteX14" fmla="*/ 56150 w 2765898"/>
              <a:gd name="connsiteY14" fmla="*/ 389250 h 1651299"/>
              <a:gd name="connsiteX15" fmla="*/ 39770 w 2765898"/>
              <a:gd name="connsiteY15" fmla="*/ 107231 h 1651299"/>
              <a:gd name="connsiteX0" fmla="*/ 2263666 w 2765898"/>
              <a:gd name="connsiteY0" fmla="*/ 0 h 1655094"/>
              <a:gd name="connsiteX1" fmla="*/ 2638802 w 2765898"/>
              <a:gd name="connsiteY1" fmla="*/ 326132 h 1655094"/>
              <a:gd name="connsiteX2" fmla="*/ 2638482 w 2765898"/>
              <a:gd name="connsiteY2" fmla="*/ 599019 h 1655094"/>
              <a:gd name="connsiteX3" fmla="*/ 2765898 w 2765898"/>
              <a:gd name="connsiteY3" fmla="*/ 1178416 h 1655094"/>
              <a:gd name="connsiteX4" fmla="*/ 2636346 w 2765898"/>
              <a:gd name="connsiteY4" fmla="*/ 1469737 h 1655094"/>
              <a:gd name="connsiteX5" fmla="*/ 2334846 w 2765898"/>
              <a:gd name="connsiteY5" fmla="*/ 1618015 h 1655094"/>
              <a:gd name="connsiteX6" fmla="*/ 2029684 w 2765898"/>
              <a:gd name="connsiteY6" fmla="*/ 1613792 h 1655094"/>
              <a:gd name="connsiteX7" fmla="*/ 1952420 w 2765898"/>
              <a:gd name="connsiteY7" fmla="*/ 1161100 h 1655094"/>
              <a:gd name="connsiteX8" fmla="*/ 2018073 w 2765898"/>
              <a:gd name="connsiteY8" fmla="*/ 950435 h 1655094"/>
              <a:gd name="connsiteX9" fmla="*/ 1991087 w 2765898"/>
              <a:gd name="connsiteY9" fmla="*/ 658819 h 1655094"/>
              <a:gd name="connsiteX10" fmla="*/ 1699264 w 2765898"/>
              <a:gd name="connsiteY10" fmla="*/ 705521 h 1655094"/>
              <a:gd name="connsiteX11" fmla="*/ 1344395 w 2765898"/>
              <a:gd name="connsiteY11" fmla="*/ 745889 h 1655094"/>
              <a:gd name="connsiteX12" fmla="*/ 1156203 w 2765898"/>
              <a:gd name="connsiteY12" fmla="*/ 784508 h 1655094"/>
              <a:gd name="connsiteX13" fmla="*/ 804431 w 2765898"/>
              <a:gd name="connsiteY13" fmla="*/ 536245 h 1655094"/>
              <a:gd name="connsiteX14" fmla="*/ 56150 w 2765898"/>
              <a:gd name="connsiteY14" fmla="*/ 389250 h 1655094"/>
              <a:gd name="connsiteX15" fmla="*/ 39770 w 2765898"/>
              <a:gd name="connsiteY15" fmla="*/ 107231 h 1655094"/>
              <a:gd name="connsiteX0" fmla="*/ 2263666 w 2765898"/>
              <a:gd name="connsiteY0" fmla="*/ 0 h 1655094"/>
              <a:gd name="connsiteX1" fmla="*/ 2638802 w 2765898"/>
              <a:gd name="connsiteY1" fmla="*/ 326132 h 1655094"/>
              <a:gd name="connsiteX2" fmla="*/ 2638482 w 2765898"/>
              <a:gd name="connsiteY2" fmla="*/ 599019 h 1655094"/>
              <a:gd name="connsiteX3" fmla="*/ 2765898 w 2765898"/>
              <a:gd name="connsiteY3" fmla="*/ 1178416 h 1655094"/>
              <a:gd name="connsiteX4" fmla="*/ 2636346 w 2765898"/>
              <a:gd name="connsiteY4" fmla="*/ 1469737 h 1655094"/>
              <a:gd name="connsiteX5" fmla="*/ 2334846 w 2765898"/>
              <a:gd name="connsiteY5" fmla="*/ 1618015 h 1655094"/>
              <a:gd name="connsiteX6" fmla="*/ 2029684 w 2765898"/>
              <a:gd name="connsiteY6" fmla="*/ 1613792 h 1655094"/>
              <a:gd name="connsiteX7" fmla="*/ 1952420 w 2765898"/>
              <a:gd name="connsiteY7" fmla="*/ 1161100 h 1655094"/>
              <a:gd name="connsiteX8" fmla="*/ 2018073 w 2765898"/>
              <a:gd name="connsiteY8" fmla="*/ 950435 h 1655094"/>
              <a:gd name="connsiteX9" fmla="*/ 1955171 w 2765898"/>
              <a:gd name="connsiteY9" fmla="*/ 708326 h 1655094"/>
              <a:gd name="connsiteX10" fmla="*/ 1699264 w 2765898"/>
              <a:gd name="connsiteY10" fmla="*/ 705521 h 1655094"/>
              <a:gd name="connsiteX11" fmla="*/ 1344395 w 2765898"/>
              <a:gd name="connsiteY11" fmla="*/ 745889 h 1655094"/>
              <a:gd name="connsiteX12" fmla="*/ 1156203 w 2765898"/>
              <a:gd name="connsiteY12" fmla="*/ 784508 h 1655094"/>
              <a:gd name="connsiteX13" fmla="*/ 804431 w 2765898"/>
              <a:gd name="connsiteY13" fmla="*/ 536245 h 1655094"/>
              <a:gd name="connsiteX14" fmla="*/ 56150 w 2765898"/>
              <a:gd name="connsiteY14" fmla="*/ 389250 h 1655094"/>
              <a:gd name="connsiteX15" fmla="*/ 39770 w 2765898"/>
              <a:gd name="connsiteY15" fmla="*/ 107231 h 1655094"/>
              <a:gd name="connsiteX0" fmla="*/ 2207516 w 2709748"/>
              <a:gd name="connsiteY0" fmla="*/ 0 h 1655094"/>
              <a:gd name="connsiteX1" fmla="*/ 2582652 w 2709748"/>
              <a:gd name="connsiteY1" fmla="*/ 326132 h 1655094"/>
              <a:gd name="connsiteX2" fmla="*/ 2582332 w 2709748"/>
              <a:gd name="connsiteY2" fmla="*/ 599019 h 1655094"/>
              <a:gd name="connsiteX3" fmla="*/ 2709748 w 2709748"/>
              <a:gd name="connsiteY3" fmla="*/ 1178416 h 1655094"/>
              <a:gd name="connsiteX4" fmla="*/ 2580196 w 2709748"/>
              <a:gd name="connsiteY4" fmla="*/ 1469737 h 1655094"/>
              <a:gd name="connsiteX5" fmla="*/ 2278696 w 2709748"/>
              <a:gd name="connsiteY5" fmla="*/ 1618015 h 1655094"/>
              <a:gd name="connsiteX6" fmla="*/ 1973534 w 2709748"/>
              <a:gd name="connsiteY6" fmla="*/ 1613792 h 1655094"/>
              <a:gd name="connsiteX7" fmla="*/ 1896270 w 2709748"/>
              <a:gd name="connsiteY7" fmla="*/ 1161100 h 1655094"/>
              <a:gd name="connsiteX8" fmla="*/ 1961923 w 2709748"/>
              <a:gd name="connsiteY8" fmla="*/ 950435 h 1655094"/>
              <a:gd name="connsiteX9" fmla="*/ 1899021 w 2709748"/>
              <a:gd name="connsiteY9" fmla="*/ 708326 h 1655094"/>
              <a:gd name="connsiteX10" fmla="*/ 1643114 w 2709748"/>
              <a:gd name="connsiteY10" fmla="*/ 705521 h 1655094"/>
              <a:gd name="connsiteX11" fmla="*/ 1288245 w 2709748"/>
              <a:gd name="connsiteY11" fmla="*/ 745889 h 1655094"/>
              <a:gd name="connsiteX12" fmla="*/ 1100053 w 2709748"/>
              <a:gd name="connsiteY12" fmla="*/ 784508 h 1655094"/>
              <a:gd name="connsiteX13" fmla="*/ 748281 w 2709748"/>
              <a:gd name="connsiteY13" fmla="*/ 536245 h 1655094"/>
              <a:gd name="connsiteX14" fmla="*/ 0 w 2709748"/>
              <a:gd name="connsiteY14" fmla="*/ 389250 h 1655094"/>
              <a:gd name="connsiteX0" fmla="*/ 1459235 w 1961467"/>
              <a:gd name="connsiteY0" fmla="*/ 0 h 1655094"/>
              <a:gd name="connsiteX1" fmla="*/ 1834371 w 1961467"/>
              <a:gd name="connsiteY1" fmla="*/ 326132 h 1655094"/>
              <a:gd name="connsiteX2" fmla="*/ 1834051 w 1961467"/>
              <a:gd name="connsiteY2" fmla="*/ 599019 h 1655094"/>
              <a:gd name="connsiteX3" fmla="*/ 1961467 w 1961467"/>
              <a:gd name="connsiteY3" fmla="*/ 1178416 h 1655094"/>
              <a:gd name="connsiteX4" fmla="*/ 1831915 w 1961467"/>
              <a:gd name="connsiteY4" fmla="*/ 1469737 h 1655094"/>
              <a:gd name="connsiteX5" fmla="*/ 1530415 w 1961467"/>
              <a:gd name="connsiteY5" fmla="*/ 1618015 h 1655094"/>
              <a:gd name="connsiteX6" fmla="*/ 1225253 w 1961467"/>
              <a:gd name="connsiteY6" fmla="*/ 1613792 h 1655094"/>
              <a:gd name="connsiteX7" fmla="*/ 1147989 w 1961467"/>
              <a:gd name="connsiteY7" fmla="*/ 1161100 h 1655094"/>
              <a:gd name="connsiteX8" fmla="*/ 1213642 w 1961467"/>
              <a:gd name="connsiteY8" fmla="*/ 950435 h 1655094"/>
              <a:gd name="connsiteX9" fmla="*/ 1150740 w 1961467"/>
              <a:gd name="connsiteY9" fmla="*/ 708326 h 1655094"/>
              <a:gd name="connsiteX10" fmla="*/ 894833 w 1961467"/>
              <a:gd name="connsiteY10" fmla="*/ 705521 h 1655094"/>
              <a:gd name="connsiteX11" fmla="*/ 539964 w 1961467"/>
              <a:gd name="connsiteY11" fmla="*/ 745889 h 1655094"/>
              <a:gd name="connsiteX12" fmla="*/ 351772 w 1961467"/>
              <a:gd name="connsiteY12" fmla="*/ 784508 h 1655094"/>
              <a:gd name="connsiteX13" fmla="*/ 0 w 1961467"/>
              <a:gd name="connsiteY13" fmla="*/ 536245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623680 w 2045183"/>
              <a:gd name="connsiteY11" fmla="*/ 745889 h 1655094"/>
              <a:gd name="connsiteX12" fmla="*/ 435488 w 2045183"/>
              <a:gd name="connsiteY12" fmla="*/ 784508 h 1655094"/>
              <a:gd name="connsiteX13" fmla="*/ 0 w 2045183"/>
              <a:gd name="connsiteY13"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623680 w 2045183"/>
              <a:gd name="connsiteY11" fmla="*/ 745889 h 1655094"/>
              <a:gd name="connsiteX12" fmla="*/ 435488 w 2045183"/>
              <a:gd name="connsiteY12" fmla="*/ 784508 h 1655094"/>
              <a:gd name="connsiteX13" fmla="*/ 84442 w 2045183"/>
              <a:gd name="connsiteY13" fmla="*/ 728337 h 1655094"/>
              <a:gd name="connsiteX14" fmla="*/ 0 w 2045183"/>
              <a:gd name="connsiteY14"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623680 w 2045183"/>
              <a:gd name="connsiteY11" fmla="*/ 745889 h 1655094"/>
              <a:gd name="connsiteX12" fmla="*/ 435488 w 2045183"/>
              <a:gd name="connsiteY12" fmla="*/ 784508 h 1655094"/>
              <a:gd name="connsiteX13" fmla="*/ 371139 w 2045183"/>
              <a:gd name="connsiteY13" fmla="*/ 889269 h 1655094"/>
              <a:gd name="connsiteX14" fmla="*/ 84442 w 2045183"/>
              <a:gd name="connsiteY14" fmla="*/ 728337 h 1655094"/>
              <a:gd name="connsiteX15" fmla="*/ 0 w 2045183"/>
              <a:gd name="connsiteY15"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623680 w 2045183"/>
              <a:gd name="connsiteY11" fmla="*/ 745889 h 1655094"/>
              <a:gd name="connsiteX12" fmla="*/ 435488 w 2045183"/>
              <a:gd name="connsiteY12" fmla="*/ 784508 h 1655094"/>
              <a:gd name="connsiteX13" fmla="*/ 371139 w 2045183"/>
              <a:gd name="connsiteY13" fmla="*/ 889269 h 1655094"/>
              <a:gd name="connsiteX14" fmla="*/ 287988 w 2045183"/>
              <a:gd name="connsiteY14" fmla="*/ 775793 h 1655094"/>
              <a:gd name="connsiteX15" fmla="*/ 84442 w 2045183"/>
              <a:gd name="connsiteY15" fmla="*/ 728337 h 1655094"/>
              <a:gd name="connsiteX16" fmla="*/ 0 w 2045183"/>
              <a:gd name="connsiteY16"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710350 w 2045183"/>
              <a:gd name="connsiteY11" fmla="*/ 735002 h 1655094"/>
              <a:gd name="connsiteX12" fmla="*/ 435488 w 2045183"/>
              <a:gd name="connsiteY12" fmla="*/ 784508 h 1655094"/>
              <a:gd name="connsiteX13" fmla="*/ 371139 w 2045183"/>
              <a:gd name="connsiteY13" fmla="*/ 889269 h 1655094"/>
              <a:gd name="connsiteX14" fmla="*/ 287988 w 2045183"/>
              <a:gd name="connsiteY14" fmla="*/ 775793 h 1655094"/>
              <a:gd name="connsiteX15" fmla="*/ 84442 w 2045183"/>
              <a:gd name="connsiteY15" fmla="*/ 728337 h 1655094"/>
              <a:gd name="connsiteX16" fmla="*/ 0 w 2045183"/>
              <a:gd name="connsiteY16"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710350 w 2045183"/>
              <a:gd name="connsiteY11" fmla="*/ 735002 h 1655094"/>
              <a:gd name="connsiteX12" fmla="*/ 515552 w 2045183"/>
              <a:gd name="connsiteY12" fmla="*/ 815020 h 1655094"/>
              <a:gd name="connsiteX13" fmla="*/ 371139 w 2045183"/>
              <a:gd name="connsiteY13" fmla="*/ 889269 h 1655094"/>
              <a:gd name="connsiteX14" fmla="*/ 287988 w 2045183"/>
              <a:gd name="connsiteY14" fmla="*/ 775793 h 1655094"/>
              <a:gd name="connsiteX15" fmla="*/ 84442 w 2045183"/>
              <a:gd name="connsiteY15" fmla="*/ 728337 h 1655094"/>
              <a:gd name="connsiteX16" fmla="*/ 0 w 2045183"/>
              <a:gd name="connsiteY16"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710350 w 2045183"/>
              <a:gd name="connsiteY11" fmla="*/ 735002 h 1655094"/>
              <a:gd name="connsiteX12" fmla="*/ 515552 w 2045183"/>
              <a:gd name="connsiteY12" fmla="*/ 815020 h 1655094"/>
              <a:gd name="connsiteX13" fmla="*/ 420465 w 2045183"/>
              <a:gd name="connsiteY13" fmla="*/ 957573 h 1655094"/>
              <a:gd name="connsiteX14" fmla="*/ 287988 w 2045183"/>
              <a:gd name="connsiteY14" fmla="*/ 775793 h 1655094"/>
              <a:gd name="connsiteX15" fmla="*/ 84442 w 2045183"/>
              <a:gd name="connsiteY15" fmla="*/ 728337 h 1655094"/>
              <a:gd name="connsiteX16" fmla="*/ 0 w 2045183"/>
              <a:gd name="connsiteY16"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710350 w 2045183"/>
              <a:gd name="connsiteY11" fmla="*/ 735002 h 1655094"/>
              <a:gd name="connsiteX12" fmla="*/ 515552 w 2045183"/>
              <a:gd name="connsiteY12" fmla="*/ 815020 h 1655094"/>
              <a:gd name="connsiteX13" fmla="*/ 420465 w 2045183"/>
              <a:gd name="connsiteY13" fmla="*/ 957573 h 1655094"/>
              <a:gd name="connsiteX14" fmla="*/ 336318 w 2045183"/>
              <a:gd name="connsiteY14" fmla="*/ 941589 h 1655094"/>
              <a:gd name="connsiteX15" fmla="*/ 287988 w 2045183"/>
              <a:gd name="connsiteY15" fmla="*/ 775793 h 1655094"/>
              <a:gd name="connsiteX16" fmla="*/ 84442 w 2045183"/>
              <a:gd name="connsiteY16" fmla="*/ 728337 h 1655094"/>
              <a:gd name="connsiteX17" fmla="*/ 0 w 2045183"/>
              <a:gd name="connsiteY17"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234456 w 2045183"/>
              <a:gd name="connsiteY9" fmla="*/ 708326 h 1655094"/>
              <a:gd name="connsiteX10" fmla="*/ 978549 w 2045183"/>
              <a:gd name="connsiteY10" fmla="*/ 705521 h 1655094"/>
              <a:gd name="connsiteX11" fmla="*/ 710350 w 2045183"/>
              <a:gd name="connsiteY11" fmla="*/ 735002 h 1655094"/>
              <a:gd name="connsiteX12" fmla="*/ 515552 w 2045183"/>
              <a:gd name="connsiteY12" fmla="*/ 815020 h 1655094"/>
              <a:gd name="connsiteX13" fmla="*/ 420465 w 2045183"/>
              <a:gd name="connsiteY13" fmla="*/ 957573 h 1655094"/>
              <a:gd name="connsiteX14" fmla="*/ 336318 w 2045183"/>
              <a:gd name="connsiteY14" fmla="*/ 941589 h 1655094"/>
              <a:gd name="connsiteX15" fmla="*/ 239392 w 2045183"/>
              <a:gd name="connsiteY15" fmla="*/ 801076 h 1655094"/>
              <a:gd name="connsiteX16" fmla="*/ 84442 w 2045183"/>
              <a:gd name="connsiteY16" fmla="*/ 728337 h 1655094"/>
              <a:gd name="connsiteX17" fmla="*/ 0 w 2045183"/>
              <a:gd name="connsiteY17" fmla="*/ 588068 h 1655094"/>
              <a:gd name="connsiteX0" fmla="*/ 1542951 w 2045183"/>
              <a:gd name="connsiteY0" fmla="*/ 0 h 1655094"/>
              <a:gd name="connsiteX1" fmla="*/ 1918087 w 2045183"/>
              <a:gd name="connsiteY1" fmla="*/ 326132 h 1655094"/>
              <a:gd name="connsiteX2" fmla="*/ 1917767 w 2045183"/>
              <a:gd name="connsiteY2" fmla="*/ 599019 h 1655094"/>
              <a:gd name="connsiteX3" fmla="*/ 2045183 w 2045183"/>
              <a:gd name="connsiteY3" fmla="*/ 1178416 h 1655094"/>
              <a:gd name="connsiteX4" fmla="*/ 1915631 w 2045183"/>
              <a:gd name="connsiteY4" fmla="*/ 1469737 h 1655094"/>
              <a:gd name="connsiteX5" fmla="*/ 1614131 w 2045183"/>
              <a:gd name="connsiteY5" fmla="*/ 1618015 h 1655094"/>
              <a:gd name="connsiteX6" fmla="*/ 1308969 w 2045183"/>
              <a:gd name="connsiteY6" fmla="*/ 1613792 h 1655094"/>
              <a:gd name="connsiteX7" fmla="*/ 1231705 w 2045183"/>
              <a:gd name="connsiteY7" fmla="*/ 1161100 h 1655094"/>
              <a:gd name="connsiteX8" fmla="*/ 1297358 w 2045183"/>
              <a:gd name="connsiteY8" fmla="*/ 950435 h 1655094"/>
              <a:gd name="connsiteX9" fmla="*/ 1158276 w 2045183"/>
              <a:gd name="connsiteY9" fmla="*/ 737811 h 1655094"/>
              <a:gd name="connsiteX10" fmla="*/ 978549 w 2045183"/>
              <a:gd name="connsiteY10" fmla="*/ 705521 h 1655094"/>
              <a:gd name="connsiteX11" fmla="*/ 710350 w 2045183"/>
              <a:gd name="connsiteY11" fmla="*/ 735002 h 1655094"/>
              <a:gd name="connsiteX12" fmla="*/ 515552 w 2045183"/>
              <a:gd name="connsiteY12" fmla="*/ 815020 h 1655094"/>
              <a:gd name="connsiteX13" fmla="*/ 420465 w 2045183"/>
              <a:gd name="connsiteY13" fmla="*/ 957573 h 1655094"/>
              <a:gd name="connsiteX14" fmla="*/ 336318 w 2045183"/>
              <a:gd name="connsiteY14" fmla="*/ 941589 h 1655094"/>
              <a:gd name="connsiteX15" fmla="*/ 239392 w 2045183"/>
              <a:gd name="connsiteY15" fmla="*/ 801076 h 1655094"/>
              <a:gd name="connsiteX16" fmla="*/ 84442 w 2045183"/>
              <a:gd name="connsiteY16" fmla="*/ 728337 h 1655094"/>
              <a:gd name="connsiteX17" fmla="*/ 0 w 2045183"/>
              <a:gd name="connsiteY17" fmla="*/ 588068 h 1655094"/>
              <a:gd name="connsiteX0" fmla="*/ 1590916 w 2093148"/>
              <a:gd name="connsiteY0" fmla="*/ 0 h 1655094"/>
              <a:gd name="connsiteX1" fmla="*/ 1966052 w 2093148"/>
              <a:gd name="connsiteY1" fmla="*/ 326132 h 1655094"/>
              <a:gd name="connsiteX2" fmla="*/ 1965732 w 2093148"/>
              <a:gd name="connsiteY2" fmla="*/ 599019 h 1655094"/>
              <a:gd name="connsiteX3" fmla="*/ 2093148 w 2093148"/>
              <a:gd name="connsiteY3" fmla="*/ 1178416 h 1655094"/>
              <a:gd name="connsiteX4" fmla="*/ 1963596 w 2093148"/>
              <a:gd name="connsiteY4" fmla="*/ 1469737 h 1655094"/>
              <a:gd name="connsiteX5" fmla="*/ 1662096 w 2093148"/>
              <a:gd name="connsiteY5" fmla="*/ 1618015 h 1655094"/>
              <a:gd name="connsiteX6" fmla="*/ 1356934 w 2093148"/>
              <a:gd name="connsiteY6" fmla="*/ 1613792 h 1655094"/>
              <a:gd name="connsiteX7" fmla="*/ 1279670 w 2093148"/>
              <a:gd name="connsiteY7" fmla="*/ 1161100 h 1655094"/>
              <a:gd name="connsiteX8" fmla="*/ 1345323 w 2093148"/>
              <a:gd name="connsiteY8" fmla="*/ 950435 h 1655094"/>
              <a:gd name="connsiteX9" fmla="*/ 1206241 w 2093148"/>
              <a:gd name="connsiteY9" fmla="*/ 737811 h 1655094"/>
              <a:gd name="connsiteX10" fmla="*/ 1026514 w 2093148"/>
              <a:gd name="connsiteY10" fmla="*/ 705521 h 1655094"/>
              <a:gd name="connsiteX11" fmla="*/ 758315 w 2093148"/>
              <a:gd name="connsiteY11" fmla="*/ 735002 h 1655094"/>
              <a:gd name="connsiteX12" fmla="*/ 563517 w 2093148"/>
              <a:gd name="connsiteY12" fmla="*/ 815020 h 1655094"/>
              <a:gd name="connsiteX13" fmla="*/ 468430 w 2093148"/>
              <a:gd name="connsiteY13" fmla="*/ 957573 h 1655094"/>
              <a:gd name="connsiteX14" fmla="*/ 384283 w 2093148"/>
              <a:gd name="connsiteY14" fmla="*/ 941589 h 1655094"/>
              <a:gd name="connsiteX15" fmla="*/ 287357 w 2093148"/>
              <a:gd name="connsiteY15" fmla="*/ 801076 h 1655094"/>
              <a:gd name="connsiteX16" fmla="*/ 132407 w 2093148"/>
              <a:gd name="connsiteY16" fmla="*/ 728337 h 1655094"/>
              <a:gd name="connsiteX17" fmla="*/ 0 w 2093148"/>
              <a:gd name="connsiteY17" fmla="*/ 606633 h 1655094"/>
              <a:gd name="connsiteX0" fmla="*/ 1590916 w 2093148"/>
              <a:gd name="connsiteY0" fmla="*/ 0 h 1624357"/>
              <a:gd name="connsiteX1" fmla="*/ 1966052 w 2093148"/>
              <a:gd name="connsiteY1" fmla="*/ 326132 h 1624357"/>
              <a:gd name="connsiteX2" fmla="*/ 1965732 w 2093148"/>
              <a:gd name="connsiteY2" fmla="*/ 599019 h 1624357"/>
              <a:gd name="connsiteX3" fmla="*/ 2093148 w 2093148"/>
              <a:gd name="connsiteY3" fmla="*/ 1178416 h 1624357"/>
              <a:gd name="connsiteX4" fmla="*/ 1963596 w 2093148"/>
              <a:gd name="connsiteY4" fmla="*/ 1469737 h 1624357"/>
              <a:gd name="connsiteX5" fmla="*/ 1677145 w 2093148"/>
              <a:gd name="connsiteY5" fmla="*/ 1479747 h 1624357"/>
              <a:gd name="connsiteX6" fmla="*/ 1356934 w 2093148"/>
              <a:gd name="connsiteY6" fmla="*/ 1613792 h 1624357"/>
              <a:gd name="connsiteX7" fmla="*/ 1279670 w 2093148"/>
              <a:gd name="connsiteY7" fmla="*/ 1161100 h 1624357"/>
              <a:gd name="connsiteX8" fmla="*/ 1345323 w 2093148"/>
              <a:gd name="connsiteY8" fmla="*/ 950435 h 1624357"/>
              <a:gd name="connsiteX9" fmla="*/ 1206241 w 2093148"/>
              <a:gd name="connsiteY9" fmla="*/ 737811 h 1624357"/>
              <a:gd name="connsiteX10" fmla="*/ 1026514 w 2093148"/>
              <a:gd name="connsiteY10" fmla="*/ 705521 h 1624357"/>
              <a:gd name="connsiteX11" fmla="*/ 758315 w 2093148"/>
              <a:gd name="connsiteY11" fmla="*/ 735002 h 1624357"/>
              <a:gd name="connsiteX12" fmla="*/ 563517 w 2093148"/>
              <a:gd name="connsiteY12" fmla="*/ 815020 h 1624357"/>
              <a:gd name="connsiteX13" fmla="*/ 468430 w 2093148"/>
              <a:gd name="connsiteY13" fmla="*/ 957573 h 1624357"/>
              <a:gd name="connsiteX14" fmla="*/ 384283 w 2093148"/>
              <a:gd name="connsiteY14" fmla="*/ 941589 h 1624357"/>
              <a:gd name="connsiteX15" fmla="*/ 287357 w 2093148"/>
              <a:gd name="connsiteY15" fmla="*/ 801076 h 1624357"/>
              <a:gd name="connsiteX16" fmla="*/ 132407 w 2093148"/>
              <a:gd name="connsiteY16" fmla="*/ 728337 h 1624357"/>
              <a:gd name="connsiteX17" fmla="*/ 0 w 2093148"/>
              <a:gd name="connsiteY17" fmla="*/ 606633 h 162435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345323 w 2093148"/>
              <a:gd name="connsiteY8" fmla="*/ 950435 h 1541907"/>
              <a:gd name="connsiteX9" fmla="*/ 1206241 w 2093148"/>
              <a:gd name="connsiteY9" fmla="*/ 737811 h 1541907"/>
              <a:gd name="connsiteX10" fmla="*/ 1026514 w 2093148"/>
              <a:gd name="connsiteY10" fmla="*/ 705521 h 1541907"/>
              <a:gd name="connsiteX11" fmla="*/ 758315 w 2093148"/>
              <a:gd name="connsiteY11" fmla="*/ 735002 h 1541907"/>
              <a:gd name="connsiteX12" fmla="*/ 563517 w 2093148"/>
              <a:gd name="connsiteY12" fmla="*/ 815020 h 1541907"/>
              <a:gd name="connsiteX13" fmla="*/ 468430 w 2093148"/>
              <a:gd name="connsiteY13" fmla="*/ 957573 h 1541907"/>
              <a:gd name="connsiteX14" fmla="*/ 384283 w 2093148"/>
              <a:gd name="connsiteY14" fmla="*/ 941589 h 1541907"/>
              <a:gd name="connsiteX15" fmla="*/ 287357 w 2093148"/>
              <a:gd name="connsiteY15" fmla="*/ 801076 h 1541907"/>
              <a:gd name="connsiteX16" fmla="*/ 132407 w 2093148"/>
              <a:gd name="connsiteY16" fmla="*/ 728337 h 1541907"/>
              <a:gd name="connsiteX17" fmla="*/ 0 w 2093148"/>
              <a:gd name="connsiteY17" fmla="*/ 606633 h 154190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269451 w 2093148"/>
              <a:gd name="connsiteY8" fmla="*/ 947988 h 1541907"/>
              <a:gd name="connsiteX9" fmla="*/ 1206241 w 2093148"/>
              <a:gd name="connsiteY9" fmla="*/ 737811 h 1541907"/>
              <a:gd name="connsiteX10" fmla="*/ 1026514 w 2093148"/>
              <a:gd name="connsiteY10" fmla="*/ 705521 h 1541907"/>
              <a:gd name="connsiteX11" fmla="*/ 758315 w 2093148"/>
              <a:gd name="connsiteY11" fmla="*/ 735002 h 1541907"/>
              <a:gd name="connsiteX12" fmla="*/ 563517 w 2093148"/>
              <a:gd name="connsiteY12" fmla="*/ 815020 h 1541907"/>
              <a:gd name="connsiteX13" fmla="*/ 468430 w 2093148"/>
              <a:gd name="connsiteY13" fmla="*/ 957573 h 1541907"/>
              <a:gd name="connsiteX14" fmla="*/ 384283 w 2093148"/>
              <a:gd name="connsiteY14" fmla="*/ 941589 h 1541907"/>
              <a:gd name="connsiteX15" fmla="*/ 287357 w 2093148"/>
              <a:gd name="connsiteY15" fmla="*/ 801076 h 1541907"/>
              <a:gd name="connsiteX16" fmla="*/ 132407 w 2093148"/>
              <a:gd name="connsiteY16" fmla="*/ 728337 h 1541907"/>
              <a:gd name="connsiteX17" fmla="*/ 0 w 2093148"/>
              <a:gd name="connsiteY17" fmla="*/ 606633 h 154190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269451 w 2093148"/>
              <a:gd name="connsiteY8" fmla="*/ 947988 h 1541907"/>
              <a:gd name="connsiteX9" fmla="*/ 1124998 w 2093148"/>
              <a:gd name="connsiteY9" fmla="*/ 846657 h 1541907"/>
              <a:gd name="connsiteX10" fmla="*/ 1026514 w 2093148"/>
              <a:gd name="connsiteY10" fmla="*/ 705521 h 1541907"/>
              <a:gd name="connsiteX11" fmla="*/ 758315 w 2093148"/>
              <a:gd name="connsiteY11" fmla="*/ 735002 h 1541907"/>
              <a:gd name="connsiteX12" fmla="*/ 563517 w 2093148"/>
              <a:gd name="connsiteY12" fmla="*/ 815020 h 1541907"/>
              <a:gd name="connsiteX13" fmla="*/ 468430 w 2093148"/>
              <a:gd name="connsiteY13" fmla="*/ 957573 h 1541907"/>
              <a:gd name="connsiteX14" fmla="*/ 384283 w 2093148"/>
              <a:gd name="connsiteY14" fmla="*/ 941589 h 1541907"/>
              <a:gd name="connsiteX15" fmla="*/ 287357 w 2093148"/>
              <a:gd name="connsiteY15" fmla="*/ 801076 h 1541907"/>
              <a:gd name="connsiteX16" fmla="*/ 132407 w 2093148"/>
              <a:gd name="connsiteY16" fmla="*/ 728337 h 1541907"/>
              <a:gd name="connsiteX17" fmla="*/ 0 w 2093148"/>
              <a:gd name="connsiteY17" fmla="*/ 606633 h 154190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269451 w 2093148"/>
              <a:gd name="connsiteY8" fmla="*/ 947988 h 1541907"/>
              <a:gd name="connsiteX9" fmla="*/ 1124998 w 2093148"/>
              <a:gd name="connsiteY9" fmla="*/ 846657 h 1541907"/>
              <a:gd name="connsiteX10" fmla="*/ 946229 w 2093148"/>
              <a:gd name="connsiteY10" fmla="*/ 831713 h 1541907"/>
              <a:gd name="connsiteX11" fmla="*/ 758315 w 2093148"/>
              <a:gd name="connsiteY11" fmla="*/ 735002 h 1541907"/>
              <a:gd name="connsiteX12" fmla="*/ 563517 w 2093148"/>
              <a:gd name="connsiteY12" fmla="*/ 815020 h 1541907"/>
              <a:gd name="connsiteX13" fmla="*/ 468430 w 2093148"/>
              <a:gd name="connsiteY13" fmla="*/ 957573 h 1541907"/>
              <a:gd name="connsiteX14" fmla="*/ 384283 w 2093148"/>
              <a:gd name="connsiteY14" fmla="*/ 941589 h 1541907"/>
              <a:gd name="connsiteX15" fmla="*/ 287357 w 2093148"/>
              <a:gd name="connsiteY15" fmla="*/ 801076 h 1541907"/>
              <a:gd name="connsiteX16" fmla="*/ 132407 w 2093148"/>
              <a:gd name="connsiteY16" fmla="*/ 728337 h 1541907"/>
              <a:gd name="connsiteX17" fmla="*/ 0 w 2093148"/>
              <a:gd name="connsiteY17" fmla="*/ 606633 h 154190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269451 w 2093148"/>
              <a:gd name="connsiteY8" fmla="*/ 947988 h 1541907"/>
              <a:gd name="connsiteX9" fmla="*/ 1124998 w 2093148"/>
              <a:gd name="connsiteY9" fmla="*/ 846657 h 1541907"/>
              <a:gd name="connsiteX10" fmla="*/ 946229 w 2093148"/>
              <a:gd name="connsiteY10" fmla="*/ 831713 h 1541907"/>
              <a:gd name="connsiteX11" fmla="*/ 563517 w 2093148"/>
              <a:gd name="connsiteY11" fmla="*/ 815020 h 1541907"/>
              <a:gd name="connsiteX12" fmla="*/ 468430 w 2093148"/>
              <a:gd name="connsiteY12" fmla="*/ 957573 h 1541907"/>
              <a:gd name="connsiteX13" fmla="*/ 384283 w 2093148"/>
              <a:gd name="connsiteY13" fmla="*/ 941589 h 1541907"/>
              <a:gd name="connsiteX14" fmla="*/ 287357 w 2093148"/>
              <a:gd name="connsiteY14" fmla="*/ 801076 h 1541907"/>
              <a:gd name="connsiteX15" fmla="*/ 132407 w 2093148"/>
              <a:gd name="connsiteY15" fmla="*/ 728337 h 1541907"/>
              <a:gd name="connsiteX16" fmla="*/ 0 w 2093148"/>
              <a:gd name="connsiteY16" fmla="*/ 606633 h 1541907"/>
              <a:gd name="connsiteX0" fmla="*/ 1590916 w 2093148"/>
              <a:gd name="connsiteY0" fmla="*/ 0 h 1541907"/>
              <a:gd name="connsiteX1" fmla="*/ 1966052 w 2093148"/>
              <a:gd name="connsiteY1" fmla="*/ 326132 h 1541907"/>
              <a:gd name="connsiteX2" fmla="*/ 1965732 w 2093148"/>
              <a:gd name="connsiteY2" fmla="*/ 599019 h 1541907"/>
              <a:gd name="connsiteX3" fmla="*/ 2093148 w 2093148"/>
              <a:gd name="connsiteY3" fmla="*/ 1178416 h 1541907"/>
              <a:gd name="connsiteX4" fmla="*/ 1963596 w 2093148"/>
              <a:gd name="connsiteY4" fmla="*/ 1469737 h 1541907"/>
              <a:gd name="connsiteX5" fmla="*/ 1677145 w 2093148"/>
              <a:gd name="connsiteY5" fmla="*/ 1479747 h 1541907"/>
              <a:gd name="connsiteX6" fmla="*/ 1374375 w 2093148"/>
              <a:gd name="connsiteY6" fmla="*/ 1525150 h 1541907"/>
              <a:gd name="connsiteX7" fmla="*/ 1279670 w 2093148"/>
              <a:gd name="connsiteY7" fmla="*/ 1161100 h 1541907"/>
              <a:gd name="connsiteX8" fmla="*/ 1269451 w 2093148"/>
              <a:gd name="connsiteY8" fmla="*/ 947988 h 1541907"/>
              <a:gd name="connsiteX9" fmla="*/ 1124998 w 2093148"/>
              <a:gd name="connsiteY9" fmla="*/ 846657 h 1541907"/>
              <a:gd name="connsiteX10" fmla="*/ 946229 w 2093148"/>
              <a:gd name="connsiteY10" fmla="*/ 831713 h 1541907"/>
              <a:gd name="connsiteX11" fmla="*/ 603097 w 2093148"/>
              <a:gd name="connsiteY11" fmla="*/ 912362 h 1541907"/>
              <a:gd name="connsiteX12" fmla="*/ 468430 w 2093148"/>
              <a:gd name="connsiteY12" fmla="*/ 957573 h 1541907"/>
              <a:gd name="connsiteX13" fmla="*/ 384283 w 2093148"/>
              <a:gd name="connsiteY13" fmla="*/ 941589 h 1541907"/>
              <a:gd name="connsiteX14" fmla="*/ 287357 w 2093148"/>
              <a:gd name="connsiteY14" fmla="*/ 801076 h 1541907"/>
              <a:gd name="connsiteX15" fmla="*/ 132407 w 2093148"/>
              <a:gd name="connsiteY15" fmla="*/ 728337 h 1541907"/>
              <a:gd name="connsiteX16" fmla="*/ 0 w 2093148"/>
              <a:gd name="connsiteY16" fmla="*/ 606633 h 1541907"/>
              <a:gd name="connsiteX0" fmla="*/ 1458509 w 1960741"/>
              <a:gd name="connsiteY0" fmla="*/ 0 h 1541907"/>
              <a:gd name="connsiteX1" fmla="*/ 1833645 w 1960741"/>
              <a:gd name="connsiteY1" fmla="*/ 326132 h 1541907"/>
              <a:gd name="connsiteX2" fmla="*/ 1833325 w 1960741"/>
              <a:gd name="connsiteY2" fmla="*/ 599019 h 1541907"/>
              <a:gd name="connsiteX3" fmla="*/ 1960741 w 1960741"/>
              <a:gd name="connsiteY3" fmla="*/ 1178416 h 1541907"/>
              <a:gd name="connsiteX4" fmla="*/ 1831189 w 1960741"/>
              <a:gd name="connsiteY4" fmla="*/ 1469737 h 1541907"/>
              <a:gd name="connsiteX5" fmla="*/ 1544738 w 1960741"/>
              <a:gd name="connsiteY5" fmla="*/ 1479747 h 1541907"/>
              <a:gd name="connsiteX6" fmla="*/ 1241968 w 1960741"/>
              <a:gd name="connsiteY6" fmla="*/ 1525150 h 1541907"/>
              <a:gd name="connsiteX7" fmla="*/ 1147263 w 1960741"/>
              <a:gd name="connsiteY7" fmla="*/ 1161100 h 1541907"/>
              <a:gd name="connsiteX8" fmla="*/ 1137044 w 1960741"/>
              <a:gd name="connsiteY8" fmla="*/ 947988 h 1541907"/>
              <a:gd name="connsiteX9" fmla="*/ 992591 w 1960741"/>
              <a:gd name="connsiteY9" fmla="*/ 846657 h 1541907"/>
              <a:gd name="connsiteX10" fmla="*/ 813822 w 1960741"/>
              <a:gd name="connsiteY10" fmla="*/ 831713 h 1541907"/>
              <a:gd name="connsiteX11" fmla="*/ 470690 w 1960741"/>
              <a:gd name="connsiteY11" fmla="*/ 912362 h 1541907"/>
              <a:gd name="connsiteX12" fmla="*/ 336023 w 1960741"/>
              <a:gd name="connsiteY12" fmla="*/ 957573 h 1541907"/>
              <a:gd name="connsiteX13" fmla="*/ 251876 w 1960741"/>
              <a:gd name="connsiteY13" fmla="*/ 941589 h 1541907"/>
              <a:gd name="connsiteX14" fmla="*/ 154950 w 1960741"/>
              <a:gd name="connsiteY14" fmla="*/ 801076 h 1541907"/>
              <a:gd name="connsiteX15" fmla="*/ 0 w 1960741"/>
              <a:gd name="connsiteY15" fmla="*/ 728337 h 1541907"/>
              <a:gd name="connsiteX0" fmla="*/ 1458509 w 1961990"/>
              <a:gd name="connsiteY0" fmla="*/ 0 h 1541907"/>
              <a:gd name="connsiteX1" fmla="*/ 1833645 w 1961990"/>
              <a:gd name="connsiteY1" fmla="*/ 326132 h 1541907"/>
              <a:gd name="connsiteX2" fmla="*/ 1893245 w 1961990"/>
              <a:gd name="connsiteY2" fmla="*/ 609647 h 1541907"/>
              <a:gd name="connsiteX3" fmla="*/ 1960741 w 1961990"/>
              <a:gd name="connsiteY3" fmla="*/ 1178416 h 1541907"/>
              <a:gd name="connsiteX4" fmla="*/ 1831189 w 1961990"/>
              <a:gd name="connsiteY4" fmla="*/ 1469737 h 1541907"/>
              <a:gd name="connsiteX5" fmla="*/ 1544738 w 1961990"/>
              <a:gd name="connsiteY5" fmla="*/ 1479747 h 1541907"/>
              <a:gd name="connsiteX6" fmla="*/ 1241968 w 1961990"/>
              <a:gd name="connsiteY6" fmla="*/ 1525150 h 1541907"/>
              <a:gd name="connsiteX7" fmla="*/ 1147263 w 1961990"/>
              <a:gd name="connsiteY7" fmla="*/ 1161100 h 1541907"/>
              <a:gd name="connsiteX8" fmla="*/ 1137044 w 1961990"/>
              <a:gd name="connsiteY8" fmla="*/ 947988 h 1541907"/>
              <a:gd name="connsiteX9" fmla="*/ 992591 w 1961990"/>
              <a:gd name="connsiteY9" fmla="*/ 846657 h 1541907"/>
              <a:gd name="connsiteX10" fmla="*/ 813822 w 1961990"/>
              <a:gd name="connsiteY10" fmla="*/ 831713 h 1541907"/>
              <a:gd name="connsiteX11" fmla="*/ 470690 w 1961990"/>
              <a:gd name="connsiteY11" fmla="*/ 912362 h 1541907"/>
              <a:gd name="connsiteX12" fmla="*/ 336023 w 1961990"/>
              <a:gd name="connsiteY12" fmla="*/ 957573 h 1541907"/>
              <a:gd name="connsiteX13" fmla="*/ 251876 w 1961990"/>
              <a:gd name="connsiteY13" fmla="*/ 941589 h 1541907"/>
              <a:gd name="connsiteX14" fmla="*/ 154950 w 1961990"/>
              <a:gd name="connsiteY14" fmla="*/ 801076 h 1541907"/>
              <a:gd name="connsiteX15" fmla="*/ 0 w 1961990"/>
              <a:gd name="connsiteY15" fmla="*/ 728337 h 1541907"/>
              <a:gd name="connsiteX0" fmla="*/ 1833645 w 1961990"/>
              <a:gd name="connsiteY0" fmla="*/ 0 h 1215775"/>
              <a:gd name="connsiteX1" fmla="*/ 1893245 w 1961990"/>
              <a:gd name="connsiteY1" fmla="*/ 283515 h 1215775"/>
              <a:gd name="connsiteX2" fmla="*/ 1960741 w 1961990"/>
              <a:gd name="connsiteY2" fmla="*/ 852284 h 1215775"/>
              <a:gd name="connsiteX3" fmla="*/ 1831189 w 1961990"/>
              <a:gd name="connsiteY3" fmla="*/ 1143605 h 1215775"/>
              <a:gd name="connsiteX4" fmla="*/ 1544738 w 1961990"/>
              <a:gd name="connsiteY4" fmla="*/ 1153615 h 1215775"/>
              <a:gd name="connsiteX5" fmla="*/ 1241968 w 1961990"/>
              <a:gd name="connsiteY5" fmla="*/ 1199018 h 1215775"/>
              <a:gd name="connsiteX6" fmla="*/ 1147263 w 1961990"/>
              <a:gd name="connsiteY6" fmla="*/ 834968 h 1215775"/>
              <a:gd name="connsiteX7" fmla="*/ 1137044 w 1961990"/>
              <a:gd name="connsiteY7" fmla="*/ 621856 h 1215775"/>
              <a:gd name="connsiteX8" fmla="*/ 992591 w 1961990"/>
              <a:gd name="connsiteY8" fmla="*/ 520525 h 1215775"/>
              <a:gd name="connsiteX9" fmla="*/ 813822 w 1961990"/>
              <a:gd name="connsiteY9" fmla="*/ 505581 h 1215775"/>
              <a:gd name="connsiteX10" fmla="*/ 470690 w 1961990"/>
              <a:gd name="connsiteY10" fmla="*/ 586230 h 1215775"/>
              <a:gd name="connsiteX11" fmla="*/ 336023 w 1961990"/>
              <a:gd name="connsiteY11" fmla="*/ 631441 h 1215775"/>
              <a:gd name="connsiteX12" fmla="*/ 251876 w 1961990"/>
              <a:gd name="connsiteY12" fmla="*/ 615457 h 1215775"/>
              <a:gd name="connsiteX13" fmla="*/ 154950 w 1961990"/>
              <a:gd name="connsiteY13" fmla="*/ 474944 h 1215775"/>
              <a:gd name="connsiteX14" fmla="*/ 0 w 1961990"/>
              <a:gd name="connsiteY14" fmla="*/ 402205 h 1215775"/>
              <a:gd name="connsiteX0" fmla="*/ 1893245 w 1961990"/>
              <a:gd name="connsiteY0" fmla="*/ 0 h 932260"/>
              <a:gd name="connsiteX1" fmla="*/ 1960741 w 1961990"/>
              <a:gd name="connsiteY1" fmla="*/ 568769 h 932260"/>
              <a:gd name="connsiteX2" fmla="*/ 1831189 w 1961990"/>
              <a:gd name="connsiteY2" fmla="*/ 860090 h 932260"/>
              <a:gd name="connsiteX3" fmla="*/ 1544738 w 1961990"/>
              <a:gd name="connsiteY3" fmla="*/ 870100 h 932260"/>
              <a:gd name="connsiteX4" fmla="*/ 1241968 w 1961990"/>
              <a:gd name="connsiteY4" fmla="*/ 915503 h 932260"/>
              <a:gd name="connsiteX5" fmla="*/ 1147263 w 1961990"/>
              <a:gd name="connsiteY5" fmla="*/ 551453 h 932260"/>
              <a:gd name="connsiteX6" fmla="*/ 1137044 w 1961990"/>
              <a:gd name="connsiteY6" fmla="*/ 338341 h 932260"/>
              <a:gd name="connsiteX7" fmla="*/ 992591 w 1961990"/>
              <a:gd name="connsiteY7" fmla="*/ 237010 h 932260"/>
              <a:gd name="connsiteX8" fmla="*/ 813822 w 1961990"/>
              <a:gd name="connsiteY8" fmla="*/ 222066 h 932260"/>
              <a:gd name="connsiteX9" fmla="*/ 470690 w 1961990"/>
              <a:gd name="connsiteY9" fmla="*/ 302715 h 932260"/>
              <a:gd name="connsiteX10" fmla="*/ 336023 w 1961990"/>
              <a:gd name="connsiteY10" fmla="*/ 347926 h 932260"/>
              <a:gd name="connsiteX11" fmla="*/ 251876 w 1961990"/>
              <a:gd name="connsiteY11" fmla="*/ 331942 h 932260"/>
              <a:gd name="connsiteX12" fmla="*/ 154950 w 1961990"/>
              <a:gd name="connsiteY12" fmla="*/ 191429 h 932260"/>
              <a:gd name="connsiteX13" fmla="*/ 0 w 1961990"/>
              <a:gd name="connsiteY13" fmla="*/ 118690 h 932260"/>
              <a:gd name="connsiteX0" fmla="*/ 1893245 w 1962105"/>
              <a:gd name="connsiteY0" fmla="*/ 0 h 938102"/>
              <a:gd name="connsiteX1" fmla="*/ 1960741 w 1962105"/>
              <a:gd name="connsiteY1" fmla="*/ 568769 h 938102"/>
              <a:gd name="connsiteX2" fmla="*/ 1827920 w 1962105"/>
              <a:gd name="connsiteY2" fmla="*/ 630272 h 938102"/>
              <a:gd name="connsiteX3" fmla="*/ 1544738 w 1962105"/>
              <a:gd name="connsiteY3" fmla="*/ 870100 h 938102"/>
              <a:gd name="connsiteX4" fmla="*/ 1241968 w 1962105"/>
              <a:gd name="connsiteY4" fmla="*/ 915503 h 938102"/>
              <a:gd name="connsiteX5" fmla="*/ 1147263 w 1962105"/>
              <a:gd name="connsiteY5" fmla="*/ 551453 h 938102"/>
              <a:gd name="connsiteX6" fmla="*/ 1137044 w 1962105"/>
              <a:gd name="connsiteY6" fmla="*/ 338341 h 938102"/>
              <a:gd name="connsiteX7" fmla="*/ 992591 w 1962105"/>
              <a:gd name="connsiteY7" fmla="*/ 237010 h 938102"/>
              <a:gd name="connsiteX8" fmla="*/ 813822 w 1962105"/>
              <a:gd name="connsiteY8" fmla="*/ 222066 h 938102"/>
              <a:gd name="connsiteX9" fmla="*/ 470690 w 1962105"/>
              <a:gd name="connsiteY9" fmla="*/ 302715 h 938102"/>
              <a:gd name="connsiteX10" fmla="*/ 336023 w 1962105"/>
              <a:gd name="connsiteY10" fmla="*/ 347926 h 938102"/>
              <a:gd name="connsiteX11" fmla="*/ 251876 w 1962105"/>
              <a:gd name="connsiteY11" fmla="*/ 331942 h 938102"/>
              <a:gd name="connsiteX12" fmla="*/ 154950 w 1962105"/>
              <a:gd name="connsiteY12" fmla="*/ 191429 h 938102"/>
              <a:gd name="connsiteX13" fmla="*/ 0 w 1962105"/>
              <a:gd name="connsiteY13" fmla="*/ 118690 h 938102"/>
              <a:gd name="connsiteX0" fmla="*/ 1893245 w 1919136"/>
              <a:gd name="connsiteY0" fmla="*/ 0 h 938102"/>
              <a:gd name="connsiteX1" fmla="*/ 1914944 w 1919136"/>
              <a:gd name="connsiteY1" fmla="*/ 339894 h 938102"/>
              <a:gd name="connsiteX2" fmla="*/ 1827920 w 1919136"/>
              <a:gd name="connsiteY2" fmla="*/ 630272 h 938102"/>
              <a:gd name="connsiteX3" fmla="*/ 1544738 w 1919136"/>
              <a:gd name="connsiteY3" fmla="*/ 870100 h 938102"/>
              <a:gd name="connsiteX4" fmla="*/ 1241968 w 1919136"/>
              <a:gd name="connsiteY4" fmla="*/ 915503 h 938102"/>
              <a:gd name="connsiteX5" fmla="*/ 1147263 w 1919136"/>
              <a:gd name="connsiteY5" fmla="*/ 551453 h 938102"/>
              <a:gd name="connsiteX6" fmla="*/ 1137044 w 1919136"/>
              <a:gd name="connsiteY6" fmla="*/ 338341 h 938102"/>
              <a:gd name="connsiteX7" fmla="*/ 992591 w 1919136"/>
              <a:gd name="connsiteY7" fmla="*/ 237010 h 938102"/>
              <a:gd name="connsiteX8" fmla="*/ 813822 w 1919136"/>
              <a:gd name="connsiteY8" fmla="*/ 222066 h 938102"/>
              <a:gd name="connsiteX9" fmla="*/ 470690 w 1919136"/>
              <a:gd name="connsiteY9" fmla="*/ 302715 h 938102"/>
              <a:gd name="connsiteX10" fmla="*/ 336023 w 1919136"/>
              <a:gd name="connsiteY10" fmla="*/ 347926 h 938102"/>
              <a:gd name="connsiteX11" fmla="*/ 251876 w 1919136"/>
              <a:gd name="connsiteY11" fmla="*/ 331942 h 938102"/>
              <a:gd name="connsiteX12" fmla="*/ 154950 w 1919136"/>
              <a:gd name="connsiteY12" fmla="*/ 191429 h 938102"/>
              <a:gd name="connsiteX13" fmla="*/ 0 w 1919136"/>
              <a:gd name="connsiteY13" fmla="*/ 118690 h 938102"/>
              <a:gd name="connsiteX0" fmla="*/ 1893245 w 1919136"/>
              <a:gd name="connsiteY0" fmla="*/ 0 h 884695"/>
              <a:gd name="connsiteX1" fmla="*/ 1914944 w 1919136"/>
              <a:gd name="connsiteY1" fmla="*/ 339894 h 884695"/>
              <a:gd name="connsiteX2" fmla="*/ 1827920 w 1919136"/>
              <a:gd name="connsiteY2" fmla="*/ 630272 h 884695"/>
              <a:gd name="connsiteX3" fmla="*/ 1544738 w 1919136"/>
              <a:gd name="connsiteY3" fmla="*/ 870100 h 884695"/>
              <a:gd name="connsiteX4" fmla="*/ 1231380 w 1919136"/>
              <a:gd name="connsiteY4" fmla="*/ 824920 h 884695"/>
              <a:gd name="connsiteX5" fmla="*/ 1147263 w 1919136"/>
              <a:gd name="connsiteY5" fmla="*/ 551453 h 884695"/>
              <a:gd name="connsiteX6" fmla="*/ 1137044 w 1919136"/>
              <a:gd name="connsiteY6" fmla="*/ 338341 h 884695"/>
              <a:gd name="connsiteX7" fmla="*/ 992591 w 1919136"/>
              <a:gd name="connsiteY7" fmla="*/ 237010 h 884695"/>
              <a:gd name="connsiteX8" fmla="*/ 813822 w 1919136"/>
              <a:gd name="connsiteY8" fmla="*/ 222066 h 884695"/>
              <a:gd name="connsiteX9" fmla="*/ 470690 w 1919136"/>
              <a:gd name="connsiteY9" fmla="*/ 302715 h 884695"/>
              <a:gd name="connsiteX10" fmla="*/ 336023 w 1919136"/>
              <a:gd name="connsiteY10" fmla="*/ 347926 h 884695"/>
              <a:gd name="connsiteX11" fmla="*/ 251876 w 1919136"/>
              <a:gd name="connsiteY11" fmla="*/ 331942 h 884695"/>
              <a:gd name="connsiteX12" fmla="*/ 154950 w 1919136"/>
              <a:gd name="connsiteY12" fmla="*/ 191429 h 884695"/>
              <a:gd name="connsiteX13" fmla="*/ 0 w 1919136"/>
              <a:gd name="connsiteY13" fmla="*/ 118690 h 884695"/>
              <a:gd name="connsiteX0" fmla="*/ 1738295 w 1764186"/>
              <a:gd name="connsiteY0" fmla="*/ 0 h 884695"/>
              <a:gd name="connsiteX1" fmla="*/ 1759994 w 1764186"/>
              <a:gd name="connsiteY1" fmla="*/ 339894 h 884695"/>
              <a:gd name="connsiteX2" fmla="*/ 1672970 w 1764186"/>
              <a:gd name="connsiteY2" fmla="*/ 630272 h 884695"/>
              <a:gd name="connsiteX3" fmla="*/ 1389788 w 1764186"/>
              <a:gd name="connsiteY3" fmla="*/ 870100 h 884695"/>
              <a:gd name="connsiteX4" fmla="*/ 1076430 w 1764186"/>
              <a:gd name="connsiteY4" fmla="*/ 824920 h 884695"/>
              <a:gd name="connsiteX5" fmla="*/ 992313 w 1764186"/>
              <a:gd name="connsiteY5" fmla="*/ 551453 h 884695"/>
              <a:gd name="connsiteX6" fmla="*/ 982094 w 1764186"/>
              <a:gd name="connsiteY6" fmla="*/ 338341 h 884695"/>
              <a:gd name="connsiteX7" fmla="*/ 837641 w 1764186"/>
              <a:gd name="connsiteY7" fmla="*/ 237010 h 884695"/>
              <a:gd name="connsiteX8" fmla="*/ 658872 w 1764186"/>
              <a:gd name="connsiteY8" fmla="*/ 222066 h 884695"/>
              <a:gd name="connsiteX9" fmla="*/ 315740 w 1764186"/>
              <a:gd name="connsiteY9" fmla="*/ 302715 h 884695"/>
              <a:gd name="connsiteX10" fmla="*/ 181073 w 1764186"/>
              <a:gd name="connsiteY10" fmla="*/ 347926 h 884695"/>
              <a:gd name="connsiteX11" fmla="*/ 96926 w 1764186"/>
              <a:gd name="connsiteY11" fmla="*/ 331942 h 884695"/>
              <a:gd name="connsiteX12" fmla="*/ 0 w 1764186"/>
              <a:gd name="connsiteY12" fmla="*/ 191429 h 884695"/>
              <a:gd name="connsiteX0" fmla="*/ 1669798 w 1695689"/>
              <a:gd name="connsiteY0" fmla="*/ 0 h 884695"/>
              <a:gd name="connsiteX1" fmla="*/ 1691497 w 1695689"/>
              <a:gd name="connsiteY1" fmla="*/ 339894 h 884695"/>
              <a:gd name="connsiteX2" fmla="*/ 1604473 w 1695689"/>
              <a:gd name="connsiteY2" fmla="*/ 630272 h 884695"/>
              <a:gd name="connsiteX3" fmla="*/ 1321291 w 1695689"/>
              <a:gd name="connsiteY3" fmla="*/ 870100 h 884695"/>
              <a:gd name="connsiteX4" fmla="*/ 1007933 w 1695689"/>
              <a:gd name="connsiteY4" fmla="*/ 824920 h 884695"/>
              <a:gd name="connsiteX5" fmla="*/ 923816 w 1695689"/>
              <a:gd name="connsiteY5" fmla="*/ 551453 h 884695"/>
              <a:gd name="connsiteX6" fmla="*/ 913597 w 1695689"/>
              <a:gd name="connsiteY6" fmla="*/ 338341 h 884695"/>
              <a:gd name="connsiteX7" fmla="*/ 769144 w 1695689"/>
              <a:gd name="connsiteY7" fmla="*/ 237010 h 884695"/>
              <a:gd name="connsiteX8" fmla="*/ 590375 w 1695689"/>
              <a:gd name="connsiteY8" fmla="*/ 222066 h 884695"/>
              <a:gd name="connsiteX9" fmla="*/ 247243 w 1695689"/>
              <a:gd name="connsiteY9" fmla="*/ 302715 h 884695"/>
              <a:gd name="connsiteX10" fmla="*/ 112576 w 1695689"/>
              <a:gd name="connsiteY10" fmla="*/ 347926 h 884695"/>
              <a:gd name="connsiteX11" fmla="*/ 28429 w 1695689"/>
              <a:gd name="connsiteY11" fmla="*/ 331942 h 884695"/>
              <a:gd name="connsiteX12" fmla="*/ 0 w 1695689"/>
              <a:gd name="connsiteY12" fmla="*/ 188963 h 884695"/>
              <a:gd name="connsiteX0" fmla="*/ 1669798 w 1695689"/>
              <a:gd name="connsiteY0" fmla="*/ 0 h 884695"/>
              <a:gd name="connsiteX1" fmla="*/ 1691497 w 1695689"/>
              <a:gd name="connsiteY1" fmla="*/ 339894 h 884695"/>
              <a:gd name="connsiteX2" fmla="*/ 1604473 w 1695689"/>
              <a:gd name="connsiteY2" fmla="*/ 630272 h 884695"/>
              <a:gd name="connsiteX3" fmla="*/ 1321291 w 1695689"/>
              <a:gd name="connsiteY3" fmla="*/ 870100 h 884695"/>
              <a:gd name="connsiteX4" fmla="*/ 1007933 w 1695689"/>
              <a:gd name="connsiteY4" fmla="*/ 824920 h 884695"/>
              <a:gd name="connsiteX5" fmla="*/ 923816 w 1695689"/>
              <a:gd name="connsiteY5" fmla="*/ 551453 h 884695"/>
              <a:gd name="connsiteX6" fmla="*/ 913597 w 1695689"/>
              <a:gd name="connsiteY6" fmla="*/ 338341 h 884695"/>
              <a:gd name="connsiteX7" fmla="*/ 769144 w 1695689"/>
              <a:gd name="connsiteY7" fmla="*/ 237010 h 884695"/>
              <a:gd name="connsiteX8" fmla="*/ 590375 w 1695689"/>
              <a:gd name="connsiteY8" fmla="*/ 222066 h 884695"/>
              <a:gd name="connsiteX9" fmla="*/ 247243 w 1695689"/>
              <a:gd name="connsiteY9" fmla="*/ 302715 h 884695"/>
              <a:gd name="connsiteX10" fmla="*/ 112576 w 1695689"/>
              <a:gd name="connsiteY10" fmla="*/ 347926 h 884695"/>
              <a:gd name="connsiteX11" fmla="*/ 67760 w 1695689"/>
              <a:gd name="connsiteY11" fmla="*/ 303434 h 884695"/>
              <a:gd name="connsiteX12" fmla="*/ 0 w 1695689"/>
              <a:gd name="connsiteY12" fmla="*/ 188963 h 884695"/>
              <a:gd name="connsiteX0" fmla="*/ 1669798 w 1695689"/>
              <a:gd name="connsiteY0" fmla="*/ 0 h 884695"/>
              <a:gd name="connsiteX1" fmla="*/ 1691497 w 1695689"/>
              <a:gd name="connsiteY1" fmla="*/ 339894 h 884695"/>
              <a:gd name="connsiteX2" fmla="*/ 1604473 w 1695689"/>
              <a:gd name="connsiteY2" fmla="*/ 630272 h 884695"/>
              <a:gd name="connsiteX3" fmla="*/ 1321291 w 1695689"/>
              <a:gd name="connsiteY3" fmla="*/ 870100 h 884695"/>
              <a:gd name="connsiteX4" fmla="*/ 1007933 w 1695689"/>
              <a:gd name="connsiteY4" fmla="*/ 824920 h 884695"/>
              <a:gd name="connsiteX5" fmla="*/ 923816 w 1695689"/>
              <a:gd name="connsiteY5" fmla="*/ 551453 h 884695"/>
              <a:gd name="connsiteX6" fmla="*/ 913597 w 1695689"/>
              <a:gd name="connsiteY6" fmla="*/ 338341 h 884695"/>
              <a:gd name="connsiteX7" fmla="*/ 769144 w 1695689"/>
              <a:gd name="connsiteY7" fmla="*/ 237010 h 884695"/>
              <a:gd name="connsiteX8" fmla="*/ 590375 w 1695689"/>
              <a:gd name="connsiteY8" fmla="*/ 222066 h 884695"/>
              <a:gd name="connsiteX9" fmla="*/ 247243 w 1695689"/>
              <a:gd name="connsiteY9" fmla="*/ 302715 h 884695"/>
              <a:gd name="connsiteX10" fmla="*/ 145891 w 1695689"/>
              <a:gd name="connsiteY10" fmla="*/ 338226 h 884695"/>
              <a:gd name="connsiteX11" fmla="*/ 67760 w 1695689"/>
              <a:gd name="connsiteY11" fmla="*/ 303434 h 884695"/>
              <a:gd name="connsiteX12" fmla="*/ 0 w 1695689"/>
              <a:gd name="connsiteY12" fmla="*/ 188963 h 884695"/>
              <a:gd name="connsiteX0" fmla="*/ 1669798 w 1695689"/>
              <a:gd name="connsiteY0" fmla="*/ 0 h 884695"/>
              <a:gd name="connsiteX1" fmla="*/ 1691497 w 1695689"/>
              <a:gd name="connsiteY1" fmla="*/ 339894 h 884695"/>
              <a:gd name="connsiteX2" fmla="*/ 1604473 w 1695689"/>
              <a:gd name="connsiteY2" fmla="*/ 630272 h 884695"/>
              <a:gd name="connsiteX3" fmla="*/ 1321291 w 1695689"/>
              <a:gd name="connsiteY3" fmla="*/ 870100 h 884695"/>
              <a:gd name="connsiteX4" fmla="*/ 1007933 w 1695689"/>
              <a:gd name="connsiteY4" fmla="*/ 824920 h 884695"/>
              <a:gd name="connsiteX5" fmla="*/ 923816 w 1695689"/>
              <a:gd name="connsiteY5" fmla="*/ 551453 h 884695"/>
              <a:gd name="connsiteX6" fmla="*/ 913597 w 1695689"/>
              <a:gd name="connsiteY6" fmla="*/ 338341 h 884695"/>
              <a:gd name="connsiteX7" fmla="*/ 769144 w 1695689"/>
              <a:gd name="connsiteY7" fmla="*/ 237010 h 884695"/>
              <a:gd name="connsiteX8" fmla="*/ 590375 w 1695689"/>
              <a:gd name="connsiteY8" fmla="*/ 222066 h 884695"/>
              <a:gd name="connsiteX9" fmla="*/ 272058 w 1695689"/>
              <a:gd name="connsiteY9" fmla="*/ 252609 h 884695"/>
              <a:gd name="connsiteX10" fmla="*/ 145891 w 1695689"/>
              <a:gd name="connsiteY10" fmla="*/ 338226 h 884695"/>
              <a:gd name="connsiteX11" fmla="*/ 67760 w 1695689"/>
              <a:gd name="connsiteY11" fmla="*/ 303434 h 884695"/>
              <a:gd name="connsiteX12" fmla="*/ 0 w 1695689"/>
              <a:gd name="connsiteY12" fmla="*/ 188963 h 884695"/>
              <a:gd name="connsiteX0" fmla="*/ 1669798 w 1695689"/>
              <a:gd name="connsiteY0" fmla="*/ 0 h 884695"/>
              <a:gd name="connsiteX1" fmla="*/ 1691497 w 1695689"/>
              <a:gd name="connsiteY1" fmla="*/ 339894 h 884695"/>
              <a:gd name="connsiteX2" fmla="*/ 1604473 w 1695689"/>
              <a:gd name="connsiteY2" fmla="*/ 630272 h 884695"/>
              <a:gd name="connsiteX3" fmla="*/ 1321291 w 1695689"/>
              <a:gd name="connsiteY3" fmla="*/ 870100 h 884695"/>
              <a:gd name="connsiteX4" fmla="*/ 1007933 w 1695689"/>
              <a:gd name="connsiteY4" fmla="*/ 824920 h 884695"/>
              <a:gd name="connsiteX5" fmla="*/ 923816 w 1695689"/>
              <a:gd name="connsiteY5" fmla="*/ 551453 h 884695"/>
              <a:gd name="connsiteX6" fmla="*/ 913597 w 1695689"/>
              <a:gd name="connsiteY6" fmla="*/ 338341 h 884695"/>
              <a:gd name="connsiteX7" fmla="*/ 727542 w 1695689"/>
              <a:gd name="connsiteY7" fmla="*/ 309121 h 884695"/>
              <a:gd name="connsiteX8" fmla="*/ 590375 w 1695689"/>
              <a:gd name="connsiteY8" fmla="*/ 222066 h 884695"/>
              <a:gd name="connsiteX9" fmla="*/ 272058 w 1695689"/>
              <a:gd name="connsiteY9" fmla="*/ 252609 h 884695"/>
              <a:gd name="connsiteX10" fmla="*/ 145891 w 1695689"/>
              <a:gd name="connsiteY10" fmla="*/ 338226 h 884695"/>
              <a:gd name="connsiteX11" fmla="*/ 67760 w 1695689"/>
              <a:gd name="connsiteY11" fmla="*/ 303434 h 884695"/>
              <a:gd name="connsiteX12" fmla="*/ 0 w 1695689"/>
              <a:gd name="connsiteY12" fmla="*/ 188963 h 884695"/>
              <a:gd name="connsiteX0" fmla="*/ 1669798 w 1695689"/>
              <a:gd name="connsiteY0" fmla="*/ 0 h 873489"/>
              <a:gd name="connsiteX1" fmla="*/ 1691497 w 1695689"/>
              <a:gd name="connsiteY1" fmla="*/ 339894 h 873489"/>
              <a:gd name="connsiteX2" fmla="*/ 1604473 w 1695689"/>
              <a:gd name="connsiteY2" fmla="*/ 630272 h 873489"/>
              <a:gd name="connsiteX3" fmla="*/ 1321291 w 1695689"/>
              <a:gd name="connsiteY3" fmla="*/ 870100 h 873489"/>
              <a:gd name="connsiteX4" fmla="*/ 971028 w 1695689"/>
              <a:gd name="connsiteY4" fmla="*/ 756441 h 873489"/>
              <a:gd name="connsiteX5" fmla="*/ 923816 w 1695689"/>
              <a:gd name="connsiteY5" fmla="*/ 551453 h 873489"/>
              <a:gd name="connsiteX6" fmla="*/ 913597 w 1695689"/>
              <a:gd name="connsiteY6" fmla="*/ 338341 h 873489"/>
              <a:gd name="connsiteX7" fmla="*/ 727542 w 1695689"/>
              <a:gd name="connsiteY7" fmla="*/ 309121 h 873489"/>
              <a:gd name="connsiteX8" fmla="*/ 590375 w 1695689"/>
              <a:gd name="connsiteY8" fmla="*/ 222066 h 873489"/>
              <a:gd name="connsiteX9" fmla="*/ 272058 w 1695689"/>
              <a:gd name="connsiteY9" fmla="*/ 252609 h 873489"/>
              <a:gd name="connsiteX10" fmla="*/ 145891 w 1695689"/>
              <a:gd name="connsiteY10" fmla="*/ 338226 h 873489"/>
              <a:gd name="connsiteX11" fmla="*/ 67760 w 1695689"/>
              <a:gd name="connsiteY11" fmla="*/ 303434 h 873489"/>
              <a:gd name="connsiteX12" fmla="*/ 0 w 1695689"/>
              <a:gd name="connsiteY12" fmla="*/ 188963 h 873489"/>
              <a:gd name="connsiteX0" fmla="*/ 1669798 w 1695689"/>
              <a:gd name="connsiteY0" fmla="*/ 0 h 820267"/>
              <a:gd name="connsiteX1" fmla="*/ 1691497 w 1695689"/>
              <a:gd name="connsiteY1" fmla="*/ 339894 h 820267"/>
              <a:gd name="connsiteX2" fmla="*/ 1604473 w 1695689"/>
              <a:gd name="connsiteY2" fmla="*/ 630272 h 820267"/>
              <a:gd name="connsiteX3" fmla="*/ 1334245 w 1695689"/>
              <a:gd name="connsiteY3" fmla="*/ 813970 h 820267"/>
              <a:gd name="connsiteX4" fmla="*/ 971028 w 1695689"/>
              <a:gd name="connsiteY4" fmla="*/ 756441 h 820267"/>
              <a:gd name="connsiteX5" fmla="*/ 923816 w 1695689"/>
              <a:gd name="connsiteY5" fmla="*/ 551453 h 820267"/>
              <a:gd name="connsiteX6" fmla="*/ 913597 w 1695689"/>
              <a:gd name="connsiteY6" fmla="*/ 338341 h 820267"/>
              <a:gd name="connsiteX7" fmla="*/ 727542 w 1695689"/>
              <a:gd name="connsiteY7" fmla="*/ 309121 h 820267"/>
              <a:gd name="connsiteX8" fmla="*/ 590375 w 1695689"/>
              <a:gd name="connsiteY8" fmla="*/ 222066 h 820267"/>
              <a:gd name="connsiteX9" fmla="*/ 272058 w 1695689"/>
              <a:gd name="connsiteY9" fmla="*/ 252609 h 820267"/>
              <a:gd name="connsiteX10" fmla="*/ 145891 w 1695689"/>
              <a:gd name="connsiteY10" fmla="*/ 338226 h 820267"/>
              <a:gd name="connsiteX11" fmla="*/ 67760 w 1695689"/>
              <a:gd name="connsiteY11" fmla="*/ 303434 h 820267"/>
              <a:gd name="connsiteX12" fmla="*/ 0 w 1695689"/>
              <a:gd name="connsiteY12" fmla="*/ 188963 h 820267"/>
              <a:gd name="connsiteX0" fmla="*/ 1669798 w 1695689"/>
              <a:gd name="connsiteY0" fmla="*/ 0 h 820267"/>
              <a:gd name="connsiteX1" fmla="*/ 1691497 w 1695689"/>
              <a:gd name="connsiteY1" fmla="*/ 339894 h 820267"/>
              <a:gd name="connsiteX2" fmla="*/ 1604473 w 1695689"/>
              <a:gd name="connsiteY2" fmla="*/ 630272 h 820267"/>
              <a:gd name="connsiteX3" fmla="*/ 1334245 w 1695689"/>
              <a:gd name="connsiteY3" fmla="*/ 813970 h 820267"/>
              <a:gd name="connsiteX4" fmla="*/ 971028 w 1695689"/>
              <a:gd name="connsiteY4" fmla="*/ 756441 h 820267"/>
              <a:gd name="connsiteX5" fmla="*/ 923816 w 1695689"/>
              <a:gd name="connsiteY5" fmla="*/ 551453 h 820267"/>
              <a:gd name="connsiteX6" fmla="*/ 913597 w 1695689"/>
              <a:gd name="connsiteY6" fmla="*/ 338341 h 820267"/>
              <a:gd name="connsiteX7" fmla="*/ 727542 w 1695689"/>
              <a:gd name="connsiteY7" fmla="*/ 309121 h 820267"/>
              <a:gd name="connsiteX8" fmla="*/ 590375 w 1695689"/>
              <a:gd name="connsiteY8" fmla="*/ 222066 h 820267"/>
              <a:gd name="connsiteX9" fmla="*/ 272058 w 1695689"/>
              <a:gd name="connsiteY9" fmla="*/ 252609 h 820267"/>
              <a:gd name="connsiteX10" fmla="*/ 145891 w 1695689"/>
              <a:gd name="connsiteY10" fmla="*/ 338226 h 820267"/>
              <a:gd name="connsiteX11" fmla="*/ 67760 w 1695689"/>
              <a:gd name="connsiteY11" fmla="*/ 303434 h 820267"/>
              <a:gd name="connsiteX12" fmla="*/ 0 w 1695689"/>
              <a:gd name="connsiteY12" fmla="*/ 188963 h 820267"/>
              <a:gd name="connsiteX0" fmla="*/ 1669798 w 1695689"/>
              <a:gd name="connsiteY0" fmla="*/ 0 h 820267"/>
              <a:gd name="connsiteX1" fmla="*/ 1691497 w 1695689"/>
              <a:gd name="connsiteY1" fmla="*/ 339894 h 820267"/>
              <a:gd name="connsiteX2" fmla="*/ 1604473 w 1695689"/>
              <a:gd name="connsiteY2" fmla="*/ 630272 h 820267"/>
              <a:gd name="connsiteX3" fmla="*/ 1334245 w 1695689"/>
              <a:gd name="connsiteY3" fmla="*/ 813970 h 820267"/>
              <a:gd name="connsiteX4" fmla="*/ 971028 w 1695689"/>
              <a:gd name="connsiteY4" fmla="*/ 756441 h 820267"/>
              <a:gd name="connsiteX5" fmla="*/ 923816 w 1695689"/>
              <a:gd name="connsiteY5" fmla="*/ 551453 h 820267"/>
              <a:gd name="connsiteX6" fmla="*/ 913597 w 1695689"/>
              <a:gd name="connsiteY6" fmla="*/ 338341 h 820267"/>
              <a:gd name="connsiteX7" fmla="*/ 727542 w 1695689"/>
              <a:gd name="connsiteY7" fmla="*/ 309121 h 820267"/>
              <a:gd name="connsiteX8" fmla="*/ 590375 w 1695689"/>
              <a:gd name="connsiteY8" fmla="*/ 222066 h 820267"/>
              <a:gd name="connsiteX9" fmla="*/ 297681 w 1695689"/>
              <a:gd name="connsiteY9" fmla="*/ 265069 h 820267"/>
              <a:gd name="connsiteX10" fmla="*/ 145891 w 1695689"/>
              <a:gd name="connsiteY10" fmla="*/ 338226 h 820267"/>
              <a:gd name="connsiteX11" fmla="*/ 67760 w 1695689"/>
              <a:gd name="connsiteY11" fmla="*/ 303434 h 820267"/>
              <a:gd name="connsiteX12" fmla="*/ 0 w 1695689"/>
              <a:gd name="connsiteY12" fmla="*/ 188963 h 820267"/>
              <a:gd name="connsiteX0" fmla="*/ 1669798 w 1695689"/>
              <a:gd name="connsiteY0" fmla="*/ 0 h 820267"/>
              <a:gd name="connsiteX1" fmla="*/ 1691497 w 1695689"/>
              <a:gd name="connsiteY1" fmla="*/ 339894 h 820267"/>
              <a:gd name="connsiteX2" fmla="*/ 1604473 w 1695689"/>
              <a:gd name="connsiteY2" fmla="*/ 630272 h 820267"/>
              <a:gd name="connsiteX3" fmla="*/ 1334245 w 1695689"/>
              <a:gd name="connsiteY3" fmla="*/ 813970 h 820267"/>
              <a:gd name="connsiteX4" fmla="*/ 971028 w 1695689"/>
              <a:gd name="connsiteY4" fmla="*/ 756441 h 820267"/>
              <a:gd name="connsiteX5" fmla="*/ 923816 w 1695689"/>
              <a:gd name="connsiteY5" fmla="*/ 551453 h 820267"/>
              <a:gd name="connsiteX6" fmla="*/ 913597 w 1695689"/>
              <a:gd name="connsiteY6" fmla="*/ 338341 h 820267"/>
              <a:gd name="connsiteX7" fmla="*/ 727542 w 1695689"/>
              <a:gd name="connsiteY7" fmla="*/ 309121 h 820267"/>
              <a:gd name="connsiteX8" fmla="*/ 563603 w 1695689"/>
              <a:gd name="connsiteY8" fmla="*/ 233906 h 820267"/>
              <a:gd name="connsiteX9" fmla="*/ 297681 w 1695689"/>
              <a:gd name="connsiteY9" fmla="*/ 265069 h 820267"/>
              <a:gd name="connsiteX10" fmla="*/ 145891 w 1695689"/>
              <a:gd name="connsiteY10" fmla="*/ 338226 h 820267"/>
              <a:gd name="connsiteX11" fmla="*/ 67760 w 1695689"/>
              <a:gd name="connsiteY11" fmla="*/ 303434 h 820267"/>
              <a:gd name="connsiteX12" fmla="*/ 0 w 1695689"/>
              <a:gd name="connsiteY12" fmla="*/ 188963 h 820267"/>
              <a:gd name="connsiteX0" fmla="*/ 1669798 w 1702116"/>
              <a:gd name="connsiteY0" fmla="*/ 19237 h 839504"/>
              <a:gd name="connsiteX1" fmla="*/ 1698275 w 1702116"/>
              <a:gd name="connsiteY1" fmla="*/ 26711 h 839504"/>
              <a:gd name="connsiteX2" fmla="*/ 1691497 w 1702116"/>
              <a:gd name="connsiteY2" fmla="*/ 359131 h 839504"/>
              <a:gd name="connsiteX3" fmla="*/ 1604473 w 1702116"/>
              <a:gd name="connsiteY3" fmla="*/ 649509 h 839504"/>
              <a:gd name="connsiteX4" fmla="*/ 1334245 w 1702116"/>
              <a:gd name="connsiteY4" fmla="*/ 833207 h 839504"/>
              <a:gd name="connsiteX5" fmla="*/ 971028 w 1702116"/>
              <a:gd name="connsiteY5" fmla="*/ 775678 h 839504"/>
              <a:gd name="connsiteX6" fmla="*/ 923816 w 1702116"/>
              <a:gd name="connsiteY6" fmla="*/ 570690 h 839504"/>
              <a:gd name="connsiteX7" fmla="*/ 913597 w 1702116"/>
              <a:gd name="connsiteY7" fmla="*/ 357578 h 839504"/>
              <a:gd name="connsiteX8" fmla="*/ 727542 w 1702116"/>
              <a:gd name="connsiteY8" fmla="*/ 328358 h 839504"/>
              <a:gd name="connsiteX9" fmla="*/ 563603 w 1702116"/>
              <a:gd name="connsiteY9" fmla="*/ 253143 h 839504"/>
              <a:gd name="connsiteX10" fmla="*/ 297681 w 1702116"/>
              <a:gd name="connsiteY10" fmla="*/ 284306 h 839504"/>
              <a:gd name="connsiteX11" fmla="*/ 145891 w 1702116"/>
              <a:gd name="connsiteY11" fmla="*/ 357463 h 839504"/>
              <a:gd name="connsiteX12" fmla="*/ 67760 w 1702116"/>
              <a:gd name="connsiteY12" fmla="*/ 322671 h 839504"/>
              <a:gd name="connsiteX13" fmla="*/ 0 w 1702116"/>
              <a:gd name="connsiteY13" fmla="*/ 208200 h 839504"/>
              <a:gd name="connsiteX0" fmla="*/ 1669798 w 1698528"/>
              <a:gd name="connsiteY0" fmla="*/ 19237 h 839504"/>
              <a:gd name="connsiteX1" fmla="*/ 1698275 w 1698528"/>
              <a:gd name="connsiteY1" fmla="*/ 26711 h 839504"/>
              <a:gd name="connsiteX2" fmla="*/ 1669466 w 1698528"/>
              <a:gd name="connsiteY2" fmla="*/ 344136 h 839504"/>
              <a:gd name="connsiteX3" fmla="*/ 1691497 w 1698528"/>
              <a:gd name="connsiteY3" fmla="*/ 359131 h 839504"/>
              <a:gd name="connsiteX4" fmla="*/ 1604473 w 1698528"/>
              <a:gd name="connsiteY4" fmla="*/ 649509 h 839504"/>
              <a:gd name="connsiteX5" fmla="*/ 1334245 w 1698528"/>
              <a:gd name="connsiteY5" fmla="*/ 833207 h 839504"/>
              <a:gd name="connsiteX6" fmla="*/ 971028 w 1698528"/>
              <a:gd name="connsiteY6" fmla="*/ 775678 h 839504"/>
              <a:gd name="connsiteX7" fmla="*/ 923816 w 1698528"/>
              <a:gd name="connsiteY7" fmla="*/ 570690 h 839504"/>
              <a:gd name="connsiteX8" fmla="*/ 913597 w 1698528"/>
              <a:gd name="connsiteY8" fmla="*/ 357578 h 839504"/>
              <a:gd name="connsiteX9" fmla="*/ 727542 w 1698528"/>
              <a:gd name="connsiteY9" fmla="*/ 328358 h 839504"/>
              <a:gd name="connsiteX10" fmla="*/ 563603 w 1698528"/>
              <a:gd name="connsiteY10" fmla="*/ 253143 h 839504"/>
              <a:gd name="connsiteX11" fmla="*/ 297681 w 1698528"/>
              <a:gd name="connsiteY11" fmla="*/ 284306 h 839504"/>
              <a:gd name="connsiteX12" fmla="*/ 145891 w 1698528"/>
              <a:gd name="connsiteY12" fmla="*/ 357463 h 839504"/>
              <a:gd name="connsiteX13" fmla="*/ 67760 w 1698528"/>
              <a:gd name="connsiteY13" fmla="*/ 322671 h 839504"/>
              <a:gd name="connsiteX14" fmla="*/ 0 w 1698528"/>
              <a:gd name="connsiteY14" fmla="*/ 208200 h 839504"/>
              <a:gd name="connsiteX0" fmla="*/ 1669798 w 1698712"/>
              <a:gd name="connsiteY0" fmla="*/ 19237 h 839504"/>
              <a:gd name="connsiteX1" fmla="*/ 1698275 w 1698712"/>
              <a:gd name="connsiteY1" fmla="*/ 26711 h 839504"/>
              <a:gd name="connsiteX2" fmla="*/ 1669466 w 1698712"/>
              <a:gd name="connsiteY2" fmla="*/ 344136 h 839504"/>
              <a:gd name="connsiteX3" fmla="*/ 1604473 w 1698712"/>
              <a:gd name="connsiteY3" fmla="*/ 649509 h 839504"/>
              <a:gd name="connsiteX4" fmla="*/ 1334245 w 1698712"/>
              <a:gd name="connsiteY4" fmla="*/ 833207 h 839504"/>
              <a:gd name="connsiteX5" fmla="*/ 971028 w 1698712"/>
              <a:gd name="connsiteY5" fmla="*/ 775678 h 839504"/>
              <a:gd name="connsiteX6" fmla="*/ 923816 w 1698712"/>
              <a:gd name="connsiteY6" fmla="*/ 570690 h 839504"/>
              <a:gd name="connsiteX7" fmla="*/ 913597 w 1698712"/>
              <a:gd name="connsiteY7" fmla="*/ 357578 h 839504"/>
              <a:gd name="connsiteX8" fmla="*/ 727542 w 1698712"/>
              <a:gd name="connsiteY8" fmla="*/ 328358 h 839504"/>
              <a:gd name="connsiteX9" fmla="*/ 563603 w 1698712"/>
              <a:gd name="connsiteY9" fmla="*/ 253143 h 839504"/>
              <a:gd name="connsiteX10" fmla="*/ 297681 w 1698712"/>
              <a:gd name="connsiteY10" fmla="*/ 284306 h 839504"/>
              <a:gd name="connsiteX11" fmla="*/ 145891 w 1698712"/>
              <a:gd name="connsiteY11" fmla="*/ 357463 h 839504"/>
              <a:gd name="connsiteX12" fmla="*/ 67760 w 1698712"/>
              <a:gd name="connsiteY12" fmla="*/ 322671 h 839504"/>
              <a:gd name="connsiteX13" fmla="*/ 0 w 1698712"/>
              <a:gd name="connsiteY13" fmla="*/ 208200 h 839504"/>
              <a:gd name="connsiteX0" fmla="*/ 1669798 w 1698712"/>
              <a:gd name="connsiteY0" fmla="*/ 19237 h 841382"/>
              <a:gd name="connsiteX1" fmla="*/ 1698275 w 1698712"/>
              <a:gd name="connsiteY1" fmla="*/ 26711 h 841382"/>
              <a:gd name="connsiteX2" fmla="*/ 1669466 w 1698712"/>
              <a:gd name="connsiteY2" fmla="*/ 344136 h 841382"/>
              <a:gd name="connsiteX3" fmla="*/ 1631964 w 1698712"/>
              <a:gd name="connsiteY3" fmla="*/ 621049 h 841382"/>
              <a:gd name="connsiteX4" fmla="*/ 1334245 w 1698712"/>
              <a:gd name="connsiteY4" fmla="*/ 833207 h 841382"/>
              <a:gd name="connsiteX5" fmla="*/ 971028 w 1698712"/>
              <a:gd name="connsiteY5" fmla="*/ 775678 h 841382"/>
              <a:gd name="connsiteX6" fmla="*/ 923816 w 1698712"/>
              <a:gd name="connsiteY6" fmla="*/ 570690 h 841382"/>
              <a:gd name="connsiteX7" fmla="*/ 913597 w 1698712"/>
              <a:gd name="connsiteY7" fmla="*/ 357578 h 841382"/>
              <a:gd name="connsiteX8" fmla="*/ 727542 w 1698712"/>
              <a:gd name="connsiteY8" fmla="*/ 328358 h 841382"/>
              <a:gd name="connsiteX9" fmla="*/ 563603 w 1698712"/>
              <a:gd name="connsiteY9" fmla="*/ 253143 h 841382"/>
              <a:gd name="connsiteX10" fmla="*/ 297681 w 1698712"/>
              <a:gd name="connsiteY10" fmla="*/ 284306 h 841382"/>
              <a:gd name="connsiteX11" fmla="*/ 145891 w 1698712"/>
              <a:gd name="connsiteY11" fmla="*/ 357463 h 841382"/>
              <a:gd name="connsiteX12" fmla="*/ 67760 w 1698712"/>
              <a:gd name="connsiteY12" fmla="*/ 322671 h 841382"/>
              <a:gd name="connsiteX13" fmla="*/ 0 w 1698712"/>
              <a:gd name="connsiteY13" fmla="*/ 208200 h 84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8712" h="841382">
                <a:moveTo>
                  <a:pt x="1669798" y="19237"/>
                </a:moveTo>
                <a:cubicBezTo>
                  <a:pt x="1669336" y="21477"/>
                  <a:pt x="1694659" y="-29938"/>
                  <a:pt x="1698275" y="26711"/>
                </a:cubicBezTo>
                <a:cubicBezTo>
                  <a:pt x="1701629" y="80911"/>
                  <a:pt x="1685100" y="240336"/>
                  <a:pt x="1669466" y="344136"/>
                </a:cubicBezTo>
                <a:cubicBezTo>
                  <a:pt x="1653832" y="447936"/>
                  <a:pt x="1687834" y="539537"/>
                  <a:pt x="1631964" y="621049"/>
                </a:cubicBezTo>
                <a:cubicBezTo>
                  <a:pt x="1576094" y="702561"/>
                  <a:pt x="1444401" y="807436"/>
                  <a:pt x="1334245" y="833207"/>
                </a:cubicBezTo>
                <a:cubicBezTo>
                  <a:pt x="1224089" y="858979"/>
                  <a:pt x="1039433" y="819431"/>
                  <a:pt x="971028" y="775678"/>
                </a:cubicBezTo>
                <a:cubicBezTo>
                  <a:pt x="902623" y="731925"/>
                  <a:pt x="933388" y="640373"/>
                  <a:pt x="923816" y="570690"/>
                </a:cubicBezTo>
                <a:cubicBezTo>
                  <a:pt x="914244" y="501007"/>
                  <a:pt x="946309" y="397967"/>
                  <a:pt x="913597" y="357578"/>
                </a:cubicBezTo>
                <a:cubicBezTo>
                  <a:pt x="880885" y="317189"/>
                  <a:pt x="785874" y="345764"/>
                  <a:pt x="727542" y="328358"/>
                </a:cubicBezTo>
                <a:cubicBezTo>
                  <a:pt x="669210" y="310952"/>
                  <a:pt x="635246" y="260485"/>
                  <a:pt x="563603" y="253143"/>
                </a:cubicBezTo>
                <a:cubicBezTo>
                  <a:pt x="491960" y="245801"/>
                  <a:pt x="367300" y="266919"/>
                  <a:pt x="297681" y="284306"/>
                </a:cubicBezTo>
                <a:cubicBezTo>
                  <a:pt x="228062" y="301693"/>
                  <a:pt x="172283" y="346886"/>
                  <a:pt x="145891" y="357463"/>
                </a:cubicBezTo>
                <a:cubicBezTo>
                  <a:pt x="119499" y="368040"/>
                  <a:pt x="89839" y="352968"/>
                  <a:pt x="67760" y="322671"/>
                </a:cubicBezTo>
                <a:cubicBezTo>
                  <a:pt x="45681" y="292374"/>
                  <a:pt x="45459" y="233224"/>
                  <a:pt x="0" y="20820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nvGrpSpPr>
          <p:cNvPr id="48" name="Group 47">
            <a:extLst>
              <a:ext uri="{FF2B5EF4-FFF2-40B4-BE49-F238E27FC236}">
                <a16:creationId xmlns:a16="http://schemas.microsoft.com/office/drawing/2014/main" id="{827DB3C6-191F-BCA2-8856-EB08E973AF3B}"/>
              </a:ext>
            </a:extLst>
          </p:cNvPr>
          <p:cNvGrpSpPr/>
          <p:nvPr userDrawn="1"/>
        </p:nvGrpSpPr>
        <p:grpSpPr>
          <a:xfrm>
            <a:off x="-319839" y="2776946"/>
            <a:ext cx="3701928" cy="4866988"/>
            <a:chOff x="-319839" y="2776946"/>
            <a:chExt cx="3701928" cy="4866988"/>
          </a:xfrm>
        </p:grpSpPr>
        <p:sp>
          <p:nvSpPr>
            <p:cNvPr id="49" name="Freeform: Shape 48">
              <a:extLst>
                <a:ext uri="{FF2B5EF4-FFF2-40B4-BE49-F238E27FC236}">
                  <a16:creationId xmlns:a16="http://schemas.microsoft.com/office/drawing/2014/main" id="{F6FD82C1-3A61-A3E2-3193-F67AA89BBBA6}"/>
                </a:ext>
              </a:extLst>
            </p:cNvPr>
            <p:cNvSpPr/>
            <p:nvPr userDrawn="1"/>
          </p:nvSpPr>
          <p:spPr>
            <a:xfrm rot="5400000" flipH="1" flipV="1">
              <a:off x="-83419" y="6214415"/>
              <a:ext cx="701097" cy="59200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76" h="730673">
                  <a:moveTo>
                    <a:pt x="0" y="730673"/>
                  </a:moveTo>
                  <a:cubicBezTo>
                    <a:pt x="123149" y="583977"/>
                    <a:pt x="159024" y="437621"/>
                    <a:pt x="245224" y="384606"/>
                  </a:cubicBezTo>
                  <a:cubicBezTo>
                    <a:pt x="331424" y="331591"/>
                    <a:pt x="433673" y="438267"/>
                    <a:pt x="517201" y="412584"/>
                  </a:cubicBezTo>
                  <a:cubicBezTo>
                    <a:pt x="600729" y="386901"/>
                    <a:pt x="737918" y="299271"/>
                    <a:pt x="746392" y="230507"/>
                  </a:cubicBezTo>
                  <a:cubicBezTo>
                    <a:pt x="754866" y="161743"/>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0" name="Freeform: Shape 49">
              <a:extLst>
                <a:ext uri="{FF2B5EF4-FFF2-40B4-BE49-F238E27FC236}">
                  <a16:creationId xmlns:a16="http://schemas.microsoft.com/office/drawing/2014/main" id="{EA930EE2-364F-7520-F666-20B20B77AE62}"/>
                </a:ext>
              </a:extLst>
            </p:cNvPr>
            <p:cNvSpPr/>
            <p:nvPr userDrawn="1"/>
          </p:nvSpPr>
          <p:spPr>
            <a:xfrm rot="5866011" flipH="1" flipV="1">
              <a:off x="-415891" y="2872998"/>
              <a:ext cx="3894032" cy="3701928"/>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00281"/>
                <a:gd name="connsiteY0" fmla="*/ 2872818 h 2873348"/>
                <a:gd name="connsiteX1" fmla="*/ 295832 w 3200281"/>
                <a:gd name="connsiteY1" fmla="*/ 2861327 h 2873348"/>
                <a:gd name="connsiteX2" fmla="*/ 607384 w 3200281"/>
                <a:gd name="connsiteY2" fmla="*/ 2478772 h 2873348"/>
                <a:gd name="connsiteX3" fmla="*/ 653701 w 3200281"/>
                <a:gd name="connsiteY3" fmla="*/ 2120920 h 2873348"/>
                <a:gd name="connsiteX4" fmla="*/ 841475 w 3200281"/>
                <a:gd name="connsiteY4" fmla="*/ 1879294 h 2873348"/>
                <a:gd name="connsiteX5" fmla="*/ 1146884 w 3200281"/>
                <a:gd name="connsiteY5" fmla="*/ 1559335 h 2873348"/>
                <a:gd name="connsiteX6" fmla="*/ 1365849 w 3200281"/>
                <a:gd name="connsiteY6" fmla="*/ 1261329 h 2873348"/>
                <a:gd name="connsiteX7" fmla="*/ 1806191 w 3200281"/>
                <a:gd name="connsiteY7" fmla="*/ 1206460 h 2873348"/>
                <a:gd name="connsiteX8" fmla="*/ 2309860 w 3200281"/>
                <a:gd name="connsiteY8" fmla="*/ 1213613 h 2873348"/>
                <a:gd name="connsiteX9" fmla="*/ 2650678 w 3200281"/>
                <a:gd name="connsiteY9" fmla="*/ 1114639 h 2873348"/>
                <a:gd name="connsiteX10" fmla="*/ 2906329 w 3200281"/>
                <a:gd name="connsiteY10" fmla="*/ 979670 h 2873348"/>
                <a:gd name="connsiteX11" fmla="*/ 3116069 w 3200281"/>
                <a:gd name="connsiteY11" fmla="*/ 770024 h 2873348"/>
                <a:gd name="connsiteX12" fmla="*/ 3199885 w 3200281"/>
                <a:gd name="connsiteY12" fmla="*/ 371619 h 2873348"/>
                <a:gd name="connsiteX13" fmla="*/ 3139407 w 3200281"/>
                <a:gd name="connsiteY13" fmla="*/ 0 h 2873348"/>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199885 w 3555536"/>
                <a:gd name="connsiteY12" fmla="*/ 196067 h 2697796"/>
                <a:gd name="connsiteX13" fmla="*/ 3555536 w 3555536"/>
                <a:gd name="connsiteY13" fmla="*/ 0 h 2697796"/>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329027 w 3555536"/>
                <a:gd name="connsiteY12" fmla="*/ 199090 h 2697796"/>
                <a:gd name="connsiteX13" fmla="*/ 3555536 w 3555536"/>
                <a:gd name="connsiteY13" fmla="*/ 0 h 2697796"/>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365849 w 3555536"/>
                <a:gd name="connsiteY6" fmla="*/ 1085777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451227 w 3555536"/>
                <a:gd name="connsiteY6" fmla="*/ 1114720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764"/>
                <a:gd name="connsiteX1" fmla="*/ 295832 w 3555536"/>
                <a:gd name="connsiteY1" fmla="*/ 2685775 h 2730764"/>
                <a:gd name="connsiteX2" fmla="*/ 493310 w 3555536"/>
                <a:gd name="connsiteY2" fmla="*/ 2294331 h 2730764"/>
                <a:gd name="connsiteX3" fmla="*/ 653701 w 3555536"/>
                <a:gd name="connsiteY3" fmla="*/ 1945368 h 2730764"/>
                <a:gd name="connsiteX4" fmla="*/ 841475 w 3555536"/>
                <a:gd name="connsiteY4" fmla="*/ 1703742 h 2730764"/>
                <a:gd name="connsiteX5" fmla="*/ 1146884 w 3555536"/>
                <a:gd name="connsiteY5" fmla="*/ 1383783 h 2730764"/>
                <a:gd name="connsiteX6" fmla="*/ 1451227 w 3555536"/>
                <a:gd name="connsiteY6" fmla="*/ 1114720 h 2730764"/>
                <a:gd name="connsiteX7" fmla="*/ 1806191 w 3555536"/>
                <a:gd name="connsiteY7" fmla="*/ 1030908 h 2730764"/>
                <a:gd name="connsiteX8" fmla="*/ 2309860 w 3555536"/>
                <a:gd name="connsiteY8" fmla="*/ 1038061 h 2730764"/>
                <a:gd name="connsiteX9" fmla="*/ 2650678 w 3555536"/>
                <a:gd name="connsiteY9" fmla="*/ 939087 h 2730764"/>
                <a:gd name="connsiteX10" fmla="*/ 2906329 w 3555536"/>
                <a:gd name="connsiteY10" fmla="*/ 804118 h 2730764"/>
                <a:gd name="connsiteX11" fmla="*/ 3116069 w 3555536"/>
                <a:gd name="connsiteY11" fmla="*/ 594472 h 2730764"/>
                <a:gd name="connsiteX12" fmla="*/ 3329027 w 3555536"/>
                <a:gd name="connsiteY12" fmla="*/ 199090 h 2730764"/>
                <a:gd name="connsiteX13" fmla="*/ 3555536 w 3555536"/>
                <a:gd name="connsiteY13" fmla="*/ 0 h 2730764"/>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301139 w 3595477"/>
                <a:gd name="connsiteY5" fmla="*/ 1362970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5477" h="2703932">
                  <a:moveTo>
                    <a:pt x="0" y="2621026"/>
                  </a:moveTo>
                  <a:cubicBezTo>
                    <a:pt x="93426" y="2658411"/>
                    <a:pt x="246898" y="2740224"/>
                    <a:pt x="335773" y="2685775"/>
                  </a:cubicBezTo>
                  <a:cubicBezTo>
                    <a:pt x="424648" y="2631326"/>
                    <a:pt x="473606" y="2417732"/>
                    <a:pt x="533251" y="2294331"/>
                  </a:cubicBezTo>
                  <a:cubicBezTo>
                    <a:pt x="592896" y="2170930"/>
                    <a:pt x="654627" y="2045281"/>
                    <a:pt x="693642" y="1945368"/>
                  </a:cubicBezTo>
                  <a:cubicBezTo>
                    <a:pt x="612361" y="1769406"/>
                    <a:pt x="771317" y="1780565"/>
                    <a:pt x="872566" y="1683499"/>
                  </a:cubicBezTo>
                  <a:cubicBezTo>
                    <a:pt x="973815" y="1586433"/>
                    <a:pt x="1198039" y="1457767"/>
                    <a:pt x="1301139" y="1362970"/>
                  </a:cubicBezTo>
                  <a:cubicBezTo>
                    <a:pt x="1404239" y="1268174"/>
                    <a:pt x="1400336" y="1170064"/>
                    <a:pt x="1491168" y="1114720"/>
                  </a:cubicBezTo>
                  <a:cubicBezTo>
                    <a:pt x="1582000" y="1059376"/>
                    <a:pt x="1703027" y="1043685"/>
                    <a:pt x="1846132" y="1030908"/>
                  </a:cubicBezTo>
                  <a:cubicBezTo>
                    <a:pt x="1989238" y="1018132"/>
                    <a:pt x="2178923" y="1076351"/>
                    <a:pt x="2349801" y="1038061"/>
                  </a:cubicBezTo>
                  <a:cubicBezTo>
                    <a:pt x="2464768" y="1012248"/>
                    <a:pt x="2591208" y="978078"/>
                    <a:pt x="2690619" y="939087"/>
                  </a:cubicBezTo>
                  <a:cubicBezTo>
                    <a:pt x="2790031" y="900097"/>
                    <a:pt x="2865879" y="857362"/>
                    <a:pt x="2946270" y="804118"/>
                  </a:cubicBezTo>
                  <a:cubicBezTo>
                    <a:pt x="3029804" y="748777"/>
                    <a:pt x="3085560" y="695310"/>
                    <a:pt x="3156010" y="594472"/>
                  </a:cubicBezTo>
                  <a:cubicBezTo>
                    <a:pt x="3226460" y="493634"/>
                    <a:pt x="3362301" y="329202"/>
                    <a:pt x="3368968" y="199090"/>
                  </a:cubicBezTo>
                  <a:cubicBezTo>
                    <a:pt x="3375159" y="78790"/>
                    <a:pt x="3593762" y="120491"/>
                    <a:pt x="3595477"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1" name="Freeform: Shape 50">
              <a:extLst>
                <a:ext uri="{FF2B5EF4-FFF2-40B4-BE49-F238E27FC236}">
                  <a16:creationId xmlns:a16="http://schemas.microsoft.com/office/drawing/2014/main" id="{C6C3EE58-58CA-FB2E-4D4F-665DF08E563B}"/>
                </a:ext>
              </a:extLst>
            </p:cNvPr>
            <p:cNvSpPr/>
            <p:nvPr userDrawn="1"/>
          </p:nvSpPr>
          <p:spPr>
            <a:xfrm rot="6828273" flipH="1" flipV="1">
              <a:off x="143748" y="5903620"/>
              <a:ext cx="566308" cy="983673"/>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2" name="Freeform: Shape 51">
              <a:extLst>
                <a:ext uri="{FF2B5EF4-FFF2-40B4-BE49-F238E27FC236}">
                  <a16:creationId xmlns:a16="http://schemas.microsoft.com/office/drawing/2014/main" id="{7E636CE5-2D85-5593-8B67-BDDB9EE817F1}"/>
                </a:ext>
              </a:extLst>
            </p:cNvPr>
            <p:cNvSpPr/>
            <p:nvPr userDrawn="1"/>
          </p:nvSpPr>
          <p:spPr>
            <a:xfrm rot="8192339" flipH="1" flipV="1">
              <a:off x="605509" y="4921618"/>
              <a:ext cx="1672669" cy="2722316"/>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3" name="Freeform: Shape 52">
              <a:extLst>
                <a:ext uri="{FF2B5EF4-FFF2-40B4-BE49-F238E27FC236}">
                  <a16:creationId xmlns:a16="http://schemas.microsoft.com/office/drawing/2014/main" id="{8615B9E0-A485-1AEB-A196-164B7F6839B1}"/>
                </a:ext>
              </a:extLst>
            </p:cNvPr>
            <p:cNvSpPr/>
            <p:nvPr userDrawn="1"/>
          </p:nvSpPr>
          <p:spPr>
            <a:xfrm rot="8192339" flipH="1" flipV="1">
              <a:off x="754087" y="5170661"/>
              <a:ext cx="1421356" cy="238090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4239" h="2496976">
                  <a:moveTo>
                    <a:pt x="1836368" y="2496976"/>
                  </a:moveTo>
                  <a:cubicBezTo>
                    <a:pt x="1777956" y="2366576"/>
                    <a:pt x="2249182" y="2537626"/>
                    <a:pt x="2188900" y="2358138"/>
                  </a:cubicBezTo>
                  <a:cubicBezTo>
                    <a:pt x="2131931" y="2092601"/>
                    <a:pt x="1981707" y="2079783"/>
                    <a:pt x="1904596" y="1970065"/>
                  </a:cubicBezTo>
                  <a:cubicBezTo>
                    <a:pt x="1827485" y="1860347"/>
                    <a:pt x="1790521" y="1795094"/>
                    <a:pt x="1726235" y="1699828"/>
                  </a:cubicBezTo>
                  <a:cubicBezTo>
                    <a:pt x="1661949" y="1604562"/>
                    <a:pt x="1518500" y="1509245"/>
                    <a:pt x="1518881" y="1398470"/>
                  </a:cubicBezTo>
                  <a:cubicBezTo>
                    <a:pt x="1519357" y="1253499"/>
                    <a:pt x="1520099" y="1129449"/>
                    <a:pt x="1539907" y="985487"/>
                  </a:cubicBezTo>
                  <a:cubicBezTo>
                    <a:pt x="1559715" y="841525"/>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4" name="Freeform: Shape 53">
              <a:extLst>
                <a:ext uri="{FF2B5EF4-FFF2-40B4-BE49-F238E27FC236}">
                  <a16:creationId xmlns:a16="http://schemas.microsoft.com/office/drawing/2014/main" id="{48A51EAE-C4C6-895E-FBC0-D39ABB183308}"/>
                </a:ext>
              </a:extLst>
            </p:cNvPr>
            <p:cNvSpPr/>
            <p:nvPr userDrawn="1"/>
          </p:nvSpPr>
          <p:spPr>
            <a:xfrm rot="8192339" flipH="1" flipV="1">
              <a:off x="1005150" y="5699429"/>
              <a:ext cx="901169" cy="169358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5" name="Oval 55">
              <a:extLst>
                <a:ext uri="{FF2B5EF4-FFF2-40B4-BE49-F238E27FC236}">
                  <a16:creationId xmlns:a16="http://schemas.microsoft.com/office/drawing/2014/main" id="{05519840-AA3E-ABF0-B92B-7D116927FD94}"/>
                </a:ext>
              </a:extLst>
            </p:cNvPr>
            <p:cNvSpPr/>
            <p:nvPr userDrawn="1"/>
          </p:nvSpPr>
          <p:spPr>
            <a:xfrm rot="9035553">
              <a:off x="1107570" y="6082478"/>
              <a:ext cx="669239" cy="99352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DF4C497B-90E7-A28B-D4FA-7232204D5F28}"/>
                </a:ext>
              </a:extLst>
            </p:cNvPr>
            <p:cNvSpPr/>
            <p:nvPr userDrawn="1"/>
          </p:nvSpPr>
          <p:spPr>
            <a:xfrm rot="9035553">
              <a:off x="1229760" y="6396891"/>
              <a:ext cx="348484" cy="44344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0A79BEAA-E1B6-53DB-32C0-8B90A23CD1D5}"/>
                </a:ext>
              </a:extLst>
            </p:cNvPr>
            <p:cNvSpPr/>
            <p:nvPr userDrawn="1"/>
          </p:nvSpPr>
          <p:spPr>
            <a:xfrm rot="4926481" flipH="1" flipV="1">
              <a:off x="-1063893" y="3680824"/>
              <a:ext cx="2962371" cy="124654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247" h="910494">
                  <a:moveTo>
                    <a:pt x="2735247" y="300203"/>
                  </a:moveTo>
                  <a:cubicBezTo>
                    <a:pt x="2547635" y="373823"/>
                    <a:pt x="2540641" y="526925"/>
                    <a:pt x="2444563" y="608280"/>
                  </a:cubicBezTo>
                  <a:cubicBezTo>
                    <a:pt x="2348485" y="689635"/>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45125" y="599671"/>
                    <a:pt x="627577" y="525864"/>
                  </a:cubicBezTo>
                  <a:cubicBezTo>
                    <a:pt x="610029" y="452057"/>
                    <a:pt x="718950" y="416001"/>
                    <a:pt x="687653" y="351409"/>
                  </a:cubicBezTo>
                  <a:cubicBezTo>
                    <a:pt x="656356" y="286817"/>
                    <a:pt x="535638" y="190783"/>
                    <a:pt x="439794" y="138311"/>
                  </a:cubicBezTo>
                  <a:cubicBezTo>
                    <a:pt x="343950" y="85839"/>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8" name="Freeform: Shape 57">
              <a:extLst>
                <a:ext uri="{FF2B5EF4-FFF2-40B4-BE49-F238E27FC236}">
                  <a16:creationId xmlns:a16="http://schemas.microsoft.com/office/drawing/2014/main" id="{96C2C10C-56B7-288C-FD9E-26FBA6912E1D}"/>
                </a:ext>
              </a:extLst>
            </p:cNvPr>
            <p:cNvSpPr/>
            <p:nvPr userDrawn="1"/>
          </p:nvSpPr>
          <p:spPr>
            <a:xfrm rot="5546150" flipH="1" flipV="1">
              <a:off x="-457298" y="3725918"/>
              <a:ext cx="1599118" cy="7502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9" name="Freeform: Shape 58">
              <a:extLst>
                <a:ext uri="{FF2B5EF4-FFF2-40B4-BE49-F238E27FC236}">
                  <a16:creationId xmlns:a16="http://schemas.microsoft.com/office/drawing/2014/main" id="{E537628E-C973-9045-97FF-A71BAFA2811E}"/>
                </a:ext>
              </a:extLst>
            </p:cNvPr>
            <p:cNvSpPr/>
            <p:nvPr userDrawn="1"/>
          </p:nvSpPr>
          <p:spPr>
            <a:xfrm rot="5546150" flipH="1" flipV="1">
              <a:off x="-240589" y="3741506"/>
              <a:ext cx="1024918" cy="61000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548" h="669935">
                  <a:moveTo>
                    <a:pt x="1113111" y="0"/>
                  </a:moveTo>
                  <a:cubicBezTo>
                    <a:pt x="1140906" y="152507"/>
                    <a:pt x="1055779" y="277518"/>
                    <a:pt x="1001841" y="378123"/>
                  </a:cubicBezTo>
                  <a:cubicBezTo>
                    <a:pt x="947903" y="478728"/>
                    <a:pt x="917138" y="557775"/>
                    <a:pt x="789485" y="603632"/>
                  </a:cubicBezTo>
                  <a:cubicBezTo>
                    <a:pt x="661832" y="649489"/>
                    <a:pt x="346575" y="695517"/>
                    <a:pt x="235921" y="653265"/>
                  </a:cubicBezTo>
                  <a:cubicBezTo>
                    <a:pt x="125267" y="611013"/>
                    <a:pt x="164878" y="444923"/>
                    <a:pt x="125558" y="350122"/>
                  </a:cubicBezTo>
                  <a:cubicBezTo>
                    <a:pt x="86238" y="255321"/>
                    <a:pt x="11000" y="157707"/>
                    <a:pt x="0" y="84461"/>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0" name="Freeform: Shape 59">
              <a:extLst>
                <a:ext uri="{FF2B5EF4-FFF2-40B4-BE49-F238E27FC236}">
                  <a16:creationId xmlns:a16="http://schemas.microsoft.com/office/drawing/2014/main" id="{BC7256A4-EEDC-FC04-6406-006F8A8A794A}"/>
                </a:ext>
              </a:extLst>
            </p:cNvPr>
            <p:cNvSpPr/>
            <p:nvPr userDrawn="1"/>
          </p:nvSpPr>
          <p:spPr>
            <a:xfrm rot="5546150" flipH="1" flipV="1">
              <a:off x="-175960" y="3870591"/>
              <a:ext cx="761803" cy="46233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60" h="809192">
                  <a:moveTo>
                    <a:pt x="1389985" y="0"/>
                  </a:moveTo>
                  <a:cubicBezTo>
                    <a:pt x="1397893" y="130824"/>
                    <a:pt x="1232613" y="344318"/>
                    <a:pt x="1174085" y="478607"/>
                  </a:cubicBezTo>
                  <a:cubicBezTo>
                    <a:pt x="1115557" y="612896"/>
                    <a:pt x="1157246" y="782098"/>
                    <a:pt x="1038814" y="805735"/>
                  </a:cubicBezTo>
                  <a:cubicBezTo>
                    <a:pt x="920382" y="829372"/>
                    <a:pt x="571860" y="727938"/>
                    <a:pt x="463492" y="620431"/>
                  </a:cubicBezTo>
                  <a:cubicBezTo>
                    <a:pt x="355124" y="512924"/>
                    <a:pt x="465853" y="256824"/>
                    <a:pt x="388604" y="160693"/>
                  </a:cubicBezTo>
                  <a:cubicBezTo>
                    <a:pt x="311355" y="64562"/>
                    <a:pt x="133525" y="90487"/>
                    <a:pt x="0" y="43646"/>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1" name="Freeform: Shape 60">
              <a:extLst>
                <a:ext uri="{FF2B5EF4-FFF2-40B4-BE49-F238E27FC236}">
                  <a16:creationId xmlns:a16="http://schemas.microsoft.com/office/drawing/2014/main" id="{E415D3CD-E3AE-2105-CD6F-DEF1F94A70E7}"/>
                </a:ext>
              </a:extLst>
            </p:cNvPr>
            <p:cNvSpPr/>
            <p:nvPr userDrawn="1"/>
          </p:nvSpPr>
          <p:spPr>
            <a:xfrm rot="4926481" flipH="1" flipV="1">
              <a:off x="-731413" y="3617447"/>
              <a:ext cx="2144660" cy="1062448"/>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228" h="776025">
                  <a:moveTo>
                    <a:pt x="1980228" y="269864"/>
                  </a:moveTo>
                  <a:cubicBezTo>
                    <a:pt x="1946069" y="372021"/>
                    <a:pt x="1898940" y="438345"/>
                    <a:pt x="1830044" y="505496"/>
                  </a:cubicBezTo>
                  <a:cubicBezTo>
                    <a:pt x="1761148" y="572647"/>
                    <a:pt x="1649005" y="627717"/>
                    <a:pt x="1566854" y="672771"/>
                  </a:cubicBezTo>
                  <a:cubicBezTo>
                    <a:pt x="1484704" y="717825"/>
                    <a:pt x="1440561" y="771486"/>
                    <a:pt x="1337141" y="775819"/>
                  </a:cubicBezTo>
                  <a:cubicBezTo>
                    <a:pt x="1233721" y="780152"/>
                    <a:pt x="1104867" y="715031"/>
                    <a:pt x="946333" y="698772"/>
                  </a:cubicBezTo>
                  <a:cubicBezTo>
                    <a:pt x="787799" y="682513"/>
                    <a:pt x="488585" y="730037"/>
                    <a:pt x="385937" y="678267"/>
                  </a:cubicBezTo>
                  <a:cubicBezTo>
                    <a:pt x="283289" y="626497"/>
                    <a:pt x="350282" y="467651"/>
                    <a:pt x="330444" y="388152"/>
                  </a:cubicBezTo>
                  <a:cubicBezTo>
                    <a:pt x="310606" y="308653"/>
                    <a:pt x="321986" y="265963"/>
                    <a:pt x="266912" y="201271"/>
                  </a:cubicBezTo>
                  <a:cubicBezTo>
                    <a:pt x="211838" y="136579"/>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62" name="Freeform: Shape 61">
              <a:extLst>
                <a:ext uri="{FF2B5EF4-FFF2-40B4-BE49-F238E27FC236}">
                  <a16:creationId xmlns:a16="http://schemas.microsoft.com/office/drawing/2014/main" id="{6049357C-9374-B020-48AA-B2FCDE45B17F}"/>
                </a:ext>
              </a:extLst>
            </p:cNvPr>
            <p:cNvSpPr/>
            <p:nvPr userDrawn="1"/>
          </p:nvSpPr>
          <p:spPr>
            <a:xfrm rot="5546150" flipH="1" flipV="1">
              <a:off x="-25094" y="3915308"/>
              <a:ext cx="292368" cy="26757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
        <p:nvSpPr>
          <p:cNvPr id="64" name="Freeform: Shape 63">
            <a:extLst>
              <a:ext uri="{FF2B5EF4-FFF2-40B4-BE49-F238E27FC236}">
                <a16:creationId xmlns:a16="http://schemas.microsoft.com/office/drawing/2014/main" id="{F16E8513-B390-911B-C903-7FBE6DE07E3F}"/>
              </a:ext>
            </a:extLst>
          </p:cNvPr>
          <p:cNvSpPr/>
          <p:nvPr userDrawn="1"/>
        </p:nvSpPr>
        <p:spPr>
          <a:xfrm rot="21452132" flipH="1">
            <a:off x="9763063" y="6665"/>
            <a:ext cx="429180" cy="663062"/>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035520 w 1636510"/>
              <a:gd name="connsiteY0" fmla="*/ 162855 h 1518626"/>
              <a:gd name="connsiteX1" fmla="*/ 1588442 w 1636510"/>
              <a:gd name="connsiteY1" fmla="*/ 822552 h 1518626"/>
              <a:gd name="connsiteX2" fmla="*/ 1600444 w 1636510"/>
              <a:gd name="connsiteY2" fmla="*/ 1169452 h 1518626"/>
              <a:gd name="connsiteX3" fmla="*/ 1498717 w 1636510"/>
              <a:gd name="connsiteY3" fmla="*/ 1444629 h 1518626"/>
              <a:gd name="connsiteX4" fmla="*/ 1329172 w 1636510"/>
              <a:gd name="connsiteY4" fmla="*/ 1516448 h 1518626"/>
              <a:gd name="connsiteX5" fmla="*/ 1205537 w 1636510"/>
              <a:gd name="connsiteY5" fmla="*/ 1500541 h 1518626"/>
              <a:gd name="connsiteX6" fmla="*/ 1105811 w 1636510"/>
              <a:gd name="connsiteY6" fmla="*/ 1356999 h 1518626"/>
              <a:gd name="connsiteX7" fmla="*/ 1073275 w 1636510"/>
              <a:gd name="connsiteY7" fmla="*/ 1159123 h 1518626"/>
              <a:gd name="connsiteX8" fmla="*/ 1101132 w 1636510"/>
              <a:gd name="connsiteY8" fmla="*/ 897523 h 1518626"/>
              <a:gd name="connsiteX9" fmla="*/ 1044991 w 1636510"/>
              <a:gd name="connsiteY9" fmla="*/ 731644 h 1518626"/>
              <a:gd name="connsiteX10" fmla="*/ 888801 w 1636510"/>
              <a:gd name="connsiteY10" fmla="*/ 612802 h 1518626"/>
              <a:gd name="connsiteX11" fmla="*/ 573860 w 1636510"/>
              <a:gd name="connsiteY11" fmla="*/ 547014 h 1518626"/>
              <a:gd name="connsiteX12" fmla="*/ 247825 w 1636510"/>
              <a:gd name="connsiteY12" fmla="*/ 590646 h 1518626"/>
              <a:gd name="connsiteX13" fmla="*/ 127655 w 1636510"/>
              <a:gd name="connsiteY13" fmla="*/ 0 h 1518626"/>
              <a:gd name="connsiteX0" fmla="*/ 1035520 w 1600669"/>
              <a:gd name="connsiteY0" fmla="*/ 162855 h 1518626"/>
              <a:gd name="connsiteX1" fmla="*/ 1479418 w 1600669"/>
              <a:gd name="connsiteY1" fmla="*/ 796934 h 1518626"/>
              <a:gd name="connsiteX2" fmla="*/ 1600444 w 1600669"/>
              <a:gd name="connsiteY2" fmla="*/ 1169452 h 1518626"/>
              <a:gd name="connsiteX3" fmla="*/ 1498717 w 1600669"/>
              <a:gd name="connsiteY3" fmla="*/ 1444629 h 1518626"/>
              <a:gd name="connsiteX4" fmla="*/ 1329172 w 1600669"/>
              <a:gd name="connsiteY4" fmla="*/ 1516448 h 1518626"/>
              <a:gd name="connsiteX5" fmla="*/ 1205537 w 1600669"/>
              <a:gd name="connsiteY5" fmla="*/ 1500541 h 1518626"/>
              <a:gd name="connsiteX6" fmla="*/ 1105811 w 1600669"/>
              <a:gd name="connsiteY6" fmla="*/ 1356999 h 1518626"/>
              <a:gd name="connsiteX7" fmla="*/ 1073275 w 1600669"/>
              <a:gd name="connsiteY7" fmla="*/ 1159123 h 1518626"/>
              <a:gd name="connsiteX8" fmla="*/ 1101132 w 1600669"/>
              <a:gd name="connsiteY8" fmla="*/ 897523 h 1518626"/>
              <a:gd name="connsiteX9" fmla="*/ 1044991 w 1600669"/>
              <a:gd name="connsiteY9" fmla="*/ 731644 h 1518626"/>
              <a:gd name="connsiteX10" fmla="*/ 888801 w 1600669"/>
              <a:gd name="connsiteY10" fmla="*/ 612802 h 1518626"/>
              <a:gd name="connsiteX11" fmla="*/ 573860 w 1600669"/>
              <a:gd name="connsiteY11" fmla="*/ 547014 h 1518626"/>
              <a:gd name="connsiteX12" fmla="*/ 247825 w 1600669"/>
              <a:gd name="connsiteY12" fmla="*/ 590646 h 1518626"/>
              <a:gd name="connsiteX13" fmla="*/ 127655 w 1600669"/>
              <a:gd name="connsiteY13" fmla="*/ 0 h 1518626"/>
              <a:gd name="connsiteX0" fmla="*/ 1035520 w 1600669"/>
              <a:gd name="connsiteY0" fmla="*/ 162855 h 1533366"/>
              <a:gd name="connsiteX1" fmla="*/ 1479418 w 1600669"/>
              <a:gd name="connsiteY1" fmla="*/ 796934 h 1533366"/>
              <a:gd name="connsiteX2" fmla="*/ 1600444 w 1600669"/>
              <a:gd name="connsiteY2" fmla="*/ 1169452 h 1533366"/>
              <a:gd name="connsiteX3" fmla="*/ 1498717 w 1600669"/>
              <a:gd name="connsiteY3" fmla="*/ 1444629 h 1533366"/>
              <a:gd name="connsiteX4" fmla="*/ 1329172 w 1600669"/>
              <a:gd name="connsiteY4" fmla="*/ 1516448 h 1533366"/>
              <a:gd name="connsiteX5" fmla="*/ 1205537 w 1600669"/>
              <a:gd name="connsiteY5" fmla="*/ 1500541 h 1533366"/>
              <a:gd name="connsiteX6" fmla="*/ 1073275 w 1600669"/>
              <a:gd name="connsiteY6" fmla="*/ 1159123 h 1533366"/>
              <a:gd name="connsiteX7" fmla="*/ 1101132 w 1600669"/>
              <a:gd name="connsiteY7" fmla="*/ 897523 h 1533366"/>
              <a:gd name="connsiteX8" fmla="*/ 1044991 w 1600669"/>
              <a:gd name="connsiteY8" fmla="*/ 731644 h 1533366"/>
              <a:gd name="connsiteX9" fmla="*/ 888801 w 1600669"/>
              <a:gd name="connsiteY9" fmla="*/ 612802 h 1533366"/>
              <a:gd name="connsiteX10" fmla="*/ 573860 w 1600669"/>
              <a:gd name="connsiteY10" fmla="*/ 547014 h 1533366"/>
              <a:gd name="connsiteX11" fmla="*/ 247825 w 1600669"/>
              <a:gd name="connsiteY11" fmla="*/ 590646 h 1533366"/>
              <a:gd name="connsiteX12" fmla="*/ 127655 w 1600669"/>
              <a:gd name="connsiteY12" fmla="*/ 0 h 153336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101132 w 1600669"/>
              <a:gd name="connsiteY7" fmla="*/ 897523 h 1533196"/>
              <a:gd name="connsiteX8" fmla="*/ 1044991 w 1600669"/>
              <a:gd name="connsiteY8" fmla="*/ 731644 h 1533196"/>
              <a:gd name="connsiteX9" fmla="*/ 888801 w 1600669"/>
              <a:gd name="connsiteY9" fmla="*/ 612802 h 1533196"/>
              <a:gd name="connsiteX10" fmla="*/ 573860 w 1600669"/>
              <a:gd name="connsiteY10" fmla="*/ 547014 h 1533196"/>
              <a:gd name="connsiteX11" fmla="*/ 247825 w 1600669"/>
              <a:gd name="connsiteY11" fmla="*/ 590646 h 1533196"/>
              <a:gd name="connsiteX12" fmla="*/ 127655 w 1600669"/>
              <a:gd name="connsiteY12" fmla="*/ 0 h 1533196"/>
              <a:gd name="connsiteX0" fmla="*/ 1035520 w 1600669"/>
              <a:gd name="connsiteY0" fmla="*/ 162855 h 1533196"/>
              <a:gd name="connsiteX1" fmla="*/ 1479418 w 1600669"/>
              <a:gd name="connsiteY1" fmla="*/ 796934 h 1533196"/>
              <a:gd name="connsiteX2" fmla="*/ 1600444 w 1600669"/>
              <a:gd name="connsiteY2" fmla="*/ 1169452 h 1533196"/>
              <a:gd name="connsiteX3" fmla="*/ 1498717 w 1600669"/>
              <a:gd name="connsiteY3" fmla="*/ 1444629 h 1533196"/>
              <a:gd name="connsiteX4" fmla="*/ 1329172 w 1600669"/>
              <a:gd name="connsiteY4" fmla="*/ 1516448 h 1533196"/>
              <a:gd name="connsiteX5" fmla="*/ 1205537 w 1600669"/>
              <a:gd name="connsiteY5" fmla="*/ 1500541 h 1533196"/>
              <a:gd name="connsiteX6" fmla="*/ 1243032 w 1600669"/>
              <a:gd name="connsiteY6" fmla="*/ 1161542 h 1533196"/>
              <a:gd name="connsiteX7" fmla="*/ 1044991 w 1600669"/>
              <a:gd name="connsiteY7" fmla="*/ 731644 h 1533196"/>
              <a:gd name="connsiteX8" fmla="*/ 888801 w 1600669"/>
              <a:gd name="connsiteY8" fmla="*/ 612802 h 1533196"/>
              <a:gd name="connsiteX9" fmla="*/ 573860 w 1600669"/>
              <a:gd name="connsiteY9" fmla="*/ 547014 h 1533196"/>
              <a:gd name="connsiteX10" fmla="*/ 247825 w 1600669"/>
              <a:gd name="connsiteY10" fmla="*/ 590646 h 1533196"/>
              <a:gd name="connsiteX11" fmla="*/ 127655 w 1600669"/>
              <a:gd name="connsiteY11" fmla="*/ 0 h 1533196"/>
              <a:gd name="connsiteX0" fmla="*/ 1035520 w 1600669"/>
              <a:gd name="connsiteY0" fmla="*/ 162855 h 1531319"/>
              <a:gd name="connsiteX1" fmla="*/ 1479418 w 1600669"/>
              <a:gd name="connsiteY1" fmla="*/ 796934 h 1531319"/>
              <a:gd name="connsiteX2" fmla="*/ 1600444 w 1600669"/>
              <a:gd name="connsiteY2" fmla="*/ 1169452 h 1531319"/>
              <a:gd name="connsiteX3" fmla="*/ 1498717 w 1600669"/>
              <a:gd name="connsiteY3" fmla="*/ 1444629 h 1531319"/>
              <a:gd name="connsiteX4" fmla="*/ 1329172 w 1600669"/>
              <a:gd name="connsiteY4" fmla="*/ 1516448 h 1531319"/>
              <a:gd name="connsiteX5" fmla="*/ 1243032 w 1600669"/>
              <a:gd name="connsiteY5" fmla="*/ 1161542 h 1531319"/>
              <a:gd name="connsiteX6" fmla="*/ 1044991 w 1600669"/>
              <a:gd name="connsiteY6" fmla="*/ 731644 h 1531319"/>
              <a:gd name="connsiteX7" fmla="*/ 888801 w 1600669"/>
              <a:gd name="connsiteY7" fmla="*/ 612802 h 1531319"/>
              <a:gd name="connsiteX8" fmla="*/ 573860 w 1600669"/>
              <a:gd name="connsiteY8" fmla="*/ 547014 h 1531319"/>
              <a:gd name="connsiteX9" fmla="*/ 247825 w 1600669"/>
              <a:gd name="connsiteY9" fmla="*/ 590646 h 1531319"/>
              <a:gd name="connsiteX10" fmla="*/ 127655 w 1600669"/>
              <a:gd name="connsiteY10" fmla="*/ 0 h 1531319"/>
              <a:gd name="connsiteX0" fmla="*/ 1035520 w 1600568"/>
              <a:gd name="connsiteY0" fmla="*/ 162855 h 1491634"/>
              <a:gd name="connsiteX1" fmla="*/ 1479418 w 1600568"/>
              <a:gd name="connsiteY1" fmla="*/ 796934 h 1491634"/>
              <a:gd name="connsiteX2" fmla="*/ 1600444 w 1600568"/>
              <a:gd name="connsiteY2" fmla="*/ 1169452 h 1491634"/>
              <a:gd name="connsiteX3" fmla="*/ 1498717 w 1600568"/>
              <a:gd name="connsiteY3" fmla="*/ 1444629 h 1491634"/>
              <a:gd name="connsiteX4" fmla="*/ 1329510 w 1600568"/>
              <a:gd name="connsiteY4" fmla="*/ 1463890 h 1491634"/>
              <a:gd name="connsiteX5" fmla="*/ 1243032 w 1600568"/>
              <a:gd name="connsiteY5" fmla="*/ 1161542 h 1491634"/>
              <a:gd name="connsiteX6" fmla="*/ 1044991 w 1600568"/>
              <a:gd name="connsiteY6" fmla="*/ 731644 h 1491634"/>
              <a:gd name="connsiteX7" fmla="*/ 888801 w 1600568"/>
              <a:gd name="connsiteY7" fmla="*/ 612802 h 1491634"/>
              <a:gd name="connsiteX8" fmla="*/ 573860 w 1600568"/>
              <a:gd name="connsiteY8" fmla="*/ 547014 h 1491634"/>
              <a:gd name="connsiteX9" fmla="*/ 247825 w 1600568"/>
              <a:gd name="connsiteY9" fmla="*/ 590646 h 1491634"/>
              <a:gd name="connsiteX10" fmla="*/ 127655 w 1600568"/>
              <a:gd name="connsiteY10" fmla="*/ 0 h 1491634"/>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44991 w 1600568"/>
              <a:gd name="connsiteY6" fmla="*/ 731644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0568"/>
              <a:gd name="connsiteY0" fmla="*/ 162855 h 1500850"/>
              <a:gd name="connsiteX1" fmla="*/ 1479418 w 1600568"/>
              <a:gd name="connsiteY1" fmla="*/ 796934 h 1500850"/>
              <a:gd name="connsiteX2" fmla="*/ 1600444 w 1600568"/>
              <a:gd name="connsiteY2" fmla="*/ 1169452 h 1500850"/>
              <a:gd name="connsiteX3" fmla="*/ 1498717 w 1600568"/>
              <a:gd name="connsiteY3" fmla="*/ 1444629 h 1500850"/>
              <a:gd name="connsiteX4" fmla="*/ 1329510 w 1600568"/>
              <a:gd name="connsiteY4" fmla="*/ 1463890 h 1500850"/>
              <a:gd name="connsiteX5" fmla="*/ 1248879 w 1600568"/>
              <a:gd name="connsiteY5" fmla="*/ 1033888 h 1500850"/>
              <a:gd name="connsiteX6" fmla="*/ 1056510 w 1600568"/>
              <a:gd name="connsiteY6" fmla="*/ 741323 h 1500850"/>
              <a:gd name="connsiteX7" fmla="*/ 888801 w 1600568"/>
              <a:gd name="connsiteY7" fmla="*/ 612802 h 1500850"/>
              <a:gd name="connsiteX8" fmla="*/ 573860 w 1600568"/>
              <a:gd name="connsiteY8" fmla="*/ 547014 h 1500850"/>
              <a:gd name="connsiteX9" fmla="*/ 247825 w 1600568"/>
              <a:gd name="connsiteY9" fmla="*/ 590646 h 1500850"/>
              <a:gd name="connsiteX10" fmla="*/ 127655 w 1600568"/>
              <a:gd name="connsiteY10" fmla="*/ 0 h 1500850"/>
              <a:gd name="connsiteX0" fmla="*/ 1035520 w 1602523"/>
              <a:gd name="connsiteY0" fmla="*/ 162855 h 1500850"/>
              <a:gd name="connsiteX1" fmla="*/ 1407445 w 1602523"/>
              <a:gd name="connsiteY1" fmla="*/ 808551 h 1500850"/>
              <a:gd name="connsiteX2" fmla="*/ 1600444 w 1602523"/>
              <a:gd name="connsiteY2" fmla="*/ 1169452 h 1500850"/>
              <a:gd name="connsiteX3" fmla="*/ 1498717 w 1602523"/>
              <a:gd name="connsiteY3" fmla="*/ 1444629 h 1500850"/>
              <a:gd name="connsiteX4" fmla="*/ 1329510 w 1602523"/>
              <a:gd name="connsiteY4" fmla="*/ 1463890 h 1500850"/>
              <a:gd name="connsiteX5" fmla="*/ 1248879 w 1602523"/>
              <a:gd name="connsiteY5" fmla="*/ 1033888 h 1500850"/>
              <a:gd name="connsiteX6" fmla="*/ 1056510 w 1602523"/>
              <a:gd name="connsiteY6" fmla="*/ 741323 h 1500850"/>
              <a:gd name="connsiteX7" fmla="*/ 888801 w 1602523"/>
              <a:gd name="connsiteY7" fmla="*/ 612802 h 1500850"/>
              <a:gd name="connsiteX8" fmla="*/ 573860 w 1602523"/>
              <a:gd name="connsiteY8" fmla="*/ 547014 h 1500850"/>
              <a:gd name="connsiteX9" fmla="*/ 247825 w 1602523"/>
              <a:gd name="connsiteY9" fmla="*/ 590646 h 1500850"/>
              <a:gd name="connsiteX10" fmla="*/ 127655 w 1602523"/>
              <a:gd name="connsiteY10" fmla="*/ 0 h 1500850"/>
              <a:gd name="connsiteX0" fmla="*/ 1050224 w 1617226"/>
              <a:gd name="connsiteY0" fmla="*/ 162855 h 1500850"/>
              <a:gd name="connsiteX1" fmla="*/ 1422149 w 1617226"/>
              <a:gd name="connsiteY1" fmla="*/ 808551 h 1500850"/>
              <a:gd name="connsiteX2" fmla="*/ 1615148 w 1617226"/>
              <a:gd name="connsiteY2" fmla="*/ 1169452 h 1500850"/>
              <a:gd name="connsiteX3" fmla="*/ 1513421 w 1617226"/>
              <a:gd name="connsiteY3" fmla="*/ 1444629 h 1500850"/>
              <a:gd name="connsiteX4" fmla="*/ 1344214 w 1617226"/>
              <a:gd name="connsiteY4" fmla="*/ 1463890 h 1500850"/>
              <a:gd name="connsiteX5" fmla="*/ 1263583 w 1617226"/>
              <a:gd name="connsiteY5" fmla="*/ 1033888 h 1500850"/>
              <a:gd name="connsiteX6" fmla="*/ 1071214 w 1617226"/>
              <a:gd name="connsiteY6" fmla="*/ 741323 h 1500850"/>
              <a:gd name="connsiteX7" fmla="*/ 903505 w 1617226"/>
              <a:gd name="connsiteY7" fmla="*/ 612802 h 1500850"/>
              <a:gd name="connsiteX8" fmla="*/ 588564 w 1617226"/>
              <a:gd name="connsiteY8" fmla="*/ 547014 h 1500850"/>
              <a:gd name="connsiteX9" fmla="*/ 206406 w 1617226"/>
              <a:gd name="connsiteY9" fmla="*/ 708132 h 1500850"/>
              <a:gd name="connsiteX10" fmla="*/ 142359 w 1617226"/>
              <a:gd name="connsiteY10" fmla="*/ 0 h 1500850"/>
              <a:gd name="connsiteX0" fmla="*/ 1050224 w 1617305"/>
              <a:gd name="connsiteY0" fmla="*/ 162855 h 1589530"/>
              <a:gd name="connsiteX1" fmla="*/ 1422149 w 1617305"/>
              <a:gd name="connsiteY1" fmla="*/ 808551 h 1589530"/>
              <a:gd name="connsiteX2" fmla="*/ 1615148 w 1617305"/>
              <a:gd name="connsiteY2" fmla="*/ 1169452 h 1589530"/>
              <a:gd name="connsiteX3" fmla="*/ 1513421 w 1617305"/>
              <a:gd name="connsiteY3" fmla="*/ 1444629 h 1589530"/>
              <a:gd name="connsiteX4" fmla="*/ 1324918 w 1617305"/>
              <a:gd name="connsiteY4" fmla="*/ 1569859 h 1589530"/>
              <a:gd name="connsiteX5" fmla="*/ 1263583 w 1617305"/>
              <a:gd name="connsiteY5" fmla="*/ 1033888 h 1589530"/>
              <a:gd name="connsiteX6" fmla="*/ 1071214 w 1617305"/>
              <a:gd name="connsiteY6" fmla="*/ 741323 h 1589530"/>
              <a:gd name="connsiteX7" fmla="*/ 903505 w 1617305"/>
              <a:gd name="connsiteY7" fmla="*/ 612802 h 1589530"/>
              <a:gd name="connsiteX8" fmla="*/ 588564 w 1617305"/>
              <a:gd name="connsiteY8" fmla="*/ 547014 h 1589530"/>
              <a:gd name="connsiteX9" fmla="*/ 206406 w 1617305"/>
              <a:gd name="connsiteY9" fmla="*/ 708132 h 1589530"/>
              <a:gd name="connsiteX10" fmla="*/ 142359 w 1617305"/>
              <a:gd name="connsiteY10"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903505 w 1617304"/>
              <a:gd name="connsiteY6" fmla="*/ 612802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588564 w 1617304"/>
              <a:gd name="connsiteY7" fmla="*/ 547014 h 1589530"/>
              <a:gd name="connsiteX8" fmla="*/ 206406 w 1617304"/>
              <a:gd name="connsiteY8" fmla="*/ 708132 h 1589530"/>
              <a:gd name="connsiteX9" fmla="*/ 142359 w 1617304"/>
              <a:gd name="connsiteY9" fmla="*/ 0 h 1589530"/>
              <a:gd name="connsiteX0" fmla="*/ 1050224 w 1617304"/>
              <a:gd name="connsiteY0" fmla="*/ 162855 h 1589530"/>
              <a:gd name="connsiteX1" fmla="*/ 1422149 w 1617304"/>
              <a:gd name="connsiteY1" fmla="*/ 808551 h 1589530"/>
              <a:gd name="connsiteX2" fmla="*/ 1615148 w 1617304"/>
              <a:gd name="connsiteY2" fmla="*/ 1169452 h 1589530"/>
              <a:gd name="connsiteX3" fmla="*/ 1513421 w 1617304"/>
              <a:gd name="connsiteY3" fmla="*/ 1444629 h 1589530"/>
              <a:gd name="connsiteX4" fmla="*/ 1324918 w 1617304"/>
              <a:gd name="connsiteY4" fmla="*/ 1569859 h 1589530"/>
              <a:gd name="connsiteX5" fmla="*/ 1263583 w 1617304"/>
              <a:gd name="connsiteY5" fmla="*/ 1033888 h 1589530"/>
              <a:gd name="connsiteX6" fmla="*/ 1014774 w 1617304"/>
              <a:gd name="connsiteY6" fmla="*/ 736217 h 1589530"/>
              <a:gd name="connsiteX7" fmla="*/ 650677 w 1617304"/>
              <a:gd name="connsiteY7" fmla="*/ 652650 h 1589530"/>
              <a:gd name="connsiteX8" fmla="*/ 206406 w 1617304"/>
              <a:gd name="connsiteY8" fmla="*/ 708132 h 1589530"/>
              <a:gd name="connsiteX9" fmla="*/ 142359 w 1617304"/>
              <a:gd name="connsiteY9" fmla="*/ 0 h 1589530"/>
              <a:gd name="connsiteX0" fmla="*/ 1050224 w 1617304"/>
              <a:gd name="connsiteY0" fmla="*/ 162855 h 1585203"/>
              <a:gd name="connsiteX1" fmla="*/ 1422149 w 1617304"/>
              <a:gd name="connsiteY1" fmla="*/ 808551 h 1585203"/>
              <a:gd name="connsiteX2" fmla="*/ 1615148 w 1617304"/>
              <a:gd name="connsiteY2" fmla="*/ 1169452 h 1585203"/>
              <a:gd name="connsiteX3" fmla="*/ 1513421 w 1617304"/>
              <a:gd name="connsiteY3" fmla="*/ 1444629 h 1585203"/>
              <a:gd name="connsiteX4" fmla="*/ 1324918 w 1617304"/>
              <a:gd name="connsiteY4" fmla="*/ 1569859 h 1585203"/>
              <a:gd name="connsiteX5" fmla="*/ 1253500 w 1617304"/>
              <a:gd name="connsiteY5" fmla="*/ 1102391 h 1585203"/>
              <a:gd name="connsiteX6" fmla="*/ 1014774 w 1617304"/>
              <a:gd name="connsiteY6" fmla="*/ 736217 h 1585203"/>
              <a:gd name="connsiteX7" fmla="*/ 650677 w 1617304"/>
              <a:gd name="connsiteY7" fmla="*/ 652650 h 1585203"/>
              <a:gd name="connsiteX8" fmla="*/ 206406 w 1617304"/>
              <a:gd name="connsiteY8" fmla="*/ 708132 h 1585203"/>
              <a:gd name="connsiteX9" fmla="*/ 142359 w 1617304"/>
              <a:gd name="connsiteY9" fmla="*/ 0 h 1585203"/>
              <a:gd name="connsiteX0" fmla="*/ 1050224 w 1617304"/>
              <a:gd name="connsiteY0" fmla="*/ 162855 h 1585202"/>
              <a:gd name="connsiteX1" fmla="*/ 1422149 w 1617304"/>
              <a:gd name="connsiteY1" fmla="*/ 808551 h 1585202"/>
              <a:gd name="connsiteX2" fmla="*/ 1615148 w 1617304"/>
              <a:gd name="connsiteY2" fmla="*/ 1169452 h 1585202"/>
              <a:gd name="connsiteX3" fmla="*/ 1513421 w 1617304"/>
              <a:gd name="connsiteY3" fmla="*/ 1444629 h 1585202"/>
              <a:gd name="connsiteX4" fmla="*/ 1324918 w 1617304"/>
              <a:gd name="connsiteY4" fmla="*/ 1569859 h 1585202"/>
              <a:gd name="connsiteX5" fmla="*/ 1253500 w 1617304"/>
              <a:gd name="connsiteY5" fmla="*/ 1102391 h 1585202"/>
              <a:gd name="connsiteX6" fmla="*/ 1002760 w 1617304"/>
              <a:gd name="connsiteY6" fmla="*/ 792712 h 1585202"/>
              <a:gd name="connsiteX7" fmla="*/ 650677 w 1617304"/>
              <a:gd name="connsiteY7" fmla="*/ 652650 h 1585202"/>
              <a:gd name="connsiteX8" fmla="*/ 206406 w 1617304"/>
              <a:gd name="connsiteY8" fmla="*/ 708132 h 1585202"/>
              <a:gd name="connsiteX9" fmla="*/ 142359 w 1617304"/>
              <a:gd name="connsiteY9" fmla="*/ 0 h 1585202"/>
              <a:gd name="connsiteX0" fmla="*/ 1050224 w 1617350"/>
              <a:gd name="connsiteY0" fmla="*/ 162855 h 1497928"/>
              <a:gd name="connsiteX1" fmla="*/ 1422149 w 1617350"/>
              <a:gd name="connsiteY1" fmla="*/ 808551 h 1497928"/>
              <a:gd name="connsiteX2" fmla="*/ 1615148 w 1617350"/>
              <a:gd name="connsiteY2" fmla="*/ 1169452 h 1497928"/>
              <a:gd name="connsiteX3" fmla="*/ 1513421 w 1617350"/>
              <a:gd name="connsiteY3" fmla="*/ 1444629 h 1497928"/>
              <a:gd name="connsiteX4" fmla="*/ 1314205 w 1617350"/>
              <a:gd name="connsiteY4" fmla="*/ 1466779 h 1497928"/>
              <a:gd name="connsiteX5" fmla="*/ 1253500 w 1617350"/>
              <a:gd name="connsiteY5" fmla="*/ 1102391 h 1497928"/>
              <a:gd name="connsiteX6" fmla="*/ 1002760 w 1617350"/>
              <a:gd name="connsiteY6" fmla="*/ 792712 h 1497928"/>
              <a:gd name="connsiteX7" fmla="*/ 650677 w 1617350"/>
              <a:gd name="connsiteY7" fmla="*/ 652650 h 1497928"/>
              <a:gd name="connsiteX8" fmla="*/ 206406 w 1617350"/>
              <a:gd name="connsiteY8" fmla="*/ 708132 h 1497928"/>
              <a:gd name="connsiteX9" fmla="*/ 142359 w 1617350"/>
              <a:gd name="connsiteY9" fmla="*/ 0 h 1497928"/>
              <a:gd name="connsiteX0" fmla="*/ 1050224 w 1618900"/>
              <a:gd name="connsiteY0" fmla="*/ 162855 h 1497927"/>
              <a:gd name="connsiteX1" fmla="*/ 1422149 w 1618900"/>
              <a:gd name="connsiteY1" fmla="*/ 808551 h 1497927"/>
              <a:gd name="connsiteX2" fmla="*/ 1580022 w 1618900"/>
              <a:gd name="connsiteY2" fmla="*/ 1171323 h 1497927"/>
              <a:gd name="connsiteX3" fmla="*/ 1615148 w 1618900"/>
              <a:gd name="connsiteY3" fmla="*/ 1169452 h 1497927"/>
              <a:gd name="connsiteX4" fmla="*/ 1513421 w 1618900"/>
              <a:gd name="connsiteY4" fmla="*/ 1444629 h 1497927"/>
              <a:gd name="connsiteX5" fmla="*/ 1314205 w 1618900"/>
              <a:gd name="connsiteY5" fmla="*/ 1466779 h 1497927"/>
              <a:gd name="connsiteX6" fmla="*/ 1253500 w 1618900"/>
              <a:gd name="connsiteY6" fmla="*/ 1102391 h 1497927"/>
              <a:gd name="connsiteX7" fmla="*/ 1002760 w 1618900"/>
              <a:gd name="connsiteY7" fmla="*/ 792712 h 1497927"/>
              <a:gd name="connsiteX8" fmla="*/ 650677 w 1618900"/>
              <a:gd name="connsiteY8" fmla="*/ 652650 h 1497927"/>
              <a:gd name="connsiteX9" fmla="*/ 206406 w 1618900"/>
              <a:gd name="connsiteY9" fmla="*/ 708132 h 1497927"/>
              <a:gd name="connsiteX10" fmla="*/ 142359 w 1618900"/>
              <a:gd name="connsiteY10" fmla="*/ 0 h 1497927"/>
              <a:gd name="connsiteX0" fmla="*/ 1050224 w 1617350"/>
              <a:gd name="connsiteY0" fmla="*/ 162855 h 1497927"/>
              <a:gd name="connsiteX1" fmla="*/ 1422149 w 1617350"/>
              <a:gd name="connsiteY1" fmla="*/ 808551 h 1497927"/>
              <a:gd name="connsiteX2" fmla="*/ 1615148 w 1617350"/>
              <a:gd name="connsiteY2" fmla="*/ 1169452 h 1497927"/>
              <a:gd name="connsiteX3" fmla="*/ 1513421 w 1617350"/>
              <a:gd name="connsiteY3" fmla="*/ 1444629 h 1497927"/>
              <a:gd name="connsiteX4" fmla="*/ 1314205 w 1617350"/>
              <a:gd name="connsiteY4" fmla="*/ 1466779 h 1497927"/>
              <a:gd name="connsiteX5" fmla="*/ 1253500 w 1617350"/>
              <a:gd name="connsiteY5" fmla="*/ 1102391 h 1497927"/>
              <a:gd name="connsiteX6" fmla="*/ 1002760 w 1617350"/>
              <a:gd name="connsiteY6" fmla="*/ 792712 h 1497927"/>
              <a:gd name="connsiteX7" fmla="*/ 650677 w 1617350"/>
              <a:gd name="connsiteY7" fmla="*/ 652650 h 1497927"/>
              <a:gd name="connsiteX8" fmla="*/ 206406 w 1617350"/>
              <a:gd name="connsiteY8" fmla="*/ 708132 h 1497927"/>
              <a:gd name="connsiteX9" fmla="*/ 142359 w 1617350"/>
              <a:gd name="connsiteY9" fmla="*/ 0 h 1497927"/>
              <a:gd name="connsiteX0" fmla="*/ 1050224 w 1574724"/>
              <a:gd name="connsiteY0" fmla="*/ 162855 h 1497904"/>
              <a:gd name="connsiteX1" fmla="*/ 1422149 w 1574724"/>
              <a:gd name="connsiteY1" fmla="*/ 808551 h 1497904"/>
              <a:gd name="connsiteX2" fmla="*/ 1570693 w 1574724"/>
              <a:gd name="connsiteY2" fmla="*/ 1169979 h 1497904"/>
              <a:gd name="connsiteX3" fmla="*/ 1513421 w 1574724"/>
              <a:gd name="connsiteY3" fmla="*/ 1444629 h 1497904"/>
              <a:gd name="connsiteX4" fmla="*/ 1314205 w 1574724"/>
              <a:gd name="connsiteY4" fmla="*/ 1466779 h 1497904"/>
              <a:gd name="connsiteX5" fmla="*/ 1253500 w 1574724"/>
              <a:gd name="connsiteY5" fmla="*/ 1102391 h 1497904"/>
              <a:gd name="connsiteX6" fmla="*/ 1002760 w 1574724"/>
              <a:gd name="connsiteY6" fmla="*/ 792712 h 1497904"/>
              <a:gd name="connsiteX7" fmla="*/ 650677 w 1574724"/>
              <a:gd name="connsiteY7" fmla="*/ 652650 h 1497904"/>
              <a:gd name="connsiteX8" fmla="*/ 206406 w 1574724"/>
              <a:gd name="connsiteY8" fmla="*/ 708132 h 1497904"/>
              <a:gd name="connsiteX9" fmla="*/ 142359 w 1574724"/>
              <a:gd name="connsiteY9" fmla="*/ 0 h 1497904"/>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885943 w 1574724"/>
              <a:gd name="connsiteY0" fmla="*/ 110669 h 1497903"/>
              <a:gd name="connsiteX1" fmla="*/ 1422149 w 1574724"/>
              <a:gd name="connsiteY1" fmla="*/ 808551 h 1497903"/>
              <a:gd name="connsiteX2" fmla="*/ 1570693 w 1574724"/>
              <a:gd name="connsiteY2" fmla="*/ 1169979 h 1497903"/>
              <a:gd name="connsiteX3" fmla="*/ 1513421 w 1574724"/>
              <a:gd name="connsiteY3" fmla="*/ 1444629 h 1497903"/>
              <a:gd name="connsiteX4" fmla="*/ 1314205 w 1574724"/>
              <a:gd name="connsiteY4" fmla="*/ 1466779 h 1497903"/>
              <a:gd name="connsiteX5" fmla="*/ 1253500 w 1574724"/>
              <a:gd name="connsiteY5" fmla="*/ 1102391 h 1497903"/>
              <a:gd name="connsiteX6" fmla="*/ 1002760 w 1574724"/>
              <a:gd name="connsiteY6" fmla="*/ 792712 h 1497903"/>
              <a:gd name="connsiteX7" fmla="*/ 650677 w 1574724"/>
              <a:gd name="connsiteY7" fmla="*/ 652650 h 1497903"/>
              <a:gd name="connsiteX8" fmla="*/ 206406 w 1574724"/>
              <a:gd name="connsiteY8" fmla="*/ 708132 h 1497903"/>
              <a:gd name="connsiteX9" fmla="*/ 142359 w 1574724"/>
              <a:gd name="connsiteY9" fmla="*/ 0 h 1497903"/>
              <a:gd name="connsiteX0" fmla="*/ 2051635 w 2740416"/>
              <a:gd name="connsiteY0" fmla="*/ 310678 h 1697912"/>
              <a:gd name="connsiteX1" fmla="*/ 2587841 w 2740416"/>
              <a:gd name="connsiteY1" fmla="*/ 1008560 h 1697912"/>
              <a:gd name="connsiteX2" fmla="*/ 2736385 w 2740416"/>
              <a:gd name="connsiteY2" fmla="*/ 1369988 h 1697912"/>
              <a:gd name="connsiteX3" fmla="*/ 2679113 w 2740416"/>
              <a:gd name="connsiteY3" fmla="*/ 1644638 h 1697912"/>
              <a:gd name="connsiteX4" fmla="*/ 2479897 w 2740416"/>
              <a:gd name="connsiteY4" fmla="*/ 1666788 h 1697912"/>
              <a:gd name="connsiteX5" fmla="*/ 2419192 w 2740416"/>
              <a:gd name="connsiteY5" fmla="*/ 1302400 h 1697912"/>
              <a:gd name="connsiteX6" fmla="*/ 2168452 w 2740416"/>
              <a:gd name="connsiteY6" fmla="*/ 992721 h 1697912"/>
              <a:gd name="connsiteX7" fmla="*/ 1816369 w 2740416"/>
              <a:gd name="connsiteY7" fmla="*/ 852659 h 1697912"/>
              <a:gd name="connsiteX8" fmla="*/ 1372098 w 2740416"/>
              <a:gd name="connsiteY8" fmla="*/ 908141 h 1697912"/>
              <a:gd name="connsiteX9" fmla="*/ 37979 w 2740416"/>
              <a:gd name="connsiteY9" fmla="*/ 0 h 1697912"/>
              <a:gd name="connsiteX0" fmla="*/ 2058345 w 2747126"/>
              <a:gd name="connsiteY0" fmla="*/ 310678 h 1697912"/>
              <a:gd name="connsiteX1" fmla="*/ 2594551 w 2747126"/>
              <a:gd name="connsiteY1" fmla="*/ 1008560 h 1697912"/>
              <a:gd name="connsiteX2" fmla="*/ 2743095 w 2747126"/>
              <a:gd name="connsiteY2" fmla="*/ 1369988 h 1697912"/>
              <a:gd name="connsiteX3" fmla="*/ 2685823 w 2747126"/>
              <a:gd name="connsiteY3" fmla="*/ 1644638 h 1697912"/>
              <a:gd name="connsiteX4" fmla="*/ 2486607 w 2747126"/>
              <a:gd name="connsiteY4" fmla="*/ 1666788 h 1697912"/>
              <a:gd name="connsiteX5" fmla="*/ 2425902 w 2747126"/>
              <a:gd name="connsiteY5" fmla="*/ 1302400 h 1697912"/>
              <a:gd name="connsiteX6" fmla="*/ 2175162 w 2747126"/>
              <a:gd name="connsiteY6" fmla="*/ 992721 h 1697912"/>
              <a:gd name="connsiteX7" fmla="*/ 1823079 w 2747126"/>
              <a:gd name="connsiteY7" fmla="*/ 852659 h 1697912"/>
              <a:gd name="connsiteX8" fmla="*/ 1122033 w 2747126"/>
              <a:gd name="connsiteY8" fmla="*/ 862362 h 1697912"/>
              <a:gd name="connsiteX9" fmla="*/ 44689 w 2747126"/>
              <a:gd name="connsiteY9" fmla="*/ 0 h 1697912"/>
              <a:gd name="connsiteX0" fmla="*/ 2062622 w 2751403"/>
              <a:gd name="connsiteY0" fmla="*/ 310678 h 1697912"/>
              <a:gd name="connsiteX1" fmla="*/ 2598828 w 2751403"/>
              <a:gd name="connsiteY1" fmla="*/ 1008560 h 1697912"/>
              <a:gd name="connsiteX2" fmla="*/ 2747372 w 2751403"/>
              <a:gd name="connsiteY2" fmla="*/ 1369988 h 1697912"/>
              <a:gd name="connsiteX3" fmla="*/ 2690100 w 2751403"/>
              <a:gd name="connsiteY3" fmla="*/ 1644638 h 1697912"/>
              <a:gd name="connsiteX4" fmla="*/ 2490884 w 2751403"/>
              <a:gd name="connsiteY4" fmla="*/ 1666788 h 1697912"/>
              <a:gd name="connsiteX5" fmla="*/ 2430179 w 2751403"/>
              <a:gd name="connsiteY5" fmla="*/ 1302400 h 1697912"/>
              <a:gd name="connsiteX6" fmla="*/ 2179439 w 2751403"/>
              <a:gd name="connsiteY6" fmla="*/ 992721 h 1697912"/>
              <a:gd name="connsiteX7" fmla="*/ 1827356 w 2751403"/>
              <a:gd name="connsiteY7" fmla="*/ 852659 h 1697912"/>
              <a:gd name="connsiteX8" fmla="*/ 1126310 w 2751403"/>
              <a:gd name="connsiteY8" fmla="*/ 862362 h 1697912"/>
              <a:gd name="connsiteX9" fmla="*/ 48966 w 2751403"/>
              <a:gd name="connsiteY9" fmla="*/ 0 h 1697912"/>
              <a:gd name="connsiteX0" fmla="*/ 2013656 w 2702437"/>
              <a:gd name="connsiteY0" fmla="*/ 310678 h 1697912"/>
              <a:gd name="connsiteX1" fmla="*/ 2549862 w 2702437"/>
              <a:gd name="connsiteY1" fmla="*/ 1008560 h 1697912"/>
              <a:gd name="connsiteX2" fmla="*/ 2698406 w 2702437"/>
              <a:gd name="connsiteY2" fmla="*/ 1369988 h 1697912"/>
              <a:gd name="connsiteX3" fmla="*/ 2641134 w 2702437"/>
              <a:gd name="connsiteY3" fmla="*/ 1644638 h 1697912"/>
              <a:gd name="connsiteX4" fmla="*/ 2441918 w 2702437"/>
              <a:gd name="connsiteY4" fmla="*/ 1666788 h 1697912"/>
              <a:gd name="connsiteX5" fmla="*/ 2381213 w 2702437"/>
              <a:gd name="connsiteY5" fmla="*/ 1302400 h 1697912"/>
              <a:gd name="connsiteX6" fmla="*/ 2130473 w 2702437"/>
              <a:gd name="connsiteY6" fmla="*/ 992721 h 1697912"/>
              <a:gd name="connsiteX7" fmla="*/ 1778390 w 2702437"/>
              <a:gd name="connsiteY7" fmla="*/ 852659 h 1697912"/>
              <a:gd name="connsiteX8" fmla="*/ 1077344 w 2702437"/>
              <a:gd name="connsiteY8" fmla="*/ 862362 h 1697912"/>
              <a:gd name="connsiteX9" fmla="*/ 0 w 2702437"/>
              <a:gd name="connsiteY9" fmla="*/ 0 h 1697912"/>
              <a:gd name="connsiteX0" fmla="*/ 2013656 w 2702437"/>
              <a:gd name="connsiteY0" fmla="*/ 310678 h 1685865"/>
              <a:gd name="connsiteX1" fmla="*/ 2549862 w 2702437"/>
              <a:gd name="connsiteY1" fmla="*/ 1008560 h 1685865"/>
              <a:gd name="connsiteX2" fmla="*/ 2698406 w 2702437"/>
              <a:gd name="connsiteY2" fmla="*/ 1369988 h 1685865"/>
              <a:gd name="connsiteX3" fmla="*/ 2641134 w 2702437"/>
              <a:gd name="connsiteY3" fmla="*/ 1644638 h 1685865"/>
              <a:gd name="connsiteX4" fmla="*/ 2441918 w 2702437"/>
              <a:gd name="connsiteY4" fmla="*/ 1666788 h 1685865"/>
              <a:gd name="connsiteX5" fmla="*/ 2305970 w 2702437"/>
              <a:gd name="connsiteY5" fmla="*/ 1470056 h 1685865"/>
              <a:gd name="connsiteX6" fmla="*/ 2381213 w 2702437"/>
              <a:gd name="connsiteY6" fmla="*/ 1302400 h 1685865"/>
              <a:gd name="connsiteX7" fmla="*/ 2130473 w 2702437"/>
              <a:gd name="connsiteY7" fmla="*/ 992721 h 1685865"/>
              <a:gd name="connsiteX8" fmla="*/ 1778390 w 2702437"/>
              <a:gd name="connsiteY8" fmla="*/ 852659 h 1685865"/>
              <a:gd name="connsiteX9" fmla="*/ 1077344 w 2702437"/>
              <a:gd name="connsiteY9" fmla="*/ 862362 h 1685865"/>
              <a:gd name="connsiteX10" fmla="*/ 0 w 2702437"/>
              <a:gd name="connsiteY10" fmla="*/ 0 h 1685865"/>
              <a:gd name="connsiteX0" fmla="*/ 2013656 w 2702685"/>
              <a:gd name="connsiteY0" fmla="*/ 310678 h 2014267"/>
              <a:gd name="connsiteX1" fmla="*/ 2549862 w 2702685"/>
              <a:gd name="connsiteY1" fmla="*/ 1008560 h 2014267"/>
              <a:gd name="connsiteX2" fmla="*/ 2698406 w 2702685"/>
              <a:gd name="connsiteY2" fmla="*/ 1369988 h 2014267"/>
              <a:gd name="connsiteX3" fmla="*/ 2641134 w 2702685"/>
              <a:gd name="connsiteY3" fmla="*/ 1644638 h 2014267"/>
              <a:gd name="connsiteX4" fmla="*/ 2424290 w 2702685"/>
              <a:gd name="connsiteY4" fmla="*/ 2012225 h 2014267"/>
              <a:gd name="connsiteX5" fmla="*/ 2305970 w 2702685"/>
              <a:gd name="connsiteY5" fmla="*/ 1470056 h 2014267"/>
              <a:gd name="connsiteX6" fmla="*/ 2381213 w 2702685"/>
              <a:gd name="connsiteY6" fmla="*/ 1302400 h 2014267"/>
              <a:gd name="connsiteX7" fmla="*/ 2130473 w 2702685"/>
              <a:gd name="connsiteY7" fmla="*/ 992721 h 2014267"/>
              <a:gd name="connsiteX8" fmla="*/ 1778390 w 2702685"/>
              <a:gd name="connsiteY8" fmla="*/ 852659 h 2014267"/>
              <a:gd name="connsiteX9" fmla="*/ 1077344 w 2702685"/>
              <a:gd name="connsiteY9" fmla="*/ 862362 h 2014267"/>
              <a:gd name="connsiteX10" fmla="*/ 0 w 2702685"/>
              <a:gd name="connsiteY10" fmla="*/ 0 h 2014267"/>
              <a:gd name="connsiteX0" fmla="*/ 2143717 w 2702685"/>
              <a:gd name="connsiteY0" fmla="*/ 217521 h 2014267"/>
              <a:gd name="connsiteX1" fmla="*/ 2549862 w 2702685"/>
              <a:gd name="connsiteY1" fmla="*/ 1008560 h 2014267"/>
              <a:gd name="connsiteX2" fmla="*/ 2698406 w 2702685"/>
              <a:gd name="connsiteY2" fmla="*/ 1369988 h 2014267"/>
              <a:gd name="connsiteX3" fmla="*/ 2641134 w 2702685"/>
              <a:gd name="connsiteY3" fmla="*/ 1644638 h 2014267"/>
              <a:gd name="connsiteX4" fmla="*/ 2424290 w 2702685"/>
              <a:gd name="connsiteY4" fmla="*/ 2012225 h 2014267"/>
              <a:gd name="connsiteX5" fmla="*/ 2305970 w 2702685"/>
              <a:gd name="connsiteY5" fmla="*/ 1470056 h 2014267"/>
              <a:gd name="connsiteX6" fmla="*/ 2381213 w 2702685"/>
              <a:gd name="connsiteY6" fmla="*/ 1302400 h 2014267"/>
              <a:gd name="connsiteX7" fmla="*/ 2130473 w 2702685"/>
              <a:gd name="connsiteY7" fmla="*/ 992721 h 2014267"/>
              <a:gd name="connsiteX8" fmla="*/ 1778390 w 2702685"/>
              <a:gd name="connsiteY8" fmla="*/ 852659 h 2014267"/>
              <a:gd name="connsiteX9" fmla="*/ 1077344 w 2702685"/>
              <a:gd name="connsiteY9" fmla="*/ 862362 h 2014267"/>
              <a:gd name="connsiteX10" fmla="*/ 0 w 2702685"/>
              <a:gd name="connsiteY10" fmla="*/ 0 h 2014267"/>
              <a:gd name="connsiteX0" fmla="*/ 2143717 w 2702685"/>
              <a:gd name="connsiteY0" fmla="*/ 217521 h 2014267"/>
              <a:gd name="connsiteX1" fmla="*/ 2429852 w 2702685"/>
              <a:gd name="connsiteY1" fmla="*/ 559088 h 2014267"/>
              <a:gd name="connsiteX2" fmla="*/ 2549862 w 2702685"/>
              <a:gd name="connsiteY2" fmla="*/ 1008560 h 2014267"/>
              <a:gd name="connsiteX3" fmla="*/ 2698406 w 2702685"/>
              <a:gd name="connsiteY3" fmla="*/ 1369988 h 2014267"/>
              <a:gd name="connsiteX4" fmla="*/ 2641134 w 2702685"/>
              <a:gd name="connsiteY4" fmla="*/ 1644638 h 2014267"/>
              <a:gd name="connsiteX5" fmla="*/ 2424290 w 2702685"/>
              <a:gd name="connsiteY5" fmla="*/ 2012225 h 2014267"/>
              <a:gd name="connsiteX6" fmla="*/ 2305970 w 2702685"/>
              <a:gd name="connsiteY6" fmla="*/ 1470056 h 2014267"/>
              <a:gd name="connsiteX7" fmla="*/ 2381213 w 2702685"/>
              <a:gd name="connsiteY7" fmla="*/ 1302400 h 2014267"/>
              <a:gd name="connsiteX8" fmla="*/ 2130473 w 2702685"/>
              <a:gd name="connsiteY8" fmla="*/ 992721 h 2014267"/>
              <a:gd name="connsiteX9" fmla="*/ 1778390 w 2702685"/>
              <a:gd name="connsiteY9" fmla="*/ 852659 h 2014267"/>
              <a:gd name="connsiteX10" fmla="*/ 1077344 w 2702685"/>
              <a:gd name="connsiteY10" fmla="*/ 862362 h 2014267"/>
              <a:gd name="connsiteX11" fmla="*/ 0 w 2702685"/>
              <a:gd name="connsiteY11" fmla="*/ 0 h 2014267"/>
              <a:gd name="connsiteX0" fmla="*/ 1512921 w 2071889"/>
              <a:gd name="connsiteY0" fmla="*/ 0 h 1796746"/>
              <a:gd name="connsiteX1" fmla="*/ 1799056 w 2071889"/>
              <a:gd name="connsiteY1" fmla="*/ 341567 h 1796746"/>
              <a:gd name="connsiteX2" fmla="*/ 1919066 w 2071889"/>
              <a:gd name="connsiteY2" fmla="*/ 791039 h 1796746"/>
              <a:gd name="connsiteX3" fmla="*/ 2067610 w 2071889"/>
              <a:gd name="connsiteY3" fmla="*/ 1152467 h 1796746"/>
              <a:gd name="connsiteX4" fmla="*/ 2010338 w 2071889"/>
              <a:gd name="connsiteY4" fmla="*/ 1427117 h 1796746"/>
              <a:gd name="connsiteX5" fmla="*/ 1793494 w 2071889"/>
              <a:gd name="connsiteY5" fmla="*/ 1794704 h 1796746"/>
              <a:gd name="connsiteX6" fmla="*/ 1675174 w 2071889"/>
              <a:gd name="connsiteY6" fmla="*/ 1252535 h 1796746"/>
              <a:gd name="connsiteX7" fmla="*/ 1750417 w 2071889"/>
              <a:gd name="connsiteY7" fmla="*/ 1084879 h 1796746"/>
              <a:gd name="connsiteX8" fmla="*/ 1499677 w 2071889"/>
              <a:gd name="connsiteY8" fmla="*/ 775200 h 1796746"/>
              <a:gd name="connsiteX9" fmla="*/ 1147594 w 2071889"/>
              <a:gd name="connsiteY9" fmla="*/ 635138 h 1796746"/>
              <a:gd name="connsiteX10" fmla="*/ 446548 w 2071889"/>
              <a:gd name="connsiteY10" fmla="*/ 644841 h 1796746"/>
              <a:gd name="connsiteX11" fmla="*/ 0 w 2071889"/>
              <a:gd name="connsiteY11" fmla="*/ 298012 h 1796746"/>
              <a:gd name="connsiteX0" fmla="*/ 1497243 w 2071889"/>
              <a:gd name="connsiteY0" fmla="*/ 0 h 1871887"/>
              <a:gd name="connsiteX1" fmla="*/ 1799056 w 2071889"/>
              <a:gd name="connsiteY1" fmla="*/ 416708 h 1871887"/>
              <a:gd name="connsiteX2" fmla="*/ 1919066 w 2071889"/>
              <a:gd name="connsiteY2" fmla="*/ 866180 h 1871887"/>
              <a:gd name="connsiteX3" fmla="*/ 2067610 w 2071889"/>
              <a:gd name="connsiteY3" fmla="*/ 1227608 h 1871887"/>
              <a:gd name="connsiteX4" fmla="*/ 2010338 w 2071889"/>
              <a:gd name="connsiteY4" fmla="*/ 1502258 h 1871887"/>
              <a:gd name="connsiteX5" fmla="*/ 1793494 w 2071889"/>
              <a:gd name="connsiteY5" fmla="*/ 1869845 h 1871887"/>
              <a:gd name="connsiteX6" fmla="*/ 1675174 w 2071889"/>
              <a:gd name="connsiteY6" fmla="*/ 1327676 h 1871887"/>
              <a:gd name="connsiteX7" fmla="*/ 1750417 w 2071889"/>
              <a:gd name="connsiteY7" fmla="*/ 1160020 h 1871887"/>
              <a:gd name="connsiteX8" fmla="*/ 1499677 w 2071889"/>
              <a:gd name="connsiteY8" fmla="*/ 850341 h 1871887"/>
              <a:gd name="connsiteX9" fmla="*/ 1147594 w 2071889"/>
              <a:gd name="connsiteY9" fmla="*/ 710279 h 1871887"/>
              <a:gd name="connsiteX10" fmla="*/ 446548 w 2071889"/>
              <a:gd name="connsiteY10" fmla="*/ 719982 h 1871887"/>
              <a:gd name="connsiteX11" fmla="*/ 0 w 2071889"/>
              <a:gd name="connsiteY11" fmla="*/ 373153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99130 w 2223425"/>
              <a:gd name="connsiteY9" fmla="*/ 710279 h 1871887"/>
              <a:gd name="connsiteX10" fmla="*/ 598084 w 2223425"/>
              <a:gd name="connsiteY10" fmla="*/ 719982 h 1871887"/>
              <a:gd name="connsiteX11" fmla="*/ 0 w 2223425"/>
              <a:gd name="connsiteY11" fmla="*/ 387259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20140 w 2223425"/>
              <a:gd name="connsiteY9" fmla="*/ 618299 h 1871887"/>
              <a:gd name="connsiteX10" fmla="*/ 598084 w 2223425"/>
              <a:gd name="connsiteY10" fmla="*/ 719982 h 1871887"/>
              <a:gd name="connsiteX11" fmla="*/ 0 w 2223425"/>
              <a:gd name="connsiteY11" fmla="*/ 387259 h 1871887"/>
              <a:gd name="connsiteX0" fmla="*/ 1648779 w 2223425"/>
              <a:gd name="connsiteY0" fmla="*/ 0 h 1871887"/>
              <a:gd name="connsiteX1" fmla="*/ 1950592 w 2223425"/>
              <a:gd name="connsiteY1" fmla="*/ 416708 h 1871887"/>
              <a:gd name="connsiteX2" fmla="*/ 2070602 w 2223425"/>
              <a:gd name="connsiteY2" fmla="*/ 866180 h 1871887"/>
              <a:gd name="connsiteX3" fmla="*/ 2219146 w 2223425"/>
              <a:gd name="connsiteY3" fmla="*/ 1227608 h 1871887"/>
              <a:gd name="connsiteX4" fmla="*/ 2161874 w 2223425"/>
              <a:gd name="connsiteY4" fmla="*/ 1502258 h 1871887"/>
              <a:gd name="connsiteX5" fmla="*/ 1945030 w 2223425"/>
              <a:gd name="connsiteY5" fmla="*/ 1869845 h 1871887"/>
              <a:gd name="connsiteX6" fmla="*/ 1826710 w 2223425"/>
              <a:gd name="connsiteY6" fmla="*/ 1327676 h 1871887"/>
              <a:gd name="connsiteX7" fmla="*/ 1901953 w 2223425"/>
              <a:gd name="connsiteY7" fmla="*/ 1160020 h 1871887"/>
              <a:gd name="connsiteX8" fmla="*/ 1651213 w 2223425"/>
              <a:gd name="connsiteY8" fmla="*/ 850341 h 1871887"/>
              <a:gd name="connsiteX9" fmla="*/ 1220140 w 2223425"/>
              <a:gd name="connsiteY9" fmla="*/ 618299 h 1871887"/>
              <a:gd name="connsiteX10" fmla="*/ 598084 w 2223425"/>
              <a:gd name="connsiteY10" fmla="*/ 719982 h 1871887"/>
              <a:gd name="connsiteX11" fmla="*/ 231097 w 2223425"/>
              <a:gd name="connsiteY11" fmla="*/ 725860 h 1871887"/>
              <a:gd name="connsiteX12" fmla="*/ 0 w 2223425"/>
              <a:gd name="connsiteY12" fmla="*/ 387259 h 1871887"/>
              <a:gd name="connsiteX0" fmla="*/ 1648779 w 2234656"/>
              <a:gd name="connsiteY0" fmla="*/ 0 h 1876838"/>
              <a:gd name="connsiteX1" fmla="*/ 1950592 w 2234656"/>
              <a:gd name="connsiteY1" fmla="*/ 416708 h 1876838"/>
              <a:gd name="connsiteX2" fmla="*/ 2070602 w 2234656"/>
              <a:gd name="connsiteY2" fmla="*/ 866180 h 1876838"/>
              <a:gd name="connsiteX3" fmla="*/ 2219146 w 2234656"/>
              <a:gd name="connsiteY3" fmla="*/ 1227608 h 1876838"/>
              <a:gd name="connsiteX4" fmla="*/ 2199127 w 2234656"/>
              <a:gd name="connsiteY4" fmla="*/ 1609160 h 1876838"/>
              <a:gd name="connsiteX5" fmla="*/ 1945030 w 2234656"/>
              <a:gd name="connsiteY5" fmla="*/ 1869845 h 1876838"/>
              <a:gd name="connsiteX6" fmla="*/ 1826710 w 2234656"/>
              <a:gd name="connsiteY6" fmla="*/ 1327676 h 1876838"/>
              <a:gd name="connsiteX7" fmla="*/ 1901953 w 2234656"/>
              <a:gd name="connsiteY7" fmla="*/ 1160020 h 1876838"/>
              <a:gd name="connsiteX8" fmla="*/ 1651213 w 2234656"/>
              <a:gd name="connsiteY8" fmla="*/ 850341 h 1876838"/>
              <a:gd name="connsiteX9" fmla="*/ 1220140 w 2234656"/>
              <a:gd name="connsiteY9" fmla="*/ 618299 h 1876838"/>
              <a:gd name="connsiteX10" fmla="*/ 598084 w 2234656"/>
              <a:gd name="connsiteY10" fmla="*/ 719982 h 1876838"/>
              <a:gd name="connsiteX11" fmla="*/ 231097 w 2234656"/>
              <a:gd name="connsiteY11" fmla="*/ 725860 h 1876838"/>
              <a:gd name="connsiteX12" fmla="*/ 0 w 2234656"/>
              <a:gd name="connsiteY12" fmla="*/ 387259 h 1876838"/>
              <a:gd name="connsiteX0" fmla="*/ 1648779 w 2225906"/>
              <a:gd name="connsiteY0" fmla="*/ 0 h 1876846"/>
              <a:gd name="connsiteX1" fmla="*/ 1950592 w 2225906"/>
              <a:gd name="connsiteY1" fmla="*/ 416708 h 1876846"/>
              <a:gd name="connsiteX2" fmla="*/ 2070602 w 2225906"/>
              <a:gd name="connsiteY2" fmla="*/ 866180 h 1876846"/>
              <a:gd name="connsiteX3" fmla="*/ 2203841 w 2225906"/>
              <a:gd name="connsiteY3" fmla="*/ 1225902 h 1876846"/>
              <a:gd name="connsiteX4" fmla="*/ 2199127 w 2225906"/>
              <a:gd name="connsiteY4" fmla="*/ 1609160 h 1876846"/>
              <a:gd name="connsiteX5" fmla="*/ 1945030 w 2225906"/>
              <a:gd name="connsiteY5" fmla="*/ 1869845 h 1876846"/>
              <a:gd name="connsiteX6" fmla="*/ 1826710 w 2225906"/>
              <a:gd name="connsiteY6" fmla="*/ 1327676 h 1876846"/>
              <a:gd name="connsiteX7" fmla="*/ 1901953 w 2225906"/>
              <a:gd name="connsiteY7" fmla="*/ 1160020 h 1876846"/>
              <a:gd name="connsiteX8" fmla="*/ 1651213 w 2225906"/>
              <a:gd name="connsiteY8" fmla="*/ 850341 h 1876846"/>
              <a:gd name="connsiteX9" fmla="*/ 1220140 w 2225906"/>
              <a:gd name="connsiteY9" fmla="*/ 618299 h 1876846"/>
              <a:gd name="connsiteX10" fmla="*/ 598084 w 2225906"/>
              <a:gd name="connsiteY10" fmla="*/ 719982 h 1876846"/>
              <a:gd name="connsiteX11" fmla="*/ 231097 w 2225906"/>
              <a:gd name="connsiteY11" fmla="*/ 725860 h 1876846"/>
              <a:gd name="connsiteX12" fmla="*/ 0 w 2225906"/>
              <a:gd name="connsiteY12" fmla="*/ 387259 h 1876846"/>
              <a:gd name="connsiteX0" fmla="*/ 1648779 w 2225906"/>
              <a:gd name="connsiteY0" fmla="*/ 0 h 1876846"/>
              <a:gd name="connsiteX1" fmla="*/ 2085104 w 2225906"/>
              <a:gd name="connsiteY1" fmla="*/ 464313 h 1876846"/>
              <a:gd name="connsiteX2" fmla="*/ 2070602 w 2225906"/>
              <a:gd name="connsiteY2" fmla="*/ 866180 h 1876846"/>
              <a:gd name="connsiteX3" fmla="*/ 2203841 w 2225906"/>
              <a:gd name="connsiteY3" fmla="*/ 1225902 h 1876846"/>
              <a:gd name="connsiteX4" fmla="*/ 2199127 w 2225906"/>
              <a:gd name="connsiteY4" fmla="*/ 1609160 h 1876846"/>
              <a:gd name="connsiteX5" fmla="*/ 1945030 w 2225906"/>
              <a:gd name="connsiteY5" fmla="*/ 1869845 h 1876846"/>
              <a:gd name="connsiteX6" fmla="*/ 1826710 w 2225906"/>
              <a:gd name="connsiteY6" fmla="*/ 1327676 h 1876846"/>
              <a:gd name="connsiteX7" fmla="*/ 1901953 w 2225906"/>
              <a:gd name="connsiteY7" fmla="*/ 1160020 h 1876846"/>
              <a:gd name="connsiteX8" fmla="*/ 1651213 w 2225906"/>
              <a:gd name="connsiteY8" fmla="*/ 850341 h 1876846"/>
              <a:gd name="connsiteX9" fmla="*/ 1220140 w 2225906"/>
              <a:gd name="connsiteY9" fmla="*/ 618299 h 1876846"/>
              <a:gd name="connsiteX10" fmla="*/ 598084 w 2225906"/>
              <a:gd name="connsiteY10" fmla="*/ 719982 h 1876846"/>
              <a:gd name="connsiteX11" fmla="*/ 231097 w 2225906"/>
              <a:gd name="connsiteY11" fmla="*/ 725860 h 1876846"/>
              <a:gd name="connsiteX12" fmla="*/ 0 w 2225906"/>
              <a:gd name="connsiteY12" fmla="*/ 387259 h 1876846"/>
              <a:gd name="connsiteX0" fmla="*/ 1693077 w 2225906"/>
              <a:gd name="connsiteY0" fmla="*/ 0 h 1855601"/>
              <a:gd name="connsiteX1" fmla="*/ 2085104 w 2225906"/>
              <a:gd name="connsiteY1" fmla="*/ 443068 h 1855601"/>
              <a:gd name="connsiteX2" fmla="*/ 2070602 w 2225906"/>
              <a:gd name="connsiteY2" fmla="*/ 844935 h 1855601"/>
              <a:gd name="connsiteX3" fmla="*/ 2203841 w 2225906"/>
              <a:gd name="connsiteY3" fmla="*/ 1204657 h 1855601"/>
              <a:gd name="connsiteX4" fmla="*/ 2199127 w 2225906"/>
              <a:gd name="connsiteY4" fmla="*/ 1587915 h 1855601"/>
              <a:gd name="connsiteX5" fmla="*/ 1945030 w 2225906"/>
              <a:gd name="connsiteY5" fmla="*/ 1848600 h 1855601"/>
              <a:gd name="connsiteX6" fmla="*/ 1826710 w 2225906"/>
              <a:gd name="connsiteY6" fmla="*/ 1306431 h 1855601"/>
              <a:gd name="connsiteX7" fmla="*/ 1901953 w 2225906"/>
              <a:gd name="connsiteY7" fmla="*/ 1138775 h 1855601"/>
              <a:gd name="connsiteX8" fmla="*/ 1651213 w 2225906"/>
              <a:gd name="connsiteY8" fmla="*/ 829096 h 1855601"/>
              <a:gd name="connsiteX9" fmla="*/ 1220140 w 2225906"/>
              <a:gd name="connsiteY9" fmla="*/ 597054 h 1855601"/>
              <a:gd name="connsiteX10" fmla="*/ 598084 w 2225906"/>
              <a:gd name="connsiteY10" fmla="*/ 698737 h 1855601"/>
              <a:gd name="connsiteX11" fmla="*/ 231097 w 2225906"/>
              <a:gd name="connsiteY11" fmla="*/ 704615 h 1855601"/>
              <a:gd name="connsiteX12" fmla="*/ 0 w 2225906"/>
              <a:gd name="connsiteY12" fmla="*/ 366014 h 1855601"/>
              <a:gd name="connsiteX0" fmla="*/ 1822675 w 2355504"/>
              <a:gd name="connsiteY0" fmla="*/ 0 h 1855601"/>
              <a:gd name="connsiteX1" fmla="*/ 2214702 w 2355504"/>
              <a:gd name="connsiteY1" fmla="*/ 443068 h 1855601"/>
              <a:gd name="connsiteX2" fmla="*/ 2200200 w 2355504"/>
              <a:gd name="connsiteY2" fmla="*/ 844935 h 1855601"/>
              <a:gd name="connsiteX3" fmla="*/ 2333439 w 2355504"/>
              <a:gd name="connsiteY3" fmla="*/ 1204657 h 1855601"/>
              <a:gd name="connsiteX4" fmla="*/ 2328725 w 2355504"/>
              <a:gd name="connsiteY4" fmla="*/ 1587915 h 1855601"/>
              <a:gd name="connsiteX5" fmla="*/ 2074628 w 2355504"/>
              <a:gd name="connsiteY5" fmla="*/ 1848600 h 1855601"/>
              <a:gd name="connsiteX6" fmla="*/ 1956308 w 2355504"/>
              <a:gd name="connsiteY6" fmla="*/ 1306431 h 1855601"/>
              <a:gd name="connsiteX7" fmla="*/ 2031551 w 2355504"/>
              <a:gd name="connsiteY7" fmla="*/ 1138775 h 1855601"/>
              <a:gd name="connsiteX8" fmla="*/ 1780811 w 2355504"/>
              <a:gd name="connsiteY8" fmla="*/ 829096 h 1855601"/>
              <a:gd name="connsiteX9" fmla="*/ 1349738 w 2355504"/>
              <a:gd name="connsiteY9" fmla="*/ 597054 h 1855601"/>
              <a:gd name="connsiteX10" fmla="*/ 727682 w 2355504"/>
              <a:gd name="connsiteY10" fmla="*/ 698737 h 1855601"/>
              <a:gd name="connsiteX11" fmla="*/ 360695 w 2355504"/>
              <a:gd name="connsiteY11" fmla="*/ 704615 h 1855601"/>
              <a:gd name="connsiteX12" fmla="*/ 5635 w 2355504"/>
              <a:gd name="connsiteY12" fmla="*/ 603081 h 1855601"/>
              <a:gd name="connsiteX13" fmla="*/ 129598 w 2355504"/>
              <a:gd name="connsiteY13" fmla="*/ 366014 h 1855601"/>
              <a:gd name="connsiteX0" fmla="*/ 1822675 w 2355504"/>
              <a:gd name="connsiteY0" fmla="*/ 0 h 1855601"/>
              <a:gd name="connsiteX1" fmla="*/ 2214702 w 2355504"/>
              <a:gd name="connsiteY1" fmla="*/ 443068 h 1855601"/>
              <a:gd name="connsiteX2" fmla="*/ 2200200 w 2355504"/>
              <a:gd name="connsiteY2" fmla="*/ 844935 h 1855601"/>
              <a:gd name="connsiteX3" fmla="*/ 2333439 w 2355504"/>
              <a:gd name="connsiteY3" fmla="*/ 1204657 h 1855601"/>
              <a:gd name="connsiteX4" fmla="*/ 2328725 w 2355504"/>
              <a:gd name="connsiteY4" fmla="*/ 1587915 h 1855601"/>
              <a:gd name="connsiteX5" fmla="*/ 2074628 w 2355504"/>
              <a:gd name="connsiteY5" fmla="*/ 1848600 h 1855601"/>
              <a:gd name="connsiteX6" fmla="*/ 1956308 w 2355504"/>
              <a:gd name="connsiteY6" fmla="*/ 1306431 h 1855601"/>
              <a:gd name="connsiteX7" fmla="*/ 2031551 w 2355504"/>
              <a:gd name="connsiteY7" fmla="*/ 1138775 h 1855601"/>
              <a:gd name="connsiteX8" fmla="*/ 1780811 w 2355504"/>
              <a:gd name="connsiteY8" fmla="*/ 829096 h 1855601"/>
              <a:gd name="connsiteX9" fmla="*/ 1349738 w 2355504"/>
              <a:gd name="connsiteY9" fmla="*/ 597054 h 1855601"/>
              <a:gd name="connsiteX10" fmla="*/ 727682 w 2355504"/>
              <a:gd name="connsiteY10" fmla="*/ 698737 h 1855601"/>
              <a:gd name="connsiteX11" fmla="*/ 360695 w 2355504"/>
              <a:gd name="connsiteY11" fmla="*/ 704615 h 1855601"/>
              <a:gd name="connsiteX12" fmla="*/ 169985 w 2355504"/>
              <a:gd name="connsiteY12" fmla="*/ 769811 h 1855601"/>
              <a:gd name="connsiteX13" fmla="*/ 5635 w 2355504"/>
              <a:gd name="connsiteY13" fmla="*/ 603081 h 1855601"/>
              <a:gd name="connsiteX14" fmla="*/ 129598 w 2355504"/>
              <a:gd name="connsiteY14" fmla="*/ 366014 h 1855601"/>
              <a:gd name="connsiteX0" fmla="*/ 2214702 w 2355504"/>
              <a:gd name="connsiteY0" fmla="*/ 77054 h 1489587"/>
              <a:gd name="connsiteX1" fmla="*/ 2200200 w 2355504"/>
              <a:gd name="connsiteY1" fmla="*/ 478921 h 1489587"/>
              <a:gd name="connsiteX2" fmla="*/ 2333439 w 2355504"/>
              <a:gd name="connsiteY2" fmla="*/ 838643 h 1489587"/>
              <a:gd name="connsiteX3" fmla="*/ 2328725 w 2355504"/>
              <a:gd name="connsiteY3" fmla="*/ 1221901 h 1489587"/>
              <a:gd name="connsiteX4" fmla="*/ 2074628 w 2355504"/>
              <a:gd name="connsiteY4" fmla="*/ 1482586 h 1489587"/>
              <a:gd name="connsiteX5" fmla="*/ 1956308 w 2355504"/>
              <a:gd name="connsiteY5" fmla="*/ 940417 h 1489587"/>
              <a:gd name="connsiteX6" fmla="*/ 2031551 w 2355504"/>
              <a:gd name="connsiteY6" fmla="*/ 772761 h 1489587"/>
              <a:gd name="connsiteX7" fmla="*/ 1780811 w 2355504"/>
              <a:gd name="connsiteY7" fmla="*/ 463082 h 1489587"/>
              <a:gd name="connsiteX8" fmla="*/ 1349738 w 2355504"/>
              <a:gd name="connsiteY8" fmla="*/ 231040 h 1489587"/>
              <a:gd name="connsiteX9" fmla="*/ 727682 w 2355504"/>
              <a:gd name="connsiteY9" fmla="*/ 332723 h 1489587"/>
              <a:gd name="connsiteX10" fmla="*/ 360695 w 2355504"/>
              <a:gd name="connsiteY10" fmla="*/ 338601 h 1489587"/>
              <a:gd name="connsiteX11" fmla="*/ 169985 w 2355504"/>
              <a:gd name="connsiteY11" fmla="*/ 403797 h 1489587"/>
              <a:gd name="connsiteX12" fmla="*/ 5635 w 2355504"/>
              <a:gd name="connsiteY12" fmla="*/ 237067 h 1489587"/>
              <a:gd name="connsiteX13" fmla="*/ 129598 w 2355504"/>
              <a:gd name="connsiteY13" fmla="*/ 0 h 1489587"/>
              <a:gd name="connsiteX0" fmla="*/ 2200200 w 2355504"/>
              <a:gd name="connsiteY0" fmla="*/ 478921 h 1489587"/>
              <a:gd name="connsiteX1" fmla="*/ 2333439 w 2355504"/>
              <a:gd name="connsiteY1" fmla="*/ 838643 h 1489587"/>
              <a:gd name="connsiteX2" fmla="*/ 2328725 w 2355504"/>
              <a:gd name="connsiteY2" fmla="*/ 1221901 h 1489587"/>
              <a:gd name="connsiteX3" fmla="*/ 2074628 w 2355504"/>
              <a:gd name="connsiteY3" fmla="*/ 1482586 h 1489587"/>
              <a:gd name="connsiteX4" fmla="*/ 1956308 w 2355504"/>
              <a:gd name="connsiteY4" fmla="*/ 940417 h 1489587"/>
              <a:gd name="connsiteX5" fmla="*/ 2031551 w 2355504"/>
              <a:gd name="connsiteY5" fmla="*/ 772761 h 1489587"/>
              <a:gd name="connsiteX6" fmla="*/ 1780811 w 2355504"/>
              <a:gd name="connsiteY6" fmla="*/ 463082 h 1489587"/>
              <a:gd name="connsiteX7" fmla="*/ 1349738 w 2355504"/>
              <a:gd name="connsiteY7" fmla="*/ 231040 h 1489587"/>
              <a:gd name="connsiteX8" fmla="*/ 727682 w 2355504"/>
              <a:gd name="connsiteY8" fmla="*/ 332723 h 1489587"/>
              <a:gd name="connsiteX9" fmla="*/ 360695 w 2355504"/>
              <a:gd name="connsiteY9" fmla="*/ 338601 h 1489587"/>
              <a:gd name="connsiteX10" fmla="*/ 169985 w 2355504"/>
              <a:gd name="connsiteY10" fmla="*/ 403797 h 1489587"/>
              <a:gd name="connsiteX11" fmla="*/ 5635 w 2355504"/>
              <a:gd name="connsiteY11" fmla="*/ 237067 h 1489587"/>
              <a:gd name="connsiteX12" fmla="*/ 129598 w 2355504"/>
              <a:gd name="connsiteY12" fmla="*/ 0 h 1489587"/>
              <a:gd name="connsiteX0" fmla="*/ 2483831 w 2485688"/>
              <a:gd name="connsiteY0" fmla="*/ 528752 h 1489587"/>
              <a:gd name="connsiteX1" fmla="*/ 2333439 w 2485688"/>
              <a:gd name="connsiteY1" fmla="*/ 838643 h 1489587"/>
              <a:gd name="connsiteX2" fmla="*/ 2328725 w 2485688"/>
              <a:gd name="connsiteY2" fmla="*/ 1221901 h 1489587"/>
              <a:gd name="connsiteX3" fmla="*/ 2074628 w 2485688"/>
              <a:gd name="connsiteY3" fmla="*/ 1482586 h 1489587"/>
              <a:gd name="connsiteX4" fmla="*/ 1956308 w 2485688"/>
              <a:gd name="connsiteY4" fmla="*/ 940417 h 1489587"/>
              <a:gd name="connsiteX5" fmla="*/ 2031551 w 2485688"/>
              <a:gd name="connsiteY5" fmla="*/ 772761 h 1489587"/>
              <a:gd name="connsiteX6" fmla="*/ 1780811 w 2485688"/>
              <a:gd name="connsiteY6" fmla="*/ 463082 h 1489587"/>
              <a:gd name="connsiteX7" fmla="*/ 1349738 w 2485688"/>
              <a:gd name="connsiteY7" fmla="*/ 231040 h 1489587"/>
              <a:gd name="connsiteX8" fmla="*/ 727682 w 2485688"/>
              <a:gd name="connsiteY8" fmla="*/ 332723 h 1489587"/>
              <a:gd name="connsiteX9" fmla="*/ 360695 w 2485688"/>
              <a:gd name="connsiteY9" fmla="*/ 338601 h 1489587"/>
              <a:gd name="connsiteX10" fmla="*/ 169985 w 2485688"/>
              <a:gd name="connsiteY10" fmla="*/ 403797 h 1489587"/>
              <a:gd name="connsiteX11" fmla="*/ 5635 w 2485688"/>
              <a:gd name="connsiteY11" fmla="*/ 237067 h 1489587"/>
              <a:gd name="connsiteX12" fmla="*/ 129598 w 2485688"/>
              <a:gd name="connsiteY12" fmla="*/ 0 h 1489587"/>
              <a:gd name="connsiteX0" fmla="*/ 2483831 w 2514225"/>
              <a:gd name="connsiteY0" fmla="*/ 528752 h 1489230"/>
              <a:gd name="connsiteX1" fmla="*/ 2503287 w 2514225"/>
              <a:gd name="connsiteY1" fmla="*/ 918714 h 1489230"/>
              <a:gd name="connsiteX2" fmla="*/ 2328725 w 2514225"/>
              <a:gd name="connsiteY2" fmla="*/ 1221901 h 1489230"/>
              <a:gd name="connsiteX3" fmla="*/ 2074628 w 2514225"/>
              <a:gd name="connsiteY3" fmla="*/ 1482586 h 1489230"/>
              <a:gd name="connsiteX4" fmla="*/ 1956308 w 2514225"/>
              <a:gd name="connsiteY4" fmla="*/ 940417 h 1489230"/>
              <a:gd name="connsiteX5" fmla="*/ 2031551 w 2514225"/>
              <a:gd name="connsiteY5" fmla="*/ 772761 h 1489230"/>
              <a:gd name="connsiteX6" fmla="*/ 1780811 w 2514225"/>
              <a:gd name="connsiteY6" fmla="*/ 463082 h 1489230"/>
              <a:gd name="connsiteX7" fmla="*/ 1349738 w 2514225"/>
              <a:gd name="connsiteY7" fmla="*/ 231040 h 1489230"/>
              <a:gd name="connsiteX8" fmla="*/ 727682 w 2514225"/>
              <a:gd name="connsiteY8" fmla="*/ 332723 h 1489230"/>
              <a:gd name="connsiteX9" fmla="*/ 360695 w 2514225"/>
              <a:gd name="connsiteY9" fmla="*/ 338601 h 1489230"/>
              <a:gd name="connsiteX10" fmla="*/ 169985 w 2514225"/>
              <a:gd name="connsiteY10" fmla="*/ 403797 h 1489230"/>
              <a:gd name="connsiteX11" fmla="*/ 5635 w 2514225"/>
              <a:gd name="connsiteY11" fmla="*/ 237067 h 1489230"/>
              <a:gd name="connsiteX12" fmla="*/ 129598 w 2514225"/>
              <a:gd name="connsiteY12" fmla="*/ 0 h 1489230"/>
              <a:gd name="connsiteX0" fmla="*/ 2483831 w 2514225"/>
              <a:gd name="connsiteY0" fmla="*/ 528752 h 1400348"/>
              <a:gd name="connsiteX1" fmla="*/ 2503287 w 2514225"/>
              <a:gd name="connsiteY1" fmla="*/ 918714 h 1400348"/>
              <a:gd name="connsiteX2" fmla="*/ 2328725 w 2514225"/>
              <a:gd name="connsiteY2" fmla="*/ 1221901 h 1400348"/>
              <a:gd name="connsiteX3" fmla="*/ 2070880 w 2514225"/>
              <a:gd name="connsiteY3" fmla="*/ 1390801 h 1400348"/>
              <a:gd name="connsiteX4" fmla="*/ 1956308 w 2514225"/>
              <a:gd name="connsiteY4" fmla="*/ 940417 h 1400348"/>
              <a:gd name="connsiteX5" fmla="*/ 2031551 w 2514225"/>
              <a:gd name="connsiteY5" fmla="*/ 772761 h 1400348"/>
              <a:gd name="connsiteX6" fmla="*/ 1780811 w 2514225"/>
              <a:gd name="connsiteY6" fmla="*/ 463082 h 1400348"/>
              <a:gd name="connsiteX7" fmla="*/ 1349738 w 2514225"/>
              <a:gd name="connsiteY7" fmla="*/ 231040 h 1400348"/>
              <a:gd name="connsiteX8" fmla="*/ 727682 w 2514225"/>
              <a:gd name="connsiteY8" fmla="*/ 332723 h 1400348"/>
              <a:gd name="connsiteX9" fmla="*/ 360695 w 2514225"/>
              <a:gd name="connsiteY9" fmla="*/ 338601 h 1400348"/>
              <a:gd name="connsiteX10" fmla="*/ 169985 w 2514225"/>
              <a:gd name="connsiteY10" fmla="*/ 403797 h 1400348"/>
              <a:gd name="connsiteX11" fmla="*/ 5635 w 2514225"/>
              <a:gd name="connsiteY11" fmla="*/ 237067 h 1400348"/>
              <a:gd name="connsiteX12" fmla="*/ 129598 w 2514225"/>
              <a:gd name="connsiteY12" fmla="*/ 0 h 1400348"/>
              <a:gd name="connsiteX0" fmla="*/ 2483831 w 2514225"/>
              <a:gd name="connsiteY0" fmla="*/ 528752 h 1400348"/>
              <a:gd name="connsiteX1" fmla="*/ 2503287 w 2514225"/>
              <a:gd name="connsiteY1" fmla="*/ 918714 h 1400348"/>
              <a:gd name="connsiteX2" fmla="*/ 2328725 w 2514225"/>
              <a:gd name="connsiteY2" fmla="*/ 1221901 h 1400348"/>
              <a:gd name="connsiteX3" fmla="*/ 2070880 w 2514225"/>
              <a:gd name="connsiteY3" fmla="*/ 1390801 h 1400348"/>
              <a:gd name="connsiteX4" fmla="*/ 1956308 w 2514225"/>
              <a:gd name="connsiteY4" fmla="*/ 940417 h 1400348"/>
              <a:gd name="connsiteX5" fmla="*/ 1820540 w 2514225"/>
              <a:gd name="connsiteY5" fmla="*/ 753075 h 1400348"/>
              <a:gd name="connsiteX6" fmla="*/ 1780811 w 2514225"/>
              <a:gd name="connsiteY6" fmla="*/ 463082 h 1400348"/>
              <a:gd name="connsiteX7" fmla="*/ 1349738 w 2514225"/>
              <a:gd name="connsiteY7" fmla="*/ 231040 h 1400348"/>
              <a:gd name="connsiteX8" fmla="*/ 727682 w 2514225"/>
              <a:gd name="connsiteY8" fmla="*/ 332723 h 1400348"/>
              <a:gd name="connsiteX9" fmla="*/ 360695 w 2514225"/>
              <a:gd name="connsiteY9" fmla="*/ 338601 h 1400348"/>
              <a:gd name="connsiteX10" fmla="*/ 169985 w 2514225"/>
              <a:gd name="connsiteY10" fmla="*/ 403797 h 1400348"/>
              <a:gd name="connsiteX11" fmla="*/ 5635 w 2514225"/>
              <a:gd name="connsiteY11" fmla="*/ 237067 h 1400348"/>
              <a:gd name="connsiteX12" fmla="*/ 129598 w 2514225"/>
              <a:gd name="connsiteY12" fmla="*/ 0 h 1400348"/>
              <a:gd name="connsiteX0" fmla="*/ 2483831 w 2514225"/>
              <a:gd name="connsiteY0" fmla="*/ 528752 h 1390851"/>
              <a:gd name="connsiteX1" fmla="*/ 2503287 w 2514225"/>
              <a:gd name="connsiteY1" fmla="*/ 918714 h 1390851"/>
              <a:gd name="connsiteX2" fmla="*/ 2328725 w 2514225"/>
              <a:gd name="connsiteY2" fmla="*/ 1221901 h 1390851"/>
              <a:gd name="connsiteX3" fmla="*/ 2070880 w 2514225"/>
              <a:gd name="connsiteY3" fmla="*/ 1390801 h 1390851"/>
              <a:gd name="connsiteX4" fmla="*/ 1861346 w 2514225"/>
              <a:gd name="connsiteY4" fmla="*/ 1237305 h 1390851"/>
              <a:gd name="connsiteX5" fmla="*/ 1820540 w 2514225"/>
              <a:gd name="connsiteY5" fmla="*/ 753075 h 1390851"/>
              <a:gd name="connsiteX6" fmla="*/ 1780811 w 2514225"/>
              <a:gd name="connsiteY6" fmla="*/ 463082 h 1390851"/>
              <a:gd name="connsiteX7" fmla="*/ 1349738 w 2514225"/>
              <a:gd name="connsiteY7" fmla="*/ 231040 h 1390851"/>
              <a:gd name="connsiteX8" fmla="*/ 727682 w 2514225"/>
              <a:gd name="connsiteY8" fmla="*/ 332723 h 1390851"/>
              <a:gd name="connsiteX9" fmla="*/ 360695 w 2514225"/>
              <a:gd name="connsiteY9" fmla="*/ 338601 h 1390851"/>
              <a:gd name="connsiteX10" fmla="*/ 169985 w 2514225"/>
              <a:gd name="connsiteY10" fmla="*/ 403797 h 1390851"/>
              <a:gd name="connsiteX11" fmla="*/ 5635 w 2514225"/>
              <a:gd name="connsiteY11" fmla="*/ 237067 h 1390851"/>
              <a:gd name="connsiteX12" fmla="*/ 129598 w 2514225"/>
              <a:gd name="connsiteY12" fmla="*/ 0 h 1390851"/>
              <a:gd name="connsiteX0" fmla="*/ 2478196 w 2508590"/>
              <a:gd name="connsiteY0" fmla="*/ 300552 h 1162651"/>
              <a:gd name="connsiteX1" fmla="*/ 2497652 w 2508590"/>
              <a:gd name="connsiteY1" fmla="*/ 690514 h 1162651"/>
              <a:gd name="connsiteX2" fmla="*/ 2323090 w 2508590"/>
              <a:gd name="connsiteY2" fmla="*/ 993701 h 1162651"/>
              <a:gd name="connsiteX3" fmla="*/ 2065245 w 2508590"/>
              <a:gd name="connsiteY3" fmla="*/ 1162601 h 1162651"/>
              <a:gd name="connsiteX4" fmla="*/ 1855711 w 2508590"/>
              <a:gd name="connsiteY4" fmla="*/ 1009105 h 1162651"/>
              <a:gd name="connsiteX5" fmla="*/ 1814905 w 2508590"/>
              <a:gd name="connsiteY5" fmla="*/ 524875 h 1162651"/>
              <a:gd name="connsiteX6" fmla="*/ 1775176 w 2508590"/>
              <a:gd name="connsiteY6" fmla="*/ 234882 h 1162651"/>
              <a:gd name="connsiteX7" fmla="*/ 1344103 w 2508590"/>
              <a:gd name="connsiteY7" fmla="*/ 2840 h 1162651"/>
              <a:gd name="connsiteX8" fmla="*/ 722047 w 2508590"/>
              <a:gd name="connsiteY8" fmla="*/ 104523 h 1162651"/>
              <a:gd name="connsiteX9" fmla="*/ 355060 w 2508590"/>
              <a:gd name="connsiteY9" fmla="*/ 110401 h 1162651"/>
              <a:gd name="connsiteX10" fmla="*/ 164350 w 2508590"/>
              <a:gd name="connsiteY10" fmla="*/ 175597 h 1162651"/>
              <a:gd name="connsiteX11" fmla="*/ 0 w 2508590"/>
              <a:gd name="connsiteY11" fmla="*/ 8867 h 1162651"/>
              <a:gd name="connsiteX0" fmla="*/ 2313846 w 2344240"/>
              <a:gd name="connsiteY0" fmla="*/ 300552 h 1162651"/>
              <a:gd name="connsiteX1" fmla="*/ 2333302 w 2344240"/>
              <a:gd name="connsiteY1" fmla="*/ 690514 h 1162651"/>
              <a:gd name="connsiteX2" fmla="*/ 2158740 w 2344240"/>
              <a:gd name="connsiteY2" fmla="*/ 993701 h 1162651"/>
              <a:gd name="connsiteX3" fmla="*/ 1900895 w 2344240"/>
              <a:gd name="connsiteY3" fmla="*/ 1162601 h 1162651"/>
              <a:gd name="connsiteX4" fmla="*/ 1691361 w 2344240"/>
              <a:gd name="connsiteY4" fmla="*/ 1009105 h 1162651"/>
              <a:gd name="connsiteX5" fmla="*/ 1650555 w 2344240"/>
              <a:gd name="connsiteY5" fmla="*/ 524875 h 1162651"/>
              <a:gd name="connsiteX6" fmla="*/ 1610826 w 2344240"/>
              <a:gd name="connsiteY6" fmla="*/ 234882 h 1162651"/>
              <a:gd name="connsiteX7" fmla="*/ 1179753 w 2344240"/>
              <a:gd name="connsiteY7" fmla="*/ 2840 h 1162651"/>
              <a:gd name="connsiteX8" fmla="*/ 557697 w 2344240"/>
              <a:gd name="connsiteY8" fmla="*/ 104523 h 1162651"/>
              <a:gd name="connsiteX9" fmla="*/ 190710 w 2344240"/>
              <a:gd name="connsiteY9" fmla="*/ 110401 h 1162651"/>
              <a:gd name="connsiteX10" fmla="*/ 0 w 2344240"/>
              <a:gd name="connsiteY10" fmla="*/ 175597 h 1162651"/>
              <a:gd name="connsiteX0" fmla="*/ 2313846 w 2344240"/>
              <a:gd name="connsiteY0" fmla="*/ 300552 h 1326733"/>
              <a:gd name="connsiteX1" fmla="*/ 2333302 w 2344240"/>
              <a:gd name="connsiteY1" fmla="*/ 690514 h 1326733"/>
              <a:gd name="connsiteX2" fmla="*/ 2158740 w 2344240"/>
              <a:gd name="connsiteY2" fmla="*/ 993701 h 1326733"/>
              <a:gd name="connsiteX3" fmla="*/ 2041888 w 2344240"/>
              <a:gd name="connsiteY3" fmla="*/ 1326715 h 1326733"/>
              <a:gd name="connsiteX4" fmla="*/ 1691361 w 2344240"/>
              <a:gd name="connsiteY4" fmla="*/ 1009105 h 1326733"/>
              <a:gd name="connsiteX5" fmla="*/ 1650555 w 2344240"/>
              <a:gd name="connsiteY5" fmla="*/ 524875 h 1326733"/>
              <a:gd name="connsiteX6" fmla="*/ 1610826 w 2344240"/>
              <a:gd name="connsiteY6" fmla="*/ 234882 h 1326733"/>
              <a:gd name="connsiteX7" fmla="*/ 1179753 w 2344240"/>
              <a:gd name="connsiteY7" fmla="*/ 2840 h 1326733"/>
              <a:gd name="connsiteX8" fmla="*/ 557697 w 2344240"/>
              <a:gd name="connsiteY8" fmla="*/ 104523 h 1326733"/>
              <a:gd name="connsiteX9" fmla="*/ 190710 w 2344240"/>
              <a:gd name="connsiteY9" fmla="*/ 110401 h 1326733"/>
              <a:gd name="connsiteX10" fmla="*/ 0 w 2344240"/>
              <a:gd name="connsiteY10" fmla="*/ 175597 h 1326733"/>
              <a:gd name="connsiteX0" fmla="*/ 2313846 w 2344240"/>
              <a:gd name="connsiteY0" fmla="*/ 300552 h 1394583"/>
              <a:gd name="connsiteX1" fmla="*/ 2333302 w 2344240"/>
              <a:gd name="connsiteY1" fmla="*/ 690514 h 1394583"/>
              <a:gd name="connsiteX2" fmla="*/ 2158740 w 2344240"/>
              <a:gd name="connsiteY2" fmla="*/ 993701 h 1394583"/>
              <a:gd name="connsiteX3" fmla="*/ 2041888 w 2344240"/>
              <a:gd name="connsiteY3" fmla="*/ 1326715 h 1394583"/>
              <a:gd name="connsiteX4" fmla="*/ 1666989 w 2344240"/>
              <a:gd name="connsiteY4" fmla="*/ 1363163 h 1394583"/>
              <a:gd name="connsiteX5" fmla="*/ 1650555 w 2344240"/>
              <a:gd name="connsiteY5" fmla="*/ 524875 h 1394583"/>
              <a:gd name="connsiteX6" fmla="*/ 1610826 w 2344240"/>
              <a:gd name="connsiteY6" fmla="*/ 234882 h 1394583"/>
              <a:gd name="connsiteX7" fmla="*/ 1179753 w 2344240"/>
              <a:gd name="connsiteY7" fmla="*/ 2840 h 1394583"/>
              <a:gd name="connsiteX8" fmla="*/ 557697 w 2344240"/>
              <a:gd name="connsiteY8" fmla="*/ 104523 h 1394583"/>
              <a:gd name="connsiteX9" fmla="*/ 190710 w 2344240"/>
              <a:gd name="connsiteY9" fmla="*/ 110401 h 1394583"/>
              <a:gd name="connsiteX10" fmla="*/ 0 w 2344240"/>
              <a:gd name="connsiteY10" fmla="*/ 175597 h 1394583"/>
              <a:gd name="connsiteX0" fmla="*/ 2313846 w 2344240"/>
              <a:gd name="connsiteY0" fmla="*/ 300552 h 1394583"/>
              <a:gd name="connsiteX1" fmla="*/ 2333302 w 2344240"/>
              <a:gd name="connsiteY1" fmla="*/ 690514 h 1394583"/>
              <a:gd name="connsiteX2" fmla="*/ 2158740 w 2344240"/>
              <a:gd name="connsiteY2" fmla="*/ 993701 h 1394583"/>
              <a:gd name="connsiteX3" fmla="*/ 2041888 w 2344240"/>
              <a:gd name="connsiteY3" fmla="*/ 1326715 h 1394583"/>
              <a:gd name="connsiteX4" fmla="*/ 1666989 w 2344240"/>
              <a:gd name="connsiteY4" fmla="*/ 1363163 h 1394583"/>
              <a:gd name="connsiteX5" fmla="*/ 1766387 w 2344240"/>
              <a:gd name="connsiteY5" fmla="*/ 746398 h 1394583"/>
              <a:gd name="connsiteX6" fmla="*/ 1610826 w 2344240"/>
              <a:gd name="connsiteY6" fmla="*/ 234882 h 1394583"/>
              <a:gd name="connsiteX7" fmla="*/ 1179753 w 2344240"/>
              <a:gd name="connsiteY7" fmla="*/ 2840 h 1394583"/>
              <a:gd name="connsiteX8" fmla="*/ 557697 w 2344240"/>
              <a:gd name="connsiteY8" fmla="*/ 104523 h 1394583"/>
              <a:gd name="connsiteX9" fmla="*/ 190710 w 2344240"/>
              <a:gd name="connsiteY9" fmla="*/ 110401 h 1394583"/>
              <a:gd name="connsiteX10" fmla="*/ 0 w 2344240"/>
              <a:gd name="connsiteY10" fmla="*/ 175597 h 1394583"/>
              <a:gd name="connsiteX0" fmla="*/ 2313846 w 2344240"/>
              <a:gd name="connsiteY0" fmla="*/ 314213 h 1408244"/>
              <a:gd name="connsiteX1" fmla="*/ 2333302 w 2344240"/>
              <a:gd name="connsiteY1" fmla="*/ 704175 h 1408244"/>
              <a:gd name="connsiteX2" fmla="*/ 2158740 w 2344240"/>
              <a:gd name="connsiteY2" fmla="*/ 1007362 h 1408244"/>
              <a:gd name="connsiteX3" fmla="*/ 2041888 w 2344240"/>
              <a:gd name="connsiteY3" fmla="*/ 1340376 h 1408244"/>
              <a:gd name="connsiteX4" fmla="*/ 1666989 w 2344240"/>
              <a:gd name="connsiteY4" fmla="*/ 1376824 h 1408244"/>
              <a:gd name="connsiteX5" fmla="*/ 1766387 w 2344240"/>
              <a:gd name="connsiteY5" fmla="*/ 760059 h 1408244"/>
              <a:gd name="connsiteX6" fmla="*/ 1608819 w 2344240"/>
              <a:gd name="connsiteY6" fmla="*/ 516333 h 1408244"/>
              <a:gd name="connsiteX7" fmla="*/ 1179753 w 2344240"/>
              <a:gd name="connsiteY7" fmla="*/ 16501 h 1408244"/>
              <a:gd name="connsiteX8" fmla="*/ 557697 w 2344240"/>
              <a:gd name="connsiteY8" fmla="*/ 118184 h 1408244"/>
              <a:gd name="connsiteX9" fmla="*/ 190710 w 2344240"/>
              <a:gd name="connsiteY9" fmla="*/ 124062 h 1408244"/>
              <a:gd name="connsiteX10" fmla="*/ 0 w 2344240"/>
              <a:gd name="connsiteY10" fmla="*/ 189258 h 1408244"/>
              <a:gd name="connsiteX0" fmla="*/ 2313846 w 2344240"/>
              <a:gd name="connsiteY0" fmla="*/ 196691 h 1290722"/>
              <a:gd name="connsiteX1" fmla="*/ 2333302 w 2344240"/>
              <a:gd name="connsiteY1" fmla="*/ 586653 h 1290722"/>
              <a:gd name="connsiteX2" fmla="*/ 2158740 w 2344240"/>
              <a:gd name="connsiteY2" fmla="*/ 889840 h 1290722"/>
              <a:gd name="connsiteX3" fmla="*/ 2041888 w 2344240"/>
              <a:gd name="connsiteY3" fmla="*/ 1222854 h 1290722"/>
              <a:gd name="connsiteX4" fmla="*/ 1666989 w 2344240"/>
              <a:gd name="connsiteY4" fmla="*/ 1259302 h 1290722"/>
              <a:gd name="connsiteX5" fmla="*/ 1766387 w 2344240"/>
              <a:gd name="connsiteY5" fmla="*/ 642537 h 1290722"/>
              <a:gd name="connsiteX6" fmla="*/ 1608819 w 2344240"/>
              <a:gd name="connsiteY6" fmla="*/ 398811 h 1290722"/>
              <a:gd name="connsiteX7" fmla="*/ 1317365 w 2344240"/>
              <a:gd name="connsiteY7" fmla="*/ 257626 h 1290722"/>
              <a:gd name="connsiteX8" fmla="*/ 557697 w 2344240"/>
              <a:gd name="connsiteY8" fmla="*/ 662 h 1290722"/>
              <a:gd name="connsiteX9" fmla="*/ 190710 w 2344240"/>
              <a:gd name="connsiteY9" fmla="*/ 6540 h 1290722"/>
              <a:gd name="connsiteX10" fmla="*/ 0 w 2344240"/>
              <a:gd name="connsiteY10" fmla="*/ 71736 h 1290722"/>
              <a:gd name="connsiteX0" fmla="*/ 2313846 w 2344240"/>
              <a:gd name="connsiteY0" fmla="*/ 190163 h 1284194"/>
              <a:gd name="connsiteX1" fmla="*/ 2333302 w 2344240"/>
              <a:gd name="connsiteY1" fmla="*/ 580125 h 1284194"/>
              <a:gd name="connsiteX2" fmla="*/ 2158740 w 2344240"/>
              <a:gd name="connsiteY2" fmla="*/ 883312 h 1284194"/>
              <a:gd name="connsiteX3" fmla="*/ 2041888 w 2344240"/>
              <a:gd name="connsiteY3" fmla="*/ 1216326 h 1284194"/>
              <a:gd name="connsiteX4" fmla="*/ 1666989 w 2344240"/>
              <a:gd name="connsiteY4" fmla="*/ 1252774 h 1284194"/>
              <a:gd name="connsiteX5" fmla="*/ 1766387 w 2344240"/>
              <a:gd name="connsiteY5" fmla="*/ 636009 h 1284194"/>
              <a:gd name="connsiteX6" fmla="*/ 1608819 w 2344240"/>
              <a:gd name="connsiteY6" fmla="*/ 392283 h 1284194"/>
              <a:gd name="connsiteX7" fmla="*/ 1317365 w 2344240"/>
              <a:gd name="connsiteY7" fmla="*/ 251098 h 1284194"/>
              <a:gd name="connsiteX8" fmla="*/ 1021826 w 2344240"/>
              <a:gd name="connsiteY8" fmla="*/ 305574 h 1284194"/>
              <a:gd name="connsiteX9" fmla="*/ 190710 w 2344240"/>
              <a:gd name="connsiteY9" fmla="*/ 12 h 1284194"/>
              <a:gd name="connsiteX10" fmla="*/ 0 w 2344240"/>
              <a:gd name="connsiteY10" fmla="*/ 65208 h 1284194"/>
              <a:gd name="connsiteX0" fmla="*/ 2123136 w 2153530"/>
              <a:gd name="connsiteY0" fmla="*/ 190151 h 1284182"/>
              <a:gd name="connsiteX1" fmla="*/ 2142592 w 2153530"/>
              <a:gd name="connsiteY1" fmla="*/ 580113 h 1284182"/>
              <a:gd name="connsiteX2" fmla="*/ 1968030 w 2153530"/>
              <a:gd name="connsiteY2" fmla="*/ 883300 h 1284182"/>
              <a:gd name="connsiteX3" fmla="*/ 1851178 w 2153530"/>
              <a:gd name="connsiteY3" fmla="*/ 1216314 h 1284182"/>
              <a:gd name="connsiteX4" fmla="*/ 1476279 w 2153530"/>
              <a:gd name="connsiteY4" fmla="*/ 1252762 h 1284182"/>
              <a:gd name="connsiteX5" fmla="*/ 1575677 w 2153530"/>
              <a:gd name="connsiteY5" fmla="*/ 635997 h 1284182"/>
              <a:gd name="connsiteX6" fmla="*/ 1418109 w 2153530"/>
              <a:gd name="connsiteY6" fmla="*/ 392271 h 1284182"/>
              <a:gd name="connsiteX7" fmla="*/ 1126655 w 2153530"/>
              <a:gd name="connsiteY7" fmla="*/ 251086 h 1284182"/>
              <a:gd name="connsiteX8" fmla="*/ 831116 w 2153530"/>
              <a:gd name="connsiteY8" fmla="*/ 305562 h 1284182"/>
              <a:gd name="connsiteX9" fmla="*/ 0 w 2153530"/>
              <a:gd name="connsiteY9" fmla="*/ 0 h 1284182"/>
              <a:gd name="connsiteX0" fmla="*/ 1570999 w 1601393"/>
              <a:gd name="connsiteY0" fmla="*/ 0 h 1094031"/>
              <a:gd name="connsiteX1" fmla="*/ 1590455 w 1601393"/>
              <a:gd name="connsiteY1" fmla="*/ 389962 h 1094031"/>
              <a:gd name="connsiteX2" fmla="*/ 1415893 w 1601393"/>
              <a:gd name="connsiteY2" fmla="*/ 693149 h 1094031"/>
              <a:gd name="connsiteX3" fmla="*/ 1299041 w 1601393"/>
              <a:gd name="connsiteY3" fmla="*/ 1026163 h 1094031"/>
              <a:gd name="connsiteX4" fmla="*/ 924142 w 1601393"/>
              <a:gd name="connsiteY4" fmla="*/ 1062611 h 1094031"/>
              <a:gd name="connsiteX5" fmla="*/ 1023540 w 1601393"/>
              <a:gd name="connsiteY5" fmla="*/ 445846 h 1094031"/>
              <a:gd name="connsiteX6" fmla="*/ 865972 w 1601393"/>
              <a:gd name="connsiteY6" fmla="*/ 202120 h 1094031"/>
              <a:gd name="connsiteX7" fmla="*/ 574518 w 1601393"/>
              <a:gd name="connsiteY7" fmla="*/ 60935 h 1094031"/>
              <a:gd name="connsiteX8" fmla="*/ 278979 w 1601393"/>
              <a:gd name="connsiteY8" fmla="*/ 115411 h 1094031"/>
              <a:gd name="connsiteX9" fmla="*/ 0 w 1601393"/>
              <a:gd name="connsiteY9" fmla="*/ 57620 h 1094031"/>
              <a:gd name="connsiteX0" fmla="*/ 1570999 w 1601393"/>
              <a:gd name="connsiteY0" fmla="*/ 0 h 1065155"/>
              <a:gd name="connsiteX1" fmla="*/ 1590455 w 1601393"/>
              <a:gd name="connsiteY1" fmla="*/ 389962 h 1065155"/>
              <a:gd name="connsiteX2" fmla="*/ 1415893 w 1601393"/>
              <a:gd name="connsiteY2" fmla="*/ 693149 h 1065155"/>
              <a:gd name="connsiteX3" fmla="*/ 1299041 w 1601393"/>
              <a:gd name="connsiteY3" fmla="*/ 1026163 h 1065155"/>
              <a:gd name="connsiteX4" fmla="*/ 933639 w 1601393"/>
              <a:gd name="connsiteY4" fmla="*/ 1017848 h 1065155"/>
              <a:gd name="connsiteX5" fmla="*/ 1023540 w 1601393"/>
              <a:gd name="connsiteY5" fmla="*/ 445846 h 1065155"/>
              <a:gd name="connsiteX6" fmla="*/ 865972 w 1601393"/>
              <a:gd name="connsiteY6" fmla="*/ 202120 h 1065155"/>
              <a:gd name="connsiteX7" fmla="*/ 574518 w 1601393"/>
              <a:gd name="connsiteY7" fmla="*/ 60935 h 1065155"/>
              <a:gd name="connsiteX8" fmla="*/ 278979 w 1601393"/>
              <a:gd name="connsiteY8" fmla="*/ 115411 h 1065155"/>
              <a:gd name="connsiteX9" fmla="*/ 0 w 1601393"/>
              <a:gd name="connsiteY9" fmla="*/ 57620 h 1065155"/>
              <a:gd name="connsiteX0" fmla="*/ 1570999 w 1578259"/>
              <a:gd name="connsiteY0" fmla="*/ 0 h 1065155"/>
              <a:gd name="connsiteX1" fmla="*/ 1540738 w 1578259"/>
              <a:gd name="connsiteY1" fmla="*/ 400743 h 1065155"/>
              <a:gd name="connsiteX2" fmla="*/ 1415893 w 1578259"/>
              <a:gd name="connsiteY2" fmla="*/ 693149 h 1065155"/>
              <a:gd name="connsiteX3" fmla="*/ 1299041 w 1578259"/>
              <a:gd name="connsiteY3" fmla="*/ 1026163 h 1065155"/>
              <a:gd name="connsiteX4" fmla="*/ 933639 w 1578259"/>
              <a:gd name="connsiteY4" fmla="*/ 1017848 h 1065155"/>
              <a:gd name="connsiteX5" fmla="*/ 1023540 w 1578259"/>
              <a:gd name="connsiteY5" fmla="*/ 445846 h 1065155"/>
              <a:gd name="connsiteX6" fmla="*/ 865972 w 1578259"/>
              <a:gd name="connsiteY6" fmla="*/ 202120 h 1065155"/>
              <a:gd name="connsiteX7" fmla="*/ 574518 w 1578259"/>
              <a:gd name="connsiteY7" fmla="*/ 60935 h 1065155"/>
              <a:gd name="connsiteX8" fmla="*/ 278979 w 1578259"/>
              <a:gd name="connsiteY8" fmla="*/ 115411 h 1065155"/>
              <a:gd name="connsiteX9" fmla="*/ 0 w 1578259"/>
              <a:gd name="connsiteY9" fmla="*/ 57620 h 1065155"/>
              <a:gd name="connsiteX0" fmla="*/ 1436887 w 1540839"/>
              <a:gd name="connsiteY0" fmla="*/ 0 h 1060777"/>
              <a:gd name="connsiteX1" fmla="*/ 1540738 w 1540839"/>
              <a:gd name="connsiteY1" fmla="*/ 396365 h 1060777"/>
              <a:gd name="connsiteX2" fmla="*/ 1415893 w 1540839"/>
              <a:gd name="connsiteY2" fmla="*/ 688771 h 1060777"/>
              <a:gd name="connsiteX3" fmla="*/ 1299041 w 1540839"/>
              <a:gd name="connsiteY3" fmla="*/ 1021785 h 1060777"/>
              <a:gd name="connsiteX4" fmla="*/ 933639 w 1540839"/>
              <a:gd name="connsiteY4" fmla="*/ 1013470 h 1060777"/>
              <a:gd name="connsiteX5" fmla="*/ 1023540 w 1540839"/>
              <a:gd name="connsiteY5" fmla="*/ 441468 h 1060777"/>
              <a:gd name="connsiteX6" fmla="*/ 865972 w 1540839"/>
              <a:gd name="connsiteY6" fmla="*/ 197742 h 1060777"/>
              <a:gd name="connsiteX7" fmla="*/ 574518 w 1540839"/>
              <a:gd name="connsiteY7" fmla="*/ 56557 h 1060777"/>
              <a:gd name="connsiteX8" fmla="*/ 278979 w 1540839"/>
              <a:gd name="connsiteY8" fmla="*/ 111033 h 1060777"/>
              <a:gd name="connsiteX9" fmla="*/ 0 w 1540839"/>
              <a:gd name="connsiteY9" fmla="*/ 53242 h 1060777"/>
              <a:gd name="connsiteX0" fmla="*/ 1436887 w 1540895"/>
              <a:gd name="connsiteY0" fmla="*/ 0 h 1060777"/>
              <a:gd name="connsiteX1" fmla="*/ 1540738 w 1540895"/>
              <a:gd name="connsiteY1" fmla="*/ 396365 h 1060777"/>
              <a:gd name="connsiteX2" fmla="*/ 1415893 w 1540895"/>
              <a:gd name="connsiteY2" fmla="*/ 688771 h 1060777"/>
              <a:gd name="connsiteX3" fmla="*/ 1299041 w 1540895"/>
              <a:gd name="connsiteY3" fmla="*/ 1021785 h 1060777"/>
              <a:gd name="connsiteX4" fmla="*/ 933639 w 1540895"/>
              <a:gd name="connsiteY4" fmla="*/ 1013470 h 1060777"/>
              <a:gd name="connsiteX5" fmla="*/ 1023540 w 1540895"/>
              <a:gd name="connsiteY5" fmla="*/ 441468 h 1060777"/>
              <a:gd name="connsiteX6" fmla="*/ 865972 w 1540895"/>
              <a:gd name="connsiteY6" fmla="*/ 197742 h 1060777"/>
              <a:gd name="connsiteX7" fmla="*/ 574518 w 1540895"/>
              <a:gd name="connsiteY7" fmla="*/ 56557 h 1060777"/>
              <a:gd name="connsiteX8" fmla="*/ 278979 w 1540895"/>
              <a:gd name="connsiteY8" fmla="*/ 111033 h 1060777"/>
              <a:gd name="connsiteX9" fmla="*/ 0 w 1540895"/>
              <a:gd name="connsiteY9" fmla="*/ 53242 h 1060777"/>
              <a:gd name="connsiteX0" fmla="*/ 1436887 w 1540895"/>
              <a:gd name="connsiteY0" fmla="*/ 0 h 1028712"/>
              <a:gd name="connsiteX1" fmla="*/ 1540738 w 1540895"/>
              <a:gd name="connsiteY1" fmla="*/ 396365 h 1028712"/>
              <a:gd name="connsiteX2" fmla="*/ 1415893 w 1540895"/>
              <a:gd name="connsiteY2" fmla="*/ 688771 h 1028712"/>
              <a:gd name="connsiteX3" fmla="*/ 1299041 w 1540895"/>
              <a:gd name="connsiteY3" fmla="*/ 1021785 h 1028712"/>
              <a:gd name="connsiteX4" fmla="*/ 949195 w 1540895"/>
              <a:gd name="connsiteY4" fmla="*/ 894418 h 1028712"/>
              <a:gd name="connsiteX5" fmla="*/ 1023540 w 1540895"/>
              <a:gd name="connsiteY5" fmla="*/ 441468 h 1028712"/>
              <a:gd name="connsiteX6" fmla="*/ 865972 w 1540895"/>
              <a:gd name="connsiteY6" fmla="*/ 197742 h 1028712"/>
              <a:gd name="connsiteX7" fmla="*/ 574518 w 1540895"/>
              <a:gd name="connsiteY7" fmla="*/ 56557 h 1028712"/>
              <a:gd name="connsiteX8" fmla="*/ 278979 w 1540895"/>
              <a:gd name="connsiteY8" fmla="*/ 111033 h 1028712"/>
              <a:gd name="connsiteX9" fmla="*/ 0 w 1540895"/>
              <a:gd name="connsiteY9" fmla="*/ 53242 h 1028712"/>
              <a:gd name="connsiteX0" fmla="*/ 1436887 w 1540895"/>
              <a:gd name="connsiteY0" fmla="*/ 0 h 1028712"/>
              <a:gd name="connsiteX1" fmla="*/ 1540738 w 1540895"/>
              <a:gd name="connsiteY1" fmla="*/ 396365 h 1028712"/>
              <a:gd name="connsiteX2" fmla="*/ 1415893 w 1540895"/>
              <a:gd name="connsiteY2" fmla="*/ 688771 h 1028712"/>
              <a:gd name="connsiteX3" fmla="*/ 1299041 w 1540895"/>
              <a:gd name="connsiteY3" fmla="*/ 1021785 h 1028712"/>
              <a:gd name="connsiteX4" fmla="*/ 949195 w 1540895"/>
              <a:gd name="connsiteY4" fmla="*/ 894418 h 1028712"/>
              <a:gd name="connsiteX5" fmla="*/ 950170 w 1540895"/>
              <a:gd name="connsiteY5" fmla="*/ 444795 h 1028712"/>
              <a:gd name="connsiteX6" fmla="*/ 865972 w 1540895"/>
              <a:gd name="connsiteY6" fmla="*/ 197742 h 1028712"/>
              <a:gd name="connsiteX7" fmla="*/ 574518 w 1540895"/>
              <a:gd name="connsiteY7" fmla="*/ 56557 h 1028712"/>
              <a:gd name="connsiteX8" fmla="*/ 278979 w 1540895"/>
              <a:gd name="connsiteY8" fmla="*/ 111033 h 1028712"/>
              <a:gd name="connsiteX9" fmla="*/ 0 w 1540895"/>
              <a:gd name="connsiteY9" fmla="*/ 53242 h 1028712"/>
              <a:gd name="connsiteX0" fmla="*/ 1436887 w 1540895"/>
              <a:gd name="connsiteY0" fmla="*/ 0 h 920906"/>
              <a:gd name="connsiteX1" fmla="*/ 1540738 w 1540895"/>
              <a:gd name="connsiteY1" fmla="*/ 396365 h 920906"/>
              <a:gd name="connsiteX2" fmla="*/ 1415893 w 1540895"/>
              <a:gd name="connsiteY2" fmla="*/ 688771 h 920906"/>
              <a:gd name="connsiteX3" fmla="*/ 1245588 w 1540895"/>
              <a:gd name="connsiteY3" fmla="*/ 862827 h 920906"/>
              <a:gd name="connsiteX4" fmla="*/ 949195 w 1540895"/>
              <a:gd name="connsiteY4" fmla="*/ 894418 h 920906"/>
              <a:gd name="connsiteX5" fmla="*/ 950170 w 1540895"/>
              <a:gd name="connsiteY5" fmla="*/ 444795 h 920906"/>
              <a:gd name="connsiteX6" fmla="*/ 865972 w 1540895"/>
              <a:gd name="connsiteY6" fmla="*/ 197742 h 920906"/>
              <a:gd name="connsiteX7" fmla="*/ 574518 w 1540895"/>
              <a:gd name="connsiteY7" fmla="*/ 56557 h 920906"/>
              <a:gd name="connsiteX8" fmla="*/ 278979 w 1540895"/>
              <a:gd name="connsiteY8" fmla="*/ 111033 h 920906"/>
              <a:gd name="connsiteX9" fmla="*/ 0 w 1540895"/>
              <a:gd name="connsiteY9" fmla="*/ 53242 h 920906"/>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574518 w 1540895"/>
              <a:gd name="connsiteY7" fmla="*/ 56557 h 871361"/>
              <a:gd name="connsiteX8" fmla="*/ 278979 w 1540895"/>
              <a:gd name="connsiteY8" fmla="*/ 111033 h 871361"/>
              <a:gd name="connsiteX9" fmla="*/ 0 w 1540895"/>
              <a:gd name="connsiteY9" fmla="*/ 53242 h 871361"/>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574518 w 1540895"/>
              <a:gd name="connsiteY7" fmla="*/ 56557 h 871361"/>
              <a:gd name="connsiteX8" fmla="*/ 278979 w 1540895"/>
              <a:gd name="connsiteY8" fmla="*/ 111033 h 871361"/>
              <a:gd name="connsiteX9" fmla="*/ 0 w 1540895"/>
              <a:gd name="connsiteY9" fmla="*/ 53242 h 871361"/>
              <a:gd name="connsiteX0" fmla="*/ 1436887 w 1540895"/>
              <a:gd name="connsiteY0" fmla="*/ 0 h 871361"/>
              <a:gd name="connsiteX1" fmla="*/ 1540738 w 1540895"/>
              <a:gd name="connsiteY1" fmla="*/ 396365 h 871361"/>
              <a:gd name="connsiteX2" fmla="*/ 1415893 w 1540895"/>
              <a:gd name="connsiteY2" fmla="*/ 688771 h 871361"/>
              <a:gd name="connsiteX3" fmla="*/ 1245588 w 1540895"/>
              <a:gd name="connsiteY3" fmla="*/ 862827 h 871361"/>
              <a:gd name="connsiteX4" fmla="*/ 949763 w 1540895"/>
              <a:gd name="connsiteY4" fmla="*/ 808322 h 871361"/>
              <a:gd name="connsiteX5" fmla="*/ 950170 w 1540895"/>
              <a:gd name="connsiteY5" fmla="*/ 444795 h 871361"/>
              <a:gd name="connsiteX6" fmla="*/ 865972 w 1540895"/>
              <a:gd name="connsiteY6" fmla="*/ 197742 h 871361"/>
              <a:gd name="connsiteX7" fmla="*/ 602943 w 1540895"/>
              <a:gd name="connsiteY7" fmla="*/ 102605 h 871361"/>
              <a:gd name="connsiteX8" fmla="*/ 278979 w 1540895"/>
              <a:gd name="connsiteY8" fmla="*/ 111033 h 871361"/>
              <a:gd name="connsiteX9" fmla="*/ 0 w 1540895"/>
              <a:gd name="connsiteY9" fmla="*/ 53242 h 871361"/>
              <a:gd name="connsiteX0" fmla="*/ 1525663 w 1559478"/>
              <a:gd name="connsiteY0" fmla="*/ 0 h 847415"/>
              <a:gd name="connsiteX1" fmla="*/ 1540738 w 1559478"/>
              <a:gd name="connsiteY1" fmla="*/ 372419 h 847415"/>
              <a:gd name="connsiteX2" fmla="*/ 1415893 w 1559478"/>
              <a:gd name="connsiteY2" fmla="*/ 664825 h 847415"/>
              <a:gd name="connsiteX3" fmla="*/ 1245588 w 1559478"/>
              <a:gd name="connsiteY3" fmla="*/ 838881 h 847415"/>
              <a:gd name="connsiteX4" fmla="*/ 949763 w 1559478"/>
              <a:gd name="connsiteY4" fmla="*/ 784376 h 847415"/>
              <a:gd name="connsiteX5" fmla="*/ 950170 w 1559478"/>
              <a:gd name="connsiteY5" fmla="*/ 420849 h 847415"/>
              <a:gd name="connsiteX6" fmla="*/ 865972 w 1559478"/>
              <a:gd name="connsiteY6" fmla="*/ 173796 h 847415"/>
              <a:gd name="connsiteX7" fmla="*/ 602943 w 1559478"/>
              <a:gd name="connsiteY7" fmla="*/ 78659 h 847415"/>
              <a:gd name="connsiteX8" fmla="*/ 278979 w 1559478"/>
              <a:gd name="connsiteY8" fmla="*/ 87087 h 847415"/>
              <a:gd name="connsiteX9" fmla="*/ 0 w 1559478"/>
              <a:gd name="connsiteY9" fmla="*/ 29296 h 847415"/>
              <a:gd name="connsiteX0" fmla="*/ 1246684 w 1280499"/>
              <a:gd name="connsiteY0" fmla="*/ 0 h 847415"/>
              <a:gd name="connsiteX1" fmla="*/ 1261759 w 1280499"/>
              <a:gd name="connsiteY1" fmla="*/ 372419 h 847415"/>
              <a:gd name="connsiteX2" fmla="*/ 1136914 w 1280499"/>
              <a:gd name="connsiteY2" fmla="*/ 664825 h 847415"/>
              <a:gd name="connsiteX3" fmla="*/ 966609 w 1280499"/>
              <a:gd name="connsiteY3" fmla="*/ 838881 h 847415"/>
              <a:gd name="connsiteX4" fmla="*/ 670784 w 1280499"/>
              <a:gd name="connsiteY4" fmla="*/ 784376 h 847415"/>
              <a:gd name="connsiteX5" fmla="*/ 671191 w 1280499"/>
              <a:gd name="connsiteY5" fmla="*/ 420849 h 847415"/>
              <a:gd name="connsiteX6" fmla="*/ 586993 w 1280499"/>
              <a:gd name="connsiteY6" fmla="*/ 173796 h 847415"/>
              <a:gd name="connsiteX7" fmla="*/ 323964 w 1280499"/>
              <a:gd name="connsiteY7" fmla="*/ 78659 h 847415"/>
              <a:gd name="connsiteX8" fmla="*/ 0 w 1280499"/>
              <a:gd name="connsiteY8" fmla="*/ 87087 h 847415"/>
              <a:gd name="connsiteX0" fmla="*/ 1224067 w 1257882"/>
              <a:gd name="connsiteY0" fmla="*/ 0 h 847415"/>
              <a:gd name="connsiteX1" fmla="*/ 1239142 w 1257882"/>
              <a:gd name="connsiteY1" fmla="*/ 372419 h 847415"/>
              <a:gd name="connsiteX2" fmla="*/ 1114297 w 1257882"/>
              <a:gd name="connsiteY2" fmla="*/ 664825 h 847415"/>
              <a:gd name="connsiteX3" fmla="*/ 943992 w 1257882"/>
              <a:gd name="connsiteY3" fmla="*/ 838881 h 847415"/>
              <a:gd name="connsiteX4" fmla="*/ 648167 w 1257882"/>
              <a:gd name="connsiteY4" fmla="*/ 784376 h 847415"/>
              <a:gd name="connsiteX5" fmla="*/ 648574 w 1257882"/>
              <a:gd name="connsiteY5" fmla="*/ 420849 h 847415"/>
              <a:gd name="connsiteX6" fmla="*/ 564376 w 1257882"/>
              <a:gd name="connsiteY6" fmla="*/ 173796 h 847415"/>
              <a:gd name="connsiteX7" fmla="*/ 301347 w 1257882"/>
              <a:gd name="connsiteY7" fmla="*/ 78659 h 847415"/>
              <a:gd name="connsiteX8" fmla="*/ 0 w 1257882"/>
              <a:gd name="connsiteY8" fmla="*/ 19162 h 847415"/>
              <a:gd name="connsiteX0" fmla="*/ 1224067 w 1257882"/>
              <a:gd name="connsiteY0" fmla="*/ 0 h 847415"/>
              <a:gd name="connsiteX1" fmla="*/ 1239142 w 1257882"/>
              <a:gd name="connsiteY1" fmla="*/ 372419 h 847415"/>
              <a:gd name="connsiteX2" fmla="*/ 1114297 w 1257882"/>
              <a:gd name="connsiteY2" fmla="*/ 664825 h 847415"/>
              <a:gd name="connsiteX3" fmla="*/ 943992 w 1257882"/>
              <a:gd name="connsiteY3" fmla="*/ 838881 h 847415"/>
              <a:gd name="connsiteX4" fmla="*/ 648167 w 1257882"/>
              <a:gd name="connsiteY4" fmla="*/ 784376 h 847415"/>
              <a:gd name="connsiteX5" fmla="*/ 648574 w 1257882"/>
              <a:gd name="connsiteY5" fmla="*/ 420849 h 847415"/>
              <a:gd name="connsiteX6" fmla="*/ 564376 w 1257882"/>
              <a:gd name="connsiteY6" fmla="*/ 173796 h 847415"/>
              <a:gd name="connsiteX7" fmla="*/ 301347 w 1257882"/>
              <a:gd name="connsiteY7" fmla="*/ 78659 h 847415"/>
              <a:gd name="connsiteX8" fmla="*/ 0 w 1257882"/>
              <a:gd name="connsiteY8" fmla="*/ 19162 h 847415"/>
              <a:gd name="connsiteX0" fmla="*/ 1195095 w 1245351"/>
              <a:gd name="connsiteY0" fmla="*/ 0 h 872859"/>
              <a:gd name="connsiteX1" fmla="*/ 1239142 w 1245351"/>
              <a:gd name="connsiteY1" fmla="*/ 397863 h 872859"/>
              <a:gd name="connsiteX2" fmla="*/ 1114297 w 1245351"/>
              <a:gd name="connsiteY2" fmla="*/ 690269 h 872859"/>
              <a:gd name="connsiteX3" fmla="*/ 943992 w 1245351"/>
              <a:gd name="connsiteY3" fmla="*/ 864325 h 872859"/>
              <a:gd name="connsiteX4" fmla="*/ 648167 w 1245351"/>
              <a:gd name="connsiteY4" fmla="*/ 809820 h 872859"/>
              <a:gd name="connsiteX5" fmla="*/ 648574 w 1245351"/>
              <a:gd name="connsiteY5" fmla="*/ 446293 h 872859"/>
              <a:gd name="connsiteX6" fmla="*/ 564376 w 1245351"/>
              <a:gd name="connsiteY6" fmla="*/ 199240 h 872859"/>
              <a:gd name="connsiteX7" fmla="*/ 301347 w 1245351"/>
              <a:gd name="connsiteY7" fmla="*/ 104103 h 872859"/>
              <a:gd name="connsiteX8" fmla="*/ 0 w 1245351"/>
              <a:gd name="connsiteY8" fmla="*/ 44606 h 872859"/>
              <a:gd name="connsiteX0" fmla="*/ 893749 w 944005"/>
              <a:gd name="connsiteY0" fmla="*/ 0 h 872859"/>
              <a:gd name="connsiteX1" fmla="*/ 937796 w 944005"/>
              <a:gd name="connsiteY1" fmla="*/ 397863 h 872859"/>
              <a:gd name="connsiteX2" fmla="*/ 812951 w 944005"/>
              <a:gd name="connsiteY2" fmla="*/ 690269 h 872859"/>
              <a:gd name="connsiteX3" fmla="*/ 642646 w 944005"/>
              <a:gd name="connsiteY3" fmla="*/ 864325 h 872859"/>
              <a:gd name="connsiteX4" fmla="*/ 346821 w 944005"/>
              <a:gd name="connsiteY4" fmla="*/ 809820 h 872859"/>
              <a:gd name="connsiteX5" fmla="*/ 347228 w 944005"/>
              <a:gd name="connsiteY5" fmla="*/ 446293 h 872859"/>
              <a:gd name="connsiteX6" fmla="*/ 263030 w 944005"/>
              <a:gd name="connsiteY6" fmla="*/ 199240 h 872859"/>
              <a:gd name="connsiteX7" fmla="*/ 1 w 944005"/>
              <a:gd name="connsiteY7" fmla="*/ 104103 h 872859"/>
              <a:gd name="connsiteX0" fmla="*/ 630719 w 680975"/>
              <a:gd name="connsiteY0" fmla="*/ 0 h 872859"/>
              <a:gd name="connsiteX1" fmla="*/ 674766 w 680975"/>
              <a:gd name="connsiteY1" fmla="*/ 397863 h 872859"/>
              <a:gd name="connsiteX2" fmla="*/ 549921 w 680975"/>
              <a:gd name="connsiteY2" fmla="*/ 690269 h 872859"/>
              <a:gd name="connsiteX3" fmla="*/ 379616 w 680975"/>
              <a:gd name="connsiteY3" fmla="*/ 864325 h 872859"/>
              <a:gd name="connsiteX4" fmla="*/ 83791 w 680975"/>
              <a:gd name="connsiteY4" fmla="*/ 809820 h 872859"/>
              <a:gd name="connsiteX5" fmla="*/ 84198 w 680975"/>
              <a:gd name="connsiteY5" fmla="*/ 446293 h 872859"/>
              <a:gd name="connsiteX6" fmla="*/ 0 w 680975"/>
              <a:gd name="connsiteY6" fmla="*/ 199240 h 872859"/>
              <a:gd name="connsiteX0" fmla="*/ 575295 w 625551"/>
              <a:gd name="connsiteY0" fmla="*/ 0 h 872859"/>
              <a:gd name="connsiteX1" fmla="*/ 619342 w 625551"/>
              <a:gd name="connsiteY1" fmla="*/ 397863 h 872859"/>
              <a:gd name="connsiteX2" fmla="*/ 494497 w 625551"/>
              <a:gd name="connsiteY2" fmla="*/ 690269 h 872859"/>
              <a:gd name="connsiteX3" fmla="*/ 324192 w 625551"/>
              <a:gd name="connsiteY3" fmla="*/ 864325 h 872859"/>
              <a:gd name="connsiteX4" fmla="*/ 28367 w 625551"/>
              <a:gd name="connsiteY4" fmla="*/ 809820 h 872859"/>
              <a:gd name="connsiteX5" fmla="*/ 28774 w 625551"/>
              <a:gd name="connsiteY5" fmla="*/ 446293 h 872859"/>
              <a:gd name="connsiteX6" fmla="*/ 89563 w 625551"/>
              <a:gd name="connsiteY6" fmla="*/ 587 h 872859"/>
              <a:gd name="connsiteX0" fmla="*/ 575295 w 625551"/>
              <a:gd name="connsiteY0" fmla="*/ 0 h 872859"/>
              <a:gd name="connsiteX1" fmla="*/ 619342 w 625551"/>
              <a:gd name="connsiteY1" fmla="*/ 397863 h 872859"/>
              <a:gd name="connsiteX2" fmla="*/ 494497 w 625551"/>
              <a:gd name="connsiteY2" fmla="*/ 690269 h 872859"/>
              <a:gd name="connsiteX3" fmla="*/ 324192 w 625551"/>
              <a:gd name="connsiteY3" fmla="*/ 864325 h 872859"/>
              <a:gd name="connsiteX4" fmla="*/ 28367 w 625551"/>
              <a:gd name="connsiteY4" fmla="*/ 809820 h 872859"/>
              <a:gd name="connsiteX5" fmla="*/ 28774 w 625551"/>
              <a:gd name="connsiteY5" fmla="*/ 446293 h 872859"/>
              <a:gd name="connsiteX6" fmla="*/ 89563 w 625551"/>
              <a:gd name="connsiteY6" fmla="*/ 587 h 872859"/>
              <a:gd name="connsiteX0" fmla="*/ 559000 w 609256"/>
              <a:gd name="connsiteY0" fmla="*/ 0 h 972906"/>
              <a:gd name="connsiteX1" fmla="*/ 603047 w 609256"/>
              <a:gd name="connsiteY1" fmla="*/ 397863 h 972906"/>
              <a:gd name="connsiteX2" fmla="*/ 478202 w 609256"/>
              <a:gd name="connsiteY2" fmla="*/ 690269 h 972906"/>
              <a:gd name="connsiteX3" fmla="*/ 307897 w 609256"/>
              <a:gd name="connsiteY3" fmla="*/ 864325 h 972906"/>
              <a:gd name="connsiteX4" fmla="*/ 36217 w 609256"/>
              <a:gd name="connsiteY4" fmla="*/ 954703 h 972906"/>
              <a:gd name="connsiteX5" fmla="*/ 12479 w 609256"/>
              <a:gd name="connsiteY5" fmla="*/ 446293 h 972906"/>
              <a:gd name="connsiteX6" fmla="*/ 73268 w 609256"/>
              <a:gd name="connsiteY6" fmla="*/ 587 h 972906"/>
              <a:gd name="connsiteX0" fmla="*/ 559000 w 609256"/>
              <a:gd name="connsiteY0" fmla="*/ 0 h 983011"/>
              <a:gd name="connsiteX1" fmla="*/ 603047 w 609256"/>
              <a:gd name="connsiteY1" fmla="*/ 397863 h 983011"/>
              <a:gd name="connsiteX2" fmla="*/ 478202 w 609256"/>
              <a:gd name="connsiteY2" fmla="*/ 690269 h 983011"/>
              <a:gd name="connsiteX3" fmla="*/ 306607 w 609256"/>
              <a:gd name="connsiteY3" fmla="*/ 922007 h 983011"/>
              <a:gd name="connsiteX4" fmla="*/ 36217 w 609256"/>
              <a:gd name="connsiteY4" fmla="*/ 954703 h 983011"/>
              <a:gd name="connsiteX5" fmla="*/ 12479 w 609256"/>
              <a:gd name="connsiteY5" fmla="*/ 446293 h 983011"/>
              <a:gd name="connsiteX6" fmla="*/ 73268 w 609256"/>
              <a:gd name="connsiteY6" fmla="*/ 587 h 983011"/>
              <a:gd name="connsiteX0" fmla="*/ 439712 w 603402"/>
              <a:gd name="connsiteY0" fmla="*/ 24031 h 982424"/>
              <a:gd name="connsiteX1" fmla="*/ 603047 w 603402"/>
              <a:gd name="connsiteY1" fmla="*/ 397276 h 982424"/>
              <a:gd name="connsiteX2" fmla="*/ 478202 w 603402"/>
              <a:gd name="connsiteY2" fmla="*/ 689682 h 982424"/>
              <a:gd name="connsiteX3" fmla="*/ 306607 w 603402"/>
              <a:gd name="connsiteY3" fmla="*/ 921420 h 982424"/>
              <a:gd name="connsiteX4" fmla="*/ 36217 w 603402"/>
              <a:gd name="connsiteY4" fmla="*/ 954116 h 982424"/>
              <a:gd name="connsiteX5" fmla="*/ 12479 w 603402"/>
              <a:gd name="connsiteY5" fmla="*/ 445706 h 982424"/>
              <a:gd name="connsiteX6" fmla="*/ 73268 w 603402"/>
              <a:gd name="connsiteY6" fmla="*/ 0 h 98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402" h="982424">
                <a:moveTo>
                  <a:pt x="439712" y="24031"/>
                </a:moveTo>
                <a:cubicBezTo>
                  <a:pt x="491452" y="140988"/>
                  <a:pt x="596632" y="286334"/>
                  <a:pt x="603047" y="397276"/>
                </a:cubicBezTo>
                <a:cubicBezTo>
                  <a:pt x="609462" y="508218"/>
                  <a:pt x="527609" y="602325"/>
                  <a:pt x="478202" y="689682"/>
                </a:cubicBezTo>
                <a:cubicBezTo>
                  <a:pt x="428795" y="777039"/>
                  <a:pt x="380271" y="877348"/>
                  <a:pt x="306607" y="921420"/>
                </a:cubicBezTo>
                <a:cubicBezTo>
                  <a:pt x="232943" y="965492"/>
                  <a:pt x="46335" y="1014847"/>
                  <a:pt x="36217" y="954116"/>
                </a:cubicBezTo>
                <a:cubicBezTo>
                  <a:pt x="-22440" y="854705"/>
                  <a:pt x="6304" y="604725"/>
                  <a:pt x="12479" y="445706"/>
                </a:cubicBezTo>
                <a:cubicBezTo>
                  <a:pt x="18654" y="286687"/>
                  <a:pt x="-21716" y="152320"/>
                  <a:pt x="73268"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Tree>
    <p:extLst>
      <p:ext uri="{BB962C8B-B14F-4D97-AF65-F5344CB8AC3E}">
        <p14:creationId xmlns:p14="http://schemas.microsoft.com/office/powerpoint/2010/main" val="272406713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C0663D-FF03-7C58-171F-7B6A88D38D01}"/>
              </a:ext>
            </a:extLst>
          </p:cNvPr>
          <p:cNvSpPr>
            <a:spLocks noGrp="1"/>
          </p:cNvSpPr>
          <p:nvPr>
            <p:ph type="title"/>
          </p:nvPr>
        </p:nvSpPr>
        <p:spPr>
          <a:xfrm>
            <a:off x="839788" y="398786"/>
            <a:ext cx="10515600" cy="1117734"/>
          </a:xfrm>
        </p:spPr>
        <p:txBody>
          <a:bodyPr>
            <a:normAutofit/>
          </a:bodyPr>
          <a:lstStyle>
            <a:lvl1pPr>
              <a:defRPr sz="4000"/>
            </a:lvl1pPr>
          </a:lstStyle>
          <a:p>
            <a:r>
              <a:rPr lang="en-US"/>
              <a:t>Click to edit Master title style</a:t>
            </a:r>
          </a:p>
        </p:txBody>
      </p:sp>
      <p:sp>
        <p:nvSpPr>
          <p:cNvPr id="3" name="Text Placeholder 2">
            <a:extLst>
              <a:ext uri="{FF2B5EF4-FFF2-40B4-BE49-F238E27FC236}">
                <a16:creationId xmlns:a16="http://schemas.microsoft.com/office/drawing/2014/main" id="{73E11A9B-F88B-E39B-F127-BC8B1C56647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80A5936-BE3E-1FB8-E0B9-48E9F07616BA}"/>
              </a:ext>
            </a:extLst>
          </p:cNvPr>
          <p:cNvSpPr>
            <a:spLocks noGrp="1"/>
          </p:cNvSpPr>
          <p:nvPr>
            <p:ph sz="half" idx="2"/>
          </p:nvPr>
        </p:nvSpPr>
        <p:spPr>
          <a:xfrm>
            <a:off x="839788" y="2505075"/>
            <a:ext cx="5157787" cy="3684588"/>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1945934-41A0-B060-7C59-15EC817EDAE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CA7591F-39E4-222E-18E9-6259F798969B}"/>
              </a:ext>
            </a:extLst>
          </p:cNvPr>
          <p:cNvSpPr>
            <a:spLocks noGrp="1"/>
          </p:cNvSpPr>
          <p:nvPr>
            <p:ph sz="quarter" idx="4"/>
          </p:nvPr>
        </p:nvSpPr>
        <p:spPr>
          <a:xfrm>
            <a:off x="6172200" y="2505075"/>
            <a:ext cx="5183188" cy="3684588"/>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F88B41E-A33C-7D88-7F0A-B4D2173B5089}"/>
              </a:ext>
            </a:extLst>
          </p:cNvPr>
          <p:cNvSpPr>
            <a:spLocks noGrp="1"/>
          </p:cNvSpPr>
          <p:nvPr>
            <p:ph type="dt" sz="half" idx="10"/>
          </p:nvPr>
        </p:nvSpPr>
        <p:spPr>
          <a:xfrm>
            <a:off x="5105401" y="6418800"/>
            <a:ext cx="1981200" cy="294462"/>
          </a:xfrm>
          <a:prstGeom prst="rect">
            <a:avLst/>
          </a:prstGeom>
        </p:spPr>
        <p:txBody>
          <a:bodyPr/>
          <a:lstStyle/>
          <a:p>
            <a:fld id="{4A28627D-3C51-4CBE-9A51-8297D1C0D9B6}" type="datetime1">
              <a:rPr lang="en-US" smtClean="0"/>
              <a:t>3/25/2026</a:t>
            </a:fld>
            <a:endParaRPr lang="en-US"/>
          </a:p>
        </p:txBody>
      </p:sp>
      <p:sp>
        <p:nvSpPr>
          <p:cNvPr id="8" name="Footer Placeholder 7">
            <a:extLst>
              <a:ext uri="{FF2B5EF4-FFF2-40B4-BE49-F238E27FC236}">
                <a16:creationId xmlns:a16="http://schemas.microsoft.com/office/drawing/2014/main" id="{0D508E71-8EC9-15E9-BEFA-8FECB9AC6A78}"/>
              </a:ext>
            </a:extLst>
          </p:cNvPr>
          <p:cNvSpPr>
            <a:spLocks noGrp="1"/>
          </p:cNvSpPr>
          <p:nvPr>
            <p:ph type="ftr" sz="quarter" idx="11"/>
          </p:nvPr>
        </p:nvSpPr>
        <p:spPr/>
        <p:txBody>
          <a:bodyPr/>
          <a:lstStyle/>
          <a:p>
            <a:r>
              <a:rPr lang="en-US"/>
              <a:t>F25 Sales Meeting </a:t>
            </a:r>
          </a:p>
        </p:txBody>
      </p:sp>
      <p:sp>
        <p:nvSpPr>
          <p:cNvPr id="9" name="Slide Number Placeholder 8">
            <a:extLst>
              <a:ext uri="{FF2B5EF4-FFF2-40B4-BE49-F238E27FC236}">
                <a16:creationId xmlns:a16="http://schemas.microsoft.com/office/drawing/2014/main" id="{9448D409-A54E-5C69-BC5C-A2768CDDA95B}"/>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101176415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 preserve="1">
  <p:cSld name="Title and Tab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3" y="381467"/>
            <a:ext cx="8230891" cy="1132762"/>
          </a:xfrm>
        </p:spPr>
        <p:txBody>
          <a:bodyPr anchor="b">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1714500" y="1828800"/>
            <a:ext cx="8763000" cy="4267200"/>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8" name="Freeform: Shape 7">
            <a:extLst>
              <a:ext uri="{FF2B5EF4-FFF2-40B4-BE49-F238E27FC236}">
                <a16:creationId xmlns:a16="http://schemas.microsoft.com/office/drawing/2014/main" id="{E4D77B49-8680-794E-52DC-1CE80549848C}"/>
              </a:ext>
            </a:extLst>
          </p:cNvPr>
          <p:cNvSpPr/>
          <p:nvPr/>
        </p:nvSpPr>
        <p:spPr>
          <a:xfrm flipH="1">
            <a:off x="11731678" y="-3133"/>
            <a:ext cx="461310" cy="1126420"/>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285" h="1590918">
                <a:moveTo>
                  <a:pt x="0" y="1590918"/>
                </a:moveTo>
                <a:cubicBezTo>
                  <a:pt x="123149" y="1444222"/>
                  <a:pt x="194754" y="1399605"/>
                  <a:pt x="275849" y="1330029"/>
                </a:cubicBezTo>
                <a:cubicBezTo>
                  <a:pt x="356944" y="1260453"/>
                  <a:pt x="439796" y="1268939"/>
                  <a:pt x="486570" y="1173459"/>
                </a:cubicBezTo>
                <a:cubicBezTo>
                  <a:pt x="533344" y="1077979"/>
                  <a:pt x="578648" y="863768"/>
                  <a:pt x="556494" y="757148"/>
                </a:cubicBezTo>
                <a:cubicBezTo>
                  <a:pt x="534340" y="650528"/>
                  <a:pt x="407103" y="618675"/>
                  <a:pt x="353644" y="533739"/>
                </a:cubicBezTo>
                <a:cubicBezTo>
                  <a:pt x="300185" y="448803"/>
                  <a:pt x="281121" y="326239"/>
                  <a:pt x="235742" y="247533"/>
                </a:cubicBezTo>
                <a:cubicBezTo>
                  <a:pt x="190363" y="168827"/>
                  <a:pt x="64564" y="47434"/>
                  <a:pt x="1903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 name="Freeform: Shape 8">
            <a:extLst>
              <a:ext uri="{FF2B5EF4-FFF2-40B4-BE49-F238E27FC236}">
                <a16:creationId xmlns:a16="http://schemas.microsoft.com/office/drawing/2014/main" id="{F094C69A-40CD-F0F4-9E8B-4B54225023C7}"/>
              </a:ext>
            </a:extLst>
          </p:cNvPr>
          <p:cNvSpPr/>
          <p:nvPr userDrawn="1"/>
        </p:nvSpPr>
        <p:spPr>
          <a:xfrm rot="1105590" flipH="1">
            <a:off x="11958125" y="216090"/>
            <a:ext cx="342478" cy="649305"/>
          </a:xfrm>
          <a:custGeom>
            <a:avLst/>
            <a:gdLst>
              <a:gd name="connsiteX0" fmla="*/ 0 w 421548"/>
              <a:gd name="connsiteY0" fmla="*/ 0 h 1865756"/>
              <a:gd name="connsiteX1" fmla="*/ 258699 w 421548"/>
              <a:gd name="connsiteY1" fmla="*/ 330803 h 1865756"/>
              <a:gd name="connsiteX2" fmla="*/ 408051 w 421548"/>
              <a:gd name="connsiteY2" fmla="*/ 617887 h 1865756"/>
              <a:gd name="connsiteX3" fmla="*/ 408051 w 421548"/>
              <a:gd name="connsiteY3" fmla="*/ 910781 h 1865756"/>
              <a:gd name="connsiteX4" fmla="*/ 336233 w 421548"/>
              <a:gd name="connsiteY4" fmla="*/ 1269683 h 1865756"/>
              <a:gd name="connsiteX5" fmla="*/ 186881 w 421548"/>
              <a:gd name="connsiteY5" fmla="*/ 1582674 h 1865756"/>
              <a:gd name="connsiteX6" fmla="*/ 0 w 421548"/>
              <a:gd name="connsiteY6" fmla="*/ 1865757 h 1865756"/>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1059916 w 1481464"/>
              <a:gd name="connsiteY0" fmla="*/ 0 h 2460028"/>
              <a:gd name="connsiteX1" fmla="*/ 1318615 w 1481464"/>
              <a:gd name="connsiteY1" fmla="*/ 330803 h 2460028"/>
              <a:gd name="connsiteX2" fmla="*/ 1467967 w 1481464"/>
              <a:gd name="connsiteY2" fmla="*/ 617887 h 2460028"/>
              <a:gd name="connsiteX3" fmla="*/ 1467967 w 1481464"/>
              <a:gd name="connsiteY3" fmla="*/ 910781 h 2460028"/>
              <a:gd name="connsiteX4" fmla="*/ 1396149 w 1481464"/>
              <a:gd name="connsiteY4" fmla="*/ 1269683 h 2460028"/>
              <a:gd name="connsiteX5" fmla="*/ 1246797 w 1481464"/>
              <a:gd name="connsiteY5" fmla="*/ 1582674 h 2460028"/>
              <a:gd name="connsiteX6" fmla="*/ 0 w 1481464"/>
              <a:gd name="connsiteY6" fmla="*/ 2460028 h 2460028"/>
              <a:gd name="connsiteX0" fmla="*/ 987368 w 1408916"/>
              <a:gd name="connsiteY0" fmla="*/ 0 h 2311260"/>
              <a:gd name="connsiteX1" fmla="*/ 1246067 w 1408916"/>
              <a:gd name="connsiteY1" fmla="*/ 330803 h 2311260"/>
              <a:gd name="connsiteX2" fmla="*/ 1395419 w 1408916"/>
              <a:gd name="connsiteY2" fmla="*/ 617887 h 2311260"/>
              <a:gd name="connsiteX3" fmla="*/ 1395419 w 1408916"/>
              <a:gd name="connsiteY3" fmla="*/ 910781 h 2311260"/>
              <a:gd name="connsiteX4" fmla="*/ 1323601 w 1408916"/>
              <a:gd name="connsiteY4" fmla="*/ 1269683 h 2311260"/>
              <a:gd name="connsiteX5" fmla="*/ 1174249 w 1408916"/>
              <a:gd name="connsiteY5" fmla="*/ 1582674 h 2311260"/>
              <a:gd name="connsiteX6" fmla="*/ 0 w 1408916"/>
              <a:gd name="connsiteY6" fmla="*/ 2311260 h 2311260"/>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0 w 1311769"/>
              <a:gd name="connsiteY6" fmla="*/ 2066541 h 2066541"/>
              <a:gd name="connsiteX0" fmla="*/ 890221 w 1311769"/>
              <a:gd name="connsiteY0" fmla="*/ 0 h 2066541"/>
              <a:gd name="connsiteX1" fmla="*/ 1148920 w 1311769"/>
              <a:gd name="connsiteY1" fmla="*/ 330803 h 2066541"/>
              <a:gd name="connsiteX2" fmla="*/ 1298272 w 1311769"/>
              <a:gd name="connsiteY2" fmla="*/ 617887 h 2066541"/>
              <a:gd name="connsiteX3" fmla="*/ 1298272 w 1311769"/>
              <a:gd name="connsiteY3" fmla="*/ 910781 h 2066541"/>
              <a:gd name="connsiteX4" fmla="*/ 1226454 w 1311769"/>
              <a:gd name="connsiteY4" fmla="*/ 1269683 h 2066541"/>
              <a:gd name="connsiteX5" fmla="*/ 1077102 w 1311769"/>
              <a:gd name="connsiteY5" fmla="*/ 1582674 h 2066541"/>
              <a:gd name="connsiteX6" fmla="*/ 481072 w 1311769"/>
              <a:gd name="connsiteY6" fmla="*/ 1940442 h 2066541"/>
              <a:gd name="connsiteX7" fmla="*/ 0 w 1311769"/>
              <a:gd name="connsiteY7" fmla="*/ 2066541 h 2066541"/>
              <a:gd name="connsiteX0" fmla="*/ 880809 w 1311769"/>
              <a:gd name="connsiteY0" fmla="*/ 0 h 1954205"/>
              <a:gd name="connsiteX1" fmla="*/ 1148920 w 1311769"/>
              <a:gd name="connsiteY1" fmla="*/ 218467 h 1954205"/>
              <a:gd name="connsiteX2" fmla="*/ 1298272 w 1311769"/>
              <a:gd name="connsiteY2" fmla="*/ 505551 h 1954205"/>
              <a:gd name="connsiteX3" fmla="*/ 1298272 w 1311769"/>
              <a:gd name="connsiteY3" fmla="*/ 798445 h 1954205"/>
              <a:gd name="connsiteX4" fmla="*/ 1226454 w 1311769"/>
              <a:gd name="connsiteY4" fmla="*/ 1157347 h 1954205"/>
              <a:gd name="connsiteX5" fmla="*/ 1077102 w 1311769"/>
              <a:gd name="connsiteY5" fmla="*/ 1470338 h 1954205"/>
              <a:gd name="connsiteX6" fmla="*/ 481072 w 1311769"/>
              <a:gd name="connsiteY6" fmla="*/ 1828106 h 1954205"/>
              <a:gd name="connsiteX7" fmla="*/ 0 w 1311769"/>
              <a:gd name="connsiteY7" fmla="*/ 1954205 h 1954205"/>
              <a:gd name="connsiteX0" fmla="*/ 986195 w 1311769"/>
              <a:gd name="connsiteY0" fmla="*/ 0 h 2210663"/>
              <a:gd name="connsiteX1" fmla="*/ 1148920 w 1311769"/>
              <a:gd name="connsiteY1" fmla="*/ 474925 h 2210663"/>
              <a:gd name="connsiteX2" fmla="*/ 1298272 w 1311769"/>
              <a:gd name="connsiteY2" fmla="*/ 762009 h 2210663"/>
              <a:gd name="connsiteX3" fmla="*/ 1298272 w 1311769"/>
              <a:gd name="connsiteY3" fmla="*/ 1054903 h 2210663"/>
              <a:gd name="connsiteX4" fmla="*/ 1226454 w 1311769"/>
              <a:gd name="connsiteY4" fmla="*/ 1413805 h 2210663"/>
              <a:gd name="connsiteX5" fmla="*/ 1077102 w 1311769"/>
              <a:gd name="connsiteY5" fmla="*/ 1726796 h 2210663"/>
              <a:gd name="connsiteX6" fmla="*/ 481072 w 1311769"/>
              <a:gd name="connsiteY6" fmla="*/ 2084564 h 2210663"/>
              <a:gd name="connsiteX7" fmla="*/ 0 w 1311769"/>
              <a:gd name="connsiteY7" fmla="*/ 2210663 h 2210663"/>
              <a:gd name="connsiteX0" fmla="*/ 986195 w 1354904"/>
              <a:gd name="connsiteY0" fmla="*/ 0 h 2210663"/>
              <a:gd name="connsiteX1" fmla="*/ 1338175 w 1354904"/>
              <a:gd name="connsiteY1" fmla="*/ 334568 h 2210663"/>
              <a:gd name="connsiteX2" fmla="*/ 1298272 w 1354904"/>
              <a:gd name="connsiteY2" fmla="*/ 762009 h 2210663"/>
              <a:gd name="connsiteX3" fmla="*/ 1298272 w 1354904"/>
              <a:gd name="connsiteY3" fmla="*/ 1054903 h 2210663"/>
              <a:gd name="connsiteX4" fmla="*/ 1226454 w 1354904"/>
              <a:gd name="connsiteY4" fmla="*/ 1413805 h 2210663"/>
              <a:gd name="connsiteX5" fmla="*/ 1077102 w 1354904"/>
              <a:gd name="connsiteY5" fmla="*/ 1726796 h 2210663"/>
              <a:gd name="connsiteX6" fmla="*/ 481072 w 1354904"/>
              <a:gd name="connsiteY6" fmla="*/ 2084564 h 2210663"/>
              <a:gd name="connsiteX7" fmla="*/ 0 w 1354904"/>
              <a:gd name="connsiteY7" fmla="*/ 2210663 h 2210663"/>
              <a:gd name="connsiteX0" fmla="*/ 985524 w 1354950"/>
              <a:gd name="connsiteY0" fmla="*/ 0 h 2244608"/>
              <a:gd name="connsiteX1" fmla="*/ 1338175 w 1354950"/>
              <a:gd name="connsiteY1" fmla="*/ 368513 h 2244608"/>
              <a:gd name="connsiteX2" fmla="*/ 1298272 w 1354950"/>
              <a:gd name="connsiteY2" fmla="*/ 795954 h 2244608"/>
              <a:gd name="connsiteX3" fmla="*/ 1298272 w 1354950"/>
              <a:gd name="connsiteY3" fmla="*/ 1088848 h 2244608"/>
              <a:gd name="connsiteX4" fmla="*/ 1226454 w 1354950"/>
              <a:gd name="connsiteY4" fmla="*/ 1447750 h 2244608"/>
              <a:gd name="connsiteX5" fmla="*/ 1077102 w 1354950"/>
              <a:gd name="connsiteY5" fmla="*/ 1760741 h 2244608"/>
              <a:gd name="connsiteX6" fmla="*/ 481072 w 1354950"/>
              <a:gd name="connsiteY6" fmla="*/ 2118509 h 2244608"/>
              <a:gd name="connsiteX7" fmla="*/ 0 w 1354950"/>
              <a:gd name="connsiteY7" fmla="*/ 2244608 h 2244608"/>
              <a:gd name="connsiteX0" fmla="*/ 985524 w 1345516"/>
              <a:gd name="connsiteY0" fmla="*/ 0 h 2244608"/>
              <a:gd name="connsiteX1" fmla="*/ 1338175 w 1345516"/>
              <a:gd name="connsiteY1" fmla="*/ 368513 h 2244608"/>
              <a:gd name="connsiteX2" fmla="*/ 1230208 w 1345516"/>
              <a:gd name="connsiteY2" fmla="*/ 712546 h 2244608"/>
              <a:gd name="connsiteX3" fmla="*/ 1298272 w 1345516"/>
              <a:gd name="connsiteY3" fmla="*/ 1088848 h 2244608"/>
              <a:gd name="connsiteX4" fmla="*/ 1226454 w 1345516"/>
              <a:gd name="connsiteY4" fmla="*/ 1447750 h 2244608"/>
              <a:gd name="connsiteX5" fmla="*/ 1077102 w 1345516"/>
              <a:gd name="connsiteY5" fmla="*/ 1760741 h 2244608"/>
              <a:gd name="connsiteX6" fmla="*/ 481072 w 1345516"/>
              <a:gd name="connsiteY6" fmla="*/ 2118509 h 2244608"/>
              <a:gd name="connsiteX7" fmla="*/ 0 w 1345516"/>
              <a:gd name="connsiteY7" fmla="*/ 2244608 h 2244608"/>
              <a:gd name="connsiteX0" fmla="*/ 934578 w 1348060"/>
              <a:gd name="connsiteY0" fmla="*/ 0 h 2170441"/>
              <a:gd name="connsiteX1" fmla="*/ 1338175 w 1348060"/>
              <a:gd name="connsiteY1" fmla="*/ 294346 h 2170441"/>
              <a:gd name="connsiteX2" fmla="*/ 1230208 w 1348060"/>
              <a:gd name="connsiteY2" fmla="*/ 638379 h 2170441"/>
              <a:gd name="connsiteX3" fmla="*/ 1298272 w 1348060"/>
              <a:gd name="connsiteY3" fmla="*/ 1014681 h 2170441"/>
              <a:gd name="connsiteX4" fmla="*/ 1226454 w 1348060"/>
              <a:gd name="connsiteY4" fmla="*/ 1373583 h 2170441"/>
              <a:gd name="connsiteX5" fmla="*/ 1077102 w 1348060"/>
              <a:gd name="connsiteY5" fmla="*/ 1686574 h 2170441"/>
              <a:gd name="connsiteX6" fmla="*/ 481072 w 1348060"/>
              <a:gd name="connsiteY6" fmla="*/ 2044342 h 2170441"/>
              <a:gd name="connsiteX7" fmla="*/ 0 w 1348060"/>
              <a:gd name="connsiteY7" fmla="*/ 2170441 h 2170441"/>
              <a:gd name="connsiteX0" fmla="*/ 453506 w 866988"/>
              <a:gd name="connsiteY0" fmla="*/ 0 h 2044343"/>
              <a:gd name="connsiteX1" fmla="*/ 857103 w 866988"/>
              <a:gd name="connsiteY1" fmla="*/ 294346 h 2044343"/>
              <a:gd name="connsiteX2" fmla="*/ 749136 w 866988"/>
              <a:gd name="connsiteY2" fmla="*/ 638379 h 2044343"/>
              <a:gd name="connsiteX3" fmla="*/ 817200 w 866988"/>
              <a:gd name="connsiteY3" fmla="*/ 1014681 h 2044343"/>
              <a:gd name="connsiteX4" fmla="*/ 745382 w 866988"/>
              <a:gd name="connsiteY4" fmla="*/ 1373583 h 2044343"/>
              <a:gd name="connsiteX5" fmla="*/ 596030 w 866988"/>
              <a:gd name="connsiteY5" fmla="*/ 1686574 h 2044343"/>
              <a:gd name="connsiteX6" fmla="*/ 0 w 866988"/>
              <a:gd name="connsiteY6" fmla="*/ 2044342 h 2044343"/>
              <a:gd name="connsiteX0" fmla="*/ 427914 w 841396"/>
              <a:gd name="connsiteY0" fmla="*/ 0 h 1846088"/>
              <a:gd name="connsiteX1" fmla="*/ 831511 w 841396"/>
              <a:gd name="connsiteY1" fmla="*/ 294346 h 1846088"/>
              <a:gd name="connsiteX2" fmla="*/ 723544 w 841396"/>
              <a:gd name="connsiteY2" fmla="*/ 638379 h 1846088"/>
              <a:gd name="connsiteX3" fmla="*/ 791608 w 841396"/>
              <a:gd name="connsiteY3" fmla="*/ 1014681 h 1846088"/>
              <a:gd name="connsiteX4" fmla="*/ 719790 w 841396"/>
              <a:gd name="connsiteY4" fmla="*/ 1373583 h 1846088"/>
              <a:gd name="connsiteX5" fmla="*/ 570438 w 841396"/>
              <a:gd name="connsiteY5" fmla="*/ 1686574 h 1846088"/>
              <a:gd name="connsiteX6" fmla="*/ 0 w 841396"/>
              <a:gd name="connsiteY6" fmla="*/ 1846089 h 1846088"/>
              <a:gd name="connsiteX0" fmla="*/ 427914 w 791638"/>
              <a:gd name="connsiteY0" fmla="*/ 0 h 1846088"/>
              <a:gd name="connsiteX1" fmla="*/ 723544 w 791638"/>
              <a:gd name="connsiteY1" fmla="*/ 638379 h 1846088"/>
              <a:gd name="connsiteX2" fmla="*/ 791608 w 791638"/>
              <a:gd name="connsiteY2" fmla="*/ 1014681 h 1846088"/>
              <a:gd name="connsiteX3" fmla="*/ 719790 w 791638"/>
              <a:gd name="connsiteY3" fmla="*/ 1373583 h 1846088"/>
              <a:gd name="connsiteX4" fmla="*/ 570438 w 791638"/>
              <a:gd name="connsiteY4" fmla="*/ 1686574 h 1846088"/>
              <a:gd name="connsiteX5" fmla="*/ 0 w 791638"/>
              <a:gd name="connsiteY5" fmla="*/ 1846089 h 1846088"/>
              <a:gd name="connsiteX0" fmla="*/ 500497 w 791623"/>
              <a:gd name="connsiteY0" fmla="*/ -1 h 1833929"/>
              <a:gd name="connsiteX1" fmla="*/ 723544 w 791623"/>
              <a:gd name="connsiteY1" fmla="*/ 626220 h 1833929"/>
              <a:gd name="connsiteX2" fmla="*/ 791608 w 791623"/>
              <a:gd name="connsiteY2" fmla="*/ 1002522 h 1833929"/>
              <a:gd name="connsiteX3" fmla="*/ 719790 w 791623"/>
              <a:gd name="connsiteY3" fmla="*/ 1361424 h 1833929"/>
              <a:gd name="connsiteX4" fmla="*/ 570438 w 791623"/>
              <a:gd name="connsiteY4" fmla="*/ 1674415 h 1833929"/>
              <a:gd name="connsiteX5" fmla="*/ 0 w 791623"/>
              <a:gd name="connsiteY5" fmla="*/ 1833930 h 183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23" h="1833929">
                <a:moveTo>
                  <a:pt x="500497" y="-1"/>
                </a:moveTo>
                <a:cubicBezTo>
                  <a:pt x="562087" y="132995"/>
                  <a:pt x="675026" y="459133"/>
                  <a:pt x="723544" y="626220"/>
                </a:cubicBezTo>
                <a:cubicBezTo>
                  <a:pt x="772063" y="793307"/>
                  <a:pt x="792234" y="879988"/>
                  <a:pt x="791608" y="1002522"/>
                </a:cubicBezTo>
                <a:cubicBezTo>
                  <a:pt x="790982" y="1125056"/>
                  <a:pt x="759699" y="1245790"/>
                  <a:pt x="719790" y="1361424"/>
                </a:cubicBezTo>
                <a:cubicBezTo>
                  <a:pt x="681975" y="1470866"/>
                  <a:pt x="629969" y="1574879"/>
                  <a:pt x="570438" y="1674415"/>
                </a:cubicBezTo>
                <a:cubicBezTo>
                  <a:pt x="481088" y="1770834"/>
                  <a:pt x="179517" y="1753286"/>
                  <a:pt x="0" y="183393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0" name="Freeform: Shape 9">
            <a:extLst>
              <a:ext uri="{FF2B5EF4-FFF2-40B4-BE49-F238E27FC236}">
                <a16:creationId xmlns:a16="http://schemas.microsoft.com/office/drawing/2014/main" id="{C62FC146-2A12-CB34-CAE1-A5C631A8EF57}"/>
              </a:ext>
            </a:extLst>
          </p:cNvPr>
          <p:cNvSpPr/>
          <p:nvPr/>
        </p:nvSpPr>
        <p:spPr>
          <a:xfrm rot="21133989" flipH="1">
            <a:off x="8672406" y="-248640"/>
            <a:ext cx="3242875" cy="4104500"/>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285588 w 3285588"/>
              <a:gd name="connsiteY13" fmla="*/ 0 h 3116813"/>
              <a:gd name="connsiteX0" fmla="*/ 0 w 3516867"/>
              <a:gd name="connsiteY0" fmla="*/ 3145912 h 3146442"/>
              <a:gd name="connsiteX1" fmla="*/ 295832 w 3516867"/>
              <a:gd name="connsiteY1" fmla="*/ 3134421 h 3146442"/>
              <a:gd name="connsiteX2" fmla="*/ 607384 w 3516867"/>
              <a:gd name="connsiteY2" fmla="*/ 2751866 h 3146442"/>
              <a:gd name="connsiteX3" fmla="*/ 653701 w 3516867"/>
              <a:gd name="connsiteY3" fmla="*/ 2394014 h 3146442"/>
              <a:gd name="connsiteX4" fmla="*/ 841475 w 3516867"/>
              <a:gd name="connsiteY4" fmla="*/ 2152388 h 3146442"/>
              <a:gd name="connsiteX5" fmla="*/ 1146884 w 3516867"/>
              <a:gd name="connsiteY5" fmla="*/ 1832429 h 3146442"/>
              <a:gd name="connsiteX6" fmla="*/ 1365849 w 3516867"/>
              <a:gd name="connsiteY6" fmla="*/ 1534423 h 3146442"/>
              <a:gd name="connsiteX7" fmla="*/ 1806191 w 3516867"/>
              <a:gd name="connsiteY7" fmla="*/ 1479554 h 3146442"/>
              <a:gd name="connsiteX8" fmla="*/ 2309860 w 3516867"/>
              <a:gd name="connsiteY8" fmla="*/ 1486707 h 3146442"/>
              <a:gd name="connsiteX9" fmla="*/ 2650678 w 3516867"/>
              <a:gd name="connsiteY9" fmla="*/ 1387733 h 3146442"/>
              <a:gd name="connsiteX10" fmla="*/ 2906329 w 3516867"/>
              <a:gd name="connsiteY10" fmla="*/ 1252764 h 3146442"/>
              <a:gd name="connsiteX11" fmla="*/ 3116069 w 3516867"/>
              <a:gd name="connsiteY11" fmla="*/ 1043118 h 3146442"/>
              <a:gd name="connsiteX12" fmla="*/ 3199885 w 3516867"/>
              <a:gd name="connsiteY12" fmla="*/ 644713 h 3146442"/>
              <a:gd name="connsiteX13" fmla="*/ 3516867 w 3516867"/>
              <a:gd name="connsiteY13" fmla="*/ 0 h 3146442"/>
              <a:gd name="connsiteX0" fmla="*/ 0 w 3516867"/>
              <a:gd name="connsiteY0" fmla="*/ 3145912 h 3146442"/>
              <a:gd name="connsiteX1" fmla="*/ 295832 w 3516867"/>
              <a:gd name="connsiteY1" fmla="*/ 3134421 h 3146442"/>
              <a:gd name="connsiteX2" fmla="*/ 607384 w 3516867"/>
              <a:gd name="connsiteY2" fmla="*/ 2751866 h 3146442"/>
              <a:gd name="connsiteX3" fmla="*/ 653701 w 3516867"/>
              <a:gd name="connsiteY3" fmla="*/ 2394014 h 3146442"/>
              <a:gd name="connsiteX4" fmla="*/ 841475 w 3516867"/>
              <a:gd name="connsiteY4" fmla="*/ 2152388 h 3146442"/>
              <a:gd name="connsiteX5" fmla="*/ 1146884 w 3516867"/>
              <a:gd name="connsiteY5" fmla="*/ 1832429 h 3146442"/>
              <a:gd name="connsiteX6" fmla="*/ 1365849 w 3516867"/>
              <a:gd name="connsiteY6" fmla="*/ 1534423 h 3146442"/>
              <a:gd name="connsiteX7" fmla="*/ 1806191 w 3516867"/>
              <a:gd name="connsiteY7" fmla="*/ 1479554 h 3146442"/>
              <a:gd name="connsiteX8" fmla="*/ 2309860 w 3516867"/>
              <a:gd name="connsiteY8" fmla="*/ 1486707 h 3146442"/>
              <a:gd name="connsiteX9" fmla="*/ 2650678 w 3516867"/>
              <a:gd name="connsiteY9" fmla="*/ 1387733 h 3146442"/>
              <a:gd name="connsiteX10" fmla="*/ 2906329 w 3516867"/>
              <a:gd name="connsiteY10" fmla="*/ 1252764 h 3146442"/>
              <a:gd name="connsiteX11" fmla="*/ 3116069 w 3516867"/>
              <a:gd name="connsiteY11" fmla="*/ 1043118 h 3146442"/>
              <a:gd name="connsiteX12" fmla="*/ 3288482 w 3516867"/>
              <a:gd name="connsiteY12" fmla="*/ 335960 h 3146442"/>
              <a:gd name="connsiteX13" fmla="*/ 3516867 w 3516867"/>
              <a:gd name="connsiteY13" fmla="*/ 0 h 3146442"/>
              <a:gd name="connsiteX0" fmla="*/ 0 w 3516867"/>
              <a:gd name="connsiteY0" fmla="*/ 3145912 h 3146442"/>
              <a:gd name="connsiteX1" fmla="*/ 295832 w 3516867"/>
              <a:gd name="connsiteY1" fmla="*/ 3134421 h 3146442"/>
              <a:gd name="connsiteX2" fmla="*/ 607384 w 3516867"/>
              <a:gd name="connsiteY2" fmla="*/ 2751866 h 3146442"/>
              <a:gd name="connsiteX3" fmla="*/ 653701 w 3516867"/>
              <a:gd name="connsiteY3" fmla="*/ 2394014 h 3146442"/>
              <a:gd name="connsiteX4" fmla="*/ 841475 w 3516867"/>
              <a:gd name="connsiteY4" fmla="*/ 2152388 h 3146442"/>
              <a:gd name="connsiteX5" fmla="*/ 1146884 w 3516867"/>
              <a:gd name="connsiteY5" fmla="*/ 1832429 h 3146442"/>
              <a:gd name="connsiteX6" fmla="*/ 1365849 w 3516867"/>
              <a:gd name="connsiteY6" fmla="*/ 1534423 h 3146442"/>
              <a:gd name="connsiteX7" fmla="*/ 1806191 w 3516867"/>
              <a:gd name="connsiteY7" fmla="*/ 1479554 h 3146442"/>
              <a:gd name="connsiteX8" fmla="*/ 2309860 w 3516867"/>
              <a:gd name="connsiteY8" fmla="*/ 1486707 h 3146442"/>
              <a:gd name="connsiteX9" fmla="*/ 2650678 w 3516867"/>
              <a:gd name="connsiteY9" fmla="*/ 1387733 h 3146442"/>
              <a:gd name="connsiteX10" fmla="*/ 2906329 w 3516867"/>
              <a:gd name="connsiteY10" fmla="*/ 1252764 h 3146442"/>
              <a:gd name="connsiteX11" fmla="*/ 3185949 w 3516867"/>
              <a:gd name="connsiteY11" fmla="*/ 900006 h 3146442"/>
              <a:gd name="connsiteX12" fmla="*/ 3288482 w 3516867"/>
              <a:gd name="connsiteY12" fmla="*/ 335960 h 3146442"/>
              <a:gd name="connsiteX13" fmla="*/ 3516867 w 3516867"/>
              <a:gd name="connsiteY13" fmla="*/ 0 h 3146442"/>
              <a:gd name="connsiteX0" fmla="*/ 0 w 3516867"/>
              <a:gd name="connsiteY0" fmla="*/ 3145912 h 3146442"/>
              <a:gd name="connsiteX1" fmla="*/ 295832 w 3516867"/>
              <a:gd name="connsiteY1" fmla="*/ 3134421 h 3146442"/>
              <a:gd name="connsiteX2" fmla="*/ 607384 w 3516867"/>
              <a:gd name="connsiteY2" fmla="*/ 2751866 h 3146442"/>
              <a:gd name="connsiteX3" fmla="*/ 653701 w 3516867"/>
              <a:gd name="connsiteY3" fmla="*/ 2394014 h 3146442"/>
              <a:gd name="connsiteX4" fmla="*/ 841475 w 3516867"/>
              <a:gd name="connsiteY4" fmla="*/ 2152388 h 3146442"/>
              <a:gd name="connsiteX5" fmla="*/ 1146884 w 3516867"/>
              <a:gd name="connsiteY5" fmla="*/ 1832429 h 3146442"/>
              <a:gd name="connsiteX6" fmla="*/ 1365849 w 3516867"/>
              <a:gd name="connsiteY6" fmla="*/ 1534423 h 3146442"/>
              <a:gd name="connsiteX7" fmla="*/ 1806191 w 3516867"/>
              <a:gd name="connsiteY7" fmla="*/ 1479554 h 3146442"/>
              <a:gd name="connsiteX8" fmla="*/ 2272147 w 3516867"/>
              <a:gd name="connsiteY8" fmla="*/ 1439352 h 3146442"/>
              <a:gd name="connsiteX9" fmla="*/ 2650678 w 3516867"/>
              <a:gd name="connsiteY9" fmla="*/ 1387733 h 3146442"/>
              <a:gd name="connsiteX10" fmla="*/ 2906329 w 3516867"/>
              <a:gd name="connsiteY10" fmla="*/ 1252764 h 3146442"/>
              <a:gd name="connsiteX11" fmla="*/ 3185949 w 3516867"/>
              <a:gd name="connsiteY11" fmla="*/ 900006 h 3146442"/>
              <a:gd name="connsiteX12" fmla="*/ 3288482 w 3516867"/>
              <a:gd name="connsiteY12" fmla="*/ 335960 h 3146442"/>
              <a:gd name="connsiteX13" fmla="*/ 3516867 w 3516867"/>
              <a:gd name="connsiteY13" fmla="*/ 0 h 3146442"/>
              <a:gd name="connsiteX0" fmla="*/ 0 w 3426402"/>
              <a:gd name="connsiteY0" fmla="*/ 3430672 h 3430672"/>
              <a:gd name="connsiteX1" fmla="*/ 205367 w 3426402"/>
              <a:gd name="connsiteY1" fmla="*/ 3134421 h 3430672"/>
              <a:gd name="connsiteX2" fmla="*/ 516919 w 3426402"/>
              <a:gd name="connsiteY2" fmla="*/ 2751866 h 3430672"/>
              <a:gd name="connsiteX3" fmla="*/ 563236 w 3426402"/>
              <a:gd name="connsiteY3" fmla="*/ 2394014 h 3430672"/>
              <a:gd name="connsiteX4" fmla="*/ 751010 w 3426402"/>
              <a:gd name="connsiteY4" fmla="*/ 2152388 h 3430672"/>
              <a:gd name="connsiteX5" fmla="*/ 1056419 w 3426402"/>
              <a:gd name="connsiteY5" fmla="*/ 1832429 h 3430672"/>
              <a:gd name="connsiteX6" fmla="*/ 1275384 w 3426402"/>
              <a:gd name="connsiteY6" fmla="*/ 1534423 h 3430672"/>
              <a:gd name="connsiteX7" fmla="*/ 1715726 w 3426402"/>
              <a:gd name="connsiteY7" fmla="*/ 1479554 h 3430672"/>
              <a:gd name="connsiteX8" fmla="*/ 2181682 w 3426402"/>
              <a:gd name="connsiteY8" fmla="*/ 1439352 h 3430672"/>
              <a:gd name="connsiteX9" fmla="*/ 2560213 w 3426402"/>
              <a:gd name="connsiteY9" fmla="*/ 1387733 h 3430672"/>
              <a:gd name="connsiteX10" fmla="*/ 2815864 w 3426402"/>
              <a:gd name="connsiteY10" fmla="*/ 1252764 h 3430672"/>
              <a:gd name="connsiteX11" fmla="*/ 3095484 w 3426402"/>
              <a:gd name="connsiteY11" fmla="*/ 900006 h 3430672"/>
              <a:gd name="connsiteX12" fmla="*/ 3198017 w 3426402"/>
              <a:gd name="connsiteY12" fmla="*/ 335960 h 3430672"/>
              <a:gd name="connsiteX13" fmla="*/ 3426402 w 3426402"/>
              <a:gd name="connsiteY13" fmla="*/ 0 h 343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6402" h="3430672">
                <a:moveTo>
                  <a:pt x="0" y="3430672"/>
                </a:moveTo>
                <a:cubicBezTo>
                  <a:pt x="56111" y="3251632"/>
                  <a:pt x="119214" y="3247555"/>
                  <a:pt x="205367" y="3134421"/>
                </a:cubicBezTo>
                <a:cubicBezTo>
                  <a:pt x="291520" y="3021287"/>
                  <a:pt x="457274" y="2875267"/>
                  <a:pt x="516919" y="2751866"/>
                </a:cubicBezTo>
                <a:cubicBezTo>
                  <a:pt x="576564" y="2628465"/>
                  <a:pt x="524221" y="2493927"/>
                  <a:pt x="563236" y="2394014"/>
                </a:cubicBezTo>
                <a:cubicBezTo>
                  <a:pt x="602251" y="2294101"/>
                  <a:pt x="668813" y="2245986"/>
                  <a:pt x="751010" y="2152388"/>
                </a:cubicBezTo>
                <a:cubicBezTo>
                  <a:pt x="833207" y="2058791"/>
                  <a:pt x="969023" y="1935423"/>
                  <a:pt x="1056419" y="1832429"/>
                </a:cubicBezTo>
                <a:cubicBezTo>
                  <a:pt x="1143815" y="1729435"/>
                  <a:pt x="1165500" y="1593235"/>
                  <a:pt x="1275384" y="1534423"/>
                </a:cubicBezTo>
                <a:cubicBezTo>
                  <a:pt x="1385268" y="1475611"/>
                  <a:pt x="1564676" y="1495399"/>
                  <a:pt x="1715726" y="1479554"/>
                </a:cubicBezTo>
                <a:cubicBezTo>
                  <a:pt x="1866776" y="1463709"/>
                  <a:pt x="2010804" y="1477642"/>
                  <a:pt x="2181682" y="1439352"/>
                </a:cubicBezTo>
                <a:cubicBezTo>
                  <a:pt x="2296649" y="1413539"/>
                  <a:pt x="2454516" y="1418831"/>
                  <a:pt x="2560213" y="1387733"/>
                </a:cubicBezTo>
                <a:cubicBezTo>
                  <a:pt x="2665910" y="1356635"/>
                  <a:pt x="2726652" y="1334052"/>
                  <a:pt x="2815864" y="1252764"/>
                </a:cubicBezTo>
                <a:cubicBezTo>
                  <a:pt x="2905076" y="1171476"/>
                  <a:pt x="3031792" y="1052807"/>
                  <a:pt x="3095484" y="900006"/>
                </a:cubicBezTo>
                <a:cubicBezTo>
                  <a:pt x="3159176" y="747205"/>
                  <a:pt x="3191350" y="466072"/>
                  <a:pt x="3198017" y="335960"/>
                </a:cubicBezTo>
                <a:cubicBezTo>
                  <a:pt x="3226270" y="167045"/>
                  <a:pt x="3408547" y="128142"/>
                  <a:pt x="3426402"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FBE7EAC4-2169-F09B-C55C-3134E0423C22}"/>
              </a:ext>
            </a:extLst>
          </p:cNvPr>
          <p:cNvSpPr/>
          <p:nvPr/>
        </p:nvSpPr>
        <p:spPr>
          <a:xfrm rot="20171727" flipH="1">
            <a:off x="11462986" y="119337"/>
            <a:ext cx="841805" cy="1188318"/>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927" h="1609061">
                <a:moveTo>
                  <a:pt x="396858" y="1609061"/>
                </a:moveTo>
                <a:cubicBezTo>
                  <a:pt x="428612" y="1517040"/>
                  <a:pt x="611931" y="1367851"/>
                  <a:pt x="683467" y="1260044"/>
                </a:cubicBezTo>
                <a:cubicBezTo>
                  <a:pt x="755003" y="1152237"/>
                  <a:pt x="772000" y="1073900"/>
                  <a:pt x="826077" y="962217"/>
                </a:cubicBezTo>
                <a:cubicBezTo>
                  <a:pt x="880154" y="850534"/>
                  <a:pt x="1000736" y="692641"/>
                  <a:pt x="1007927" y="589947"/>
                </a:cubicBezTo>
                <a:cubicBezTo>
                  <a:pt x="1005927" y="477648"/>
                  <a:pt x="899102" y="440382"/>
                  <a:pt x="780335" y="359879"/>
                </a:cubicBezTo>
                <a:cubicBezTo>
                  <a:pt x="661568" y="279376"/>
                  <a:pt x="385050" y="147123"/>
                  <a:pt x="295324" y="106928"/>
                </a:cubicBezTo>
                <a:cubicBezTo>
                  <a:pt x="193121" y="61112"/>
                  <a:pt x="225239" y="21736"/>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F8697A20-D2B1-5B3B-0D21-75415AEE92D8}"/>
              </a:ext>
            </a:extLst>
          </p:cNvPr>
          <p:cNvSpPr/>
          <p:nvPr/>
        </p:nvSpPr>
        <p:spPr>
          <a:xfrm rot="18807661" flipH="1">
            <a:off x="10997688" y="624586"/>
            <a:ext cx="1409368" cy="2300487"/>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 name="connsiteX0" fmla="*/ 1710859 w 2033145"/>
              <a:gd name="connsiteY0" fmla="*/ 2760857 h 2803340"/>
              <a:gd name="connsiteX1" fmla="*/ 1956566 w 2033145"/>
              <a:gd name="connsiteY1" fmla="*/ 2797018 h 2803340"/>
              <a:gd name="connsiteX2" fmla="*/ 2014281 w 2033145"/>
              <a:gd name="connsiteY2" fmla="*/ 2542282 h 2803340"/>
              <a:gd name="connsiteX3" fmla="*/ 1662715 w 2033145"/>
              <a:gd name="connsiteY3" fmla="*/ 1950659 h 2803340"/>
              <a:gd name="connsiteX4" fmla="*/ 1389060 w 2033145"/>
              <a:gd name="connsiteY4" fmla="*/ 1615192 h 2803340"/>
              <a:gd name="connsiteX5" fmla="*/ 1513123 w 2033145"/>
              <a:gd name="connsiteY5" fmla="*/ 1106206 h 2803340"/>
              <a:gd name="connsiteX6" fmla="*/ 1636108 w 2033145"/>
              <a:gd name="connsiteY6" fmla="*/ 708372 h 2803340"/>
              <a:gd name="connsiteX7" fmla="*/ 1443971 w 2033145"/>
              <a:gd name="connsiteY7" fmla="*/ 235383 h 2803340"/>
              <a:gd name="connsiteX8" fmla="*/ 885985 w 2033145"/>
              <a:gd name="connsiteY8" fmla="*/ 10466 h 2803340"/>
              <a:gd name="connsiteX9" fmla="*/ 398861 w 2033145"/>
              <a:gd name="connsiteY9" fmla="*/ 125712 h 2803340"/>
              <a:gd name="connsiteX10" fmla="*/ 286718 w 2033145"/>
              <a:gd name="connsiteY10" fmla="*/ 876912 h 2803340"/>
              <a:gd name="connsiteX11" fmla="*/ 143463 w 2033145"/>
              <a:gd name="connsiteY11" fmla="*/ 1116656 h 2803340"/>
              <a:gd name="connsiteX12" fmla="*/ 0 w 2033145"/>
              <a:gd name="connsiteY12" fmla="*/ 1409329 h 2803340"/>
              <a:gd name="connsiteX0" fmla="*/ 1710859 w 2027525"/>
              <a:gd name="connsiteY0" fmla="*/ 2760857 h 2760857"/>
              <a:gd name="connsiteX1" fmla="*/ 1930180 w 2027525"/>
              <a:gd name="connsiteY1" fmla="*/ 2745677 h 2760857"/>
              <a:gd name="connsiteX2" fmla="*/ 2014281 w 2027525"/>
              <a:gd name="connsiteY2" fmla="*/ 2542282 h 2760857"/>
              <a:gd name="connsiteX3" fmla="*/ 1662715 w 2027525"/>
              <a:gd name="connsiteY3" fmla="*/ 1950659 h 2760857"/>
              <a:gd name="connsiteX4" fmla="*/ 1389060 w 2027525"/>
              <a:gd name="connsiteY4" fmla="*/ 1615192 h 2760857"/>
              <a:gd name="connsiteX5" fmla="*/ 1513123 w 2027525"/>
              <a:gd name="connsiteY5" fmla="*/ 1106206 h 2760857"/>
              <a:gd name="connsiteX6" fmla="*/ 1636108 w 2027525"/>
              <a:gd name="connsiteY6" fmla="*/ 708372 h 2760857"/>
              <a:gd name="connsiteX7" fmla="*/ 1443971 w 2027525"/>
              <a:gd name="connsiteY7" fmla="*/ 235383 h 2760857"/>
              <a:gd name="connsiteX8" fmla="*/ 885985 w 2027525"/>
              <a:gd name="connsiteY8" fmla="*/ 10466 h 2760857"/>
              <a:gd name="connsiteX9" fmla="*/ 398861 w 2027525"/>
              <a:gd name="connsiteY9" fmla="*/ 125712 h 2760857"/>
              <a:gd name="connsiteX10" fmla="*/ 286718 w 2027525"/>
              <a:gd name="connsiteY10" fmla="*/ 876912 h 2760857"/>
              <a:gd name="connsiteX11" fmla="*/ 143463 w 2027525"/>
              <a:gd name="connsiteY11" fmla="*/ 1116656 h 2760857"/>
              <a:gd name="connsiteX12" fmla="*/ 0 w 2027525"/>
              <a:gd name="connsiteY12" fmla="*/ 1409329 h 2760857"/>
              <a:gd name="connsiteX0" fmla="*/ 1710859 w 1961059"/>
              <a:gd name="connsiteY0" fmla="*/ 2760857 h 2763220"/>
              <a:gd name="connsiteX1" fmla="*/ 1930180 w 1961059"/>
              <a:gd name="connsiteY1" fmla="*/ 2745677 h 2763220"/>
              <a:gd name="connsiteX2" fmla="*/ 1930816 w 1961059"/>
              <a:gd name="connsiteY2" fmla="*/ 2420445 h 2763220"/>
              <a:gd name="connsiteX3" fmla="*/ 1662715 w 1961059"/>
              <a:gd name="connsiteY3" fmla="*/ 1950659 h 2763220"/>
              <a:gd name="connsiteX4" fmla="*/ 1389060 w 1961059"/>
              <a:gd name="connsiteY4" fmla="*/ 1615192 h 2763220"/>
              <a:gd name="connsiteX5" fmla="*/ 1513123 w 1961059"/>
              <a:gd name="connsiteY5" fmla="*/ 1106206 h 2763220"/>
              <a:gd name="connsiteX6" fmla="*/ 1636108 w 1961059"/>
              <a:gd name="connsiteY6" fmla="*/ 708372 h 2763220"/>
              <a:gd name="connsiteX7" fmla="*/ 1443971 w 1961059"/>
              <a:gd name="connsiteY7" fmla="*/ 235383 h 2763220"/>
              <a:gd name="connsiteX8" fmla="*/ 885985 w 1961059"/>
              <a:gd name="connsiteY8" fmla="*/ 10466 h 2763220"/>
              <a:gd name="connsiteX9" fmla="*/ 398861 w 1961059"/>
              <a:gd name="connsiteY9" fmla="*/ 125712 h 2763220"/>
              <a:gd name="connsiteX10" fmla="*/ 286718 w 1961059"/>
              <a:gd name="connsiteY10" fmla="*/ 876912 h 2763220"/>
              <a:gd name="connsiteX11" fmla="*/ 143463 w 1961059"/>
              <a:gd name="connsiteY11" fmla="*/ 1116656 h 2763220"/>
              <a:gd name="connsiteX12" fmla="*/ 0 w 1961059"/>
              <a:gd name="connsiteY12" fmla="*/ 1409329 h 2763220"/>
              <a:gd name="connsiteX0" fmla="*/ 1710859 w 1966369"/>
              <a:gd name="connsiteY0" fmla="*/ 2760857 h 2764173"/>
              <a:gd name="connsiteX1" fmla="*/ 1930180 w 1966369"/>
              <a:gd name="connsiteY1" fmla="*/ 2745677 h 2764173"/>
              <a:gd name="connsiteX2" fmla="*/ 1939233 w 1966369"/>
              <a:gd name="connsiteY2" fmla="*/ 2406497 h 2764173"/>
              <a:gd name="connsiteX3" fmla="*/ 1662715 w 1966369"/>
              <a:gd name="connsiteY3" fmla="*/ 1950659 h 2764173"/>
              <a:gd name="connsiteX4" fmla="*/ 1389060 w 1966369"/>
              <a:gd name="connsiteY4" fmla="*/ 1615192 h 2764173"/>
              <a:gd name="connsiteX5" fmla="*/ 1513123 w 1966369"/>
              <a:gd name="connsiteY5" fmla="*/ 1106206 h 2764173"/>
              <a:gd name="connsiteX6" fmla="*/ 1636108 w 1966369"/>
              <a:gd name="connsiteY6" fmla="*/ 708372 h 2764173"/>
              <a:gd name="connsiteX7" fmla="*/ 1443971 w 1966369"/>
              <a:gd name="connsiteY7" fmla="*/ 235383 h 2764173"/>
              <a:gd name="connsiteX8" fmla="*/ 885985 w 1966369"/>
              <a:gd name="connsiteY8" fmla="*/ 10466 h 2764173"/>
              <a:gd name="connsiteX9" fmla="*/ 398861 w 1966369"/>
              <a:gd name="connsiteY9" fmla="*/ 125712 h 2764173"/>
              <a:gd name="connsiteX10" fmla="*/ 286718 w 1966369"/>
              <a:gd name="connsiteY10" fmla="*/ 876912 h 2764173"/>
              <a:gd name="connsiteX11" fmla="*/ 143463 w 1966369"/>
              <a:gd name="connsiteY11" fmla="*/ 1116656 h 2764173"/>
              <a:gd name="connsiteX12" fmla="*/ 0 w 1966369"/>
              <a:gd name="connsiteY12" fmla="*/ 1409329 h 2764173"/>
              <a:gd name="connsiteX0" fmla="*/ 1710859 w 1959739"/>
              <a:gd name="connsiteY0" fmla="*/ 2760857 h 2760857"/>
              <a:gd name="connsiteX1" fmla="*/ 1913840 w 1959739"/>
              <a:gd name="connsiteY1" fmla="*/ 2675765 h 2760857"/>
              <a:gd name="connsiteX2" fmla="*/ 1939233 w 1959739"/>
              <a:gd name="connsiteY2" fmla="*/ 2406497 h 2760857"/>
              <a:gd name="connsiteX3" fmla="*/ 1662715 w 1959739"/>
              <a:gd name="connsiteY3" fmla="*/ 1950659 h 2760857"/>
              <a:gd name="connsiteX4" fmla="*/ 1389060 w 1959739"/>
              <a:gd name="connsiteY4" fmla="*/ 1615192 h 2760857"/>
              <a:gd name="connsiteX5" fmla="*/ 1513123 w 1959739"/>
              <a:gd name="connsiteY5" fmla="*/ 1106206 h 2760857"/>
              <a:gd name="connsiteX6" fmla="*/ 1636108 w 1959739"/>
              <a:gd name="connsiteY6" fmla="*/ 708372 h 2760857"/>
              <a:gd name="connsiteX7" fmla="*/ 1443971 w 1959739"/>
              <a:gd name="connsiteY7" fmla="*/ 235383 h 2760857"/>
              <a:gd name="connsiteX8" fmla="*/ 885985 w 1959739"/>
              <a:gd name="connsiteY8" fmla="*/ 10466 h 2760857"/>
              <a:gd name="connsiteX9" fmla="*/ 398861 w 1959739"/>
              <a:gd name="connsiteY9" fmla="*/ 125712 h 2760857"/>
              <a:gd name="connsiteX10" fmla="*/ 286718 w 1959739"/>
              <a:gd name="connsiteY10" fmla="*/ 876912 h 2760857"/>
              <a:gd name="connsiteX11" fmla="*/ 143463 w 1959739"/>
              <a:gd name="connsiteY11" fmla="*/ 1116656 h 2760857"/>
              <a:gd name="connsiteX12" fmla="*/ 0 w 1959739"/>
              <a:gd name="connsiteY12" fmla="*/ 1409329 h 27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9739" h="2760857">
                <a:moveTo>
                  <a:pt x="1710859" y="2760857"/>
                </a:moveTo>
                <a:cubicBezTo>
                  <a:pt x="1721544" y="2697790"/>
                  <a:pt x="1875778" y="2734825"/>
                  <a:pt x="1913840" y="2675765"/>
                </a:cubicBezTo>
                <a:cubicBezTo>
                  <a:pt x="1951902" y="2616705"/>
                  <a:pt x="1981087" y="2527348"/>
                  <a:pt x="1939233" y="2406497"/>
                </a:cubicBezTo>
                <a:cubicBezTo>
                  <a:pt x="1897379" y="2285646"/>
                  <a:pt x="1754411" y="2082543"/>
                  <a:pt x="1662715" y="1950659"/>
                </a:cubicBezTo>
                <a:cubicBezTo>
                  <a:pt x="1571020" y="1818775"/>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4" name="Freeform: Shape 13">
            <a:extLst>
              <a:ext uri="{FF2B5EF4-FFF2-40B4-BE49-F238E27FC236}">
                <a16:creationId xmlns:a16="http://schemas.microsoft.com/office/drawing/2014/main" id="{D787FCB4-DEEB-62F7-1CE9-33E16163746E}"/>
              </a:ext>
            </a:extLst>
          </p:cNvPr>
          <p:cNvSpPr/>
          <p:nvPr/>
        </p:nvSpPr>
        <p:spPr>
          <a:xfrm rot="18807661" flipH="1">
            <a:off x="11552970" y="1091391"/>
            <a:ext cx="751294" cy="140583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 name="connsiteX0" fmla="*/ 1037405 w 1046486"/>
              <a:gd name="connsiteY0" fmla="*/ 1687166 h 1687166"/>
              <a:gd name="connsiteX1" fmla="*/ 945719 w 1046486"/>
              <a:gd name="connsiteY1" fmla="*/ 1473424 h 1687166"/>
              <a:gd name="connsiteX2" fmla="*/ 943141 w 1046486"/>
              <a:gd name="connsiteY2" fmla="*/ 1253077 h 1687166"/>
              <a:gd name="connsiteX3" fmla="*/ 773918 w 1046486"/>
              <a:gd name="connsiteY3" fmla="*/ 792778 h 1687166"/>
              <a:gd name="connsiteX4" fmla="*/ 811244 w 1046486"/>
              <a:gd name="connsiteY4" fmla="*/ 395721 h 1687166"/>
              <a:gd name="connsiteX5" fmla="*/ 811244 w 1046486"/>
              <a:gd name="connsiteY5" fmla="*/ 234558 h 1687166"/>
              <a:gd name="connsiteX6" fmla="*/ 802958 w 1046486"/>
              <a:gd name="connsiteY6" fmla="*/ 65108 h 1687166"/>
              <a:gd name="connsiteX7" fmla="*/ 768001 w 1046486"/>
              <a:gd name="connsiteY7" fmla="*/ 8625 h 1687166"/>
              <a:gd name="connsiteX8" fmla="*/ 616406 w 1046486"/>
              <a:gd name="connsiteY8" fmla="*/ 19384 h 1687166"/>
              <a:gd name="connsiteX9" fmla="*/ 464976 w 1046486"/>
              <a:gd name="connsiteY9" fmla="*/ 186963 h 1687166"/>
              <a:gd name="connsiteX10" fmla="*/ 173993 w 1046486"/>
              <a:gd name="connsiteY10" fmla="*/ 511943 h 1687166"/>
              <a:gd name="connsiteX11" fmla="*/ 0 w 1046486"/>
              <a:gd name="connsiteY11" fmla="*/ 859302 h 1687166"/>
              <a:gd name="connsiteX0" fmla="*/ 1037405 w 1043840"/>
              <a:gd name="connsiteY0" fmla="*/ 1687166 h 1687166"/>
              <a:gd name="connsiteX1" fmla="*/ 884625 w 1043840"/>
              <a:gd name="connsiteY1" fmla="*/ 1387741 h 1687166"/>
              <a:gd name="connsiteX2" fmla="*/ 943141 w 1043840"/>
              <a:gd name="connsiteY2" fmla="*/ 1253077 h 1687166"/>
              <a:gd name="connsiteX3" fmla="*/ 773918 w 1043840"/>
              <a:gd name="connsiteY3" fmla="*/ 792778 h 1687166"/>
              <a:gd name="connsiteX4" fmla="*/ 811244 w 1043840"/>
              <a:gd name="connsiteY4" fmla="*/ 395721 h 1687166"/>
              <a:gd name="connsiteX5" fmla="*/ 811244 w 1043840"/>
              <a:gd name="connsiteY5" fmla="*/ 234558 h 1687166"/>
              <a:gd name="connsiteX6" fmla="*/ 802958 w 1043840"/>
              <a:gd name="connsiteY6" fmla="*/ 65108 h 1687166"/>
              <a:gd name="connsiteX7" fmla="*/ 768001 w 1043840"/>
              <a:gd name="connsiteY7" fmla="*/ 8625 h 1687166"/>
              <a:gd name="connsiteX8" fmla="*/ 616406 w 1043840"/>
              <a:gd name="connsiteY8" fmla="*/ 19384 h 1687166"/>
              <a:gd name="connsiteX9" fmla="*/ 464976 w 1043840"/>
              <a:gd name="connsiteY9" fmla="*/ 186963 h 1687166"/>
              <a:gd name="connsiteX10" fmla="*/ 173993 w 1043840"/>
              <a:gd name="connsiteY10" fmla="*/ 511943 h 1687166"/>
              <a:gd name="connsiteX11" fmla="*/ 0 w 1043840"/>
              <a:gd name="connsiteY11" fmla="*/ 859302 h 1687166"/>
              <a:gd name="connsiteX0" fmla="*/ 1037405 w 1044683"/>
              <a:gd name="connsiteY0" fmla="*/ 1687166 h 1687166"/>
              <a:gd name="connsiteX1" fmla="*/ 884625 w 1044683"/>
              <a:gd name="connsiteY1" fmla="*/ 1387741 h 1687166"/>
              <a:gd name="connsiteX2" fmla="*/ 791010 w 1044683"/>
              <a:gd name="connsiteY2" fmla="*/ 1143529 h 1687166"/>
              <a:gd name="connsiteX3" fmla="*/ 773918 w 1044683"/>
              <a:gd name="connsiteY3" fmla="*/ 792778 h 1687166"/>
              <a:gd name="connsiteX4" fmla="*/ 811244 w 1044683"/>
              <a:gd name="connsiteY4" fmla="*/ 395721 h 1687166"/>
              <a:gd name="connsiteX5" fmla="*/ 811244 w 1044683"/>
              <a:gd name="connsiteY5" fmla="*/ 234558 h 1687166"/>
              <a:gd name="connsiteX6" fmla="*/ 802958 w 1044683"/>
              <a:gd name="connsiteY6" fmla="*/ 65108 h 1687166"/>
              <a:gd name="connsiteX7" fmla="*/ 768001 w 1044683"/>
              <a:gd name="connsiteY7" fmla="*/ 8625 h 1687166"/>
              <a:gd name="connsiteX8" fmla="*/ 616406 w 1044683"/>
              <a:gd name="connsiteY8" fmla="*/ 19384 h 1687166"/>
              <a:gd name="connsiteX9" fmla="*/ 464976 w 1044683"/>
              <a:gd name="connsiteY9" fmla="*/ 186963 h 1687166"/>
              <a:gd name="connsiteX10" fmla="*/ 173993 w 1044683"/>
              <a:gd name="connsiteY10" fmla="*/ 511943 h 1687166"/>
              <a:gd name="connsiteX11" fmla="*/ 0 w 1044683"/>
              <a:gd name="connsiteY11" fmla="*/ 859302 h 1687166"/>
              <a:gd name="connsiteX0" fmla="*/ 1037405 w 1044683"/>
              <a:gd name="connsiteY0" fmla="*/ 1687166 h 1687166"/>
              <a:gd name="connsiteX1" fmla="*/ 884625 w 1044683"/>
              <a:gd name="connsiteY1" fmla="*/ 1387741 h 1687166"/>
              <a:gd name="connsiteX2" fmla="*/ 791010 w 1044683"/>
              <a:gd name="connsiteY2" fmla="*/ 1143529 h 1687166"/>
              <a:gd name="connsiteX3" fmla="*/ 700490 w 1044683"/>
              <a:gd name="connsiteY3" fmla="*/ 708908 h 1687166"/>
              <a:gd name="connsiteX4" fmla="*/ 811244 w 1044683"/>
              <a:gd name="connsiteY4" fmla="*/ 395721 h 1687166"/>
              <a:gd name="connsiteX5" fmla="*/ 811244 w 1044683"/>
              <a:gd name="connsiteY5" fmla="*/ 234558 h 1687166"/>
              <a:gd name="connsiteX6" fmla="*/ 802958 w 1044683"/>
              <a:gd name="connsiteY6" fmla="*/ 65108 h 1687166"/>
              <a:gd name="connsiteX7" fmla="*/ 768001 w 1044683"/>
              <a:gd name="connsiteY7" fmla="*/ 8625 h 1687166"/>
              <a:gd name="connsiteX8" fmla="*/ 616406 w 1044683"/>
              <a:gd name="connsiteY8" fmla="*/ 19384 h 1687166"/>
              <a:gd name="connsiteX9" fmla="*/ 464976 w 1044683"/>
              <a:gd name="connsiteY9" fmla="*/ 186963 h 1687166"/>
              <a:gd name="connsiteX10" fmla="*/ 173993 w 1044683"/>
              <a:gd name="connsiteY10" fmla="*/ 511943 h 1687166"/>
              <a:gd name="connsiteX11" fmla="*/ 0 w 1044683"/>
              <a:gd name="connsiteY11" fmla="*/ 859302 h 1687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4683" h="1687166">
                <a:moveTo>
                  <a:pt x="1037405" y="1687166"/>
                </a:moveTo>
                <a:cubicBezTo>
                  <a:pt x="1079692" y="1512358"/>
                  <a:pt x="925691" y="1478347"/>
                  <a:pt x="884625" y="1387741"/>
                </a:cubicBezTo>
                <a:cubicBezTo>
                  <a:pt x="843559" y="1297135"/>
                  <a:pt x="821699" y="1256668"/>
                  <a:pt x="791010" y="1143529"/>
                </a:cubicBezTo>
                <a:cubicBezTo>
                  <a:pt x="760321" y="1030390"/>
                  <a:pt x="708562" y="842889"/>
                  <a:pt x="700490" y="708908"/>
                </a:cubicBezTo>
                <a:cubicBezTo>
                  <a:pt x="708206" y="608991"/>
                  <a:pt x="792785" y="474779"/>
                  <a:pt x="811244" y="395721"/>
                </a:cubicBezTo>
                <a:cubicBezTo>
                  <a:pt x="829703" y="316663"/>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5" name="Freeform: Shape 14">
            <a:extLst>
              <a:ext uri="{FF2B5EF4-FFF2-40B4-BE49-F238E27FC236}">
                <a16:creationId xmlns:a16="http://schemas.microsoft.com/office/drawing/2014/main" id="{712D0433-6455-4A7F-6694-D135051B4FEB}"/>
              </a:ext>
            </a:extLst>
          </p:cNvPr>
          <p:cNvSpPr/>
          <p:nvPr/>
        </p:nvSpPr>
        <p:spPr>
          <a:xfrm rot="18807661" flipH="1">
            <a:off x="11165205" y="763890"/>
            <a:ext cx="1175960" cy="1941002"/>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3044767 h 3044767"/>
              <a:gd name="connsiteX1" fmla="*/ 486918 w 810782"/>
              <a:gd name="connsiteY1" fmla="*/ 2017504 h 3044767"/>
              <a:gd name="connsiteX2" fmla="*/ 376809 w 810782"/>
              <a:gd name="connsiteY2" fmla="*/ 1732802 h 3044767"/>
              <a:gd name="connsiteX3" fmla="*/ 319373 w 810782"/>
              <a:gd name="connsiteY3" fmla="*/ 1498296 h 3044767"/>
              <a:gd name="connsiteX4" fmla="*/ 264319 w 810782"/>
              <a:gd name="connsiteY4" fmla="*/ 1203973 h 3044767"/>
              <a:gd name="connsiteX5" fmla="*/ 278702 w 810782"/>
              <a:gd name="connsiteY5" fmla="*/ 955180 h 3044767"/>
              <a:gd name="connsiteX6" fmla="*/ 302609 w 810782"/>
              <a:gd name="connsiteY6" fmla="*/ 809257 h 3044767"/>
              <a:gd name="connsiteX7" fmla="*/ 360045 w 810782"/>
              <a:gd name="connsiteY7" fmla="*/ 517316 h 3044767"/>
              <a:gd name="connsiteX8" fmla="*/ 386334 w 810782"/>
              <a:gd name="connsiteY8" fmla="*/ 306814 h 3044767"/>
              <a:gd name="connsiteX9" fmla="*/ 216378 w 810782"/>
              <a:gd name="connsiteY9" fmla="*/ 3897 h 3044767"/>
              <a:gd name="connsiteX10" fmla="*/ 0 w 810782"/>
              <a:gd name="connsiteY10" fmla="*/ 129934 h 3044767"/>
              <a:gd name="connsiteX0" fmla="*/ 1340281 w 1340281"/>
              <a:gd name="connsiteY0" fmla="*/ 3041555 h 3041555"/>
              <a:gd name="connsiteX1" fmla="*/ 1016417 w 1340281"/>
              <a:gd name="connsiteY1" fmla="*/ 2014292 h 3041555"/>
              <a:gd name="connsiteX2" fmla="*/ 906308 w 1340281"/>
              <a:gd name="connsiteY2" fmla="*/ 1729590 h 3041555"/>
              <a:gd name="connsiteX3" fmla="*/ 848872 w 1340281"/>
              <a:gd name="connsiteY3" fmla="*/ 1495084 h 3041555"/>
              <a:gd name="connsiteX4" fmla="*/ 793818 w 1340281"/>
              <a:gd name="connsiteY4" fmla="*/ 1200761 h 3041555"/>
              <a:gd name="connsiteX5" fmla="*/ 808201 w 1340281"/>
              <a:gd name="connsiteY5" fmla="*/ 951968 h 3041555"/>
              <a:gd name="connsiteX6" fmla="*/ 832108 w 1340281"/>
              <a:gd name="connsiteY6" fmla="*/ 806045 h 3041555"/>
              <a:gd name="connsiteX7" fmla="*/ 889544 w 1340281"/>
              <a:gd name="connsiteY7" fmla="*/ 514104 h 3041555"/>
              <a:gd name="connsiteX8" fmla="*/ 915833 w 1340281"/>
              <a:gd name="connsiteY8" fmla="*/ 303602 h 3041555"/>
              <a:gd name="connsiteX9" fmla="*/ 745877 w 1340281"/>
              <a:gd name="connsiteY9" fmla="*/ 685 h 3041555"/>
              <a:gd name="connsiteX10" fmla="*/ 0 w 1340281"/>
              <a:gd name="connsiteY10" fmla="*/ 912744 h 3041555"/>
              <a:gd name="connsiteX0" fmla="*/ 1293033 w 1293033"/>
              <a:gd name="connsiteY0" fmla="*/ 3041701 h 3041701"/>
              <a:gd name="connsiteX1" fmla="*/ 969169 w 1293033"/>
              <a:gd name="connsiteY1" fmla="*/ 2014438 h 3041701"/>
              <a:gd name="connsiteX2" fmla="*/ 859060 w 1293033"/>
              <a:gd name="connsiteY2" fmla="*/ 1729736 h 3041701"/>
              <a:gd name="connsiteX3" fmla="*/ 801624 w 1293033"/>
              <a:gd name="connsiteY3" fmla="*/ 1495230 h 3041701"/>
              <a:gd name="connsiteX4" fmla="*/ 746570 w 1293033"/>
              <a:gd name="connsiteY4" fmla="*/ 1200907 h 3041701"/>
              <a:gd name="connsiteX5" fmla="*/ 760953 w 1293033"/>
              <a:gd name="connsiteY5" fmla="*/ 952114 h 3041701"/>
              <a:gd name="connsiteX6" fmla="*/ 784860 w 1293033"/>
              <a:gd name="connsiteY6" fmla="*/ 806191 h 3041701"/>
              <a:gd name="connsiteX7" fmla="*/ 842296 w 1293033"/>
              <a:gd name="connsiteY7" fmla="*/ 514250 h 3041701"/>
              <a:gd name="connsiteX8" fmla="*/ 868585 w 1293033"/>
              <a:gd name="connsiteY8" fmla="*/ 303748 h 3041701"/>
              <a:gd name="connsiteX9" fmla="*/ 698629 w 1293033"/>
              <a:gd name="connsiteY9" fmla="*/ 831 h 3041701"/>
              <a:gd name="connsiteX10" fmla="*/ 0 w 1293033"/>
              <a:gd name="connsiteY10" fmla="*/ 744072 h 3041701"/>
              <a:gd name="connsiteX0" fmla="*/ 1293033 w 1293033"/>
              <a:gd name="connsiteY0" fmla="*/ 3041959 h 3041959"/>
              <a:gd name="connsiteX1" fmla="*/ 969169 w 1293033"/>
              <a:gd name="connsiteY1" fmla="*/ 2014696 h 3041959"/>
              <a:gd name="connsiteX2" fmla="*/ 859060 w 1293033"/>
              <a:gd name="connsiteY2" fmla="*/ 1729994 h 3041959"/>
              <a:gd name="connsiteX3" fmla="*/ 801624 w 1293033"/>
              <a:gd name="connsiteY3" fmla="*/ 1495488 h 3041959"/>
              <a:gd name="connsiteX4" fmla="*/ 746570 w 1293033"/>
              <a:gd name="connsiteY4" fmla="*/ 1201165 h 3041959"/>
              <a:gd name="connsiteX5" fmla="*/ 760953 w 1293033"/>
              <a:gd name="connsiteY5" fmla="*/ 952372 h 3041959"/>
              <a:gd name="connsiteX6" fmla="*/ 784860 w 1293033"/>
              <a:gd name="connsiteY6" fmla="*/ 806449 h 3041959"/>
              <a:gd name="connsiteX7" fmla="*/ 842296 w 1293033"/>
              <a:gd name="connsiteY7" fmla="*/ 514508 h 3041959"/>
              <a:gd name="connsiteX8" fmla="*/ 868585 w 1293033"/>
              <a:gd name="connsiteY8" fmla="*/ 304006 h 3041959"/>
              <a:gd name="connsiteX9" fmla="*/ 698629 w 1293033"/>
              <a:gd name="connsiteY9" fmla="*/ 1089 h 3041959"/>
              <a:gd name="connsiteX10" fmla="*/ 0 w 1293033"/>
              <a:gd name="connsiteY10" fmla="*/ 744330 h 3041959"/>
              <a:gd name="connsiteX0" fmla="*/ 1293033 w 1293033"/>
              <a:gd name="connsiteY0" fmla="*/ 3040870 h 3040870"/>
              <a:gd name="connsiteX1" fmla="*/ 969169 w 1293033"/>
              <a:gd name="connsiteY1" fmla="*/ 2013607 h 3040870"/>
              <a:gd name="connsiteX2" fmla="*/ 859060 w 1293033"/>
              <a:gd name="connsiteY2" fmla="*/ 1728905 h 3040870"/>
              <a:gd name="connsiteX3" fmla="*/ 801624 w 1293033"/>
              <a:gd name="connsiteY3" fmla="*/ 1494399 h 3040870"/>
              <a:gd name="connsiteX4" fmla="*/ 746570 w 1293033"/>
              <a:gd name="connsiteY4" fmla="*/ 1200076 h 3040870"/>
              <a:gd name="connsiteX5" fmla="*/ 760953 w 1293033"/>
              <a:gd name="connsiteY5" fmla="*/ 951283 h 3040870"/>
              <a:gd name="connsiteX6" fmla="*/ 784860 w 1293033"/>
              <a:gd name="connsiteY6" fmla="*/ 805360 h 3040870"/>
              <a:gd name="connsiteX7" fmla="*/ 842296 w 1293033"/>
              <a:gd name="connsiteY7" fmla="*/ 513419 h 3040870"/>
              <a:gd name="connsiteX8" fmla="*/ 868585 w 1293033"/>
              <a:gd name="connsiteY8" fmla="*/ 302917 h 3040870"/>
              <a:gd name="connsiteX9" fmla="*/ 698629 w 1293033"/>
              <a:gd name="connsiteY9" fmla="*/ 0 h 3040870"/>
              <a:gd name="connsiteX10" fmla="*/ 339188 w 1293033"/>
              <a:gd name="connsiteY10" fmla="*/ 287614 h 3040870"/>
              <a:gd name="connsiteX11" fmla="*/ 0 w 1293033"/>
              <a:gd name="connsiteY11" fmla="*/ 74324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0 w 2115242"/>
              <a:gd name="connsiteY11" fmla="*/ 1957011 h 3040870"/>
              <a:gd name="connsiteX0" fmla="*/ 2115242 w 2115242"/>
              <a:gd name="connsiteY0" fmla="*/ 3040870 h 3040870"/>
              <a:gd name="connsiteX1" fmla="*/ 1791378 w 2115242"/>
              <a:gd name="connsiteY1" fmla="*/ 2013607 h 3040870"/>
              <a:gd name="connsiteX2" fmla="*/ 1681269 w 2115242"/>
              <a:gd name="connsiteY2" fmla="*/ 1728905 h 3040870"/>
              <a:gd name="connsiteX3" fmla="*/ 1623833 w 2115242"/>
              <a:gd name="connsiteY3" fmla="*/ 1494399 h 3040870"/>
              <a:gd name="connsiteX4" fmla="*/ 1568779 w 2115242"/>
              <a:gd name="connsiteY4" fmla="*/ 1200076 h 3040870"/>
              <a:gd name="connsiteX5" fmla="*/ 1583162 w 2115242"/>
              <a:gd name="connsiteY5" fmla="*/ 951283 h 3040870"/>
              <a:gd name="connsiteX6" fmla="*/ 1607069 w 2115242"/>
              <a:gd name="connsiteY6" fmla="*/ 805360 h 3040870"/>
              <a:gd name="connsiteX7" fmla="*/ 1664505 w 2115242"/>
              <a:gd name="connsiteY7" fmla="*/ 513419 h 3040870"/>
              <a:gd name="connsiteX8" fmla="*/ 1690794 w 2115242"/>
              <a:gd name="connsiteY8" fmla="*/ 302917 h 3040870"/>
              <a:gd name="connsiteX9" fmla="*/ 1520838 w 2115242"/>
              <a:gd name="connsiteY9" fmla="*/ 0 h 3040870"/>
              <a:gd name="connsiteX10" fmla="*/ 1161397 w 2115242"/>
              <a:gd name="connsiteY10" fmla="*/ 287614 h 3040870"/>
              <a:gd name="connsiteX11" fmla="*/ 557798 w 2115242"/>
              <a:gd name="connsiteY11" fmla="*/ 1220052 h 3040870"/>
              <a:gd name="connsiteX12" fmla="*/ 0 w 2115242"/>
              <a:gd name="connsiteY12" fmla="*/ 1957011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0 w 2195910"/>
              <a:gd name="connsiteY12" fmla="*/ 2192434 h 3040870"/>
              <a:gd name="connsiteX0" fmla="*/ 2206738 w 2206738"/>
              <a:gd name="connsiteY0" fmla="*/ 3040870 h 3040870"/>
              <a:gd name="connsiteX1" fmla="*/ 1882874 w 2206738"/>
              <a:gd name="connsiteY1" fmla="*/ 2013607 h 3040870"/>
              <a:gd name="connsiteX2" fmla="*/ 1772765 w 2206738"/>
              <a:gd name="connsiteY2" fmla="*/ 1728905 h 3040870"/>
              <a:gd name="connsiteX3" fmla="*/ 1715329 w 2206738"/>
              <a:gd name="connsiteY3" fmla="*/ 1494399 h 3040870"/>
              <a:gd name="connsiteX4" fmla="*/ 1660275 w 2206738"/>
              <a:gd name="connsiteY4" fmla="*/ 1200076 h 3040870"/>
              <a:gd name="connsiteX5" fmla="*/ 1674658 w 2206738"/>
              <a:gd name="connsiteY5" fmla="*/ 951283 h 3040870"/>
              <a:gd name="connsiteX6" fmla="*/ 1698565 w 2206738"/>
              <a:gd name="connsiteY6" fmla="*/ 805360 h 3040870"/>
              <a:gd name="connsiteX7" fmla="*/ 1756001 w 2206738"/>
              <a:gd name="connsiteY7" fmla="*/ 513419 h 3040870"/>
              <a:gd name="connsiteX8" fmla="*/ 1782290 w 2206738"/>
              <a:gd name="connsiteY8" fmla="*/ 302917 h 3040870"/>
              <a:gd name="connsiteX9" fmla="*/ 1612334 w 2206738"/>
              <a:gd name="connsiteY9" fmla="*/ 0 h 3040870"/>
              <a:gd name="connsiteX10" fmla="*/ 1252893 w 2206738"/>
              <a:gd name="connsiteY10" fmla="*/ 287614 h 3040870"/>
              <a:gd name="connsiteX11" fmla="*/ 649294 w 2206738"/>
              <a:gd name="connsiteY11" fmla="*/ 1220052 h 3040870"/>
              <a:gd name="connsiteX12" fmla="*/ 10828 w 2206738"/>
              <a:gd name="connsiteY12" fmla="*/ 2192434 h 3040870"/>
              <a:gd name="connsiteX0" fmla="*/ 2195910 w 2195910"/>
              <a:gd name="connsiteY0" fmla="*/ 3040870 h 3040870"/>
              <a:gd name="connsiteX1" fmla="*/ 1872046 w 2195910"/>
              <a:gd name="connsiteY1" fmla="*/ 2013607 h 3040870"/>
              <a:gd name="connsiteX2" fmla="*/ 1761937 w 2195910"/>
              <a:gd name="connsiteY2" fmla="*/ 1728905 h 3040870"/>
              <a:gd name="connsiteX3" fmla="*/ 1704501 w 2195910"/>
              <a:gd name="connsiteY3" fmla="*/ 1494399 h 3040870"/>
              <a:gd name="connsiteX4" fmla="*/ 1649447 w 2195910"/>
              <a:gd name="connsiteY4" fmla="*/ 1200076 h 3040870"/>
              <a:gd name="connsiteX5" fmla="*/ 1663830 w 2195910"/>
              <a:gd name="connsiteY5" fmla="*/ 951283 h 3040870"/>
              <a:gd name="connsiteX6" fmla="*/ 1687737 w 2195910"/>
              <a:gd name="connsiteY6" fmla="*/ 805360 h 3040870"/>
              <a:gd name="connsiteX7" fmla="*/ 1745173 w 2195910"/>
              <a:gd name="connsiteY7" fmla="*/ 513419 h 3040870"/>
              <a:gd name="connsiteX8" fmla="*/ 1771462 w 2195910"/>
              <a:gd name="connsiteY8" fmla="*/ 302917 h 3040870"/>
              <a:gd name="connsiteX9" fmla="*/ 1601506 w 2195910"/>
              <a:gd name="connsiteY9" fmla="*/ 0 h 3040870"/>
              <a:gd name="connsiteX10" fmla="*/ 1242065 w 2195910"/>
              <a:gd name="connsiteY10" fmla="*/ 287614 h 3040870"/>
              <a:gd name="connsiteX11" fmla="*/ 638466 w 2195910"/>
              <a:gd name="connsiteY11" fmla="*/ 1220052 h 3040870"/>
              <a:gd name="connsiteX12" fmla="*/ 135150 w 2195910"/>
              <a:gd name="connsiteY12" fmla="*/ 1874577 h 3040870"/>
              <a:gd name="connsiteX13" fmla="*/ 0 w 2195910"/>
              <a:gd name="connsiteY13" fmla="*/ 2192434 h 3040870"/>
              <a:gd name="connsiteX0" fmla="*/ 2196078 w 2196078"/>
              <a:gd name="connsiteY0" fmla="*/ 3040870 h 3040870"/>
              <a:gd name="connsiteX1" fmla="*/ 1872214 w 2196078"/>
              <a:gd name="connsiteY1" fmla="*/ 2013607 h 3040870"/>
              <a:gd name="connsiteX2" fmla="*/ 1762105 w 2196078"/>
              <a:gd name="connsiteY2" fmla="*/ 1728905 h 3040870"/>
              <a:gd name="connsiteX3" fmla="*/ 1704669 w 2196078"/>
              <a:gd name="connsiteY3" fmla="*/ 1494399 h 3040870"/>
              <a:gd name="connsiteX4" fmla="*/ 1649615 w 2196078"/>
              <a:gd name="connsiteY4" fmla="*/ 1200076 h 3040870"/>
              <a:gd name="connsiteX5" fmla="*/ 1663998 w 2196078"/>
              <a:gd name="connsiteY5" fmla="*/ 951283 h 3040870"/>
              <a:gd name="connsiteX6" fmla="*/ 1687905 w 2196078"/>
              <a:gd name="connsiteY6" fmla="*/ 805360 h 3040870"/>
              <a:gd name="connsiteX7" fmla="*/ 1745341 w 2196078"/>
              <a:gd name="connsiteY7" fmla="*/ 513419 h 3040870"/>
              <a:gd name="connsiteX8" fmla="*/ 1771630 w 2196078"/>
              <a:gd name="connsiteY8" fmla="*/ 302917 h 3040870"/>
              <a:gd name="connsiteX9" fmla="*/ 1601674 w 2196078"/>
              <a:gd name="connsiteY9" fmla="*/ 0 h 3040870"/>
              <a:gd name="connsiteX10" fmla="*/ 1242233 w 2196078"/>
              <a:gd name="connsiteY10" fmla="*/ 287614 h 3040870"/>
              <a:gd name="connsiteX11" fmla="*/ 638634 w 2196078"/>
              <a:gd name="connsiteY11" fmla="*/ 1220052 h 3040870"/>
              <a:gd name="connsiteX12" fmla="*/ 135318 w 2196078"/>
              <a:gd name="connsiteY12" fmla="*/ 1874577 h 3040870"/>
              <a:gd name="connsiteX13" fmla="*/ 0 w 2196078"/>
              <a:gd name="connsiteY13" fmla="*/ 2631735 h 3040870"/>
              <a:gd name="connsiteX0" fmla="*/ 2214219 w 2214219"/>
              <a:gd name="connsiteY0" fmla="*/ 3040870 h 3040870"/>
              <a:gd name="connsiteX1" fmla="*/ 1890355 w 2214219"/>
              <a:gd name="connsiteY1" fmla="*/ 2013607 h 3040870"/>
              <a:gd name="connsiteX2" fmla="*/ 1780246 w 2214219"/>
              <a:gd name="connsiteY2" fmla="*/ 1728905 h 3040870"/>
              <a:gd name="connsiteX3" fmla="*/ 1722810 w 2214219"/>
              <a:gd name="connsiteY3" fmla="*/ 1494399 h 3040870"/>
              <a:gd name="connsiteX4" fmla="*/ 1667756 w 2214219"/>
              <a:gd name="connsiteY4" fmla="*/ 1200076 h 3040870"/>
              <a:gd name="connsiteX5" fmla="*/ 1682139 w 2214219"/>
              <a:gd name="connsiteY5" fmla="*/ 951283 h 3040870"/>
              <a:gd name="connsiteX6" fmla="*/ 1706046 w 2214219"/>
              <a:gd name="connsiteY6" fmla="*/ 805360 h 3040870"/>
              <a:gd name="connsiteX7" fmla="*/ 1763482 w 2214219"/>
              <a:gd name="connsiteY7" fmla="*/ 513419 h 3040870"/>
              <a:gd name="connsiteX8" fmla="*/ 1789771 w 2214219"/>
              <a:gd name="connsiteY8" fmla="*/ 302917 h 3040870"/>
              <a:gd name="connsiteX9" fmla="*/ 1619815 w 2214219"/>
              <a:gd name="connsiteY9" fmla="*/ 0 h 3040870"/>
              <a:gd name="connsiteX10" fmla="*/ 1260374 w 2214219"/>
              <a:gd name="connsiteY10" fmla="*/ 287614 h 3040870"/>
              <a:gd name="connsiteX11" fmla="*/ 656775 w 2214219"/>
              <a:gd name="connsiteY11" fmla="*/ 1220052 h 3040870"/>
              <a:gd name="connsiteX12" fmla="*/ 153459 w 2214219"/>
              <a:gd name="connsiteY12" fmla="*/ 1874577 h 3040870"/>
              <a:gd name="connsiteX13" fmla="*/ 18141 w 2214219"/>
              <a:gd name="connsiteY13" fmla="*/ 2631735 h 3040870"/>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06046 w 2214219"/>
              <a:gd name="connsiteY6" fmla="*/ 806797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214219 w 2214219"/>
              <a:gd name="connsiteY0" fmla="*/ 3042307 h 3042307"/>
              <a:gd name="connsiteX1" fmla="*/ 1890355 w 2214219"/>
              <a:gd name="connsiteY1" fmla="*/ 2015044 h 3042307"/>
              <a:gd name="connsiteX2" fmla="*/ 1780246 w 2214219"/>
              <a:gd name="connsiteY2" fmla="*/ 1730342 h 3042307"/>
              <a:gd name="connsiteX3" fmla="*/ 1722810 w 2214219"/>
              <a:gd name="connsiteY3" fmla="*/ 1495836 h 3042307"/>
              <a:gd name="connsiteX4" fmla="*/ 1667756 w 2214219"/>
              <a:gd name="connsiteY4" fmla="*/ 1201513 h 3042307"/>
              <a:gd name="connsiteX5" fmla="*/ 1682139 w 2214219"/>
              <a:gd name="connsiteY5" fmla="*/ 952720 h 3042307"/>
              <a:gd name="connsiteX6" fmla="*/ 1763482 w 2214219"/>
              <a:gd name="connsiteY6" fmla="*/ 514856 h 3042307"/>
              <a:gd name="connsiteX7" fmla="*/ 1789771 w 2214219"/>
              <a:gd name="connsiteY7" fmla="*/ 304354 h 3042307"/>
              <a:gd name="connsiteX8" fmla="*/ 1619815 w 2214219"/>
              <a:gd name="connsiteY8" fmla="*/ 1437 h 3042307"/>
              <a:gd name="connsiteX9" fmla="*/ 1260374 w 2214219"/>
              <a:gd name="connsiteY9" fmla="*/ 289051 h 3042307"/>
              <a:gd name="connsiteX10" fmla="*/ 656775 w 2214219"/>
              <a:gd name="connsiteY10" fmla="*/ 1221489 h 3042307"/>
              <a:gd name="connsiteX11" fmla="*/ 153459 w 2214219"/>
              <a:gd name="connsiteY11" fmla="*/ 1876014 h 3042307"/>
              <a:gd name="connsiteX12" fmla="*/ 18141 w 2214219"/>
              <a:gd name="connsiteY12" fmla="*/ 2633172 h 3042307"/>
              <a:gd name="connsiteX0" fmla="*/ 2214219 w 2214219"/>
              <a:gd name="connsiteY0" fmla="*/ 3042307 h 3042307"/>
              <a:gd name="connsiteX1" fmla="*/ 2147268 w 2214219"/>
              <a:gd name="connsiteY1" fmla="*/ 2663787 h 3042307"/>
              <a:gd name="connsiteX2" fmla="*/ 1890355 w 2214219"/>
              <a:gd name="connsiteY2" fmla="*/ 2015044 h 3042307"/>
              <a:gd name="connsiteX3" fmla="*/ 1780246 w 2214219"/>
              <a:gd name="connsiteY3" fmla="*/ 1730342 h 3042307"/>
              <a:gd name="connsiteX4" fmla="*/ 1722810 w 2214219"/>
              <a:gd name="connsiteY4" fmla="*/ 1495836 h 3042307"/>
              <a:gd name="connsiteX5" fmla="*/ 1667756 w 2214219"/>
              <a:gd name="connsiteY5" fmla="*/ 1201513 h 3042307"/>
              <a:gd name="connsiteX6" fmla="*/ 1682139 w 2214219"/>
              <a:gd name="connsiteY6" fmla="*/ 952720 h 3042307"/>
              <a:gd name="connsiteX7" fmla="*/ 1763482 w 2214219"/>
              <a:gd name="connsiteY7" fmla="*/ 514856 h 3042307"/>
              <a:gd name="connsiteX8" fmla="*/ 1789771 w 2214219"/>
              <a:gd name="connsiteY8" fmla="*/ 304354 h 3042307"/>
              <a:gd name="connsiteX9" fmla="*/ 1619815 w 2214219"/>
              <a:gd name="connsiteY9" fmla="*/ 1437 h 3042307"/>
              <a:gd name="connsiteX10" fmla="*/ 1260374 w 2214219"/>
              <a:gd name="connsiteY10" fmla="*/ 289051 h 3042307"/>
              <a:gd name="connsiteX11" fmla="*/ 656775 w 2214219"/>
              <a:gd name="connsiteY11" fmla="*/ 1221489 h 3042307"/>
              <a:gd name="connsiteX12" fmla="*/ 153459 w 2214219"/>
              <a:gd name="connsiteY12" fmla="*/ 1876014 h 3042307"/>
              <a:gd name="connsiteX13" fmla="*/ 18141 w 2214219"/>
              <a:gd name="connsiteY13" fmla="*/ 2633172 h 3042307"/>
              <a:gd name="connsiteX0" fmla="*/ 2117678 w 2163891"/>
              <a:gd name="connsiteY0" fmla="*/ 3025631 h 3025631"/>
              <a:gd name="connsiteX1" fmla="*/ 2147268 w 2163891"/>
              <a:gd name="connsiteY1" fmla="*/ 2663787 h 3025631"/>
              <a:gd name="connsiteX2" fmla="*/ 1890355 w 2163891"/>
              <a:gd name="connsiteY2" fmla="*/ 2015044 h 3025631"/>
              <a:gd name="connsiteX3" fmla="*/ 1780246 w 2163891"/>
              <a:gd name="connsiteY3" fmla="*/ 1730342 h 3025631"/>
              <a:gd name="connsiteX4" fmla="*/ 1722810 w 2163891"/>
              <a:gd name="connsiteY4" fmla="*/ 1495836 h 3025631"/>
              <a:gd name="connsiteX5" fmla="*/ 1667756 w 2163891"/>
              <a:gd name="connsiteY5" fmla="*/ 1201513 h 3025631"/>
              <a:gd name="connsiteX6" fmla="*/ 1682139 w 2163891"/>
              <a:gd name="connsiteY6" fmla="*/ 952720 h 3025631"/>
              <a:gd name="connsiteX7" fmla="*/ 1763482 w 2163891"/>
              <a:gd name="connsiteY7" fmla="*/ 514856 h 3025631"/>
              <a:gd name="connsiteX8" fmla="*/ 1789771 w 2163891"/>
              <a:gd name="connsiteY8" fmla="*/ 304354 h 3025631"/>
              <a:gd name="connsiteX9" fmla="*/ 1619815 w 2163891"/>
              <a:gd name="connsiteY9" fmla="*/ 1437 h 3025631"/>
              <a:gd name="connsiteX10" fmla="*/ 1260374 w 2163891"/>
              <a:gd name="connsiteY10" fmla="*/ 289051 h 3025631"/>
              <a:gd name="connsiteX11" fmla="*/ 656775 w 2163891"/>
              <a:gd name="connsiteY11" fmla="*/ 1221489 h 3025631"/>
              <a:gd name="connsiteX12" fmla="*/ 153459 w 2163891"/>
              <a:gd name="connsiteY12" fmla="*/ 1876014 h 3025631"/>
              <a:gd name="connsiteX13" fmla="*/ 18141 w 2163891"/>
              <a:gd name="connsiteY13" fmla="*/ 2633172 h 3025631"/>
              <a:gd name="connsiteX0" fmla="*/ 2117678 w 2177172"/>
              <a:gd name="connsiteY0" fmla="*/ 3025631 h 3025631"/>
              <a:gd name="connsiteX1" fmla="*/ 2147268 w 2177172"/>
              <a:gd name="connsiteY1" fmla="*/ 2663787 h 3025631"/>
              <a:gd name="connsiteX2" fmla="*/ 1890355 w 2177172"/>
              <a:gd name="connsiteY2" fmla="*/ 2015044 h 3025631"/>
              <a:gd name="connsiteX3" fmla="*/ 1780246 w 2177172"/>
              <a:gd name="connsiteY3" fmla="*/ 1730342 h 3025631"/>
              <a:gd name="connsiteX4" fmla="*/ 1722810 w 2177172"/>
              <a:gd name="connsiteY4" fmla="*/ 1495836 h 3025631"/>
              <a:gd name="connsiteX5" fmla="*/ 1667756 w 2177172"/>
              <a:gd name="connsiteY5" fmla="*/ 1201513 h 3025631"/>
              <a:gd name="connsiteX6" fmla="*/ 1682139 w 2177172"/>
              <a:gd name="connsiteY6" fmla="*/ 952720 h 3025631"/>
              <a:gd name="connsiteX7" fmla="*/ 1763482 w 2177172"/>
              <a:gd name="connsiteY7" fmla="*/ 514856 h 3025631"/>
              <a:gd name="connsiteX8" fmla="*/ 1789771 w 2177172"/>
              <a:gd name="connsiteY8" fmla="*/ 304354 h 3025631"/>
              <a:gd name="connsiteX9" fmla="*/ 1619815 w 2177172"/>
              <a:gd name="connsiteY9" fmla="*/ 1437 h 3025631"/>
              <a:gd name="connsiteX10" fmla="*/ 1260374 w 2177172"/>
              <a:gd name="connsiteY10" fmla="*/ 289051 h 3025631"/>
              <a:gd name="connsiteX11" fmla="*/ 656775 w 2177172"/>
              <a:gd name="connsiteY11" fmla="*/ 1221489 h 3025631"/>
              <a:gd name="connsiteX12" fmla="*/ 153459 w 2177172"/>
              <a:gd name="connsiteY12" fmla="*/ 1876014 h 3025631"/>
              <a:gd name="connsiteX13" fmla="*/ 18141 w 2177172"/>
              <a:gd name="connsiteY13" fmla="*/ 2633172 h 3025631"/>
              <a:gd name="connsiteX0" fmla="*/ 2117678 w 2172644"/>
              <a:gd name="connsiteY0" fmla="*/ 3025631 h 3025631"/>
              <a:gd name="connsiteX1" fmla="*/ 2147268 w 2172644"/>
              <a:gd name="connsiteY1" fmla="*/ 2663787 h 3025631"/>
              <a:gd name="connsiteX2" fmla="*/ 1890355 w 2172644"/>
              <a:gd name="connsiteY2" fmla="*/ 2015044 h 3025631"/>
              <a:gd name="connsiteX3" fmla="*/ 1780246 w 2172644"/>
              <a:gd name="connsiteY3" fmla="*/ 1730342 h 3025631"/>
              <a:gd name="connsiteX4" fmla="*/ 1722810 w 2172644"/>
              <a:gd name="connsiteY4" fmla="*/ 1495836 h 3025631"/>
              <a:gd name="connsiteX5" fmla="*/ 1667756 w 2172644"/>
              <a:gd name="connsiteY5" fmla="*/ 1201513 h 3025631"/>
              <a:gd name="connsiteX6" fmla="*/ 1682139 w 2172644"/>
              <a:gd name="connsiteY6" fmla="*/ 952720 h 3025631"/>
              <a:gd name="connsiteX7" fmla="*/ 1763482 w 2172644"/>
              <a:gd name="connsiteY7" fmla="*/ 514856 h 3025631"/>
              <a:gd name="connsiteX8" fmla="*/ 1789771 w 2172644"/>
              <a:gd name="connsiteY8" fmla="*/ 304354 h 3025631"/>
              <a:gd name="connsiteX9" fmla="*/ 1619815 w 2172644"/>
              <a:gd name="connsiteY9" fmla="*/ 1437 h 3025631"/>
              <a:gd name="connsiteX10" fmla="*/ 1260374 w 2172644"/>
              <a:gd name="connsiteY10" fmla="*/ 289051 h 3025631"/>
              <a:gd name="connsiteX11" fmla="*/ 656775 w 2172644"/>
              <a:gd name="connsiteY11" fmla="*/ 1221489 h 3025631"/>
              <a:gd name="connsiteX12" fmla="*/ 153459 w 2172644"/>
              <a:gd name="connsiteY12" fmla="*/ 1876014 h 3025631"/>
              <a:gd name="connsiteX13" fmla="*/ 18141 w 2172644"/>
              <a:gd name="connsiteY13" fmla="*/ 2633172 h 3025631"/>
              <a:gd name="connsiteX0" fmla="*/ 2117678 w 2150840"/>
              <a:gd name="connsiteY0" fmla="*/ 3025631 h 3025631"/>
              <a:gd name="connsiteX1" fmla="*/ 2147268 w 2150840"/>
              <a:gd name="connsiteY1" fmla="*/ 2663787 h 3025631"/>
              <a:gd name="connsiteX2" fmla="*/ 2121412 w 2150840"/>
              <a:gd name="connsiteY2" fmla="*/ 2468094 h 3025631"/>
              <a:gd name="connsiteX3" fmla="*/ 1890355 w 2150840"/>
              <a:gd name="connsiteY3" fmla="*/ 2015044 h 3025631"/>
              <a:gd name="connsiteX4" fmla="*/ 1780246 w 2150840"/>
              <a:gd name="connsiteY4" fmla="*/ 1730342 h 3025631"/>
              <a:gd name="connsiteX5" fmla="*/ 1722810 w 2150840"/>
              <a:gd name="connsiteY5" fmla="*/ 1495836 h 3025631"/>
              <a:gd name="connsiteX6" fmla="*/ 1667756 w 2150840"/>
              <a:gd name="connsiteY6" fmla="*/ 1201513 h 3025631"/>
              <a:gd name="connsiteX7" fmla="*/ 1682139 w 2150840"/>
              <a:gd name="connsiteY7" fmla="*/ 952720 h 3025631"/>
              <a:gd name="connsiteX8" fmla="*/ 1763482 w 2150840"/>
              <a:gd name="connsiteY8" fmla="*/ 514856 h 3025631"/>
              <a:gd name="connsiteX9" fmla="*/ 1789771 w 2150840"/>
              <a:gd name="connsiteY9" fmla="*/ 304354 h 3025631"/>
              <a:gd name="connsiteX10" fmla="*/ 1619815 w 2150840"/>
              <a:gd name="connsiteY10" fmla="*/ 1437 h 3025631"/>
              <a:gd name="connsiteX11" fmla="*/ 1260374 w 2150840"/>
              <a:gd name="connsiteY11" fmla="*/ 289051 h 3025631"/>
              <a:gd name="connsiteX12" fmla="*/ 656775 w 2150840"/>
              <a:gd name="connsiteY12" fmla="*/ 1221489 h 3025631"/>
              <a:gd name="connsiteX13" fmla="*/ 153459 w 2150840"/>
              <a:gd name="connsiteY13" fmla="*/ 1876014 h 3025631"/>
              <a:gd name="connsiteX14" fmla="*/ 18141 w 2150840"/>
              <a:gd name="connsiteY14" fmla="*/ 2633172 h 3025631"/>
              <a:gd name="connsiteX0" fmla="*/ 2117678 w 2150840"/>
              <a:gd name="connsiteY0" fmla="*/ 3025631 h 3025631"/>
              <a:gd name="connsiteX1" fmla="*/ 2147268 w 2150840"/>
              <a:gd name="connsiteY1" fmla="*/ 2663787 h 3025631"/>
              <a:gd name="connsiteX2" fmla="*/ 2121412 w 2150840"/>
              <a:gd name="connsiteY2" fmla="*/ 2468094 h 3025631"/>
              <a:gd name="connsiteX3" fmla="*/ 1788327 w 2150840"/>
              <a:gd name="connsiteY3" fmla="*/ 2039205 h 3025631"/>
              <a:gd name="connsiteX4" fmla="*/ 1780246 w 2150840"/>
              <a:gd name="connsiteY4" fmla="*/ 1730342 h 3025631"/>
              <a:gd name="connsiteX5" fmla="*/ 1722810 w 2150840"/>
              <a:gd name="connsiteY5" fmla="*/ 1495836 h 3025631"/>
              <a:gd name="connsiteX6" fmla="*/ 1667756 w 2150840"/>
              <a:gd name="connsiteY6" fmla="*/ 1201513 h 3025631"/>
              <a:gd name="connsiteX7" fmla="*/ 1682139 w 2150840"/>
              <a:gd name="connsiteY7" fmla="*/ 952720 h 3025631"/>
              <a:gd name="connsiteX8" fmla="*/ 1763482 w 2150840"/>
              <a:gd name="connsiteY8" fmla="*/ 514856 h 3025631"/>
              <a:gd name="connsiteX9" fmla="*/ 1789771 w 2150840"/>
              <a:gd name="connsiteY9" fmla="*/ 304354 h 3025631"/>
              <a:gd name="connsiteX10" fmla="*/ 1619815 w 2150840"/>
              <a:gd name="connsiteY10" fmla="*/ 1437 h 3025631"/>
              <a:gd name="connsiteX11" fmla="*/ 1260374 w 2150840"/>
              <a:gd name="connsiteY11" fmla="*/ 289051 h 3025631"/>
              <a:gd name="connsiteX12" fmla="*/ 656775 w 2150840"/>
              <a:gd name="connsiteY12" fmla="*/ 1221489 h 3025631"/>
              <a:gd name="connsiteX13" fmla="*/ 153459 w 2150840"/>
              <a:gd name="connsiteY13" fmla="*/ 1876014 h 3025631"/>
              <a:gd name="connsiteX14" fmla="*/ 18141 w 2150840"/>
              <a:gd name="connsiteY14" fmla="*/ 2633172 h 3025631"/>
              <a:gd name="connsiteX0" fmla="*/ 2104479 w 2151758"/>
              <a:gd name="connsiteY0" fmla="*/ 3032756 h 3032756"/>
              <a:gd name="connsiteX1" fmla="*/ 2147268 w 2151758"/>
              <a:gd name="connsiteY1" fmla="*/ 2663787 h 3032756"/>
              <a:gd name="connsiteX2" fmla="*/ 2121412 w 2151758"/>
              <a:gd name="connsiteY2" fmla="*/ 2468094 h 3032756"/>
              <a:gd name="connsiteX3" fmla="*/ 1788327 w 2151758"/>
              <a:gd name="connsiteY3" fmla="*/ 2039205 h 3032756"/>
              <a:gd name="connsiteX4" fmla="*/ 1780246 w 2151758"/>
              <a:gd name="connsiteY4" fmla="*/ 1730342 h 3032756"/>
              <a:gd name="connsiteX5" fmla="*/ 1722810 w 2151758"/>
              <a:gd name="connsiteY5" fmla="*/ 1495836 h 3032756"/>
              <a:gd name="connsiteX6" fmla="*/ 1667756 w 2151758"/>
              <a:gd name="connsiteY6" fmla="*/ 1201513 h 3032756"/>
              <a:gd name="connsiteX7" fmla="*/ 1682139 w 2151758"/>
              <a:gd name="connsiteY7" fmla="*/ 952720 h 3032756"/>
              <a:gd name="connsiteX8" fmla="*/ 1763482 w 2151758"/>
              <a:gd name="connsiteY8" fmla="*/ 514856 h 3032756"/>
              <a:gd name="connsiteX9" fmla="*/ 1789771 w 2151758"/>
              <a:gd name="connsiteY9" fmla="*/ 304354 h 3032756"/>
              <a:gd name="connsiteX10" fmla="*/ 1619815 w 2151758"/>
              <a:gd name="connsiteY10" fmla="*/ 1437 h 3032756"/>
              <a:gd name="connsiteX11" fmla="*/ 1260374 w 2151758"/>
              <a:gd name="connsiteY11" fmla="*/ 289051 h 3032756"/>
              <a:gd name="connsiteX12" fmla="*/ 656775 w 2151758"/>
              <a:gd name="connsiteY12" fmla="*/ 1221489 h 3032756"/>
              <a:gd name="connsiteX13" fmla="*/ 153459 w 2151758"/>
              <a:gd name="connsiteY13" fmla="*/ 1876014 h 3032756"/>
              <a:gd name="connsiteX14" fmla="*/ 18141 w 2151758"/>
              <a:gd name="connsiteY14" fmla="*/ 2633172 h 3032756"/>
              <a:gd name="connsiteX0" fmla="*/ 2104479 w 2151758"/>
              <a:gd name="connsiteY0" fmla="*/ 3032756 h 3032756"/>
              <a:gd name="connsiteX1" fmla="*/ 2147268 w 2151758"/>
              <a:gd name="connsiteY1" fmla="*/ 2663787 h 3032756"/>
              <a:gd name="connsiteX2" fmla="*/ 2121412 w 2151758"/>
              <a:gd name="connsiteY2" fmla="*/ 2468094 h 3032756"/>
              <a:gd name="connsiteX3" fmla="*/ 1788327 w 2151758"/>
              <a:gd name="connsiteY3" fmla="*/ 2039205 h 3032756"/>
              <a:gd name="connsiteX4" fmla="*/ 1780246 w 2151758"/>
              <a:gd name="connsiteY4" fmla="*/ 1730342 h 3032756"/>
              <a:gd name="connsiteX5" fmla="*/ 1722810 w 2151758"/>
              <a:gd name="connsiteY5" fmla="*/ 1495836 h 3032756"/>
              <a:gd name="connsiteX6" fmla="*/ 1667756 w 2151758"/>
              <a:gd name="connsiteY6" fmla="*/ 1201513 h 3032756"/>
              <a:gd name="connsiteX7" fmla="*/ 1682139 w 2151758"/>
              <a:gd name="connsiteY7" fmla="*/ 952720 h 3032756"/>
              <a:gd name="connsiteX8" fmla="*/ 1763482 w 2151758"/>
              <a:gd name="connsiteY8" fmla="*/ 514856 h 3032756"/>
              <a:gd name="connsiteX9" fmla="*/ 1789771 w 2151758"/>
              <a:gd name="connsiteY9" fmla="*/ 304354 h 3032756"/>
              <a:gd name="connsiteX10" fmla="*/ 1619815 w 2151758"/>
              <a:gd name="connsiteY10" fmla="*/ 1437 h 3032756"/>
              <a:gd name="connsiteX11" fmla="*/ 1260374 w 2151758"/>
              <a:gd name="connsiteY11" fmla="*/ 289051 h 3032756"/>
              <a:gd name="connsiteX12" fmla="*/ 656775 w 2151758"/>
              <a:gd name="connsiteY12" fmla="*/ 1221489 h 3032756"/>
              <a:gd name="connsiteX13" fmla="*/ 153459 w 2151758"/>
              <a:gd name="connsiteY13" fmla="*/ 1876014 h 3032756"/>
              <a:gd name="connsiteX14" fmla="*/ 18141 w 2151758"/>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67756 w 2209803"/>
              <a:gd name="connsiteY6" fmla="*/ 1201513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656775 w 2209803"/>
              <a:gd name="connsiteY12" fmla="*/ 1221489 h 3032756"/>
              <a:gd name="connsiteX13" fmla="*/ 153459 w 2209803"/>
              <a:gd name="connsiteY13" fmla="*/ 1876014 h 3032756"/>
              <a:gd name="connsiteX14" fmla="*/ 18141 w 2209803"/>
              <a:gd name="connsiteY14"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975077 w 2209803"/>
              <a:gd name="connsiteY12" fmla="*/ 760832 h 3032756"/>
              <a:gd name="connsiteX13" fmla="*/ 656775 w 2209803"/>
              <a:gd name="connsiteY13" fmla="*/ 1221489 h 3032756"/>
              <a:gd name="connsiteX14" fmla="*/ 153459 w 2209803"/>
              <a:gd name="connsiteY14" fmla="*/ 1876014 h 3032756"/>
              <a:gd name="connsiteX15" fmla="*/ 18141 w 2209803"/>
              <a:gd name="connsiteY15" fmla="*/ 2633172 h 3032756"/>
              <a:gd name="connsiteX0" fmla="*/ 2104479 w 2209803"/>
              <a:gd name="connsiteY0" fmla="*/ 3032756 h 3032756"/>
              <a:gd name="connsiteX1" fmla="*/ 2209685 w 2209803"/>
              <a:gd name="connsiteY1" fmla="*/ 2708609 h 3032756"/>
              <a:gd name="connsiteX2" fmla="*/ 2121412 w 2209803"/>
              <a:gd name="connsiteY2" fmla="*/ 2468094 h 3032756"/>
              <a:gd name="connsiteX3" fmla="*/ 1788327 w 2209803"/>
              <a:gd name="connsiteY3" fmla="*/ 2039205 h 3032756"/>
              <a:gd name="connsiteX4" fmla="*/ 1780246 w 2209803"/>
              <a:gd name="connsiteY4" fmla="*/ 1730342 h 3032756"/>
              <a:gd name="connsiteX5" fmla="*/ 1722810 w 2209803"/>
              <a:gd name="connsiteY5" fmla="*/ 1495836 h 3032756"/>
              <a:gd name="connsiteX6" fmla="*/ 1613030 w 2209803"/>
              <a:gd name="connsiteY6" fmla="*/ 1240451 h 3032756"/>
              <a:gd name="connsiteX7" fmla="*/ 1682139 w 2209803"/>
              <a:gd name="connsiteY7" fmla="*/ 952720 h 3032756"/>
              <a:gd name="connsiteX8" fmla="*/ 1763482 w 2209803"/>
              <a:gd name="connsiteY8" fmla="*/ 514856 h 3032756"/>
              <a:gd name="connsiteX9" fmla="*/ 1789771 w 2209803"/>
              <a:gd name="connsiteY9" fmla="*/ 304354 h 3032756"/>
              <a:gd name="connsiteX10" fmla="*/ 1619815 w 2209803"/>
              <a:gd name="connsiteY10" fmla="*/ 1437 h 3032756"/>
              <a:gd name="connsiteX11" fmla="*/ 1260374 w 2209803"/>
              <a:gd name="connsiteY11" fmla="*/ 289051 h 3032756"/>
              <a:gd name="connsiteX12" fmla="*/ 975077 w 2209803"/>
              <a:gd name="connsiteY12" fmla="*/ 760832 h 3032756"/>
              <a:gd name="connsiteX13" fmla="*/ 822788 w 2209803"/>
              <a:gd name="connsiteY13" fmla="*/ 930858 h 3032756"/>
              <a:gd name="connsiteX14" fmla="*/ 656775 w 2209803"/>
              <a:gd name="connsiteY14" fmla="*/ 1221489 h 3032756"/>
              <a:gd name="connsiteX15" fmla="*/ 153459 w 2209803"/>
              <a:gd name="connsiteY15" fmla="*/ 1876014 h 3032756"/>
              <a:gd name="connsiteX16" fmla="*/ 18141 w 2209803"/>
              <a:gd name="connsiteY16"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2360 w 2307684"/>
              <a:gd name="connsiteY0" fmla="*/ 3032756 h 3032756"/>
              <a:gd name="connsiteX1" fmla="*/ 2307566 w 2307684"/>
              <a:gd name="connsiteY1" fmla="*/ 2708609 h 3032756"/>
              <a:gd name="connsiteX2" fmla="*/ 2219293 w 2307684"/>
              <a:gd name="connsiteY2" fmla="*/ 2468094 h 3032756"/>
              <a:gd name="connsiteX3" fmla="*/ 1886208 w 2307684"/>
              <a:gd name="connsiteY3" fmla="*/ 2039205 h 3032756"/>
              <a:gd name="connsiteX4" fmla="*/ 1878127 w 2307684"/>
              <a:gd name="connsiteY4" fmla="*/ 1730342 h 3032756"/>
              <a:gd name="connsiteX5" fmla="*/ 1820691 w 2307684"/>
              <a:gd name="connsiteY5" fmla="*/ 1495836 h 3032756"/>
              <a:gd name="connsiteX6" fmla="*/ 1710911 w 2307684"/>
              <a:gd name="connsiteY6" fmla="*/ 1240451 h 3032756"/>
              <a:gd name="connsiteX7" fmla="*/ 1780020 w 2307684"/>
              <a:gd name="connsiteY7" fmla="*/ 952720 h 3032756"/>
              <a:gd name="connsiteX8" fmla="*/ 1861363 w 2307684"/>
              <a:gd name="connsiteY8" fmla="*/ 514856 h 3032756"/>
              <a:gd name="connsiteX9" fmla="*/ 1887652 w 2307684"/>
              <a:gd name="connsiteY9" fmla="*/ 304354 h 3032756"/>
              <a:gd name="connsiteX10" fmla="*/ 1717696 w 2307684"/>
              <a:gd name="connsiteY10" fmla="*/ 1437 h 3032756"/>
              <a:gd name="connsiteX11" fmla="*/ 1358255 w 2307684"/>
              <a:gd name="connsiteY11" fmla="*/ 289051 h 3032756"/>
              <a:gd name="connsiteX12" fmla="*/ 1072958 w 2307684"/>
              <a:gd name="connsiteY12" fmla="*/ 760832 h 3032756"/>
              <a:gd name="connsiteX13" fmla="*/ 920669 w 2307684"/>
              <a:gd name="connsiteY13" fmla="*/ 930858 h 3032756"/>
              <a:gd name="connsiteX14" fmla="*/ 754656 w 2307684"/>
              <a:gd name="connsiteY14" fmla="*/ 1221489 h 3032756"/>
              <a:gd name="connsiteX15" fmla="*/ 251340 w 2307684"/>
              <a:gd name="connsiteY15" fmla="*/ 1876014 h 3032756"/>
              <a:gd name="connsiteX16" fmla="*/ 2573 w 2307684"/>
              <a:gd name="connsiteY16" fmla="*/ 2423011 h 3032756"/>
              <a:gd name="connsiteX17" fmla="*/ 116022 w 2307684"/>
              <a:gd name="connsiteY17" fmla="*/ 2633172 h 3032756"/>
              <a:gd name="connsiteX0" fmla="*/ 2201700 w 2307024"/>
              <a:gd name="connsiteY0" fmla="*/ 3032756 h 3032756"/>
              <a:gd name="connsiteX1" fmla="*/ 2306906 w 2307024"/>
              <a:gd name="connsiteY1" fmla="*/ 2708609 h 3032756"/>
              <a:gd name="connsiteX2" fmla="*/ 2218633 w 2307024"/>
              <a:gd name="connsiteY2" fmla="*/ 2468094 h 3032756"/>
              <a:gd name="connsiteX3" fmla="*/ 1885548 w 2307024"/>
              <a:gd name="connsiteY3" fmla="*/ 2039205 h 3032756"/>
              <a:gd name="connsiteX4" fmla="*/ 1877467 w 2307024"/>
              <a:gd name="connsiteY4" fmla="*/ 1730342 h 3032756"/>
              <a:gd name="connsiteX5" fmla="*/ 1820031 w 2307024"/>
              <a:gd name="connsiteY5" fmla="*/ 1495836 h 3032756"/>
              <a:gd name="connsiteX6" fmla="*/ 1710251 w 2307024"/>
              <a:gd name="connsiteY6" fmla="*/ 1240451 h 3032756"/>
              <a:gd name="connsiteX7" fmla="*/ 1779360 w 2307024"/>
              <a:gd name="connsiteY7" fmla="*/ 952720 h 3032756"/>
              <a:gd name="connsiteX8" fmla="*/ 1860703 w 2307024"/>
              <a:gd name="connsiteY8" fmla="*/ 514856 h 3032756"/>
              <a:gd name="connsiteX9" fmla="*/ 1886992 w 2307024"/>
              <a:gd name="connsiteY9" fmla="*/ 304354 h 3032756"/>
              <a:gd name="connsiteX10" fmla="*/ 1717036 w 2307024"/>
              <a:gd name="connsiteY10" fmla="*/ 1437 h 3032756"/>
              <a:gd name="connsiteX11" fmla="*/ 1357595 w 2307024"/>
              <a:gd name="connsiteY11" fmla="*/ 289051 h 3032756"/>
              <a:gd name="connsiteX12" fmla="*/ 1072298 w 2307024"/>
              <a:gd name="connsiteY12" fmla="*/ 760832 h 3032756"/>
              <a:gd name="connsiteX13" fmla="*/ 920009 w 2307024"/>
              <a:gd name="connsiteY13" fmla="*/ 930858 h 3032756"/>
              <a:gd name="connsiteX14" fmla="*/ 753996 w 2307024"/>
              <a:gd name="connsiteY14" fmla="*/ 1221489 h 3032756"/>
              <a:gd name="connsiteX15" fmla="*/ 250680 w 2307024"/>
              <a:gd name="connsiteY15" fmla="*/ 1876014 h 3032756"/>
              <a:gd name="connsiteX16" fmla="*/ 1913 w 2307024"/>
              <a:gd name="connsiteY16" fmla="*/ 2423011 h 3032756"/>
              <a:gd name="connsiteX17" fmla="*/ 166649 w 2307024"/>
              <a:gd name="connsiteY17" fmla="*/ 2627652 h 3032756"/>
              <a:gd name="connsiteX0" fmla="*/ 2128981 w 2234305"/>
              <a:gd name="connsiteY0" fmla="*/ 3032756 h 3032756"/>
              <a:gd name="connsiteX1" fmla="*/ 2234187 w 2234305"/>
              <a:gd name="connsiteY1" fmla="*/ 2708609 h 3032756"/>
              <a:gd name="connsiteX2" fmla="*/ 2145914 w 2234305"/>
              <a:gd name="connsiteY2" fmla="*/ 2468094 h 3032756"/>
              <a:gd name="connsiteX3" fmla="*/ 1812829 w 2234305"/>
              <a:gd name="connsiteY3" fmla="*/ 2039205 h 3032756"/>
              <a:gd name="connsiteX4" fmla="*/ 1804748 w 2234305"/>
              <a:gd name="connsiteY4" fmla="*/ 1730342 h 3032756"/>
              <a:gd name="connsiteX5" fmla="*/ 1747312 w 2234305"/>
              <a:gd name="connsiteY5" fmla="*/ 1495836 h 3032756"/>
              <a:gd name="connsiteX6" fmla="*/ 1637532 w 2234305"/>
              <a:gd name="connsiteY6" fmla="*/ 1240451 h 3032756"/>
              <a:gd name="connsiteX7" fmla="*/ 1706641 w 2234305"/>
              <a:gd name="connsiteY7" fmla="*/ 952720 h 3032756"/>
              <a:gd name="connsiteX8" fmla="*/ 1787984 w 2234305"/>
              <a:gd name="connsiteY8" fmla="*/ 514856 h 3032756"/>
              <a:gd name="connsiteX9" fmla="*/ 1814273 w 2234305"/>
              <a:gd name="connsiteY9" fmla="*/ 304354 h 3032756"/>
              <a:gd name="connsiteX10" fmla="*/ 1644317 w 2234305"/>
              <a:gd name="connsiteY10" fmla="*/ 1437 h 3032756"/>
              <a:gd name="connsiteX11" fmla="*/ 1284876 w 2234305"/>
              <a:gd name="connsiteY11" fmla="*/ 289051 h 3032756"/>
              <a:gd name="connsiteX12" fmla="*/ 999579 w 2234305"/>
              <a:gd name="connsiteY12" fmla="*/ 760832 h 3032756"/>
              <a:gd name="connsiteX13" fmla="*/ 847290 w 2234305"/>
              <a:gd name="connsiteY13" fmla="*/ 930858 h 3032756"/>
              <a:gd name="connsiteX14" fmla="*/ 681277 w 2234305"/>
              <a:gd name="connsiteY14" fmla="*/ 1221489 h 3032756"/>
              <a:gd name="connsiteX15" fmla="*/ 177961 w 2234305"/>
              <a:gd name="connsiteY15" fmla="*/ 1876014 h 3032756"/>
              <a:gd name="connsiteX16" fmla="*/ 3035 w 2234305"/>
              <a:gd name="connsiteY16" fmla="*/ 2367091 h 3032756"/>
              <a:gd name="connsiteX17" fmla="*/ 93930 w 2234305"/>
              <a:gd name="connsiteY17" fmla="*/ 2627652 h 3032756"/>
              <a:gd name="connsiteX0" fmla="*/ 2128146 w 2233470"/>
              <a:gd name="connsiteY0" fmla="*/ 3032756 h 3032756"/>
              <a:gd name="connsiteX1" fmla="*/ 2233352 w 2233470"/>
              <a:gd name="connsiteY1" fmla="*/ 2708609 h 3032756"/>
              <a:gd name="connsiteX2" fmla="*/ 2145079 w 2233470"/>
              <a:gd name="connsiteY2" fmla="*/ 2468094 h 3032756"/>
              <a:gd name="connsiteX3" fmla="*/ 1811994 w 2233470"/>
              <a:gd name="connsiteY3" fmla="*/ 2039205 h 3032756"/>
              <a:gd name="connsiteX4" fmla="*/ 1803913 w 2233470"/>
              <a:gd name="connsiteY4" fmla="*/ 1730342 h 3032756"/>
              <a:gd name="connsiteX5" fmla="*/ 1746477 w 2233470"/>
              <a:gd name="connsiteY5" fmla="*/ 1495836 h 3032756"/>
              <a:gd name="connsiteX6" fmla="*/ 1636697 w 2233470"/>
              <a:gd name="connsiteY6" fmla="*/ 1240451 h 3032756"/>
              <a:gd name="connsiteX7" fmla="*/ 1705806 w 2233470"/>
              <a:gd name="connsiteY7" fmla="*/ 952720 h 3032756"/>
              <a:gd name="connsiteX8" fmla="*/ 1787149 w 2233470"/>
              <a:gd name="connsiteY8" fmla="*/ 514856 h 3032756"/>
              <a:gd name="connsiteX9" fmla="*/ 1813438 w 2233470"/>
              <a:gd name="connsiteY9" fmla="*/ 304354 h 3032756"/>
              <a:gd name="connsiteX10" fmla="*/ 1643482 w 2233470"/>
              <a:gd name="connsiteY10" fmla="*/ 1437 h 3032756"/>
              <a:gd name="connsiteX11" fmla="*/ 1284041 w 2233470"/>
              <a:gd name="connsiteY11" fmla="*/ 289051 h 3032756"/>
              <a:gd name="connsiteX12" fmla="*/ 998744 w 2233470"/>
              <a:gd name="connsiteY12" fmla="*/ 760832 h 3032756"/>
              <a:gd name="connsiteX13" fmla="*/ 846455 w 2233470"/>
              <a:gd name="connsiteY13" fmla="*/ 930858 h 3032756"/>
              <a:gd name="connsiteX14" fmla="*/ 680442 w 2233470"/>
              <a:gd name="connsiteY14" fmla="*/ 1221489 h 3032756"/>
              <a:gd name="connsiteX15" fmla="*/ 177126 w 2233470"/>
              <a:gd name="connsiteY15" fmla="*/ 1876014 h 3032756"/>
              <a:gd name="connsiteX16" fmla="*/ 2200 w 2233470"/>
              <a:gd name="connsiteY16" fmla="*/ 2367091 h 3032756"/>
              <a:gd name="connsiteX17" fmla="*/ 140886 w 2233470"/>
              <a:gd name="connsiteY17" fmla="*/ 2879062 h 3032756"/>
              <a:gd name="connsiteX0" fmla="*/ 2011069 w 2116393"/>
              <a:gd name="connsiteY0" fmla="*/ 3032756 h 3032756"/>
              <a:gd name="connsiteX1" fmla="*/ 2116275 w 2116393"/>
              <a:gd name="connsiteY1" fmla="*/ 2708609 h 3032756"/>
              <a:gd name="connsiteX2" fmla="*/ 2028002 w 2116393"/>
              <a:gd name="connsiteY2" fmla="*/ 2468094 h 3032756"/>
              <a:gd name="connsiteX3" fmla="*/ 1694917 w 2116393"/>
              <a:gd name="connsiteY3" fmla="*/ 2039205 h 3032756"/>
              <a:gd name="connsiteX4" fmla="*/ 1686836 w 2116393"/>
              <a:gd name="connsiteY4" fmla="*/ 1730342 h 3032756"/>
              <a:gd name="connsiteX5" fmla="*/ 1629400 w 2116393"/>
              <a:gd name="connsiteY5" fmla="*/ 1495836 h 3032756"/>
              <a:gd name="connsiteX6" fmla="*/ 1519620 w 2116393"/>
              <a:gd name="connsiteY6" fmla="*/ 1240451 h 3032756"/>
              <a:gd name="connsiteX7" fmla="*/ 1588729 w 2116393"/>
              <a:gd name="connsiteY7" fmla="*/ 952720 h 3032756"/>
              <a:gd name="connsiteX8" fmla="*/ 1670072 w 2116393"/>
              <a:gd name="connsiteY8" fmla="*/ 514856 h 3032756"/>
              <a:gd name="connsiteX9" fmla="*/ 1696361 w 2116393"/>
              <a:gd name="connsiteY9" fmla="*/ 304354 h 3032756"/>
              <a:gd name="connsiteX10" fmla="*/ 1526405 w 2116393"/>
              <a:gd name="connsiteY10" fmla="*/ 1437 h 3032756"/>
              <a:gd name="connsiteX11" fmla="*/ 1166964 w 2116393"/>
              <a:gd name="connsiteY11" fmla="*/ 289051 h 3032756"/>
              <a:gd name="connsiteX12" fmla="*/ 881667 w 2116393"/>
              <a:gd name="connsiteY12" fmla="*/ 760832 h 3032756"/>
              <a:gd name="connsiteX13" fmla="*/ 729378 w 2116393"/>
              <a:gd name="connsiteY13" fmla="*/ 930858 h 3032756"/>
              <a:gd name="connsiteX14" fmla="*/ 563365 w 2116393"/>
              <a:gd name="connsiteY14" fmla="*/ 1221489 h 3032756"/>
              <a:gd name="connsiteX15" fmla="*/ 60049 w 2116393"/>
              <a:gd name="connsiteY15" fmla="*/ 1876014 h 3032756"/>
              <a:gd name="connsiteX16" fmla="*/ 44636 w 2116393"/>
              <a:gd name="connsiteY16" fmla="*/ 2375621 h 3032756"/>
              <a:gd name="connsiteX17" fmla="*/ 23809 w 2116393"/>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988437 w 2093761"/>
              <a:gd name="connsiteY0" fmla="*/ 3032756 h 3032756"/>
              <a:gd name="connsiteX1" fmla="*/ 2093643 w 2093761"/>
              <a:gd name="connsiteY1" fmla="*/ 2708609 h 3032756"/>
              <a:gd name="connsiteX2" fmla="*/ 2005370 w 2093761"/>
              <a:gd name="connsiteY2" fmla="*/ 2468094 h 3032756"/>
              <a:gd name="connsiteX3" fmla="*/ 1672285 w 2093761"/>
              <a:gd name="connsiteY3" fmla="*/ 2039205 h 3032756"/>
              <a:gd name="connsiteX4" fmla="*/ 1664204 w 2093761"/>
              <a:gd name="connsiteY4" fmla="*/ 1730342 h 3032756"/>
              <a:gd name="connsiteX5" fmla="*/ 1606768 w 2093761"/>
              <a:gd name="connsiteY5" fmla="*/ 1495836 h 3032756"/>
              <a:gd name="connsiteX6" fmla="*/ 1496988 w 2093761"/>
              <a:gd name="connsiteY6" fmla="*/ 1240451 h 3032756"/>
              <a:gd name="connsiteX7" fmla="*/ 1566097 w 2093761"/>
              <a:gd name="connsiteY7" fmla="*/ 952720 h 3032756"/>
              <a:gd name="connsiteX8" fmla="*/ 1647440 w 2093761"/>
              <a:gd name="connsiteY8" fmla="*/ 514856 h 3032756"/>
              <a:gd name="connsiteX9" fmla="*/ 1673729 w 2093761"/>
              <a:gd name="connsiteY9" fmla="*/ 304354 h 3032756"/>
              <a:gd name="connsiteX10" fmla="*/ 1503773 w 2093761"/>
              <a:gd name="connsiteY10" fmla="*/ 1437 h 3032756"/>
              <a:gd name="connsiteX11" fmla="*/ 1144332 w 2093761"/>
              <a:gd name="connsiteY11" fmla="*/ 289051 h 3032756"/>
              <a:gd name="connsiteX12" fmla="*/ 859035 w 2093761"/>
              <a:gd name="connsiteY12" fmla="*/ 760832 h 3032756"/>
              <a:gd name="connsiteX13" fmla="*/ 706746 w 2093761"/>
              <a:gd name="connsiteY13" fmla="*/ 930858 h 3032756"/>
              <a:gd name="connsiteX14" fmla="*/ 540733 w 2093761"/>
              <a:gd name="connsiteY14" fmla="*/ 1221489 h 3032756"/>
              <a:gd name="connsiteX15" fmla="*/ 138600 w 2093761"/>
              <a:gd name="connsiteY15" fmla="*/ 1864487 h 3032756"/>
              <a:gd name="connsiteX16" fmla="*/ 22004 w 2093761"/>
              <a:gd name="connsiteY16" fmla="*/ 2375621 h 3032756"/>
              <a:gd name="connsiteX17" fmla="*/ 1177 w 2093761"/>
              <a:gd name="connsiteY17" fmla="*/ 2879062 h 3032756"/>
              <a:gd name="connsiteX0" fmla="*/ 1803017 w 2101788"/>
              <a:gd name="connsiteY0" fmla="*/ 2934144 h 2934144"/>
              <a:gd name="connsiteX1" fmla="*/ 2093643 w 2101788"/>
              <a:gd name="connsiteY1" fmla="*/ 2708609 h 2934144"/>
              <a:gd name="connsiteX2" fmla="*/ 2005370 w 2101788"/>
              <a:gd name="connsiteY2" fmla="*/ 2468094 h 2934144"/>
              <a:gd name="connsiteX3" fmla="*/ 1672285 w 2101788"/>
              <a:gd name="connsiteY3" fmla="*/ 2039205 h 2934144"/>
              <a:gd name="connsiteX4" fmla="*/ 1664204 w 2101788"/>
              <a:gd name="connsiteY4" fmla="*/ 1730342 h 2934144"/>
              <a:gd name="connsiteX5" fmla="*/ 1606768 w 2101788"/>
              <a:gd name="connsiteY5" fmla="*/ 1495836 h 2934144"/>
              <a:gd name="connsiteX6" fmla="*/ 1496988 w 2101788"/>
              <a:gd name="connsiteY6" fmla="*/ 1240451 h 2934144"/>
              <a:gd name="connsiteX7" fmla="*/ 1566097 w 2101788"/>
              <a:gd name="connsiteY7" fmla="*/ 952720 h 2934144"/>
              <a:gd name="connsiteX8" fmla="*/ 1647440 w 2101788"/>
              <a:gd name="connsiteY8" fmla="*/ 514856 h 2934144"/>
              <a:gd name="connsiteX9" fmla="*/ 1673729 w 2101788"/>
              <a:gd name="connsiteY9" fmla="*/ 304354 h 2934144"/>
              <a:gd name="connsiteX10" fmla="*/ 1503773 w 2101788"/>
              <a:gd name="connsiteY10" fmla="*/ 1437 h 2934144"/>
              <a:gd name="connsiteX11" fmla="*/ 1144332 w 2101788"/>
              <a:gd name="connsiteY11" fmla="*/ 289051 h 2934144"/>
              <a:gd name="connsiteX12" fmla="*/ 859035 w 2101788"/>
              <a:gd name="connsiteY12" fmla="*/ 760832 h 2934144"/>
              <a:gd name="connsiteX13" fmla="*/ 706746 w 2101788"/>
              <a:gd name="connsiteY13" fmla="*/ 930858 h 2934144"/>
              <a:gd name="connsiteX14" fmla="*/ 540733 w 2101788"/>
              <a:gd name="connsiteY14" fmla="*/ 1221489 h 2934144"/>
              <a:gd name="connsiteX15" fmla="*/ 138600 w 2101788"/>
              <a:gd name="connsiteY15" fmla="*/ 1864487 h 2934144"/>
              <a:gd name="connsiteX16" fmla="*/ 22004 w 2101788"/>
              <a:gd name="connsiteY16" fmla="*/ 2375621 h 2934144"/>
              <a:gd name="connsiteX17" fmla="*/ 1177 w 2101788"/>
              <a:gd name="connsiteY17" fmla="*/ 2879062 h 2934144"/>
              <a:gd name="connsiteX0" fmla="*/ 1803017 w 2046900"/>
              <a:gd name="connsiteY0" fmla="*/ 2934144 h 2934144"/>
              <a:gd name="connsiteX1" fmla="*/ 2019674 w 2046900"/>
              <a:gd name="connsiteY1" fmla="*/ 2677153 h 2934144"/>
              <a:gd name="connsiteX2" fmla="*/ 2005370 w 2046900"/>
              <a:gd name="connsiteY2" fmla="*/ 2468094 h 2934144"/>
              <a:gd name="connsiteX3" fmla="*/ 1672285 w 2046900"/>
              <a:gd name="connsiteY3" fmla="*/ 2039205 h 2934144"/>
              <a:gd name="connsiteX4" fmla="*/ 1664204 w 2046900"/>
              <a:gd name="connsiteY4" fmla="*/ 1730342 h 2934144"/>
              <a:gd name="connsiteX5" fmla="*/ 1606768 w 2046900"/>
              <a:gd name="connsiteY5" fmla="*/ 1495836 h 2934144"/>
              <a:gd name="connsiteX6" fmla="*/ 1496988 w 2046900"/>
              <a:gd name="connsiteY6" fmla="*/ 1240451 h 2934144"/>
              <a:gd name="connsiteX7" fmla="*/ 1566097 w 2046900"/>
              <a:gd name="connsiteY7" fmla="*/ 952720 h 2934144"/>
              <a:gd name="connsiteX8" fmla="*/ 1647440 w 2046900"/>
              <a:gd name="connsiteY8" fmla="*/ 514856 h 2934144"/>
              <a:gd name="connsiteX9" fmla="*/ 1673729 w 2046900"/>
              <a:gd name="connsiteY9" fmla="*/ 304354 h 2934144"/>
              <a:gd name="connsiteX10" fmla="*/ 1503773 w 2046900"/>
              <a:gd name="connsiteY10" fmla="*/ 1437 h 2934144"/>
              <a:gd name="connsiteX11" fmla="*/ 1144332 w 2046900"/>
              <a:gd name="connsiteY11" fmla="*/ 289051 h 2934144"/>
              <a:gd name="connsiteX12" fmla="*/ 859035 w 2046900"/>
              <a:gd name="connsiteY12" fmla="*/ 760832 h 2934144"/>
              <a:gd name="connsiteX13" fmla="*/ 706746 w 2046900"/>
              <a:gd name="connsiteY13" fmla="*/ 930858 h 2934144"/>
              <a:gd name="connsiteX14" fmla="*/ 540733 w 2046900"/>
              <a:gd name="connsiteY14" fmla="*/ 1221489 h 2934144"/>
              <a:gd name="connsiteX15" fmla="*/ 138600 w 2046900"/>
              <a:gd name="connsiteY15" fmla="*/ 1864487 h 2934144"/>
              <a:gd name="connsiteX16" fmla="*/ 22004 w 2046900"/>
              <a:gd name="connsiteY16" fmla="*/ 2375621 h 2934144"/>
              <a:gd name="connsiteX17" fmla="*/ 1177 w 2046900"/>
              <a:gd name="connsiteY17" fmla="*/ 2879062 h 2934144"/>
              <a:gd name="connsiteX0" fmla="*/ 1803017 w 2046900"/>
              <a:gd name="connsiteY0" fmla="*/ 2851260 h 2851260"/>
              <a:gd name="connsiteX1" fmla="*/ 2019674 w 2046900"/>
              <a:gd name="connsiteY1" fmla="*/ 2594269 h 2851260"/>
              <a:gd name="connsiteX2" fmla="*/ 2005370 w 2046900"/>
              <a:gd name="connsiteY2" fmla="*/ 2385210 h 2851260"/>
              <a:gd name="connsiteX3" fmla="*/ 1672285 w 2046900"/>
              <a:gd name="connsiteY3" fmla="*/ 1956321 h 2851260"/>
              <a:gd name="connsiteX4" fmla="*/ 1664204 w 2046900"/>
              <a:gd name="connsiteY4" fmla="*/ 1647458 h 2851260"/>
              <a:gd name="connsiteX5" fmla="*/ 1606768 w 2046900"/>
              <a:gd name="connsiteY5" fmla="*/ 1412952 h 2851260"/>
              <a:gd name="connsiteX6" fmla="*/ 1496988 w 2046900"/>
              <a:gd name="connsiteY6" fmla="*/ 1157567 h 2851260"/>
              <a:gd name="connsiteX7" fmla="*/ 1566097 w 2046900"/>
              <a:gd name="connsiteY7" fmla="*/ 869836 h 2851260"/>
              <a:gd name="connsiteX8" fmla="*/ 1647440 w 2046900"/>
              <a:gd name="connsiteY8" fmla="*/ 431972 h 2851260"/>
              <a:gd name="connsiteX9" fmla="*/ 1673729 w 2046900"/>
              <a:gd name="connsiteY9" fmla="*/ 221470 h 2851260"/>
              <a:gd name="connsiteX10" fmla="*/ 1449383 w 2046900"/>
              <a:gd name="connsiteY10" fmla="*/ 2456 h 2851260"/>
              <a:gd name="connsiteX11" fmla="*/ 1144332 w 2046900"/>
              <a:gd name="connsiteY11" fmla="*/ 206167 h 2851260"/>
              <a:gd name="connsiteX12" fmla="*/ 859035 w 2046900"/>
              <a:gd name="connsiteY12" fmla="*/ 677948 h 2851260"/>
              <a:gd name="connsiteX13" fmla="*/ 706746 w 2046900"/>
              <a:gd name="connsiteY13" fmla="*/ 847974 h 2851260"/>
              <a:gd name="connsiteX14" fmla="*/ 540733 w 2046900"/>
              <a:gd name="connsiteY14" fmla="*/ 1138605 h 2851260"/>
              <a:gd name="connsiteX15" fmla="*/ 138600 w 2046900"/>
              <a:gd name="connsiteY15" fmla="*/ 1781603 h 2851260"/>
              <a:gd name="connsiteX16" fmla="*/ 22004 w 2046900"/>
              <a:gd name="connsiteY16" fmla="*/ 2292737 h 2851260"/>
              <a:gd name="connsiteX17" fmla="*/ 1177 w 2046900"/>
              <a:gd name="connsiteY17" fmla="*/ 2796178 h 2851260"/>
              <a:gd name="connsiteX0" fmla="*/ 1803017 w 2046900"/>
              <a:gd name="connsiteY0" fmla="*/ 2851260 h 2851260"/>
              <a:gd name="connsiteX1" fmla="*/ 2019674 w 2046900"/>
              <a:gd name="connsiteY1" fmla="*/ 2594269 h 2851260"/>
              <a:gd name="connsiteX2" fmla="*/ 2005370 w 2046900"/>
              <a:gd name="connsiteY2" fmla="*/ 2385210 h 2851260"/>
              <a:gd name="connsiteX3" fmla="*/ 1672285 w 2046900"/>
              <a:gd name="connsiteY3" fmla="*/ 1956321 h 2851260"/>
              <a:gd name="connsiteX4" fmla="*/ 1664204 w 2046900"/>
              <a:gd name="connsiteY4" fmla="*/ 1647458 h 2851260"/>
              <a:gd name="connsiteX5" fmla="*/ 1606768 w 2046900"/>
              <a:gd name="connsiteY5" fmla="*/ 1412952 h 2851260"/>
              <a:gd name="connsiteX6" fmla="*/ 1496988 w 2046900"/>
              <a:gd name="connsiteY6" fmla="*/ 1157567 h 2851260"/>
              <a:gd name="connsiteX7" fmla="*/ 1566097 w 2046900"/>
              <a:gd name="connsiteY7" fmla="*/ 869836 h 2851260"/>
              <a:gd name="connsiteX8" fmla="*/ 1647440 w 2046900"/>
              <a:gd name="connsiteY8" fmla="*/ 431972 h 2851260"/>
              <a:gd name="connsiteX9" fmla="*/ 1673729 w 2046900"/>
              <a:gd name="connsiteY9" fmla="*/ 221470 h 2851260"/>
              <a:gd name="connsiteX10" fmla="*/ 1449383 w 2046900"/>
              <a:gd name="connsiteY10" fmla="*/ 2456 h 2851260"/>
              <a:gd name="connsiteX11" fmla="*/ 1144332 w 2046900"/>
              <a:gd name="connsiteY11" fmla="*/ 206167 h 2851260"/>
              <a:gd name="connsiteX12" fmla="*/ 859035 w 2046900"/>
              <a:gd name="connsiteY12" fmla="*/ 677948 h 2851260"/>
              <a:gd name="connsiteX13" fmla="*/ 706746 w 2046900"/>
              <a:gd name="connsiteY13" fmla="*/ 847974 h 2851260"/>
              <a:gd name="connsiteX14" fmla="*/ 540733 w 2046900"/>
              <a:gd name="connsiteY14" fmla="*/ 1138605 h 2851260"/>
              <a:gd name="connsiteX15" fmla="*/ 22004 w 2046900"/>
              <a:gd name="connsiteY15" fmla="*/ 2292737 h 2851260"/>
              <a:gd name="connsiteX16" fmla="*/ 1177 w 2046900"/>
              <a:gd name="connsiteY16" fmla="*/ 2796178 h 2851260"/>
              <a:gd name="connsiteX0" fmla="*/ 1781013 w 2024896"/>
              <a:gd name="connsiteY0" fmla="*/ 2851260 h 2851260"/>
              <a:gd name="connsiteX1" fmla="*/ 1997670 w 2024896"/>
              <a:gd name="connsiteY1" fmla="*/ 2594269 h 2851260"/>
              <a:gd name="connsiteX2" fmla="*/ 1983366 w 2024896"/>
              <a:gd name="connsiteY2" fmla="*/ 2385210 h 2851260"/>
              <a:gd name="connsiteX3" fmla="*/ 1650281 w 2024896"/>
              <a:gd name="connsiteY3" fmla="*/ 1956321 h 2851260"/>
              <a:gd name="connsiteX4" fmla="*/ 1642200 w 2024896"/>
              <a:gd name="connsiteY4" fmla="*/ 1647458 h 2851260"/>
              <a:gd name="connsiteX5" fmla="*/ 1584764 w 2024896"/>
              <a:gd name="connsiteY5" fmla="*/ 1412952 h 2851260"/>
              <a:gd name="connsiteX6" fmla="*/ 1474984 w 2024896"/>
              <a:gd name="connsiteY6" fmla="*/ 1157567 h 2851260"/>
              <a:gd name="connsiteX7" fmla="*/ 1544093 w 2024896"/>
              <a:gd name="connsiteY7" fmla="*/ 869836 h 2851260"/>
              <a:gd name="connsiteX8" fmla="*/ 1625436 w 2024896"/>
              <a:gd name="connsiteY8" fmla="*/ 431972 h 2851260"/>
              <a:gd name="connsiteX9" fmla="*/ 1651725 w 2024896"/>
              <a:gd name="connsiteY9" fmla="*/ 221470 h 2851260"/>
              <a:gd name="connsiteX10" fmla="*/ 1427379 w 2024896"/>
              <a:gd name="connsiteY10" fmla="*/ 2456 h 2851260"/>
              <a:gd name="connsiteX11" fmla="*/ 1122328 w 2024896"/>
              <a:gd name="connsiteY11" fmla="*/ 206167 h 2851260"/>
              <a:gd name="connsiteX12" fmla="*/ 837031 w 2024896"/>
              <a:gd name="connsiteY12" fmla="*/ 677948 h 2851260"/>
              <a:gd name="connsiteX13" fmla="*/ 684742 w 2024896"/>
              <a:gd name="connsiteY13" fmla="*/ 847974 h 2851260"/>
              <a:gd name="connsiteX14" fmla="*/ 518729 w 2024896"/>
              <a:gd name="connsiteY14" fmla="*/ 1138605 h 2851260"/>
              <a:gd name="connsiteX15" fmla="*/ 0 w 2024896"/>
              <a:gd name="connsiteY15" fmla="*/ 2292737 h 2851260"/>
              <a:gd name="connsiteX0" fmla="*/ 1262284 w 1506167"/>
              <a:gd name="connsiteY0" fmla="*/ 2851260 h 2851260"/>
              <a:gd name="connsiteX1" fmla="*/ 1478941 w 1506167"/>
              <a:gd name="connsiteY1" fmla="*/ 2594269 h 2851260"/>
              <a:gd name="connsiteX2" fmla="*/ 1464637 w 1506167"/>
              <a:gd name="connsiteY2" fmla="*/ 2385210 h 2851260"/>
              <a:gd name="connsiteX3" fmla="*/ 1131552 w 1506167"/>
              <a:gd name="connsiteY3" fmla="*/ 1956321 h 2851260"/>
              <a:gd name="connsiteX4" fmla="*/ 1123471 w 1506167"/>
              <a:gd name="connsiteY4" fmla="*/ 1647458 h 2851260"/>
              <a:gd name="connsiteX5" fmla="*/ 1066035 w 1506167"/>
              <a:gd name="connsiteY5" fmla="*/ 1412952 h 2851260"/>
              <a:gd name="connsiteX6" fmla="*/ 956255 w 1506167"/>
              <a:gd name="connsiteY6" fmla="*/ 1157567 h 2851260"/>
              <a:gd name="connsiteX7" fmla="*/ 1025364 w 1506167"/>
              <a:gd name="connsiteY7" fmla="*/ 869836 h 2851260"/>
              <a:gd name="connsiteX8" fmla="*/ 1106707 w 1506167"/>
              <a:gd name="connsiteY8" fmla="*/ 431972 h 2851260"/>
              <a:gd name="connsiteX9" fmla="*/ 1132996 w 1506167"/>
              <a:gd name="connsiteY9" fmla="*/ 221470 h 2851260"/>
              <a:gd name="connsiteX10" fmla="*/ 908650 w 1506167"/>
              <a:gd name="connsiteY10" fmla="*/ 2456 h 2851260"/>
              <a:gd name="connsiteX11" fmla="*/ 603599 w 1506167"/>
              <a:gd name="connsiteY11" fmla="*/ 206167 h 2851260"/>
              <a:gd name="connsiteX12" fmla="*/ 318302 w 1506167"/>
              <a:gd name="connsiteY12" fmla="*/ 677948 h 2851260"/>
              <a:gd name="connsiteX13" fmla="*/ 166013 w 1506167"/>
              <a:gd name="connsiteY13" fmla="*/ 847974 h 2851260"/>
              <a:gd name="connsiteX14" fmla="*/ 0 w 1506167"/>
              <a:gd name="connsiteY14" fmla="*/ 1138605 h 2851260"/>
              <a:gd name="connsiteX0" fmla="*/ 1237423 w 1481306"/>
              <a:gd name="connsiteY0" fmla="*/ 2851260 h 2851260"/>
              <a:gd name="connsiteX1" fmla="*/ 1454080 w 1481306"/>
              <a:gd name="connsiteY1" fmla="*/ 2594269 h 2851260"/>
              <a:gd name="connsiteX2" fmla="*/ 1439776 w 1481306"/>
              <a:gd name="connsiteY2" fmla="*/ 2385210 h 2851260"/>
              <a:gd name="connsiteX3" fmla="*/ 1106691 w 1481306"/>
              <a:gd name="connsiteY3" fmla="*/ 1956321 h 2851260"/>
              <a:gd name="connsiteX4" fmla="*/ 1098610 w 1481306"/>
              <a:gd name="connsiteY4" fmla="*/ 1647458 h 2851260"/>
              <a:gd name="connsiteX5" fmla="*/ 1041174 w 1481306"/>
              <a:gd name="connsiteY5" fmla="*/ 1412952 h 2851260"/>
              <a:gd name="connsiteX6" fmla="*/ 931394 w 1481306"/>
              <a:gd name="connsiteY6" fmla="*/ 1157567 h 2851260"/>
              <a:gd name="connsiteX7" fmla="*/ 1000503 w 1481306"/>
              <a:gd name="connsiteY7" fmla="*/ 869836 h 2851260"/>
              <a:gd name="connsiteX8" fmla="*/ 1081846 w 1481306"/>
              <a:gd name="connsiteY8" fmla="*/ 431972 h 2851260"/>
              <a:gd name="connsiteX9" fmla="*/ 1108135 w 1481306"/>
              <a:gd name="connsiteY9" fmla="*/ 221470 h 2851260"/>
              <a:gd name="connsiteX10" fmla="*/ 883789 w 1481306"/>
              <a:gd name="connsiteY10" fmla="*/ 2456 h 2851260"/>
              <a:gd name="connsiteX11" fmla="*/ 578738 w 1481306"/>
              <a:gd name="connsiteY11" fmla="*/ 206167 h 2851260"/>
              <a:gd name="connsiteX12" fmla="*/ 293441 w 1481306"/>
              <a:gd name="connsiteY12" fmla="*/ 677948 h 2851260"/>
              <a:gd name="connsiteX13" fmla="*/ 141152 w 1481306"/>
              <a:gd name="connsiteY13" fmla="*/ 847974 h 2851260"/>
              <a:gd name="connsiteX14" fmla="*/ 0 w 1481306"/>
              <a:gd name="connsiteY14" fmla="*/ 1072325 h 2851260"/>
              <a:gd name="connsiteX0" fmla="*/ 1237423 w 1481306"/>
              <a:gd name="connsiteY0" fmla="*/ 2851260 h 2851260"/>
              <a:gd name="connsiteX1" fmla="*/ 1454080 w 1481306"/>
              <a:gd name="connsiteY1" fmla="*/ 2594269 h 2851260"/>
              <a:gd name="connsiteX2" fmla="*/ 1439776 w 1481306"/>
              <a:gd name="connsiteY2" fmla="*/ 2385210 h 2851260"/>
              <a:gd name="connsiteX3" fmla="*/ 1106691 w 1481306"/>
              <a:gd name="connsiteY3" fmla="*/ 1956321 h 2851260"/>
              <a:gd name="connsiteX4" fmla="*/ 1098610 w 1481306"/>
              <a:gd name="connsiteY4" fmla="*/ 1647458 h 2851260"/>
              <a:gd name="connsiteX5" fmla="*/ 1041174 w 1481306"/>
              <a:gd name="connsiteY5" fmla="*/ 1412952 h 2851260"/>
              <a:gd name="connsiteX6" fmla="*/ 931394 w 1481306"/>
              <a:gd name="connsiteY6" fmla="*/ 1157567 h 2851260"/>
              <a:gd name="connsiteX7" fmla="*/ 1000503 w 1481306"/>
              <a:gd name="connsiteY7" fmla="*/ 869836 h 2851260"/>
              <a:gd name="connsiteX8" fmla="*/ 1081846 w 1481306"/>
              <a:gd name="connsiteY8" fmla="*/ 431972 h 2851260"/>
              <a:gd name="connsiteX9" fmla="*/ 1108135 w 1481306"/>
              <a:gd name="connsiteY9" fmla="*/ 221470 h 2851260"/>
              <a:gd name="connsiteX10" fmla="*/ 883789 w 1481306"/>
              <a:gd name="connsiteY10" fmla="*/ 2456 h 2851260"/>
              <a:gd name="connsiteX11" fmla="*/ 578738 w 1481306"/>
              <a:gd name="connsiteY11" fmla="*/ 206167 h 2851260"/>
              <a:gd name="connsiteX12" fmla="*/ 276552 w 1481306"/>
              <a:gd name="connsiteY12" fmla="*/ 639964 h 2851260"/>
              <a:gd name="connsiteX13" fmla="*/ 141152 w 1481306"/>
              <a:gd name="connsiteY13" fmla="*/ 847974 h 2851260"/>
              <a:gd name="connsiteX14" fmla="*/ 0 w 1481306"/>
              <a:gd name="connsiteY14" fmla="*/ 1072325 h 2851260"/>
              <a:gd name="connsiteX0" fmla="*/ 1237423 w 1481306"/>
              <a:gd name="connsiteY0" fmla="*/ 2854836 h 2854836"/>
              <a:gd name="connsiteX1" fmla="*/ 1454080 w 1481306"/>
              <a:gd name="connsiteY1" fmla="*/ 2597845 h 2854836"/>
              <a:gd name="connsiteX2" fmla="*/ 1439776 w 1481306"/>
              <a:gd name="connsiteY2" fmla="*/ 2388786 h 2854836"/>
              <a:gd name="connsiteX3" fmla="*/ 1106691 w 1481306"/>
              <a:gd name="connsiteY3" fmla="*/ 1959897 h 2854836"/>
              <a:gd name="connsiteX4" fmla="*/ 1098610 w 1481306"/>
              <a:gd name="connsiteY4" fmla="*/ 1651034 h 2854836"/>
              <a:gd name="connsiteX5" fmla="*/ 1041174 w 1481306"/>
              <a:gd name="connsiteY5" fmla="*/ 1416528 h 2854836"/>
              <a:gd name="connsiteX6" fmla="*/ 931394 w 1481306"/>
              <a:gd name="connsiteY6" fmla="*/ 1161143 h 2854836"/>
              <a:gd name="connsiteX7" fmla="*/ 1000503 w 1481306"/>
              <a:gd name="connsiteY7" fmla="*/ 873412 h 2854836"/>
              <a:gd name="connsiteX8" fmla="*/ 1081846 w 1481306"/>
              <a:gd name="connsiteY8" fmla="*/ 435548 h 2854836"/>
              <a:gd name="connsiteX9" fmla="*/ 1108135 w 1481306"/>
              <a:gd name="connsiteY9" fmla="*/ 225046 h 2854836"/>
              <a:gd name="connsiteX10" fmla="*/ 883789 w 1481306"/>
              <a:gd name="connsiteY10" fmla="*/ 6032 h 2854836"/>
              <a:gd name="connsiteX11" fmla="*/ 548350 w 1481306"/>
              <a:gd name="connsiteY11" fmla="*/ 134379 h 2854836"/>
              <a:gd name="connsiteX12" fmla="*/ 276552 w 1481306"/>
              <a:gd name="connsiteY12" fmla="*/ 643540 h 2854836"/>
              <a:gd name="connsiteX13" fmla="*/ 141152 w 1481306"/>
              <a:gd name="connsiteY13" fmla="*/ 851550 h 2854836"/>
              <a:gd name="connsiteX14" fmla="*/ 0 w 1481306"/>
              <a:gd name="connsiteY14" fmla="*/ 1075901 h 2854836"/>
              <a:gd name="connsiteX0" fmla="*/ 1329082 w 1572965"/>
              <a:gd name="connsiteY0" fmla="*/ 2854836 h 2854836"/>
              <a:gd name="connsiteX1" fmla="*/ 1545739 w 1572965"/>
              <a:gd name="connsiteY1" fmla="*/ 2597845 h 2854836"/>
              <a:gd name="connsiteX2" fmla="*/ 1531435 w 1572965"/>
              <a:gd name="connsiteY2" fmla="*/ 2388786 h 2854836"/>
              <a:gd name="connsiteX3" fmla="*/ 1198350 w 1572965"/>
              <a:gd name="connsiteY3" fmla="*/ 1959897 h 2854836"/>
              <a:gd name="connsiteX4" fmla="*/ 1190269 w 1572965"/>
              <a:gd name="connsiteY4" fmla="*/ 1651034 h 2854836"/>
              <a:gd name="connsiteX5" fmla="*/ 1132833 w 1572965"/>
              <a:gd name="connsiteY5" fmla="*/ 1416528 h 2854836"/>
              <a:gd name="connsiteX6" fmla="*/ 1023053 w 1572965"/>
              <a:gd name="connsiteY6" fmla="*/ 1161143 h 2854836"/>
              <a:gd name="connsiteX7" fmla="*/ 1092162 w 1572965"/>
              <a:gd name="connsiteY7" fmla="*/ 873412 h 2854836"/>
              <a:gd name="connsiteX8" fmla="*/ 1173505 w 1572965"/>
              <a:gd name="connsiteY8" fmla="*/ 435548 h 2854836"/>
              <a:gd name="connsiteX9" fmla="*/ 1199794 w 1572965"/>
              <a:gd name="connsiteY9" fmla="*/ 225046 h 2854836"/>
              <a:gd name="connsiteX10" fmla="*/ 975448 w 1572965"/>
              <a:gd name="connsiteY10" fmla="*/ 6032 h 2854836"/>
              <a:gd name="connsiteX11" fmla="*/ 640009 w 1572965"/>
              <a:gd name="connsiteY11" fmla="*/ 134379 h 2854836"/>
              <a:gd name="connsiteX12" fmla="*/ 368211 w 1572965"/>
              <a:gd name="connsiteY12" fmla="*/ 643540 h 2854836"/>
              <a:gd name="connsiteX13" fmla="*/ 232811 w 1572965"/>
              <a:gd name="connsiteY13" fmla="*/ 851550 h 2854836"/>
              <a:gd name="connsiteX14" fmla="*/ 1 w 1572965"/>
              <a:gd name="connsiteY14" fmla="*/ 1155824 h 2854836"/>
              <a:gd name="connsiteX0" fmla="*/ 1329081 w 1580167"/>
              <a:gd name="connsiteY0" fmla="*/ 2854836 h 2854836"/>
              <a:gd name="connsiteX1" fmla="*/ 1545738 w 1580167"/>
              <a:gd name="connsiteY1" fmla="*/ 2597845 h 2854836"/>
              <a:gd name="connsiteX2" fmla="*/ 1543706 w 1580167"/>
              <a:gd name="connsiteY2" fmla="*/ 2139550 h 2854836"/>
              <a:gd name="connsiteX3" fmla="*/ 1198349 w 1580167"/>
              <a:gd name="connsiteY3" fmla="*/ 1959897 h 2854836"/>
              <a:gd name="connsiteX4" fmla="*/ 1190268 w 1580167"/>
              <a:gd name="connsiteY4" fmla="*/ 1651034 h 2854836"/>
              <a:gd name="connsiteX5" fmla="*/ 1132832 w 1580167"/>
              <a:gd name="connsiteY5" fmla="*/ 1416528 h 2854836"/>
              <a:gd name="connsiteX6" fmla="*/ 1023052 w 1580167"/>
              <a:gd name="connsiteY6" fmla="*/ 1161143 h 2854836"/>
              <a:gd name="connsiteX7" fmla="*/ 1092161 w 1580167"/>
              <a:gd name="connsiteY7" fmla="*/ 873412 h 2854836"/>
              <a:gd name="connsiteX8" fmla="*/ 1173504 w 1580167"/>
              <a:gd name="connsiteY8" fmla="*/ 435548 h 2854836"/>
              <a:gd name="connsiteX9" fmla="*/ 1199793 w 1580167"/>
              <a:gd name="connsiteY9" fmla="*/ 225046 h 2854836"/>
              <a:gd name="connsiteX10" fmla="*/ 975447 w 1580167"/>
              <a:gd name="connsiteY10" fmla="*/ 6032 h 2854836"/>
              <a:gd name="connsiteX11" fmla="*/ 640008 w 1580167"/>
              <a:gd name="connsiteY11" fmla="*/ 134379 h 2854836"/>
              <a:gd name="connsiteX12" fmla="*/ 368210 w 1580167"/>
              <a:gd name="connsiteY12" fmla="*/ 643540 h 2854836"/>
              <a:gd name="connsiteX13" fmla="*/ 232810 w 1580167"/>
              <a:gd name="connsiteY13" fmla="*/ 851550 h 2854836"/>
              <a:gd name="connsiteX14" fmla="*/ 0 w 1580167"/>
              <a:gd name="connsiteY14" fmla="*/ 1155824 h 2854836"/>
              <a:gd name="connsiteX0" fmla="*/ 1329081 w 1575168"/>
              <a:gd name="connsiteY0" fmla="*/ 2854836 h 2854836"/>
              <a:gd name="connsiteX1" fmla="*/ 1545738 w 1575168"/>
              <a:gd name="connsiteY1" fmla="*/ 2597845 h 2854836"/>
              <a:gd name="connsiteX2" fmla="*/ 1543706 w 1575168"/>
              <a:gd name="connsiteY2" fmla="*/ 2139550 h 2854836"/>
              <a:gd name="connsiteX3" fmla="*/ 1273779 w 1575168"/>
              <a:gd name="connsiteY3" fmla="*/ 1873435 h 2854836"/>
              <a:gd name="connsiteX4" fmla="*/ 1190268 w 1575168"/>
              <a:gd name="connsiteY4" fmla="*/ 1651034 h 2854836"/>
              <a:gd name="connsiteX5" fmla="*/ 1132832 w 1575168"/>
              <a:gd name="connsiteY5" fmla="*/ 1416528 h 2854836"/>
              <a:gd name="connsiteX6" fmla="*/ 1023052 w 1575168"/>
              <a:gd name="connsiteY6" fmla="*/ 1161143 h 2854836"/>
              <a:gd name="connsiteX7" fmla="*/ 1092161 w 1575168"/>
              <a:gd name="connsiteY7" fmla="*/ 873412 h 2854836"/>
              <a:gd name="connsiteX8" fmla="*/ 1173504 w 1575168"/>
              <a:gd name="connsiteY8" fmla="*/ 435548 h 2854836"/>
              <a:gd name="connsiteX9" fmla="*/ 1199793 w 1575168"/>
              <a:gd name="connsiteY9" fmla="*/ 225046 h 2854836"/>
              <a:gd name="connsiteX10" fmla="*/ 975447 w 1575168"/>
              <a:gd name="connsiteY10" fmla="*/ 6032 h 2854836"/>
              <a:gd name="connsiteX11" fmla="*/ 640008 w 1575168"/>
              <a:gd name="connsiteY11" fmla="*/ 134379 h 2854836"/>
              <a:gd name="connsiteX12" fmla="*/ 368210 w 1575168"/>
              <a:gd name="connsiteY12" fmla="*/ 643540 h 2854836"/>
              <a:gd name="connsiteX13" fmla="*/ 232810 w 1575168"/>
              <a:gd name="connsiteY13" fmla="*/ 851550 h 2854836"/>
              <a:gd name="connsiteX14" fmla="*/ 0 w 1575168"/>
              <a:gd name="connsiteY14" fmla="*/ 1155824 h 2854836"/>
              <a:gd name="connsiteX0" fmla="*/ 1329081 w 1543740"/>
              <a:gd name="connsiteY0" fmla="*/ 2854836 h 2854836"/>
              <a:gd name="connsiteX1" fmla="*/ 1292957 w 1543740"/>
              <a:gd name="connsiteY1" fmla="*/ 2199161 h 2854836"/>
              <a:gd name="connsiteX2" fmla="*/ 1543706 w 1543740"/>
              <a:gd name="connsiteY2" fmla="*/ 2139550 h 2854836"/>
              <a:gd name="connsiteX3" fmla="*/ 1273779 w 1543740"/>
              <a:gd name="connsiteY3" fmla="*/ 1873435 h 2854836"/>
              <a:gd name="connsiteX4" fmla="*/ 1190268 w 1543740"/>
              <a:gd name="connsiteY4" fmla="*/ 1651034 h 2854836"/>
              <a:gd name="connsiteX5" fmla="*/ 1132832 w 1543740"/>
              <a:gd name="connsiteY5" fmla="*/ 1416528 h 2854836"/>
              <a:gd name="connsiteX6" fmla="*/ 1023052 w 1543740"/>
              <a:gd name="connsiteY6" fmla="*/ 1161143 h 2854836"/>
              <a:gd name="connsiteX7" fmla="*/ 1092161 w 1543740"/>
              <a:gd name="connsiteY7" fmla="*/ 873412 h 2854836"/>
              <a:gd name="connsiteX8" fmla="*/ 1173504 w 1543740"/>
              <a:gd name="connsiteY8" fmla="*/ 435548 h 2854836"/>
              <a:gd name="connsiteX9" fmla="*/ 1199793 w 1543740"/>
              <a:gd name="connsiteY9" fmla="*/ 225046 h 2854836"/>
              <a:gd name="connsiteX10" fmla="*/ 975447 w 1543740"/>
              <a:gd name="connsiteY10" fmla="*/ 6032 h 2854836"/>
              <a:gd name="connsiteX11" fmla="*/ 640008 w 1543740"/>
              <a:gd name="connsiteY11" fmla="*/ 134379 h 2854836"/>
              <a:gd name="connsiteX12" fmla="*/ 368210 w 1543740"/>
              <a:gd name="connsiteY12" fmla="*/ 643540 h 2854836"/>
              <a:gd name="connsiteX13" fmla="*/ 232810 w 1543740"/>
              <a:gd name="connsiteY13" fmla="*/ 851550 h 2854836"/>
              <a:gd name="connsiteX14" fmla="*/ 0 w 1543740"/>
              <a:gd name="connsiteY14" fmla="*/ 1155824 h 2854836"/>
              <a:gd name="connsiteX0" fmla="*/ 1292957 w 1543740"/>
              <a:gd name="connsiteY0" fmla="*/ 2199161 h 2199161"/>
              <a:gd name="connsiteX1" fmla="*/ 1543706 w 1543740"/>
              <a:gd name="connsiteY1" fmla="*/ 2139550 h 2199161"/>
              <a:gd name="connsiteX2" fmla="*/ 1273779 w 1543740"/>
              <a:gd name="connsiteY2" fmla="*/ 1873435 h 2199161"/>
              <a:gd name="connsiteX3" fmla="*/ 1190268 w 1543740"/>
              <a:gd name="connsiteY3" fmla="*/ 1651034 h 2199161"/>
              <a:gd name="connsiteX4" fmla="*/ 1132832 w 1543740"/>
              <a:gd name="connsiteY4" fmla="*/ 1416528 h 2199161"/>
              <a:gd name="connsiteX5" fmla="*/ 1023052 w 1543740"/>
              <a:gd name="connsiteY5" fmla="*/ 1161143 h 2199161"/>
              <a:gd name="connsiteX6" fmla="*/ 1092161 w 1543740"/>
              <a:gd name="connsiteY6" fmla="*/ 873412 h 2199161"/>
              <a:gd name="connsiteX7" fmla="*/ 1173504 w 1543740"/>
              <a:gd name="connsiteY7" fmla="*/ 435548 h 2199161"/>
              <a:gd name="connsiteX8" fmla="*/ 1199793 w 1543740"/>
              <a:gd name="connsiteY8" fmla="*/ 225046 h 2199161"/>
              <a:gd name="connsiteX9" fmla="*/ 975447 w 1543740"/>
              <a:gd name="connsiteY9" fmla="*/ 6032 h 2199161"/>
              <a:gd name="connsiteX10" fmla="*/ 640008 w 1543740"/>
              <a:gd name="connsiteY10" fmla="*/ 134379 h 2199161"/>
              <a:gd name="connsiteX11" fmla="*/ 368210 w 1543740"/>
              <a:gd name="connsiteY11" fmla="*/ 643540 h 2199161"/>
              <a:gd name="connsiteX12" fmla="*/ 232810 w 1543740"/>
              <a:gd name="connsiteY12" fmla="*/ 851550 h 2199161"/>
              <a:gd name="connsiteX13" fmla="*/ 0 w 1543740"/>
              <a:gd name="connsiteY13" fmla="*/ 1155824 h 219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43740" h="2199161">
                <a:moveTo>
                  <a:pt x="1292957" y="2199161"/>
                </a:moveTo>
                <a:cubicBezTo>
                  <a:pt x="1328728" y="2079947"/>
                  <a:pt x="1546902" y="2193838"/>
                  <a:pt x="1543706" y="2139550"/>
                </a:cubicBezTo>
                <a:cubicBezTo>
                  <a:pt x="1540510" y="2085262"/>
                  <a:pt x="1332685" y="1954854"/>
                  <a:pt x="1273779" y="1873435"/>
                </a:cubicBezTo>
                <a:cubicBezTo>
                  <a:pt x="1214873" y="1792016"/>
                  <a:pt x="1213759" y="1727185"/>
                  <a:pt x="1190268" y="1651034"/>
                </a:cubicBezTo>
                <a:cubicBezTo>
                  <a:pt x="1166777" y="1574883"/>
                  <a:pt x="1151216" y="1494919"/>
                  <a:pt x="1132832" y="1416528"/>
                </a:cubicBezTo>
                <a:cubicBezTo>
                  <a:pt x="1109877" y="1319182"/>
                  <a:pt x="1029243" y="1260966"/>
                  <a:pt x="1023052" y="1161143"/>
                </a:cubicBezTo>
                <a:cubicBezTo>
                  <a:pt x="1017813" y="1077990"/>
                  <a:pt x="1080350" y="955899"/>
                  <a:pt x="1092161" y="873412"/>
                </a:cubicBezTo>
                <a:cubicBezTo>
                  <a:pt x="1170887" y="716214"/>
                  <a:pt x="1155565" y="543609"/>
                  <a:pt x="1173504" y="435548"/>
                </a:cubicBezTo>
                <a:cubicBezTo>
                  <a:pt x="1191443" y="327487"/>
                  <a:pt x="1203222" y="295912"/>
                  <a:pt x="1199793" y="225046"/>
                </a:cubicBezTo>
                <a:cubicBezTo>
                  <a:pt x="1180078" y="152111"/>
                  <a:pt x="1039836" y="35512"/>
                  <a:pt x="975447" y="6032"/>
                </a:cubicBezTo>
                <a:cubicBezTo>
                  <a:pt x="836527" y="-13470"/>
                  <a:pt x="756446" y="10506"/>
                  <a:pt x="640008" y="134379"/>
                </a:cubicBezTo>
                <a:cubicBezTo>
                  <a:pt x="517580" y="277998"/>
                  <a:pt x="468810" y="488134"/>
                  <a:pt x="368210" y="643540"/>
                </a:cubicBezTo>
                <a:cubicBezTo>
                  <a:pt x="297583" y="756194"/>
                  <a:pt x="278902" y="779490"/>
                  <a:pt x="232810" y="851550"/>
                </a:cubicBezTo>
                <a:cubicBezTo>
                  <a:pt x="186718" y="923610"/>
                  <a:pt x="114124" y="915030"/>
                  <a:pt x="0" y="1155824"/>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Oval 55">
            <a:extLst>
              <a:ext uri="{FF2B5EF4-FFF2-40B4-BE49-F238E27FC236}">
                <a16:creationId xmlns:a16="http://schemas.microsoft.com/office/drawing/2014/main" id="{30753ABE-868C-8B37-5E0C-1F4C8D0B75CB}"/>
              </a:ext>
            </a:extLst>
          </p:cNvPr>
          <p:cNvSpPr/>
          <p:nvPr/>
        </p:nvSpPr>
        <p:spPr>
          <a:xfrm rot="17964447" flipV="1">
            <a:off x="11854069" y="1593985"/>
            <a:ext cx="304531" cy="38751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EE0FE039-27D4-5D68-0B8F-8A0FA88508F6}"/>
              </a:ext>
            </a:extLst>
          </p:cNvPr>
          <p:cNvSpPr/>
          <p:nvPr/>
        </p:nvSpPr>
        <p:spPr>
          <a:xfrm rot="473519" flipH="1">
            <a:off x="8723121" y="-223430"/>
            <a:ext cx="3040856" cy="1722176"/>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212952 w 3212952"/>
              <a:gd name="connsiteY0" fmla="*/ 366816 h 1439449"/>
              <a:gd name="connsiteX1" fmla="*/ 3096044 w 3212952"/>
              <a:gd name="connsiteY1" fmla="*/ 532558 h 1439449"/>
              <a:gd name="connsiteX2" fmla="*/ 3025277 w 3212952"/>
              <a:gd name="connsiteY2" fmla="*/ 962288 h 1439449"/>
              <a:gd name="connsiteX3" fmla="*/ 2627790 w 3212952"/>
              <a:gd name="connsiteY3" fmla="*/ 1320927 h 1439449"/>
              <a:gd name="connsiteX4" fmla="*/ 2275502 w 3212952"/>
              <a:gd name="connsiteY4" fmla="*/ 1437975 h 1439449"/>
              <a:gd name="connsiteX5" fmla="*/ 1856184 w 3212952"/>
              <a:gd name="connsiteY5" fmla="*/ 1382979 h 1439449"/>
              <a:gd name="connsiteX6" fmla="*/ 1261950 w 3212952"/>
              <a:gd name="connsiteY6" fmla="*/ 1326841 h 1439449"/>
              <a:gd name="connsiteX7" fmla="*/ 1096587 w 3212952"/>
              <a:gd name="connsiteY7" fmla="*/ 1058455 h 1439449"/>
              <a:gd name="connsiteX8" fmla="*/ 1036418 w 3212952"/>
              <a:gd name="connsiteY8" fmla="*/ 866574 h 1439449"/>
              <a:gd name="connsiteX9" fmla="*/ 908804 w 3212952"/>
              <a:gd name="connsiteY9" fmla="*/ 670902 h 1439449"/>
              <a:gd name="connsiteX10" fmla="*/ 581596 w 3212952"/>
              <a:gd name="connsiteY10" fmla="*/ 569167 h 1439449"/>
              <a:gd name="connsiteX11" fmla="*/ 469010 w 3212952"/>
              <a:gd name="connsiteY11" fmla="*/ 532591 h 1439449"/>
              <a:gd name="connsiteX12" fmla="*/ 328516 w 3212952"/>
              <a:gd name="connsiteY12" fmla="*/ 392193 h 1439449"/>
              <a:gd name="connsiteX13" fmla="*/ 140969 w 3212952"/>
              <a:gd name="connsiteY13" fmla="*/ 157592 h 1439449"/>
              <a:gd name="connsiteX14" fmla="*/ 0 w 3212952"/>
              <a:gd name="connsiteY14" fmla="*/ 0 h 143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12952" h="1439449">
                <a:moveTo>
                  <a:pt x="3212952" y="366816"/>
                </a:moveTo>
                <a:cubicBezTo>
                  <a:pt x="3116259" y="478224"/>
                  <a:pt x="3127323" y="433313"/>
                  <a:pt x="3096044" y="532558"/>
                </a:cubicBezTo>
                <a:cubicBezTo>
                  <a:pt x="3064765" y="631803"/>
                  <a:pt x="3103319" y="830893"/>
                  <a:pt x="3025277" y="962288"/>
                </a:cubicBezTo>
                <a:cubicBezTo>
                  <a:pt x="2947235" y="1093683"/>
                  <a:pt x="2752752" y="1241646"/>
                  <a:pt x="2627790" y="1320927"/>
                </a:cubicBezTo>
                <a:cubicBezTo>
                  <a:pt x="2502828" y="1400208"/>
                  <a:pt x="2404103" y="1427633"/>
                  <a:pt x="2275502" y="1437975"/>
                </a:cubicBezTo>
                <a:cubicBezTo>
                  <a:pt x="2146901" y="1448317"/>
                  <a:pt x="2025109" y="1401501"/>
                  <a:pt x="1856184" y="1382979"/>
                </a:cubicBezTo>
                <a:cubicBezTo>
                  <a:pt x="1687259" y="1364457"/>
                  <a:pt x="1388549" y="1380928"/>
                  <a:pt x="1261950" y="1326841"/>
                </a:cubicBezTo>
                <a:cubicBezTo>
                  <a:pt x="1135351" y="1272754"/>
                  <a:pt x="1134176" y="1135166"/>
                  <a:pt x="1096587" y="1058455"/>
                </a:cubicBezTo>
                <a:cubicBezTo>
                  <a:pt x="1058998" y="981744"/>
                  <a:pt x="1067715" y="931166"/>
                  <a:pt x="1036418" y="866574"/>
                </a:cubicBezTo>
                <a:cubicBezTo>
                  <a:pt x="1005121" y="801982"/>
                  <a:pt x="984608" y="720470"/>
                  <a:pt x="908804" y="670902"/>
                </a:cubicBezTo>
                <a:cubicBezTo>
                  <a:pt x="833000" y="621334"/>
                  <a:pt x="654895" y="592219"/>
                  <a:pt x="581596" y="569167"/>
                </a:cubicBezTo>
                <a:cubicBezTo>
                  <a:pt x="508297" y="546115"/>
                  <a:pt x="503300" y="553165"/>
                  <a:pt x="469010" y="532591"/>
                </a:cubicBezTo>
                <a:cubicBezTo>
                  <a:pt x="411860" y="498301"/>
                  <a:pt x="370331" y="444390"/>
                  <a:pt x="328516" y="392193"/>
                </a:cubicBezTo>
                <a:cubicBezTo>
                  <a:pt x="265937" y="314088"/>
                  <a:pt x="202310" y="236650"/>
                  <a:pt x="140969" y="157592"/>
                </a:cubicBezTo>
                <a:cubicBezTo>
                  <a:pt x="14604" y="48626"/>
                  <a:pt x="68391" y="45890"/>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9" name="Freeform: Shape 18">
            <a:extLst>
              <a:ext uri="{FF2B5EF4-FFF2-40B4-BE49-F238E27FC236}">
                <a16:creationId xmlns:a16="http://schemas.microsoft.com/office/drawing/2014/main" id="{25703039-4D76-FFED-5C9C-3A0A02DACB4D}"/>
              </a:ext>
            </a:extLst>
          </p:cNvPr>
          <p:cNvSpPr/>
          <p:nvPr/>
        </p:nvSpPr>
        <p:spPr>
          <a:xfrm rot="21453850" flipH="1">
            <a:off x="9139726" y="-43837"/>
            <a:ext cx="2368906" cy="1209300"/>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759120 w 2781476"/>
              <a:gd name="connsiteY0" fmla="*/ 0 h 1336561"/>
              <a:gd name="connsiteX1" fmla="*/ 2644025 w 2781476"/>
              <a:gd name="connsiteY1" fmla="*/ 427134 h 1336561"/>
              <a:gd name="connsiteX2" fmla="*/ 2780507 w 2781476"/>
              <a:gd name="connsiteY2" fmla="*/ 724312 h 1336561"/>
              <a:gd name="connsiteX3" fmla="*/ 2658888 w 2781476"/>
              <a:gd name="connsiteY3" fmla="*/ 1019824 h 1336561"/>
              <a:gd name="connsiteX4" fmla="*/ 2359526 w 2781476"/>
              <a:gd name="connsiteY4" fmla="*/ 1306298 h 1336561"/>
              <a:gd name="connsiteX5" fmla="*/ 2000065 w 2781476"/>
              <a:gd name="connsiteY5" fmla="*/ 1320008 h 1336561"/>
              <a:gd name="connsiteX6" fmla="*/ 1629633 w 2781476"/>
              <a:gd name="connsiteY6" fmla="*/ 1320575 h 1336561"/>
              <a:gd name="connsiteX7" fmla="*/ 1459193 w 2781476"/>
              <a:gd name="connsiteY7" fmla="*/ 1110581 h 1336561"/>
              <a:gd name="connsiteX8" fmla="*/ 1306816 w 2781476"/>
              <a:gd name="connsiteY8" fmla="*/ 838486 h 1336561"/>
              <a:gd name="connsiteX9" fmla="*/ 1298538 w 2781476"/>
              <a:gd name="connsiteY9" fmla="*/ 536683 h 1336561"/>
              <a:gd name="connsiteX10" fmla="*/ 1227254 w 2781476"/>
              <a:gd name="connsiteY10" fmla="*/ 348368 h 1336561"/>
              <a:gd name="connsiteX11" fmla="*/ 915693 w 2781476"/>
              <a:gd name="connsiteY11" fmla="*/ 374979 h 1336561"/>
              <a:gd name="connsiteX12" fmla="*/ 678711 w 2781476"/>
              <a:gd name="connsiteY12" fmla="*/ 322305 h 1336561"/>
              <a:gd name="connsiteX13" fmla="*/ 270209 w 2781476"/>
              <a:gd name="connsiteY13" fmla="*/ 341252 h 1336561"/>
              <a:gd name="connsiteX14" fmla="*/ 0 w 2781476"/>
              <a:gd name="connsiteY14" fmla="*/ 99225 h 1336561"/>
              <a:gd name="connsiteX0" fmla="*/ 2759120 w 2759120"/>
              <a:gd name="connsiteY0" fmla="*/ 0 h 1336561"/>
              <a:gd name="connsiteX1" fmla="*/ 2644025 w 2759120"/>
              <a:gd name="connsiteY1" fmla="*/ 427134 h 1336561"/>
              <a:gd name="connsiteX2" fmla="*/ 2700912 w 2759120"/>
              <a:gd name="connsiteY2" fmla="*/ 727525 h 1336561"/>
              <a:gd name="connsiteX3" fmla="*/ 2658888 w 2759120"/>
              <a:gd name="connsiteY3" fmla="*/ 1019824 h 1336561"/>
              <a:gd name="connsiteX4" fmla="*/ 2359526 w 2759120"/>
              <a:gd name="connsiteY4" fmla="*/ 1306298 h 1336561"/>
              <a:gd name="connsiteX5" fmla="*/ 2000065 w 2759120"/>
              <a:gd name="connsiteY5" fmla="*/ 1320008 h 1336561"/>
              <a:gd name="connsiteX6" fmla="*/ 1629633 w 2759120"/>
              <a:gd name="connsiteY6" fmla="*/ 1320575 h 1336561"/>
              <a:gd name="connsiteX7" fmla="*/ 1459193 w 2759120"/>
              <a:gd name="connsiteY7" fmla="*/ 1110581 h 1336561"/>
              <a:gd name="connsiteX8" fmla="*/ 1306816 w 2759120"/>
              <a:gd name="connsiteY8" fmla="*/ 838486 h 1336561"/>
              <a:gd name="connsiteX9" fmla="*/ 1298538 w 2759120"/>
              <a:gd name="connsiteY9" fmla="*/ 536683 h 1336561"/>
              <a:gd name="connsiteX10" fmla="*/ 1227254 w 2759120"/>
              <a:gd name="connsiteY10" fmla="*/ 348368 h 1336561"/>
              <a:gd name="connsiteX11" fmla="*/ 915693 w 2759120"/>
              <a:gd name="connsiteY11" fmla="*/ 374979 h 1336561"/>
              <a:gd name="connsiteX12" fmla="*/ 678711 w 2759120"/>
              <a:gd name="connsiteY12" fmla="*/ 322305 h 1336561"/>
              <a:gd name="connsiteX13" fmla="*/ 270209 w 2759120"/>
              <a:gd name="connsiteY13" fmla="*/ 341252 h 1336561"/>
              <a:gd name="connsiteX14" fmla="*/ 0 w 2759120"/>
              <a:gd name="connsiteY14" fmla="*/ 99225 h 133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59120" h="1336561">
                <a:moveTo>
                  <a:pt x="2759120" y="0"/>
                </a:moveTo>
                <a:cubicBezTo>
                  <a:pt x="2654332" y="54256"/>
                  <a:pt x="2653726" y="305880"/>
                  <a:pt x="2644025" y="427134"/>
                </a:cubicBezTo>
                <a:cubicBezTo>
                  <a:pt x="2634324" y="548388"/>
                  <a:pt x="2696298" y="616385"/>
                  <a:pt x="2700912" y="727525"/>
                </a:cubicBezTo>
                <a:cubicBezTo>
                  <a:pt x="2705526" y="838665"/>
                  <a:pt x="2715786" y="923362"/>
                  <a:pt x="2658888" y="1019824"/>
                </a:cubicBezTo>
                <a:cubicBezTo>
                  <a:pt x="2601990" y="1116286"/>
                  <a:pt x="2469330" y="1256267"/>
                  <a:pt x="2359526" y="1306298"/>
                </a:cubicBezTo>
                <a:cubicBezTo>
                  <a:pt x="2249722" y="1356329"/>
                  <a:pt x="2117800" y="1317258"/>
                  <a:pt x="2000065" y="1320008"/>
                </a:cubicBezTo>
                <a:cubicBezTo>
                  <a:pt x="1882330" y="1322758"/>
                  <a:pt x="1719778" y="1355479"/>
                  <a:pt x="1629633" y="1320575"/>
                </a:cubicBezTo>
                <a:cubicBezTo>
                  <a:pt x="1539488" y="1285671"/>
                  <a:pt x="1512996" y="1190929"/>
                  <a:pt x="1459193" y="1110581"/>
                </a:cubicBezTo>
                <a:cubicBezTo>
                  <a:pt x="1405390" y="1030233"/>
                  <a:pt x="1333592" y="934136"/>
                  <a:pt x="1306816" y="838486"/>
                </a:cubicBezTo>
                <a:cubicBezTo>
                  <a:pt x="1280040" y="742836"/>
                  <a:pt x="1311798" y="618369"/>
                  <a:pt x="1298538" y="536683"/>
                </a:cubicBezTo>
                <a:cubicBezTo>
                  <a:pt x="1285278" y="454997"/>
                  <a:pt x="1291062" y="375319"/>
                  <a:pt x="1227254" y="348368"/>
                </a:cubicBezTo>
                <a:cubicBezTo>
                  <a:pt x="1163447" y="321417"/>
                  <a:pt x="1007117" y="379323"/>
                  <a:pt x="915693" y="374979"/>
                </a:cubicBezTo>
                <a:cubicBezTo>
                  <a:pt x="824269" y="370635"/>
                  <a:pt x="786292" y="327926"/>
                  <a:pt x="678711" y="322305"/>
                </a:cubicBezTo>
                <a:cubicBezTo>
                  <a:pt x="571130" y="316684"/>
                  <a:pt x="360410" y="397069"/>
                  <a:pt x="270209" y="341252"/>
                </a:cubicBezTo>
                <a:cubicBezTo>
                  <a:pt x="168415" y="286879"/>
                  <a:pt x="100086" y="170188"/>
                  <a:pt x="0" y="9922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6C4BB7EB-1D6C-E7CE-D592-720C072AC439}"/>
              </a:ext>
            </a:extLst>
          </p:cNvPr>
          <p:cNvSpPr/>
          <p:nvPr/>
        </p:nvSpPr>
        <p:spPr>
          <a:xfrm rot="21453850" flipH="1">
            <a:off x="9352070" y="-17277"/>
            <a:ext cx="1623140" cy="104041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620485 w 1792406"/>
              <a:gd name="connsiteY0" fmla="*/ 0 h 1213701"/>
              <a:gd name="connsiteX1" fmla="*/ 1673315 w 1792406"/>
              <a:gd name="connsiteY1" fmla="*/ 559204 h 1213701"/>
              <a:gd name="connsiteX2" fmla="*/ 1787255 w 1792406"/>
              <a:gd name="connsiteY2" fmla="*/ 915041 h 1213701"/>
              <a:gd name="connsiteX3" fmla="*/ 1487909 w 1792406"/>
              <a:gd name="connsiteY3" fmla="*/ 1163240 h 1213701"/>
              <a:gd name="connsiteX4" fmla="*/ 1021335 w 1792406"/>
              <a:gd name="connsiteY4" fmla="*/ 1190183 h 1213701"/>
              <a:gd name="connsiteX5" fmla="*/ 816913 w 1792406"/>
              <a:gd name="connsiteY5" fmla="*/ 891067 h 1213701"/>
              <a:gd name="connsiteX6" fmla="*/ 785414 w 1792406"/>
              <a:gd name="connsiteY6" fmla="*/ 621379 h 1213701"/>
              <a:gd name="connsiteX7" fmla="*/ 853520 w 1792406"/>
              <a:gd name="connsiteY7" fmla="*/ 337277 h 1213701"/>
              <a:gd name="connsiteX8" fmla="*/ 587969 w 1792406"/>
              <a:gd name="connsiteY8" fmla="*/ 112151 h 1213701"/>
              <a:gd name="connsiteX9" fmla="*/ 0 w 1792406"/>
              <a:gd name="connsiteY9" fmla="*/ 66049 h 1213701"/>
              <a:gd name="connsiteX0" fmla="*/ 1620485 w 1792406"/>
              <a:gd name="connsiteY0" fmla="*/ 0 h 1213701"/>
              <a:gd name="connsiteX1" fmla="*/ 1673315 w 1792406"/>
              <a:gd name="connsiteY1" fmla="*/ 559204 h 1213701"/>
              <a:gd name="connsiteX2" fmla="*/ 1787255 w 1792406"/>
              <a:gd name="connsiteY2" fmla="*/ 915041 h 1213701"/>
              <a:gd name="connsiteX3" fmla="*/ 1487909 w 1792406"/>
              <a:gd name="connsiteY3" fmla="*/ 1163240 h 1213701"/>
              <a:gd name="connsiteX4" fmla="*/ 1021335 w 1792406"/>
              <a:gd name="connsiteY4" fmla="*/ 1190183 h 1213701"/>
              <a:gd name="connsiteX5" fmla="*/ 816913 w 1792406"/>
              <a:gd name="connsiteY5" fmla="*/ 891067 h 1213701"/>
              <a:gd name="connsiteX6" fmla="*/ 785414 w 1792406"/>
              <a:gd name="connsiteY6" fmla="*/ 621379 h 1213701"/>
              <a:gd name="connsiteX7" fmla="*/ 723878 w 1792406"/>
              <a:gd name="connsiteY7" fmla="*/ 340720 h 1213701"/>
              <a:gd name="connsiteX8" fmla="*/ 587969 w 1792406"/>
              <a:gd name="connsiteY8" fmla="*/ 112151 h 1213701"/>
              <a:gd name="connsiteX9" fmla="*/ 0 w 1792406"/>
              <a:gd name="connsiteY9" fmla="*/ 66049 h 1213701"/>
              <a:gd name="connsiteX0" fmla="*/ 1620485 w 1792406"/>
              <a:gd name="connsiteY0" fmla="*/ 0 h 1213701"/>
              <a:gd name="connsiteX1" fmla="*/ 1673315 w 1792406"/>
              <a:gd name="connsiteY1" fmla="*/ 559204 h 1213701"/>
              <a:gd name="connsiteX2" fmla="*/ 1787255 w 1792406"/>
              <a:gd name="connsiteY2" fmla="*/ 915041 h 1213701"/>
              <a:gd name="connsiteX3" fmla="*/ 1487909 w 1792406"/>
              <a:gd name="connsiteY3" fmla="*/ 1163240 h 1213701"/>
              <a:gd name="connsiteX4" fmla="*/ 1021335 w 1792406"/>
              <a:gd name="connsiteY4" fmla="*/ 1190183 h 1213701"/>
              <a:gd name="connsiteX5" fmla="*/ 816913 w 1792406"/>
              <a:gd name="connsiteY5" fmla="*/ 891067 h 1213701"/>
              <a:gd name="connsiteX6" fmla="*/ 785414 w 1792406"/>
              <a:gd name="connsiteY6" fmla="*/ 621379 h 1213701"/>
              <a:gd name="connsiteX7" fmla="*/ 723878 w 1792406"/>
              <a:gd name="connsiteY7" fmla="*/ 340720 h 1213701"/>
              <a:gd name="connsiteX8" fmla="*/ 461884 w 1792406"/>
              <a:gd name="connsiteY8" fmla="*/ 199705 h 1213701"/>
              <a:gd name="connsiteX9" fmla="*/ 0 w 1792406"/>
              <a:gd name="connsiteY9" fmla="*/ 66049 h 1213701"/>
              <a:gd name="connsiteX0" fmla="*/ 1620485 w 1792406"/>
              <a:gd name="connsiteY0" fmla="*/ 0 h 1213701"/>
              <a:gd name="connsiteX1" fmla="*/ 1673315 w 1792406"/>
              <a:gd name="connsiteY1" fmla="*/ 559204 h 1213701"/>
              <a:gd name="connsiteX2" fmla="*/ 1787255 w 1792406"/>
              <a:gd name="connsiteY2" fmla="*/ 915041 h 1213701"/>
              <a:gd name="connsiteX3" fmla="*/ 1487909 w 1792406"/>
              <a:gd name="connsiteY3" fmla="*/ 1163240 h 1213701"/>
              <a:gd name="connsiteX4" fmla="*/ 1021335 w 1792406"/>
              <a:gd name="connsiteY4" fmla="*/ 1190183 h 1213701"/>
              <a:gd name="connsiteX5" fmla="*/ 816913 w 1792406"/>
              <a:gd name="connsiteY5" fmla="*/ 891067 h 1213701"/>
              <a:gd name="connsiteX6" fmla="*/ 785414 w 1792406"/>
              <a:gd name="connsiteY6" fmla="*/ 621379 h 1213701"/>
              <a:gd name="connsiteX7" fmla="*/ 723878 w 1792406"/>
              <a:gd name="connsiteY7" fmla="*/ 340720 h 1213701"/>
              <a:gd name="connsiteX8" fmla="*/ 461884 w 1792406"/>
              <a:gd name="connsiteY8" fmla="*/ 199705 h 1213701"/>
              <a:gd name="connsiteX9" fmla="*/ 0 w 1792406"/>
              <a:gd name="connsiteY9" fmla="*/ 66049 h 1213701"/>
              <a:gd name="connsiteX0" fmla="*/ 1735500 w 1791806"/>
              <a:gd name="connsiteY0" fmla="*/ 0 h 1216518"/>
              <a:gd name="connsiteX1" fmla="*/ 1673315 w 1791806"/>
              <a:gd name="connsiteY1" fmla="*/ 562021 h 1216518"/>
              <a:gd name="connsiteX2" fmla="*/ 1787255 w 1791806"/>
              <a:gd name="connsiteY2" fmla="*/ 917858 h 1216518"/>
              <a:gd name="connsiteX3" fmla="*/ 1487909 w 1791806"/>
              <a:gd name="connsiteY3" fmla="*/ 1166057 h 1216518"/>
              <a:gd name="connsiteX4" fmla="*/ 1021335 w 1791806"/>
              <a:gd name="connsiteY4" fmla="*/ 1193000 h 1216518"/>
              <a:gd name="connsiteX5" fmla="*/ 816913 w 1791806"/>
              <a:gd name="connsiteY5" fmla="*/ 893884 h 1216518"/>
              <a:gd name="connsiteX6" fmla="*/ 785414 w 1791806"/>
              <a:gd name="connsiteY6" fmla="*/ 624196 h 1216518"/>
              <a:gd name="connsiteX7" fmla="*/ 723878 w 1791806"/>
              <a:gd name="connsiteY7" fmla="*/ 343537 h 1216518"/>
              <a:gd name="connsiteX8" fmla="*/ 461884 w 1791806"/>
              <a:gd name="connsiteY8" fmla="*/ 202522 h 1216518"/>
              <a:gd name="connsiteX9" fmla="*/ 0 w 1791806"/>
              <a:gd name="connsiteY9" fmla="*/ 68866 h 1216518"/>
              <a:gd name="connsiteX0" fmla="*/ 1735500 w 1794402"/>
              <a:gd name="connsiteY0" fmla="*/ 0 h 1216518"/>
              <a:gd name="connsiteX1" fmla="*/ 1703637 w 1794402"/>
              <a:gd name="connsiteY1" fmla="*/ 486993 h 1216518"/>
              <a:gd name="connsiteX2" fmla="*/ 1787255 w 1794402"/>
              <a:gd name="connsiteY2" fmla="*/ 917858 h 1216518"/>
              <a:gd name="connsiteX3" fmla="*/ 1487909 w 1794402"/>
              <a:gd name="connsiteY3" fmla="*/ 1166057 h 1216518"/>
              <a:gd name="connsiteX4" fmla="*/ 1021335 w 1794402"/>
              <a:gd name="connsiteY4" fmla="*/ 1193000 h 1216518"/>
              <a:gd name="connsiteX5" fmla="*/ 816913 w 1794402"/>
              <a:gd name="connsiteY5" fmla="*/ 893884 h 1216518"/>
              <a:gd name="connsiteX6" fmla="*/ 785414 w 1794402"/>
              <a:gd name="connsiteY6" fmla="*/ 624196 h 1216518"/>
              <a:gd name="connsiteX7" fmla="*/ 723878 w 1794402"/>
              <a:gd name="connsiteY7" fmla="*/ 343537 h 1216518"/>
              <a:gd name="connsiteX8" fmla="*/ 461884 w 1794402"/>
              <a:gd name="connsiteY8" fmla="*/ 202522 h 1216518"/>
              <a:gd name="connsiteX9" fmla="*/ 0 w 1794402"/>
              <a:gd name="connsiteY9" fmla="*/ 68866 h 121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4402" h="1216518">
                <a:moveTo>
                  <a:pt x="1735500" y="0"/>
                </a:moveTo>
                <a:cubicBezTo>
                  <a:pt x="1701753" y="286164"/>
                  <a:pt x="1695011" y="334017"/>
                  <a:pt x="1703637" y="486993"/>
                </a:cubicBezTo>
                <a:cubicBezTo>
                  <a:pt x="1712263" y="639969"/>
                  <a:pt x="1823210" y="804681"/>
                  <a:pt x="1787255" y="917858"/>
                </a:cubicBezTo>
                <a:cubicBezTo>
                  <a:pt x="1751300" y="1031035"/>
                  <a:pt x="1615562" y="1120200"/>
                  <a:pt x="1487909" y="1166057"/>
                </a:cubicBezTo>
                <a:cubicBezTo>
                  <a:pt x="1360256" y="1211914"/>
                  <a:pt x="1133168" y="1238362"/>
                  <a:pt x="1021335" y="1193000"/>
                </a:cubicBezTo>
                <a:cubicBezTo>
                  <a:pt x="909502" y="1147638"/>
                  <a:pt x="856233" y="988685"/>
                  <a:pt x="816913" y="893884"/>
                </a:cubicBezTo>
                <a:cubicBezTo>
                  <a:pt x="777593" y="799083"/>
                  <a:pt x="796414" y="697442"/>
                  <a:pt x="785414" y="624196"/>
                </a:cubicBezTo>
                <a:cubicBezTo>
                  <a:pt x="807653" y="490062"/>
                  <a:pt x="777800" y="413816"/>
                  <a:pt x="723878" y="343537"/>
                </a:cubicBezTo>
                <a:cubicBezTo>
                  <a:pt x="669956" y="273258"/>
                  <a:pt x="628457" y="195775"/>
                  <a:pt x="461884" y="202522"/>
                </a:cubicBezTo>
                <a:cubicBezTo>
                  <a:pt x="295311" y="209269"/>
                  <a:pt x="177597" y="114241"/>
                  <a:pt x="0" y="68866"/>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2" name="Freeform: Shape 21">
            <a:extLst>
              <a:ext uri="{FF2B5EF4-FFF2-40B4-BE49-F238E27FC236}">
                <a16:creationId xmlns:a16="http://schemas.microsoft.com/office/drawing/2014/main" id="{DC6C4BBE-52CE-CED0-7DD9-F48F989E05C6}"/>
              </a:ext>
            </a:extLst>
          </p:cNvPr>
          <p:cNvSpPr/>
          <p:nvPr/>
        </p:nvSpPr>
        <p:spPr>
          <a:xfrm rot="21453850" flipH="1">
            <a:off x="9502513" y="-4646"/>
            <a:ext cx="1066293" cy="83172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663673 w 1712352"/>
              <a:gd name="connsiteY0" fmla="*/ 0 h 1116212"/>
              <a:gd name="connsiteX1" fmla="*/ 1643909 w 1712352"/>
              <a:gd name="connsiteY1" fmla="*/ 317888 h 1116212"/>
              <a:gd name="connsiteX2" fmla="*/ 1711123 w 1712352"/>
              <a:gd name="connsiteY2" fmla="*/ 784946 h 1116212"/>
              <a:gd name="connsiteX3" fmla="*/ 1575852 w 1712352"/>
              <a:gd name="connsiteY3" fmla="*/ 1112074 h 1116212"/>
              <a:gd name="connsiteX4" fmla="*/ 1000530 w 1712352"/>
              <a:gd name="connsiteY4" fmla="*/ 926770 h 1116212"/>
              <a:gd name="connsiteX5" fmla="*/ 909355 w 1712352"/>
              <a:gd name="connsiteY5" fmla="*/ 336725 h 1116212"/>
              <a:gd name="connsiteX6" fmla="*/ 474349 w 1712352"/>
              <a:gd name="connsiteY6" fmla="*/ 120824 h 1116212"/>
              <a:gd name="connsiteX7" fmla="*/ 0 w 1712352"/>
              <a:gd name="connsiteY7" fmla="*/ 32721 h 1116212"/>
              <a:gd name="connsiteX0" fmla="*/ 1663673 w 1712352"/>
              <a:gd name="connsiteY0" fmla="*/ 0 h 1116161"/>
              <a:gd name="connsiteX1" fmla="*/ 1643909 w 1712352"/>
              <a:gd name="connsiteY1" fmla="*/ 317888 h 1116161"/>
              <a:gd name="connsiteX2" fmla="*/ 1711123 w 1712352"/>
              <a:gd name="connsiteY2" fmla="*/ 784946 h 1116161"/>
              <a:gd name="connsiteX3" fmla="*/ 1575852 w 1712352"/>
              <a:gd name="connsiteY3" fmla="*/ 1112074 h 1116161"/>
              <a:gd name="connsiteX4" fmla="*/ 1000530 w 1712352"/>
              <a:gd name="connsiteY4" fmla="*/ 926770 h 1116161"/>
              <a:gd name="connsiteX5" fmla="*/ 808519 w 1712352"/>
              <a:gd name="connsiteY5" fmla="*/ 345224 h 1116161"/>
              <a:gd name="connsiteX6" fmla="*/ 474349 w 1712352"/>
              <a:gd name="connsiteY6" fmla="*/ 120824 h 1116161"/>
              <a:gd name="connsiteX7" fmla="*/ 0 w 1712352"/>
              <a:gd name="connsiteY7" fmla="*/ 32721 h 1116161"/>
              <a:gd name="connsiteX0" fmla="*/ 1663673 w 1712352"/>
              <a:gd name="connsiteY0" fmla="*/ 0 h 1126368"/>
              <a:gd name="connsiteX1" fmla="*/ 1643909 w 1712352"/>
              <a:gd name="connsiteY1" fmla="*/ 317888 h 1126368"/>
              <a:gd name="connsiteX2" fmla="*/ 1711123 w 1712352"/>
              <a:gd name="connsiteY2" fmla="*/ 784946 h 1126368"/>
              <a:gd name="connsiteX3" fmla="*/ 1575852 w 1712352"/>
              <a:gd name="connsiteY3" fmla="*/ 1112074 h 1126368"/>
              <a:gd name="connsiteX4" fmla="*/ 960526 w 1712352"/>
              <a:gd name="connsiteY4" fmla="*/ 994082 h 1126368"/>
              <a:gd name="connsiteX5" fmla="*/ 808519 w 1712352"/>
              <a:gd name="connsiteY5" fmla="*/ 345224 h 1126368"/>
              <a:gd name="connsiteX6" fmla="*/ 474349 w 1712352"/>
              <a:gd name="connsiteY6" fmla="*/ 120824 h 1126368"/>
              <a:gd name="connsiteX7" fmla="*/ 0 w 1712352"/>
              <a:gd name="connsiteY7" fmla="*/ 32721 h 1126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2352" h="1126368">
                <a:moveTo>
                  <a:pt x="1663673" y="0"/>
                </a:moveTo>
                <a:cubicBezTo>
                  <a:pt x="1685362" y="102456"/>
                  <a:pt x="1636001" y="187064"/>
                  <a:pt x="1643909" y="317888"/>
                </a:cubicBezTo>
                <a:cubicBezTo>
                  <a:pt x="1651817" y="448712"/>
                  <a:pt x="1722466" y="652582"/>
                  <a:pt x="1711123" y="784946"/>
                </a:cubicBezTo>
                <a:cubicBezTo>
                  <a:pt x="1699780" y="917310"/>
                  <a:pt x="1700952" y="1077218"/>
                  <a:pt x="1575852" y="1112074"/>
                </a:cubicBezTo>
                <a:cubicBezTo>
                  <a:pt x="1450752" y="1146930"/>
                  <a:pt x="1088415" y="1121890"/>
                  <a:pt x="960526" y="994082"/>
                </a:cubicBezTo>
                <a:cubicBezTo>
                  <a:pt x="832637" y="866274"/>
                  <a:pt x="889548" y="490767"/>
                  <a:pt x="808519" y="345224"/>
                </a:cubicBezTo>
                <a:cubicBezTo>
                  <a:pt x="727490" y="199681"/>
                  <a:pt x="609102" y="172908"/>
                  <a:pt x="474349" y="120824"/>
                </a:cubicBezTo>
                <a:cubicBezTo>
                  <a:pt x="339596" y="68740"/>
                  <a:pt x="175648" y="84100"/>
                  <a:pt x="0" y="32721"/>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3" name="Freeform: Shape 22">
            <a:extLst>
              <a:ext uri="{FF2B5EF4-FFF2-40B4-BE49-F238E27FC236}">
                <a16:creationId xmlns:a16="http://schemas.microsoft.com/office/drawing/2014/main" id="{A9E7DA20-F22F-42BB-3F8F-C33B8C610553}"/>
              </a:ext>
            </a:extLst>
          </p:cNvPr>
          <p:cNvSpPr/>
          <p:nvPr/>
        </p:nvSpPr>
        <p:spPr>
          <a:xfrm rot="473519" flipH="1">
            <a:off x="8890140" y="-193575"/>
            <a:ext cx="2642541" cy="1564774"/>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2093" h="1307888">
                <a:moveTo>
                  <a:pt x="2792093" y="306029"/>
                </a:moveTo>
                <a:cubicBezTo>
                  <a:pt x="2697119" y="432195"/>
                  <a:pt x="2732737" y="496356"/>
                  <a:pt x="2698578" y="598512"/>
                </a:cubicBezTo>
                <a:cubicBezTo>
                  <a:pt x="2664419" y="700669"/>
                  <a:pt x="2650255" y="823618"/>
                  <a:pt x="2587140" y="918968"/>
                </a:cubicBezTo>
                <a:cubicBezTo>
                  <a:pt x="2524025" y="1014318"/>
                  <a:pt x="2403687" y="1105949"/>
                  <a:pt x="2319887" y="1170612"/>
                </a:cubicBezTo>
                <a:cubicBezTo>
                  <a:pt x="2236087" y="1235275"/>
                  <a:pt x="2188733" y="1297065"/>
                  <a:pt x="2084341" y="1306946"/>
                </a:cubicBezTo>
                <a:cubicBezTo>
                  <a:pt x="1979949" y="1316827"/>
                  <a:pt x="1852067" y="1246158"/>
                  <a:pt x="1693533" y="1229899"/>
                </a:cubicBezTo>
                <a:cubicBezTo>
                  <a:pt x="1534999" y="1213640"/>
                  <a:pt x="1235785" y="1261164"/>
                  <a:pt x="1133137" y="1209394"/>
                </a:cubicBezTo>
                <a:cubicBezTo>
                  <a:pt x="1030489" y="1157624"/>
                  <a:pt x="1097482" y="998778"/>
                  <a:pt x="1077644" y="919279"/>
                </a:cubicBezTo>
                <a:cubicBezTo>
                  <a:pt x="1057806" y="839780"/>
                  <a:pt x="1034400" y="795073"/>
                  <a:pt x="1014112" y="732398"/>
                </a:cubicBezTo>
                <a:cubicBezTo>
                  <a:pt x="988966" y="654389"/>
                  <a:pt x="956867" y="576093"/>
                  <a:pt x="892859" y="525896"/>
                </a:cubicBezTo>
                <a:cubicBezTo>
                  <a:pt x="849234" y="491606"/>
                  <a:pt x="795323" y="474557"/>
                  <a:pt x="741126" y="461317"/>
                </a:cubicBezTo>
                <a:cubicBezTo>
                  <a:pt x="690834" y="449030"/>
                  <a:pt x="639684" y="438933"/>
                  <a:pt x="587964" y="439790"/>
                </a:cubicBezTo>
                <a:cubicBezTo>
                  <a:pt x="523670" y="440838"/>
                  <a:pt x="460424" y="458364"/>
                  <a:pt x="396416" y="453125"/>
                </a:cubicBezTo>
                <a:cubicBezTo>
                  <a:pt x="356601" y="449887"/>
                  <a:pt x="318120" y="437123"/>
                  <a:pt x="283830" y="416549"/>
                </a:cubicBezTo>
                <a:cubicBezTo>
                  <a:pt x="226680" y="382259"/>
                  <a:pt x="190641" y="345576"/>
                  <a:pt x="143336" y="276151"/>
                </a:cubicBezTo>
                <a:cubicBezTo>
                  <a:pt x="96031" y="206726"/>
                  <a:pt x="61341" y="79058"/>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4" name="Freeform: Shape 23">
            <a:extLst>
              <a:ext uri="{FF2B5EF4-FFF2-40B4-BE49-F238E27FC236}">
                <a16:creationId xmlns:a16="http://schemas.microsoft.com/office/drawing/2014/main" id="{8F30D63E-D9CB-1D37-EC59-656BB7F83D21}"/>
              </a:ext>
            </a:extLst>
          </p:cNvPr>
          <p:cNvSpPr/>
          <p:nvPr/>
        </p:nvSpPr>
        <p:spPr>
          <a:xfrm rot="21453850" flipH="1">
            <a:off x="9684126" y="5013"/>
            <a:ext cx="248214" cy="57886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Tree>
    <p:extLst>
      <p:ext uri="{BB962C8B-B14F-4D97-AF65-F5344CB8AC3E}">
        <p14:creationId xmlns:p14="http://schemas.microsoft.com/office/powerpoint/2010/main" val="314840635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obj" preserve="1">
  <p:cSld name="Title and Table_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3" y="935797"/>
            <a:ext cx="3820737" cy="2610419"/>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5105400" y="935796"/>
            <a:ext cx="6092588" cy="5244351"/>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18" name="Freeform: Shape 17">
            <a:extLst>
              <a:ext uri="{FF2B5EF4-FFF2-40B4-BE49-F238E27FC236}">
                <a16:creationId xmlns:a16="http://schemas.microsoft.com/office/drawing/2014/main" id="{42178801-7FE1-1159-FA8B-437D7DA2603E}"/>
              </a:ext>
            </a:extLst>
          </p:cNvPr>
          <p:cNvSpPr/>
          <p:nvPr userDrawn="1"/>
        </p:nvSpPr>
        <p:spPr>
          <a:xfrm rot="6722475" flipH="1">
            <a:off x="2274833" y="11872421"/>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9" name="Freeform: Shape 18">
            <a:extLst>
              <a:ext uri="{FF2B5EF4-FFF2-40B4-BE49-F238E27FC236}">
                <a16:creationId xmlns:a16="http://schemas.microsoft.com/office/drawing/2014/main" id="{4BD7906E-178E-ED6F-1779-E07FC9B85863}"/>
              </a:ext>
            </a:extLst>
          </p:cNvPr>
          <p:cNvSpPr/>
          <p:nvPr userDrawn="1"/>
        </p:nvSpPr>
        <p:spPr>
          <a:xfrm rot="6722475" flipH="1">
            <a:off x="2274833" y="11872421"/>
            <a:ext cx="11853" cy="14983"/>
          </a:xfrm>
          <a:custGeom>
            <a:avLst/>
            <a:gdLst/>
            <a:ahLst/>
            <a:cxnLst/>
            <a:rect l="l" t="t" r="r" b="b"/>
            <a:pathLst>
              <a:path w="9525" h="9525"/>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Freeform: Shape 16">
            <a:extLst>
              <a:ext uri="{FF2B5EF4-FFF2-40B4-BE49-F238E27FC236}">
                <a16:creationId xmlns:a16="http://schemas.microsoft.com/office/drawing/2014/main" id="{1F649D55-DBFF-A4B6-C39B-9809864A5AAF}"/>
              </a:ext>
            </a:extLst>
          </p:cNvPr>
          <p:cNvSpPr/>
          <p:nvPr userDrawn="1"/>
        </p:nvSpPr>
        <p:spPr>
          <a:xfrm rot="19468025">
            <a:off x="938167" y="3898011"/>
            <a:ext cx="835699" cy="3531627"/>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351268 w 3061280"/>
              <a:gd name="connsiteY12" fmla="*/ 1400002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35753 w 3061280"/>
              <a:gd name="connsiteY12" fmla="*/ 1634304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642874 w 3061280"/>
              <a:gd name="connsiteY10" fmla="*/ 887470 h 3593540"/>
              <a:gd name="connsiteX11" fmla="*/ 1351268 w 3061280"/>
              <a:gd name="connsiteY11" fmla="*/ 1400002 h 3593540"/>
              <a:gd name="connsiteX12" fmla="*/ 1128361 w 3061280"/>
              <a:gd name="connsiteY12" fmla="*/ 1747412 h 3593540"/>
              <a:gd name="connsiteX13" fmla="*/ 952584 w 3061280"/>
              <a:gd name="connsiteY13" fmla="*/ 1994223 h 3593540"/>
              <a:gd name="connsiteX14" fmla="*/ 573419 w 3061280"/>
              <a:gd name="connsiteY14" fmla="*/ 2487553 h 3593540"/>
              <a:gd name="connsiteX15" fmla="*/ 190200 w 3061280"/>
              <a:gd name="connsiteY15" fmla="*/ 2699630 h 3593540"/>
              <a:gd name="connsiteX16" fmla="*/ 0 w 3061280"/>
              <a:gd name="connsiteY16" fmla="*/ 3039833 h 3593540"/>
              <a:gd name="connsiteX0" fmla="*/ 3002159 w 3071796"/>
              <a:gd name="connsiteY0" fmla="*/ 3593540 h 3593540"/>
              <a:gd name="connsiteX1" fmla="*/ 2874146 w 3071796"/>
              <a:gd name="connsiteY1" fmla="*/ 2393071 h 3593540"/>
              <a:gd name="connsiteX2" fmla="*/ 2614033 w 3071796"/>
              <a:gd name="connsiteY2" fmla="*/ 1937199 h 3593540"/>
              <a:gd name="connsiteX3" fmla="*/ 2569742 w 3071796"/>
              <a:gd name="connsiteY3" fmla="*/ 1609063 h 3593540"/>
              <a:gd name="connsiteX4" fmla="*/ 2650133 w 3071796"/>
              <a:gd name="connsiteY4" fmla="*/ 1183962 h 3593540"/>
              <a:gd name="connsiteX5" fmla="*/ 2801104 w 3071796"/>
              <a:gd name="connsiteY5" fmla="*/ 743621 h 3593540"/>
              <a:gd name="connsiteX6" fmla="*/ 2790055 w 3071796"/>
              <a:gd name="connsiteY6" fmla="*/ 342047 h 3593540"/>
              <a:gd name="connsiteX7" fmla="*/ 2647370 w 3071796"/>
              <a:gd name="connsiteY7" fmla="*/ 55440 h 3593540"/>
              <a:gd name="connsiteX8" fmla="*/ 2432677 w 3071796"/>
              <a:gd name="connsiteY8" fmla="*/ 2862 h 3593540"/>
              <a:gd name="connsiteX9" fmla="*/ 2075299 w 3071796"/>
              <a:gd name="connsiteY9" fmla="*/ 234129 h 3593540"/>
              <a:gd name="connsiteX10" fmla="*/ 1642874 w 3071796"/>
              <a:gd name="connsiteY10" fmla="*/ 887470 h 3593540"/>
              <a:gd name="connsiteX11" fmla="*/ 1351268 w 3071796"/>
              <a:gd name="connsiteY11" fmla="*/ 1400002 h 3593540"/>
              <a:gd name="connsiteX12" fmla="*/ 1128361 w 3071796"/>
              <a:gd name="connsiteY12" fmla="*/ 1747412 h 3593540"/>
              <a:gd name="connsiteX13" fmla="*/ 952584 w 3071796"/>
              <a:gd name="connsiteY13" fmla="*/ 1994223 h 3593540"/>
              <a:gd name="connsiteX14" fmla="*/ 573419 w 3071796"/>
              <a:gd name="connsiteY14" fmla="*/ 2487553 h 3593540"/>
              <a:gd name="connsiteX15" fmla="*/ 190200 w 3071796"/>
              <a:gd name="connsiteY15" fmla="*/ 2699630 h 3593540"/>
              <a:gd name="connsiteX16" fmla="*/ 0 w 3071796"/>
              <a:gd name="connsiteY16" fmla="*/ 3039833 h 3593540"/>
              <a:gd name="connsiteX0" fmla="*/ 3026272 w 3092540"/>
              <a:gd name="connsiteY0" fmla="*/ 3279489 h 3279489"/>
              <a:gd name="connsiteX1" fmla="*/ 2874146 w 3092540"/>
              <a:gd name="connsiteY1" fmla="*/ 2393071 h 3279489"/>
              <a:gd name="connsiteX2" fmla="*/ 2614033 w 3092540"/>
              <a:gd name="connsiteY2" fmla="*/ 1937199 h 3279489"/>
              <a:gd name="connsiteX3" fmla="*/ 2569742 w 3092540"/>
              <a:gd name="connsiteY3" fmla="*/ 1609063 h 3279489"/>
              <a:gd name="connsiteX4" fmla="*/ 2650133 w 3092540"/>
              <a:gd name="connsiteY4" fmla="*/ 1183962 h 3279489"/>
              <a:gd name="connsiteX5" fmla="*/ 2801104 w 3092540"/>
              <a:gd name="connsiteY5" fmla="*/ 743621 h 3279489"/>
              <a:gd name="connsiteX6" fmla="*/ 2790055 w 3092540"/>
              <a:gd name="connsiteY6" fmla="*/ 342047 h 3279489"/>
              <a:gd name="connsiteX7" fmla="*/ 2647370 w 3092540"/>
              <a:gd name="connsiteY7" fmla="*/ 55440 h 3279489"/>
              <a:gd name="connsiteX8" fmla="*/ 2432677 w 3092540"/>
              <a:gd name="connsiteY8" fmla="*/ 2862 h 3279489"/>
              <a:gd name="connsiteX9" fmla="*/ 2075299 w 3092540"/>
              <a:gd name="connsiteY9" fmla="*/ 234129 h 3279489"/>
              <a:gd name="connsiteX10" fmla="*/ 1642874 w 3092540"/>
              <a:gd name="connsiteY10" fmla="*/ 887470 h 3279489"/>
              <a:gd name="connsiteX11" fmla="*/ 1351268 w 3092540"/>
              <a:gd name="connsiteY11" fmla="*/ 1400002 h 3279489"/>
              <a:gd name="connsiteX12" fmla="*/ 1128361 w 3092540"/>
              <a:gd name="connsiteY12" fmla="*/ 1747412 h 3279489"/>
              <a:gd name="connsiteX13" fmla="*/ 952584 w 3092540"/>
              <a:gd name="connsiteY13" fmla="*/ 1994223 h 3279489"/>
              <a:gd name="connsiteX14" fmla="*/ 573419 w 3092540"/>
              <a:gd name="connsiteY14" fmla="*/ 2487553 h 3279489"/>
              <a:gd name="connsiteX15" fmla="*/ 190200 w 3092540"/>
              <a:gd name="connsiteY15" fmla="*/ 2699630 h 3279489"/>
              <a:gd name="connsiteX16" fmla="*/ 0 w 3092540"/>
              <a:gd name="connsiteY16" fmla="*/ 3039833 h 3279489"/>
              <a:gd name="connsiteX0" fmla="*/ 3026272 w 3026272"/>
              <a:gd name="connsiteY0" fmla="*/ 3279489 h 3279489"/>
              <a:gd name="connsiteX1" fmla="*/ 2874146 w 3026272"/>
              <a:gd name="connsiteY1" fmla="*/ 2393071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14033 w 3026272"/>
              <a:gd name="connsiteY2" fmla="*/ 1937199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3026272 w 3026272"/>
              <a:gd name="connsiteY0" fmla="*/ 3279489 h 3279489"/>
              <a:gd name="connsiteX1" fmla="*/ 2864433 w 3026272"/>
              <a:gd name="connsiteY1" fmla="*/ 2400749 h 3279489"/>
              <a:gd name="connsiteX2" fmla="*/ 2648302 w 3026272"/>
              <a:gd name="connsiteY2" fmla="*/ 1951667 h 3279489"/>
              <a:gd name="connsiteX3" fmla="*/ 2569742 w 3026272"/>
              <a:gd name="connsiteY3" fmla="*/ 1609063 h 3279489"/>
              <a:gd name="connsiteX4" fmla="*/ 2650133 w 3026272"/>
              <a:gd name="connsiteY4" fmla="*/ 1183962 h 3279489"/>
              <a:gd name="connsiteX5" fmla="*/ 2801104 w 3026272"/>
              <a:gd name="connsiteY5" fmla="*/ 743621 h 3279489"/>
              <a:gd name="connsiteX6" fmla="*/ 2790055 w 3026272"/>
              <a:gd name="connsiteY6" fmla="*/ 342047 h 3279489"/>
              <a:gd name="connsiteX7" fmla="*/ 2647370 w 3026272"/>
              <a:gd name="connsiteY7" fmla="*/ 55440 h 3279489"/>
              <a:gd name="connsiteX8" fmla="*/ 2432677 w 3026272"/>
              <a:gd name="connsiteY8" fmla="*/ 2862 h 3279489"/>
              <a:gd name="connsiteX9" fmla="*/ 2075299 w 3026272"/>
              <a:gd name="connsiteY9" fmla="*/ 234129 h 3279489"/>
              <a:gd name="connsiteX10" fmla="*/ 1642874 w 3026272"/>
              <a:gd name="connsiteY10" fmla="*/ 887470 h 3279489"/>
              <a:gd name="connsiteX11" fmla="*/ 1351268 w 3026272"/>
              <a:gd name="connsiteY11" fmla="*/ 1400002 h 3279489"/>
              <a:gd name="connsiteX12" fmla="*/ 1128361 w 3026272"/>
              <a:gd name="connsiteY12" fmla="*/ 1747412 h 3279489"/>
              <a:gd name="connsiteX13" fmla="*/ 952584 w 3026272"/>
              <a:gd name="connsiteY13" fmla="*/ 1994223 h 3279489"/>
              <a:gd name="connsiteX14" fmla="*/ 573419 w 3026272"/>
              <a:gd name="connsiteY14" fmla="*/ 2487553 h 3279489"/>
              <a:gd name="connsiteX15" fmla="*/ 190200 w 3026272"/>
              <a:gd name="connsiteY15" fmla="*/ 2699630 h 3279489"/>
              <a:gd name="connsiteX16" fmla="*/ 0 w 3026272"/>
              <a:gd name="connsiteY16" fmla="*/ 3039833 h 3279489"/>
              <a:gd name="connsiteX0" fmla="*/ 2836072 w 2836072"/>
              <a:gd name="connsiteY0" fmla="*/ 3279489 h 3279489"/>
              <a:gd name="connsiteX1" fmla="*/ 2674233 w 2836072"/>
              <a:gd name="connsiteY1" fmla="*/ 2400749 h 3279489"/>
              <a:gd name="connsiteX2" fmla="*/ 2458102 w 2836072"/>
              <a:gd name="connsiteY2" fmla="*/ 1951667 h 3279489"/>
              <a:gd name="connsiteX3" fmla="*/ 2379542 w 2836072"/>
              <a:gd name="connsiteY3" fmla="*/ 1609063 h 3279489"/>
              <a:gd name="connsiteX4" fmla="*/ 2459933 w 2836072"/>
              <a:gd name="connsiteY4" fmla="*/ 1183962 h 3279489"/>
              <a:gd name="connsiteX5" fmla="*/ 2610904 w 2836072"/>
              <a:gd name="connsiteY5" fmla="*/ 743621 h 3279489"/>
              <a:gd name="connsiteX6" fmla="*/ 2599855 w 2836072"/>
              <a:gd name="connsiteY6" fmla="*/ 342047 h 3279489"/>
              <a:gd name="connsiteX7" fmla="*/ 2457170 w 2836072"/>
              <a:gd name="connsiteY7" fmla="*/ 55440 h 3279489"/>
              <a:gd name="connsiteX8" fmla="*/ 2242477 w 2836072"/>
              <a:gd name="connsiteY8" fmla="*/ 2862 h 3279489"/>
              <a:gd name="connsiteX9" fmla="*/ 1885099 w 2836072"/>
              <a:gd name="connsiteY9" fmla="*/ 234129 h 3279489"/>
              <a:gd name="connsiteX10" fmla="*/ 1452674 w 2836072"/>
              <a:gd name="connsiteY10" fmla="*/ 887470 h 3279489"/>
              <a:gd name="connsiteX11" fmla="*/ 1161068 w 2836072"/>
              <a:gd name="connsiteY11" fmla="*/ 1400002 h 3279489"/>
              <a:gd name="connsiteX12" fmla="*/ 938161 w 2836072"/>
              <a:gd name="connsiteY12" fmla="*/ 1747412 h 3279489"/>
              <a:gd name="connsiteX13" fmla="*/ 762384 w 2836072"/>
              <a:gd name="connsiteY13" fmla="*/ 1994223 h 3279489"/>
              <a:gd name="connsiteX14" fmla="*/ 383219 w 2836072"/>
              <a:gd name="connsiteY14" fmla="*/ 2487553 h 3279489"/>
              <a:gd name="connsiteX15" fmla="*/ 0 w 2836072"/>
              <a:gd name="connsiteY15" fmla="*/ 2699630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52998 w 2905851"/>
              <a:gd name="connsiteY14" fmla="*/ 2487553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832163 w 2905851"/>
              <a:gd name="connsiteY13" fmla="*/ 1994223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12 w 2905851"/>
              <a:gd name="connsiteY14" fmla="*/ 2362422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05851 w 2905851"/>
              <a:gd name="connsiteY0" fmla="*/ 3279489 h 3279489"/>
              <a:gd name="connsiteX1" fmla="*/ 2744012 w 2905851"/>
              <a:gd name="connsiteY1" fmla="*/ 2400749 h 3279489"/>
              <a:gd name="connsiteX2" fmla="*/ 2527881 w 2905851"/>
              <a:gd name="connsiteY2" fmla="*/ 1951667 h 3279489"/>
              <a:gd name="connsiteX3" fmla="*/ 2449321 w 2905851"/>
              <a:gd name="connsiteY3" fmla="*/ 1609063 h 3279489"/>
              <a:gd name="connsiteX4" fmla="*/ 2529712 w 2905851"/>
              <a:gd name="connsiteY4" fmla="*/ 1183962 h 3279489"/>
              <a:gd name="connsiteX5" fmla="*/ 2680683 w 2905851"/>
              <a:gd name="connsiteY5" fmla="*/ 743621 h 3279489"/>
              <a:gd name="connsiteX6" fmla="*/ 2669634 w 2905851"/>
              <a:gd name="connsiteY6" fmla="*/ 342047 h 3279489"/>
              <a:gd name="connsiteX7" fmla="*/ 2526949 w 2905851"/>
              <a:gd name="connsiteY7" fmla="*/ 55440 h 3279489"/>
              <a:gd name="connsiteX8" fmla="*/ 2312256 w 2905851"/>
              <a:gd name="connsiteY8" fmla="*/ 2862 h 3279489"/>
              <a:gd name="connsiteX9" fmla="*/ 1954878 w 2905851"/>
              <a:gd name="connsiteY9" fmla="*/ 234129 h 3279489"/>
              <a:gd name="connsiteX10" fmla="*/ 1522453 w 2905851"/>
              <a:gd name="connsiteY10" fmla="*/ 887470 h 3279489"/>
              <a:gd name="connsiteX11" fmla="*/ 1230847 w 2905851"/>
              <a:gd name="connsiteY11" fmla="*/ 1400002 h 3279489"/>
              <a:gd name="connsiteX12" fmla="*/ 1007940 w 2905851"/>
              <a:gd name="connsiteY12" fmla="*/ 1747412 h 3279489"/>
              <a:gd name="connsiteX13" fmla="*/ 786131 w 2905851"/>
              <a:gd name="connsiteY13" fmla="*/ 1970127 h 3279489"/>
              <a:gd name="connsiteX14" fmla="*/ 426337 w 2905851"/>
              <a:gd name="connsiteY14" fmla="*/ 2297510 h 3279489"/>
              <a:gd name="connsiteX15" fmla="*/ 0 w 2905851"/>
              <a:gd name="connsiteY15" fmla="*/ 2635875 h 3279489"/>
              <a:gd name="connsiteX0" fmla="*/ 2954476 w 2954476"/>
              <a:gd name="connsiteY0" fmla="*/ 3279489 h 3279489"/>
              <a:gd name="connsiteX1" fmla="*/ 2792637 w 2954476"/>
              <a:gd name="connsiteY1" fmla="*/ 2400749 h 3279489"/>
              <a:gd name="connsiteX2" fmla="*/ 2576506 w 2954476"/>
              <a:gd name="connsiteY2" fmla="*/ 1951667 h 3279489"/>
              <a:gd name="connsiteX3" fmla="*/ 2497946 w 2954476"/>
              <a:gd name="connsiteY3" fmla="*/ 1609063 h 3279489"/>
              <a:gd name="connsiteX4" fmla="*/ 2578337 w 2954476"/>
              <a:gd name="connsiteY4" fmla="*/ 1183962 h 3279489"/>
              <a:gd name="connsiteX5" fmla="*/ 2729308 w 2954476"/>
              <a:gd name="connsiteY5" fmla="*/ 743621 h 3279489"/>
              <a:gd name="connsiteX6" fmla="*/ 2718259 w 2954476"/>
              <a:gd name="connsiteY6" fmla="*/ 342047 h 3279489"/>
              <a:gd name="connsiteX7" fmla="*/ 2575574 w 2954476"/>
              <a:gd name="connsiteY7" fmla="*/ 55440 h 3279489"/>
              <a:gd name="connsiteX8" fmla="*/ 2360881 w 2954476"/>
              <a:gd name="connsiteY8" fmla="*/ 2862 h 3279489"/>
              <a:gd name="connsiteX9" fmla="*/ 2003503 w 2954476"/>
              <a:gd name="connsiteY9" fmla="*/ 234129 h 3279489"/>
              <a:gd name="connsiteX10" fmla="*/ 1571078 w 2954476"/>
              <a:gd name="connsiteY10" fmla="*/ 887470 h 3279489"/>
              <a:gd name="connsiteX11" fmla="*/ 1279472 w 2954476"/>
              <a:gd name="connsiteY11" fmla="*/ 1400002 h 3279489"/>
              <a:gd name="connsiteX12" fmla="*/ 1056565 w 2954476"/>
              <a:gd name="connsiteY12" fmla="*/ 1747412 h 3279489"/>
              <a:gd name="connsiteX13" fmla="*/ 834756 w 2954476"/>
              <a:gd name="connsiteY13" fmla="*/ 1970127 h 3279489"/>
              <a:gd name="connsiteX14" fmla="*/ 474962 w 2954476"/>
              <a:gd name="connsiteY14" fmla="*/ 2297510 h 3279489"/>
              <a:gd name="connsiteX15" fmla="*/ 0 w 2954476"/>
              <a:gd name="connsiteY15" fmla="*/ 2595036 h 3279489"/>
              <a:gd name="connsiteX0" fmla="*/ 2954476 w 2954476"/>
              <a:gd name="connsiteY0" fmla="*/ 3279489 h 3279489"/>
              <a:gd name="connsiteX1" fmla="*/ 2839449 w 2954476"/>
              <a:gd name="connsiteY1" fmla="*/ 2786188 h 3279489"/>
              <a:gd name="connsiteX2" fmla="*/ 2792637 w 2954476"/>
              <a:gd name="connsiteY2" fmla="*/ 2400749 h 3279489"/>
              <a:gd name="connsiteX3" fmla="*/ 2576506 w 2954476"/>
              <a:gd name="connsiteY3" fmla="*/ 1951667 h 3279489"/>
              <a:gd name="connsiteX4" fmla="*/ 2497946 w 2954476"/>
              <a:gd name="connsiteY4" fmla="*/ 1609063 h 3279489"/>
              <a:gd name="connsiteX5" fmla="*/ 2578337 w 2954476"/>
              <a:gd name="connsiteY5" fmla="*/ 1183962 h 3279489"/>
              <a:gd name="connsiteX6" fmla="*/ 2729308 w 2954476"/>
              <a:gd name="connsiteY6" fmla="*/ 743621 h 3279489"/>
              <a:gd name="connsiteX7" fmla="*/ 2718259 w 2954476"/>
              <a:gd name="connsiteY7" fmla="*/ 342047 h 3279489"/>
              <a:gd name="connsiteX8" fmla="*/ 2575574 w 2954476"/>
              <a:gd name="connsiteY8" fmla="*/ 55440 h 3279489"/>
              <a:gd name="connsiteX9" fmla="*/ 2360881 w 2954476"/>
              <a:gd name="connsiteY9" fmla="*/ 2862 h 3279489"/>
              <a:gd name="connsiteX10" fmla="*/ 2003503 w 2954476"/>
              <a:gd name="connsiteY10" fmla="*/ 234129 h 3279489"/>
              <a:gd name="connsiteX11" fmla="*/ 1571078 w 2954476"/>
              <a:gd name="connsiteY11" fmla="*/ 887470 h 3279489"/>
              <a:gd name="connsiteX12" fmla="*/ 1279472 w 2954476"/>
              <a:gd name="connsiteY12" fmla="*/ 1400002 h 3279489"/>
              <a:gd name="connsiteX13" fmla="*/ 1056565 w 2954476"/>
              <a:gd name="connsiteY13" fmla="*/ 1747412 h 3279489"/>
              <a:gd name="connsiteX14" fmla="*/ 834756 w 2954476"/>
              <a:gd name="connsiteY14" fmla="*/ 1970127 h 3279489"/>
              <a:gd name="connsiteX15" fmla="*/ 474962 w 2954476"/>
              <a:gd name="connsiteY15" fmla="*/ 2297510 h 3279489"/>
              <a:gd name="connsiteX16" fmla="*/ 0 w 2954476"/>
              <a:gd name="connsiteY16" fmla="*/ 2595036 h 3279489"/>
              <a:gd name="connsiteX0" fmla="*/ 2996010 w 2996010"/>
              <a:gd name="connsiteY0" fmla="*/ 3214729 h 3214729"/>
              <a:gd name="connsiteX1" fmla="*/ 2839449 w 2996010"/>
              <a:gd name="connsiteY1" fmla="*/ 2786188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78337 w 2996010"/>
              <a:gd name="connsiteY5" fmla="*/ 1183962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729308 w 2996010"/>
              <a:gd name="connsiteY6" fmla="*/ 74362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6947 w 2996010"/>
              <a:gd name="connsiteY6" fmla="*/ 757461 h 3214729"/>
              <a:gd name="connsiteX7" fmla="*/ 2718259 w 2996010"/>
              <a:gd name="connsiteY7" fmla="*/ 342047 h 3214729"/>
              <a:gd name="connsiteX8" fmla="*/ 2575574 w 2996010"/>
              <a:gd name="connsiteY8" fmla="*/ 55440 h 3214729"/>
              <a:gd name="connsiteX9" fmla="*/ 2360881 w 2996010"/>
              <a:gd name="connsiteY9" fmla="*/ 2862 h 3214729"/>
              <a:gd name="connsiteX10" fmla="*/ 2003503 w 2996010"/>
              <a:gd name="connsiteY10" fmla="*/ 234129 h 3214729"/>
              <a:gd name="connsiteX11" fmla="*/ 1571078 w 2996010"/>
              <a:gd name="connsiteY11" fmla="*/ 887470 h 3214729"/>
              <a:gd name="connsiteX12" fmla="*/ 1279472 w 2996010"/>
              <a:gd name="connsiteY12" fmla="*/ 1400002 h 3214729"/>
              <a:gd name="connsiteX13" fmla="*/ 1056565 w 2996010"/>
              <a:gd name="connsiteY13" fmla="*/ 1747412 h 3214729"/>
              <a:gd name="connsiteX14" fmla="*/ 834756 w 2996010"/>
              <a:gd name="connsiteY14" fmla="*/ 1970127 h 3214729"/>
              <a:gd name="connsiteX15" fmla="*/ 474962 w 2996010"/>
              <a:gd name="connsiteY15" fmla="*/ 2297510 h 3214729"/>
              <a:gd name="connsiteX16" fmla="*/ 0 w 2996010"/>
              <a:gd name="connsiteY16"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6947 w 2996010"/>
              <a:gd name="connsiteY7" fmla="*/ 757461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4729 h 3214729"/>
              <a:gd name="connsiteX1" fmla="*/ 2795284 w 2996010"/>
              <a:gd name="connsiteY1" fmla="*/ 2756955 h 3214729"/>
              <a:gd name="connsiteX2" fmla="*/ 2792637 w 2996010"/>
              <a:gd name="connsiteY2" fmla="*/ 2400749 h 3214729"/>
              <a:gd name="connsiteX3" fmla="*/ 2576506 w 2996010"/>
              <a:gd name="connsiteY3" fmla="*/ 1951667 h 3214729"/>
              <a:gd name="connsiteX4" fmla="*/ 2497946 w 2996010"/>
              <a:gd name="connsiteY4" fmla="*/ 1609063 h 3214729"/>
              <a:gd name="connsiteX5" fmla="*/ 2581714 w 2996010"/>
              <a:gd name="connsiteY5" fmla="*/ 1316513 h 3214729"/>
              <a:gd name="connsiteX6" fmla="*/ 2651631 w 2996010"/>
              <a:gd name="connsiteY6" fmla="*/ 985861 h 3214729"/>
              <a:gd name="connsiteX7" fmla="*/ 2651631 w 2996010"/>
              <a:gd name="connsiteY7" fmla="*/ 717996 h 3214729"/>
              <a:gd name="connsiteX8" fmla="*/ 2718259 w 2996010"/>
              <a:gd name="connsiteY8" fmla="*/ 342047 h 3214729"/>
              <a:gd name="connsiteX9" fmla="*/ 2575574 w 2996010"/>
              <a:gd name="connsiteY9" fmla="*/ 55440 h 3214729"/>
              <a:gd name="connsiteX10" fmla="*/ 2360881 w 2996010"/>
              <a:gd name="connsiteY10" fmla="*/ 2862 h 3214729"/>
              <a:gd name="connsiteX11" fmla="*/ 2003503 w 2996010"/>
              <a:gd name="connsiteY11" fmla="*/ 234129 h 3214729"/>
              <a:gd name="connsiteX12" fmla="*/ 1571078 w 2996010"/>
              <a:gd name="connsiteY12" fmla="*/ 887470 h 3214729"/>
              <a:gd name="connsiteX13" fmla="*/ 1279472 w 2996010"/>
              <a:gd name="connsiteY13" fmla="*/ 1400002 h 3214729"/>
              <a:gd name="connsiteX14" fmla="*/ 1056565 w 2996010"/>
              <a:gd name="connsiteY14" fmla="*/ 1747412 h 3214729"/>
              <a:gd name="connsiteX15" fmla="*/ 834756 w 2996010"/>
              <a:gd name="connsiteY15" fmla="*/ 1970127 h 3214729"/>
              <a:gd name="connsiteX16" fmla="*/ 474962 w 2996010"/>
              <a:gd name="connsiteY16" fmla="*/ 2297510 h 3214729"/>
              <a:gd name="connsiteX17" fmla="*/ 0 w 2996010"/>
              <a:gd name="connsiteY17" fmla="*/ 2595036 h 3214729"/>
              <a:gd name="connsiteX0" fmla="*/ 2996010 w 2996010"/>
              <a:gd name="connsiteY0" fmla="*/ 3216051 h 3216051"/>
              <a:gd name="connsiteX1" fmla="*/ 2795284 w 2996010"/>
              <a:gd name="connsiteY1" fmla="*/ 2758277 h 3216051"/>
              <a:gd name="connsiteX2" fmla="*/ 2792637 w 2996010"/>
              <a:gd name="connsiteY2" fmla="*/ 2402071 h 3216051"/>
              <a:gd name="connsiteX3" fmla="*/ 2576506 w 2996010"/>
              <a:gd name="connsiteY3" fmla="*/ 1952989 h 3216051"/>
              <a:gd name="connsiteX4" fmla="*/ 2497946 w 2996010"/>
              <a:gd name="connsiteY4" fmla="*/ 1610385 h 3216051"/>
              <a:gd name="connsiteX5" fmla="*/ 2581714 w 2996010"/>
              <a:gd name="connsiteY5" fmla="*/ 1317835 h 3216051"/>
              <a:gd name="connsiteX6" fmla="*/ 2651631 w 2996010"/>
              <a:gd name="connsiteY6" fmla="*/ 987183 h 3216051"/>
              <a:gd name="connsiteX7" fmla="*/ 2651631 w 2996010"/>
              <a:gd name="connsiteY7" fmla="*/ 719318 h 3216051"/>
              <a:gd name="connsiteX8" fmla="*/ 2877057 w 2996010"/>
              <a:gd name="connsiteY8" fmla="*/ 353046 h 3216051"/>
              <a:gd name="connsiteX9" fmla="*/ 2575574 w 2996010"/>
              <a:gd name="connsiteY9" fmla="*/ 56762 h 3216051"/>
              <a:gd name="connsiteX10" fmla="*/ 2360881 w 2996010"/>
              <a:gd name="connsiteY10" fmla="*/ 4184 h 3216051"/>
              <a:gd name="connsiteX11" fmla="*/ 2003503 w 2996010"/>
              <a:gd name="connsiteY11" fmla="*/ 235451 h 3216051"/>
              <a:gd name="connsiteX12" fmla="*/ 1571078 w 2996010"/>
              <a:gd name="connsiteY12" fmla="*/ 888792 h 3216051"/>
              <a:gd name="connsiteX13" fmla="*/ 1279472 w 2996010"/>
              <a:gd name="connsiteY13" fmla="*/ 1401324 h 3216051"/>
              <a:gd name="connsiteX14" fmla="*/ 1056565 w 2996010"/>
              <a:gd name="connsiteY14" fmla="*/ 1748734 h 3216051"/>
              <a:gd name="connsiteX15" fmla="*/ 834756 w 2996010"/>
              <a:gd name="connsiteY15" fmla="*/ 1971449 h 3216051"/>
              <a:gd name="connsiteX16" fmla="*/ 474962 w 2996010"/>
              <a:gd name="connsiteY16" fmla="*/ 2298832 h 3216051"/>
              <a:gd name="connsiteX17" fmla="*/ 0 w 2996010"/>
              <a:gd name="connsiteY17" fmla="*/ 2596358 h 3216051"/>
              <a:gd name="connsiteX0" fmla="*/ 2996010 w 2996010"/>
              <a:gd name="connsiteY0" fmla="*/ 3216248 h 3216248"/>
              <a:gd name="connsiteX1" fmla="*/ 2795284 w 2996010"/>
              <a:gd name="connsiteY1" fmla="*/ 2758474 h 3216248"/>
              <a:gd name="connsiteX2" fmla="*/ 2792637 w 2996010"/>
              <a:gd name="connsiteY2" fmla="*/ 2402268 h 3216248"/>
              <a:gd name="connsiteX3" fmla="*/ 2576506 w 2996010"/>
              <a:gd name="connsiteY3" fmla="*/ 1953186 h 3216248"/>
              <a:gd name="connsiteX4" fmla="*/ 2497946 w 2996010"/>
              <a:gd name="connsiteY4" fmla="*/ 1610582 h 3216248"/>
              <a:gd name="connsiteX5" fmla="*/ 2581714 w 2996010"/>
              <a:gd name="connsiteY5" fmla="*/ 1318032 h 3216248"/>
              <a:gd name="connsiteX6" fmla="*/ 2651631 w 2996010"/>
              <a:gd name="connsiteY6" fmla="*/ 987380 h 3216248"/>
              <a:gd name="connsiteX7" fmla="*/ 2651631 w 2996010"/>
              <a:gd name="connsiteY7" fmla="*/ 719515 h 3216248"/>
              <a:gd name="connsiteX8" fmla="*/ 2961977 w 2996010"/>
              <a:gd name="connsiteY8" fmla="*/ 361096 h 3216248"/>
              <a:gd name="connsiteX9" fmla="*/ 2575574 w 2996010"/>
              <a:gd name="connsiteY9" fmla="*/ 56959 h 3216248"/>
              <a:gd name="connsiteX10" fmla="*/ 2360881 w 2996010"/>
              <a:gd name="connsiteY10" fmla="*/ 4381 h 3216248"/>
              <a:gd name="connsiteX11" fmla="*/ 2003503 w 2996010"/>
              <a:gd name="connsiteY11" fmla="*/ 235648 h 3216248"/>
              <a:gd name="connsiteX12" fmla="*/ 1571078 w 2996010"/>
              <a:gd name="connsiteY12" fmla="*/ 888989 h 3216248"/>
              <a:gd name="connsiteX13" fmla="*/ 1279472 w 2996010"/>
              <a:gd name="connsiteY13" fmla="*/ 1401521 h 3216248"/>
              <a:gd name="connsiteX14" fmla="*/ 1056565 w 2996010"/>
              <a:gd name="connsiteY14" fmla="*/ 1748931 h 3216248"/>
              <a:gd name="connsiteX15" fmla="*/ 834756 w 2996010"/>
              <a:gd name="connsiteY15" fmla="*/ 1971646 h 3216248"/>
              <a:gd name="connsiteX16" fmla="*/ 474962 w 2996010"/>
              <a:gd name="connsiteY16" fmla="*/ 2299029 h 3216248"/>
              <a:gd name="connsiteX17" fmla="*/ 0 w 2996010"/>
              <a:gd name="connsiteY17" fmla="*/ 2596555 h 3216248"/>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571078 w 2996010"/>
              <a:gd name="connsiteY12" fmla="*/ 897446 h 3224705"/>
              <a:gd name="connsiteX13" fmla="*/ 1279472 w 2996010"/>
              <a:gd name="connsiteY13" fmla="*/ 1409978 h 3224705"/>
              <a:gd name="connsiteX14" fmla="*/ 1056565 w 2996010"/>
              <a:gd name="connsiteY14" fmla="*/ 1757388 h 3224705"/>
              <a:gd name="connsiteX15" fmla="*/ 834756 w 2996010"/>
              <a:gd name="connsiteY15" fmla="*/ 1980103 h 3224705"/>
              <a:gd name="connsiteX16" fmla="*/ 474962 w 2996010"/>
              <a:gd name="connsiteY16" fmla="*/ 2307486 h 3224705"/>
              <a:gd name="connsiteX17" fmla="*/ 0 w 2996010"/>
              <a:gd name="connsiteY17"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14552 w 2996010"/>
              <a:gd name="connsiteY12" fmla="*/ 683515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4705 h 3224705"/>
              <a:gd name="connsiteX1" fmla="*/ 2795284 w 2996010"/>
              <a:gd name="connsiteY1" fmla="*/ 2766931 h 3224705"/>
              <a:gd name="connsiteX2" fmla="*/ 2792637 w 2996010"/>
              <a:gd name="connsiteY2" fmla="*/ 2410725 h 3224705"/>
              <a:gd name="connsiteX3" fmla="*/ 2576506 w 2996010"/>
              <a:gd name="connsiteY3" fmla="*/ 1961643 h 3224705"/>
              <a:gd name="connsiteX4" fmla="*/ 2497946 w 2996010"/>
              <a:gd name="connsiteY4" fmla="*/ 1619039 h 3224705"/>
              <a:gd name="connsiteX5" fmla="*/ 2581714 w 2996010"/>
              <a:gd name="connsiteY5" fmla="*/ 1326489 h 3224705"/>
              <a:gd name="connsiteX6" fmla="*/ 2651631 w 2996010"/>
              <a:gd name="connsiteY6" fmla="*/ 995837 h 3224705"/>
              <a:gd name="connsiteX7" fmla="*/ 2651631 w 2996010"/>
              <a:gd name="connsiteY7" fmla="*/ 727972 h 3224705"/>
              <a:gd name="connsiteX8" fmla="*/ 2961977 w 2996010"/>
              <a:gd name="connsiteY8" fmla="*/ 369553 h 3224705"/>
              <a:gd name="connsiteX9" fmla="*/ 2575574 w 2996010"/>
              <a:gd name="connsiteY9" fmla="*/ 65416 h 3224705"/>
              <a:gd name="connsiteX10" fmla="*/ 2360881 w 2996010"/>
              <a:gd name="connsiteY10" fmla="*/ 12838 h 3224705"/>
              <a:gd name="connsiteX11" fmla="*/ 1991317 w 2996010"/>
              <a:gd name="connsiteY11" fmla="*/ 241692 h 3224705"/>
              <a:gd name="connsiteX12" fmla="*/ 1735916 w 2996010"/>
              <a:gd name="connsiteY12" fmla="*/ 585312 h 3224705"/>
              <a:gd name="connsiteX13" fmla="*/ 1571078 w 2996010"/>
              <a:gd name="connsiteY13" fmla="*/ 897446 h 3224705"/>
              <a:gd name="connsiteX14" fmla="*/ 1279472 w 2996010"/>
              <a:gd name="connsiteY14" fmla="*/ 1409978 h 3224705"/>
              <a:gd name="connsiteX15" fmla="*/ 1056565 w 2996010"/>
              <a:gd name="connsiteY15" fmla="*/ 1757388 h 3224705"/>
              <a:gd name="connsiteX16" fmla="*/ 834756 w 2996010"/>
              <a:gd name="connsiteY16" fmla="*/ 1980103 h 3224705"/>
              <a:gd name="connsiteX17" fmla="*/ 474962 w 2996010"/>
              <a:gd name="connsiteY17" fmla="*/ 2307486 h 3224705"/>
              <a:gd name="connsiteX18" fmla="*/ 0 w 2996010"/>
              <a:gd name="connsiteY18" fmla="*/ 2605012 h 3224705"/>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279472 w 2996010"/>
              <a:gd name="connsiteY14" fmla="*/ 1406892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71078 w 2996010"/>
              <a:gd name="connsiteY13" fmla="*/ 894360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474962 w 2996010"/>
              <a:gd name="connsiteY17" fmla="*/ 2304400 h 3221619"/>
              <a:gd name="connsiteX18" fmla="*/ 0 w 2996010"/>
              <a:gd name="connsiteY18" fmla="*/ 2601926 h 3221619"/>
              <a:gd name="connsiteX0" fmla="*/ 2996010 w 2996010"/>
              <a:gd name="connsiteY0" fmla="*/ 3221619 h 3221619"/>
              <a:gd name="connsiteX1" fmla="*/ 2795284 w 2996010"/>
              <a:gd name="connsiteY1" fmla="*/ 2763845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76506 w 2996010"/>
              <a:gd name="connsiteY3" fmla="*/ 1958557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1619 h 3221619"/>
              <a:gd name="connsiteX1" fmla="*/ 2742361 w 2996010"/>
              <a:gd name="connsiteY1" fmla="*/ 2736720 h 3221619"/>
              <a:gd name="connsiteX2" fmla="*/ 2792637 w 2996010"/>
              <a:gd name="connsiteY2" fmla="*/ 2407639 h 3221619"/>
              <a:gd name="connsiteX3" fmla="*/ 2539556 w 2996010"/>
              <a:gd name="connsiteY3" fmla="*/ 1988372 h 3221619"/>
              <a:gd name="connsiteX4" fmla="*/ 2497946 w 2996010"/>
              <a:gd name="connsiteY4" fmla="*/ 1615953 h 3221619"/>
              <a:gd name="connsiteX5" fmla="*/ 2581714 w 2996010"/>
              <a:gd name="connsiteY5" fmla="*/ 1323403 h 3221619"/>
              <a:gd name="connsiteX6" fmla="*/ 2651631 w 2996010"/>
              <a:gd name="connsiteY6" fmla="*/ 992751 h 3221619"/>
              <a:gd name="connsiteX7" fmla="*/ 2651631 w 2996010"/>
              <a:gd name="connsiteY7" fmla="*/ 724886 h 3221619"/>
              <a:gd name="connsiteX8" fmla="*/ 2961977 w 2996010"/>
              <a:gd name="connsiteY8" fmla="*/ 366467 h 3221619"/>
              <a:gd name="connsiteX9" fmla="*/ 2575574 w 2996010"/>
              <a:gd name="connsiteY9" fmla="*/ 62330 h 3221619"/>
              <a:gd name="connsiteX10" fmla="*/ 2360881 w 2996010"/>
              <a:gd name="connsiteY10" fmla="*/ 9752 h 3221619"/>
              <a:gd name="connsiteX11" fmla="*/ 1985240 w 2996010"/>
              <a:gd name="connsiteY11" fmla="*/ 196429 h 3221619"/>
              <a:gd name="connsiteX12" fmla="*/ 1735916 w 2996010"/>
              <a:gd name="connsiteY12" fmla="*/ 582226 h 3221619"/>
              <a:gd name="connsiteX13" fmla="*/ 1539098 w 2996010"/>
              <a:gd name="connsiteY13" fmla="*/ 872663 h 3221619"/>
              <a:gd name="connsiteX14" fmla="*/ 1199895 w 2996010"/>
              <a:gd name="connsiteY14" fmla="*/ 1371928 h 3221619"/>
              <a:gd name="connsiteX15" fmla="*/ 1056565 w 2996010"/>
              <a:gd name="connsiteY15" fmla="*/ 1754302 h 3221619"/>
              <a:gd name="connsiteX16" fmla="*/ 834756 w 2996010"/>
              <a:gd name="connsiteY16" fmla="*/ 1977017 h 3221619"/>
              <a:gd name="connsiteX17" fmla="*/ 364571 w 2996010"/>
              <a:gd name="connsiteY17" fmla="*/ 2182669 h 3221619"/>
              <a:gd name="connsiteX18" fmla="*/ 0 w 2996010"/>
              <a:gd name="connsiteY18" fmla="*/ 2601926 h 3221619"/>
              <a:gd name="connsiteX0" fmla="*/ 2996010 w 2996010"/>
              <a:gd name="connsiteY0" fmla="*/ 3223690 h 3223690"/>
              <a:gd name="connsiteX1" fmla="*/ 2742361 w 2996010"/>
              <a:gd name="connsiteY1" fmla="*/ 2738791 h 3223690"/>
              <a:gd name="connsiteX2" fmla="*/ 2792637 w 2996010"/>
              <a:gd name="connsiteY2" fmla="*/ 2409710 h 3223690"/>
              <a:gd name="connsiteX3" fmla="*/ 2539556 w 2996010"/>
              <a:gd name="connsiteY3" fmla="*/ 1990443 h 3223690"/>
              <a:gd name="connsiteX4" fmla="*/ 2497946 w 2996010"/>
              <a:gd name="connsiteY4" fmla="*/ 1618024 h 3223690"/>
              <a:gd name="connsiteX5" fmla="*/ 2581714 w 2996010"/>
              <a:gd name="connsiteY5" fmla="*/ 1325474 h 3223690"/>
              <a:gd name="connsiteX6" fmla="*/ 2651631 w 2996010"/>
              <a:gd name="connsiteY6" fmla="*/ 994822 h 3223690"/>
              <a:gd name="connsiteX7" fmla="*/ 2651631 w 2996010"/>
              <a:gd name="connsiteY7" fmla="*/ 726957 h 3223690"/>
              <a:gd name="connsiteX8" fmla="*/ 2926643 w 2996010"/>
              <a:gd name="connsiteY8" fmla="*/ 430906 h 3223690"/>
              <a:gd name="connsiteX9" fmla="*/ 2575574 w 2996010"/>
              <a:gd name="connsiteY9" fmla="*/ 64401 h 3223690"/>
              <a:gd name="connsiteX10" fmla="*/ 2360881 w 2996010"/>
              <a:gd name="connsiteY10" fmla="*/ 11823 h 3223690"/>
              <a:gd name="connsiteX11" fmla="*/ 1985240 w 2996010"/>
              <a:gd name="connsiteY11" fmla="*/ 198500 h 3223690"/>
              <a:gd name="connsiteX12" fmla="*/ 1735916 w 2996010"/>
              <a:gd name="connsiteY12" fmla="*/ 584297 h 3223690"/>
              <a:gd name="connsiteX13" fmla="*/ 1539098 w 2996010"/>
              <a:gd name="connsiteY13" fmla="*/ 874734 h 3223690"/>
              <a:gd name="connsiteX14" fmla="*/ 1199895 w 2996010"/>
              <a:gd name="connsiteY14" fmla="*/ 1373999 h 3223690"/>
              <a:gd name="connsiteX15" fmla="*/ 1056565 w 2996010"/>
              <a:gd name="connsiteY15" fmla="*/ 1756373 h 3223690"/>
              <a:gd name="connsiteX16" fmla="*/ 834756 w 2996010"/>
              <a:gd name="connsiteY16" fmla="*/ 1979088 h 3223690"/>
              <a:gd name="connsiteX17" fmla="*/ 364571 w 2996010"/>
              <a:gd name="connsiteY17" fmla="*/ 2184740 h 3223690"/>
              <a:gd name="connsiteX18" fmla="*/ 0 w 2996010"/>
              <a:gd name="connsiteY18" fmla="*/ 2603997 h 3223690"/>
              <a:gd name="connsiteX0" fmla="*/ 2996010 w 2996010"/>
              <a:gd name="connsiteY0" fmla="*/ 3216802 h 3216802"/>
              <a:gd name="connsiteX1" fmla="*/ 2742361 w 2996010"/>
              <a:gd name="connsiteY1" fmla="*/ 2731903 h 3216802"/>
              <a:gd name="connsiteX2" fmla="*/ 2792637 w 2996010"/>
              <a:gd name="connsiteY2" fmla="*/ 2402822 h 3216802"/>
              <a:gd name="connsiteX3" fmla="*/ 2539556 w 2996010"/>
              <a:gd name="connsiteY3" fmla="*/ 1983555 h 3216802"/>
              <a:gd name="connsiteX4" fmla="*/ 2497946 w 2996010"/>
              <a:gd name="connsiteY4" fmla="*/ 1611136 h 3216802"/>
              <a:gd name="connsiteX5" fmla="*/ 2581714 w 2996010"/>
              <a:gd name="connsiteY5" fmla="*/ 1318586 h 3216802"/>
              <a:gd name="connsiteX6" fmla="*/ 2651631 w 2996010"/>
              <a:gd name="connsiteY6" fmla="*/ 987934 h 3216802"/>
              <a:gd name="connsiteX7" fmla="*/ 2651631 w 2996010"/>
              <a:gd name="connsiteY7" fmla="*/ 720069 h 3216802"/>
              <a:gd name="connsiteX8" fmla="*/ 2926643 w 2996010"/>
              <a:gd name="connsiteY8" fmla="*/ 424018 h 3216802"/>
              <a:gd name="connsiteX9" fmla="*/ 2770257 w 2996010"/>
              <a:gd name="connsiteY9" fmla="*/ 94720 h 3216802"/>
              <a:gd name="connsiteX10" fmla="*/ 2575574 w 2996010"/>
              <a:gd name="connsiteY10" fmla="*/ 57513 h 3216802"/>
              <a:gd name="connsiteX11" fmla="*/ 2360881 w 2996010"/>
              <a:gd name="connsiteY11" fmla="*/ 4935 h 3216802"/>
              <a:gd name="connsiteX12" fmla="*/ 1985240 w 2996010"/>
              <a:gd name="connsiteY12" fmla="*/ 191612 h 3216802"/>
              <a:gd name="connsiteX13" fmla="*/ 1735916 w 2996010"/>
              <a:gd name="connsiteY13" fmla="*/ 577409 h 3216802"/>
              <a:gd name="connsiteX14" fmla="*/ 1539098 w 2996010"/>
              <a:gd name="connsiteY14" fmla="*/ 867846 h 3216802"/>
              <a:gd name="connsiteX15" fmla="*/ 1199895 w 2996010"/>
              <a:gd name="connsiteY15" fmla="*/ 1367111 h 3216802"/>
              <a:gd name="connsiteX16" fmla="*/ 1056565 w 2996010"/>
              <a:gd name="connsiteY16" fmla="*/ 1749485 h 3216802"/>
              <a:gd name="connsiteX17" fmla="*/ 834756 w 2996010"/>
              <a:gd name="connsiteY17" fmla="*/ 1972200 h 3216802"/>
              <a:gd name="connsiteX18" fmla="*/ 364571 w 2996010"/>
              <a:gd name="connsiteY18" fmla="*/ 2177852 h 3216802"/>
              <a:gd name="connsiteX19" fmla="*/ 0 w 2996010"/>
              <a:gd name="connsiteY19" fmla="*/ 2597109 h 3216802"/>
              <a:gd name="connsiteX0" fmla="*/ 3177507 w 3177507"/>
              <a:gd name="connsiteY0" fmla="*/ 3365644 h 3365644"/>
              <a:gd name="connsiteX1" fmla="*/ 2742361 w 3177507"/>
              <a:gd name="connsiteY1" fmla="*/ 2731903 h 3365644"/>
              <a:gd name="connsiteX2" fmla="*/ 2792637 w 3177507"/>
              <a:gd name="connsiteY2" fmla="*/ 2402822 h 3365644"/>
              <a:gd name="connsiteX3" fmla="*/ 2539556 w 3177507"/>
              <a:gd name="connsiteY3" fmla="*/ 1983555 h 3365644"/>
              <a:gd name="connsiteX4" fmla="*/ 2497946 w 3177507"/>
              <a:gd name="connsiteY4" fmla="*/ 1611136 h 3365644"/>
              <a:gd name="connsiteX5" fmla="*/ 2581714 w 3177507"/>
              <a:gd name="connsiteY5" fmla="*/ 1318586 h 3365644"/>
              <a:gd name="connsiteX6" fmla="*/ 2651631 w 3177507"/>
              <a:gd name="connsiteY6" fmla="*/ 987934 h 3365644"/>
              <a:gd name="connsiteX7" fmla="*/ 2651631 w 3177507"/>
              <a:gd name="connsiteY7" fmla="*/ 720069 h 3365644"/>
              <a:gd name="connsiteX8" fmla="*/ 2926643 w 3177507"/>
              <a:gd name="connsiteY8" fmla="*/ 424018 h 3365644"/>
              <a:gd name="connsiteX9" fmla="*/ 2770257 w 3177507"/>
              <a:gd name="connsiteY9" fmla="*/ 94720 h 3365644"/>
              <a:gd name="connsiteX10" fmla="*/ 2575574 w 3177507"/>
              <a:gd name="connsiteY10" fmla="*/ 57513 h 3365644"/>
              <a:gd name="connsiteX11" fmla="*/ 2360881 w 3177507"/>
              <a:gd name="connsiteY11" fmla="*/ 4935 h 3365644"/>
              <a:gd name="connsiteX12" fmla="*/ 1985240 w 3177507"/>
              <a:gd name="connsiteY12" fmla="*/ 191612 h 3365644"/>
              <a:gd name="connsiteX13" fmla="*/ 1735916 w 3177507"/>
              <a:gd name="connsiteY13" fmla="*/ 577409 h 3365644"/>
              <a:gd name="connsiteX14" fmla="*/ 1539098 w 3177507"/>
              <a:gd name="connsiteY14" fmla="*/ 867846 h 3365644"/>
              <a:gd name="connsiteX15" fmla="*/ 1199895 w 3177507"/>
              <a:gd name="connsiteY15" fmla="*/ 1367111 h 3365644"/>
              <a:gd name="connsiteX16" fmla="*/ 1056565 w 3177507"/>
              <a:gd name="connsiteY16" fmla="*/ 1749485 h 3365644"/>
              <a:gd name="connsiteX17" fmla="*/ 834756 w 3177507"/>
              <a:gd name="connsiteY17" fmla="*/ 1972200 h 3365644"/>
              <a:gd name="connsiteX18" fmla="*/ 364571 w 3177507"/>
              <a:gd name="connsiteY18" fmla="*/ 2177852 h 3365644"/>
              <a:gd name="connsiteX19" fmla="*/ 0 w 3177507"/>
              <a:gd name="connsiteY19" fmla="*/ 2597109 h 3365644"/>
              <a:gd name="connsiteX0" fmla="*/ 3177507 w 3177507"/>
              <a:gd name="connsiteY0" fmla="*/ 3365644 h 3365644"/>
              <a:gd name="connsiteX1" fmla="*/ 2742361 w 3177507"/>
              <a:gd name="connsiteY1" fmla="*/ 2731903 h 3365644"/>
              <a:gd name="connsiteX2" fmla="*/ 2792637 w 3177507"/>
              <a:gd name="connsiteY2" fmla="*/ 2402822 h 3365644"/>
              <a:gd name="connsiteX3" fmla="*/ 2539556 w 3177507"/>
              <a:gd name="connsiteY3" fmla="*/ 1983555 h 3365644"/>
              <a:gd name="connsiteX4" fmla="*/ 2497946 w 3177507"/>
              <a:gd name="connsiteY4" fmla="*/ 1611136 h 3365644"/>
              <a:gd name="connsiteX5" fmla="*/ 2581714 w 3177507"/>
              <a:gd name="connsiteY5" fmla="*/ 1318586 h 3365644"/>
              <a:gd name="connsiteX6" fmla="*/ 2651631 w 3177507"/>
              <a:gd name="connsiteY6" fmla="*/ 987934 h 3365644"/>
              <a:gd name="connsiteX7" fmla="*/ 2651631 w 3177507"/>
              <a:gd name="connsiteY7" fmla="*/ 720069 h 3365644"/>
              <a:gd name="connsiteX8" fmla="*/ 2926643 w 3177507"/>
              <a:gd name="connsiteY8" fmla="*/ 424018 h 3365644"/>
              <a:gd name="connsiteX9" fmla="*/ 2770257 w 3177507"/>
              <a:gd name="connsiteY9" fmla="*/ 94720 h 3365644"/>
              <a:gd name="connsiteX10" fmla="*/ 2575574 w 3177507"/>
              <a:gd name="connsiteY10" fmla="*/ 57513 h 3365644"/>
              <a:gd name="connsiteX11" fmla="*/ 2360881 w 3177507"/>
              <a:gd name="connsiteY11" fmla="*/ 4935 h 3365644"/>
              <a:gd name="connsiteX12" fmla="*/ 1985240 w 3177507"/>
              <a:gd name="connsiteY12" fmla="*/ 191612 h 3365644"/>
              <a:gd name="connsiteX13" fmla="*/ 1735916 w 3177507"/>
              <a:gd name="connsiteY13" fmla="*/ 577409 h 3365644"/>
              <a:gd name="connsiteX14" fmla="*/ 1539098 w 3177507"/>
              <a:gd name="connsiteY14" fmla="*/ 867846 h 3365644"/>
              <a:gd name="connsiteX15" fmla="*/ 1199895 w 3177507"/>
              <a:gd name="connsiteY15" fmla="*/ 1367111 h 3365644"/>
              <a:gd name="connsiteX16" fmla="*/ 1056565 w 3177507"/>
              <a:gd name="connsiteY16" fmla="*/ 1749485 h 3365644"/>
              <a:gd name="connsiteX17" fmla="*/ 834756 w 3177507"/>
              <a:gd name="connsiteY17" fmla="*/ 1972200 h 3365644"/>
              <a:gd name="connsiteX18" fmla="*/ 0 w 3177507"/>
              <a:gd name="connsiteY18" fmla="*/ 2597109 h 3365644"/>
              <a:gd name="connsiteX0" fmla="*/ 2342751 w 2342751"/>
              <a:gd name="connsiteY0" fmla="*/ 3365644 h 3365644"/>
              <a:gd name="connsiteX1" fmla="*/ 1907605 w 2342751"/>
              <a:gd name="connsiteY1" fmla="*/ 2731903 h 3365644"/>
              <a:gd name="connsiteX2" fmla="*/ 1957881 w 2342751"/>
              <a:gd name="connsiteY2" fmla="*/ 2402822 h 3365644"/>
              <a:gd name="connsiteX3" fmla="*/ 1704800 w 2342751"/>
              <a:gd name="connsiteY3" fmla="*/ 1983555 h 3365644"/>
              <a:gd name="connsiteX4" fmla="*/ 1663190 w 2342751"/>
              <a:gd name="connsiteY4" fmla="*/ 1611136 h 3365644"/>
              <a:gd name="connsiteX5" fmla="*/ 1746958 w 2342751"/>
              <a:gd name="connsiteY5" fmla="*/ 1318586 h 3365644"/>
              <a:gd name="connsiteX6" fmla="*/ 1816875 w 2342751"/>
              <a:gd name="connsiteY6" fmla="*/ 987934 h 3365644"/>
              <a:gd name="connsiteX7" fmla="*/ 1816875 w 2342751"/>
              <a:gd name="connsiteY7" fmla="*/ 720069 h 3365644"/>
              <a:gd name="connsiteX8" fmla="*/ 2091887 w 2342751"/>
              <a:gd name="connsiteY8" fmla="*/ 424018 h 3365644"/>
              <a:gd name="connsiteX9" fmla="*/ 1935501 w 2342751"/>
              <a:gd name="connsiteY9" fmla="*/ 94720 h 3365644"/>
              <a:gd name="connsiteX10" fmla="*/ 1740818 w 2342751"/>
              <a:gd name="connsiteY10" fmla="*/ 57513 h 3365644"/>
              <a:gd name="connsiteX11" fmla="*/ 1526125 w 2342751"/>
              <a:gd name="connsiteY11" fmla="*/ 4935 h 3365644"/>
              <a:gd name="connsiteX12" fmla="*/ 1150484 w 2342751"/>
              <a:gd name="connsiteY12" fmla="*/ 191612 h 3365644"/>
              <a:gd name="connsiteX13" fmla="*/ 901160 w 2342751"/>
              <a:gd name="connsiteY13" fmla="*/ 577409 h 3365644"/>
              <a:gd name="connsiteX14" fmla="*/ 704342 w 2342751"/>
              <a:gd name="connsiteY14" fmla="*/ 867846 h 3365644"/>
              <a:gd name="connsiteX15" fmla="*/ 365139 w 2342751"/>
              <a:gd name="connsiteY15" fmla="*/ 1367111 h 3365644"/>
              <a:gd name="connsiteX16" fmla="*/ 221809 w 2342751"/>
              <a:gd name="connsiteY16" fmla="*/ 1749485 h 3365644"/>
              <a:gd name="connsiteX17" fmla="*/ 0 w 2342751"/>
              <a:gd name="connsiteY17" fmla="*/ 1972200 h 3365644"/>
              <a:gd name="connsiteX0" fmla="*/ 2120942 w 2120942"/>
              <a:gd name="connsiteY0" fmla="*/ 3365644 h 3365644"/>
              <a:gd name="connsiteX1" fmla="*/ 1685796 w 2120942"/>
              <a:gd name="connsiteY1" fmla="*/ 2731903 h 3365644"/>
              <a:gd name="connsiteX2" fmla="*/ 1736072 w 2120942"/>
              <a:gd name="connsiteY2" fmla="*/ 2402822 h 3365644"/>
              <a:gd name="connsiteX3" fmla="*/ 1482991 w 2120942"/>
              <a:gd name="connsiteY3" fmla="*/ 1983555 h 3365644"/>
              <a:gd name="connsiteX4" fmla="*/ 1441381 w 2120942"/>
              <a:gd name="connsiteY4" fmla="*/ 1611136 h 3365644"/>
              <a:gd name="connsiteX5" fmla="*/ 1525149 w 2120942"/>
              <a:gd name="connsiteY5" fmla="*/ 1318586 h 3365644"/>
              <a:gd name="connsiteX6" fmla="*/ 1595066 w 2120942"/>
              <a:gd name="connsiteY6" fmla="*/ 987934 h 3365644"/>
              <a:gd name="connsiteX7" fmla="*/ 1595066 w 2120942"/>
              <a:gd name="connsiteY7" fmla="*/ 720069 h 3365644"/>
              <a:gd name="connsiteX8" fmla="*/ 1870078 w 2120942"/>
              <a:gd name="connsiteY8" fmla="*/ 424018 h 3365644"/>
              <a:gd name="connsiteX9" fmla="*/ 1713692 w 2120942"/>
              <a:gd name="connsiteY9" fmla="*/ 94720 h 3365644"/>
              <a:gd name="connsiteX10" fmla="*/ 1519009 w 2120942"/>
              <a:gd name="connsiteY10" fmla="*/ 57513 h 3365644"/>
              <a:gd name="connsiteX11" fmla="*/ 1304316 w 2120942"/>
              <a:gd name="connsiteY11" fmla="*/ 4935 h 3365644"/>
              <a:gd name="connsiteX12" fmla="*/ 928675 w 2120942"/>
              <a:gd name="connsiteY12" fmla="*/ 191612 h 3365644"/>
              <a:gd name="connsiteX13" fmla="*/ 679351 w 2120942"/>
              <a:gd name="connsiteY13" fmla="*/ 577409 h 3365644"/>
              <a:gd name="connsiteX14" fmla="*/ 482533 w 2120942"/>
              <a:gd name="connsiteY14" fmla="*/ 867846 h 3365644"/>
              <a:gd name="connsiteX15" fmla="*/ 143330 w 2120942"/>
              <a:gd name="connsiteY15" fmla="*/ 1367111 h 3365644"/>
              <a:gd name="connsiteX16" fmla="*/ 0 w 2120942"/>
              <a:gd name="connsiteY16" fmla="*/ 1749485 h 3365644"/>
              <a:gd name="connsiteX0" fmla="*/ 2120942 w 2120942"/>
              <a:gd name="connsiteY0" fmla="*/ 3365644 h 3365644"/>
              <a:gd name="connsiteX1" fmla="*/ 1685796 w 2120942"/>
              <a:gd name="connsiteY1" fmla="*/ 2731903 h 3365644"/>
              <a:gd name="connsiteX2" fmla="*/ 1736072 w 2120942"/>
              <a:gd name="connsiteY2" fmla="*/ 2402822 h 3365644"/>
              <a:gd name="connsiteX3" fmla="*/ 1482991 w 2120942"/>
              <a:gd name="connsiteY3" fmla="*/ 1983555 h 3365644"/>
              <a:gd name="connsiteX4" fmla="*/ 1441381 w 2120942"/>
              <a:gd name="connsiteY4" fmla="*/ 1611136 h 3365644"/>
              <a:gd name="connsiteX5" fmla="*/ 1525149 w 2120942"/>
              <a:gd name="connsiteY5" fmla="*/ 1318586 h 3365644"/>
              <a:gd name="connsiteX6" fmla="*/ 1595066 w 2120942"/>
              <a:gd name="connsiteY6" fmla="*/ 987934 h 3365644"/>
              <a:gd name="connsiteX7" fmla="*/ 1595066 w 2120942"/>
              <a:gd name="connsiteY7" fmla="*/ 720069 h 3365644"/>
              <a:gd name="connsiteX8" fmla="*/ 1870078 w 2120942"/>
              <a:gd name="connsiteY8" fmla="*/ 424018 h 3365644"/>
              <a:gd name="connsiteX9" fmla="*/ 1713692 w 2120942"/>
              <a:gd name="connsiteY9" fmla="*/ 94720 h 3365644"/>
              <a:gd name="connsiteX10" fmla="*/ 1519009 w 2120942"/>
              <a:gd name="connsiteY10" fmla="*/ 57513 h 3365644"/>
              <a:gd name="connsiteX11" fmla="*/ 1304316 w 2120942"/>
              <a:gd name="connsiteY11" fmla="*/ 4935 h 3365644"/>
              <a:gd name="connsiteX12" fmla="*/ 928675 w 2120942"/>
              <a:gd name="connsiteY12" fmla="*/ 191612 h 3365644"/>
              <a:gd name="connsiteX13" fmla="*/ 679351 w 2120942"/>
              <a:gd name="connsiteY13" fmla="*/ 577409 h 3365644"/>
              <a:gd name="connsiteX14" fmla="*/ 482533 w 2120942"/>
              <a:gd name="connsiteY14" fmla="*/ 867846 h 3365644"/>
              <a:gd name="connsiteX15" fmla="*/ 0 w 2120942"/>
              <a:gd name="connsiteY15" fmla="*/ 1749485 h 3365644"/>
              <a:gd name="connsiteX0" fmla="*/ 1638409 w 1638409"/>
              <a:gd name="connsiteY0" fmla="*/ 3365644 h 3365644"/>
              <a:gd name="connsiteX1" fmla="*/ 1203263 w 1638409"/>
              <a:gd name="connsiteY1" fmla="*/ 2731903 h 3365644"/>
              <a:gd name="connsiteX2" fmla="*/ 1253539 w 1638409"/>
              <a:gd name="connsiteY2" fmla="*/ 2402822 h 3365644"/>
              <a:gd name="connsiteX3" fmla="*/ 1000458 w 1638409"/>
              <a:gd name="connsiteY3" fmla="*/ 1983555 h 3365644"/>
              <a:gd name="connsiteX4" fmla="*/ 958848 w 1638409"/>
              <a:gd name="connsiteY4" fmla="*/ 1611136 h 3365644"/>
              <a:gd name="connsiteX5" fmla="*/ 1042616 w 1638409"/>
              <a:gd name="connsiteY5" fmla="*/ 1318586 h 3365644"/>
              <a:gd name="connsiteX6" fmla="*/ 1112533 w 1638409"/>
              <a:gd name="connsiteY6" fmla="*/ 987934 h 3365644"/>
              <a:gd name="connsiteX7" fmla="*/ 1112533 w 1638409"/>
              <a:gd name="connsiteY7" fmla="*/ 720069 h 3365644"/>
              <a:gd name="connsiteX8" fmla="*/ 1387545 w 1638409"/>
              <a:gd name="connsiteY8" fmla="*/ 424018 h 3365644"/>
              <a:gd name="connsiteX9" fmla="*/ 1231159 w 1638409"/>
              <a:gd name="connsiteY9" fmla="*/ 94720 h 3365644"/>
              <a:gd name="connsiteX10" fmla="*/ 1036476 w 1638409"/>
              <a:gd name="connsiteY10" fmla="*/ 57513 h 3365644"/>
              <a:gd name="connsiteX11" fmla="*/ 821783 w 1638409"/>
              <a:gd name="connsiteY11" fmla="*/ 4935 h 3365644"/>
              <a:gd name="connsiteX12" fmla="*/ 446142 w 1638409"/>
              <a:gd name="connsiteY12" fmla="*/ 191612 h 3365644"/>
              <a:gd name="connsiteX13" fmla="*/ 196818 w 1638409"/>
              <a:gd name="connsiteY13" fmla="*/ 577409 h 3365644"/>
              <a:gd name="connsiteX14" fmla="*/ 0 w 1638409"/>
              <a:gd name="connsiteY14" fmla="*/ 867846 h 3365644"/>
              <a:gd name="connsiteX0" fmla="*/ 1611614 w 1611614"/>
              <a:gd name="connsiteY0" fmla="*/ 3365644 h 3365644"/>
              <a:gd name="connsiteX1" fmla="*/ 1176468 w 1611614"/>
              <a:gd name="connsiteY1" fmla="*/ 2731903 h 3365644"/>
              <a:gd name="connsiteX2" fmla="*/ 1226744 w 1611614"/>
              <a:gd name="connsiteY2" fmla="*/ 2402822 h 3365644"/>
              <a:gd name="connsiteX3" fmla="*/ 973663 w 1611614"/>
              <a:gd name="connsiteY3" fmla="*/ 1983555 h 3365644"/>
              <a:gd name="connsiteX4" fmla="*/ 932053 w 1611614"/>
              <a:gd name="connsiteY4" fmla="*/ 1611136 h 3365644"/>
              <a:gd name="connsiteX5" fmla="*/ 1015821 w 1611614"/>
              <a:gd name="connsiteY5" fmla="*/ 1318586 h 3365644"/>
              <a:gd name="connsiteX6" fmla="*/ 1085738 w 1611614"/>
              <a:gd name="connsiteY6" fmla="*/ 987934 h 3365644"/>
              <a:gd name="connsiteX7" fmla="*/ 1085738 w 1611614"/>
              <a:gd name="connsiteY7" fmla="*/ 720069 h 3365644"/>
              <a:gd name="connsiteX8" fmla="*/ 1360750 w 1611614"/>
              <a:gd name="connsiteY8" fmla="*/ 424018 h 3365644"/>
              <a:gd name="connsiteX9" fmla="*/ 1204364 w 1611614"/>
              <a:gd name="connsiteY9" fmla="*/ 94720 h 3365644"/>
              <a:gd name="connsiteX10" fmla="*/ 1009681 w 1611614"/>
              <a:gd name="connsiteY10" fmla="*/ 57513 h 3365644"/>
              <a:gd name="connsiteX11" fmla="*/ 794988 w 1611614"/>
              <a:gd name="connsiteY11" fmla="*/ 4935 h 3365644"/>
              <a:gd name="connsiteX12" fmla="*/ 419347 w 1611614"/>
              <a:gd name="connsiteY12" fmla="*/ 191612 h 3365644"/>
              <a:gd name="connsiteX13" fmla="*/ 170023 w 1611614"/>
              <a:gd name="connsiteY13" fmla="*/ 577409 h 3365644"/>
              <a:gd name="connsiteX14" fmla="*/ 0 w 1611614"/>
              <a:gd name="connsiteY14" fmla="*/ 803411 h 3365644"/>
              <a:gd name="connsiteX0" fmla="*/ 1441591 w 1441591"/>
              <a:gd name="connsiteY0" fmla="*/ 3365644 h 3365644"/>
              <a:gd name="connsiteX1" fmla="*/ 1006445 w 1441591"/>
              <a:gd name="connsiteY1" fmla="*/ 2731903 h 3365644"/>
              <a:gd name="connsiteX2" fmla="*/ 1056721 w 1441591"/>
              <a:gd name="connsiteY2" fmla="*/ 2402822 h 3365644"/>
              <a:gd name="connsiteX3" fmla="*/ 803640 w 1441591"/>
              <a:gd name="connsiteY3" fmla="*/ 1983555 h 3365644"/>
              <a:gd name="connsiteX4" fmla="*/ 762030 w 1441591"/>
              <a:gd name="connsiteY4" fmla="*/ 1611136 h 3365644"/>
              <a:gd name="connsiteX5" fmla="*/ 845798 w 1441591"/>
              <a:gd name="connsiteY5" fmla="*/ 1318586 h 3365644"/>
              <a:gd name="connsiteX6" fmla="*/ 915715 w 1441591"/>
              <a:gd name="connsiteY6" fmla="*/ 987934 h 3365644"/>
              <a:gd name="connsiteX7" fmla="*/ 915715 w 1441591"/>
              <a:gd name="connsiteY7" fmla="*/ 720069 h 3365644"/>
              <a:gd name="connsiteX8" fmla="*/ 1190727 w 1441591"/>
              <a:gd name="connsiteY8" fmla="*/ 424018 h 3365644"/>
              <a:gd name="connsiteX9" fmla="*/ 1034341 w 1441591"/>
              <a:gd name="connsiteY9" fmla="*/ 94720 h 3365644"/>
              <a:gd name="connsiteX10" fmla="*/ 839658 w 1441591"/>
              <a:gd name="connsiteY10" fmla="*/ 57513 h 3365644"/>
              <a:gd name="connsiteX11" fmla="*/ 624965 w 1441591"/>
              <a:gd name="connsiteY11" fmla="*/ 4935 h 3365644"/>
              <a:gd name="connsiteX12" fmla="*/ 249324 w 1441591"/>
              <a:gd name="connsiteY12" fmla="*/ 191612 h 3365644"/>
              <a:gd name="connsiteX13" fmla="*/ 0 w 1441591"/>
              <a:gd name="connsiteY13" fmla="*/ 577409 h 3365644"/>
              <a:gd name="connsiteX0" fmla="*/ 1192267 w 1192267"/>
              <a:gd name="connsiteY0" fmla="*/ 3365644 h 3365644"/>
              <a:gd name="connsiteX1" fmla="*/ 757121 w 1192267"/>
              <a:gd name="connsiteY1" fmla="*/ 2731903 h 3365644"/>
              <a:gd name="connsiteX2" fmla="*/ 807397 w 1192267"/>
              <a:gd name="connsiteY2" fmla="*/ 2402822 h 3365644"/>
              <a:gd name="connsiteX3" fmla="*/ 554316 w 1192267"/>
              <a:gd name="connsiteY3" fmla="*/ 1983555 h 3365644"/>
              <a:gd name="connsiteX4" fmla="*/ 512706 w 1192267"/>
              <a:gd name="connsiteY4" fmla="*/ 1611136 h 3365644"/>
              <a:gd name="connsiteX5" fmla="*/ 596474 w 1192267"/>
              <a:gd name="connsiteY5" fmla="*/ 1318586 h 3365644"/>
              <a:gd name="connsiteX6" fmla="*/ 666391 w 1192267"/>
              <a:gd name="connsiteY6" fmla="*/ 987934 h 3365644"/>
              <a:gd name="connsiteX7" fmla="*/ 666391 w 1192267"/>
              <a:gd name="connsiteY7" fmla="*/ 720069 h 3365644"/>
              <a:gd name="connsiteX8" fmla="*/ 941403 w 1192267"/>
              <a:gd name="connsiteY8" fmla="*/ 424018 h 3365644"/>
              <a:gd name="connsiteX9" fmla="*/ 785017 w 1192267"/>
              <a:gd name="connsiteY9" fmla="*/ 94720 h 3365644"/>
              <a:gd name="connsiteX10" fmla="*/ 590334 w 1192267"/>
              <a:gd name="connsiteY10" fmla="*/ 57513 h 3365644"/>
              <a:gd name="connsiteX11" fmla="*/ 375641 w 1192267"/>
              <a:gd name="connsiteY11" fmla="*/ 4935 h 3365644"/>
              <a:gd name="connsiteX12" fmla="*/ 0 w 1192267"/>
              <a:gd name="connsiteY12" fmla="*/ 191612 h 3365644"/>
              <a:gd name="connsiteX0" fmla="*/ 1123688 w 1123688"/>
              <a:gd name="connsiteY0" fmla="*/ 3361084 h 3361084"/>
              <a:gd name="connsiteX1" fmla="*/ 688542 w 1123688"/>
              <a:gd name="connsiteY1" fmla="*/ 2727343 h 3361084"/>
              <a:gd name="connsiteX2" fmla="*/ 738818 w 1123688"/>
              <a:gd name="connsiteY2" fmla="*/ 2398262 h 3361084"/>
              <a:gd name="connsiteX3" fmla="*/ 485737 w 1123688"/>
              <a:gd name="connsiteY3" fmla="*/ 1978995 h 3361084"/>
              <a:gd name="connsiteX4" fmla="*/ 444127 w 1123688"/>
              <a:gd name="connsiteY4" fmla="*/ 1606576 h 3361084"/>
              <a:gd name="connsiteX5" fmla="*/ 527895 w 1123688"/>
              <a:gd name="connsiteY5" fmla="*/ 1314026 h 3361084"/>
              <a:gd name="connsiteX6" fmla="*/ 597812 w 1123688"/>
              <a:gd name="connsiteY6" fmla="*/ 983374 h 3361084"/>
              <a:gd name="connsiteX7" fmla="*/ 597812 w 1123688"/>
              <a:gd name="connsiteY7" fmla="*/ 715509 h 3361084"/>
              <a:gd name="connsiteX8" fmla="*/ 872824 w 1123688"/>
              <a:gd name="connsiteY8" fmla="*/ 419458 h 3361084"/>
              <a:gd name="connsiteX9" fmla="*/ 716438 w 1123688"/>
              <a:gd name="connsiteY9" fmla="*/ 90160 h 3361084"/>
              <a:gd name="connsiteX10" fmla="*/ 521755 w 1123688"/>
              <a:gd name="connsiteY10" fmla="*/ 52953 h 3361084"/>
              <a:gd name="connsiteX11" fmla="*/ 307062 w 1123688"/>
              <a:gd name="connsiteY11" fmla="*/ 375 h 3361084"/>
              <a:gd name="connsiteX12" fmla="*/ 0 w 1123688"/>
              <a:gd name="connsiteY12" fmla="*/ 81670 h 3361084"/>
              <a:gd name="connsiteX0" fmla="*/ 1123688 w 1123688"/>
              <a:gd name="connsiteY0" fmla="*/ 3361084 h 3361084"/>
              <a:gd name="connsiteX1" fmla="*/ 688542 w 1123688"/>
              <a:gd name="connsiteY1" fmla="*/ 2727343 h 3361084"/>
              <a:gd name="connsiteX2" fmla="*/ 738818 w 1123688"/>
              <a:gd name="connsiteY2" fmla="*/ 2398262 h 3361084"/>
              <a:gd name="connsiteX3" fmla="*/ 485737 w 1123688"/>
              <a:gd name="connsiteY3" fmla="*/ 1978995 h 3361084"/>
              <a:gd name="connsiteX4" fmla="*/ 630445 w 1123688"/>
              <a:gd name="connsiteY4" fmla="*/ 1642828 h 3361084"/>
              <a:gd name="connsiteX5" fmla="*/ 527895 w 1123688"/>
              <a:gd name="connsiteY5" fmla="*/ 1314026 h 3361084"/>
              <a:gd name="connsiteX6" fmla="*/ 597812 w 1123688"/>
              <a:gd name="connsiteY6" fmla="*/ 983374 h 3361084"/>
              <a:gd name="connsiteX7" fmla="*/ 597812 w 1123688"/>
              <a:gd name="connsiteY7" fmla="*/ 715509 h 3361084"/>
              <a:gd name="connsiteX8" fmla="*/ 872824 w 1123688"/>
              <a:gd name="connsiteY8" fmla="*/ 419458 h 3361084"/>
              <a:gd name="connsiteX9" fmla="*/ 716438 w 1123688"/>
              <a:gd name="connsiteY9" fmla="*/ 90160 h 3361084"/>
              <a:gd name="connsiteX10" fmla="*/ 521755 w 1123688"/>
              <a:gd name="connsiteY10" fmla="*/ 52953 h 3361084"/>
              <a:gd name="connsiteX11" fmla="*/ 307062 w 1123688"/>
              <a:gd name="connsiteY11" fmla="*/ 375 h 3361084"/>
              <a:gd name="connsiteX12" fmla="*/ 0 w 1123688"/>
              <a:gd name="connsiteY12" fmla="*/ 81670 h 3361084"/>
              <a:gd name="connsiteX0" fmla="*/ 1123688 w 1123688"/>
              <a:gd name="connsiteY0" fmla="*/ 3361084 h 3361084"/>
              <a:gd name="connsiteX1" fmla="*/ 688542 w 1123688"/>
              <a:gd name="connsiteY1" fmla="*/ 2727343 h 3361084"/>
              <a:gd name="connsiteX2" fmla="*/ 738818 w 1123688"/>
              <a:gd name="connsiteY2" fmla="*/ 2398262 h 3361084"/>
              <a:gd name="connsiteX3" fmla="*/ 613629 w 1123688"/>
              <a:gd name="connsiteY3" fmla="*/ 2005021 h 3361084"/>
              <a:gd name="connsiteX4" fmla="*/ 630445 w 1123688"/>
              <a:gd name="connsiteY4" fmla="*/ 1642828 h 3361084"/>
              <a:gd name="connsiteX5" fmla="*/ 527895 w 1123688"/>
              <a:gd name="connsiteY5" fmla="*/ 1314026 h 3361084"/>
              <a:gd name="connsiteX6" fmla="*/ 597812 w 1123688"/>
              <a:gd name="connsiteY6" fmla="*/ 983374 h 3361084"/>
              <a:gd name="connsiteX7" fmla="*/ 597812 w 1123688"/>
              <a:gd name="connsiteY7" fmla="*/ 715509 h 3361084"/>
              <a:gd name="connsiteX8" fmla="*/ 872824 w 1123688"/>
              <a:gd name="connsiteY8" fmla="*/ 419458 h 3361084"/>
              <a:gd name="connsiteX9" fmla="*/ 716438 w 1123688"/>
              <a:gd name="connsiteY9" fmla="*/ 90160 h 3361084"/>
              <a:gd name="connsiteX10" fmla="*/ 521755 w 1123688"/>
              <a:gd name="connsiteY10" fmla="*/ 52953 h 3361084"/>
              <a:gd name="connsiteX11" fmla="*/ 307062 w 1123688"/>
              <a:gd name="connsiteY11" fmla="*/ 375 h 3361084"/>
              <a:gd name="connsiteX12" fmla="*/ 0 w 1123688"/>
              <a:gd name="connsiteY12" fmla="*/ 81670 h 3361084"/>
              <a:gd name="connsiteX0" fmla="*/ 1123688 w 1123688"/>
              <a:gd name="connsiteY0" fmla="*/ 3361084 h 3361084"/>
              <a:gd name="connsiteX1" fmla="*/ 711038 w 1123688"/>
              <a:gd name="connsiteY1" fmla="*/ 2675934 h 3361084"/>
              <a:gd name="connsiteX2" fmla="*/ 738818 w 1123688"/>
              <a:gd name="connsiteY2" fmla="*/ 2398262 h 3361084"/>
              <a:gd name="connsiteX3" fmla="*/ 613629 w 1123688"/>
              <a:gd name="connsiteY3" fmla="*/ 2005021 h 3361084"/>
              <a:gd name="connsiteX4" fmla="*/ 630445 w 1123688"/>
              <a:gd name="connsiteY4" fmla="*/ 1642828 h 3361084"/>
              <a:gd name="connsiteX5" fmla="*/ 527895 w 1123688"/>
              <a:gd name="connsiteY5" fmla="*/ 1314026 h 3361084"/>
              <a:gd name="connsiteX6" fmla="*/ 597812 w 1123688"/>
              <a:gd name="connsiteY6" fmla="*/ 983374 h 3361084"/>
              <a:gd name="connsiteX7" fmla="*/ 597812 w 1123688"/>
              <a:gd name="connsiteY7" fmla="*/ 715509 h 3361084"/>
              <a:gd name="connsiteX8" fmla="*/ 872824 w 1123688"/>
              <a:gd name="connsiteY8" fmla="*/ 419458 h 3361084"/>
              <a:gd name="connsiteX9" fmla="*/ 716438 w 1123688"/>
              <a:gd name="connsiteY9" fmla="*/ 90160 h 3361084"/>
              <a:gd name="connsiteX10" fmla="*/ 521755 w 1123688"/>
              <a:gd name="connsiteY10" fmla="*/ 52953 h 3361084"/>
              <a:gd name="connsiteX11" fmla="*/ 307062 w 1123688"/>
              <a:gd name="connsiteY11" fmla="*/ 375 h 3361084"/>
              <a:gd name="connsiteX12" fmla="*/ 0 w 1123688"/>
              <a:gd name="connsiteY12" fmla="*/ 81670 h 3361084"/>
              <a:gd name="connsiteX0" fmla="*/ 942535 w 942535"/>
              <a:gd name="connsiteY0" fmla="*/ 3148753 h 3148753"/>
              <a:gd name="connsiteX1" fmla="*/ 711038 w 942535"/>
              <a:gd name="connsiteY1" fmla="*/ 2675934 h 3148753"/>
              <a:gd name="connsiteX2" fmla="*/ 738818 w 942535"/>
              <a:gd name="connsiteY2" fmla="*/ 2398262 h 3148753"/>
              <a:gd name="connsiteX3" fmla="*/ 613629 w 942535"/>
              <a:gd name="connsiteY3" fmla="*/ 2005021 h 3148753"/>
              <a:gd name="connsiteX4" fmla="*/ 630445 w 942535"/>
              <a:gd name="connsiteY4" fmla="*/ 1642828 h 3148753"/>
              <a:gd name="connsiteX5" fmla="*/ 527895 w 942535"/>
              <a:gd name="connsiteY5" fmla="*/ 1314026 h 3148753"/>
              <a:gd name="connsiteX6" fmla="*/ 597812 w 942535"/>
              <a:gd name="connsiteY6" fmla="*/ 983374 h 3148753"/>
              <a:gd name="connsiteX7" fmla="*/ 597812 w 942535"/>
              <a:gd name="connsiteY7" fmla="*/ 715509 h 3148753"/>
              <a:gd name="connsiteX8" fmla="*/ 872824 w 942535"/>
              <a:gd name="connsiteY8" fmla="*/ 419458 h 3148753"/>
              <a:gd name="connsiteX9" fmla="*/ 716438 w 942535"/>
              <a:gd name="connsiteY9" fmla="*/ 90160 h 3148753"/>
              <a:gd name="connsiteX10" fmla="*/ 521755 w 942535"/>
              <a:gd name="connsiteY10" fmla="*/ 52953 h 3148753"/>
              <a:gd name="connsiteX11" fmla="*/ 307062 w 942535"/>
              <a:gd name="connsiteY11" fmla="*/ 375 h 3148753"/>
              <a:gd name="connsiteX12" fmla="*/ 0 w 942535"/>
              <a:gd name="connsiteY12" fmla="*/ 81670 h 3148753"/>
              <a:gd name="connsiteX0" fmla="*/ 942535 w 942535"/>
              <a:gd name="connsiteY0" fmla="*/ 3148753 h 3148753"/>
              <a:gd name="connsiteX1" fmla="*/ 711038 w 942535"/>
              <a:gd name="connsiteY1" fmla="*/ 2675934 h 3148753"/>
              <a:gd name="connsiteX2" fmla="*/ 738818 w 942535"/>
              <a:gd name="connsiteY2" fmla="*/ 2398262 h 3148753"/>
              <a:gd name="connsiteX3" fmla="*/ 613629 w 942535"/>
              <a:gd name="connsiteY3" fmla="*/ 2005021 h 3148753"/>
              <a:gd name="connsiteX4" fmla="*/ 630445 w 942535"/>
              <a:gd name="connsiteY4" fmla="*/ 1642828 h 3148753"/>
              <a:gd name="connsiteX5" fmla="*/ 527895 w 942535"/>
              <a:gd name="connsiteY5" fmla="*/ 1314026 h 3148753"/>
              <a:gd name="connsiteX6" fmla="*/ 597812 w 942535"/>
              <a:gd name="connsiteY6" fmla="*/ 983374 h 3148753"/>
              <a:gd name="connsiteX7" fmla="*/ 597812 w 942535"/>
              <a:gd name="connsiteY7" fmla="*/ 715509 h 3148753"/>
              <a:gd name="connsiteX8" fmla="*/ 716438 w 942535"/>
              <a:gd name="connsiteY8" fmla="*/ 90160 h 3148753"/>
              <a:gd name="connsiteX9" fmla="*/ 521755 w 942535"/>
              <a:gd name="connsiteY9" fmla="*/ 52953 h 3148753"/>
              <a:gd name="connsiteX10" fmla="*/ 307062 w 942535"/>
              <a:gd name="connsiteY10" fmla="*/ 375 h 3148753"/>
              <a:gd name="connsiteX11" fmla="*/ 0 w 942535"/>
              <a:gd name="connsiteY11" fmla="*/ 81670 h 3148753"/>
              <a:gd name="connsiteX0" fmla="*/ 942535 w 942535"/>
              <a:gd name="connsiteY0" fmla="*/ 3150352 h 3150352"/>
              <a:gd name="connsiteX1" fmla="*/ 711038 w 942535"/>
              <a:gd name="connsiteY1" fmla="*/ 2677533 h 3150352"/>
              <a:gd name="connsiteX2" fmla="*/ 738818 w 942535"/>
              <a:gd name="connsiteY2" fmla="*/ 2399861 h 3150352"/>
              <a:gd name="connsiteX3" fmla="*/ 613629 w 942535"/>
              <a:gd name="connsiteY3" fmla="*/ 2006620 h 3150352"/>
              <a:gd name="connsiteX4" fmla="*/ 630445 w 942535"/>
              <a:gd name="connsiteY4" fmla="*/ 1644427 h 3150352"/>
              <a:gd name="connsiteX5" fmla="*/ 527895 w 942535"/>
              <a:gd name="connsiteY5" fmla="*/ 1315625 h 3150352"/>
              <a:gd name="connsiteX6" fmla="*/ 597812 w 942535"/>
              <a:gd name="connsiteY6" fmla="*/ 984973 h 3150352"/>
              <a:gd name="connsiteX7" fmla="*/ 597812 w 942535"/>
              <a:gd name="connsiteY7" fmla="*/ 717108 h 3150352"/>
              <a:gd name="connsiteX8" fmla="*/ 746365 w 942535"/>
              <a:gd name="connsiteY8" fmla="*/ 349686 h 3150352"/>
              <a:gd name="connsiteX9" fmla="*/ 521755 w 942535"/>
              <a:gd name="connsiteY9" fmla="*/ 54552 h 3150352"/>
              <a:gd name="connsiteX10" fmla="*/ 307062 w 942535"/>
              <a:gd name="connsiteY10" fmla="*/ 1974 h 3150352"/>
              <a:gd name="connsiteX11" fmla="*/ 0 w 942535"/>
              <a:gd name="connsiteY11" fmla="*/ 83269 h 3150352"/>
              <a:gd name="connsiteX0" fmla="*/ 942535 w 942535"/>
              <a:gd name="connsiteY0" fmla="*/ 3153724 h 3153724"/>
              <a:gd name="connsiteX1" fmla="*/ 711038 w 942535"/>
              <a:gd name="connsiteY1" fmla="*/ 2680905 h 3153724"/>
              <a:gd name="connsiteX2" fmla="*/ 738818 w 942535"/>
              <a:gd name="connsiteY2" fmla="*/ 2403233 h 3153724"/>
              <a:gd name="connsiteX3" fmla="*/ 613629 w 942535"/>
              <a:gd name="connsiteY3" fmla="*/ 2009992 h 3153724"/>
              <a:gd name="connsiteX4" fmla="*/ 630445 w 942535"/>
              <a:gd name="connsiteY4" fmla="*/ 1647799 h 3153724"/>
              <a:gd name="connsiteX5" fmla="*/ 527895 w 942535"/>
              <a:gd name="connsiteY5" fmla="*/ 1318997 h 3153724"/>
              <a:gd name="connsiteX6" fmla="*/ 597812 w 942535"/>
              <a:gd name="connsiteY6" fmla="*/ 988345 h 3153724"/>
              <a:gd name="connsiteX7" fmla="*/ 597812 w 942535"/>
              <a:gd name="connsiteY7" fmla="*/ 720480 h 3153724"/>
              <a:gd name="connsiteX8" fmla="*/ 746365 w 942535"/>
              <a:gd name="connsiteY8" fmla="*/ 353058 h 3153724"/>
              <a:gd name="connsiteX9" fmla="*/ 558533 w 942535"/>
              <a:gd name="connsiteY9" fmla="*/ 151869 h 3153724"/>
              <a:gd name="connsiteX10" fmla="*/ 307062 w 942535"/>
              <a:gd name="connsiteY10" fmla="*/ 5346 h 3153724"/>
              <a:gd name="connsiteX11" fmla="*/ 0 w 942535"/>
              <a:gd name="connsiteY11" fmla="*/ 86641 h 3153724"/>
              <a:gd name="connsiteX0" fmla="*/ 942535 w 942535"/>
              <a:gd name="connsiteY0" fmla="*/ 3117623 h 3117623"/>
              <a:gd name="connsiteX1" fmla="*/ 711038 w 942535"/>
              <a:gd name="connsiteY1" fmla="*/ 2644804 h 3117623"/>
              <a:gd name="connsiteX2" fmla="*/ 738818 w 942535"/>
              <a:gd name="connsiteY2" fmla="*/ 2367132 h 3117623"/>
              <a:gd name="connsiteX3" fmla="*/ 613629 w 942535"/>
              <a:gd name="connsiteY3" fmla="*/ 1973891 h 3117623"/>
              <a:gd name="connsiteX4" fmla="*/ 630445 w 942535"/>
              <a:gd name="connsiteY4" fmla="*/ 1611698 h 3117623"/>
              <a:gd name="connsiteX5" fmla="*/ 527895 w 942535"/>
              <a:gd name="connsiteY5" fmla="*/ 1282896 h 3117623"/>
              <a:gd name="connsiteX6" fmla="*/ 597812 w 942535"/>
              <a:gd name="connsiteY6" fmla="*/ 952244 h 3117623"/>
              <a:gd name="connsiteX7" fmla="*/ 597812 w 942535"/>
              <a:gd name="connsiteY7" fmla="*/ 684379 h 3117623"/>
              <a:gd name="connsiteX8" fmla="*/ 746365 w 942535"/>
              <a:gd name="connsiteY8" fmla="*/ 316957 h 3117623"/>
              <a:gd name="connsiteX9" fmla="*/ 558533 w 942535"/>
              <a:gd name="connsiteY9" fmla="*/ 115768 h 3117623"/>
              <a:gd name="connsiteX10" fmla="*/ 289567 w 942535"/>
              <a:gd name="connsiteY10" fmla="*/ 32958 h 3117623"/>
              <a:gd name="connsiteX11" fmla="*/ 0 w 942535"/>
              <a:gd name="connsiteY11" fmla="*/ 50540 h 3117623"/>
              <a:gd name="connsiteX0" fmla="*/ 942535 w 942535"/>
              <a:gd name="connsiteY0" fmla="*/ 3117623 h 3117623"/>
              <a:gd name="connsiteX1" fmla="*/ 711038 w 942535"/>
              <a:gd name="connsiteY1" fmla="*/ 2644804 h 3117623"/>
              <a:gd name="connsiteX2" fmla="*/ 738818 w 942535"/>
              <a:gd name="connsiteY2" fmla="*/ 2367132 h 3117623"/>
              <a:gd name="connsiteX3" fmla="*/ 613629 w 942535"/>
              <a:gd name="connsiteY3" fmla="*/ 1973891 h 3117623"/>
              <a:gd name="connsiteX4" fmla="*/ 699680 w 942535"/>
              <a:gd name="connsiteY4" fmla="*/ 1633969 h 3117623"/>
              <a:gd name="connsiteX5" fmla="*/ 527895 w 942535"/>
              <a:gd name="connsiteY5" fmla="*/ 1282896 h 3117623"/>
              <a:gd name="connsiteX6" fmla="*/ 597812 w 942535"/>
              <a:gd name="connsiteY6" fmla="*/ 952244 h 3117623"/>
              <a:gd name="connsiteX7" fmla="*/ 597812 w 942535"/>
              <a:gd name="connsiteY7" fmla="*/ 684379 h 3117623"/>
              <a:gd name="connsiteX8" fmla="*/ 746365 w 942535"/>
              <a:gd name="connsiteY8" fmla="*/ 316957 h 3117623"/>
              <a:gd name="connsiteX9" fmla="*/ 558533 w 942535"/>
              <a:gd name="connsiteY9" fmla="*/ 115768 h 3117623"/>
              <a:gd name="connsiteX10" fmla="*/ 289567 w 942535"/>
              <a:gd name="connsiteY10" fmla="*/ 32958 h 3117623"/>
              <a:gd name="connsiteX11" fmla="*/ 0 w 942535"/>
              <a:gd name="connsiteY11" fmla="*/ 50540 h 3117623"/>
              <a:gd name="connsiteX0" fmla="*/ 652968 w 652968"/>
              <a:gd name="connsiteY0" fmla="*/ 3084665 h 3084665"/>
              <a:gd name="connsiteX1" fmla="*/ 421471 w 652968"/>
              <a:gd name="connsiteY1" fmla="*/ 2611846 h 3084665"/>
              <a:gd name="connsiteX2" fmla="*/ 449251 w 652968"/>
              <a:gd name="connsiteY2" fmla="*/ 2334174 h 3084665"/>
              <a:gd name="connsiteX3" fmla="*/ 324062 w 652968"/>
              <a:gd name="connsiteY3" fmla="*/ 1940933 h 3084665"/>
              <a:gd name="connsiteX4" fmla="*/ 410113 w 652968"/>
              <a:gd name="connsiteY4" fmla="*/ 1601011 h 3084665"/>
              <a:gd name="connsiteX5" fmla="*/ 238328 w 652968"/>
              <a:gd name="connsiteY5" fmla="*/ 1249938 h 3084665"/>
              <a:gd name="connsiteX6" fmla="*/ 308245 w 652968"/>
              <a:gd name="connsiteY6" fmla="*/ 919286 h 3084665"/>
              <a:gd name="connsiteX7" fmla="*/ 308245 w 652968"/>
              <a:gd name="connsiteY7" fmla="*/ 651421 h 3084665"/>
              <a:gd name="connsiteX8" fmla="*/ 456798 w 652968"/>
              <a:gd name="connsiteY8" fmla="*/ 283999 h 3084665"/>
              <a:gd name="connsiteX9" fmla="*/ 268966 w 652968"/>
              <a:gd name="connsiteY9" fmla="*/ 82810 h 3084665"/>
              <a:gd name="connsiteX10" fmla="*/ 0 w 652968"/>
              <a:gd name="connsiteY10" fmla="*/ 0 h 3084665"/>
              <a:gd name="connsiteX0" fmla="*/ 652968 w 652968"/>
              <a:gd name="connsiteY0" fmla="*/ 3084665 h 3084665"/>
              <a:gd name="connsiteX1" fmla="*/ 421471 w 652968"/>
              <a:gd name="connsiteY1" fmla="*/ 2611846 h 3084665"/>
              <a:gd name="connsiteX2" fmla="*/ 449251 w 652968"/>
              <a:gd name="connsiteY2" fmla="*/ 2334174 h 3084665"/>
              <a:gd name="connsiteX3" fmla="*/ 324062 w 652968"/>
              <a:gd name="connsiteY3" fmla="*/ 1940933 h 3084665"/>
              <a:gd name="connsiteX4" fmla="*/ 410113 w 652968"/>
              <a:gd name="connsiteY4" fmla="*/ 1601011 h 3084665"/>
              <a:gd name="connsiteX5" fmla="*/ 406173 w 652968"/>
              <a:gd name="connsiteY5" fmla="*/ 1221205 h 3084665"/>
              <a:gd name="connsiteX6" fmla="*/ 308245 w 652968"/>
              <a:gd name="connsiteY6" fmla="*/ 919286 h 3084665"/>
              <a:gd name="connsiteX7" fmla="*/ 308245 w 652968"/>
              <a:gd name="connsiteY7" fmla="*/ 651421 h 3084665"/>
              <a:gd name="connsiteX8" fmla="*/ 456798 w 652968"/>
              <a:gd name="connsiteY8" fmla="*/ 283999 h 3084665"/>
              <a:gd name="connsiteX9" fmla="*/ 268966 w 652968"/>
              <a:gd name="connsiteY9" fmla="*/ 82810 h 3084665"/>
              <a:gd name="connsiteX10" fmla="*/ 0 w 652968"/>
              <a:gd name="connsiteY10" fmla="*/ 0 h 3084665"/>
              <a:gd name="connsiteX0" fmla="*/ 652968 w 652968"/>
              <a:gd name="connsiteY0" fmla="*/ 3084665 h 3084665"/>
              <a:gd name="connsiteX1" fmla="*/ 596853 w 652968"/>
              <a:gd name="connsiteY1" fmla="*/ 2461442 h 3084665"/>
              <a:gd name="connsiteX2" fmla="*/ 449251 w 652968"/>
              <a:gd name="connsiteY2" fmla="*/ 2334174 h 3084665"/>
              <a:gd name="connsiteX3" fmla="*/ 324062 w 652968"/>
              <a:gd name="connsiteY3" fmla="*/ 1940933 h 3084665"/>
              <a:gd name="connsiteX4" fmla="*/ 410113 w 652968"/>
              <a:gd name="connsiteY4" fmla="*/ 1601011 h 3084665"/>
              <a:gd name="connsiteX5" fmla="*/ 406173 w 652968"/>
              <a:gd name="connsiteY5" fmla="*/ 1221205 h 3084665"/>
              <a:gd name="connsiteX6" fmla="*/ 308245 w 652968"/>
              <a:gd name="connsiteY6" fmla="*/ 919286 h 3084665"/>
              <a:gd name="connsiteX7" fmla="*/ 308245 w 652968"/>
              <a:gd name="connsiteY7" fmla="*/ 651421 h 3084665"/>
              <a:gd name="connsiteX8" fmla="*/ 456798 w 652968"/>
              <a:gd name="connsiteY8" fmla="*/ 283999 h 3084665"/>
              <a:gd name="connsiteX9" fmla="*/ 268966 w 652968"/>
              <a:gd name="connsiteY9" fmla="*/ 82810 h 3084665"/>
              <a:gd name="connsiteX10" fmla="*/ 0 w 652968"/>
              <a:gd name="connsiteY10" fmla="*/ 0 h 3084665"/>
              <a:gd name="connsiteX0" fmla="*/ 620519 w 620519"/>
              <a:gd name="connsiteY0" fmla="*/ 2818747 h 2818747"/>
              <a:gd name="connsiteX1" fmla="*/ 596853 w 620519"/>
              <a:gd name="connsiteY1" fmla="*/ 2461442 h 2818747"/>
              <a:gd name="connsiteX2" fmla="*/ 449251 w 620519"/>
              <a:gd name="connsiteY2" fmla="*/ 2334174 h 2818747"/>
              <a:gd name="connsiteX3" fmla="*/ 324062 w 620519"/>
              <a:gd name="connsiteY3" fmla="*/ 1940933 h 2818747"/>
              <a:gd name="connsiteX4" fmla="*/ 410113 w 620519"/>
              <a:gd name="connsiteY4" fmla="*/ 1601011 h 2818747"/>
              <a:gd name="connsiteX5" fmla="*/ 406173 w 620519"/>
              <a:gd name="connsiteY5" fmla="*/ 1221205 h 2818747"/>
              <a:gd name="connsiteX6" fmla="*/ 308245 w 620519"/>
              <a:gd name="connsiteY6" fmla="*/ 919286 h 2818747"/>
              <a:gd name="connsiteX7" fmla="*/ 308245 w 620519"/>
              <a:gd name="connsiteY7" fmla="*/ 651421 h 2818747"/>
              <a:gd name="connsiteX8" fmla="*/ 456798 w 620519"/>
              <a:gd name="connsiteY8" fmla="*/ 283999 h 2818747"/>
              <a:gd name="connsiteX9" fmla="*/ 268966 w 620519"/>
              <a:gd name="connsiteY9" fmla="*/ 82810 h 2818747"/>
              <a:gd name="connsiteX10" fmla="*/ 0 w 620519"/>
              <a:gd name="connsiteY10" fmla="*/ 0 h 2818747"/>
              <a:gd name="connsiteX0" fmla="*/ 620519 w 620519"/>
              <a:gd name="connsiteY0" fmla="*/ 2818747 h 2818747"/>
              <a:gd name="connsiteX1" fmla="*/ 596853 w 620519"/>
              <a:gd name="connsiteY1" fmla="*/ 2461442 h 2818747"/>
              <a:gd name="connsiteX2" fmla="*/ 456589 w 620519"/>
              <a:gd name="connsiteY2" fmla="*/ 2284189 h 2818747"/>
              <a:gd name="connsiteX3" fmla="*/ 324062 w 620519"/>
              <a:gd name="connsiteY3" fmla="*/ 1940933 h 2818747"/>
              <a:gd name="connsiteX4" fmla="*/ 410113 w 620519"/>
              <a:gd name="connsiteY4" fmla="*/ 1601011 h 2818747"/>
              <a:gd name="connsiteX5" fmla="*/ 406173 w 620519"/>
              <a:gd name="connsiteY5" fmla="*/ 1221205 h 2818747"/>
              <a:gd name="connsiteX6" fmla="*/ 308245 w 620519"/>
              <a:gd name="connsiteY6" fmla="*/ 919286 h 2818747"/>
              <a:gd name="connsiteX7" fmla="*/ 308245 w 620519"/>
              <a:gd name="connsiteY7" fmla="*/ 651421 h 2818747"/>
              <a:gd name="connsiteX8" fmla="*/ 456798 w 620519"/>
              <a:gd name="connsiteY8" fmla="*/ 283999 h 2818747"/>
              <a:gd name="connsiteX9" fmla="*/ 268966 w 620519"/>
              <a:gd name="connsiteY9" fmla="*/ 82810 h 2818747"/>
              <a:gd name="connsiteX10" fmla="*/ 0 w 620519"/>
              <a:gd name="connsiteY10" fmla="*/ 0 h 281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519" h="2818747">
                <a:moveTo>
                  <a:pt x="620519" y="2818747"/>
                </a:moveTo>
                <a:cubicBezTo>
                  <a:pt x="604533" y="2539763"/>
                  <a:pt x="623826" y="2607899"/>
                  <a:pt x="596853" y="2461442"/>
                </a:cubicBezTo>
                <a:cubicBezTo>
                  <a:pt x="569880" y="2314985"/>
                  <a:pt x="502054" y="2370940"/>
                  <a:pt x="456589" y="2284189"/>
                </a:cubicBezTo>
                <a:cubicBezTo>
                  <a:pt x="411124" y="2197438"/>
                  <a:pt x="331808" y="2054796"/>
                  <a:pt x="324062" y="1940933"/>
                </a:cubicBezTo>
                <a:cubicBezTo>
                  <a:pt x="316316" y="1827070"/>
                  <a:pt x="409732" y="1711786"/>
                  <a:pt x="410113" y="1601011"/>
                </a:cubicBezTo>
                <a:cubicBezTo>
                  <a:pt x="410589" y="1456040"/>
                  <a:pt x="423151" y="1334826"/>
                  <a:pt x="406173" y="1221205"/>
                </a:cubicBezTo>
                <a:cubicBezTo>
                  <a:pt x="389195" y="1107584"/>
                  <a:pt x="295706" y="1012461"/>
                  <a:pt x="308245" y="919286"/>
                </a:cubicBezTo>
                <a:cubicBezTo>
                  <a:pt x="268616" y="817061"/>
                  <a:pt x="293270" y="755609"/>
                  <a:pt x="308245" y="651421"/>
                </a:cubicBezTo>
                <a:cubicBezTo>
                  <a:pt x="328016" y="502552"/>
                  <a:pt x="469474" y="394425"/>
                  <a:pt x="456798" y="283999"/>
                </a:cubicBezTo>
                <a:cubicBezTo>
                  <a:pt x="444122" y="173573"/>
                  <a:pt x="345099" y="130143"/>
                  <a:pt x="268966" y="82810"/>
                </a:cubicBezTo>
                <a:cubicBezTo>
                  <a:pt x="192833" y="35477"/>
                  <a:pt x="93089" y="10871"/>
                  <a:pt x="0" y="0"/>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0" name="Freeform: Shape 19">
            <a:extLst>
              <a:ext uri="{FF2B5EF4-FFF2-40B4-BE49-F238E27FC236}">
                <a16:creationId xmlns:a16="http://schemas.microsoft.com/office/drawing/2014/main" id="{7792A626-5645-5041-AAF2-D0DDEB656275}"/>
              </a:ext>
            </a:extLst>
          </p:cNvPr>
          <p:cNvSpPr/>
          <p:nvPr userDrawn="1"/>
        </p:nvSpPr>
        <p:spPr>
          <a:xfrm rot="19324894">
            <a:off x="619121" y="4918918"/>
            <a:ext cx="503589" cy="2318251"/>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85993 w 1809313"/>
              <a:gd name="connsiteY0" fmla="*/ 2426786 h 2426786"/>
              <a:gd name="connsiteX1" fmla="*/ 1529475 w 1809313"/>
              <a:gd name="connsiteY1" fmla="*/ 1570991 h 2426786"/>
              <a:gd name="connsiteX2" fmla="*/ 1519129 w 1809313"/>
              <a:gd name="connsiteY2" fmla="*/ 1183771 h 2426786"/>
              <a:gd name="connsiteX3" fmla="*/ 1442643 w 1809313"/>
              <a:gd name="connsiteY3" fmla="*/ 695233 h 2426786"/>
              <a:gd name="connsiteX4" fmla="*/ 1484172 w 1809313"/>
              <a:gd name="connsiteY4" fmla="*/ 397863 h 2426786"/>
              <a:gd name="connsiteX5" fmla="*/ 1484172 w 1809313"/>
              <a:gd name="connsiteY5" fmla="*/ 236700 h 2426786"/>
              <a:gd name="connsiteX6" fmla="*/ 1475886 w 1809313"/>
              <a:gd name="connsiteY6" fmla="*/ 67250 h 2426786"/>
              <a:gd name="connsiteX7" fmla="*/ 1440929 w 1809313"/>
              <a:gd name="connsiteY7" fmla="*/ 10767 h 2426786"/>
              <a:gd name="connsiteX8" fmla="*/ 1319580 w 1809313"/>
              <a:gd name="connsiteY8" fmla="*/ 34008 h 2426786"/>
              <a:gd name="connsiteX9" fmla="*/ 1130033 w 1809313"/>
              <a:gd name="connsiteY9" fmla="*/ 254988 h 2426786"/>
              <a:gd name="connsiteX10" fmla="*/ 887336 w 1809313"/>
              <a:gd name="connsiteY10" fmla="*/ 587315 h 2426786"/>
              <a:gd name="connsiteX11" fmla="*/ 672928 w 1809313"/>
              <a:gd name="connsiteY11" fmla="*/ 861444 h 2426786"/>
              <a:gd name="connsiteX12" fmla="*/ 453091 w 1809313"/>
              <a:gd name="connsiteY12" fmla="*/ 1145480 h 2426786"/>
              <a:gd name="connsiteX13" fmla="*/ 88988 w 1809313"/>
              <a:gd name="connsiteY13" fmla="*/ 2213710 h 2426786"/>
              <a:gd name="connsiteX0" fmla="*/ 1798702 w 1822022"/>
              <a:gd name="connsiteY0" fmla="*/ 2426786 h 2426786"/>
              <a:gd name="connsiteX1" fmla="*/ 1542184 w 1822022"/>
              <a:gd name="connsiteY1" fmla="*/ 1570991 h 2426786"/>
              <a:gd name="connsiteX2" fmla="*/ 1531838 w 1822022"/>
              <a:gd name="connsiteY2" fmla="*/ 1183771 h 2426786"/>
              <a:gd name="connsiteX3" fmla="*/ 1455352 w 1822022"/>
              <a:gd name="connsiteY3" fmla="*/ 695233 h 2426786"/>
              <a:gd name="connsiteX4" fmla="*/ 1496881 w 1822022"/>
              <a:gd name="connsiteY4" fmla="*/ 397863 h 2426786"/>
              <a:gd name="connsiteX5" fmla="*/ 1496881 w 1822022"/>
              <a:gd name="connsiteY5" fmla="*/ 236700 h 2426786"/>
              <a:gd name="connsiteX6" fmla="*/ 1488595 w 1822022"/>
              <a:gd name="connsiteY6" fmla="*/ 67250 h 2426786"/>
              <a:gd name="connsiteX7" fmla="*/ 1453638 w 1822022"/>
              <a:gd name="connsiteY7" fmla="*/ 10767 h 2426786"/>
              <a:gd name="connsiteX8" fmla="*/ 1332289 w 1822022"/>
              <a:gd name="connsiteY8" fmla="*/ 34008 h 2426786"/>
              <a:gd name="connsiteX9" fmla="*/ 1142742 w 1822022"/>
              <a:gd name="connsiteY9" fmla="*/ 254988 h 2426786"/>
              <a:gd name="connsiteX10" fmla="*/ 900045 w 1822022"/>
              <a:gd name="connsiteY10" fmla="*/ 587315 h 2426786"/>
              <a:gd name="connsiteX11" fmla="*/ 685637 w 1822022"/>
              <a:gd name="connsiteY11" fmla="*/ 861444 h 2426786"/>
              <a:gd name="connsiteX12" fmla="*/ 376068 w 1822022"/>
              <a:gd name="connsiteY12" fmla="*/ 1258978 h 2426786"/>
              <a:gd name="connsiteX13" fmla="*/ 101697 w 1822022"/>
              <a:gd name="connsiteY13" fmla="*/ 2213710 h 2426786"/>
              <a:gd name="connsiteX0" fmla="*/ 1804875 w 1828195"/>
              <a:gd name="connsiteY0" fmla="*/ 2426786 h 2426786"/>
              <a:gd name="connsiteX1" fmla="*/ 1548357 w 1828195"/>
              <a:gd name="connsiteY1" fmla="*/ 1570991 h 2426786"/>
              <a:gd name="connsiteX2" fmla="*/ 1538011 w 1828195"/>
              <a:gd name="connsiteY2" fmla="*/ 1183771 h 2426786"/>
              <a:gd name="connsiteX3" fmla="*/ 1461525 w 1828195"/>
              <a:gd name="connsiteY3" fmla="*/ 695233 h 2426786"/>
              <a:gd name="connsiteX4" fmla="*/ 1503054 w 1828195"/>
              <a:gd name="connsiteY4" fmla="*/ 397863 h 2426786"/>
              <a:gd name="connsiteX5" fmla="*/ 1503054 w 1828195"/>
              <a:gd name="connsiteY5" fmla="*/ 236700 h 2426786"/>
              <a:gd name="connsiteX6" fmla="*/ 1494768 w 1828195"/>
              <a:gd name="connsiteY6" fmla="*/ 67250 h 2426786"/>
              <a:gd name="connsiteX7" fmla="*/ 1459811 w 1828195"/>
              <a:gd name="connsiteY7" fmla="*/ 10767 h 2426786"/>
              <a:gd name="connsiteX8" fmla="*/ 1338462 w 1828195"/>
              <a:gd name="connsiteY8" fmla="*/ 34008 h 2426786"/>
              <a:gd name="connsiteX9" fmla="*/ 1148915 w 1828195"/>
              <a:gd name="connsiteY9" fmla="*/ 254988 h 2426786"/>
              <a:gd name="connsiteX10" fmla="*/ 906218 w 1828195"/>
              <a:gd name="connsiteY10" fmla="*/ 587315 h 2426786"/>
              <a:gd name="connsiteX11" fmla="*/ 691810 w 1828195"/>
              <a:gd name="connsiteY11" fmla="*/ 861444 h 2426786"/>
              <a:gd name="connsiteX12" fmla="*/ 382241 w 1828195"/>
              <a:gd name="connsiteY12" fmla="*/ 1258978 h 2426786"/>
              <a:gd name="connsiteX13" fmla="*/ 107870 w 1828195"/>
              <a:gd name="connsiteY13" fmla="*/ 2213710 h 2426786"/>
              <a:gd name="connsiteX0" fmla="*/ 1805510 w 1828830"/>
              <a:gd name="connsiteY0" fmla="*/ 2426786 h 2426786"/>
              <a:gd name="connsiteX1" fmla="*/ 1548992 w 1828830"/>
              <a:gd name="connsiteY1" fmla="*/ 1570991 h 2426786"/>
              <a:gd name="connsiteX2" fmla="*/ 1538646 w 1828830"/>
              <a:gd name="connsiteY2" fmla="*/ 1183771 h 2426786"/>
              <a:gd name="connsiteX3" fmla="*/ 1462160 w 1828830"/>
              <a:gd name="connsiteY3" fmla="*/ 695233 h 2426786"/>
              <a:gd name="connsiteX4" fmla="*/ 1503689 w 1828830"/>
              <a:gd name="connsiteY4" fmla="*/ 397863 h 2426786"/>
              <a:gd name="connsiteX5" fmla="*/ 1503689 w 1828830"/>
              <a:gd name="connsiteY5" fmla="*/ 236700 h 2426786"/>
              <a:gd name="connsiteX6" fmla="*/ 1495403 w 1828830"/>
              <a:gd name="connsiteY6" fmla="*/ 67250 h 2426786"/>
              <a:gd name="connsiteX7" fmla="*/ 1460446 w 1828830"/>
              <a:gd name="connsiteY7" fmla="*/ 10767 h 2426786"/>
              <a:gd name="connsiteX8" fmla="*/ 1339097 w 1828830"/>
              <a:gd name="connsiteY8" fmla="*/ 34008 h 2426786"/>
              <a:gd name="connsiteX9" fmla="*/ 1149550 w 1828830"/>
              <a:gd name="connsiteY9" fmla="*/ 254988 h 2426786"/>
              <a:gd name="connsiteX10" fmla="*/ 906853 w 1828830"/>
              <a:gd name="connsiteY10" fmla="*/ 587315 h 2426786"/>
              <a:gd name="connsiteX11" fmla="*/ 692445 w 1828830"/>
              <a:gd name="connsiteY11" fmla="*/ 861444 h 2426786"/>
              <a:gd name="connsiteX12" fmla="*/ 382876 w 1828830"/>
              <a:gd name="connsiteY12" fmla="*/ 1258978 h 2426786"/>
              <a:gd name="connsiteX13" fmla="*/ 108505 w 1828830"/>
              <a:gd name="connsiteY13" fmla="*/ 2213710 h 2426786"/>
              <a:gd name="connsiteX0" fmla="*/ 1750435 w 1773755"/>
              <a:gd name="connsiteY0" fmla="*/ 2426786 h 2426786"/>
              <a:gd name="connsiteX1" fmla="*/ 1493917 w 1773755"/>
              <a:gd name="connsiteY1" fmla="*/ 1570991 h 2426786"/>
              <a:gd name="connsiteX2" fmla="*/ 1483571 w 1773755"/>
              <a:gd name="connsiteY2" fmla="*/ 1183771 h 2426786"/>
              <a:gd name="connsiteX3" fmla="*/ 1407085 w 1773755"/>
              <a:gd name="connsiteY3" fmla="*/ 695233 h 2426786"/>
              <a:gd name="connsiteX4" fmla="*/ 1448614 w 1773755"/>
              <a:gd name="connsiteY4" fmla="*/ 397863 h 2426786"/>
              <a:gd name="connsiteX5" fmla="*/ 1448614 w 1773755"/>
              <a:gd name="connsiteY5" fmla="*/ 236700 h 2426786"/>
              <a:gd name="connsiteX6" fmla="*/ 1440328 w 1773755"/>
              <a:gd name="connsiteY6" fmla="*/ 67250 h 2426786"/>
              <a:gd name="connsiteX7" fmla="*/ 1405371 w 1773755"/>
              <a:gd name="connsiteY7" fmla="*/ 10767 h 2426786"/>
              <a:gd name="connsiteX8" fmla="*/ 1284022 w 1773755"/>
              <a:gd name="connsiteY8" fmla="*/ 34008 h 2426786"/>
              <a:gd name="connsiteX9" fmla="*/ 1094475 w 1773755"/>
              <a:gd name="connsiteY9" fmla="*/ 254988 h 2426786"/>
              <a:gd name="connsiteX10" fmla="*/ 851778 w 1773755"/>
              <a:gd name="connsiteY10" fmla="*/ 587315 h 2426786"/>
              <a:gd name="connsiteX11" fmla="*/ 637370 w 1773755"/>
              <a:gd name="connsiteY11" fmla="*/ 861444 h 2426786"/>
              <a:gd name="connsiteX12" fmla="*/ 327801 w 1773755"/>
              <a:gd name="connsiteY12" fmla="*/ 1258978 h 2426786"/>
              <a:gd name="connsiteX13" fmla="*/ 122155 w 1773755"/>
              <a:gd name="connsiteY13" fmla="*/ 2226096 h 2426786"/>
              <a:gd name="connsiteX0" fmla="*/ 1739912 w 1763232"/>
              <a:gd name="connsiteY0" fmla="*/ 2426786 h 2426786"/>
              <a:gd name="connsiteX1" fmla="*/ 1483394 w 1763232"/>
              <a:gd name="connsiteY1" fmla="*/ 1570991 h 2426786"/>
              <a:gd name="connsiteX2" fmla="*/ 1473048 w 1763232"/>
              <a:gd name="connsiteY2" fmla="*/ 1183771 h 2426786"/>
              <a:gd name="connsiteX3" fmla="*/ 1396562 w 1763232"/>
              <a:gd name="connsiteY3" fmla="*/ 695233 h 2426786"/>
              <a:gd name="connsiteX4" fmla="*/ 1438091 w 1763232"/>
              <a:gd name="connsiteY4" fmla="*/ 397863 h 2426786"/>
              <a:gd name="connsiteX5" fmla="*/ 1438091 w 1763232"/>
              <a:gd name="connsiteY5" fmla="*/ 236700 h 2426786"/>
              <a:gd name="connsiteX6" fmla="*/ 1429805 w 1763232"/>
              <a:gd name="connsiteY6" fmla="*/ 67250 h 2426786"/>
              <a:gd name="connsiteX7" fmla="*/ 1394848 w 1763232"/>
              <a:gd name="connsiteY7" fmla="*/ 10767 h 2426786"/>
              <a:gd name="connsiteX8" fmla="*/ 1273499 w 1763232"/>
              <a:gd name="connsiteY8" fmla="*/ 34008 h 2426786"/>
              <a:gd name="connsiteX9" fmla="*/ 1083952 w 1763232"/>
              <a:gd name="connsiteY9" fmla="*/ 254988 h 2426786"/>
              <a:gd name="connsiteX10" fmla="*/ 841255 w 1763232"/>
              <a:gd name="connsiteY10" fmla="*/ 587315 h 2426786"/>
              <a:gd name="connsiteX11" fmla="*/ 626847 w 1763232"/>
              <a:gd name="connsiteY11" fmla="*/ 861444 h 2426786"/>
              <a:gd name="connsiteX12" fmla="*/ 368910 w 1763232"/>
              <a:gd name="connsiteY12" fmla="*/ 1271647 h 2426786"/>
              <a:gd name="connsiteX13" fmla="*/ 111632 w 1763232"/>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33485 w 1769870"/>
              <a:gd name="connsiteY11" fmla="*/ 861444 h 2426786"/>
              <a:gd name="connsiteX12" fmla="*/ 375548 w 1769870"/>
              <a:gd name="connsiteY12" fmla="*/ 1271647 h 2426786"/>
              <a:gd name="connsiteX13" fmla="*/ 118270 w 1769870"/>
              <a:gd name="connsiteY13" fmla="*/ 2226096 h 2426786"/>
              <a:gd name="connsiteX0" fmla="*/ 1746550 w 1769870"/>
              <a:gd name="connsiteY0" fmla="*/ 2426786 h 2426786"/>
              <a:gd name="connsiteX1" fmla="*/ 1490032 w 1769870"/>
              <a:gd name="connsiteY1" fmla="*/ 1570991 h 2426786"/>
              <a:gd name="connsiteX2" fmla="*/ 1479686 w 1769870"/>
              <a:gd name="connsiteY2" fmla="*/ 1183771 h 2426786"/>
              <a:gd name="connsiteX3" fmla="*/ 1403200 w 1769870"/>
              <a:gd name="connsiteY3" fmla="*/ 695233 h 2426786"/>
              <a:gd name="connsiteX4" fmla="*/ 1444729 w 1769870"/>
              <a:gd name="connsiteY4" fmla="*/ 397863 h 2426786"/>
              <a:gd name="connsiteX5" fmla="*/ 1444729 w 1769870"/>
              <a:gd name="connsiteY5" fmla="*/ 236700 h 2426786"/>
              <a:gd name="connsiteX6" fmla="*/ 1436443 w 1769870"/>
              <a:gd name="connsiteY6" fmla="*/ 67250 h 2426786"/>
              <a:gd name="connsiteX7" fmla="*/ 1401486 w 1769870"/>
              <a:gd name="connsiteY7" fmla="*/ 10767 h 2426786"/>
              <a:gd name="connsiteX8" fmla="*/ 1280137 w 1769870"/>
              <a:gd name="connsiteY8" fmla="*/ 34008 h 2426786"/>
              <a:gd name="connsiteX9" fmla="*/ 1090590 w 1769870"/>
              <a:gd name="connsiteY9" fmla="*/ 254988 h 2426786"/>
              <a:gd name="connsiteX10" fmla="*/ 847893 w 1769870"/>
              <a:gd name="connsiteY10" fmla="*/ 587315 h 2426786"/>
              <a:gd name="connsiteX11" fmla="*/ 678929 w 1769870"/>
              <a:gd name="connsiteY11" fmla="*/ 893673 h 2426786"/>
              <a:gd name="connsiteX12" fmla="*/ 375548 w 1769870"/>
              <a:gd name="connsiteY12" fmla="*/ 1271647 h 2426786"/>
              <a:gd name="connsiteX13" fmla="*/ 118270 w 1769870"/>
              <a:gd name="connsiteY13" fmla="*/ 2226096 h 2426786"/>
              <a:gd name="connsiteX0" fmla="*/ 1708694 w 1729238"/>
              <a:gd name="connsiteY0" fmla="*/ 2521995 h 2521995"/>
              <a:gd name="connsiteX1" fmla="*/ 1490032 w 1729238"/>
              <a:gd name="connsiteY1" fmla="*/ 1570991 h 2521995"/>
              <a:gd name="connsiteX2" fmla="*/ 1479686 w 1729238"/>
              <a:gd name="connsiteY2" fmla="*/ 1183771 h 2521995"/>
              <a:gd name="connsiteX3" fmla="*/ 1403200 w 1729238"/>
              <a:gd name="connsiteY3" fmla="*/ 695233 h 2521995"/>
              <a:gd name="connsiteX4" fmla="*/ 1444729 w 1729238"/>
              <a:gd name="connsiteY4" fmla="*/ 397863 h 2521995"/>
              <a:gd name="connsiteX5" fmla="*/ 1444729 w 1729238"/>
              <a:gd name="connsiteY5" fmla="*/ 236700 h 2521995"/>
              <a:gd name="connsiteX6" fmla="*/ 1436443 w 1729238"/>
              <a:gd name="connsiteY6" fmla="*/ 67250 h 2521995"/>
              <a:gd name="connsiteX7" fmla="*/ 1401486 w 1729238"/>
              <a:gd name="connsiteY7" fmla="*/ 10767 h 2521995"/>
              <a:gd name="connsiteX8" fmla="*/ 1280137 w 1729238"/>
              <a:gd name="connsiteY8" fmla="*/ 34008 h 2521995"/>
              <a:gd name="connsiteX9" fmla="*/ 1090590 w 1729238"/>
              <a:gd name="connsiteY9" fmla="*/ 254988 h 2521995"/>
              <a:gd name="connsiteX10" fmla="*/ 847893 w 1729238"/>
              <a:gd name="connsiteY10" fmla="*/ 587315 h 2521995"/>
              <a:gd name="connsiteX11" fmla="*/ 678929 w 1729238"/>
              <a:gd name="connsiteY11" fmla="*/ 893673 h 2521995"/>
              <a:gd name="connsiteX12" fmla="*/ 375548 w 1729238"/>
              <a:gd name="connsiteY12" fmla="*/ 1271647 h 2521995"/>
              <a:gd name="connsiteX13" fmla="*/ 118270 w 1729238"/>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47893 w 1746987"/>
              <a:gd name="connsiteY10" fmla="*/ 587315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678929 w 1746987"/>
              <a:gd name="connsiteY11" fmla="*/ 893673 h 2521995"/>
              <a:gd name="connsiteX12" fmla="*/ 375548 w 1746987"/>
              <a:gd name="connsiteY12" fmla="*/ 1271647 h 2521995"/>
              <a:gd name="connsiteX13" fmla="*/ 118270 w 1746987"/>
              <a:gd name="connsiteY13" fmla="*/ 2226096 h 2521995"/>
              <a:gd name="connsiteX0" fmla="*/ 1708694 w 1746987"/>
              <a:gd name="connsiteY0" fmla="*/ 2521995 h 2521995"/>
              <a:gd name="connsiteX1" fmla="*/ 1490032 w 1746987"/>
              <a:gd name="connsiteY1" fmla="*/ 1570991 h 2521995"/>
              <a:gd name="connsiteX2" fmla="*/ 1479686 w 1746987"/>
              <a:gd name="connsiteY2" fmla="*/ 1183771 h 2521995"/>
              <a:gd name="connsiteX3" fmla="*/ 1403200 w 1746987"/>
              <a:gd name="connsiteY3" fmla="*/ 695233 h 2521995"/>
              <a:gd name="connsiteX4" fmla="*/ 1444729 w 1746987"/>
              <a:gd name="connsiteY4" fmla="*/ 397863 h 2521995"/>
              <a:gd name="connsiteX5" fmla="*/ 1444729 w 1746987"/>
              <a:gd name="connsiteY5" fmla="*/ 236700 h 2521995"/>
              <a:gd name="connsiteX6" fmla="*/ 1436443 w 1746987"/>
              <a:gd name="connsiteY6" fmla="*/ 67250 h 2521995"/>
              <a:gd name="connsiteX7" fmla="*/ 1401486 w 1746987"/>
              <a:gd name="connsiteY7" fmla="*/ 10767 h 2521995"/>
              <a:gd name="connsiteX8" fmla="*/ 1280137 w 1746987"/>
              <a:gd name="connsiteY8" fmla="*/ 34008 h 2521995"/>
              <a:gd name="connsiteX9" fmla="*/ 1090590 w 1746987"/>
              <a:gd name="connsiteY9" fmla="*/ 254988 h 2521995"/>
              <a:gd name="connsiteX10" fmla="*/ 882690 w 1746987"/>
              <a:gd name="connsiteY10" fmla="*/ 607707 h 2521995"/>
              <a:gd name="connsiteX11" fmla="*/ 700677 w 1746987"/>
              <a:gd name="connsiteY11" fmla="*/ 905856 h 2521995"/>
              <a:gd name="connsiteX12" fmla="*/ 375548 w 1746987"/>
              <a:gd name="connsiteY12" fmla="*/ 1271647 h 2521995"/>
              <a:gd name="connsiteX13" fmla="*/ 118270 w 1746987"/>
              <a:gd name="connsiteY13" fmla="*/ 2226096 h 2521995"/>
              <a:gd name="connsiteX0" fmla="*/ 1829964 w 1868257"/>
              <a:gd name="connsiteY0" fmla="*/ 2521995 h 2521995"/>
              <a:gd name="connsiteX1" fmla="*/ 1611302 w 1868257"/>
              <a:gd name="connsiteY1" fmla="*/ 1570991 h 2521995"/>
              <a:gd name="connsiteX2" fmla="*/ 1600956 w 1868257"/>
              <a:gd name="connsiteY2" fmla="*/ 1183771 h 2521995"/>
              <a:gd name="connsiteX3" fmla="*/ 1524470 w 1868257"/>
              <a:gd name="connsiteY3" fmla="*/ 695233 h 2521995"/>
              <a:gd name="connsiteX4" fmla="*/ 1565999 w 1868257"/>
              <a:gd name="connsiteY4" fmla="*/ 397863 h 2521995"/>
              <a:gd name="connsiteX5" fmla="*/ 1565999 w 1868257"/>
              <a:gd name="connsiteY5" fmla="*/ 236700 h 2521995"/>
              <a:gd name="connsiteX6" fmla="*/ 1557713 w 1868257"/>
              <a:gd name="connsiteY6" fmla="*/ 67250 h 2521995"/>
              <a:gd name="connsiteX7" fmla="*/ 1522756 w 1868257"/>
              <a:gd name="connsiteY7" fmla="*/ 10767 h 2521995"/>
              <a:gd name="connsiteX8" fmla="*/ 1401407 w 1868257"/>
              <a:gd name="connsiteY8" fmla="*/ 34008 h 2521995"/>
              <a:gd name="connsiteX9" fmla="*/ 1211860 w 1868257"/>
              <a:gd name="connsiteY9" fmla="*/ 254988 h 2521995"/>
              <a:gd name="connsiteX10" fmla="*/ 1003960 w 1868257"/>
              <a:gd name="connsiteY10" fmla="*/ 607707 h 2521995"/>
              <a:gd name="connsiteX11" fmla="*/ 821947 w 1868257"/>
              <a:gd name="connsiteY11" fmla="*/ 905856 h 2521995"/>
              <a:gd name="connsiteX12" fmla="*/ 496818 w 1868257"/>
              <a:gd name="connsiteY12" fmla="*/ 1271647 h 2521995"/>
              <a:gd name="connsiteX13" fmla="*/ 93890 w 1868257"/>
              <a:gd name="connsiteY13" fmla="*/ 2210733 h 2521995"/>
              <a:gd name="connsiteX0" fmla="*/ 1807586 w 1845879"/>
              <a:gd name="connsiteY0" fmla="*/ 2521995 h 2521995"/>
              <a:gd name="connsiteX1" fmla="*/ 1588924 w 1845879"/>
              <a:gd name="connsiteY1" fmla="*/ 1570991 h 2521995"/>
              <a:gd name="connsiteX2" fmla="*/ 1578578 w 1845879"/>
              <a:gd name="connsiteY2" fmla="*/ 1183771 h 2521995"/>
              <a:gd name="connsiteX3" fmla="*/ 1502092 w 1845879"/>
              <a:gd name="connsiteY3" fmla="*/ 695233 h 2521995"/>
              <a:gd name="connsiteX4" fmla="*/ 1543621 w 1845879"/>
              <a:gd name="connsiteY4" fmla="*/ 397863 h 2521995"/>
              <a:gd name="connsiteX5" fmla="*/ 1543621 w 1845879"/>
              <a:gd name="connsiteY5" fmla="*/ 236700 h 2521995"/>
              <a:gd name="connsiteX6" fmla="*/ 1535335 w 1845879"/>
              <a:gd name="connsiteY6" fmla="*/ 67250 h 2521995"/>
              <a:gd name="connsiteX7" fmla="*/ 1500378 w 1845879"/>
              <a:gd name="connsiteY7" fmla="*/ 10767 h 2521995"/>
              <a:gd name="connsiteX8" fmla="*/ 1379029 w 1845879"/>
              <a:gd name="connsiteY8" fmla="*/ 34008 h 2521995"/>
              <a:gd name="connsiteX9" fmla="*/ 1189482 w 1845879"/>
              <a:gd name="connsiteY9" fmla="*/ 254988 h 2521995"/>
              <a:gd name="connsiteX10" fmla="*/ 981582 w 1845879"/>
              <a:gd name="connsiteY10" fmla="*/ 607707 h 2521995"/>
              <a:gd name="connsiteX11" fmla="*/ 799569 w 1845879"/>
              <a:gd name="connsiteY11" fmla="*/ 905856 h 2521995"/>
              <a:gd name="connsiteX12" fmla="*/ 474440 w 1845879"/>
              <a:gd name="connsiteY12" fmla="*/ 1271647 h 2521995"/>
              <a:gd name="connsiteX13" fmla="*/ 71512 w 1845879"/>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97318 w 1843628"/>
              <a:gd name="connsiteY11" fmla="*/ 905856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79331 w 1843628"/>
              <a:gd name="connsiteY10" fmla="*/ 607707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1995 h 2521995"/>
              <a:gd name="connsiteX1" fmla="*/ 1586673 w 1843628"/>
              <a:gd name="connsiteY1" fmla="*/ 1570991 h 2521995"/>
              <a:gd name="connsiteX2" fmla="*/ 1576327 w 1843628"/>
              <a:gd name="connsiteY2" fmla="*/ 1183771 h 2521995"/>
              <a:gd name="connsiteX3" fmla="*/ 1499841 w 1843628"/>
              <a:gd name="connsiteY3" fmla="*/ 695233 h 2521995"/>
              <a:gd name="connsiteX4" fmla="*/ 1541370 w 1843628"/>
              <a:gd name="connsiteY4" fmla="*/ 397863 h 2521995"/>
              <a:gd name="connsiteX5" fmla="*/ 1541370 w 1843628"/>
              <a:gd name="connsiteY5" fmla="*/ 236700 h 2521995"/>
              <a:gd name="connsiteX6" fmla="*/ 1533084 w 1843628"/>
              <a:gd name="connsiteY6" fmla="*/ 67250 h 2521995"/>
              <a:gd name="connsiteX7" fmla="*/ 1498127 w 1843628"/>
              <a:gd name="connsiteY7" fmla="*/ 10767 h 2521995"/>
              <a:gd name="connsiteX8" fmla="*/ 1376778 w 1843628"/>
              <a:gd name="connsiteY8" fmla="*/ 34008 h 2521995"/>
              <a:gd name="connsiteX9" fmla="*/ 1187231 w 1843628"/>
              <a:gd name="connsiteY9" fmla="*/ 254988 h 2521995"/>
              <a:gd name="connsiteX10" fmla="*/ 958658 w 1843628"/>
              <a:gd name="connsiteY10" fmla="*/ 502520 h 2521995"/>
              <a:gd name="connsiteX11" fmla="*/ 739867 w 1843628"/>
              <a:gd name="connsiteY11" fmla="*/ 881001 h 2521995"/>
              <a:gd name="connsiteX12" fmla="*/ 491536 w 1843628"/>
              <a:gd name="connsiteY12" fmla="*/ 1354106 h 2521995"/>
              <a:gd name="connsiteX13" fmla="*/ 69261 w 1843628"/>
              <a:gd name="connsiteY13" fmla="*/ 2210733 h 2521995"/>
              <a:gd name="connsiteX0" fmla="*/ 1805335 w 1843628"/>
              <a:gd name="connsiteY0" fmla="*/ 2522494 h 2522494"/>
              <a:gd name="connsiteX1" fmla="*/ 1586673 w 1843628"/>
              <a:gd name="connsiteY1" fmla="*/ 1571490 h 2522494"/>
              <a:gd name="connsiteX2" fmla="*/ 1576327 w 1843628"/>
              <a:gd name="connsiteY2" fmla="*/ 1184270 h 2522494"/>
              <a:gd name="connsiteX3" fmla="*/ 1499841 w 1843628"/>
              <a:gd name="connsiteY3" fmla="*/ 695732 h 2522494"/>
              <a:gd name="connsiteX4" fmla="*/ 1541370 w 1843628"/>
              <a:gd name="connsiteY4" fmla="*/ 398362 h 2522494"/>
              <a:gd name="connsiteX5" fmla="*/ 1541370 w 1843628"/>
              <a:gd name="connsiteY5" fmla="*/ 237199 h 2522494"/>
              <a:gd name="connsiteX6" fmla="*/ 1533084 w 1843628"/>
              <a:gd name="connsiteY6" fmla="*/ 67749 h 2522494"/>
              <a:gd name="connsiteX7" fmla="*/ 1498127 w 1843628"/>
              <a:gd name="connsiteY7" fmla="*/ 11266 h 2522494"/>
              <a:gd name="connsiteX8" fmla="*/ 1376778 w 1843628"/>
              <a:gd name="connsiteY8" fmla="*/ 34507 h 2522494"/>
              <a:gd name="connsiteX9" fmla="*/ 1182582 w 1843628"/>
              <a:gd name="connsiteY9" fmla="*/ 180432 h 2522494"/>
              <a:gd name="connsiteX10" fmla="*/ 958658 w 1843628"/>
              <a:gd name="connsiteY10" fmla="*/ 503019 h 2522494"/>
              <a:gd name="connsiteX11" fmla="*/ 739867 w 1843628"/>
              <a:gd name="connsiteY11" fmla="*/ 881500 h 2522494"/>
              <a:gd name="connsiteX12" fmla="*/ 491536 w 1843628"/>
              <a:gd name="connsiteY12" fmla="*/ 1354605 h 2522494"/>
              <a:gd name="connsiteX13" fmla="*/ 69261 w 1843628"/>
              <a:gd name="connsiteY13" fmla="*/ 2211232 h 2522494"/>
              <a:gd name="connsiteX0" fmla="*/ 1814299 w 1852592"/>
              <a:gd name="connsiteY0" fmla="*/ 2522494 h 2522494"/>
              <a:gd name="connsiteX1" fmla="*/ 1595637 w 1852592"/>
              <a:gd name="connsiteY1" fmla="*/ 1571490 h 2522494"/>
              <a:gd name="connsiteX2" fmla="*/ 1585291 w 1852592"/>
              <a:gd name="connsiteY2" fmla="*/ 1184270 h 2522494"/>
              <a:gd name="connsiteX3" fmla="*/ 1508805 w 1852592"/>
              <a:gd name="connsiteY3" fmla="*/ 695732 h 2522494"/>
              <a:gd name="connsiteX4" fmla="*/ 1550334 w 1852592"/>
              <a:gd name="connsiteY4" fmla="*/ 398362 h 2522494"/>
              <a:gd name="connsiteX5" fmla="*/ 1550334 w 1852592"/>
              <a:gd name="connsiteY5" fmla="*/ 237199 h 2522494"/>
              <a:gd name="connsiteX6" fmla="*/ 1542048 w 1852592"/>
              <a:gd name="connsiteY6" fmla="*/ 67749 h 2522494"/>
              <a:gd name="connsiteX7" fmla="*/ 1507091 w 1852592"/>
              <a:gd name="connsiteY7" fmla="*/ 11266 h 2522494"/>
              <a:gd name="connsiteX8" fmla="*/ 1385742 w 1852592"/>
              <a:gd name="connsiteY8" fmla="*/ 34507 h 2522494"/>
              <a:gd name="connsiteX9" fmla="*/ 1191546 w 1852592"/>
              <a:gd name="connsiteY9" fmla="*/ 180432 h 2522494"/>
              <a:gd name="connsiteX10" fmla="*/ 967622 w 1852592"/>
              <a:gd name="connsiteY10" fmla="*/ 503019 h 2522494"/>
              <a:gd name="connsiteX11" fmla="*/ 748831 w 1852592"/>
              <a:gd name="connsiteY11" fmla="*/ 881500 h 2522494"/>
              <a:gd name="connsiteX12" fmla="*/ 429673 w 1852592"/>
              <a:gd name="connsiteY12" fmla="*/ 1363043 h 2522494"/>
              <a:gd name="connsiteX13" fmla="*/ 78225 w 1852592"/>
              <a:gd name="connsiteY13" fmla="*/ 2211232 h 2522494"/>
              <a:gd name="connsiteX0" fmla="*/ 1783270 w 1824005"/>
              <a:gd name="connsiteY0" fmla="*/ 2101879 h 2211232"/>
              <a:gd name="connsiteX1" fmla="*/ 1595637 w 1824005"/>
              <a:gd name="connsiteY1" fmla="*/ 1571490 h 2211232"/>
              <a:gd name="connsiteX2" fmla="*/ 1585291 w 1824005"/>
              <a:gd name="connsiteY2" fmla="*/ 1184270 h 2211232"/>
              <a:gd name="connsiteX3" fmla="*/ 1508805 w 1824005"/>
              <a:gd name="connsiteY3" fmla="*/ 695732 h 2211232"/>
              <a:gd name="connsiteX4" fmla="*/ 1550334 w 1824005"/>
              <a:gd name="connsiteY4" fmla="*/ 398362 h 2211232"/>
              <a:gd name="connsiteX5" fmla="*/ 1550334 w 1824005"/>
              <a:gd name="connsiteY5" fmla="*/ 237199 h 2211232"/>
              <a:gd name="connsiteX6" fmla="*/ 1542048 w 1824005"/>
              <a:gd name="connsiteY6" fmla="*/ 67749 h 2211232"/>
              <a:gd name="connsiteX7" fmla="*/ 1507091 w 1824005"/>
              <a:gd name="connsiteY7" fmla="*/ 11266 h 2211232"/>
              <a:gd name="connsiteX8" fmla="*/ 1385742 w 1824005"/>
              <a:gd name="connsiteY8" fmla="*/ 34507 h 2211232"/>
              <a:gd name="connsiteX9" fmla="*/ 1191546 w 1824005"/>
              <a:gd name="connsiteY9" fmla="*/ 180432 h 2211232"/>
              <a:gd name="connsiteX10" fmla="*/ 967622 w 1824005"/>
              <a:gd name="connsiteY10" fmla="*/ 503019 h 2211232"/>
              <a:gd name="connsiteX11" fmla="*/ 748831 w 1824005"/>
              <a:gd name="connsiteY11" fmla="*/ 881500 h 2211232"/>
              <a:gd name="connsiteX12" fmla="*/ 429673 w 1824005"/>
              <a:gd name="connsiteY12" fmla="*/ 1363043 h 2211232"/>
              <a:gd name="connsiteX13" fmla="*/ 78225 w 1824005"/>
              <a:gd name="connsiteY13" fmla="*/ 2211232 h 2211232"/>
              <a:gd name="connsiteX0" fmla="*/ 1783270 w 1783270"/>
              <a:gd name="connsiteY0" fmla="*/ 2101879 h 2211232"/>
              <a:gd name="connsiteX1" fmla="*/ 1595637 w 1783270"/>
              <a:gd name="connsiteY1" fmla="*/ 1571490 h 2211232"/>
              <a:gd name="connsiteX2" fmla="*/ 1585291 w 1783270"/>
              <a:gd name="connsiteY2" fmla="*/ 1184270 h 2211232"/>
              <a:gd name="connsiteX3" fmla="*/ 1508805 w 1783270"/>
              <a:gd name="connsiteY3" fmla="*/ 695732 h 2211232"/>
              <a:gd name="connsiteX4" fmla="*/ 1550334 w 1783270"/>
              <a:gd name="connsiteY4" fmla="*/ 398362 h 2211232"/>
              <a:gd name="connsiteX5" fmla="*/ 1550334 w 1783270"/>
              <a:gd name="connsiteY5" fmla="*/ 237199 h 2211232"/>
              <a:gd name="connsiteX6" fmla="*/ 1542048 w 1783270"/>
              <a:gd name="connsiteY6" fmla="*/ 67749 h 2211232"/>
              <a:gd name="connsiteX7" fmla="*/ 1507091 w 1783270"/>
              <a:gd name="connsiteY7" fmla="*/ 11266 h 2211232"/>
              <a:gd name="connsiteX8" fmla="*/ 1385742 w 1783270"/>
              <a:gd name="connsiteY8" fmla="*/ 34507 h 2211232"/>
              <a:gd name="connsiteX9" fmla="*/ 1191546 w 1783270"/>
              <a:gd name="connsiteY9" fmla="*/ 180432 h 2211232"/>
              <a:gd name="connsiteX10" fmla="*/ 967622 w 1783270"/>
              <a:gd name="connsiteY10" fmla="*/ 503019 h 2211232"/>
              <a:gd name="connsiteX11" fmla="*/ 748831 w 1783270"/>
              <a:gd name="connsiteY11" fmla="*/ 881500 h 2211232"/>
              <a:gd name="connsiteX12" fmla="*/ 429673 w 1783270"/>
              <a:gd name="connsiteY12" fmla="*/ 1363043 h 2211232"/>
              <a:gd name="connsiteX13" fmla="*/ 78225 w 1783270"/>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95637 w 1932154"/>
              <a:gd name="connsiteY1" fmla="*/ 1571490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32154 w 1932154"/>
              <a:gd name="connsiteY0" fmla="*/ 2125118 h 2211232"/>
              <a:gd name="connsiteX1" fmla="*/ 1558426 w 1932154"/>
              <a:gd name="connsiteY1" fmla="*/ 1783842 h 2211232"/>
              <a:gd name="connsiteX2" fmla="*/ 1585291 w 1932154"/>
              <a:gd name="connsiteY2" fmla="*/ 1184270 h 2211232"/>
              <a:gd name="connsiteX3" fmla="*/ 1508805 w 1932154"/>
              <a:gd name="connsiteY3" fmla="*/ 695732 h 2211232"/>
              <a:gd name="connsiteX4" fmla="*/ 1550334 w 1932154"/>
              <a:gd name="connsiteY4" fmla="*/ 398362 h 2211232"/>
              <a:gd name="connsiteX5" fmla="*/ 1550334 w 1932154"/>
              <a:gd name="connsiteY5" fmla="*/ 237199 h 2211232"/>
              <a:gd name="connsiteX6" fmla="*/ 1542048 w 1932154"/>
              <a:gd name="connsiteY6" fmla="*/ 67749 h 2211232"/>
              <a:gd name="connsiteX7" fmla="*/ 1507091 w 1932154"/>
              <a:gd name="connsiteY7" fmla="*/ 11266 h 2211232"/>
              <a:gd name="connsiteX8" fmla="*/ 1385742 w 1932154"/>
              <a:gd name="connsiteY8" fmla="*/ 34507 h 2211232"/>
              <a:gd name="connsiteX9" fmla="*/ 1191546 w 1932154"/>
              <a:gd name="connsiteY9" fmla="*/ 180432 h 2211232"/>
              <a:gd name="connsiteX10" fmla="*/ 967622 w 1932154"/>
              <a:gd name="connsiteY10" fmla="*/ 503019 h 2211232"/>
              <a:gd name="connsiteX11" fmla="*/ 748831 w 1932154"/>
              <a:gd name="connsiteY11" fmla="*/ 881500 h 2211232"/>
              <a:gd name="connsiteX12" fmla="*/ 429673 w 1932154"/>
              <a:gd name="connsiteY12" fmla="*/ 1363043 h 2211232"/>
              <a:gd name="connsiteX13" fmla="*/ 78225 w 1932154"/>
              <a:gd name="connsiteY13" fmla="*/ 2211232 h 2211232"/>
              <a:gd name="connsiteX0" fmla="*/ 1918786 w 1918786"/>
              <a:gd name="connsiteY0" fmla="*/ 2127465 h 2211232"/>
              <a:gd name="connsiteX1" fmla="*/ 1558426 w 1918786"/>
              <a:gd name="connsiteY1" fmla="*/ 1783842 h 2211232"/>
              <a:gd name="connsiteX2" fmla="*/ 1585291 w 1918786"/>
              <a:gd name="connsiteY2" fmla="*/ 1184270 h 2211232"/>
              <a:gd name="connsiteX3" fmla="*/ 1508805 w 1918786"/>
              <a:gd name="connsiteY3" fmla="*/ 695732 h 2211232"/>
              <a:gd name="connsiteX4" fmla="*/ 1550334 w 1918786"/>
              <a:gd name="connsiteY4" fmla="*/ 398362 h 2211232"/>
              <a:gd name="connsiteX5" fmla="*/ 1550334 w 1918786"/>
              <a:gd name="connsiteY5" fmla="*/ 237199 h 2211232"/>
              <a:gd name="connsiteX6" fmla="*/ 1542048 w 1918786"/>
              <a:gd name="connsiteY6" fmla="*/ 67749 h 2211232"/>
              <a:gd name="connsiteX7" fmla="*/ 1507091 w 1918786"/>
              <a:gd name="connsiteY7" fmla="*/ 11266 h 2211232"/>
              <a:gd name="connsiteX8" fmla="*/ 1385742 w 1918786"/>
              <a:gd name="connsiteY8" fmla="*/ 34507 h 2211232"/>
              <a:gd name="connsiteX9" fmla="*/ 1191546 w 1918786"/>
              <a:gd name="connsiteY9" fmla="*/ 180432 h 2211232"/>
              <a:gd name="connsiteX10" fmla="*/ 967622 w 1918786"/>
              <a:gd name="connsiteY10" fmla="*/ 503019 h 2211232"/>
              <a:gd name="connsiteX11" fmla="*/ 748831 w 1918786"/>
              <a:gd name="connsiteY11" fmla="*/ 881500 h 2211232"/>
              <a:gd name="connsiteX12" fmla="*/ 429673 w 1918786"/>
              <a:gd name="connsiteY12" fmla="*/ 1363043 h 2211232"/>
              <a:gd name="connsiteX13" fmla="*/ 78225 w 1918786"/>
              <a:gd name="connsiteY13" fmla="*/ 2211232 h 2211232"/>
              <a:gd name="connsiteX0" fmla="*/ 1898387 w 1898387"/>
              <a:gd name="connsiteY0" fmla="*/ 2127465 h 2127465"/>
              <a:gd name="connsiteX1" fmla="*/ 1538027 w 1898387"/>
              <a:gd name="connsiteY1" fmla="*/ 1783842 h 2127465"/>
              <a:gd name="connsiteX2" fmla="*/ 1564892 w 1898387"/>
              <a:gd name="connsiteY2" fmla="*/ 1184270 h 2127465"/>
              <a:gd name="connsiteX3" fmla="*/ 1488406 w 1898387"/>
              <a:gd name="connsiteY3" fmla="*/ 695732 h 2127465"/>
              <a:gd name="connsiteX4" fmla="*/ 1529935 w 1898387"/>
              <a:gd name="connsiteY4" fmla="*/ 398362 h 2127465"/>
              <a:gd name="connsiteX5" fmla="*/ 1529935 w 1898387"/>
              <a:gd name="connsiteY5" fmla="*/ 237199 h 2127465"/>
              <a:gd name="connsiteX6" fmla="*/ 1521649 w 1898387"/>
              <a:gd name="connsiteY6" fmla="*/ 67749 h 2127465"/>
              <a:gd name="connsiteX7" fmla="*/ 1486692 w 1898387"/>
              <a:gd name="connsiteY7" fmla="*/ 11266 h 2127465"/>
              <a:gd name="connsiteX8" fmla="*/ 1365343 w 1898387"/>
              <a:gd name="connsiteY8" fmla="*/ 34507 h 2127465"/>
              <a:gd name="connsiteX9" fmla="*/ 1171147 w 1898387"/>
              <a:gd name="connsiteY9" fmla="*/ 180432 h 2127465"/>
              <a:gd name="connsiteX10" fmla="*/ 947223 w 1898387"/>
              <a:gd name="connsiteY10" fmla="*/ 503019 h 2127465"/>
              <a:gd name="connsiteX11" fmla="*/ 728432 w 1898387"/>
              <a:gd name="connsiteY11" fmla="*/ 881500 h 2127465"/>
              <a:gd name="connsiteX12" fmla="*/ 409274 w 1898387"/>
              <a:gd name="connsiteY12" fmla="*/ 1363043 h 2127465"/>
              <a:gd name="connsiteX13" fmla="*/ 81760 w 1898387"/>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330185 w 1819298"/>
              <a:gd name="connsiteY12" fmla="*/ 1363043 h 2127465"/>
              <a:gd name="connsiteX13" fmla="*/ 2671 w 1819298"/>
              <a:gd name="connsiteY13" fmla="*/ 1766544 h 2127465"/>
              <a:gd name="connsiteX0" fmla="*/ 1819298 w 1819298"/>
              <a:gd name="connsiteY0" fmla="*/ 2127465 h 2127465"/>
              <a:gd name="connsiteX1" fmla="*/ 1458938 w 1819298"/>
              <a:gd name="connsiteY1" fmla="*/ 1783842 h 2127465"/>
              <a:gd name="connsiteX2" fmla="*/ 1485803 w 1819298"/>
              <a:gd name="connsiteY2" fmla="*/ 1184270 h 2127465"/>
              <a:gd name="connsiteX3" fmla="*/ 1409317 w 1819298"/>
              <a:gd name="connsiteY3" fmla="*/ 695732 h 2127465"/>
              <a:gd name="connsiteX4" fmla="*/ 1450846 w 1819298"/>
              <a:gd name="connsiteY4" fmla="*/ 398362 h 2127465"/>
              <a:gd name="connsiteX5" fmla="*/ 1450846 w 1819298"/>
              <a:gd name="connsiteY5" fmla="*/ 237199 h 2127465"/>
              <a:gd name="connsiteX6" fmla="*/ 1442560 w 1819298"/>
              <a:gd name="connsiteY6" fmla="*/ 67749 h 2127465"/>
              <a:gd name="connsiteX7" fmla="*/ 1407603 w 1819298"/>
              <a:gd name="connsiteY7" fmla="*/ 11266 h 2127465"/>
              <a:gd name="connsiteX8" fmla="*/ 1286254 w 1819298"/>
              <a:gd name="connsiteY8" fmla="*/ 34507 h 2127465"/>
              <a:gd name="connsiteX9" fmla="*/ 1092058 w 1819298"/>
              <a:gd name="connsiteY9" fmla="*/ 180432 h 2127465"/>
              <a:gd name="connsiteX10" fmla="*/ 868134 w 1819298"/>
              <a:gd name="connsiteY10" fmla="*/ 503019 h 2127465"/>
              <a:gd name="connsiteX11" fmla="*/ 649343 w 1819298"/>
              <a:gd name="connsiteY11" fmla="*/ 881500 h 2127465"/>
              <a:gd name="connsiteX12" fmla="*/ 617054 w 1819298"/>
              <a:gd name="connsiteY12" fmla="*/ 1055990 h 2127465"/>
              <a:gd name="connsiteX13" fmla="*/ 330185 w 1819298"/>
              <a:gd name="connsiteY13" fmla="*/ 1363043 h 2127465"/>
              <a:gd name="connsiteX14" fmla="*/ 2671 w 1819298"/>
              <a:gd name="connsiteY14" fmla="*/ 1766544 h 2127465"/>
              <a:gd name="connsiteX0" fmla="*/ 1818189 w 1818189"/>
              <a:gd name="connsiteY0" fmla="*/ 2127465 h 2127465"/>
              <a:gd name="connsiteX1" fmla="*/ 1457829 w 1818189"/>
              <a:gd name="connsiteY1" fmla="*/ 1783842 h 2127465"/>
              <a:gd name="connsiteX2" fmla="*/ 1484694 w 1818189"/>
              <a:gd name="connsiteY2" fmla="*/ 1184270 h 2127465"/>
              <a:gd name="connsiteX3" fmla="*/ 1408208 w 1818189"/>
              <a:gd name="connsiteY3" fmla="*/ 695732 h 2127465"/>
              <a:gd name="connsiteX4" fmla="*/ 1449737 w 1818189"/>
              <a:gd name="connsiteY4" fmla="*/ 398362 h 2127465"/>
              <a:gd name="connsiteX5" fmla="*/ 1449737 w 1818189"/>
              <a:gd name="connsiteY5" fmla="*/ 237199 h 2127465"/>
              <a:gd name="connsiteX6" fmla="*/ 1441451 w 1818189"/>
              <a:gd name="connsiteY6" fmla="*/ 67749 h 2127465"/>
              <a:gd name="connsiteX7" fmla="*/ 1406494 w 1818189"/>
              <a:gd name="connsiteY7" fmla="*/ 11266 h 2127465"/>
              <a:gd name="connsiteX8" fmla="*/ 1285145 w 1818189"/>
              <a:gd name="connsiteY8" fmla="*/ 34507 h 2127465"/>
              <a:gd name="connsiteX9" fmla="*/ 1090949 w 1818189"/>
              <a:gd name="connsiteY9" fmla="*/ 180432 h 2127465"/>
              <a:gd name="connsiteX10" fmla="*/ 867025 w 1818189"/>
              <a:gd name="connsiteY10" fmla="*/ 503019 h 2127465"/>
              <a:gd name="connsiteX11" fmla="*/ 648234 w 1818189"/>
              <a:gd name="connsiteY11" fmla="*/ 881500 h 2127465"/>
              <a:gd name="connsiteX12" fmla="*/ 615945 w 1818189"/>
              <a:gd name="connsiteY12" fmla="*/ 1055990 h 2127465"/>
              <a:gd name="connsiteX13" fmla="*/ 418970 w 1818189"/>
              <a:gd name="connsiteY13" fmla="*/ 1309140 h 2127465"/>
              <a:gd name="connsiteX14" fmla="*/ 1562 w 181818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629 w 1818629"/>
              <a:gd name="connsiteY0" fmla="*/ 2127465 h 2127465"/>
              <a:gd name="connsiteX1" fmla="*/ 1458269 w 1818629"/>
              <a:gd name="connsiteY1" fmla="*/ 1783842 h 2127465"/>
              <a:gd name="connsiteX2" fmla="*/ 1485134 w 1818629"/>
              <a:gd name="connsiteY2" fmla="*/ 1184270 h 2127465"/>
              <a:gd name="connsiteX3" fmla="*/ 1408648 w 1818629"/>
              <a:gd name="connsiteY3" fmla="*/ 695732 h 2127465"/>
              <a:gd name="connsiteX4" fmla="*/ 1450177 w 1818629"/>
              <a:gd name="connsiteY4" fmla="*/ 398362 h 2127465"/>
              <a:gd name="connsiteX5" fmla="*/ 1450177 w 1818629"/>
              <a:gd name="connsiteY5" fmla="*/ 237199 h 2127465"/>
              <a:gd name="connsiteX6" fmla="*/ 1441891 w 1818629"/>
              <a:gd name="connsiteY6" fmla="*/ 67749 h 2127465"/>
              <a:gd name="connsiteX7" fmla="*/ 1406934 w 1818629"/>
              <a:gd name="connsiteY7" fmla="*/ 11266 h 2127465"/>
              <a:gd name="connsiteX8" fmla="*/ 1285585 w 1818629"/>
              <a:gd name="connsiteY8" fmla="*/ 34507 h 2127465"/>
              <a:gd name="connsiteX9" fmla="*/ 1091389 w 1818629"/>
              <a:gd name="connsiteY9" fmla="*/ 180432 h 2127465"/>
              <a:gd name="connsiteX10" fmla="*/ 867465 w 1818629"/>
              <a:gd name="connsiteY10" fmla="*/ 503019 h 2127465"/>
              <a:gd name="connsiteX11" fmla="*/ 648674 w 1818629"/>
              <a:gd name="connsiteY11" fmla="*/ 881500 h 2127465"/>
              <a:gd name="connsiteX12" fmla="*/ 616385 w 1818629"/>
              <a:gd name="connsiteY12" fmla="*/ 1055990 h 2127465"/>
              <a:gd name="connsiteX13" fmla="*/ 419410 w 1818629"/>
              <a:gd name="connsiteY13" fmla="*/ 1309140 h 2127465"/>
              <a:gd name="connsiteX14" fmla="*/ 2002 w 1818629"/>
              <a:gd name="connsiteY14" fmla="*/ 1766544 h 2127465"/>
              <a:gd name="connsiteX0" fmla="*/ 1818511 w 1818511"/>
              <a:gd name="connsiteY0" fmla="*/ 2127465 h 2127465"/>
              <a:gd name="connsiteX1" fmla="*/ 1458151 w 1818511"/>
              <a:gd name="connsiteY1" fmla="*/ 1783842 h 2127465"/>
              <a:gd name="connsiteX2" fmla="*/ 1485016 w 1818511"/>
              <a:gd name="connsiteY2" fmla="*/ 1184270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450059 w 1818511"/>
              <a:gd name="connsiteY5" fmla="*/ 237199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458151 w 1818511"/>
              <a:gd name="connsiteY1" fmla="*/ 1783842 h 2127465"/>
              <a:gd name="connsiteX2" fmla="*/ 1540989 w 1818511"/>
              <a:gd name="connsiteY2" fmla="*/ 1206877 h 2127465"/>
              <a:gd name="connsiteX3" fmla="*/ 1408530 w 1818511"/>
              <a:gd name="connsiteY3" fmla="*/ 695732 h 2127465"/>
              <a:gd name="connsiteX4" fmla="*/ 1450059 w 1818511"/>
              <a:gd name="connsiteY4" fmla="*/ 398362 h 2127465"/>
              <a:gd name="connsiteX5" fmla="*/ 1526978 w 1818511"/>
              <a:gd name="connsiteY5" fmla="*/ 254991 h 2127465"/>
              <a:gd name="connsiteX6" fmla="*/ 1441773 w 1818511"/>
              <a:gd name="connsiteY6" fmla="*/ 67749 h 2127465"/>
              <a:gd name="connsiteX7" fmla="*/ 1406816 w 1818511"/>
              <a:gd name="connsiteY7" fmla="*/ 11266 h 2127465"/>
              <a:gd name="connsiteX8" fmla="*/ 1285467 w 1818511"/>
              <a:gd name="connsiteY8" fmla="*/ 34507 h 2127465"/>
              <a:gd name="connsiteX9" fmla="*/ 1091271 w 1818511"/>
              <a:gd name="connsiteY9" fmla="*/ 180432 h 2127465"/>
              <a:gd name="connsiteX10" fmla="*/ 867347 w 1818511"/>
              <a:gd name="connsiteY10" fmla="*/ 503019 h 2127465"/>
              <a:gd name="connsiteX11" fmla="*/ 648556 w 1818511"/>
              <a:gd name="connsiteY11" fmla="*/ 881500 h 2127465"/>
              <a:gd name="connsiteX12" fmla="*/ 616267 w 1818511"/>
              <a:gd name="connsiteY12" fmla="*/ 1055990 h 2127465"/>
              <a:gd name="connsiteX13" fmla="*/ 429980 w 1818511"/>
              <a:gd name="connsiteY13" fmla="*/ 1244675 h 2127465"/>
              <a:gd name="connsiteX14" fmla="*/ 1884 w 1818511"/>
              <a:gd name="connsiteY14" fmla="*/ 1766544 h 2127465"/>
              <a:gd name="connsiteX0" fmla="*/ 1818511 w 1818511"/>
              <a:gd name="connsiteY0" fmla="*/ 2127465 h 2127465"/>
              <a:gd name="connsiteX1" fmla="*/ 1366606 w 1818511"/>
              <a:gd name="connsiteY1" fmla="*/ 1985812 h 2127465"/>
              <a:gd name="connsiteX2" fmla="*/ 1458151 w 1818511"/>
              <a:gd name="connsiteY2" fmla="*/ 1783842 h 2127465"/>
              <a:gd name="connsiteX3" fmla="*/ 1540989 w 1818511"/>
              <a:gd name="connsiteY3" fmla="*/ 1206877 h 2127465"/>
              <a:gd name="connsiteX4" fmla="*/ 1408530 w 1818511"/>
              <a:gd name="connsiteY4" fmla="*/ 695732 h 2127465"/>
              <a:gd name="connsiteX5" fmla="*/ 1450059 w 1818511"/>
              <a:gd name="connsiteY5" fmla="*/ 398362 h 2127465"/>
              <a:gd name="connsiteX6" fmla="*/ 1526978 w 1818511"/>
              <a:gd name="connsiteY6" fmla="*/ 254991 h 2127465"/>
              <a:gd name="connsiteX7" fmla="*/ 1441773 w 1818511"/>
              <a:gd name="connsiteY7" fmla="*/ 67749 h 2127465"/>
              <a:gd name="connsiteX8" fmla="*/ 1406816 w 1818511"/>
              <a:gd name="connsiteY8" fmla="*/ 11266 h 2127465"/>
              <a:gd name="connsiteX9" fmla="*/ 1285467 w 1818511"/>
              <a:gd name="connsiteY9" fmla="*/ 34507 h 2127465"/>
              <a:gd name="connsiteX10" fmla="*/ 1091271 w 1818511"/>
              <a:gd name="connsiteY10" fmla="*/ 180432 h 2127465"/>
              <a:gd name="connsiteX11" fmla="*/ 867347 w 1818511"/>
              <a:gd name="connsiteY11" fmla="*/ 503019 h 2127465"/>
              <a:gd name="connsiteX12" fmla="*/ 648556 w 1818511"/>
              <a:gd name="connsiteY12" fmla="*/ 881500 h 2127465"/>
              <a:gd name="connsiteX13" fmla="*/ 616267 w 1818511"/>
              <a:gd name="connsiteY13" fmla="*/ 1055990 h 2127465"/>
              <a:gd name="connsiteX14" fmla="*/ 429980 w 1818511"/>
              <a:gd name="connsiteY14" fmla="*/ 1244675 h 2127465"/>
              <a:gd name="connsiteX15" fmla="*/ 1884 w 1818511"/>
              <a:gd name="connsiteY15" fmla="*/ 1766544 h 2127465"/>
              <a:gd name="connsiteX0" fmla="*/ 1229901 w 1541741"/>
              <a:gd name="connsiteY0" fmla="*/ 2552163 h 2552163"/>
              <a:gd name="connsiteX1" fmla="*/ 1366606 w 1541741"/>
              <a:gd name="connsiteY1" fmla="*/ 1985812 h 2552163"/>
              <a:gd name="connsiteX2" fmla="*/ 1458151 w 1541741"/>
              <a:gd name="connsiteY2" fmla="*/ 1783842 h 2552163"/>
              <a:gd name="connsiteX3" fmla="*/ 1540989 w 1541741"/>
              <a:gd name="connsiteY3" fmla="*/ 1206877 h 2552163"/>
              <a:gd name="connsiteX4" fmla="*/ 1408530 w 1541741"/>
              <a:gd name="connsiteY4" fmla="*/ 695732 h 2552163"/>
              <a:gd name="connsiteX5" fmla="*/ 1450059 w 1541741"/>
              <a:gd name="connsiteY5" fmla="*/ 398362 h 2552163"/>
              <a:gd name="connsiteX6" fmla="*/ 1526978 w 1541741"/>
              <a:gd name="connsiteY6" fmla="*/ 254991 h 2552163"/>
              <a:gd name="connsiteX7" fmla="*/ 1441773 w 1541741"/>
              <a:gd name="connsiteY7" fmla="*/ 67749 h 2552163"/>
              <a:gd name="connsiteX8" fmla="*/ 1406816 w 1541741"/>
              <a:gd name="connsiteY8" fmla="*/ 11266 h 2552163"/>
              <a:gd name="connsiteX9" fmla="*/ 1285467 w 1541741"/>
              <a:gd name="connsiteY9" fmla="*/ 34507 h 2552163"/>
              <a:gd name="connsiteX10" fmla="*/ 1091271 w 1541741"/>
              <a:gd name="connsiteY10" fmla="*/ 180432 h 2552163"/>
              <a:gd name="connsiteX11" fmla="*/ 867347 w 1541741"/>
              <a:gd name="connsiteY11" fmla="*/ 503019 h 2552163"/>
              <a:gd name="connsiteX12" fmla="*/ 648556 w 1541741"/>
              <a:gd name="connsiteY12" fmla="*/ 881500 h 2552163"/>
              <a:gd name="connsiteX13" fmla="*/ 616267 w 1541741"/>
              <a:gd name="connsiteY13" fmla="*/ 1055990 h 2552163"/>
              <a:gd name="connsiteX14" fmla="*/ 429980 w 1541741"/>
              <a:gd name="connsiteY14" fmla="*/ 1244675 h 2552163"/>
              <a:gd name="connsiteX15" fmla="*/ 1884 w 1541741"/>
              <a:gd name="connsiteY15" fmla="*/ 1766544 h 2552163"/>
              <a:gd name="connsiteX0" fmla="*/ 1229901 w 1541741"/>
              <a:gd name="connsiteY0" fmla="*/ 2552163 h 2552163"/>
              <a:gd name="connsiteX1" fmla="*/ 1484638 w 1541741"/>
              <a:gd name="connsiteY1" fmla="*/ 2146018 h 2552163"/>
              <a:gd name="connsiteX2" fmla="*/ 1366606 w 1541741"/>
              <a:gd name="connsiteY2" fmla="*/ 1985812 h 2552163"/>
              <a:gd name="connsiteX3" fmla="*/ 1458151 w 1541741"/>
              <a:gd name="connsiteY3" fmla="*/ 1783842 h 2552163"/>
              <a:gd name="connsiteX4" fmla="*/ 1540989 w 1541741"/>
              <a:gd name="connsiteY4" fmla="*/ 1206877 h 2552163"/>
              <a:gd name="connsiteX5" fmla="*/ 1408530 w 1541741"/>
              <a:gd name="connsiteY5" fmla="*/ 695732 h 2552163"/>
              <a:gd name="connsiteX6" fmla="*/ 1450059 w 1541741"/>
              <a:gd name="connsiteY6" fmla="*/ 398362 h 2552163"/>
              <a:gd name="connsiteX7" fmla="*/ 1526978 w 1541741"/>
              <a:gd name="connsiteY7" fmla="*/ 254991 h 2552163"/>
              <a:gd name="connsiteX8" fmla="*/ 1441773 w 1541741"/>
              <a:gd name="connsiteY8" fmla="*/ 67749 h 2552163"/>
              <a:gd name="connsiteX9" fmla="*/ 1406816 w 1541741"/>
              <a:gd name="connsiteY9" fmla="*/ 11266 h 2552163"/>
              <a:gd name="connsiteX10" fmla="*/ 1285467 w 1541741"/>
              <a:gd name="connsiteY10" fmla="*/ 34507 h 2552163"/>
              <a:gd name="connsiteX11" fmla="*/ 1091271 w 1541741"/>
              <a:gd name="connsiteY11" fmla="*/ 180432 h 2552163"/>
              <a:gd name="connsiteX12" fmla="*/ 867347 w 1541741"/>
              <a:gd name="connsiteY12" fmla="*/ 503019 h 2552163"/>
              <a:gd name="connsiteX13" fmla="*/ 648556 w 1541741"/>
              <a:gd name="connsiteY13" fmla="*/ 881500 h 2552163"/>
              <a:gd name="connsiteX14" fmla="*/ 616267 w 1541741"/>
              <a:gd name="connsiteY14" fmla="*/ 1055990 h 2552163"/>
              <a:gd name="connsiteX15" fmla="*/ 429980 w 1541741"/>
              <a:gd name="connsiteY15" fmla="*/ 1244675 h 2552163"/>
              <a:gd name="connsiteX16" fmla="*/ 1884 w 1541741"/>
              <a:gd name="connsiteY16" fmla="*/ 1766544 h 2552163"/>
              <a:gd name="connsiteX0" fmla="*/ 1229901 w 1541017"/>
              <a:gd name="connsiteY0" fmla="*/ 2552163 h 2552163"/>
              <a:gd name="connsiteX1" fmla="*/ 1484638 w 1541017"/>
              <a:gd name="connsiteY1" fmla="*/ 2146018 h 2552163"/>
              <a:gd name="connsiteX2" fmla="*/ 1366606 w 1541017"/>
              <a:gd name="connsiteY2" fmla="*/ 1985812 h 2552163"/>
              <a:gd name="connsiteX3" fmla="*/ 1419998 w 1541017"/>
              <a:gd name="connsiteY3" fmla="*/ 1771715 h 2552163"/>
              <a:gd name="connsiteX4" fmla="*/ 1540989 w 1541017"/>
              <a:gd name="connsiteY4" fmla="*/ 1206877 h 2552163"/>
              <a:gd name="connsiteX5" fmla="*/ 1408530 w 1541017"/>
              <a:gd name="connsiteY5" fmla="*/ 695732 h 2552163"/>
              <a:gd name="connsiteX6" fmla="*/ 1450059 w 1541017"/>
              <a:gd name="connsiteY6" fmla="*/ 398362 h 2552163"/>
              <a:gd name="connsiteX7" fmla="*/ 1526978 w 1541017"/>
              <a:gd name="connsiteY7" fmla="*/ 254991 h 2552163"/>
              <a:gd name="connsiteX8" fmla="*/ 1441773 w 1541017"/>
              <a:gd name="connsiteY8" fmla="*/ 67749 h 2552163"/>
              <a:gd name="connsiteX9" fmla="*/ 1406816 w 1541017"/>
              <a:gd name="connsiteY9" fmla="*/ 11266 h 2552163"/>
              <a:gd name="connsiteX10" fmla="*/ 1285467 w 1541017"/>
              <a:gd name="connsiteY10" fmla="*/ 34507 h 2552163"/>
              <a:gd name="connsiteX11" fmla="*/ 1091271 w 1541017"/>
              <a:gd name="connsiteY11" fmla="*/ 180432 h 2552163"/>
              <a:gd name="connsiteX12" fmla="*/ 867347 w 1541017"/>
              <a:gd name="connsiteY12" fmla="*/ 503019 h 2552163"/>
              <a:gd name="connsiteX13" fmla="*/ 648556 w 1541017"/>
              <a:gd name="connsiteY13" fmla="*/ 881500 h 2552163"/>
              <a:gd name="connsiteX14" fmla="*/ 616267 w 1541017"/>
              <a:gd name="connsiteY14" fmla="*/ 1055990 h 2552163"/>
              <a:gd name="connsiteX15" fmla="*/ 429980 w 1541017"/>
              <a:gd name="connsiteY15" fmla="*/ 1244675 h 2552163"/>
              <a:gd name="connsiteX16" fmla="*/ 1884 w 1541017"/>
              <a:gd name="connsiteY16" fmla="*/ 1766544 h 2552163"/>
              <a:gd name="connsiteX0" fmla="*/ 1229901 w 1555557"/>
              <a:gd name="connsiteY0" fmla="*/ 2552163 h 2552163"/>
              <a:gd name="connsiteX1" fmla="*/ 1484638 w 1555557"/>
              <a:gd name="connsiteY1" fmla="*/ 2146018 h 2552163"/>
              <a:gd name="connsiteX2" fmla="*/ 1366606 w 1555557"/>
              <a:gd name="connsiteY2" fmla="*/ 1985812 h 2552163"/>
              <a:gd name="connsiteX3" fmla="*/ 1419998 w 1555557"/>
              <a:gd name="connsiteY3" fmla="*/ 1771715 h 2552163"/>
              <a:gd name="connsiteX4" fmla="*/ 1538568 w 1555557"/>
              <a:gd name="connsiteY4" fmla="*/ 1497467 h 2552163"/>
              <a:gd name="connsiteX5" fmla="*/ 1540989 w 1555557"/>
              <a:gd name="connsiteY5" fmla="*/ 1206877 h 2552163"/>
              <a:gd name="connsiteX6" fmla="*/ 1408530 w 1555557"/>
              <a:gd name="connsiteY6" fmla="*/ 695732 h 2552163"/>
              <a:gd name="connsiteX7" fmla="*/ 1450059 w 1555557"/>
              <a:gd name="connsiteY7" fmla="*/ 398362 h 2552163"/>
              <a:gd name="connsiteX8" fmla="*/ 1526978 w 1555557"/>
              <a:gd name="connsiteY8" fmla="*/ 254991 h 2552163"/>
              <a:gd name="connsiteX9" fmla="*/ 1441773 w 1555557"/>
              <a:gd name="connsiteY9" fmla="*/ 67749 h 2552163"/>
              <a:gd name="connsiteX10" fmla="*/ 1406816 w 1555557"/>
              <a:gd name="connsiteY10" fmla="*/ 11266 h 2552163"/>
              <a:gd name="connsiteX11" fmla="*/ 1285467 w 1555557"/>
              <a:gd name="connsiteY11" fmla="*/ 34507 h 2552163"/>
              <a:gd name="connsiteX12" fmla="*/ 1091271 w 1555557"/>
              <a:gd name="connsiteY12" fmla="*/ 180432 h 2552163"/>
              <a:gd name="connsiteX13" fmla="*/ 867347 w 1555557"/>
              <a:gd name="connsiteY13" fmla="*/ 503019 h 2552163"/>
              <a:gd name="connsiteX14" fmla="*/ 648556 w 1555557"/>
              <a:gd name="connsiteY14" fmla="*/ 881500 h 2552163"/>
              <a:gd name="connsiteX15" fmla="*/ 616267 w 1555557"/>
              <a:gd name="connsiteY15" fmla="*/ 1055990 h 2552163"/>
              <a:gd name="connsiteX16" fmla="*/ 429980 w 1555557"/>
              <a:gd name="connsiteY16" fmla="*/ 1244675 h 2552163"/>
              <a:gd name="connsiteX17" fmla="*/ 1884 w 1555557"/>
              <a:gd name="connsiteY17" fmla="*/ 1766544 h 2552163"/>
              <a:gd name="connsiteX0" fmla="*/ 1229901 w 1555557"/>
              <a:gd name="connsiteY0" fmla="*/ 2552163 h 2552163"/>
              <a:gd name="connsiteX1" fmla="*/ 1484638 w 1555557"/>
              <a:gd name="connsiteY1" fmla="*/ 2146018 h 2552163"/>
              <a:gd name="connsiteX2" fmla="*/ 1366606 w 1555557"/>
              <a:gd name="connsiteY2" fmla="*/ 1985812 h 2552163"/>
              <a:gd name="connsiteX3" fmla="*/ 1419998 w 1555557"/>
              <a:gd name="connsiteY3" fmla="*/ 1771715 h 2552163"/>
              <a:gd name="connsiteX4" fmla="*/ 1538568 w 1555557"/>
              <a:gd name="connsiteY4" fmla="*/ 1497467 h 2552163"/>
              <a:gd name="connsiteX5" fmla="*/ 1540989 w 1555557"/>
              <a:gd name="connsiteY5" fmla="*/ 1206877 h 2552163"/>
              <a:gd name="connsiteX6" fmla="*/ 1408530 w 1555557"/>
              <a:gd name="connsiteY6" fmla="*/ 695732 h 2552163"/>
              <a:gd name="connsiteX7" fmla="*/ 1450059 w 1555557"/>
              <a:gd name="connsiteY7" fmla="*/ 398362 h 2552163"/>
              <a:gd name="connsiteX8" fmla="*/ 1526978 w 1555557"/>
              <a:gd name="connsiteY8" fmla="*/ 254991 h 2552163"/>
              <a:gd name="connsiteX9" fmla="*/ 1441773 w 1555557"/>
              <a:gd name="connsiteY9" fmla="*/ 67749 h 2552163"/>
              <a:gd name="connsiteX10" fmla="*/ 1406816 w 1555557"/>
              <a:gd name="connsiteY10" fmla="*/ 11266 h 2552163"/>
              <a:gd name="connsiteX11" fmla="*/ 1285467 w 1555557"/>
              <a:gd name="connsiteY11" fmla="*/ 34507 h 2552163"/>
              <a:gd name="connsiteX12" fmla="*/ 1091271 w 1555557"/>
              <a:gd name="connsiteY12" fmla="*/ 180432 h 2552163"/>
              <a:gd name="connsiteX13" fmla="*/ 867347 w 1555557"/>
              <a:gd name="connsiteY13" fmla="*/ 503019 h 2552163"/>
              <a:gd name="connsiteX14" fmla="*/ 648556 w 1555557"/>
              <a:gd name="connsiteY14" fmla="*/ 881500 h 2552163"/>
              <a:gd name="connsiteX15" fmla="*/ 616267 w 1555557"/>
              <a:gd name="connsiteY15" fmla="*/ 1055990 h 2552163"/>
              <a:gd name="connsiteX16" fmla="*/ 429980 w 1555557"/>
              <a:gd name="connsiteY16" fmla="*/ 1244675 h 2552163"/>
              <a:gd name="connsiteX17" fmla="*/ 1884 w 1555557"/>
              <a:gd name="connsiteY17" fmla="*/ 1766544 h 2552163"/>
              <a:gd name="connsiteX0" fmla="*/ 1229901 w 1542472"/>
              <a:gd name="connsiteY0" fmla="*/ 2552163 h 2552163"/>
              <a:gd name="connsiteX1" fmla="*/ 1484638 w 1542472"/>
              <a:gd name="connsiteY1" fmla="*/ 2146018 h 2552163"/>
              <a:gd name="connsiteX2" fmla="*/ 1366606 w 1542472"/>
              <a:gd name="connsiteY2" fmla="*/ 1985812 h 2552163"/>
              <a:gd name="connsiteX3" fmla="*/ 1419998 w 1542472"/>
              <a:gd name="connsiteY3" fmla="*/ 1771715 h 2552163"/>
              <a:gd name="connsiteX4" fmla="*/ 1538568 w 1542472"/>
              <a:gd name="connsiteY4" fmla="*/ 1497467 h 2552163"/>
              <a:gd name="connsiteX5" fmla="*/ 1473626 w 1542472"/>
              <a:gd name="connsiteY5" fmla="*/ 1213575 h 2552163"/>
              <a:gd name="connsiteX6" fmla="*/ 1408530 w 1542472"/>
              <a:gd name="connsiteY6" fmla="*/ 695732 h 2552163"/>
              <a:gd name="connsiteX7" fmla="*/ 1450059 w 1542472"/>
              <a:gd name="connsiteY7" fmla="*/ 398362 h 2552163"/>
              <a:gd name="connsiteX8" fmla="*/ 1526978 w 1542472"/>
              <a:gd name="connsiteY8" fmla="*/ 254991 h 2552163"/>
              <a:gd name="connsiteX9" fmla="*/ 1441773 w 1542472"/>
              <a:gd name="connsiteY9" fmla="*/ 67749 h 2552163"/>
              <a:gd name="connsiteX10" fmla="*/ 1406816 w 1542472"/>
              <a:gd name="connsiteY10" fmla="*/ 11266 h 2552163"/>
              <a:gd name="connsiteX11" fmla="*/ 1285467 w 1542472"/>
              <a:gd name="connsiteY11" fmla="*/ 34507 h 2552163"/>
              <a:gd name="connsiteX12" fmla="*/ 1091271 w 1542472"/>
              <a:gd name="connsiteY12" fmla="*/ 180432 h 2552163"/>
              <a:gd name="connsiteX13" fmla="*/ 867347 w 1542472"/>
              <a:gd name="connsiteY13" fmla="*/ 503019 h 2552163"/>
              <a:gd name="connsiteX14" fmla="*/ 648556 w 1542472"/>
              <a:gd name="connsiteY14" fmla="*/ 881500 h 2552163"/>
              <a:gd name="connsiteX15" fmla="*/ 616267 w 1542472"/>
              <a:gd name="connsiteY15" fmla="*/ 1055990 h 2552163"/>
              <a:gd name="connsiteX16" fmla="*/ 429980 w 1542472"/>
              <a:gd name="connsiteY16" fmla="*/ 1244675 h 2552163"/>
              <a:gd name="connsiteX17" fmla="*/ 1884 w 1542472"/>
              <a:gd name="connsiteY17" fmla="*/ 1766544 h 2552163"/>
              <a:gd name="connsiteX0" fmla="*/ 799921 w 1112492"/>
              <a:gd name="connsiteY0" fmla="*/ 2552163 h 2552163"/>
              <a:gd name="connsiteX1" fmla="*/ 1054658 w 1112492"/>
              <a:gd name="connsiteY1" fmla="*/ 2146018 h 2552163"/>
              <a:gd name="connsiteX2" fmla="*/ 936626 w 1112492"/>
              <a:gd name="connsiteY2" fmla="*/ 1985812 h 2552163"/>
              <a:gd name="connsiteX3" fmla="*/ 990018 w 1112492"/>
              <a:gd name="connsiteY3" fmla="*/ 1771715 h 2552163"/>
              <a:gd name="connsiteX4" fmla="*/ 1108588 w 1112492"/>
              <a:gd name="connsiteY4" fmla="*/ 1497467 h 2552163"/>
              <a:gd name="connsiteX5" fmla="*/ 1043646 w 1112492"/>
              <a:gd name="connsiteY5" fmla="*/ 1213575 h 2552163"/>
              <a:gd name="connsiteX6" fmla="*/ 978550 w 1112492"/>
              <a:gd name="connsiteY6" fmla="*/ 695732 h 2552163"/>
              <a:gd name="connsiteX7" fmla="*/ 1020079 w 1112492"/>
              <a:gd name="connsiteY7" fmla="*/ 398362 h 2552163"/>
              <a:gd name="connsiteX8" fmla="*/ 1096998 w 1112492"/>
              <a:gd name="connsiteY8" fmla="*/ 254991 h 2552163"/>
              <a:gd name="connsiteX9" fmla="*/ 1011793 w 1112492"/>
              <a:gd name="connsiteY9" fmla="*/ 67749 h 2552163"/>
              <a:gd name="connsiteX10" fmla="*/ 976836 w 1112492"/>
              <a:gd name="connsiteY10" fmla="*/ 11266 h 2552163"/>
              <a:gd name="connsiteX11" fmla="*/ 855487 w 1112492"/>
              <a:gd name="connsiteY11" fmla="*/ 34507 h 2552163"/>
              <a:gd name="connsiteX12" fmla="*/ 661291 w 1112492"/>
              <a:gd name="connsiteY12" fmla="*/ 180432 h 2552163"/>
              <a:gd name="connsiteX13" fmla="*/ 437367 w 1112492"/>
              <a:gd name="connsiteY13" fmla="*/ 503019 h 2552163"/>
              <a:gd name="connsiteX14" fmla="*/ 218576 w 1112492"/>
              <a:gd name="connsiteY14" fmla="*/ 881500 h 2552163"/>
              <a:gd name="connsiteX15" fmla="*/ 186287 w 1112492"/>
              <a:gd name="connsiteY15" fmla="*/ 1055990 h 2552163"/>
              <a:gd name="connsiteX16" fmla="*/ 0 w 1112492"/>
              <a:gd name="connsiteY16" fmla="*/ 1244675 h 2552163"/>
              <a:gd name="connsiteX0" fmla="*/ 613634 w 926205"/>
              <a:gd name="connsiteY0" fmla="*/ 2552163 h 2552163"/>
              <a:gd name="connsiteX1" fmla="*/ 868371 w 926205"/>
              <a:gd name="connsiteY1" fmla="*/ 2146018 h 2552163"/>
              <a:gd name="connsiteX2" fmla="*/ 750339 w 926205"/>
              <a:gd name="connsiteY2" fmla="*/ 1985812 h 2552163"/>
              <a:gd name="connsiteX3" fmla="*/ 803731 w 926205"/>
              <a:gd name="connsiteY3" fmla="*/ 1771715 h 2552163"/>
              <a:gd name="connsiteX4" fmla="*/ 922301 w 926205"/>
              <a:gd name="connsiteY4" fmla="*/ 1497467 h 2552163"/>
              <a:gd name="connsiteX5" fmla="*/ 857359 w 926205"/>
              <a:gd name="connsiteY5" fmla="*/ 1213575 h 2552163"/>
              <a:gd name="connsiteX6" fmla="*/ 792263 w 926205"/>
              <a:gd name="connsiteY6" fmla="*/ 695732 h 2552163"/>
              <a:gd name="connsiteX7" fmla="*/ 833792 w 926205"/>
              <a:gd name="connsiteY7" fmla="*/ 398362 h 2552163"/>
              <a:gd name="connsiteX8" fmla="*/ 910711 w 926205"/>
              <a:gd name="connsiteY8" fmla="*/ 254991 h 2552163"/>
              <a:gd name="connsiteX9" fmla="*/ 825506 w 926205"/>
              <a:gd name="connsiteY9" fmla="*/ 67749 h 2552163"/>
              <a:gd name="connsiteX10" fmla="*/ 790549 w 926205"/>
              <a:gd name="connsiteY10" fmla="*/ 11266 h 2552163"/>
              <a:gd name="connsiteX11" fmla="*/ 669200 w 926205"/>
              <a:gd name="connsiteY11" fmla="*/ 34507 h 2552163"/>
              <a:gd name="connsiteX12" fmla="*/ 475004 w 926205"/>
              <a:gd name="connsiteY12" fmla="*/ 180432 h 2552163"/>
              <a:gd name="connsiteX13" fmla="*/ 251080 w 926205"/>
              <a:gd name="connsiteY13" fmla="*/ 503019 h 2552163"/>
              <a:gd name="connsiteX14" fmla="*/ 32289 w 926205"/>
              <a:gd name="connsiteY14" fmla="*/ 881500 h 2552163"/>
              <a:gd name="connsiteX15" fmla="*/ 0 w 926205"/>
              <a:gd name="connsiteY15" fmla="*/ 1055990 h 2552163"/>
              <a:gd name="connsiteX0" fmla="*/ 581345 w 893916"/>
              <a:gd name="connsiteY0" fmla="*/ 2552163 h 2552163"/>
              <a:gd name="connsiteX1" fmla="*/ 836082 w 893916"/>
              <a:gd name="connsiteY1" fmla="*/ 2146018 h 2552163"/>
              <a:gd name="connsiteX2" fmla="*/ 718050 w 893916"/>
              <a:gd name="connsiteY2" fmla="*/ 1985812 h 2552163"/>
              <a:gd name="connsiteX3" fmla="*/ 771442 w 893916"/>
              <a:gd name="connsiteY3" fmla="*/ 1771715 h 2552163"/>
              <a:gd name="connsiteX4" fmla="*/ 890012 w 893916"/>
              <a:gd name="connsiteY4" fmla="*/ 1497467 h 2552163"/>
              <a:gd name="connsiteX5" fmla="*/ 825070 w 893916"/>
              <a:gd name="connsiteY5" fmla="*/ 1213575 h 2552163"/>
              <a:gd name="connsiteX6" fmla="*/ 759974 w 893916"/>
              <a:gd name="connsiteY6" fmla="*/ 695732 h 2552163"/>
              <a:gd name="connsiteX7" fmla="*/ 801503 w 893916"/>
              <a:gd name="connsiteY7" fmla="*/ 398362 h 2552163"/>
              <a:gd name="connsiteX8" fmla="*/ 878422 w 893916"/>
              <a:gd name="connsiteY8" fmla="*/ 254991 h 2552163"/>
              <a:gd name="connsiteX9" fmla="*/ 793217 w 893916"/>
              <a:gd name="connsiteY9" fmla="*/ 67749 h 2552163"/>
              <a:gd name="connsiteX10" fmla="*/ 758260 w 893916"/>
              <a:gd name="connsiteY10" fmla="*/ 11266 h 2552163"/>
              <a:gd name="connsiteX11" fmla="*/ 636911 w 893916"/>
              <a:gd name="connsiteY11" fmla="*/ 34507 h 2552163"/>
              <a:gd name="connsiteX12" fmla="*/ 442715 w 893916"/>
              <a:gd name="connsiteY12" fmla="*/ 180432 h 2552163"/>
              <a:gd name="connsiteX13" fmla="*/ 218791 w 893916"/>
              <a:gd name="connsiteY13" fmla="*/ 503019 h 2552163"/>
              <a:gd name="connsiteX14" fmla="*/ 0 w 893916"/>
              <a:gd name="connsiteY14" fmla="*/ 881500 h 2552163"/>
              <a:gd name="connsiteX0" fmla="*/ 362554 w 675125"/>
              <a:gd name="connsiteY0" fmla="*/ 2552163 h 2552163"/>
              <a:gd name="connsiteX1" fmla="*/ 617291 w 675125"/>
              <a:gd name="connsiteY1" fmla="*/ 2146018 h 2552163"/>
              <a:gd name="connsiteX2" fmla="*/ 499259 w 675125"/>
              <a:gd name="connsiteY2" fmla="*/ 1985812 h 2552163"/>
              <a:gd name="connsiteX3" fmla="*/ 552651 w 675125"/>
              <a:gd name="connsiteY3" fmla="*/ 1771715 h 2552163"/>
              <a:gd name="connsiteX4" fmla="*/ 671221 w 675125"/>
              <a:gd name="connsiteY4" fmla="*/ 1497467 h 2552163"/>
              <a:gd name="connsiteX5" fmla="*/ 606279 w 675125"/>
              <a:gd name="connsiteY5" fmla="*/ 1213575 h 2552163"/>
              <a:gd name="connsiteX6" fmla="*/ 541183 w 675125"/>
              <a:gd name="connsiteY6" fmla="*/ 695732 h 2552163"/>
              <a:gd name="connsiteX7" fmla="*/ 582712 w 675125"/>
              <a:gd name="connsiteY7" fmla="*/ 398362 h 2552163"/>
              <a:gd name="connsiteX8" fmla="*/ 659631 w 675125"/>
              <a:gd name="connsiteY8" fmla="*/ 254991 h 2552163"/>
              <a:gd name="connsiteX9" fmla="*/ 574426 w 675125"/>
              <a:gd name="connsiteY9" fmla="*/ 67749 h 2552163"/>
              <a:gd name="connsiteX10" fmla="*/ 539469 w 675125"/>
              <a:gd name="connsiteY10" fmla="*/ 11266 h 2552163"/>
              <a:gd name="connsiteX11" fmla="*/ 418120 w 675125"/>
              <a:gd name="connsiteY11" fmla="*/ 34507 h 2552163"/>
              <a:gd name="connsiteX12" fmla="*/ 223924 w 675125"/>
              <a:gd name="connsiteY12" fmla="*/ 180432 h 2552163"/>
              <a:gd name="connsiteX13" fmla="*/ 0 w 675125"/>
              <a:gd name="connsiteY13" fmla="*/ 503019 h 2552163"/>
              <a:gd name="connsiteX0" fmla="*/ 319509 w 632080"/>
              <a:gd name="connsiteY0" fmla="*/ 2552163 h 2552163"/>
              <a:gd name="connsiteX1" fmla="*/ 574246 w 632080"/>
              <a:gd name="connsiteY1" fmla="*/ 2146018 h 2552163"/>
              <a:gd name="connsiteX2" fmla="*/ 456214 w 632080"/>
              <a:gd name="connsiteY2" fmla="*/ 1985812 h 2552163"/>
              <a:gd name="connsiteX3" fmla="*/ 509606 w 632080"/>
              <a:gd name="connsiteY3" fmla="*/ 1771715 h 2552163"/>
              <a:gd name="connsiteX4" fmla="*/ 628176 w 632080"/>
              <a:gd name="connsiteY4" fmla="*/ 1497467 h 2552163"/>
              <a:gd name="connsiteX5" fmla="*/ 563234 w 632080"/>
              <a:gd name="connsiteY5" fmla="*/ 1213575 h 2552163"/>
              <a:gd name="connsiteX6" fmla="*/ 498138 w 632080"/>
              <a:gd name="connsiteY6" fmla="*/ 695732 h 2552163"/>
              <a:gd name="connsiteX7" fmla="*/ 539667 w 632080"/>
              <a:gd name="connsiteY7" fmla="*/ 398362 h 2552163"/>
              <a:gd name="connsiteX8" fmla="*/ 616586 w 632080"/>
              <a:gd name="connsiteY8" fmla="*/ 254991 h 2552163"/>
              <a:gd name="connsiteX9" fmla="*/ 531381 w 632080"/>
              <a:gd name="connsiteY9" fmla="*/ 67749 h 2552163"/>
              <a:gd name="connsiteX10" fmla="*/ 496424 w 632080"/>
              <a:gd name="connsiteY10" fmla="*/ 11266 h 2552163"/>
              <a:gd name="connsiteX11" fmla="*/ 375075 w 632080"/>
              <a:gd name="connsiteY11" fmla="*/ 34507 h 2552163"/>
              <a:gd name="connsiteX12" fmla="*/ 180879 w 632080"/>
              <a:gd name="connsiteY12" fmla="*/ 180432 h 2552163"/>
              <a:gd name="connsiteX13" fmla="*/ 0 w 632080"/>
              <a:gd name="connsiteY13" fmla="*/ 444610 h 2552163"/>
              <a:gd name="connsiteX0" fmla="*/ 340958 w 653529"/>
              <a:gd name="connsiteY0" fmla="*/ 2599535 h 2599535"/>
              <a:gd name="connsiteX1" fmla="*/ 595695 w 653529"/>
              <a:gd name="connsiteY1" fmla="*/ 2193390 h 2599535"/>
              <a:gd name="connsiteX2" fmla="*/ 477663 w 653529"/>
              <a:gd name="connsiteY2" fmla="*/ 2033184 h 2599535"/>
              <a:gd name="connsiteX3" fmla="*/ 531055 w 653529"/>
              <a:gd name="connsiteY3" fmla="*/ 1819087 h 2599535"/>
              <a:gd name="connsiteX4" fmla="*/ 649625 w 653529"/>
              <a:gd name="connsiteY4" fmla="*/ 1544839 h 2599535"/>
              <a:gd name="connsiteX5" fmla="*/ 584683 w 653529"/>
              <a:gd name="connsiteY5" fmla="*/ 1260947 h 2599535"/>
              <a:gd name="connsiteX6" fmla="*/ 519587 w 653529"/>
              <a:gd name="connsiteY6" fmla="*/ 743104 h 2599535"/>
              <a:gd name="connsiteX7" fmla="*/ 561116 w 653529"/>
              <a:gd name="connsiteY7" fmla="*/ 445734 h 2599535"/>
              <a:gd name="connsiteX8" fmla="*/ 638035 w 653529"/>
              <a:gd name="connsiteY8" fmla="*/ 302363 h 2599535"/>
              <a:gd name="connsiteX9" fmla="*/ 552830 w 653529"/>
              <a:gd name="connsiteY9" fmla="*/ 115121 h 2599535"/>
              <a:gd name="connsiteX10" fmla="*/ 517873 w 653529"/>
              <a:gd name="connsiteY10" fmla="*/ 58638 h 2599535"/>
              <a:gd name="connsiteX11" fmla="*/ 396524 w 653529"/>
              <a:gd name="connsiteY11" fmla="*/ 81879 h 2599535"/>
              <a:gd name="connsiteX12" fmla="*/ 202328 w 653529"/>
              <a:gd name="connsiteY12" fmla="*/ 227804 h 2599535"/>
              <a:gd name="connsiteX13" fmla="*/ 0 w 653529"/>
              <a:gd name="connsiteY13" fmla="*/ 26351 h 2599535"/>
              <a:gd name="connsiteX0" fmla="*/ 340958 w 653529"/>
              <a:gd name="connsiteY0" fmla="*/ 2747742 h 2747742"/>
              <a:gd name="connsiteX1" fmla="*/ 595695 w 653529"/>
              <a:gd name="connsiteY1" fmla="*/ 2341597 h 2747742"/>
              <a:gd name="connsiteX2" fmla="*/ 477663 w 653529"/>
              <a:gd name="connsiteY2" fmla="*/ 2181391 h 2747742"/>
              <a:gd name="connsiteX3" fmla="*/ 531055 w 653529"/>
              <a:gd name="connsiteY3" fmla="*/ 1967294 h 2747742"/>
              <a:gd name="connsiteX4" fmla="*/ 649625 w 653529"/>
              <a:gd name="connsiteY4" fmla="*/ 1693046 h 2747742"/>
              <a:gd name="connsiteX5" fmla="*/ 584683 w 653529"/>
              <a:gd name="connsiteY5" fmla="*/ 1409154 h 2747742"/>
              <a:gd name="connsiteX6" fmla="*/ 519587 w 653529"/>
              <a:gd name="connsiteY6" fmla="*/ 891311 h 2747742"/>
              <a:gd name="connsiteX7" fmla="*/ 561116 w 653529"/>
              <a:gd name="connsiteY7" fmla="*/ 593941 h 2747742"/>
              <a:gd name="connsiteX8" fmla="*/ 638035 w 653529"/>
              <a:gd name="connsiteY8" fmla="*/ 450570 h 2747742"/>
              <a:gd name="connsiteX9" fmla="*/ 552830 w 653529"/>
              <a:gd name="connsiteY9" fmla="*/ 263328 h 2747742"/>
              <a:gd name="connsiteX10" fmla="*/ 517873 w 653529"/>
              <a:gd name="connsiteY10" fmla="*/ 206845 h 2747742"/>
              <a:gd name="connsiteX11" fmla="*/ 396524 w 653529"/>
              <a:gd name="connsiteY11" fmla="*/ 230086 h 2747742"/>
              <a:gd name="connsiteX12" fmla="*/ 210307 w 653529"/>
              <a:gd name="connsiteY12" fmla="*/ 858 h 2747742"/>
              <a:gd name="connsiteX13" fmla="*/ 0 w 653529"/>
              <a:gd name="connsiteY13" fmla="*/ 174558 h 2747742"/>
              <a:gd name="connsiteX0" fmla="*/ 340958 w 653529"/>
              <a:gd name="connsiteY0" fmla="*/ 2768637 h 2768637"/>
              <a:gd name="connsiteX1" fmla="*/ 595695 w 653529"/>
              <a:gd name="connsiteY1" fmla="*/ 2362492 h 2768637"/>
              <a:gd name="connsiteX2" fmla="*/ 477663 w 653529"/>
              <a:gd name="connsiteY2" fmla="*/ 2202286 h 2768637"/>
              <a:gd name="connsiteX3" fmla="*/ 531055 w 653529"/>
              <a:gd name="connsiteY3" fmla="*/ 1988189 h 2768637"/>
              <a:gd name="connsiteX4" fmla="*/ 649625 w 653529"/>
              <a:gd name="connsiteY4" fmla="*/ 1713941 h 2768637"/>
              <a:gd name="connsiteX5" fmla="*/ 584683 w 653529"/>
              <a:gd name="connsiteY5" fmla="*/ 1430049 h 2768637"/>
              <a:gd name="connsiteX6" fmla="*/ 519587 w 653529"/>
              <a:gd name="connsiteY6" fmla="*/ 912206 h 2768637"/>
              <a:gd name="connsiteX7" fmla="*/ 561116 w 653529"/>
              <a:gd name="connsiteY7" fmla="*/ 614836 h 2768637"/>
              <a:gd name="connsiteX8" fmla="*/ 638035 w 653529"/>
              <a:gd name="connsiteY8" fmla="*/ 471465 h 2768637"/>
              <a:gd name="connsiteX9" fmla="*/ 552830 w 653529"/>
              <a:gd name="connsiteY9" fmla="*/ 284223 h 2768637"/>
              <a:gd name="connsiteX10" fmla="*/ 517873 w 653529"/>
              <a:gd name="connsiteY10" fmla="*/ 227740 h 2768637"/>
              <a:gd name="connsiteX11" fmla="*/ 451148 w 653529"/>
              <a:gd name="connsiteY11" fmla="*/ 25270 h 2768637"/>
              <a:gd name="connsiteX12" fmla="*/ 210307 w 653529"/>
              <a:gd name="connsiteY12" fmla="*/ 21753 h 2768637"/>
              <a:gd name="connsiteX13" fmla="*/ 0 w 653529"/>
              <a:gd name="connsiteY13" fmla="*/ 195453 h 2768637"/>
              <a:gd name="connsiteX0" fmla="*/ 595695 w 653529"/>
              <a:gd name="connsiteY0" fmla="*/ 2362492 h 2362492"/>
              <a:gd name="connsiteX1" fmla="*/ 477663 w 653529"/>
              <a:gd name="connsiteY1" fmla="*/ 2202286 h 2362492"/>
              <a:gd name="connsiteX2" fmla="*/ 531055 w 653529"/>
              <a:gd name="connsiteY2" fmla="*/ 1988189 h 2362492"/>
              <a:gd name="connsiteX3" fmla="*/ 649625 w 653529"/>
              <a:gd name="connsiteY3" fmla="*/ 1713941 h 2362492"/>
              <a:gd name="connsiteX4" fmla="*/ 584683 w 653529"/>
              <a:gd name="connsiteY4" fmla="*/ 1430049 h 2362492"/>
              <a:gd name="connsiteX5" fmla="*/ 519587 w 653529"/>
              <a:gd name="connsiteY5" fmla="*/ 912206 h 2362492"/>
              <a:gd name="connsiteX6" fmla="*/ 561116 w 653529"/>
              <a:gd name="connsiteY6" fmla="*/ 614836 h 2362492"/>
              <a:gd name="connsiteX7" fmla="*/ 638035 w 653529"/>
              <a:gd name="connsiteY7" fmla="*/ 471465 h 2362492"/>
              <a:gd name="connsiteX8" fmla="*/ 552830 w 653529"/>
              <a:gd name="connsiteY8" fmla="*/ 284223 h 2362492"/>
              <a:gd name="connsiteX9" fmla="*/ 517873 w 653529"/>
              <a:gd name="connsiteY9" fmla="*/ 227740 h 2362492"/>
              <a:gd name="connsiteX10" fmla="*/ 451148 w 653529"/>
              <a:gd name="connsiteY10" fmla="*/ 25270 h 2362492"/>
              <a:gd name="connsiteX11" fmla="*/ 210307 w 653529"/>
              <a:gd name="connsiteY11" fmla="*/ 21753 h 2362492"/>
              <a:gd name="connsiteX12" fmla="*/ 0 w 653529"/>
              <a:gd name="connsiteY12" fmla="*/ 195453 h 2362492"/>
              <a:gd name="connsiteX0" fmla="*/ 477663 w 653529"/>
              <a:gd name="connsiteY0" fmla="*/ 2202286 h 2202286"/>
              <a:gd name="connsiteX1" fmla="*/ 531055 w 653529"/>
              <a:gd name="connsiteY1" fmla="*/ 1988189 h 2202286"/>
              <a:gd name="connsiteX2" fmla="*/ 649625 w 653529"/>
              <a:gd name="connsiteY2" fmla="*/ 1713941 h 2202286"/>
              <a:gd name="connsiteX3" fmla="*/ 584683 w 653529"/>
              <a:gd name="connsiteY3" fmla="*/ 1430049 h 2202286"/>
              <a:gd name="connsiteX4" fmla="*/ 519587 w 653529"/>
              <a:gd name="connsiteY4" fmla="*/ 912206 h 2202286"/>
              <a:gd name="connsiteX5" fmla="*/ 561116 w 653529"/>
              <a:gd name="connsiteY5" fmla="*/ 614836 h 2202286"/>
              <a:gd name="connsiteX6" fmla="*/ 638035 w 653529"/>
              <a:gd name="connsiteY6" fmla="*/ 471465 h 2202286"/>
              <a:gd name="connsiteX7" fmla="*/ 552830 w 653529"/>
              <a:gd name="connsiteY7" fmla="*/ 284223 h 2202286"/>
              <a:gd name="connsiteX8" fmla="*/ 517873 w 653529"/>
              <a:gd name="connsiteY8" fmla="*/ 227740 h 2202286"/>
              <a:gd name="connsiteX9" fmla="*/ 451148 w 653529"/>
              <a:gd name="connsiteY9" fmla="*/ 25270 h 2202286"/>
              <a:gd name="connsiteX10" fmla="*/ 210307 w 653529"/>
              <a:gd name="connsiteY10" fmla="*/ 21753 h 2202286"/>
              <a:gd name="connsiteX11" fmla="*/ 0 w 653529"/>
              <a:gd name="connsiteY11" fmla="*/ 195453 h 2202286"/>
              <a:gd name="connsiteX0" fmla="*/ 477663 w 653529"/>
              <a:gd name="connsiteY0" fmla="*/ 2202286 h 2202286"/>
              <a:gd name="connsiteX1" fmla="*/ 482350 w 653529"/>
              <a:gd name="connsiteY1" fmla="*/ 1946602 h 2202286"/>
              <a:gd name="connsiteX2" fmla="*/ 649625 w 653529"/>
              <a:gd name="connsiteY2" fmla="*/ 1713941 h 2202286"/>
              <a:gd name="connsiteX3" fmla="*/ 584683 w 653529"/>
              <a:gd name="connsiteY3" fmla="*/ 1430049 h 2202286"/>
              <a:gd name="connsiteX4" fmla="*/ 519587 w 653529"/>
              <a:gd name="connsiteY4" fmla="*/ 912206 h 2202286"/>
              <a:gd name="connsiteX5" fmla="*/ 561116 w 653529"/>
              <a:gd name="connsiteY5" fmla="*/ 614836 h 2202286"/>
              <a:gd name="connsiteX6" fmla="*/ 638035 w 653529"/>
              <a:gd name="connsiteY6" fmla="*/ 471465 h 2202286"/>
              <a:gd name="connsiteX7" fmla="*/ 552830 w 653529"/>
              <a:gd name="connsiteY7" fmla="*/ 284223 h 2202286"/>
              <a:gd name="connsiteX8" fmla="*/ 517873 w 653529"/>
              <a:gd name="connsiteY8" fmla="*/ 227740 h 2202286"/>
              <a:gd name="connsiteX9" fmla="*/ 451148 w 653529"/>
              <a:gd name="connsiteY9" fmla="*/ 25270 h 2202286"/>
              <a:gd name="connsiteX10" fmla="*/ 210307 w 653529"/>
              <a:gd name="connsiteY10" fmla="*/ 21753 h 2202286"/>
              <a:gd name="connsiteX11" fmla="*/ 0 w 653529"/>
              <a:gd name="connsiteY11" fmla="*/ 195453 h 2202286"/>
              <a:gd name="connsiteX0" fmla="*/ 480117 w 653529"/>
              <a:gd name="connsiteY0" fmla="*/ 2180872 h 2180872"/>
              <a:gd name="connsiteX1" fmla="*/ 482350 w 653529"/>
              <a:gd name="connsiteY1" fmla="*/ 1946602 h 2180872"/>
              <a:gd name="connsiteX2" fmla="*/ 649625 w 653529"/>
              <a:gd name="connsiteY2" fmla="*/ 1713941 h 2180872"/>
              <a:gd name="connsiteX3" fmla="*/ 584683 w 653529"/>
              <a:gd name="connsiteY3" fmla="*/ 1430049 h 2180872"/>
              <a:gd name="connsiteX4" fmla="*/ 519587 w 653529"/>
              <a:gd name="connsiteY4" fmla="*/ 912206 h 2180872"/>
              <a:gd name="connsiteX5" fmla="*/ 561116 w 653529"/>
              <a:gd name="connsiteY5" fmla="*/ 614836 h 2180872"/>
              <a:gd name="connsiteX6" fmla="*/ 638035 w 653529"/>
              <a:gd name="connsiteY6" fmla="*/ 471465 h 2180872"/>
              <a:gd name="connsiteX7" fmla="*/ 552830 w 653529"/>
              <a:gd name="connsiteY7" fmla="*/ 284223 h 2180872"/>
              <a:gd name="connsiteX8" fmla="*/ 517873 w 653529"/>
              <a:gd name="connsiteY8" fmla="*/ 227740 h 2180872"/>
              <a:gd name="connsiteX9" fmla="*/ 451148 w 653529"/>
              <a:gd name="connsiteY9" fmla="*/ 25270 h 2180872"/>
              <a:gd name="connsiteX10" fmla="*/ 210307 w 653529"/>
              <a:gd name="connsiteY10" fmla="*/ 21753 h 2180872"/>
              <a:gd name="connsiteX11" fmla="*/ 0 w 653529"/>
              <a:gd name="connsiteY11" fmla="*/ 195453 h 2180872"/>
              <a:gd name="connsiteX0" fmla="*/ 480117 w 653529"/>
              <a:gd name="connsiteY0" fmla="*/ 2180872 h 2180872"/>
              <a:gd name="connsiteX1" fmla="*/ 482350 w 653529"/>
              <a:gd name="connsiteY1" fmla="*/ 1946602 h 2180872"/>
              <a:gd name="connsiteX2" fmla="*/ 649625 w 653529"/>
              <a:gd name="connsiteY2" fmla="*/ 1713941 h 2180872"/>
              <a:gd name="connsiteX3" fmla="*/ 584683 w 653529"/>
              <a:gd name="connsiteY3" fmla="*/ 1430049 h 2180872"/>
              <a:gd name="connsiteX4" fmla="*/ 519587 w 653529"/>
              <a:gd name="connsiteY4" fmla="*/ 912206 h 2180872"/>
              <a:gd name="connsiteX5" fmla="*/ 561116 w 653529"/>
              <a:gd name="connsiteY5" fmla="*/ 614836 h 2180872"/>
              <a:gd name="connsiteX6" fmla="*/ 638035 w 653529"/>
              <a:gd name="connsiteY6" fmla="*/ 471465 h 2180872"/>
              <a:gd name="connsiteX7" fmla="*/ 552830 w 653529"/>
              <a:gd name="connsiteY7" fmla="*/ 284223 h 2180872"/>
              <a:gd name="connsiteX8" fmla="*/ 517873 w 653529"/>
              <a:gd name="connsiteY8" fmla="*/ 227740 h 2180872"/>
              <a:gd name="connsiteX9" fmla="*/ 451148 w 653529"/>
              <a:gd name="connsiteY9" fmla="*/ 25270 h 2180872"/>
              <a:gd name="connsiteX10" fmla="*/ 210307 w 653529"/>
              <a:gd name="connsiteY10" fmla="*/ 21753 h 2180872"/>
              <a:gd name="connsiteX11" fmla="*/ 0 w 653529"/>
              <a:gd name="connsiteY11" fmla="*/ 195453 h 2180872"/>
              <a:gd name="connsiteX0" fmla="*/ 480117 w 651943"/>
              <a:gd name="connsiteY0" fmla="*/ 2180872 h 2180872"/>
              <a:gd name="connsiteX1" fmla="*/ 482350 w 651943"/>
              <a:gd name="connsiteY1" fmla="*/ 1946602 h 2180872"/>
              <a:gd name="connsiteX2" fmla="*/ 649625 w 651943"/>
              <a:gd name="connsiteY2" fmla="*/ 1713941 h 2180872"/>
              <a:gd name="connsiteX3" fmla="*/ 530725 w 651943"/>
              <a:gd name="connsiteY3" fmla="*/ 1388362 h 2180872"/>
              <a:gd name="connsiteX4" fmla="*/ 519587 w 651943"/>
              <a:gd name="connsiteY4" fmla="*/ 912206 h 2180872"/>
              <a:gd name="connsiteX5" fmla="*/ 561116 w 651943"/>
              <a:gd name="connsiteY5" fmla="*/ 614836 h 2180872"/>
              <a:gd name="connsiteX6" fmla="*/ 638035 w 651943"/>
              <a:gd name="connsiteY6" fmla="*/ 471465 h 2180872"/>
              <a:gd name="connsiteX7" fmla="*/ 552830 w 651943"/>
              <a:gd name="connsiteY7" fmla="*/ 284223 h 2180872"/>
              <a:gd name="connsiteX8" fmla="*/ 517873 w 651943"/>
              <a:gd name="connsiteY8" fmla="*/ 227740 h 2180872"/>
              <a:gd name="connsiteX9" fmla="*/ 451148 w 651943"/>
              <a:gd name="connsiteY9" fmla="*/ 25270 h 2180872"/>
              <a:gd name="connsiteX10" fmla="*/ 210307 w 651943"/>
              <a:gd name="connsiteY10" fmla="*/ 21753 h 2180872"/>
              <a:gd name="connsiteX11" fmla="*/ 0 w 651943"/>
              <a:gd name="connsiteY11" fmla="*/ 195453 h 2180872"/>
              <a:gd name="connsiteX0" fmla="*/ 480117 w 651943"/>
              <a:gd name="connsiteY0" fmla="*/ 2180872 h 2180872"/>
              <a:gd name="connsiteX1" fmla="*/ 482350 w 651943"/>
              <a:gd name="connsiteY1" fmla="*/ 1946602 h 2180872"/>
              <a:gd name="connsiteX2" fmla="*/ 649625 w 651943"/>
              <a:gd name="connsiteY2" fmla="*/ 1713941 h 2180872"/>
              <a:gd name="connsiteX3" fmla="*/ 530725 w 651943"/>
              <a:gd name="connsiteY3" fmla="*/ 1388362 h 2180872"/>
              <a:gd name="connsiteX4" fmla="*/ 519587 w 651943"/>
              <a:gd name="connsiteY4" fmla="*/ 912206 h 2180872"/>
              <a:gd name="connsiteX5" fmla="*/ 561116 w 651943"/>
              <a:gd name="connsiteY5" fmla="*/ 614836 h 2180872"/>
              <a:gd name="connsiteX6" fmla="*/ 638035 w 651943"/>
              <a:gd name="connsiteY6" fmla="*/ 471465 h 2180872"/>
              <a:gd name="connsiteX7" fmla="*/ 552830 w 651943"/>
              <a:gd name="connsiteY7" fmla="*/ 284223 h 2180872"/>
              <a:gd name="connsiteX8" fmla="*/ 517873 w 651943"/>
              <a:gd name="connsiteY8" fmla="*/ 227740 h 2180872"/>
              <a:gd name="connsiteX9" fmla="*/ 451148 w 651943"/>
              <a:gd name="connsiteY9" fmla="*/ 25270 h 2180872"/>
              <a:gd name="connsiteX10" fmla="*/ 210307 w 651943"/>
              <a:gd name="connsiteY10" fmla="*/ 21753 h 2180872"/>
              <a:gd name="connsiteX11" fmla="*/ 0 w 651943"/>
              <a:gd name="connsiteY11" fmla="*/ 195453 h 2180872"/>
              <a:gd name="connsiteX0" fmla="*/ 480117 w 652517"/>
              <a:gd name="connsiteY0" fmla="*/ 2180872 h 2180872"/>
              <a:gd name="connsiteX1" fmla="*/ 482350 w 652517"/>
              <a:gd name="connsiteY1" fmla="*/ 1946602 h 2180872"/>
              <a:gd name="connsiteX2" fmla="*/ 649625 w 652517"/>
              <a:gd name="connsiteY2" fmla="*/ 1713941 h 2180872"/>
              <a:gd name="connsiteX3" fmla="*/ 530725 w 652517"/>
              <a:gd name="connsiteY3" fmla="*/ 1388362 h 2180872"/>
              <a:gd name="connsiteX4" fmla="*/ 519587 w 652517"/>
              <a:gd name="connsiteY4" fmla="*/ 912206 h 2180872"/>
              <a:gd name="connsiteX5" fmla="*/ 561116 w 652517"/>
              <a:gd name="connsiteY5" fmla="*/ 614836 h 2180872"/>
              <a:gd name="connsiteX6" fmla="*/ 638035 w 652517"/>
              <a:gd name="connsiteY6" fmla="*/ 471465 h 2180872"/>
              <a:gd name="connsiteX7" fmla="*/ 552830 w 652517"/>
              <a:gd name="connsiteY7" fmla="*/ 284223 h 2180872"/>
              <a:gd name="connsiteX8" fmla="*/ 517873 w 652517"/>
              <a:gd name="connsiteY8" fmla="*/ 227740 h 2180872"/>
              <a:gd name="connsiteX9" fmla="*/ 451148 w 652517"/>
              <a:gd name="connsiteY9" fmla="*/ 25270 h 2180872"/>
              <a:gd name="connsiteX10" fmla="*/ 210307 w 652517"/>
              <a:gd name="connsiteY10" fmla="*/ 21753 h 2180872"/>
              <a:gd name="connsiteX11" fmla="*/ 0 w 652517"/>
              <a:gd name="connsiteY11" fmla="*/ 195453 h 2180872"/>
              <a:gd name="connsiteX0" fmla="*/ 480117 w 652469"/>
              <a:gd name="connsiteY0" fmla="*/ 2180872 h 2180872"/>
              <a:gd name="connsiteX1" fmla="*/ 482350 w 652469"/>
              <a:gd name="connsiteY1" fmla="*/ 1946602 h 2180872"/>
              <a:gd name="connsiteX2" fmla="*/ 649625 w 652469"/>
              <a:gd name="connsiteY2" fmla="*/ 1713941 h 2180872"/>
              <a:gd name="connsiteX3" fmla="*/ 528390 w 652469"/>
              <a:gd name="connsiteY3" fmla="*/ 1338618 h 2180872"/>
              <a:gd name="connsiteX4" fmla="*/ 519587 w 652469"/>
              <a:gd name="connsiteY4" fmla="*/ 912206 h 2180872"/>
              <a:gd name="connsiteX5" fmla="*/ 561116 w 652469"/>
              <a:gd name="connsiteY5" fmla="*/ 614836 h 2180872"/>
              <a:gd name="connsiteX6" fmla="*/ 638035 w 652469"/>
              <a:gd name="connsiteY6" fmla="*/ 471465 h 2180872"/>
              <a:gd name="connsiteX7" fmla="*/ 552830 w 652469"/>
              <a:gd name="connsiteY7" fmla="*/ 284223 h 2180872"/>
              <a:gd name="connsiteX8" fmla="*/ 517873 w 652469"/>
              <a:gd name="connsiteY8" fmla="*/ 227740 h 2180872"/>
              <a:gd name="connsiteX9" fmla="*/ 451148 w 652469"/>
              <a:gd name="connsiteY9" fmla="*/ 25270 h 2180872"/>
              <a:gd name="connsiteX10" fmla="*/ 210307 w 652469"/>
              <a:gd name="connsiteY10" fmla="*/ 21753 h 2180872"/>
              <a:gd name="connsiteX11" fmla="*/ 0 w 652469"/>
              <a:gd name="connsiteY11" fmla="*/ 195453 h 2180872"/>
              <a:gd name="connsiteX0" fmla="*/ 471973 w 644325"/>
              <a:gd name="connsiteY0" fmla="*/ 2181888 h 2181888"/>
              <a:gd name="connsiteX1" fmla="*/ 474206 w 644325"/>
              <a:gd name="connsiteY1" fmla="*/ 1947618 h 2181888"/>
              <a:gd name="connsiteX2" fmla="*/ 641481 w 644325"/>
              <a:gd name="connsiteY2" fmla="*/ 1714957 h 2181888"/>
              <a:gd name="connsiteX3" fmla="*/ 520246 w 644325"/>
              <a:gd name="connsiteY3" fmla="*/ 1339634 h 2181888"/>
              <a:gd name="connsiteX4" fmla="*/ 511443 w 644325"/>
              <a:gd name="connsiteY4" fmla="*/ 913222 h 2181888"/>
              <a:gd name="connsiteX5" fmla="*/ 552972 w 644325"/>
              <a:gd name="connsiteY5" fmla="*/ 615852 h 2181888"/>
              <a:gd name="connsiteX6" fmla="*/ 629891 w 644325"/>
              <a:gd name="connsiteY6" fmla="*/ 472481 h 2181888"/>
              <a:gd name="connsiteX7" fmla="*/ 544686 w 644325"/>
              <a:gd name="connsiteY7" fmla="*/ 285239 h 2181888"/>
              <a:gd name="connsiteX8" fmla="*/ 509729 w 644325"/>
              <a:gd name="connsiteY8" fmla="*/ 228756 h 2181888"/>
              <a:gd name="connsiteX9" fmla="*/ 443004 w 644325"/>
              <a:gd name="connsiteY9" fmla="*/ 26286 h 2181888"/>
              <a:gd name="connsiteX10" fmla="*/ 202163 w 644325"/>
              <a:gd name="connsiteY10" fmla="*/ 22769 h 2181888"/>
              <a:gd name="connsiteX11" fmla="*/ 0 w 644325"/>
              <a:gd name="connsiteY11" fmla="*/ 212436 h 2181888"/>
              <a:gd name="connsiteX0" fmla="*/ 471973 w 644325"/>
              <a:gd name="connsiteY0" fmla="*/ 2181888 h 2181888"/>
              <a:gd name="connsiteX1" fmla="*/ 474206 w 644325"/>
              <a:gd name="connsiteY1" fmla="*/ 1947618 h 2181888"/>
              <a:gd name="connsiteX2" fmla="*/ 641481 w 644325"/>
              <a:gd name="connsiteY2" fmla="*/ 1714957 h 2181888"/>
              <a:gd name="connsiteX3" fmla="*/ 520246 w 644325"/>
              <a:gd name="connsiteY3" fmla="*/ 1339634 h 2181888"/>
              <a:gd name="connsiteX4" fmla="*/ 511443 w 644325"/>
              <a:gd name="connsiteY4" fmla="*/ 913222 h 2181888"/>
              <a:gd name="connsiteX5" fmla="*/ 552972 w 644325"/>
              <a:gd name="connsiteY5" fmla="*/ 615852 h 2181888"/>
              <a:gd name="connsiteX6" fmla="*/ 629891 w 644325"/>
              <a:gd name="connsiteY6" fmla="*/ 472481 h 2181888"/>
              <a:gd name="connsiteX7" fmla="*/ 544686 w 644325"/>
              <a:gd name="connsiteY7" fmla="*/ 285239 h 2181888"/>
              <a:gd name="connsiteX8" fmla="*/ 509729 w 644325"/>
              <a:gd name="connsiteY8" fmla="*/ 228756 h 2181888"/>
              <a:gd name="connsiteX9" fmla="*/ 443004 w 644325"/>
              <a:gd name="connsiteY9" fmla="*/ 26286 h 2181888"/>
              <a:gd name="connsiteX10" fmla="*/ 202163 w 644325"/>
              <a:gd name="connsiteY10" fmla="*/ 22769 h 2181888"/>
              <a:gd name="connsiteX11" fmla="*/ 0 w 644325"/>
              <a:gd name="connsiteY11" fmla="*/ 212436 h 2181888"/>
              <a:gd name="connsiteX0" fmla="*/ 269810 w 442162"/>
              <a:gd name="connsiteY0" fmla="*/ 2181888 h 2181888"/>
              <a:gd name="connsiteX1" fmla="*/ 272043 w 442162"/>
              <a:gd name="connsiteY1" fmla="*/ 1947618 h 2181888"/>
              <a:gd name="connsiteX2" fmla="*/ 439318 w 442162"/>
              <a:gd name="connsiteY2" fmla="*/ 1714957 h 2181888"/>
              <a:gd name="connsiteX3" fmla="*/ 318083 w 442162"/>
              <a:gd name="connsiteY3" fmla="*/ 1339634 h 2181888"/>
              <a:gd name="connsiteX4" fmla="*/ 309280 w 442162"/>
              <a:gd name="connsiteY4" fmla="*/ 913222 h 2181888"/>
              <a:gd name="connsiteX5" fmla="*/ 350809 w 442162"/>
              <a:gd name="connsiteY5" fmla="*/ 615852 h 2181888"/>
              <a:gd name="connsiteX6" fmla="*/ 427728 w 442162"/>
              <a:gd name="connsiteY6" fmla="*/ 472481 h 2181888"/>
              <a:gd name="connsiteX7" fmla="*/ 342523 w 442162"/>
              <a:gd name="connsiteY7" fmla="*/ 285239 h 2181888"/>
              <a:gd name="connsiteX8" fmla="*/ 307566 w 442162"/>
              <a:gd name="connsiteY8" fmla="*/ 228756 h 2181888"/>
              <a:gd name="connsiteX9" fmla="*/ 240841 w 442162"/>
              <a:gd name="connsiteY9" fmla="*/ 26286 h 2181888"/>
              <a:gd name="connsiteX10" fmla="*/ 0 w 442162"/>
              <a:gd name="connsiteY10" fmla="*/ 22769 h 2181888"/>
              <a:gd name="connsiteX0" fmla="*/ 272043 w 442162"/>
              <a:gd name="connsiteY0" fmla="*/ 1947618 h 1947618"/>
              <a:gd name="connsiteX1" fmla="*/ 439318 w 442162"/>
              <a:gd name="connsiteY1" fmla="*/ 1714957 h 1947618"/>
              <a:gd name="connsiteX2" fmla="*/ 318083 w 442162"/>
              <a:gd name="connsiteY2" fmla="*/ 1339634 h 1947618"/>
              <a:gd name="connsiteX3" fmla="*/ 309280 w 442162"/>
              <a:gd name="connsiteY3" fmla="*/ 913222 h 1947618"/>
              <a:gd name="connsiteX4" fmla="*/ 350809 w 442162"/>
              <a:gd name="connsiteY4" fmla="*/ 615852 h 1947618"/>
              <a:gd name="connsiteX5" fmla="*/ 427728 w 442162"/>
              <a:gd name="connsiteY5" fmla="*/ 472481 h 1947618"/>
              <a:gd name="connsiteX6" fmla="*/ 342523 w 442162"/>
              <a:gd name="connsiteY6" fmla="*/ 285239 h 1947618"/>
              <a:gd name="connsiteX7" fmla="*/ 307566 w 442162"/>
              <a:gd name="connsiteY7" fmla="*/ 228756 h 1947618"/>
              <a:gd name="connsiteX8" fmla="*/ 240841 w 442162"/>
              <a:gd name="connsiteY8" fmla="*/ 26286 h 1947618"/>
              <a:gd name="connsiteX9" fmla="*/ 0 w 442162"/>
              <a:gd name="connsiteY9" fmla="*/ 22769 h 1947618"/>
              <a:gd name="connsiteX0" fmla="*/ 393568 w 442162"/>
              <a:gd name="connsiteY0" fmla="*/ 1776859 h 1776859"/>
              <a:gd name="connsiteX1" fmla="*/ 439318 w 442162"/>
              <a:gd name="connsiteY1" fmla="*/ 1714957 h 1776859"/>
              <a:gd name="connsiteX2" fmla="*/ 318083 w 442162"/>
              <a:gd name="connsiteY2" fmla="*/ 1339634 h 1776859"/>
              <a:gd name="connsiteX3" fmla="*/ 309280 w 442162"/>
              <a:gd name="connsiteY3" fmla="*/ 913222 h 1776859"/>
              <a:gd name="connsiteX4" fmla="*/ 350809 w 442162"/>
              <a:gd name="connsiteY4" fmla="*/ 615852 h 1776859"/>
              <a:gd name="connsiteX5" fmla="*/ 427728 w 442162"/>
              <a:gd name="connsiteY5" fmla="*/ 472481 h 1776859"/>
              <a:gd name="connsiteX6" fmla="*/ 342523 w 442162"/>
              <a:gd name="connsiteY6" fmla="*/ 285239 h 1776859"/>
              <a:gd name="connsiteX7" fmla="*/ 307566 w 442162"/>
              <a:gd name="connsiteY7" fmla="*/ 228756 h 1776859"/>
              <a:gd name="connsiteX8" fmla="*/ 240841 w 442162"/>
              <a:gd name="connsiteY8" fmla="*/ 26286 h 1776859"/>
              <a:gd name="connsiteX9" fmla="*/ 0 w 442162"/>
              <a:gd name="connsiteY9" fmla="*/ 22769 h 1776859"/>
              <a:gd name="connsiteX0" fmla="*/ 393568 w 464463"/>
              <a:gd name="connsiteY0" fmla="*/ 1776859 h 1776859"/>
              <a:gd name="connsiteX1" fmla="*/ 461960 w 464463"/>
              <a:gd name="connsiteY1" fmla="*/ 1683715 h 1776859"/>
              <a:gd name="connsiteX2" fmla="*/ 318083 w 464463"/>
              <a:gd name="connsiteY2" fmla="*/ 1339634 h 1776859"/>
              <a:gd name="connsiteX3" fmla="*/ 309280 w 464463"/>
              <a:gd name="connsiteY3" fmla="*/ 913222 h 1776859"/>
              <a:gd name="connsiteX4" fmla="*/ 350809 w 464463"/>
              <a:gd name="connsiteY4" fmla="*/ 615852 h 1776859"/>
              <a:gd name="connsiteX5" fmla="*/ 427728 w 464463"/>
              <a:gd name="connsiteY5" fmla="*/ 472481 h 1776859"/>
              <a:gd name="connsiteX6" fmla="*/ 342523 w 464463"/>
              <a:gd name="connsiteY6" fmla="*/ 285239 h 1776859"/>
              <a:gd name="connsiteX7" fmla="*/ 307566 w 464463"/>
              <a:gd name="connsiteY7" fmla="*/ 228756 h 1776859"/>
              <a:gd name="connsiteX8" fmla="*/ 240841 w 464463"/>
              <a:gd name="connsiteY8" fmla="*/ 26286 h 1776859"/>
              <a:gd name="connsiteX9" fmla="*/ 0 w 464463"/>
              <a:gd name="connsiteY9" fmla="*/ 22769 h 1776859"/>
              <a:gd name="connsiteX0" fmla="*/ 393568 w 464835"/>
              <a:gd name="connsiteY0" fmla="*/ 1776859 h 1776859"/>
              <a:gd name="connsiteX1" fmla="*/ 461960 w 464835"/>
              <a:gd name="connsiteY1" fmla="*/ 1683715 h 1776859"/>
              <a:gd name="connsiteX2" fmla="*/ 338568 w 464835"/>
              <a:gd name="connsiteY2" fmla="*/ 1311368 h 1776859"/>
              <a:gd name="connsiteX3" fmla="*/ 309280 w 464835"/>
              <a:gd name="connsiteY3" fmla="*/ 913222 h 1776859"/>
              <a:gd name="connsiteX4" fmla="*/ 350809 w 464835"/>
              <a:gd name="connsiteY4" fmla="*/ 615852 h 1776859"/>
              <a:gd name="connsiteX5" fmla="*/ 427728 w 464835"/>
              <a:gd name="connsiteY5" fmla="*/ 472481 h 1776859"/>
              <a:gd name="connsiteX6" fmla="*/ 342523 w 464835"/>
              <a:gd name="connsiteY6" fmla="*/ 285239 h 1776859"/>
              <a:gd name="connsiteX7" fmla="*/ 307566 w 464835"/>
              <a:gd name="connsiteY7" fmla="*/ 228756 h 1776859"/>
              <a:gd name="connsiteX8" fmla="*/ 240841 w 464835"/>
              <a:gd name="connsiteY8" fmla="*/ 26286 h 1776859"/>
              <a:gd name="connsiteX9" fmla="*/ 0 w 464835"/>
              <a:gd name="connsiteY9" fmla="*/ 22769 h 1776859"/>
              <a:gd name="connsiteX0" fmla="*/ 393568 w 464835"/>
              <a:gd name="connsiteY0" fmla="*/ 1802034 h 1802034"/>
              <a:gd name="connsiteX1" fmla="*/ 461960 w 464835"/>
              <a:gd name="connsiteY1" fmla="*/ 1708890 h 1802034"/>
              <a:gd name="connsiteX2" fmla="*/ 338568 w 464835"/>
              <a:gd name="connsiteY2" fmla="*/ 1336543 h 1802034"/>
              <a:gd name="connsiteX3" fmla="*/ 309280 w 464835"/>
              <a:gd name="connsiteY3" fmla="*/ 938397 h 1802034"/>
              <a:gd name="connsiteX4" fmla="*/ 350809 w 464835"/>
              <a:gd name="connsiteY4" fmla="*/ 641027 h 1802034"/>
              <a:gd name="connsiteX5" fmla="*/ 427728 w 464835"/>
              <a:gd name="connsiteY5" fmla="*/ 497656 h 1802034"/>
              <a:gd name="connsiteX6" fmla="*/ 342523 w 464835"/>
              <a:gd name="connsiteY6" fmla="*/ 310414 h 1802034"/>
              <a:gd name="connsiteX7" fmla="*/ 307566 w 464835"/>
              <a:gd name="connsiteY7" fmla="*/ 253931 h 1802034"/>
              <a:gd name="connsiteX8" fmla="*/ 312726 w 464835"/>
              <a:gd name="connsiteY8" fmla="*/ 13642 h 1802034"/>
              <a:gd name="connsiteX9" fmla="*/ 0 w 464835"/>
              <a:gd name="connsiteY9" fmla="*/ 47944 h 1802034"/>
              <a:gd name="connsiteX0" fmla="*/ 306153 w 377420"/>
              <a:gd name="connsiteY0" fmla="*/ 1809593 h 1809593"/>
              <a:gd name="connsiteX1" fmla="*/ 374545 w 377420"/>
              <a:gd name="connsiteY1" fmla="*/ 1716449 h 1809593"/>
              <a:gd name="connsiteX2" fmla="*/ 251153 w 377420"/>
              <a:gd name="connsiteY2" fmla="*/ 1344102 h 1809593"/>
              <a:gd name="connsiteX3" fmla="*/ 221865 w 377420"/>
              <a:gd name="connsiteY3" fmla="*/ 945956 h 1809593"/>
              <a:gd name="connsiteX4" fmla="*/ 263394 w 377420"/>
              <a:gd name="connsiteY4" fmla="*/ 648586 h 1809593"/>
              <a:gd name="connsiteX5" fmla="*/ 340313 w 377420"/>
              <a:gd name="connsiteY5" fmla="*/ 505215 h 1809593"/>
              <a:gd name="connsiteX6" fmla="*/ 255108 w 377420"/>
              <a:gd name="connsiteY6" fmla="*/ 317973 h 1809593"/>
              <a:gd name="connsiteX7" fmla="*/ 220151 w 377420"/>
              <a:gd name="connsiteY7" fmla="*/ 261490 h 1809593"/>
              <a:gd name="connsiteX8" fmla="*/ 225311 w 377420"/>
              <a:gd name="connsiteY8" fmla="*/ 21201 h 1809593"/>
              <a:gd name="connsiteX9" fmla="*/ 0 w 377420"/>
              <a:gd name="connsiteY9" fmla="*/ 33079 h 1809593"/>
              <a:gd name="connsiteX0" fmla="*/ 306153 w 377420"/>
              <a:gd name="connsiteY0" fmla="*/ 1821139 h 1821139"/>
              <a:gd name="connsiteX1" fmla="*/ 374545 w 377420"/>
              <a:gd name="connsiteY1" fmla="*/ 1727995 h 1821139"/>
              <a:gd name="connsiteX2" fmla="*/ 251153 w 377420"/>
              <a:gd name="connsiteY2" fmla="*/ 1355648 h 1821139"/>
              <a:gd name="connsiteX3" fmla="*/ 221865 w 377420"/>
              <a:gd name="connsiteY3" fmla="*/ 957502 h 1821139"/>
              <a:gd name="connsiteX4" fmla="*/ 263394 w 377420"/>
              <a:gd name="connsiteY4" fmla="*/ 660132 h 1821139"/>
              <a:gd name="connsiteX5" fmla="*/ 340313 w 377420"/>
              <a:gd name="connsiteY5" fmla="*/ 516761 h 1821139"/>
              <a:gd name="connsiteX6" fmla="*/ 255108 w 377420"/>
              <a:gd name="connsiteY6" fmla="*/ 329519 h 1821139"/>
              <a:gd name="connsiteX7" fmla="*/ 220151 w 377420"/>
              <a:gd name="connsiteY7" fmla="*/ 273036 h 1821139"/>
              <a:gd name="connsiteX8" fmla="*/ 225311 w 377420"/>
              <a:gd name="connsiteY8" fmla="*/ 32747 h 1821139"/>
              <a:gd name="connsiteX9" fmla="*/ 0 w 377420"/>
              <a:gd name="connsiteY9" fmla="*/ 44625 h 1821139"/>
              <a:gd name="connsiteX0" fmla="*/ 306153 w 377420"/>
              <a:gd name="connsiteY0" fmla="*/ 1829609 h 1829609"/>
              <a:gd name="connsiteX1" fmla="*/ 374545 w 377420"/>
              <a:gd name="connsiteY1" fmla="*/ 1736465 h 1829609"/>
              <a:gd name="connsiteX2" fmla="*/ 251153 w 377420"/>
              <a:gd name="connsiteY2" fmla="*/ 1364118 h 1829609"/>
              <a:gd name="connsiteX3" fmla="*/ 221865 w 377420"/>
              <a:gd name="connsiteY3" fmla="*/ 965972 h 1829609"/>
              <a:gd name="connsiteX4" fmla="*/ 263394 w 377420"/>
              <a:gd name="connsiteY4" fmla="*/ 668602 h 1829609"/>
              <a:gd name="connsiteX5" fmla="*/ 340313 w 377420"/>
              <a:gd name="connsiteY5" fmla="*/ 525231 h 1829609"/>
              <a:gd name="connsiteX6" fmla="*/ 255108 w 377420"/>
              <a:gd name="connsiteY6" fmla="*/ 337989 h 1829609"/>
              <a:gd name="connsiteX7" fmla="*/ 220151 w 377420"/>
              <a:gd name="connsiteY7" fmla="*/ 281506 h 1829609"/>
              <a:gd name="connsiteX8" fmla="*/ 241016 w 377420"/>
              <a:gd name="connsiteY8" fmla="*/ 25682 h 1829609"/>
              <a:gd name="connsiteX9" fmla="*/ 0 w 377420"/>
              <a:gd name="connsiteY9" fmla="*/ 53095 h 1829609"/>
              <a:gd name="connsiteX0" fmla="*/ 306153 w 377420"/>
              <a:gd name="connsiteY0" fmla="*/ 1826932 h 1826932"/>
              <a:gd name="connsiteX1" fmla="*/ 374545 w 377420"/>
              <a:gd name="connsiteY1" fmla="*/ 1733788 h 1826932"/>
              <a:gd name="connsiteX2" fmla="*/ 251153 w 377420"/>
              <a:gd name="connsiteY2" fmla="*/ 1361441 h 1826932"/>
              <a:gd name="connsiteX3" fmla="*/ 221865 w 377420"/>
              <a:gd name="connsiteY3" fmla="*/ 963295 h 1826932"/>
              <a:gd name="connsiteX4" fmla="*/ 263394 w 377420"/>
              <a:gd name="connsiteY4" fmla="*/ 665925 h 1826932"/>
              <a:gd name="connsiteX5" fmla="*/ 340313 w 377420"/>
              <a:gd name="connsiteY5" fmla="*/ 522554 h 1826932"/>
              <a:gd name="connsiteX6" fmla="*/ 255108 w 377420"/>
              <a:gd name="connsiteY6" fmla="*/ 335312 h 1826932"/>
              <a:gd name="connsiteX7" fmla="*/ 248183 w 377420"/>
              <a:gd name="connsiteY7" fmla="*/ 240148 h 1826932"/>
              <a:gd name="connsiteX8" fmla="*/ 241016 w 377420"/>
              <a:gd name="connsiteY8" fmla="*/ 23005 h 1826932"/>
              <a:gd name="connsiteX9" fmla="*/ 0 w 377420"/>
              <a:gd name="connsiteY9" fmla="*/ 50418 h 1826932"/>
              <a:gd name="connsiteX0" fmla="*/ 362607 w 377420"/>
              <a:gd name="connsiteY0" fmla="*/ 1850300 h 1850300"/>
              <a:gd name="connsiteX1" fmla="*/ 374545 w 377420"/>
              <a:gd name="connsiteY1" fmla="*/ 1733788 h 1850300"/>
              <a:gd name="connsiteX2" fmla="*/ 251153 w 377420"/>
              <a:gd name="connsiteY2" fmla="*/ 1361441 h 1850300"/>
              <a:gd name="connsiteX3" fmla="*/ 221865 w 377420"/>
              <a:gd name="connsiteY3" fmla="*/ 963295 h 1850300"/>
              <a:gd name="connsiteX4" fmla="*/ 263394 w 377420"/>
              <a:gd name="connsiteY4" fmla="*/ 665925 h 1850300"/>
              <a:gd name="connsiteX5" fmla="*/ 340313 w 377420"/>
              <a:gd name="connsiteY5" fmla="*/ 522554 h 1850300"/>
              <a:gd name="connsiteX6" fmla="*/ 255108 w 377420"/>
              <a:gd name="connsiteY6" fmla="*/ 335312 h 1850300"/>
              <a:gd name="connsiteX7" fmla="*/ 248183 w 377420"/>
              <a:gd name="connsiteY7" fmla="*/ 240148 h 1850300"/>
              <a:gd name="connsiteX8" fmla="*/ 241016 w 377420"/>
              <a:gd name="connsiteY8" fmla="*/ 23005 h 1850300"/>
              <a:gd name="connsiteX9" fmla="*/ 0 w 377420"/>
              <a:gd name="connsiteY9" fmla="*/ 50418 h 1850300"/>
              <a:gd name="connsiteX0" fmla="*/ 362607 w 362607"/>
              <a:gd name="connsiteY0" fmla="*/ 1850300 h 1850300"/>
              <a:gd name="connsiteX1" fmla="*/ 251153 w 362607"/>
              <a:gd name="connsiteY1" fmla="*/ 1361441 h 1850300"/>
              <a:gd name="connsiteX2" fmla="*/ 221865 w 362607"/>
              <a:gd name="connsiteY2" fmla="*/ 963295 h 1850300"/>
              <a:gd name="connsiteX3" fmla="*/ 263394 w 362607"/>
              <a:gd name="connsiteY3" fmla="*/ 665925 h 1850300"/>
              <a:gd name="connsiteX4" fmla="*/ 340313 w 362607"/>
              <a:gd name="connsiteY4" fmla="*/ 522554 h 1850300"/>
              <a:gd name="connsiteX5" fmla="*/ 255108 w 362607"/>
              <a:gd name="connsiteY5" fmla="*/ 335312 h 1850300"/>
              <a:gd name="connsiteX6" fmla="*/ 248183 w 362607"/>
              <a:gd name="connsiteY6" fmla="*/ 240148 h 1850300"/>
              <a:gd name="connsiteX7" fmla="*/ 241016 w 362607"/>
              <a:gd name="connsiteY7" fmla="*/ 23005 h 1850300"/>
              <a:gd name="connsiteX8" fmla="*/ 0 w 362607"/>
              <a:gd name="connsiteY8" fmla="*/ 50418 h 1850300"/>
              <a:gd name="connsiteX0" fmla="*/ 362607 w 374896"/>
              <a:gd name="connsiteY0" fmla="*/ 1850300 h 1850300"/>
              <a:gd name="connsiteX1" fmla="*/ 251153 w 374896"/>
              <a:gd name="connsiteY1" fmla="*/ 1361441 h 1850300"/>
              <a:gd name="connsiteX2" fmla="*/ 221865 w 374896"/>
              <a:gd name="connsiteY2" fmla="*/ 963295 h 1850300"/>
              <a:gd name="connsiteX3" fmla="*/ 263394 w 374896"/>
              <a:gd name="connsiteY3" fmla="*/ 665925 h 1850300"/>
              <a:gd name="connsiteX4" fmla="*/ 340313 w 374896"/>
              <a:gd name="connsiteY4" fmla="*/ 522554 h 1850300"/>
              <a:gd name="connsiteX5" fmla="*/ 255108 w 374896"/>
              <a:gd name="connsiteY5" fmla="*/ 335312 h 1850300"/>
              <a:gd name="connsiteX6" fmla="*/ 248183 w 374896"/>
              <a:gd name="connsiteY6" fmla="*/ 240148 h 1850300"/>
              <a:gd name="connsiteX7" fmla="*/ 241016 w 374896"/>
              <a:gd name="connsiteY7" fmla="*/ 23005 h 1850300"/>
              <a:gd name="connsiteX8" fmla="*/ 0 w 374896"/>
              <a:gd name="connsiteY8" fmla="*/ 50418 h 1850300"/>
              <a:gd name="connsiteX0" fmla="*/ 362607 w 372518"/>
              <a:gd name="connsiteY0" fmla="*/ 1850300 h 1850300"/>
              <a:gd name="connsiteX1" fmla="*/ 251153 w 372518"/>
              <a:gd name="connsiteY1" fmla="*/ 1361441 h 1850300"/>
              <a:gd name="connsiteX2" fmla="*/ 221865 w 372518"/>
              <a:gd name="connsiteY2" fmla="*/ 963295 h 1850300"/>
              <a:gd name="connsiteX3" fmla="*/ 263394 w 372518"/>
              <a:gd name="connsiteY3" fmla="*/ 665925 h 1850300"/>
              <a:gd name="connsiteX4" fmla="*/ 340313 w 372518"/>
              <a:gd name="connsiteY4" fmla="*/ 522554 h 1850300"/>
              <a:gd name="connsiteX5" fmla="*/ 255108 w 372518"/>
              <a:gd name="connsiteY5" fmla="*/ 335312 h 1850300"/>
              <a:gd name="connsiteX6" fmla="*/ 248183 w 372518"/>
              <a:gd name="connsiteY6" fmla="*/ 240148 h 1850300"/>
              <a:gd name="connsiteX7" fmla="*/ 241016 w 372518"/>
              <a:gd name="connsiteY7" fmla="*/ 23005 h 1850300"/>
              <a:gd name="connsiteX8" fmla="*/ 0 w 372518"/>
              <a:gd name="connsiteY8" fmla="*/ 50418 h 1850300"/>
              <a:gd name="connsiteX0" fmla="*/ 362607 w 373922"/>
              <a:gd name="connsiteY0" fmla="*/ 1850300 h 1850300"/>
              <a:gd name="connsiteX1" fmla="*/ 278834 w 373922"/>
              <a:gd name="connsiteY1" fmla="*/ 1384619 h 1850300"/>
              <a:gd name="connsiteX2" fmla="*/ 221865 w 373922"/>
              <a:gd name="connsiteY2" fmla="*/ 963295 h 1850300"/>
              <a:gd name="connsiteX3" fmla="*/ 263394 w 373922"/>
              <a:gd name="connsiteY3" fmla="*/ 665925 h 1850300"/>
              <a:gd name="connsiteX4" fmla="*/ 340313 w 373922"/>
              <a:gd name="connsiteY4" fmla="*/ 522554 h 1850300"/>
              <a:gd name="connsiteX5" fmla="*/ 255108 w 373922"/>
              <a:gd name="connsiteY5" fmla="*/ 335312 h 1850300"/>
              <a:gd name="connsiteX6" fmla="*/ 248183 w 373922"/>
              <a:gd name="connsiteY6" fmla="*/ 240148 h 1850300"/>
              <a:gd name="connsiteX7" fmla="*/ 241016 w 373922"/>
              <a:gd name="connsiteY7" fmla="*/ 23005 h 1850300"/>
              <a:gd name="connsiteX8" fmla="*/ 0 w 373922"/>
              <a:gd name="connsiteY8" fmla="*/ 50418 h 1850300"/>
              <a:gd name="connsiteX0" fmla="*/ 362607 w 373922"/>
              <a:gd name="connsiteY0" fmla="*/ 1850300 h 1850300"/>
              <a:gd name="connsiteX1" fmla="*/ 278834 w 373922"/>
              <a:gd name="connsiteY1" fmla="*/ 1384619 h 1850300"/>
              <a:gd name="connsiteX2" fmla="*/ 221865 w 373922"/>
              <a:gd name="connsiteY2" fmla="*/ 963295 h 1850300"/>
              <a:gd name="connsiteX3" fmla="*/ 263394 w 373922"/>
              <a:gd name="connsiteY3" fmla="*/ 665925 h 1850300"/>
              <a:gd name="connsiteX4" fmla="*/ 340313 w 373922"/>
              <a:gd name="connsiteY4" fmla="*/ 522554 h 1850300"/>
              <a:gd name="connsiteX5" fmla="*/ 255108 w 373922"/>
              <a:gd name="connsiteY5" fmla="*/ 335312 h 1850300"/>
              <a:gd name="connsiteX6" fmla="*/ 248183 w 373922"/>
              <a:gd name="connsiteY6" fmla="*/ 240148 h 1850300"/>
              <a:gd name="connsiteX7" fmla="*/ 241016 w 373922"/>
              <a:gd name="connsiteY7" fmla="*/ 23005 h 1850300"/>
              <a:gd name="connsiteX8" fmla="*/ 0 w 373922"/>
              <a:gd name="connsiteY8" fmla="*/ 50418 h 185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922" h="1850300">
                <a:moveTo>
                  <a:pt x="362607" y="1850300"/>
                </a:moveTo>
                <a:cubicBezTo>
                  <a:pt x="416999" y="1662840"/>
                  <a:pt x="256426" y="1546640"/>
                  <a:pt x="278834" y="1384619"/>
                </a:cubicBezTo>
                <a:cubicBezTo>
                  <a:pt x="301242" y="1222598"/>
                  <a:pt x="265782" y="1133352"/>
                  <a:pt x="221865" y="963295"/>
                </a:cubicBezTo>
                <a:cubicBezTo>
                  <a:pt x="229581" y="863378"/>
                  <a:pt x="243653" y="739382"/>
                  <a:pt x="263394" y="665925"/>
                </a:cubicBezTo>
                <a:cubicBezTo>
                  <a:pt x="283135" y="592468"/>
                  <a:pt x="339932" y="576275"/>
                  <a:pt x="340313" y="522554"/>
                </a:cubicBezTo>
                <a:cubicBezTo>
                  <a:pt x="340694" y="465594"/>
                  <a:pt x="270463" y="382380"/>
                  <a:pt x="255108" y="335312"/>
                </a:cubicBezTo>
                <a:cubicBezTo>
                  <a:pt x="239753" y="288244"/>
                  <a:pt x="250532" y="292199"/>
                  <a:pt x="248183" y="240148"/>
                </a:cubicBezTo>
                <a:cubicBezTo>
                  <a:pt x="245834" y="188097"/>
                  <a:pt x="282380" y="54627"/>
                  <a:pt x="241016" y="23005"/>
                </a:cubicBezTo>
                <a:cubicBezTo>
                  <a:pt x="199652" y="-8617"/>
                  <a:pt x="107401" y="-14652"/>
                  <a:pt x="0" y="50418"/>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1" name="Freeform: Shape 20">
            <a:extLst>
              <a:ext uri="{FF2B5EF4-FFF2-40B4-BE49-F238E27FC236}">
                <a16:creationId xmlns:a16="http://schemas.microsoft.com/office/drawing/2014/main" id="{CD1DE4A6-AA8F-1294-1AAF-A3739E0386D5}"/>
              </a:ext>
            </a:extLst>
          </p:cNvPr>
          <p:cNvSpPr/>
          <p:nvPr userDrawn="1"/>
        </p:nvSpPr>
        <p:spPr>
          <a:xfrm rot="19324894">
            <a:off x="723470" y="4603772"/>
            <a:ext cx="495501" cy="2672389"/>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062627 w 2062627"/>
              <a:gd name="connsiteY0" fmla="*/ 3133037 h 3133037"/>
              <a:gd name="connsiteX1" fmla="*/ 1980575 w 2062627"/>
              <a:gd name="connsiteY1" fmla="*/ 2137763 h 3133037"/>
              <a:gd name="connsiteX2" fmla="*/ 1870466 w 2062627"/>
              <a:gd name="connsiteY2" fmla="*/ 1853061 h 3133037"/>
              <a:gd name="connsiteX3" fmla="*/ 1813030 w 2062627"/>
              <a:gd name="connsiteY3" fmla="*/ 1618555 h 3133037"/>
              <a:gd name="connsiteX4" fmla="*/ 1757976 w 2062627"/>
              <a:gd name="connsiteY4" fmla="*/ 1324232 h 3133037"/>
              <a:gd name="connsiteX5" fmla="*/ 1772359 w 2062627"/>
              <a:gd name="connsiteY5" fmla="*/ 1075439 h 3133037"/>
              <a:gd name="connsiteX6" fmla="*/ 1796266 w 2062627"/>
              <a:gd name="connsiteY6" fmla="*/ 929516 h 3133037"/>
              <a:gd name="connsiteX7" fmla="*/ 1853702 w 2062627"/>
              <a:gd name="connsiteY7" fmla="*/ 637575 h 3133037"/>
              <a:gd name="connsiteX8" fmla="*/ 1879991 w 2062627"/>
              <a:gd name="connsiteY8" fmla="*/ 427073 h 3133037"/>
              <a:gd name="connsiteX9" fmla="*/ 1678315 w 2062627"/>
              <a:gd name="connsiteY9" fmla="*/ 3101 h 3133037"/>
              <a:gd name="connsiteX10" fmla="*/ 1407043 w 2062627"/>
              <a:gd name="connsiteY10" fmla="*/ 250943 h 3133037"/>
              <a:gd name="connsiteX11" fmla="*/ 1016743 w 2062627"/>
              <a:gd name="connsiteY11" fmla="*/ 874929 h 3133037"/>
              <a:gd name="connsiteX12" fmla="*/ 425510 w 2062627"/>
              <a:gd name="connsiteY12" fmla="*/ 1765417 h 3133037"/>
              <a:gd name="connsiteX13" fmla="*/ 20829 w 2062627"/>
              <a:gd name="connsiteY13" fmla="*/ 2288401 h 3133037"/>
              <a:gd name="connsiteX14" fmla="*/ 71044 w 2062627"/>
              <a:gd name="connsiteY14" fmla="*/ 2733373 h 3133037"/>
              <a:gd name="connsiteX0" fmla="*/ 2062627 w 2133207"/>
              <a:gd name="connsiteY0" fmla="*/ 3133037 h 3133037"/>
              <a:gd name="connsiteX1" fmla="*/ 1980575 w 2133207"/>
              <a:gd name="connsiteY1" fmla="*/ 2137763 h 3133037"/>
              <a:gd name="connsiteX2" fmla="*/ 1870466 w 2133207"/>
              <a:gd name="connsiteY2" fmla="*/ 1853061 h 3133037"/>
              <a:gd name="connsiteX3" fmla="*/ 1813030 w 2133207"/>
              <a:gd name="connsiteY3" fmla="*/ 1618555 h 3133037"/>
              <a:gd name="connsiteX4" fmla="*/ 1757976 w 2133207"/>
              <a:gd name="connsiteY4" fmla="*/ 1324232 h 3133037"/>
              <a:gd name="connsiteX5" fmla="*/ 1772359 w 2133207"/>
              <a:gd name="connsiteY5" fmla="*/ 1075439 h 3133037"/>
              <a:gd name="connsiteX6" fmla="*/ 1796266 w 2133207"/>
              <a:gd name="connsiteY6" fmla="*/ 929516 h 3133037"/>
              <a:gd name="connsiteX7" fmla="*/ 1853702 w 2133207"/>
              <a:gd name="connsiteY7" fmla="*/ 637575 h 3133037"/>
              <a:gd name="connsiteX8" fmla="*/ 1879991 w 2133207"/>
              <a:gd name="connsiteY8" fmla="*/ 427073 h 3133037"/>
              <a:gd name="connsiteX9" fmla="*/ 1678315 w 2133207"/>
              <a:gd name="connsiteY9" fmla="*/ 3101 h 3133037"/>
              <a:gd name="connsiteX10" fmla="*/ 1407043 w 2133207"/>
              <a:gd name="connsiteY10" fmla="*/ 250943 h 3133037"/>
              <a:gd name="connsiteX11" fmla="*/ 1016743 w 2133207"/>
              <a:gd name="connsiteY11" fmla="*/ 874929 h 3133037"/>
              <a:gd name="connsiteX12" fmla="*/ 425510 w 2133207"/>
              <a:gd name="connsiteY12" fmla="*/ 1765417 h 3133037"/>
              <a:gd name="connsiteX13" fmla="*/ 20829 w 2133207"/>
              <a:gd name="connsiteY13" fmla="*/ 2288401 h 3133037"/>
              <a:gd name="connsiteX14" fmla="*/ 71044 w 2133207"/>
              <a:gd name="connsiteY14" fmla="*/ 2733373 h 3133037"/>
              <a:gd name="connsiteX0" fmla="*/ 2062627 w 2154740"/>
              <a:gd name="connsiteY0" fmla="*/ 3133037 h 3133037"/>
              <a:gd name="connsiteX1" fmla="*/ 2069184 w 2154740"/>
              <a:gd name="connsiteY1" fmla="*/ 2453641 h 3133037"/>
              <a:gd name="connsiteX2" fmla="*/ 1870466 w 2154740"/>
              <a:gd name="connsiteY2" fmla="*/ 1853061 h 3133037"/>
              <a:gd name="connsiteX3" fmla="*/ 1813030 w 2154740"/>
              <a:gd name="connsiteY3" fmla="*/ 1618555 h 3133037"/>
              <a:gd name="connsiteX4" fmla="*/ 1757976 w 2154740"/>
              <a:gd name="connsiteY4" fmla="*/ 1324232 h 3133037"/>
              <a:gd name="connsiteX5" fmla="*/ 1772359 w 2154740"/>
              <a:gd name="connsiteY5" fmla="*/ 1075439 h 3133037"/>
              <a:gd name="connsiteX6" fmla="*/ 1796266 w 2154740"/>
              <a:gd name="connsiteY6" fmla="*/ 929516 h 3133037"/>
              <a:gd name="connsiteX7" fmla="*/ 1853702 w 2154740"/>
              <a:gd name="connsiteY7" fmla="*/ 637575 h 3133037"/>
              <a:gd name="connsiteX8" fmla="*/ 1879991 w 2154740"/>
              <a:gd name="connsiteY8" fmla="*/ 427073 h 3133037"/>
              <a:gd name="connsiteX9" fmla="*/ 1678315 w 2154740"/>
              <a:gd name="connsiteY9" fmla="*/ 3101 h 3133037"/>
              <a:gd name="connsiteX10" fmla="*/ 1407043 w 2154740"/>
              <a:gd name="connsiteY10" fmla="*/ 250943 h 3133037"/>
              <a:gd name="connsiteX11" fmla="*/ 1016743 w 2154740"/>
              <a:gd name="connsiteY11" fmla="*/ 874929 h 3133037"/>
              <a:gd name="connsiteX12" fmla="*/ 425510 w 2154740"/>
              <a:gd name="connsiteY12" fmla="*/ 1765417 h 3133037"/>
              <a:gd name="connsiteX13" fmla="*/ 20829 w 2154740"/>
              <a:gd name="connsiteY13" fmla="*/ 2288401 h 3133037"/>
              <a:gd name="connsiteX14" fmla="*/ 71044 w 2154740"/>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210563"/>
              <a:gd name="connsiteY0" fmla="*/ 3133037 h 3133037"/>
              <a:gd name="connsiteX1" fmla="*/ 2069184 w 2210563"/>
              <a:gd name="connsiteY1" fmla="*/ 2453641 h 3133037"/>
              <a:gd name="connsiteX2" fmla="*/ 1870466 w 2210563"/>
              <a:gd name="connsiteY2" fmla="*/ 1853061 h 3133037"/>
              <a:gd name="connsiteX3" fmla="*/ 1813030 w 2210563"/>
              <a:gd name="connsiteY3" fmla="*/ 1618555 h 3133037"/>
              <a:gd name="connsiteX4" fmla="*/ 1757976 w 2210563"/>
              <a:gd name="connsiteY4" fmla="*/ 1324232 h 3133037"/>
              <a:gd name="connsiteX5" fmla="*/ 1772359 w 2210563"/>
              <a:gd name="connsiteY5" fmla="*/ 1075439 h 3133037"/>
              <a:gd name="connsiteX6" fmla="*/ 1796266 w 2210563"/>
              <a:gd name="connsiteY6" fmla="*/ 929516 h 3133037"/>
              <a:gd name="connsiteX7" fmla="*/ 1853702 w 2210563"/>
              <a:gd name="connsiteY7" fmla="*/ 637575 h 3133037"/>
              <a:gd name="connsiteX8" fmla="*/ 1879991 w 2210563"/>
              <a:gd name="connsiteY8" fmla="*/ 427073 h 3133037"/>
              <a:gd name="connsiteX9" fmla="*/ 1678315 w 2210563"/>
              <a:gd name="connsiteY9" fmla="*/ 3101 h 3133037"/>
              <a:gd name="connsiteX10" fmla="*/ 1407043 w 2210563"/>
              <a:gd name="connsiteY10" fmla="*/ 250943 h 3133037"/>
              <a:gd name="connsiteX11" fmla="*/ 1016743 w 2210563"/>
              <a:gd name="connsiteY11" fmla="*/ 874929 h 3133037"/>
              <a:gd name="connsiteX12" fmla="*/ 425510 w 2210563"/>
              <a:gd name="connsiteY12" fmla="*/ 1765417 h 3133037"/>
              <a:gd name="connsiteX13" fmla="*/ 20829 w 2210563"/>
              <a:gd name="connsiteY13" fmla="*/ 2288401 h 3133037"/>
              <a:gd name="connsiteX14" fmla="*/ 71044 w 2210563"/>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16743 w 2155585"/>
              <a:gd name="connsiteY11" fmla="*/ 874929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07043 w 2155585"/>
              <a:gd name="connsiteY10" fmla="*/ 250943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133037 h 3133037"/>
              <a:gd name="connsiteX1" fmla="*/ 2069184 w 2155585"/>
              <a:gd name="connsiteY1" fmla="*/ 2453641 h 3133037"/>
              <a:gd name="connsiteX2" fmla="*/ 1851164 w 2155585"/>
              <a:gd name="connsiteY2" fmla="*/ 1928712 h 3133037"/>
              <a:gd name="connsiteX3" fmla="*/ 1813030 w 2155585"/>
              <a:gd name="connsiteY3" fmla="*/ 1618555 h 3133037"/>
              <a:gd name="connsiteX4" fmla="*/ 1757976 w 2155585"/>
              <a:gd name="connsiteY4" fmla="*/ 1324232 h 3133037"/>
              <a:gd name="connsiteX5" fmla="*/ 1772359 w 2155585"/>
              <a:gd name="connsiteY5" fmla="*/ 1075439 h 3133037"/>
              <a:gd name="connsiteX6" fmla="*/ 1796266 w 2155585"/>
              <a:gd name="connsiteY6" fmla="*/ 929516 h 3133037"/>
              <a:gd name="connsiteX7" fmla="*/ 1853702 w 2155585"/>
              <a:gd name="connsiteY7" fmla="*/ 637575 h 3133037"/>
              <a:gd name="connsiteX8" fmla="*/ 1879991 w 2155585"/>
              <a:gd name="connsiteY8" fmla="*/ 427073 h 3133037"/>
              <a:gd name="connsiteX9" fmla="*/ 1678315 w 2155585"/>
              <a:gd name="connsiteY9" fmla="*/ 3101 h 3133037"/>
              <a:gd name="connsiteX10" fmla="*/ 1454307 w 2155585"/>
              <a:gd name="connsiteY10" fmla="*/ 277419 h 3133037"/>
              <a:gd name="connsiteX11" fmla="*/ 1094559 w 2155585"/>
              <a:gd name="connsiteY11" fmla="*/ 887893 h 3133037"/>
              <a:gd name="connsiteX12" fmla="*/ 425510 w 2155585"/>
              <a:gd name="connsiteY12" fmla="*/ 1765417 h 3133037"/>
              <a:gd name="connsiteX13" fmla="*/ 20829 w 2155585"/>
              <a:gd name="connsiteY13" fmla="*/ 2288401 h 3133037"/>
              <a:gd name="connsiteX14" fmla="*/ 71044 w 2155585"/>
              <a:gd name="connsiteY14" fmla="*/ 2733373 h 3133037"/>
              <a:gd name="connsiteX0" fmla="*/ 2062627 w 2155585"/>
              <a:gd name="connsiteY0" fmla="*/ 3076503 h 3076503"/>
              <a:gd name="connsiteX1" fmla="*/ 2069184 w 2155585"/>
              <a:gd name="connsiteY1" fmla="*/ 2397107 h 3076503"/>
              <a:gd name="connsiteX2" fmla="*/ 1851164 w 2155585"/>
              <a:gd name="connsiteY2" fmla="*/ 1872178 h 3076503"/>
              <a:gd name="connsiteX3" fmla="*/ 1813030 w 2155585"/>
              <a:gd name="connsiteY3" fmla="*/ 1562021 h 3076503"/>
              <a:gd name="connsiteX4" fmla="*/ 1757976 w 2155585"/>
              <a:gd name="connsiteY4" fmla="*/ 1267698 h 3076503"/>
              <a:gd name="connsiteX5" fmla="*/ 1772359 w 2155585"/>
              <a:gd name="connsiteY5" fmla="*/ 1018905 h 3076503"/>
              <a:gd name="connsiteX6" fmla="*/ 1796266 w 2155585"/>
              <a:gd name="connsiteY6" fmla="*/ 872982 h 3076503"/>
              <a:gd name="connsiteX7" fmla="*/ 1853702 w 2155585"/>
              <a:gd name="connsiteY7" fmla="*/ 581041 h 3076503"/>
              <a:gd name="connsiteX8" fmla="*/ 1879991 w 2155585"/>
              <a:gd name="connsiteY8" fmla="*/ 370539 h 3076503"/>
              <a:gd name="connsiteX9" fmla="*/ 1688112 w 2155585"/>
              <a:gd name="connsiteY9" fmla="*/ 3527 h 3076503"/>
              <a:gd name="connsiteX10" fmla="*/ 1454307 w 2155585"/>
              <a:gd name="connsiteY10" fmla="*/ 220885 h 3076503"/>
              <a:gd name="connsiteX11" fmla="*/ 1094559 w 2155585"/>
              <a:gd name="connsiteY11" fmla="*/ 831359 h 3076503"/>
              <a:gd name="connsiteX12" fmla="*/ 425510 w 2155585"/>
              <a:gd name="connsiteY12" fmla="*/ 1708883 h 3076503"/>
              <a:gd name="connsiteX13" fmla="*/ 20829 w 2155585"/>
              <a:gd name="connsiteY13" fmla="*/ 2231867 h 3076503"/>
              <a:gd name="connsiteX14" fmla="*/ 71044 w 2155585"/>
              <a:gd name="connsiteY14" fmla="*/ 2676839 h 3076503"/>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25510 w 2155585"/>
              <a:gd name="connsiteY12" fmla="*/ 1708447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62627 w 2155585"/>
              <a:gd name="connsiteY0" fmla="*/ 3076067 h 3076067"/>
              <a:gd name="connsiteX1" fmla="*/ 2069184 w 2155585"/>
              <a:gd name="connsiteY1" fmla="*/ 2396671 h 3076067"/>
              <a:gd name="connsiteX2" fmla="*/ 1851164 w 2155585"/>
              <a:gd name="connsiteY2" fmla="*/ 1871742 h 3076067"/>
              <a:gd name="connsiteX3" fmla="*/ 1813030 w 2155585"/>
              <a:gd name="connsiteY3" fmla="*/ 1561585 h 3076067"/>
              <a:gd name="connsiteX4" fmla="*/ 1757976 w 2155585"/>
              <a:gd name="connsiteY4" fmla="*/ 1267262 h 3076067"/>
              <a:gd name="connsiteX5" fmla="*/ 1772359 w 2155585"/>
              <a:gd name="connsiteY5" fmla="*/ 1018469 h 3076067"/>
              <a:gd name="connsiteX6" fmla="*/ 1796266 w 2155585"/>
              <a:gd name="connsiteY6" fmla="*/ 872546 h 3076067"/>
              <a:gd name="connsiteX7" fmla="*/ 1853702 w 2155585"/>
              <a:gd name="connsiteY7" fmla="*/ 580605 h 3076067"/>
              <a:gd name="connsiteX8" fmla="*/ 1879991 w 2155585"/>
              <a:gd name="connsiteY8" fmla="*/ 370103 h 3076067"/>
              <a:gd name="connsiteX9" fmla="*/ 1688112 w 2155585"/>
              <a:gd name="connsiteY9" fmla="*/ 3091 h 3076067"/>
              <a:gd name="connsiteX10" fmla="*/ 1454307 w 2155585"/>
              <a:gd name="connsiteY10" fmla="*/ 220449 h 3076067"/>
              <a:gd name="connsiteX11" fmla="*/ 1094559 w 2155585"/>
              <a:gd name="connsiteY11" fmla="*/ 830923 h 3076067"/>
              <a:gd name="connsiteX12" fmla="*/ 462961 w 2155585"/>
              <a:gd name="connsiteY12" fmla="*/ 1721976 h 3076067"/>
              <a:gd name="connsiteX13" fmla="*/ 20829 w 2155585"/>
              <a:gd name="connsiteY13" fmla="*/ 2231431 h 3076067"/>
              <a:gd name="connsiteX14" fmla="*/ 71044 w 2155585"/>
              <a:gd name="connsiteY14" fmla="*/ 2676403 h 3076067"/>
              <a:gd name="connsiteX0" fmla="*/ 2023155 w 2116113"/>
              <a:gd name="connsiteY0" fmla="*/ 3076067 h 3076067"/>
              <a:gd name="connsiteX1" fmla="*/ 2029712 w 2116113"/>
              <a:gd name="connsiteY1" fmla="*/ 2396671 h 3076067"/>
              <a:gd name="connsiteX2" fmla="*/ 1811692 w 2116113"/>
              <a:gd name="connsiteY2" fmla="*/ 1871742 h 3076067"/>
              <a:gd name="connsiteX3" fmla="*/ 1773558 w 2116113"/>
              <a:gd name="connsiteY3" fmla="*/ 1561585 h 3076067"/>
              <a:gd name="connsiteX4" fmla="*/ 1718504 w 2116113"/>
              <a:gd name="connsiteY4" fmla="*/ 1267262 h 3076067"/>
              <a:gd name="connsiteX5" fmla="*/ 1732887 w 2116113"/>
              <a:gd name="connsiteY5" fmla="*/ 1018469 h 3076067"/>
              <a:gd name="connsiteX6" fmla="*/ 1756794 w 2116113"/>
              <a:gd name="connsiteY6" fmla="*/ 872546 h 3076067"/>
              <a:gd name="connsiteX7" fmla="*/ 1814230 w 2116113"/>
              <a:gd name="connsiteY7" fmla="*/ 580605 h 3076067"/>
              <a:gd name="connsiteX8" fmla="*/ 1840519 w 2116113"/>
              <a:gd name="connsiteY8" fmla="*/ 370103 h 3076067"/>
              <a:gd name="connsiteX9" fmla="*/ 1648640 w 2116113"/>
              <a:gd name="connsiteY9" fmla="*/ 3091 h 3076067"/>
              <a:gd name="connsiteX10" fmla="*/ 1414835 w 2116113"/>
              <a:gd name="connsiteY10" fmla="*/ 220449 h 3076067"/>
              <a:gd name="connsiteX11" fmla="*/ 1055087 w 2116113"/>
              <a:gd name="connsiteY11" fmla="*/ 830923 h 3076067"/>
              <a:gd name="connsiteX12" fmla="*/ 423489 w 2116113"/>
              <a:gd name="connsiteY12" fmla="*/ 1721976 h 3076067"/>
              <a:gd name="connsiteX13" fmla="*/ 27535 w 2116113"/>
              <a:gd name="connsiteY13" fmla="*/ 2246689 h 3076067"/>
              <a:gd name="connsiteX14" fmla="*/ 31572 w 2116113"/>
              <a:gd name="connsiteY14" fmla="*/ 2676403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45861 w 2106887"/>
              <a:gd name="connsiteY11" fmla="*/ 830923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013929 w 2106887"/>
              <a:gd name="connsiteY0" fmla="*/ 3076067 h 3076067"/>
              <a:gd name="connsiteX1" fmla="*/ 2020486 w 2106887"/>
              <a:gd name="connsiteY1" fmla="*/ 2396671 h 3076067"/>
              <a:gd name="connsiteX2" fmla="*/ 1802466 w 2106887"/>
              <a:gd name="connsiteY2" fmla="*/ 1871742 h 3076067"/>
              <a:gd name="connsiteX3" fmla="*/ 1764332 w 2106887"/>
              <a:gd name="connsiteY3" fmla="*/ 1561585 h 3076067"/>
              <a:gd name="connsiteX4" fmla="*/ 1709278 w 2106887"/>
              <a:gd name="connsiteY4" fmla="*/ 1267262 h 3076067"/>
              <a:gd name="connsiteX5" fmla="*/ 1723661 w 2106887"/>
              <a:gd name="connsiteY5" fmla="*/ 1018469 h 3076067"/>
              <a:gd name="connsiteX6" fmla="*/ 1747568 w 2106887"/>
              <a:gd name="connsiteY6" fmla="*/ 872546 h 3076067"/>
              <a:gd name="connsiteX7" fmla="*/ 1805004 w 2106887"/>
              <a:gd name="connsiteY7" fmla="*/ 580605 h 3076067"/>
              <a:gd name="connsiteX8" fmla="*/ 1831293 w 2106887"/>
              <a:gd name="connsiteY8" fmla="*/ 370103 h 3076067"/>
              <a:gd name="connsiteX9" fmla="*/ 1639414 w 2106887"/>
              <a:gd name="connsiteY9" fmla="*/ 3091 h 3076067"/>
              <a:gd name="connsiteX10" fmla="*/ 1405609 w 2106887"/>
              <a:gd name="connsiteY10" fmla="*/ 220449 h 3076067"/>
              <a:gd name="connsiteX11" fmla="*/ 1004374 w 2106887"/>
              <a:gd name="connsiteY11" fmla="*/ 804705 h 3076067"/>
              <a:gd name="connsiteX12" fmla="*/ 414263 w 2106887"/>
              <a:gd name="connsiteY12" fmla="*/ 1721976 h 3076067"/>
              <a:gd name="connsiteX13" fmla="*/ 18309 w 2106887"/>
              <a:gd name="connsiteY13" fmla="*/ 2246689 h 3076067"/>
              <a:gd name="connsiteX14" fmla="*/ 94702 w 2106887"/>
              <a:gd name="connsiteY14" fmla="*/ 2696844 h 3076067"/>
              <a:gd name="connsiteX0" fmla="*/ 2124267 w 2194372"/>
              <a:gd name="connsiteY0" fmla="*/ 3082458 h 3082458"/>
              <a:gd name="connsiteX1" fmla="*/ 2020486 w 2194372"/>
              <a:gd name="connsiteY1" fmla="*/ 2396671 h 3082458"/>
              <a:gd name="connsiteX2" fmla="*/ 1802466 w 2194372"/>
              <a:gd name="connsiteY2" fmla="*/ 1871742 h 3082458"/>
              <a:gd name="connsiteX3" fmla="*/ 1764332 w 2194372"/>
              <a:gd name="connsiteY3" fmla="*/ 1561585 h 3082458"/>
              <a:gd name="connsiteX4" fmla="*/ 1709278 w 2194372"/>
              <a:gd name="connsiteY4" fmla="*/ 1267262 h 3082458"/>
              <a:gd name="connsiteX5" fmla="*/ 1723661 w 2194372"/>
              <a:gd name="connsiteY5" fmla="*/ 1018469 h 3082458"/>
              <a:gd name="connsiteX6" fmla="*/ 1747568 w 2194372"/>
              <a:gd name="connsiteY6" fmla="*/ 872546 h 3082458"/>
              <a:gd name="connsiteX7" fmla="*/ 1805004 w 2194372"/>
              <a:gd name="connsiteY7" fmla="*/ 580605 h 3082458"/>
              <a:gd name="connsiteX8" fmla="*/ 1831293 w 2194372"/>
              <a:gd name="connsiteY8" fmla="*/ 370103 h 3082458"/>
              <a:gd name="connsiteX9" fmla="*/ 1639414 w 2194372"/>
              <a:gd name="connsiteY9" fmla="*/ 3091 h 3082458"/>
              <a:gd name="connsiteX10" fmla="*/ 1405609 w 2194372"/>
              <a:gd name="connsiteY10" fmla="*/ 220449 h 3082458"/>
              <a:gd name="connsiteX11" fmla="*/ 1004374 w 2194372"/>
              <a:gd name="connsiteY11" fmla="*/ 804705 h 3082458"/>
              <a:gd name="connsiteX12" fmla="*/ 414263 w 2194372"/>
              <a:gd name="connsiteY12" fmla="*/ 1721976 h 3082458"/>
              <a:gd name="connsiteX13" fmla="*/ 18309 w 2194372"/>
              <a:gd name="connsiteY13" fmla="*/ 2246689 h 3082458"/>
              <a:gd name="connsiteX14" fmla="*/ 94702 w 2194372"/>
              <a:gd name="connsiteY14" fmla="*/ 2696844 h 3082458"/>
              <a:gd name="connsiteX0" fmla="*/ 2124267 w 2168230"/>
              <a:gd name="connsiteY0" fmla="*/ 3082458 h 3082458"/>
              <a:gd name="connsiteX1" fmla="*/ 2020486 w 2168230"/>
              <a:gd name="connsiteY1" fmla="*/ 2396671 h 3082458"/>
              <a:gd name="connsiteX2" fmla="*/ 1802466 w 2168230"/>
              <a:gd name="connsiteY2" fmla="*/ 1871742 h 3082458"/>
              <a:gd name="connsiteX3" fmla="*/ 1764332 w 2168230"/>
              <a:gd name="connsiteY3" fmla="*/ 1561585 h 3082458"/>
              <a:gd name="connsiteX4" fmla="*/ 1709278 w 2168230"/>
              <a:gd name="connsiteY4" fmla="*/ 1267262 h 3082458"/>
              <a:gd name="connsiteX5" fmla="*/ 1723661 w 2168230"/>
              <a:gd name="connsiteY5" fmla="*/ 1018469 h 3082458"/>
              <a:gd name="connsiteX6" fmla="*/ 1747568 w 2168230"/>
              <a:gd name="connsiteY6" fmla="*/ 872546 h 3082458"/>
              <a:gd name="connsiteX7" fmla="*/ 1805004 w 2168230"/>
              <a:gd name="connsiteY7" fmla="*/ 580605 h 3082458"/>
              <a:gd name="connsiteX8" fmla="*/ 1831293 w 2168230"/>
              <a:gd name="connsiteY8" fmla="*/ 370103 h 3082458"/>
              <a:gd name="connsiteX9" fmla="*/ 1639414 w 2168230"/>
              <a:gd name="connsiteY9" fmla="*/ 3091 h 3082458"/>
              <a:gd name="connsiteX10" fmla="*/ 1405609 w 2168230"/>
              <a:gd name="connsiteY10" fmla="*/ 220449 h 3082458"/>
              <a:gd name="connsiteX11" fmla="*/ 1004374 w 2168230"/>
              <a:gd name="connsiteY11" fmla="*/ 804705 h 3082458"/>
              <a:gd name="connsiteX12" fmla="*/ 414263 w 2168230"/>
              <a:gd name="connsiteY12" fmla="*/ 1721976 h 3082458"/>
              <a:gd name="connsiteX13" fmla="*/ 18309 w 2168230"/>
              <a:gd name="connsiteY13" fmla="*/ 2246689 h 3082458"/>
              <a:gd name="connsiteX14" fmla="*/ 94702 w 2168230"/>
              <a:gd name="connsiteY14" fmla="*/ 2696844 h 3082458"/>
              <a:gd name="connsiteX0" fmla="*/ 2161045 w 2200512"/>
              <a:gd name="connsiteY0" fmla="*/ 3089740 h 3089740"/>
              <a:gd name="connsiteX1" fmla="*/ 2020486 w 2200512"/>
              <a:gd name="connsiteY1" fmla="*/ 2396671 h 3089740"/>
              <a:gd name="connsiteX2" fmla="*/ 1802466 w 2200512"/>
              <a:gd name="connsiteY2" fmla="*/ 1871742 h 3089740"/>
              <a:gd name="connsiteX3" fmla="*/ 1764332 w 2200512"/>
              <a:gd name="connsiteY3" fmla="*/ 1561585 h 3089740"/>
              <a:gd name="connsiteX4" fmla="*/ 1709278 w 2200512"/>
              <a:gd name="connsiteY4" fmla="*/ 1267262 h 3089740"/>
              <a:gd name="connsiteX5" fmla="*/ 1723661 w 2200512"/>
              <a:gd name="connsiteY5" fmla="*/ 1018469 h 3089740"/>
              <a:gd name="connsiteX6" fmla="*/ 1747568 w 2200512"/>
              <a:gd name="connsiteY6" fmla="*/ 872546 h 3089740"/>
              <a:gd name="connsiteX7" fmla="*/ 1805004 w 2200512"/>
              <a:gd name="connsiteY7" fmla="*/ 580605 h 3089740"/>
              <a:gd name="connsiteX8" fmla="*/ 1831293 w 2200512"/>
              <a:gd name="connsiteY8" fmla="*/ 370103 h 3089740"/>
              <a:gd name="connsiteX9" fmla="*/ 1639414 w 2200512"/>
              <a:gd name="connsiteY9" fmla="*/ 3091 h 3089740"/>
              <a:gd name="connsiteX10" fmla="*/ 1405609 w 2200512"/>
              <a:gd name="connsiteY10" fmla="*/ 220449 h 3089740"/>
              <a:gd name="connsiteX11" fmla="*/ 1004374 w 2200512"/>
              <a:gd name="connsiteY11" fmla="*/ 804705 h 3089740"/>
              <a:gd name="connsiteX12" fmla="*/ 414263 w 2200512"/>
              <a:gd name="connsiteY12" fmla="*/ 1721976 h 3089740"/>
              <a:gd name="connsiteX13" fmla="*/ 18309 w 2200512"/>
              <a:gd name="connsiteY13" fmla="*/ 2246689 h 3089740"/>
              <a:gd name="connsiteX14" fmla="*/ 94702 w 2200512"/>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09278 w 2210047"/>
              <a:gd name="connsiteY4" fmla="*/ 1267262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23661 w 2210047"/>
              <a:gd name="connsiteY5" fmla="*/ 1018469 h 3089740"/>
              <a:gd name="connsiteX6" fmla="*/ 1747568 w 2210047"/>
              <a:gd name="connsiteY6" fmla="*/ 872546 h 3089740"/>
              <a:gd name="connsiteX7" fmla="*/ 1805004 w 2210047"/>
              <a:gd name="connsiteY7" fmla="*/ 580605 h 3089740"/>
              <a:gd name="connsiteX8" fmla="*/ 1831293 w 2210047"/>
              <a:gd name="connsiteY8" fmla="*/ 370103 h 3089740"/>
              <a:gd name="connsiteX9" fmla="*/ 1639414 w 2210047"/>
              <a:gd name="connsiteY9" fmla="*/ 3091 h 3089740"/>
              <a:gd name="connsiteX10" fmla="*/ 1405609 w 2210047"/>
              <a:gd name="connsiteY10" fmla="*/ 220449 h 3089740"/>
              <a:gd name="connsiteX11" fmla="*/ 1004374 w 2210047"/>
              <a:gd name="connsiteY11" fmla="*/ 804705 h 3089740"/>
              <a:gd name="connsiteX12" fmla="*/ 414263 w 2210047"/>
              <a:gd name="connsiteY12" fmla="*/ 1721976 h 3089740"/>
              <a:gd name="connsiteX13" fmla="*/ 18309 w 2210047"/>
              <a:gd name="connsiteY13" fmla="*/ 2246689 h 3089740"/>
              <a:gd name="connsiteX14" fmla="*/ 94702 w 2210047"/>
              <a:gd name="connsiteY14"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161045 w 2210047"/>
              <a:gd name="connsiteY0" fmla="*/ 3089740 h 3089740"/>
              <a:gd name="connsiteX1" fmla="*/ 2080280 w 2210047"/>
              <a:gd name="connsiteY1" fmla="*/ 2331220 h 3089740"/>
              <a:gd name="connsiteX2" fmla="*/ 1802466 w 2210047"/>
              <a:gd name="connsiteY2" fmla="*/ 1871742 h 3089740"/>
              <a:gd name="connsiteX3" fmla="*/ 1764332 w 2210047"/>
              <a:gd name="connsiteY3" fmla="*/ 1561585 h 3089740"/>
              <a:gd name="connsiteX4" fmla="*/ 1766148 w 2210047"/>
              <a:gd name="connsiteY4" fmla="*/ 1295299 h 3089740"/>
              <a:gd name="connsiteX5" fmla="*/ 1747568 w 2210047"/>
              <a:gd name="connsiteY5" fmla="*/ 872546 h 3089740"/>
              <a:gd name="connsiteX6" fmla="*/ 1805004 w 2210047"/>
              <a:gd name="connsiteY6" fmla="*/ 580605 h 3089740"/>
              <a:gd name="connsiteX7" fmla="*/ 1831293 w 2210047"/>
              <a:gd name="connsiteY7" fmla="*/ 370103 h 3089740"/>
              <a:gd name="connsiteX8" fmla="*/ 1639414 w 2210047"/>
              <a:gd name="connsiteY8" fmla="*/ 3091 h 3089740"/>
              <a:gd name="connsiteX9" fmla="*/ 1405609 w 2210047"/>
              <a:gd name="connsiteY9" fmla="*/ 220449 h 3089740"/>
              <a:gd name="connsiteX10" fmla="*/ 1004374 w 2210047"/>
              <a:gd name="connsiteY10" fmla="*/ 804705 h 3089740"/>
              <a:gd name="connsiteX11" fmla="*/ 414263 w 2210047"/>
              <a:gd name="connsiteY11" fmla="*/ 1721976 h 3089740"/>
              <a:gd name="connsiteX12" fmla="*/ 18309 w 2210047"/>
              <a:gd name="connsiteY12" fmla="*/ 2246689 h 3089740"/>
              <a:gd name="connsiteX13" fmla="*/ 94702 w 2210047"/>
              <a:gd name="connsiteY13" fmla="*/ 2696844 h 3089740"/>
              <a:gd name="connsiteX0" fmla="*/ 2296181 w 2345183"/>
              <a:gd name="connsiteY0" fmla="*/ 3089740 h 3089740"/>
              <a:gd name="connsiteX1" fmla="*/ 2215416 w 2345183"/>
              <a:gd name="connsiteY1" fmla="*/ 2331220 h 3089740"/>
              <a:gd name="connsiteX2" fmla="*/ 1937602 w 2345183"/>
              <a:gd name="connsiteY2" fmla="*/ 1871742 h 3089740"/>
              <a:gd name="connsiteX3" fmla="*/ 1899468 w 2345183"/>
              <a:gd name="connsiteY3" fmla="*/ 1561585 h 3089740"/>
              <a:gd name="connsiteX4" fmla="*/ 1901284 w 2345183"/>
              <a:gd name="connsiteY4" fmla="*/ 1295299 h 3089740"/>
              <a:gd name="connsiteX5" fmla="*/ 1882704 w 2345183"/>
              <a:gd name="connsiteY5" fmla="*/ 872546 h 3089740"/>
              <a:gd name="connsiteX6" fmla="*/ 1940140 w 2345183"/>
              <a:gd name="connsiteY6" fmla="*/ 580605 h 3089740"/>
              <a:gd name="connsiteX7" fmla="*/ 1966429 w 2345183"/>
              <a:gd name="connsiteY7" fmla="*/ 370103 h 3089740"/>
              <a:gd name="connsiteX8" fmla="*/ 1774550 w 2345183"/>
              <a:gd name="connsiteY8" fmla="*/ 3091 h 3089740"/>
              <a:gd name="connsiteX9" fmla="*/ 1540745 w 2345183"/>
              <a:gd name="connsiteY9" fmla="*/ 220449 h 3089740"/>
              <a:gd name="connsiteX10" fmla="*/ 1139510 w 2345183"/>
              <a:gd name="connsiteY10" fmla="*/ 804705 h 3089740"/>
              <a:gd name="connsiteX11" fmla="*/ 549399 w 2345183"/>
              <a:gd name="connsiteY11" fmla="*/ 1721976 h 3089740"/>
              <a:gd name="connsiteX12" fmla="*/ 153445 w 2345183"/>
              <a:gd name="connsiteY12" fmla="*/ 2246689 h 3089740"/>
              <a:gd name="connsiteX13" fmla="*/ 0 w 2345183"/>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19748 w 2368750"/>
              <a:gd name="connsiteY0" fmla="*/ 3089740 h 3089740"/>
              <a:gd name="connsiteX1" fmla="*/ 2238983 w 2368750"/>
              <a:gd name="connsiteY1" fmla="*/ 2331220 h 3089740"/>
              <a:gd name="connsiteX2" fmla="*/ 1961169 w 2368750"/>
              <a:gd name="connsiteY2" fmla="*/ 1871742 h 3089740"/>
              <a:gd name="connsiteX3" fmla="*/ 1923035 w 2368750"/>
              <a:gd name="connsiteY3" fmla="*/ 1561585 h 3089740"/>
              <a:gd name="connsiteX4" fmla="*/ 1924851 w 2368750"/>
              <a:gd name="connsiteY4" fmla="*/ 1295299 h 3089740"/>
              <a:gd name="connsiteX5" fmla="*/ 1906271 w 2368750"/>
              <a:gd name="connsiteY5" fmla="*/ 872546 h 3089740"/>
              <a:gd name="connsiteX6" fmla="*/ 1963707 w 2368750"/>
              <a:gd name="connsiteY6" fmla="*/ 580605 h 3089740"/>
              <a:gd name="connsiteX7" fmla="*/ 1989996 w 2368750"/>
              <a:gd name="connsiteY7" fmla="*/ 370103 h 3089740"/>
              <a:gd name="connsiteX8" fmla="*/ 1798117 w 2368750"/>
              <a:gd name="connsiteY8" fmla="*/ 3091 h 3089740"/>
              <a:gd name="connsiteX9" fmla="*/ 1564312 w 2368750"/>
              <a:gd name="connsiteY9" fmla="*/ 220449 h 3089740"/>
              <a:gd name="connsiteX10" fmla="*/ 1163077 w 2368750"/>
              <a:gd name="connsiteY10" fmla="*/ 804705 h 3089740"/>
              <a:gd name="connsiteX11" fmla="*/ 572966 w 2368750"/>
              <a:gd name="connsiteY11" fmla="*/ 1721976 h 3089740"/>
              <a:gd name="connsiteX12" fmla="*/ 177012 w 2368750"/>
              <a:gd name="connsiteY12" fmla="*/ 2246689 h 3089740"/>
              <a:gd name="connsiteX13" fmla="*/ 23567 w 2368750"/>
              <a:gd name="connsiteY13" fmla="*/ 2678290 h 3089740"/>
              <a:gd name="connsiteX0" fmla="*/ 2341614 w 2390616"/>
              <a:gd name="connsiteY0" fmla="*/ 3089740 h 3089740"/>
              <a:gd name="connsiteX1" fmla="*/ 2260849 w 2390616"/>
              <a:gd name="connsiteY1" fmla="*/ 2331220 h 3089740"/>
              <a:gd name="connsiteX2" fmla="*/ 1983035 w 2390616"/>
              <a:gd name="connsiteY2" fmla="*/ 1871742 h 3089740"/>
              <a:gd name="connsiteX3" fmla="*/ 1944901 w 2390616"/>
              <a:gd name="connsiteY3" fmla="*/ 1561585 h 3089740"/>
              <a:gd name="connsiteX4" fmla="*/ 1946717 w 2390616"/>
              <a:gd name="connsiteY4" fmla="*/ 1295299 h 3089740"/>
              <a:gd name="connsiteX5" fmla="*/ 1928137 w 2390616"/>
              <a:gd name="connsiteY5" fmla="*/ 872546 h 3089740"/>
              <a:gd name="connsiteX6" fmla="*/ 1985573 w 2390616"/>
              <a:gd name="connsiteY6" fmla="*/ 580605 h 3089740"/>
              <a:gd name="connsiteX7" fmla="*/ 2011862 w 2390616"/>
              <a:gd name="connsiteY7" fmla="*/ 370103 h 3089740"/>
              <a:gd name="connsiteX8" fmla="*/ 1819983 w 2390616"/>
              <a:gd name="connsiteY8" fmla="*/ 3091 h 3089740"/>
              <a:gd name="connsiteX9" fmla="*/ 1586178 w 2390616"/>
              <a:gd name="connsiteY9" fmla="*/ 220449 h 3089740"/>
              <a:gd name="connsiteX10" fmla="*/ 1184943 w 2390616"/>
              <a:gd name="connsiteY10" fmla="*/ 804705 h 3089740"/>
              <a:gd name="connsiteX11" fmla="*/ 594832 w 2390616"/>
              <a:gd name="connsiteY11" fmla="*/ 1721976 h 3089740"/>
              <a:gd name="connsiteX12" fmla="*/ 198878 w 2390616"/>
              <a:gd name="connsiteY12" fmla="*/ 2246689 h 3089740"/>
              <a:gd name="connsiteX13" fmla="*/ 45433 w 2390616"/>
              <a:gd name="connsiteY13" fmla="*/ 2678290 h 3089740"/>
              <a:gd name="connsiteX0" fmla="*/ 2335459 w 2385509"/>
              <a:gd name="connsiteY0" fmla="*/ 2680291 h 2680291"/>
              <a:gd name="connsiteX1" fmla="*/ 2260849 w 2385509"/>
              <a:gd name="connsiteY1" fmla="*/ 2331220 h 2680291"/>
              <a:gd name="connsiteX2" fmla="*/ 1983035 w 2385509"/>
              <a:gd name="connsiteY2" fmla="*/ 1871742 h 2680291"/>
              <a:gd name="connsiteX3" fmla="*/ 1944901 w 2385509"/>
              <a:gd name="connsiteY3" fmla="*/ 1561585 h 2680291"/>
              <a:gd name="connsiteX4" fmla="*/ 1946717 w 2385509"/>
              <a:gd name="connsiteY4" fmla="*/ 1295299 h 2680291"/>
              <a:gd name="connsiteX5" fmla="*/ 1928137 w 2385509"/>
              <a:gd name="connsiteY5" fmla="*/ 872546 h 2680291"/>
              <a:gd name="connsiteX6" fmla="*/ 1985573 w 2385509"/>
              <a:gd name="connsiteY6" fmla="*/ 580605 h 2680291"/>
              <a:gd name="connsiteX7" fmla="*/ 2011862 w 2385509"/>
              <a:gd name="connsiteY7" fmla="*/ 370103 h 2680291"/>
              <a:gd name="connsiteX8" fmla="*/ 1819983 w 2385509"/>
              <a:gd name="connsiteY8" fmla="*/ 3091 h 2680291"/>
              <a:gd name="connsiteX9" fmla="*/ 1586178 w 2385509"/>
              <a:gd name="connsiteY9" fmla="*/ 220449 h 2680291"/>
              <a:gd name="connsiteX10" fmla="*/ 1184943 w 2385509"/>
              <a:gd name="connsiteY10" fmla="*/ 804705 h 2680291"/>
              <a:gd name="connsiteX11" fmla="*/ 594832 w 2385509"/>
              <a:gd name="connsiteY11" fmla="*/ 1721976 h 2680291"/>
              <a:gd name="connsiteX12" fmla="*/ 198878 w 2385509"/>
              <a:gd name="connsiteY12" fmla="*/ 2246689 h 2680291"/>
              <a:gd name="connsiteX13" fmla="*/ 45433 w 2385509"/>
              <a:gd name="connsiteY13" fmla="*/ 2678290 h 2680291"/>
              <a:gd name="connsiteX0" fmla="*/ 2335459 w 2345096"/>
              <a:gd name="connsiteY0" fmla="*/ 2680291 h 2680291"/>
              <a:gd name="connsiteX1" fmla="*/ 2260849 w 2345096"/>
              <a:gd name="connsiteY1" fmla="*/ 2331220 h 2680291"/>
              <a:gd name="connsiteX2" fmla="*/ 1983035 w 2345096"/>
              <a:gd name="connsiteY2" fmla="*/ 1871742 h 2680291"/>
              <a:gd name="connsiteX3" fmla="*/ 1944901 w 2345096"/>
              <a:gd name="connsiteY3" fmla="*/ 1561585 h 2680291"/>
              <a:gd name="connsiteX4" fmla="*/ 1946717 w 2345096"/>
              <a:gd name="connsiteY4" fmla="*/ 1295299 h 2680291"/>
              <a:gd name="connsiteX5" fmla="*/ 1928137 w 2345096"/>
              <a:gd name="connsiteY5" fmla="*/ 872546 h 2680291"/>
              <a:gd name="connsiteX6" fmla="*/ 1985573 w 2345096"/>
              <a:gd name="connsiteY6" fmla="*/ 580605 h 2680291"/>
              <a:gd name="connsiteX7" fmla="*/ 2011862 w 2345096"/>
              <a:gd name="connsiteY7" fmla="*/ 370103 h 2680291"/>
              <a:gd name="connsiteX8" fmla="*/ 1819983 w 2345096"/>
              <a:gd name="connsiteY8" fmla="*/ 3091 h 2680291"/>
              <a:gd name="connsiteX9" fmla="*/ 1586178 w 2345096"/>
              <a:gd name="connsiteY9" fmla="*/ 220449 h 2680291"/>
              <a:gd name="connsiteX10" fmla="*/ 1184943 w 2345096"/>
              <a:gd name="connsiteY10" fmla="*/ 804705 h 2680291"/>
              <a:gd name="connsiteX11" fmla="*/ 594832 w 2345096"/>
              <a:gd name="connsiteY11" fmla="*/ 1721976 h 2680291"/>
              <a:gd name="connsiteX12" fmla="*/ 198878 w 2345096"/>
              <a:gd name="connsiteY12" fmla="*/ 2246689 h 2680291"/>
              <a:gd name="connsiteX13" fmla="*/ 45433 w 2345096"/>
              <a:gd name="connsiteY13" fmla="*/ 2678290 h 2680291"/>
              <a:gd name="connsiteX0" fmla="*/ 2335459 w 2335459"/>
              <a:gd name="connsiteY0" fmla="*/ 2680291 h 2680291"/>
              <a:gd name="connsiteX1" fmla="*/ 2260849 w 2335459"/>
              <a:gd name="connsiteY1" fmla="*/ 2331220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35459 w 2335459"/>
              <a:gd name="connsiteY0" fmla="*/ 2680291 h 2680291"/>
              <a:gd name="connsiteX1" fmla="*/ 2047742 w 2335459"/>
              <a:gd name="connsiteY1" fmla="*/ 2281531 h 2680291"/>
              <a:gd name="connsiteX2" fmla="*/ 1983035 w 2335459"/>
              <a:gd name="connsiteY2" fmla="*/ 1871742 h 2680291"/>
              <a:gd name="connsiteX3" fmla="*/ 1944901 w 2335459"/>
              <a:gd name="connsiteY3" fmla="*/ 1561585 h 2680291"/>
              <a:gd name="connsiteX4" fmla="*/ 1946717 w 2335459"/>
              <a:gd name="connsiteY4" fmla="*/ 1295299 h 2680291"/>
              <a:gd name="connsiteX5" fmla="*/ 1928137 w 2335459"/>
              <a:gd name="connsiteY5" fmla="*/ 872546 h 2680291"/>
              <a:gd name="connsiteX6" fmla="*/ 1985573 w 2335459"/>
              <a:gd name="connsiteY6" fmla="*/ 580605 h 2680291"/>
              <a:gd name="connsiteX7" fmla="*/ 2011862 w 2335459"/>
              <a:gd name="connsiteY7" fmla="*/ 370103 h 2680291"/>
              <a:gd name="connsiteX8" fmla="*/ 1819983 w 2335459"/>
              <a:gd name="connsiteY8" fmla="*/ 3091 h 2680291"/>
              <a:gd name="connsiteX9" fmla="*/ 1586178 w 2335459"/>
              <a:gd name="connsiteY9" fmla="*/ 220449 h 2680291"/>
              <a:gd name="connsiteX10" fmla="*/ 1184943 w 2335459"/>
              <a:gd name="connsiteY10" fmla="*/ 804705 h 2680291"/>
              <a:gd name="connsiteX11" fmla="*/ 594832 w 2335459"/>
              <a:gd name="connsiteY11" fmla="*/ 1721976 h 2680291"/>
              <a:gd name="connsiteX12" fmla="*/ 198878 w 2335459"/>
              <a:gd name="connsiteY12" fmla="*/ 2246689 h 2680291"/>
              <a:gd name="connsiteX13" fmla="*/ 45433 w 2335459"/>
              <a:gd name="connsiteY13" fmla="*/ 2678290 h 2680291"/>
              <a:gd name="connsiteX0" fmla="*/ 2310839 w 2310839"/>
              <a:gd name="connsiteY0" fmla="*/ 2680291 h 2680291"/>
              <a:gd name="connsiteX1" fmla="*/ 2023122 w 2310839"/>
              <a:gd name="connsiteY1" fmla="*/ 2281531 h 2680291"/>
              <a:gd name="connsiteX2" fmla="*/ 1958415 w 2310839"/>
              <a:gd name="connsiteY2" fmla="*/ 1871742 h 2680291"/>
              <a:gd name="connsiteX3" fmla="*/ 1920281 w 2310839"/>
              <a:gd name="connsiteY3" fmla="*/ 1561585 h 2680291"/>
              <a:gd name="connsiteX4" fmla="*/ 1922097 w 2310839"/>
              <a:gd name="connsiteY4" fmla="*/ 1295299 h 2680291"/>
              <a:gd name="connsiteX5" fmla="*/ 1903517 w 2310839"/>
              <a:gd name="connsiteY5" fmla="*/ 872546 h 2680291"/>
              <a:gd name="connsiteX6" fmla="*/ 1960953 w 2310839"/>
              <a:gd name="connsiteY6" fmla="*/ 580605 h 2680291"/>
              <a:gd name="connsiteX7" fmla="*/ 1987242 w 2310839"/>
              <a:gd name="connsiteY7" fmla="*/ 370103 h 2680291"/>
              <a:gd name="connsiteX8" fmla="*/ 1795363 w 2310839"/>
              <a:gd name="connsiteY8" fmla="*/ 3091 h 2680291"/>
              <a:gd name="connsiteX9" fmla="*/ 1561558 w 2310839"/>
              <a:gd name="connsiteY9" fmla="*/ 220449 h 2680291"/>
              <a:gd name="connsiteX10" fmla="*/ 1160323 w 2310839"/>
              <a:gd name="connsiteY10" fmla="*/ 804705 h 2680291"/>
              <a:gd name="connsiteX11" fmla="*/ 570212 w 2310839"/>
              <a:gd name="connsiteY11" fmla="*/ 1721976 h 2680291"/>
              <a:gd name="connsiteX12" fmla="*/ 337346 w 2310839"/>
              <a:gd name="connsiteY12" fmla="*/ 2015570 h 2680291"/>
              <a:gd name="connsiteX13" fmla="*/ 20813 w 2310839"/>
              <a:gd name="connsiteY13" fmla="*/ 2678290 h 2680291"/>
              <a:gd name="connsiteX0" fmla="*/ 2191594 w 2191594"/>
              <a:gd name="connsiteY0" fmla="*/ 2680291 h 2680291"/>
              <a:gd name="connsiteX1" fmla="*/ 1903877 w 2191594"/>
              <a:gd name="connsiteY1" fmla="*/ 2281531 h 2680291"/>
              <a:gd name="connsiteX2" fmla="*/ 1839170 w 2191594"/>
              <a:gd name="connsiteY2" fmla="*/ 1871742 h 2680291"/>
              <a:gd name="connsiteX3" fmla="*/ 1801036 w 2191594"/>
              <a:gd name="connsiteY3" fmla="*/ 1561585 h 2680291"/>
              <a:gd name="connsiteX4" fmla="*/ 1802852 w 2191594"/>
              <a:gd name="connsiteY4" fmla="*/ 1295299 h 2680291"/>
              <a:gd name="connsiteX5" fmla="*/ 1784272 w 2191594"/>
              <a:gd name="connsiteY5" fmla="*/ 872546 h 2680291"/>
              <a:gd name="connsiteX6" fmla="*/ 1841708 w 2191594"/>
              <a:gd name="connsiteY6" fmla="*/ 580605 h 2680291"/>
              <a:gd name="connsiteX7" fmla="*/ 1867997 w 2191594"/>
              <a:gd name="connsiteY7" fmla="*/ 370103 h 2680291"/>
              <a:gd name="connsiteX8" fmla="*/ 1676118 w 2191594"/>
              <a:gd name="connsiteY8" fmla="*/ 3091 h 2680291"/>
              <a:gd name="connsiteX9" fmla="*/ 1442313 w 2191594"/>
              <a:gd name="connsiteY9" fmla="*/ 220449 h 2680291"/>
              <a:gd name="connsiteX10" fmla="*/ 1041078 w 2191594"/>
              <a:gd name="connsiteY10" fmla="*/ 804705 h 2680291"/>
              <a:gd name="connsiteX11" fmla="*/ 450967 w 2191594"/>
              <a:gd name="connsiteY11" fmla="*/ 1721976 h 2680291"/>
              <a:gd name="connsiteX12" fmla="*/ 218101 w 2191594"/>
              <a:gd name="connsiteY12" fmla="*/ 2015570 h 2680291"/>
              <a:gd name="connsiteX13" fmla="*/ 39115 w 2191594"/>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178986 w 2152479"/>
              <a:gd name="connsiteY12" fmla="*/ 2015570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11852 w 2152479"/>
              <a:gd name="connsiteY11" fmla="*/ 1721976 h 2680291"/>
              <a:gd name="connsiteX12" fmla="*/ 221687 w 2152479"/>
              <a:gd name="connsiteY12" fmla="*/ 2010293 h 2680291"/>
              <a:gd name="connsiteX13" fmla="*/ 0 w 2152479"/>
              <a:gd name="connsiteY13" fmla="*/ 2243616 h 2680291"/>
              <a:gd name="connsiteX0" fmla="*/ 2152479 w 2152479"/>
              <a:gd name="connsiteY0" fmla="*/ 2680291 h 2680291"/>
              <a:gd name="connsiteX1" fmla="*/ 1864762 w 2152479"/>
              <a:gd name="connsiteY1" fmla="*/ 2281531 h 2680291"/>
              <a:gd name="connsiteX2" fmla="*/ 1800055 w 2152479"/>
              <a:gd name="connsiteY2" fmla="*/ 1871742 h 2680291"/>
              <a:gd name="connsiteX3" fmla="*/ 1761921 w 2152479"/>
              <a:gd name="connsiteY3" fmla="*/ 1561585 h 2680291"/>
              <a:gd name="connsiteX4" fmla="*/ 1763737 w 2152479"/>
              <a:gd name="connsiteY4" fmla="*/ 1295299 h 2680291"/>
              <a:gd name="connsiteX5" fmla="*/ 1745157 w 2152479"/>
              <a:gd name="connsiteY5" fmla="*/ 872546 h 2680291"/>
              <a:gd name="connsiteX6" fmla="*/ 1802593 w 2152479"/>
              <a:gd name="connsiteY6" fmla="*/ 580605 h 2680291"/>
              <a:gd name="connsiteX7" fmla="*/ 1828882 w 2152479"/>
              <a:gd name="connsiteY7" fmla="*/ 370103 h 2680291"/>
              <a:gd name="connsiteX8" fmla="*/ 1637003 w 2152479"/>
              <a:gd name="connsiteY8" fmla="*/ 3091 h 2680291"/>
              <a:gd name="connsiteX9" fmla="*/ 1403198 w 2152479"/>
              <a:gd name="connsiteY9" fmla="*/ 220449 h 2680291"/>
              <a:gd name="connsiteX10" fmla="*/ 1001963 w 2152479"/>
              <a:gd name="connsiteY10" fmla="*/ 804705 h 2680291"/>
              <a:gd name="connsiteX11" fmla="*/ 483519 w 2152479"/>
              <a:gd name="connsiteY11" fmla="*/ 1704957 h 2680291"/>
              <a:gd name="connsiteX12" fmla="*/ 221687 w 2152479"/>
              <a:gd name="connsiteY12" fmla="*/ 2010293 h 2680291"/>
              <a:gd name="connsiteX13" fmla="*/ 0 w 2152479"/>
              <a:gd name="connsiteY13" fmla="*/ 2243616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82575 w 2213367"/>
              <a:gd name="connsiteY12" fmla="*/ 201029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544407 w 2213367"/>
              <a:gd name="connsiteY11" fmla="*/ 1704957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608799 w 2213367"/>
              <a:gd name="connsiteY11" fmla="*/ 1619116 h 2680291"/>
              <a:gd name="connsiteX12" fmla="*/ 259004 w 2213367"/>
              <a:gd name="connsiteY12" fmla="*/ 1905753 h 2680291"/>
              <a:gd name="connsiteX13" fmla="*/ 0 w 2213367"/>
              <a:gd name="connsiteY13"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062851 w 2213367"/>
              <a:gd name="connsiteY10" fmla="*/ 804705 h 2680291"/>
              <a:gd name="connsiteX11" fmla="*/ 748064 w 2213367"/>
              <a:gd name="connsiteY11" fmla="*/ 1312857 h 2680291"/>
              <a:gd name="connsiteX12" fmla="*/ 608799 w 2213367"/>
              <a:gd name="connsiteY12" fmla="*/ 1619116 h 2680291"/>
              <a:gd name="connsiteX13" fmla="*/ 259004 w 2213367"/>
              <a:gd name="connsiteY13" fmla="*/ 1905753 h 2680291"/>
              <a:gd name="connsiteX14" fmla="*/ 0 w 2213367"/>
              <a:gd name="connsiteY14"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291 h 2680291"/>
              <a:gd name="connsiteX1" fmla="*/ 1925650 w 2213367"/>
              <a:gd name="connsiteY1" fmla="*/ 2281531 h 2680291"/>
              <a:gd name="connsiteX2" fmla="*/ 1860943 w 2213367"/>
              <a:gd name="connsiteY2" fmla="*/ 1871742 h 2680291"/>
              <a:gd name="connsiteX3" fmla="*/ 1822809 w 2213367"/>
              <a:gd name="connsiteY3" fmla="*/ 1561585 h 2680291"/>
              <a:gd name="connsiteX4" fmla="*/ 1824625 w 2213367"/>
              <a:gd name="connsiteY4" fmla="*/ 1295299 h 2680291"/>
              <a:gd name="connsiteX5" fmla="*/ 1806045 w 2213367"/>
              <a:gd name="connsiteY5" fmla="*/ 872546 h 2680291"/>
              <a:gd name="connsiteX6" fmla="*/ 1863481 w 2213367"/>
              <a:gd name="connsiteY6" fmla="*/ 580605 h 2680291"/>
              <a:gd name="connsiteX7" fmla="*/ 1889770 w 2213367"/>
              <a:gd name="connsiteY7" fmla="*/ 370103 h 2680291"/>
              <a:gd name="connsiteX8" fmla="*/ 1697891 w 2213367"/>
              <a:gd name="connsiteY8" fmla="*/ 3091 h 2680291"/>
              <a:gd name="connsiteX9" fmla="*/ 1464086 w 2213367"/>
              <a:gd name="connsiteY9" fmla="*/ 220449 h 2680291"/>
              <a:gd name="connsiteX10" fmla="*/ 1353143 w 2213367"/>
              <a:gd name="connsiteY10" fmla="*/ 428827 h 2680291"/>
              <a:gd name="connsiteX11" fmla="*/ 1062851 w 2213367"/>
              <a:gd name="connsiteY11" fmla="*/ 804705 h 2680291"/>
              <a:gd name="connsiteX12" fmla="*/ 748064 w 2213367"/>
              <a:gd name="connsiteY12" fmla="*/ 1312857 h 2680291"/>
              <a:gd name="connsiteX13" fmla="*/ 608799 w 2213367"/>
              <a:gd name="connsiteY13" fmla="*/ 1619116 h 2680291"/>
              <a:gd name="connsiteX14" fmla="*/ 259004 w 2213367"/>
              <a:gd name="connsiteY14" fmla="*/ 1905753 h 2680291"/>
              <a:gd name="connsiteX15" fmla="*/ 0 w 2213367"/>
              <a:gd name="connsiteY15" fmla="*/ 2231559 h 2680291"/>
              <a:gd name="connsiteX0" fmla="*/ 2213367 w 2213367"/>
              <a:gd name="connsiteY0" fmla="*/ 2680434 h 2680434"/>
              <a:gd name="connsiteX1" fmla="*/ 1925650 w 2213367"/>
              <a:gd name="connsiteY1" fmla="*/ 2281674 h 2680434"/>
              <a:gd name="connsiteX2" fmla="*/ 1860943 w 2213367"/>
              <a:gd name="connsiteY2" fmla="*/ 1871885 h 2680434"/>
              <a:gd name="connsiteX3" fmla="*/ 1822809 w 2213367"/>
              <a:gd name="connsiteY3" fmla="*/ 1561728 h 2680434"/>
              <a:gd name="connsiteX4" fmla="*/ 1824625 w 2213367"/>
              <a:gd name="connsiteY4" fmla="*/ 1295442 h 2680434"/>
              <a:gd name="connsiteX5" fmla="*/ 1806045 w 2213367"/>
              <a:gd name="connsiteY5" fmla="*/ 872689 h 2680434"/>
              <a:gd name="connsiteX6" fmla="*/ 1863481 w 2213367"/>
              <a:gd name="connsiteY6" fmla="*/ 580748 h 2680434"/>
              <a:gd name="connsiteX7" fmla="*/ 1889770 w 2213367"/>
              <a:gd name="connsiteY7" fmla="*/ 370246 h 2680434"/>
              <a:gd name="connsiteX8" fmla="*/ 1697891 w 2213367"/>
              <a:gd name="connsiteY8" fmla="*/ 3234 h 2680434"/>
              <a:gd name="connsiteX9" fmla="*/ 1464086 w 2213367"/>
              <a:gd name="connsiteY9" fmla="*/ 220592 h 2680434"/>
              <a:gd name="connsiteX10" fmla="*/ 1353143 w 2213367"/>
              <a:gd name="connsiteY10" fmla="*/ 428970 h 2680434"/>
              <a:gd name="connsiteX11" fmla="*/ 1062851 w 2213367"/>
              <a:gd name="connsiteY11" fmla="*/ 804848 h 2680434"/>
              <a:gd name="connsiteX12" fmla="*/ 748064 w 2213367"/>
              <a:gd name="connsiteY12" fmla="*/ 1313000 h 2680434"/>
              <a:gd name="connsiteX13" fmla="*/ 608799 w 2213367"/>
              <a:gd name="connsiteY13" fmla="*/ 1619259 h 2680434"/>
              <a:gd name="connsiteX14" fmla="*/ 259004 w 2213367"/>
              <a:gd name="connsiteY14" fmla="*/ 1905896 h 2680434"/>
              <a:gd name="connsiteX15" fmla="*/ 0 w 2213367"/>
              <a:gd name="connsiteY15" fmla="*/ 2231702 h 26804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63481 w 2213367"/>
              <a:gd name="connsiteY6" fmla="*/ 535848 h 2635534"/>
              <a:gd name="connsiteX7" fmla="*/ 1889770 w 2213367"/>
              <a:gd name="connsiteY7" fmla="*/ 325346 h 2635534"/>
              <a:gd name="connsiteX8" fmla="*/ 1686449 w 2213367"/>
              <a:gd name="connsiteY8" fmla="*/ 4724 h 2635534"/>
              <a:gd name="connsiteX9" fmla="*/ 1464086 w 2213367"/>
              <a:gd name="connsiteY9" fmla="*/ 175692 h 2635534"/>
              <a:gd name="connsiteX10" fmla="*/ 1353143 w 2213367"/>
              <a:gd name="connsiteY10" fmla="*/ 384070 h 2635534"/>
              <a:gd name="connsiteX11" fmla="*/ 1062851 w 2213367"/>
              <a:gd name="connsiteY11" fmla="*/ 759948 h 2635534"/>
              <a:gd name="connsiteX12" fmla="*/ 748064 w 2213367"/>
              <a:gd name="connsiteY12" fmla="*/ 1268100 h 2635534"/>
              <a:gd name="connsiteX13" fmla="*/ 608799 w 2213367"/>
              <a:gd name="connsiteY13" fmla="*/ 1574359 h 2635534"/>
              <a:gd name="connsiteX14" fmla="*/ 259004 w 2213367"/>
              <a:gd name="connsiteY14" fmla="*/ 1860996 h 2635534"/>
              <a:gd name="connsiteX15" fmla="*/ 0 w 2213367"/>
              <a:gd name="connsiteY15"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806045 w 2213367"/>
              <a:gd name="connsiteY5" fmla="*/ 827789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60943 w 2213367"/>
              <a:gd name="connsiteY2" fmla="*/ 1826985 h 2635534"/>
              <a:gd name="connsiteX3" fmla="*/ 1822809 w 2213367"/>
              <a:gd name="connsiteY3" fmla="*/ 1516828 h 2635534"/>
              <a:gd name="connsiteX4" fmla="*/ 1824625 w 2213367"/>
              <a:gd name="connsiteY4" fmla="*/ 1250542 h 2635534"/>
              <a:gd name="connsiteX5" fmla="*/ 1772115 w 2213367"/>
              <a:gd name="connsiteY5" fmla="*/ 924784 h 2635534"/>
              <a:gd name="connsiteX6" fmla="*/ 1852275 w 2213367"/>
              <a:gd name="connsiteY6" fmla="*/ 704420 h 2635534"/>
              <a:gd name="connsiteX7" fmla="*/ 1863481 w 2213367"/>
              <a:gd name="connsiteY7" fmla="*/ 535848 h 2635534"/>
              <a:gd name="connsiteX8" fmla="*/ 1889770 w 2213367"/>
              <a:gd name="connsiteY8" fmla="*/ 325346 h 2635534"/>
              <a:gd name="connsiteX9" fmla="*/ 1686449 w 2213367"/>
              <a:gd name="connsiteY9" fmla="*/ 4724 h 2635534"/>
              <a:gd name="connsiteX10" fmla="*/ 1464086 w 2213367"/>
              <a:gd name="connsiteY10" fmla="*/ 175692 h 2635534"/>
              <a:gd name="connsiteX11" fmla="*/ 1353143 w 2213367"/>
              <a:gd name="connsiteY11" fmla="*/ 384070 h 2635534"/>
              <a:gd name="connsiteX12" fmla="*/ 1062851 w 2213367"/>
              <a:gd name="connsiteY12" fmla="*/ 759948 h 2635534"/>
              <a:gd name="connsiteX13" fmla="*/ 748064 w 2213367"/>
              <a:gd name="connsiteY13" fmla="*/ 1268100 h 2635534"/>
              <a:gd name="connsiteX14" fmla="*/ 608799 w 2213367"/>
              <a:gd name="connsiteY14" fmla="*/ 1574359 h 2635534"/>
              <a:gd name="connsiteX15" fmla="*/ 259004 w 2213367"/>
              <a:gd name="connsiteY15" fmla="*/ 1860996 h 2635534"/>
              <a:gd name="connsiteX16" fmla="*/ 0 w 2213367"/>
              <a:gd name="connsiteY16"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860943 w 2213367"/>
              <a:gd name="connsiteY3" fmla="*/ 1826985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35534 h 2635534"/>
              <a:gd name="connsiteX1" fmla="*/ 1925650 w 2213367"/>
              <a:gd name="connsiteY1" fmla="*/ 2236774 h 2635534"/>
              <a:gd name="connsiteX2" fmla="*/ 1829676 w 2213367"/>
              <a:gd name="connsiteY2" fmla="*/ 2044384 h 2635534"/>
              <a:gd name="connsiteX3" fmla="*/ 1958817 w 2213367"/>
              <a:gd name="connsiteY3" fmla="*/ 1819477 h 2635534"/>
              <a:gd name="connsiteX4" fmla="*/ 1822809 w 2213367"/>
              <a:gd name="connsiteY4" fmla="*/ 1516828 h 2635534"/>
              <a:gd name="connsiteX5" fmla="*/ 1824625 w 2213367"/>
              <a:gd name="connsiteY5" fmla="*/ 1250542 h 2635534"/>
              <a:gd name="connsiteX6" fmla="*/ 1772115 w 2213367"/>
              <a:gd name="connsiteY6" fmla="*/ 924784 h 2635534"/>
              <a:gd name="connsiteX7" fmla="*/ 1852275 w 2213367"/>
              <a:gd name="connsiteY7" fmla="*/ 704420 h 2635534"/>
              <a:gd name="connsiteX8" fmla="*/ 1863481 w 2213367"/>
              <a:gd name="connsiteY8" fmla="*/ 535848 h 2635534"/>
              <a:gd name="connsiteX9" fmla="*/ 1889770 w 2213367"/>
              <a:gd name="connsiteY9" fmla="*/ 325346 h 2635534"/>
              <a:gd name="connsiteX10" fmla="*/ 1686449 w 2213367"/>
              <a:gd name="connsiteY10" fmla="*/ 4724 h 2635534"/>
              <a:gd name="connsiteX11" fmla="*/ 1464086 w 2213367"/>
              <a:gd name="connsiteY11" fmla="*/ 175692 h 2635534"/>
              <a:gd name="connsiteX12" fmla="*/ 1353143 w 2213367"/>
              <a:gd name="connsiteY12" fmla="*/ 384070 h 2635534"/>
              <a:gd name="connsiteX13" fmla="*/ 1062851 w 2213367"/>
              <a:gd name="connsiteY13" fmla="*/ 759948 h 2635534"/>
              <a:gd name="connsiteX14" fmla="*/ 748064 w 2213367"/>
              <a:gd name="connsiteY14" fmla="*/ 1268100 h 2635534"/>
              <a:gd name="connsiteX15" fmla="*/ 608799 w 2213367"/>
              <a:gd name="connsiteY15" fmla="*/ 1574359 h 2635534"/>
              <a:gd name="connsiteX16" fmla="*/ 259004 w 2213367"/>
              <a:gd name="connsiteY16" fmla="*/ 1860996 h 2635534"/>
              <a:gd name="connsiteX17" fmla="*/ 0 w 2213367"/>
              <a:gd name="connsiteY17" fmla="*/ 2186802 h 2635534"/>
              <a:gd name="connsiteX0" fmla="*/ 2213367 w 2213367"/>
              <a:gd name="connsiteY0" fmla="*/ 2609790 h 2609790"/>
              <a:gd name="connsiteX1" fmla="*/ 1925650 w 2213367"/>
              <a:gd name="connsiteY1" fmla="*/ 2211030 h 2609790"/>
              <a:gd name="connsiteX2" fmla="*/ 1829676 w 2213367"/>
              <a:gd name="connsiteY2" fmla="*/ 2018640 h 2609790"/>
              <a:gd name="connsiteX3" fmla="*/ 1958817 w 2213367"/>
              <a:gd name="connsiteY3" fmla="*/ 1793733 h 2609790"/>
              <a:gd name="connsiteX4" fmla="*/ 1822809 w 2213367"/>
              <a:gd name="connsiteY4" fmla="*/ 1491084 h 2609790"/>
              <a:gd name="connsiteX5" fmla="*/ 1824625 w 2213367"/>
              <a:gd name="connsiteY5" fmla="*/ 1224798 h 2609790"/>
              <a:gd name="connsiteX6" fmla="*/ 1772115 w 2213367"/>
              <a:gd name="connsiteY6" fmla="*/ 899040 h 2609790"/>
              <a:gd name="connsiteX7" fmla="*/ 1852275 w 2213367"/>
              <a:gd name="connsiteY7" fmla="*/ 678676 h 2609790"/>
              <a:gd name="connsiteX8" fmla="*/ 1863481 w 2213367"/>
              <a:gd name="connsiteY8" fmla="*/ 510104 h 2609790"/>
              <a:gd name="connsiteX9" fmla="*/ 1889770 w 2213367"/>
              <a:gd name="connsiteY9" fmla="*/ 299602 h 2609790"/>
              <a:gd name="connsiteX10" fmla="*/ 1630840 w 2213367"/>
              <a:gd name="connsiteY10" fmla="*/ 6381 h 2609790"/>
              <a:gd name="connsiteX11" fmla="*/ 1464086 w 2213367"/>
              <a:gd name="connsiteY11" fmla="*/ 149948 h 2609790"/>
              <a:gd name="connsiteX12" fmla="*/ 1353143 w 2213367"/>
              <a:gd name="connsiteY12" fmla="*/ 358326 h 2609790"/>
              <a:gd name="connsiteX13" fmla="*/ 1062851 w 2213367"/>
              <a:gd name="connsiteY13" fmla="*/ 734204 h 2609790"/>
              <a:gd name="connsiteX14" fmla="*/ 748064 w 2213367"/>
              <a:gd name="connsiteY14" fmla="*/ 1242356 h 2609790"/>
              <a:gd name="connsiteX15" fmla="*/ 608799 w 2213367"/>
              <a:gd name="connsiteY15" fmla="*/ 1548615 h 2609790"/>
              <a:gd name="connsiteX16" fmla="*/ 259004 w 2213367"/>
              <a:gd name="connsiteY16" fmla="*/ 1835252 h 2609790"/>
              <a:gd name="connsiteX17" fmla="*/ 0 w 2213367"/>
              <a:gd name="connsiteY17" fmla="*/ 2161058 h 2609790"/>
              <a:gd name="connsiteX0" fmla="*/ 2213367 w 2213367"/>
              <a:gd name="connsiteY0" fmla="*/ 2609790 h 2609790"/>
              <a:gd name="connsiteX1" fmla="*/ 1925650 w 2213367"/>
              <a:gd name="connsiteY1" fmla="*/ 2211030 h 2609790"/>
              <a:gd name="connsiteX2" fmla="*/ 1829676 w 2213367"/>
              <a:gd name="connsiteY2" fmla="*/ 2018640 h 2609790"/>
              <a:gd name="connsiteX3" fmla="*/ 1958817 w 2213367"/>
              <a:gd name="connsiteY3" fmla="*/ 1793733 h 2609790"/>
              <a:gd name="connsiteX4" fmla="*/ 1822809 w 2213367"/>
              <a:gd name="connsiteY4" fmla="*/ 1491084 h 2609790"/>
              <a:gd name="connsiteX5" fmla="*/ 1824625 w 2213367"/>
              <a:gd name="connsiteY5" fmla="*/ 1224798 h 2609790"/>
              <a:gd name="connsiteX6" fmla="*/ 1772115 w 2213367"/>
              <a:gd name="connsiteY6" fmla="*/ 899040 h 2609790"/>
              <a:gd name="connsiteX7" fmla="*/ 1852275 w 2213367"/>
              <a:gd name="connsiteY7" fmla="*/ 678676 h 2609790"/>
              <a:gd name="connsiteX8" fmla="*/ 1936820 w 2213367"/>
              <a:gd name="connsiteY8" fmla="*/ 541022 h 2609790"/>
              <a:gd name="connsiteX9" fmla="*/ 1889770 w 2213367"/>
              <a:gd name="connsiteY9" fmla="*/ 299602 h 2609790"/>
              <a:gd name="connsiteX10" fmla="*/ 1630840 w 2213367"/>
              <a:gd name="connsiteY10" fmla="*/ 6381 h 2609790"/>
              <a:gd name="connsiteX11" fmla="*/ 1464086 w 2213367"/>
              <a:gd name="connsiteY11" fmla="*/ 149948 h 2609790"/>
              <a:gd name="connsiteX12" fmla="*/ 1353143 w 2213367"/>
              <a:gd name="connsiteY12" fmla="*/ 358326 h 2609790"/>
              <a:gd name="connsiteX13" fmla="*/ 1062851 w 2213367"/>
              <a:gd name="connsiteY13" fmla="*/ 734204 h 2609790"/>
              <a:gd name="connsiteX14" fmla="*/ 748064 w 2213367"/>
              <a:gd name="connsiteY14" fmla="*/ 1242356 h 2609790"/>
              <a:gd name="connsiteX15" fmla="*/ 608799 w 2213367"/>
              <a:gd name="connsiteY15" fmla="*/ 1548615 h 2609790"/>
              <a:gd name="connsiteX16" fmla="*/ 259004 w 2213367"/>
              <a:gd name="connsiteY16" fmla="*/ 1835252 h 2609790"/>
              <a:gd name="connsiteX17" fmla="*/ 0 w 2213367"/>
              <a:gd name="connsiteY17" fmla="*/ 2161058 h 2609790"/>
              <a:gd name="connsiteX0" fmla="*/ 1786114 w 1958823"/>
              <a:gd name="connsiteY0" fmla="*/ 2884711 h 2884711"/>
              <a:gd name="connsiteX1" fmla="*/ 1925650 w 1958823"/>
              <a:gd name="connsiteY1" fmla="*/ 2211030 h 2884711"/>
              <a:gd name="connsiteX2" fmla="*/ 1829676 w 1958823"/>
              <a:gd name="connsiteY2" fmla="*/ 2018640 h 2884711"/>
              <a:gd name="connsiteX3" fmla="*/ 1958817 w 1958823"/>
              <a:gd name="connsiteY3" fmla="*/ 1793733 h 2884711"/>
              <a:gd name="connsiteX4" fmla="*/ 1822809 w 1958823"/>
              <a:gd name="connsiteY4" fmla="*/ 1491084 h 2884711"/>
              <a:gd name="connsiteX5" fmla="*/ 1824625 w 1958823"/>
              <a:gd name="connsiteY5" fmla="*/ 1224798 h 2884711"/>
              <a:gd name="connsiteX6" fmla="*/ 1772115 w 1958823"/>
              <a:gd name="connsiteY6" fmla="*/ 899040 h 2884711"/>
              <a:gd name="connsiteX7" fmla="*/ 1852275 w 1958823"/>
              <a:gd name="connsiteY7" fmla="*/ 678676 h 2884711"/>
              <a:gd name="connsiteX8" fmla="*/ 1936820 w 1958823"/>
              <a:gd name="connsiteY8" fmla="*/ 541022 h 2884711"/>
              <a:gd name="connsiteX9" fmla="*/ 1889770 w 1958823"/>
              <a:gd name="connsiteY9" fmla="*/ 299602 h 2884711"/>
              <a:gd name="connsiteX10" fmla="*/ 1630840 w 1958823"/>
              <a:gd name="connsiteY10" fmla="*/ 6381 h 2884711"/>
              <a:gd name="connsiteX11" fmla="*/ 1464086 w 1958823"/>
              <a:gd name="connsiteY11" fmla="*/ 149948 h 2884711"/>
              <a:gd name="connsiteX12" fmla="*/ 1353143 w 1958823"/>
              <a:gd name="connsiteY12" fmla="*/ 358326 h 2884711"/>
              <a:gd name="connsiteX13" fmla="*/ 1062851 w 1958823"/>
              <a:gd name="connsiteY13" fmla="*/ 734204 h 2884711"/>
              <a:gd name="connsiteX14" fmla="*/ 748064 w 1958823"/>
              <a:gd name="connsiteY14" fmla="*/ 1242356 h 2884711"/>
              <a:gd name="connsiteX15" fmla="*/ 608799 w 1958823"/>
              <a:gd name="connsiteY15" fmla="*/ 1548615 h 2884711"/>
              <a:gd name="connsiteX16" fmla="*/ 259004 w 1958823"/>
              <a:gd name="connsiteY16" fmla="*/ 1835252 h 2884711"/>
              <a:gd name="connsiteX17" fmla="*/ 0 w 1958823"/>
              <a:gd name="connsiteY17" fmla="*/ 2161058 h 2884711"/>
              <a:gd name="connsiteX0" fmla="*/ 2110562 w 2110562"/>
              <a:gd name="connsiteY0" fmla="*/ 2874739 h 2874739"/>
              <a:gd name="connsiteX1" fmla="*/ 1925650 w 2110562"/>
              <a:gd name="connsiteY1" fmla="*/ 2211030 h 2874739"/>
              <a:gd name="connsiteX2" fmla="*/ 1829676 w 2110562"/>
              <a:gd name="connsiteY2" fmla="*/ 2018640 h 2874739"/>
              <a:gd name="connsiteX3" fmla="*/ 1958817 w 2110562"/>
              <a:gd name="connsiteY3" fmla="*/ 1793733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1958817 w 2110562"/>
              <a:gd name="connsiteY3" fmla="*/ 1793733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22809 w 2110562"/>
              <a:gd name="connsiteY4" fmla="*/ 1491084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88179 w 2110562"/>
              <a:gd name="connsiteY4" fmla="*/ 1471848 h 2874739"/>
              <a:gd name="connsiteX5" fmla="*/ 1824625 w 2110562"/>
              <a:gd name="connsiteY5" fmla="*/ 1224798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888179 w 2110562"/>
              <a:gd name="connsiteY4" fmla="*/ 1471848 h 2874739"/>
              <a:gd name="connsiteX5" fmla="*/ 1893958 w 2110562"/>
              <a:gd name="connsiteY5" fmla="*/ 1205167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2110562 w 2110562"/>
              <a:gd name="connsiteY0" fmla="*/ 2874739 h 2874739"/>
              <a:gd name="connsiteX1" fmla="*/ 1771634 w 2110562"/>
              <a:gd name="connsiteY1" fmla="*/ 2255001 h 2874739"/>
              <a:gd name="connsiteX2" fmla="*/ 1829676 w 2110562"/>
              <a:gd name="connsiteY2" fmla="*/ 2018640 h 2874739"/>
              <a:gd name="connsiteX3" fmla="*/ 2028669 w 2110562"/>
              <a:gd name="connsiteY3" fmla="*/ 1802708 h 2874739"/>
              <a:gd name="connsiteX4" fmla="*/ 1940189 w 2110562"/>
              <a:gd name="connsiteY4" fmla="*/ 1469861 h 2874739"/>
              <a:gd name="connsiteX5" fmla="*/ 1893958 w 2110562"/>
              <a:gd name="connsiteY5" fmla="*/ 1205167 h 2874739"/>
              <a:gd name="connsiteX6" fmla="*/ 1772115 w 2110562"/>
              <a:gd name="connsiteY6" fmla="*/ 899040 h 2874739"/>
              <a:gd name="connsiteX7" fmla="*/ 1852275 w 2110562"/>
              <a:gd name="connsiteY7" fmla="*/ 678676 h 2874739"/>
              <a:gd name="connsiteX8" fmla="*/ 1936820 w 2110562"/>
              <a:gd name="connsiteY8" fmla="*/ 541022 h 2874739"/>
              <a:gd name="connsiteX9" fmla="*/ 1889770 w 2110562"/>
              <a:gd name="connsiteY9" fmla="*/ 299602 h 2874739"/>
              <a:gd name="connsiteX10" fmla="*/ 1630840 w 2110562"/>
              <a:gd name="connsiteY10" fmla="*/ 6381 h 2874739"/>
              <a:gd name="connsiteX11" fmla="*/ 1464086 w 2110562"/>
              <a:gd name="connsiteY11" fmla="*/ 149948 h 2874739"/>
              <a:gd name="connsiteX12" fmla="*/ 1353143 w 2110562"/>
              <a:gd name="connsiteY12" fmla="*/ 358326 h 2874739"/>
              <a:gd name="connsiteX13" fmla="*/ 1062851 w 2110562"/>
              <a:gd name="connsiteY13" fmla="*/ 734204 h 2874739"/>
              <a:gd name="connsiteX14" fmla="*/ 748064 w 2110562"/>
              <a:gd name="connsiteY14" fmla="*/ 1242356 h 2874739"/>
              <a:gd name="connsiteX15" fmla="*/ 608799 w 2110562"/>
              <a:gd name="connsiteY15" fmla="*/ 1548615 h 2874739"/>
              <a:gd name="connsiteX16" fmla="*/ 259004 w 2110562"/>
              <a:gd name="connsiteY16" fmla="*/ 1835252 h 2874739"/>
              <a:gd name="connsiteX17" fmla="*/ 0 w 2110562"/>
              <a:gd name="connsiteY17" fmla="*/ 2161058 h 2874739"/>
              <a:gd name="connsiteX0" fmla="*/ 1851558 w 1851558"/>
              <a:gd name="connsiteY0" fmla="*/ 2874739 h 2874739"/>
              <a:gd name="connsiteX1" fmla="*/ 1512630 w 1851558"/>
              <a:gd name="connsiteY1" fmla="*/ 2255001 h 2874739"/>
              <a:gd name="connsiteX2" fmla="*/ 1570672 w 1851558"/>
              <a:gd name="connsiteY2" fmla="*/ 2018640 h 2874739"/>
              <a:gd name="connsiteX3" fmla="*/ 1769665 w 1851558"/>
              <a:gd name="connsiteY3" fmla="*/ 1802708 h 2874739"/>
              <a:gd name="connsiteX4" fmla="*/ 1681185 w 1851558"/>
              <a:gd name="connsiteY4" fmla="*/ 1469861 h 2874739"/>
              <a:gd name="connsiteX5" fmla="*/ 1634954 w 1851558"/>
              <a:gd name="connsiteY5" fmla="*/ 1205167 h 2874739"/>
              <a:gd name="connsiteX6" fmla="*/ 1513111 w 1851558"/>
              <a:gd name="connsiteY6" fmla="*/ 899040 h 2874739"/>
              <a:gd name="connsiteX7" fmla="*/ 1593271 w 1851558"/>
              <a:gd name="connsiteY7" fmla="*/ 678676 h 2874739"/>
              <a:gd name="connsiteX8" fmla="*/ 1677816 w 1851558"/>
              <a:gd name="connsiteY8" fmla="*/ 541022 h 2874739"/>
              <a:gd name="connsiteX9" fmla="*/ 1630766 w 1851558"/>
              <a:gd name="connsiteY9" fmla="*/ 299602 h 2874739"/>
              <a:gd name="connsiteX10" fmla="*/ 1371836 w 1851558"/>
              <a:gd name="connsiteY10" fmla="*/ 6381 h 2874739"/>
              <a:gd name="connsiteX11" fmla="*/ 1205082 w 1851558"/>
              <a:gd name="connsiteY11" fmla="*/ 149948 h 2874739"/>
              <a:gd name="connsiteX12" fmla="*/ 1094139 w 1851558"/>
              <a:gd name="connsiteY12" fmla="*/ 358326 h 2874739"/>
              <a:gd name="connsiteX13" fmla="*/ 803847 w 1851558"/>
              <a:gd name="connsiteY13" fmla="*/ 734204 h 2874739"/>
              <a:gd name="connsiteX14" fmla="*/ 489060 w 1851558"/>
              <a:gd name="connsiteY14" fmla="*/ 1242356 h 2874739"/>
              <a:gd name="connsiteX15" fmla="*/ 349795 w 1851558"/>
              <a:gd name="connsiteY15" fmla="*/ 1548615 h 2874739"/>
              <a:gd name="connsiteX16" fmla="*/ 0 w 1851558"/>
              <a:gd name="connsiteY16" fmla="*/ 1835252 h 2874739"/>
              <a:gd name="connsiteX0" fmla="*/ 1501763 w 1501763"/>
              <a:gd name="connsiteY0" fmla="*/ 2874739 h 2874739"/>
              <a:gd name="connsiteX1" fmla="*/ 1162835 w 1501763"/>
              <a:gd name="connsiteY1" fmla="*/ 2255001 h 2874739"/>
              <a:gd name="connsiteX2" fmla="*/ 1220877 w 1501763"/>
              <a:gd name="connsiteY2" fmla="*/ 2018640 h 2874739"/>
              <a:gd name="connsiteX3" fmla="*/ 1419870 w 1501763"/>
              <a:gd name="connsiteY3" fmla="*/ 1802708 h 2874739"/>
              <a:gd name="connsiteX4" fmla="*/ 1331390 w 1501763"/>
              <a:gd name="connsiteY4" fmla="*/ 1469861 h 2874739"/>
              <a:gd name="connsiteX5" fmla="*/ 1285159 w 1501763"/>
              <a:gd name="connsiteY5" fmla="*/ 1205167 h 2874739"/>
              <a:gd name="connsiteX6" fmla="*/ 1163316 w 1501763"/>
              <a:gd name="connsiteY6" fmla="*/ 899040 h 2874739"/>
              <a:gd name="connsiteX7" fmla="*/ 1243476 w 1501763"/>
              <a:gd name="connsiteY7" fmla="*/ 678676 h 2874739"/>
              <a:gd name="connsiteX8" fmla="*/ 1328021 w 1501763"/>
              <a:gd name="connsiteY8" fmla="*/ 541022 h 2874739"/>
              <a:gd name="connsiteX9" fmla="*/ 1280971 w 1501763"/>
              <a:gd name="connsiteY9" fmla="*/ 299602 h 2874739"/>
              <a:gd name="connsiteX10" fmla="*/ 1022041 w 1501763"/>
              <a:gd name="connsiteY10" fmla="*/ 6381 h 2874739"/>
              <a:gd name="connsiteX11" fmla="*/ 855287 w 1501763"/>
              <a:gd name="connsiteY11" fmla="*/ 149948 h 2874739"/>
              <a:gd name="connsiteX12" fmla="*/ 744344 w 1501763"/>
              <a:gd name="connsiteY12" fmla="*/ 358326 h 2874739"/>
              <a:gd name="connsiteX13" fmla="*/ 454052 w 1501763"/>
              <a:gd name="connsiteY13" fmla="*/ 734204 h 2874739"/>
              <a:gd name="connsiteX14" fmla="*/ 139265 w 1501763"/>
              <a:gd name="connsiteY14" fmla="*/ 1242356 h 2874739"/>
              <a:gd name="connsiteX15" fmla="*/ 0 w 1501763"/>
              <a:gd name="connsiteY15" fmla="*/ 1548615 h 2874739"/>
              <a:gd name="connsiteX0" fmla="*/ 1362498 w 1362498"/>
              <a:gd name="connsiteY0" fmla="*/ 2874739 h 2874739"/>
              <a:gd name="connsiteX1" fmla="*/ 1023570 w 1362498"/>
              <a:gd name="connsiteY1" fmla="*/ 2255001 h 2874739"/>
              <a:gd name="connsiteX2" fmla="*/ 1081612 w 1362498"/>
              <a:gd name="connsiteY2" fmla="*/ 2018640 h 2874739"/>
              <a:gd name="connsiteX3" fmla="*/ 1280605 w 1362498"/>
              <a:gd name="connsiteY3" fmla="*/ 1802708 h 2874739"/>
              <a:gd name="connsiteX4" fmla="*/ 1192125 w 1362498"/>
              <a:gd name="connsiteY4" fmla="*/ 1469861 h 2874739"/>
              <a:gd name="connsiteX5" fmla="*/ 1145894 w 1362498"/>
              <a:gd name="connsiteY5" fmla="*/ 1205167 h 2874739"/>
              <a:gd name="connsiteX6" fmla="*/ 1024051 w 1362498"/>
              <a:gd name="connsiteY6" fmla="*/ 899040 h 2874739"/>
              <a:gd name="connsiteX7" fmla="*/ 1104211 w 1362498"/>
              <a:gd name="connsiteY7" fmla="*/ 678676 h 2874739"/>
              <a:gd name="connsiteX8" fmla="*/ 1188756 w 1362498"/>
              <a:gd name="connsiteY8" fmla="*/ 541022 h 2874739"/>
              <a:gd name="connsiteX9" fmla="*/ 1141706 w 1362498"/>
              <a:gd name="connsiteY9" fmla="*/ 299602 h 2874739"/>
              <a:gd name="connsiteX10" fmla="*/ 882776 w 1362498"/>
              <a:gd name="connsiteY10" fmla="*/ 6381 h 2874739"/>
              <a:gd name="connsiteX11" fmla="*/ 716022 w 1362498"/>
              <a:gd name="connsiteY11" fmla="*/ 149948 h 2874739"/>
              <a:gd name="connsiteX12" fmla="*/ 605079 w 1362498"/>
              <a:gd name="connsiteY12" fmla="*/ 358326 h 2874739"/>
              <a:gd name="connsiteX13" fmla="*/ 314787 w 1362498"/>
              <a:gd name="connsiteY13" fmla="*/ 734204 h 2874739"/>
              <a:gd name="connsiteX14" fmla="*/ 0 w 1362498"/>
              <a:gd name="connsiteY14" fmla="*/ 1242356 h 2874739"/>
              <a:gd name="connsiteX0" fmla="*/ 1047711 w 1047711"/>
              <a:gd name="connsiteY0" fmla="*/ 2874739 h 2874739"/>
              <a:gd name="connsiteX1" fmla="*/ 708783 w 1047711"/>
              <a:gd name="connsiteY1" fmla="*/ 2255001 h 2874739"/>
              <a:gd name="connsiteX2" fmla="*/ 766825 w 1047711"/>
              <a:gd name="connsiteY2" fmla="*/ 2018640 h 2874739"/>
              <a:gd name="connsiteX3" fmla="*/ 965818 w 1047711"/>
              <a:gd name="connsiteY3" fmla="*/ 1802708 h 2874739"/>
              <a:gd name="connsiteX4" fmla="*/ 877338 w 1047711"/>
              <a:gd name="connsiteY4" fmla="*/ 1469861 h 2874739"/>
              <a:gd name="connsiteX5" fmla="*/ 831107 w 1047711"/>
              <a:gd name="connsiteY5" fmla="*/ 1205167 h 2874739"/>
              <a:gd name="connsiteX6" fmla="*/ 709264 w 1047711"/>
              <a:gd name="connsiteY6" fmla="*/ 899040 h 2874739"/>
              <a:gd name="connsiteX7" fmla="*/ 789424 w 1047711"/>
              <a:gd name="connsiteY7" fmla="*/ 678676 h 2874739"/>
              <a:gd name="connsiteX8" fmla="*/ 873969 w 1047711"/>
              <a:gd name="connsiteY8" fmla="*/ 541022 h 2874739"/>
              <a:gd name="connsiteX9" fmla="*/ 826919 w 1047711"/>
              <a:gd name="connsiteY9" fmla="*/ 299602 h 2874739"/>
              <a:gd name="connsiteX10" fmla="*/ 567989 w 1047711"/>
              <a:gd name="connsiteY10" fmla="*/ 6381 h 2874739"/>
              <a:gd name="connsiteX11" fmla="*/ 401235 w 1047711"/>
              <a:gd name="connsiteY11" fmla="*/ 149948 h 2874739"/>
              <a:gd name="connsiteX12" fmla="*/ 290292 w 1047711"/>
              <a:gd name="connsiteY12" fmla="*/ 358326 h 2874739"/>
              <a:gd name="connsiteX13" fmla="*/ 0 w 1047711"/>
              <a:gd name="connsiteY13" fmla="*/ 734204 h 2874739"/>
              <a:gd name="connsiteX0" fmla="*/ 902726 w 902726"/>
              <a:gd name="connsiteY0" fmla="*/ 2874739 h 2874739"/>
              <a:gd name="connsiteX1" fmla="*/ 563798 w 902726"/>
              <a:gd name="connsiteY1" fmla="*/ 2255001 h 2874739"/>
              <a:gd name="connsiteX2" fmla="*/ 621840 w 902726"/>
              <a:gd name="connsiteY2" fmla="*/ 2018640 h 2874739"/>
              <a:gd name="connsiteX3" fmla="*/ 820833 w 902726"/>
              <a:gd name="connsiteY3" fmla="*/ 1802708 h 2874739"/>
              <a:gd name="connsiteX4" fmla="*/ 732353 w 902726"/>
              <a:gd name="connsiteY4" fmla="*/ 1469861 h 2874739"/>
              <a:gd name="connsiteX5" fmla="*/ 686122 w 902726"/>
              <a:gd name="connsiteY5" fmla="*/ 1205167 h 2874739"/>
              <a:gd name="connsiteX6" fmla="*/ 564279 w 902726"/>
              <a:gd name="connsiteY6" fmla="*/ 899040 h 2874739"/>
              <a:gd name="connsiteX7" fmla="*/ 644439 w 902726"/>
              <a:gd name="connsiteY7" fmla="*/ 678676 h 2874739"/>
              <a:gd name="connsiteX8" fmla="*/ 728984 w 902726"/>
              <a:gd name="connsiteY8" fmla="*/ 541022 h 2874739"/>
              <a:gd name="connsiteX9" fmla="*/ 681934 w 902726"/>
              <a:gd name="connsiteY9" fmla="*/ 299602 h 2874739"/>
              <a:gd name="connsiteX10" fmla="*/ 423004 w 902726"/>
              <a:gd name="connsiteY10" fmla="*/ 6381 h 2874739"/>
              <a:gd name="connsiteX11" fmla="*/ 256250 w 902726"/>
              <a:gd name="connsiteY11" fmla="*/ 149948 h 2874739"/>
              <a:gd name="connsiteX12" fmla="*/ 145307 w 902726"/>
              <a:gd name="connsiteY12" fmla="*/ 358326 h 2874739"/>
              <a:gd name="connsiteX13" fmla="*/ 0 w 902726"/>
              <a:gd name="connsiteY13" fmla="*/ 557400 h 2874739"/>
              <a:gd name="connsiteX0" fmla="*/ 903069 w 903069"/>
              <a:gd name="connsiteY0" fmla="*/ 2874739 h 2874739"/>
              <a:gd name="connsiteX1" fmla="*/ 564141 w 903069"/>
              <a:gd name="connsiteY1" fmla="*/ 2255001 h 2874739"/>
              <a:gd name="connsiteX2" fmla="*/ 622183 w 903069"/>
              <a:gd name="connsiteY2" fmla="*/ 2018640 h 2874739"/>
              <a:gd name="connsiteX3" fmla="*/ 821176 w 903069"/>
              <a:gd name="connsiteY3" fmla="*/ 1802708 h 2874739"/>
              <a:gd name="connsiteX4" fmla="*/ 732696 w 903069"/>
              <a:gd name="connsiteY4" fmla="*/ 1469861 h 2874739"/>
              <a:gd name="connsiteX5" fmla="*/ 686465 w 903069"/>
              <a:gd name="connsiteY5" fmla="*/ 1205167 h 2874739"/>
              <a:gd name="connsiteX6" fmla="*/ 564622 w 903069"/>
              <a:gd name="connsiteY6" fmla="*/ 899040 h 2874739"/>
              <a:gd name="connsiteX7" fmla="*/ 644782 w 903069"/>
              <a:gd name="connsiteY7" fmla="*/ 678676 h 2874739"/>
              <a:gd name="connsiteX8" fmla="*/ 729327 w 903069"/>
              <a:gd name="connsiteY8" fmla="*/ 541022 h 2874739"/>
              <a:gd name="connsiteX9" fmla="*/ 682277 w 903069"/>
              <a:gd name="connsiteY9" fmla="*/ 299602 h 2874739"/>
              <a:gd name="connsiteX10" fmla="*/ 423347 w 903069"/>
              <a:gd name="connsiteY10" fmla="*/ 6381 h 2874739"/>
              <a:gd name="connsiteX11" fmla="*/ 256593 w 903069"/>
              <a:gd name="connsiteY11" fmla="*/ 149948 h 2874739"/>
              <a:gd name="connsiteX12" fmla="*/ 145650 w 903069"/>
              <a:gd name="connsiteY12" fmla="*/ 358326 h 2874739"/>
              <a:gd name="connsiteX13" fmla="*/ 343 w 903069"/>
              <a:gd name="connsiteY13" fmla="*/ 557400 h 2874739"/>
              <a:gd name="connsiteX0" fmla="*/ 902726 w 902726"/>
              <a:gd name="connsiteY0" fmla="*/ 2874739 h 2874739"/>
              <a:gd name="connsiteX1" fmla="*/ 563798 w 902726"/>
              <a:gd name="connsiteY1" fmla="*/ 2255001 h 2874739"/>
              <a:gd name="connsiteX2" fmla="*/ 621840 w 902726"/>
              <a:gd name="connsiteY2" fmla="*/ 2018640 h 2874739"/>
              <a:gd name="connsiteX3" fmla="*/ 820833 w 902726"/>
              <a:gd name="connsiteY3" fmla="*/ 1802708 h 2874739"/>
              <a:gd name="connsiteX4" fmla="*/ 732353 w 902726"/>
              <a:gd name="connsiteY4" fmla="*/ 1469861 h 2874739"/>
              <a:gd name="connsiteX5" fmla="*/ 686122 w 902726"/>
              <a:gd name="connsiteY5" fmla="*/ 1205167 h 2874739"/>
              <a:gd name="connsiteX6" fmla="*/ 564279 w 902726"/>
              <a:gd name="connsiteY6" fmla="*/ 899040 h 2874739"/>
              <a:gd name="connsiteX7" fmla="*/ 644439 w 902726"/>
              <a:gd name="connsiteY7" fmla="*/ 678676 h 2874739"/>
              <a:gd name="connsiteX8" fmla="*/ 728984 w 902726"/>
              <a:gd name="connsiteY8" fmla="*/ 541022 h 2874739"/>
              <a:gd name="connsiteX9" fmla="*/ 681934 w 902726"/>
              <a:gd name="connsiteY9" fmla="*/ 299602 h 2874739"/>
              <a:gd name="connsiteX10" fmla="*/ 423004 w 902726"/>
              <a:gd name="connsiteY10" fmla="*/ 6381 h 2874739"/>
              <a:gd name="connsiteX11" fmla="*/ 256250 w 902726"/>
              <a:gd name="connsiteY11" fmla="*/ 149948 h 2874739"/>
              <a:gd name="connsiteX12" fmla="*/ 145307 w 902726"/>
              <a:gd name="connsiteY12" fmla="*/ 358326 h 2874739"/>
              <a:gd name="connsiteX13" fmla="*/ 0 w 902726"/>
              <a:gd name="connsiteY13" fmla="*/ 557400 h 2874739"/>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644439 w 902726"/>
              <a:gd name="connsiteY7" fmla="*/ 711589 h 2907652"/>
              <a:gd name="connsiteX8" fmla="*/ 728984 w 902726"/>
              <a:gd name="connsiteY8" fmla="*/ 573935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644439 w 902726"/>
              <a:gd name="connsiteY7" fmla="*/ 71158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564279 w 902726"/>
              <a:gd name="connsiteY6" fmla="*/ 931953 h 2907652"/>
              <a:gd name="connsiteX7" fmla="*/ 723689 w 902726"/>
              <a:gd name="connsiteY7" fmla="*/ 70370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563798 w 902726"/>
              <a:gd name="connsiteY1" fmla="*/ 2287914 h 2907652"/>
              <a:gd name="connsiteX2" fmla="*/ 621840 w 902726"/>
              <a:gd name="connsiteY2" fmla="*/ 2051553 h 2907652"/>
              <a:gd name="connsiteX3" fmla="*/ 820833 w 902726"/>
              <a:gd name="connsiteY3" fmla="*/ 1835621 h 2907652"/>
              <a:gd name="connsiteX4" fmla="*/ 732353 w 902726"/>
              <a:gd name="connsiteY4" fmla="*/ 1502774 h 2907652"/>
              <a:gd name="connsiteX5" fmla="*/ 686122 w 902726"/>
              <a:gd name="connsiteY5" fmla="*/ 1238080 h 2907652"/>
              <a:gd name="connsiteX6" fmla="*/ 631642 w 902726"/>
              <a:gd name="connsiteY6" fmla="*/ 925255 h 2907652"/>
              <a:gd name="connsiteX7" fmla="*/ 723689 w 902726"/>
              <a:gd name="connsiteY7" fmla="*/ 703709 h 2907652"/>
              <a:gd name="connsiteX8" fmla="*/ 795371 w 902726"/>
              <a:gd name="connsiteY8" fmla="*/ 586439 h 2907652"/>
              <a:gd name="connsiteX9" fmla="*/ 681934 w 902726"/>
              <a:gd name="connsiteY9" fmla="*/ 332515 h 2907652"/>
              <a:gd name="connsiteX10" fmla="*/ 453688 w 902726"/>
              <a:gd name="connsiteY10" fmla="*/ 4402 h 2907652"/>
              <a:gd name="connsiteX11" fmla="*/ 256250 w 902726"/>
              <a:gd name="connsiteY11" fmla="*/ 182861 h 2907652"/>
              <a:gd name="connsiteX12" fmla="*/ 145307 w 902726"/>
              <a:gd name="connsiteY12" fmla="*/ 391239 h 2907652"/>
              <a:gd name="connsiteX13" fmla="*/ 0 w 902726"/>
              <a:gd name="connsiteY13" fmla="*/ 590313 h 2907652"/>
              <a:gd name="connsiteX0" fmla="*/ 902726 w 902726"/>
              <a:gd name="connsiteY0" fmla="*/ 2907652 h 2907652"/>
              <a:gd name="connsiteX1" fmla="*/ 768759 w 902726"/>
              <a:gd name="connsiteY1" fmla="*/ 2389116 h 2907652"/>
              <a:gd name="connsiteX2" fmla="*/ 563798 w 902726"/>
              <a:gd name="connsiteY2" fmla="*/ 2287914 h 2907652"/>
              <a:gd name="connsiteX3" fmla="*/ 621840 w 902726"/>
              <a:gd name="connsiteY3" fmla="*/ 2051553 h 2907652"/>
              <a:gd name="connsiteX4" fmla="*/ 820833 w 902726"/>
              <a:gd name="connsiteY4" fmla="*/ 1835621 h 2907652"/>
              <a:gd name="connsiteX5" fmla="*/ 732353 w 902726"/>
              <a:gd name="connsiteY5" fmla="*/ 1502774 h 2907652"/>
              <a:gd name="connsiteX6" fmla="*/ 686122 w 902726"/>
              <a:gd name="connsiteY6" fmla="*/ 1238080 h 2907652"/>
              <a:gd name="connsiteX7" fmla="*/ 631642 w 902726"/>
              <a:gd name="connsiteY7" fmla="*/ 925255 h 2907652"/>
              <a:gd name="connsiteX8" fmla="*/ 723689 w 902726"/>
              <a:gd name="connsiteY8" fmla="*/ 703709 h 2907652"/>
              <a:gd name="connsiteX9" fmla="*/ 795371 w 902726"/>
              <a:gd name="connsiteY9" fmla="*/ 586439 h 2907652"/>
              <a:gd name="connsiteX10" fmla="*/ 681934 w 902726"/>
              <a:gd name="connsiteY10" fmla="*/ 332515 h 2907652"/>
              <a:gd name="connsiteX11" fmla="*/ 453688 w 902726"/>
              <a:gd name="connsiteY11" fmla="*/ 4402 h 2907652"/>
              <a:gd name="connsiteX12" fmla="*/ 256250 w 902726"/>
              <a:gd name="connsiteY12" fmla="*/ 182861 h 2907652"/>
              <a:gd name="connsiteX13" fmla="*/ 145307 w 902726"/>
              <a:gd name="connsiteY13" fmla="*/ 391239 h 2907652"/>
              <a:gd name="connsiteX14" fmla="*/ 0 w 902726"/>
              <a:gd name="connsiteY14" fmla="*/ 590313 h 2907652"/>
              <a:gd name="connsiteX0" fmla="*/ 863102 w 863102"/>
              <a:gd name="connsiteY0" fmla="*/ 2911592 h 2911592"/>
              <a:gd name="connsiteX1" fmla="*/ 768759 w 863102"/>
              <a:gd name="connsiteY1" fmla="*/ 2389116 h 2911592"/>
              <a:gd name="connsiteX2" fmla="*/ 563798 w 863102"/>
              <a:gd name="connsiteY2" fmla="*/ 2287914 h 2911592"/>
              <a:gd name="connsiteX3" fmla="*/ 621840 w 863102"/>
              <a:gd name="connsiteY3" fmla="*/ 2051553 h 2911592"/>
              <a:gd name="connsiteX4" fmla="*/ 820833 w 863102"/>
              <a:gd name="connsiteY4" fmla="*/ 1835621 h 2911592"/>
              <a:gd name="connsiteX5" fmla="*/ 732353 w 863102"/>
              <a:gd name="connsiteY5" fmla="*/ 1502774 h 2911592"/>
              <a:gd name="connsiteX6" fmla="*/ 686122 w 863102"/>
              <a:gd name="connsiteY6" fmla="*/ 1238080 h 2911592"/>
              <a:gd name="connsiteX7" fmla="*/ 631642 w 863102"/>
              <a:gd name="connsiteY7" fmla="*/ 925255 h 2911592"/>
              <a:gd name="connsiteX8" fmla="*/ 723689 w 863102"/>
              <a:gd name="connsiteY8" fmla="*/ 703709 h 2911592"/>
              <a:gd name="connsiteX9" fmla="*/ 795371 w 863102"/>
              <a:gd name="connsiteY9" fmla="*/ 586439 h 2911592"/>
              <a:gd name="connsiteX10" fmla="*/ 681934 w 863102"/>
              <a:gd name="connsiteY10" fmla="*/ 332515 h 2911592"/>
              <a:gd name="connsiteX11" fmla="*/ 453688 w 863102"/>
              <a:gd name="connsiteY11" fmla="*/ 4402 h 2911592"/>
              <a:gd name="connsiteX12" fmla="*/ 256250 w 863102"/>
              <a:gd name="connsiteY12" fmla="*/ 182861 h 2911592"/>
              <a:gd name="connsiteX13" fmla="*/ 145307 w 863102"/>
              <a:gd name="connsiteY13" fmla="*/ 391239 h 2911592"/>
              <a:gd name="connsiteX14" fmla="*/ 0 w 863102"/>
              <a:gd name="connsiteY14" fmla="*/ 590313 h 2911592"/>
              <a:gd name="connsiteX0" fmla="*/ 717795 w 717795"/>
              <a:gd name="connsiteY0" fmla="*/ 2911592 h 2911592"/>
              <a:gd name="connsiteX1" fmla="*/ 623452 w 717795"/>
              <a:gd name="connsiteY1" fmla="*/ 2389116 h 2911592"/>
              <a:gd name="connsiteX2" fmla="*/ 418491 w 717795"/>
              <a:gd name="connsiteY2" fmla="*/ 2287914 h 2911592"/>
              <a:gd name="connsiteX3" fmla="*/ 476533 w 717795"/>
              <a:gd name="connsiteY3" fmla="*/ 2051553 h 2911592"/>
              <a:gd name="connsiteX4" fmla="*/ 675526 w 717795"/>
              <a:gd name="connsiteY4" fmla="*/ 1835621 h 2911592"/>
              <a:gd name="connsiteX5" fmla="*/ 587046 w 717795"/>
              <a:gd name="connsiteY5" fmla="*/ 1502774 h 2911592"/>
              <a:gd name="connsiteX6" fmla="*/ 540815 w 717795"/>
              <a:gd name="connsiteY6" fmla="*/ 1238080 h 2911592"/>
              <a:gd name="connsiteX7" fmla="*/ 486335 w 717795"/>
              <a:gd name="connsiteY7" fmla="*/ 925255 h 2911592"/>
              <a:gd name="connsiteX8" fmla="*/ 578382 w 717795"/>
              <a:gd name="connsiteY8" fmla="*/ 703709 h 2911592"/>
              <a:gd name="connsiteX9" fmla="*/ 650064 w 717795"/>
              <a:gd name="connsiteY9" fmla="*/ 586439 h 2911592"/>
              <a:gd name="connsiteX10" fmla="*/ 536627 w 717795"/>
              <a:gd name="connsiteY10" fmla="*/ 332515 h 2911592"/>
              <a:gd name="connsiteX11" fmla="*/ 308381 w 717795"/>
              <a:gd name="connsiteY11" fmla="*/ 4402 h 2911592"/>
              <a:gd name="connsiteX12" fmla="*/ 110943 w 717795"/>
              <a:gd name="connsiteY12" fmla="*/ 182861 h 2911592"/>
              <a:gd name="connsiteX13" fmla="*/ 0 w 717795"/>
              <a:gd name="connsiteY13" fmla="*/ 391239 h 2911592"/>
              <a:gd name="connsiteX0" fmla="*/ 623452 w 678032"/>
              <a:gd name="connsiteY0" fmla="*/ 2389116 h 2389116"/>
              <a:gd name="connsiteX1" fmla="*/ 418491 w 678032"/>
              <a:gd name="connsiteY1" fmla="*/ 2287914 h 2389116"/>
              <a:gd name="connsiteX2" fmla="*/ 476533 w 678032"/>
              <a:gd name="connsiteY2" fmla="*/ 2051553 h 2389116"/>
              <a:gd name="connsiteX3" fmla="*/ 675526 w 678032"/>
              <a:gd name="connsiteY3" fmla="*/ 1835621 h 2389116"/>
              <a:gd name="connsiteX4" fmla="*/ 587046 w 678032"/>
              <a:gd name="connsiteY4" fmla="*/ 1502774 h 2389116"/>
              <a:gd name="connsiteX5" fmla="*/ 540815 w 678032"/>
              <a:gd name="connsiteY5" fmla="*/ 1238080 h 2389116"/>
              <a:gd name="connsiteX6" fmla="*/ 486335 w 678032"/>
              <a:gd name="connsiteY6" fmla="*/ 925255 h 2389116"/>
              <a:gd name="connsiteX7" fmla="*/ 578382 w 678032"/>
              <a:gd name="connsiteY7" fmla="*/ 703709 h 2389116"/>
              <a:gd name="connsiteX8" fmla="*/ 650064 w 678032"/>
              <a:gd name="connsiteY8" fmla="*/ 586439 h 2389116"/>
              <a:gd name="connsiteX9" fmla="*/ 536627 w 678032"/>
              <a:gd name="connsiteY9" fmla="*/ 332515 h 2389116"/>
              <a:gd name="connsiteX10" fmla="*/ 308381 w 678032"/>
              <a:gd name="connsiteY10" fmla="*/ 4402 h 2389116"/>
              <a:gd name="connsiteX11" fmla="*/ 110943 w 678032"/>
              <a:gd name="connsiteY11" fmla="*/ 182861 h 2389116"/>
              <a:gd name="connsiteX12" fmla="*/ 0 w 678032"/>
              <a:gd name="connsiteY12" fmla="*/ 391239 h 2389116"/>
              <a:gd name="connsiteX0" fmla="*/ 623452 w 678032"/>
              <a:gd name="connsiteY0" fmla="*/ 2389116 h 2389116"/>
              <a:gd name="connsiteX1" fmla="*/ 474633 w 678032"/>
              <a:gd name="connsiteY1" fmla="*/ 2191243 h 2389116"/>
              <a:gd name="connsiteX2" fmla="*/ 476533 w 678032"/>
              <a:gd name="connsiteY2" fmla="*/ 2051553 h 2389116"/>
              <a:gd name="connsiteX3" fmla="*/ 675526 w 678032"/>
              <a:gd name="connsiteY3" fmla="*/ 1835621 h 2389116"/>
              <a:gd name="connsiteX4" fmla="*/ 587046 w 678032"/>
              <a:gd name="connsiteY4" fmla="*/ 1502774 h 2389116"/>
              <a:gd name="connsiteX5" fmla="*/ 540815 w 678032"/>
              <a:gd name="connsiteY5" fmla="*/ 1238080 h 2389116"/>
              <a:gd name="connsiteX6" fmla="*/ 486335 w 678032"/>
              <a:gd name="connsiteY6" fmla="*/ 925255 h 2389116"/>
              <a:gd name="connsiteX7" fmla="*/ 578382 w 678032"/>
              <a:gd name="connsiteY7" fmla="*/ 703709 h 2389116"/>
              <a:gd name="connsiteX8" fmla="*/ 650064 w 678032"/>
              <a:gd name="connsiteY8" fmla="*/ 586439 h 2389116"/>
              <a:gd name="connsiteX9" fmla="*/ 536627 w 678032"/>
              <a:gd name="connsiteY9" fmla="*/ 332515 h 2389116"/>
              <a:gd name="connsiteX10" fmla="*/ 308381 w 678032"/>
              <a:gd name="connsiteY10" fmla="*/ 4402 h 2389116"/>
              <a:gd name="connsiteX11" fmla="*/ 110943 w 678032"/>
              <a:gd name="connsiteY11" fmla="*/ 182861 h 2389116"/>
              <a:gd name="connsiteX12" fmla="*/ 0 w 678032"/>
              <a:gd name="connsiteY12" fmla="*/ 391239 h 2389116"/>
              <a:gd name="connsiteX0" fmla="*/ 556049 w 610629"/>
              <a:gd name="connsiteY0" fmla="*/ 2462047 h 2462047"/>
              <a:gd name="connsiteX1" fmla="*/ 407230 w 610629"/>
              <a:gd name="connsiteY1" fmla="*/ 2264174 h 2462047"/>
              <a:gd name="connsiteX2" fmla="*/ 409130 w 610629"/>
              <a:gd name="connsiteY2" fmla="*/ 2124484 h 2462047"/>
              <a:gd name="connsiteX3" fmla="*/ 608123 w 610629"/>
              <a:gd name="connsiteY3" fmla="*/ 1908552 h 2462047"/>
              <a:gd name="connsiteX4" fmla="*/ 519643 w 610629"/>
              <a:gd name="connsiteY4" fmla="*/ 1575705 h 2462047"/>
              <a:gd name="connsiteX5" fmla="*/ 473412 w 610629"/>
              <a:gd name="connsiteY5" fmla="*/ 1311011 h 2462047"/>
              <a:gd name="connsiteX6" fmla="*/ 418932 w 610629"/>
              <a:gd name="connsiteY6" fmla="*/ 998186 h 2462047"/>
              <a:gd name="connsiteX7" fmla="*/ 510979 w 610629"/>
              <a:gd name="connsiteY7" fmla="*/ 776640 h 2462047"/>
              <a:gd name="connsiteX8" fmla="*/ 582661 w 610629"/>
              <a:gd name="connsiteY8" fmla="*/ 659370 h 2462047"/>
              <a:gd name="connsiteX9" fmla="*/ 469224 w 610629"/>
              <a:gd name="connsiteY9" fmla="*/ 405446 h 2462047"/>
              <a:gd name="connsiteX10" fmla="*/ 240978 w 610629"/>
              <a:gd name="connsiteY10" fmla="*/ 77333 h 2462047"/>
              <a:gd name="connsiteX11" fmla="*/ 43540 w 610629"/>
              <a:gd name="connsiteY11" fmla="*/ 255792 h 2462047"/>
              <a:gd name="connsiteX12" fmla="*/ 0 w 610629"/>
              <a:gd name="connsiteY12" fmla="*/ 13910 h 2462047"/>
              <a:gd name="connsiteX0" fmla="*/ 556049 w 610629"/>
              <a:gd name="connsiteY0" fmla="*/ 2498390 h 2498390"/>
              <a:gd name="connsiteX1" fmla="*/ 407230 w 610629"/>
              <a:gd name="connsiteY1" fmla="*/ 2300517 h 2498390"/>
              <a:gd name="connsiteX2" fmla="*/ 409130 w 610629"/>
              <a:gd name="connsiteY2" fmla="*/ 2160827 h 2498390"/>
              <a:gd name="connsiteX3" fmla="*/ 608123 w 610629"/>
              <a:gd name="connsiteY3" fmla="*/ 1944895 h 2498390"/>
              <a:gd name="connsiteX4" fmla="*/ 519643 w 610629"/>
              <a:gd name="connsiteY4" fmla="*/ 1612048 h 2498390"/>
              <a:gd name="connsiteX5" fmla="*/ 473412 w 610629"/>
              <a:gd name="connsiteY5" fmla="*/ 1347354 h 2498390"/>
              <a:gd name="connsiteX6" fmla="*/ 418932 w 610629"/>
              <a:gd name="connsiteY6" fmla="*/ 1034529 h 2498390"/>
              <a:gd name="connsiteX7" fmla="*/ 510979 w 610629"/>
              <a:gd name="connsiteY7" fmla="*/ 812983 h 2498390"/>
              <a:gd name="connsiteX8" fmla="*/ 582661 w 610629"/>
              <a:gd name="connsiteY8" fmla="*/ 695713 h 2498390"/>
              <a:gd name="connsiteX9" fmla="*/ 469224 w 610629"/>
              <a:gd name="connsiteY9" fmla="*/ 441789 h 2498390"/>
              <a:gd name="connsiteX10" fmla="*/ 240978 w 610629"/>
              <a:gd name="connsiteY10" fmla="*/ 113676 h 2498390"/>
              <a:gd name="connsiteX11" fmla="*/ 154905 w 610629"/>
              <a:gd name="connsiteY11" fmla="*/ 44045 h 2498390"/>
              <a:gd name="connsiteX12" fmla="*/ 0 w 610629"/>
              <a:gd name="connsiteY12" fmla="*/ 50253 h 2498390"/>
              <a:gd name="connsiteX0" fmla="*/ 556049 w 610629"/>
              <a:gd name="connsiteY0" fmla="*/ 2498390 h 2498390"/>
              <a:gd name="connsiteX1" fmla="*/ 407230 w 610629"/>
              <a:gd name="connsiteY1" fmla="*/ 2300517 h 2498390"/>
              <a:gd name="connsiteX2" fmla="*/ 409130 w 610629"/>
              <a:gd name="connsiteY2" fmla="*/ 2160827 h 2498390"/>
              <a:gd name="connsiteX3" fmla="*/ 608123 w 610629"/>
              <a:gd name="connsiteY3" fmla="*/ 1944895 h 2498390"/>
              <a:gd name="connsiteX4" fmla="*/ 519643 w 610629"/>
              <a:gd name="connsiteY4" fmla="*/ 1612048 h 2498390"/>
              <a:gd name="connsiteX5" fmla="*/ 473412 w 610629"/>
              <a:gd name="connsiteY5" fmla="*/ 1347354 h 2498390"/>
              <a:gd name="connsiteX6" fmla="*/ 418932 w 610629"/>
              <a:gd name="connsiteY6" fmla="*/ 1034529 h 2498390"/>
              <a:gd name="connsiteX7" fmla="*/ 510979 w 610629"/>
              <a:gd name="connsiteY7" fmla="*/ 812983 h 2498390"/>
              <a:gd name="connsiteX8" fmla="*/ 582661 w 610629"/>
              <a:gd name="connsiteY8" fmla="*/ 695713 h 2498390"/>
              <a:gd name="connsiteX9" fmla="*/ 469224 w 610629"/>
              <a:gd name="connsiteY9" fmla="*/ 441789 h 2498390"/>
              <a:gd name="connsiteX10" fmla="*/ 240978 w 610629"/>
              <a:gd name="connsiteY10" fmla="*/ 113676 h 2498390"/>
              <a:gd name="connsiteX11" fmla="*/ 154905 w 610629"/>
              <a:gd name="connsiteY11" fmla="*/ 44045 h 2498390"/>
              <a:gd name="connsiteX12" fmla="*/ 0 w 610629"/>
              <a:gd name="connsiteY12" fmla="*/ 50253 h 2498390"/>
              <a:gd name="connsiteX0" fmla="*/ 556049 w 610629"/>
              <a:gd name="connsiteY0" fmla="*/ 2520635 h 2520635"/>
              <a:gd name="connsiteX1" fmla="*/ 407230 w 610629"/>
              <a:gd name="connsiteY1" fmla="*/ 2322762 h 2520635"/>
              <a:gd name="connsiteX2" fmla="*/ 409130 w 610629"/>
              <a:gd name="connsiteY2" fmla="*/ 2183072 h 2520635"/>
              <a:gd name="connsiteX3" fmla="*/ 608123 w 610629"/>
              <a:gd name="connsiteY3" fmla="*/ 1967140 h 2520635"/>
              <a:gd name="connsiteX4" fmla="*/ 519643 w 610629"/>
              <a:gd name="connsiteY4" fmla="*/ 1634293 h 2520635"/>
              <a:gd name="connsiteX5" fmla="*/ 473412 w 610629"/>
              <a:gd name="connsiteY5" fmla="*/ 1369599 h 2520635"/>
              <a:gd name="connsiteX6" fmla="*/ 418932 w 610629"/>
              <a:gd name="connsiteY6" fmla="*/ 1056774 h 2520635"/>
              <a:gd name="connsiteX7" fmla="*/ 510979 w 610629"/>
              <a:gd name="connsiteY7" fmla="*/ 835228 h 2520635"/>
              <a:gd name="connsiteX8" fmla="*/ 582661 w 610629"/>
              <a:gd name="connsiteY8" fmla="*/ 717958 h 2520635"/>
              <a:gd name="connsiteX9" fmla="*/ 469224 w 610629"/>
              <a:gd name="connsiteY9" fmla="*/ 464034 h 2520635"/>
              <a:gd name="connsiteX10" fmla="*/ 329714 w 610629"/>
              <a:gd name="connsiteY10" fmla="*/ 47688 h 2520635"/>
              <a:gd name="connsiteX11" fmla="*/ 154905 w 610629"/>
              <a:gd name="connsiteY11" fmla="*/ 66290 h 2520635"/>
              <a:gd name="connsiteX12" fmla="*/ 0 w 610629"/>
              <a:gd name="connsiteY12" fmla="*/ 72498 h 2520635"/>
              <a:gd name="connsiteX0" fmla="*/ 556049 w 610629"/>
              <a:gd name="connsiteY0" fmla="*/ 2497499 h 2497499"/>
              <a:gd name="connsiteX1" fmla="*/ 407230 w 610629"/>
              <a:gd name="connsiteY1" fmla="*/ 2299626 h 2497499"/>
              <a:gd name="connsiteX2" fmla="*/ 409130 w 610629"/>
              <a:gd name="connsiteY2" fmla="*/ 2159936 h 2497499"/>
              <a:gd name="connsiteX3" fmla="*/ 608123 w 610629"/>
              <a:gd name="connsiteY3" fmla="*/ 1944004 h 2497499"/>
              <a:gd name="connsiteX4" fmla="*/ 519643 w 610629"/>
              <a:gd name="connsiteY4" fmla="*/ 1611157 h 2497499"/>
              <a:gd name="connsiteX5" fmla="*/ 473412 w 610629"/>
              <a:gd name="connsiteY5" fmla="*/ 1346463 h 2497499"/>
              <a:gd name="connsiteX6" fmla="*/ 418932 w 610629"/>
              <a:gd name="connsiteY6" fmla="*/ 1033638 h 2497499"/>
              <a:gd name="connsiteX7" fmla="*/ 510979 w 610629"/>
              <a:gd name="connsiteY7" fmla="*/ 812092 h 2497499"/>
              <a:gd name="connsiteX8" fmla="*/ 582661 w 610629"/>
              <a:gd name="connsiteY8" fmla="*/ 694822 h 2497499"/>
              <a:gd name="connsiteX9" fmla="*/ 469224 w 610629"/>
              <a:gd name="connsiteY9" fmla="*/ 440898 h 2497499"/>
              <a:gd name="connsiteX10" fmla="*/ 329714 w 610629"/>
              <a:gd name="connsiteY10" fmla="*/ 24552 h 2497499"/>
              <a:gd name="connsiteX11" fmla="*/ 0 w 610629"/>
              <a:gd name="connsiteY11" fmla="*/ 49362 h 2497499"/>
              <a:gd name="connsiteX0" fmla="*/ 556049 w 610629"/>
              <a:gd name="connsiteY0" fmla="*/ 2497499 h 2497499"/>
              <a:gd name="connsiteX1" fmla="*/ 407230 w 610629"/>
              <a:gd name="connsiteY1" fmla="*/ 2299626 h 2497499"/>
              <a:gd name="connsiteX2" fmla="*/ 409130 w 610629"/>
              <a:gd name="connsiteY2" fmla="*/ 2159936 h 2497499"/>
              <a:gd name="connsiteX3" fmla="*/ 608123 w 610629"/>
              <a:gd name="connsiteY3" fmla="*/ 1944004 h 2497499"/>
              <a:gd name="connsiteX4" fmla="*/ 519643 w 610629"/>
              <a:gd name="connsiteY4" fmla="*/ 1611157 h 2497499"/>
              <a:gd name="connsiteX5" fmla="*/ 581297 w 610629"/>
              <a:gd name="connsiteY5" fmla="*/ 1317275 h 2497499"/>
              <a:gd name="connsiteX6" fmla="*/ 418932 w 610629"/>
              <a:gd name="connsiteY6" fmla="*/ 1033638 h 2497499"/>
              <a:gd name="connsiteX7" fmla="*/ 510979 w 610629"/>
              <a:gd name="connsiteY7" fmla="*/ 812092 h 2497499"/>
              <a:gd name="connsiteX8" fmla="*/ 582661 w 610629"/>
              <a:gd name="connsiteY8" fmla="*/ 694822 h 2497499"/>
              <a:gd name="connsiteX9" fmla="*/ 469224 w 610629"/>
              <a:gd name="connsiteY9" fmla="*/ 440898 h 2497499"/>
              <a:gd name="connsiteX10" fmla="*/ 329714 w 610629"/>
              <a:gd name="connsiteY10" fmla="*/ 24552 h 2497499"/>
              <a:gd name="connsiteX11" fmla="*/ 0 w 610629"/>
              <a:gd name="connsiteY11" fmla="*/ 49362 h 2497499"/>
              <a:gd name="connsiteX0" fmla="*/ 407230 w 610629"/>
              <a:gd name="connsiteY0" fmla="*/ 2299626 h 2299626"/>
              <a:gd name="connsiteX1" fmla="*/ 409130 w 610629"/>
              <a:gd name="connsiteY1" fmla="*/ 2159936 h 2299626"/>
              <a:gd name="connsiteX2" fmla="*/ 608123 w 610629"/>
              <a:gd name="connsiteY2" fmla="*/ 1944004 h 2299626"/>
              <a:gd name="connsiteX3" fmla="*/ 519643 w 610629"/>
              <a:gd name="connsiteY3" fmla="*/ 1611157 h 2299626"/>
              <a:gd name="connsiteX4" fmla="*/ 581297 w 610629"/>
              <a:gd name="connsiteY4" fmla="*/ 1317275 h 2299626"/>
              <a:gd name="connsiteX5" fmla="*/ 418932 w 610629"/>
              <a:gd name="connsiteY5" fmla="*/ 1033638 h 2299626"/>
              <a:gd name="connsiteX6" fmla="*/ 510979 w 610629"/>
              <a:gd name="connsiteY6" fmla="*/ 812092 h 2299626"/>
              <a:gd name="connsiteX7" fmla="*/ 582661 w 610629"/>
              <a:gd name="connsiteY7" fmla="*/ 694822 h 2299626"/>
              <a:gd name="connsiteX8" fmla="*/ 469224 w 610629"/>
              <a:gd name="connsiteY8" fmla="*/ 440898 h 2299626"/>
              <a:gd name="connsiteX9" fmla="*/ 329714 w 610629"/>
              <a:gd name="connsiteY9" fmla="*/ 24552 h 2299626"/>
              <a:gd name="connsiteX10" fmla="*/ 0 w 610629"/>
              <a:gd name="connsiteY10" fmla="*/ 49362 h 2299626"/>
              <a:gd name="connsiteX0" fmla="*/ 409130 w 610629"/>
              <a:gd name="connsiteY0" fmla="*/ 2159936 h 2159936"/>
              <a:gd name="connsiteX1" fmla="*/ 608123 w 610629"/>
              <a:gd name="connsiteY1" fmla="*/ 1944004 h 2159936"/>
              <a:gd name="connsiteX2" fmla="*/ 519643 w 610629"/>
              <a:gd name="connsiteY2" fmla="*/ 1611157 h 2159936"/>
              <a:gd name="connsiteX3" fmla="*/ 581297 w 610629"/>
              <a:gd name="connsiteY3" fmla="*/ 1317275 h 2159936"/>
              <a:gd name="connsiteX4" fmla="*/ 418932 w 610629"/>
              <a:gd name="connsiteY4" fmla="*/ 1033638 h 2159936"/>
              <a:gd name="connsiteX5" fmla="*/ 510979 w 610629"/>
              <a:gd name="connsiteY5" fmla="*/ 812092 h 2159936"/>
              <a:gd name="connsiteX6" fmla="*/ 582661 w 610629"/>
              <a:gd name="connsiteY6" fmla="*/ 694822 h 2159936"/>
              <a:gd name="connsiteX7" fmla="*/ 469224 w 610629"/>
              <a:gd name="connsiteY7" fmla="*/ 440898 h 2159936"/>
              <a:gd name="connsiteX8" fmla="*/ 329714 w 610629"/>
              <a:gd name="connsiteY8" fmla="*/ 24552 h 2159936"/>
              <a:gd name="connsiteX9" fmla="*/ 0 w 610629"/>
              <a:gd name="connsiteY9" fmla="*/ 49362 h 2159936"/>
              <a:gd name="connsiteX0" fmla="*/ 595820 w 610886"/>
              <a:gd name="connsiteY0" fmla="*/ 2098725 h 2098725"/>
              <a:gd name="connsiteX1" fmla="*/ 608123 w 610886"/>
              <a:gd name="connsiteY1" fmla="*/ 1944004 h 2098725"/>
              <a:gd name="connsiteX2" fmla="*/ 519643 w 610886"/>
              <a:gd name="connsiteY2" fmla="*/ 1611157 h 2098725"/>
              <a:gd name="connsiteX3" fmla="*/ 581297 w 610886"/>
              <a:gd name="connsiteY3" fmla="*/ 1317275 h 2098725"/>
              <a:gd name="connsiteX4" fmla="*/ 418932 w 610886"/>
              <a:gd name="connsiteY4" fmla="*/ 1033638 h 2098725"/>
              <a:gd name="connsiteX5" fmla="*/ 510979 w 610886"/>
              <a:gd name="connsiteY5" fmla="*/ 812092 h 2098725"/>
              <a:gd name="connsiteX6" fmla="*/ 582661 w 610886"/>
              <a:gd name="connsiteY6" fmla="*/ 694822 h 2098725"/>
              <a:gd name="connsiteX7" fmla="*/ 469224 w 610886"/>
              <a:gd name="connsiteY7" fmla="*/ 440898 h 2098725"/>
              <a:gd name="connsiteX8" fmla="*/ 329714 w 610886"/>
              <a:gd name="connsiteY8" fmla="*/ 24552 h 2098725"/>
              <a:gd name="connsiteX9" fmla="*/ 0 w 610886"/>
              <a:gd name="connsiteY9" fmla="*/ 49362 h 2098725"/>
              <a:gd name="connsiteX0" fmla="*/ 595820 w 610886"/>
              <a:gd name="connsiteY0" fmla="*/ 2168795 h 2168795"/>
              <a:gd name="connsiteX1" fmla="*/ 608123 w 610886"/>
              <a:gd name="connsiteY1" fmla="*/ 2014074 h 2168795"/>
              <a:gd name="connsiteX2" fmla="*/ 519643 w 610886"/>
              <a:gd name="connsiteY2" fmla="*/ 1681227 h 2168795"/>
              <a:gd name="connsiteX3" fmla="*/ 581297 w 610886"/>
              <a:gd name="connsiteY3" fmla="*/ 1387345 h 2168795"/>
              <a:gd name="connsiteX4" fmla="*/ 418932 w 610886"/>
              <a:gd name="connsiteY4" fmla="*/ 1103708 h 2168795"/>
              <a:gd name="connsiteX5" fmla="*/ 510979 w 610886"/>
              <a:gd name="connsiteY5" fmla="*/ 882162 h 2168795"/>
              <a:gd name="connsiteX6" fmla="*/ 582661 w 610886"/>
              <a:gd name="connsiteY6" fmla="*/ 764892 h 2168795"/>
              <a:gd name="connsiteX7" fmla="*/ 469224 w 610886"/>
              <a:gd name="connsiteY7" fmla="*/ 510968 h 2168795"/>
              <a:gd name="connsiteX8" fmla="*/ 420554 w 610886"/>
              <a:gd name="connsiteY8" fmla="*/ 15305 h 2168795"/>
              <a:gd name="connsiteX9" fmla="*/ 0 w 610886"/>
              <a:gd name="connsiteY9" fmla="*/ 119432 h 2168795"/>
              <a:gd name="connsiteX0" fmla="*/ 352851 w 367917"/>
              <a:gd name="connsiteY0" fmla="*/ 2169316 h 2169316"/>
              <a:gd name="connsiteX1" fmla="*/ 365154 w 367917"/>
              <a:gd name="connsiteY1" fmla="*/ 2014595 h 2169316"/>
              <a:gd name="connsiteX2" fmla="*/ 276674 w 367917"/>
              <a:gd name="connsiteY2" fmla="*/ 1681748 h 2169316"/>
              <a:gd name="connsiteX3" fmla="*/ 338328 w 367917"/>
              <a:gd name="connsiteY3" fmla="*/ 1387866 h 2169316"/>
              <a:gd name="connsiteX4" fmla="*/ 175963 w 367917"/>
              <a:gd name="connsiteY4" fmla="*/ 1104229 h 2169316"/>
              <a:gd name="connsiteX5" fmla="*/ 268010 w 367917"/>
              <a:gd name="connsiteY5" fmla="*/ 882683 h 2169316"/>
              <a:gd name="connsiteX6" fmla="*/ 339692 w 367917"/>
              <a:gd name="connsiteY6" fmla="*/ 765413 h 2169316"/>
              <a:gd name="connsiteX7" fmla="*/ 226255 w 367917"/>
              <a:gd name="connsiteY7" fmla="*/ 511489 h 2169316"/>
              <a:gd name="connsiteX8" fmla="*/ 177585 w 367917"/>
              <a:gd name="connsiteY8" fmla="*/ 15826 h 2169316"/>
              <a:gd name="connsiteX9" fmla="*/ 0 w 367917"/>
              <a:gd name="connsiteY9" fmla="*/ 113038 h 2169316"/>
              <a:gd name="connsiteX0" fmla="*/ 352851 w 367917"/>
              <a:gd name="connsiteY0" fmla="*/ 2170127 h 2170127"/>
              <a:gd name="connsiteX1" fmla="*/ 365154 w 367917"/>
              <a:gd name="connsiteY1" fmla="*/ 2015406 h 2170127"/>
              <a:gd name="connsiteX2" fmla="*/ 276674 w 367917"/>
              <a:gd name="connsiteY2" fmla="*/ 1682559 h 2170127"/>
              <a:gd name="connsiteX3" fmla="*/ 338328 w 367917"/>
              <a:gd name="connsiteY3" fmla="*/ 1388677 h 2170127"/>
              <a:gd name="connsiteX4" fmla="*/ 175963 w 367917"/>
              <a:gd name="connsiteY4" fmla="*/ 1105040 h 2170127"/>
              <a:gd name="connsiteX5" fmla="*/ 268010 w 367917"/>
              <a:gd name="connsiteY5" fmla="*/ 883494 h 2170127"/>
              <a:gd name="connsiteX6" fmla="*/ 339692 w 367917"/>
              <a:gd name="connsiteY6" fmla="*/ 766224 h 2170127"/>
              <a:gd name="connsiteX7" fmla="*/ 226255 w 367917"/>
              <a:gd name="connsiteY7" fmla="*/ 512300 h 2170127"/>
              <a:gd name="connsiteX8" fmla="*/ 177585 w 367917"/>
              <a:gd name="connsiteY8" fmla="*/ 16637 h 2170127"/>
              <a:gd name="connsiteX9" fmla="*/ 0 w 367917"/>
              <a:gd name="connsiteY9" fmla="*/ 113849 h 2170127"/>
              <a:gd name="connsiteX0" fmla="*/ 352851 w 367917"/>
              <a:gd name="connsiteY0" fmla="*/ 2145089 h 2145089"/>
              <a:gd name="connsiteX1" fmla="*/ 365154 w 367917"/>
              <a:gd name="connsiteY1" fmla="*/ 1990368 h 2145089"/>
              <a:gd name="connsiteX2" fmla="*/ 276674 w 367917"/>
              <a:gd name="connsiteY2" fmla="*/ 1657521 h 2145089"/>
              <a:gd name="connsiteX3" fmla="*/ 338328 w 367917"/>
              <a:gd name="connsiteY3" fmla="*/ 1363639 h 2145089"/>
              <a:gd name="connsiteX4" fmla="*/ 175963 w 367917"/>
              <a:gd name="connsiteY4" fmla="*/ 1080002 h 2145089"/>
              <a:gd name="connsiteX5" fmla="*/ 268010 w 367917"/>
              <a:gd name="connsiteY5" fmla="*/ 858456 h 2145089"/>
              <a:gd name="connsiteX6" fmla="*/ 339692 w 367917"/>
              <a:gd name="connsiteY6" fmla="*/ 741186 h 2145089"/>
              <a:gd name="connsiteX7" fmla="*/ 226255 w 367917"/>
              <a:gd name="connsiteY7" fmla="*/ 487262 h 2145089"/>
              <a:gd name="connsiteX8" fmla="*/ 210802 w 367917"/>
              <a:gd name="connsiteY8" fmla="*/ 19414 h 2145089"/>
              <a:gd name="connsiteX9" fmla="*/ 0 w 367917"/>
              <a:gd name="connsiteY9" fmla="*/ 88811 h 2145089"/>
              <a:gd name="connsiteX0" fmla="*/ 352851 w 367917"/>
              <a:gd name="connsiteY0" fmla="*/ 2132952 h 2132952"/>
              <a:gd name="connsiteX1" fmla="*/ 365154 w 367917"/>
              <a:gd name="connsiteY1" fmla="*/ 1978231 h 2132952"/>
              <a:gd name="connsiteX2" fmla="*/ 276674 w 367917"/>
              <a:gd name="connsiteY2" fmla="*/ 1645384 h 2132952"/>
              <a:gd name="connsiteX3" fmla="*/ 338328 w 367917"/>
              <a:gd name="connsiteY3" fmla="*/ 1351502 h 2132952"/>
              <a:gd name="connsiteX4" fmla="*/ 175963 w 367917"/>
              <a:gd name="connsiteY4" fmla="*/ 1067865 h 2132952"/>
              <a:gd name="connsiteX5" fmla="*/ 268010 w 367917"/>
              <a:gd name="connsiteY5" fmla="*/ 846319 h 2132952"/>
              <a:gd name="connsiteX6" fmla="*/ 339692 w 367917"/>
              <a:gd name="connsiteY6" fmla="*/ 729049 h 2132952"/>
              <a:gd name="connsiteX7" fmla="*/ 226255 w 367917"/>
              <a:gd name="connsiteY7" fmla="*/ 475125 h 2132952"/>
              <a:gd name="connsiteX8" fmla="*/ 210802 w 367917"/>
              <a:gd name="connsiteY8" fmla="*/ 7277 h 2132952"/>
              <a:gd name="connsiteX9" fmla="*/ 0 w 367917"/>
              <a:gd name="connsiteY9" fmla="*/ 76674 h 2132952"/>
              <a:gd name="connsiteX0" fmla="*/ 352851 w 367917"/>
              <a:gd name="connsiteY0" fmla="*/ 2132952 h 2132952"/>
              <a:gd name="connsiteX1" fmla="*/ 365154 w 367917"/>
              <a:gd name="connsiteY1" fmla="*/ 1978231 h 2132952"/>
              <a:gd name="connsiteX2" fmla="*/ 276674 w 367917"/>
              <a:gd name="connsiteY2" fmla="*/ 1645384 h 2132952"/>
              <a:gd name="connsiteX3" fmla="*/ 338328 w 367917"/>
              <a:gd name="connsiteY3" fmla="*/ 1351502 h 2132952"/>
              <a:gd name="connsiteX4" fmla="*/ 175963 w 367917"/>
              <a:gd name="connsiteY4" fmla="*/ 1067865 h 2132952"/>
              <a:gd name="connsiteX5" fmla="*/ 268010 w 367917"/>
              <a:gd name="connsiteY5" fmla="*/ 846319 h 2132952"/>
              <a:gd name="connsiteX6" fmla="*/ 339692 w 367917"/>
              <a:gd name="connsiteY6" fmla="*/ 729049 h 2132952"/>
              <a:gd name="connsiteX7" fmla="*/ 226255 w 367917"/>
              <a:gd name="connsiteY7" fmla="*/ 475125 h 2132952"/>
              <a:gd name="connsiteX8" fmla="*/ 210802 w 367917"/>
              <a:gd name="connsiteY8" fmla="*/ 7277 h 2132952"/>
              <a:gd name="connsiteX9" fmla="*/ 0 w 367917"/>
              <a:gd name="connsiteY9" fmla="*/ 76674 h 2132952"/>
              <a:gd name="connsiteX0" fmla="*/ 352851 w 367917"/>
              <a:gd name="connsiteY0" fmla="*/ 2132952 h 2132952"/>
              <a:gd name="connsiteX1" fmla="*/ 365154 w 367917"/>
              <a:gd name="connsiteY1" fmla="*/ 1978231 h 2132952"/>
              <a:gd name="connsiteX2" fmla="*/ 276674 w 367917"/>
              <a:gd name="connsiteY2" fmla="*/ 1645384 h 2132952"/>
              <a:gd name="connsiteX3" fmla="*/ 338328 w 367917"/>
              <a:gd name="connsiteY3" fmla="*/ 1351502 h 2132952"/>
              <a:gd name="connsiteX4" fmla="*/ 175963 w 367917"/>
              <a:gd name="connsiteY4" fmla="*/ 1067865 h 2132952"/>
              <a:gd name="connsiteX5" fmla="*/ 268010 w 367917"/>
              <a:gd name="connsiteY5" fmla="*/ 846319 h 2132952"/>
              <a:gd name="connsiteX6" fmla="*/ 339692 w 367917"/>
              <a:gd name="connsiteY6" fmla="*/ 729049 h 2132952"/>
              <a:gd name="connsiteX7" fmla="*/ 250440 w 367917"/>
              <a:gd name="connsiteY7" fmla="*/ 435615 h 2132952"/>
              <a:gd name="connsiteX8" fmla="*/ 210802 w 367917"/>
              <a:gd name="connsiteY8" fmla="*/ 7277 h 2132952"/>
              <a:gd name="connsiteX9" fmla="*/ 0 w 367917"/>
              <a:gd name="connsiteY9" fmla="*/ 76674 h 213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7917" h="2132952">
                <a:moveTo>
                  <a:pt x="352851" y="2132952"/>
                </a:moveTo>
                <a:cubicBezTo>
                  <a:pt x="342066" y="2064654"/>
                  <a:pt x="377850" y="2059492"/>
                  <a:pt x="365154" y="1978231"/>
                </a:cubicBezTo>
                <a:cubicBezTo>
                  <a:pt x="352458" y="1896970"/>
                  <a:pt x="295058" y="1723775"/>
                  <a:pt x="276674" y="1645384"/>
                </a:cubicBezTo>
                <a:cubicBezTo>
                  <a:pt x="269690" y="1537780"/>
                  <a:pt x="344519" y="1451325"/>
                  <a:pt x="338328" y="1351502"/>
                </a:cubicBezTo>
                <a:cubicBezTo>
                  <a:pt x="335534" y="1236662"/>
                  <a:pt x="187683" y="1152062"/>
                  <a:pt x="175963" y="1067865"/>
                </a:cubicBezTo>
                <a:cubicBezTo>
                  <a:pt x="164243" y="983668"/>
                  <a:pt x="258437" y="894976"/>
                  <a:pt x="268010" y="846319"/>
                </a:cubicBezTo>
                <a:cubicBezTo>
                  <a:pt x="277583" y="797662"/>
                  <a:pt x="342620" y="797500"/>
                  <a:pt x="339692" y="729049"/>
                </a:cubicBezTo>
                <a:cubicBezTo>
                  <a:pt x="336764" y="660598"/>
                  <a:pt x="253869" y="506481"/>
                  <a:pt x="250440" y="435615"/>
                </a:cubicBezTo>
                <a:cubicBezTo>
                  <a:pt x="241368" y="370164"/>
                  <a:pt x="416049" y="86766"/>
                  <a:pt x="210802" y="7277"/>
                </a:cubicBezTo>
                <a:cubicBezTo>
                  <a:pt x="108880" y="-25250"/>
                  <a:pt x="27460" y="60886"/>
                  <a:pt x="0" y="76674"/>
                </a:cubicBezTo>
              </a:path>
            </a:pathLst>
          </a:custGeom>
          <a:noFill/>
          <a:ln w="6350" cap="rnd">
            <a:solidFill>
              <a:schemeClr val="tx1">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0" name="Oval 55">
            <a:extLst>
              <a:ext uri="{FF2B5EF4-FFF2-40B4-BE49-F238E27FC236}">
                <a16:creationId xmlns:a16="http://schemas.microsoft.com/office/drawing/2014/main" id="{1956131C-A3E9-5A6D-E59A-0C5C9CC0A8FB}"/>
              </a:ext>
            </a:extLst>
          </p:cNvPr>
          <p:cNvSpPr/>
          <p:nvPr userDrawn="1"/>
        </p:nvSpPr>
        <p:spPr>
          <a:xfrm rot="20510841" flipH="1" flipV="1">
            <a:off x="204059" y="5533389"/>
            <a:ext cx="1121001" cy="155852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07701 w 492507"/>
              <a:gd name="connsiteY0" fmla="*/ 419117 h 924031"/>
              <a:gd name="connsiteX1" fmla="*/ 6650 w 492507"/>
              <a:gd name="connsiteY1" fmla="*/ 23306 h 924031"/>
              <a:gd name="connsiteX2" fmla="*/ 298570 w 492507"/>
              <a:gd name="connsiteY2" fmla="*/ 67146 h 924031"/>
              <a:gd name="connsiteX3" fmla="*/ 479082 w 492507"/>
              <a:gd name="connsiteY3" fmla="*/ 149155 h 924031"/>
              <a:gd name="connsiteX4" fmla="*/ 454998 w 492507"/>
              <a:gd name="connsiteY4" fmla="*/ 562045 h 924031"/>
              <a:gd name="connsiteX5" fmla="*/ 291682 w 492507"/>
              <a:gd name="connsiteY5" fmla="*/ 898519 h 924031"/>
              <a:gd name="connsiteX6" fmla="*/ 107701 w 492507"/>
              <a:gd name="connsiteY6" fmla="*/ 419117 h 924031"/>
              <a:gd name="connsiteX0" fmla="*/ 107701 w 478794"/>
              <a:gd name="connsiteY0" fmla="*/ 418930 h 923844"/>
              <a:gd name="connsiteX1" fmla="*/ 6650 w 478794"/>
              <a:gd name="connsiteY1" fmla="*/ 23119 h 923844"/>
              <a:gd name="connsiteX2" fmla="*/ 298570 w 478794"/>
              <a:gd name="connsiteY2" fmla="*/ 66959 h 923844"/>
              <a:gd name="connsiteX3" fmla="*/ 459123 w 478794"/>
              <a:gd name="connsiteY3" fmla="*/ 141469 h 923844"/>
              <a:gd name="connsiteX4" fmla="*/ 454998 w 478794"/>
              <a:gd name="connsiteY4" fmla="*/ 561858 h 923844"/>
              <a:gd name="connsiteX5" fmla="*/ 291682 w 478794"/>
              <a:gd name="connsiteY5" fmla="*/ 898332 h 923844"/>
              <a:gd name="connsiteX6" fmla="*/ 107701 w 478794"/>
              <a:gd name="connsiteY6" fmla="*/ 418930 h 923844"/>
              <a:gd name="connsiteX0" fmla="*/ 197384 w 568477"/>
              <a:gd name="connsiteY0" fmla="*/ 539146 h 1044060"/>
              <a:gd name="connsiteX1" fmla="*/ 3899 w 568477"/>
              <a:gd name="connsiteY1" fmla="*/ 12808 h 1044060"/>
              <a:gd name="connsiteX2" fmla="*/ 388253 w 568477"/>
              <a:gd name="connsiteY2" fmla="*/ 187175 h 1044060"/>
              <a:gd name="connsiteX3" fmla="*/ 548806 w 568477"/>
              <a:gd name="connsiteY3" fmla="*/ 261685 h 1044060"/>
              <a:gd name="connsiteX4" fmla="*/ 544681 w 568477"/>
              <a:gd name="connsiteY4" fmla="*/ 682074 h 1044060"/>
              <a:gd name="connsiteX5" fmla="*/ 381365 w 568477"/>
              <a:gd name="connsiteY5" fmla="*/ 1018548 h 1044060"/>
              <a:gd name="connsiteX6" fmla="*/ 197384 w 568477"/>
              <a:gd name="connsiteY6" fmla="*/ 539146 h 1044060"/>
              <a:gd name="connsiteX0" fmla="*/ 197384 w 568753"/>
              <a:gd name="connsiteY0" fmla="*/ 538270 h 1043184"/>
              <a:gd name="connsiteX1" fmla="*/ 3899 w 568753"/>
              <a:gd name="connsiteY1" fmla="*/ 11932 h 1043184"/>
              <a:gd name="connsiteX2" fmla="*/ 388253 w 568753"/>
              <a:gd name="connsiteY2" fmla="*/ 186299 h 1043184"/>
              <a:gd name="connsiteX3" fmla="*/ 549278 w 568753"/>
              <a:gd name="connsiteY3" fmla="*/ 147152 h 1043184"/>
              <a:gd name="connsiteX4" fmla="*/ 544681 w 568753"/>
              <a:gd name="connsiteY4" fmla="*/ 681198 h 1043184"/>
              <a:gd name="connsiteX5" fmla="*/ 381365 w 568753"/>
              <a:gd name="connsiteY5" fmla="*/ 1017672 h 1043184"/>
              <a:gd name="connsiteX6" fmla="*/ 197384 w 568753"/>
              <a:gd name="connsiteY6" fmla="*/ 538270 h 1043184"/>
              <a:gd name="connsiteX0" fmla="*/ 197138 w 567332"/>
              <a:gd name="connsiteY0" fmla="*/ 541766 h 1046680"/>
              <a:gd name="connsiteX1" fmla="*/ 3653 w 567332"/>
              <a:gd name="connsiteY1" fmla="*/ 15428 h 1046680"/>
              <a:gd name="connsiteX2" fmla="*/ 375887 w 567332"/>
              <a:gd name="connsiteY2" fmla="*/ 141285 h 1046680"/>
              <a:gd name="connsiteX3" fmla="*/ 549032 w 567332"/>
              <a:gd name="connsiteY3" fmla="*/ 150648 h 1046680"/>
              <a:gd name="connsiteX4" fmla="*/ 544435 w 567332"/>
              <a:gd name="connsiteY4" fmla="*/ 684694 h 1046680"/>
              <a:gd name="connsiteX5" fmla="*/ 381119 w 567332"/>
              <a:gd name="connsiteY5" fmla="*/ 1021168 h 1046680"/>
              <a:gd name="connsiteX6" fmla="*/ 197138 w 567332"/>
              <a:gd name="connsiteY6" fmla="*/ 541766 h 1046680"/>
              <a:gd name="connsiteX0" fmla="*/ 197138 w 560233"/>
              <a:gd name="connsiteY0" fmla="*/ 541766 h 1046680"/>
              <a:gd name="connsiteX1" fmla="*/ 3653 w 560233"/>
              <a:gd name="connsiteY1" fmla="*/ 15428 h 1046680"/>
              <a:gd name="connsiteX2" fmla="*/ 375887 w 560233"/>
              <a:gd name="connsiteY2" fmla="*/ 141285 h 1046680"/>
              <a:gd name="connsiteX3" fmla="*/ 549032 w 560233"/>
              <a:gd name="connsiteY3" fmla="*/ 150648 h 1046680"/>
              <a:gd name="connsiteX4" fmla="*/ 544435 w 560233"/>
              <a:gd name="connsiteY4" fmla="*/ 684694 h 1046680"/>
              <a:gd name="connsiteX5" fmla="*/ 381119 w 560233"/>
              <a:gd name="connsiteY5" fmla="*/ 1021168 h 1046680"/>
              <a:gd name="connsiteX6" fmla="*/ 197138 w 560233"/>
              <a:gd name="connsiteY6" fmla="*/ 541766 h 1046680"/>
              <a:gd name="connsiteX0" fmla="*/ 269377 w 632472"/>
              <a:gd name="connsiteY0" fmla="*/ 724348 h 1229262"/>
              <a:gd name="connsiteX1" fmla="*/ 2740 w 632472"/>
              <a:gd name="connsiteY1" fmla="*/ 8928 h 1229262"/>
              <a:gd name="connsiteX2" fmla="*/ 448126 w 632472"/>
              <a:gd name="connsiteY2" fmla="*/ 323867 h 1229262"/>
              <a:gd name="connsiteX3" fmla="*/ 621271 w 632472"/>
              <a:gd name="connsiteY3" fmla="*/ 333230 h 1229262"/>
              <a:gd name="connsiteX4" fmla="*/ 616674 w 632472"/>
              <a:gd name="connsiteY4" fmla="*/ 867276 h 1229262"/>
              <a:gd name="connsiteX5" fmla="*/ 453358 w 632472"/>
              <a:gd name="connsiteY5" fmla="*/ 1203750 h 1229262"/>
              <a:gd name="connsiteX6" fmla="*/ 269377 w 632472"/>
              <a:gd name="connsiteY6" fmla="*/ 724348 h 1229262"/>
              <a:gd name="connsiteX0" fmla="*/ 268168 w 634871"/>
              <a:gd name="connsiteY0" fmla="*/ 741746 h 1246660"/>
              <a:gd name="connsiteX1" fmla="*/ 1531 w 634871"/>
              <a:gd name="connsiteY1" fmla="*/ 26326 h 1246660"/>
              <a:gd name="connsiteX2" fmla="*/ 397814 w 634871"/>
              <a:gd name="connsiteY2" fmla="*/ 173100 h 1246660"/>
              <a:gd name="connsiteX3" fmla="*/ 620062 w 634871"/>
              <a:gd name="connsiteY3" fmla="*/ 350628 h 1246660"/>
              <a:gd name="connsiteX4" fmla="*/ 615465 w 634871"/>
              <a:gd name="connsiteY4" fmla="*/ 884674 h 1246660"/>
              <a:gd name="connsiteX5" fmla="*/ 452149 w 634871"/>
              <a:gd name="connsiteY5" fmla="*/ 1221148 h 1246660"/>
              <a:gd name="connsiteX6" fmla="*/ 268168 w 634871"/>
              <a:gd name="connsiteY6" fmla="*/ 741746 h 1246660"/>
              <a:gd name="connsiteX0" fmla="*/ 268168 w 647475"/>
              <a:gd name="connsiteY0" fmla="*/ 740072 h 1244986"/>
              <a:gd name="connsiteX1" fmla="*/ 1531 w 647475"/>
              <a:gd name="connsiteY1" fmla="*/ 24652 h 1244986"/>
              <a:gd name="connsiteX2" fmla="*/ 397814 w 647475"/>
              <a:gd name="connsiteY2" fmla="*/ 171426 h 1244986"/>
              <a:gd name="connsiteX3" fmla="*/ 635423 w 647475"/>
              <a:gd name="connsiteY3" fmla="*/ 234317 h 1244986"/>
              <a:gd name="connsiteX4" fmla="*/ 615465 w 647475"/>
              <a:gd name="connsiteY4" fmla="*/ 883000 h 1244986"/>
              <a:gd name="connsiteX5" fmla="*/ 452149 w 647475"/>
              <a:gd name="connsiteY5" fmla="*/ 1219474 h 1244986"/>
              <a:gd name="connsiteX6" fmla="*/ 268168 w 647475"/>
              <a:gd name="connsiteY6" fmla="*/ 740072 h 1244986"/>
              <a:gd name="connsiteX0" fmla="*/ 268168 w 636890"/>
              <a:gd name="connsiteY0" fmla="*/ 740072 h 1244986"/>
              <a:gd name="connsiteX1" fmla="*/ 1531 w 636890"/>
              <a:gd name="connsiteY1" fmla="*/ 24652 h 1244986"/>
              <a:gd name="connsiteX2" fmla="*/ 397814 w 636890"/>
              <a:gd name="connsiteY2" fmla="*/ 171426 h 1244986"/>
              <a:gd name="connsiteX3" fmla="*/ 635423 w 636890"/>
              <a:gd name="connsiteY3" fmla="*/ 234317 h 1244986"/>
              <a:gd name="connsiteX4" fmla="*/ 503371 w 636890"/>
              <a:gd name="connsiteY4" fmla="*/ 494496 h 1244986"/>
              <a:gd name="connsiteX5" fmla="*/ 615465 w 636890"/>
              <a:gd name="connsiteY5" fmla="*/ 883000 h 1244986"/>
              <a:gd name="connsiteX6" fmla="*/ 452149 w 636890"/>
              <a:gd name="connsiteY6" fmla="*/ 1219474 h 1244986"/>
              <a:gd name="connsiteX7" fmla="*/ 268168 w 636890"/>
              <a:gd name="connsiteY7" fmla="*/ 740072 h 1244986"/>
              <a:gd name="connsiteX0" fmla="*/ 293770 w 662492"/>
              <a:gd name="connsiteY0" fmla="*/ 719855 h 1224769"/>
              <a:gd name="connsiteX1" fmla="*/ 63478 w 662492"/>
              <a:gd name="connsiteY1" fmla="*/ 338793 h 1224769"/>
              <a:gd name="connsiteX2" fmla="*/ 27133 w 662492"/>
              <a:gd name="connsiteY2" fmla="*/ 4435 h 1224769"/>
              <a:gd name="connsiteX3" fmla="*/ 423416 w 662492"/>
              <a:gd name="connsiteY3" fmla="*/ 151209 h 1224769"/>
              <a:gd name="connsiteX4" fmla="*/ 661025 w 662492"/>
              <a:gd name="connsiteY4" fmla="*/ 214100 h 1224769"/>
              <a:gd name="connsiteX5" fmla="*/ 528973 w 662492"/>
              <a:gd name="connsiteY5" fmla="*/ 474279 h 1224769"/>
              <a:gd name="connsiteX6" fmla="*/ 641067 w 662492"/>
              <a:gd name="connsiteY6" fmla="*/ 862783 h 1224769"/>
              <a:gd name="connsiteX7" fmla="*/ 477751 w 662492"/>
              <a:gd name="connsiteY7" fmla="*/ 1199257 h 1224769"/>
              <a:gd name="connsiteX8" fmla="*/ 293770 w 662492"/>
              <a:gd name="connsiteY8" fmla="*/ 719855 h 1224769"/>
              <a:gd name="connsiteX0" fmla="*/ 528973 w 662503"/>
              <a:gd name="connsiteY0" fmla="*/ 474279 h 1224769"/>
              <a:gd name="connsiteX1" fmla="*/ 641067 w 662503"/>
              <a:gd name="connsiteY1" fmla="*/ 862783 h 1224769"/>
              <a:gd name="connsiteX2" fmla="*/ 477751 w 662503"/>
              <a:gd name="connsiteY2" fmla="*/ 1199257 h 1224769"/>
              <a:gd name="connsiteX3" fmla="*/ 293770 w 662503"/>
              <a:gd name="connsiteY3" fmla="*/ 719855 h 1224769"/>
              <a:gd name="connsiteX4" fmla="*/ 63478 w 662503"/>
              <a:gd name="connsiteY4" fmla="*/ 338793 h 1224769"/>
              <a:gd name="connsiteX5" fmla="*/ 27133 w 662503"/>
              <a:gd name="connsiteY5" fmla="*/ 4435 h 1224769"/>
              <a:gd name="connsiteX6" fmla="*/ 423416 w 662503"/>
              <a:gd name="connsiteY6" fmla="*/ 151209 h 1224769"/>
              <a:gd name="connsiteX7" fmla="*/ 661025 w 662503"/>
              <a:gd name="connsiteY7" fmla="*/ 214100 h 1224769"/>
              <a:gd name="connsiteX8" fmla="*/ 588923 w 662503"/>
              <a:gd name="connsiteY8" fmla="*/ 528748 h 1224769"/>
              <a:gd name="connsiteX0" fmla="*/ 528973 w 661025"/>
              <a:gd name="connsiteY0" fmla="*/ 474279 h 1224769"/>
              <a:gd name="connsiteX1" fmla="*/ 641067 w 661025"/>
              <a:gd name="connsiteY1" fmla="*/ 862783 h 1224769"/>
              <a:gd name="connsiteX2" fmla="*/ 477751 w 661025"/>
              <a:gd name="connsiteY2" fmla="*/ 1199257 h 1224769"/>
              <a:gd name="connsiteX3" fmla="*/ 293770 w 661025"/>
              <a:gd name="connsiteY3" fmla="*/ 719855 h 1224769"/>
              <a:gd name="connsiteX4" fmla="*/ 63478 w 661025"/>
              <a:gd name="connsiteY4" fmla="*/ 338793 h 1224769"/>
              <a:gd name="connsiteX5" fmla="*/ 27133 w 661025"/>
              <a:gd name="connsiteY5" fmla="*/ 4435 h 1224769"/>
              <a:gd name="connsiteX6" fmla="*/ 423416 w 661025"/>
              <a:gd name="connsiteY6" fmla="*/ 151209 h 1224769"/>
              <a:gd name="connsiteX7" fmla="*/ 661025 w 661025"/>
              <a:gd name="connsiteY7" fmla="*/ 214100 h 1224769"/>
              <a:gd name="connsiteX0" fmla="*/ 522199 w 661025"/>
              <a:gd name="connsiteY0" fmla="*/ 547133 h 1224769"/>
              <a:gd name="connsiteX1" fmla="*/ 641067 w 661025"/>
              <a:gd name="connsiteY1" fmla="*/ 862783 h 1224769"/>
              <a:gd name="connsiteX2" fmla="*/ 477751 w 661025"/>
              <a:gd name="connsiteY2" fmla="*/ 1199257 h 1224769"/>
              <a:gd name="connsiteX3" fmla="*/ 293770 w 661025"/>
              <a:gd name="connsiteY3" fmla="*/ 719855 h 1224769"/>
              <a:gd name="connsiteX4" fmla="*/ 63478 w 661025"/>
              <a:gd name="connsiteY4" fmla="*/ 338793 h 1224769"/>
              <a:gd name="connsiteX5" fmla="*/ 27133 w 661025"/>
              <a:gd name="connsiteY5" fmla="*/ 4435 h 1224769"/>
              <a:gd name="connsiteX6" fmla="*/ 423416 w 661025"/>
              <a:gd name="connsiteY6" fmla="*/ 151209 h 1224769"/>
              <a:gd name="connsiteX7" fmla="*/ 661025 w 661025"/>
              <a:gd name="connsiteY7" fmla="*/ 214100 h 1224769"/>
              <a:gd name="connsiteX0" fmla="*/ 552859 w 691685"/>
              <a:gd name="connsiteY0" fmla="*/ 530129 h 1207765"/>
              <a:gd name="connsiteX1" fmla="*/ 671727 w 691685"/>
              <a:gd name="connsiteY1" fmla="*/ 845779 h 1207765"/>
              <a:gd name="connsiteX2" fmla="*/ 508411 w 691685"/>
              <a:gd name="connsiteY2" fmla="*/ 1182253 h 1207765"/>
              <a:gd name="connsiteX3" fmla="*/ 324430 w 691685"/>
              <a:gd name="connsiteY3" fmla="*/ 702851 h 1207765"/>
              <a:gd name="connsiteX4" fmla="*/ 94138 w 691685"/>
              <a:gd name="connsiteY4" fmla="*/ 321789 h 1207765"/>
              <a:gd name="connsiteX5" fmla="*/ 20030 w 691685"/>
              <a:gd name="connsiteY5" fmla="*/ 4861 h 1207765"/>
              <a:gd name="connsiteX6" fmla="*/ 454076 w 691685"/>
              <a:gd name="connsiteY6" fmla="*/ 134205 h 1207765"/>
              <a:gd name="connsiteX7" fmla="*/ 691685 w 691685"/>
              <a:gd name="connsiteY7" fmla="*/ 197096 h 1207765"/>
              <a:gd name="connsiteX0" fmla="*/ 533746 w 672572"/>
              <a:gd name="connsiteY0" fmla="*/ 636815 h 1314451"/>
              <a:gd name="connsiteX1" fmla="*/ 652614 w 672572"/>
              <a:gd name="connsiteY1" fmla="*/ 952465 h 1314451"/>
              <a:gd name="connsiteX2" fmla="*/ 489298 w 672572"/>
              <a:gd name="connsiteY2" fmla="*/ 1288939 h 1314451"/>
              <a:gd name="connsiteX3" fmla="*/ 305317 w 672572"/>
              <a:gd name="connsiteY3" fmla="*/ 809537 h 1314451"/>
              <a:gd name="connsiteX4" fmla="*/ 75025 w 672572"/>
              <a:gd name="connsiteY4" fmla="*/ 428475 h 1314451"/>
              <a:gd name="connsiteX5" fmla="*/ 917 w 672572"/>
              <a:gd name="connsiteY5" fmla="*/ 111547 h 1314451"/>
              <a:gd name="connsiteX6" fmla="*/ 118597 w 672572"/>
              <a:gd name="connsiteY6" fmla="*/ 8390 h 1314451"/>
              <a:gd name="connsiteX7" fmla="*/ 672572 w 672572"/>
              <a:gd name="connsiteY7" fmla="*/ 303782 h 1314451"/>
              <a:gd name="connsiteX0" fmla="*/ 533746 w 657029"/>
              <a:gd name="connsiteY0" fmla="*/ 633477 h 1311113"/>
              <a:gd name="connsiteX1" fmla="*/ 652614 w 657029"/>
              <a:gd name="connsiteY1" fmla="*/ 949127 h 1311113"/>
              <a:gd name="connsiteX2" fmla="*/ 489298 w 657029"/>
              <a:gd name="connsiteY2" fmla="*/ 1285601 h 1311113"/>
              <a:gd name="connsiteX3" fmla="*/ 305317 w 657029"/>
              <a:gd name="connsiteY3" fmla="*/ 806199 h 1311113"/>
              <a:gd name="connsiteX4" fmla="*/ 75025 w 657029"/>
              <a:gd name="connsiteY4" fmla="*/ 425137 h 1311113"/>
              <a:gd name="connsiteX5" fmla="*/ 917 w 657029"/>
              <a:gd name="connsiteY5" fmla="*/ 108209 h 1311113"/>
              <a:gd name="connsiteX6" fmla="*/ 118597 w 657029"/>
              <a:gd name="connsiteY6" fmla="*/ 5052 h 1311113"/>
              <a:gd name="connsiteX7" fmla="*/ 322462 w 657029"/>
              <a:gd name="connsiteY7" fmla="*/ 242894 h 1311113"/>
              <a:gd name="connsiteX0" fmla="*/ 533746 w 657029"/>
              <a:gd name="connsiteY0" fmla="*/ 633477 h 1290116"/>
              <a:gd name="connsiteX1" fmla="*/ 652614 w 657029"/>
              <a:gd name="connsiteY1" fmla="*/ 949127 h 1290116"/>
              <a:gd name="connsiteX2" fmla="*/ 489298 w 657029"/>
              <a:gd name="connsiteY2" fmla="*/ 1285601 h 1290116"/>
              <a:gd name="connsiteX3" fmla="*/ 272513 w 657029"/>
              <a:gd name="connsiteY3" fmla="*/ 1093268 h 1290116"/>
              <a:gd name="connsiteX4" fmla="*/ 75025 w 657029"/>
              <a:gd name="connsiteY4" fmla="*/ 425137 h 1290116"/>
              <a:gd name="connsiteX5" fmla="*/ 917 w 657029"/>
              <a:gd name="connsiteY5" fmla="*/ 108209 h 1290116"/>
              <a:gd name="connsiteX6" fmla="*/ 118597 w 657029"/>
              <a:gd name="connsiteY6" fmla="*/ 5052 h 1290116"/>
              <a:gd name="connsiteX7" fmla="*/ 322462 w 657029"/>
              <a:gd name="connsiteY7" fmla="*/ 242894 h 1290116"/>
              <a:gd name="connsiteX0" fmla="*/ 533746 w 657029"/>
              <a:gd name="connsiteY0" fmla="*/ 633477 h 1460551"/>
              <a:gd name="connsiteX1" fmla="*/ 652614 w 657029"/>
              <a:gd name="connsiteY1" fmla="*/ 949127 h 1460551"/>
              <a:gd name="connsiteX2" fmla="*/ 436549 w 657029"/>
              <a:gd name="connsiteY2" fmla="*/ 1458720 h 1460551"/>
              <a:gd name="connsiteX3" fmla="*/ 272513 w 657029"/>
              <a:gd name="connsiteY3" fmla="*/ 1093268 h 1460551"/>
              <a:gd name="connsiteX4" fmla="*/ 75025 w 657029"/>
              <a:gd name="connsiteY4" fmla="*/ 425137 h 1460551"/>
              <a:gd name="connsiteX5" fmla="*/ 917 w 657029"/>
              <a:gd name="connsiteY5" fmla="*/ 108209 h 1460551"/>
              <a:gd name="connsiteX6" fmla="*/ 118597 w 657029"/>
              <a:gd name="connsiteY6" fmla="*/ 5052 h 1460551"/>
              <a:gd name="connsiteX7" fmla="*/ 322462 w 657029"/>
              <a:gd name="connsiteY7" fmla="*/ 242894 h 1460551"/>
              <a:gd name="connsiteX0" fmla="*/ 533746 w 631350"/>
              <a:gd name="connsiteY0" fmla="*/ 633477 h 1458853"/>
              <a:gd name="connsiteX1" fmla="*/ 626153 w 631350"/>
              <a:gd name="connsiteY1" fmla="*/ 1132402 h 1458853"/>
              <a:gd name="connsiteX2" fmla="*/ 436549 w 631350"/>
              <a:gd name="connsiteY2" fmla="*/ 1458720 h 1458853"/>
              <a:gd name="connsiteX3" fmla="*/ 272513 w 631350"/>
              <a:gd name="connsiteY3" fmla="*/ 1093268 h 1458853"/>
              <a:gd name="connsiteX4" fmla="*/ 75025 w 631350"/>
              <a:gd name="connsiteY4" fmla="*/ 425137 h 1458853"/>
              <a:gd name="connsiteX5" fmla="*/ 917 w 631350"/>
              <a:gd name="connsiteY5" fmla="*/ 108209 h 1458853"/>
              <a:gd name="connsiteX6" fmla="*/ 118597 w 631350"/>
              <a:gd name="connsiteY6" fmla="*/ 5052 h 1458853"/>
              <a:gd name="connsiteX7" fmla="*/ 322462 w 631350"/>
              <a:gd name="connsiteY7" fmla="*/ 242894 h 1458853"/>
              <a:gd name="connsiteX0" fmla="*/ 533746 w 631350"/>
              <a:gd name="connsiteY0" fmla="*/ 671895 h 1497271"/>
              <a:gd name="connsiteX1" fmla="*/ 626153 w 631350"/>
              <a:gd name="connsiteY1" fmla="*/ 1170820 h 1497271"/>
              <a:gd name="connsiteX2" fmla="*/ 436549 w 631350"/>
              <a:gd name="connsiteY2" fmla="*/ 1497138 h 1497271"/>
              <a:gd name="connsiteX3" fmla="*/ 272513 w 631350"/>
              <a:gd name="connsiteY3" fmla="*/ 1131686 h 1497271"/>
              <a:gd name="connsiteX4" fmla="*/ 75025 w 631350"/>
              <a:gd name="connsiteY4" fmla="*/ 463555 h 1497271"/>
              <a:gd name="connsiteX5" fmla="*/ 917 w 631350"/>
              <a:gd name="connsiteY5" fmla="*/ 146627 h 1497271"/>
              <a:gd name="connsiteX6" fmla="*/ 118597 w 631350"/>
              <a:gd name="connsiteY6" fmla="*/ 43470 h 1497271"/>
              <a:gd name="connsiteX7" fmla="*/ 439057 w 631350"/>
              <a:gd name="connsiteY7" fmla="*/ 23330 h 1497271"/>
              <a:gd name="connsiteX0" fmla="*/ 533746 w 631350"/>
              <a:gd name="connsiteY0" fmla="*/ 648565 h 1473941"/>
              <a:gd name="connsiteX1" fmla="*/ 626153 w 631350"/>
              <a:gd name="connsiteY1" fmla="*/ 1147490 h 1473941"/>
              <a:gd name="connsiteX2" fmla="*/ 436549 w 631350"/>
              <a:gd name="connsiteY2" fmla="*/ 1473808 h 1473941"/>
              <a:gd name="connsiteX3" fmla="*/ 272513 w 631350"/>
              <a:gd name="connsiteY3" fmla="*/ 1108356 h 1473941"/>
              <a:gd name="connsiteX4" fmla="*/ 75025 w 631350"/>
              <a:gd name="connsiteY4" fmla="*/ 440225 h 1473941"/>
              <a:gd name="connsiteX5" fmla="*/ 917 w 631350"/>
              <a:gd name="connsiteY5" fmla="*/ 123297 h 1473941"/>
              <a:gd name="connsiteX6" fmla="*/ 118597 w 631350"/>
              <a:gd name="connsiteY6" fmla="*/ 20140 h 1473941"/>
              <a:gd name="connsiteX7" fmla="*/ 439057 w 631350"/>
              <a:gd name="connsiteY7" fmla="*/ 0 h 1473941"/>
              <a:gd name="connsiteX0" fmla="*/ 533746 w 631350"/>
              <a:gd name="connsiteY0" fmla="*/ 771592 h 1596968"/>
              <a:gd name="connsiteX1" fmla="*/ 626153 w 631350"/>
              <a:gd name="connsiteY1" fmla="*/ 1270517 h 1596968"/>
              <a:gd name="connsiteX2" fmla="*/ 436549 w 631350"/>
              <a:gd name="connsiteY2" fmla="*/ 1596835 h 1596968"/>
              <a:gd name="connsiteX3" fmla="*/ 272513 w 631350"/>
              <a:gd name="connsiteY3" fmla="*/ 1231383 h 1596968"/>
              <a:gd name="connsiteX4" fmla="*/ 75025 w 631350"/>
              <a:gd name="connsiteY4" fmla="*/ 563252 h 1596968"/>
              <a:gd name="connsiteX5" fmla="*/ 917 w 631350"/>
              <a:gd name="connsiteY5" fmla="*/ 246324 h 1596968"/>
              <a:gd name="connsiteX6" fmla="*/ 118597 w 631350"/>
              <a:gd name="connsiteY6" fmla="*/ 143167 h 1596968"/>
              <a:gd name="connsiteX7" fmla="*/ 222997 w 631350"/>
              <a:gd name="connsiteY7" fmla="*/ 0 h 1596968"/>
              <a:gd name="connsiteX0" fmla="*/ 533746 w 631350"/>
              <a:gd name="connsiteY0" fmla="*/ 771592 h 1596968"/>
              <a:gd name="connsiteX1" fmla="*/ 626153 w 631350"/>
              <a:gd name="connsiteY1" fmla="*/ 1270517 h 1596968"/>
              <a:gd name="connsiteX2" fmla="*/ 436549 w 631350"/>
              <a:gd name="connsiteY2" fmla="*/ 1596835 h 1596968"/>
              <a:gd name="connsiteX3" fmla="*/ 272513 w 631350"/>
              <a:gd name="connsiteY3" fmla="*/ 1231383 h 1596968"/>
              <a:gd name="connsiteX4" fmla="*/ 75025 w 631350"/>
              <a:gd name="connsiteY4" fmla="*/ 563252 h 1596968"/>
              <a:gd name="connsiteX5" fmla="*/ 917 w 631350"/>
              <a:gd name="connsiteY5" fmla="*/ 246324 h 1596968"/>
              <a:gd name="connsiteX6" fmla="*/ 118597 w 631350"/>
              <a:gd name="connsiteY6" fmla="*/ 143167 h 1596968"/>
              <a:gd name="connsiteX7" fmla="*/ 222997 w 631350"/>
              <a:gd name="connsiteY7" fmla="*/ 0 h 1596968"/>
              <a:gd name="connsiteX0" fmla="*/ 539548 w 637152"/>
              <a:gd name="connsiteY0" fmla="*/ 771592 h 1596968"/>
              <a:gd name="connsiteX1" fmla="*/ 631955 w 637152"/>
              <a:gd name="connsiteY1" fmla="*/ 1270517 h 1596968"/>
              <a:gd name="connsiteX2" fmla="*/ 442351 w 637152"/>
              <a:gd name="connsiteY2" fmla="*/ 1596835 h 1596968"/>
              <a:gd name="connsiteX3" fmla="*/ 278315 w 637152"/>
              <a:gd name="connsiteY3" fmla="*/ 1231383 h 1596968"/>
              <a:gd name="connsiteX4" fmla="*/ 80827 w 637152"/>
              <a:gd name="connsiteY4" fmla="*/ 563252 h 1596968"/>
              <a:gd name="connsiteX5" fmla="*/ 808 w 637152"/>
              <a:gd name="connsiteY5" fmla="*/ 345429 h 1596968"/>
              <a:gd name="connsiteX6" fmla="*/ 124399 w 637152"/>
              <a:gd name="connsiteY6" fmla="*/ 143167 h 1596968"/>
              <a:gd name="connsiteX7" fmla="*/ 228799 w 637152"/>
              <a:gd name="connsiteY7" fmla="*/ 0 h 1596968"/>
              <a:gd name="connsiteX0" fmla="*/ 538768 w 636372"/>
              <a:gd name="connsiteY0" fmla="*/ 771592 h 1596968"/>
              <a:gd name="connsiteX1" fmla="*/ 631175 w 636372"/>
              <a:gd name="connsiteY1" fmla="*/ 1270517 h 1596968"/>
              <a:gd name="connsiteX2" fmla="*/ 441571 w 636372"/>
              <a:gd name="connsiteY2" fmla="*/ 1596835 h 1596968"/>
              <a:gd name="connsiteX3" fmla="*/ 277535 w 636372"/>
              <a:gd name="connsiteY3" fmla="*/ 1231383 h 1596968"/>
              <a:gd name="connsiteX4" fmla="*/ 134409 w 636372"/>
              <a:gd name="connsiteY4" fmla="*/ 581539 h 1596968"/>
              <a:gd name="connsiteX5" fmla="*/ 28 w 636372"/>
              <a:gd name="connsiteY5" fmla="*/ 345429 h 1596968"/>
              <a:gd name="connsiteX6" fmla="*/ 123619 w 636372"/>
              <a:gd name="connsiteY6" fmla="*/ 143167 h 1596968"/>
              <a:gd name="connsiteX7" fmla="*/ 228019 w 636372"/>
              <a:gd name="connsiteY7" fmla="*/ 0 h 1596968"/>
              <a:gd name="connsiteX0" fmla="*/ 538768 w 636372"/>
              <a:gd name="connsiteY0" fmla="*/ 771592 h 1596968"/>
              <a:gd name="connsiteX1" fmla="*/ 631175 w 636372"/>
              <a:gd name="connsiteY1" fmla="*/ 1270517 h 1596968"/>
              <a:gd name="connsiteX2" fmla="*/ 441571 w 636372"/>
              <a:gd name="connsiteY2" fmla="*/ 1596835 h 1596968"/>
              <a:gd name="connsiteX3" fmla="*/ 277535 w 636372"/>
              <a:gd name="connsiteY3" fmla="*/ 1231383 h 1596968"/>
              <a:gd name="connsiteX4" fmla="*/ 134409 w 636372"/>
              <a:gd name="connsiteY4" fmla="*/ 581539 h 1596968"/>
              <a:gd name="connsiteX5" fmla="*/ 28 w 636372"/>
              <a:gd name="connsiteY5" fmla="*/ 345429 h 1596968"/>
              <a:gd name="connsiteX6" fmla="*/ 123619 w 636372"/>
              <a:gd name="connsiteY6" fmla="*/ 143167 h 1596968"/>
              <a:gd name="connsiteX7" fmla="*/ 228019 w 636372"/>
              <a:gd name="connsiteY7" fmla="*/ 0 h 1596968"/>
              <a:gd name="connsiteX0" fmla="*/ 538768 w 636372"/>
              <a:gd name="connsiteY0" fmla="*/ 771592 h 1596968"/>
              <a:gd name="connsiteX1" fmla="*/ 631175 w 636372"/>
              <a:gd name="connsiteY1" fmla="*/ 1270517 h 1596968"/>
              <a:gd name="connsiteX2" fmla="*/ 441571 w 636372"/>
              <a:gd name="connsiteY2" fmla="*/ 1596835 h 1596968"/>
              <a:gd name="connsiteX3" fmla="*/ 277535 w 636372"/>
              <a:gd name="connsiteY3" fmla="*/ 1231383 h 1596968"/>
              <a:gd name="connsiteX4" fmla="*/ 134409 w 636372"/>
              <a:gd name="connsiteY4" fmla="*/ 581539 h 1596968"/>
              <a:gd name="connsiteX5" fmla="*/ 28 w 636372"/>
              <a:gd name="connsiteY5" fmla="*/ 345429 h 1596968"/>
              <a:gd name="connsiteX6" fmla="*/ 123619 w 636372"/>
              <a:gd name="connsiteY6" fmla="*/ 143167 h 1596968"/>
              <a:gd name="connsiteX7" fmla="*/ 228019 w 636372"/>
              <a:gd name="connsiteY7" fmla="*/ 0 h 1596968"/>
              <a:gd name="connsiteX0" fmla="*/ 539216 w 636820"/>
              <a:gd name="connsiteY0" fmla="*/ 771592 h 1596968"/>
              <a:gd name="connsiteX1" fmla="*/ 631623 w 636820"/>
              <a:gd name="connsiteY1" fmla="*/ 1270517 h 1596968"/>
              <a:gd name="connsiteX2" fmla="*/ 442019 w 636820"/>
              <a:gd name="connsiteY2" fmla="*/ 1596835 h 1596968"/>
              <a:gd name="connsiteX3" fmla="*/ 277983 w 636820"/>
              <a:gd name="connsiteY3" fmla="*/ 1231383 h 1596968"/>
              <a:gd name="connsiteX4" fmla="*/ 171748 w 636820"/>
              <a:gd name="connsiteY4" fmla="*/ 667906 h 1596968"/>
              <a:gd name="connsiteX5" fmla="*/ 476 w 636820"/>
              <a:gd name="connsiteY5" fmla="*/ 345429 h 1596968"/>
              <a:gd name="connsiteX6" fmla="*/ 124067 w 636820"/>
              <a:gd name="connsiteY6" fmla="*/ 143167 h 1596968"/>
              <a:gd name="connsiteX7" fmla="*/ 228467 w 636820"/>
              <a:gd name="connsiteY7" fmla="*/ 0 h 1596968"/>
              <a:gd name="connsiteX0" fmla="*/ 539157 w 636761"/>
              <a:gd name="connsiteY0" fmla="*/ 787256 h 1612632"/>
              <a:gd name="connsiteX1" fmla="*/ 631564 w 636761"/>
              <a:gd name="connsiteY1" fmla="*/ 1286181 h 1612632"/>
              <a:gd name="connsiteX2" fmla="*/ 441960 w 636761"/>
              <a:gd name="connsiteY2" fmla="*/ 1612499 h 1612632"/>
              <a:gd name="connsiteX3" fmla="*/ 277924 w 636761"/>
              <a:gd name="connsiteY3" fmla="*/ 1247047 h 1612632"/>
              <a:gd name="connsiteX4" fmla="*/ 171689 w 636761"/>
              <a:gd name="connsiteY4" fmla="*/ 683570 h 1612632"/>
              <a:gd name="connsiteX5" fmla="*/ 417 w 636761"/>
              <a:gd name="connsiteY5" fmla="*/ 361093 h 1612632"/>
              <a:gd name="connsiteX6" fmla="*/ 124008 w 636761"/>
              <a:gd name="connsiteY6" fmla="*/ 158831 h 1612632"/>
              <a:gd name="connsiteX7" fmla="*/ 140180 w 636761"/>
              <a:gd name="connsiteY7" fmla="*/ 0 h 1612632"/>
              <a:gd name="connsiteX0" fmla="*/ 539157 w 636761"/>
              <a:gd name="connsiteY0" fmla="*/ 787256 h 1612632"/>
              <a:gd name="connsiteX1" fmla="*/ 631564 w 636761"/>
              <a:gd name="connsiteY1" fmla="*/ 1286181 h 1612632"/>
              <a:gd name="connsiteX2" fmla="*/ 441960 w 636761"/>
              <a:gd name="connsiteY2" fmla="*/ 1612499 h 1612632"/>
              <a:gd name="connsiteX3" fmla="*/ 277924 w 636761"/>
              <a:gd name="connsiteY3" fmla="*/ 1247047 h 1612632"/>
              <a:gd name="connsiteX4" fmla="*/ 171689 w 636761"/>
              <a:gd name="connsiteY4" fmla="*/ 683570 h 1612632"/>
              <a:gd name="connsiteX5" fmla="*/ 417 w 636761"/>
              <a:gd name="connsiteY5" fmla="*/ 361093 h 1612632"/>
              <a:gd name="connsiteX6" fmla="*/ 124008 w 636761"/>
              <a:gd name="connsiteY6" fmla="*/ 158831 h 1612632"/>
              <a:gd name="connsiteX7" fmla="*/ 140180 w 636761"/>
              <a:gd name="connsiteY7" fmla="*/ 0 h 1612632"/>
              <a:gd name="connsiteX0" fmla="*/ 538845 w 636449"/>
              <a:gd name="connsiteY0" fmla="*/ 787256 h 1612632"/>
              <a:gd name="connsiteX1" fmla="*/ 631252 w 636449"/>
              <a:gd name="connsiteY1" fmla="*/ 1286181 h 1612632"/>
              <a:gd name="connsiteX2" fmla="*/ 441648 w 636449"/>
              <a:gd name="connsiteY2" fmla="*/ 1612499 h 1612632"/>
              <a:gd name="connsiteX3" fmla="*/ 277612 w 636449"/>
              <a:gd name="connsiteY3" fmla="*/ 1247047 h 1612632"/>
              <a:gd name="connsiteX4" fmla="*/ 171377 w 636449"/>
              <a:gd name="connsiteY4" fmla="*/ 683570 h 1612632"/>
              <a:gd name="connsiteX5" fmla="*/ 105 w 636449"/>
              <a:gd name="connsiteY5" fmla="*/ 361093 h 1612632"/>
              <a:gd name="connsiteX6" fmla="*/ 145887 w 636449"/>
              <a:gd name="connsiteY6" fmla="*/ 213529 h 1612632"/>
              <a:gd name="connsiteX7" fmla="*/ 139868 w 636449"/>
              <a:gd name="connsiteY7" fmla="*/ 0 h 1612632"/>
              <a:gd name="connsiteX0" fmla="*/ 631252 w 631252"/>
              <a:gd name="connsiteY0" fmla="*/ 1286181 h 1612632"/>
              <a:gd name="connsiteX1" fmla="*/ 441648 w 631252"/>
              <a:gd name="connsiteY1" fmla="*/ 1612499 h 1612632"/>
              <a:gd name="connsiteX2" fmla="*/ 277612 w 631252"/>
              <a:gd name="connsiteY2" fmla="*/ 1247047 h 1612632"/>
              <a:gd name="connsiteX3" fmla="*/ 171377 w 631252"/>
              <a:gd name="connsiteY3" fmla="*/ 683570 h 1612632"/>
              <a:gd name="connsiteX4" fmla="*/ 105 w 631252"/>
              <a:gd name="connsiteY4" fmla="*/ 361093 h 1612632"/>
              <a:gd name="connsiteX5" fmla="*/ 145887 w 631252"/>
              <a:gd name="connsiteY5" fmla="*/ 213529 h 1612632"/>
              <a:gd name="connsiteX6" fmla="*/ 139868 w 631252"/>
              <a:gd name="connsiteY6" fmla="*/ 0 h 1612632"/>
              <a:gd name="connsiteX0" fmla="*/ 668262 w 668262"/>
              <a:gd name="connsiteY0" fmla="*/ 1284200 h 1612618"/>
              <a:gd name="connsiteX1" fmla="*/ 441648 w 668262"/>
              <a:gd name="connsiteY1" fmla="*/ 1612499 h 1612618"/>
              <a:gd name="connsiteX2" fmla="*/ 277612 w 668262"/>
              <a:gd name="connsiteY2" fmla="*/ 1247047 h 1612618"/>
              <a:gd name="connsiteX3" fmla="*/ 171377 w 668262"/>
              <a:gd name="connsiteY3" fmla="*/ 683570 h 1612618"/>
              <a:gd name="connsiteX4" fmla="*/ 105 w 668262"/>
              <a:gd name="connsiteY4" fmla="*/ 361093 h 1612618"/>
              <a:gd name="connsiteX5" fmla="*/ 145887 w 668262"/>
              <a:gd name="connsiteY5" fmla="*/ 213529 h 1612618"/>
              <a:gd name="connsiteX6" fmla="*/ 139868 w 668262"/>
              <a:gd name="connsiteY6" fmla="*/ 0 h 1612618"/>
              <a:gd name="connsiteX0" fmla="*/ 668262 w 668262"/>
              <a:gd name="connsiteY0" fmla="*/ 1284200 h 1612605"/>
              <a:gd name="connsiteX1" fmla="*/ 441648 w 668262"/>
              <a:gd name="connsiteY1" fmla="*/ 1612499 h 1612605"/>
              <a:gd name="connsiteX2" fmla="*/ 277612 w 668262"/>
              <a:gd name="connsiteY2" fmla="*/ 1247047 h 1612605"/>
              <a:gd name="connsiteX3" fmla="*/ 171377 w 668262"/>
              <a:gd name="connsiteY3" fmla="*/ 683570 h 1612605"/>
              <a:gd name="connsiteX4" fmla="*/ 105 w 668262"/>
              <a:gd name="connsiteY4" fmla="*/ 361093 h 1612605"/>
              <a:gd name="connsiteX5" fmla="*/ 145887 w 668262"/>
              <a:gd name="connsiteY5" fmla="*/ 213529 h 1612605"/>
              <a:gd name="connsiteX6" fmla="*/ 139868 w 668262"/>
              <a:gd name="connsiteY6" fmla="*/ 0 h 1612605"/>
              <a:gd name="connsiteX0" fmla="*/ 668262 w 668262"/>
              <a:gd name="connsiteY0" fmla="*/ 1284200 h 1518753"/>
              <a:gd name="connsiteX1" fmla="*/ 426265 w 668262"/>
              <a:gd name="connsiteY1" fmla="*/ 1518590 h 1518753"/>
              <a:gd name="connsiteX2" fmla="*/ 277612 w 668262"/>
              <a:gd name="connsiteY2" fmla="*/ 1247047 h 1518753"/>
              <a:gd name="connsiteX3" fmla="*/ 171377 w 668262"/>
              <a:gd name="connsiteY3" fmla="*/ 683570 h 1518753"/>
              <a:gd name="connsiteX4" fmla="*/ 105 w 668262"/>
              <a:gd name="connsiteY4" fmla="*/ 361093 h 1518753"/>
              <a:gd name="connsiteX5" fmla="*/ 145887 w 668262"/>
              <a:gd name="connsiteY5" fmla="*/ 213529 h 1518753"/>
              <a:gd name="connsiteX6" fmla="*/ 139868 w 668262"/>
              <a:gd name="connsiteY6" fmla="*/ 0 h 1518753"/>
              <a:gd name="connsiteX0" fmla="*/ 668262 w 668262"/>
              <a:gd name="connsiteY0" fmla="*/ 1284200 h 1518703"/>
              <a:gd name="connsiteX1" fmla="*/ 426265 w 668262"/>
              <a:gd name="connsiteY1" fmla="*/ 1518590 h 1518703"/>
              <a:gd name="connsiteX2" fmla="*/ 277612 w 668262"/>
              <a:gd name="connsiteY2" fmla="*/ 1247047 h 1518703"/>
              <a:gd name="connsiteX3" fmla="*/ 171377 w 668262"/>
              <a:gd name="connsiteY3" fmla="*/ 683570 h 1518703"/>
              <a:gd name="connsiteX4" fmla="*/ 105 w 668262"/>
              <a:gd name="connsiteY4" fmla="*/ 361093 h 1518703"/>
              <a:gd name="connsiteX5" fmla="*/ 145887 w 668262"/>
              <a:gd name="connsiteY5" fmla="*/ 213529 h 1518703"/>
              <a:gd name="connsiteX6" fmla="*/ 139868 w 668262"/>
              <a:gd name="connsiteY6" fmla="*/ 0 h 1518703"/>
              <a:gd name="connsiteX0" fmla="*/ 561081 w 561081"/>
              <a:gd name="connsiteY0" fmla="*/ 1499570 h 1551046"/>
              <a:gd name="connsiteX1" fmla="*/ 426265 w 561081"/>
              <a:gd name="connsiteY1" fmla="*/ 1518590 h 1551046"/>
              <a:gd name="connsiteX2" fmla="*/ 277612 w 561081"/>
              <a:gd name="connsiteY2" fmla="*/ 1247047 h 1551046"/>
              <a:gd name="connsiteX3" fmla="*/ 171377 w 561081"/>
              <a:gd name="connsiteY3" fmla="*/ 683570 h 1551046"/>
              <a:gd name="connsiteX4" fmla="*/ 105 w 561081"/>
              <a:gd name="connsiteY4" fmla="*/ 361093 h 1551046"/>
              <a:gd name="connsiteX5" fmla="*/ 145887 w 561081"/>
              <a:gd name="connsiteY5" fmla="*/ 213529 h 1551046"/>
              <a:gd name="connsiteX6" fmla="*/ 139868 w 561081"/>
              <a:gd name="connsiteY6" fmla="*/ 0 h 1551046"/>
              <a:gd name="connsiteX0" fmla="*/ 561081 w 561081"/>
              <a:gd name="connsiteY0" fmla="*/ 1499570 h 1542899"/>
              <a:gd name="connsiteX1" fmla="*/ 383876 w 561081"/>
              <a:gd name="connsiteY1" fmla="*/ 1501580 h 1542899"/>
              <a:gd name="connsiteX2" fmla="*/ 277612 w 561081"/>
              <a:gd name="connsiteY2" fmla="*/ 1247047 h 1542899"/>
              <a:gd name="connsiteX3" fmla="*/ 171377 w 561081"/>
              <a:gd name="connsiteY3" fmla="*/ 683570 h 1542899"/>
              <a:gd name="connsiteX4" fmla="*/ 105 w 561081"/>
              <a:gd name="connsiteY4" fmla="*/ 361093 h 1542899"/>
              <a:gd name="connsiteX5" fmla="*/ 145887 w 561081"/>
              <a:gd name="connsiteY5" fmla="*/ 213529 h 1542899"/>
              <a:gd name="connsiteX6" fmla="*/ 139868 w 561081"/>
              <a:gd name="connsiteY6" fmla="*/ 0 h 1542899"/>
              <a:gd name="connsiteX0" fmla="*/ 561081 w 561081"/>
              <a:gd name="connsiteY0" fmla="*/ 1286041 h 1329370"/>
              <a:gd name="connsiteX1" fmla="*/ 383876 w 561081"/>
              <a:gd name="connsiteY1" fmla="*/ 1288051 h 1329370"/>
              <a:gd name="connsiteX2" fmla="*/ 277612 w 561081"/>
              <a:gd name="connsiteY2" fmla="*/ 1033518 h 1329370"/>
              <a:gd name="connsiteX3" fmla="*/ 171377 w 561081"/>
              <a:gd name="connsiteY3" fmla="*/ 470041 h 1329370"/>
              <a:gd name="connsiteX4" fmla="*/ 105 w 561081"/>
              <a:gd name="connsiteY4" fmla="*/ 147564 h 1329370"/>
              <a:gd name="connsiteX5" fmla="*/ 145887 w 561081"/>
              <a:gd name="connsiteY5" fmla="*/ 0 h 1329370"/>
              <a:gd name="connsiteX0" fmla="*/ 560976 w 560976"/>
              <a:gd name="connsiteY0" fmla="*/ 1138477 h 1181806"/>
              <a:gd name="connsiteX1" fmla="*/ 383771 w 560976"/>
              <a:gd name="connsiteY1" fmla="*/ 1140487 h 1181806"/>
              <a:gd name="connsiteX2" fmla="*/ 277507 w 560976"/>
              <a:gd name="connsiteY2" fmla="*/ 885954 h 1181806"/>
              <a:gd name="connsiteX3" fmla="*/ 171272 w 560976"/>
              <a:gd name="connsiteY3" fmla="*/ 322477 h 1181806"/>
              <a:gd name="connsiteX4" fmla="*/ 0 w 560976"/>
              <a:gd name="connsiteY4" fmla="*/ 0 h 1181806"/>
              <a:gd name="connsiteX0" fmla="*/ 562046 w 562046"/>
              <a:gd name="connsiteY0" fmla="*/ 1122264 h 1165593"/>
              <a:gd name="connsiteX1" fmla="*/ 384841 w 562046"/>
              <a:gd name="connsiteY1" fmla="*/ 1124274 h 1165593"/>
              <a:gd name="connsiteX2" fmla="*/ 278577 w 562046"/>
              <a:gd name="connsiteY2" fmla="*/ 869741 h 1165593"/>
              <a:gd name="connsiteX3" fmla="*/ 172342 w 562046"/>
              <a:gd name="connsiteY3" fmla="*/ 306264 h 1165593"/>
              <a:gd name="connsiteX4" fmla="*/ 0 w 562046"/>
              <a:gd name="connsiteY4" fmla="*/ 0 h 1165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046" h="1165593">
                <a:moveTo>
                  <a:pt x="562046" y="1122264"/>
                </a:moveTo>
                <a:cubicBezTo>
                  <a:pt x="508051" y="1191837"/>
                  <a:pt x="432086" y="1166361"/>
                  <a:pt x="384841" y="1124274"/>
                </a:cubicBezTo>
                <a:cubicBezTo>
                  <a:pt x="337596" y="1082187"/>
                  <a:pt x="313993" y="1006076"/>
                  <a:pt x="278577" y="869741"/>
                </a:cubicBezTo>
                <a:cubicBezTo>
                  <a:pt x="243161" y="733406"/>
                  <a:pt x="289328" y="507222"/>
                  <a:pt x="172342" y="306264"/>
                </a:cubicBezTo>
                <a:cubicBezTo>
                  <a:pt x="95733" y="223437"/>
                  <a:pt x="4248" y="78340"/>
                  <a:pt x="0" y="0"/>
                </a:cubicBezTo>
              </a:path>
            </a:pathLst>
          </a:custGeom>
          <a:noFill/>
          <a:ln w="6350">
            <a:solidFill>
              <a:schemeClr val="tx1">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73540F10-2200-7937-1812-57043055A510}"/>
              </a:ext>
            </a:extLst>
          </p:cNvPr>
          <p:cNvSpPr/>
          <p:nvPr userDrawn="1"/>
        </p:nvSpPr>
        <p:spPr>
          <a:xfrm rot="19324894">
            <a:off x="834117" y="4219460"/>
            <a:ext cx="640927" cy="3038318"/>
          </a:xfrm>
          <a:custGeom>
            <a:avLst/>
            <a:gdLst>
              <a:gd name="connsiteX0" fmla="*/ 668846 w 668845"/>
              <a:gd name="connsiteY0" fmla="*/ 2224305 h 2224304"/>
              <a:gd name="connsiteX1" fmla="*/ 486918 w 668845"/>
              <a:gd name="connsiteY1" fmla="*/ 1944365 h 2224304"/>
              <a:gd name="connsiteX2" fmla="*/ 376809 w 668845"/>
              <a:gd name="connsiteY2" fmla="*/ 1659663 h 2224304"/>
              <a:gd name="connsiteX3" fmla="*/ 319373 w 668845"/>
              <a:gd name="connsiteY3" fmla="*/ 1425157 h 2224304"/>
              <a:gd name="connsiteX4" fmla="*/ 264319 w 668845"/>
              <a:gd name="connsiteY4" fmla="*/ 1130834 h 2224304"/>
              <a:gd name="connsiteX5" fmla="*/ 278702 w 668845"/>
              <a:gd name="connsiteY5" fmla="*/ 882041 h 2224304"/>
              <a:gd name="connsiteX6" fmla="*/ 302609 w 668845"/>
              <a:gd name="connsiteY6" fmla="*/ 736118 h 2224304"/>
              <a:gd name="connsiteX7" fmla="*/ 360045 w 668845"/>
              <a:gd name="connsiteY7" fmla="*/ 444177 h 2224304"/>
              <a:gd name="connsiteX8" fmla="*/ 386334 w 668845"/>
              <a:gd name="connsiteY8" fmla="*/ 233675 h 2224304"/>
              <a:gd name="connsiteX9" fmla="*/ 0 w 668845"/>
              <a:gd name="connsiteY9" fmla="*/ 56795 h 2224304"/>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10782 w 810782"/>
              <a:gd name="connsiteY0" fmla="*/ 2971628 h 2971628"/>
              <a:gd name="connsiteX1" fmla="*/ 486918 w 810782"/>
              <a:gd name="connsiteY1" fmla="*/ 1944365 h 2971628"/>
              <a:gd name="connsiteX2" fmla="*/ 376809 w 810782"/>
              <a:gd name="connsiteY2" fmla="*/ 1659663 h 2971628"/>
              <a:gd name="connsiteX3" fmla="*/ 319373 w 810782"/>
              <a:gd name="connsiteY3" fmla="*/ 1425157 h 2971628"/>
              <a:gd name="connsiteX4" fmla="*/ 264319 w 810782"/>
              <a:gd name="connsiteY4" fmla="*/ 1130834 h 2971628"/>
              <a:gd name="connsiteX5" fmla="*/ 278702 w 810782"/>
              <a:gd name="connsiteY5" fmla="*/ 882041 h 2971628"/>
              <a:gd name="connsiteX6" fmla="*/ 302609 w 810782"/>
              <a:gd name="connsiteY6" fmla="*/ 736118 h 2971628"/>
              <a:gd name="connsiteX7" fmla="*/ 360045 w 810782"/>
              <a:gd name="connsiteY7" fmla="*/ 444177 h 2971628"/>
              <a:gd name="connsiteX8" fmla="*/ 386334 w 810782"/>
              <a:gd name="connsiteY8" fmla="*/ 233675 h 2971628"/>
              <a:gd name="connsiteX9" fmla="*/ 0 w 810782"/>
              <a:gd name="connsiteY9" fmla="*/ 56795 h 2971628"/>
              <a:gd name="connsiteX0" fmla="*/ 869898 w 869898"/>
              <a:gd name="connsiteY0" fmla="*/ 2913743 h 2913743"/>
              <a:gd name="connsiteX1" fmla="*/ 546034 w 869898"/>
              <a:gd name="connsiteY1" fmla="*/ 1886480 h 2913743"/>
              <a:gd name="connsiteX2" fmla="*/ 435925 w 869898"/>
              <a:gd name="connsiteY2" fmla="*/ 1601778 h 2913743"/>
              <a:gd name="connsiteX3" fmla="*/ 378489 w 869898"/>
              <a:gd name="connsiteY3" fmla="*/ 1367272 h 2913743"/>
              <a:gd name="connsiteX4" fmla="*/ 323435 w 869898"/>
              <a:gd name="connsiteY4" fmla="*/ 1072949 h 2913743"/>
              <a:gd name="connsiteX5" fmla="*/ 337818 w 869898"/>
              <a:gd name="connsiteY5" fmla="*/ 824156 h 2913743"/>
              <a:gd name="connsiteX6" fmla="*/ 361725 w 869898"/>
              <a:gd name="connsiteY6" fmla="*/ 678233 h 2913743"/>
              <a:gd name="connsiteX7" fmla="*/ 419161 w 869898"/>
              <a:gd name="connsiteY7" fmla="*/ 386292 h 2913743"/>
              <a:gd name="connsiteX8" fmla="*/ 445450 w 869898"/>
              <a:gd name="connsiteY8" fmla="*/ 175790 h 2913743"/>
              <a:gd name="connsiteX9" fmla="*/ 0 w 869898"/>
              <a:gd name="connsiteY9" fmla="*/ 67619 h 2913743"/>
              <a:gd name="connsiteX0" fmla="*/ 1146493 w 1146493"/>
              <a:gd name="connsiteY0" fmla="*/ 2753185 h 2753185"/>
              <a:gd name="connsiteX1" fmla="*/ 822629 w 1146493"/>
              <a:gd name="connsiteY1" fmla="*/ 1725922 h 2753185"/>
              <a:gd name="connsiteX2" fmla="*/ 712520 w 1146493"/>
              <a:gd name="connsiteY2" fmla="*/ 1441220 h 2753185"/>
              <a:gd name="connsiteX3" fmla="*/ 655084 w 1146493"/>
              <a:gd name="connsiteY3" fmla="*/ 1206714 h 2753185"/>
              <a:gd name="connsiteX4" fmla="*/ 600030 w 1146493"/>
              <a:gd name="connsiteY4" fmla="*/ 912391 h 2753185"/>
              <a:gd name="connsiteX5" fmla="*/ 614413 w 1146493"/>
              <a:gd name="connsiteY5" fmla="*/ 663598 h 2753185"/>
              <a:gd name="connsiteX6" fmla="*/ 638320 w 1146493"/>
              <a:gd name="connsiteY6" fmla="*/ 517675 h 2753185"/>
              <a:gd name="connsiteX7" fmla="*/ 695756 w 1146493"/>
              <a:gd name="connsiteY7" fmla="*/ 225734 h 2753185"/>
              <a:gd name="connsiteX8" fmla="*/ 722045 w 1146493"/>
              <a:gd name="connsiteY8" fmla="*/ 15232 h 2753185"/>
              <a:gd name="connsiteX9" fmla="*/ 0 w 1146493"/>
              <a:gd name="connsiteY9" fmla="*/ 280385 h 2753185"/>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0 w 1146493"/>
              <a:gd name="connsiteY10" fmla="*/ 692226 h 3165026"/>
              <a:gd name="connsiteX0" fmla="*/ 1146493 w 1146493"/>
              <a:gd name="connsiteY0" fmla="*/ 3165026 h 3165026"/>
              <a:gd name="connsiteX1" fmla="*/ 822629 w 1146493"/>
              <a:gd name="connsiteY1" fmla="*/ 2137763 h 3165026"/>
              <a:gd name="connsiteX2" fmla="*/ 712520 w 1146493"/>
              <a:gd name="connsiteY2" fmla="*/ 1853061 h 3165026"/>
              <a:gd name="connsiteX3" fmla="*/ 655084 w 1146493"/>
              <a:gd name="connsiteY3" fmla="*/ 1618555 h 3165026"/>
              <a:gd name="connsiteX4" fmla="*/ 600030 w 1146493"/>
              <a:gd name="connsiteY4" fmla="*/ 1324232 h 3165026"/>
              <a:gd name="connsiteX5" fmla="*/ 614413 w 1146493"/>
              <a:gd name="connsiteY5" fmla="*/ 1075439 h 3165026"/>
              <a:gd name="connsiteX6" fmla="*/ 638320 w 1146493"/>
              <a:gd name="connsiteY6" fmla="*/ 929516 h 3165026"/>
              <a:gd name="connsiteX7" fmla="*/ 695756 w 1146493"/>
              <a:gd name="connsiteY7" fmla="*/ 637575 h 3165026"/>
              <a:gd name="connsiteX8" fmla="*/ 722045 w 1146493"/>
              <a:gd name="connsiteY8" fmla="*/ 427073 h 3165026"/>
              <a:gd name="connsiteX9" fmla="*/ 520369 w 1146493"/>
              <a:gd name="connsiteY9" fmla="*/ 3101 h 3165026"/>
              <a:gd name="connsiteX10" fmla="*/ 249097 w 1146493"/>
              <a:gd name="connsiteY10" fmla="*/ 250943 h 3165026"/>
              <a:gd name="connsiteX11" fmla="*/ 0 w 1146493"/>
              <a:gd name="connsiteY11" fmla="*/ 692226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0 w 1527260"/>
              <a:gd name="connsiteY11" fmla="*/ 1224675 h 3165026"/>
              <a:gd name="connsiteX0" fmla="*/ 1527260 w 1527260"/>
              <a:gd name="connsiteY0" fmla="*/ 3165026 h 3165026"/>
              <a:gd name="connsiteX1" fmla="*/ 1203396 w 1527260"/>
              <a:gd name="connsiteY1" fmla="*/ 2137763 h 3165026"/>
              <a:gd name="connsiteX2" fmla="*/ 1093287 w 1527260"/>
              <a:gd name="connsiteY2" fmla="*/ 1853061 h 3165026"/>
              <a:gd name="connsiteX3" fmla="*/ 1035851 w 1527260"/>
              <a:gd name="connsiteY3" fmla="*/ 1618555 h 3165026"/>
              <a:gd name="connsiteX4" fmla="*/ 980797 w 1527260"/>
              <a:gd name="connsiteY4" fmla="*/ 1324232 h 3165026"/>
              <a:gd name="connsiteX5" fmla="*/ 995180 w 1527260"/>
              <a:gd name="connsiteY5" fmla="*/ 1075439 h 3165026"/>
              <a:gd name="connsiteX6" fmla="*/ 1019087 w 1527260"/>
              <a:gd name="connsiteY6" fmla="*/ 929516 h 3165026"/>
              <a:gd name="connsiteX7" fmla="*/ 1076523 w 1527260"/>
              <a:gd name="connsiteY7" fmla="*/ 637575 h 3165026"/>
              <a:gd name="connsiteX8" fmla="*/ 1102812 w 1527260"/>
              <a:gd name="connsiteY8" fmla="*/ 427073 h 3165026"/>
              <a:gd name="connsiteX9" fmla="*/ 901136 w 1527260"/>
              <a:gd name="connsiteY9" fmla="*/ 3101 h 3165026"/>
              <a:gd name="connsiteX10" fmla="*/ 629864 w 1527260"/>
              <a:gd name="connsiteY10" fmla="*/ 250943 h 3165026"/>
              <a:gd name="connsiteX11" fmla="*/ 239564 w 1527260"/>
              <a:gd name="connsiteY11" fmla="*/ 874929 h 3165026"/>
              <a:gd name="connsiteX12" fmla="*/ 0 w 1527260"/>
              <a:gd name="connsiteY12" fmla="*/ 1224675 h 3165026"/>
              <a:gd name="connsiteX0" fmla="*/ 1976986 w 1976986"/>
              <a:gd name="connsiteY0" fmla="*/ 3165026 h 3165026"/>
              <a:gd name="connsiteX1" fmla="*/ 1653122 w 1976986"/>
              <a:gd name="connsiteY1" fmla="*/ 2137763 h 3165026"/>
              <a:gd name="connsiteX2" fmla="*/ 1543013 w 1976986"/>
              <a:gd name="connsiteY2" fmla="*/ 1853061 h 3165026"/>
              <a:gd name="connsiteX3" fmla="*/ 1485577 w 1976986"/>
              <a:gd name="connsiteY3" fmla="*/ 1618555 h 3165026"/>
              <a:gd name="connsiteX4" fmla="*/ 1430523 w 1976986"/>
              <a:gd name="connsiteY4" fmla="*/ 1324232 h 3165026"/>
              <a:gd name="connsiteX5" fmla="*/ 1444906 w 1976986"/>
              <a:gd name="connsiteY5" fmla="*/ 1075439 h 3165026"/>
              <a:gd name="connsiteX6" fmla="*/ 1468813 w 1976986"/>
              <a:gd name="connsiteY6" fmla="*/ 929516 h 3165026"/>
              <a:gd name="connsiteX7" fmla="*/ 1526249 w 1976986"/>
              <a:gd name="connsiteY7" fmla="*/ 637575 h 3165026"/>
              <a:gd name="connsiteX8" fmla="*/ 1552538 w 1976986"/>
              <a:gd name="connsiteY8" fmla="*/ 427073 h 3165026"/>
              <a:gd name="connsiteX9" fmla="*/ 1350862 w 1976986"/>
              <a:gd name="connsiteY9" fmla="*/ 3101 h 3165026"/>
              <a:gd name="connsiteX10" fmla="*/ 1079590 w 1976986"/>
              <a:gd name="connsiteY10" fmla="*/ 250943 h 3165026"/>
              <a:gd name="connsiteX11" fmla="*/ 689290 w 1976986"/>
              <a:gd name="connsiteY11" fmla="*/ 874929 h 3165026"/>
              <a:gd name="connsiteX12" fmla="*/ 0 w 1976986"/>
              <a:gd name="connsiteY12" fmla="*/ 1809695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0 w 2248301"/>
              <a:gd name="connsiteY12" fmla="*/ 2166327 h 3165026"/>
              <a:gd name="connsiteX0" fmla="*/ 2248301 w 2248301"/>
              <a:gd name="connsiteY0" fmla="*/ 3165026 h 3165026"/>
              <a:gd name="connsiteX1" fmla="*/ 1924437 w 2248301"/>
              <a:gd name="connsiteY1" fmla="*/ 2137763 h 3165026"/>
              <a:gd name="connsiteX2" fmla="*/ 1814328 w 2248301"/>
              <a:gd name="connsiteY2" fmla="*/ 1853061 h 3165026"/>
              <a:gd name="connsiteX3" fmla="*/ 1756892 w 2248301"/>
              <a:gd name="connsiteY3" fmla="*/ 1618555 h 3165026"/>
              <a:gd name="connsiteX4" fmla="*/ 1701838 w 2248301"/>
              <a:gd name="connsiteY4" fmla="*/ 1324232 h 3165026"/>
              <a:gd name="connsiteX5" fmla="*/ 1716221 w 2248301"/>
              <a:gd name="connsiteY5" fmla="*/ 1075439 h 3165026"/>
              <a:gd name="connsiteX6" fmla="*/ 1740128 w 2248301"/>
              <a:gd name="connsiteY6" fmla="*/ 929516 h 3165026"/>
              <a:gd name="connsiteX7" fmla="*/ 1797564 w 2248301"/>
              <a:gd name="connsiteY7" fmla="*/ 637575 h 3165026"/>
              <a:gd name="connsiteX8" fmla="*/ 1823853 w 2248301"/>
              <a:gd name="connsiteY8" fmla="*/ 427073 h 3165026"/>
              <a:gd name="connsiteX9" fmla="*/ 1622177 w 2248301"/>
              <a:gd name="connsiteY9" fmla="*/ 3101 h 3165026"/>
              <a:gd name="connsiteX10" fmla="*/ 1350905 w 2248301"/>
              <a:gd name="connsiteY10" fmla="*/ 250943 h 3165026"/>
              <a:gd name="connsiteX11" fmla="*/ 960605 w 2248301"/>
              <a:gd name="connsiteY11" fmla="*/ 874929 h 3165026"/>
              <a:gd name="connsiteX12" fmla="*/ 329622 w 2248301"/>
              <a:gd name="connsiteY12" fmla="*/ 1777650 h 3165026"/>
              <a:gd name="connsiteX13" fmla="*/ 0 w 2248301"/>
              <a:gd name="connsiteY13" fmla="*/ 216632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0 w 2355757"/>
              <a:gd name="connsiteY13" fmla="*/ 2638187 h 3165026"/>
              <a:gd name="connsiteX0" fmla="*/ 2355757 w 2355757"/>
              <a:gd name="connsiteY0" fmla="*/ 3165026 h 3165026"/>
              <a:gd name="connsiteX1" fmla="*/ 2031893 w 2355757"/>
              <a:gd name="connsiteY1" fmla="*/ 2137763 h 3165026"/>
              <a:gd name="connsiteX2" fmla="*/ 1921784 w 2355757"/>
              <a:gd name="connsiteY2" fmla="*/ 1853061 h 3165026"/>
              <a:gd name="connsiteX3" fmla="*/ 1864348 w 2355757"/>
              <a:gd name="connsiteY3" fmla="*/ 1618555 h 3165026"/>
              <a:gd name="connsiteX4" fmla="*/ 1809294 w 2355757"/>
              <a:gd name="connsiteY4" fmla="*/ 1324232 h 3165026"/>
              <a:gd name="connsiteX5" fmla="*/ 1823677 w 2355757"/>
              <a:gd name="connsiteY5" fmla="*/ 1075439 h 3165026"/>
              <a:gd name="connsiteX6" fmla="*/ 1847584 w 2355757"/>
              <a:gd name="connsiteY6" fmla="*/ 929516 h 3165026"/>
              <a:gd name="connsiteX7" fmla="*/ 1905020 w 2355757"/>
              <a:gd name="connsiteY7" fmla="*/ 637575 h 3165026"/>
              <a:gd name="connsiteX8" fmla="*/ 1931309 w 2355757"/>
              <a:gd name="connsiteY8" fmla="*/ 427073 h 3165026"/>
              <a:gd name="connsiteX9" fmla="*/ 1729633 w 2355757"/>
              <a:gd name="connsiteY9" fmla="*/ 3101 h 3165026"/>
              <a:gd name="connsiteX10" fmla="*/ 1458361 w 2355757"/>
              <a:gd name="connsiteY10" fmla="*/ 250943 h 3165026"/>
              <a:gd name="connsiteX11" fmla="*/ 1068061 w 2355757"/>
              <a:gd name="connsiteY11" fmla="*/ 874929 h 3165026"/>
              <a:gd name="connsiteX12" fmla="*/ 437078 w 2355757"/>
              <a:gd name="connsiteY12" fmla="*/ 1777650 h 3165026"/>
              <a:gd name="connsiteX13" fmla="*/ 72147 w 2355757"/>
              <a:gd name="connsiteY13" fmla="*/ 2288401 h 3165026"/>
              <a:gd name="connsiteX14" fmla="*/ 0 w 2355757"/>
              <a:gd name="connsiteY14" fmla="*/ 2638187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385760 w 2304439"/>
              <a:gd name="connsiteY12" fmla="*/ 1777650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304439 w 2304439"/>
              <a:gd name="connsiteY0" fmla="*/ 3165026 h 3165026"/>
              <a:gd name="connsiteX1" fmla="*/ 1980575 w 2304439"/>
              <a:gd name="connsiteY1" fmla="*/ 2137763 h 3165026"/>
              <a:gd name="connsiteX2" fmla="*/ 1870466 w 2304439"/>
              <a:gd name="connsiteY2" fmla="*/ 1853061 h 3165026"/>
              <a:gd name="connsiteX3" fmla="*/ 1813030 w 2304439"/>
              <a:gd name="connsiteY3" fmla="*/ 1618555 h 3165026"/>
              <a:gd name="connsiteX4" fmla="*/ 1757976 w 2304439"/>
              <a:gd name="connsiteY4" fmla="*/ 1324232 h 3165026"/>
              <a:gd name="connsiteX5" fmla="*/ 1772359 w 2304439"/>
              <a:gd name="connsiteY5" fmla="*/ 1075439 h 3165026"/>
              <a:gd name="connsiteX6" fmla="*/ 1796266 w 2304439"/>
              <a:gd name="connsiteY6" fmla="*/ 929516 h 3165026"/>
              <a:gd name="connsiteX7" fmla="*/ 1853702 w 2304439"/>
              <a:gd name="connsiteY7" fmla="*/ 637575 h 3165026"/>
              <a:gd name="connsiteX8" fmla="*/ 1879991 w 2304439"/>
              <a:gd name="connsiteY8" fmla="*/ 427073 h 3165026"/>
              <a:gd name="connsiteX9" fmla="*/ 1678315 w 2304439"/>
              <a:gd name="connsiteY9" fmla="*/ 3101 h 3165026"/>
              <a:gd name="connsiteX10" fmla="*/ 1407043 w 2304439"/>
              <a:gd name="connsiteY10" fmla="*/ 250943 h 3165026"/>
              <a:gd name="connsiteX11" fmla="*/ 1016743 w 2304439"/>
              <a:gd name="connsiteY11" fmla="*/ 874929 h 3165026"/>
              <a:gd name="connsiteX12" fmla="*/ 425510 w 2304439"/>
              <a:gd name="connsiteY12" fmla="*/ 1765417 h 3165026"/>
              <a:gd name="connsiteX13" fmla="*/ 20829 w 2304439"/>
              <a:gd name="connsiteY13" fmla="*/ 2288401 h 3165026"/>
              <a:gd name="connsiteX14" fmla="*/ 71044 w 2304439"/>
              <a:gd name="connsiteY14" fmla="*/ 2733373 h 3165026"/>
              <a:gd name="connsiteX0" fmla="*/ 2153427 w 2153427"/>
              <a:gd name="connsiteY0" fmla="*/ 3427341 h 3427341"/>
              <a:gd name="connsiteX1" fmla="*/ 1980575 w 2153427"/>
              <a:gd name="connsiteY1" fmla="*/ 2137763 h 3427341"/>
              <a:gd name="connsiteX2" fmla="*/ 1870466 w 2153427"/>
              <a:gd name="connsiteY2" fmla="*/ 1853061 h 3427341"/>
              <a:gd name="connsiteX3" fmla="*/ 1813030 w 2153427"/>
              <a:gd name="connsiteY3" fmla="*/ 1618555 h 3427341"/>
              <a:gd name="connsiteX4" fmla="*/ 1757976 w 2153427"/>
              <a:gd name="connsiteY4" fmla="*/ 1324232 h 3427341"/>
              <a:gd name="connsiteX5" fmla="*/ 1772359 w 2153427"/>
              <a:gd name="connsiteY5" fmla="*/ 1075439 h 3427341"/>
              <a:gd name="connsiteX6" fmla="*/ 1796266 w 2153427"/>
              <a:gd name="connsiteY6" fmla="*/ 929516 h 3427341"/>
              <a:gd name="connsiteX7" fmla="*/ 1853702 w 2153427"/>
              <a:gd name="connsiteY7" fmla="*/ 637575 h 3427341"/>
              <a:gd name="connsiteX8" fmla="*/ 1879991 w 2153427"/>
              <a:gd name="connsiteY8" fmla="*/ 427073 h 3427341"/>
              <a:gd name="connsiteX9" fmla="*/ 1678315 w 2153427"/>
              <a:gd name="connsiteY9" fmla="*/ 3101 h 3427341"/>
              <a:gd name="connsiteX10" fmla="*/ 1407043 w 2153427"/>
              <a:gd name="connsiteY10" fmla="*/ 250943 h 3427341"/>
              <a:gd name="connsiteX11" fmla="*/ 1016743 w 2153427"/>
              <a:gd name="connsiteY11" fmla="*/ 874929 h 3427341"/>
              <a:gd name="connsiteX12" fmla="*/ 425510 w 2153427"/>
              <a:gd name="connsiteY12" fmla="*/ 1765417 h 3427341"/>
              <a:gd name="connsiteX13" fmla="*/ 20829 w 2153427"/>
              <a:gd name="connsiteY13" fmla="*/ 2288401 h 3427341"/>
              <a:gd name="connsiteX14" fmla="*/ 71044 w 2153427"/>
              <a:gd name="connsiteY14" fmla="*/ 2733373 h 3427341"/>
              <a:gd name="connsiteX0" fmla="*/ 2153427 w 2209298"/>
              <a:gd name="connsiteY0" fmla="*/ 3427341 h 3427341"/>
              <a:gd name="connsiteX1" fmla="*/ 1980575 w 2209298"/>
              <a:gd name="connsiteY1" fmla="*/ 2137763 h 3427341"/>
              <a:gd name="connsiteX2" fmla="*/ 1870466 w 2209298"/>
              <a:gd name="connsiteY2" fmla="*/ 1853061 h 3427341"/>
              <a:gd name="connsiteX3" fmla="*/ 1813030 w 2209298"/>
              <a:gd name="connsiteY3" fmla="*/ 1618555 h 3427341"/>
              <a:gd name="connsiteX4" fmla="*/ 1757976 w 2209298"/>
              <a:gd name="connsiteY4" fmla="*/ 1324232 h 3427341"/>
              <a:gd name="connsiteX5" fmla="*/ 1772359 w 2209298"/>
              <a:gd name="connsiteY5" fmla="*/ 1075439 h 3427341"/>
              <a:gd name="connsiteX6" fmla="*/ 1796266 w 2209298"/>
              <a:gd name="connsiteY6" fmla="*/ 929516 h 3427341"/>
              <a:gd name="connsiteX7" fmla="*/ 1853702 w 2209298"/>
              <a:gd name="connsiteY7" fmla="*/ 637575 h 3427341"/>
              <a:gd name="connsiteX8" fmla="*/ 1879991 w 2209298"/>
              <a:gd name="connsiteY8" fmla="*/ 427073 h 3427341"/>
              <a:gd name="connsiteX9" fmla="*/ 1678315 w 2209298"/>
              <a:gd name="connsiteY9" fmla="*/ 3101 h 3427341"/>
              <a:gd name="connsiteX10" fmla="*/ 1407043 w 2209298"/>
              <a:gd name="connsiteY10" fmla="*/ 250943 h 3427341"/>
              <a:gd name="connsiteX11" fmla="*/ 1016743 w 2209298"/>
              <a:gd name="connsiteY11" fmla="*/ 874929 h 3427341"/>
              <a:gd name="connsiteX12" fmla="*/ 425510 w 2209298"/>
              <a:gd name="connsiteY12" fmla="*/ 1765417 h 3427341"/>
              <a:gd name="connsiteX13" fmla="*/ 20829 w 2209298"/>
              <a:gd name="connsiteY13" fmla="*/ 2288401 h 3427341"/>
              <a:gd name="connsiteX14" fmla="*/ 71044 w 2209298"/>
              <a:gd name="connsiteY14" fmla="*/ 2733373 h 3427341"/>
              <a:gd name="connsiteX0" fmla="*/ 2153427 w 2220722"/>
              <a:gd name="connsiteY0" fmla="*/ 3427341 h 3427341"/>
              <a:gd name="connsiteX1" fmla="*/ 2215024 w 2220722"/>
              <a:gd name="connsiteY1" fmla="*/ 3024593 h 3427341"/>
              <a:gd name="connsiteX2" fmla="*/ 1980575 w 2220722"/>
              <a:gd name="connsiteY2" fmla="*/ 2137763 h 3427341"/>
              <a:gd name="connsiteX3" fmla="*/ 1870466 w 2220722"/>
              <a:gd name="connsiteY3" fmla="*/ 1853061 h 3427341"/>
              <a:gd name="connsiteX4" fmla="*/ 1813030 w 2220722"/>
              <a:gd name="connsiteY4" fmla="*/ 1618555 h 3427341"/>
              <a:gd name="connsiteX5" fmla="*/ 1757976 w 2220722"/>
              <a:gd name="connsiteY5" fmla="*/ 1324232 h 3427341"/>
              <a:gd name="connsiteX6" fmla="*/ 1772359 w 2220722"/>
              <a:gd name="connsiteY6" fmla="*/ 1075439 h 3427341"/>
              <a:gd name="connsiteX7" fmla="*/ 1796266 w 2220722"/>
              <a:gd name="connsiteY7" fmla="*/ 929516 h 3427341"/>
              <a:gd name="connsiteX8" fmla="*/ 1853702 w 2220722"/>
              <a:gd name="connsiteY8" fmla="*/ 637575 h 3427341"/>
              <a:gd name="connsiteX9" fmla="*/ 1879991 w 2220722"/>
              <a:gd name="connsiteY9" fmla="*/ 427073 h 3427341"/>
              <a:gd name="connsiteX10" fmla="*/ 1678315 w 2220722"/>
              <a:gd name="connsiteY10" fmla="*/ 3101 h 3427341"/>
              <a:gd name="connsiteX11" fmla="*/ 1407043 w 2220722"/>
              <a:gd name="connsiteY11" fmla="*/ 250943 h 3427341"/>
              <a:gd name="connsiteX12" fmla="*/ 1016743 w 2220722"/>
              <a:gd name="connsiteY12" fmla="*/ 874929 h 3427341"/>
              <a:gd name="connsiteX13" fmla="*/ 425510 w 2220722"/>
              <a:gd name="connsiteY13" fmla="*/ 1765417 h 3427341"/>
              <a:gd name="connsiteX14" fmla="*/ 20829 w 2220722"/>
              <a:gd name="connsiteY14" fmla="*/ 2288401 h 3427341"/>
              <a:gd name="connsiteX15" fmla="*/ 71044 w 2220722"/>
              <a:gd name="connsiteY15" fmla="*/ 2733373 h 3427341"/>
              <a:gd name="connsiteX0" fmla="*/ 2139975 w 2220099"/>
              <a:gd name="connsiteY0" fmla="*/ 3416119 h 3416119"/>
              <a:gd name="connsiteX1" fmla="*/ 2215024 w 2220099"/>
              <a:gd name="connsiteY1" fmla="*/ 3024593 h 3416119"/>
              <a:gd name="connsiteX2" fmla="*/ 1980575 w 2220099"/>
              <a:gd name="connsiteY2" fmla="*/ 2137763 h 3416119"/>
              <a:gd name="connsiteX3" fmla="*/ 1870466 w 2220099"/>
              <a:gd name="connsiteY3" fmla="*/ 1853061 h 3416119"/>
              <a:gd name="connsiteX4" fmla="*/ 1813030 w 2220099"/>
              <a:gd name="connsiteY4" fmla="*/ 1618555 h 3416119"/>
              <a:gd name="connsiteX5" fmla="*/ 1757976 w 2220099"/>
              <a:gd name="connsiteY5" fmla="*/ 1324232 h 3416119"/>
              <a:gd name="connsiteX6" fmla="*/ 1772359 w 2220099"/>
              <a:gd name="connsiteY6" fmla="*/ 1075439 h 3416119"/>
              <a:gd name="connsiteX7" fmla="*/ 1796266 w 2220099"/>
              <a:gd name="connsiteY7" fmla="*/ 929516 h 3416119"/>
              <a:gd name="connsiteX8" fmla="*/ 1853702 w 2220099"/>
              <a:gd name="connsiteY8" fmla="*/ 637575 h 3416119"/>
              <a:gd name="connsiteX9" fmla="*/ 1879991 w 2220099"/>
              <a:gd name="connsiteY9" fmla="*/ 427073 h 3416119"/>
              <a:gd name="connsiteX10" fmla="*/ 1678315 w 2220099"/>
              <a:gd name="connsiteY10" fmla="*/ 3101 h 3416119"/>
              <a:gd name="connsiteX11" fmla="*/ 1407043 w 2220099"/>
              <a:gd name="connsiteY11" fmla="*/ 250943 h 3416119"/>
              <a:gd name="connsiteX12" fmla="*/ 1016743 w 2220099"/>
              <a:gd name="connsiteY12" fmla="*/ 874929 h 3416119"/>
              <a:gd name="connsiteX13" fmla="*/ 425510 w 2220099"/>
              <a:gd name="connsiteY13" fmla="*/ 1765417 h 3416119"/>
              <a:gd name="connsiteX14" fmla="*/ 20829 w 2220099"/>
              <a:gd name="connsiteY14" fmla="*/ 2288401 h 3416119"/>
              <a:gd name="connsiteX15" fmla="*/ 71044 w 2220099"/>
              <a:gd name="connsiteY15" fmla="*/ 2733373 h 3416119"/>
              <a:gd name="connsiteX0" fmla="*/ 2139975 w 2223230"/>
              <a:gd name="connsiteY0" fmla="*/ 3416119 h 3416119"/>
              <a:gd name="connsiteX1" fmla="*/ 2215024 w 2223230"/>
              <a:gd name="connsiteY1" fmla="*/ 3024593 h 3416119"/>
              <a:gd name="connsiteX2" fmla="*/ 1980575 w 2223230"/>
              <a:gd name="connsiteY2" fmla="*/ 2137763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70466 w 2223230"/>
              <a:gd name="connsiteY3" fmla="*/ 1853061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407043 w 2223230"/>
              <a:gd name="connsiteY11" fmla="*/ 250943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1016743 w 2223230"/>
              <a:gd name="connsiteY12" fmla="*/ 87492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03646 w 2223230"/>
              <a:gd name="connsiteY12" fmla="*/ 885546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139975 w 2223230"/>
              <a:gd name="connsiteY0" fmla="*/ 3416119 h 3416119"/>
              <a:gd name="connsiteX1" fmla="*/ 2215024 w 2223230"/>
              <a:gd name="connsiteY1" fmla="*/ 3024593 h 3416119"/>
              <a:gd name="connsiteX2" fmla="*/ 1963458 w 2223230"/>
              <a:gd name="connsiteY2" fmla="*/ 2206512 h 3416119"/>
              <a:gd name="connsiteX3" fmla="*/ 1848634 w 2223230"/>
              <a:gd name="connsiteY3" fmla="*/ 1887863 h 3416119"/>
              <a:gd name="connsiteX4" fmla="*/ 1813030 w 2223230"/>
              <a:gd name="connsiteY4" fmla="*/ 1618555 h 3416119"/>
              <a:gd name="connsiteX5" fmla="*/ 1757976 w 2223230"/>
              <a:gd name="connsiteY5" fmla="*/ 1324232 h 3416119"/>
              <a:gd name="connsiteX6" fmla="*/ 1772359 w 2223230"/>
              <a:gd name="connsiteY6" fmla="*/ 1075439 h 3416119"/>
              <a:gd name="connsiteX7" fmla="*/ 1796266 w 2223230"/>
              <a:gd name="connsiteY7" fmla="*/ 929516 h 3416119"/>
              <a:gd name="connsiteX8" fmla="*/ 1853702 w 2223230"/>
              <a:gd name="connsiteY8" fmla="*/ 637575 h 3416119"/>
              <a:gd name="connsiteX9" fmla="*/ 1879991 w 2223230"/>
              <a:gd name="connsiteY9" fmla="*/ 427073 h 3416119"/>
              <a:gd name="connsiteX10" fmla="*/ 1678315 w 2223230"/>
              <a:gd name="connsiteY10" fmla="*/ 3101 h 3416119"/>
              <a:gd name="connsiteX11" fmla="*/ 1330318 w 2223230"/>
              <a:gd name="connsiteY11" fmla="*/ 239418 h 3416119"/>
              <a:gd name="connsiteX12" fmla="*/ 938546 w 2223230"/>
              <a:gd name="connsiteY12" fmla="*/ 912019 h 3416119"/>
              <a:gd name="connsiteX13" fmla="*/ 425510 w 2223230"/>
              <a:gd name="connsiteY13" fmla="*/ 1765417 h 3416119"/>
              <a:gd name="connsiteX14" fmla="*/ 20829 w 2223230"/>
              <a:gd name="connsiteY14" fmla="*/ 2288401 h 3416119"/>
              <a:gd name="connsiteX15" fmla="*/ 71044 w 2223230"/>
              <a:gd name="connsiteY15" fmla="*/ 2733373 h 3416119"/>
              <a:gd name="connsiteX0" fmla="*/ 2290474 w 2373729"/>
              <a:gd name="connsiteY0" fmla="*/ 3416119 h 3416119"/>
              <a:gd name="connsiteX1" fmla="*/ 2365523 w 2373729"/>
              <a:gd name="connsiteY1" fmla="*/ 3024593 h 3416119"/>
              <a:gd name="connsiteX2" fmla="*/ 2113957 w 2373729"/>
              <a:gd name="connsiteY2" fmla="*/ 2206512 h 3416119"/>
              <a:gd name="connsiteX3" fmla="*/ 1999133 w 2373729"/>
              <a:gd name="connsiteY3" fmla="*/ 1887863 h 3416119"/>
              <a:gd name="connsiteX4" fmla="*/ 1963529 w 2373729"/>
              <a:gd name="connsiteY4" fmla="*/ 1618555 h 3416119"/>
              <a:gd name="connsiteX5" fmla="*/ 1908475 w 2373729"/>
              <a:gd name="connsiteY5" fmla="*/ 1324232 h 3416119"/>
              <a:gd name="connsiteX6" fmla="*/ 1922858 w 2373729"/>
              <a:gd name="connsiteY6" fmla="*/ 1075439 h 3416119"/>
              <a:gd name="connsiteX7" fmla="*/ 1946765 w 2373729"/>
              <a:gd name="connsiteY7" fmla="*/ 929516 h 3416119"/>
              <a:gd name="connsiteX8" fmla="*/ 2004201 w 2373729"/>
              <a:gd name="connsiteY8" fmla="*/ 637575 h 3416119"/>
              <a:gd name="connsiteX9" fmla="*/ 2030490 w 2373729"/>
              <a:gd name="connsiteY9" fmla="*/ 427073 h 3416119"/>
              <a:gd name="connsiteX10" fmla="*/ 1828814 w 2373729"/>
              <a:gd name="connsiteY10" fmla="*/ 3101 h 3416119"/>
              <a:gd name="connsiteX11" fmla="*/ 1480817 w 2373729"/>
              <a:gd name="connsiteY11" fmla="*/ 239418 h 3416119"/>
              <a:gd name="connsiteX12" fmla="*/ 1089045 w 2373729"/>
              <a:gd name="connsiteY12" fmla="*/ 912019 h 3416119"/>
              <a:gd name="connsiteX13" fmla="*/ 576009 w 2373729"/>
              <a:gd name="connsiteY13" fmla="*/ 1765417 h 3416119"/>
              <a:gd name="connsiteX14" fmla="*/ 171328 w 2373729"/>
              <a:gd name="connsiteY14" fmla="*/ 2288401 h 3416119"/>
              <a:gd name="connsiteX15" fmla="*/ 0 w 2373729"/>
              <a:gd name="connsiteY15" fmla="*/ 2954823 h 3416119"/>
              <a:gd name="connsiteX0" fmla="*/ 2299655 w 2382910"/>
              <a:gd name="connsiteY0" fmla="*/ 3416119 h 3416119"/>
              <a:gd name="connsiteX1" fmla="*/ 2374704 w 2382910"/>
              <a:gd name="connsiteY1" fmla="*/ 3024593 h 3416119"/>
              <a:gd name="connsiteX2" fmla="*/ 2123138 w 2382910"/>
              <a:gd name="connsiteY2" fmla="*/ 2206512 h 3416119"/>
              <a:gd name="connsiteX3" fmla="*/ 2008314 w 2382910"/>
              <a:gd name="connsiteY3" fmla="*/ 1887863 h 3416119"/>
              <a:gd name="connsiteX4" fmla="*/ 1972710 w 2382910"/>
              <a:gd name="connsiteY4" fmla="*/ 1618555 h 3416119"/>
              <a:gd name="connsiteX5" fmla="*/ 1917656 w 2382910"/>
              <a:gd name="connsiteY5" fmla="*/ 1324232 h 3416119"/>
              <a:gd name="connsiteX6" fmla="*/ 1932039 w 2382910"/>
              <a:gd name="connsiteY6" fmla="*/ 1075439 h 3416119"/>
              <a:gd name="connsiteX7" fmla="*/ 1955946 w 2382910"/>
              <a:gd name="connsiteY7" fmla="*/ 929516 h 3416119"/>
              <a:gd name="connsiteX8" fmla="*/ 2013382 w 2382910"/>
              <a:gd name="connsiteY8" fmla="*/ 637575 h 3416119"/>
              <a:gd name="connsiteX9" fmla="*/ 2039671 w 2382910"/>
              <a:gd name="connsiteY9" fmla="*/ 427073 h 3416119"/>
              <a:gd name="connsiteX10" fmla="*/ 1837995 w 2382910"/>
              <a:gd name="connsiteY10" fmla="*/ 3101 h 3416119"/>
              <a:gd name="connsiteX11" fmla="*/ 1489998 w 2382910"/>
              <a:gd name="connsiteY11" fmla="*/ 239418 h 3416119"/>
              <a:gd name="connsiteX12" fmla="*/ 1098226 w 2382910"/>
              <a:gd name="connsiteY12" fmla="*/ 912019 h 3416119"/>
              <a:gd name="connsiteX13" fmla="*/ 585190 w 2382910"/>
              <a:gd name="connsiteY13" fmla="*/ 1765417 h 3416119"/>
              <a:gd name="connsiteX14" fmla="*/ 180509 w 2382910"/>
              <a:gd name="connsiteY14" fmla="*/ 2288401 h 3416119"/>
              <a:gd name="connsiteX15" fmla="*/ 9181 w 2382910"/>
              <a:gd name="connsiteY15" fmla="*/ 2954823 h 3416119"/>
              <a:gd name="connsiteX0" fmla="*/ 2312883 w 2396138"/>
              <a:gd name="connsiteY0" fmla="*/ 3416119 h 3416119"/>
              <a:gd name="connsiteX1" fmla="*/ 2387932 w 2396138"/>
              <a:gd name="connsiteY1" fmla="*/ 3024593 h 3416119"/>
              <a:gd name="connsiteX2" fmla="*/ 2136366 w 2396138"/>
              <a:gd name="connsiteY2" fmla="*/ 2206512 h 3416119"/>
              <a:gd name="connsiteX3" fmla="*/ 2021542 w 2396138"/>
              <a:gd name="connsiteY3" fmla="*/ 1887863 h 3416119"/>
              <a:gd name="connsiteX4" fmla="*/ 1985938 w 2396138"/>
              <a:gd name="connsiteY4" fmla="*/ 1618555 h 3416119"/>
              <a:gd name="connsiteX5" fmla="*/ 1930884 w 2396138"/>
              <a:gd name="connsiteY5" fmla="*/ 1324232 h 3416119"/>
              <a:gd name="connsiteX6" fmla="*/ 1945267 w 2396138"/>
              <a:gd name="connsiteY6" fmla="*/ 1075439 h 3416119"/>
              <a:gd name="connsiteX7" fmla="*/ 1969174 w 2396138"/>
              <a:gd name="connsiteY7" fmla="*/ 929516 h 3416119"/>
              <a:gd name="connsiteX8" fmla="*/ 2026610 w 2396138"/>
              <a:gd name="connsiteY8" fmla="*/ 637575 h 3416119"/>
              <a:gd name="connsiteX9" fmla="*/ 2052899 w 2396138"/>
              <a:gd name="connsiteY9" fmla="*/ 427073 h 3416119"/>
              <a:gd name="connsiteX10" fmla="*/ 1851223 w 2396138"/>
              <a:gd name="connsiteY10" fmla="*/ 3101 h 3416119"/>
              <a:gd name="connsiteX11" fmla="*/ 1503226 w 2396138"/>
              <a:gd name="connsiteY11" fmla="*/ 239418 h 3416119"/>
              <a:gd name="connsiteX12" fmla="*/ 1111454 w 2396138"/>
              <a:gd name="connsiteY12" fmla="*/ 912019 h 3416119"/>
              <a:gd name="connsiteX13" fmla="*/ 598418 w 2396138"/>
              <a:gd name="connsiteY13" fmla="*/ 1765417 h 3416119"/>
              <a:gd name="connsiteX14" fmla="*/ 79123 w 2396138"/>
              <a:gd name="connsiteY14" fmla="*/ 2460110 h 3416119"/>
              <a:gd name="connsiteX15" fmla="*/ 22409 w 2396138"/>
              <a:gd name="connsiteY15" fmla="*/ 2954823 h 3416119"/>
              <a:gd name="connsiteX0" fmla="*/ 2273791 w 2357046"/>
              <a:gd name="connsiteY0" fmla="*/ 3416119 h 3416119"/>
              <a:gd name="connsiteX1" fmla="*/ 2348840 w 2357046"/>
              <a:gd name="connsiteY1" fmla="*/ 3024593 h 3416119"/>
              <a:gd name="connsiteX2" fmla="*/ 2097274 w 2357046"/>
              <a:gd name="connsiteY2" fmla="*/ 2206512 h 3416119"/>
              <a:gd name="connsiteX3" fmla="*/ 1982450 w 2357046"/>
              <a:gd name="connsiteY3" fmla="*/ 1887863 h 3416119"/>
              <a:gd name="connsiteX4" fmla="*/ 1946846 w 2357046"/>
              <a:gd name="connsiteY4" fmla="*/ 1618555 h 3416119"/>
              <a:gd name="connsiteX5" fmla="*/ 1891792 w 2357046"/>
              <a:gd name="connsiteY5" fmla="*/ 1324232 h 3416119"/>
              <a:gd name="connsiteX6" fmla="*/ 1906175 w 2357046"/>
              <a:gd name="connsiteY6" fmla="*/ 1075439 h 3416119"/>
              <a:gd name="connsiteX7" fmla="*/ 1930082 w 2357046"/>
              <a:gd name="connsiteY7" fmla="*/ 929516 h 3416119"/>
              <a:gd name="connsiteX8" fmla="*/ 1987518 w 2357046"/>
              <a:gd name="connsiteY8" fmla="*/ 637575 h 3416119"/>
              <a:gd name="connsiteX9" fmla="*/ 2013807 w 2357046"/>
              <a:gd name="connsiteY9" fmla="*/ 427073 h 3416119"/>
              <a:gd name="connsiteX10" fmla="*/ 1812131 w 2357046"/>
              <a:gd name="connsiteY10" fmla="*/ 3101 h 3416119"/>
              <a:gd name="connsiteX11" fmla="*/ 1464134 w 2357046"/>
              <a:gd name="connsiteY11" fmla="*/ 239418 h 3416119"/>
              <a:gd name="connsiteX12" fmla="*/ 1072362 w 2357046"/>
              <a:gd name="connsiteY12" fmla="*/ 912019 h 3416119"/>
              <a:gd name="connsiteX13" fmla="*/ 559326 w 2357046"/>
              <a:gd name="connsiteY13" fmla="*/ 1765417 h 3416119"/>
              <a:gd name="connsiteX14" fmla="*/ 40031 w 2357046"/>
              <a:gd name="connsiteY14" fmla="*/ 2460110 h 3416119"/>
              <a:gd name="connsiteX15" fmla="*/ 54220 w 235704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282311 w 2365566"/>
              <a:gd name="connsiteY0" fmla="*/ 3416119 h 3416119"/>
              <a:gd name="connsiteX1" fmla="*/ 2357360 w 2365566"/>
              <a:gd name="connsiteY1" fmla="*/ 3024593 h 3416119"/>
              <a:gd name="connsiteX2" fmla="*/ 2105794 w 2365566"/>
              <a:gd name="connsiteY2" fmla="*/ 2206512 h 3416119"/>
              <a:gd name="connsiteX3" fmla="*/ 1990970 w 2365566"/>
              <a:gd name="connsiteY3" fmla="*/ 1887863 h 3416119"/>
              <a:gd name="connsiteX4" fmla="*/ 1955366 w 2365566"/>
              <a:gd name="connsiteY4" fmla="*/ 1618555 h 3416119"/>
              <a:gd name="connsiteX5" fmla="*/ 1900312 w 2365566"/>
              <a:gd name="connsiteY5" fmla="*/ 1324232 h 3416119"/>
              <a:gd name="connsiteX6" fmla="*/ 1914695 w 2365566"/>
              <a:gd name="connsiteY6" fmla="*/ 1075439 h 3416119"/>
              <a:gd name="connsiteX7" fmla="*/ 1938602 w 2365566"/>
              <a:gd name="connsiteY7" fmla="*/ 929516 h 3416119"/>
              <a:gd name="connsiteX8" fmla="*/ 1996038 w 2365566"/>
              <a:gd name="connsiteY8" fmla="*/ 637575 h 3416119"/>
              <a:gd name="connsiteX9" fmla="*/ 2022327 w 2365566"/>
              <a:gd name="connsiteY9" fmla="*/ 427073 h 3416119"/>
              <a:gd name="connsiteX10" fmla="*/ 1820651 w 2365566"/>
              <a:gd name="connsiteY10" fmla="*/ 3101 h 3416119"/>
              <a:gd name="connsiteX11" fmla="*/ 1472654 w 2365566"/>
              <a:gd name="connsiteY11" fmla="*/ 239418 h 3416119"/>
              <a:gd name="connsiteX12" fmla="*/ 1080882 w 2365566"/>
              <a:gd name="connsiteY12" fmla="*/ 912019 h 3416119"/>
              <a:gd name="connsiteX13" fmla="*/ 567846 w 2365566"/>
              <a:gd name="connsiteY13" fmla="*/ 1765417 h 3416119"/>
              <a:gd name="connsiteX14" fmla="*/ 48551 w 2365566"/>
              <a:gd name="connsiteY14" fmla="*/ 2460110 h 3416119"/>
              <a:gd name="connsiteX15" fmla="*/ 62740 w 2365566"/>
              <a:gd name="connsiteY15" fmla="*/ 2974977 h 3416119"/>
              <a:gd name="connsiteX0" fmla="*/ 2608945 w 2692200"/>
              <a:gd name="connsiteY0" fmla="*/ 3416119 h 3416119"/>
              <a:gd name="connsiteX1" fmla="*/ 2683994 w 2692200"/>
              <a:gd name="connsiteY1" fmla="*/ 3024593 h 3416119"/>
              <a:gd name="connsiteX2" fmla="*/ 2432428 w 2692200"/>
              <a:gd name="connsiteY2" fmla="*/ 2206512 h 3416119"/>
              <a:gd name="connsiteX3" fmla="*/ 2317604 w 2692200"/>
              <a:gd name="connsiteY3" fmla="*/ 1887863 h 3416119"/>
              <a:gd name="connsiteX4" fmla="*/ 2282000 w 2692200"/>
              <a:gd name="connsiteY4" fmla="*/ 1618555 h 3416119"/>
              <a:gd name="connsiteX5" fmla="*/ 2226946 w 2692200"/>
              <a:gd name="connsiteY5" fmla="*/ 1324232 h 3416119"/>
              <a:gd name="connsiteX6" fmla="*/ 2241329 w 2692200"/>
              <a:gd name="connsiteY6" fmla="*/ 1075439 h 3416119"/>
              <a:gd name="connsiteX7" fmla="*/ 2265236 w 2692200"/>
              <a:gd name="connsiteY7" fmla="*/ 929516 h 3416119"/>
              <a:gd name="connsiteX8" fmla="*/ 2322672 w 2692200"/>
              <a:gd name="connsiteY8" fmla="*/ 637575 h 3416119"/>
              <a:gd name="connsiteX9" fmla="*/ 2348961 w 2692200"/>
              <a:gd name="connsiteY9" fmla="*/ 427073 h 3416119"/>
              <a:gd name="connsiteX10" fmla="*/ 2147285 w 2692200"/>
              <a:gd name="connsiteY10" fmla="*/ 3101 h 3416119"/>
              <a:gd name="connsiteX11" fmla="*/ 1799288 w 2692200"/>
              <a:gd name="connsiteY11" fmla="*/ 239418 h 3416119"/>
              <a:gd name="connsiteX12" fmla="*/ 1407516 w 2692200"/>
              <a:gd name="connsiteY12" fmla="*/ 912019 h 3416119"/>
              <a:gd name="connsiteX13" fmla="*/ 894480 w 2692200"/>
              <a:gd name="connsiteY13" fmla="*/ 1765417 h 3416119"/>
              <a:gd name="connsiteX14" fmla="*/ 375185 w 2692200"/>
              <a:gd name="connsiteY14" fmla="*/ 2460110 h 3416119"/>
              <a:gd name="connsiteX15" fmla="*/ 9885 w 2692200"/>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13338 w 2696593"/>
              <a:gd name="connsiteY0" fmla="*/ 3416119 h 3416119"/>
              <a:gd name="connsiteX1" fmla="*/ 2688387 w 2696593"/>
              <a:gd name="connsiteY1" fmla="*/ 3024593 h 3416119"/>
              <a:gd name="connsiteX2" fmla="*/ 2436821 w 2696593"/>
              <a:gd name="connsiteY2" fmla="*/ 2206512 h 3416119"/>
              <a:gd name="connsiteX3" fmla="*/ 2321997 w 2696593"/>
              <a:gd name="connsiteY3" fmla="*/ 1887863 h 3416119"/>
              <a:gd name="connsiteX4" fmla="*/ 2286393 w 2696593"/>
              <a:gd name="connsiteY4" fmla="*/ 1618555 h 3416119"/>
              <a:gd name="connsiteX5" fmla="*/ 2231339 w 2696593"/>
              <a:gd name="connsiteY5" fmla="*/ 1324232 h 3416119"/>
              <a:gd name="connsiteX6" fmla="*/ 2245722 w 2696593"/>
              <a:gd name="connsiteY6" fmla="*/ 1075439 h 3416119"/>
              <a:gd name="connsiteX7" fmla="*/ 2269629 w 2696593"/>
              <a:gd name="connsiteY7" fmla="*/ 929516 h 3416119"/>
              <a:gd name="connsiteX8" fmla="*/ 2327065 w 2696593"/>
              <a:gd name="connsiteY8" fmla="*/ 637575 h 3416119"/>
              <a:gd name="connsiteX9" fmla="*/ 2353354 w 2696593"/>
              <a:gd name="connsiteY9" fmla="*/ 427073 h 3416119"/>
              <a:gd name="connsiteX10" fmla="*/ 2151678 w 2696593"/>
              <a:gd name="connsiteY10" fmla="*/ 3101 h 3416119"/>
              <a:gd name="connsiteX11" fmla="*/ 1803681 w 2696593"/>
              <a:gd name="connsiteY11" fmla="*/ 239418 h 3416119"/>
              <a:gd name="connsiteX12" fmla="*/ 1411909 w 2696593"/>
              <a:gd name="connsiteY12" fmla="*/ 912019 h 3416119"/>
              <a:gd name="connsiteX13" fmla="*/ 898873 w 2696593"/>
              <a:gd name="connsiteY13" fmla="*/ 1765417 h 3416119"/>
              <a:gd name="connsiteX14" fmla="*/ 249238 w 2696593"/>
              <a:gd name="connsiteY14" fmla="*/ 2593802 h 3416119"/>
              <a:gd name="connsiteX15" fmla="*/ 14278 w 2696593"/>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24536 w 2707791"/>
              <a:gd name="connsiteY0" fmla="*/ 3416119 h 3416119"/>
              <a:gd name="connsiteX1" fmla="*/ 2699585 w 2707791"/>
              <a:gd name="connsiteY1" fmla="*/ 3024593 h 3416119"/>
              <a:gd name="connsiteX2" fmla="*/ 2448019 w 2707791"/>
              <a:gd name="connsiteY2" fmla="*/ 2206512 h 3416119"/>
              <a:gd name="connsiteX3" fmla="*/ 2333195 w 2707791"/>
              <a:gd name="connsiteY3" fmla="*/ 1887863 h 3416119"/>
              <a:gd name="connsiteX4" fmla="*/ 2297591 w 2707791"/>
              <a:gd name="connsiteY4" fmla="*/ 1618555 h 3416119"/>
              <a:gd name="connsiteX5" fmla="*/ 2242537 w 2707791"/>
              <a:gd name="connsiteY5" fmla="*/ 1324232 h 3416119"/>
              <a:gd name="connsiteX6" fmla="*/ 2256920 w 2707791"/>
              <a:gd name="connsiteY6" fmla="*/ 1075439 h 3416119"/>
              <a:gd name="connsiteX7" fmla="*/ 2280827 w 2707791"/>
              <a:gd name="connsiteY7" fmla="*/ 929516 h 3416119"/>
              <a:gd name="connsiteX8" fmla="*/ 2338263 w 2707791"/>
              <a:gd name="connsiteY8" fmla="*/ 637575 h 3416119"/>
              <a:gd name="connsiteX9" fmla="*/ 2364552 w 2707791"/>
              <a:gd name="connsiteY9" fmla="*/ 427073 h 3416119"/>
              <a:gd name="connsiteX10" fmla="*/ 2162876 w 2707791"/>
              <a:gd name="connsiteY10" fmla="*/ 3101 h 3416119"/>
              <a:gd name="connsiteX11" fmla="*/ 1814879 w 2707791"/>
              <a:gd name="connsiteY11" fmla="*/ 239418 h 3416119"/>
              <a:gd name="connsiteX12" fmla="*/ 1423107 w 2707791"/>
              <a:gd name="connsiteY12" fmla="*/ 912019 h 3416119"/>
              <a:gd name="connsiteX13" fmla="*/ 910071 w 2707791"/>
              <a:gd name="connsiteY13" fmla="*/ 1765417 h 3416119"/>
              <a:gd name="connsiteX14" fmla="*/ 128812 w 2707791"/>
              <a:gd name="connsiteY14" fmla="*/ 2587957 h 3416119"/>
              <a:gd name="connsiteX15" fmla="*/ 25476 w 2707791"/>
              <a:gd name="connsiteY15" fmla="*/ 2917802 h 3416119"/>
              <a:gd name="connsiteX0" fmla="*/ 2632920 w 2716175"/>
              <a:gd name="connsiteY0" fmla="*/ 3416119 h 3416119"/>
              <a:gd name="connsiteX1" fmla="*/ 2707969 w 2716175"/>
              <a:gd name="connsiteY1" fmla="*/ 3024593 h 3416119"/>
              <a:gd name="connsiteX2" fmla="*/ 2456403 w 2716175"/>
              <a:gd name="connsiteY2" fmla="*/ 2206512 h 3416119"/>
              <a:gd name="connsiteX3" fmla="*/ 2341579 w 2716175"/>
              <a:gd name="connsiteY3" fmla="*/ 1887863 h 3416119"/>
              <a:gd name="connsiteX4" fmla="*/ 2305975 w 2716175"/>
              <a:gd name="connsiteY4" fmla="*/ 1618555 h 3416119"/>
              <a:gd name="connsiteX5" fmla="*/ 2250921 w 2716175"/>
              <a:gd name="connsiteY5" fmla="*/ 1324232 h 3416119"/>
              <a:gd name="connsiteX6" fmla="*/ 2265304 w 2716175"/>
              <a:gd name="connsiteY6" fmla="*/ 1075439 h 3416119"/>
              <a:gd name="connsiteX7" fmla="*/ 2289211 w 2716175"/>
              <a:gd name="connsiteY7" fmla="*/ 929516 h 3416119"/>
              <a:gd name="connsiteX8" fmla="*/ 2346647 w 2716175"/>
              <a:gd name="connsiteY8" fmla="*/ 637575 h 3416119"/>
              <a:gd name="connsiteX9" fmla="*/ 2372936 w 2716175"/>
              <a:gd name="connsiteY9" fmla="*/ 427073 h 3416119"/>
              <a:gd name="connsiteX10" fmla="*/ 2171260 w 2716175"/>
              <a:gd name="connsiteY10" fmla="*/ 3101 h 3416119"/>
              <a:gd name="connsiteX11" fmla="*/ 1823263 w 2716175"/>
              <a:gd name="connsiteY11" fmla="*/ 239418 h 3416119"/>
              <a:gd name="connsiteX12" fmla="*/ 1431491 w 2716175"/>
              <a:gd name="connsiteY12" fmla="*/ 912019 h 3416119"/>
              <a:gd name="connsiteX13" fmla="*/ 918455 w 2716175"/>
              <a:gd name="connsiteY13" fmla="*/ 1765417 h 3416119"/>
              <a:gd name="connsiteX14" fmla="*/ 137196 w 2716175"/>
              <a:gd name="connsiteY14" fmla="*/ 2587957 h 3416119"/>
              <a:gd name="connsiteX15" fmla="*/ 33860 w 2716175"/>
              <a:gd name="connsiteY15" fmla="*/ 2917802 h 3416119"/>
              <a:gd name="connsiteX0" fmla="*/ 2632920 w 2641131"/>
              <a:gd name="connsiteY0" fmla="*/ 3416119 h 3416119"/>
              <a:gd name="connsiteX1" fmla="*/ 2448936 w 2641131"/>
              <a:gd name="connsiteY1" fmla="*/ 2676179 h 3416119"/>
              <a:gd name="connsiteX2" fmla="*/ 2456403 w 2641131"/>
              <a:gd name="connsiteY2" fmla="*/ 2206512 h 3416119"/>
              <a:gd name="connsiteX3" fmla="*/ 2341579 w 2641131"/>
              <a:gd name="connsiteY3" fmla="*/ 1887863 h 3416119"/>
              <a:gd name="connsiteX4" fmla="*/ 2305975 w 2641131"/>
              <a:gd name="connsiteY4" fmla="*/ 1618555 h 3416119"/>
              <a:gd name="connsiteX5" fmla="*/ 2250921 w 2641131"/>
              <a:gd name="connsiteY5" fmla="*/ 1324232 h 3416119"/>
              <a:gd name="connsiteX6" fmla="*/ 2265304 w 2641131"/>
              <a:gd name="connsiteY6" fmla="*/ 1075439 h 3416119"/>
              <a:gd name="connsiteX7" fmla="*/ 2289211 w 2641131"/>
              <a:gd name="connsiteY7" fmla="*/ 929516 h 3416119"/>
              <a:gd name="connsiteX8" fmla="*/ 2346647 w 2641131"/>
              <a:gd name="connsiteY8" fmla="*/ 637575 h 3416119"/>
              <a:gd name="connsiteX9" fmla="*/ 2372936 w 2641131"/>
              <a:gd name="connsiteY9" fmla="*/ 427073 h 3416119"/>
              <a:gd name="connsiteX10" fmla="*/ 2171260 w 2641131"/>
              <a:gd name="connsiteY10" fmla="*/ 3101 h 3416119"/>
              <a:gd name="connsiteX11" fmla="*/ 1823263 w 2641131"/>
              <a:gd name="connsiteY11" fmla="*/ 239418 h 3416119"/>
              <a:gd name="connsiteX12" fmla="*/ 1431491 w 2641131"/>
              <a:gd name="connsiteY12" fmla="*/ 912019 h 3416119"/>
              <a:gd name="connsiteX13" fmla="*/ 918455 w 2641131"/>
              <a:gd name="connsiteY13" fmla="*/ 1765417 h 3416119"/>
              <a:gd name="connsiteX14" fmla="*/ 137196 w 2641131"/>
              <a:gd name="connsiteY14" fmla="*/ 2587957 h 3416119"/>
              <a:gd name="connsiteX15" fmla="*/ 33860 w 2641131"/>
              <a:gd name="connsiteY15" fmla="*/ 2917802 h 3416119"/>
              <a:gd name="connsiteX0" fmla="*/ 2674295 w 2681498"/>
              <a:gd name="connsiteY0" fmla="*/ 2996108 h 2996108"/>
              <a:gd name="connsiteX1" fmla="*/ 2448936 w 2681498"/>
              <a:gd name="connsiteY1" fmla="*/ 2676179 h 2996108"/>
              <a:gd name="connsiteX2" fmla="*/ 2456403 w 2681498"/>
              <a:gd name="connsiteY2" fmla="*/ 2206512 h 2996108"/>
              <a:gd name="connsiteX3" fmla="*/ 2341579 w 2681498"/>
              <a:gd name="connsiteY3" fmla="*/ 1887863 h 2996108"/>
              <a:gd name="connsiteX4" fmla="*/ 2305975 w 2681498"/>
              <a:gd name="connsiteY4" fmla="*/ 1618555 h 2996108"/>
              <a:gd name="connsiteX5" fmla="*/ 2250921 w 2681498"/>
              <a:gd name="connsiteY5" fmla="*/ 1324232 h 2996108"/>
              <a:gd name="connsiteX6" fmla="*/ 2265304 w 2681498"/>
              <a:gd name="connsiteY6" fmla="*/ 1075439 h 2996108"/>
              <a:gd name="connsiteX7" fmla="*/ 2289211 w 2681498"/>
              <a:gd name="connsiteY7" fmla="*/ 929516 h 2996108"/>
              <a:gd name="connsiteX8" fmla="*/ 2346647 w 2681498"/>
              <a:gd name="connsiteY8" fmla="*/ 637575 h 2996108"/>
              <a:gd name="connsiteX9" fmla="*/ 2372936 w 2681498"/>
              <a:gd name="connsiteY9" fmla="*/ 427073 h 2996108"/>
              <a:gd name="connsiteX10" fmla="*/ 2171260 w 2681498"/>
              <a:gd name="connsiteY10" fmla="*/ 3101 h 2996108"/>
              <a:gd name="connsiteX11" fmla="*/ 1823263 w 2681498"/>
              <a:gd name="connsiteY11" fmla="*/ 239418 h 2996108"/>
              <a:gd name="connsiteX12" fmla="*/ 1431491 w 2681498"/>
              <a:gd name="connsiteY12" fmla="*/ 912019 h 2996108"/>
              <a:gd name="connsiteX13" fmla="*/ 918455 w 2681498"/>
              <a:gd name="connsiteY13" fmla="*/ 1765417 h 2996108"/>
              <a:gd name="connsiteX14" fmla="*/ 137196 w 2681498"/>
              <a:gd name="connsiteY14" fmla="*/ 2587957 h 2996108"/>
              <a:gd name="connsiteX15" fmla="*/ 33860 w 2681498"/>
              <a:gd name="connsiteY15" fmla="*/ 2917802 h 2996108"/>
              <a:gd name="connsiteX0" fmla="*/ 2674295 w 2674295"/>
              <a:gd name="connsiteY0" fmla="*/ 2996108 h 2996108"/>
              <a:gd name="connsiteX1" fmla="*/ 2448936 w 2674295"/>
              <a:gd name="connsiteY1" fmla="*/ 2676179 h 2996108"/>
              <a:gd name="connsiteX2" fmla="*/ 2456403 w 2674295"/>
              <a:gd name="connsiteY2" fmla="*/ 2206512 h 2996108"/>
              <a:gd name="connsiteX3" fmla="*/ 2341579 w 2674295"/>
              <a:gd name="connsiteY3" fmla="*/ 1887863 h 2996108"/>
              <a:gd name="connsiteX4" fmla="*/ 2305975 w 2674295"/>
              <a:gd name="connsiteY4" fmla="*/ 1618555 h 2996108"/>
              <a:gd name="connsiteX5" fmla="*/ 2250921 w 2674295"/>
              <a:gd name="connsiteY5" fmla="*/ 1324232 h 2996108"/>
              <a:gd name="connsiteX6" fmla="*/ 2265304 w 2674295"/>
              <a:gd name="connsiteY6" fmla="*/ 1075439 h 2996108"/>
              <a:gd name="connsiteX7" fmla="*/ 2289211 w 2674295"/>
              <a:gd name="connsiteY7" fmla="*/ 929516 h 2996108"/>
              <a:gd name="connsiteX8" fmla="*/ 2346647 w 2674295"/>
              <a:gd name="connsiteY8" fmla="*/ 637575 h 2996108"/>
              <a:gd name="connsiteX9" fmla="*/ 2372936 w 2674295"/>
              <a:gd name="connsiteY9" fmla="*/ 427073 h 2996108"/>
              <a:gd name="connsiteX10" fmla="*/ 2171260 w 2674295"/>
              <a:gd name="connsiteY10" fmla="*/ 3101 h 2996108"/>
              <a:gd name="connsiteX11" fmla="*/ 1823263 w 2674295"/>
              <a:gd name="connsiteY11" fmla="*/ 239418 h 2996108"/>
              <a:gd name="connsiteX12" fmla="*/ 1431491 w 2674295"/>
              <a:gd name="connsiteY12" fmla="*/ 912019 h 2996108"/>
              <a:gd name="connsiteX13" fmla="*/ 918455 w 2674295"/>
              <a:gd name="connsiteY13" fmla="*/ 1765417 h 2996108"/>
              <a:gd name="connsiteX14" fmla="*/ 137196 w 2674295"/>
              <a:gd name="connsiteY14" fmla="*/ 2587957 h 2996108"/>
              <a:gd name="connsiteX15" fmla="*/ 33860 w 2674295"/>
              <a:gd name="connsiteY15" fmla="*/ 2917802 h 2996108"/>
              <a:gd name="connsiteX0" fmla="*/ 2650685 w 2650685"/>
              <a:gd name="connsiteY0" fmla="*/ 2996108 h 2996108"/>
              <a:gd name="connsiteX1" fmla="*/ 2425326 w 2650685"/>
              <a:gd name="connsiteY1" fmla="*/ 2676179 h 2996108"/>
              <a:gd name="connsiteX2" fmla="*/ 2432793 w 2650685"/>
              <a:gd name="connsiteY2" fmla="*/ 2206512 h 2996108"/>
              <a:gd name="connsiteX3" fmla="*/ 2317969 w 2650685"/>
              <a:gd name="connsiteY3" fmla="*/ 1887863 h 2996108"/>
              <a:gd name="connsiteX4" fmla="*/ 2282365 w 2650685"/>
              <a:gd name="connsiteY4" fmla="*/ 1618555 h 2996108"/>
              <a:gd name="connsiteX5" fmla="*/ 2227311 w 2650685"/>
              <a:gd name="connsiteY5" fmla="*/ 1324232 h 2996108"/>
              <a:gd name="connsiteX6" fmla="*/ 2241694 w 2650685"/>
              <a:gd name="connsiteY6" fmla="*/ 1075439 h 2996108"/>
              <a:gd name="connsiteX7" fmla="*/ 2265601 w 2650685"/>
              <a:gd name="connsiteY7" fmla="*/ 929516 h 2996108"/>
              <a:gd name="connsiteX8" fmla="*/ 2323037 w 2650685"/>
              <a:gd name="connsiteY8" fmla="*/ 637575 h 2996108"/>
              <a:gd name="connsiteX9" fmla="*/ 2349326 w 2650685"/>
              <a:gd name="connsiteY9" fmla="*/ 427073 h 2996108"/>
              <a:gd name="connsiteX10" fmla="*/ 2147650 w 2650685"/>
              <a:gd name="connsiteY10" fmla="*/ 3101 h 2996108"/>
              <a:gd name="connsiteX11" fmla="*/ 1799653 w 2650685"/>
              <a:gd name="connsiteY11" fmla="*/ 239418 h 2996108"/>
              <a:gd name="connsiteX12" fmla="*/ 1407881 w 2650685"/>
              <a:gd name="connsiteY12" fmla="*/ 912019 h 2996108"/>
              <a:gd name="connsiteX13" fmla="*/ 894845 w 2650685"/>
              <a:gd name="connsiteY13" fmla="*/ 1765417 h 2996108"/>
              <a:gd name="connsiteX14" fmla="*/ 409608 w 2650685"/>
              <a:gd name="connsiteY14" fmla="*/ 2335721 h 2996108"/>
              <a:gd name="connsiteX15" fmla="*/ 10250 w 2650685"/>
              <a:gd name="connsiteY15" fmla="*/ 2917802 h 2996108"/>
              <a:gd name="connsiteX0" fmla="*/ 2411114 w 2411114"/>
              <a:gd name="connsiteY0" fmla="*/ 2996108 h 2996108"/>
              <a:gd name="connsiteX1" fmla="*/ 2185755 w 2411114"/>
              <a:gd name="connsiteY1" fmla="*/ 2676179 h 2996108"/>
              <a:gd name="connsiteX2" fmla="*/ 2193222 w 2411114"/>
              <a:gd name="connsiteY2" fmla="*/ 2206512 h 2996108"/>
              <a:gd name="connsiteX3" fmla="*/ 2078398 w 2411114"/>
              <a:gd name="connsiteY3" fmla="*/ 1887863 h 2996108"/>
              <a:gd name="connsiteX4" fmla="*/ 2042794 w 2411114"/>
              <a:gd name="connsiteY4" fmla="*/ 1618555 h 2996108"/>
              <a:gd name="connsiteX5" fmla="*/ 1987740 w 2411114"/>
              <a:gd name="connsiteY5" fmla="*/ 1324232 h 2996108"/>
              <a:gd name="connsiteX6" fmla="*/ 2002123 w 2411114"/>
              <a:gd name="connsiteY6" fmla="*/ 1075439 h 2996108"/>
              <a:gd name="connsiteX7" fmla="*/ 2026030 w 2411114"/>
              <a:gd name="connsiteY7" fmla="*/ 929516 h 2996108"/>
              <a:gd name="connsiteX8" fmla="*/ 2083466 w 2411114"/>
              <a:gd name="connsiteY8" fmla="*/ 637575 h 2996108"/>
              <a:gd name="connsiteX9" fmla="*/ 2109755 w 2411114"/>
              <a:gd name="connsiteY9" fmla="*/ 427073 h 2996108"/>
              <a:gd name="connsiteX10" fmla="*/ 1908079 w 2411114"/>
              <a:gd name="connsiteY10" fmla="*/ 3101 h 2996108"/>
              <a:gd name="connsiteX11" fmla="*/ 1560082 w 2411114"/>
              <a:gd name="connsiteY11" fmla="*/ 239418 h 2996108"/>
              <a:gd name="connsiteX12" fmla="*/ 1168310 w 2411114"/>
              <a:gd name="connsiteY12" fmla="*/ 912019 h 2996108"/>
              <a:gd name="connsiteX13" fmla="*/ 655274 w 2411114"/>
              <a:gd name="connsiteY13" fmla="*/ 1765417 h 2996108"/>
              <a:gd name="connsiteX14" fmla="*/ 170037 w 2411114"/>
              <a:gd name="connsiteY14" fmla="*/ 2335721 h 2996108"/>
              <a:gd name="connsiteX15" fmla="*/ 26284 w 2411114"/>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43753 w 2384830"/>
              <a:gd name="connsiteY14" fmla="*/ 2335721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28990 w 2384830"/>
              <a:gd name="connsiteY13" fmla="*/ 176541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563284 w 2384830"/>
              <a:gd name="connsiteY13" fmla="*/ 1728687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384830 w 2384830"/>
              <a:gd name="connsiteY0" fmla="*/ 2996108 h 2996108"/>
              <a:gd name="connsiteX1" fmla="*/ 2159471 w 2384830"/>
              <a:gd name="connsiteY1" fmla="*/ 2676179 h 2996108"/>
              <a:gd name="connsiteX2" fmla="*/ 2166938 w 2384830"/>
              <a:gd name="connsiteY2" fmla="*/ 2206512 h 2996108"/>
              <a:gd name="connsiteX3" fmla="*/ 2052114 w 2384830"/>
              <a:gd name="connsiteY3" fmla="*/ 1887863 h 2996108"/>
              <a:gd name="connsiteX4" fmla="*/ 2016510 w 2384830"/>
              <a:gd name="connsiteY4" fmla="*/ 1618555 h 2996108"/>
              <a:gd name="connsiteX5" fmla="*/ 1961456 w 2384830"/>
              <a:gd name="connsiteY5" fmla="*/ 1324232 h 2996108"/>
              <a:gd name="connsiteX6" fmla="*/ 1975839 w 2384830"/>
              <a:gd name="connsiteY6" fmla="*/ 1075439 h 2996108"/>
              <a:gd name="connsiteX7" fmla="*/ 1999746 w 2384830"/>
              <a:gd name="connsiteY7" fmla="*/ 929516 h 2996108"/>
              <a:gd name="connsiteX8" fmla="*/ 2057182 w 2384830"/>
              <a:gd name="connsiteY8" fmla="*/ 637575 h 2996108"/>
              <a:gd name="connsiteX9" fmla="*/ 2083471 w 2384830"/>
              <a:gd name="connsiteY9" fmla="*/ 427073 h 2996108"/>
              <a:gd name="connsiteX10" fmla="*/ 1881795 w 2384830"/>
              <a:gd name="connsiteY10" fmla="*/ 3101 h 2996108"/>
              <a:gd name="connsiteX11" fmla="*/ 1533798 w 2384830"/>
              <a:gd name="connsiteY11" fmla="*/ 239418 h 2996108"/>
              <a:gd name="connsiteX12" fmla="*/ 1142026 w 2384830"/>
              <a:gd name="connsiteY12" fmla="*/ 912019 h 2996108"/>
              <a:gd name="connsiteX13" fmla="*/ 645340 w 2384830"/>
              <a:gd name="connsiteY13" fmla="*/ 1733700 h 2996108"/>
              <a:gd name="connsiteX14" fmla="*/ 172378 w 2384830"/>
              <a:gd name="connsiteY14" fmla="*/ 2240269 h 2996108"/>
              <a:gd name="connsiteX15" fmla="*/ 0 w 2384830"/>
              <a:gd name="connsiteY15" fmla="*/ 25239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03571 w 2588655"/>
              <a:gd name="connsiteY7" fmla="*/ 92951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79664 w 2588655"/>
              <a:gd name="connsiteY6" fmla="*/ 1075439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345851 w 2588655"/>
              <a:gd name="connsiteY12" fmla="*/ 912019 h 2996108"/>
              <a:gd name="connsiteX13" fmla="*/ 849165 w 2588655"/>
              <a:gd name="connsiteY13" fmla="*/ 1733700 h 2996108"/>
              <a:gd name="connsiteX14" fmla="*/ 376203 w 2588655"/>
              <a:gd name="connsiteY14" fmla="*/ 2240269 h 2996108"/>
              <a:gd name="connsiteX15" fmla="*/ 0 w 2588655"/>
              <a:gd name="connsiteY15"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6108 h 2996108"/>
              <a:gd name="connsiteX1" fmla="*/ 2363296 w 2588655"/>
              <a:gd name="connsiteY1" fmla="*/ 2676179 h 2996108"/>
              <a:gd name="connsiteX2" fmla="*/ 2370763 w 2588655"/>
              <a:gd name="connsiteY2" fmla="*/ 2206512 h 2996108"/>
              <a:gd name="connsiteX3" fmla="*/ 2255939 w 2588655"/>
              <a:gd name="connsiteY3" fmla="*/ 1887863 h 2996108"/>
              <a:gd name="connsiteX4" fmla="*/ 2220335 w 2588655"/>
              <a:gd name="connsiteY4" fmla="*/ 1618555 h 2996108"/>
              <a:gd name="connsiteX5" fmla="*/ 2165281 w 2588655"/>
              <a:gd name="connsiteY5" fmla="*/ 1324232 h 2996108"/>
              <a:gd name="connsiteX6" fmla="*/ 2158694 w 2588655"/>
              <a:gd name="connsiteY6" fmla="*/ 1141710 h 2996108"/>
              <a:gd name="connsiteX7" fmla="*/ 2292294 w 2588655"/>
              <a:gd name="connsiteY7" fmla="*/ 950926 h 2996108"/>
              <a:gd name="connsiteX8" fmla="*/ 2261007 w 2588655"/>
              <a:gd name="connsiteY8" fmla="*/ 637575 h 2996108"/>
              <a:gd name="connsiteX9" fmla="*/ 2287296 w 2588655"/>
              <a:gd name="connsiteY9" fmla="*/ 427073 h 2996108"/>
              <a:gd name="connsiteX10" fmla="*/ 2085620 w 2588655"/>
              <a:gd name="connsiteY10" fmla="*/ 3101 h 2996108"/>
              <a:gd name="connsiteX11" fmla="*/ 1737623 w 2588655"/>
              <a:gd name="connsiteY11" fmla="*/ 239418 h 2996108"/>
              <a:gd name="connsiteX12" fmla="*/ 1559122 w 2588655"/>
              <a:gd name="connsiteY12" fmla="*/ 590030 h 2996108"/>
              <a:gd name="connsiteX13" fmla="*/ 1345851 w 2588655"/>
              <a:gd name="connsiteY13" fmla="*/ 912019 h 2996108"/>
              <a:gd name="connsiteX14" fmla="*/ 849165 w 2588655"/>
              <a:gd name="connsiteY14" fmla="*/ 1733700 h 2996108"/>
              <a:gd name="connsiteX15" fmla="*/ 376203 w 2588655"/>
              <a:gd name="connsiteY15" fmla="*/ 2240269 h 2996108"/>
              <a:gd name="connsiteX16" fmla="*/ 0 w 2588655"/>
              <a:gd name="connsiteY16" fmla="*/ 2474884 h 2996108"/>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849165 w 2588655"/>
              <a:gd name="connsiteY15" fmla="*/ 1733344 h 2995752"/>
              <a:gd name="connsiteX16" fmla="*/ 376203 w 2588655"/>
              <a:gd name="connsiteY16" fmla="*/ 2239913 h 2995752"/>
              <a:gd name="connsiteX17" fmla="*/ 0 w 2588655"/>
              <a:gd name="connsiteY17" fmla="*/ 2474528 h 2995752"/>
              <a:gd name="connsiteX0" fmla="*/ 2588655 w 2588655"/>
              <a:gd name="connsiteY0" fmla="*/ 2995752 h 2995752"/>
              <a:gd name="connsiteX1" fmla="*/ 2363296 w 2588655"/>
              <a:gd name="connsiteY1" fmla="*/ 2675823 h 2995752"/>
              <a:gd name="connsiteX2" fmla="*/ 2370763 w 2588655"/>
              <a:gd name="connsiteY2" fmla="*/ 2206156 h 2995752"/>
              <a:gd name="connsiteX3" fmla="*/ 2255939 w 2588655"/>
              <a:gd name="connsiteY3" fmla="*/ 1887507 h 2995752"/>
              <a:gd name="connsiteX4" fmla="*/ 2220335 w 2588655"/>
              <a:gd name="connsiteY4" fmla="*/ 1618199 h 2995752"/>
              <a:gd name="connsiteX5" fmla="*/ 2165281 w 2588655"/>
              <a:gd name="connsiteY5" fmla="*/ 1323876 h 2995752"/>
              <a:gd name="connsiteX6" fmla="*/ 2158694 w 2588655"/>
              <a:gd name="connsiteY6" fmla="*/ 1141354 h 2995752"/>
              <a:gd name="connsiteX7" fmla="*/ 2292294 w 2588655"/>
              <a:gd name="connsiteY7" fmla="*/ 950570 h 2995752"/>
              <a:gd name="connsiteX8" fmla="*/ 2261007 w 2588655"/>
              <a:gd name="connsiteY8" fmla="*/ 637219 h 2995752"/>
              <a:gd name="connsiteX9" fmla="*/ 2287296 w 2588655"/>
              <a:gd name="connsiteY9" fmla="*/ 426717 h 2995752"/>
              <a:gd name="connsiteX10" fmla="*/ 2305978 w 2588655"/>
              <a:gd name="connsiteY10" fmla="*/ 202012 h 2995752"/>
              <a:gd name="connsiteX11" fmla="*/ 2085620 w 2588655"/>
              <a:gd name="connsiteY11" fmla="*/ 2745 h 2995752"/>
              <a:gd name="connsiteX12" fmla="*/ 1737623 w 2588655"/>
              <a:gd name="connsiteY12" fmla="*/ 239062 h 2995752"/>
              <a:gd name="connsiteX13" fmla="*/ 1559122 w 2588655"/>
              <a:gd name="connsiteY13" fmla="*/ 589674 h 2995752"/>
              <a:gd name="connsiteX14" fmla="*/ 1345851 w 2588655"/>
              <a:gd name="connsiteY14" fmla="*/ 911663 h 2995752"/>
              <a:gd name="connsiteX15" fmla="*/ 1027530 w 2588655"/>
              <a:gd name="connsiteY15" fmla="*/ 1290733 h 2995752"/>
              <a:gd name="connsiteX16" fmla="*/ 849165 w 2588655"/>
              <a:gd name="connsiteY16" fmla="*/ 1733344 h 2995752"/>
              <a:gd name="connsiteX17" fmla="*/ 376203 w 2588655"/>
              <a:gd name="connsiteY17" fmla="*/ 2239913 h 2995752"/>
              <a:gd name="connsiteX18" fmla="*/ 0 w 2588655"/>
              <a:gd name="connsiteY18" fmla="*/ 2474528 h 2995752"/>
              <a:gd name="connsiteX0" fmla="*/ 2588655 w 2588655"/>
              <a:gd name="connsiteY0" fmla="*/ 2995752 h 2995752"/>
              <a:gd name="connsiteX1" fmla="*/ 2363296 w 2588655"/>
              <a:gd name="connsiteY1" fmla="*/ 2675823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 name="connsiteX0" fmla="*/ 2588655 w 2588655"/>
              <a:gd name="connsiteY0" fmla="*/ 2995752 h 2995752"/>
              <a:gd name="connsiteX1" fmla="*/ 2436032 w 2588655"/>
              <a:gd name="connsiteY1" fmla="*/ 2676141 h 2995752"/>
              <a:gd name="connsiteX2" fmla="*/ 2334055 w 2588655"/>
              <a:gd name="connsiteY2" fmla="*/ 2466230 h 2995752"/>
              <a:gd name="connsiteX3" fmla="*/ 2370763 w 2588655"/>
              <a:gd name="connsiteY3" fmla="*/ 2206156 h 2995752"/>
              <a:gd name="connsiteX4" fmla="*/ 2255939 w 2588655"/>
              <a:gd name="connsiteY4" fmla="*/ 1887507 h 2995752"/>
              <a:gd name="connsiteX5" fmla="*/ 2220335 w 2588655"/>
              <a:gd name="connsiteY5" fmla="*/ 1618199 h 2995752"/>
              <a:gd name="connsiteX6" fmla="*/ 2165281 w 2588655"/>
              <a:gd name="connsiteY6" fmla="*/ 1323876 h 2995752"/>
              <a:gd name="connsiteX7" fmla="*/ 2158694 w 2588655"/>
              <a:gd name="connsiteY7" fmla="*/ 1141354 h 2995752"/>
              <a:gd name="connsiteX8" fmla="*/ 2292294 w 2588655"/>
              <a:gd name="connsiteY8" fmla="*/ 950570 h 2995752"/>
              <a:gd name="connsiteX9" fmla="*/ 2261007 w 2588655"/>
              <a:gd name="connsiteY9" fmla="*/ 637219 h 2995752"/>
              <a:gd name="connsiteX10" fmla="*/ 2287296 w 2588655"/>
              <a:gd name="connsiteY10" fmla="*/ 426717 h 2995752"/>
              <a:gd name="connsiteX11" fmla="*/ 2305978 w 2588655"/>
              <a:gd name="connsiteY11" fmla="*/ 202012 h 2995752"/>
              <a:gd name="connsiteX12" fmla="*/ 2085620 w 2588655"/>
              <a:gd name="connsiteY12" fmla="*/ 2745 h 2995752"/>
              <a:gd name="connsiteX13" fmla="*/ 1737623 w 2588655"/>
              <a:gd name="connsiteY13" fmla="*/ 239062 h 2995752"/>
              <a:gd name="connsiteX14" fmla="*/ 1559122 w 2588655"/>
              <a:gd name="connsiteY14" fmla="*/ 589674 h 2995752"/>
              <a:gd name="connsiteX15" fmla="*/ 1345851 w 2588655"/>
              <a:gd name="connsiteY15" fmla="*/ 911663 h 2995752"/>
              <a:gd name="connsiteX16" fmla="*/ 1027530 w 2588655"/>
              <a:gd name="connsiteY16" fmla="*/ 1290733 h 2995752"/>
              <a:gd name="connsiteX17" fmla="*/ 849165 w 2588655"/>
              <a:gd name="connsiteY17" fmla="*/ 1733344 h 2995752"/>
              <a:gd name="connsiteX18" fmla="*/ 376203 w 2588655"/>
              <a:gd name="connsiteY18" fmla="*/ 2239913 h 2995752"/>
              <a:gd name="connsiteX19" fmla="*/ 0 w 2588655"/>
              <a:gd name="connsiteY19" fmla="*/ 2474528 h 2995752"/>
              <a:gd name="connsiteX0" fmla="*/ 2212452 w 2212452"/>
              <a:gd name="connsiteY0" fmla="*/ 2995752 h 2995752"/>
              <a:gd name="connsiteX1" fmla="*/ 2059829 w 2212452"/>
              <a:gd name="connsiteY1" fmla="*/ 2676141 h 2995752"/>
              <a:gd name="connsiteX2" fmla="*/ 1957852 w 2212452"/>
              <a:gd name="connsiteY2" fmla="*/ 2466230 h 2995752"/>
              <a:gd name="connsiteX3" fmla="*/ 1994560 w 2212452"/>
              <a:gd name="connsiteY3" fmla="*/ 2206156 h 2995752"/>
              <a:gd name="connsiteX4" fmla="*/ 1879736 w 2212452"/>
              <a:gd name="connsiteY4" fmla="*/ 1887507 h 2995752"/>
              <a:gd name="connsiteX5" fmla="*/ 1844132 w 2212452"/>
              <a:gd name="connsiteY5" fmla="*/ 1618199 h 2995752"/>
              <a:gd name="connsiteX6" fmla="*/ 1789078 w 2212452"/>
              <a:gd name="connsiteY6" fmla="*/ 1323876 h 2995752"/>
              <a:gd name="connsiteX7" fmla="*/ 1782491 w 2212452"/>
              <a:gd name="connsiteY7" fmla="*/ 1141354 h 2995752"/>
              <a:gd name="connsiteX8" fmla="*/ 1916091 w 2212452"/>
              <a:gd name="connsiteY8" fmla="*/ 950570 h 2995752"/>
              <a:gd name="connsiteX9" fmla="*/ 1884804 w 2212452"/>
              <a:gd name="connsiteY9" fmla="*/ 637219 h 2995752"/>
              <a:gd name="connsiteX10" fmla="*/ 1911093 w 2212452"/>
              <a:gd name="connsiteY10" fmla="*/ 426717 h 2995752"/>
              <a:gd name="connsiteX11" fmla="*/ 1929775 w 2212452"/>
              <a:gd name="connsiteY11" fmla="*/ 202012 h 2995752"/>
              <a:gd name="connsiteX12" fmla="*/ 1709417 w 2212452"/>
              <a:gd name="connsiteY12" fmla="*/ 2745 h 2995752"/>
              <a:gd name="connsiteX13" fmla="*/ 1361420 w 2212452"/>
              <a:gd name="connsiteY13" fmla="*/ 239062 h 2995752"/>
              <a:gd name="connsiteX14" fmla="*/ 1182919 w 2212452"/>
              <a:gd name="connsiteY14" fmla="*/ 589674 h 2995752"/>
              <a:gd name="connsiteX15" fmla="*/ 969648 w 2212452"/>
              <a:gd name="connsiteY15" fmla="*/ 911663 h 2995752"/>
              <a:gd name="connsiteX16" fmla="*/ 651327 w 2212452"/>
              <a:gd name="connsiteY16" fmla="*/ 1290733 h 2995752"/>
              <a:gd name="connsiteX17" fmla="*/ 472962 w 2212452"/>
              <a:gd name="connsiteY17" fmla="*/ 1733344 h 2995752"/>
              <a:gd name="connsiteX18" fmla="*/ 0 w 2212452"/>
              <a:gd name="connsiteY18" fmla="*/ 2239913 h 2995752"/>
              <a:gd name="connsiteX0" fmla="*/ 1739490 w 1739490"/>
              <a:gd name="connsiteY0" fmla="*/ 2995752 h 2995752"/>
              <a:gd name="connsiteX1" fmla="*/ 1586867 w 1739490"/>
              <a:gd name="connsiteY1" fmla="*/ 2676141 h 2995752"/>
              <a:gd name="connsiteX2" fmla="*/ 1484890 w 1739490"/>
              <a:gd name="connsiteY2" fmla="*/ 2466230 h 2995752"/>
              <a:gd name="connsiteX3" fmla="*/ 1521598 w 1739490"/>
              <a:gd name="connsiteY3" fmla="*/ 2206156 h 2995752"/>
              <a:gd name="connsiteX4" fmla="*/ 1406774 w 1739490"/>
              <a:gd name="connsiteY4" fmla="*/ 1887507 h 2995752"/>
              <a:gd name="connsiteX5" fmla="*/ 1371170 w 1739490"/>
              <a:gd name="connsiteY5" fmla="*/ 1618199 h 2995752"/>
              <a:gd name="connsiteX6" fmla="*/ 1316116 w 1739490"/>
              <a:gd name="connsiteY6" fmla="*/ 1323876 h 2995752"/>
              <a:gd name="connsiteX7" fmla="*/ 1309529 w 1739490"/>
              <a:gd name="connsiteY7" fmla="*/ 1141354 h 2995752"/>
              <a:gd name="connsiteX8" fmla="*/ 1443129 w 1739490"/>
              <a:gd name="connsiteY8" fmla="*/ 950570 h 2995752"/>
              <a:gd name="connsiteX9" fmla="*/ 1411842 w 1739490"/>
              <a:gd name="connsiteY9" fmla="*/ 637219 h 2995752"/>
              <a:gd name="connsiteX10" fmla="*/ 1438131 w 1739490"/>
              <a:gd name="connsiteY10" fmla="*/ 426717 h 2995752"/>
              <a:gd name="connsiteX11" fmla="*/ 1456813 w 1739490"/>
              <a:gd name="connsiteY11" fmla="*/ 202012 h 2995752"/>
              <a:gd name="connsiteX12" fmla="*/ 1236455 w 1739490"/>
              <a:gd name="connsiteY12" fmla="*/ 2745 h 2995752"/>
              <a:gd name="connsiteX13" fmla="*/ 888458 w 1739490"/>
              <a:gd name="connsiteY13" fmla="*/ 239062 h 2995752"/>
              <a:gd name="connsiteX14" fmla="*/ 709957 w 1739490"/>
              <a:gd name="connsiteY14" fmla="*/ 589674 h 2995752"/>
              <a:gd name="connsiteX15" fmla="*/ 496686 w 1739490"/>
              <a:gd name="connsiteY15" fmla="*/ 911663 h 2995752"/>
              <a:gd name="connsiteX16" fmla="*/ 178365 w 1739490"/>
              <a:gd name="connsiteY16" fmla="*/ 1290733 h 2995752"/>
              <a:gd name="connsiteX17" fmla="*/ 0 w 1739490"/>
              <a:gd name="connsiteY17" fmla="*/ 1733344 h 2995752"/>
              <a:gd name="connsiteX0" fmla="*/ 1561125 w 1561125"/>
              <a:gd name="connsiteY0" fmla="*/ 2995752 h 2995752"/>
              <a:gd name="connsiteX1" fmla="*/ 1408502 w 1561125"/>
              <a:gd name="connsiteY1" fmla="*/ 2676141 h 2995752"/>
              <a:gd name="connsiteX2" fmla="*/ 1306525 w 1561125"/>
              <a:gd name="connsiteY2" fmla="*/ 2466230 h 2995752"/>
              <a:gd name="connsiteX3" fmla="*/ 1343233 w 1561125"/>
              <a:gd name="connsiteY3" fmla="*/ 2206156 h 2995752"/>
              <a:gd name="connsiteX4" fmla="*/ 1228409 w 1561125"/>
              <a:gd name="connsiteY4" fmla="*/ 1887507 h 2995752"/>
              <a:gd name="connsiteX5" fmla="*/ 1192805 w 1561125"/>
              <a:gd name="connsiteY5" fmla="*/ 1618199 h 2995752"/>
              <a:gd name="connsiteX6" fmla="*/ 1137751 w 1561125"/>
              <a:gd name="connsiteY6" fmla="*/ 1323876 h 2995752"/>
              <a:gd name="connsiteX7" fmla="*/ 1131164 w 1561125"/>
              <a:gd name="connsiteY7" fmla="*/ 1141354 h 2995752"/>
              <a:gd name="connsiteX8" fmla="*/ 1264764 w 1561125"/>
              <a:gd name="connsiteY8" fmla="*/ 950570 h 2995752"/>
              <a:gd name="connsiteX9" fmla="*/ 1233477 w 1561125"/>
              <a:gd name="connsiteY9" fmla="*/ 637219 h 2995752"/>
              <a:gd name="connsiteX10" fmla="*/ 1259766 w 1561125"/>
              <a:gd name="connsiteY10" fmla="*/ 426717 h 2995752"/>
              <a:gd name="connsiteX11" fmla="*/ 1278448 w 1561125"/>
              <a:gd name="connsiteY11" fmla="*/ 202012 h 2995752"/>
              <a:gd name="connsiteX12" fmla="*/ 1058090 w 1561125"/>
              <a:gd name="connsiteY12" fmla="*/ 2745 h 2995752"/>
              <a:gd name="connsiteX13" fmla="*/ 710093 w 1561125"/>
              <a:gd name="connsiteY13" fmla="*/ 239062 h 2995752"/>
              <a:gd name="connsiteX14" fmla="*/ 531592 w 1561125"/>
              <a:gd name="connsiteY14" fmla="*/ 589674 h 2995752"/>
              <a:gd name="connsiteX15" fmla="*/ 318321 w 1561125"/>
              <a:gd name="connsiteY15" fmla="*/ 911663 h 2995752"/>
              <a:gd name="connsiteX16" fmla="*/ 0 w 1561125"/>
              <a:gd name="connsiteY16" fmla="*/ 1290733 h 2995752"/>
              <a:gd name="connsiteX0" fmla="*/ 1242804 w 1242804"/>
              <a:gd name="connsiteY0" fmla="*/ 2995752 h 2995752"/>
              <a:gd name="connsiteX1" fmla="*/ 1090181 w 1242804"/>
              <a:gd name="connsiteY1" fmla="*/ 2676141 h 2995752"/>
              <a:gd name="connsiteX2" fmla="*/ 988204 w 1242804"/>
              <a:gd name="connsiteY2" fmla="*/ 2466230 h 2995752"/>
              <a:gd name="connsiteX3" fmla="*/ 1024912 w 1242804"/>
              <a:gd name="connsiteY3" fmla="*/ 2206156 h 2995752"/>
              <a:gd name="connsiteX4" fmla="*/ 910088 w 1242804"/>
              <a:gd name="connsiteY4" fmla="*/ 1887507 h 2995752"/>
              <a:gd name="connsiteX5" fmla="*/ 874484 w 1242804"/>
              <a:gd name="connsiteY5" fmla="*/ 1618199 h 2995752"/>
              <a:gd name="connsiteX6" fmla="*/ 819430 w 1242804"/>
              <a:gd name="connsiteY6" fmla="*/ 1323876 h 2995752"/>
              <a:gd name="connsiteX7" fmla="*/ 812843 w 1242804"/>
              <a:gd name="connsiteY7" fmla="*/ 1141354 h 2995752"/>
              <a:gd name="connsiteX8" fmla="*/ 946443 w 1242804"/>
              <a:gd name="connsiteY8" fmla="*/ 950570 h 2995752"/>
              <a:gd name="connsiteX9" fmla="*/ 915156 w 1242804"/>
              <a:gd name="connsiteY9" fmla="*/ 637219 h 2995752"/>
              <a:gd name="connsiteX10" fmla="*/ 941445 w 1242804"/>
              <a:gd name="connsiteY10" fmla="*/ 426717 h 2995752"/>
              <a:gd name="connsiteX11" fmla="*/ 960127 w 1242804"/>
              <a:gd name="connsiteY11" fmla="*/ 202012 h 2995752"/>
              <a:gd name="connsiteX12" fmla="*/ 739769 w 1242804"/>
              <a:gd name="connsiteY12" fmla="*/ 2745 h 2995752"/>
              <a:gd name="connsiteX13" fmla="*/ 391772 w 1242804"/>
              <a:gd name="connsiteY13" fmla="*/ 239062 h 2995752"/>
              <a:gd name="connsiteX14" fmla="*/ 213271 w 1242804"/>
              <a:gd name="connsiteY14" fmla="*/ 589674 h 2995752"/>
              <a:gd name="connsiteX15" fmla="*/ 0 w 1242804"/>
              <a:gd name="connsiteY15" fmla="*/ 911663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47081 w 1176614"/>
              <a:gd name="connsiteY14" fmla="*/ 589674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47081 w 1176614"/>
              <a:gd name="connsiteY14" fmla="*/ 589674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893937 w 1176614"/>
              <a:gd name="connsiteY11" fmla="*/ 202012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76614 w 1176614"/>
              <a:gd name="connsiteY0" fmla="*/ 2995752 h 2995752"/>
              <a:gd name="connsiteX1" fmla="*/ 1023991 w 1176614"/>
              <a:gd name="connsiteY1" fmla="*/ 2676141 h 2995752"/>
              <a:gd name="connsiteX2" fmla="*/ 922014 w 1176614"/>
              <a:gd name="connsiteY2" fmla="*/ 2466230 h 2995752"/>
              <a:gd name="connsiteX3" fmla="*/ 958722 w 1176614"/>
              <a:gd name="connsiteY3" fmla="*/ 2206156 h 2995752"/>
              <a:gd name="connsiteX4" fmla="*/ 843898 w 1176614"/>
              <a:gd name="connsiteY4" fmla="*/ 1887507 h 2995752"/>
              <a:gd name="connsiteX5" fmla="*/ 808294 w 1176614"/>
              <a:gd name="connsiteY5" fmla="*/ 1618199 h 2995752"/>
              <a:gd name="connsiteX6" fmla="*/ 753240 w 1176614"/>
              <a:gd name="connsiteY6" fmla="*/ 1323876 h 2995752"/>
              <a:gd name="connsiteX7" fmla="*/ 746653 w 1176614"/>
              <a:gd name="connsiteY7" fmla="*/ 1141354 h 2995752"/>
              <a:gd name="connsiteX8" fmla="*/ 880253 w 1176614"/>
              <a:gd name="connsiteY8" fmla="*/ 950570 h 2995752"/>
              <a:gd name="connsiteX9" fmla="*/ 848966 w 1176614"/>
              <a:gd name="connsiteY9" fmla="*/ 637219 h 2995752"/>
              <a:gd name="connsiteX10" fmla="*/ 875255 w 1176614"/>
              <a:gd name="connsiteY10" fmla="*/ 426717 h 2995752"/>
              <a:gd name="connsiteX11" fmla="*/ 1005838 w 1176614"/>
              <a:gd name="connsiteY11" fmla="*/ 146309 h 2995752"/>
              <a:gd name="connsiteX12" fmla="*/ 673579 w 1176614"/>
              <a:gd name="connsiteY12" fmla="*/ 2745 h 2995752"/>
              <a:gd name="connsiteX13" fmla="*/ 325582 w 1176614"/>
              <a:gd name="connsiteY13" fmla="*/ 239062 h 2995752"/>
              <a:gd name="connsiteX14" fmla="*/ 159899 w 1176614"/>
              <a:gd name="connsiteY14" fmla="*/ 518350 h 2995752"/>
              <a:gd name="connsiteX15" fmla="*/ 0 w 1176614"/>
              <a:gd name="connsiteY15" fmla="*/ 694932 h 2995752"/>
              <a:gd name="connsiteX0" fmla="*/ 1120319 w 1120319"/>
              <a:gd name="connsiteY0" fmla="*/ 3198764 h 3198764"/>
              <a:gd name="connsiteX1" fmla="*/ 1023991 w 1120319"/>
              <a:gd name="connsiteY1" fmla="*/ 2676141 h 3198764"/>
              <a:gd name="connsiteX2" fmla="*/ 922014 w 1120319"/>
              <a:gd name="connsiteY2" fmla="*/ 2466230 h 3198764"/>
              <a:gd name="connsiteX3" fmla="*/ 958722 w 1120319"/>
              <a:gd name="connsiteY3" fmla="*/ 2206156 h 3198764"/>
              <a:gd name="connsiteX4" fmla="*/ 843898 w 1120319"/>
              <a:gd name="connsiteY4" fmla="*/ 1887507 h 3198764"/>
              <a:gd name="connsiteX5" fmla="*/ 808294 w 1120319"/>
              <a:gd name="connsiteY5" fmla="*/ 1618199 h 3198764"/>
              <a:gd name="connsiteX6" fmla="*/ 753240 w 1120319"/>
              <a:gd name="connsiteY6" fmla="*/ 1323876 h 3198764"/>
              <a:gd name="connsiteX7" fmla="*/ 746653 w 1120319"/>
              <a:gd name="connsiteY7" fmla="*/ 1141354 h 3198764"/>
              <a:gd name="connsiteX8" fmla="*/ 880253 w 1120319"/>
              <a:gd name="connsiteY8" fmla="*/ 950570 h 3198764"/>
              <a:gd name="connsiteX9" fmla="*/ 848966 w 1120319"/>
              <a:gd name="connsiteY9" fmla="*/ 637219 h 3198764"/>
              <a:gd name="connsiteX10" fmla="*/ 875255 w 1120319"/>
              <a:gd name="connsiteY10" fmla="*/ 426717 h 3198764"/>
              <a:gd name="connsiteX11" fmla="*/ 1005838 w 1120319"/>
              <a:gd name="connsiteY11" fmla="*/ 146309 h 3198764"/>
              <a:gd name="connsiteX12" fmla="*/ 673579 w 1120319"/>
              <a:gd name="connsiteY12" fmla="*/ 2745 h 3198764"/>
              <a:gd name="connsiteX13" fmla="*/ 325582 w 1120319"/>
              <a:gd name="connsiteY13" fmla="*/ 239062 h 3198764"/>
              <a:gd name="connsiteX14" fmla="*/ 159899 w 1120319"/>
              <a:gd name="connsiteY14" fmla="*/ 518350 h 3198764"/>
              <a:gd name="connsiteX15" fmla="*/ 0 w 1120319"/>
              <a:gd name="connsiteY15" fmla="*/ 694932 h 3198764"/>
              <a:gd name="connsiteX0" fmla="*/ 1120319 w 1120319"/>
              <a:gd name="connsiteY0" fmla="*/ 3198764 h 3198764"/>
              <a:gd name="connsiteX1" fmla="*/ 1023991 w 1120319"/>
              <a:gd name="connsiteY1" fmla="*/ 2676141 h 3198764"/>
              <a:gd name="connsiteX2" fmla="*/ 848198 w 1120319"/>
              <a:gd name="connsiteY2" fmla="*/ 2457650 h 3198764"/>
              <a:gd name="connsiteX3" fmla="*/ 958722 w 1120319"/>
              <a:gd name="connsiteY3" fmla="*/ 2206156 h 3198764"/>
              <a:gd name="connsiteX4" fmla="*/ 843898 w 1120319"/>
              <a:gd name="connsiteY4" fmla="*/ 1887507 h 3198764"/>
              <a:gd name="connsiteX5" fmla="*/ 808294 w 1120319"/>
              <a:gd name="connsiteY5" fmla="*/ 1618199 h 3198764"/>
              <a:gd name="connsiteX6" fmla="*/ 753240 w 1120319"/>
              <a:gd name="connsiteY6" fmla="*/ 1323876 h 3198764"/>
              <a:gd name="connsiteX7" fmla="*/ 746653 w 1120319"/>
              <a:gd name="connsiteY7" fmla="*/ 1141354 h 3198764"/>
              <a:gd name="connsiteX8" fmla="*/ 880253 w 1120319"/>
              <a:gd name="connsiteY8" fmla="*/ 950570 h 3198764"/>
              <a:gd name="connsiteX9" fmla="*/ 848966 w 1120319"/>
              <a:gd name="connsiteY9" fmla="*/ 637219 h 3198764"/>
              <a:gd name="connsiteX10" fmla="*/ 875255 w 1120319"/>
              <a:gd name="connsiteY10" fmla="*/ 426717 h 3198764"/>
              <a:gd name="connsiteX11" fmla="*/ 1005838 w 1120319"/>
              <a:gd name="connsiteY11" fmla="*/ 146309 h 3198764"/>
              <a:gd name="connsiteX12" fmla="*/ 673579 w 1120319"/>
              <a:gd name="connsiteY12" fmla="*/ 2745 h 3198764"/>
              <a:gd name="connsiteX13" fmla="*/ 325582 w 1120319"/>
              <a:gd name="connsiteY13" fmla="*/ 239062 h 3198764"/>
              <a:gd name="connsiteX14" fmla="*/ 159899 w 1120319"/>
              <a:gd name="connsiteY14" fmla="*/ 518350 h 3198764"/>
              <a:gd name="connsiteX15" fmla="*/ 0 w 1120319"/>
              <a:gd name="connsiteY15" fmla="*/ 694932 h 3198764"/>
              <a:gd name="connsiteX0" fmla="*/ 960420 w 960420"/>
              <a:gd name="connsiteY0" fmla="*/ 3198764 h 3198764"/>
              <a:gd name="connsiteX1" fmla="*/ 864092 w 960420"/>
              <a:gd name="connsiteY1" fmla="*/ 2676141 h 3198764"/>
              <a:gd name="connsiteX2" fmla="*/ 688299 w 960420"/>
              <a:gd name="connsiteY2" fmla="*/ 2457650 h 3198764"/>
              <a:gd name="connsiteX3" fmla="*/ 798823 w 960420"/>
              <a:gd name="connsiteY3" fmla="*/ 2206156 h 3198764"/>
              <a:gd name="connsiteX4" fmla="*/ 683999 w 960420"/>
              <a:gd name="connsiteY4" fmla="*/ 1887507 h 3198764"/>
              <a:gd name="connsiteX5" fmla="*/ 648395 w 960420"/>
              <a:gd name="connsiteY5" fmla="*/ 1618199 h 3198764"/>
              <a:gd name="connsiteX6" fmla="*/ 593341 w 960420"/>
              <a:gd name="connsiteY6" fmla="*/ 1323876 h 3198764"/>
              <a:gd name="connsiteX7" fmla="*/ 586754 w 960420"/>
              <a:gd name="connsiteY7" fmla="*/ 1141354 h 3198764"/>
              <a:gd name="connsiteX8" fmla="*/ 720354 w 960420"/>
              <a:gd name="connsiteY8" fmla="*/ 950570 h 3198764"/>
              <a:gd name="connsiteX9" fmla="*/ 689067 w 960420"/>
              <a:gd name="connsiteY9" fmla="*/ 637219 h 3198764"/>
              <a:gd name="connsiteX10" fmla="*/ 715356 w 960420"/>
              <a:gd name="connsiteY10" fmla="*/ 426717 h 3198764"/>
              <a:gd name="connsiteX11" fmla="*/ 845939 w 960420"/>
              <a:gd name="connsiteY11" fmla="*/ 146309 h 3198764"/>
              <a:gd name="connsiteX12" fmla="*/ 513680 w 960420"/>
              <a:gd name="connsiteY12" fmla="*/ 2745 h 3198764"/>
              <a:gd name="connsiteX13" fmla="*/ 165683 w 960420"/>
              <a:gd name="connsiteY13" fmla="*/ 239062 h 3198764"/>
              <a:gd name="connsiteX14" fmla="*/ 0 w 960420"/>
              <a:gd name="connsiteY14" fmla="*/ 518350 h 3198764"/>
              <a:gd name="connsiteX0" fmla="*/ 794737 w 794737"/>
              <a:gd name="connsiteY0" fmla="*/ 3198764 h 3198764"/>
              <a:gd name="connsiteX1" fmla="*/ 698409 w 794737"/>
              <a:gd name="connsiteY1" fmla="*/ 2676141 h 3198764"/>
              <a:gd name="connsiteX2" fmla="*/ 522616 w 794737"/>
              <a:gd name="connsiteY2" fmla="*/ 2457650 h 3198764"/>
              <a:gd name="connsiteX3" fmla="*/ 633140 w 794737"/>
              <a:gd name="connsiteY3" fmla="*/ 2206156 h 3198764"/>
              <a:gd name="connsiteX4" fmla="*/ 518316 w 794737"/>
              <a:gd name="connsiteY4" fmla="*/ 1887507 h 3198764"/>
              <a:gd name="connsiteX5" fmla="*/ 482712 w 794737"/>
              <a:gd name="connsiteY5" fmla="*/ 1618199 h 3198764"/>
              <a:gd name="connsiteX6" fmla="*/ 427658 w 794737"/>
              <a:gd name="connsiteY6" fmla="*/ 1323876 h 3198764"/>
              <a:gd name="connsiteX7" fmla="*/ 421071 w 794737"/>
              <a:gd name="connsiteY7" fmla="*/ 1141354 h 3198764"/>
              <a:gd name="connsiteX8" fmla="*/ 554671 w 794737"/>
              <a:gd name="connsiteY8" fmla="*/ 950570 h 3198764"/>
              <a:gd name="connsiteX9" fmla="*/ 523384 w 794737"/>
              <a:gd name="connsiteY9" fmla="*/ 637219 h 3198764"/>
              <a:gd name="connsiteX10" fmla="*/ 549673 w 794737"/>
              <a:gd name="connsiteY10" fmla="*/ 426717 h 3198764"/>
              <a:gd name="connsiteX11" fmla="*/ 680256 w 794737"/>
              <a:gd name="connsiteY11" fmla="*/ 146309 h 3198764"/>
              <a:gd name="connsiteX12" fmla="*/ 347997 w 794737"/>
              <a:gd name="connsiteY12" fmla="*/ 2745 h 3198764"/>
              <a:gd name="connsiteX13" fmla="*/ 0 w 794737"/>
              <a:gd name="connsiteY13" fmla="*/ 239062 h 3198764"/>
              <a:gd name="connsiteX0" fmla="*/ 754367 w 754367"/>
              <a:gd name="connsiteY0" fmla="*/ 3258074 h 3258074"/>
              <a:gd name="connsiteX1" fmla="*/ 658039 w 754367"/>
              <a:gd name="connsiteY1" fmla="*/ 2735451 h 3258074"/>
              <a:gd name="connsiteX2" fmla="*/ 482246 w 754367"/>
              <a:gd name="connsiteY2" fmla="*/ 2516960 h 3258074"/>
              <a:gd name="connsiteX3" fmla="*/ 592770 w 754367"/>
              <a:gd name="connsiteY3" fmla="*/ 2265466 h 3258074"/>
              <a:gd name="connsiteX4" fmla="*/ 477946 w 754367"/>
              <a:gd name="connsiteY4" fmla="*/ 1946817 h 3258074"/>
              <a:gd name="connsiteX5" fmla="*/ 442342 w 754367"/>
              <a:gd name="connsiteY5" fmla="*/ 1677509 h 3258074"/>
              <a:gd name="connsiteX6" fmla="*/ 387288 w 754367"/>
              <a:gd name="connsiteY6" fmla="*/ 1383186 h 3258074"/>
              <a:gd name="connsiteX7" fmla="*/ 380701 w 754367"/>
              <a:gd name="connsiteY7" fmla="*/ 1200664 h 3258074"/>
              <a:gd name="connsiteX8" fmla="*/ 514301 w 754367"/>
              <a:gd name="connsiteY8" fmla="*/ 1009880 h 3258074"/>
              <a:gd name="connsiteX9" fmla="*/ 483014 w 754367"/>
              <a:gd name="connsiteY9" fmla="*/ 696529 h 3258074"/>
              <a:gd name="connsiteX10" fmla="*/ 509303 w 754367"/>
              <a:gd name="connsiteY10" fmla="*/ 486027 h 3258074"/>
              <a:gd name="connsiteX11" fmla="*/ 639886 w 754367"/>
              <a:gd name="connsiteY11" fmla="*/ 205619 h 3258074"/>
              <a:gd name="connsiteX12" fmla="*/ 307627 w 754367"/>
              <a:gd name="connsiteY12" fmla="*/ 62055 h 3258074"/>
              <a:gd name="connsiteX13" fmla="*/ 0 w 754367"/>
              <a:gd name="connsiteY13" fmla="*/ 54798 h 3258074"/>
              <a:gd name="connsiteX0" fmla="*/ 714054 w 714054"/>
              <a:gd name="connsiteY0" fmla="*/ 2944554 h 2944554"/>
              <a:gd name="connsiteX1" fmla="*/ 658039 w 714054"/>
              <a:gd name="connsiteY1" fmla="*/ 2735451 h 2944554"/>
              <a:gd name="connsiteX2" fmla="*/ 482246 w 714054"/>
              <a:gd name="connsiteY2" fmla="*/ 2516960 h 2944554"/>
              <a:gd name="connsiteX3" fmla="*/ 592770 w 714054"/>
              <a:gd name="connsiteY3" fmla="*/ 2265466 h 2944554"/>
              <a:gd name="connsiteX4" fmla="*/ 477946 w 714054"/>
              <a:gd name="connsiteY4" fmla="*/ 1946817 h 2944554"/>
              <a:gd name="connsiteX5" fmla="*/ 442342 w 714054"/>
              <a:gd name="connsiteY5" fmla="*/ 1677509 h 2944554"/>
              <a:gd name="connsiteX6" fmla="*/ 387288 w 714054"/>
              <a:gd name="connsiteY6" fmla="*/ 1383186 h 2944554"/>
              <a:gd name="connsiteX7" fmla="*/ 380701 w 714054"/>
              <a:gd name="connsiteY7" fmla="*/ 1200664 h 2944554"/>
              <a:gd name="connsiteX8" fmla="*/ 514301 w 714054"/>
              <a:gd name="connsiteY8" fmla="*/ 1009880 h 2944554"/>
              <a:gd name="connsiteX9" fmla="*/ 483014 w 714054"/>
              <a:gd name="connsiteY9" fmla="*/ 696529 h 2944554"/>
              <a:gd name="connsiteX10" fmla="*/ 509303 w 714054"/>
              <a:gd name="connsiteY10" fmla="*/ 486027 h 2944554"/>
              <a:gd name="connsiteX11" fmla="*/ 639886 w 714054"/>
              <a:gd name="connsiteY11" fmla="*/ 205619 h 2944554"/>
              <a:gd name="connsiteX12" fmla="*/ 307627 w 714054"/>
              <a:gd name="connsiteY12" fmla="*/ 62055 h 2944554"/>
              <a:gd name="connsiteX13" fmla="*/ 0 w 714054"/>
              <a:gd name="connsiteY13" fmla="*/ 54798 h 2944554"/>
              <a:gd name="connsiteX0" fmla="*/ 714054 w 714054"/>
              <a:gd name="connsiteY0" fmla="*/ 2944554 h 2944554"/>
              <a:gd name="connsiteX1" fmla="*/ 658039 w 714054"/>
              <a:gd name="connsiteY1" fmla="*/ 2735451 h 2944554"/>
              <a:gd name="connsiteX2" fmla="*/ 482246 w 714054"/>
              <a:gd name="connsiteY2" fmla="*/ 2516960 h 2944554"/>
              <a:gd name="connsiteX3" fmla="*/ 592770 w 714054"/>
              <a:gd name="connsiteY3" fmla="*/ 2265466 h 2944554"/>
              <a:gd name="connsiteX4" fmla="*/ 477946 w 714054"/>
              <a:gd name="connsiteY4" fmla="*/ 1946817 h 2944554"/>
              <a:gd name="connsiteX5" fmla="*/ 546240 w 714054"/>
              <a:gd name="connsiteY5" fmla="*/ 1579831 h 2944554"/>
              <a:gd name="connsiteX6" fmla="*/ 387288 w 714054"/>
              <a:gd name="connsiteY6" fmla="*/ 1383186 h 2944554"/>
              <a:gd name="connsiteX7" fmla="*/ 380701 w 714054"/>
              <a:gd name="connsiteY7" fmla="*/ 1200664 h 2944554"/>
              <a:gd name="connsiteX8" fmla="*/ 514301 w 714054"/>
              <a:gd name="connsiteY8" fmla="*/ 1009880 h 2944554"/>
              <a:gd name="connsiteX9" fmla="*/ 483014 w 714054"/>
              <a:gd name="connsiteY9" fmla="*/ 696529 h 2944554"/>
              <a:gd name="connsiteX10" fmla="*/ 509303 w 714054"/>
              <a:gd name="connsiteY10" fmla="*/ 486027 h 2944554"/>
              <a:gd name="connsiteX11" fmla="*/ 639886 w 714054"/>
              <a:gd name="connsiteY11" fmla="*/ 205619 h 2944554"/>
              <a:gd name="connsiteX12" fmla="*/ 307627 w 714054"/>
              <a:gd name="connsiteY12" fmla="*/ 62055 h 2944554"/>
              <a:gd name="connsiteX13" fmla="*/ 0 w 714054"/>
              <a:gd name="connsiteY13" fmla="*/ 54798 h 2944554"/>
              <a:gd name="connsiteX0" fmla="*/ 714054 w 714054"/>
              <a:gd name="connsiteY0" fmla="*/ 2944554 h 2944554"/>
              <a:gd name="connsiteX1" fmla="*/ 658039 w 714054"/>
              <a:gd name="connsiteY1" fmla="*/ 2735451 h 2944554"/>
              <a:gd name="connsiteX2" fmla="*/ 482246 w 714054"/>
              <a:gd name="connsiteY2" fmla="*/ 2516960 h 2944554"/>
              <a:gd name="connsiteX3" fmla="*/ 592770 w 714054"/>
              <a:gd name="connsiteY3" fmla="*/ 2265466 h 2944554"/>
              <a:gd name="connsiteX4" fmla="*/ 477946 w 714054"/>
              <a:gd name="connsiteY4" fmla="*/ 1946817 h 2944554"/>
              <a:gd name="connsiteX5" fmla="*/ 546240 w 714054"/>
              <a:gd name="connsiteY5" fmla="*/ 1579831 h 2944554"/>
              <a:gd name="connsiteX6" fmla="*/ 453138 w 714054"/>
              <a:gd name="connsiteY6" fmla="*/ 1363819 h 2944554"/>
              <a:gd name="connsiteX7" fmla="*/ 380701 w 714054"/>
              <a:gd name="connsiteY7" fmla="*/ 1200664 h 2944554"/>
              <a:gd name="connsiteX8" fmla="*/ 514301 w 714054"/>
              <a:gd name="connsiteY8" fmla="*/ 1009880 h 2944554"/>
              <a:gd name="connsiteX9" fmla="*/ 483014 w 714054"/>
              <a:gd name="connsiteY9" fmla="*/ 696529 h 2944554"/>
              <a:gd name="connsiteX10" fmla="*/ 509303 w 714054"/>
              <a:gd name="connsiteY10" fmla="*/ 486027 h 2944554"/>
              <a:gd name="connsiteX11" fmla="*/ 639886 w 714054"/>
              <a:gd name="connsiteY11" fmla="*/ 205619 h 2944554"/>
              <a:gd name="connsiteX12" fmla="*/ 307627 w 714054"/>
              <a:gd name="connsiteY12" fmla="*/ 62055 h 2944554"/>
              <a:gd name="connsiteX13" fmla="*/ 0 w 714054"/>
              <a:gd name="connsiteY13" fmla="*/ 54798 h 2944554"/>
              <a:gd name="connsiteX0" fmla="*/ 406427 w 406427"/>
              <a:gd name="connsiteY0" fmla="*/ 2882962 h 2882962"/>
              <a:gd name="connsiteX1" fmla="*/ 350412 w 406427"/>
              <a:gd name="connsiteY1" fmla="*/ 2673859 h 2882962"/>
              <a:gd name="connsiteX2" fmla="*/ 174619 w 406427"/>
              <a:gd name="connsiteY2" fmla="*/ 2455368 h 2882962"/>
              <a:gd name="connsiteX3" fmla="*/ 285143 w 406427"/>
              <a:gd name="connsiteY3" fmla="*/ 2203874 h 2882962"/>
              <a:gd name="connsiteX4" fmla="*/ 170319 w 406427"/>
              <a:gd name="connsiteY4" fmla="*/ 1885225 h 2882962"/>
              <a:gd name="connsiteX5" fmla="*/ 238613 w 406427"/>
              <a:gd name="connsiteY5" fmla="*/ 1518239 h 2882962"/>
              <a:gd name="connsiteX6" fmla="*/ 145511 w 406427"/>
              <a:gd name="connsiteY6" fmla="*/ 1302227 h 2882962"/>
              <a:gd name="connsiteX7" fmla="*/ 73074 w 406427"/>
              <a:gd name="connsiteY7" fmla="*/ 1139072 h 2882962"/>
              <a:gd name="connsiteX8" fmla="*/ 206674 w 406427"/>
              <a:gd name="connsiteY8" fmla="*/ 948288 h 2882962"/>
              <a:gd name="connsiteX9" fmla="*/ 175387 w 406427"/>
              <a:gd name="connsiteY9" fmla="*/ 634937 h 2882962"/>
              <a:gd name="connsiteX10" fmla="*/ 201676 w 406427"/>
              <a:gd name="connsiteY10" fmla="*/ 424435 h 2882962"/>
              <a:gd name="connsiteX11" fmla="*/ 332259 w 406427"/>
              <a:gd name="connsiteY11" fmla="*/ 144027 h 2882962"/>
              <a:gd name="connsiteX12" fmla="*/ 0 w 406427"/>
              <a:gd name="connsiteY12" fmla="*/ 463 h 2882962"/>
              <a:gd name="connsiteX0" fmla="*/ 350412 w 350412"/>
              <a:gd name="connsiteY0" fmla="*/ 2673859 h 2673859"/>
              <a:gd name="connsiteX1" fmla="*/ 174619 w 350412"/>
              <a:gd name="connsiteY1" fmla="*/ 2455368 h 2673859"/>
              <a:gd name="connsiteX2" fmla="*/ 285143 w 350412"/>
              <a:gd name="connsiteY2" fmla="*/ 2203874 h 2673859"/>
              <a:gd name="connsiteX3" fmla="*/ 170319 w 350412"/>
              <a:gd name="connsiteY3" fmla="*/ 1885225 h 2673859"/>
              <a:gd name="connsiteX4" fmla="*/ 238613 w 350412"/>
              <a:gd name="connsiteY4" fmla="*/ 1518239 h 2673859"/>
              <a:gd name="connsiteX5" fmla="*/ 145511 w 350412"/>
              <a:gd name="connsiteY5" fmla="*/ 1302227 h 2673859"/>
              <a:gd name="connsiteX6" fmla="*/ 73074 w 350412"/>
              <a:gd name="connsiteY6" fmla="*/ 1139072 h 2673859"/>
              <a:gd name="connsiteX7" fmla="*/ 206674 w 350412"/>
              <a:gd name="connsiteY7" fmla="*/ 948288 h 2673859"/>
              <a:gd name="connsiteX8" fmla="*/ 175387 w 350412"/>
              <a:gd name="connsiteY8" fmla="*/ 634937 h 2673859"/>
              <a:gd name="connsiteX9" fmla="*/ 201676 w 350412"/>
              <a:gd name="connsiteY9" fmla="*/ 424435 h 2673859"/>
              <a:gd name="connsiteX10" fmla="*/ 332259 w 350412"/>
              <a:gd name="connsiteY10" fmla="*/ 144027 h 2673859"/>
              <a:gd name="connsiteX11" fmla="*/ 0 w 350412"/>
              <a:gd name="connsiteY11" fmla="*/ 463 h 2673859"/>
              <a:gd name="connsiteX0" fmla="*/ 174619 w 336643"/>
              <a:gd name="connsiteY0" fmla="*/ 2455368 h 2455368"/>
              <a:gd name="connsiteX1" fmla="*/ 285143 w 336643"/>
              <a:gd name="connsiteY1" fmla="*/ 2203874 h 2455368"/>
              <a:gd name="connsiteX2" fmla="*/ 170319 w 336643"/>
              <a:gd name="connsiteY2" fmla="*/ 1885225 h 2455368"/>
              <a:gd name="connsiteX3" fmla="*/ 238613 w 336643"/>
              <a:gd name="connsiteY3" fmla="*/ 1518239 h 2455368"/>
              <a:gd name="connsiteX4" fmla="*/ 145511 w 336643"/>
              <a:gd name="connsiteY4" fmla="*/ 1302227 h 2455368"/>
              <a:gd name="connsiteX5" fmla="*/ 73074 w 336643"/>
              <a:gd name="connsiteY5" fmla="*/ 1139072 h 2455368"/>
              <a:gd name="connsiteX6" fmla="*/ 206674 w 336643"/>
              <a:gd name="connsiteY6" fmla="*/ 948288 h 2455368"/>
              <a:gd name="connsiteX7" fmla="*/ 175387 w 336643"/>
              <a:gd name="connsiteY7" fmla="*/ 634937 h 2455368"/>
              <a:gd name="connsiteX8" fmla="*/ 201676 w 336643"/>
              <a:gd name="connsiteY8" fmla="*/ 424435 h 2455368"/>
              <a:gd name="connsiteX9" fmla="*/ 332259 w 336643"/>
              <a:gd name="connsiteY9" fmla="*/ 144027 h 2455368"/>
              <a:gd name="connsiteX10" fmla="*/ 0 w 336643"/>
              <a:gd name="connsiteY10" fmla="*/ 463 h 2455368"/>
              <a:gd name="connsiteX0" fmla="*/ 247566 w 336643"/>
              <a:gd name="connsiteY0" fmla="*/ 2437564 h 2437564"/>
              <a:gd name="connsiteX1" fmla="*/ 285143 w 336643"/>
              <a:gd name="connsiteY1" fmla="*/ 2203874 h 2437564"/>
              <a:gd name="connsiteX2" fmla="*/ 170319 w 336643"/>
              <a:gd name="connsiteY2" fmla="*/ 1885225 h 2437564"/>
              <a:gd name="connsiteX3" fmla="*/ 238613 w 336643"/>
              <a:gd name="connsiteY3" fmla="*/ 1518239 h 2437564"/>
              <a:gd name="connsiteX4" fmla="*/ 145511 w 336643"/>
              <a:gd name="connsiteY4" fmla="*/ 1302227 h 2437564"/>
              <a:gd name="connsiteX5" fmla="*/ 73074 w 336643"/>
              <a:gd name="connsiteY5" fmla="*/ 1139072 h 2437564"/>
              <a:gd name="connsiteX6" fmla="*/ 206674 w 336643"/>
              <a:gd name="connsiteY6" fmla="*/ 948288 h 2437564"/>
              <a:gd name="connsiteX7" fmla="*/ 175387 w 336643"/>
              <a:gd name="connsiteY7" fmla="*/ 634937 h 2437564"/>
              <a:gd name="connsiteX8" fmla="*/ 201676 w 336643"/>
              <a:gd name="connsiteY8" fmla="*/ 424435 h 2437564"/>
              <a:gd name="connsiteX9" fmla="*/ 332259 w 336643"/>
              <a:gd name="connsiteY9" fmla="*/ 144027 h 2437564"/>
              <a:gd name="connsiteX10" fmla="*/ 0 w 336643"/>
              <a:gd name="connsiteY10" fmla="*/ 463 h 2437564"/>
              <a:gd name="connsiteX0" fmla="*/ 343622 w 432699"/>
              <a:gd name="connsiteY0" fmla="*/ 2382509 h 2382509"/>
              <a:gd name="connsiteX1" fmla="*/ 381199 w 432699"/>
              <a:gd name="connsiteY1" fmla="*/ 2148819 h 2382509"/>
              <a:gd name="connsiteX2" fmla="*/ 266375 w 432699"/>
              <a:gd name="connsiteY2" fmla="*/ 1830170 h 2382509"/>
              <a:gd name="connsiteX3" fmla="*/ 334669 w 432699"/>
              <a:gd name="connsiteY3" fmla="*/ 1463184 h 2382509"/>
              <a:gd name="connsiteX4" fmla="*/ 241567 w 432699"/>
              <a:gd name="connsiteY4" fmla="*/ 1247172 h 2382509"/>
              <a:gd name="connsiteX5" fmla="*/ 169130 w 432699"/>
              <a:gd name="connsiteY5" fmla="*/ 1084017 h 2382509"/>
              <a:gd name="connsiteX6" fmla="*/ 302730 w 432699"/>
              <a:gd name="connsiteY6" fmla="*/ 893233 h 2382509"/>
              <a:gd name="connsiteX7" fmla="*/ 271443 w 432699"/>
              <a:gd name="connsiteY7" fmla="*/ 579882 h 2382509"/>
              <a:gd name="connsiteX8" fmla="*/ 297732 w 432699"/>
              <a:gd name="connsiteY8" fmla="*/ 369380 h 2382509"/>
              <a:gd name="connsiteX9" fmla="*/ 428315 w 432699"/>
              <a:gd name="connsiteY9" fmla="*/ 88972 h 2382509"/>
              <a:gd name="connsiteX10" fmla="*/ 0 w 432699"/>
              <a:gd name="connsiteY10" fmla="*/ 1236 h 2382509"/>
              <a:gd name="connsiteX0" fmla="*/ 343622 w 432699"/>
              <a:gd name="connsiteY0" fmla="*/ 2405698 h 2405698"/>
              <a:gd name="connsiteX1" fmla="*/ 381199 w 432699"/>
              <a:gd name="connsiteY1" fmla="*/ 2172008 h 2405698"/>
              <a:gd name="connsiteX2" fmla="*/ 266375 w 432699"/>
              <a:gd name="connsiteY2" fmla="*/ 1853359 h 2405698"/>
              <a:gd name="connsiteX3" fmla="*/ 334669 w 432699"/>
              <a:gd name="connsiteY3" fmla="*/ 1486373 h 2405698"/>
              <a:gd name="connsiteX4" fmla="*/ 241567 w 432699"/>
              <a:gd name="connsiteY4" fmla="*/ 1270361 h 2405698"/>
              <a:gd name="connsiteX5" fmla="*/ 169130 w 432699"/>
              <a:gd name="connsiteY5" fmla="*/ 1107206 h 2405698"/>
              <a:gd name="connsiteX6" fmla="*/ 302730 w 432699"/>
              <a:gd name="connsiteY6" fmla="*/ 916422 h 2405698"/>
              <a:gd name="connsiteX7" fmla="*/ 271443 w 432699"/>
              <a:gd name="connsiteY7" fmla="*/ 603071 h 2405698"/>
              <a:gd name="connsiteX8" fmla="*/ 297732 w 432699"/>
              <a:gd name="connsiteY8" fmla="*/ 392569 h 2405698"/>
              <a:gd name="connsiteX9" fmla="*/ 428315 w 432699"/>
              <a:gd name="connsiteY9" fmla="*/ 112161 h 2405698"/>
              <a:gd name="connsiteX10" fmla="*/ 0 w 432699"/>
              <a:gd name="connsiteY10" fmla="*/ 24425 h 2405698"/>
              <a:gd name="connsiteX0" fmla="*/ 343622 w 475898"/>
              <a:gd name="connsiteY0" fmla="*/ 2407191 h 2407191"/>
              <a:gd name="connsiteX1" fmla="*/ 381199 w 475898"/>
              <a:gd name="connsiteY1" fmla="*/ 2173501 h 2407191"/>
              <a:gd name="connsiteX2" fmla="*/ 266375 w 475898"/>
              <a:gd name="connsiteY2" fmla="*/ 1854852 h 2407191"/>
              <a:gd name="connsiteX3" fmla="*/ 334669 w 475898"/>
              <a:gd name="connsiteY3" fmla="*/ 1487866 h 2407191"/>
              <a:gd name="connsiteX4" fmla="*/ 241567 w 475898"/>
              <a:gd name="connsiteY4" fmla="*/ 1271854 h 2407191"/>
              <a:gd name="connsiteX5" fmla="*/ 169130 w 475898"/>
              <a:gd name="connsiteY5" fmla="*/ 1108699 h 2407191"/>
              <a:gd name="connsiteX6" fmla="*/ 302730 w 475898"/>
              <a:gd name="connsiteY6" fmla="*/ 917915 h 2407191"/>
              <a:gd name="connsiteX7" fmla="*/ 271443 w 475898"/>
              <a:gd name="connsiteY7" fmla="*/ 604564 h 2407191"/>
              <a:gd name="connsiteX8" fmla="*/ 297732 w 475898"/>
              <a:gd name="connsiteY8" fmla="*/ 394062 h 2407191"/>
              <a:gd name="connsiteX9" fmla="*/ 472328 w 475898"/>
              <a:gd name="connsiteY9" fmla="*/ 105089 h 2407191"/>
              <a:gd name="connsiteX10" fmla="*/ 0 w 475898"/>
              <a:gd name="connsiteY10" fmla="*/ 25918 h 2407191"/>
              <a:gd name="connsiteX0" fmla="*/ 343622 w 475898"/>
              <a:gd name="connsiteY0" fmla="*/ 2425016 h 2425016"/>
              <a:gd name="connsiteX1" fmla="*/ 381199 w 475898"/>
              <a:gd name="connsiteY1" fmla="*/ 2191326 h 2425016"/>
              <a:gd name="connsiteX2" fmla="*/ 266375 w 475898"/>
              <a:gd name="connsiteY2" fmla="*/ 1872677 h 2425016"/>
              <a:gd name="connsiteX3" fmla="*/ 334669 w 475898"/>
              <a:gd name="connsiteY3" fmla="*/ 1505691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 name="connsiteX0" fmla="*/ 343622 w 475898"/>
              <a:gd name="connsiteY0" fmla="*/ 2425016 h 2425016"/>
              <a:gd name="connsiteX1" fmla="*/ 381199 w 475898"/>
              <a:gd name="connsiteY1" fmla="*/ 2191326 h 2425016"/>
              <a:gd name="connsiteX2" fmla="*/ 266375 w 475898"/>
              <a:gd name="connsiteY2" fmla="*/ 1872677 h 2425016"/>
              <a:gd name="connsiteX3" fmla="*/ 334669 w 475898"/>
              <a:gd name="connsiteY3" fmla="*/ 1505691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 name="connsiteX0" fmla="*/ 343622 w 475898"/>
              <a:gd name="connsiteY0" fmla="*/ 2425016 h 2425016"/>
              <a:gd name="connsiteX1" fmla="*/ 381199 w 475898"/>
              <a:gd name="connsiteY1" fmla="*/ 2191326 h 2425016"/>
              <a:gd name="connsiteX2" fmla="*/ 266375 w 475898"/>
              <a:gd name="connsiteY2" fmla="*/ 1872677 h 2425016"/>
              <a:gd name="connsiteX3" fmla="*/ 334669 w 475898"/>
              <a:gd name="connsiteY3" fmla="*/ 1505691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 name="connsiteX0" fmla="*/ 343622 w 475898"/>
              <a:gd name="connsiteY0" fmla="*/ 2425016 h 2425016"/>
              <a:gd name="connsiteX1" fmla="*/ 381199 w 475898"/>
              <a:gd name="connsiteY1" fmla="*/ 2191326 h 2425016"/>
              <a:gd name="connsiteX2" fmla="*/ 266375 w 475898"/>
              <a:gd name="connsiteY2" fmla="*/ 1872677 h 2425016"/>
              <a:gd name="connsiteX3" fmla="*/ 334669 w 475898"/>
              <a:gd name="connsiteY3" fmla="*/ 1505691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 name="connsiteX0" fmla="*/ 343622 w 475898"/>
              <a:gd name="connsiteY0" fmla="*/ 2425016 h 2425016"/>
              <a:gd name="connsiteX1" fmla="*/ 381199 w 475898"/>
              <a:gd name="connsiteY1" fmla="*/ 2191326 h 2425016"/>
              <a:gd name="connsiteX2" fmla="*/ 266375 w 475898"/>
              <a:gd name="connsiteY2" fmla="*/ 1872677 h 2425016"/>
              <a:gd name="connsiteX3" fmla="*/ 358534 w 475898"/>
              <a:gd name="connsiteY3" fmla="*/ 1485037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 name="connsiteX0" fmla="*/ 343622 w 475898"/>
              <a:gd name="connsiteY0" fmla="*/ 2425016 h 2425016"/>
              <a:gd name="connsiteX1" fmla="*/ 381199 w 475898"/>
              <a:gd name="connsiteY1" fmla="*/ 2191326 h 2425016"/>
              <a:gd name="connsiteX2" fmla="*/ 266375 w 475898"/>
              <a:gd name="connsiteY2" fmla="*/ 1872677 h 2425016"/>
              <a:gd name="connsiteX3" fmla="*/ 358534 w 475898"/>
              <a:gd name="connsiteY3" fmla="*/ 1485037 h 2425016"/>
              <a:gd name="connsiteX4" fmla="*/ 241567 w 475898"/>
              <a:gd name="connsiteY4" fmla="*/ 1289679 h 2425016"/>
              <a:gd name="connsiteX5" fmla="*/ 169130 w 475898"/>
              <a:gd name="connsiteY5" fmla="*/ 1126524 h 2425016"/>
              <a:gd name="connsiteX6" fmla="*/ 302730 w 475898"/>
              <a:gd name="connsiteY6" fmla="*/ 935740 h 2425016"/>
              <a:gd name="connsiteX7" fmla="*/ 271443 w 475898"/>
              <a:gd name="connsiteY7" fmla="*/ 622389 h 2425016"/>
              <a:gd name="connsiteX8" fmla="*/ 297732 w 475898"/>
              <a:gd name="connsiteY8" fmla="*/ 411887 h 2425016"/>
              <a:gd name="connsiteX9" fmla="*/ 472328 w 475898"/>
              <a:gd name="connsiteY9" fmla="*/ 122914 h 2425016"/>
              <a:gd name="connsiteX10" fmla="*/ 0 w 475898"/>
              <a:gd name="connsiteY10" fmla="*/ 43743 h 242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898" h="2425016">
                <a:moveTo>
                  <a:pt x="343622" y="2425016"/>
                </a:moveTo>
                <a:cubicBezTo>
                  <a:pt x="344866" y="2346738"/>
                  <a:pt x="394073" y="2283382"/>
                  <a:pt x="381199" y="2191326"/>
                </a:cubicBezTo>
                <a:cubicBezTo>
                  <a:pt x="368325" y="2099270"/>
                  <a:pt x="270152" y="1990392"/>
                  <a:pt x="266375" y="1872677"/>
                </a:cubicBezTo>
                <a:cubicBezTo>
                  <a:pt x="262598" y="1754962"/>
                  <a:pt x="328401" y="1630375"/>
                  <a:pt x="358534" y="1485037"/>
                </a:cubicBezTo>
                <a:cubicBezTo>
                  <a:pt x="363726" y="1404089"/>
                  <a:pt x="413015" y="1391622"/>
                  <a:pt x="241567" y="1289679"/>
                </a:cubicBezTo>
                <a:cubicBezTo>
                  <a:pt x="193523" y="1247179"/>
                  <a:pt x="157319" y="1209011"/>
                  <a:pt x="169130" y="1126524"/>
                </a:cubicBezTo>
                <a:cubicBezTo>
                  <a:pt x="176083" y="1077757"/>
                  <a:pt x="285678" y="1019762"/>
                  <a:pt x="302730" y="935740"/>
                </a:cubicBezTo>
                <a:cubicBezTo>
                  <a:pt x="319782" y="851718"/>
                  <a:pt x="272276" y="709698"/>
                  <a:pt x="271443" y="622389"/>
                </a:cubicBezTo>
                <a:cubicBezTo>
                  <a:pt x="270610" y="535080"/>
                  <a:pt x="304454" y="485530"/>
                  <a:pt x="297732" y="411887"/>
                </a:cubicBezTo>
                <a:cubicBezTo>
                  <a:pt x="291010" y="338244"/>
                  <a:pt x="505941" y="193576"/>
                  <a:pt x="472328" y="122914"/>
                </a:cubicBezTo>
                <a:cubicBezTo>
                  <a:pt x="438715" y="52252"/>
                  <a:pt x="157668" y="-63875"/>
                  <a:pt x="0" y="43743"/>
                </a:cubicBezTo>
              </a:path>
            </a:pathLst>
          </a:custGeom>
          <a:noFill/>
          <a:ln w="9525" cap="rnd">
            <a:solidFill>
              <a:schemeClr val="tx1">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51" name="Freeform: Shape 50">
            <a:extLst>
              <a:ext uri="{FF2B5EF4-FFF2-40B4-BE49-F238E27FC236}">
                <a16:creationId xmlns:a16="http://schemas.microsoft.com/office/drawing/2014/main" id="{91A6F509-E443-EFB2-F7A8-BC2CE73C12AE}"/>
              </a:ext>
            </a:extLst>
          </p:cNvPr>
          <p:cNvSpPr/>
          <p:nvPr userDrawn="1"/>
        </p:nvSpPr>
        <p:spPr>
          <a:xfrm rot="19063649">
            <a:off x="1318964" y="3146939"/>
            <a:ext cx="1698077" cy="4559559"/>
          </a:xfrm>
          <a:custGeom>
            <a:avLst/>
            <a:gdLst>
              <a:gd name="connsiteX0" fmla="*/ 0 w 2059193"/>
              <a:gd name="connsiteY0" fmla="*/ 3980116 h 3980116"/>
              <a:gd name="connsiteX1" fmla="*/ 471583 w 2059193"/>
              <a:gd name="connsiteY1" fmla="*/ 3515678 h 3980116"/>
              <a:gd name="connsiteX2" fmla="*/ 758666 w 2059193"/>
              <a:gd name="connsiteY2" fmla="*/ 3163824 h 3980116"/>
              <a:gd name="connsiteX3" fmla="*/ 940499 w 2059193"/>
              <a:gd name="connsiteY3" fmla="*/ 2780824 h 3980116"/>
              <a:gd name="connsiteX4" fmla="*/ 1055370 w 2059193"/>
              <a:gd name="connsiteY4" fmla="*/ 2242185 h 3980116"/>
              <a:gd name="connsiteX5" fmla="*/ 1136714 w 2059193"/>
              <a:gd name="connsiteY5" fmla="*/ 1878330 h 3980116"/>
              <a:gd name="connsiteX6" fmla="*/ 1246727 w 2059193"/>
              <a:gd name="connsiteY6" fmla="*/ 1562386 h 3980116"/>
              <a:gd name="connsiteX7" fmla="*/ 1378363 w 2059193"/>
              <a:gd name="connsiteY7" fmla="*/ 1430750 h 3980116"/>
              <a:gd name="connsiteX8" fmla="*/ 1691831 w 2059193"/>
              <a:gd name="connsiteY8" fmla="*/ 1394841 h 3980116"/>
              <a:gd name="connsiteX9" fmla="*/ 1914335 w 2059193"/>
              <a:gd name="connsiteY9" fmla="*/ 1323023 h 3980116"/>
              <a:gd name="connsiteX10" fmla="*/ 2055495 w 2059193"/>
              <a:gd name="connsiteY10" fmla="*/ 1098042 h 3980116"/>
              <a:gd name="connsiteX11" fmla="*/ 2033969 w 2059193"/>
              <a:gd name="connsiteY11" fmla="*/ 930497 h 3980116"/>
              <a:gd name="connsiteX12" fmla="*/ 1885664 w 2059193"/>
              <a:gd name="connsiteY12" fmla="*/ 760571 h 3980116"/>
              <a:gd name="connsiteX13" fmla="*/ 1636871 w 2059193"/>
              <a:gd name="connsiteY13" fmla="*/ 612172 h 3980116"/>
              <a:gd name="connsiteX14" fmla="*/ 1335405 w 2059193"/>
              <a:gd name="connsiteY14" fmla="*/ 459010 h 3980116"/>
              <a:gd name="connsiteX15" fmla="*/ 1234916 w 2059193"/>
              <a:gd name="connsiteY15" fmla="*/ 269939 h 3980116"/>
              <a:gd name="connsiteX16" fmla="*/ 1386935 w 2059193"/>
              <a:gd name="connsiteY16" fmla="*/ 0 h 39801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57799 w 2270265"/>
              <a:gd name="connsiteY6" fmla="*/ 1562386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589435 w 2270265"/>
              <a:gd name="connsiteY7" fmla="*/ 1430750 h 4134216"/>
              <a:gd name="connsiteX8" fmla="*/ 1902903 w 2270265"/>
              <a:gd name="connsiteY8" fmla="*/ 1394841 h 4134216"/>
              <a:gd name="connsiteX9" fmla="*/ 2125407 w 2270265"/>
              <a:gd name="connsiteY9" fmla="*/ 1323023 h 4134216"/>
              <a:gd name="connsiteX10" fmla="*/ 2266567 w 2270265"/>
              <a:gd name="connsiteY10" fmla="*/ 1098042 h 4134216"/>
              <a:gd name="connsiteX11" fmla="*/ 2245041 w 2270265"/>
              <a:gd name="connsiteY11" fmla="*/ 930497 h 4134216"/>
              <a:gd name="connsiteX12" fmla="*/ 2096736 w 2270265"/>
              <a:gd name="connsiteY12" fmla="*/ 760571 h 4134216"/>
              <a:gd name="connsiteX13" fmla="*/ 1847943 w 2270265"/>
              <a:gd name="connsiteY13" fmla="*/ 612172 h 4134216"/>
              <a:gd name="connsiteX14" fmla="*/ 1546477 w 2270265"/>
              <a:gd name="connsiteY14" fmla="*/ 459010 h 4134216"/>
              <a:gd name="connsiteX15" fmla="*/ 1445988 w 2270265"/>
              <a:gd name="connsiteY15" fmla="*/ 269939 h 4134216"/>
              <a:gd name="connsiteX16" fmla="*/ 1598007 w 2270265"/>
              <a:gd name="connsiteY16"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1902903 w 2270265"/>
              <a:gd name="connsiteY7" fmla="*/ 1394841 h 4134216"/>
              <a:gd name="connsiteX8" fmla="*/ 2125407 w 2270265"/>
              <a:gd name="connsiteY8" fmla="*/ 1323023 h 4134216"/>
              <a:gd name="connsiteX9" fmla="*/ 2266567 w 2270265"/>
              <a:gd name="connsiteY9" fmla="*/ 1098042 h 4134216"/>
              <a:gd name="connsiteX10" fmla="*/ 2245041 w 2270265"/>
              <a:gd name="connsiteY10" fmla="*/ 930497 h 4134216"/>
              <a:gd name="connsiteX11" fmla="*/ 2096736 w 2270265"/>
              <a:gd name="connsiteY11" fmla="*/ 760571 h 4134216"/>
              <a:gd name="connsiteX12" fmla="*/ 1847943 w 2270265"/>
              <a:gd name="connsiteY12" fmla="*/ 612172 h 4134216"/>
              <a:gd name="connsiteX13" fmla="*/ 1546477 w 2270265"/>
              <a:gd name="connsiteY13" fmla="*/ 459010 h 4134216"/>
              <a:gd name="connsiteX14" fmla="*/ 1445988 w 2270265"/>
              <a:gd name="connsiteY14" fmla="*/ 269939 h 4134216"/>
              <a:gd name="connsiteX15" fmla="*/ 1598007 w 2270265"/>
              <a:gd name="connsiteY15" fmla="*/ 0 h 4134216"/>
              <a:gd name="connsiteX0" fmla="*/ 0 w 2270265"/>
              <a:gd name="connsiteY0" fmla="*/ 4134216 h 4134216"/>
              <a:gd name="connsiteX1" fmla="*/ 682655 w 2270265"/>
              <a:gd name="connsiteY1" fmla="*/ 3515678 h 4134216"/>
              <a:gd name="connsiteX2" fmla="*/ 969738 w 2270265"/>
              <a:gd name="connsiteY2" fmla="*/ 3163824 h 4134216"/>
              <a:gd name="connsiteX3" fmla="*/ 1151571 w 2270265"/>
              <a:gd name="connsiteY3" fmla="*/ 2780824 h 4134216"/>
              <a:gd name="connsiteX4" fmla="*/ 1266442 w 2270265"/>
              <a:gd name="connsiteY4" fmla="*/ 2242185 h 4134216"/>
              <a:gd name="connsiteX5" fmla="*/ 1347786 w 2270265"/>
              <a:gd name="connsiteY5" fmla="*/ 1878330 h 4134216"/>
              <a:gd name="connsiteX6" fmla="*/ 1462489 w 2270265"/>
              <a:gd name="connsiteY6" fmla="*/ 1739148 h 4134216"/>
              <a:gd name="connsiteX7" fmla="*/ 2125407 w 2270265"/>
              <a:gd name="connsiteY7" fmla="*/ 1323023 h 4134216"/>
              <a:gd name="connsiteX8" fmla="*/ 2266567 w 2270265"/>
              <a:gd name="connsiteY8" fmla="*/ 1098042 h 4134216"/>
              <a:gd name="connsiteX9" fmla="*/ 2245041 w 2270265"/>
              <a:gd name="connsiteY9" fmla="*/ 930497 h 4134216"/>
              <a:gd name="connsiteX10" fmla="*/ 2096736 w 2270265"/>
              <a:gd name="connsiteY10" fmla="*/ 760571 h 4134216"/>
              <a:gd name="connsiteX11" fmla="*/ 1847943 w 2270265"/>
              <a:gd name="connsiteY11" fmla="*/ 612172 h 4134216"/>
              <a:gd name="connsiteX12" fmla="*/ 1546477 w 2270265"/>
              <a:gd name="connsiteY12" fmla="*/ 459010 h 4134216"/>
              <a:gd name="connsiteX13" fmla="*/ 1445988 w 2270265"/>
              <a:gd name="connsiteY13" fmla="*/ 269939 h 4134216"/>
              <a:gd name="connsiteX14" fmla="*/ 1598007 w 2270265"/>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462489 w 2276211"/>
              <a:gd name="connsiteY6" fmla="*/ 1739148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51571 w 2276211"/>
              <a:gd name="connsiteY3" fmla="*/ 2780824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969738 w 2276211"/>
              <a:gd name="connsiteY2" fmla="*/ 3163824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82655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6211"/>
              <a:gd name="connsiteY0" fmla="*/ 4134216 h 4134216"/>
              <a:gd name="connsiteX1" fmla="*/ 640440 w 2276211"/>
              <a:gd name="connsiteY1" fmla="*/ 3515678 h 4134216"/>
              <a:gd name="connsiteX2" fmla="*/ 875928 w 2276211"/>
              <a:gd name="connsiteY2" fmla="*/ 3118501 h 4134216"/>
              <a:gd name="connsiteX3" fmla="*/ 1114047 w 2276211"/>
              <a:gd name="connsiteY3" fmla="*/ 2681113 h 4134216"/>
              <a:gd name="connsiteX4" fmla="*/ 1266442 w 2276211"/>
              <a:gd name="connsiteY4" fmla="*/ 2242185 h 4134216"/>
              <a:gd name="connsiteX5" fmla="*/ 1347786 w 2276211"/>
              <a:gd name="connsiteY5" fmla="*/ 1878330 h 4134216"/>
              <a:gd name="connsiteX6" fmla="*/ 1542227 w 2276211"/>
              <a:gd name="connsiteY6" fmla="*/ 1675695 h 4134216"/>
              <a:gd name="connsiteX7" fmla="*/ 2111336 w 2276211"/>
              <a:gd name="connsiteY7" fmla="*/ 1504317 h 4134216"/>
              <a:gd name="connsiteX8" fmla="*/ 2266567 w 2276211"/>
              <a:gd name="connsiteY8" fmla="*/ 1098042 h 4134216"/>
              <a:gd name="connsiteX9" fmla="*/ 2245041 w 2276211"/>
              <a:gd name="connsiteY9" fmla="*/ 930497 h 4134216"/>
              <a:gd name="connsiteX10" fmla="*/ 2096736 w 2276211"/>
              <a:gd name="connsiteY10" fmla="*/ 760571 h 4134216"/>
              <a:gd name="connsiteX11" fmla="*/ 1847943 w 2276211"/>
              <a:gd name="connsiteY11" fmla="*/ 612172 h 4134216"/>
              <a:gd name="connsiteX12" fmla="*/ 1546477 w 2276211"/>
              <a:gd name="connsiteY12" fmla="*/ 459010 h 4134216"/>
              <a:gd name="connsiteX13" fmla="*/ 1445988 w 2276211"/>
              <a:gd name="connsiteY13" fmla="*/ 269939 h 4134216"/>
              <a:gd name="connsiteX14" fmla="*/ 1598007 w 2276211"/>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847943 w 2279707"/>
              <a:gd name="connsiteY11" fmla="*/ 612172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79707"/>
              <a:gd name="connsiteY0" fmla="*/ 4134216 h 4134216"/>
              <a:gd name="connsiteX1" fmla="*/ 640440 w 2279707"/>
              <a:gd name="connsiteY1" fmla="*/ 3515678 h 4134216"/>
              <a:gd name="connsiteX2" fmla="*/ 875928 w 2279707"/>
              <a:gd name="connsiteY2" fmla="*/ 3118501 h 4134216"/>
              <a:gd name="connsiteX3" fmla="*/ 1114047 w 2279707"/>
              <a:gd name="connsiteY3" fmla="*/ 2681113 h 4134216"/>
              <a:gd name="connsiteX4" fmla="*/ 1266442 w 2279707"/>
              <a:gd name="connsiteY4" fmla="*/ 2242185 h 4134216"/>
              <a:gd name="connsiteX5" fmla="*/ 1347786 w 2279707"/>
              <a:gd name="connsiteY5" fmla="*/ 1878330 h 4134216"/>
              <a:gd name="connsiteX6" fmla="*/ 1542227 w 2279707"/>
              <a:gd name="connsiteY6" fmla="*/ 1675695 h 4134216"/>
              <a:gd name="connsiteX7" fmla="*/ 2111336 w 2279707"/>
              <a:gd name="connsiteY7" fmla="*/ 1504317 h 4134216"/>
              <a:gd name="connsiteX8" fmla="*/ 2266567 w 2279707"/>
              <a:gd name="connsiteY8" fmla="*/ 1098042 h 4134216"/>
              <a:gd name="connsiteX9" fmla="*/ 2245041 w 2279707"/>
              <a:gd name="connsiteY9" fmla="*/ 930497 h 4134216"/>
              <a:gd name="connsiteX10" fmla="*/ 2035760 w 2279707"/>
              <a:gd name="connsiteY10" fmla="*/ 833088 h 4134216"/>
              <a:gd name="connsiteX11" fmla="*/ 1763514 w 2279707"/>
              <a:gd name="connsiteY11" fmla="*/ 657495 h 4134216"/>
              <a:gd name="connsiteX12" fmla="*/ 1546477 w 2279707"/>
              <a:gd name="connsiteY12" fmla="*/ 459010 h 4134216"/>
              <a:gd name="connsiteX13" fmla="*/ 1445988 w 2279707"/>
              <a:gd name="connsiteY13" fmla="*/ 269939 h 4134216"/>
              <a:gd name="connsiteX14" fmla="*/ 1598007 w 2279707"/>
              <a:gd name="connsiteY14"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47786 w 2268544"/>
              <a:gd name="connsiteY5" fmla="*/ 1878330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66442 w 2268544"/>
              <a:gd name="connsiteY4" fmla="*/ 2242185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1114047 w 2268544"/>
              <a:gd name="connsiteY3" fmla="*/ 2681113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546477 w 2268544"/>
              <a:gd name="connsiteY11" fmla="*/ 459010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445988 w 2268544"/>
              <a:gd name="connsiteY12" fmla="*/ 269939 h 4134216"/>
              <a:gd name="connsiteX13" fmla="*/ 1598007 w 2268544"/>
              <a:gd name="connsiteY13" fmla="*/ 0 h 4134216"/>
              <a:gd name="connsiteX0" fmla="*/ 0 w 2268544"/>
              <a:gd name="connsiteY0" fmla="*/ 4134216 h 4134216"/>
              <a:gd name="connsiteX1" fmla="*/ 640440 w 2268544"/>
              <a:gd name="connsiteY1" fmla="*/ 3515678 h 4134216"/>
              <a:gd name="connsiteX2" fmla="*/ 875928 w 2268544"/>
              <a:gd name="connsiteY2" fmla="*/ 3118501 h 4134216"/>
              <a:gd name="connsiteX3" fmla="*/ 959260 w 2268544"/>
              <a:gd name="connsiteY3" fmla="*/ 2753631 h 4134216"/>
              <a:gd name="connsiteX4" fmla="*/ 1233609 w 2268544"/>
              <a:gd name="connsiteY4" fmla="*/ 2328300 h 4134216"/>
              <a:gd name="connsiteX5" fmla="*/ 1314953 w 2268544"/>
              <a:gd name="connsiteY5" fmla="*/ 1760489 h 4134216"/>
              <a:gd name="connsiteX6" fmla="*/ 1542227 w 2268544"/>
              <a:gd name="connsiteY6" fmla="*/ 1675695 h 4134216"/>
              <a:gd name="connsiteX7" fmla="*/ 2111336 w 2268544"/>
              <a:gd name="connsiteY7" fmla="*/ 1504317 h 4134216"/>
              <a:gd name="connsiteX8" fmla="*/ 2266567 w 2268544"/>
              <a:gd name="connsiteY8" fmla="*/ 1098042 h 4134216"/>
              <a:gd name="connsiteX9" fmla="*/ 2035760 w 2268544"/>
              <a:gd name="connsiteY9" fmla="*/ 833088 h 4134216"/>
              <a:gd name="connsiteX10" fmla="*/ 1763514 w 2268544"/>
              <a:gd name="connsiteY10" fmla="*/ 657495 h 4134216"/>
              <a:gd name="connsiteX11" fmla="*/ 1642152 w 2268544"/>
              <a:gd name="connsiteY11" fmla="*/ 520779 h 4134216"/>
              <a:gd name="connsiteX12" fmla="*/ 1537314 w 2268544"/>
              <a:gd name="connsiteY12" fmla="*/ 450494 h 4134216"/>
              <a:gd name="connsiteX13" fmla="*/ 1598007 w 2268544"/>
              <a:gd name="connsiteY13" fmla="*/ 0 h 4134216"/>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763514 w 2268544"/>
              <a:gd name="connsiteY10" fmla="*/ 389831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8544"/>
              <a:gd name="connsiteY0" fmla="*/ 3866552 h 3866552"/>
              <a:gd name="connsiteX1" fmla="*/ 640440 w 2268544"/>
              <a:gd name="connsiteY1" fmla="*/ 3248014 h 3866552"/>
              <a:gd name="connsiteX2" fmla="*/ 875928 w 2268544"/>
              <a:gd name="connsiteY2" fmla="*/ 2850837 h 3866552"/>
              <a:gd name="connsiteX3" fmla="*/ 959260 w 2268544"/>
              <a:gd name="connsiteY3" fmla="*/ 2485967 h 3866552"/>
              <a:gd name="connsiteX4" fmla="*/ 1233609 w 2268544"/>
              <a:gd name="connsiteY4" fmla="*/ 2060636 h 3866552"/>
              <a:gd name="connsiteX5" fmla="*/ 1314953 w 2268544"/>
              <a:gd name="connsiteY5" fmla="*/ 1492825 h 3866552"/>
              <a:gd name="connsiteX6" fmla="*/ 1542227 w 2268544"/>
              <a:gd name="connsiteY6" fmla="*/ 1408031 h 3866552"/>
              <a:gd name="connsiteX7" fmla="*/ 2111336 w 2268544"/>
              <a:gd name="connsiteY7" fmla="*/ 1236653 h 3866552"/>
              <a:gd name="connsiteX8" fmla="*/ 2266567 w 2268544"/>
              <a:gd name="connsiteY8" fmla="*/ 830378 h 3866552"/>
              <a:gd name="connsiteX9" fmla="*/ 2035760 w 2268544"/>
              <a:gd name="connsiteY9" fmla="*/ 565424 h 3866552"/>
              <a:gd name="connsiteX10" fmla="*/ 1841794 w 2268544"/>
              <a:gd name="connsiteY10" fmla="*/ 404085 h 3866552"/>
              <a:gd name="connsiteX11" fmla="*/ 1642152 w 2268544"/>
              <a:gd name="connsiteY11" fmla="*/ 253115 h 3866552"/>
              <a:gd name="connsiteX12" fmla="*/ 1537314 w 2268544"/>
              <a:gd name="connsiteY12" fmla="*/ 182830 h 3866552"/>
              <a:gd name="connsiteX13" fmla="*/ 1528426 w 2268544"/>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14953 w 2267142"/>
              <a:gd name="connsiteY5" fmla="*/ 1492825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42"/>
              <a:gd name="connsiteY0" fmla="*/ 3866552 h 3866552"/>
              <a:gd name="connsiteX1" fmla="*/ 640440 w 2267142"/>
              <a:gd name="connsiteY1" fmla="*/ 3248014 h 3866552"/>
              <a:gd name="connsiteX2" fmla="*/ 875928 w 2267142"/>
              <a:gd name="connsiteY2" fmla="*/ 2850837 h 3866552"/>
              <a:gd name="connsiteX3" fmla="*/ 959260 w 2267142"/>
              <a:gd name="connsiteY3" fmla="*/ 2485967 h 3866552"/>
              <a:gd name="connsiteX4" fmla="*/ 1233609 w 2267142"/>
              <a:gd name="connsiteY4" fmla="*/ 2060636 h 3866552"/>
              <a:gd name="connsiteX5" fmla="*/ 1322202 w 2267142"/>
              <a:gd name="connsiteY5" fmla="*/ 1586270 h 3866552"/>
              <a:gd name="connsiteX6" fmla="*/ 1542227 w 2267142"/>
              <a:gd name="connsiteY6" fmla="*/ 1408031 h 3866552"/>
              <a:gd name="connsiteX7" fmla="*/ 2082344 w 2267142"/>
              <a:gd name="connsiteY7" fmla="*/ 1319011 h 3866552"/>
              <a:gd name="connsiteX8" fmla="*/ 2266567 w 2267142"/>
              <a:gd name="connsiteY8" fmla="*/ 830378 h 3866552"/>
              <a:gd name="connsiteX9" fmla="*/ 2035760 w 2267142"/>
              <a:gd name="connsiteY9" fmla="*/ 565424 h 3866552"/>
              <a:gd name="connsiteX10" fmla="*/ 1841794 w 2267142"/>
              <a:gd name="connsiteY10" fmla="*/ 404085 h 3866552"/>
              <a:gd name="connsiteX11" fmla="*/ 1642152 w 2267142"/>
              <a:gd name="connsiteY11" fmla="*/ 253115 h 3866552"/>
              <a:gd name="connsiteX12" fmla="*/ 1537314 w 2267142"/>
              <a:gd name="connsiteY12" fmla="*/ 182830 h 3866552"/>
              <a:gd name="connsiteX13" fmla="*/ 1528426 w 2267142"/>
              <a:gd name="connsiteY13" fmla="*/ 0 h 3866552"/>
              <a:gd name="connsiteX0" fmla="*/ 0 w 2267101"/>
              <a:gd name="connsiteY0" fmla="*/ 3866552 h 3866552"/>
              <a:gd name="connsiteX1" fmla="*/ 640440 w 2267101"/>
              <a:gd name="connsiteY1" fmla="*/ 3248014 h 3866552"/>
              <a:gd name="connsiteX2" fmla="*/ 875928 w 2267101"/>
              <a:gd name="connsiteY2" fmla="*/ 2850837 h 3866552"/>
              <a:gd name="connsiteX3" fmla="*/ 959260 w 2267101"/>
              <a:gd name="connsiteY3" fmla="*/ 2485967 h 3866552"/>
              <a:gd name="connsiteX4" fmla="*/ 1233609 w 2267101"/>
              <a:gd name="connsiteY4" fmla="*/ 2060636 h 3866552"/>
              <a:gd name="connsiteX5" fmla="*/ 1322202 w 2267101"/>
              <a:gd name="connsiteY5" fmla="*/ 1586270 h 3866552"/>
              <a:gd name="connsiteX6" fmla="*/ 1579917 w 2267101"/>
              <a:gd name="connsiteY6" fmla="*/ 1476135 h 3866552"/>
              <a:gd name="connsiteX7" fmla="*/ 2082344 w 2267101"/>
              <a:gd name="connsiteY7" fmla="*/ 1319011 h 3866552"/>
              <a:gd name="connsiteX8" fmla="*/ 2266567 w 2267101"/>
              <a:gd name="connsiteY8" fmla="*/ 830378 h 3866552"/>
              <a:gd name="connsiteX9" fmla="*/ 2035760 w 2267101"/>
              <a:gd name="connsiteY9" fmla="*/ 565424 h 3866552"/>
              <a:gd name="connsiteX10" fmla="*/ 1841794 w 2267101"/>
              <a:gd name="connsiteY10" fmla="*/ 404085 h 3866552"/>
              <a:gd name="connsiteX11" fmla="*/ 1642152 w 2267101"/>
              <a:gd name="connsiteY11" fmla="*/ 253115 h 3866552"/>
              <a:gd name="connsiteX12" fmla="*/ 1537314 w 2267101"/>
              <a:gd name="connsiteY12" fmla="*/ 182830 h 3866552"/>
              <a:gd name="connsiteX13" fmla="*/ 1528426 w 2267101"/>
              <a:gd name="connsiteY13" fmla="*/ 0 h 3866552"/>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41008"/>
              <a:gd name="connsiteY0" fmla="*/ 3785778 h 3785778"/>
              <a:gd name="connsiteX1" fmla="*/ 614347 w 2241008"/>
              <a:gd name="connsiteY1" fmla="*/ 3248014 h 3785778"/>
              <a:gd name="connsiteX2" fmla="*/ 849835 w 2241008"/>
              <a:gd name="connsiteY2" fmla="*/ 2850837 h 3785778"/>
              <a:gd name="connsiteX3" fmla="*/ 933167 w 2241008"/>
              <a:gd name="connsiteY3" fmla="*/ 2485967 h 3785778"/>
              <a:gd name="connsiteX4" fmla="*/ 1207516 w 2241008"/>
              <a:gd name="connsiteY4" fmla="*/ 2060636 h 3785778"/>
              <a:gd name="connsiteX5" fmla="*/ 1296109 w 2241008"/>
              <a:gd name="connsiteY5" fmla="*/ 1586270 h 3785778"/>
              <a:gd name="connsiteX6" fmla="*/ 1553824 w 2241008"/>
              <a:gd name="connsiteY6" fmla="*/ 1476135 h 3785778"/>
              <a:gd name="connsiteX7" fmla="*/ 2056251 w 2241008"/>
              <a:gd name="connsiteY7" fmla="*/ 1319011 h 3785778"/>
              <a:gd name="connsiteX8" fmla="*/ 2240474 w 2241008"/>
              <a:gd name="connsiteY8" fmla="*/ 830378 h 3785778"/>
              <a:gd name="connsiteX9" fmla="*/ 2009667 w 2241008"/>
              <a:gd name="connsiteY9" fmla="*/ 565424 h 3785778"/>
              <a:gd name="connsiteX10" fmla="*/ 1815701 w 2241008"/>
              <a:gd name="connsiteY10" fmla="*/ 404085 h 3785778"/>
              <a:gd name="connsiteX11" fmla="*/ 1616059 w 2241008"/>
              <a:gd name="connsiteY11" fmla="*/ 253115 h 3785778"/>
              <a:gd name="connsiteX12" fmla="*/ 1511221 w 2241008"/>
              <a:gd name="connsiteY12" fmla="*/ 182830 h 3785778"/>
              <a:gd name="connsiteX13" fmla="*/ 1502333 w 2241008"/>
              <a:gd name="connsiteY13" fmla="*/ 0 h 3785778"/>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220249 w 2253741"/>
              <a:gd name="connsiteY4" fmla="*/ 2060636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53741"/>
              <a:gd name="connsiteY0" fmla="*/ 3862294 h 3862294"/>
              <a:gd name="connsiteX1" fmla="*/ 627080 w 2253741"/>
              <a:gd name="connsiteY1" fmla="*/ 3248014 h 3862294"/>
              <a:gd name="connsiteX2" fmla="*/ 862568 w 2253741"/>
              <a:gd name="connsiteY2" fmla="*/ 2850837 h 3862294"/>
              <a:gd name="connsiteX3" fmla="*/ 945900 w 2253741"/>
              <a:gd name="connsiteY3" fmla="*/ 2485967 h 3862294"/>
              <a:gd name="connsiteX4" fmla="*/ 1148094 w 2253741"/>
              <a:gd name="connsiteY4" fmla="*/ 2062955 h 3862294"/>
              <a:gd name="connsiteX5" fmla="*/ 1308842 w 2253741"/>
              <a:gd name="connsiteY5" fmla="*/ 1586270 h 3862294"/>
              <a:gd name="connsiteX6" fmla="*/ 1566557 w 2253741"/>
              <a:gd name="connsiteY6" fmla="*/ 1476135 h 3862294"/>
              <a:gd name="connsiteX7" fmla="*/ 2068984 w 2253741"/>
              <a:gd name="connsiteY7" fmla="*/ 1319011 h 3862294"/>
              <a:gd name="connsiteX8" fmla="*/ 2253207 w 2253741"/>
              <a:gd name="connsiteY8" fmla="*/ 830378 h 3862294"/>
              <a:gd name="connsiteX9" fmla="*/ 2022400 w 2253741"/>
              <a:gd name="connsiteY9" fmla="*/ 565424 h 3862294"/>
              <a:gd name="connsiteX10" fmla="*/ 1828434 w 2253741"/>
              <a:gd name="connsiteY10" fmla="*/ 404085 h 3862294"/>
              <a:gd name="connsiteX11" fmla="*/ 1628792 w 2253741"/>
              <a:gd name="connsiteY11" fmla="*/ 253115 h 3862294"/>
              <a:gd name="connsiteX12" fmla="*/ 1523954 w 2253741"/>
              <a:gd name="connsiteY12" fmla="*/ 182830 h 3862294"/>
              <a:gd name="connsiteX13" fmla="*/ 1515066 w 2253741"/>
              <a:gd name="connsiteY13" fmla="*/ 0 h 3862294"/>
              <a:gd name="connsiteX0" fmla="*/ 0 w 2238886"/>
              <a:gd name="connsiteY0" fmla="*/ 3964315 h 3964315"/>
              <a:gd name="connsiteX1" fmla="*/ 612225 w 2238886"/>
              <a:gd name="connsiteY1" fmla="*/ 3248014 h 3964315"/>
              <a:gd name="connsiteX2" fmla="*/ 847713 w 2238886"/>
              <a:gd name="connsiteY2" fmla="*/ 2850837 h 3964315"/>
              <a:gd name="connsiteX3" fmla="*/ 931045 w 2238886"/>
              <a:gd name="connsiteY3" fmla="*/ 2485967 h 3964315"/>
              <a:gd name="connsiteX4" fmla="*/ 1133239 w 2238886"/>
              <a:gd name="connsiteY4" fmla="*/ 2062955 h 3964315"/>
              <a:gd name="connsiteX5" fmla="*/ 1293987 w 2238886"/>
              <a:gd name="connsiteY5" fmla="*/ 1586270 h 3964315"/>
              <a:gd name="connsiteX6" fmla="*/ 1551702 w 2238886"/>
              <a:gd name="connsiteY6" fmla="*/ 1476135 h 3964315"/>
              <a:gd name="connsiteX7" fmla="*/ 2054129 w 2238886"/>
              <a:gd name="connsiteY7" fmla="*/ 1319011 h 3964315"/>
              <a:gd name="connsiteX8" fmla="*/ 2238352 w 2238886"/>
              <a:gd name="connsiteY8" fmla="*/ 830378 h 3964315"/>
              <a:gd name="connsiteX9" fmla="*/ 2007545 w 2238886"/>
              <a:gd name="connsiteY9" fmla="*/ 565424 h 3964315"/>
              <a:gd name="connsiteX10" fmla="*/ 1813579 w 2238886"/>
              <a:gd name="connsiteY10" fmla="*/ 404085 h 3964315"/>
              <a:gd name="connsiteX11" fmla="*/ 1613937 w 2238886"/>
              <a:gd name="connsiteY11" fmla="*/ 253115 h 3964315"/>
              <a:gd name="connsiteX12" fmla="*/ 1509099 w 2238886"/>
              <a:gd name="connsiteY12" fmla="*/ 182830 h 3964315"/>
              <a:gd name="connsiteX13" fmla="*/ 1500211 w 2238886"/>
              <a:gd name="connsiteY13" fmla="*/ 0 h 3964315"/>
              <a:gd name="connsiteX0" fmla="*/ 0 w 2184293"/>
              <a:gd name="connsiteY0" fmla="*/ 3964315 h 3964315"/>
              <a:gd name="connsiteX1" fmla="*/ 612225 w 2184293"/>
              <a:gd name="connsiteY1" fmla="*/ 3248014 h 3964315"/>
              <a:gd name="connsiteX2" fmla="*/ 847713 w 2184293"/>
              <a:gd name="connsiteY2" fmla="*/ 2850837 h 3964315"/>
              <a:gd name="connsiteX3" fmla="*/ 931045 w 2184293"/>
              <a:gd name="connsiteY3" fmla="*/ 2485967 h 3964315"/>
              <a:gd name="connsiteX4" fmla="*/ 1133239 w 2184293"/>
              <a:gd name="connsiteY4" fmla="*/ 2062955 h 3964315"/>
              <a:gd name="connsiteX5" fmla="*/ 1293987 w 2184293"/>
              <a:gd name="connsiteY5" fmla="*/ 1586270 h 3964315"/>
              <a:gd name="connsiteX6" fmla="*/ 1551702 w 2184293"/>
              <a:gd name="connsiteY6" fmla="*/ 1476135 h 3964315"/>
              <a:gd name="connsiteX7" fmla="*/ 2054129 w 2184293"/>
              <a:gd name="connsiteY7" fmla="*/ 1319011 h 3964315"/>
              <a:gd name="connsiteX8" fmla="*/ 2183175 w 2184293"/>
              <a:gd name="connsiteY8" fmla="*/ 883707 h 3964315"/>
              <a:gd name="connsiteX9" fmla="*/ 2007545 w 2184293"/>
              <a:gd name="connsiteY9" fmla="*/ 565424 h 3964315"/>
              <a:gd name="connsiteX10" fmla="*/ 1813579 w 2184293"/>
              <a:gd name="connsiteY10" fmla="*/ 404085 h 3964315"/>
              <a:gd name="connsiteX11" fmla="*/ 1613937 w 2184293"/>
              <a:gd name="connsiteY11" fmla="*/ 253115 h 3964315"/>
              <a:gd name="connsiteX12" fmla="*/ 1509099 w 2184293"/>
              <a:gd name="connsiteY12" fmla="*/ 182830 h 3964315"/>
              <a:gd name="connsiteX13" fmla="*/ 1500211 w 2184293"/>
              <a:gd name="connsiteY13" fmla="*/ 0 h 3964315"/>
              <a:gd name="connsiteX0" fmla="*/ 0 w 2338367"/>
              <a:gd name="connsiteY0" fmla="*/ 3964315 h 3964315"/>
              <a:gd name="connsiteX1" fmla="*/ 612225 w 2338367"/>
              <a:gd name="connsiteY1" fmla="*/ 3248014 h 3964315"/>
              <a:gd name="connsiteX2" fmla="*/ 847713 w 2338367"/>
              <a:gd name="connsiteY2" fmla="*/ 2850837 h 3964315"/>
              <a:gd name="connsiteX3" fmla="*/ 931045 w 2338367"/>
              <a:gd name="connsiteY3" fmla="*/ 2485967 h 3964315"/>
              <a:gd name="connsiteX4" fmla="*/ 1133239 w 2338367"/>
              <a:gd name="connsiteY4" fmla="*/ 2062955 h 3964315"/>
              <a:gd name="connsiteX5" fmla="*/ 1293987 w 2338367"/>
              <a:gd name="connsiteY5" fmla="*/ 1586270 h 3964315"/>
              <a:gd name="connsiteX6" fmla="*/ 1551702 w 2338367"/>
              <a:gd name="connsiteY6" fmla="*/ 1476135 h 3964315"/>
              <a:gd name="connsiteX7" fmla="*/ 2054129 w 2338367"/>
              <a:gd name="connsiteY7" fmla="*/ 1319011 h 3964315"/>
              <a:gd name="connsiteX8" fmla="*/ 2338097 w 2338367"/>
              <a:gd name="connsiteY8" fmla="*/ 821104 h 3964315"/>
              <a:gd name="connsiteX9" fmla="*/ 2007545 w 2338367"/>
              <a:gd name="connsiteY9" fmla="*/ 565424 h 3964315"/>
              <a:gd name="connsiteX10" fmla="*/ 1813579 w 2338367"/>
              <a:gd name="connsiteY10" fmla="*/ 404085 h 3964315"/>
              <a:gd name="connsiteX11" fmla="*/ 1613937 w 2338367"/>
              <a:gd name="connsiteY11" fmla="*/ 253115 h 3964315"/>
              <a:gd name="connsiteX12" fmla="*/ 1509099 w 2338367"/>
              <a:gd name="connsiteY12" fmla="*/ 182830 h 3964315"/>
              <a:gd name="connsiteX13" fmla="*/ 1500211 w 2338367"/>
              <a:gd name="connsiteY13" fmla="*/ 0 h 3964315"/>
              <a:gd name="connsiteX0" fmla="*/ 0 w 2338097"/>
              <a:gd name="connsiteY0" fmla="*/ 3964315 h 3964315"/>
              <a:gd name="connsiteX1" fmla="*/ 612225 w 2338097"/>
              <a:gd name="connsiteY1" fmla="*/ 3248014 h 3964315"/>
              <a:gd name="connsiteX2" fmla="*/ 847713 w 2338097"/>
              <a:gd name="connsiteY2" fmla="*/ 2850837 h 3964315"/>
              <a:gd name="connsiteX3" fmla="*/ 931045 w 2338097"/>
              <a:gd name="connsiteY3" fmla="*/ 2485967 h 3964315"/>
              <a:gd name="connsiteX4" fmla="*/ 1133239 w 2338097"/>
              <a:gd name="connsiteY4" fmla="*/ 2062955 h 3964315"/>
              <a:gd name="connsiteX5" fmla="*/ 1293987 w 2338097"/>
              <a:gd name="connsiteY5" fmla="*/ 1586270 h 3964315"/>
              <a:gd name="connsiteX6" fmla="*/ 1551702 w 2338097"/>
              <a:gd name="connsiteY6" fmla="*/ 1476135 h 3964315"/>
              <a:gd name="connsiteX7" fmla="*/ 2054129 w 2338097"/>
              <a:gd name="connsiteY7" fmla="*/ 1319011 h 3964315"/>
              <a:gd name="connsiteX8" fmla="*/ 2338097 w 2338097"/>
              <a:gd name="connsiteY8" fmla="*/ 821104 h 3964315"/>
              <a:gd name="connsiteX9" fmla="*/ 2054235 w 2338097"/>
              <a:gd name="connsiteY9" fmla="*/ 549193 h 3964315"/>
              <a:gd name="connsiteX10" fmla="*/ 1813579 w 2338097"/>
              <a:gd name="connsiteY10" fmla="*/ 404085 h 3964315"/>
              <a:gd name="connsiteX11" fmla="*/ 1613937 w 2338097"/>
              <a:gd name="connsiteY11" fmla="*/ 253115 h 3964315"/>
              <a:gd name="connsiteX12" fmla="*/ 1509099 w 2338097"/>
              <a:gd name="connsiteY12" fmla="*/ 182830 h 3964315"/>
              <a:gd name="connsiteX13" fmla="*/ 1500211 w 2338097"/>
              <a:gd name="connsiteY13" fmla="*/ 0 h 3964315"/>
              <a:gd name="connsiteX0" fmla="*/ 0 w 2338097"/>
              <a:gd name="connsiteY0" fmla="*/ 4163400 h 4163400"/>
              <a:gd name="connsiteX1" fmla="*/ 612225 w 2338097"/>
              <a:gd name="connsiteY1" fmla="*/ 3447099 h 4163400"/>
              <a:gd name="connsiteX2" fmla="*/ 847713 w 2338097"/>
              <a:gd name="connsiteY2" fmla="*/ 3049922 h 4163400"/>
              <a:gd name="connsiteX3" fmla="*/ 931045 w 2338097"/>
              <a:gd name="connsiteY3" fmla="*/ 2685052 h 4163400"/>
              <a:gd name="connsiteX4" fmla="*/ 1133239 w 2338097"/>
              <a:gd name="connsiteY4" fmla="*/ 2262040 h 4163400"/>
              <a:gd name="connsiteX5" fmla="*/ 1293987 w 2338097"/>
              <a:gd name="connsiteY5" fmla="*/ 1785355 h 4163400"/>
              <a:gd name="connsiteX6" fmla="*/ 1551702 w 2338097"/>
              <a:gd name="connsiteY6" fmla="*/ 1675220 h 4163400"/>
              <a:gd name="connsiteX7" fmla="*/ 2054129 w 2338097"/>
              <a:gd name="connsiteY7" fmla="*/ 1518096 h 4163400"/>
              <a:gd name="connsiteX8" fmla="*/ 2338097 w 2338097"/>
              <a:gd name="connsiteY8" fmla="*/ 1020189 h 4163400"/>
              <a:gd name="connsiteX9" fmla="*/ 2054235 w 2338097"/>
              <a:gd name="connsiteY9" fmla="*/ 748278 h 4163400"/>
              <a:gd name="connsiteX10" fmla="*/ 1813579 w 2338097"/>
              <a:gd name="connsiteY10" fmla="*/ 603170 h 4163400"/>
              <a:gd name="connsiteX11" fmla="*/ 1613937 w 2338097"/>
              <a:gd name="connsiteY11" fmla="*/ 452200 h 4163400"/>
              <a:gd name="connsiteX12" fmla="*/ 1509099 w 2338097"/>
              <a:gd name="connsiteY12" fmla="*/ 381915 h 4163400"/>
              <a:gd name="connsiteX13" fmla="*/ 687175 w 2338097"/>
              <a:gd name="connsiteY13" fmla="*/ 0 h 4163400"/>
              <a:gd name="connsiteX0" fmla="*/ 0 w 2338097"/>
              <a:gd name="connsiteY0" fmla="*/ 4163400 h 4163400"/>
              <a:gd name="connsiteX1" fmla="*/ 612225 w 2338097"/>
              <a:gd name="connsiteY1" fmla="*/ 3447099 h 4163400"/>
              <a:gd name="connsiteX2" fmla="*/ 847713 w 2338097"/>
              <a:gd name="connsiteY2" fmla="*/ 3049922 h 4163400"/>
              <a:gd name="connsiteX3" fmla="*/ 931045 w 2338097"/>
              <a:gd name="connsiteY3" fmla="*/ 2685052 h 4163400"/>
              <a:gd name="connsiteX4" fmla="*/ 1133239 w 2338097"/>
              <a:gd name="connsiteY4" fmla="*/ 2262040 h 4163400"/>
              <a:gd name="connsiteX5" fmla="*/ 1293987 w 2338097"/>
              <a:gd name="connsiteY5" fmla="*/ 1785355 h 4163400"/>
              <a:gd name="connsiteX6" fmla="*/ 1551702 w 2338097"/>
              <a:gd name="connsiteY6" fmla="*/ 1675220 h 4163400"/>
              <a:gd name="connsiteX7" fmla="*/ 2054129 w 2338097"/>
              <a:gd name="connsiteY7" fmla="*/ 1518096 h 4163400"/>
              <a:gd name="connsiteX8" fmla="*/ 2338097 w 2338097"/>
              <a:gd name="connsiteY8" fmla="*/ 1020189 h 4163400"/>
              <a:gd name="connsiteX9" fmla="*/ 2054235 w 2338097"/>
              <a:gd name="connsiteY9" fmla="*/ 748278 h 4163400"/>
              <a:gd name="connsiteX10" fmla="*/ 1813579 w 2338097"/>
              <a:gd name="connsiteY10" fmla="*/ 603170 h 4163400"/>
              <a:gd name="connsiteX11" fmla="*/ 1613937 w 2338097"/>
              <a:gd name="connsiteY11" fmla="*/ 452200 h 4163400"/>
              <a:gd name="connsiteX12" fmla="*/ 810665 w 2338097"/>
              <a:gd name="connsiteY12" fmla="*/ 509513 h 4163400"/>
              <a:gd name="connsiteX13" fmla="*/ 687175 w 2338097"/>
              <a:gd name="connsiteY13" fmla="*/ 0 h 4163400"/>
              <a:gd name="connsiteX0" fmla="*/ 0 w 2338097"/>
              <a:gd name="connsiteY0" fmla="*/ 4163400 h 4163400"/>
              <a:gd name="connsiteX1" fmla="*/ 612225 w 2338097"/>
              <a:gd name="connsiteY1" fmla="*/ 3447099 h 4163400"/>
              <a:gd name="connsiteX2" fmla="*/ 847713 w 2338097"/>
              <a:gd name="connsiteY2" fmla="*/ 3049922 h 4163400"/>
              <a:gd name="connsiteX3" fmla="*/ 931045 w 2338097"/>
              <a:gd name="connsiteY3" fmla="*/ 2685052 h 4163400"/>
              <a:gd name="connsiteX4" fmla="*/ 1133239 w 2338097"/>
              <a:gd name="connsiteY4" fmla="*/ 2262040 h 4163400"/>
              <a:gd name="connsiteX5" fmla="*/ 1293987 w 2338097"/>
              <a:gd name="connsiteY5" fmla="*/ 1785355 h 4163400"/>
              <a:gd name="connsiteX6" fmla="*/ 1551702 w 2338097"/>
              <a:gd name="connsiteY6" fmla="*/ 1675220 h 4163400"/>
              <a:gd name="connsiteX7" fmla="*/ 2054129 w 2338097"/>
              <a:gd name="connsiteY7" fmla="*/ 1518096 h 4163400"/>
              <a:gd name="connsiteX8" fmla="*/ 2338097 w 2338097"/>
              <a:gd name="connsiteY8" fmla="*/ 1020189 h 4163400"/>
              <a:gd name="connsiteX9" fmla="*/ 2054235 w 2338097"/>
              <a:gd name="connsiteY9" fmla="*/ 748278 h 4163400"/>
              <a:gd name="connsiteX10" fmla="*/ 1813579 w 2338097"/>
              <a:gd name="connsiteY10" fmla="*/ 603170 h 4163400"/>
              <a:gd name="connsiteX11" fmla="*/ 1385951 w 2338097"/>
              <a:gd name="connsiteY11" fmla="*/ 629522 h 4163400"/>
              <a:gd name="connsiteX12" fmla="*/ 810665 w 2338097"/>
              <a:gd name="connsiteY12" fmla="*/ 509513 h 4163400"/>
              <a:gd name="connsiteX13" fmla="*/ 687175 w 2338097"/>
              <a:gd name="connsiteY13" fmla="*/ 0 h 4163400"/>
              <a:gd name="connsiteX0" fmla="*/ 0 w 2338097"/>
              <a:gd name="connsiteY0" fmla="*/ 4163400 h 4163400"/>
              <a:gd name="connsiteX1" fmla="*/ 612225 w 2338097"/>
              <a:gd name="connsiteY1" fmla="*/ 3447099 h 4163400"/>
              <a:gd name="connsiteX2" fmla="*/ 847713 w 2338097"/>
              <a:gd name="connsiteY2" fmla="*/ 3049922 h 4163400"/>
              <a:gd name="connsiteX3" fmla="*/ 931045 w 2338097"/>
              <a:gd name="connsiteY3" fmla="*/ 2685052 h 4163400"/>
              <a:gd name="connsiteX4" fmla="*/ 1133239 w 2338097"/>
              <a:gd name="connsiteY4" fmla="*/ 2262040 h 4163400"/>
              <a:gd name="connsiteX5" fmla="*/ 1293987 w 2338097"/>
              <a:gd name="connsiteY5" fmla="*/ 1785355 h 4163400"/>
              <a:gd name="connsiteX6" fmla="*/ 1551702 w 2338097"/>
              <a:gd name="connsiteY6" fmla="*/ 1675220 h 4163400"/>
              <a:gd name="connsiteX7" fmla="*/ 2054129 w 2338097"/>
              <a:gd name="connsiteY7" fmla="*/ 1518096 h 4163400"/>
              <a:gd name="connsiteX8" fmla="*/ 2338097 w 2338097"/>
              <a:gd name="connsiteY8" fmla="*/ 1020189 h 4163400"/>
              <a:gd name="connsiteX9" fmla="*/ 2054235 w 2338097"/>
              <a:gd name="connsiteY9" fmla="*/ 748278 h 4163400"/>
              <a:gd name="connsiteX10" fmla="*/ 1813579 w 2338097"/>
              <a:gd name="connsiteY10" fmla="*/ 603170 h 4163400"/>
              <a:gd name="connsiteX11" fmla="*/ 1385951 w 2338097"/>
              <a:gd name="connsiteY11" fmla="*/ 629522 h 4163400"/>
              <a:gd name="connsiteX12" fmla="*/ 926484 w 2338097"/>
              <a:gd name="connsiteY12" fmla="*/ 613779 h 4163400"/>
              <a:gd name="connsiteX13" fmla="*/ 687175 w 2338097"/>
              <a:gd name="connsiteY13" fmla="*/ 0 h 4163400"/>
              <a:gd name="connsiteX0" fmla="*/ 0 w 2338097"/>
              <a:gd name="connsiteY0" fmla="*/ 4222568 h 4222568"/>
              <a:gd name="connsiteX1" fmla="*/ 612225 w 2338097"/>
              <a:gd name="connsiteY1" fmla="*/ 3506267 h 4222568"/>
              <a:gd name="connsiteX2" fmla="*/ 847713 w 2338097"/>
              <a:gd name="connsiteY2" fmla="*/ 3109090 h 4222568"/>
              <a:gd name="connsiteX3" fmla="*/ 931045 w 2338097"/>
              <a:gd name="connsiteY3" fmla="*/ 2744220 h 4222568"/>
              <a:gd name="connsiteX4" fmla="*/ 1133239 w 2338097"/>
              <a:gd name="connsiteY4" fmla="*/ 2321208 h 4222568"/>
              <a:gd name="connsiteX5" fmla="*/ 1293987 w 2338097"/>
              <a:gd name="connsiteY5" fmla="*/ 1844523 h 4222568"/>
              <a:gd name="connsiteX6" fmla="*/ 1551702 w 2338097"/>
              <a:gd name="connsiteY6" fmla="*/ 1734388 h 4222568"/>
              <a:gd name="connsiteX7" fmla="*/ 2054129 w 2338097"/>
              <a:gd name="connsiteY7" fmla="*/ 1577264 h 4222568"/>
              <a:gd name="connsiteX8" fmla="*/ 2338097 w 2338097"/>
              <a:gd name="connsiteY8" fmla="*/ 1079357 h 4222568"/>
              <a:gd name="connsiteX9" fmla="*/ 2054235 w 2338097"/>
              <a:gd name="connsiteY9" fmla="*/ 807446 h 4222568"/>
              <a:gd name="connsiteX10" fmla="*/ 1813579 w 2338097"/>
              <a:gd name="connsiteY10" fmla="*/ 662338 h 4222568"/>
              <a:gd name="connsiteX11" fmla="*/ 1385951 w 2338097"/>
              <a:gd name="connsiteY11" fmla="*/ 688690 h 4222568"/>
              <a:gd name="connsiteX12" fmla="*/ 926484 w 2338097"/>
              <a:gd name="connsiteY12" fmla="*/ 672947 h 4222568"/>
              <a:gd name="connsiteX13" fmla="*/ 798127 w 2338097"/>
              <a:gd name="connsiteY13" fmla="*/ 0 h 4222568"/>
              <a:gd name="connsiteX0" fmla="*/ 0 w 2338097"/>
              <a:gd name="connsiteY0" fmla="*/ 4222568 h 4222568"/>
              <a:gd name="connsiteX1" fmla="*/ 612225 w 2338097"/>
              <a:gd name="connsiteY1" fmla="*/ 3506267 h 4222568"/>
              <a:gd name="connsiteX2" fmla="*/ 847713 w 2338097"/>
              <a:gd name="connsiteY2" fmla="*/ 3109090 h 4222568"/>
              <a:gd name="connsiteX3" fmla="*/ 931045 w 2338097"/>
              <a:gd name="connsiteY3" fmla="*/ 2744220 h 4222568"/>
              <a:gd name="connsiteX4" fmla="*/ 1133239 w 2338097"/>
              <a:gd name="connsiteY4" fmla="*/ 2321208 h 4222568"/>
              <a:gd name="connsiteX5" fmla="*/ 1293987 w 2338097"/>
              <a:gd name="connsiteY5" fmla="*/ 1844523 h 4222568"/>
              <a:gd name="connsiteX6" fmla="*/ 1551702 w 2338097"/>
              <a:gd name="connsiteY6" fmla="*/ 1734388 h 4222568"/>
              <a:gd name="connsiteX7" fmla="*/ 2054129 w 2338097"/>
              <a:gd name="connsiteY7" fmla="*/ 1577264 h 4222568"/>
              <a:gd name="connsiteX8" fmla="*/ 2338097 w 2338097"/>
              <a:gd name="connsiteY8" fmla="*/ 1079357 h 4222568"/>
              <a:gd name="connsiteX9" fmla="*/ 2054235 w 2338097"/>
              <a:gd name="connsiteY9" fmla="*/ 807446 h 4222568"/>
              <a:gd name="connsiteX10" fmla="*/ 1813579 w 2338097"/>
              <a:gd name="connsiteY10" fmla="*/ 662338 h 4222568"/>
              <a:gd name="connsiteX11" fmla="*/ 1385951 w 2338097"/>
              <a:gd name="connsiteY11" fmla="*/ 688690 h 4222568"/>
              <a:gd name="connsiteX12" fmla="*/ 926484 w 2338097"/>
              <a:gd name="connsiteY12" fmla="*/ 672947 h 4222568"/>
              <a:gd name="connsiteX13" fmla="*/ 746926 w 2338097"/>
              <a:gd name="connsiteY13" fmla="*/ 265508 h 4222568"/>
              <a:gd name="connsiteX14" fmla="*/ 798127 w 2338097"/>
              <a:gd name="connsiteY14" fmla="*/ 0 h 4222568"/>
              <a:gd name="connsiteX0" fmla="*/ 0 w 2338097"/>
              <a:gd name="connsiteY0" fmla="*/ 5155001 h 5155001"/>
              <a:gd name="connsiteX1" fmla="*/ 612225 w 2338097"/>
              <a:gd name="connsiteY1" fmla="*/ 4438700 h 5155001"/>
              <a:gd name="connsiteX2" fmla="*/ 847713 w 2338097"/>
              <a:gd name="connsiteY2" fmla="*/ 4041523 h 5155001"/>
              <a:gd name="connsiteX3" fmla="*/ 931045 w 2338097"/>
              <a:gd name="connsiteY3" fmla="*/ 3676653 h 5155001"/>
              <a:gd name="connsiteX4" fmla="*/ 1133239 w 2338097"/>
              <a:gd name="connsiteY4" fmla="*/ 3253641 h 5155001"/>
              <a:gd name="connsiteX5" fmla="*/ 1293987 w 2338097"/>
              <a:gd name="connsiteY5" fmla="*/ 2776956 h 5155001"/>
              <a:gd name="connsiteX6" fmla="*/ 1551702 w 2338097"/>
              <a:gd name="connsiteY6" fmla="*/ 2666821 h 5155001"/>
              <a:gd name="connsiteX7" fmla="*/ 2054129 w 2338097"/>
              <a:gd name="connsiteY7" fmla="*/ 2509697 h 5155001"/>
              <a:gd name="connsiteX8" fmla="*/ 2338097 w 2338097"/>
              <a:gd name="connsiteY8" fmla="*/ 2011790 h 5155001"/>
              <a:gd name="connsiteX9" fmla="*/ 2054235 w 2338097"/>
              <a:gd name="connsiteY9" fmla="*/ 1739879 h 5155001"/>
              <a:gd name="connsiteX10" fmla="*/ 1813579 w 2338097"/>
              <a:gd name="connsiteY10" fmla="*/ 1594771 h 5155001"/>
              <a:gd name="connsiteX11" fmla="*/ 1385951 w 2338097"/>
              <a:gd name="connsiteY11" fmla="*/ 1621123 h 5155001"/>
              <a:gd name="connsiteX12" fmla="*/ 926484 w 2338097"/>
              <a:gd name="connsiteY12" fmla="*/ 1605380 h 5155001"/>
              <a:gd name="connsiteX13" fmla="*/ 746926 w 2338097"/>
              <a:gd name="connsiteY13" fmla="*/ 1197941 h 5155001"/>
              <a:gd name="connsiteX14" fmla="*/ 1166887 w 2338097"/>
              <a:gd name="connsiteY14" fmla="*/ 0 h 5155001"/>
              <a:gd name="connsiteX0" fmla="*/ 0 w 2338097"/>
              <a:gd name="connsiteY0" fmla="*/ 5155001 h 5155001"/>
              <a:gd name="connsiteX1" fmla="*/ 612225 w 2338097"/>
              <a:gd name="connsiteY1" fmla="*/ 4438700 h 5155001"/>
              <a:gd name="connsiteX2" fmla="*/ 847713 w 2338097"/>
              <a:gd name="connsiteY2" fmla="*/ 4041523 h 5155001"/>
              <a:gd name="connsiteX3" fmla="*/ 931045 w 2338097"/>
              <a:gd name="connsiteY3" fmla="*/ 3676653 h 5155001"/>
              <a:gd name="connsiteX4" fmla="*/ 1133239 w 2338097"/>
              <a:gd name="connsiteY4" fmla="*/ 3253641 h 5155001"/>
              <a:gd name="connsiteX5" fmla="*/ 1293987 w 2338097"/>
              <a:gd name="connsiteY5" fmla="*/ 2776956 h 5155001"/>
              <a:gd name="connsiteX6" fmla="*/ 1551702 w 2338097"/>
              <a:gd name="connsiteY6" fmla="*/ 2666821 h 5155001"/>
              <a:gd name="connsiteX7" fmla="*/ 2054129 w 2338097"/>
              <a:gd name="connsiteY7" fmla="*/ 2509697 h 5155001"/>
              <a:gd name="connsiteX8" fmla="*/ 2338097 w 2338097"/>
              <a:gd name="connsiteY8" fmla="*/ 2011790 h 5155001"/>
              <a:gd name="connsiteX9" fmla="*/ 2054235 w 2338097"/>
              <a:gd name="connsiteY9" fmla="*/ 1739879 h 5155001"/>
              <a:gd name="connsiteX10" fmla="*/ 1813579 w 2338097"/>
              <a:gd name="connsiteY10" fmla="*/ 1594771 h 5155001"/>
              <a:gd name="connsiteX11" fmla="*/ 1385951 w 2338097"/>
              <a:gd name="connsiteY11" fmla="*/ 1621123 h 5155001"/>
              <a:gd name="connsiteX12" fmla="*/ 926484 w 2338097"/>
              <a:gd name="connsiteY12" fmla="*/ 1605380 h 5155001"/>
              <a:gd name="connsiteX13" fmla="*/ 746926 w 2338097"/>
              <a:gd name="connsiteY13" fmla="*/ 1197941 h 5155001"/>
              <a:gd name="connsiteX14" fmla="*/ 1065393 w 2338097"/>
              <a:gd name="connsiteY14" fmla="*/ 673358 h 5155001"/>
              <a:gd name="connsiteX15" fmla="*/ 1166887 w 2338097"/>
              <a:gd name="connsiteY15" fmla="*/ 0 h 5155001"/>
              <a:gd name="connsiteX0" fmla="*/ 0 w 2338097"/>
              <a:gd name="connsiteY0" fmla="*/ 5155001 h 5155001"/>
              <a:gd name="connsiteX1" fmla="*/ 612225 w 2338097"/>
              <a:gd name="connsiteY1" fmla="*/ 4438700 h 5155001"/>
              <a:gd name="connsiteX2" fmla="*/ 847713 w 2338097"/>
              <a:gd name="connsiteY2" fmla="*/ 4041523 h 5155001"/>
              <a:gd name="connsiteX3" fmla="*/ 931045 w 2338097"/>
              <a:gd name="connsiteY3" fmla="*/ 3676653 h 5155001"/>
              <a:gd name="connsiteX4" fmla="*/ 1289125 w 2338097"/>
              <a:gd name="connsiteY4" fmla="*/ 3570503 h 5155001"/>
              <a:gd name="connsiteX5" fmla="*/ 1293987 w 2338097"/>
              <a:gd name="connsiteY5" fmla="*/ 2776956 h 5155001"/>
              <a:gd name="connsiteX6" fmla="*/ 1551702 w 2338097"/>
              <a:gd name="connsiteY6" fmla="*/ 2666821 h 5155001"/>
              <a:gd name="connsiteX7" fmla="*/ 2054129 w 2338097"/>
              <a:gd name="connsiteY7" fmla="*/ 2509697 h 5155001"/>
              <a:gd name="connsiteX8" fmla="*/ 2338097 w 2338097"/>
              <a:gd name="connsiteY8" fmla="*/ 2011790 h 5155001"/>
              <a:gd name="connsiteX9" fmla="*/ 2054235 w 2338097"/>
              <a:gd name="connsiteY9" fmla="*/ 1739879 h 5155001"/>
              <a:gd name="connsiteX10" fmla="*/ 1813579 w 2338097"/>
              <a:gd name="connsiteY10" fmla="*/ 1594771 h 5155001"/>
              <a:gd name="connsiteX11" fmla="*/ 1385951 w 2338097"/>
              <a:gd name="connsiteY11" fmla="*/ 1621123 h 5155001"/>
              <a:gd name="connsiteX12" fmla="*/ 926484 w 2338097"/>
              <a:gd name="connsiteY12" fmla="*/ 1605380 h 5155001"/>
              <a:gd name="connsiteX13" fmla="*/ 746926 w 2338097"/>
              <a:gd name="connsiteY13" fmla="*/ 1197941 h 5155001"/>
              <a:gd name="connsiteX14" fmla="*/ 1065393 w 2338097"/>
              <a:gd name="connsiteY14" fmla="*/ 673358 h 5155001"/>
              <a:gd name="connsiteX15" fmla="*/ 1166887 w 2338097"/>
              <a:gd name="connsiteY15" fmla="*/ 0 h 5155001"/>
              <a:gd name="connsiteX0" fmla="*/ 0 w 2338097"/>
              <a:gd name="connsiteY0" fmla="*/ 5155001 h 5155001"/>
              <a:gd name="connsiteX1" fmla="*/ 612225 w 2338097"/>
              <a:gd name="connsiteY1" fmla="*/ 4438700 h 5155001"/>
              <a:gd name="connsiteX2" fmla="*/ 847713 w 2338097"/>
              <a:gd name="connsiteY2" fmla="*/ 4041523 h 5155001"/>
              <a:gd name="connsiteX3" fmla="*/ 931045 w 2338097"/>
              <a:gd name="connsiteY3" fmla="*/ 3676653 h 5155001"/>
              <a:gd name="connsiteX4" fmla="*/ 1289125 w 2338097"/>
              <a:gd name="connsiteY4" fmla="*/ 3570503 h 5155001"/>
              <a:gd name="connsiteX5" fmla="*/ 1344114 w 2338097"/>
              <a:gd name="connsiteY5" fmla="*/ 2984542 h 5155001"/>
              <a:gd name="connsiteX6" fmla="*/ 1551702 w 2338097"/>
              <a:gd name="connsiteY6" fmla="*/ 2666821 h 5155001"/>
              <a:gd name="connsiteX7" fmla="*/ 2054129 w 2338097"/>
              <a:gd name="connsiteY7" fmla="*/ 2509697 h 5155001"/>
              <a:gd name="connsiteX8" fmla="*/ 2338097 w 2338097"/>
              <a:gd name="connsiteY8" fmla="*/ 2011790 h 5155001"/>
              <a:gd name="connsiteX9" fmla="*/ 2054235 w 2338097"/>
              <a:gd name="connsiteY9" fmla="*/ 1739879 h 5155001"/>
              <a:gd name="connsiteX10" fmla="*/ 1813579 w 2338097"/>
              <a:gd name="connsiteY10" fmla="*/ 1594771 h 5155001"/>
              <a:gd name="connsiteX11" fmla="*/ 1385951 w 2338097"/>
              <a:gd name="connsiteY11" fmla="*/ 1621123 h 5155001"/>
              <a:gd name="connsiteX12" fmla="*/ 926484 w 2338097"/>
              <a:gd name="connsiteY12" fmla="*/ 1605380 h 5155001"/>
              <a:gd name="connsiteX13" fmla="*/ 746926 w 2338097"/>
              <a:gd name="connsiteY13" fmla="*/ 1197941 h 5155001"/>
              <a:gd name="connsiteX14" fmla="*/ 1065393 w 2338097"/>
              <a:gd name="connsiteY14" fmla="*/ 673358 h 5155001"/>
              <a:gd name="connsiteX15" fmla="*/ 1166887 w 2338097"/>
              <a:gd name="connsiteY15" fmla="*/ 0 h 5155001"/>
              <a:gd name="connsiteX0" fmla="*/ 0 w 2338097"/>
              <a:gd name="connsiteY0" fmla="*/ 5155001 h 5155001"/>
              <a:gd name="connsiteX1" fmla="*/ 612225 w 2338097"/>
              <a:gd name="connsiteY1" fmla="*/ 4438700 h 5155001"/>
              <a:gd name="connsiteX2" fmla="*/ 931045 w 2338097"/>
              <a:gd name="connsiteY2" fmla="*/ 3676653 h 5155001"/>
              <a:gd name="connsiteX3" fmla="*/ 1289125 w 2338097"/>
              <a:gd name="connsiteY3" fmla="*/ 3570503 h 5155001"/>
              <a:gd name="connsiteX4" fmla="*/ 1344114 w 2338097"/>
              <a:gd name="connsiteY4" fmla="*/ 2984542 h 5155001"/>
              <a:gd name="connsiteX5" fmla="*/ 1551702 w 2338097"/>
              <a:gd name="connsiteY5" fmla="*/ 2666821 h 5155001"/>
              <a:gd name="connsiteX6" fmla="*/ 2054129 w 2338097"/>
              <a:gd name="connsiteY6" fmla="*/ 2509697 h 5155001"/>
              <a:gd name="connsiteX7" fmla="*/ 2338097 w 2338097"/>
              <a:gd name="connsiteY7" fmla="*/ 2011790 h 5155001"/>
              <a:gd name="connsiteX8" fmla="*/ 2054235 w 2338097"/>
              <a:gd name="connsiteY8" fmla="*/ 1739879 h 5155001"/>
              <a:gd name="connsiteX9" fmla="*/ 1813579 w 2338097"/>
              <a:gd name="connsiteY9" fmla="*/ 1594771 h 5155001"/>
              <a:gd name="connsiteX10" fmla="*/ 1385951 w 2338097"/>
              <a:gd name="connsiteY10" fmla="*/ 1621123 h 5155001"/>
              <a:gd name="connsiteX11" fmla="*/ 926484 w 2338097"/>
              <a:gd name="connsiteY11" fmla="*/ 1605380 h 5155001"/>
              <a:gd name="connsiteX12" fmla="*/ 746926 w 2338097"/>
              <a:gd name="connsiteY12" fmla="*/ 1197941 h 5155001"/>
              <a:gd name="connsiteX13" fmla="*/ 1065393 w 2338097"/>
              <a:gd name="connsiteY13" fmla="*/ 673358 h 5155001"/>
              <a:gd name="connsiteX14" fmla="*/ 1166887 w 2338097"/>
              <a:gd name="connsiteY14" fmla="*/ 0 h 5155001"/>
              <a:gd name="connsiteX0" fmla="*/ 0 w 1725872"/>
              <a:gd name="connsiteY0" fmla="*/ 4438700 h 4438700"/>
              <a:gd name="connsiteX1" fmla="*/ 318820 w 1725872"/>
              <a:gd name="connsiteY1" fmla="*/ 3676653 h 4438700"/>
              <a:gd name="connsiteX2" fmla="*/ 676900 w 1725872"/>
              <a:gd name="connsiteY2" fmla="*/ 3570503 h 4438700"/>
              <a:gd name="connsiteX3" fmla="*/ 731889 w 1725872"/>
              <a:gd name="connsiteY3" fmla="*/ 2984542 h 4438700"/>
              <a:gd name="connsiteX4" fmla="*/ 939477 w 1725872"/>
              <a:gd name="connsiteY4" fmla="*/ 2666821 h 4438700"/>
              <a:gd name="connsiteX5" fmla="*/ 1441904 w 1725872"/>
              <a:gd name="connsiteY5" fmla="*/ 2509697 h 4438700"/>
              <a:gd name="connsiteX6" fmla="*/ 1725872 w 1725872"/>
              <a:gd name="connsiteY6" fmla="*/ 2011790 h 4438700"/>
              <a:gd name="connsiteX7" fmla="*/ 1442010 w 1725872"/>
              <a:gd name="connsiteY7" fmla="*/ 1739879 h 4438700"/>
              <a:gd name="connsiteX8" fmla="*/ 1201354 w 1725872"/>
              <a:gd name="connsiteY8" fmla="*/ 1594771 h 4438700"/>
              <a:gd name="connsiteX9" fmla="*/ 773726 w 1725872"/>
              <a:gd name="connsiteY9" fmla="*/ 1621123 h 4438700"/>
              <a:gd name="connsiteX10" fmla="*/ 314259 w 1725872"/>
              <a:gd name="connsiteY10" fmla="*/ 1605380 h 4438700"/>
              <a:gd name="connsiteX11" fmla="*/ 134701 w 1725872"/>
              <a:gd name="connsiteY11" fmla="*/ 1197941 h 4438700"/>
              <a:gd name="connsiteX12" fmla="*/ 453168 w 1725872"/>
              <a:gd name="connsiteY12" fmla="*/ 673358 h 4438700"/>
              <a:gd name="connsiteX13" fmla="*/ 554662 w 1725872"/>
              <a:gd name="connsiteY13" fmla="*/ 0 h 4438700"/>
              <a:gd name="connsiteX0" fmla="*/ 184702 w 1591754"/>
              <a:gd name="connsiteY0" fmla="*/ 3676653 h 3676653"/>
              <a:gd name="connsiteX1" fmla="*/ 542782 w 1591754"/>
              <a:gd name="connsiteY1" fmla="*/ 3570503 h 3676653"/>
              <a:gd name="connsiteX2" fmla="*/ 597771 w 1591754"/>
              <a:gd name="connsiteY2" fmla="*/ 2984542 h 3676653"/>
              <a:gd name="connsiteX3" fmla="*/ 805359 w 1591754"/>
              <a:gd name="connsiteY3" fmla="*/ 2666821 h 3676653"/>
              <a:gd name="connsiteX4" fmla="*/ 1307786 w 1591754"/>
              <a:gd name="connsiteY4" fmla="*/ 2509697 h 3676653"/>
              <a:gd name="connsiteX5" fmla="*/ 1591754 w 1591754"/>
              <a:gd name="connsiteY5" fmla="*/ 2011790 h 3676653"/>
              <a:gd name="connsiteX6" fmla="*/ 1307892 w 1591754"/>
              <a:gd name="connsiteY6" fmla="*/ 1739879 h 3676653"/>
              <a:gd name="connsiteX7" fmla="*/ 1067236 w 1591754"/>
              <a:gd name="connsiteY7" fmla="*/ 1594771 h 3676653"/>
              <a:gd name="connsiteX8" fmla="*/ 639608 w 1591754"/>
              <a:gd name="connsiteY8" fmla="*/ 1621123 h 3676653"/>
              <a:gd name="connsiteX9" fmla="*/ 180141 w 1591754"/>
              <a:gd name="connsiteY9" fmla="*/ 1605380 h 3676653"/>
              <a:gd name="connsiteX10" fmla="*/ 583 w 1591754"/>
              <a:gd name="connsiteY10" fmla="*/ 1197941 h 3676653"/>
              <a:gd name="connsiteX11" fmla="*/ 319050 w 1591754"/>
              <a:gd name="connsiteY11" fmla="*/ 673358 h 3676653"/>
              <a:gd name="connsiteX12" fmla="*/ 420544 w 1591754"/>
              <a:gd name="connsiteY12" fmla="*/ 0 h 3676653"/>
              <a:gd name="connsiteX0" fmla="*/ 400478 w 1591754"/>
              <a:gd name="connsiteY0" fmla="*/ 3473926 h 3583923"/>
              <a:gd name="connsiteX1" fmla="*/ 542782 w 1591754"/>
              <a:gd name="connsiteY1" fmla="*/ 3570503 h 3583923"/>
              <a:gd name="connsiteX2" fmla="*/ 597771 w 1591754"/>
              <a:gd name="connsiteY2" fmla="*/ 2984542 h 3583923"/>
              <a:gd name="connsiteX3" fmla="*/ 805359 w 1591754"/>
              <a:gd name="connsiteY3" fmla="*/ 2666821 h 3583923"/>
              <a:gd name="connsiteX4" fmla="*/ 1307786 w 1591754"/>
              <a:gd name="connsiteY4" fmla="*/ 2509697 h 3583923"/>
              <a:gd name="connsiteX5" fmla="*/ 1591754 w 1591754"/>
              <a:gd name="connsiteY5" fmla="*/ 2011790 h 3583923"/>
              <a:gd name="connsiteX6" fmla="*/ 1307892 w 1591754"/>
              <a:gd name="connsiteY6" fmla="*/ 1739879 h 3583923"/>
              <a:gd name="connsiteX7" fmla="*/ 1067236 w 1591754"/>
              <a:gd name="connsiteY7" fmla="*/ 1594771 h 3583923"/>
              <a:gd name="connsiteX8" fmla="*/ 639608 w 1591754"/>
              <a:gd name="connsiteY8" fmla="*/ 1621123 h 3583923"/>
              <a:gd name="connsiteX9" fmla="*/ 180141 w 1591754"/>
              <a:gd name="connsiteY9" fmla="*/ 1605380 h 3583923"/>
              <a:gd name="connsiteX10" fmla="*/ 583 w 1591754"/>
              <a:gd name="connsiteY10" fmla="*/ 1197941 h 3583923"/>
              <a:gd name="connsiteX11" fmla="*/ 319050 w 1591754"/>
              <a:gd name="connsiteY11" fmla="*/ 673358 h 3583923"/>
              <a:gd name="connsiteX12" fmla="*/ 420544 w 1591754"/>
              <a:gd name="connsiteY12" fmla="*/ 0 h 3583923"/>
              <a:gd name="connsiteX0" fmla="*/ 400478 w 1591754"/>
              <a:gd name="connsiteY0" fmla="*/ 3473926 h 3587511"/>
              <a:gd name="connsiteX1" fmla="*/ 542782 w 1591754"/>
              <a:gd name="connsiteY1" fmla="*/ 3570503 h 3587511"/>
              <a:gd name="connsiteX2" fmla="*/ 597771 w 1591754"/>
              <a:gd name="connsiteY2" fmla="*/ 2984542 h 3587511"/>
              <a:gd name="connsiteX3" fmla="*/ 805359 w 1591754"/>
              <a:gd name="connsiteY3" fmla="*/ 2666821 h 3587511"/>
              <a:gd name="connsiteX4" fmla="*/ 1307786 w 1591754"/>
              <a:gd name="connsiteY4" fmla="*/ 2509697 h 3587511"/>
              <a:gd name="connsiteX5" fmla="*/ 1591754 w 1591754"/>
              <a:gd name="connsiteY5" fmla="*/ 2011790 h 3587511"/>
              <a:gd name="connsiteX6" fmla="*/ 1307892 w 1591754"/>
              <a:gd name="connsiteY6" fmla="*/ 1739879 h 3587511"/>
              <a:gd name="connsiteX7" fmla="*/ 1067236 w 1591754"/>
              <a:gd name="connsiteY7" fmla="*/ 1594771 h 3587511"/>
              <a:gd name="connsiteX8" fmla="*/ 639608 w 1591754"/>
              <a:gd name="connsiteY8" fmla="*/ 1621123 h 3587511"/>
              <a:gd name="connsiteX9" fmla="*/ 180141 w 1591754"/>
              <a:gd name="connsiteY9" fmla="*/ 1605380 h 3587511"/>
              <a:gd name="connsiteX10" fmla="*/ 583 w 1591754"/>
              <a:gd name="connsiteY10" fmla="*/ 1197941 h 3587511"/>
              <a:gd name="connsiteX11" fmla="*/ 319050 w 1591754"/>
              <a:gd name="connsiteY11" fmla="*/ 673358 h 3587511"/>
              <a:gd name="connsiteX12" fmla="*/ 420544 w 1591754"/>
              <a:gd name="connsiteY12" fmla="*/ 0 h 3587511"/>
              <a:gd name="connsiteX0" fmla="*/ 400478 w 1591754"/>
              <a:gd name="connsiteY0" fmla="*/ 3473926 h 3594673"/>
              <a:gd name="connsiteX1" fmla="*/ 597488 w 1591754"/>
              <a:gd name="connsiteY1" fmla="*/ 3578099 h 3594673"/>
              <a:gd name="connsiteX2" fmla="*/ 597771 w 1591754"/>
              <a:gd name="connsiteY2" fmla="*/ 2984542 h 3594673"/>
              <a:gd name="connsiteX3" fmla="*/ 805359 w 1591754"/>
              <a:gd name="connsiteY3" fmla="*/ 2666821 h 3594673"/>
              <a:gd name="connsiteX4" fmla="*/ 1307786 w 1591754"/>
              <a:gd name="connsiteY4" fmla="*/ 2509697 h 3594673"/>
              <a:gd name="connsiteX5" fmla="*/ 1591754 w 1591754"/>
              <a:gd name="connsiteY5" fmla="*/ 2011790 h 3594673"/>
              <a:gd name="connsiteX6" fmla="*/ 1307892 w 1591754"/>
              <a:gd name="connsiteY6" fmla="*/ 1739879 h 3594673"/>
              <a:gd name="connsiteX7" fmla="*/ 1067236 w 1591754"/>
              <a:gd name="connsiteY7" fmla="*/ 1594771 h 3594673"/>
              <a:gd name="connsiteX8" fmla="*/ 639608 w 1591754"/>
              <a:gd name="connsiteY8" fmla="*/ 1621123 h 3594673"/>
              <a:gd name="connsiteX9" fmla="*/ 180141 w 1591754"/>
              <a:gd name="connsiteY9" fmla="*/ 1605380 h 3594673"/>
              <a:gd name="connsiteX10" fmla="*/ 583 w 1591754"/>
              <a:gd name="connsiteY10" fmla="*/ 1197941 h 3594673"/>
              <a:gd name="connsiteX11" fmla="*/ 319050 w 1591754"/>
              <a:gd name="connsiteY11" fmla="*/ 673358 h 3594673"/>
              <a:gd name="connsiteX12" fmla="*/ 420544 w 1591754"/>
              <a:gd name="connsiteY12" fmla="*/ 0 h 3594673"/>
              <a:gd name="connsiteX0" fmla="*/ 400478 w 1591754"/>
              <a:gd name="connsiteY0" fmla="*/ 3473926 h 3594673"/>
              <a:gd name="connsiteX1" fmla="*/ 597488 w 1591754"/>
              <a:gd name="connsiteY1" fmla="*/ 3578099 h 3594673"/>
              <a:gd name="connsiteX2" fmla="*/ 597771 w 1591754"/>
              <a:gd name="connsiteY2" fmla="*/ 2984542 h 3594673"/>
              <a:gd name="connsiteX3" fmla="*/ 805359 w 1591754"/>
              <a:gd name="connsiteY3" fmla="*/ 2666821 h 3594673"/>
              <a:gd name="connsiteX4" fmla="*/ 1307786 w 1591754"/>
              <a:gd name="connsiteY4" fmla="*/ 2509697 h 3594673"/>
              <a:gd name="connsiteX5" fmla="*/ 1591754 w 1591754"/>
              <a:gd name="connsiteY5" fmla="*/ 2011790 h 3594673"/>
              <a:gd name="connsiteX6" fmla="*/ 1307892 w 1591754"/>
              <a:gd name="connsiteY6" fmla="*/ 1739879 h 3594673"/>
              <a:gd name="connsiteX7" fmla="*/ 1067236 w 1591754"/>
              <a:gd name="connsiteY7" fmla="*/ 1594771 h 3594673"/>
              <a:gd name="connsiteX8" fmla="*/ 639608 w 1591754"/>
              <a:gd name="connsiteY8" fmla="*/ 1621123 h 3594673"/>
              <a:gd name="connsiteX9" fmla="*/ 180141 w 1591754"/>
              <a:gd name="connsiteY9" fmla="*/ 1605380 h 3594673"/>
              <a:gd name="connsiteX10" fmla="*/ 583 w 1591754"/>
              <a:gd name="connsiteY10" fmla="*/ 1197941 h 3594673"/>
              <a:gd name="connsiteX11" fmla="*/ 319050 w 1591754"/>
              <a:gd name="connsiteY11" fmla="*/ 673358 h 3594673"/>
              <a:gd name="connsiteX12" fmla="*/ 301992 w 1591754"/>
              <a:gd name="connsiteY12" fmla="*/ 328161 h 3594673"/>
              <a:gd name="connsiteX13" fmla="*/ 420544 w 1591754"/>
              <a:gd name="connsiteY13" fmla="*/ 0 h 3594673"/>
              <a:gd name="connsiteX0" fmla="*/ 400478 w 1591754"/>
              <a:gd name="connsiteY0" fmla="*/ 3569085 h 3689832"/>
              <a:gd name="connsiteX1" fmla="*/ 597488 w 1591754"/>
              <a:gd name="connsiteY1" fmla="*/ 3673258 h 3689832"/>
              <a:gd name="connsiteX2" fmla="*/ 597771 w 1591754"/>
              <a:gd name="connsiteY2" fmla="*/ 3079701 h 3689832"/>
              <a:gd name="connsiteX3" fmla="*/ 805359 w 1591754"/>
              <a:gd name="connsiteY3" fmla="*/ 2761980 h 3689832"/>
              <a:gd name="connsiteX4" fmla="*/ 1307786 w 1591754"/>
              <a:gd name="connsiteY4" fmla="*/ 2604856 h 3689832"/>
              <a:gd name="connsiteX5" fmla="*/ 1591754 w 1591754"/>
              <a:gd name="connsiteY5" fmla="*/ 2106949 h 3689832"/>
              <a:gd name="connsiteX6" fmla="*/ 1307892 w 1591754"/>
              <a:gd name="connsiteY6" fmla="*/ 1835038 h 3689832"/>
              <a:gd name="connsiteX7" fmla="*/ 1067236 w 1591754"/>
              <a:gd name="connsiteY7" fmla="*/ 1689930 h 3689832"/>
              <a:gd name="connsiteX8" fmla="*/ 639608 w 1591754"/>
              <a:gd name="connsiteY8" fmla="*/ 1716282 h 3689832"/>
              <a:gd name="connsiteX9" fmla="*/ 180141 w 1591754"/>
              <a:gd name="connsiteY9" fmla="*/ 1700539 h 3689832"/>
              <a:gd name="connsiteX10" fmla="*/ 583 w 1591754"/>
              <a:gd name="connsiteY10" fmla="*/ 1293100 h 3689832"/>
              <a:gd name="connsiteX11" fmla="*/ 319050 w 1591754"/>
              <a:gd name="connsiteY11" fmla="*/ 768517 h 3689832"/>
              <a:gd name="connsiteX12" fmla="*/ 301992 w 1591754"/>
              <a:gd name="connsiteY12" fmla="*/ 423320 h 3689832"/>
              <a:gd name="connsiteX13" fmla="*/ 364085 w 1591754"/>
              <a:gd name="connsiteY13" fmla="*/ 0 h 3689832"/>
              <a:gd name="connsiteX0" fmla="*/ 434126 w 1625402"/>
              <a:gd name="connsiteY0" fmla="*/ 3569085 h 3689832"/>
              <a:gd name="connsiteX1" fmla="*/ 631136 w 1625402"/>
              <a:gd name="connsiteY1" fmla="*/ 3673258 h 3689832"/>
              <a:gd name="connsiteX2" fmla="*/ 631419 w 1625402"/>
              <a:gd name="connsiteY2" fmla="*/ 3079701 h 3689832"/>
              <a:gd name="connsiteX3" fmla="*/ 839007 w 1625402"/>
              <a:gd name="connsiteY3" fmla="*/ 2761980 h 3689832"/>
              <a:gd name="connsiteX4" fmla="*/ 1341434 w 1625402"/>
              <a:gd name="connsiteY4" fmla="*/ 2604856 h 3689832"/>
              <a:gd name="connsiteX5" fmla="*/ 1625402 w 1625402"/>
              <a:gd name="connsiteY5" fmla="*/ 2106949 h 3689832"/>
              <a:gd name="connsiteX6" fmla="*/ 1341540 w 1625402"/>
              <a:gd name="connsiteY6" fmla="*/ 1835038 h 3689832"/>
              <a:gd name="connsiteX7" fmla="*/ 1100884 w 1625402"/>
              <a:gd name="connsiteY7" fmla="*/ 1689930 h 3689832"/>
              <a:gd name="connsiteX8" fmla="*/ 673256 w 1625402"/>
              <a:gd name="connsiteY8" fmla="*/ 1716282 h 3689832"/>
              <a:gd name="connsiteX9" fmla="*/ 213789 w 1625402"/>
              <a:gd name="connsiteY9" fmla="*/ 1700539 h 3689832"/>
              <a:gd name="connsiteX10" fmla="*/ 440 w 1625402"/>
              <a:gd name="connsiteY10" fmla="*/ 1146425 h 3689832"/>
              <a:gd name="connsiteX11" fmla="*/ 352698 w 1625402"/>
              <a:gd name="connsiteY11" fmla="*/ 768517 h 3689832"/>
              <a:gd name="connsiteX12" fmla="*/ 335640 w 1625402"/>
              <a:gd name="connsiteY12" fmla="*/ 423320 h 3689832"/>
              <a:gd name="connsiteX13" fmla="*/ 397733 w 1625402"/>
              <a:gd name="connsiteY13" fmla="*/ 0 h 3689832"/>
              <a:gd name="connsiteX0" fmla="*/ 434126 w 1625402"/>
              <a:gd name="connsiteY0" fmla="*/ 4620384 h 4741131"/>
              <a:gd name="connsiteX1" fmla="*/ 631136 w 1625402"/>
              <a:gd name="connsiteY1" fmla="*/ 4724557 h 4741131"/>
              <a:gd name="connsiteX2" fmla="*/ 631419 w 1625402"/>
              <a:gd name="connsiteY2" fmla="*/ 4131000 h 4741131"/>
              <a:gd name="connsiteX3" fmla="*/ 839007 w 1625402"/>
              <a:gd name="connsiteY3" fmla="*/ 3813279 h 4741131"/>
              <a:gd name="connsiteX4" fmla="*/ 1341434 w 1625402"/>
              <a:gd name="connsiteY4" fmla="*/ 3656155 h 4741131"/>
              <a:gd name="connsiteX5" fmla="*/ 1625402 w 1625402"/>
              <a:gd name="connsiteY5" fmla="*/ 3158248 h 4741131"/>
              <a:gd name="connsiteX6" fmla="*/ 1341540 w 1625402"/>
              <a:gd name="connsiteY6" fmla="*/ 2886337 h 4741131"/>
              <a:gd name="connsiteX7" fmla="*/ 1100884 w 1625402"/>
              <a:gd name="connsiteY7" fmla="*/ 2741229 h 4741131"/>
              <a:gd name="connsiteX8" fmla="*/ 673256 w 1625402"/>
              <a:gd name="connsiteY8" fmla="*/ 2767581 h 4741131"/>
              <a:gd name="connsiteX9" fmla="*/ 213789 w 1625402"/>
              <a:gd name="connsiteY9" fmla="*/ 2751838 h 4741131"/>
              <a:gd name="connsiteX10" fmla="*/ 440 w 1625402"/>
              <a:gd name="connsiteY10" fmla="*/ 2197724 h 4741131"/>
              <a:gd name="connsiteX11" fmla="*/ 352698 w 1625402"/>
              <a:gd name="connsiteY11" fmla="*/ 1819816 h 4741131"/>
              <a:gd name="connsiteX12" fmla="*/ 335640 w 1625402"/>
              <a:gd name="connsiteY12" fmla="*/ 1474619 h 4741131"/>
              <a:gd name="connsiteX13" fmla="*/ 564481 w 1625402"/>
              <a:gd name="connsiteY13" fmla="*/ 0 h 4741131"/>
              <a:gd name="connsiteX0" fmla="*/ 434126 w 1625402"/>
              <a:gd name="connsiteY0" fmla="*/ 4620384 h 4741131"/>
              <a:gd name="connsiteX1" fmla="*/ 631136 w 1625402"/>
              <a:gd name="connsiteY1" fmla="*/ 4724557 h 4741131"/>
              <a:gd name="connsiteX2" fmla="*/ 631419 w 1625402"/>
              <a:gd name="connsiteY2" fmla="*/ 4131000 h 4741131"/>
              <a:gd name="connsiteX3" fmla="*/ 839007 w 1625402"/>
              <a:gd name="connsiteY3" fmla="*/ 3813279 h 4741131"/>
              <a:gd name="connsiteX4" fmla="*/ 1341434 w 1625402"/>
              <a:gd name="connsiteY4" fmla="*/ 3656155 h 4741131"/>
              <a:gd name="connsiteX5" fmla="*/ 1625402 w 1625402"/>
              <a:gd name="connsiteY5" fmla="*/ 3158248 h 4741131"/>
              <a:gd name="connsiteX6" fmla="*/ 1341540 w 1625402"/>
              <a:gd name="connsiteY6" fmla="*/ 2886337 h 4741131"/>
              <a:gd name="connsiteX7" fmla="*/ 1100884 w 1625402"/>
              <a:gd name="connsiteY7" fmla="*/ 2741229 h 4741131"/>
              <a:gd name="connsiteX8" fmla="*/ 673256 w 1625402"/>
              <a:gd name="connsiteY8" fmla="*/ 2767581 h 4741131"/>
              <a:gd name="connsiteX9" fmla="*/ 213789 w 1625402"/>
              <a:gd name="connsiteY9" fmla="*/ 2751838 h 4741131"/>
              <a:gd name="connsiteX10" fmla="*/ 440 w 1625402"/>
              <a:gd name="connsiteY10" fmla="*/ 2197724 h 4741131"/>
              <a:gd name="connsiteX11" fmla="*/ 352698 w 1625402"/>
              <a:gd name="connsiteY11" fmla="*/ 1819816 h 4741131"/>
              <a:gd name="connsiteX12" fmla="*/ 335640 w 1625402"/>
              <a:gd name="connsiteY12" fmla="*/ 1474619 h 4741131"/>
              <a:gd name="connsiteX13" fmla="*/ 414603 w 1625402"/>
              <a:gd name="connsiteY13" fmla="*/ 489552 h 4741131"/>
              <a:gd name="connsiteX14" fmla="*/ 564481 w 1625402"/>
              <a:gd name="connsiteY14" fmla="*/ 0 h 4741131"/>
              <a:gd name="connsiteX0" fmla="*/ 533182 w 1724458"/>
              <a:gd name="connsiteY0" fmla="*/ 5740475 h 5861222"/>
              <a:gd name="connsiteX1" fmla="*/ 730192 w 1724458"/>
              <a:gd name="connsiteY1" fmla="*/ 5844648 h 5861222"/>
              <a:gd name="connsiteX2" fmla="*/ 730475 w 1724458"/>
              <a:gd name="connsiteY2" fmla="*/ 5251091 h 5861222"/>
              <a:gd name="connsiteX3" fmla="*/ 938063 w 1724458"/>
              <a:gd name="connsiteY3" fmla="*/ 4933370 h 5861222"/>
              <a:gd name="connsiteX4" fmla="*/ 1440490 w 1724458"/>
              <a:gd name="connsiteY4" fmla="*/ 4776246 h 5861222"/>
              <a:gd name="connsiteX5" fmla="*/ 1724458 w 1724458"/>
              <a:gd name="connsiteY5" fmla="*/ 4278339 h 5861222"/>
              <a:gd name="connsiteX6" fmla="*/ 1440596 w 1724458"/>
              <a:gd name="connsiteY6" fmla="*/ 4006428 h 5861222"/>
              <a:gd name="connsiteX7" fmla="*/ 1199940 w 1724458"/>
              <a:gd name="connsiteY7" fmla="*/ 3861320 h 5861222"/>
              <a:gd name="connsiteX8" fmla="*/ 772312 w 1724458"/>
              <a:gd name="connsiteY8" fmla="*/ 3887672 h 5861222"/>
              <a:gd name="connsiteX9" fmla="*/ 312845 w 1724458"/>
              <a:gd name="connsiteY9" fmla="*/ 3871929 h 5861222"/>
              <a:gd name="connsiteX10" fmla="*/ 99496 w 1724458"/>
              <a:gd name="connsiteY10" fmla="*/ 3317815 h 5861222"/>
              <a:gd name="connsiteX11" fmla="*/ 451754 w 1724458"/>
              <a:gd name="connsiteY11" fmla="*/ 2939907 h 5861222"/>
              <a:gd name="connsiteX12" fmla="*/ 434696 w 1724458"/>
              <a:gd name="connsiteY12" fmla="*/ 2594710 h 5861222"/>
              <a:gd name="connsiteX13" fmla="*/ 513659 w 1724458"/>
              <a:gd name="connsiteY13" fmla="*/ 1609643 h 5861222"/>
              <a:gd name="connsiteX14" fmla="*/ 152 w 1724458"/>
              <a:gd name="connsiteY14" fmla="*/ 0 h 5861222"/>
              <a:gd name="connsiteX0" fmla="*/ 533030 w 1724306"/>
              <a:gd name="connsiteY0" fmla="*/ 5740475 h 5861222"/>
              <a:gd name="connsiteX1" fmla="*/ 730040 w 1724306"/>
              <a:gd name="connsiteY1" fmla="*/ 5844648 h 5861222"/>
              <a:gd name="connsiteX2" fmla="*/ 730323 w 1724306"/>
              <a:gd name="connsiteY2" fmla="*/ 5251091 h 5861222"/>
              <a:gd name="connsiteX3" fmla="*/ 937911 w 1724306"/>
              <a:gd name="connsiteY3" fmla="*/ 4933370 h 5861222"/>
              <a:gd name="connsiteX4" fmla="*/ 1440338 w 1724306"/>
              <a:gd name="connsiteY4" fmla="*/ 4776246 h 5861222"/>
              <a:gd name="connsiteX5" fmla="*/ 1724306 w 1724306"/>
              <a:gd name="connsiteY5" fmla="*/ 4278339 h 5861222"/>
              <a:gd name="connsiteX6" fmla="*/ 1440444 w 1724306"/>
              <a:gd name="connsiteY6" fmla="*/ 4006428 h 5861222"/>
              <a:gd name="connsiteX7" fmla="*/ 1199788 w 1724306"/>
              <a:gd name="connsiteY7" fmla="*/ 3861320 h 5861222"/>
              <a:gd name="connsiteX8" fmla="*/ 772160 w 1724306"/>
              <a:gd name="connsiteY8" fmla="*/ 3887672 h 5861222"/>
              <a:gd name="connsiteX9" fmla="*/ 312693 w 1724306"/>
              <a:gd name="connsiteY9" fmla="*/ 3871929 h 5861222"/>
              <a:gd name="connsiteX10" fmla="*/ 99344 w 1724306"/>
              <a:gd name="connsiteY10" fmla="*/ 3317815 h 5861222"/>
              <a:gd name="connsiteX11" fmla="*/ 451602 w 1724306"/>
              <a:gd name="connsiteY11" fmla="*/ 2939907 h 5861222"/>
              <a:gd name="connsiteX12" fmla="*/ 434544 w 1724306"/>
              <a:gd name="connsiteY12" fmla="*/ 2594710 h 5861222"/>
              <a:gd name="connsiteX13" fmla="*/ 513507 w 1724306"/>
              <a:gd name="connsiteY13" fmla="*/ 1609643 h 5861222"/>
              <a:gd name="connsiteX14" fmla="*/ 753454 w 1724306"/>
              <a:gd name="connsiteY14" fmla="*/ 944342 h 5861222"/>
              <a:gd name="connsiteX15" fmla="*/ 0 w 1724306"/>
              <a:gd name="connsiteY15" fmla="*/ 0 h 5861222"/>
              <a:gd name="connsiteX0" fmla="*/ 533030 w 1724306"/>
              <a:gd name="connsiteY0" fmla="*/ 5740475 h 5861222"/>
              <a:gd name="connsiteX1" fmla="*/ 730040 w 1724306"/>
              <a:gd name="connsiteY1" fmla="*/ 5844648 h 5861222"/>
              <a:gd name="connsiteX2" fmla="*/ 730323 w 1724306"/>
              <a:gd name="connsiteY2" fmla="*/ 5251091 h 5861222"/>
              <a:gd name="connsiteX3" fmla="*/ 937911 w 1724306"/>
              <a:gd name="connsiteY3" fmla="*/ 4933370 h 5861222"/>
              <a:gd name="connsiteX4" fmla="*/ 1440338 w 1724306"/>
              <a:gd name="connsiteY4" fmla="*/ 4776246 h 5861222"/>
              <a:gd name="connsiteX5" fmla="*/ 1724306 w 1724306"/>
              <a:gd name="connsiteY5" fmla="*/ 4278339 h 5861222"/>
              <a:gd name="connsiteX6" fmla="*/ 1440444 w 1724306"/>
              <a:gd name="connsiteY6" fmla="*/ 4006428 h 5861222"/>
              <a:gd name="connsiteX7" fmla="*/ 1199788 w 1724306"/>
              <a:gd name="connsiteY7" fmla="*/ 3861320 h 5861222"/>
              <a:gd name="connsiteX8" fmla="*/ 772160 w 1724306"/>
              <a:gd name="connsiteY8" fmla="*/ 3887672 h 5861222"/>
              <a:gd name="connsiteX9" fmla="*/ 312693 w 1724306"/>
              <a:gd name="connsiteY9" fmla="*/ 3871929 h 5861222"/>
              <a:gd name="connsiteX10" fmla="*/ 99344 w 1724306"/>
              <a:gd name="connsiteY10" fmla="*/ 3317815 h 5861222"/>
              <a:gd name="connsiteX11" fmla="*/ 451602 w 1724306"/>
              <a:gd name="connsiteY11" fmla="*/ 2939907 h 5861222"/>
              <a:gd name="connsiteX12" fmla="*/ 434544 w 1724306"/>
              <a:gd name="connsiteY12" fmla="*/ 2594710 h 5861222"/>
              <a:gd name="connsiteX13" fmla="*/ 371519 w 1724306"/>
              <a:gd name="connsiteY13" fmla="*/ 2103202 h 5861222"/>
              <a:gd name="connsiteX14" fmla="*/ 513507 w 1724306"/>
              <a:gd name="connsiteY14" fmla="*/ 1609643 h 5861222"/>
              <a:gd name="connsiteX15" fmla="*/ 753454 w 1724306"/>
              <a:gd name="connsiteY15" fmla="*/ 944342 h 5861222"/>
              <a:gd name="connsiteX16" fmla="*/ 0 w 1724306"/>
              <a:gd name="connsiteY16" fmla="*/ 0 h 5861222"/>
              <a:gd name="connsiteX0" fmla="*/ 730040 w 1724306"/>
              <a:gd name="connsiteY0" fmla="*/ 5844648 h 5844648"/>
              <a:gd name="connsiteX1" fmla="*/ 730323 w 1724306"/>
              <a:gd name="connsiteY1" fmla="*/ 5251091 h 5844648"/>
              <a:gd name="connsiteX2" fmla="*/ 937911 w 1724306"/>
              <a:gd name="connsiteY2" fmla="*/ 4933370 h 5844648"/>
              <a:gd name="connsiteX3" fmla="*/ 1440338 w 1724306"/>
              <a:gd name="connsiteY3" fmla="*/ 4776246 h 5844648"/>
              <a:gd name="connsiteX4" fmla="*/ 1724306 w 1724306"/>
              <a:gd name="connsiteY4" fmla="*/ 4278339 h 5844648"/>
              <a:gd name="connsiteX5" fmla="*/ 1440444 w 1724306"/>
              <a:gd name="connsiteY5" fmla="*/ 4006428 h 5844648"/>
              <a:gd name="connsiteX6" fmla="*/ 1199788 w 1724306"/>
              <a:gd name="connsiteY6" fmla="*/ 3861320 h 5844648"/>
              <a:gd name="connsiteX7" fmla="*/ 772160 w 1724306"/>
              <a:gd name="connsiteY7" fmla="*/ 3887672 h 5844648"/>
              <a:gd name="connsiteX8" fmla="*/ 312693 w 1724306"/>
              <a:gd name="connsiteY8" fmla="*/ 3871929 h 5844648"/>
              <a:gd name="connsiteX9" fmla="*/ 99344 w 1724306"/>
              <a:gd name="connsiteY9" fmla="*/ 3317815 h 5844648"/>
              <a:gd name="connsiteX10" fmla="*/ 451602 w 1724306"/>
              <a:gd name="connsiteY10" fmla="*/ 2939907 h 5844648"/>
              <a:gd name="connsiteX11" fmla="*/ 434544 w 1724306"/>
              <a:gd name="connsiteY11" fmla="*/ 2594710 h 5844648"/>
              <a:gd name="connsiteX12" fmla="*/ 371519 w 1724306"/>
              <a:gd name="connsiteY12" fmla="*/ 2103202 h 5844648"/>
              <a:gd name="connsiteX13" fmla="*/ 513507 w 1724306"/>
              <a:gd name="connsiteY13" fmla="*/ 1609643 h 5844648"/>
              <a:gd name="connsiteX14" fmla="*/ 753454 w 1724306"/>
              <a:gd name="connsiteY14" fmla="*/ 944342 h 5844648"/>
              <a:gd name="connsiteX15" fmla="*/ 0 w 1724306"/>
              <a:gd name="connsiteY15" fmla="*/ 0 h 5844648"/>
              <a:gd name="connsiteX0" fmla="*/ 730323 w 1724306"/>
              <a:gd name="connsiteY0" fmla="*/ 5251091 h 5251091"/>
              <a:gd name="connsiteX1" fmla="*/ 937911 w 1724306"/>
              <a:gd name="connsiteY1" fmla="*/ 4933370 h 5251091"/>
              <a:gd name="connsiteX2" fmla="*/ 1440338 w 1724306"/>
              <a:gd name="connsiteY2" fmla="*/ 4776246 h 5251091"/>
              <a:gd name="connsiteX3" fmla="*/ 1724306 w 1724306"/>
              <a:gd name="connsiteY3" fmla="*/ 4278339 h 5251091"/>
              <a:gd name="connsiteX4" fmla="*/ 1440444 w 1724306"/>
              <a:gd name="connsiteY4" fmla="*/ 4006428 h 5251091"/>
              <a:gd name="connsiteX5" fmla="*/ 1199788 w 1724306"/>
              <a:gd name="connsiteY5" fmla="*/ 3861320 h 5251091"/>
              <a:gd name="connsiteX6" fmla="*/ 772160 w 1724306"/>
              <a:gd name="connsiteY6" fmla="*/ 3887672 h 5251091"/>
              <a:gd name="connsiteX7" fmla="*/ 312693 w 1724306"/>
              <a:gd name="connsiteY7" fmla="*/ 3871929 h 5251091"/>
              <a:gd name="connsiteX8" fmla="*/ 99344 w 1724306"/>
              <a:gd name="connsiteY8" fmla="*/ 3317815 h 5251091"/>
              <a:gd name="connsiteX9" fmla="*/ 451602 w 1724306"/>
              <a:gd name="connsiteY9" fmla="*/ 2939907 h 5251091"/>
              <a:gd name="connsiteX10" fmla="*/ 434544 w 1724306"/>
              <a:gd name="connsiteY10" fmla="*/ 2594710 h 5251091"/>
              <a:gd name="connsiteX11" fmla="*/ 371519 w 1724306"/>
              <a:gd name="connsiteY11" fmla="*/ 2103202 h 5251091"/>
              <a:gd name="connsiteX12" fmla="*/ 513507 w 1724306"/>
              <a:gd name="connsiteY12" fmla="*/ 1609643 h 5251091"/>
              <a:gd name="connsiteX13" fmla="*/ 753454 w 1724306"/>
              <a:gd name="connsiteY13" fmla="*/ 944342 h 5251091"/>
              <a:gd name="connsiteX14" fmla="*/ 0 w 1724306"/>
              <a:gd name="connsiteY14" fmla="*/ 0 h 5251091"/>
              <a:gd name="connsiteX0" fmla="*/ 743506 w 1724306"/>
              <a:gd name="connsiteY0" fmla="*/ 5240522 h 5240522"/>
              <a:gd name="connsiteX1" fmla="*/ 937911 w 1724306"/>
              <a:gd name="connsiteY1" fmla="*/ 4933370 h 5240522"/>
              <a:gd name="connsiteX2" fmla="*/ 1440338 w 1724306"/>
              <a:gd name="connsiteY2" fmla="*/ 4776246 h 5240522"/>
              <a:gd name="connsiteX3" fmla="*/ 1724306 w 1724306"/>
              <a:gd name="connsiteY3" fmla="*/ 4278339 h 5240522"/>
              <a:gd name="connsiteX4" fmla="*/ 1440444 w 1724306"/>
              <a:gd name="connsiteY4" fmla="*/ 4006428 h 5240522"/>
              <a:gd name="connsiteX5" fmla="*/ 1199788 w 1724306"/>
              <a:gd name="connsiteY5" fmla="*/ 3861320 h 5240522"/>
              <a:gd name="connsiteX6" fmla="*/ 772160 w 1724306"/>
              <a:gd name="connsiteY6" fmla="*/ 3887672 h 5240522"/>
              <a:gd name="connsiteX7" fmla="*/ 312693 w 1724306"/>
              <a:gd name="connsiteY7" fmla="*/ 3871929 h 5240522"/>
              <a:gd name="connsiteX8" fmla="*/ 99344 w 1724306"/>
              <a:gd name="connsiteY8" fmla="*/ 3317815 h 5240522"/>
              <a:gd name="connsiteX9" fmla="*/ 451602 w 1724306"/>
              <a:gd name="connsiteY9" fmla="*/ 2939907 h 5240522"/>
              <a:gd name="connsiteX10" fmla="*/ 434544 w 1724306"/>
              <a:gd name="connsiteY10" fmla="*/ 2594710 h 5240522"/>
              <a:gd name="connsiteX11" fmla="*/ 371519 w 1724306"/>
              <a:gd name="connsiteY11" fmla="*/ 2103202 h 5240522"/>
              <a:gd name="connsiteX12" fmla="*/ 513507 w 1724306"/>
              <a:gd name="connsiteY12" fmla="*/ 1609643 h 5240522"/>
              <a:gd name="connsiteX13" fmla="*/ 753454 w 1724306"/>
              <a:gd name="connsiteY13" fmla="*/ 944342 h 5240522"/>
              <a:gd name="connsiteX14" fmla="*/ 0 w 1724306"/>
              <a:gd name="connsiteY14" fmla="*/ 0 h 5240522"/>
              <a:gd name="connsiteX0" fmla="*/ 743506 w 1724306"/>
              <a:gd name="connsiteY0" fmla="*/ 5240522 h 5240522"/>
              <a:gd name="connsiteX1" fmla="*/ 937911 w 1724306"/>
              <a:gd name="connsiteY1" fmla="*/ 4933370 h 5240522"/>
              <a:gd name="connsiteX2" fmla="*/ 1440338 w 1724306"/>
              <a:gd name="connsiteY2" fmla="*/ 4776246 h 5240522"/>
              <a:gd name="connsiteX3" fmla="*/ 1724306 w 1724306"/>
              <a:gd name="connsiteY3" fmla="*/ 4278339 h 5240522"/>
              <a:gd name="connsiteX4" fmla="*/ 1440444 w 1724306"/>
              <a:gd name="connsiteY4" fmla="*/ 4006428 h 5240522"/>
              <a:gd name="connsiteX5" fmla="*/ 1199788 w 1724306"/>
              <a:gd name="connsiteY5" fmla="*/ 3861320 h 5240522"/>
              <a:gd name="connsiteX6" fmla="*/ 772160 w 1724306"/>
              <a:gd name="connsiteY6" fmla="*/ 3887672 h 5240522"/>
              <a:gd name="connsiteX7" fmla="*/ 312693 w 1724306"/>
              <a:gd name="connsiteY7" fmla="*/ 3871929 h 5240522"/>
              <a:gd name="connsiteX8" fmla="*/ 99344 w 1724306"/>
              <a:gd name="connsiteY8" fmla="*/ 3317815 h 5240522"/>
              <a:gd name="connsiteX9" fmla="*/ 451602 w 1724306"/>
              <a:gd name="connsiteY9" fmla="*/ 2939907 h 5240522"/>
              <a:gd name="connsiteX10" fmla="*/ 434544 w 1724306"/>
              <a:gd name="connsiteY10" fmla="*/ 2594710 h 5240522"/>
              <a:gd name="connsiteX11" fmla="*/ 371519 w 1724306"/>
              <a:gd name="connsiteY11" fmla="*/ 2103202 h 5240522"/>
              <a:gd name="connsiteX12" fmla="*/ 513507 w 1724306"/>
              <a:gd name="connsiteY12" fmla="*/ 1609643 h 5240522"/>
              <a:gd name="connsiteX13" fmla="*/ 753454 w 1724306"/>
              <a:gd name="connsiteY13" fmla="*/ 944342 h 5240522"/>
              <a:gd name="connsiteX14" fmla="*/ 260445 w 1724306"/>
              <a:gd name="connsiteY14" fmla="*/ 190420 h 5240522"/>
              <a:gd name="connsiteX15" fmla="*/ 0 w 1724306"/>
              <a:gd name="connsiteY15" fmla="*/ 0 h 5240522"/>
              <a:gd name="connsiteX0" fmla="*/ 1074915 w 2055715"/>
              <a:gd name="connsiteY0" fmla="*/ 5091999 h 5091999"/>
              <a:gd name="connsiteX1" fmla="*/ 1269320 w 2055715"/>
              <a:gd name="connsiteY1" fmla="*/ 4784847 h 5091999"/>
              <a:gd name="connsiteX2" fmla="*/ 1771747 w 2055715"/>
              <a:gd name="connsiteY2" fmla="*/ 4627723 h 5091999"/>
              <a:gd name="connsiteX3" fmla="*/ 2055715 w 2055715"/>
              <a:gd name="connsiteY3" fmla="*/ 4129816 h 5091999"/>
              <a:gd name="connsiteX4" fmla="*/ 1771853 w 2055715"/>
              <a:gd name="connsiteY4" fmla="*/ 3857905 h 5091999"/>
              <a:gd name="connsiteX5" fmla="*/ 1531197 w 2055715"/>
              <a:gd name="connsiteY5" fmla="*/ 3712797 h 5091999"/>
              <a:gd name="connsiteX6" fmla="*/ 1103569 w 2055715"/>
              <a:gd name="connsiteY6" fmla="*/ 3739149 h 5091999"/>
              <a:gd name="connsiteX7" fmla="*/ 644102 w 2055715"/>
              <a:gd name="connsiteY7" fmla="*/ 3723406 h 5091999"/>
              <a:gd name="connsiteX8" fmla="*/ 430753 w 2055715"/>
              <a:gd name="connsiteY8" fmla="*/ 3169292 h 5091999"/>
              <a:gd name="connsiteX9" fmla="*/ 783011 w 2055715"/>
              <a:gd name="connsiteY9" fmla="*/ 2791384 h 5091999"/>
              <a:gd name="connsiteX10" fmla="*/ 765953 w 2055715"/>
              <a:gd name="connsiteY10" fmla="*/ 2446187 h 5091999"/>
              <a:gd name="connsiteX11" fmla="*/ 702928 w 2055715"/>
              <a:gd name="connsiteY11" fmla="*/ 1954679 h 5091999"/>
              <a:gd name="connsiteX12" fmla="*/ 844916 w 2055715"/>
              <a:gd name="connsiteY12" fmla="*/ 1461120 h 5091999"/>
              <a:gd name="connsiteX13" fmla="*/ 1084863 w 2055715"/>
              <a:gd name="connsiteY13" fmla="*/ 795819 h 5091999"/>
              <a:gd name="connsiteX14" fmla="*/ 591854 w 2055715"/>
              <a:gd name="connsiteY14" fmla="*/ 41897 h 5091999"/>
              <a:gd name="connsiteX15" fmla="*/ 0 w 2055715"/>
              <a:gd name="connsiteY15" fmla="*/ 200428 h 5091999"/>
              <a:gd name="connsiteX0" fmla="*/ 1074915 w 2055715"/>
              <a:gd name="connsiteY0" fmla="*/ 4916989 h 4916989"/>
              <a:gd name="connsiteX1" fmla="*/ 1269320 w 2055715"/>
              <a:gd name="connsiteY1" fmla="*/ 4609837 h 4916989"/>
              <a:gd name="connsiteX2" fmla="*/ 1771747 w 2055715"/>
              <a:gd name="connsiteY2" fmla="*/ 4452713 h 4916989"/>
              <a:gd name="connsiteX3" fmla="*/ 2055715 w 2055715"/>
              <a:gd name="connsiteY3" fmla="*/ 3954806 h 4916989"/>
              <a:gd name="connsiteX4" fmla="*/ 1771853 w 2055715"/>
              <a:gd name="connsiteY4" fmla="*/ 3682895 h 4916989"/>
              <a:gd name="connsiteX5" fmla="*/ 1531197 w 2055715"/>
              <a:gd name="connsiteY5" fmla="*/ 3537787 h 4916989"/>
              <a:gd name="connsiteX6" fmla="*/ 1103569 w 2055715"/>
              <a:gd name="connsiteY6" fmla="*/ 3564139 h 4916989"/>
              <a:gd name="connsiteX7" fmla="*/ 644102 w 2055715"/>
              <a:gd name="connsiteY7" fmla="*/ 3548396 h 4916989"/>
              <a:gd name="connsiteX8" fmla="*/ 430753 w 2055715"/>
              <a:gd name="connsiteY8" fmla="*/ 2994282 h 4916989"/>
              <a:gd name="connsiteX9" fmla="*/ 783011 w 2055715"/>
              <a:gd name="connsiteY9" fmla="*/ 2616374 h 4916989"/>
              <a:gd name="connsiteX10" fmla="*/ 765953 w 2055715"/>
              <a:gd name="connsiteY10" fmla="*/ 2271177 h 4916989"/>
              <a:gd name="connsiteX11" fmla="*/ 702928 w 2055715"/>
              <a:gd name="connsiteY11" fmla="*/ 1779669 h 4916989"/>
              <a:gd name="connsiteX12" fmla="*/ 844916 w 2055715"/>
              <a:gd name="connsiteY12" fmla="*/ 1286110 h 4916989"/>
              <a:gd name="connsiteX13" fmla="*/ 1084863 w 2055715"/>
              <a:gd name="connsiteY13" fmla="*/ 620809 h 4916989"/>
              <a:gd name="connsiteX14" fmla="*/ 516153 w 2055715"/>
              <a:gd name="connsiteY14" fmla="*/ 81146 h 4916989"/>
              <a:gd name="connsiteX15" fmla="*/ 0 w 2055715"/>
              <a:gd name="connsiteY15" fmla="*/ 25418 h 4916989"/>
              <a:gd name="connsiteX0" fmla="*/ 1161073 w 2141873"/>
              <a:gd name="connsiteY0" fmla="*/ 4895541 h 4895541"/>
              <a:gd name="connsiteX1" fmla="*/ 1355478 w 2141873"/>
              <a:gd name="connsiteY1" fmla="*/ 4588389 h 4895541"/>
              <a:gd name="connsiteX2" fmla="*/ 1857905 w 2141873"/>
              <a:gd name="connsiteY2" fmla="*/ 4431265 h 4895541"/>
              <a:gd name="connsiteX3" fmla="*/ 2141873 w 2141873"/>
              <a:gd name="connsiteY3" fmla="*/ 3933358 h 4895541"/>
              <a:gd name="connsiteX4" fmla="*/ 1858011 w 2141873"/>
              <a:gd name="connsiteY4" fmla="*/ 3661447 h 4895541"/>
              <a:gd name="connsiteX5" fmla="*/ 1617355 w 2141873"/>
              <a:gd name="connsiteY5" fmla="*/ 3516339 h 4895541"/>
              <a:gd name="connsiteX6" fmla="*/ 1189727 w 2141873"/>
              <a:gd name="connsiteY6" fmla="*/ 3542691 h 4895541"/>
              <a:gd name="connsiteX7" fmla="*/ 730260 w 2141873"/>
              <a:gd name="connsiteY7" fmla="*/ 3526948 h 4895541"/>
              <a:gd name="connsiteX8" fmla="*/ 516911 w 2141873"/>
              <a:gd name="connsiteY8" fmla="*/ 2972834 h 4895541"/>
              <a:gd name="connsiteX9" fmla="*/ 869169 w 2141873"/>
              <a:gd name="connsiteY9" fmla="*/ 2594926 h 4895541"/>
              <a:gd name="connsiteX10" fmla="*/ 852111 w 2141873"/>
              <a:gd name="connsiteY10" fmla="*/ 2249729 h 4895541"/>
              <a:gd name="connsiteX11" fmla="*/ 789086 w 2141873"/>
              <a:gd name="connsiteY11" fmla="*/ 1758221 h 4895541"/>
              <a:gd name="connsiteX12" fmla="*/ 931074 w 2141873"/>
              <a:gd name="connsiteY12" fmla="*/ 1264662 h 4895541"/>
              <a:gd name="connsiteX13" fmla="*/ 1171021 w 2141873"/>
              <a:gd name="connsiteY13" fmla="*/ 599361 h 4895541"/>
              <a:gd name="connsiteX14" fmla="*/ 602311 w 2141873"/>
              <a:gd name="connsiteY14" fmla="*/ 59698 h 4895541"/>
              <a:gd name="connsiteX15" fmla="*/ 0 w 2141873"/>
              <a:gd name="connsiteY15" fmla="*/ 86025 h 4895541"/>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69169 w 2141873"/>
              <a:gd name="connsiteY9" fmla="*/ 2508901 h 4809516"/>
              <a:gd name="connsiteX10" fmla="*/ 852111 w 2141873"/>
              <a:gd name="connsiteY10" fmla="*/ 2163704 h 4809516"/>
              <a:gd name="connsiteX11" fmla="*/ 789086 w 2141873"/>
              <a:gd name="connsiteY11" fmla="*/ 1672196 h 4809516"/>
              <a:gd name="connsiteX12" fmla="*/ 931074 w 2141873"/>
              <a:gd name="connsiteY12" fmla="*/ 1178637 h 4809516"/>
              <a:gd name="connsiteX13" fmla="*/ 1171021 w 2141873"/>
              <a:gd name="connsiteY13" fmla="*/ 513336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69169 w 2141873"/>
              <a:gd name="connsiteY9" fmla="*/ 2508901 h 4809516"/>
              <a:gd name="connsiteX10" fmla="*/ 852111 w 2141873"/>
              <a:gd name="connsiteY10" fmla="*/ 2163704 h 4809516"/>
              <a:gd name="connsiteX11" fmla="*/ 789086 w 2141873"/>
              <a:gd name="connsiteY11" fmla="*/ 1672196 h 4809516"/>
              <a:gd name="connsiteX12" fmla="*/ 931074 w 2141873"/>
              <a:gd name="connsiteY12" fmla="*/ 1178637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69169 w 2141873"/>
              <a:gd name="connsiteY9" fmla="*/ 2508901 h 4809516"/>
              <a:gd name="connsiteX10" fmla="*/ 852111 w 2141873"/>
              <a:gd name="connsiteY10" fmla="*/ 2163704 h 4809516"/>
              <a:gd name="connsiteX11" fmla="*/ 789086 w 2141873"/>
              <a:gd name="connsiteY11" fmla="*/ 1672196 h 4809516"/>
              <a:gd name="connsiteX12" fmla="*/ 784265 w 2141873"/>
              <a:gd name="connsiteY12" fmla="*/ 1141221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69169 w 2141873"/>
              <a:gd name="connsiteY9" fmla="*/ 2508901 h 4809516"/>
              <a:gd name="connsiteX10" fmla="*/ 852111 w 2141873"/>
              <a:gd name="connsiteY10" fmla="*/ 2163704 h 4809516"/>
              <a:gd name="connsiteX11" fmla="*/ 770042 w 2141873"/>
              <a:gd name="connsiteY11" fmla="*/ 1624049 h 4809516"/>
              <a:gd name="connsiteX12" fmla="*/ 784265 w 2141873"/>
              <a:gd name="connsiteY12" fmla="*/ 1141221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69169 w 2141873"/>
              <a:gd name="connsiteY9" fmla="*/ 2508901 h 4809516"/>
              <a:gd name="connsiteX10" fmla="*/ 633336 w 2141873"/>
              <a:gd name="connsiteY10" fmla="*/ 1963933 h 4809516"/>
              <a:gd name="connsiteX11" fmla="*/ 770042 w 2141873"/>
              <a:gd name="connsiteY11" fmla="*/ 1624049 h 4809516"/>
              <a:gd name="connsiteX12" fmla="*/ 784265 w 2141873"/>
              <a:gd name="connsiteY12" fmla="*/ 1141221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09563 w 2141873"/>
              <a:gd name="connsiteY9" fmla="*/ 2456592 h 4809516"/>
              <a:gd name="connsiteX10" fmla="*/ 633336 w 2141873"/>
              <a:gd name="connsiteY10" fmla="*/ 1963933 h 4809516"/>
              <a:gd name="connsiteX11" fmla="*/ 770042 w 2141873"/>
              <a:gd name="connsiteY11" fmla="*/ 1624049 h 4809516"/>
              <a:gd name="connsiteX12" fmla="*/ 784265 w 2141873"/>
              <a:gd name="connsiteY12" fmla="*/ 1141221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09563 w 2141873"/>
              <a:gd name="connsiteY9" fmla="*/ 2456592 h 4809516"/>
              <a:gd name="connsiteX10" fmla="*/ 633336 w 2141873"/>
              <a:gd name="connsiteY10" fmla="*/ 1963933 h 4809516"/>
              <a:gd name="connsiteX11" fmla="*/ 719476 w 2141873"/>
              <a:gd name="connsiteY11" fmla="*/ 1593527 h 4809516"/>
              <a:gd name="connsiteX12" fmla="*/ 784265 w 2141873"/>
              <a:gd name="connsiteY12" fmla="*/ 1141221 h 4809516"/>
              <a:gd name="connsiteX13" fmla="*/ 928421 w 2141873"/>
              <a:gd name="connsiteY13" fmla="*/ 574869 h 4809516"/>
              <a:gd name="connsiteX14" fmla="*/ 404564 w 2141873"/>
              <a:gd name="connsiteY14" fmla="*/ 132194 h 4809516"/>
              <a:gd name="connsiteX15" fmla="*/ 0 w 2141873"/>
              <a:gd name="connsiteY15" fmla="*/ 0 h 4809516"/>
              <a:gd name="connsiteX0" fmla="*/ 1161073 w 2141873"/>
              <a:gd name="connsiteY0" fmla="*/ 4809516 h 4809516"/>
              <a:gd name="connsiteX1" fmla="*/ 1355478 w 2141873"/>
              <a:gd name="connsiteY1" fmla="*/ 4502364 h 4809516"/>
              <a:gd name="connsiteX2" fmla="*/ 1857905 w 2141873"/>
              <a:gd name="connsiteY2" fmla="*/ 4345240 h 4809516"/>
              <a:gd name="connsiteX3" fmla="*/ 2141873 w 2141873"/>
              <a:gd name="connsiteY3" fmla="*/ 3847333 h 4809516"/>
              <a:gd name="connsiteX4" fmla="*/ 1858011 w 2141873"/>
              <a:gd name="connsiteY4" fmla="*/ 3575422 h 4809516"/>
              <a:gd name="connsiteX5" fmla="*/ 1617355 w 2141873"/>
              <a:gd name="connsiteY5" fmla="*/ 3430314 h 4809516"/>
              <a:gd name="connsiteX6" fmla="*/ 1189727 w 2141873"/>
              <a:gd name="connsiteY6" fmla="*/ 3456666 h 4809516"/>
              <a:gd name="connsiteX7" fmla="*/ 730260 w 2141873"/>
              <a:gd name="connsiteY7" fmla="*/ 3440923 h 4809516"/>
              <a:gd name="connsiteX8" fmla="*/ 516911 w 2141873"/>
              <a:gd name="connsiteY8" fmla="*/ 2886809 h 4809516"/>
              <a:gd name="connsiteX9" fmla="*/ 809563 w 2141873"/>
              <a:gd name="connsiteY9" fmla="*/ 2456592 h 4809516"/>
              <a:gd name="connsiteX10" fmla="*/ 633336 w 2141873"/>
              <a:gd name="connsiteY10" fmla="*/ 1963933 h 4809516"/>
              <a:gd name="connsiteX11" fmla="*/ 719476 w 2141873"/>
              <a:gd name="connsiteY11" fmla="*/ 1593527 h 4809516"/>
              <a:gd name="connsiteX12" fmla="*/ 740495 w 2141873"/>
              <a:gd name="connsiteY12" fmla="*/ 1142689 h 4809516"/>
              <a:gd name="connsiteX13" fmla="*/ 928421 w 2141873"/>
              <a:gd name="connsiteY13" fmla="*/ 574869 h 4809516"/>
              <a:gd name="connsiteX14" fmla="*/ 404564 w 2141873"/>
              <a:gd name="connsiteY14" fmla="*/ 132194 h 4809516"/>
              <a:gd name="connsiteX15" fmla="*/ 0 w 2141873"/>
              <a:gd name="connsiteY15" fmla="*/ 0 h 4809516"/>
              <a:gd name="connsiteX0" fmla="*/ 1216121 w 2141873"/>
              <a:gd name="connsiteY0" fmla="*/ 4819635 h 4819635"/>
              <a:gd name="connsiteX1" fmla="*/ 1355478 w 2141873"/>
              <a:gd name="connsiteY1" fmla="*/ 4502364 h 4819635"/>
              <a:gd name="connsiteX2" fmla="*/ 1857905 w 2141873"/>
              <a:gd name="connsiteY2" fmla="*/ 4345240 h 4819635"/>
              <a:gd name="connsiteX3" fmla="*/ 2141873 w 2141873"/>
              <a:gd name="connsiteY3" fmla="*/ 3847333 h 4819635"/>
              <a:gd name="connsiteX4" fmla="*/ 1858011 w 2141873"/>
              <a:gd name="connsiteY4" fmla="*/ 3575422 h 4819635"/>
              <a:gd name="connsiteX5" fmla="*/ 1617355 w 2141873"/>
              <a:gd name="connsiteY5" fmla="*/ 3430314 h 4819635"/>
              <a:gd name="connsiteX6" fmla="*/ 1189727 w 2141873"/>
              <a:gd name="connsiteY6" fmla="*/ 3456666 h 4819635"/>
              <a:gd name="connsiteX7" fmla="*/ 730260 w 2141873"/>
              <a:gd name="connsiteY7" fmla="*/ 3440923 h 4819635"/>
              <a:gd name="connsiteX8" fmla="*/ 516911 w 2141873"/>
              <a:gd name="connsiteY8" fmla="*/ 2886809 h 4819635"/>
              <a:gd name="connsiteX9" fmla="*/ 809563 w 2141873"/>
              <a:gd name="connsiteY9" fmla="*/ 2456592 h 4819635"/>
              <a:gd name="connsiteX10" fmla="*/ 633336 w 2141873"/>
              <a:gd name="connsiteY10" fmla="*/ 1963933 h 4819635"/>
              <a:gd name="connsiteX11" fmla="*/ 719476 w 2141873"/>
              <a:gd name="connsiteY11" fmla="*/ 1593527 h 4819635"/>
              <a:gd name="connsiteX12" fmla="*/ 740495 w 2141873"/>
              <a:gd name="connsiteY12" fmla="*/ 1142689 h 4819635"/>
              <a:gd name="connsiteX13" fmla="*/ 928421 w 2141873"/>
              <a:gd name="connsiteY13" fmla="*/ 574869 h 4819635"/>
              <a:gd name="connsiteX14" fmla="*/ 404564 w 2141873"/>
              <a:gd name="connsiteY14" fmla="*/ 132194 h 4819635"/>
              <a:gd name="connsiteX15" fmla="*/ 0 w 2141873"/>
              <a:gd name="connsiteY15" fmla="*/ 0 h 4819635"/>
              <a:gd name="connsiteX0" fmla="*/ 1216121 w 2141873"/>
              <a:gd name="connsiteY0" fmla="*/ 4819635 h 4819635"/>
              <a:gd name="connsiteX1" fmla="*/ 1434690 w 2141873"/>
              <a:gd name="connsiteY1" fmla="*/ 4532843 h 4819635"/>
              <a:gd name="connsiteX2" fmla="*/ 1857905 w 2141873"/>
              <a:gd name="connsiteY2" fmla="*/ 4345240 h 4819635"/>
              <a:gd name="connsiteX3" fmla="*/ 2141873 w 2141873"/>
              <a:gd name="connsiteY3" fmla="*/ 3847333 h 4819635"/>
              <a:gd name="connsiteX4" fmla="*/ 1858011 w 2141873"/>
              <a:gd name="connsiteY4" fmla="*/ 3575422 h 4819635"/>
              <a:gd name="connsiteX5" fmla="*/ 1617355 w 2141873"/>
              <a:gd name="connsiteY5" fmla="*/ 3430314 h 4819635"/>
              <a:gd name="connsiteX6" fmla="*/ 1189727 w 2141873"/>
              <a:gd name="connsiteY6" fmla="*/ 3456666 h 4819635"/>
              <a:gd name="connsiteX7" fmla="*/ 730260 w 2141873"/>
              <a:gd name="connsiteY7" fmla="*/ 3440923 h 4819635"/>
              <a:gd name="connsiteX8" fmla="*/ 516911 w 2141873"/>
              <a:gd name="connsiteY8" fmla="*/ 2886809 h 4819635"/>
              <a:gd name="connsiteX9" fmla="*/ 809563 w 2141873"/>
              <a:gd name="connsiteY9" fmla="*/ 2456592 h 4819635"/>
              <a:gd name="connsiteX10" fmla="*/ 633336 w 2141873"/>
              <a:gd name="connsiteY10" fmla="*/ 1963933 h 4819635"/>
              <a:gd name="connsiteX11" fmla="*/ 719476 w 2141873"/>
              <a:gd name="connsiteY11" fmla="*/ 1593527 h 4819635"/>
              <a:gd name="connsiteX12" fmla="*/ 740495 w 2141873"/>
              <a:gd name="connsiteY12" fmla="*/ 1142689 h 4819635"/>
              <a:gd name="connsiteX13" fmla="*/ 928421 w 2141873"/>
              <a:gd name="connsiteY13" fmla="*/ 574869 h 4819635"/>
              <a:gd name="connsiteX14" fmla="*/ 404564 w 2141873"/>
              <a:gd name="connsiteY14" fmla="*/ 132194 h 4819635"/>
              <a:gd name="connsiteX15" fmla="*/ 0 w 2141873"/>
              <a:gd name="connsiteY15" fmla="*/ 0 h 4819635"/>
              <a:gd name="connsiteX0" fmla="*/ 1216121 w 2108485"/>
              <a:gd name="connsiteY0" fmla="*/ 4819635 h 4819635"/>
              <a:gd name="connsiteX1" fmla="*/ 1434690 w 2108485"/>
              <a:gd name="connsiteY1" fmla="*/ 4532843 h 4819635"/>
              <a:gd name="connsiteX2" fmla="*/ 1857905 w 2108485"/>
              <a:gd name="connsiteY2" fmla="*/ 4345240 h 4819635"/>
              <a:gd name="connsiteX3" fmla="*/ 2108485 w 2108485"/>
              <a:gd name="connsiteY3" fmla="*/ 3918412 h 4819635"/>
              <a:gd name="connsiteX4" fmla="*/ 1858011 w 2108485"/>
              <a:gd name="connsiteY4" fmla="*/ 3575422 h 4819635"/>
              <a:gd name="connsiteX5" fmla="*/ 1617355 w 2108485"/>
              <a:gd name="connsiteY5" fmla="*/ 3430314 h 4819635"/>
              <a:gd name="connsiteX6" fmla="*/ 1189727 w 2108485"/>
              <a:gd name="connsiteY6" fmla="*/ 3456666 h 4819635"/>
              <a:gd name="connsiteX7" fmla="*/ 730260 w 2108485"/>
              <a:gd name="connsiteY7" fmla="*/ 3440923 h 4819635"/>
              <a:gd name="connsiteX8" fmla="*/ 516911 w 2108485"/>
              <a:gd name="connsiteY8" fmla="*/ 2886809 h 4819635"/>
              <a:gd name="connsiteX9" fmla="*/ 809563 w 2108485"/>
              <a:gd name="connsiteY9" fmla="*/ 2456592 h 4819635"/>
              <a:gd name="connsiteX10" fmla="*/ 633336 w 2108485"/>
              <a:gd name="connsiteY10" fmla="*/ 1963933 h 4819635"/>
              <a:gd name="connsiteX11" fmla="*/ 719476 w 2108485"/>
              <a:gd name="connsiteY11" fmla="*/ 1593527 h 4819635"/>
              <a:gd name="connsiteX12" fmla="*/ 740495 w 2108485"/>
              <a:gd name="connsiteY12" fmla="*/ 1142689 h 4819635"/>
              <a:gd name="connsiteX13" fmla="*/ 928421 w 2108485"/>
              <a:gd name="connsiteY13" fmla="*/ 574869 h 4819635"/>
              <a:gd name="connsiteX14" fmla="*/ 404564 w 2108485"/>
              <a:gd name="connsiteY14" fmla="*/ 132194 h 4819635"/>
              <a:gd name="connsiteX15" fmla="*/ 0 w 2108485"/>
              <a:gd name="connsiteY15" fmla="*/ 0 h 4819635"/>
              <a:gd name="connsiteX0" fmla="*/ 1223142 w 2115506"/>
              <a:gd name="connsiteY0" fmla="*/ 4779324 h 4779324"/>
              <a:gd name="connsiteX1" fmla="*/ 1441711 w 2115506"/>
              <a:gd name="connsiteY1" fmla="*/ 4492532 h 4779324"/>
              <a:gd name="connsiteX2" fmla="*/ 1864926 w 2115506"/>
              <a:gd name="connsiteY2" fmla="*/ 4304929 h 4779324"/>
              <a:gd name="connsiteX3" fmla="*/ 2115506 w 2115506"/>
              <a:gd name="connsiteY3" fmla="*/ 3878101 h 4779324"/>
              <a:gd name="connsiteX4" fmla="*/ 1865032 w 2115506"/>
              <a:gd name="connsiteY4" fmla="*/ 3535111 h 4779324"/>
              <a:gd name="connsiteX5" fmla="*/ 1624376 w 2115506"/>
              <a:gd name="connsiteY5" fmla="*/ 3390003 h 4779324"/>
              <a:gd name="connsiteX6" fmla="*/ 1196748 w 2115506"/>
              <a:gd name="connsiteY6" fmla="*/ 3416355 h 4779324"/>
              <a:gd name="connsiteX7" fmla="*/ 737281 w 2115506"/>
              <a:gd name="connsiteY7" fmla="*/ 3400612 h 4779324"/>
              <a:gd name="connsiteX8" fmla="*/ 523932 w 2115506"/>
              <a:gd name="connsiteY8" fmla="*/ 2846498 h 4779324"/>
              <a:gd name="connsiteX9" fmla="*/ 816584 w 2115506"/>
              <a:gd name="connsiteY9" fmla="*/ 2416281 h 4779324"/>
              <a:gd name="connsiteX10" fmla="*/ 640357 w 2115506"/>
              <a:gd name="connsiteY10" fmla="*/ 1923622 h 4779324"/>
              <a:gd name="connsiteX11" fmla="*/ 726497 w 2115506"/>
              <a:gd name="connsiteY11" fmla="*/ 1553216 h 4779324"/>
              <a:gd name="connsiteX12" fmla="*/ 747516 w 2115506"/>
              <a:gd name="connsiteY12" fmla="*/ 1102378 h 4779324"/>
              <a:gd name="connsiteX13" fmla="*/ 935442 w 2115506"/>
              <a:gd name="connsiteY13" fmla="*/ 534558 h 4779324"/>
              <a:gd name="connsiteX14" fmla="*/ 411585 w 2115506"/>
              <a:gd name="connsiteY14" fmla="*/ 91883 h 4779324"/>
              <a:gd name="connsiteX15" fmla="*/ 0 w 2115506"/>
              <a:gd name="connsiteY15" fmla="*/ 9632 h 4779324"/>
              <a:gd name="connsiteX0" fmla="*/ 1223142 w 2117932"/>
              <a:gd name="connsiteY0" fmla="*/ 4779324 h 4779324"/>
              <a:gd name="connsiteX1" fmla="*/ 1441711 w 2117932"/>
              <a:gd name="connsiteY1" fmla="*/ 4492532 h 4779324"/>
              <a:gd name="connsiteX2" fmla="*/ 1864926 w 2117932"/>
              <a:gd name="connsiteY2" fmla="*/ 4304929 h 4779324"/>
              <a:gd name="connsiteX3" fmla="*/ 1984931 w 2117932"/>
              <a:gd name="connsiteY3" fmla="*/ 4219238 h 4779324"/>
              <a:gd name="connsiteX4" fmla="*/ 2115506 w 2117932"/>
              <a:gd name="connsiteY4" fmla="*/ 3878101 h 4779324"/>
              <a:gd name="connsiteX5" fmla="*/ 1865032 w 2117932"/>
              <a:gd name="connsiteY5" fmla="*/ 3535111 h 4779324"/>
              <a:gd name="connsiteX6" fmla="*/ 1624376 w 2117932"/>
              <a:gd name="connsiteY6" fmla="*/ 3390003 h 4779324"/>
              <a:gd name="connsiteX7" fmla="*/ 1196748 w 2117932"/>
              <a:gd name="connsiteY7" fmla="*/ 3416355 h 4779324"/>
              <a:gd name="connsiteX8" fmla="*/ 737281 w 2117932"/>
              <a:gd name="connsiteY8" fmla="*/ 3400612 h 4779324"/>
              <a:gd name="connsiteX9" fmla="*/ 523932 w 2117932"/>
              <a:gd name="connsiteY9" fmla="*/ 2846498 h 4779324"/>
              <a:gd name="connsiteX10" fmla="*/ 816584 w 2117932"/>
              <a:gd name="connsiteY10" fmla="*/ 2416281 h 4779324"/>
              <a:gd name="connsiteX11" fmla="*/ 640357 w 2117932"/>
              <a:gd name="connsiteY11" fmla="*/ 1923622 h 4779324"/>
              <a:gd name="connsiteX12" fmla="*/ 726497 w 2117932"/>
              <a:gd name="connsiteY12" fmla="*/ 1553216 h 4779324"/>
              <a:gd name="connsiteX13" fmla="*/ 747516 w 2117932"/>
              <a:gd name="connsiteY13" fmla="*/ 1102378 h 4779324"/>
              <a:gd name="connsiteX14" fmla="*/ 935442 w 2117932"/>
              <a:gd name="connsiteY14" fmla="*/ 534558 h 4779324"/>
              <a:gd name="connsiteX15" fmla="*/ 411585 w 2117932"/>
              <a:gd name="connsiteY15" fmla="*/ 91883 h 4779324"/>
              <a:gd name="connsiteX16" fmla="*/ 0 w 2117932"/>
              <a:gd name="connsiteY16" fmla="*/ 9632 h 4779324"/>
              <a:gd name="connsiteX0" fmla="*/ 1608420 w 2117932"/>
              <a:gd name="connsiteY0" fmla="*/ 4890801 h 4890801"/>
              <a:gd name="connsiteX1" fmla="*/ 1441711 w 2117932"/>
              <a:gd name="connsiteY1" fmla="*/ 4492532 h 4890801"/>
              <a:gd name="connsiteX2" fmla="*/ 1864926 w 2117932"/>
              <a:gd name="connsiteY2" fmla="*/ 4304929 h 4890801"/>
              <a:gd name="connsiteX3" fmla="*/ 1984931 w 2117932"/>
              <a:gd name="connsiteY3" fmla="*/ 4219238 h 4890801"/>
              <a:gd name="connsiteX4" fmla="*/ 2115506 w 2117932"/>
              <a:gd name="connsiteY4" fmla="*/ 3878101 h 4890801"/>
              <a:gd name="connsiteX5" fmla="*/ 1865032 w 2117932"/>
              <a:gd name="connsiteY5" fmla="*/ 3535111 h 4890801"/>
              <a:gd name="connsiteX6" fmla="*/ 1624376 w 2117932"/>
              <a:gd name="connsiteY6" fmla="*/ 3390003 h 4890801"/>
              <a:gd name="connsiteX7" fmla="*/ 1196748 w 2117932"/>
              <a:gd name="connsiteY7" fmla="*/ 3416355 h 4890801"/>
              <a:gd name="connsiteX8" fmla="*/ 737281 w 2117932"/>
              <a:gd name="connsiteY8" fmla="*/ 3400612 h 4890801"/>
              <a:gd name="connsiteX9" fmla="*/ 523932 w 2117932"/>
              <a:gd name="connsiteY9" fmla="*/ 2846498 h 4890801"/>
              <a:gd name="connsiteX10" fmla="*/ 816584 w 2117932"/>
              <a:gd name="connsiteY10" fmla="*/ 2416281 h 4890801"/>
              <a:gd name="connsiteX11" fmla="*/ 640357 w 2117932"/>
              <a:gd name="connsiteY11" fmla="*/ 1923622 h 4890801"/>
              <a:gd name="connsiteX12" fmla="*/ 726497 w 2117932"/>
              <a:gd name="connsiteY12" fmla="*/ 1553216 h 4890801"/>
              <a:gd name="connsiteX13" fmla="*/ 747516 w 2117932"/>
              <a:gd name="connsiteY13" fmla="*/ 1102378 h 4890801"/>
              <a:gd name="connsiteX14" fmla="*/ 935442 w 2117932"/>
              <a:gd name="connsiteY14" fmla="*/ 534558 h 4890801"/>
              <a:gd name="connsiteX15" fmla="*/ 411585 w 2117932"/>
              <a:gd name="connsiteY15" fmla="*/ 91883 h 4890801"/>
              <a:gd name="connsiteX16" fmla="*/ 0 w 2117932"/>
              <a:gd name="connsiteY16" fmla="*/ 9632 h 4890801"/>
              <a:gd name="connsiteX0" fmla="*/ 1608420 w 2117932"/>
              <a:gd name="connsiteY0" fmla="*/ 4890801 h 4890801"/>
              <a:gd name="connsiteX1" fmla="*/ 1736542 w 2117932"/>
              <a:gd name="connsiteY1" fmla="*/ 4591178 h 4890801"/>
              <a:gd name="connsiteX2" fmla="*/ 1864926 w 2117932"/>
              <a:gd name="connsiteY2" fmla="*/ 4304929 h 4890801"/>
              <a:gd name="connsiteX3" fmla="*/ 1984931 w 2117932"/>
              <a:gd name="connsiteY3" fmla="*/ 4219238 h 4890801"/>
              <a:gd name="connsiteX4" fmla="*/ 2115506 w 2117932"/>
              <a:gd name="connsiteY4" fmla="*/ 3878101 h 4890801"/>
              <a:gd name="connsiteX5" fmla="*/ 1865032 w 2117932"/>
              <a:gd name="connsiteY5" fmla="*/ 3535111 h 4890801"/>
              <a:gd name="connsiteX6" fmla="*/ 1624376 w 2117932"/>
              <a:gd name="connsiteY6" fmla="*/ 3390003 h 4890801"/>
              <a:gd name="connsiteX7" fmla="*/ 1196748 w 2117932"/>
              <a:gd name="connsiteY7" fmla="*/ 3416355 h 4890801"/>
              <a:gd name="connsiteX8" fmla="*/ 737281 w 2117932"/>
              <a:gd name="connsiteY8" fmla="*/ 3400612 h 4890801"/>
              <a:gd name="connsiteX9" fmla="*/ 523932 w 2117932"/>
              <a:gd name="connsiteY9" fmla="*/ 2846498 h 4890801"/>
              <a:gd name="connsiteX10" fmla="*/ 816584 w 2117932"/>
              <a:gd name="connsiteY10" fmla="*/ 2416281 h 4890801"/>
              <a:gd name="connsiteX11" fmla="*/ 640357 w 2117932"/>
              <a:gd name="connsiteY11" fmla="*/ 1923622 h 4890801"/>
              <a:gd name="connsiteX12" fmla="*/ 726497 w 2117932"/>
              <a:gd name="connsiteY12" fmla="*/ 1553216 h 4890801"/>
              <a:gd name="connsiteX13" fmla="*/ 747516 w 2117932"/>
              <a:gd name="connsiteY13" fmla="*/ 1102378 h 4890801"/>
              <a:gd name="connsiteX14" fmla="*/ 935442 w 2117932"/>
              <a:gd name="connsiteY14" fmla="*/ 534558 h 4890801"/>
              <a:gd name="connsiteX15" fmla="*/ 411585 w 2117932"/>
              <a:gd name="connsiteY15" fmla="*/ 91883 h 4890801"/>
              <a:gd name="connsiteX16" fmla="*/ 0 w 2117932"/>
              <a:gd name="connsiteY16" fmla="*/ 9632 h 4890801"/>
              <a:gd name="connsiteX0" fmla="*/ 1608420 w 2117932"/>
              <a:gd name="connsiteY0" fmla="*/ 4890801 h 4890801"/>
              <a:gd name="connsiteX1" fmla="*/ 1736542 w 2117932"/>
              <a:gd name="connsiteY1" fmla="*/ 4591178 h 4890801"/>
              <a:gd name="connsiteX2" fmla="*/ 1972305 w 2117932"/>
              <a:gd name="connsiteY2" fmla="*/ 4411578 h 4890801"/>
              <a:gd name="connsiteX3" fmla="*/ 1984931 w 2117932"/>
              <a:gd name="connsiteY3" fmla="*/ 4219238 h 4890801"/>
              <a:gd name="connsiteX4" fmla="*/ 2115506 w 2117932"/>
              <a:gd name="connsiteY4" fmla="*/ 3878101 h 4890801"/>
              <a:gd name="connsiteX5" fmla="*/ 1865032 w 2117932"/>
              <a:gd name="connsiteY5" fmla="*/ 3535111 h 4890801"/>
              <a:gd name="connsiteX6" fmla="*/ 1624376 w 2117932"/>
              <a:gd name="connsiteY6" fmla="*/ 3390003 h 4890801"/>
              <a:gd name="connsiteX7" fmla="*/ 1196748 w 2117932"/>
              <a:gd name="connsiteY7" fmla="*/ 3416355 h 4890801"/>
              <a:gd name="connsiteX8" fmla="*/ 737281 w 2117932"/>
              <a:gd name="connsiteY8" fmla="*/ 3400612 h 4890801"/>
              <a:gd name="connsiteX9" fmla="*/ 523932 w 2117932"/>
              <a:gd name="connsiteY9" fmla="*/ 2846498 h 4890801"/>
              <a:gd name="connsiteX10" fmla="*/ 816584 w 2117932"/>
              <a:gd name="connsiteY10" fmla="*/ 2416281 h 4890801"/>
              <a:gd name="connsiteX11" fmla="*/ 640357 w 2117932"/>
              <a:gd name="connsiteY11" fmla="*/ 1923622 h 4890801"/>
              <a:gd name="connsiteX12" fmla="*/ 726497 w 2117932"/>
              <a:gd name="connsiteY12" fmla="*/ 1553216 h 4890801"/>
              <a:gd name="connsiteX13" fmla="*/ 747516 w 2117932"/>
              <a:gd name="connsiteY13" fmla="*/ 1102378 h 4890801"/>
              <a:gd name="connsiteX14" fmla="*/ 935442 w 2117932"/>
              <a:gd name="connsiteY14" fmla="*/ 534558 h 4890801"/>
              <a:gd name="connsiteX15" fmla="*/ 411585 w 2117932"/>
              <a:gd name="connsiteY15" fmla="*/ 91883 h 4890801"/>
              <a:gd name="connsiteX16" fmla="*/ 0 w 2117932"/>
              <a:gd name="connsiteY16" fmla="*/ 9632 h 4890801"/>
              <a:gd name="connsiteX0" fmla="*/ 1608420 w 2057630"/>
              <a:gd name="connsiteY0" fmla="*/ 4890801 h 4890801"/>
              <a:gd name="connsiteX1" fmla="*/ 1736542 w 2057630"/>
              <a:gd name="connsiteY1" fmla="*/ 4591178 h 4890801"/>
              <a:gd name="connsiteX2" fmla="*/ 1972305 w 2057630"/>
              <a:gd name="connsiteY2" fmla="*/ 4411578 h 4890801"/>
              <a:gd name="connsiteX3" fmla="*/ 1984931 w 2057630"/>
              <a:gd name="connsiteY3" fmla="*/ 4219238 h 4890801"/>
              <a:gd name="connsiteX4" fmla="*/ 2052820 w 2057630"/>
              <a:gd name="connsiteY4" fmla="*/ 3949758 h 4890801"/>
              <a:gd name="connsiteX5" fmla="*/ 1865032 w 2057630"/>
              <a:gd name="connsiteY5" fmla="*/ 3535111 h 4890801"/>
              <a:gd name="connsiteX6" fmla="*/ 1624376 w 2057630"/>
              <a:gd name="connsiteY6" fmla="*/ 3390003 h 4890801"/>
              <a:gd name="connsiteX7" fmla="*/ 1196748 w 2057630"/>
              <a:gd name="connsiteY7" fmla="*/ 3416355 h 4890801"/>
              <a:gd name="connsiteX8" fmla="*/ 737281 w 2057630"/>
              <a:gd name="connsiteY8" fmla="*/ 3400612 h 4890801"/>
              <a:gd name="connsiteX9" fmla="*/ 523932 w 2057630"/>
              <a:gd name="connsiteY9" fmla="*/ 2846498 h 4890801"/>
              <a:gd name="connsiteX10" fmla="*/ 816584 w 2057630"/>
              <a:gd name="connsiteY10" fmla="*/ 2416281 h 4890801"/>
              <a:gd name="connsiteX11" fmla="*/ 640357 w 2057630"/>
              <a:gd name="connsiteY11" fmla="*/ 1923622 h 4890801"/>
              <a:gd name="connsiteX12" fmla="*/ 726497 w 2057630"/>
              <a:gd name="connsiteY12" fmla="*/ 1553216 h 4890801"/>
              <a:gd name="connsiteX13" fmla="*/ 747516 w 2057630"/>
              <a:gd name="connsiteY13" fmla="*/ 1102378 h 4890801"/>
              <a:gd name="connsiteX14" fmla="*/ 935442 w 2057630"/>
              <a:gd name="connsiteY14" fmla="*/ 534558 h 4890801"/>
              <a:gd name="connsiteX15" fmla="*/ 411585 w 2057630"/>
              <a:gd name="connsiteY15" fmla="*/ 91883 h 4890801"/>
              <a:gd name="connsiteX16" fmla="*/ 0 w 2057630"/>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624376 w 2060923"/>
              <a:gd name="connsiteY6" fmla="*/ 3390003 h 4890801"/>
              <a:gd name="connsiteX7" fmla="*/ 1196748 w 2060923"/>
              <a:gd name="connsiteY7" fmla="*/ 3416355 h 4890801"/>
              <a:gd name="connsiteX8" fmla="*/ 737281 w 2060923"/>
              <a:gd name="connsiteY8" fmla="*/ 3400612 h 4890801"/>
              <a:gd name="connsiteX9" fmla="*/ 523932 w 2060923"/>
              <a:gd name="connsiteY9" fmla="*/ 2846498 h 4890801"/>
              <a:gd name="connsiteX10" fmla="*/ 816584 w 2060923"/>
              <a:gd name="connsiteY10" fmla="*/ 2416281 h 4890801"/>
              <a:gd name="connsiteX11" fmla="*/ 640357 w 2060923"/>
              <a:gd name="connsiteY11" fmla="*/ 1923622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737281 w 2060923"/>
              <a:gd name="connsiteY8" fmla="*/ 3400612 h 4890801"/>
              <a:gd name="connsiteX9" fmla="*/ 523932 w 2060923"/>
              <a:gd name="connsiteY9" fmla="*/ 2846498 h 4890801"/>
              <a:gd name="connsiteX10" fmla="*/ 816584 w 2060923"/>
              <a:gd name="connsiteY10" fmla="*/ 2416281 h 4890801"/>
              <a:gd name="connsiteX11" fmla="*/ 640357 w 2060923"/>
              <a:gd name="connsiteY11" fmla="*/ 1923622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523932 w 2060923"/>
              <a:gd name="connsiteY9" fmla="*/ 2846498 h 4890801"/>
              <a:gd name="connsiteX10" fmla="*/ 816584 w 2060923"/>
              <a:gd name="connsiteY10" fmla="*/ 2416281 h 4890801"/>
              <a:gd name="connsiteX11" fmla="*/ 640357 w 2060923"/>
              <a:gd name="connsiteY11" fmla="*/ 1923622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679506 w 2060923"/>
              <a:gd name="connsiteY9" fmla="*/ 2843661 h 4890801"/>
              <a:gd name="connsiteX10" fmla="*/ 816584 w 2060923"/>
              <a:gd name="connsiteY10" fmla="*/ 2416281 h 4890801"/>
              <a:gd name="connsiteX11" fmla="*/ 640357 w 2060923"/>
              <a:gd name="connsiteY11" fmla="*/ 1923622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679506 w 2060923"/>
              <a:gd name="connsiteY9" fmla="*/ 2843661 h 4890801"/>
              <a:gd name="connsiteX10" fmla="*/ 779826 w 2060923"/>
              <a:gd name="connsiteY10" fmla="*/ 2419948 h 4890801"/>
              <a:gd name="connsiteX11" fmla="*/ 640357 w 2060923"/>
              <a:gd name="connsiteY11" fmla="*/ 1923622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679506 w 2060923"/>
              <a:gd name="connsiteY9" fmla="*/ 2843661 h 4890801"/>
              <a:gd name="connsiteX10" fmla="*/ 779826 w 2060923"/>
              <a:gd name="connsiteY10" fmla="*/ 2419948 h 4890801"/>
              <a:gd name="connsiteX11" fmla="*/ 803711 w 2060923"/>
              <a:gd name="connsiteY11" fmla="*/ 1841463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679506 w 2060923"/>
              <a:gd name="connsiteY9" fmla="*/ 2843661 h 4890801"/>
              <a:gd name="connsiteX10" fmla="*/ 743829 w 2060923"/>
              <a:gd name="connsiteY10" fmla="*/ 2367456 h 4890801"/>
              <a:gd name="connsiteX11" fmla="*/ 803711 w 2060923"/>
              <a:gd name="connsiteY11" fmla="*/ 1841463 h 4890801"/>
              <a:gd name="connsiteX12" fmla="*/ 726497 w 2060923"/>
              <a:gd name="connsiteY12" fmla="*/ 1553216 h 4890801"/>
              <a:gd name="connsiteX13" fmla="*/ 747516 w 2060923"/>
              <a:gd name="connsiteY13" fmla="*/ 1102378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608420 w 2060923"/>
              <a:gd name="connsiteY0" fmla="*/ 4890801 h 4890801"/>
              <a:gd name="connsiteX1" fmla="*/ 1736542 w 2060923"/>
              <a:gd name="connsiteY1" fmla="*/ 4591178 h 4890801"/>
              <a:gd name="connsiteX2" fmla="*/ 1972305 w 2060923"/>
              <a:gd name="connsiteY2" fmla="*/ 4411578 h 4890801"/>
              <a:gd name="connsiteX3" fmla="*/ 1984931 w 2060923"/>
              <a:gd name="connsiteY3" fmla="*/ 4219238 h 4890801"/>
              <a:gd name="connsiteX4" fmla="*/ 2052820 w 2060923"/>
              <a:gd name="connsiteY4" fmla="*/ 3949758 h 4890801"/>
              <a:gd name="connsiteX5" fmla="*/ 1810736 w 2060923"/>
              <a:gd name="connsiteY5" fmla="*/ 3651929 h 4890801"/>
              <a:gd name="connsiteX6" fmla="*/ 1563521 w 2060923"/>
              <a:gd name="connsiteY6" fmla="*/ 3503654 h 4890801"/>
              <a:gd name="connsiteX7" fmla="*/ 1196748 w 2060923"/>
              <a:gd name="connsiteY7" fmla="*/ 3416355 h 4890801"/>
              <a:gd name="connsiteX8" fmla="*/ 872568 w 2060923"/>
              <a:gd name="connsiteY8" fmla="*/ 3300622 h 4890801"/>
              <a:gd name="connsiteX9" fmla="*/ 679506 w 2060923"/>
              <a:gd name="connsiteY9" fmla="*/ 2843661 h 4890801"/>
              <a:gd name="connsiteX10" fmla="*/ 743829 w 2060923"/>
              <a:gd name="connsiteY10" fmla="*/ 2367456 h 4890801"/>
              <a:gd name="connsiteX11" fmla="*/ 803711 w 2060923"/>
              <a:gd name="connsiteY11" fmla="*/ 1841463 h 4890801"/>
              <a:gd name="connsiteX12" fmla="*/ 726497 w 2060923"/>
              <a:gd name="connsiteY12" fmla="*/ 1553216 h 4890801"/>
              <a:gd name="connsiteX13" fmla="*/ 805782 w 2060923"/>
              <a:gd name="connsiteY13" fmla="*/ 1113374 h 4890801"/>
              <a:gd name="connsiteX14" fmla="*/ 935442 w 2060923"/>
              <a:gd name="connsiteY14" fmla="*/ 534558 h 4890801"/>
              <a:gd name="connsiteX15" fmla="*/ 411585 w 2060923"/>
              <a:gd name="connsiteY15" fmla="*/ 91883 h 4890801"/>
              <a:gd name="connsiteX16" fmla="*/ 0 w 2060923"/>
              <a:gd name="connsiteY16" fmla="*/ 9632 h 4890801"/>
              <a:gd name="connsiteX0" fmla="*/ 1196835 w 1649338"/>
              <a:gd name="connsiteY0" fmla="*/ 4798918 h 4798918"/>
              <a:gd name="connsiteX1" fmla="*/ 1324957 w 1649338"/>
              <a:gd name="connsiteY1" fmla="*/ 4499295 h 4798918"/>
              <a:gd name="connsiteX2" fmla="*/ 1560720 w 1649338"/>
              <a:gd name="connsiteY2" fmla="*/ 4319695 h 4798918"/>
              <a:gd name="connsiteX3" fmla="*/ 1573346 w 1649338"/>
              <a:gd name="connsiteY3" fmla="*/ 4127355 h 4798918"/>
              <a:gd name="connsiteX4" fmla="*/ 1641235 w 1649338"/>
              <a:gd name="connsiteY4" fmla="*/ 3857875 h 4798918"/>
              <a:gd name="connsiteX5" fmla="*/ 1399151 w 1649338"/>
              <a:gd name="connsiteY5" fmla="*/ 3560046 h 4798918"/>
              <a:gd name="connsiteX6" fmla="*/ 1151936 w 1649338"/>
              <a:gd name="connsiteY6" fmla="*/ 3411771 h 4798918"/>
              <a:gd name="connsiteX7" fmla="*/ 785163 w 1649338"/>
              <a:gd name="connsiteY7" fmla="*/ 3324472 h 4798918"/>
              <a:gd name="connsiteX8" fmla="*/ 460983 w 1649338"/>
              <a:gd name="connsiteY8" fmla="*/ 3208739 h 4798918"/>
              <a:gd name="connsiteX9" fmla="*/ 267921 w 1649338"/>
              <a:gd name="connsiteY9" fmla="*/ 2751778 h 4798918"/>
              <a:gd name="connsiteX10" fmla="*/ 332244 w 1649338"/>
              <a:gd name="connsiteY10" fmla="*/ 2275573 h 4798918"/>
              <a:gd name="connsiteX11" fmla="*/ 392126 w 1649338"/>
              <a:gd name="connsiteY11" fmla="*/ 1749580 h 4798918"/>
              <a:gd name="connsiteX12" fmla="*/ 314912 w 1649338"/>
              <a:gd name="connsiteY12" fmla="*/ 1461333 h 4798918"/>
              <a:gd name="connsiteX13" fmla="*/ 394197 w 1649338"/>
              <a:gd name="connsiteY13" fmla="*/ 1021491 h 4798918"/>
              <a:gd name="connsiteX14" fmla="*/ 523857 w 1649338"/>
              <a:gd name="connsiteY14" fmla="*/ 442675 h 4798918"/>
              <a:gd name="connsiteX15" fmla="*/ 0 w 1649338"/>
              <a:gd name="connsiteY15" fmla="*/ 0 h 4798918"/>
              <a:gd name="connsiteX0" fmla="*/ 1178380 w 1630883"/>
              <a:gd name="connsiteY0" fmla="*/ 4780589 h 4780589"/>
              <a:gd name="connsiteX1" fmla="*/ 1306502 w 1630883"/>
              <a:gd name="connsiteY1" fmla="*/ 4480966 h 4780589"/>
              <a:gd name="connsiteX2" fmla="*/ 1542265 w 1630883"/>
              <a:gd name="connsiteY2" fmla="*/ 4301366 h 4780589"/>
              <a:gd name="connsiteX3" fmla="*/ 1554891 w 1630883"/>
              <a:gd name="connsiteY3" fmla="*/ 4109026 h 4780589"/>
              <a:gd name="connsiteX4" fmla="*/ 1622780 w 1630883"/>
              <a:gd name="connsiteY4" fmla="*/ 3839546 h 4780589"/>
              <a:gd name="connsiteX5" fmla="*/ 1380696 w 1630883"/>
              <a:gd name="connsiteY5" fmla="*/ 3541717 h 4780589"/>
              <a:gd name="connsiteX6" fmla="*/ 1133481 w 1630883"/>
              <a:gd name="connsiteY6" fmla="*/ 3393442 h 4780589"/>
              <a:gd name="connsiteX7" fmla="*/ 766708 w 1630883"/>
              <a:gd name="connsiteY7" fmla="*/ 3306143 h 4780589"/>
              <a:gd name="connsiteX8" fmla="*/ 442528 w 1630883"/>
              <a:gd name="connsiteY8" fmla="*/ 3190410 h 4780589"/>
              <a:gd name="connsiteX9" fmla="*/ 249466 w 1630883"/>
              <a:gd name="connsiteY9" fmla="*/ 2733449 h 4780589"/>
              <a:gd name="connsiteX10" fmla="*/ 313789 w 1630883"/>
              <a:gd name="connsiteY10" fmla="*/ 2257244 h 4780589"/>
              <a:gd name="connsiteX11" fmla="*/ 373671 w 1630883"/>
              <a:gd name="connsiteY11" fmla="*/ 1731251 h 4780589"/>
              <a:gd name="connsiteX12" fmla="*/ 296457 w 1630883"/>
              <a:gd name="connsiteY12" fmla="*/ 1443004 h 4780589"/>
              <a:gd name="connsiteX13" fmla="*/ 375742 w 1630883"/>
              <a:gd name="connsiteY13" fmla="*/ 1003162 h 4780589"/>
              <a:gd name="connsiteX14" fmla="*/ 505402 w 1630883"/>
              <a:gd name="connsiteY14" fmla="*/ 424346 h 4780589"/>
              <a:gd name="connsiteX15" fmla="*/ 0 w 1630883"/>
              <a:gd name="connsiteY15" fmla="*/ 0 h 4780589"/>
              <a:gd name="connsiteX0" fmla="*/ 1178380 w 1630883"/>
              <a:gd name="connsiteY0" fmla="*/ 4780589 h 4780589"/>
              <a:gd name="connsiteX1" fmla="*/ 1306502 w 1630883"/>
              <a:gd name="connsiteY1" fmla="*/ 4480966 h 4780589"/>
              <a:gd name="connsiteX2" fmla="*/ 1542265 w 1630883"/>
              <a:gd name="connsiteY2" fmla="*/ 4301366 h 4780589"/>
              <a:gd name="connsiteX3" fmla="*/ 1554891 w 1630883"/>
              <a:gd name="connsiteY3" fmla="*/ 4109026 h 4780589"/>
              <a:gd name="connsiteX4" fmla="*/ 1622780 w 1630883"/>
              <a:gd name="connsiteY4" fmla="*/ 3839546 h 4780589"/>
              <a:gd name="connsiteX5" fmla="*/ 1380696 w 1630883"/>
              <a:gd name="connsiteY5" fmla="*/ 3541717 h 4780589"/>
              <a:gd name="connsiteX6" fmla="*/ 1133481 w 1630883"/>
              <a:gd name="connsiteY6" fmla="*/ 3393442 h 4780589"/>
              <a:gd name="connsiteX7" fmla="*/ 766708 w 1630883"/>
              <a:gd name="connsiteY7" fmla="*/ 3306143 h 4780589"/>
              <a:gd name="connsiteX8" fmla="*/ 442528 w 1630883"/>
              <a:gd name="connsiteY8" fmla="*/ 3190410 h 4780589"/>
              <a:gd name="connsiteX9" fmla="*/ 249466 w 1630883"/>
              <a:gd name="connsiteY9" fmla="*/ 2733449 h 4780589"/>
              <a:gd name="connsiteX10" fmla="*/ 313789 w 1630883"/>
              <a:gd name="connsiteY10" fmla="*/ 2257244 h 4780589"/>
              <a:gd name="connsiteX11" fmla="*/ 373671 w 1630883"/>
              <a:gd name="connsiteY11" fmla="*/ 1731251 h 4780589"/>
              <a:gd name="connsiteX12" fmla="*/ 296457 w 1630883"/>
              <a:gd name="connsiteY12" fmla="*/ 1443004 h 4780589"/>
              <a:gd name="connsiteX13" fmla="*/ 375742 w 1630883"/>
              <a:gd name="connsiteY13" fmla="*/ 1003162 h 4780589"/>
              <a:gd name="connsiteX14" fmla="*/ 505402 w 1630883"/>
              <a:gd name="connsiteY14" fmla="*/ 424346 h 4780589"/>
              <a:gd name="connsiteX15" fmla="*/ 0 w 1630883"/>
              <a:gd name="connsiteY15" fmla="*/ 0 h 4780589"/>
              <a:gd name="connsiteX0" fmla="*/ 1178380 w 1643958"/>
              <a:gd name="connsiteY0" fmla="*/ 4780589 h 4780589"/>
              <a:gd name="connsiteX1" fmla="*/ 1306502 w 1643958"/>
              <a:gd name="connsiteY1" fmla="*/ 4480966 h 4780589"/>
              <a:gd name="connsiteX2" fmla="*/ 1542265 w 1643958"/>
              <a:gd name="connsiteY2" fmla="*/ 4301366 h 4780589"/>
              <a:gd name="connsiteX3" fmla="*/ 1603244 w 1643958"/>
              <a:gd name="connsiteY3" fmla="*/ 4157051 h 4780589"/>
              <a:gd name="connsiteX4" fmla="*/ 1622780 w 1643958"/>
              <a:gd name="connsiteY4" fmla="*/ 3839546 h 4780589"/>
              <a:gd name="connsiteX5" fmla="*/ 1380696 w 1643958"/>
              <a:gd name="connsiteY5" fmla="*/ 3541717 h 4780589"/>
              <a:gd name="connsiteX6" fmla="*/ 1133481 w 1643958"/>
              <a:gd name="connsiteY6" fmla="*/ 3393442 h 4780589"/>
              <a:gd name="connsiteX7" fmla="*/ 766708 w 1643958"/>
              <a:gd name="connsiteY7" fmla="*/ 3306143 h 4780589"/>
              <a:gd name="connsiteX8" fmla="*/ 442528 w 1643958"/>
              <a:gd name="connsiteY8" fmla="*/ 3190410 h 4780589"/>
              <a:gd name="connsiteX9" fmla="*/ 249466 w 1643958"/>
              <a:gd name="connsiteY9" fmla="*/ 2733449 h 4780589"/>
              <a:gd name="connsiteX10" fmla="*/ 313789 w 1643958"/>
              <a:gd name="connsiteY10" fmla="*/ 2257244 h 4780589"/>
              <a:gd name="connsiteX11" fmla="*/ 373671 w 1643958"/>
              <a:gd name="connsiteY11" fmla="*/ 1731251 h 4780589"/>
              <a:gd name="connsiteX12" fmla="*/ 296457 w 1643958"/>
              <a:gd name="connsiteY12" fmla="*/ 1443004 h 4780589"/>
              <a:gd name="connsiteX13" fmla="*/ 375742 w 1643958"/>
              <a:gd name="connsiteY13" fmla="*/ 1003162 h 4780589"/>
              <a:gd name="connsiteX14" fmla="*/ 505402 w 1643958"/>
              <a:gd name="connsiteY14" fmla="*/ 424346 h 4780589"/>
              <a:gd name="connsiteX15" fmla="*/ 0 w 1643958"/>
              <a:gd name="connsiteY15" fmla="*/ 0 h 4780589"/>
              <a:gd name="connsiteX0" fmla="*/ 1178380 w 1638271"/>
              <a:gd name="connsiteY0" fmla="*/ 4780589 h 4780589"/>
              <a:gd name="connsiteX1" fmla="*/ 1306502 w 1638271"/>
              <a:gd name="connsiteY1" fmla="*/ 4480966 h 4780589"/>
              <a:gd name="connsiteX2" fmla="*/ 1542265 w 1638271"/>
              <a:gd name="connsiteY2" fmla="*/ 4301366 h 4780589"/>
              <a:gd name="connsiteX3" fmla="*/ 1603244 w 1638271"/>
              <a:gd name="connsiteY3" fmla="*/ 4157051 h 4780589"/>
              <a:gd name="connsiteX4" fmla="*/ 1622780 w 1638271"/>
              <a:gd name="connsiteY4" fmla="*/ 3839546 h 4780589"/>
              <a:gd name="connsiteX5" fmla="*/ 1380696 w 1638271"/>
              <a:gd name="connsiteY5" fmla="*/ 3541717 h 4780589"/>
              <a:gd name="connsiteX6" fmla="*/ 1133481 w 1638271"/>
              <a:gd name="connsiteY6" fmla="*/ 3393442 h 4780589"/>
              <a:gd name="connsiteX7" fmla="*/ 766708 w 1638271"/>
              <a:gd name="connsiteY7" fmla="*/ 3306143 h 4780589"/>
              <a:gd name="connsiteX8" fmla="*/ 442528 w 1638271"/>
              <a:gd name="connsiteY8" fmla="*/ 3190410 h 4780589"/>
              <a:gd name="connsiteX9" fmla="*/ 249466 w 1638271"/>
              <a:gd name="connsiteY9" fmla="*/ 2733449 h 4780589"/>
              <a:gd name="connsiteX10" fmla="*/ 313789 w 1638271"/>
              <a:gd name="connsiteY10" fmla="*/ 2257244 h 4780589"/>
              <a:gd name="connsiteX11" fmla="*/ 373671 w 1638271"/>
              <a:gd name="connsiteY11" fmla="*/ 1731251 h 4780589"/>
              <a:gd name="connsiteX12" fmla="*/ 296457 w 1638271"/>
              <a:gd name="connsiteY12" fmla="*/ 1443004 h 4780589"/>
              <a:gd name="connsiteX13" fmla="*/ 375742 w 1638271"/>
              <a:gd name="connsiteY13" fmla="*/ 1003162 h 4780589"/>
              <a:gd name="connsiteX14" fmla="*/ 505402 w 1638271"/>
              <a:gd name="connsiteY14" fmla="*/ 424346 h 4780589"/>
              <a:gd name="connsiteX15" fmla="*/ 0 w 1638271"/>
              <a:gd name="connsiteY15" fmla="*/ 0 h 4780589"/>
              <a:gd name="connsiteX0" fmla="*/ 1178380 w 1638271"/>
              <a:gd name="connsiteY0" fmla="*/ 4780589 h 4780589"/>
              <a:gd name="connsiteX1" fmla="*/ 1331465 w 1638271"/>
              <a:gd name="connsiteY1" fmla="*/ 4522987 h 4780589"/>
              <a:gd name="connsiteX2" fmla="*/ 1542265 w 1638271"/>
              <a:gd name="connsiteY2" fmla="*/ 4301366 h 4780589"/>
              <a:gd name="connsiteX3" fmla="*/ 1603244 w 1638271"/>
              <a:gd name="connsiteY3" fmla="*/ 4157051 h 4780589"/>
              <a:gd name="connsiteX4" fmla="*/ 1622780 w 1638271"/>
              <a:gd name="connsiteY4" fmla="*/ 3839546 h 4780589"/>
              <a:gd name="connsiteX5" fmla="*/ 1380696 w 1638271"/>
              <a:gd name="connsiteY5" fmla="*/ 3541717 h 4780589"/>
              <a:gd name="connsiteX6" fmla="*/ 1133481 w 1638271"/>
              <a:gd name="connsiteY6" fmla="*/ 3393442 h 4780589"/>
              <a:gd name="connsiteX7" fmla="*/ 766708 w 1638271"/>
              <a:gd name="connsiteY7" fmla="*/ 3306143 h 4780589"/>
              <a:gd name="connsiteX8" fmla="*/ 442528 w 1638271"/>
              <a:gd name="connsiteY8" fmla="*/ 3190410 h 4780589"/>
              <a:gd name="connsiteX9" fmla="*/ 249466 w 1638271"/>
              <a:gd name="connsiteY9" fmla="*/ 2733449 h 4780589"/>
              <a:gd name="connsiteX10" fmla="*/ 313789 w 1638271"/>
              <a:gd name="connsiteY10" fmla="*/ 2257244 h 4780589"/>
              <a:gd name="connsiteX11" fmla="*/ 373671 w 1638271"/>
              <a:gd name="connsiteY11" fmla="*/ 1731251 h 4780589"/>
              <a:gd name="connsiteX12" fmla="*/ 296457 w 1638271"/>
              <a:gd name="connsiteY12" fmla="*/ 1443004 h 4780589"/>
              <a:gd name="connsiteX13" fmla="*/ 375742 w 1638271"/>
              <a:gd name="connsiteY13" fmla="*/ 1003162 h 4780589"/>
              <a:gd name="connsiteX14" fmla="*/ 505402 w 1638271"/>
              <a:gd name="connsiteY14" fmla="*/ 424346 h 4780589"/>
              <a:gd name="connsiteX15" fmla="*/ 0 w 1638271"/>
              <a:gd name="connsiteY15" fmla="*/ 0 h 4780589"/>
              <a:gd name="connsiteX0" fmla="*/ 1178380 w 1629548"/>
              <a:gd name="connsiteY0" fmla="*/ 4780589 h 4780589"/>
              <a:gd name="connsiteX1" fmla="*/ 1331465 w 1629548"/>
              <a:gd name="connsiteY1" fmla="*/ 4522987 h 4780589"/>
              <a:gd name="connsiteX2" fmla="*/ 1542265 w 1629548"/>
              <a:gd name="connsiteY2" fmla="*/ 4301366 h 4780589"/>
              <a:gd name="connsiteX3" fmla="*/ 1622780 w 1629548"/>
              <a:gd name="connsiteY3" fmla="*/ 3839546 h 4780589"/>
              <a:gd name="connsiteX4" fmla="*/ 1380696 w 1629548"/>
              <a:gd name="connsiteY4" fmla="*/ 3541717 h 4780589"/>
              <a:gd name="connsiteX5" fmla="*/ 1133481 w 1629548"/>
              <a:gd name="connsiteY5" fmla="*/ 3393442 h 4780589"/>
              <a:gd name="connsiteX6" fmla="*/ 766708 w 1629548"/>
              <a:gd name="connsiteY6" fmla="*/ 3306143 h 4780589"/>
              <a:gd name="connsiteX7" fmla="*/ 442528 w 1629548"/>
              <a:gd name="connsiteY7" fmla="*/ 3190410 h 4780589"/>
              <a:gd name="connsiteX8" fmla="*/ 249466 w 1629548"/>
              <a:gd name="connsiteY8" fmla="*/ 2733449 h 4780589"/>
              <a:gd name="connsiteX9" fmla="*/ 313789 w 1629548"/>
              <a:gd name="connsiteY9" fmla="*/ 2257244 h 4780589"/>
              <a:gd name="connsiteX10" fmla="*/ 373671 w 1629548"/>
              <a:gd name="connsiteY10" fmla="*/ 1731251 h 4780589"/>
              <a:gd name="connsiteX11" fmla="*/ 296457 w 1629548"/>
              <a:gd name="connsiteY11" fmla="*/ 1443004 h 4780589"/>
              <a:gd name="connsiteX12" fmla="*/ 375742 w 1629548"/>
              <a:gd name="connsiteY12" fmla="*/ 1003162 h 4780589"/>
              <a:gd name="connsiteX13" fmla="*/ 505402 w 1629548"/>
              <a:gd name="connsiteY13" fmla="*/ 424346 h 4780589"/>
              <a:gd name="connsiteX14" fmla="*/ 0 w 1629548"/>
              <a:gd name="connsiteY14" fmla="*/ 0 h 478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9548" h="4780589">
                <a:moveTo>
                  <a:pt x="1178380" y="4780589"/>
                </a:moveTo>
                <a:cubicBezTo>
                  <a:pt x="1213025" y="4628709"/>
                  <a:pt x="1270818" y="4602857"/>
                  <a:pt x="1331465" y="4522987"/>
                </a:cubicBezTo>
                <a:cubicBezTo>
                  <a:pt x="1392112" y="4443117"/>
                  <a:pt x="1493712" y="4415273"/>
                  <a:pt x="1542265" y="4301366"/>
                </a:cubicBezTo>
                <a:cubicBezTo>
                  <a:pt x="1590818" y="4187459"/>
                  <a:pt x="1649708" y="3966154"/>
                  <a:pt x="1622780" y="3839546"/>
                </a:cubicBezTo>
                <a:cubicBezTo>
                  <a:pt x="1595852" y="3712938"/>
                  <a:pt x="1462246" y="3616068"/>
                  <a:pt x="1380696" y="3541717"/>
                </a:cubicBezTo>
                <a:cubicBezTo>
                  <a:pt x="1299146" y="3467366"/>
                  <a:pt x="1235812" y="3432704"/>
                  <a:pt x="1133481" y="3393442"/>
                </a:cubicBezTo>
                <a:cubicBezTo>
                  <a:pt x="1031150" y="3354180"/>
                  <a:pt x="881867" y="3339982"/>
                  <a:pt x="766708" y="3306143"/>
                </a:cubicBezTo>
                <a:cubicBezTo>
                  <a:pt x="651549" y="3272304"/>
                  <a:pt x="534917" y="3275568"/>
                  <a:pt x="442528" y="3190410"/>
                </a:cubicBezTo>
                <a:cubicBezTo>
                  <a:pt x="350139" y="3105252"/>
                  <a:pt x="240500" y="2921899"/>
                  <a:pt x="249466" y="2733449"/>
                </a:cubicBezTo>
                <a:cubicBezTo>
                  <a:pt x="258432" y="2544999"/>
                  <a:pt x="253236" y="2382404"/>
                  <a:pt x="313789" y="2257244"/>
                </a:cubicBezTo>
                <a:cubicBezTo>
                  <a:pt x="374342" y="2132084"/>
                  <a:pt x="364803" y="1864697"/>
                  <a:pt x="373671" y="1731251"/>
                </a:cubicBezTo>
                <a:cubicBezTo>
                  <a:pt x="382539" y="1597805"/>
                  <a:pt x="283297" y="1607182"/>
                  <a:pt x="296457" y="1443004"/>
                </a:cubicBezTo>
                <a:cubicBezTo>
                  <a:pt x="309617" y="1278826"/>
                  <a:pt x="334301" y="1202310"/>
                  <a:pt x="375742" y="1003162"/>
                </a:cubicBezTo>
                <a:cubicBezTo>
                  <a:pt x="417183" y="804014"/>
                  <a:pt x="572695" y="670166"/>
                  <a:pt x="505402" y="424346"/>
                </a:cubicBezTo>
                <a:cubicBezTo>
                  <a:pt x="438109" y="178526"/>
                  <a:pt x="228528" y="125726"/>
                  <a:pt x="0" y="0"/>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53" name="Freeform: Shape 52">
            <a:extLst>
              <a:ext uri="{FF2B5EF4-FFF2-40B4-BE49-F238E27FC236}">
                <a16:creationId xmlns:a16="http://schemas.microsoft.com/office/drawing/2014/main" id="{6C9A7D3A-0F41-77CF-C5DB-7A1F7D0137F0}"/>
              </a:ext>
            </a:extLst>
          </p:cNvPr>
          <p:cNvSpPr/>
          <p:nvPr userDrawn="1"/>
        </p:nvSpPr>
        <p:spPr>
          <a:xfrm rot="16330877" flipV="1">
            <a:off x="2773308" y="5778893"/>
            <a:ext cx="946931" cy="1200985"/>
          </a:xfrm>
          <a:custGeom>
            <a:avLst/>
            <a:gdLst>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866242 w 1954262"/>
              <a:gd name="connsiteY6" fmla="*/ 1018341 h 1311701"/>
              <a:gd name="connsiteX7" fmla="*/ 1009763 w 1954262"/>
              <a:gd name="connsiteY7" fmla="*/ 1311529 h 1311701"/>
              <a:gd name="connsiteX8" fmla="*/ 1398289 w 1954262"/>
              <a:gd name="connsiteY8" fmla="*/ 979020 h 1311701"/>
              <a:gd name="connsiteX9" fmla="*/ 1711848 w 1954262"/>
              <a:gd name="connsiteY9" fmla="*/ 792259 h 1311701"/>
              <a:gd name="connsiteX10" fmla="*/ 1932413 w 1954262"/>
              <a:gd name="connsiteY10" fmla="*/ 480044 h 1311701"/>
              <a:gd name="connsiteX11" fmla="*/ 1901490 w 1954262"/>
              <a:gd name="connsiteY11" fmla="*/ 114372 h 1311701"/>
              <a:gd name="connsiteX12" fmla="*/ 1536984 w 1954262"/>
              <a:gd name="connsiteY12" fmla="*/ 800 h 1311701"/>
              <a:gd name="connsiteX13" fmla="*/ 1273260 w 1954262"/>
              <a:gd name="connsiteY13" fmla="*/ 157201 h 1311701"/>
              <a:gd name="connsiteX14" fmla="*/ 1048409 w 1954262"/>
              <a:gd name="connsiteY14" fmla="*/ 324413 h 1311701"/>
              <a:gd name="connsiteX15" fmla="*/ 887866 w 1954262"/>
              <a:gd name="connsiteY15" fmla="*/ 559442 h 1311701"/>
              <a:gd name="connsiteX16" fmla="*/ 859931 w 1954262"/>
              <a:gd name="connsiteY16" fmla="*/ 718191 h 1311701"/>
              <a:gd name="connsiteX17" fmla="*/ 857700 w 1954262"/>
              <a:gd name="connsiteY17" fmla="*/ 744063 h 1311701"/>
              <a:gd name="connsiteX18" fmla="*/ 823908 w 1954262"/>
              <a:gd name="connsiteY18" fmla="*/ 694679 h 1311701"/>
              <a:gd name="connsiteX19" fmla="*/ 503872 w 1954262"/>
              <a:gd name="connsiteY19" fmla="*/ 381747 h 1311701"/>
              <a:gd name="connsiteX20" fmla="*/ 41531 w 1954262"/>
              <a:gd name="connsiteY20"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57700 w 1954262"/>
              <a:gd name="connsiteY16" fmla="*/ 744063 h 1311701"/>
              <a:gd name="connsiteX17" fmla="*/ 823908 w 1954262"/>
              <a:gd name="connsiteY17" fmla="*/ 694679 h 1311701"/>
              <a:gd name="connsiteX18" fmla="*/ 503872 w 1954262"/>
              <a:gd name="connsiteY18" fmla="*/ 381747 h 1311701"/>
              <a:gd name="connsiteX19" fmla="*/ 41531 w 1954262"/>
              <a:gd name="connsiteY19"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59931 w 1954262"/>
              <a:gd name="connsiteY15" fmla="*/ 718191 h 1311701"/>
              <a:gd name="connsiteX16" fmla="*/ 823908 w 1954262"/>
              <a:gd name="connsiteY16" fmla="*/ 694679 h 1311701"/>
              <a:gd name="connsiteX17" fmla="*/ 503872 w 1954262"/>
              <a:gd name="connsiteY17" fmla="*/ 381747 h 1311701"/>
              <a:gd name="connsiteX18" fmla="*/ 41531 w 1954262"/>
              <a:gd name="connsiteY18"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823908 w 1954262"/>
              <a:gd name="connsiteY15" fmla="*/ 694679 h 1311701"/>
              <a:gd name="connsiteX16" fmla="*/ 503872 w 1954262"/>
              <a:gd name="connsiteY16" fmla="*/ 381747 h 1311701"/>
              <a:gd name="connsiteX17" fmla="*/ 41531 w 1954262"/>
              <a:gd name="connsiteY17"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863793 w 1954262"/>
              <a:gd name="connsiteY5" fmla="*/ 1009900 h 1311701"/>
              <a:gd name="connsiteX6" fmla="*/ 1009763 w 1954262"/>
              <a:gd name="connsiteY6" fmla="*/ 1311529 h 1311701"/>
              <a:gd name="connsiteX7" fmla="*/ 1398289 w 1954262"/>
              <a:gd name="connsiteY7" fmla="*/ 979020 h 1311701"/>
              <a:gd name="connsiteX8" fmla="*/ 1711848 w 1954262"/>
              <a:gd name="connsiteY8" fmla="*/ 792259 h 1311701"/>
              <a:gd name="connsiteX9" fmla="*/ 1932413 w 1954262"/>
              <a:gd name="connsiteY9" fmla="*/ 480044 h 1311701"/>
              <a:gd name="connsiteX10" fmla="*/ 1901490 w 1954262"/>
              <a:gd name="connsiteY10" fmla="*/ 114372 h 1311701"/>
              <a:gd name="connsiteX11" fmla="*/ 1536984 w 1954262"/>
              <a:gd name="connsiteY11" fmla="*/ 800 h 1311701"/>
              <a:gd name="connsiteX12" fmla="*/ 1273260 w 1954262"/>
              <a:gd name="connsiteY12" fmla="*/ 157201 h 1311701"/>
              <a:gd name="connsiteX13" fmla="*/ 1048409 w 1954262"/>
              <a:gd name="connsiteY13" fmla="*/ 324413 h 1311701"/>
              <a:gd name="connsiteX14" fmla="*/ 887866 w 1954262"/>
              <a:gd name="connsiteY14" fmla="*/ 559442 h 1311701"/>
              <a:gd name="connsiteX15" fmla="*/ 503872 w 1954262"/>
              <a:gd name="connsiteY15" fmla="*/ 381747 h 1311701"/>
              <a:gd name="connsiteX16" fmla="*/ 41531 w 1954262"/>
              <a:gd name="connsiteY16" fmla="*/ 263126 h 1311701"/>
              <a:gd name="connsiteX0" fmla="*/ 41531 w 1954262"/>
              <a:gd name="connsiteY0" fmla="*/ 263126 h 1311701"/>
              <a:gd name="connsiteX1" fmla="*/ 12391 w 1954262"/>
              <a:gd name="connsiteY1" fmla="*/ 316765 h 1311701"/>
              <a:gd name="connsiteX2" fmla="*/ 315677 w 1954262"/>
              <a:gd name="connsiteY2" fmla="*/ 773987 h 1311701"/>
              <a:gd name="connsiteX3" fmla="*/ 596918 w 1954262"/>
              <a:gd name="connsiteY3" fmla="*/ 1079219 h 1311701"/>
              <a:gd name="connsiteX4" fmla="*/ 830905 w 1954262"/>
              <a:gd name="connsiteY4" fmla="*/ 1049598 h 1311701"/>
              <a:gd name="connsiteX5" fmla="*/ 1009763 w 1954262"/>
              <a:gd name="connsiteY5" fmla="*/ 1311529 h 1311701"/>
              <a:gd name="connsiteX6" fmla="*/ 1398289 w 1954262"/>
              <a:gd name="connsiteY6" fmla="*/ 979020 h 1311701"/>
              <a:gd name="connsiteX7" fmla="*/ 1711848 w 1954262"/>
              <a:gd name="connsiteY7" fmla="*/ 792259 h 1311701"/>
              <a:gd name="connsiteX8" fmla="*/ 1932413 w 1954262"/>
              <a:gd name="connsiteY8" fmla="*/ 480044 h 1311701"/>
              <a:gd name="connsiteX9" fmla="*/ 1901490 w 1954262"/>
              <a:gd name="connsiteY9" fmla="*/ 114372 h 1311701"/>
              <a:gd name="connsiteX10" fmla="*/ 1536984 w 1954262"/>
              <a:gd name="connsiteY10" fmla="*/ 800 h 1311701"/>
              <a:gd name="connsiteX11" fmla="*/ 1273260 w 1954262"/>
              <a:gd name="connsiteY11" fmla="*/ 157201 h 1311701"/>
              <a:gd name="connsiteX12" fmla="*/ 1048409 w 1954262"/>
              <a:gd name="connsiteY12" fmla="*/ 324413 h 1311701"/>
              <a:gd name="connsiteX13" fmla="*/ 887866 w 1954262"/>
              <a:gd name="connsiteY13" fmla="*/ 559442 h 1311701"/>
              <a:gd name="connsiteX14" fmla="*/ 503872 w 1954262"/>
              <a:gd name="connsiteY14" fmla="*/ 381747 h 1311701"/>
              <a:gd name="connsiteX15" fmla="*/ 41531 w 1954262"/>
              <a:gd name="connsiteY15" fmla="*/ 263126 h 1311701"/>
              <a:gd name="connsiteX0" fmla="*/ 41531 w 1954262"/>
              <a:gd name="connsiteY0" fmla="*/ 263126 h 1312744"/>
              <a:gd name="connsiteX1" fmla="*/ 12391 w 1954262"/>
              <a:gd name="connsiteY1" fmla="*/ 316765 h 1312744"/>
              <a:gd name="connsiteX2" fmla="*/ 315677 w 1954262"/>
              <a:gd name="connsiteY2" fmla="*/ 773987 h 1312744"/>
              <a:gd name="connsiteX3" fmla="*/ 596918 w 1954262"/>
              <a:gd name="connsiteY3" fmla="*/ 1079219 h 1312744"/>
              <a:gd name="connsiteX4" fmla="*/ 1009763 w 1954262"/>
              <a:gd name="connsiteY4" fmla="*/ 1311529 h 1312744"/>
              <a:gd name="connsiteX5" fmla="*/ 1398289 w 1954262"/>
              <a:gd name="connsiteY5" fmla="*/ 979020 h 1312744"/>
              <a:gd name="connsiteX6" fmla="*/ 1711848 w 1954262"/>
              <a:gd name="connsiteY6" fmla="*/ 792259 h 1312744"/>
              <a:gd name="connsiteX7" fmla="*/ 1932413 w 1954262"/>
              <a:gd name="connsiteY7" fmla="*/ 480044 h 1312744"/>
              <a:gd name="connsiteX8" fmla="*/ 1901490 w 1954262"/>
              <a:gd name="connsiteY8" fmla="*/ 114372 h 1312744"/>
              <a:gd name="connsiteX9" fmla="*/ 1536984 w 1954262"/>
              <a:gd name="connsiteY9" fmla="*/ 800 h 1312744"/>
              <a:gd name="connsiteX10" fmla="*/ 1273260 w 1954262"/>
              <a:gd name="connsiteY10" fmla="*/ 157201 h 1312744"/>
              <a:gd name="connsiteX11" fmla="*/ 1048409 w 1954262"/>
              <a:gd name="connsiteY11" fmla="*/ 324413 h 1312744"/>
              <a:gd name="connsiteX12" fmla="*/ 887866 w 1954262"/>
              <a:gd name="connsiteY12" fmla="*/ 559442 h 1312744"/>
              <a:gd name="connsiteX13" fmla="*/ 503872 w 1954262"/>
              <a:gd name="connsiteY13" fmla="*/ 381747 h 1312744"/>
              <a:gd name="connsiteX14" fmla="*/ 41531 w 1954262"/>
              <a:gd name="connsiteY14" fmla="*/ 263126 h 1312744"/>
              <a:gd name="connsiteX0" fmla="*/ 41794 w 1954525"/>
              <a:gd name="connsiteY0" fmla="*/ 263126 h 1311685"/>
              <a:gd name="connsiteX1" fmla="*/ 12654 w 1954525"/>
              <a:gd name="connsiteY1" fmla="*/ 316765 h 1311685"/>
              <a:gd name="connsiteX2" fmla="*/ 315940 w 1954525"/>
              <a:gd name="connsiteY2" fmla="*/ 773987 h 1311685"/>
              <a:gd name="connsiteX3" fmla="*/ 641331 w 1954525"/>
              <a:gd name="connsiteY3" fmla="*/ 1019169 h 1311685"/>
              <a:gd name="connsiteX4" fmla="*/ 1010026 w 1954525"/>
              <a:gd name="connsiteY4" fmla="*/ 1311529 h 1311685"/>
              <a:gd name="connsiteX5" fmla="*/ 1398552 w 1954525"/>
              <a:gd name="connsiteY5" fmla="*/ 979020 h 1311685"/>
              <a:gd name="connsiteX6" fmla="*/ 1712111 w 1954525"/>
              <a:gd name="connsiteY6" fmla="*/ 792259 h 1311685"/>
              <a:gd name="connsiteX7" fmla="*/ 1932676 w 1954525"/>
              <a:gd name="connsiteY7" fmla="*/ 480044 h 1311685"/>
              <a:gd name="connsiteX8" fmla="*/ 1901753 w 1954525"/>
              <a:gd name="connsiteY8" fmla="*/ 114372 h 1311685"/>
              <a:gd name="connsiteX9" fmla="*/ 1537247 w 1954525"/>
              <a:gd name="connsiteY9" fmla="*/ 800 h 1311685"/>
              <a:gd name="connsiteX10" fmla="*/ 1273523 w 1954525"/>
              <a:gd name="connsiteY10" fmla="*/ 157201 h 1311685"/>
              <a:gd name="connsiteX11" fmla="*/ 1048672 w 1954525"/>
              <a:gd name="connsiteY11" fmla="*/ 324413 h 1311685"/>
              <a:gd name="connsiteX12" fmla="*/ 888129 w 1954525"/>
              <a:gd name="connsiteY12" fmla="*/ 559442 h 1311685"/>
              <a:gd name="connsiteX13" fmla="*/ 504135 w 1954525"/>
              <a:gd name="connsiteY13" fmla="*/ 381747 h 1311685"/>
              <a:gd name="connsiteX14" fmla="*/ 41794 w 1954525"/>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969467 w 2035863"/>
              <a:gd name="connsiteY12" fmla="*/ 559442 h 1311685"/>
              <a:gd name="connsiteX13" fmla="*/ 585473 w 2035863"/>
              <a:gd name="connsiteY13" fmla="*/ 381747 h 1311685"/>
              <a:gd name="connsiteX14" fmla="*/ 123132 w 2035863"/>
              <a:gd name="connsiteY14"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585473 w 2035863"/>
              <a:gd name="connsiteY12" fmla="*/ 381747 h 1311685"/>
              <a:gd name="connsiteX13" fmla="*/ 123132 w 2035863"/>
              <a:gd name="connsiteY13" fmla="*/ 263126 h 1311685"/>
              <a:gd name="connsiteX0" fmla="*/ 123132 w 2035863"/>
              <a:gd name="connsiteY0" fmla="*/ 263126 h 1311685"/>
              <a:gd name="connsiteX1" fmla="*/ 10447 w 2035863"/>
              <a:gd name="connsiteY1" fmla="*/ 349240 h 1311685"/>
              <a:gd name="connsiteX2" fmla="*/ 397278 w 2035863"/>
              <a:gd name="connsiteY2" fmla="*/ 773987 h 1311685"/>
              <a:gd name="connsiteX3" fmla="*/ 722669 w 2035863"/>
              <a:gd name="connsiteY3" fmla="*/ 1019169 h 1311685"/>
              <a:gd name="connsiteX4" fmla="*/ 1091364 w 2035863"/>
              <a:gd name="connsiteY4" fmla="*/ 1311529 h 1311685"/>
              <a:gd name="connsiteX5" fmla="*/ 1479890 w 2035863"/>
              <a:gd name="connsiteY5" fmla="*/ 979020 h 1311685"/>
              <a:gd name="connsiteX6" fmla="*/ 1793449 w 2035863"/>
              <a:gd name="connsiteY6" fmla="*/ 792259 h 1311685"/>
              <a:gd name="connsiteX7" fmla="*/ 2014014 w 2035863"/>
              <a:gd name="connsiteY7" fmla="*/ 480044 h 1311685"/>
              <a:gd name="connsiteX8" fmla="*/ 1983091 w 2035863"/>
              <a:gd name="connsiteY8" fmla="*/ 114372 h 1311685"/>
              <a:gd name="connsiteX9" fmla="*/ 1618585 w 2035863"/>
              <a:gd name="connsiteY9" fmla="*/ 800 h 1311685"/>
              <a:gd name="connsiteX10" fmla="*/ 1354861 w 2035863"/>
              <a:gd name="connsiteY10" fmla="*/ 157201 h 1311685"/>
              <a:gd name="connsiteX11" fmla="*/ 1130010 w 2035863"/>
              <a:gd name="connsiteY11" fmla="*/ 324413 h 1311685"/>
              <a:gd name="connsiteX12" fmla="*/ 491866 w 2035863"/>
              <a:gd name="connsiteY12" fmla="*/ 202793 h 1311685"/>
              <a:gd name="connsiteX13" fmla="*/ 123132 w 2035863"/>
              <a:gd name="connsiteY13" fmla="*/ 263126 h 1311685"/>
              <a:gd name="connsiteX0" fmla="*/ 2533 w 2139897"/>
              <a:gd name="connsiteY0" fmla="*/ 8718 h 1443430"/>
              <a:gd name="connsiteX1" fmla="*/ 114481 w 2139897"/>
              <a:gd name="connsiteY1" fmla="*/ 480985 h 1443430"/>
              <a:gd name="connsiteX2" fmla="*/ 501312 w 2139897"/>
              <a:gd name="connsiteY2" fmla="*/ 905732 h 1443430"/>
              <a:gd name="connsiteX3" fmla="*/ 826703 w 2139897"/>
              <a:gd name="connsiteY3" fmla="*/ 1150914 h 1443430"/>
              <a:gd name="connsiteX4" fmla="*/ 1195398 w 2139897"/>
              <a:gd name="connsiteY4" fmla="*/ 1443274 h 1443430"/>
              <a:gd name="connsiteX5" fmla="*/ 1583924 w 2139897"/>
              <a:gd name="connsiteY5" fmla="*/ 1110765 h 1443430"/>
              <a:gd name="connsiteX6" fmla="*/ 1897483 w 2139897"/>
              <a:gd name="connsiteY6" fmla="*/ 924004 h 1443430"/>
              <a:gd name="connsiteX7" fmla="*/ 2118048 w 2139897"/>
              <a:gd name="connsiteY7" fmla="*/ 611789 h 1443430"/>
              <a:gd name="connsiteX8" fmla="*/ 2087125 w 2139897"/>
              <a:gd name="connsiteY8" fmla="*/ 246117 h 1443430"/>
              <a:gd name="connsiteX9" fmla="*/ 1722619 w 2139897"/>
              <a:gd name="connsiteY9" fmla="*/ 132545 h 1443430"/>
              <a:gd name="connsiteX10" fmla="*/ 1458895 w 2139897"/>
              <a:gd name="connsiteY10" fmla="*/ 288946 h 1443430"/>
              <a:gd name="connsiteX11" fmla="*/ 1234044 w 2139897"/>
              <a:gd name="connsiteY11" fmla="*/ 456158 h 1443430"/>
              <a:gd name="connsiteX12" fmla="*/ 595900 w 2139897"/>
              <a:gd name="connsiteY12" fmla="*/ 334538 h 1443430"/>
              <a:gd name="connsiteX13" fmla="*/ 2533 w 2139897"/>
              <a:gd name="connsiteY13" fmla="*/ 8718 h 1443430"/>
              <a:gd name="connsiteX0" fmla="*/ 2533 w 2139897"/>
              <a:gd name="connsiteY0" fmla="*/ 8718 h 1443430"/>
              <a:gd name="connsiteX1" fmla="*/ 114481 w 2139897"/>
              <a:gd name="connsiteY1" fmla="*/ 480985 h 1443430"/>
              <a:gd name="connsiteX2" fmla="*/ 501312 w 2139897"/>
              <a:gd name="connsiteY2" fmla="*/ 905732 h 1443430"/>
              <a:gd name="connsiteX3" fmla="*/ 826703 w 2139897"/>
              <a:gd name="connsiteY3" fmla="*/ 1150914 h 1443430"/>
              <a:gd name="connsiteX4" fmla="*/ 1195398 w 2139897"/>
              <a:gd name="connsiteY4" fmla="*/ 1443274 h 1443430"/>
              <a:gd name="connsiteX5" fmla="*/ 1583924 w 2139897"/>
              <a:gd name="connsiteY5" fmla="*/ 1110765 h 1443430"/>
              <a:gd name="connsiteX6" fmla="*/ 1897483 w 2139897"/>
              <a:gd name="connsiteY6" fmla="*/ 924004 h 1443430"/>
              <a:gd name="connsiteX7" fmla="*/ 2118048 w 2139897"/>
              <a:gd name="connsiteY7" fmla="*/ 611789 h 1443430"/>
              <a:gd name="connsiteX8" fmla="*/ 2087125 w 2139897"/>
              <a:gd name="connsiteY8" fmla="*/ 246117 h 1443430"/>
              <a:gd name="connsiteX9" fmla="*/ 1722619 w 2139897"/>
              <a:gd name="connsiteY9" fmla="*/ 132545 h 1443430"/>
              <a:gd name="connsiteX10" fmla="*/ 1458895 w 2139897"/>
              <a:gd name="connsiteY10" fmla="*/ 288946 h 1443430"/>
              <a:gd name="connsiteX11" fmla="*/ 1176806 w 2139897"/>
              <a:gd name="connsiteY11" fmla="*/ 328036 h 1443430"/>
              <a:gd name="connsiteX12" fmla="*/ 595900 w 2139897"/>
              <a:gd name="connsiteY12" fmla="*/ 334538 h 1443430"/>
              <a:gd name="connsiteX13" fmla="*/ 2533 w 2139897"/>
              <a:gd name="connsiteY13" fmla="*/ 8718 h 1443430"/>
              <a:gd name="connsiteX0" fmla="*/ 2533 w 2139897"/>
              <a:gd name="connsiteY0" fmla="*/ 10922 h 1445634"/>
              <a:gd name="connsiteX1" fmla="*/ 114481 w 2139897"/>
              <a:gd name="connsiteY1" fmla="*/ 483189 h 1445634"/>
              <a:gd name="connsiteX2" fmla="*/ 501312 w 2139897"/>
              <a:gd name="connsiteY2" fmla="*/ 907936 h 1445634"/>
              <a:gd name="connsiteX3" fmla="*/ 826703 w 2139897"/>
              <a:gd name="connsiteY3" fmla="*/ 1153118 h 1445634"/>
              <a:gd name="connsiteX4" fmla="*/ 1195398 w 2139897"/>
              <a:gd name="connsiteY4" fmla="*/ 1445478 h 1445634"/>
              <a:gd name="connsiteX5" fmla="*/ 1583924 w 2139897"/>
              <a:gd name="connsiteY5" fmla="*/ 1112969 h 1445634"/>
              <a:gd name="connsiteX6" fmla="*/ 1897483 w 2139897"/>
              <a:gd name="connsiteY6" fmla="*/ 926208 h 1445634"/>
              <a:gd name="connsiteX7" fmla="*/ 2118048 w 2139897"/>
              <a:gd name="connsiteY7" fmla="*/ 613993 h 1445634"/>
              <a:gd name="connsiteX8" fmla="*/ 2087125 w 2139897"/>
              <a:gd name="connsiteY8" fmla="*/ 248321 h 1445634"/>
              <a:gd name="connsiteX9" fmla="*/ 1722619 w 2139897"/>
              <a:gd name="connsiteY9" fmla="*/ 134749 h 1445634"/>
              <a:gd name="connsiteX10" fmla="*/ 1458895 w 2139897"/>
              <a:gd name="connsiteY10" fmla="*/ 291150 h 1445634"/>
              <a:gd name="connsiteX11" fmla="*/ 1176806 w 2139897"/>
              <a:gd name="connsiteY11" fmla="*/ 330240 h 1445634"/>
              <a:gd name="connsiteX12" fmla="*/ 638905 w 2139897"/>
              <a:gd name="connsiteY12" fmla="*/ 288596 h 1445634"/>
              <a:gd name="connsiteX13" fmla="*/ 2533 w 2139897"/>
              <a:gd name="connsiteY13" fmla="*/ 10922 h 1445634"/>
              <a:gd name="connsiteX0" fmla="*/ 114258 w 2139674"/>
              <a:gd name="connsiteY0" fmla="*/ 483189 h 1445634"/>
              <a:gd name="connsiteX1" fmla="*/ 501089 w 2139674"/>
              <a:gd name="connsiteY1" fmla="*/ 907936 h 1445634"/>
              <a:gd name="connsiteX2" fmla="*/ 826480 w 2139674"/>
              <a:gd name="connsiteY2" fmla="*/ 1153118 h 1445634"/>
              <a:gd name="connsiteX3" fmla="*/ 1195175 w 2139674"/>
              <a:gd name="connsiteY3" fmla="*/ 1445478 h 1445634"/>
              <a:gd name="connsiteX4" fmla="*/ 1583701 w 2139674"/>
              <a:gd name="connsiteY4" fmla="*/ 1112969 h 1445634"/>
              <a:gd name="connsiteX5" fmla="*/ 1897260 w 2139674"/>
              <a:gd name="connsiteY5" fmla="*/ 926208 h 1445634"/>
              <a:gd name="connsiteX6" fmla="*/ 2117825 w 2139674"/>
              <a:gd name="connsiteY6" fmla="*/ 613993 h 1445634"/>
              <a:gd name="connsiteX7" fmla="*/ 2086902 w 2139674"/>
              <a:gd name="connsiteY7" fmla="*/ 248321 h 1445634"/>
              <a:gd name="connsiteX8" fmla="*/ 1722396 w 2139674"/>
              <a:gd name="connsiteY8" fmla="*/ 134749 h 1445634"/>
              <a:gd name="connsiteX9" fmla="*/ 1458672 w 2139674"/>
              <a:gd name="connsiteY9" fmla="*/ 291150 h 1445634"/>
              <a:gd name="connsiteX10" fmla="*/ 1176583 w 2139674"/>
              <a:gd name="connsiteY10" fmla="*/ 330240 h 1445634"/>
              <a:gd name="connsiteX11" fmla="*/ 638682 w 2139674"/>
              <a:gd name="connsiteY11" fmla="*/ 288596 h 1445634"/>
              <a:gd name="connsiteX12" fmla="*/ 2310 w 2139674"/>
              <a:gd name="connsiteY12" fmla="*/ 10922 h 1445634"/>
              <a:gd name="connsiteX13" fmla="*/ 258567 w 2139674"/>
              <a:gd name="connsiteY13" fmla="*/ 606400 h 1445634"/>
              <a:gd name="connsiteX0" fmla="*/ 111948 w 2137364"/>
              <a:gd name="connsiteY0" fmla="*/ 483189 h 1445634"/>
              <a:gd name="connsiteX1" fmla="*/ 498779 w 2137364"/>
              <a:gd name="connsiteY1" fmla="*/ 907936 h 1445634"/>
              <a:gd name="connsiteX2" fmla="*/ 824170 w 2137364"/>
              <a:gd name="connsiteY2" fmla="*/ 1153118 h 1445634"/>
              <a:gd name="connsiteX3" fmla="*/ 1192865 w 2137364"/>
              <a:gd name="connsiteY3" fmla="*/ 1445478 h 1445634"/>
              <a:gd name="connsiteX4" fmla="*/ 1581391 w 2137364"/>
              <a:gd name="connsiteY4" fmla="*/ 1112969 h 1445634"/>
              <a:gd name="connsiteX5" fmla="*/ 1894950 w 2137364"/>
              <a:gd name="connsiteY5" fmla="*/ 926208 h 1445634"/>
              <a:gd name="connsiteX6" fmla="*/ 2115515 w 2137364"/>
              <a:gd name="connsiteY6" fmla="*/ 613993 h 1445634"/>
              <a:gd name="connsiteX7" fmla="*/ 2084592 w 2137364"/>
              <a:gd name="connsiteY7" fmla="*/ 248321 h 1445634"/>
              <a:gd name="connsiteX8" fmla="*/ 1720086 w 2137364"/>
              <a:gd name="connsiteY8" fmla="*/ 134749 h 1445634"/>
              <a:gd name="connsiteX9" fmla="*/ 1456362 w 2137364"/>
              <a:gd name="connsiteY9" fmla="*/ 291150 h 1445634"/>
              <a:gd name="connsiteX10" fmla="*/ 1174273 w 2137364"/>
              <a:gd name="connsiteY10" fmla="*/ 330240 h 1445634"/>
              <a:gd name="connsiteX11" fmla="*/ 636372 w 2137364"/>
              <a:gd name="connsiteY11" fmla="*/ 288596 h 1445634"/>
              <a:gd name="connsiteX12" fmla="*/ 0 w 2137364"/>
              <a:gd name="connsiteY12" fmla="*/ 10922 h 1445634"/>
              <a:gd name="connsiteX0" fmla="*/ 195862 w 2221278"/>
              <a:gd name="connsiteY0" fmla="*/ 435879 h 1398324"/>
              <a:gd name="connsiteX1" fmla="*/ 582693 w 2221278"/>
              <a:gd name="connsiteY1" fmla="*/ 860626 h 1398324"/>
              <a:gd name="connsiteX2" fmla="*/ 908084 w 2221278"/>
              <a:gd name="connsiteY2" fmla="*/ 1105808 h 1398324"/>
              <a:gd name="connsiteX3" fmla="*/ 1276779 w 2221278"/>
              <a:gd name="connsiteY3" fmla="*/ 1398168 h 1398324"/>
              <a:gd name="connsiteX4" fmla="*/ 1665305 w 2221278"/>
              <a:gd name="connsiteY4" fmla="*/ 1065659 h 1398324"/>
              <a:gd name="connsiteX5" fmla="*/ 1978864 w 2221278"/>
              <a:gd name="connsiteY5" fmla="*/ 878898 h 1398324"/>
              <a:gd name="connsiteX6" fmla="*/ 2199429 w 2221278"/>
              <a:gd name="connsiteY6" fmla="*/ 566683 h 1398324"/>
              <a:gd name="connsiteX7" fmla="*/ 2168506 w 2221278"/>
              <a:gd name="connsiteY7" fmla="*/ 201011 h 1398324"/>
              <a:gd name="connsiteX8" fmla="*/ 1804000 w 2221278"/>
              <a:gd name="connsiteY8" fmla="*/ 87439 h 1398324"/>
              <a:gd name="connsiteX9" fmla="*/ 1540276 w 2221278"/>
              <a:gd name="connsiteY9" fmla="*/ 243840 h 1398324"/>
              <a:gd name="connsiteX10" fmla="*/ 1258187 w 2221278"/>
              <a:gd name="connsiteY10" fmla="*/ 282930 h 1398324"/>
              <a:gd name="connsiteX11" fmla="*/ 720286 w 2221278"/>
              <a:gd name="connsiteY11" fmla="*/ 241286 h 1398324"/>
              <a:gd name="connsiteX12" fmla="*/ 0 w 2221278"/>
              <a:gd name="connsiteY12" fmla="*/ 14723 h 1398324"/>
              <a:gd name="connsiteX0" fmla="*/ 195862 w 2221278"/>
              <a:gd name="connsiteY0" fmla="*/ 441218 h 1403663"/>
              <a:gd name="connsiteX1" fmla="*/ 582693 w 2221278"/>
              <a:gd name="connsiteY1" fmla="*/ 865965 h 1403663"/>
              <a:gd name="connsiteX2" fmla="*/ 908084 w 2221278"/>
              <a:gd name="connsiteY2" fmla="*/ 1111147 h 1403663"/>
              <a:gd name="connsiteX3" fmla="*/ 1276779 w 2221278"/>
              <a:gd name="connsiteY3" fmla="*/ 1403507 h 1403663"/>
              <a:gd name="connsiteX4" fmla="*/ 1665305 w 2221278"/>
              <a:gd name="connsiteY4" fmla="*/ 1070998 h 1403663"/>
              <a:gd name="connsiteX5" fmla="*/ 1978864 w 2221278"/>
              <a:gd name="connsiteY5" fmla="*/ 884237 h 1403663"/>
              <a:gd name="connsiteX6" fmla="*/ 2199429 w 2221278"/>
              <a:gd name="connsiteY6" fmla="*/ 572022 h 1403663"/>
              <a:gd name="connsiteX7" fmla="*/ 2168506 w 2221278"/>
              <a:gd name="connsiteY7" fmla="*/ 206350 h 1403663"/>
              <a:gd name="connsiteX8" fmla="*/ 1804000 w 2221278"/>
              <a:gd name="connsiteY8" fmla="*/ 92778 h 1403663"/>
              <a:gd name="connsiteX9" fmla="*/ 1540276 w 2221278"/>
              <a:gd name="connsiteY9" fmla="*/ 249179 h 1403663"/>
              <a:gd name="connsiteX10" fmla="*/ 1258187 w 2221278"/>
              <a:gd name="connsiteY10" fmla="*/ 288269 h 1403663"/>
              <a:gd name="connsiteX11" fmla="*/ 547968 w 2221278"/>
              <a:gd name="connsiteY11" fmla="*/ 204239 h 1403663"/>
              <a:gd name="connsiteX12" fmla="*/ 0 w 2221278"/>
              <a:gd name="connsiteY12" fmla="*/ 20062 h 1403663"/>
              <a:gd name="connsiteX0" fmla="*/ 195862 w 2221278"/>
              <a:gd name="connsiteY0" fmla="*/ 491002 h 1453447"/>
              <a:gd name="connsiteX1" fmla="*/ 582693 w 2221278"/>
              <a:gd name="connsiteY1" fmla="*/ 915749 h 1453447"/>
              <a:gd name="connsiteX2" fmla="*/ 908084 w 2221278"/>
              <a:gd name="connsiteY2" fmla="*/ 1160931 h 1453447"/>
              <a:gd name="connsiteX3" fmla="*/ 1276779 w 2221278"/>
              <a:gd name="connsiteY3" fmla="*/ 1453291 h 1453447"/>
              <a:gd name="connsiteX4" fmla="*/ 1665305 w 2221278"/>
              <a:gd name="connsiteY4" fmla="*/ 1120782 h 1453447"/>
              <a:gd name="connsiteX5" fmla="*/ 1978864 w 2221278"/>
              <a:gd name="connsiteY5" fmla="*/ 934021 h 1453447"/>
              <a:gd name="connsiteX6" fmla="*/ 2199429 w 2221278"/>
              <a:gd name="connsiteY6" fmla="*/ 621806 h 1453447"/>
              <a:gd name="connsiteX7" fmla="*/ 2168506 w 2221278"/>
              <a:gd name="connsiteY7" fmla="*/ 256134 h 1453447"/>
              <a:gd name="connsiteX8" fmla="*/ 1804000 w 2221278"/>
              <a:gd name="connsiteY8" fmla="*/ 142562 h 1453447"/>
              <a:gd name="connsiteX9" fmla="*/ 1540276 w 2221278"/>
              <a:gd name="connsiteY9" fmla="*/ 298963 h 1453447"/>
              <a:gd name="connsiteX10" fmla="*/ 1258187 w 2221278"/>
              <a:gd name="connsiteY10" fmla="*/ 338053 h 1453447"/>
              <a:gd name="connsiteX11" fmla="*/ 547968 w 2221278"/>
              <a:gd name="connsiteY11" fmla="*/ 254023 h 1453447"/>
              <a:gd name="connsiteX12" fmla="*/ 0 w 2221278"/>
              <a:gd name="connsiteY12" fmla="*/ 69846 h 1453447"/>
              <a:gd name="connsiteX0" fmla="*/ 195862 w 2221278"/>
              <a:gd name="connsiteY0" fmla="*/ 491002 h 1453447"/>
              <a:gd name="connsiteX1" fmla="*/ 582693 w 2221278"/>
              <a:gd name="connsiteY1" fmla="*/ 915749 h 1453447"/>
              <a:gd name="connsiteX2" fmla="*/ 908084 w 2221278"/>
              <a:gd name="connsiteY2" fmla="*/ 1160931 h 1453447"/>
              <a:gd name="connsiteX3" fmla="*/ 1276779 w 2221278"/>
              <a:gd name="connsiteY3" fmla="*/ 1453291 h 1453447"/>
              <a:gd name="connsiteX4" fmla="*/ 1665305 w 2221278"/>
              <a:gd name="connsiteY4" fmla="*/ 1120782 h 1453447"/>
              <a:gd name="connsiteX5" fmla="*/ 1978864 w 2221278"/>
              <a:gd name="connsiteY5" fmla="*/ 934021 h 1453447"/>
              <a:gd name="connsiteX6" fmla="*/ 2199429 w 2221278"/>
              <a:gd name="connsiteY6" fmla="*/ 621806 h 1453447"/>
              <a:gd name="connsiteX7" fmla="*/ 2168506 w 2221278"/>
              <a:gd name="connsiteY7" fmla="*/ 256134 h 1453447"/>
              <a:gd name="connsiteX8" fmla="*/ 1804000 w 2221278"/>
              <a:gd name="connsiteY8" fmla="*/ 142562 h 1453447"/>
              <a:gd name="connsiteX9" fmla="*/ 1540276 w 2221278"/>
              <a:gd name="connsiteY9" fmla="*/ 298963 h 1453447"/>
              <a:gd name="connsiteX10" fmla="*/ 1258187 w 2221278"/>
              <a:gd name="connsiteY10" fmla="*/ 338053 h 1453447"/>
              <a:gd name="connsiteX11" fmla="*/ 547968 w 2221278"/>
              <a:gd name="connsiteY11" fmla="*/ 254023 h 1453447"/>
              <a:gd name="connsiteX12" fmla="*/ 0 w 2221278"/>
              <a:gd name="connsiteY12" fmla="*/ 69846 h 1453447"/>
              <a:gd name="connsiteX0" fmla="*/ 195862 w 2221278"/>
              <a:gd name="connsiteY0" fmla="*/ 491002 h 1453447"/>
              <a:gd name="connsiteX1" fmla="*/ 582693 w 2221278"/>
              <a:gd name="connsiteY1" fmla="*/ 915749 h 1453447"/>
              <a:gd name="connsiteX2" fmla="*/ 908084 w 2221278"/>
              <a:gd name="connsiteY2" fmla="*/ 1160931 h 1453447"/>
              <a:gd name="connsiteX3" fmla="*/ 1276779 w 2221278"/>
              <a:gd name="connsiteY3" fmla="*/ 1453291 h 1453447"/>
              <a:gd name="connsiteX4" fmla="*/ 1665305 w 2221278"/>
              <a:gd name="connsiteY4" fmla="*/ 1120782 h 1453447"/>
              <a:gd name="connsiteX5" fmla="*/ 1978864 w 2221278"/>
              <a:gd name="connsiteY5" fmla="*/ 934021 h 1453447"/>
              <a:gd name="connsiteX6" fmla="*/ 2199429 w 2221278"/>
              <a:gd name="connsiteY6" fmla="*/ 621806 h 1453447"/>
              <a:gd name="connsiteX7" fmla="*/ 2168506 w 2221278"/>
              <a:gd name="connsiteY7" fmla="*/ 256134 h 1453447"/>
              <a:gd name="connsiteX8" fmla="*/ 1804000 w 2221278"/>
              <a:gd name="connsiteY8" fmla="*/ 142562 h 1453447"/>
              <a:gd name="connsiteX9" fmla="*/ 1587682 w 2221278"/>
              <a:gd name="connsiteY9" fmla="*/ 46467 h 1453447"/>
              <a:gd name="connsiteX10" fmla="*/ 1258187 w 2221278"/>
              <a:gd name="connsiteY10" fmla="*/ 338053 h 1453447"/>
              <a:gd name="connsiteX11" fmla="*/ 547968 w 2221278"/>
              <a:gd name="connsiteY11" fmla="*/ 254023 h 1453447"/>
              <a:gd name="connsiteX12" fmla="*/ 0 w 2221278"/>
              <a:gd name="connsiteY12" fmla="*/ 69846 h 1453447"/>
              <a:gd name="connsiteX0" fmla="*/ 582693 w 2221278"/>
              <a:gd name="connsiteY0" fmla="*/ 915749 h 1453447"/>
              <a:gd name="connsiteX1" fmla="*/ 908084 w 2221278"/>
              <a:gd name="connsiteY1" fmla="*/ 1160931 h 1453447"/>
              <a:gd name="connsiteX2" fmla="*/ 1276779 w 2221278"/>
              <a:gd name="connsiteY2" fmla="*/ 1453291 h 1453447"/>
              <a:gd name="connsiteX3" fmla="*/ 1665305 w 2221278"/>
              <a:gd name="connsiteY3" fmla="*/ 1120782 h 1453447"/>
              <a:gd name="connsiteX4" fmla="*/ 1978864 w 2221278"/>
              <a:gd name="connsiteY4" fmla="*/ 934021 h 1453447"/>
              <a:gd name="connsiteX5" fmla="*/ 2199429 w 2221278"/>
              <a:gd name="connsiteY5" fmla="*/ 621806 h 1453447"/>
              <a:gd name="connsiteX6" fmla="*/ 2168506 w 2221278"/>
              <a:gd name="connsiteY6" fmla="*/ 256134 h 1453447"/>
              <a:gd name="connsiteX7" fmla="*/ 1804000 w 2221278"/>
              <a:gd name="connsiteY7" fmla="*/ 142562 h 1453447"/>
              <a:gd name="connsiteX8" fmla="*/ 1587682 w 2221278"/>
              <a:gd name="connsiteY8" fmla="*/ 46467 h 1453447"/>
              <a:gd name="connsiteX9" fmla="*/ 1258187 w 2221278"/>
              <a:gd name="connsiteY9" fmla="*/ 338053 h 1453447"/>
              <a:gd name="connsiteX10" fmla="*/ 547968 w 2221278"/>
              <a:gd name="connsiteY10" fmla="*/ 254023 h 1453447"/>
              <a:gd name="connsiteX11" fmla="*/ 0 w 2221278"/>
              <a:gd name="connsiteY11" fmla="*/ 69846 h 1453447"/>
              <a:gd name="connsiteX0" fmla="*/ 582693 w 2221278"/>
              <a:gd name="connsiteY0" fmla="*/ 915749 h 1540943"/>
              <a:gd name="connsiteX1" fmla="*/ 908084 w 2221278"/>
              <a:gd name="connsiteY1" fmla="*/ 1160931 h 1540943"/>
              <a:gd name="connsiteX2" fmla="*/ 1292076 w 2221278"/>
              <a:gd name="connsiteY2" fmla="*/ 1540831 h 1540943"/>
              <a:gd name="connsiteX3" fmla="*/ 1665305 w 2221278"/>
              <a:gd name="connsiteY3" fmla="*/ 1120782 h 1540943"/>
              <a:gd name="connsiteX4" fmla="*/ 1978864 w 2221278"/>
              <a:gd name="connsiteY4" fmla="*/ 934021 h 1540943"/>
              <a:gd name="connsiteX5" fmla="*/ 2199429 w 2221278"/>
              <a:gd name="connsiteY5" fmla="*/ 621806 h 1540943"/>
              <a:gd name="connsiteX6" fmla="*/ 2168506 w 2221278"/>
              <a:gd name="connsiteY6" fmla="*/ 256134 h 1540943"/>
              <a:gd name="connsiteX7" fmla="*/ 1804000 w 2221278"/>
              <a:gd name="connsiteY7" fmla="*/ 142562 h 1540943"/>
              <a:gd name="connsiteX8" fmla="*/ 1587682 w 2221278"/>
              <a:gd name="connsiteY8" fmla="*/ 46467 h 1540943"/>
              <a:gd name="connsiteX9" fmla="*/ 1258187 w 2221278"/>
              <a:gd name="connsiteY9" fmla="*/ 338053 h 1540943"/>
              <a:gd name="connsiteX10" fmla="*/ 547968 w 2221278"/>
              <a:gd name="connsiteY10" fmla="*/ 254023 h 1540943"/>
              <a:gd name="connsiteX11" fmla="*/ 0 w 2221278"/>
              <a:gd name="connsiteY11" fmla="*/ 69846 h 1540943"/>
              <a:gd name="connsiteX0" fmla="*/ 351407 w 2221278"/>
              <a:gd name="connsiteY0" fmla="*/ 762703 h 1540942"/>
              <a:gd name="connsiteX1" fmla="*/ 908084 w 2221278"/>
              <a:gd name="connsiteY1" fmla="*/ 1160931 h 1540942"/>
              <a:gd name="connsiteX2" fmla="*/ 1292076 w 2221278"/>
              <a:gd name="connsiteY2" fmla="*/ 1540831 h 1540942"/>
              <a:gd name="connsiteX3" fmla="*/ 1665305 w 2221278"/>
              <a:gd name="connsiteY3" fmla="*/ 1120782 h 1540942"/>
              <a:gd name="connsiteX4" fmla="*/ 1978864 w 2221278"/>
              <a:gd name="connsiteY4" fmla="*/ 934021 h 1540942"/>
              <a:gd name="connsiteX5" fmla="*/ 2199429 w 2221278"/>
              <a:gd name="connsiteY5" fmla="*/ 621806 h 1540942"/>
              <a:gd name="connsiteX6" fmla="*/ 2168506 w 2221278"/>
              <a:gd name="connsiteY6" fmla="*/ 256134 h 1540942"/>
              <a:gd name="connsiteX7" fmla="*/ 1804000 w 2221278"/>
              <a:gd name="connsiteY7" fmla="*/ 142562 h 1540942"/>
              <a:gd name="connsiteX8" fmla="*/ 1587682 w 2221278"/>
              <a:gd name="connsiteY8" fmla="*/ 46467 h 1540942"/>
              <a:gd name="connsiteX9" fmla="*/ 1258187 w 2221278"/>
              <a:gd name="connsiteY9" fmla="*/ 338053 h 1540942"/>
              <a:gd name="connsiteX10" fmla="*/ 547968 w 2221278"/>
              <a:gd name="connsiteY10" fmla="*/ 254023 h 1540942"/>
              <a:gd name="connsiteX11" fmla="*/ 0 w 2221278"/>
              <a:gd name="connsiteY11" fmla="*/ 69846 h 1540942"/>
              <a:gd name="connsiteX0" fmla="*/ 351407 w 2221278"/>
              <a:gd name="connsiteY0" fmla="*/ 762703 h 1540942"/>
              <a:gd name="connsiteX1" fmla="*/ 908084 w 2221278"/>
              <a:gd name="connsiteY1" fmla="*/ 1160931 h 1540942"/>
              <a:gd name="connsiteX2" fmla="*/ 1292076 w 2221278"/>
              <a:gd name="connsiteY2" fmla="*/ 1540831 h 1540942"/>
              <a:gd name="connsiteX3" fmla="*/ 1665305 w 2221278"/>
              <a:gd name="connsiteY3" fmla="*/ 1120782 h 1540942"/>
              <a:gd name="connsiteX4" fmla="*/ 1978864 w 2221278"/>
              <a:gd name="connsiteY4" fmla="*/ 934021 h 1540942"/>
              <a:gd name="connsiteX5" fmla="*/ 2199429 w 2221278"/>
              <a:gd name="connsiteY5" fmla="*/ 621806 h 1540942"/>
              <a:gd name="connsiteX6" fmla="*/ 2168506 w 2221278"/>
              <a:gd name="connsiteY6" fmla="*/ 256134 h 1540942"/>
              <a:gd name="connsiteX7" fmla="*/ 1804000 w 2221278"/>
              <a:gd name="connsiteY7" fmla="*/ 142562 h 1540942"/>
              <a:gd name="connsiteX8" fmla="*/ 1587682 w 2221278"/>
              <a:gd name="connsiteY8" fmla="*/ 46467 h 1540942"/>
              <a:gd name="connsiteX9" fmla="*/ 1258187 w 2221278"/>
              <a:gd name="connsiteY9" fmla="*/ 338053 h 1540942"/>
              <a:gd name="connsiteX10" fmla="*/ 547968 w 2221278"/>
              <a:gd name="connsiteY10" fmla="*/ 254023 h 1540942"/>
              <a:gd name="connsiteX11" fmla="*/ 0 w 2221278"/>
              <a:gd name="connsiteY11" fmla="*/ 69846 h 1540942"/>
              <a:gd name="connsiteX0" fmla="*/ 351407 w 2221278"/>
              <a:gd name="connsiteY0" fmla="*/ 762703 h 1543358"/>
              <a:gd name="connsiteX1" fmla="*/ 881560 w 2221278"/>
              <a:gd name="connsiteY1" fmla="*/ 1282553 h 1543358"/>
              <a:gd name="connsiteX2" fmla="*/ 1292076 w 2221278"/>
              <a:gd name="connsiteY2" fmla="*/ 1540831 h 1543358"/>
              <a:gd name="connsiteX3" fmla="*/ 1665305 w 2221278"/>
              <a:gd name="connsiteY3" fmla="*/ 1120782 h 1543358"/>
              <a:gd name="connsiteX4" fmla="*/ 1978864 w 2221278"/>
              <a:gd name="connsiteY4" fmla="*/ 934021 h 1543358"/>
              <a:gd name="connsiteX5" fmla="*/ 2199429 w 2221278"/>
              <a:gd name="connsiteY5" fmla="*/ 621806 h 1543358"/>
              <a:gd name="connsiteX6" fmla="*/ 2168506 w 2221278"/>
              <a:gd name="connsiteY6" fmla="*/ 256134 h 1543358"/>
              <a:gd name="connsiteX7" fmla="*/ 1804000 w 2221278"/>
              <a:gd name="connsiteY7" fmla="*/ 142562 h 1543358"/>
              <a:gd name="connsiteX8" fmla="*/ 1587682 w 2221278"/>
              <a:gd name="connsiteY8" fmla="*/ 46467 h 1543358"/>
              <a:gd name="connsiteX9" fmla="*/ 1258187 w 2221278"/>
              <a:gd name="connsiteY9" fmla="*/ 338053 h 1543358"/>
              <a:gd name="connsiteX10" fmla="*/ 547968 w 2221278"/>
              <a:gd name="connsiteY10" fmla="*/ 254023 h 1543358"/>
              <a:gd name="connsiteX11" fmla="*/ 0 w 2221278"/>
              <a:gd name="connsiteY11" fmla="*/ 69846 h 1543358"/>
              <a:gd name="connsiteX0" fmla="*/ 0 w 1869871"/>
              <a:gd name="connsiteY0" fmla="*/ 723007 h 1503662"/>
              <a:gd name="connsiteX1" fmla="*/ 530153 w 1869871"/>
              <a:gd name="connsiteY1" fmla="*/ 1242857 h 1503662"/>
              <a:gd name="connsiteX2" fmla="*/ 940669 w 1869871"/>
              <a:gd name="connsiteY2" fmla="*/ 1501135 h 1503662"/>
              <a:gd name="connsiteX3" fmla="*/ 1313898 w 1869871"/>
              <a:gd name="connsiteY3" fmla="*/ 1081086 h 1503662"/>
              <a:gd name="connsiteX4" fmla="*/ 1627457 w 1869871"/>
              <a:gd name="connsiteY4" fmla="*/ 894325 h 1503662"/>
              <a:gd name="connsiteX5" fmla="*/ 1848022 w 1869871"/>
              <a:gd name="connsiteY5" fmla="*/ 582110 h 1503662"/>
              <a:gd name="connsiteX6" fmla="*/ 1817099 w 1869871"/>
              <a:gd name="connsiteY6" fmla="*/ 216438 h 1503662"/>
              <a:gd name="connsiteX7" fmla="*/ 1452593 w 1869871"/>
              <a:gd name="connsiteY7" fmla="*/ 102866 h 1503662"/>
              <a:gd name="connsiteX8" fmla="*/ 1236275 w 1869871"/>
              <a:gd name="connsiteY8" fmla="*/ 6771 h 1503662"/>
              <a:gd name="connsiteX9" fmla="*/ 906780 w 1869871"/>
              <a:gd name="connsiteY9" fmla="*/ 298357 h 1503662"/>
              <a:gd name="connsiteX10" fmla="*/ 196561 w 1869871"/>
              <a:gd name="connsiteY10" fmla="*/ 214327 h 1503662"/>
              <a:gd name="connsiteX0" fmla="*/ 0 w 1869871"/>
              <a:gd name="connsiteY0" fmla="*/ 723007 h 1503662"/>
              <a:gd name="connsiteX1" fmla="*/ 530153 w 1869871"/>
              <a:gd name="connsiteY1" fmla="*/ 1242857 h 1503662"/>
              <a:gd name="connsiteX2" fmla="*/ 940669 w 1869871"/>
              <a:gd name="connsiteY2" fmla="*/ 1501135 h 1503662"/>
              <a:gd name="connsiteX3" fmla="*/ 1313898 w 1869871"/>
              <a:gd name="connsiteY3" fmla="*/ 1081086 h 1503662"/>
              <a:gd name="connsiteX4" fmla="*/ 1627457 w 1869871"/>
              <a:gd name="connsiteY4" fmla="*/ 894325 h 1503662"/>
              <a:gd name="connsiteX5" fmla="*/ 1848022 w 1869871"/>
              <a:gd name="connsiteY5" fmla="*/ 582110 h 1503662"/>
              <a:gd name="connsiteX6" fmla="*/ 1817099 w 1869871"/>
              <a:gd name="connsiteY6" fmla="*/ 216438 h 1503662"/>
              <a:gd name="connsiteX7" fmla="*/ 1452593 w 1869871"/>
              <a:gd name="connsiteY7" fmla="*/ 102866 h 1503662"/>
              <a:gd name="connsiteX8" fmla="*/ 1236275 w 1869871"/>
              <a:gd name="connsiteY8" fmla="*/ 6771 h 1503662"/>
              <a:gd name="connsiteX9" fmla="*/ 906780 w 1869871"/>
              <a:gd name="connsiteY9" fmla="*/ 298357 h 1503662"/>
              <a:gd name="connsiteX10" fmla="*/ 136445 w 1869871"/>
              <a:gd name="connsiteY10" fmla="*/ 229131 h 1503662"/>
              <a:gd name="connsiteX0" fmla="*/ 0 w 1869871"/>
              <a:gd name="connsiteY0" fmla="*/ 722071 h 1502726"/>
              <a:gd name="connsiteX1" fmla="*/ 530153 w 1869871"/>
              <a:gd name="connsiteY1" fmla="*/ 1241921 h 1502726"/>
              <a:gd name="connsiteX2" fmla="*/ 940669 w 1869871"/>
              <a:gd name="connsiteY2" fmla="*/ 1500199 h 1502726"/>
              <a:gd name="connsiteX3" fmla="*/ 1313898 w 1869871"/>
              <a:gd name="connsiteY3" fmla="*/ 1080150 h 1502726"/>
              <a:gd name="connsiteX4" fmla="*/ 1627457 w 1869871"/>
              <a:gd name="connsiteY4" fmla="*/ 893389 h 1502726"/>
              <a:gd name="connsiteX5" fmla="*/ 1848022 w 1869871"/>
              <a:gd name="connsiteY5" fmla="*/ 581174 h 1502726"/>
              <a:gd name="connsiteX6" fmla="*/ 1817099 w 1869871"/>
              <a:gd name="connsiteY6" fmla="*/ 215502 h 1502726"/>
              <a:gd name="connsiteX7" fmla="*/ 1452593 w 1869871"/>
              <a:gd name="connsiteY7" fmla="*/ 101930 h 1502726"/>
              <a:gd name="connsiteX8" fmla="*/ 1236275 w 1869871"/>
              <a:gd name="connsiteY8" fmla="*/ 5835 h 1502726"/>
              <a:gd name="connsiteX9" fmla="*/ 834745 w 1869871"/>
              <a:gd name="connsiteY9" fmla="*/ 279392 h 1502726"/>
              <a:gd name="connsiteX10" fmla="*/ 136445 w 1869871"/>
              <a:gd name="connsiteY10" fmla="*/ 228195 h 1502726"/>
              <a:gd name="connsiteX0" fmla="*/ 0 w 1934970"/>
              <a:gd name="connsiteY0" fmla="*/ 722071 h 1502726"/>
              <a:gd name="connsiteX1" fmla="*/ 530153 w 1934970"/>
              <a:gd name="connsiteY1" fmla="*/ 1241921 h 1502726"/>
              <a:gd name="connsiteX2" fmla="*/ 940669 w 1934970"/>
              <a:gd name="connsiteY2" fmla="*/ 1500199 h 1502726"/>
              <a:gd name="connsiteX3" fmla="*/ 1313898 w 1934970"/>
              <a:gd name="connsiteY3" fmla="*/ 1080150 h 1502726"/>
              <a:gd name="connsiteX4" fmla="*/ 1627457 w 1934970"/>
              <a:gd name="connsiteY4" fmla="*/ 893389 h 1502726"/>
              <a:gd name="connsiteX5" fmla="*/ 1926560 w 1934970"/>
              <a:gd name="connsiteY5" fmla="*/ 613537 h 1502726"/>
              <a:gd name="connsiteX6" fmla="*/ 1817099 w 1934970"/>
              <a:gd name="connsiteY6" fmla="*/ 215502 h 1502726"/>
              <a:gd name="connsiteX7" fmla="*/ 1452593 w 1934970"/>
              <a:gd name="connsiteY7" fmla="*/ 101930 h 1502726"/>
              <a:gd name="connsiteX8" fmla="*/ 1236275 w 1934970"/>
              <a:gd name="connsiteY8" fmla="*/ 5835 h 1502726"/>
              <a:gd name="connsiteX9" fmla="*/ 834745 w 1934970"/>
              <a:gd name="connsiteY9" fmla="*/ 279392 h 1502726"/>
              <a:gd name="connsiteX10" fmla="*/ 136445 w 1934970"/>
              <a:gd name="connsiteY10" fmla="*/ 228195 h 1502726"/>
              <a:gd name="connsiteX0" fmla="*/ 0 w 1934970"/>
              <a:gd name="connsiteY0" fmla="*/ 722071 h 1500953"/>
              <a:gd name="connsiteX1" fmla="*/ 530153 w 1934970"/>
              <a:gd name="connsiteY1" fmla="*/ 1241921 h 1500953"/>
              <a:gd name="connsiteX2" fmla="*/ 940669 w 1934970"/>
              <a:gd name="connsiteY2" fmla="*/ 1500199 h 1500953"/>
              <a:gd name="connsiteX3" fmla="*/ 1334489 w 1934970"/>
              <a:gd name="connsiteY3" fmla="*/ 1158298 h 1500953"/>
              <a:gd name="connsiteX4" fmla="*/ 1627457 w 1934970"/>
              <a:gd name="connsiteY4" fmla="*/ 893389 h 1500953"/>
              <a:gd name="connsiteX5" fmla="*/ 1926560 w 1934970"/>
              <a:gd name="connsiteY5" fmla="*/ 613537 h 1500953"/>
              <a:gd name="connsiteX6" fmla="*/ 1817099 w 1934970"/>
              <a:gd name="connsiteY6" fmla="*/ 215502 h 1500953"/>
              <a:gd name="connsiteX7" fmla="*/ 1452593 w 1934970"/>
              <a:gd name="connsiteY7" fmla="*/ 101930 h 1500953"/>
              <a:gd name="connsiteX8" fmla="*/ 1236275 w 1934970"/>
              <a:gd name="connsiteY8" fmla="*/ 5835 h 1500953"/>
              <a:gd name="connsiteX9" fmla="*/ 834745 w 1934970"/>
              <a:gd name="connsiteY9" fmla="*/ 279392 h 1500953"/>
              <a:gd name="connsiteX10" fmla="*/ 136445 w 1934970"/>
              <a:gd name="connsiteY10" fmla="*/ 228195 h 1500953"/>
              <a:gd name="connsiteX0" fmla="*/ 0 w 1934970"/>
              <a:gd name="connsiteY0" fmla="*/ 988820 h 1767702"/>
              <a:gd name="connsiteX1" fmla="*/ 530153 w 1934970"/>
              <a:gd name="connsiteY1" fmla="*/ 1508670 h 1767702"/>
              <a:gd name="connsiteX2" fmla="*/ 940669 w 1934970"/>
              <a:gd name="connsiteY2" fmla="*/ 1766948 h 1767702"/>
              <a:gd name="connsiteX3" fmla="*/ 1334489 w 1934970"/>
              <a:gd name="connsiteY3" fmla="*/ 1425047 h 1767702"/>
              <a:gd name="connsiteX4" fmla="*/ 1627457 w 1934970"/>
              <a:gd name="connsiteY4" fmla="*/ 1160138 h 1767702"/>
              <a:gd name="connsiteX5" fmla="*/ 1926560 w 1934970"/>
              <a:gd name="connsiteY5" fmla="*/ 880286 h 1767702"/>
              <a:gd name="connsiteX6" fmla="*/ 1817099 w 1934970"/>
              <a:gd name="connsiteY6" fmla="*/ 482251 h 1767702"/>
              <a:gd name="connsiteX7" fmla="*/ 1452593 w 1934970"/>
              <a:gd name="connsiteY7" fmla="*/ 368679 h 1767702"/>
              <a:gd name="connsiteX8" fmla="*/ 1236275 w 1934970"/>
              <a:gd name="connsiteY8" fmla="*/ 272584 h 1767702"/>
              <a:gd name="connsiteX9" fmla="*/ 834745 w 1934970"/>
              <a:gd name="connsiteY9" fmla="*/ 546141 h 1767702"/>
              <a:gd name="connsiteX10" fmla="*/ 494372 w 1934970"/>
              <a:gd name="connsiteY10" fmla="*/ 0 h 1767702"/>
              <a:gd name="connsiteX0" fmla="*/ 0 w 1934970"/>
              <a:gd name="connsiteY0" fmla="*/ 988820 h 1767702"/>
              <a:gd name="connsiteX1" fmla="*/ 530153 w 1934970"/>
              <a:gd name="connsiteY1" fmla="*/ 1508670 h 1767702"/>
              <a:gd name="connsiteX2" fmla="*/ 940669 w 1934970"/>
              <a:gd name="connsiteY2" fmla="*/ 1766948 h 1767702"/>
              <a:gd name="connsiteX3" fmla="*/ 1334489 w 1934970"/>
              <a:gd name="connsiteY3" fmla="*/ 1425047 h 1767702"/>
              <a:gd name="connsiteX4" fmla="*/ 1627457 w 1934970"/>
              <a:gd name="connsiteY4" fmla="*/ 1160138 h 1767702"/>
              <a:gd name="connsiteX5" fmla="*/ 1926560 w 1934970"/>
              <a:gd name="connsiteY5" fmla="*/ 880286 h 1767702"/>
              <a:gd name="connsiteX6" fmla="*/ 1817099 w 1934970"/>
              <a:gd name="connsiteY6" fmla="*/ 482251 h 1767702"/>
              <a:gd name="connsiteX7" fmla="*/ 1452593 w 1934970"/>
              <a:gd name="connsiteY7" fmla="*/ 368679 h 1767702"/>
              <a:gd name="connsiteX8" fmla="*/ 1236275 w 1934970"/>
              <a:gd name="connsiteY8" fmla="*/ 272584 h 1767702"/>
              <a:gd name="connsiteX9" fmla="*/ 886057 w 1934970"/>
              <a:gd name="connsiteY9" fmla="*/ 232391 h 1767702"/>
              <a:gd name="connsiteX10" fmla="*/ 494372 w 1934970"/>
              <a:gd name="connsiteY10" fmla="*/ 0 h 1767702"/>
              <a:gd name="connsiteX0" fmla="*/ 35781 w 1440598"/>
              <a:gd name="connsiteY0" fmla="*/ 1508670 h 1767702"/>
              <a:gd name="connsiteX1" fmla="*/ 446297 w 1440598"/>
              <a:gd name="connsiteY1" fmla="*/ 1766948 h 1767702"/>
              <a:gd name="connsiteX2" fmla="*/ 840117 w 1440598"/>
              <a:gd name="connsiteY2" fmla="*/ 1425047 h 1767702"/>
              <a:gd name="connsiteX3" fmla="*/ 1133085 w 1440598"/>
              <a:gd name="connsiteY3" fmla="*/ 1160138 h 1767702"/>
              <a:gd name="connsiteX4" fmla="*/ 1432188 w 1440598"/>
              <a:gd name="connsiteY4" fmla="*/ 880286 h 1767702"/>
              <a:gd name="connsiteX5" fmla="*/ 1322727 w 1440598"/>
              <a:gd name="connsiteY5" fmla="*/ 482251 h 1767702"/>
              <a:gd name="connsiteX6" fmla="*/ 958221 w 1440598"/>
              <a:gd name="connsiteY6" fmla="*/ 368679 h 1767702"/>
              <a:gd name="connsiteX7" fmla="*/ 741903 w 1440598"/>
              <a:gd name="connsiteY7" fmla="*/ 272584 h 1767702"/>
              <a:gd name="connsiteX8" fmla="*/ 391685 w 1440598"/>
              <a:gd name="connsiteY8" fmla="*/ 232391 h 1767702"/>
              <a:gd name="connsiteX9" fmla="*/ 0 w 1440598"/>
              <a:gd name="connsiteY9" fmla="*/ 0 h 1767702"/>
              <a:gd name="connsiteX0" fmla="*/ -1 w 1494742"/>
              <a:gd name="connsiteY0" fmla="*/ 1349629 h 1767399"/>
              <a:gd name="connsiteX1" fmla="*/ 500441 w 1494742"/>
              <a:gd name="connsiteY1" fmla="*/ 1766948 h 1767399"/>
              <a:gd name="connsiteX2" fmla="*/ 894261 w 1494742"/>
              <a:gd name="connsiteY2" fmla="*/ 1425047 h 1767399"/>
              <a:gd name="connsiteX3" fmla="*/ 1187229 w 1494742"/>
              <a:gd name="connsiteY3" fmla="*/ 1160138 h 1767399"/>
              <a:gd name="connsiteX4" fmla="*/ 1486332 w 1494742"/>
              <a:gd name="connsiteY4" fmla="*/ 880286 h 1767399"/>
              <a:gd name="connsiteX5" fmla="*/ 1376871 w 1494742"/>
              <a:gd name="connsiteY5" fmla="*/ 482251 h 1767399"/>
              <a:gd name="connsiteX6" fmla="*/ 1012365 w 1494742"/>
              <a:gd name="connsiteY6" fmla="*/ 368679 h 1767399"/>
              <a:gd name="connsiteX7" fmla="*/ 796047 w 1494742"/>
              <a:gd name="connsiteY7" fmla="*/ 272584 h 1767399"/>
              <a:gd name="connsiteX8" fmla="*/ 445829 w 1494742"/>
              <a:gd name="connsiteY8" fmla="*/ 232391 h 1767399"/>
              <a:gd name="connsiteX9" fmla="*/ 54144 w 1494742"/>
              <a:gd name="connsiteY9" fmla="*/ 0 h 1767399"/>
              <a:gd name="connsiteX0" fmla="*/ 1 w 1494744"/>
              <a:gd name="connsiteY0" fmla="*/ 1349629 h 1618273"/>
              <a:gd name="connsiteX1" fmla="*/ 507113 w 1494744"/>
              <a:gd name="connsiteY1" fmla="*/ 1617417 h 1618273"/>
              <a:gd name="connsiteX2" fmla="*/ 894263 w 1494744"/>
              <a:gd name="connsiteY2" fmla="*/ 1425047 h 1618273"/>
              <a:gd name="connsiteX3" fmla="*/ 1187231 w 1494744"/>
              <a:gd name="connsiteY3" fmla="*/ 1160138 h 1618273"/>
              <a:gd name="connsiteX4" fmla="*/ 1486334 w 1494744"/>
              <a:gd name="connsiteY4" fmla="*/ 880286 h 1618273"/>
              <a:gd name="connsiteX5" fmla="*/ 1376873 w 1494744"/>
              <a:gd name="connsiteY5" fmla="*/ 482251 h 1618273"/>
              <a:gd name="connsiteX6" fmla="*/ 1012367 w 1494744"/>
              <a:gd name="connsiteY6" fmla="*/ 368679 h 1618273"/>
              <a:gd name="connsiteX7" fmla="*/ 796049 w 1494744"/>
              <a:gd name="connsiteY7" fmla="*/ 272584 h 1618273"/>
              <a:gd name="connsiteX8" fmla="*/ 445831 w 1494744"/>
              <a:gd name="connsiteY8" fmla="*/ 232391 h 1618273"/>
              <a:gd name="connsiteX9" fmla="*/ 54146 w 1494744"/>
              <a:gd name="connsiteY9" fmla="*/ 0 h 1618273"/>
              <a:gd name="connsiteX0" fmla="*/ -1 w 1492940"/>
              <a:gd name="connsiteY0" fmla="*/ 1349629 h 1618273"/>
              <a:gd name="connsiteX1" fmla="*/ 507111 w 1492940"/>
              <a:gd name="connsiteY1" fmla="*/ 1617417 h 1618273"/>
              <a:gd name="connsiteX2" fmla="*/ 894261 w 1492940"/>
              <a:gd name="connsiteY2" fmla="*/ 1425047 h 1618273"/>
              <a:gd name="connsiteX3" fmla="*/ 1187229 w 1492940"/>
              <a:gd name="connsiteY3" fmla="*/ 1160138 h 1618273"/>
              <a:gd name="connsiteX4" fmla="*/ 1486332 w 1492940"/>
              <a:gd name="connsiteY4" fmla="*/ 880286 h 1618273"/>
              <a:gd name="connsiteX5" fmla="*/ 1376871 w 1492940"/>
              <a:gd name="connsiteY5" fmla="*/ 482251 h 1618273"/>
              <a:gd name="connsiteX6" fmla="*/ 1175538 w 1492940"/>
              <a:gd name="connsiteY6" fmla="*/ 224239 h 1618273"/>
              <a:gd name="connsiteX7" fmla="*/ 796047 w 1492940"/>
              <a:gd name="connsiteY7" fmla="*/ 272584 h 1618273"/>
              <a:gd name="connsiteX8" fmla="*/ 445829 w 1492940"/>
              <a:gd name="connsiteY8" fmla="*/ 232391 h 1618273"/>
              <a:gd name="connsiteX9" fmla="*/ 54144 w 1492940"/>
              <a:gd name="connsiteY9" fmla="*/ 0 h 1618273"/>
              <a:gd name="connsiteX0" fmla="*/ 1 w 1492940"/>
              <a:gd name="connsiteY0" fmla="*/ 1349629 h 1618273"/>
              <a:gd name="connsiteX1" fmla="*/ 507113 w 1492940"/>
              <a:gd name="connsiteY1" fmla="*/ 1617417 h 1618273"/>
              <a:gd name="connsiteX2" fmla="*/ 894263 w 1492940"/>
              <a:gd name="connsiteY2" fmla="*/ 1425047 h 1618273"/>
              <a:gd name="connsiteX3" fmla="*/ 1187231 w 1492940"/>
              <a:gd name="connsiteY3" fmla="*/ 1160138 h 1618273"/>
              <a:gd name="connsiteX4" fmla="*/ 1486334 w 1492940"/>
              <a:gd name="connsiteY4" fmla="*/ 880286 h 1618273"/>
              <a:gd name="connsiteX5" fmla="*/ 1376873 w 1492940"/>
              <a:gd name="connsiteY5" fmla="*/ 482251 h 1618273"/>
              <a:gd name="connsiteX6" fmla="*/ 1175540 w 1492940"/>
              <a:gd name="connsiteY6" fmla="*/ 224239 h 1618273"/>
              <a:gd name="connsiteX7" fmla="*/ 806447 w 1492940"/>
              <a:gd name="connsiteY7" fmla="*/ 123176 h 1618273"/>
              <a:gd name="connsiteX8" fmla="*/ 445831 w 1492940"/>
              <a:gd name="connsiteY8" fmla="*/ 232391 h 1618273"/>
              <a:gd name="connsiteX9" fmla="*/ 54146 w 1492940"/>
              <a:gd name="connsiteY9" fmla="*/ 0 h 1618273"/>
              <a:gd name="connsiteX0" fmla="*/ -1 w 1492940"/>
              <a:gd name="connsiteY0" fmla="*/ 1349629 h 1618273"/>
              <a:gd name="connsiteX1" fmla="*/ 507111 w 1492940"/>
              <a:gd name="connsiteY1" fmla="*/ 1617417 h 1618273"/>
              <a:gd name="connsiteX2" fmla="*/ 894261 w 1492940"/>
              <a:gd name="connsiteY2" fmla="*/ 1425047 h 1618273"/>
              <a:gd name="connsiteX3" fmla="*/ 1187229 w 1492940"/>
              <a:gd name="connsiteY3" fmla="*/ 1160138 h 1618273"/>
              <a:gd name="connsiteX4" fmla="*/ 1486332 w 1492940"/>
              <a:gd name="connsiteY4" fmla="*/ 880286 h 1618273"/>
              <a:gd name="connsiteX5" fmla="*/ 1376871 w 1492940"/>
              <a:gd name="connsiteY5" fmla="*/ 482251 h 1618273"/>
              <a:gd name="connsiteX6" fmla="*/ 1175538 w 1492940"/>
              <a:gd name="connsiteY6" fmla="*/ 224239 h 1618273"/>
              <a:gd name="connsiteX7" fmla="*/ 806445 w 1492940"/>
              <a:gd name="connsiteY7" fmla="*/ 123176 h 1618273"/>
              <a:gd name="connsiteX8" fmla="*/ 472162 w 1492940"/>
              <a:gd name="connsiteY8" fmla="*/ 144039 h 1618273"/>
              <a:gd name="connsiteX9" fmla="*/ 54144 w 1492940"/>
              <a:gd name="connsiteY9" fmla="*/ 0 h 1618273"/>
              <a:gd name="connsiteX0" fmla="*/ 1 w 1494436"/>
              <a:gd name="connsiteY0" fmla="*/ 1349629 h 1618273"/>
              <a:gd name="connsiteX1" fmla="*/ 507113 w 1494436"/>
              <a:gd name="connsiteY1" fmla="*/ 1617417 h 1618273"/>
              <a:gd name="connsiteX2" fmla="*/ 894263 w 1494436"/>
              <a:gd name="connsiteY2" fmla="*/ 1425047 h 1618273"/>
              <a:gd name="connsiteX3" fmla="*/ 1187231 w 1494436"/>
              <a:gd name="connsiteY3" fmla="*/ 1160138 h 1618273"/>
              <a:gd name="connsiteX4" fmla="*/ 1486334 w 1494436"/>
              <a:gd name="connsiteY4" fmla="*/ 880286 h 1618273"/>
              <a:gd name="connsiteX5" fmla="*/ 1389292 w 1494436"/>
              <a:gd name="connsiteY5" fmla="*/ 371143 h 1618273"/>
              <a:gd name="connsiteX6" fmla="*/ 1175540 w 1494436"/>
              <a:gd name="connsiteY6" fmla="*/ 224239 h 1618273"/>
              <a:gd name="connsiteX7" fmla="*/ 806447 w 1494436"/>
              <a:gd name="connsiteY7" fmla="*/ 123176 h 1618273"/>
              <a:gd name="connsiteX8" fmla="*/ 472164 w 1494436"/>
              <a:gd name="connsiteY8" fmla="*/ 144039 h 1618273"/>
              <a:gd name="connsiteX9" fmla="*/ 54146 w 1494436"/>
              <a:gd name="connsiteY9" fmla="*/ 0 h 1618273"/>
              <a:gd name="connsiteX0" fmla="*/ -1 w 1494434"/>
              <a:gd name="connsiteY0" fmla="*/ 1349629 h 1618273"/>
              <a:gd name="connsiteX1" fmla="*/ 507111 w 1494434"/>
              <a:gd name="connsiteY1" fmla="*/ 1617417 h 1618273"/>
              <a:gd name="connsiteX2" fmla="*/ 894261 w 1494434"/>
              <a:gd name="connsiteY2" fmla="*/ 1425047 h 1618273"/>
              <a:gd name="connsiteX3" fmla="*/ 1187229 w 1494434"/>
              <a:gd name="connsiteY3" fmla="*/ 1160138 h 1618273"/>
              <a:gd name="connsiteX4" fmla="*/ 1486332 w 1494434"/>
              <a:gd name="connsiteY4" fmla="*/ 880286 h 1618273"/>
              <a:gd name="connsiteX5" fmla="*/ 1389290 w 1494434"/>
              <a:gd name="connsiteY5" fmla="*/ 371143 h 1618273"/>
              <a:gd name="connsiteX6" fmla="*/ 1175538 w 1494434"/>
              <a:gd name="connsiteY6" fmla="*/ 224239 h 1618273"/>
              <a:gd name="connsiteX7" fmla="*/ 861735 w 1494434"/>
              <a:gd name="connsiteY7" fmla="*/ 54882 h 1618273"/>
              <a:gd name="connsiteX8" fmla="*/ 472162 w 1494434"/>
              <a:gd name="connsiteY8" fmla="*/ 144039 h 1618273"/>
              <a:gd name="connsiteX9" fmla="*/ 54144 w 1494434"/>
              <a:gd name="connsiteY9" fmla="*/ 0 h 161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434" h="1618273">
                <a:moveTo>
                  <a:pt x="-1" y="1349629"/>
                </a:moveTo>
                <a:cubicBezTo>
                  <a:pt x="115680" y="1439219"/>
                  <a:pt x="358067" y="1604847"/>
                  <a:pt x="507111" y="1617417"/>
                </a:cubicBezTo>
                <a:cubicBezTo>
                  <a:pt x="656155" y="1629987"/>
                  <a:pt x="780908" y="1501260"/>
                  <a:pt x="894261" y="1425047"/>
                </a:cubicBezTo>
                <a:cubicBezTo>
                  <a:pt x="1007614" y="1348834"/>
                  <a:pt x="1088551" y="1250931"/>
                  <a:pt x="1187229" y="1160138"/>
                </a:cubicBezTo>
                <a:cubicBezTo>
                  <a:pt x="1285907" y="1069345"/>
                  <a:pt x="1452655" y="1011785"/>
                  <a:pt x="1486332" y="880286"/>
                </a:cubicBezTo>
                <a:cubicBezTo>
                  <a:pt x="1520009" y="748787"/>
                  <a:pt x="1441089" y="480484"/>
                  <a:pt x="1389290" y="371143"/>
                </a:cubicBezTo>
                <a:cubicBezTo>
                  <a:pt x="1337491" y="261802"/>
                  <a:pt x="1263464" y="276949"/>
                  <a:pt x="1175538" y="224239"/>
                </a:cubicBezTo>
                <a:cubicBezTo>
                  <a:pt x="1087612" y="171529"/>
                  <a:pt x="978964" y="68249"/>
                  <a:pt x="861735" y="54882"/>
                </a:cubicBezTo>
                <a:cubicBezTo>
                  <a:pt x="744506" y="41515"/>
                  <a:pt x="600393" y="106615"/>
                  <a:pt x="472162" y="144039"/>
                </a:cubicBezTo>
                <a:cubicBezTo>
                  <a:pt x="343931" y="181463"/>
                  <a:pt x="256395" y="124511"/>
                  <a:pt x="54144" y="0"/>
                </a:cubicBezTo>
              </a:path>
            </a:pathLst>
          </a:custGeom>
          <a:noFill/>
          <a:ln w="6350" cap="rnd">
            <a:solidFill>
              <a:schemeClr val="tx1">
                <a:lumMod val="95000"/>
                <a:alpha val="35000"/>
              </a:schemeClr>
            </a:solidFill>
            <a:prstDash val="dash"/>
            <a:round/>
          </a:ln>
        </p:spPr>
        <p:txBody>
          <a:bodyPr wrap="square" rtlCol="0" anchor="ctr">
            <a:noAutofit/>
          </a:bodyPr>
          <a:lstStyle/>
          <a:p>
            <a:endParaRPr lang="en-US"/>
          </a:p>
        </p:txBody>
      </p:sp>
      <p:sp>
        <p:nvSpPr>
          <p:cNvPr id="54" name="Freeform: Shape 53">
            <a:extLst>
              <a:ext uri="{FF2B5EF4-FFF2-40B4-BE49-F238E27FC236}">
                <a16:creationId xmlns:a16="http://schemas.microsoft.com/office/drawing/2014/main" id="{A29115A4-3EBE-C66C-AA69-625BE0341C9A}"/>
              </a:ext>
            </a:extLst>
          </p:cNvPr>
          <p:cNvSpPr/>
          <p:nvPr userDrawn="1"/>
        </p:nvSpPr>
        <p:spPr>
          <a:xfrm rot="14927103" flipV="1">
            <a:off x="2858959" y="5999731"/>
            <a:ext cx="746054" cy="810826"/>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902954 w 1435908"/>
              <a:gd name="connsiteY1" fmla="*/ 248869 h 1478726"/>
              <a:gd name="connsiteX2" fmla="*/ 1110078 w 1435908"/>
              <a:gd name="connsiteY2" fmla="*/ 23497 h 1478726"/>
              <a:gd name="connsiteX3" fmla="*/ 1328431 w 1435908"/>
              <a:gd name="connsiteY3" fmla="*/ 51717 h 1478726"/>
              <a:gd name="connsiteX4" fmla="*/ 1433534 w 1435908"/>
              <a:gd name="connsiteY4" fmla="*/ 419685 h 1478726"/>
              <a:gd name="connsiteX5" fmla="*/ 1233090 w 1435908"/>
              <a:gd name="connsiteY5" fmla="*/ 768839 h 1478726"/>
              <a:gd name="connsiteX6" fmla="*/ 979739 w 1435908"/>
              <a:gd name="connsiteY6" fmla="*/ 990724 h 1478726"/>
              <a:gd name="connsiteX7" fmla="*/ 424666 w 1435908"/>
              <a:gd name="connsiteY7" fmla="*/ 1478637 h 1478726"/>
              <a:gd name="connsiteX8" fmla="*/ 1468 w 1435908"/>
              <a:gd name="connsiteY8" fmla="*/ 835925 h 1478726"/>
              <a:gd name="connsiteX9" fmla="*/ 504250 w 1435908"/>
              <a:gd name="connsiteY9" fmla="*/ 614371 h 1478726"/>
              <a:gd name="connsiteX0" fmla="*/ 504250 w 1435908"/>
              <a:gd name="connsiteY0" fmla="*/ 605916 h 1470271"/>
              <a:gd name="connsiteX1" fmla="*/ 799743 w 1435908"/>
              <a:gd name="connsiteY1" fmla="*/ 113407 h 1470271"/>
              <a:gd name="connsiteX2" fmla="*/ 1110078 w 1435908"/>
              <a:gd name="connsiteY2" fmla="*/ 15042 h 1470271"/>
              <a:gd name="connsiteX3" fmla="*/ 1328431 w 1435908"/>
              <a:gd name="connsiteY3" fmla="*/ 43262 h 1470271"/>
              <a:gd name="connsiteX4" fmla="*/ 1433534 w 1435908"/>
              <a:gd name="connsiteY4" fmla="*/ 411230 h 1470271"/>
              <a:gd name="connsiteX5" fmla="*/ 1233090 w 1435908"/>
              <a:gd name="connsiteY5" fmla="*/ 760384 h 1470271"/>
              <a:gd name="connsiteX6" fmla="*/ 979739 w 1435908"/>
              <a:gd name="connsiteY6" fmla="*/ 982269 h 1470271"/>
              <a:gd name="connsiteX7" fmla="*/ 424666 w 1435908"/>
              <a:gd name="connsiteY7" fmla="*/ 1470182 h 1470271"/>
              <a:gd name="connsiteX8" fmla="*/ 1468 w 1435908"/>
              <a:gd name="connsiteY8" fmla="*/ 827470 h 1470271"/>
              <a:gd name="connsiteX9" fmla="*/ 504250 w 1435908"/>
              <a:gd name="connsiteY9" fmla="*/ 605916 h 1470271"/>
              <a:gd name="connsiteX0" fmla="*/ 376993 w 1436654"/>
              <a:gd name="connsiteY0" fmla="*/ 464877 h 1470271"/>
              <a:gd name="connsiteX1" fmla="*/ 800489 w 1436654"/>
              <a:gd name="connsiteY1" fmla="*/ 113407 h 1470271"/>
              <a:gd name="connsiteX2" fmla="*/ 1110824 w 1436654"/>
              <a:gd name="connsiteY2" fmla="*/ 15042 h 1470271"/>
              <a:gd name="connsiteX3" fmla="*/ 1329177 w 1436654"/>
              <a:gd name="connsiteY3" fmla="*/ 43262 h 1470271"/>
              <a:gd name="connsiteX4" fmla="*/ 1434280 w 1436654"/>
              <a:gd name="connsiteY4" fmla="*/ 411230 h 1470271"/>
              <a:gd name="connsiteX5" fmla="*/ 1233836 w 1436654"/>
              <a:gd name="connsiteY5" fmla="*/ 760384 h 1470271"/>
              <a:gd name="connsiteX6" fmla="*/ 980485 w 1436654"/>
              <a:gd name="connsiteY6" fmla="*/ 982269 h 1470271"/>
              <a:gd name="connsiteX7" fmla="*/ 425412 w 1436654"/>
              <a:gd name="connsiteY7" fmla="*/ 1470182 h 1470271"/>
              <a:gd name="connsiteX8" fmla="*/ 2214 w 1436654"/>
              <a:gd name="connsiteY8" fmla="*/ 827470 h 1470271"/>
              <a:gd name="connsiteX9" fmla="*/ 376993 w 1436654"/>
              <a:gd name="connsiteY9" fmla="*/ 464877 h 1470271"/>
              <a:gd name="connsiteX0" fmla="*/ 215381 w 1440524"/>
              <a:gd name="connsiteY0" fmla="*/ 81161 h 1470271"/>
              <a:gd name="connsiteX1" fmla="*/ 804359 w 1440524"/>
              <a:gd name="connsiteY1" fmla="*/ 113407 h 1470271"/>
              <a:gd name="connsiteX2" fmla="*/ 1114694 w 1440524"/>
              <a:gd name="connsiteY2" fmla="*/ 15042 h 1470271"/>
              <a:gd name="connsiteX3" fmla="*/ 1333047 w 1440524"/>
              <a:gd name="connsiteY3" fmla="*/ 43262 h 1470271"/>
              <a:gd name="connsiteX4" fmla="*/ 1438150 w 1440524"/>
              <a:gd name="connsiteY4" fmla="*/ 411230 h 1470271"/>
              <a:gd name="connsiteX5" fmla="*/ 1237706 w 1440524"/>
              <a:gd name="connsiteY5" fmla="*/ 760384 h 1470271"/>
              <a:gd name="connsiteX6" fmla="*/ 984355 w 1440524"/>
              <a:gd name="connsiteY6" fmla="*/ 982269 h 1470271"/>
              <a:gd name="connsiteX7" fmla="*/ 429282 w 1440524"/>
              <a:gd name="connsiteY7" fmla="*/ 1470182 h 1470271"/>
              <a:gd name="connsiteX8" fmla="*/ 6084 w 1440524"/>
              <a:gd name="connsiteY8" fmla="*/ 827470 h 1470271"/>
              <a:gd name="connsiteX9" fmla="*/ 215381 w 1440524"/>
              <a:gd name="connsiteY9" fmla="*/ 81161 h 1470271"/>
              <a:gd name="connsiteX0" fmla="*/ 215381 w 1438525"/>
              <a:gd name="connsiteY0" fmla="*/ 72607 h 1461717"/>
              <a:gd name="connsiteX1" fmla="*/ 804359 w 1438525"/>
              <a:gd name="connsiteY1" fmla="*/ 104853 h 1461717"/>
              <a:gd name="connsiteX2" fmla="*/ 1114694 w 1438525"/>
              <a:gd name="connsiteY2" fmla="*/ 6488 h 1461717"/>
              <a:gd name="connsiteX3" fmla="*/ 1283097 w 1438525"/>
              <a:gd name="connsiteY3" fmla="*/ 53062 h 1461717"/>
              <a:gd name="connsiteX4" fmla="*/ 1438150 w 1438525"/>
              <a:gd name="connsiteY4" fmla="*/ 402676 h 1461717"/>
              <a:gd name="connsiteX5" fmla="*/ 1237706 w 1438525"/>
              <a:gd name="connsiteY5" fmla="*/ 751830 h 1461717"/>
              <a:gd name="connsiteX6" fmla="*/ 984355 w 1438525"/>
              <a:gd name="connsiteY6" fmla="*/ 973715 h 1461717"/>
              <a:gd name="connsiteX7" fmla="*/ 429282 w 1438525"/>
              <a:gd name="connsiteY7" fmla="*/ 1461628 h 1461717"/>
              <a:gd name="connsiteX8" fmla="*/ 6084 w 1438525"/>
              <a:gd name="connsiteY8" fmla="*/ 818916 h 1461717"/>
              <a:gd name="connsiteX9" fmla="*/ 215381 w 1438525"/>
              <a:gd name="connsiteY9" fmla="*/ 72607 h 1461717"/>
              <a:gd name="connsiteX0" fmla="*/ 270360 w 1436278"/>
              <a:gd name="connsiteY0" fmla="*/ 21733 h 1557636"/>
              <a:gd name="connsiteX1" fmla="*/ 802112 w 1436278"/>
              <a:gd name="connsiteY1" fmla="*/ 200772 h 1557636"/>
              <a:gd name="connsiteX2" fmla="*/ 1112447 w 1436278"/>
              <a:gd name="connsiteY2" fmla="*/ 102407 h 1557636"/>
              <a:gd name="connsiteX3" fmla="*/ 1280850 w 1436278"/>
              <a:gd name="connsiteY3" fmla="*/ 148981 h 1557636"/>
              <a:gd name="connsiteX4" fmla="*/ 1435903 w 1436278"/>
              <a:gd name="connsiteY4" fmla="*/ 498595 h 1557636"/>
              <a:gd name="connsiteX5" fmla="*/ 1235459 w 1436278"/>
              <a:gd name="connsiteY5" fmla="*/ 847749 h 1557636"/>
              <a:gd name="connsiteX6" fmla="*/ 982108 w 1436278"/>
              <a:gd name="connsiteY6" fmla="*/ 1069634 h 1557636"/>
              <a:gd name="connsiteX7" fmla="*/ 427035 w 1436278"/>
              <a:gd name="connsiteY7" fmla="*/ 1557547 h 1557636"/>
              <a:gd name="connsiteX8" fmla="*/ 3837 w 1436278"/>
              <a:gd name="connsiteY8" fmla="*/ 914835 h 1557636"/>
              <a:gd name="connsiteX9" fmla="*/ 270360 w 1436278"/>
              <a:gd name="connsiteY9" fmla="*/ 21733 h 1557636"/>
              <a:gd name="connsiteX0" fmla="*/ 270360 w 1436278"/>
              <a:gd name="connsiteY0" fmla="*/ 34797 h 1570700"/>
              <a:gd name="connsiteX1" fmla="*/ 777160 w 1436278"/>
              <a:gd name="connsiteY1" fmla="*/ 88564 h 1570700"/>
              <a:gd name="connsiteX2" fmla="*/ 1112447 w 1436278"/>
              <a:gd name="connsiteY2" fmla="*/ 115471 h 1570700"/>
              <a:gd name="connsiteX3" fmla="*/ 1280850 w 1436278"/>
              <a:gd name="connsiteY3" fmla="*/ 162045 h 1570700"/>
              <a:gd name="connsiteX4" fmla="*/ 1435903 w 1436278"/>
              <a:gd name="connsiteY4" fmla="*/ 511659 h 1570700"/>
              <a:gd name="connsiteX5" fmla="*/ 1235459 w 1436278"/>
              <a:gd name="connsiteY5" fmla="*/ 860813 h 1570700"/>
              <a:gd name="connsiteX6" fmla="*/ 982108 w 1436278"/>
              <a:gd name="connsiteY6" fmla="*/ 1082698 h 1570700"/>
              <a:gd name="connsiteX7" fmla="*/ 427035 w 1436278"/>
              <a:gd name="connsiteY7" fmla="*/ 1570611 h 1570700"/>
              <a:gd name="connsiteX8" fmla="*/ 3837 w 1436278"/>
              <a:gd name="connsiteY8" fmla="*/ 927899 h 1570700"/>
              <a:gd name="connsiteX9" fmla="*/ 270360 w 1436278"/>
              <a:gd name="connsiteY9" fmla="*/ 34797 h 1570700"/>
              <a:gd name="connsiteX0" fmla="*/ 274793 w 1436165"/>
              <a:gd name="connsiteY0" fmla="*/ 26265 h 1642443"/>
              <a:gd name="connsiteX1" fmla="*/ 777047 w 1436165"/>
              <a:gd name="connsiteY1" fmla="*/ 160307 h 1642443"/>
              <a:gd name="connsiteX2" fmla="*/ 1112334 w 1436165"/>
              <a:gd name="connsiteY2" fmla="*/ 187214 h 1642443"/>
              <a:gd name="connsiteX3" fmla="*/ 1280737 w 1436165"/>
              <a:gd name="connsiteY3" fmla="*/ 233788 h 1642443"/>
              <a:gd name="connsiteX4" fmla="*/ 1435790 w 1436165"/>
              <a:gd name="connsiteY4" fmla="*/ 583402 h 1642443"/>
              <a:gd name="connsiteX5" fmla="*/ 1235346 w 1436165"/>
              <a:gd name="connsiteY5" fmla="*/ 932556 h 1642443"/>
              <a:gd name="connsiteX6" fmla="*/ 981995 w 1436165"/>
              <a:gd name="connsiteY6" fmla="*/ 1154441 h 1642443"/>
              <a:gd name="connsiteX7" fmla="*/ 426922 w 1436165"/>
              <a:gd name="connsiteY7" fmla="*/ 1642354 h 1642443"/>
              <a:gd name="connsiteX8" fmla="*/ 3724 w 1436165"/>
              <a:gd name="connsiteY8" fmla="*/ 999642 h 1642443"/>
              <a:gd name="connsiteX9" fmla="*/ 274793 w 1436165"/>
              <a:gd name="connsiteY9" fmla="*/ 26265 h 1642443"/>
              <a:gd name="connsiteX0" fmla="*/ 541103 w 1702475"/>
              <a:gd name="connsiteY0" fmla="*/ 26265 h 1642443"/>
              <a:gd name="connsiteX1" fmla="*/ 1043357 w 1702475"/>
              <a:gd name="connsiteY1" fmla="*/ 160307 h 1642443"/>
              <a:gd name="connsiteX2" fmla="*/ 1378644 w 1702475"/>
              <a:gd name="connsiteY2" fmla="*/ 187214 h 1642443"/>
              <a:gd name="connsiteX3" fmla="*/ 1547047 w 1702475"/>
              <a:gd name="connsiteY3" fmla="*/ 233788 h 1642443"/>
              <a:gd name="connsiteX4" fmla="*/ 1702100 w 1702475"/>
              <a:gd name="connsiteY4" fmla="*/ 583402 h 1642443"/>
              <a:gd name="connsiteX5" fmla="*/ 1501656 w 1702475"/>
              <a:gd name="connsiteY5" fmla="*/ 932556 h 1642443"/>
              <a:gd name="connsiteX6" fmla="*/ 1248305 w 1702475"/>
              <a:gd name="connsiteY6" fmla="*/ 1154441 h 1642443"/>
              <a:gd name="connsiteX7" fmla="*/ 693232 w 1702475"/>
              <a:gd name="connsiteY7" fmla="*/ 1642354 h 1642443"/>
              <a:gd name="connsiteX8" fmla="*/ 1338 w 1702475"/>
              <a:gd name="connsiteY8" fmla="*/ 621869 h 1642443"/>
              <a:gd name="connsiteX9" fmla="*/ 541103 w 1702475"/>
              <a:gd name="connsiteY9" fmla="*/ 26265 h 1642443"/>
              <a:gd name="connsiteX0" fmla="*/ 541103 w 1702475"/>
              <a:gd name="connsiteY0" fmla="*/ 26265 h 1691454"/>
              <a:gd name="connsiteX1" fmla="*/ 1043357 w 1702475"/>
              <a:gd name="connsiteY1" fmla="*/ 160307 h 1691454"/>
              <a:gd name="connsiteX2" fmla="*/ 1378644 w 1702475"/>
              <a:gd name="connsiteY2" fmla="*/ 187214 h 1691454"/>
              <a:gd name="connsiteX3" fmla="*/ 1547047 w 1702475"/>
              <a:gd name="connsiteY3" fmla="*/ 233788 h 1691454"/>
              <a:gd name="connsiteX4" fmla="*/ 1702100 w 1702475"/>
              <a:gd name="connsiteY4" fmla="*/ 583402 h 1691454"/>
              <a:gd name="connsiteX5" fmla="*/ 1501656 w 1702475"/>
              <a:gd name="connsiteY5" fmla="*/ 932556 h 1691454"/>
              <a:gd name="connsiteX6" fmla="*/ 1248305 w 1702475"/>
              <a:gd name="connsiteY6" fmla="*/ 1154441 h 1691454"/>
              <a:gd name="connsiteX7" fmla="*/ 1093035 w 1702475"/>
              <a:gd name="connsiteY7" fmla="*/ 1521968 h 1691454"/>
              <a:gd name="connsiteX8" fmla="*/ 693232 w 1702475"/>
              <a:gd name="connsiteY8" fmla="*/ 1642354 h 1691454"/>
              <a:gd name="connsiteX9" fmla="*/ 1338 w 1702475"/>
              <a:gd name="connsiteY9" fmla="*/ 621869 h 1691454"/>
              <a:gd name="connsiteX10" fmla="*/ 541103 w 1702475"/>
              <a:gd name="connsiteY10" fmla="*/ 26265 h 1691454"/>
              <a:gd name="connsiteX0" fmla="*/ 541103 w 1702811"/>
              <a:gd name="connsiteY0" fmla="*/ 26964 h 1692153"/>
              <a:gd name="connsiteX1" fmla="*/ 1043357 w 1702811"/>
              <a:gd name="connsiteY1" fmla="*/ 161006 h 1692153"/>
              <a:gd name="connsiteX2" fmla="*/ 1547047 w 1702811"/>
              <a:gd name="connsiteY2" fmla="*/ 234487 h 1692153"/>
              <a:gd name="connsiteX3" fmla="*/ 1702100 w 1702811"/>
              <a:gd name="connsiteY3" fmla="*/ 584101 h 1692153"/>
              <a:gd name="connsiteX4" fmla="*/ 1501656 w 1702811"/>
              <a:gd name="connsiteY4" fmla="*/ 933255 h 1692153"/>
              <a:gd name="connsiteX5" fmla="*/ 1248305 w 1702811"/>
              <a:gd name="connsiteY5" fmla="*/ 1155140 h 1692153"/>
              <a:gd name="connsiteX6" fmla="*/ 1093035 w 1702811"/>
              <a:gd name="connsiteY6" fmla="*/ 1522667 h 1692153"/>
              <a:gd name="connsiteX7" fmla="*/ 693232 w 1702811"/>
              <a:gd name="connsiteY7" fmla="*/ 1643053 h 1692153"/>
              <a:gd name="connsiteX8" fmla="*/ 1338 w 1702811"/>
              <a:gd name="connsiteY8" fmla="*/ 622568 h 1692153"/>
              <a:gd name="connsiteX9" fmla="*/ 541103 w 1702811"/>
              <a:gd name="connsiteY9" fmla="*/ 26964 h 1692153"/>
              <a:gd name="connsiteX0" fmla="*/ 541103 w 1715688"/>
              <a:gd name="connsiteY0" fmla="*/ 26964 h 1692153"/>
              <a:gd name="connsiteX1" fmla="*/ 1043357 w 1715688"/>
              <a:gd name="connsiteY1" fmla="*/ 161006 h 1692153"/>
              <a:gd name="connsiteX2" fmla="*/ 1547047 w 1715688"/>
              <a:gd name="connsiteY2" fmla="*/ 234487 h 1692153"/>
              <a:gd name="connsiteX3" fmla="*/ 1702100 w 1715688"/>
              <a:gd name="connsiteY3" fmla="*/ 584101 h 1692153"/>
              <a:gd name="connsiteX4" fmla="*/ 1248305 w 1715688"/>
              <a:gd name="connsiteY4" fmla="*/ 1155140 h 1692153"/>
              <a:gd name="connsiteX5" fmla="*/ 1093035 w 1715688"/>
              <a:gd name="connsiteY5" fmla="*/ 1522667 h 1692153"/>
              <a:gd name="connsiteX6" fmla="*/ 693232 w 1715688"/>
              <a:gd name="connsiteY6" fmla="*/ 1643053 h 1692153"/>
              <a:gd name="connsiteX7" fmla="*/ 1338 w 1715688"/>
              <a:gd name="connsiteY7" fmla="*/ 622568 h 1692153"/>
              <a:gd name="connsiteX8" fmla="*/ 541103 w 1715688"/>
              <a:gd name="connsiteY8" fmla="*/ 26964 h 1692153"/>
              <a:gd name="connsiteX0" fmla="*/ 541103 w 1681619"/>
              <a:gd name="connsiteY0" fmla="*/ 26964 h 1692153"/>
              <a:gd name="connsiteX1" fmla="*/ 1043357 w 1681619"/>
              <a:gd name="connsiteY1" fmla="*/ 161006 h 1692153"/>
              <a:gd name="connsiteX2" fmla="*/ 1547047 w 1681619"/>
              <a:gd name="connsiteY2" fmla="*/ 234487 h 1692153"/>
              <a:gd name="connsiteX3" fmla="*/ 1664345 w 1681619"/>
              <a:gd name="connsiteY3" fmla="*/ 729648 h 1692153"/>
              <a:gd name="connsiteX4" fmla="*/ 1248305 w 1681619"/>
              <a:gd name="connsiteY4" fmla="*/ 1155140 h 1692153"/>
              <a:gd name="connsiteX5" fmla="*/ 1093035 w 1681619"/>
              <a:gd name="connsiteY5" fmla="*/ 1522667 h 1692153"/>
              <a:gd name="connsiteX6" fmla="*/ 693232 w 1681619"/>
              <a:gd name="connsiteY6" fmla="*/ 1643053 h 1692153"/>
              <a:gd name="connsiteX7" fmla="*/ 1338 w 1681619"/>
              <a:gd name="connsiteY7" fmla="*/ 622568 h 1692153"/>
              <a:gd name="connsiteX8" fmla="*/ 541103 w 1681619"/>
              <a:gd name="connsiteY8" fmla="*/ 26964 h 1692153"/>
              <a:gd name="connsiteX0" fmla="*/ 541103 w 1681619"/>
              <a:gd name="connsiteY0" fmla="*/ 26964 h 1733813"/>
              <a:gd name="connsiteX1" fmla="*/ 1043357 w 1681619"/>
              <a:gd name="connsiteY1" fmla="*/ 161006 h 1733813"/>
              <a:gd name="connsiteX2" fmla="*/ 1547047 w 1681619"/>
              <a:gd name="connsiteY2" fmla="*/ 234487 h 1733813"/>
              <a:gd name="connsiteX3" fmla="*/ 1664345 w 1681619"/>
              <a:gd name="connsiteY3" fmla="*/ 729648 h 1733813"/>
              <a:gd name="connsiteX4" fmla="*/ 1248305 w 1681619"/>
              <a:gd name="connsiteY4" fmla="*/ 1155140 h 1733813"/>
              <a:gd name="connsiteX5" fmla="*/ 1093035 w 1681619"/>
              <a:gd name="connsiteY5" fmla="*/ 1522667 h 1733813"/>
              <a:gd name="connsiteX6" fmla="*/ 548115 w 1681619"/>
              <a:gd name="connsiteY6" fmla="*/ 1691913 h 1733813"/>
              <a:gd name="connsiteX7" fmla="*/ 1338 w 1681619"/>
              <a:gd name="connsiteY7" fmla="*/ 622568 h 1733813"/>
              <a:gd name="connsiteX8" fmla="*/ 541103 w 1681619"/>
              <a:gd name="connsiteY8" fmla="*/ 26964 h 1733813"/>
              <a:gd name="connsiteX0" fmla="*/ 541103 w 1681619"/>
              <a:gd name="connsiteY0" fmla="*/ 26964 h 1744785"/>
              <a:gd name="connsiteX1" fmla="*/ 1043357 w 1681619"/>
              <a:gd name="connsiteY1" fmla="*/ 161006 h 1744785"/>
              <a:gd name="connsiteX2" fmla="*/ 1547047 w 1681619"/>
              <a:gd name="connsiteY2" fmla="*/ 234487 h 1744785"/>
              <a:gd name="connsiteX3" fmla="*/ 1664345 w 1681619"/>
              <a:gd name="connsiteY3" fmla="*/ 729648 h 1744785"/>
              <a:gd name="connsiteX4" fmla="*/ 1248305 w 1681619"/>
              <a:gd name="connsiteY4" fmla="*/ 1155140 h 1744785"/>
              <a:gd name="connsiteX5" fmla="*/ 1093035 w 1681619"/>
              <a:gd name="connsiteY5" fmla="*/ 1522667 h 1744785"/>
              <a:gd name="connsiteX6" fmla="*/ 548115 w 1681619"/>
              <a:gd name="connsiteY6" fmla="*/ 1691913 h 1744785"/>
              <a:gd name="connsiteX7" fmla="*/ 1338 w 1681619"/>
              <a:gd name="connsiteY7" fmla="*/ 622568 h 1744785"/>
              <a:gd name="connsiteX8" fmla="*/ 541103 w 1681619"/>
              <a:gd name="connsiteY8" fmla="*/ 26964 h 174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1619" h="1744785">
                <a:moveTo>
                  <a:pt x="541103" y="26964"/>
                </a:moveTo>
                <a:cubicBezTo>
                  <a:pt x="691351" y="-70879"/>
                  <a:pt x="875700" y="126419"/>
                  <a:pt x="1043357" y="161006"/>
                </a:cubicBezTo>
                <a:cubicBezTo>
                  <a:pt x="1211014" y="195593"/>
                  <a:pt x="1443549" y="139713"/>
                  <a:pt x="1547047" y="234487"/>
                </a:cubicBezTo>
                <a:cubicBezTo>
                  <a:pt x="1650545" y="329261"/>
                  <a:pt x="1714135" y="576206"/>
                  <a:pt x="1664345" y="729648"/>
                </a:cubicBezTo>
                <a:cubicBezTo>
                  <a:pt x="1614555" y="883090"/>
                  <a:pt x="1343523" y="1022970"/>
                  <a:pt x="1248305" y="1155140"/>
                </a:cubicBezTo>
                <a:cubicBezTo>
                  <a:pt x="1153087" y="1287310"/>
                  <a:pt x="1185547" y="1441348"/>
                  <a:pt x="1093035" y="1522667"/>
                </a:cubicBezTo>
                <a:cubicBezTo>
                  <a:pt x="1011700" y="1682457"/>
                  <a:pt x="708786" y="1825534"/>
                  <a:pt x="548115" y="1691913"/>
                </a:cubicBezTo>
                <a:cubicBezTo>
                  <a:pt x="241930" y="1578178"/>
                  <a:pt x="-15711" y="751230"/>
                  <a:pt x="1338" y="622568"/>
                </a:cubicBezTo>
                <a:cubicBezTo>
                  <a:pt x="-25808" y="564275"/>
                  <a:pt x="367289" y="74318"/>
                  <a:pt x="541103" y="26964"/>
                </a:cubicBezTo>
                <a:close/>
              </a:path>
            </a:pathLst>
          </a:custGeom>
          <a:noFill/>
          <a:ln w="6350" cap="rnd">
            <a:solidFill>
              <a:schemeClr val="tx1">
                <a:lumMod val="95000"/>
                <a:alpha val="35000"/>
              </a:schemeClr>
            </a:solidFill>
            <a:prstDash val="dash"/>
            <a:round/>
          </a:ln>
        </p:spPr>
        <p:txBody>
          <a:bodyPr rtlCol="0" anchor="ctr"/>
          <a:lstStyle/>
          <a:p>
            <a:endParaRPr lang="en-US"/>
          </a:p>
        </p:txBody>
      </p:sp>
      <p:sp>
        <p:nvSpPr>
          <p:cNvPr id="59" name="Freeform: Shape 58">
            <a:extLst>
              <a:ext uri="{FF2B5EF4-FFF2-40B4-BE49-F238E27FC236}">
                <a16:creationId xmlns:a16="http://schemas.microsoft.com/office/drawing/2014/main" id="{8233EAC5-8A01-7919-C5E4-69ED8658295A}"/>
              </a:ext>
            </a:extLst>
          </p:cNvPr>
          <p:cNvSpPr/>
          <p:nvPr userDrawn="1"/>
        </p:nvSpPr>
        <p:spPr>
          <a:xfrm rot="11517478" flipV="1">
            <a:off x="-455" y="5917590"/>
            <a:ext cx="1288400" cy="1034914"/>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83921 w 1515579"/>
              <a:gd name="connsiteY0" fmla="*/ 614371 h 1478726"/>
              <a:gd name="connsiteX1" fmla="*/ 859181 w 1515579"/>
              <a:gd name="connsiteY1" fmla="*/ 432702 h 1478726"/>
              <a:gd name="connsiteX2" fmla="*/ 982625 w 1515579"/>
              <a:gd name="connsiteY2" fmla="*/ 248869 h 1478726"/>
              <a:gd name="connsiteX3" fmla="*/ 1189749 w 1515579"/>
              <a:gd name="connsiteY3" fmla="*/ 23497 h 1478726"/>
              <a:gd name="connsiteX4" fmla="*/ 1408102 w 1515579"/>
              <a:gd name="connsiteY4" fmla="*/ 51717 h 1478726"/>
              <a:gd name="connsiteX5" fmla="*/ 1513205 w 1515579"/>
              <a:gd name="connsiteY5" fmla="*/ 419685 h 1478726"/>
              <a:gd name="connsiteX6" fmla="*/ 1312761 w 1515579"/>
              <a:gd name="connsiteY6" fmla="*/ 768839 h 1478726"/>
              <a:gd name="connsiteX7" fmla="*/ 1059410 w 1515579"/>
              <a:gd name="connsiteY7" fmla="*/ 990724 h 1478726"/>
              <a:gd name="connsiteX8" fmla="*/ 504337 w 1515579"/>
              <a:gd name="connsiteY8" fmla="*/ 1478637 h 1478726"/>
              <a:gd name="connsiteX9" fmla="*/ 1212 w 1515579"/>
              <a:gd name="connsiteY9" fmla="*/ 804188 h 1478726"/>
              <a:gd name="connsiteX10" fmla="*/ 583921 w 1515579"/>
              <a:gd name="connsiteY10" fmla="*/ 614371 h 1478726"/>
              <a:gd name="connsiteX0" fmla="*/ 583921 w 1515579"/>
              <a:gd name="connsiteY0" fmla="*/ 614371 h 1478726"/>
              <a:gd name="connsiteX1" fmla="*/ 859181 w 1515579"/>
              <a:gd name="connsiteY1" fmla="*/ 432702 h 1478726"/>
              <a:gd name="connsiteX2" fmla="*/ 982625 w 1515579"/>
              <a:gd name="connsiteY2" fmla="*/ 248869 h 1478726"/>
              <a:gd name="connsiteX3" fmla="*/ 1189749 w 1515579"/>
              <a:gd name="connsiteY3" fmla="*/ 23497 h 1478726"/>
              <a:gd name="connsiteX4" fmla="*/ 1408102 w 1515579"/>
              <a:gd name="connsiteY4" fmla="*/ 51717 h 1478726"/>
              <a:gd name="connsiteX5" fmla="*/ 1513205 w 1515579"/>
              <a:gd name="connsiteY5" fmla="*/ 419685 h 1478726"/>
              <a:gd name="connsiteX6" fmla="*/ 1312761 w 1515579"/>
              <a:gd name="connsiteY6" fmla="*/ 768839 h 1478726"/>
              <a:gd name="connsiteX7" fmla="*/ 1059410 w 1515579"/>
              <a:gd name="connsiteY7" fmla="*/ 990724 h 1478726"/>
              <a:gd name="connsiteX8" fmla="*/ 504337 w 1515579"/>
              <a:gd name="connsiteY8" fmla="*/ 1478637 h 1478726"/>
              <a:gd name="connsiteX9" fmla="*/ 1212 w 1515579"/>
              <a:gd name="connsiteY9" fmla="*/ 804188 h 1478726"/>
              <a:gd name="connsiteX10" fmla="*/ 583921 w 1515579"/>
              <a:gd name="connsiteY10" fmla="*/ 614371 h 1478726"/>
              <a:gd name="connsiteX0" fmla="*/ 521216 w 1515772"/>
              <a:gd name="connsiteY0" fmla="*/ 644186 h 1478726"/>
              <a:gd name="connsiteX1" fmla="*/ 859374 w 1515772"/>
              <a:gd name="connsiteY1" fmla="*/ 432702 h 1478726"/>
              <a:gd name="connsiteX2" fmla="*/ 982818 w 1515772"/>
              <a:gd name="connsiteY2" fmla="*/ 248869 h 1478726"/>
              <a:gd name="connsiteX3" fmla="*/ 1189942 w 1515772"/>
              <a:gd name="connsiteY3" fmla="*/ 23497 h 1478726"/>
              <a:gd name="connsiteX4" fmla="*/ 1408295 w 1515772"/>
              <a:gd name="connsiteY4" fmla="*/ 51717 h 1478726"/>
              <a:gd name="connsiteX5" fmla="*/ 1513398 w 1515772"/>
              <a:gd name="connsiteY5" fmla="*/ 419685 h 1478726"/>
              <a:gd name="connsiteX6" fmla="*/ 1312954 w 1515772"/>
              <a:gd name="connsiteY6" fmla="*/ 768839 h 1478726"/>
              <a:gd name="connsiteX7" fmla="*/ 1059603 w 1515772"/>
              <a:gd name="connsiteY7" fmla="*/ 990724 h 1478726"/>
              <a:gd name="connsiteX8" fmla="*/ 504530 w 1515772"/>
              <a:gd name="connsiteY8" fmla="*/ 1478637 h 1478726"/>
              <a:gd name="connsiteX9" fmla="*/ 1405 w 1515772"/>
              <a:gd name="connsiteY9" fmla="*/ 804188 h 1478726"/>
              <a:gd name="connsiteX10" fmla="*/ 521216 w 1515772"/>
              <a:gd name="connsiteY10" fmla="*/ 644186 h 1478726"/>
              <a:gd name="connsiteX0" fmla="*/ 521216 w 1515772"/>
              <a:gd name="connsiteY0" fmla="*/ 644186 h 1472574"/>
              <a:gd name="connsiteX1" fmla="*/ 859374 w 1515772"/>
              <a:gd name="connsiteY1" fmla="*/ 432702 h 1472574"/>
              <a:gd name="connsiteX2" fmla="*/ 982818 w 1515772"/>
              <a:gd name="connsiteY2" fmla="*/ 248869 h 1472574"/>
              <a:gd name="connsiteX3" fmla="*/ 1189942 w 1515772"/>
              <a:gd name="connsiteY3" fmla="*/ 23497 h 1472574"/>
              <a:gd name="connsiteX4" fmla="*/ 1408295 w 1515772"/>
              <a:gd name="connsiteY4" fmla="*/ 51717 h 1472574"/>
              <a:gd name="connsiteX5" fmla="*/ 1513398 w 1515772"/>
              <a:gd name="connsiteY5" fmla="*/ 419685 h 1472574"/>
              <a:gd name="connsiteX6" fmla="*/ 1312954 w 1515772"/>
              <a:gd name="connsiteY6" fmla="*/ 768839 h 1472574"/>
              <a:gd name="connsiteX7" fmla="*/ 1059603 w 1515772"/>
              <a:gd name="connsiteY7" fmla="*/ 990724 h 1472574"/>
              <a:gd name="connsiteX8" fmla="*/ 678760 w 1515772"/>
              <a:gd name="connsiteY8" fmla="*/ 1472483 h 1472574"/>
              <a:gd name="connsiteX9" fmla="*/ 1405 w 1515772"/>
              <a:gd name="connsiteY9" fmla="*/ 804188 h 1472574"/>
              <a:gd name="connsiteX10" fmla="*/ 521216 w 1515772"/>
              <a:gd name="connsiteY10" fmla="*/ 644186 h 1472574"/>
              <a:gd name="connsiteX0" fmla="*/ 537120 w 1531676"/>
              <a:gd name="connsiteY0" fmla="*/ 644186 h 1476330"/>
              <a:gd name="connsiteX1" fmla="*/ 875278 w 1531676"/>
              <a:gd name="connsiteY1" fmla="*/ 432702 h 1476330"/>
              <a:gd name="connsiteX2" fmla="*/ 998722 w 1531676"/>
              <a:gd name="connsiteY2" fmla="*/ 248869 h 1476330"/>
              <a:gd name="connsiteX3" fmla="*/ 1205846 w 1531676"/>
              <a:gd name="connsiteY3" fmla="*/ 23497 h 1476330"/>
              <a:gd name="connsiteX4" fmla="*/ 1424199 w 1531676"/>
              <a:gd name="connsiteY4" fmla="*/ 51717 h 1476330"/>
              <a:gd name="connsiteX5" fmla="*/ 1529302 w 1531676"/>
              <a:gd name="connsiteY5" fmla="*/ 419685 h 1476330"/>
              <a:gd name="connsiteX6" fmla="*/ 1328858 w 1531676"/>
              <a:gd name="connsiteY6" fmla="*/ 768839 h 1476330"/>
              <a:gd name="connsiteX7" fmla="*/ 1075507 w 1531676"/>
              <a:gd name="connsiteY7" fmla="*/ 990724 h 1476330"/>
              <a:gd name="connsiteX8" fmla="*/ 694664 w 1531676"/>
              <a:gd name="connsiteY8" fmla="*/ 1472483 h 1476330"/>
              <a:gd name="connsiteX9" fmla="*/ 125026 w 1531676"/>
              <a:gd name="connsiteY9" fmla="*/ 1217843 h 1476330"/>
              <a:gd name="connsiteX10" fmla="*/ 17309 w 1531676"/>
              <a:gd name="connsiteY10" fmla="*/ 804188 h 1476330"/>
              <a:gd name="connsiteX11" fmla="*/ 537120 w 1531676"/>
              <a:gd name="connsiteY11" fmla="*/ 644186 h 1476330"/>
              <a:gd name="connsiteX0" fmla="*/ 537120 w 1531676"/>
              <a:gd name="connsiteY0" fmla="*/ 644186 h 1476330"/>
              <a:gd name="connsiteX1" fmla="*/ 875278 w 1531676"/>
              <a:gd name="connsiteY1" fmla="*/ 432702 h 1476330"/>
              <a:gd name="connsiteX2" fmla="*/ 998722 w 1531676"/>
              <a:gd name="connsiteY2" fmla="*/ 248869 h 1476330"/>
              <a:gd name="connsiteX3" fmla="*/ 1205846 w 1531676"/>
              <a:gd name="connsiteY3" fmla="*/ 23497 h 1476330"/>
              <a:gd name="connsiteX4" fmla="*/ 1424199 w 1531676"/>
              <a:gd name="connsiteY4" fmla="*/ 51717 h 1476330"/>
              <a:gd name="connsiteX5" fmla="*/ 1529302 w 1531676"/>
              <a:gd name="connsiteY5" fmla="*/ 419685 h 1476330"/>
              <a:gd name="connsiteX6" fmla="*/ 1328858 w 1531676"/>
              <a:gd name="connsiteY6" fmla="*/ 768839 h 1476330"/>
              <a:gd name="connsiteX7" fmla="*/ 1191511 w 1531676"/>
              <a:gd name="connsiteY7" fmla="*/ 1101847 h 1476330"/>
              <a:gd name="connsiteX8" fmla="*/ 694664 w 1531676"/>
              <a:gd name="connsiteY8" fmla="*/ 1472483 h 1476330"/>
              <a:gd name="connsiteX9" fmla="*/ 125026 w 1531676"/>
              <a:gd name="connsiteY9" fmla="*/ 1217843 h 1476330"/>
              <a:gd name="connsiteX10" fmla="*/ 17309 w 1531676"/>
              <a:gd name="connsiteY10" fmla="*/ 804188 h 1476330"/>
              <a:gd name="connsiteX11" fmla="*/ 537120 w 1531676"/>
              <a:gd name="connsiteY11" fmla="*/ 644186 h 1476330"/>
              <a:gd name="connsiteX0" fmla="*/ 537120 w 1529447"/>
              <a:gd name="connsiteY0" fmla="*/ 644186 h 1476330"/>
              <a:gd name="connsiteX1" fmla="*/ 875278 w 1529447"/>
              <a:gd name="connsiteY1" fmla="*/ 432702 h 1476330"/>
              <a:gd name="connsiteX2" fmla="*/ 998722 w 1529447"/>
              <a:gd name="connsiteY2" fmla="*/ 248869 h 1476330"/>
              <a:gd name="connsiteX3" fmla="*/ 1205846 w 1529447"/>
              <a:gd name="connsiteY3" fmla="*/ 23497 h 1476330"/>
              <a:gd name="connsiteX4" fmla="*/ 1424199 w 1529447"/>
              <a:gd name="connsiteY4" fmla="*/ 51717 h 1476330"/>
              <a:gd name="connsiteX5" fmla="*/ 1529302 w 1529447"/>
              <a:gd name="connsiteY5" fmla="*/ 419685 h 1476330"/>
              <a:gd name="connsiteX6" fmla="*/ 1440408 w 1529447"/>
              <a:gd name="connsiteY6" fmla="*/ 758342 h 1476330"/>
              <a:gd name="connsiteX7" fmla="*/ 1191511 w 1529447"/>
              <a:gd name="connsiteY7" fmla="*/ 1101847 h 1476330"/>
              <a:gd name="connsiteX8" fmla="*/ 694664 w 1529447"/>
              <a:gd name="connsiteY8" fmla="*/ 1472483 h 1476330"/>
              <a:gd name="connsiteX9" fmla="*/ 125026 w 1529447"/>
              <a:gd name="connsiteY9" fmla="*/ 1217843 h 1476330"/>
              <a:gd name="connsiteX10" fmla="*/ 17309 w 1529447"/>
              <a:gd name="connsiteY10" fmla="*/ 804188 h 1476330"/>
              <a:gd name="connsiteX11" fmla="*/ 537120 w 1529447"/>
              <a:gd name="connsiteY11" fmla="*/ 644186 h 1476330"/>
              <a:gd name="connsiteX0" fmla="*/ 537120 w 1537659"/>
              <a:gd name="connsiteY0" fmla="*/ 637664 h 1469808"/>
              <a:gd name="connsiteX1" fmla="*/ 875278 w 1537659"/>
              <a:gd name="connsiteY1" fmla="*/ 426180 h 1469808"/>
              <a:gd name="connsiteX2" fmla="*/ 998722 w 1537659"/>
              <a:gd name="connsiteY2" fmla="*/ 242347 h 1469808"/>
              <a:gd name="connsiteX3" fmla="*/ 1205846 w 1537659"/>
              <a:gd name="connsiteY3" fmla="*/ 16975 h 1469808"/>
              <a:gd name="connsiteX4" fmla="*/ 1497263 w 1537659"/>
              <a:gd name="connsiteY4" fmla="*/ 60510 h 1469808"/>
              <a:gd name="connsiteX5" fmla="*/ 1529302 w 1537659"/>
              <a:gd name="connsiteY5" fmla="*/ 413163 h 1469808"/>
              <a:gd name="connsiteX6" fmla="*/ 1440408 w 1537659"/>
              <a:gd name="connsiteY6" fmla="*/ 751820 h 1469808"/>
              <a:gd name="connsiteX7" fmla="*/ 1191511 w 1537659"/>
              <a:gd name="connsiteY7" fmla="*/ 1095325 h 1469808"/>
              <a:gd name="connsiteX8" fmla="*/ 694664 w 1537659"/>
              <a:gd name="connsiteY8" fmla="*/ 1465961 h 1469808"/>
              <a:gd name="connsiteX9" fmla="*/ 125026 w 1537659"/>
              <a:gd name="connsiteY9" fmla="*/ 1211321 h 1469808"/>
              <a:gd name="connsiteX10" fmla="*/ 17309 w 1537659"/>
              <a:gd name="connsiteY10" fmla="*/ 797666 h 1469808"/>
              <a:gd name="connsiteX11" fmla="*/ 537120 w 1537659"/>
              <a:gd name="connsiteY11" fmla="*/ 637664 h 1469808"/>
              <a:gd name="connsiteX0" fmla="*/ 537120 w 1537320"/>
              <a:gd name="connsiteY0" fmla="*/ 622045 h 1454189"/>
              <a:gd name="connsiteX1" fmla="*/ 875278 w 1537320"/>
              <a:gd name="connsiteY1" fmla="*/ 410561 h 1454189"/>
              <a:gd name="connsiteX2" fmla="*/ 998722 w 1537320"/>
              <a:gd name="connsiteY2" fmla="*/ 226728 h 1454189"/>
              <a:gd name="connsiteX3" fmla="*/ 1212665 w 1537320"/>
              <a:gd name="connsiteY3" fmla="*/ 24611 h 1454189"/>
              <a:gd name="connsiteX4" fmla="*/ 1497263 w 1537320"/>
              <a:gd name="connsiteY4" fmla="*/ 44891 h 1454189"/>
              <a:gd name="connsiteX5" fmla="*/ 1529302 w 1537320"/>
              <a:gd name="connsiteY5" fmla="*/ 397544 h 1454189"/>
              <a:gd name="connsiteX6" fmla="*/ 1440408 w 1537320"/>
              <a:gd name="connsiteY6" fmla="*/ 736201 h 1454189"/>
              <a:gd name="connsiteX7" fmla="*/ 1191511 w 1537320"/>
              <a:gd name="connsiteY7" fmla="*/ 1079706 h 1454189"/>
              <a:gd name="connsiteX8" fmla="*/ 694664 w 1537320"/>
              <a:gd name="connsiteY8" fmla="*/ 1450342 h 1454189"/>
              <a:gd name="connsiteX9" fmla="*/ 125026 w 1537320"/>
              <a:gd name="connsiteY9" fmla="*/ 1195702 h 1454189"/>
              <a:gd name="connsiteX10" fmla="*/ 17309 w 1537320"/>
              <a:gd name="connsiteY10" fmla="*/ 782047 h 1454189"/>
              <a:gd name="connsiteX11" fmla="*/ 537120 w 1537320"/>
              <a:gd name="connsiteY11" fmla="*/ 622045 h 1454189"/>
              <a:gd name="connsiteX0" fmla="*/ 537120 w 1625987"/>
              <a:gd name="connsiteY0" fmla="*/ 622066 h 1454210"/>
              <a:gd name="connsiteX1" fmla="*/ 875278 w 1625987"/>
              <a:gd name="connsiteY1" fmla="*/ 410582 h 1454210"/>
              <a:gd name="connsiteX2" fmla="*/ 998722 w 1625987"/>
              <a:gd name="connsiteY2" fmla="*/ 226749 h 1454210"/>
              <a:gd name="connsiteX3" fmla="*/ 1212665 w 1625987"/>
              <a:gd name="connsiteY3" fmla="*/ 24632 h 1454210"/>
              <a:gd name="connsiteX4" fmla="*/ 1497263 w 1625987"/>
              <a:gd name="connsiteY4" fmla="*/ 44912 h 1454210"/>
              <a:gd name="connsiteX5" fmla="*/ 1625106 w 1625987"/>
              <a:gd name="connsiteY5" fmla="*/ 397938 h 1454210"/>
              <a:gd name="connsiteX6" fmla="*/ 1440408 w 1625987"/>
              <a:gd name="connsiteY6" fmla="*/ 736222 h 1454210"/>
              <a:gd name="connsiteX7" fmla="*/ 1191511 w 1625987"/>
              <a:gd name="connsiteY7" fmla="*/ 1079727 h 1454210"/>
              <a:gd name="connsiteX8" fmla="*/ 694664 w 1625987"/>
              <a:gd name="connsiteY8" fmla="*/ 1450363 h 1454210"/>
              <a:gd name="connsiteX9" fmla="*/ 125026 w 1625987"/>
              <a:gd name="connsiteY9" fmla="*/ 1195723 h 1454210"/>
              <a:gd name="connsiteX10" fmla="*/ 17309 w 1625987"/>
              <a:gd name="connsiteY10" fmla="*/ 782068 h 1454210"/>
              <a:gd name="connsiteX11" fmla="*/ 537120 w 1625987"/>
              <a:gd name="connsiteY11" fmla="*/ 622066 h 1454210"/>
              <a:gd name="connsiteX0" fmla="*/ 125026 w 1625987"/>
              <a:gd name="connsiteY0" fmla="*/ 1195723 h 1454259"/>
              <a:gd name="connsiteX1" fmla="*/ 17309 w 1625987"/>
              <a:gd name="connsiteY1" fmla="*/ 782068 h 1454259"/>
              <a:gd name="connsiteX2" fmla="*/ 537120 w 1625987"/>
              <a:gd name="connsiteY2" fmla="*/ 622066 h 1454259"/>
              <a:gd name="connsiteX3" fmla="*/ 875278 w 1625987"/>
              <a:gd name="connsiteY3" fmla="*/ 410582 h 1454259"/>
              <a:gd name="connsiteX4" fmla="*/ 998722 w 1625987"/>
              <a:gd name="connsiteY4" fmla="*/ 226749 h 1454259"/>
              <a:gd name="connsiteX5" fmla="*/ 1212665 w 1625987"/>
              <a:gd name="connsiteY5" fmla="*/ 24632 h 1454259"/>
              <a:gd name="connsiteX6" fmla="*/ 1497263 w 1625987"/>
              <a:gd name="connsiteY6" fmla="*/ 44912 h 1454259"/>
              <a:gd name="connsiteX7" fmla="*/ 1625106 w 1625987"/>
              <a:gd name="connsiteY7" fmla="*/ 397938 h 1454259"/>
              <a:gd name="connsiteX8" fmla="*/ 1440408 w 1625987"/>
              <a:gd name="connsiteY8" fmla="*/ 736222 h 1454259"/>
              <a:gd name="connsiteX9" fmla="*/ 1191511 w 1625987"/>
              <a:gd name="connsiteY9" fmla="*/ 1079727 h 1454259"/>
              <a:gd name="connsiteX10" fmla="*/ 694664 w 1625987"/>
              <a:gd name="connsiteY10" fmla="*/ 1450363 h 1454259"/>
              <a:gd name="connsiteX11" fmla="*/ 237591 w 1625987"/>
              <a:gd name="connsiteY11" fmla="*/ 1284016 h 1454259"/>
              <a:gd name="connsiteX0" fmla="*/ 125026 w 1625987"/>
              <a:gd name="connsiteY0" fmla="*/ 1195723 h 1450363"/>
              <a:gd name="connsiteX1" fmla="*/ 17309 w 1625987"/>
              <a:gd name="connsiteY1" fmla="*/ 782068 h 1450363"/>
              <a:gd name="connsiteX2" fmla="*/ 537120 w 1625987"/>
              <a:gd name="connsiteY2" fmla="*/ 622066 h 1450363"/>
              <a:gd name="connsiteX3" fmla="*/ 875278 w 1625987"/>
              <a:gd name="connsiteY3" fmla="*/ 410582 h 1450363"/>
              <a:gd name="connsiteX4" fmla="*/ 998722 w 1625987"/>
              <a:gd name="connsiteY4" fmla="*/ 226749 h 1450363"/>
              <a:gd name="connsiteX5" fmla="*/ 1212665 w 1625987"/>
              <a:gd name="connsiteY5" fmla="*/ 24632 h 1450363"/>
              <a:gd name="connsiteX6" fmla="*/ 1497263 w 1625987"/>
              <a:gd name="connsiteY6" fmla="*/ 44912 h 1450363"/>
              <a:gd name="connsiteX7" fmla="*/ 1625106 w 1625987"/>
              <a:gd name="connsiteY7" fmla="*/ 397938 h 1450363"/>
              <a:gd name="connsiteX8" fmla="*/ 1440408 w 1625987"/>
              <a:gd name="connsiteY8" fmla="*/ 736222 h 1450363"/>
              <a:gd name="connsiteX9" fmla="*/ 1191511 w 1625987"/>
              <a:gd name="connsiteY9" fmla="*/ 1079727 h 1450363"/>
              <a:gd name="connsiteX10" fmla="*/ 694664 w 1625987"/>
              <a:gd name="connsiteY10" fmla="*/ 1450363 h 1450363"/>
              <a:gd name="connsiteX0" fmla="*/ 125026 w 1625987"/>
              <a:gd name="connsiteY0" fmla="*/ 1195723 h 1195723"/>
              <a:gd name="connsiteX1" fmla="*/ 17309 w 1625987"/>
              <a:gd name="connsiteY1" fmla="*/ 782068 h 1195723"/>
              <a:gd name="connsiteX2" fmla="*/ 537120 w 1625987"/>
              <a:gd name="connsiteY2" fmla="*/ 622066 h 1195723"/>
              <a:gd name="connsiteX3" fmla="*/ 875278 w 1625987"/>
              <a:gd name="connsiteY3" fmla="*/ 410582 h 1195723"/>
              <a:gd name="connsiteX4" fmla="*/ 998722 w 1625987"/>
              <a:gd name="connsiteY4" fmla="*/ 226749 h 1195723"/>
              <a:gd name="connsiteX5" fmla="*/ 1212665 w 1625987"/>
              <a:gd name="connsiteY5" fmla="*/ 24632 h 1195723"/>
              <a:gd name="connsiteX6" fmla="*/ 1497263 w 1625987"/>
              <a:gd name="connsiteY6" fmla="*/ 44912 h 1195723"/>
              <a:gd name="connsiteX7" fmla="*/ 1625106 w 1625987"/>
              <a:gd name="connsiteY7" fmla="*/ 397938 h 1195723"/>
              <a:gd name="connsiteX8" fmla="*/ 1440408 w 1625987"/>
              <a:gd name="connsiteY8" fmla="*/ 736222 h 1195723"/>
              <a:gd name="connsiteX9" fmla="*/ 1191511 w 1625987"/>
              <a:gd name="connsiteY9" fmla="*/ 1079727 h 1195723"/>
              <a:gd name="connsiteX0" fmla="*/ 1407 w 1610085"/>
              <a:gd name="connsiteY0" fmla="*/ 782068 h 1079727"/>
              <a:gd name="connsiteX1" fmla="*/ 521218 w 1610085"/>
              <a:gd name="connsiteY1" fmla="*/ 622066 h 1079727"/>
              <a:gd name="connsiteX2" fmla="*/ 859376 w 1610085"/>
              <a:gd name="connsiteY2" fmla="*/ 410582 h 1079727"/>
              <a:gd name="connsiteX3" fmla="*/ 982820 w 1610085"/>
              <a:gd name="connsiteY3" fmla="*/ 226749 h 1079727"/>
              <a:gd name="connsiteX4" fmla="*/ 1196763 w 1610085"/>
              <a:gd name="connsiteY4" fmla="*/ 24632 h 1079727"/>
              <a:gd name="connsiteX5" fmla="*/ 1481361 w 1610085"/>
              <a:gd name="connsiteY5" fmla="*/ 44912 h 1079727"/>
              <a:gd name="connsiteX6" fmla="*/ 1609204 w 1610085"/>
              <a:gd name="connsiteY6" fmla="*/ 397938 h 1079727"/>
              <a:gd name="connsiteX7" fmla="*/ 1424506 w 1610085"/>
              <a:gd name="connsiteY7" fmla="*/ 736222 h 1079727"/>
              <a:gd name="connsiteX8" fmla="*/ 1175609 w 1610085"/>
              <a:gd name="connsiteY8" fmla="*/ 1079727 h 1079727"/>
              <a:gd name="connsiteX0" fmla="*/ 1406 w 1610084"/>
              <a:gd name="connsiteY0" fmla="*/ 782068 h 1002343"/>
              <a:gd name="connsiteX1" fmla="*/ 521217 w 1610084"/>
              <a:gd name="connsiteY1" fmla="*/ 622066 h 1002343"/>
              <a:gd name="connsiteX2" fmla="*/ 859375 w 1610084"/>
              <a:gd name="connsiteY2" fmla="*/ 410582 h 1002343"/>
              <a:gd name="connsiteX3" fmla="*/ 982819 w 1610084"/>
              <a:gd name="connsiteY3" fmla="*/ 226749 h 1002343"/>
              <a:gd name="connsiteX4" fmla="*/ 1196762 w 1610084"/>
              <a:gd name="connsiteY4" fmla="*/ 24632 h 1002343"/>
              <a:gd name="connsiteX5" fmla="*/ 1481360 w 1610084"/>
              <a:gd name="connsiteY5" fmla="*/ 44912 h 1002343"/>
              <a:gd name="connsiteX6" fmla="*/ 1609203 w 1610084"/>
              <a:gd name="connsiteY6" fmla="*/ 397938 h 1002343"/>
              <a:gd name="connsiteX7" fmla="*/ 1424505 w 1610084"/>
              <a:gd name="connsiteY7" fmla="*/ 736222 h 1002343"/>
              <a:gd name="connsiteX8" fmla="*/ 1229205 w 1610084"/>
              <a:gd name="connsiteY8" fmla="*/ 1002343 h 1002343"/>
              <a:gd name="connsiteX0" fmla="*/ 1406 w 1586056"/>
              <a:gd name="connsiteY0" fmla="*/ 779026 h 999301"/>
              <a:gd name="connsiteX1" fmla="*/ 521217 w 1586056"/>
              <a:gd name="connsiteY1" fmla="*/ 619024 h 999301"/>
              <a:gd name="connsiteX2" fmla="*/ 859375 w 1586056"/>
              <a:gd name="connsiteY2" fmla="*/ 407540 h 999301"/>
              <a:gd name="connsiteX3" fmla="*/ 982819 w 1586056"/>
              <a:gd name="connsiteY3" fmla="*/ 223707 h 999301"/>
              <a:gd name="connsiteX4" fmla="*/ 1196762 w 1586056"/>
              <a:gd name="connsiteY4" fmla="*/ 21590 h 999301"/>
              <a:gd name="connsiteX5" fmla="*/ 1481360 w 1586056"/>
              <a:gd name="connsiteY5" fmla="*/ 41870 h 999301"/>
              <a:gd name="connsiteX6" fmla="*/ 1584867 w 1586056"/>
              <a:gd name="connsiteY6" fmla="*/ 341879 h 999301"/>
              <a:gd name="connsiteX7" fmla="*/ 1424505 w 1586056"/>
              <a:gd name="connsiteY7" fmla="*/ 733180 h 999301"/>
              <a:gd name="connsiteX8" fmla="*/ 1229205 w 1586056"/>
              <a:gd name="connsiteY8" fmla="*/ 999301 h 99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6056" h="999301">
                <a:moveTo>
                  <a:pt x="1406" y="779026"/>
                </a:moveTo>
                <a:cubicBezTo>
                  <a:pt x="-25740" y="720733"/>
                  <a:pt x="347403" y="666378"/>
                  <a:pt x="521217" y="619024"/>
                </a:cubicBezTo>
                <a:cubicBezTo>
                  <a:pt x="718262" y="595093"/>
                  <a:pt x="782441" y="473426"/>
                  <a:pt x="859375" y="407540"/>
                </a:cubicBezTo>
                <a:cubicBezTo>
                  <a:pt x="936309" y="341654"/>
                  <a:pt x="926588" y="288032"/>
                  <a:pt x="982819" y="223707"/>
                </a:cubicBezTo>
                <a:cubicBezTo>
                  <a:pt x="1039050" y="159382"/>
                  <a:pt x="1113672" y="51896"/>
                  <a:pt x="1196762" y="21590"/>
                </a:cubicBezTo>
                <a:cubicBezTo>
                  <a:pt x="1279852" y="-8716"/>
                  <a:pt x="1416676" y="-11511"/>
                  <a:pt x="1481360" y="41870"/>
                </a:cubicBezTo>
                <a:cubicBezTo>
                  <a:pt x="1546044" y="95251"/>
                  <a:pt x="1594343" y="226661"/>
                  <a:pt x="1584867" y="341879"/>
                </a:cubicBezTo>
                <a:cubicBezTo>
                  <a:pt x="1575391" y="457097"/>
                  <a:pt x="1483782" y="623610"/>
                  <a:pt x="1424505" y="733180"/>
                </a:cubicBezTo>
                <a:cubicBezTo>
                  <a:pt x="1365228" y="842750"/>
                  <a:pt x="1353496" y="880278"/>
                  <a:pt x="1229205" y="999301"/>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60" name="Freeform: Shape 59">
            <a:extLst>
              <a:ext uri="{FF2B5EF4-FFF2-40B4-BE49-F238E27FC236}">
                <a16:creationId xmlns:a16="http://schemas.microsoft.com/office/drawing/2014/main" id="{8C424A21-A3B9-5C9C-E436-2C606F6E091F}"/>
              </a:ext>
            </a:extLst>
          </p:cNvPr>
          <p:cNvSpPr/>
          <p:nvPr userDrawn="1"/>
        </p:nvSpPr>
        <p:spPr>
          <a:xfrm rot="7357529">
            <a:off x="1748210" y="2846597"/>
            <a:ext cx="906305" cy="4916649"/>
          </a:xfrm>
          <a:custGeom>
            <a:avLst/>
            <a:gdLst>
              <a:gd name="connsiteX0" fmla="*/ 1707071 w 2356712"/>
              <a:gd name="connsiteY0" fmla="*/ 0 h 4118991"/>
              <a:gd name="connsiteX1" fmla="*/ 1824514 w 2356712"/>
              <a:gd name="connsiteY1" fmla="*/ 244697 h 4118991"/>
              <a:gd name="connsiteX2" fmla="*/ 1908715 w 2356712"/>
              <a:gd name="connsiteY2" fmla="*/ 328994 h 4118991"/>
              <a:gd name="connsiteX3" fmla="*/ 2226469 w 2356712"/>
              <a:gd name="connsiteY3" fmla="*/ 603695 h 4118991"/>
              <a:gd name="connsiteX4" fmla="*/ 2355628 w 2356712"/>
              <a:gd name="connsiteY4" fmla="*/ 900494 h 4118991"/>
              <a:gd name="connsiteX5" fmla="*/ 2281428 w 2356712"/>
              <a:gd name="connsiteY5" fmla="*/ 1206913 h 4118991"/>
              <a:gd name="connsiteX6" fmla="*/ 2092452 w 2356712"/>
              <a:gd name="connsiteY6" fmla="*/ 1460659 h 4118991"/>
              <a:gd name="connsiteX7" fmla="*/ 1834039 w 2356712"/>
              <a:gd name="connsiteY7" fmla="*/ 1625822 h 4118991"/>
              <a:gd name="connsiteX8" fmla="*/ 1558862 w 2356712"/>
              <a:gd name="connsiteY8" fmla="*/ 1743075 h 4118991"/>
              <a:gd name="connsiteX9" fmla="*/ 1386554 w 2356712"/>
              <a:gd name="connsiteY9" fmla="*/ 1869948 h 4118991"/>
              <a:gd name="connsiteX10" fmla="*/ 1271683 w 2356712"/>
              <a:gd name="connsiteY10" fmla="*/ 2073402 h 4118991"/>
              <a:gd name="connsiteX11" fmla="*/ 1178338 w 2356712"/>
              <a:gd name="connsiteY11" fmla="*/ 2355914 h 4118991"/>
              <a:gd name="connsiteX12" fmla="*/ 1113758 w 2356712"/>
              <a:gd name="connsiteY12" fmla="*/ 2578513 h 4118991"/>
              <a:gd name="connsiteX13" fmla="*/ 1034796 w 2356712"/>
              <a:gd name="connsiteY13" fmla="*/ 2834640 h 4118991"/>
              <a:gd name="connsiteX14" fmla="*/ 905637 w 2356712"/>
              <a:gd name="connsiteY14" fmla="*/ 3081242 h 4118991"/>
              <a:gd name="connsiteX15" fmla="*/ 793147 w 2356712"/>
              <a:gd name="connsiteY15" fmla="*/ 3258407 h 4118991"/>
              <a:gd name="connsiteX16" fmla="*/ 546735 w 2356712"/>
              <a:gd name="connsiteY16" fmla="*/ 3571970 h 4118991"/>
              <a:gd name="connsiteX17" fmla="*/ 346996 w 2356712"/>
              <a:gd name="connsiteY17" fmla="*/ 3771900 h 4118991"/>
              <a:gd name="connsiteX18" fmla="*/ 174689 w 2356712"/>
              <a:gd name="connsiteY18" fmla="*/ 3944207 h 4118991"/>
              <a:gd name="connsiteX19" fmla="*/ 0 w 2356712"/>
              <a:gd name="connsiteY19" fmla="*/ 4118991 h 4118991"/>
              <a:gd name="connsiteX0" fmla="*/ 1843096 w 2492737"/>
              <a:gd name="connsiteY0" fmla="*/ 0 h 4353517"/>
              <a:gd name="connsiteX1" fmla="*/ 1960539 w 2492737"/>
              <a:gd name="connsiteY1" fmla="*/ 244697 h 4353517"/>
              <a:gd name="connsiteX2" fmla="*/ 2044740 w 2492737"/>
              <a:gd name="connsiteY2" fmla="*/ 328994 h 4353517"/>
              <a:gd name="connsiteX3" fmla="*/ 2362494 w 2492737"/>
              <a:gd name="connsiteY3" fmla="*/ 603695 h 4353517"/>
              <a:gd name="connsiteX4" fmla="*/ 2491653 w 2492737"/>
              <a:gd name="connsiteY4" fmla="*/ 900494 h 4353517"/>
              <a:gd name="connsiteX5" fmla="*/ 2417453 w 2492737"/>
              <a:gd name="connsiteY5" fmla="*/ 1206913 h 4353517"/>
              <a:gd name="connsiteX6" fmla="*/ 2228477 w 2492737"/>
              <a:gd name="connsiteY6" fmla="*/ 1460659 h 4353517"/>
              <a:gd name="connsiteX7" fmla="*/ 1970064 w 2492737"/>
              <a:gd name="connsiteY7" fmla="*/ 1625822 h 4353517"/>
              <a:gd name="connsiteX8" fmla="*/ 1694887 w 2492737"/>
              <a:gd name="connsiteY8" fmla="*/ 1743075 h 4353517"/>
              <a:gd name="connsiteX9" fmla="*/ 1522579 w 2492737"/>
              <a:gd name="connsiteY9" fmla="*/ 1869948 h 4353517"/>
              <a:gd name="connsiteX10" fmla="*/ 1407708 w 2492737"/>
              <a:gd name="connsiteY10" fmla="*/ 2073402 h 4353517"/>
              <a:gd name="connsiteX11" fmla="*/ 1314363 w 2492737"/>
              <a:gd name="connsiteY11" fmla="*/ 2355914 h 4353517"/>
              <a:gd name="connsiteX12" fmla="*/ 1249783 w 2492737"/>
              <a:gd name="connsiteY12" fmla="*/ 2578513 h 4353517"/>
              <a:gd name="connsiteX13" fmla="*/ 1170821 w 2492737"/>
              <a:gd name="connsiteY13" fmla="*/ 2834640 h 4353517"/>
              <a:gd name="connsiteX14" fmla="*/ 1041662 w 2492737"/>
              <a:gd name="connsiteY14" fmla="*/ 3081242 h 4353517"/>
              <a:gd name="connsiteX15" fmla="*/ 929172 w 2492737"/>
              <a:gd name="connsiteY15" fmla="*/ 3258407 h 4353517"/>
              <a:gd name="connsiteX16" fmla="*/ 682760 w 2492737"/>
              <a:gd name="connsiteY16" fmla="*/ 3571970 h 4353517"/>
              <a:gd name="connsiteX17" fmla="*/ 483021 w 2492737"/>
              <a:gd name="connsiteY17" fmla="*/ 3771900 h 4353517"/>
              <a:gd name="connsiteX18" fmla="*/ 310714 w 2492737"/>
              <a:gd name="connsiteY18" fmla="*/ 3944207 h 4353517"/>
              <a:gd name="connsiteX19" fmla="*/ 0 w 2492737"/>
              <a:gd name="connsiteY19" fmla="*/ 4353517 h 4353517"/>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212093 w 2455047"/>
              <a:gd name="connsiteY12" fmla="*/ 2578513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84889 w 2455047"/>
              <a:gd name="connsiteY9" fmla="*/ 1869948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276673 w 2455047"/>
              <a:gd name="connsiteY11" fmla="*/ 2355914 h 4210918"/>
              <a:gd name="connsiteX12" fmla="*/ 1149759 w 2455047"/>
              <a:gd name="connsiteY12" fmla="*/ 2601460 h 4210918"/>
              <a:gd name="connsiteX13" fmla="*/ 1133131 w 2455047"/>
              <a:gd name="connsiteY13" fmla="*/ 2834640 h 4210918"/>
              <a:gd name="connsiteX14" fmla="*/ 1003972 w 2455047"/>
              <a:gd name="connsiteY14" fmla="*/ 3081242 h 4210918"/>
              <a:gd name="connsiteX15" fmla="*/ 891482 w 2455047"/>
              <a:gd name="connsiteY15" fmla="*/ 3258407 h 4210918"/>
              <a:gd name="connsiteX16" fmla="*/ 645070 w 2455047"/>
              <a:gd name="connsiteY16" fmla="*/ 3571970 h 4210918"/>
              <a:gd name="connsiteX17" fmla="*/ 445331 w 2455047"/>
              <a:gd name="connsiteY17" fmla="*/ 3771900 h 4210918"/>
              <a:gd name="connsiteX18" fmla="*/ 273024 w 2455047"/>
              <a:gd name="connsiteY18" fmla="*/ 3944207 h 4210918"/>
              <a:gd name="connsiteX19" fmla="*/ 0 w 2455047"/>
              <a:gd name="connsiteY19"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70018 w 2455047"/>
              <a:gd name="connsiteY10" fmla="*/ 2073402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891482 w 2455047"/>
              <a:gd name="connsiteY14" fmla="*/ 3258407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03972 w 2455047"/>
              <a:gd name="connsiteY13" fmla="*/ 3081242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445331 w 2455047"/>
              <a:gd name="connsiteY16" fmla="*/ 3771900 h 4210918"/>
              <a:gd name="connsiteX17" fmla="*/ 273024 w 2455047"/>
              <a:gd name="connsiteY17" fmla="*/ 3944207 h 4210918"/>
              <a:gd name="connsiteX18" fmla="*/ 0 w 2455047"/>
              <a:gd name="connsiteY18" fmla="*/ 4210918 h 4210918"/>
              <a:gd name="connsiteX0" fmla="*/ 1805406 w 2455047"/>
              <a:gd name="connsiteY0" fmla="*/ 0 h 4210918"/>
              <a:gd name="connsiteX1" fmla="*/ 1922849 w 2455047"/>
              <a:gd name="connsiteY1" fmla="*/ 244697 h 4210918"/>
              <a:gd name="connsiteX2" fmla="*/ 2007050 w 2455047"/>
              <a:gd name="connsiteY2" fmla="*/ 328994 h 4210918"/>
              <a:gd name="connsiteX3" fmla="*/ 2324804 w 2455047"/>
              <a:gd name="connsiteY3" fmla="*/ 603695 h 4210918"/>
              <a:gd name="connsiteX4" fmla="*/ 2453963 w 2455047"/>
              <a:gd name="connsiteY4" fmla="*/ 900494 h 4210918"/>
              <a:gd name="connsiteX5" fmla="*/ 2379763 w 2455047"/>
              <a:gd name="connsiteY5" fmla="*/ 1206913 h 4210918"/>
              <a:gd name="connsiteX6" fmla="*/ 2190787 w 2455047"/>
              <a:gd name="connsiteY6" fmla="*/ 1460659 h 4210918"/>
              <a:gd name="connsiteX7" fmla="*/ 1932374 w 2455047"/>
              <a:gd name="connsiteY7" fmla="*/ 1625822 h 4210918"/>
              <a:gd name="connsiteX8" fmla="*/ 1657197 w 2455047"/>
              <a:gd name="connsiteY8" fmla="*/ 1743075 h 4210918"/>
              <a:gd name="connsiteX9" fmla="*/ 1457346 w 2455047"/>
              <a:gd name="connsiteY9" fmla="*/ 1827332 h 4210918"/>
              <a:gd name="connsiteX10" fmla="*/ 1356971 w 2455047"/>
              <a:gd name="connsiteY10" fmla="*/ 2222558 h 4210918"/>
              <a:gd name="connsiteX11" fmla="*/ 1149759 w 2455047"/>
              <a:gd name="connsiteY11" fmla="*/ 2601460 h 4210918"/>
              <a:gd name="connsiteX12" fmla="*/ 1133131 w 2455047"/>
              <a:gd name="connsiteY12" fmla="*/ 2834640 h 4210918"/>
              <a:gd name="connsiteX13" fmla="*/ 1024267 w 2455047"/>
              <a:gd name="connsiteY13" fmla="*/ 3114023 h 4210918"/>
              <a:gd name="connsiteX14" fmla="*/ 921924 w 2455047"/>
              <a:gd name="connsiteY14" fmla="*/ 3301023 h 4210918"/>
              <a:gd name="connsiteX15" fmla="*/ 645070 w 2455047"/>
              <a:gd name="connsiteY15" fmla="*/ 3571970 h 4210918"/>
              <a:gd name="connsiteX16" fmla="*/ 273024 w 2455047"/>
              <a:gd name="connsiteY16" fmla="*/ 3944207 h 4210918"/>
              <a:gd name="connsiteX17" fmla="*/ 0 w 2455047"/>
              <a:gd name="connsiteY17" fmla="*/ 4210918 h 4210918"/>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281722 w 2463745"/>
              <a:gd name="connsiteY16" fmla="*/ 3944207 h 4191249"/>
              <a:gd name="connsiteX17" fmla="*/ 0 w 2463745"/>
              <a:gd name="connsiteY17" fmla="*/ 4191249 h 4191249"/>
              <a:gd name="connsiteX0" fmla="*/ 1814104 w 2463745"/>
              <a:gd name="connsiteY0" fmla="*/ 0 h 4191249"/>
              <a:gd name="connsiteX1" fmla="*/ 1931547 w 2463745"/>
              <a:gd name="connsiteY1" fmla="*/ 244697 h 4191249"/>
              <a:gd name="connsiteX2" fmla="*/ 2015748 w 2463745"/>
              <a:gd name="connsiteY2" fmla="*/ 328994 h 4191249"/>
              <a:gd name="connsiteX3" fmla="*/ 2333502 w 2463745"/>
              <a:gd name="connsiteY3" fmla="*/ 603695 h 4191249"/>
              <a:gd name="connsiteX4" fmla="*/ 2462661 w 2463745"/>
              <a:gd name="connsiteY4" fmla="*/ 900494 h 4191249"/>
              <a:gd name="connsiteX5" fmla="*/ 2388461 w 2463745"/>
              <a:gd name="connsiteY5" fmla="*/ 1206913 h 4191249"/>
              <a:gd name="connsiteX6" fmla="*/ 2199485 w 2463745"/>
              <a:gd name="connsiteY6" fmla="*/ 1460659 h 4191249"/>
              <a:gd name="connsiteX7" fmla="*/ 1941072 w 2463745"/>
              <a:gd name="connsiteY7" fmla="*/ 1625822 h 4191249"/>
              <a:gd name="connsiteX8" fmla="*/ 1665895 w 2463745"/>
              <a:gd name="connsiteY8" fmla="*/ 1743075 h 4191249"/>
              <a:gd name="connsiteX9" fmla="*/ 1466044 w 2463745"/>
              <a:gd name="connsiteY9" fmla="*/ 1827332 h 4191249"/>
              <a:gd name="connsiteX10" fmla="*/ 1365669 w 2463745"/>
              <a:gd name="connsiteY10" fmla="*/ 2222558 h 4191249"/>
              <a:gd name="connsiteX11" fmla="*/ 1158457 w 2463745"/>
              <a:gd name="connsiteY11" fmla="*/ 2601460 h 4191249"/>
              <a:gd name="connsiteX12" fmla="*/ 1141829 w 2463745"/>
              <a:gd name="connsiteY12" fmla="*/ 2834640 h 4191249"/>
              <a:gd name="connsiteX13" fmla="*/ 1032965 w 2463745"/>
              <a:gd name="connsiteY13" fmla="*/ 3114023 h 4191249"/>
              <a:gd name="connsiteX14" fmla="*/ 930622 w 2463745"/>
              <a:gd name="connsiteY14" fmla="*/ 3301023 h 4191249"/>
              <a:gd name="connsiteX15" fmla="*/ 653768 w 2463745"/>
              <a:gd name="connsiteY15" fmla="*/ 3571970 h 4191249"/>
              <a:gd name="connsiteX16" fmla="*/ 345506 w 2463745"/>
              <a:gd name="connsiteY16" fmla="*/ 3944207 h 4191249"/>
              <a:gd name="connsiteX17" fmla="*/ 0 w 2463745"/>
              <a:gd name="connsiteY17" fmla="*/ 4191249 h 41912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10058 w 2459699"/>
              <a:gd name="connsiteY0" fmla="*/ 0 h 4246149"/>
              <a:gd name="connsiteX1" fmla="*/ 1927501 w 2459699"/>
              <a:gd name="connsiteY1" fmla="*/ 244697 h 4246149"/>
              <a:gd name="connsiteX2" fmla="*/ 2011702 w 2459699"/>
              <a:gd name="connsiteY2" fmla="*/ 328994 h 4246149"/>
              <a:gd name="connsiteX3" fmla="*/ 2329456 w 2459699"/>
              <a:gd name="connsiteY3" fmla="*/ 603695 h 4246149"/>
              <a:gd name="connsiteX4" fmla="*/ 2458615 w 2459699"/>
              <a:gd name="connsiteY4" fmla="*/ 900494 h 4246149"/>
              <a:gd name="connsiteX5" fmla="*/ 2384415 w 2459699"/>
              <a:gd name="connsiteY5" fmla="*/ 1206913 h 4246149"/>
              <a:gd name="connsiteX6" fmla="*/ 2195439 w 2459699"/>
              <a:gd name="connsiteY6" fmla="*/ 1460659 h 4246149"/>
              <a:gd name="connsiteX7" fmla="*/ 1937026 w 2459699"/>
              <a:gd name="connsiteY7" fmla="*/ 1625822 h 4246149"/>
              <a:gd name="connsiteX8" fmla="*/ 1661849 w 2459699"/>
              <a:gd name="connsiteY8" fmla="*/ 1743075 h 4246149"/>
              <a:gd name="connsiteX9" fmla="*/ 1461998 w 2459699"/>
              <a:gd name="connsiteY9" fmla="*/ 1827332 h 4246149"/>
              <a:gd name="connsiteX10" fmla="*/ 1361623 w 2459699"/>
              <a:gd name="connsiteY10" fmla="*/ 2222558 h 4246149"/>
              <a:gd name="connsiteX11" fmla="*/ 1154411 w 2459699"/>
              <a:gd name="connsiteY11" fmla="*/ 2601460 h 4246149"/>
              <a:gd name="connsiteX12" fmla="*/ 1137783 w 2459699"/>
              <a:gd name="connsiteY12" fmla="*/ 2834640 h 4246149"/>
              <a:gd name="connsiteX13" fmla="*/ 1028919 w 2459699"/>
              <a:gd name="connsiteY13" fmla="*/ 3114023 h 4246149"/>
              <a:gd name="connsiteX14" fmla="*/ 926576 w 2459699"/>
              <a:gd name="connsiteY14" fmla="*/ 3301023 h 4246149"/>
              <a:gd name="connsiteX15" fmla="*/ 649722 w 2459699"/>
              <a:gd name="connsiteY15" fmla="*/ 3571970 h 4246149"/>
              <a:gd name="connsiteX16" fmla="*/ 341460 w 2459699"/>
              <a:gd name="connsiteY16" fmla="*/ 3944207 h 4246149"/>
              <a:gd name="connsiteX17" fmla="*/ 0 w 2459699"/>
              <a:gd name="connsiteY17" fmla="*/ 4246149 h 4246149"/>
              <a:gd name="connsiteX0" fmla="*/ 1834335 w 2483976"/>
              <a:gd name="connsiteY0" fmla="*/ 0 h 4479474"/>
              <a:gd name="connsiteX1" fmla="*/ 1951778 w 2483976"/>
              <a:gd name="connsiteY1" fmla="*/ 244697 h 4479474"/>
              <a:gd name="connsiteX2" fmla="*/ 2035979 w 2483976"/>
              <a:gd name="connsiteY2" fmla="*/ 328994 h 4479474"/>
              <a:gd name="connsiteX3" fmla="*/ 2353733 w 2483976"/>
              <a:gd name="connsiteY3" fmla="*/ 603695 h 4479474"/>
              <a:gd name="connsiteX4" fmla="*/ 2482892 w 2483976"/>
              <a:gd name="connsiteY4" fmla="*/ 900494 h 4479474"/>
              <a:gd name="connsiteX5" fmla="*/ 2408692 w 2483976"/>
              <a:gd name="connsiteY5" fmla="*/ 1206913 h 4479474"/>
              <a:gd name="connsiteX6" fmla="*/ 2219716 w 2483976"/>
              <a:gd name="connsiteY6" fmla="*/ 1460659 h 4479474"/>
              <a:gd name="connsiteX7" fmla="*/ 1961303 w 2483976"/>
              <a:gd name="connsiteY7" fmla="*/ 1625822 h 4479474"/>
              <a:gd name="connsiteX8" fmla="*/ 1686126 w 2483976"/>
              <a:gd name="connsiteY8" fmla="*/ 1743075 h 4479474"/>
              <a:gd name="connsiteX9" fmla="*/ 1486275 w 2483976"/>
              <a:gd name="connsiteY9" fmla="*/ 1827332 h 4479474"/>
              <a:gd name="connsiteX10" fmla="*/ 1385900 w 2483976"/>
              <a:gd name="connsiteY10" fmla="*/ 2222558 h 4479474"/>
              <a:gd name="connsiteX11" fmla="*/ 1178688 w 2483976"/>
              <a:gd name="connsiteY11" fmla="*/ 2601460 h 4479474"/>
              <a:gd name="connsiteX12" fmla="*/ 1162060 w 2483976"/>
              <a:gd name="connsiteY12" fmla="*/ 2834640 h 4479474"/>
              <a:gd name="connsiteX13" fmla="*/ 1053196 w 2483976"/>
              <a:gd name="connsiteY13" fmla="*/ 3114023 h 4479474"/>
              <a:gd name="connsiteX14" fmla="*/ 950853 w 2483976"/>
              <a:gd name="connsiteY14" fmla="*/ 3301023 h 4479474"/>
              <a:gd name="connsiteX15" fmla="*/ 673999 w 2483976"/>
              <a:gd name="connsiteY15" fmla="*/ 3571970 h 4479474"/>
              <a:gd name="connsiteX16" fmla="*/ 365737 w 2483976"/>
              <a:gd name="connsiteY16" fmla="*/ 3944207 h 4479474"/>
              <a:gd name="connsiteX17" fmla="*/ 0 w 2483976"/>
              <a:gd name="connsiteY17" fmla="*/ 4479474 h 4479474"/>
              <a:gd name="connsiteX0" fmla="*/ 1532222 w 2483976"/>
              <a:gd name="connsiteY0" fmla="*/ 0 h 5453688"/>
              <a:gd name="connsiteX1" fmla="*/ 1951778 w 2483976"/>
              <a:gd name="connsiteY1" fmla="*/ 1218911 h 5453688"/>
              <a:gd name="connsiteX2" fmla="*/ 2035979 w 2483976"/>
              <a:gd name="connsiteY2" fmla="*/ 1303208 h 5453688"/>
              <a:gd name="connsiteX3" fmla="*/ 2353733 w 2483976"/>
              <a:gd name="connsiteY3" fmla="*/ 1577909 h 5453688"/>
              <a:gd name="connsiteX4" fmla="*/ 2482892 w 2483976"/>
              <a:gd name="connsiteY4" fmla="*/ 1874708 h 5453688"/>
              <a:gd name="connsiteX5" fmla="*/ 2408692 w 2483976"/>
              <a:gd name="connsiteY5" fmla="*/ 2181127 h 5453688"/>
              <a:gd name="connsiteX6" fmla="*/ 2219716 w 2483976"/>
              <a:gd name="connsiteY6" fmla="*/ 2434873 h 5453688"/>
              <a:gd name="connsiteX7" fmla="*/ 1961303 w 2483976"/>
              <a:gd name="connsiteY7" fmla="*/ 2600036 h 5453688"/>
              <a:gd name="connsiteX8" fmla="*/ 1686126 w 2483976"/>
              <a:gd name="connsiteY8" fmla="*/ 2717289 h 5453688"/>
              <a:gd name="connsiteX9" fmla="*/ 1486275 w 2483976"/>
              <a:gd name="connsiteY9" fmla="*/ 2801546 h 5453688"/>
              <a:gd name="connsiteX10" fmla="*/ 1385900 w 2483976"/>
              <a:gd name="connsiteY10" fmla="*/ 3196772 h 5453688"/>
              <a:gd name="connsiteX11" fmla="*/ 1178688 w 2483976"/>
              <a:gd name="connsiteY11" fmla="*/ 3575674 h 5453688"/>
              <a:gd name="connsiteX12" fmla="*/ 1162060 w 2483976"/>
              <a:gd name="connsiteY12" fmla="*/ 3808854 h 5453688"/>
              <a:gd name="connsiteX13" fmla="*/ 1053196 w 2483976"/>
              <a:gd name="connsiteY13" fmla="*/ 4088237 h 5453688"/>
              <a:gd name="connsiteX14" fmla="*/ 950853 w 2483976"/>
              <a:gd name="connsiteY14" fmla="*/ 4275237 h 5453688"/>
              <a:gd name="connsiteX15" fmla="*/ 673999 w 2483976"/>
              <a:gd name="connsiteY15" fmla="*/ 4546184 h 5453688"/>
              <a:gd name="connsiteX16" fmla="*/ 365737 w 2483976"/>
              <a:gd name="connsiteY16" fmla="*/ 4918421 h 5453688"/>
              <a:gd name="connsiteX17" fmla="*/ 0 w 2483976"/>
              <a:gd name="connsiteY17" fmla="*/ 5453688 h 5453688"/>
              <a:gd name="connsiteX0" fmla="*/ 1532222 w 2483976"/>
              <a:gd name="connsiteY0" fmla="*/ 0 h 5453688"/>
              <a:gd name="connsiteX1" fmla="*/ 1158791 w 2483976"/>
              <a:gd name="connsiteY1" fmla="*/ 1014586 h 5453688"/>
              <a:gd name="connsiteX2" fmla="*/ 2035979 w 2483976"/>
              <a:gd name="connsiteY2" fmla="*/ 1303208 h 5453688"/>
              <a:gd name="connsiteX3" fmla="*/ 2353733 w 2483976"/>
              <a:gd name="connsiteY3" fmla="*/ 1577909 h 5453688"/>
              <a:gd name="connsiteX4" fmla="*/ 2482892 w 2483976"/>
              <a:gd name="connsiteY4" fmla="*/ 1874708 h 5453688"/>
              <a:gd name="connsiteX5" fmla="*/ 2408692 w 2483976"/>
              <a:gd name="connsiteY5" fmla="*/ 2181127 h 5453688"/>
              <a:gd name="connsiteX6" fmla="*/ 2219716 w 2483976"/>
              <a:gd name="connsiteY6" fmla="*/ 2434873 h 5453688"/>
              <a:gd name="connsiteX7" fmla="*/ 1961303 w 2483976"/>
              <a:gd name="connsiteY7" fmla="*/ 2600036 h 5453688"/>
              <a:gd name="connsiteX8" fmla="*/ 1686126 w 2483976"/>
              <a:gd name="connsiteY8" fmla="*/ 2717289 h 5453688"/>
              <a:gd name="connsiteX9" fmla="*/ 1486275 w 2483976"/>
              <a:gd name="connsiteY9" fmla="*/ 2801546 h 5453688"/>
              <a:gd name="connsiteX10" fmla="*/ 1385900 w 2483976"/>
              <a:gd name="connsiteY10" fmla="*/ 3196772 h 5453688"/>
              <a:gd name="connsiteX11" fmla="*/ 1178688 w 2483976"/>
              <a:gd name="connsiteY11" fmla="*/ 3575674 h 5453688"/>
              <a:gd name="connsiteX12" fmla="*/ 1162060 w 2483976"/>
              <a:gd name="connsiteY12" fmla="*/ 3808854 h 5453688"/>
              <a:gd name="connsiteX13" fmla="*/ 1053196 w 2483976"/>
              <a:gd name="connsiteY13" fmla="*/ 4088237 h 5453688"/>
              <a:gd name="connsiteX14" fmla="*/ 950853 w 2483976"/>
              <a:gd name="connsiteY14" fmla="*/ 4275237 h 5453688"/>
              <a:gd name="connsiteX15" fmla="*/ 673999 w 2483976"/>
              <a:gd name="connsiteY15" fmla="*/ 4546184 h 5453688"/>
              <a:gd name="connsiteX16" fmla="*/ 365737 w 2483976"/>
              <a:gd name="connsiteY16" fmla="*/ 4918421 h 5453688"/>
              <a:gd name="connsiteX17" fmla="*/ 0 w 2483976"/>
              <a:gd name="connsiteY17" fmla="*/ 5453688 h 5453688"/>
              <a:gd name="connsiteX0" fmla="*/ 1166485 w 2118239"/>
              <a:gd name="connsiteY0" fmla="*/ 0 h 4918422"/>
              <a:gd name="connsiteX1" fmla="*/ 793054 w 2118239"/>
              <a:gd name="connsiteY1" fmla="*/ 1014586 h 4918422"/>
              <a:gd name="connsiteX2" fmla="*/ 1670242 w 2118239"/>
              <a:gd name="connsiteY2" fmla="*/ 1303208 h 4918422"/>
              <a:gd name="connsiteX3" fmla="*/ 1987996 w 2118239"/>
              <a:gd name="connsiteY3" fmla="*/ 1577909 h 4918422"/>
              <a:gd name="connsiteX4" fmla="*/ 2117155 w 2118239"/>
              <a:gd name="connsiteY4" fmla="*/ 1874708 h 4918422"/>
              <a:gd name="connsiteX5" fmla="*/ 2042955 w 2118239"/>
              <a:gd name="connsiteY5" fmla="*/ 2181127 h 4918422"/>
              <a:gd name="connsiteX6" fmla="*/ 1853979 w 2118239"/>
              <a:gd name="connsiteY6" fmla="*/ 2434873 h 4918422"/>
              <a:gd name="connsiteX7" fmla="*/ 1595566 w 2118239"/>
              <a:gd name="connsiteY7" fmla="*/ 2600036 h 4918422"/>
              <a:gd name="connsiteX8" fmla="*/ 1320389 w 2118239"/>
              <a:gd name="connsiteY8" fmla="*/ 2717289 h 4918422"/>
              <a:gd name="connsiteX9" fmla="*/ 1120538 w 2118239"/>
              <a:gd name="connsiteY9" fmla="*/ 2801546 h 4918422"/>
              <a:gd name="connsiteX10" fmla="*/ 1020163 w 2118239"/>
              <a:gd name="connsiteY10" fmla="*/ 3196772 h 4918422"/>
              <a:gd name="connsiteX11" fmla="*/ 812951 w 2118239"/>
              <a:gd name="connsiteY11" fmla="*/ 3575674 h 4918422"/>
              <a:gd name="connsiteX12" fmla="*/ 796323 w 2118239"/>
              <a:gd name="connsiteY12" fmla="*/ 3808854 h 4918422"/>
              <a:gd name="connsiteX13" fmla="*/ 687459 w 2118239"/>
              <a:gd name="connsiteY13" fmla="*/ 4088237 h 4918422"/>
              <a:gd name="connsiteX14" fmla="*/ 585116 w 2118239"/>
              <a:gd name="connsiteY14" fmla="*/ 4275237 h 4918422"/>
              <a:gd name="connsiteX15" fmla="*/ 308262 w 2118239"/>
              <a:gd name="connsiteY15" fmla="*/ 4546184 h 4918422"/>
              <a:gd name="connsiteX16" fmla="*/ 0 w 2118239"/>
              <a:gd name="connsiteY16" fmla="*/ 4918421 h 4918422"/>
              <a:gd name="connsiteX0" fmla="*/ 858223 w 1809977"/>
              <a:gd name="connsiteY0" fmla="*/ 0 h 4546184"/>
              <a:gd name="connsiteX1" fmla="*/ 484792 w 1809977"/>
              <a:gd name="connsiteY1" fmla="*/ 1014586 h 4546184"/>
              <a:gd name="connsiteX2" fmla="*/ 1361980 w 1809977"/>
              <a:gd name="connsiteY2" fmla="*/ 1303208 h 4546184"/>
              <a:gd name="connsiteX3" fmla="*/ 1679734 w 1809977"/>
              <a:gd name="connsiteY3" fmla="*/ 1577909 h 4546184"/>
              <a:gd name="connsiteX4" fmla="*/ 1808893 w 1809977"/>
              <a:gd name="connsiteY4" fmla="*/ 1874708 h 4546184"/>
              <a:gd name="connsiteX5" fmla="*/ 1734693 w 1809977"/>
              <a:gd name="connsiteY5" fmla="*/ 2181127 h 4546184"/>
              <a:gd name="connsiteX6" fmla="*/ 1545717 w 1809977"/>
              <a:gd name="connsiteY6" fmla="*/ 2434873 h 4546184"/>
              <a:gd name="connsiteX7" fmla="*/ 1287304 w 1809977"/>
              <a:gd name="connsiteY7" fmla="*/ 2600036 h 4546184"/>
              <a:gd name="connsiteX8" fmla="*/ 1012127 w 1809977"/>
              <a:gd name="connsiteY8" fmla="*/ 2717289 h 4546184"/>
              <a:gd name="connsiteX9" fmla="*/ 812276 w 1809977"/>
              <a:gd name="connsiteY9" fmla="*/ 2801546 h 4546184"/>
              <a:gd name="connsiteX10" fmla="*/ 711901 w 1809977"/>
              <a:gd name="connsiteY10" fmla="*/ 3196772 h 4546184"/>
              <a:gd name="connsiteX11" fmla="*/ 504689 w 1809977"/>
              <a:gd name="connsiteY11" fmla="*/ 3575674 h 4546184"/>
              <a:gd name="connsiteX12" fmla="*/ 488061 w 1809977"/>
              <a:gd name="connsiteY12" fmla="*/ 3808854 h 4546184"/>
              <a:gd name="connsiteX13" fmla="*/ 379197 w 1809977"/>
              <a:gd name="connsiteY13" fmla="*/ 4088237 h 4546184"/>
              <a:gd name="connsiteX14" fmla="*/ 276854 w 1809977"/>
              <a:gd name="connsiteY14" fmla="*/ 4275237 h 4546184"/>
              <a:gd name="connsiteX15" fmla="*/ 0 w 1809977"/>
              <a:gd name="connsiteY15" fmla="*/ 4546184 h 4546184"/>
              <a:gd name="connsiteX0" fmla="*/ 581369 w 1533123"/>
              <a:gd name="connsiteY0" fmla="*/ 0 h 4275237"/>
              <a:gd name="connsiteX1" fmla="*/ 207938 w 1533123"/>
              <a:gd name="connsiteY1" fmla="*/ 1014586 h 4275237"/>
              <a:gd name="connsiteX2" fmla="*/ 1085126 w 1533123"/>
              <a:gd name="connsiteY2" fmla="*/ 1303208 h 4275237"/>
              <a:gd name="connsiteX3" fmla="*/ 1402880 w 1533123"/>
              <a:gd name="connsiteY3" fmla="*/ 1577909 h 4275237"/>
              <a:gd name="connsiteX4" fmla="*/ 1532039 w 1533123"/>
              <a:gd name="connsiteY4" fmla="*/ 1874708 h 4275237"/>
              <a:gd name="connsiteX5" fmla="*/ 1457839 w 1533123"/>
              <a:gd name="connsiteY5" fmla="*/ 2181127 h 4275237"/>
              <a:gd name="connsiteX6" fmla="*/ 1268863 w 1533123"/>
              <a:gd name="connsiteY6" fmla="*/ 2434873 h 4275237"/>
              <a:gd name="connsiteX7" fmla="*/ 1010450 w 1533123"/>
              <a:gd name="connsiteY7" fmla="*/ 2600036 h 4275237"/>
              <a:gd name="connsiteX8" fmla="*/ 735273 w 1533123"/>
              <a:gd name="connsiteY8" fmla="*/ 2717289 h 4275237"/>
              <a:gd name="connsiteX9" fmla="*/ 535422 w 1533123"/>
              <a:gd name="connsiteY9" fmla="*/ 2801546 h 4275237"/>
              <a:gd name="connsiteX10" fmla="*/ 435047 w 1533123"/>
              <a:gd name="connsiteY10" fmla="*/ 3196772 h 4275237"/>
              <a:gd name="connsiteX11" fmla="*/ 227835 w 1533123"/>
              <a:gd name="connsiteY11" fmla="*/ 3575674 h 4275237"/>
              <a:gd name="connsiteX12" fmla="*/ 211207 w 1533123"/>
              <a:gd name="connsiteY12" fmla="*/ 3808854 h 4275237"/>
              <a:gd name="connsiteX13" fmla="*/ 102343 w 1533123"/>
              <a:gd name="connsiteY13" fmla="*/ 4088237 h 4275237"/>
              <a:gd name="connsiteX14" fmla="*/ 0 w 1533123"/>
              <a:gd name="connsiteY14" fmla="*/ 4275237 h 4275237"/>
              <a:gd name="connsiteX0" fmla="*/ 479026 w 1430780"/>
              <a:gd name="connsiteY0" fmla="*/ 0 h 4088237"/>
              <a:gd name="connsiteX1" fmla="*/ 105595 w 1430780"/>
              <a:gd name="connsiteY1" fmla="*/ 1014586 h 4088237"/>
              <a:gd name="connsiteX2" fmla="*/ 982783 w 1430780"/>
              <a:gd name="connsiteY2" fmla="*/ 1303208 h 4088237"/>
              <a:gd name="connsiteX3" fmla="*/ 1300537 w 1430780"/>
              <a:gd name="connsiteY3" fmla="*/ 1577909 h 4088237"/>
              <a:gd name="connsiteX4" fmla="*/ 1429696 w 1430780"/>
              <a:gd name="connsiteY4" fmla="*/ 1874708 h 4088237"/>
              <a:gd name="connsiteX5" fmla="*/ 1355496 w 1430780"/>
              <a:gd name="connsiteY5" fmla="*/ 2181127 h 4088237"/>
              <a:gd name="connsiteX6" fmla="*/ 1166520 w 1430780"/>
              <a:gd name="connsiteY6" fmla="*/ 2434873 h 4088237"/>
              <a:gd name="connsiteX7" fmla="*/ 908107 w 1430780"/>
              <a:gd name="connsiteY7" fmla="*/ 2600036 h 4088237"/>
              <a:gd name="connsiteX8" fmla="*/ 632930 w 1430780"/>
              <a:gd name="connsiteY8" fmla="*/ 2717289 h 4088237"/>
              <a:gd name="connsiteX9" fmla="*/ 433079 w 1430780"/>
              <a:gd name="connsiteY9" fmla="*/ 2801546 h 4088237"/>
              <a:gd name="connsiteX10" fmla="*/ 332704 w 1430780"/>
              <a:gd name="connsiteY10" fmla="*/ 3196772 h 4088237"/>
              <a:gd name="connsiteX11" fmla="*/ 125492 w 1430780"/>
              <a:gd name="connsiteY11" fmla="*/ 3575674 h 4088237"/>
              <a:gd name="connsiteX12" fmla="*/ 108864 w 1430780"/>
              <a:gd name="connsiteY12" fmla="*/ 3808854 h 4088237"/>
              <a:gd name="connsiteX13" fmla="*/ 0 w 1430780"/>
              <a:gd name="connsiteY13" fmla="*/ 4088237 h 4088237"/>
              <a:gd name="connsiteX0" fmla="*/ 383563 w 1335317"/>
              <a:gd name="connsiteY0" fmla="*/ 0 h 3808854"/>
              <a:gd name="connsiteX1" fmla="*/ 10132 w 1335317"/>
              <a:gd name="connsiteY1" fmla="*/ 1014586 h 3808854"/>
              <a:gd name="connsiteX2" fmla="*/ 887320 w 1335317"/>
              <a:gd name="connsiteY2" fmla="*/ 1303208 h 3808854"/>
              <a:gd name="connsiteX3" fmla="*/ 1205074 w 1335317"/>
              <a:gd name="connsiteY3" fmla="*/ 1577909 h 3808854"/>
              <a:gd name="connsiteX4" fmla="*/ 1334233 w 1335317"/>
              <a:gd name="connsiteY4" fmla="*/ 1874708 h 3808854"/>
              <a:gd name="connsiteX5" fmla="*/ 1260033 w 1335317"/>
              <a:gd name="connsiteY5" fmla="*/ 2181127 h 3808854"/>
              <a:gd name="connsiteX6" fmla="*/ 1071057 w 1335317"/>
              <a:gd name="connsiteY6" fmla="*/ 2434873 h 3808854"/>
              <a:gd name="connsiteX7" fmla="*/ 812644 w 1335317"/>
              <a:gd name="connsiteY7" fmla="*/ 2600036 h 3808854"/>
              <a:gd name="connsiteX8" fmla="*/ 537467 w 1335317"/>
              <a:gd name="connsiteY8" fmla="*/ 2717289 h 3808854"/>
              <a:gd name="connsiteX9" fmla="*/ 337616 w 1335317"/>
              <a:gd name="connsiteY9" fmla="*/ 2801546 h 3808854"/>
              <a:gd name="connsiteX10" fmla="*/ 237241 w 1335317"/>
              <a:gd name="connsiteY10" fmla="*/ 3196772 h 3808854"/>
              <a:gd name="connsiteX11" fmla="*/ 30029 w 1335317"/>
              <a:gd name="connsiteY11" fmla="*/ 3575674 h 3808854"/>
              <a:gd name="connsiteX12" fmla="*/ 13401 w 1335317"/>
              <a:gd name="connsiteY12" fmla="*/ 3808854 h 3808854"/>
              <a:gd name="connsiteX0" fmla="*/ 383563 w 1335317"/>
              <a:gd name="connsiteY0" fmla="*/ 0 h 3575673"/>
              <a:gd name="connsiteX1" fmla="*/ 10132 w 1335317"/>
              <a:gd name="connsiteY1" fmla="*/ 1014586 h 3575673"/>
              <a:gd name="connsiteX2" fmla="*/ 887320 w 1335317"/>
              <a:gd name="connsiteY2" fmla="*/ 1303208 h 3575673"/>
              <a:gd name="connsiteX3" fmla="*/ 1205074 w 1335317"/>
              <a:gd name="connsiteY3" fmla="*/ 1577909 h 3575673"/>
              <a:gd name="connsiteX4" fmla="*/ 1334233 w 1335317"/>
              <a:gd name="connsiteY4" fmla="*/ 1874708 h 3575673"/>
              <a:gd name="connsiteX5" fmla="*/ 1260033 w 1335317"/>
              <a:gd name="connsiteY5" fmla="*/ 2181127 h 3575673"/>
              <a:gd name="connsiteX6" fmla="*/ 1071057 w 1335317"/>
              <a:gd name="connsiteY6" fmla="*/ 2434873 h 3575673"/>
              <a:gd name="connsiteX7" fmla="*/ 812644 w 1335317"/>
              <a:gd name="connsiteY7" fmla="*/ 2600036 h 3575673"/>
              <a:gd name="connsiteX8" fmla="*/ 537467 w 1335317"/>
              <a:gd name="connsiteY8" fmla="*/ 2717289 h 3575673"/>
              <a:gd name="connsiteX9" fmla="*/ 337616 w 1335317"/>
              <a:gd name="connsiteY9" fmla="*/ 2801546 h 3575673"/>
              <a:gd name="connsiteX10" fmla="*/ 237241 w 1335317"/>
              <a:gd name="connsiteY10" fmla="*/ 3196772 h 3575673"/>
              <a:gd name="connsiteX11" fmla="*/ 30029 w 1335317"/>
              <a:gd name="connsiteY11" fmla="*/ 3575674 h 3575673"/>
              <a:gd name="connsiteX0" fmla="*/ 383563 w 1335317"/>
              <a:gd name="connsiteY0" fmla="*/ 0 h 3561634"/>
              <a:gd name="connsiteX1" fmla="*/ 10132 w 1335317"/>
              <a:gd name="connsiteY1" fmla="*/ 1014586 h 3561634"/>
              <a:gd name="connsiteX2" fmla="*/ 887320 w 1335317"/>
              <a:gd name="connsiteY2" fmla="*/ 1303208 h 3561634"/>
              <a:gd name="connsiteX3" fmla="*/ 1205074 w 1335317"/>
              <a:gd name="connsiteY3" fmla="*/ 1577909 h 3561634"/>
              <a:gd name="connsiteX4" fmla="*/ 1334233 w 1335317"/>
              <a:gd name="connsiteY4" fmla="*/ 1874708 h 3561634"/>
              <a:gd name="connsiteX5" fmla="*/ 1260033 w 1335317"/>
              <a:gd name="connsiteY5" fmla="*/ 2181127 h 3561634"/>
              <a:gd name="connsiteX6" fmla="*/ 1071057 w 1335317"/>
              <a:gd name="connsiteY6" fmla="*/ 2434873 h 3561634"/>
              <a:gd name="connsiteX7" fmla="*/ 812644 w 1335317"/>
              <a:gd name="connsiteY7" fmla="*/ 2600036 h 3561634"/>
              <a:gd name="connsiteX8" fmla="*/ 537467 w 1335317"/>
              <a:gd name="connsiteY8" fmla="*/ 2717289 h 3561634"/>
              <a:gd name="connsiteX9" fmla="*/ 337616 w 1335317"/>
              <a:gd name="connsiteY9" fmla="*/ 2801546 h 3561634"/>
              <a:gd name="connsiteX10" fmla="*/ 237241 w 1335317"/>
              <a:gd name="connsiteY10" fmla="*/ 3196772 h 3561634"/>
              <a:gd name="connsiteX11" fmla="*/ 79361 w 1335317"/>
              <a:gd name="connsiteY11" fmla="*/ 3561634 h 3561634"/>
              <a:gd name="connsiteX0" fmla="*/ 399854 w 1351608"/>
              <a:gd name="connsiteY0" fmla="*/ 0 h 3561634"/>
              <a:gd name="connsiteX1" fmla="*/ 243671 w 1351608"/>
              <a:gd name="connsiteY1" fmla="*/ 459502 h 3561634"/>
              <a:gd name="connsiteX2" fmla="*/ 26423 w 1351608"/>
              <a:gd name="connsiteY2" fmla="*/ 1014586 h 3561634"/>
              <a:gd name="connsiteX3" fmla="*/ 903611 w 1351608"/>
              <a:gd name="connsiteY3" fmla="*/ 1303208 h 3561634"/>
              <a:gd name="connsiteX4" fmla="*/ 1221365 w 1351608"/>
              <a:gd name="connsiteY4" fmla="*/ 1577909 h 3561634"/>
              <a:gd name="connsiteX5" fmla="*/ 1350524 w 1351608"/>
              <a:gd name="connsiteY5" fmla="*/ 1874708 h 3561634"/>
              <a:gd name="connsiteX6" fmla="*/ 1276324 w 1351608"/>
              <a:gd name="connsiteY6" fmla="*/ 2181127 h 3561634"/>
              <a:gd name="connsiteX7" fmla="*/ 1087348 w 1351608"/>
              <a:gd name="connsiteY7" fmla="*/ 2434873 h 3561634"/>
              <a:gd name="connsiteX8" fmla="*/ 828935 w 1351608"/>
              <a:gd name="connsiteY8" fmla="*/ 2600036 h 3561634"/>
              <a:gd name="connsiteX9" fmla="*/ 553758 w 1351608"/>
              <a:gd name="connsiteY9" fmla="*/ 2717289 h 3561634"/>
              <a:gd name="connsiteX10" fmla="*/ 353907 w 1351608"/>
              <a:gd name="connsiteY10" fmla="*/ 2801546 h 3561634"/>
              <a:gd name="connsiteX11" fmla="*/ 253532 w 1351608"/>
              <a:gd name="connsiteY11" fmla="*/ 3196772 h 3561634"/>
              <a:gd name="connsiteX12" fmla="*/ 95652 w 1351608"/>
              <a:gd name="connsiteY12" fmla="*/ 3561634 h 3561634"/>
              <a:gd name="connsiteX0" fmla="*/ 373640 w 1325394"/>
              <a:gd name="connsiteY0" fmla="*/ 0 h 3561634"/>
              <a:gd name="connsiteX1" fmla="*/ 217457 w 1325394"/>
              <a:gd name="connsiteY1" fmla="*/ 459502 h 3561634"/>
              <a:gd name="connsiteX2" fmla="*/ 209 w 1325394"/>
              <a:gd name="connsiteY2" fmla="*/ 1014586 h 3561634"/>
              <a:gd name="connsiteX3" fmla="*/ 193840 w 1325394"/>
              <a:gd name="connsiteY3" fmla="*/ 1207619 h 3561634"/>
              <a:gd name="connsiteX4" fmla="*/ 877397 w 1325394"/>
              <a:gd name="connsiteY4" fmla="*/ 1303208 h 3561634"/>
              <a:gd name="connsiteX5" fmla="*/ 1195151 w 1325394"/>
              <a:gd name="connsiteY5" fmla="*/ 1577909 h 3561634"/>
              <a:gd name="connsiteX6" fmla="*/ 1324310 w 1325394"/>
              <a:gd name="connsiteY6" fmla="*/ 1874708 h 3561634"/>
              <a:gd name="connsiteX7" fmla="*/ 1250110 w 1325394"/>
              <a:gd name="connsiteY7" fmla="*/ 2181127 h 3561634"/>
              <a:gd name="connsiteX8" fmla="*/ 1061134 w 1325394"/>
              <a:gd name="connsiteY8" fmla="*/ 2434873 h 3561634"/>
              <a:gd name="connsiteX9" fmla="*/ 802721 w 1325394"/>
              <a:gd name="connsiteY9" fmla="*/ 2600036 h 3561634"/>
              <a:gd name="connsiteX10" fmla="*/ 527544 w 1325394"/>
              <a:gd name="connsiteY10" fmla="*/ 2717289 h 3561634"/>
              <a:gd name="connsiteX11" fmla="*/ 327693 w 1325394"/>
              <a:gd name="connsiteY11" fmla="*/ 2801546 h 3561634"/>
              <a:gd name="connsiteX12" fmla="*/ 227318 w 1325394"/>
              <a:gd name="connsiteY12" fmla="*/ 3196772 h 3561634"/>
              <a:gd name="connsiteX13" fmla="*/ 69438 w 1325394"/>
              <a:gd name="connsiteY13" fmla="*/ 3561634 h 3561634"/>
              <a:gd name="connsiteX0" fmla="*/ 395394 w 1347148"/>
              <a:gd name="connsiteY0" fmla="*/ 0 h 3561634"/>
              <a:gd name="connsiteX1" fmla="*/ 239211 w 1347148"/>
              <a:gd name="connsiteY1" fmla="*/ 459502 h 3561634"/>
              <a:gd name="connsiteX2" fmla="*/ 150 w 1347148"/>
              <a:gd name="connsiteY2" fmla="*/ 857686 h 3561634"/>
              <a:gd name="connsiteX3" fmla="*/ 215594 w 1347148"/>
              <a:gd name="connsiteY3" fmla="*/ 1207619 h 3561634"/>
              <a:gd name="connsiteX4" fmla="*/ 899151 w 1347148"/>
              <a:gd name="connsiteY4" fmla="*/ 1303208 h 3561634"/>
              <a:gd name="connsiteX5" fmla="*/ 1216905 w 1347148"/>
              <a:gd name="connsiteY5" fmla="*/ 1577909 h 3561634"/>
              <a:gd name="connsiteX6" fmla="*/ 1346064 w 1347148"/>
              <a:gd name="connsiteY6" fmla="*/ 1874708 h 3561634"/>
              <a:gd name="connsiteX7" fmla="*/ 1271864 w 1347148"/>
              <a:gd name="connsiteY7" fmla="*/ 2181127 h 3561634"/>
              <a:gd name="connsiteX8" fmla="*/ 1082888 w 1347148"/>
              <a:gd name="connsiteY8" fmla="*/ 2434873 h 3561634"/>
              <a:gd name="connsiteX9" fmla="*/ 824475 w 1347148"/>
              <a:gd name="connsiteY9" fmla="*/ 2600036 h 3561634"/>
              <a:gd name="connsiteX10" fmla="*/ 549298 w 1347148"/>
              <a:gd name="connsiteY10" fmla="*/ 2717289 h 3561634"/>
              <a:gd name="connsiteX11" fmla="*/ 349447 w 1347148"/>
              <a:gd name="connsiteY11" fmla="*/ 2801546 h 3561634"/>
              <a:gd name="connsiteX12" fmla="*/ 249072 w 1347148"/>
              <a:gd name="connsiteY12" fmla="*/ 3196772 h 3561634"/>
              <a:gd name="connsiteX13" fmla="*/ 91192 w 1347148"/>
              <a:gd name="connsiteY13" fmla="*/ 3561634 h 3561634"/>
              <a:gd name="connsiteX0" fmla="*/ 410707 w 1362461"/>
              <a:gd name="connsiteY0" fmla="*/ 0 h 3561634"/>
              <a:gd name="connsiteX1" fmla="*/ 254524 w 1362461"/>
              <a:gd name="connsiteY1" fmla="*/ 459502 h 3561634"/>
              <a:gd name="connsiteX2" fmla="*/ 15463 w 1362461"/>
              <a:gd name="connsiteY2" fmla="*/ 857686 h 3561634"/>
              <a:gd name="connsiteX3" fmla="*/ 119870 w 1362461"/>
              <a:gd name="connsiteY3" fmla="*/ 1209565 h 3561634"/>
              <a:gd name="connsiteX4" fmla="*/ 914464 w 1362461"/>
              <a:gd name="connsiteY4" fmla="*/ 1303208 h 3561634"/>
              <a:gd name="connsiteX5" fmla="*/ 1232218 w 1362461"/>
              <a:gd name="connsiteY5" fmla="*/ 1577909 h 3561634"/>
              <a:gd name="connsiteX6" fmla="*/ 1361377 w 1362461"/>
              <a:gd name="connsiteY6" fmla="*/ 1874708 h 3561634"/>
              <a:gd name="connsiteX7" fmla="*/ 1287177 w 1362461"/>
              <a:gd name="connsiteY7" fmla="*/ 2181127 h 3561634"/>
              <a:gd name="connsiteX8" fmla="*/ 1098201 w 1362461"/>
              <a:gd name="connsiteY8" fmla="*/ 2434873 h 3561634"/>
              <a:gd name="connsiteX9" fmla="*/ 839788 w 1362461"/>
              <a:gd name="connsiteY9" fmla="*/ 2600036 h 3561634"/>
              <a:gd name="connsiteX10" fmla="*/ 564611 w 1362461"/>
              <a:gd name="connsiteY10" fmla="*/ 2717289 h 3561634"/>
              <a:gd name="connsiteX11" fmla="*/ 364760 w 1362461"/>
              <a:gd name="connsiteY11" fmla="*/ 2801546 h 3561634"/>
              <a:gd name="connsiteX12" fmla="*/ 264385 w 1362461"/>
              <a:gd name="connsiteY12" fmla="*/ 3196772 h 3561634"/>
              <a:gd name="connsiteX13" fmla="*/ 106505 w 1362461"/>
              <a:gd name="connsiteY13" fmla="*/ 3561634 h 3561634"/>
              <a:gd name="connsiteX0" fmla="*/ 410707 w 1362461"/>
              <a:gd name="connsiteY0" fmla="*/ 0 h 3561634"/>
              <a:gd name="connsiteX1" fmla="*/ 254524 w 1362461"/>
              <a:gd name="connsiteY1" fmla="*/ 459502 h 3561634"/>
              <a:gd name="connsiteX2" fmla="*/ 15463 w 1362461"/>
              <a:gd name="connsiteY2" fmla="*/ 857686 h 3561634"/>
              <a:gd name="connsiteX3" fmla="*/ 119870 w 1362461"/>
              <a:gd name="connsiteY3" fmla="*/ 1209565 h 3561634"/>
              <a:gd name="connsiteX4" fmla="*/ 837195 w 1362461"/>
              <a:gd name="connsiteY4" fmla="*/ 1191747 h 3561634"/>
              <a:gd name="connsiteX5" fmla="*/ 1232218 w 1362461"/>
              <a:gd name="connsiteY5" fmla="*/ 1577909 h 3561634"/>
              <a:gd name="connsiteX6" fmla="*/ 1361377 w 1362461"/>
              <a:gd name="connsiteY6" fmla="*/ 1874708 h 3561634"/>
              <a:gd name="connsiteX7" fmla="*/ 1287177 w 1362461"/>
              <a:gd name="connsiteY7" fmla="*/ 2181127 h 3561634"/>
              <a:gd name="connsiteX8" fmla="*/ 1098201 w 1362461"/>
              <a:gd name="connsiteY8" fmla="*/ 2434873 h 3561634"/>
              <a:gd name="connsiteX9" fmla="*/ 839788 w 1362461"/>
              <a:gd name="connsiteY9" fmla="*/ 2600036 h 3561634"/>
              <a:gd name="connsiteX10" fmla="*/ 564611 w 1362461"/>
              <a:gd name="connsiteY10" fmla="*/ 2717289 h 3561634"/>
              <a:gd name="connsiteX11" fmla="*/ 364760 w 1362461"/>
              <a:gd name="connsiteY11" fmla="*/ 2801546 h 3561634"/>
              <a:gd name="connsiteX12" fmla="*/ 264385 w 1362461"/>
              <a:gd name="connsiteY12" fmla="*/ 3196772 h 3561634"/>
              <a:gd name="connsiteX13" fmla="*/ 106505 w 1362461"/>
              <a:gd name="connsiteY13" fmla="*/ 3561634 h 3561634"/>
              <a:gd name="connsiteX0" fmla="*/ 410707 w 1362461"/>
              <a:gd name="connsiteY0" fmla="*/ 0 h 3830893"/>
              <a:gd name="connsiteX1" fmla="*/ 254524 w 1362461"/>
              <a:gd name="connsiteY1" fmla="*/ 459502 h 3830893"/>
              <a:gd name="connsiteX2" fmla="*/ 15463 w 1362461"/>
              <a:gd name="connsiteY2" fmla="*/ 857686 h 3830893"/>
              <a:gd name="connsiteX3" fmla="*/ 119870 w 1362461"/>
              <a:gd name="connsiteY3" fmla="*/ 1209565 h 3830893"/>
              <a:gd name="connsiteX4" fmla="*/ 837195 w 1362461"/>
              <a:gd name="connsiteY4" fmla="*/ 1191747 h 3830893"/>
              <a:gd name="connsiteX5" fmla="*/ 1232218 w 1362461"/>
              <a:gd name="connsiteY5" fmla="*/ 1577909 h 3830893"/>
              <a:gd name="connsiteX6" fmla="*/ 1361377 w 1362461"/>
              <a:gd name="connsiteY6" fmla="*/ 1874708 h 3830893"/>
              <a:gd name="connsiteX7" fmla="*/ 1287177 w 1362461"/>
              <a:gd name="connsiteY7" fmla="*/ 2181127 h 3830893"/>
              <a:gd name="connsiteX8" fmla="*/ 1098201 w 1362461"/>
              <a:gd name="connsiteY8" fmla="*/ 2434873 h 3830893"/>
              <a:gd name="connsiteX9" fmla="*/ 839788 w 1362461"/>
              <a:gd name="connsiteY9" fmla="*/ 2600036 h 3830893"/>
              <a:gd name="connsiteX10" fmla="*/ 564611 w 1362461"/>
              <a:gd name="connsiteY10" fmla="*/ 2717289 h 3830893"/>
              <a:gd name="connsiteX11" fmla="*/ 364760 w 1362461"/>
              <a:gd name="connsiteY11" fmla="*/ 2801546 h 3830893"/>
              <a:gd name="connsiteX12" fmla="*/ 264385 w 1362461"/>
              <a:gd name="connsiteY12" fmla="*/ 3196772 h 3830893"/>
              <a:gd name="connsiteX13" fmla="*/ 194075 w 1362461"/>
              <a:gd name="connsiteY13" fmla="*/ 3830893 h 3830893"/>
              <a:gd name="connsiteX0" fmla="*/ 410707 w 1362461"/>
              <a:gd name="connsiteY0" fmla="*/ 0 h 3830893"/>
              <a:gd name="connsiteX1" fmla="*/ 254524 w 1362461"/>
              <a:gd name="connsiteY1" fmla="*/ 459502 h 3830893"/>
              <a:gd name="connsiteX2" fmla="*/ 15463 w 1362461"/>
              <a:gd name="connsiteY2" fmla="*/ 857686 h 3830893"/>
              <a:gd name="connsiteX3" fmla="*/ 119870 w 1362461"/>
              <a:gd name="connsiteY3" fmla="*/ 1209565 h 3830893"/>
              <a:gd name="connsiteX4" fmla="*/ 837195 w 1362461"/>
              <a:gd name="connsiteY4" fmla="*/ 1191747 h 3830893"/>
              <a:gd name="connsiteX5" fmla="*/ 1232218 w 1362461"/>
              <a:gd name="connsiteY5" fmla="*/ 1577909 h 3830893"/>
              <a:gd name="connsiteX6" fmla="*/ 1361377 w 1362461"/>
              <a:gd name="connsiteY6" fmla="*/ 1874708 h 3830893"/>
              <a:gd name="connsiteX7" fmla="*/ 1287177 w 1362461"/>
              <a:gd name="connsiteY7" fmla="*/ 2181127 h 3830893"/>
              <a:gd name="connsiteX8" fmla="*/ 1098201 w 1362461"/>
              <a:gd name="connsiteY8" fmla="*/ 2434873 h 3830893"/>
              <a:gd name="connsiteX9" fmla="*/ 839788 w 1362461"/>
              <a:gd name="connsiteY9" fmla="*/ 2600036 h 3830893"/>
              <a:gd name="connsiteX10" fmla="*/ 564611 w 1362461"/>
              <a:gd name="connsiteY10" fmla="*/ 2717289 h 3830893"/>
              <a:gd name="connsiteX11" fmla="*/ 364760 w 1362461"/>
              <a:gd name="connsiteY11" fmla="*/ 2801546 h 3830893"/>
              <a:gd name="connsiteX12" fmla="*/ 264385 w 1362461"/>
              <a:gd name="connsiteY12" fmla="*/ 3196772 h 3830893"/>
              <a:gd name="connsiteX13" fmla="*/ 337591 w 1362461"/>
              <a:gd name="connsiteY13" fmla="*/ 3671573 h 3830893"/>
              <a:gd name="connsiteX14" fmla="*/ 194075 w 1362461"/>
              <a:gd name="connsiteY14" fmla="*/ 3830893 h 3830893"/>
              <a:gd name="connsiteX0" fmla="*/ 410707 w 1362461"/>
              <a:gd name="connsiteY0" fmla="*/ 0 h 3830893"/>
              <a:gd name="connsiteX1" fmla="*/ 254524 w 1362461"/>
              <a:gd name="connsiteY1" fmla="*/ 459502 h 3830893"/>
              <a:gd name="connsiteX2" fmla="*/ 15463 w 1362461"/>
              <a:gd name="connsiteY2" fmla="*/ 857686 h 3830893"/>
              <a:gd name="connsiteX3" fmla="*/ 119870 w 1362461"/>
              <a:gd name="connsiteY3" fmla="*/ 1209565 h 3830893"/>
              <a:gd name="connsiteX4" fmla="*/ 837195 w 1362461"/>
              <a:gd name="connsiteY4" fmla="*/ 1191747 h 3830893"/>
              <a:gd name="connsiteX5" fmla="*/ 1232218 w 1362461"/>
              <a:gd name="connsiteY5" fmla="*/ 1577909 h 3830893"/>
              <a:gd name="connsiteX6" fmla="*/ 1361377 w 1362461"/>
              <a:gd name="connsiteY6" fmla="*/ 1874708 h 3830893"/>
              <a:gd name="connsiteX7" fmla="*/ 1287177 w 1362461"/>
              <a:gd name="connsiteY7" fmla="*/ 2181127 h 3830893"/>
              <a:gd name="connsiteX8" fmla="*/ 1098201 w 1362461"/>
              <a:gd name="connsiteY8" fmla="*/ 2434873 h 3830893"/>
              <a:gd name="connsiteX9" fmla="*/ 839788 w 1362461"/>
              <a:gd name="connsiteY9" fmla="*/ 2600036 h 3830893"/>
              <a:gd name="connsiteX10" fmla="*/ 564611 w 1362461"/>
              <a:gd name="connsiteY10" fmla="*/ 2717289 h 3830893"/>
              <a:gd name="connsiteX11" fmla="*/ 364760 w 1362461"/>
              <a:gd name="connsiteY11" fmla="*/ 2801546 h 3830893"/>
              <a:gd name="connsiteX12" fmla="*/ 357640 w 1362461"/>
              <a:gd name="connsiteY12" fmla="*/ 3274367 h 3830893"/>
              <a:gd name="connsiteX13" fmla="*/ 337591 w 1362461"/>
              <a:gd name="connsiteY13" fmla="*/ 3671573 h 3830893"/>
              <a:gd name="connsiteX14" fmla="*/ 194075 w 1362461"/>
              <a:gd name="connsiteY14" fmla="*/ 3830893 h 3830893"/>
              <a:gd name="connsiteX0" fmla="*/ 410707 w 1362461"/>
              <a:gd name="connsiteY0" fmla="*/ 0 h 3830893"/>
              <a:gd name="connsiteX1" fmla="*/ 254524 w 1362461"/>
              <a:gd name="connsiteY1" fmla="*/ 459502 h 3830893"/>
              <a:gd name="connsiteX2" fmla="*/ 15463 w 1362461"/>
              <a:gd name="connsiteY2" fmla="*/ 857686 h 3830893"/>
              <a:gd name="connsiteX3" fmla="*/ 119870 w 1362461"/>
              <a:gd name="connsiteY3" fmla="*/ 1209565 h 3830893"/>
              <a:gd name="connsiteX4" fmla="*/ 837195 w 1362461"/>
              <a:gd name="connsiteY4" fmla="*/ 1191747 h 3830893"/>
              <a:gd name="connsiteX5" fmla="*/ 1232218 w 1362461"/>
              <a:gd name="connsiteY5" fmla="*/ 1577909 h 3830893"/>
              <a:gd name="connsiteX6" fmla="*/ 1361377 w 1362461"/>
              <a:gd name="connsiteY6" fmla="*/ 1874708 h 3830893"/>
              <a:gd name="connsiteX7" fmla="*/ 1287177 w 1362461"/>
              <a:gd name="connsiteY7" fmla="*/ 2181127 h 3830893"/>
              <a:gd name="connsiteX8" fmla="*/ 1098201 w 1362461"/>
              <a:gd name="connsiteY8" fmla="*/ 2434873 h 3830893"/>
              <a:gd name="connsiteX9" fmla="*/ 839788 w 1362461"/>
              <a:gd name="connsiteY9" fmla="*/ 2600036 h 3830893"/>
              <a:gd name="connsiteX10" fmla="*/ 564611 w 1362461"/>
              <a:gd name="connsiteY10" fmla="*/ 2717289 h 3830893"/>
              <a:gd name="connsiteX11" fmla="*/ 374172 w 1362461"/>
              <a:gd name="connsiteY11" fmla="*/ 2947260 h 3830893"/>
              <a:gd name="connsiteX12" fmla="*/ 357640 w 1362461"/>
              <a:gd name="connsiteY12" fmla="*/ 3274367 h 3830893"/>
              <a:gd name="connsiteX13" fmla="*/ 337591 w 1362461"/>
              <a:gd name="connsiteY13" fmla="*/ 3671573 h 3830893"/>
              <a:gd name="connsiteX14" fmla="*/ 194075 w 1362461"/>
              <a:gd name="connsiteY14" fmla="*/ 3830893 h 3830893"/>
              <a:gd name="connsiteX0" fmla="*/ 410707 w 1362461"/>
              <a:gd name="connsiteY0" fmla="*/ 0 h 3884754"/>
              <a:gd name="connsiteX1" fmla="*/ 254524 w 1362461"/>
              <a:gd name="connsiteY1" fmla="*/ 459502 h 3884754"/>
              <a:gd name="connsiteX2" fmla="*/ 15463 w 1362461"/>
              <a:gd name="connsiteY2" fmla="*/ 857686 h 3884754"/>
              <a:gd name="connsiteX3" fmla="*/ 119870 w 1362461"/>
              <a:gd name="connsiteY3" fmla="*/ 1209565 h 3884754"/>
              <a:gd name="connsiteX4" fmla="*/ 837195 w 1362461"/>
              <a:gd name="connsiteY4" fmla="*/ 1191747 h 3884754"/>
              <a:gd name="connsiteX5" fmla="*/ 1232218 w 1362461"/>
              <a:gd name="connsiteY5" fmla="*/ 1577909 h 3884754"/>
              <a:gd name="connsiteX6" fmla="*/ 1361377 w 1362461"/>
              <a:gd name="connsiteY6" fmla="*/ 1874708 h 3884754"/>
              <a:gd name="connsiteX7" fmla="*/ 1287177 w 1362461"/>
              <a:gd name="connsiteY7" fmla="*/ 2181127 h 3884754"/>
              <a:gd name="connsiteX8" fmla="*/ 1098201 w 1362461"/>
              <a:gd name="connsiteY8" fmla="*/ 2434873 h 3884754"/>
              <a:gd name="connsiteX9" fmla="*/ 839788 w 1362461"/>
              <a:gd name="connsiteY9" fmla="*/ 2600036 h 3884754"/>
              <a:gd name="connsiteX10" fmla="*/ 564611 w 1362461"/>
              <a:gd name="connsiteY10" fmla="*/ 2717289 h 3884754"/>
              <a:gd name="connsiteX11" fmla="*/ 374172 w 1362461"/>
              <a:gd name="connsiteY11" fmla="*/ 2947260 h 3884754"/>
              <a:gd name="connsiteX12" fmla="*/ 357640 w 1362461"/>
              <a:gd name="connsiteY12" fmla="*/ 3274367 h 3884754"/>
              <a:gd name="connsiteX13" fmla="*/ 337591 w 1362461"/>
              <a:gd name="connsiteY13" fmla="*/ 3671573 h 3884754"/>
              <a:gd name="connsiteX14" fmla="*/ 206065 w 1362461"/>
              <a:gd name="connsiteY14" fmla="*/ 3884754 h 3884754"/>
              <a:gd name="connsiteX0" fmla="*/ 271599 w 1362461"/>
              <a:gd name="connsiteY0" fmla="*/ 0 h 3837353"/>
              <a:gd name="connsiteX1" fmla="*/ 254524 w 1362461"/>
              <a:gd name="connsiteY1" fmla="*/ 412101 h 3837353"/>
              <a:gd name="connsiteX2" fmla="*/ 15463 w 1362461"/>
              <a:gd name="connsiteY2" fmla="*/ 810285 h 3837353"/>
              <a:gd name="connsiteX3" fmla="*/ 119870 w 1362461"/>
              <a:gd name="connsiteY3" fmla="*/ 1162164 h 3837353"/>
              <a:gd name="connsiteX4" fmla="*/ 837195 w 1362461"/>
              <a:gd name="connsiteY4" fmla="*/ 1144346 h 3837353"/>
              <a:gd name="connsiteX5" fmla="*/ 1232218 w 1362461"/>
              <a:gd name="connsiteY5" fmla="*/ 1530508 h 3837353"/>
              <a:gd name="connsiteX6" fmla="*/ 1361377 w 1362461"/>
              <a:gd name="connsiteY6" fmla="*/ 1827307 h 3837353"/>
              <a:gd name="connsiteX7" fmla="*/ 1287177 w 1362461"/>
              <a:gd name="connsiteY7" fmla="*/ 2133726 h 3837353"/>
              <a:gd name="connsiteX8" fmla="*/ 1098201 w 1362461"/>
              <a:gd name="connsiteY8" fmla="*/ 2387472 h 3837353"/>
              <a:gd name="connsiteX9" fmla="*/ 839788 w 1362461"/>
              <a:gd name="connsiteY9" fmla="*/ 2552635 h 3837353"/>
              <a:gd name="connsiteX10" fmla="*/ 564611 w 1362461"/>
              <a:gd name="connsiteY10" fmla="*/ 2669888 h 3837353"/>
              <a:gd name="connsiteX11" fmla="*/ 374172 w 1362461"/>
              <a:gd name="connsiteY11" fmla="*/ 2899859 h 3837353"/>
              <a:gd name="connsiteX12" fmla="*/ 357640 w 1362461"/>
              <a:gd name="connsiteY12" fmla="*/ 3226966 h 3837353"/>
              <a:gd name="connsiteX13" fmla="*/ 337591 w 1362461"/>
              <a:gd name="connsiteY13" fmla="*/ 3624172 h 3837353"/>
              <a:gd name="connsiteX14" fmla="*/ 206065 w 1362461"/>
              <a:gd name="connsiteY14" fmla="*/ 3837353 h 3837353"/>
              <a:gd name="connsiteX0" fmla="*/ 265248 w 1356110"/>
              <a:gd name="connsiteY0" fmla="*/ 0 h 3837353"/>
              <a:gd name="connsiteX1" fmla="*/ 162122 w 1356110"/>
              <a:gd name="connsiteY1" fmla="*/ 449607 h 3837353"/>
              <a:gd name="connsiteX2" fmla="*/ 9112 w 1356110"/>
              <a:gd name="connsiteY2" fmla="*/ 810285 h 3837353"/>
              <a:gd name="connsiteX3" fmla="*/ 113519 w 1356110"/>
              <a:gd name="connsiteY3" fmla="*/ 1162164 h 3837353"/>
              <a:gd name="connsiteX4" fmla="*/ 830844 w 1356110"/>
              <a:gd name="connsiteY4" fmla="*/ 1144346 h 3837353"/>
              <a:gd name="connsiteX5" fmla="*/ 1225867 w 1356110"/>
              <a:gd name="connsiteY5" fmla="*/ 1530508 h 3837353"/>
              <a:gd name="connsiteX6" fmla="*/ 1355026 w 1356110"/>
              <a:gd name="connsiteY6" fmla="*/ 1827307 h 3837353"/>
              <a:gd name="connsiteX7" fmla="*/ 1280826 w 1356110"/>
              <a:gd name="connsiteY7" fmla="*/ 2133726 h 3837353"/>
              <a:gd name="connsiteX8" fmla="*/ 1091850 w 1356110"/>
              <a:gd name="connsiteY8" fmla="*/ 2387472 h 3837353"/>
              <a:gd name="connsiteX9" fmla="*/ 833437 w 1356110"/>
              <a:gd name="connsiteY9" fmla="*/ 2552635 h 3837353"/>
              <a:gd name="connsiteX10" fmla="*/ 558260 w 1356110"/>
              <a:gd name="connsiteY10" fmla="*/ 2669888 h 3837353"/>
              <a:gd name="connsiteX11" fmla="*/ 367821 w 1356110"/>
              <a:gd name="connsiteY11" fmla="*/ 2899859 h 3837353"/>
              <a:gd name="connsiteX12" fmla="*/ 351289 w 1356110"/>
              <a:gd name="connsiteY12" fmla="*/ 3226966 h 3837353"/>
              <a:gd name="connsiteX13" fmla="*/ 331240 w 1356110"/>
              <a:gd name="connsiteY13" fmla="*/ 3624172 h 3837353"/>
              <a:gd name="connsiteX14" fmla="*/ 199714 w 1356110"/>
              <a:gd name="connsiteY14" fmla="*/ 3837353 h 3837353"/>
              <a:gd name="connsiteX0" fmla="*/ 1510194 w 1510194"/>
              <a:gd name="connsiteY0" fmla="*/ 0 h 4144480"/>
              <a:gd name="connsiteX1" fmla="*/ 162122 w 1510194"/>
              <a:gd name="connsiteY1" fmla="*/ 756734 h 4144480"/>
              <a:gd name="connsiteX2" fmla="*/ 9112 w 1510194"/>
              <a:gd name="connsiteY2" fmla="*/ 1117412 h 4144480"/>
              <a:gd name="connsiteX3" fmla="*/ 113519 w 1510194"/>
              <a:gd name="connsiteY3" fmla="*/ 1469291 h 4144480"/>
              <a:gd name="connsiteX4" fmla="*/ 830844 w 1510194"/>
              <a:gd name="connsiteY4" fmla="*/ 1451473 h 4144480"/>
              <a:gd name="connsiteX5" fmla="*/ 1225867 w 1510194"/>
              <a:gd name="connsiteY5" fmla="*/ 1837635 h 4144480"/>
              <a:gd name="connsiteX6" fmla="*/ 1355026 w 1510194"/>
              <a:gd name="connsiteY6" fmla="*/ 2134434 h 4144480"/>
              <a:gd name="connsiteX7" fmla="*/ 1280826 w 1510194"/>
              <a:gd name="connsiteY7" fmla="*/ 2440853 h 4144480"/>
              <a:gd name="connsiteX8" fmla="*/ 1091850 w 1510194"/>
              <a:gd name="connsiteY8" fmla="*/ 2694599 h 4144480"/>
              <a:gd name="connsiteX9" fmla="*/ 833437 w 1510194"/>
              <a:gd name="connsiteY9" fmla="*/ 2859762 h 4144480"/>
              <a:gd name="connsiteX10" fmla="*/ 558260 w 1510194"/>
              <a:gd name="connsiteY10" fmla="*/ 2977015 h 4144480"/>
              <a:gd name="connsiteX11" fmla="*/ 367821 w 1510194"/>
              <a:gd name="connsiteY11" fmla="*/ 3206986 h 4144480"/>
              <a:gd name="connsiteX12" fmla="*/ 351289 w 1510194"/>
              <a:gd name="connsiteY12" fmla="*/ 3534093 h 4144480"/>
              <a:gd name="connsiteX13" fmla="*/ 331240 w 1510194"/>
              <a:gd name="connsiteY13" fmla="*/ 3931299 h 4144480"/>
              <a:gd name="connsiteX14" fmla="*/ 199714 w 1510194"/>
              <a:gd name="connsiteY14" fmla="*/ 4144480 h 4144480"/>
              <a:gd name="connsiteX0" fmla="*/ 1510194 w 1510194"/>
              <a:gd name="connsiteY0" fmla="*/ 0 h 4144480"/>
              <a:gd name="connsiteX1" fmla="*/ 162122 w 1510194"/>
              <a:gd name="connsiteY1" fmla="*/ 756734 h 4144480"/>
              <a:gd name="connsiteX2" fmla="*/ 9112 w 1510194"/>
              <a:gd name="connsiteY2" fmla="*/ 1117412 h 4144480"/>
              <a:gd name="connsiteX3" fmla="*/ 113519 w 1510194"/>
              <a:gd name="connsiteY3" fmla="*/ 1469291 h 4144480"/>
              <a:gd name="connsiteX4" fmla="*/ 830844 w 1510194"/>
              <a:gd name="connsiteY4" fmla="*/ 1451473 h 4144480"/>
              <a:gd name="connsiteX5" fmla="*/ 1225867 w 1510194"/>
              <a:gd name="connsiteY5" fmla="*/ 1837635 h 4144480"/>
              <a:gd name="connsiteX6" fmla="*/ 1355026 w 1510194"/>
              <a:gd name="connsiteY6" fmla="*/ 2134434 h 4144480"/>
              <a:gd name="connsiteX7" fmla="*/ 1280826 w 1510194"/>
              <a:gd name="connsiteY7" fmla="*/ 2440853 h 4144480"/>
              <a:gd name="connsiteX8" fmla="*/ 1091850 w 1510194"/>
              <a:gd name="connsiteY8" fmla="*/ 2694599 h 4144480"/>
              <a:gd name="connsiteX9" fmla="*/ 833437 w 1510194"/>
              <a:gd name="connsiteY9" fmla="*/ 2859762 h 4144480"/>
              <a:gd name="connsiteX10" fmla="*/ 558260 w 1510194"/>
              <a:gd name="connsiteY10" fmla="*/ 2977015 h 4144480"/>
              <a:gd name="connsiteX11" fmla="*/ 367821 w 1510194"/>
              <a:gd name="connsiteY11" fmla="*/ 3206986 h 4144480"/>
              <a:gd name="connsiteX12" fmla="*/ 351289 w 1510194"/>
              <a:gd name="connsiteY12" fmla="*/ 3534093 h 4144480"/>
              <a:gd name="connsiteX13" fmla="*/ 331240 w 1510194"/>
              <a:gd name="connsiteY13" fmla="*/ 3931299 h 4144480"/>
              <a:gd name="connsiteX14" fmla="*/ 199714 w 1510194"/>
              <a:gd name="connsiteY14" fmla="*/ 4144480 h 4144480"/>
              <a:gd name="connsiteX0" fmla="*/ 1538220 w 1538220"/>
              <a:gd name="connsiteY0" fmla="*/ 0 h 4144480"/>
              <a:gd name="connsiteX1" fmla="*/ 569224 w 1538220"/>
              <a:gd name="connsiteY1" fmla="*/ 315269 h 4144480"/>
              <a:gd name="connsiteX2" fmla="*/ 37138 w 1538220"/>
              <a:gd name="connsiteY2" fmla="*/ 1117412 h 4144480"/>
              <a:gd name="connsiteX3" fmla="*/ 141545 w 1538220"/>
              <a:gd name="connsiteY3" fmla="*/ 1469291 h 4144480"/>
              <a:gd name="connsiteX4" fmla="*/ 858870 w 1538220"/>
              <a:gd name="connsiteY4" fmla="*/ 1451473 h 4144480"/>
              <a:gd name="connsiteX5" fmla="*/ 1253893 w 1538220"/>
              <a:gd name="connsiteY5" fmla="*/ 1837635 h 4144480"/>
              <a:gd name="connsiteX6" fmla="*/ 1383052 w 1538220"/>
              <a:gd name="connsiteY6" fmla="*/ 2134434 h 4144480"/>
              <a:gd name="connsiteX7" fmla="*/ 1308852 w 1538220"/>
              <a:gd name="connsiteY7" fmla="*/ 2440853 h 4144480"/>
              <a:gd name="connsiteX8" fmla="*/ 1119876 w 1538220"/>
              <a:gd name="connsiteY8" fmla="*/ 2694599 h 4144480"/>
              <a:gd name="connsiteX9" fmla="*/ 861463 w 1538220"/>
              <a:gd name="connsiteY9" fmla="*/ 2859762 h 4144480"/>
              <a:gd name="connsiteX10" fmla="*/ 586286 w 1538220"/>
              <a:gd name="connsiteY10" fmla="*/ 2977015 h 4144480"/>
              <a:gd name="connsiteX11" fmla="*/ 395847 w 1538220"/>
              <a:gd name="connsiteY11" fmla="*/ 3206986 h 4144480"/>
              <a:gd name="connsiteX12" fmla="*/ 379315 w 1538220"/>
              <a:gd name="connsiteY12" fmla="*/ 3534093 h 4144480"/>
              <a:gd name="connsiteX13" fmla="*/ 359266 w 1538220"/>
              <a:gd name="connsiteY13" fmla="*/ 3931299 h 4144480"/>
              <a:gd name="connsiteX14" fmla="*/ 227740 w 1538220"/>
              <a:gd name="connsiteY14" fmla="*/ 4144480 h 4144480"/>
              <a:gd name="connsiteX0" fmla="*/ 1446305 w 1446305"/>
              <a:gd name="connsiteY0" fmla="*/ 0 h 4144480"/>
              <a:gd name="connsiteX1" fmla="*/ 477309 w 1446305"/>
              <a:gd name="connsiteY1" fmla="*/ 315269 h 4144480"/>
              <a:gd name="connsiteX2" fmla="*/ 191117 w 1446305"/>
              <a:gd name="connsiteY2" fmla="*/ 675462 h 4144480"/>
              <a:gd name="connsiteX3" fmla="*/ 49630 w 1446305"/>
              <a:gd name="connsiteY3" fmla="*/ 1469291 h 4144480"/>
              <a:gd name="connsiteX4" fmla="*/ 766955 w 1446305"/>
              <a:gd name="connsiteY4" fmla="*/ 1451473 h 4144480"/>
              <a:gd name="connsiteX5" fmla="*/ 1161978 w 1446305"/>
              <a:gd name="connsiteY5" fmla="*/ 1837635 h 4144480"/>
              <a:gd name="connsiteX6" fmla="*/ 1291137 w 1446305"/>
              <a:gd name="connsiteY6" fmla="*/ 2134434 h 4144480"/>
              <a:gd name="connsiteX7" fmla="*/ 1216937 w 1446305"/>
              <a:gd name="connsiteY7" fmla="*/ 2440853 h 4144480"/>
              <a:gd name="connsiteX8" fmla="*/ 1027961 w 1446305"/>
              <a:gd name="connsiteY8" fmla="*/ 2694599 h 4144480"/>
              <a:gd name="connsiteX9" fmla="*/ 769548 w 1446305"/>
              <a:gd name="connsiteY9" fmla="*/ 2859762 h 4144480"/>
              <a:gd name="connsiteX10" fmla="*/ 494371 w 1446305"/>
              <a:gd name="connsiteY10" fmla="*/ 2977015 h 4144480"/>
              <a:gd name="connsiteX11" fmla="*/ 303932 w 1446305"/>
              <a:gd name="connsiteY11" fmla="*/ 3206986 h 4144480"/>
              <a:gd name="connsiteX12" fmla="*/ 287400 w 1446305"/>
              <a:gd name="connsiteY12" fmla="*/ 3534093 h 4144480"/>
              <a:gd name="connsiteX13" fmla="*/ 267351 w 1446305"/>
              <a:gd name="connsiteY13" fmla="*/ 3931299 h 4144480"/>
              <a:gd name="connsiteX14" fmla="*/ 135825 w 1446305"/>
              <a:gd name="connsiteY14" fmla="*/ 4144480 h 4144480"/>
              <a:gd name="connsiteX0" fmla="*/ 1310480 w 1310480"/>
              <a:gd name="connsiteY0" fmla="*/ 0 h 4144480"/>
              <a:gd name="connsiteX1" fmla="*/ 341484 w 1310480"/>
              <a:gd name="connsiteY1" fmla="*/ 315269 h 4144480"/>
              <a:gd name="connsiteX2" fmla="*/ 55292 w 1310480"/>
              <a:gd name="connsiteY2" fmla="*/ 675462 h 4144480"/>
              <a:gd name="connsiteX3" fmla="*/ 295284 w 1310480"/>
              <a:gd name="connsiteY3" fmla="*/ 1156666 h 4144480"/>
              <a:gd name="connsiteX4" fmla="*/ 631130 w 1310480"/>
              <a:gd name="connsiteY4" fmla="*/ 1451473 h 4144480"/>
              <a:gd name="connsiteX5" fmla="*/ 1026153 w 1310480"/>
              <a:gd name="connsiteY5" fmla="*/ 1837635 h 4144480"/>
              <a:gd name="connsiteX6" fmla="*/ 1155312 w 1310480"/>
              <a:gd name="connsiteY6" fmla="*/ 2134434 h 4144480"/>
              <a:gd name="connsiteX7" fmla="*/ 1081112 w 1310480"/>
              <a:gd name="connsiteY7" fmla="*/ 2440853 h 4144480"/>
              <a:gd name="connsiteX8" fmla="*/ 892136 w 1310480"/>
              <a:gd name="connsiteY8" fmla="*/ 2694599 h 4144480"/>
              <a:gd name="connsiteX9" fmla="*/ 633723 w 1310480"/>
              <a:gd name="connsiteY9" fmla="*/ 2859762 h 4144480"/>
              <a:gd name="connsiteX10" fmla="*/ 358546 w 1310480"/>
              <a:gd name="connsiteY10" fmla="*/ 2977015 h 4144480"/>
              <a:gd name="connsiteX11" fmla="*/ 168107 w 1310480"/>
              <a:gd name="connsiteY11" fmla="*/ 3206986 h 4144480"/>
              <a:gd name="connsiteX12" fmla="*/ 151575 w 1310480"/>
              <a:gd name="connsiteY12" fmla="*/ 3534093 h 4144480"/>
              <a:gd name="connsiteX13" fmla="*/ 131526 w 1310480"/>
              <a:gd name="connsiteY13" fmla="*/ 3931299 h 4144480"/>
              <a:gd name="connsiteX14" fmla="*/ 0 w 1310480"/>
              <a:gd name="connsiteY14" fmla="*/ 4144480 h 4144480"/>
              <a:gd name="connsiteX0" fmla="*/ 1310480 w 1310480"/>
              <a:gd name="connsiteY0" fmla="*/ 0 h 4144480"/>
              <a:gd name="connsiteX1" fmla="*/ 341484 w 1310480"/>
              <a:gd name="connsiteY1" fmla="*/ 315269 h 4144480"/>
              <a:gd name="connsiteX2" fmla="*/ 55292 w 1310480"/>
              <a:gd name="connsiteY2" fmla="*/ 675462 h 4144480"/>
              <a:gd name="connsiteX3" fmla="*/ 295284 w 1310480"/>
              <a:gd name="connsiteY3" fmla="*/ 1156666 h 4144480"/>
              <a:gd name="connsiteX4" fmla="*/ 631130 w 1310480"/>
              <a:gd name="connsiteY4" fmla="*/ 1451473 h 4144480"/>
              <a:gd name="connsiteX5" fmla="*/ 1026153 w 1310480"/>
              <a:gd name="connsiteY5" fmla="*/ 1837635 h 4144480"/>
              <a:gd name="connsiteX6" fmla="*/ 1155312 w 1310480"/>
              <a:gd name="connsiteY6" fmla="*/ 2134434 h 4144480"/>
              <a:gd name="connsiteX7" fmla="*/ 1081112 w 1310480"/>
              <a:gd name="connsiteY7" fmla="*/ 2440853 h 4144480"/>
              <a:gd name="connsiteX8" fmla="*/ 892136 w 1310480"/>
              <a:gd name="connsiteY8" fmla="*/ 2694599 h 4144480"/>
              <a:gd name="connsiteX9" fmla="*/ 633723 w 1310480"/>
              <a:gd name="connsiteY9" fmla="*/ 2859762 h 4144480"/>
              <a:gd name="connsiteX10" fmla="*/ 664010 w 1310480"/>
              <a:gd name="connsiteY10" fmla="*/ 3443519 h 4144480"/>
              <a:gd name="connsiteX11" fmla="*/ 168107 w 1310480"/>
              <a:gd name="connsiteY11" fmla="*/ 3206986 h 4144480"/>
              <a:gd name="connsiteX12" fmla="*/ 151575 w 1310480"/>
              <a:gd name="connsiteY12" fmla="*/ 3534093 h 4144480"/>
              <a:gd name="connsiteX13" fmla="*/ 131526 w 1310480"/>
              <a:gd name="connsiteY13" fmla="*/ 3931299 h 4144480"/>
              <a:gd name="connsiteX14" fmla="*/ 0 w 1310480"/>
              <a:gd name="connsiteY14" fmla="*/ 4144480 h 4144480"/>
              <a:gd name="connsiteX0" fmla="*/ 1255599 w 1255599"/>
              <a:gd name="connsiteY0" fmla="*/ 0 h 5179859"/>
              <a:gd name="connsiteX1" fmla="*/ 286603 w 1255599"/>
              <a:gd name="connsiteY1" fmla="*/ 315269 h 5179859"/>
              <a:gd name="connsiteX2" fmla="*/ 411 w 1255599"/>
              <a:gd name="connsiteY2" fmla="*/ 675462 h 5179859"/>
              <a:gd name="connsiteX3" fmla="*/ 240403 w 1255599"/>
              <a:gd name="connsiteY3" fmla="*/ 1156666 h 5179859"/>
              <a:gd name="connsiteX4" fmla="*/ 576249 w 1255599"/>
              <a:gd name="connsiteY4" fmla="*/ 1451473 h 5179859"/>
              <a:gd name="connsiteX5" fmla="*/ 971272 w 1255599"/>
              <a:gd name="connsiteY5" fmla="*/ 1837635 h 5179859"/>
              <a:gd name="connsiteX6" fmla="*/ 1100431 w 1255599"/>
              <a:gd name="connsiteY6" fmla="*/ 2134434 h 5179859"/>
              <a:gd name="connsiteX7" fmla="*/ 1026231 w 1255599"/>
              <a:gd name="connsiteY7" fmla="*/ 2440853 h 5179859"/>
              <a:gd name="connsiteX8" fmla="*/ 837255 w 1255599"/>
              <a:gd name="connsiteY8" fmla="*/ 2694599 h 5179859"/>
              <a:gd name="connsiteX9" fmla="*/ 578842 w 1255599"/>
              <a:gd name="connsiteY9" fmla="*/ 2859762 h 5179859"/>
              <a:gd name="connsiteX10" fmla="*/ 609129 w 1255599"/>
              <a:gd name="connsiteY10" fmla="*/ 3443519 h 5179859"/>
              <a:gd name="connsiteX11" fmla="*/ 113226 w 1255599"/>
              <a:gd name="connsiteY11" fmla="*/ 3206986 h 5179859"/>
              <a:gd name="connsiteX12" fmla="*/ 96694 w 1255599"/>
              <a:gd name="connsiteY12" fmla="*/ 3534093 h 5179859"/>
              <a:gd name="connsiteX13" fmla="*/ 76645 w 1255599"/>
              <a:gd name="connsiteY13" fmla="*/ 3931299 h 5179859"/>
              <a:gd name="connsiteX14" fmla="*/ 383113 w 1255599"/>
              <a:gd name="connsiteY14" fmla="*/ 5179859 h 5179859"/>
              <a:gd name="connsiteX0" fmla="*/ 1255599 w 1255599"/>
              <a:gd name="connsiteY0" fmla="*/ 0 h 5179859"/>
              <a:gd name="connsiteX1" fmla="*/ 286603 w 1255599"/>
              <a:gd name="connsiteY1" fmla="*/ 315269 h 5179859"/>
              <a:gd name="connsiteX2" fmla="*/ 411 w 1255599"/>
              <a:gd name="connsiteY2" fmla="*/ 675462 h 5179859"/>
              <a:gd name="connsiteX3" fmla="*/ 240403 w 1255599"/>
              <a:gd name="connsiteY3" fmla="*/ 1156666 h 5179859"/>
              <a:gd name="connsiteX4" fmla="*/ 576249 w 1255599"/>
              <a:gd name="connsiteY4" fmla="*/ 1451473 h 5179859"/>
              <a:gd name="connsiteX5" fmla="*/ 971272 w 1255599"/>
              <a:gd name="connsiteY5" fmla="*/ 1837635 h 5179859"/>
              <a:gd name="connsiteX6" fmla="*/ 1100431 w 1255599"/>
              <a:gd name="connsiteY6" fmla="*/ 2134434 h 5179859"/>
              <a:gd name="connsiteX7" fmla="*/ 1026231 w 1255599"/>
              <a:gd name="connsiteY7" fmla="*/ 2440853 h 5179859"/>
              <a:gd name="connsiteX8" fmla="*/ 837255 w 1255599"/>
              <a:gd name="connsiteY8" fmla="*/ 2694599 h 5179859"/>
              <a:gd name="connsiteX9" fmla="*/ 578842 w 1255599"/>
              <a:gd name="connsiteY9" fmla="*/ 2859762 h 5179859"/>
              <a:gd name="connsiteX10" fmla="*/ 609129 w 1255599"/>
              <a:gd name="connsiteY10" fmla="*/ 3443519 h 5179859"/>
              <a:gd name="connsiteX11" fmla="*/ 113226 w 1255599"/>
              <a:gd name="connsiteY11" fmla="*/ 3206986 h 5179859"/>
              <a:gd name="connsiteX12" fmla="*/ 96694 w 1255599"/>
              <a:gd name="connsiteY12" fmla="*/ 3534093 h 5179859"/>
              <a:gd name="connsiteX13" fmla="*/ 57574 w 1255599"/>
              <a:gd name="connsiteY13" fmla="*/ 4744292 h 5179859"/>
              <a:gd name="connsiteX14" fmla="*/ 383113 w 1255599"/>
              <a:gd name="connsiteY14" fmla="*/ 5179859 h 5179859"/>
              <a:gd name="connsiteX0" fmla="*/ 1255599 w 1255599"/>
              <a:gd name="connsiteY0" fmla="*/ 0 h 5179859"/>
              <a:gd name="connsiteX1" fmla="*/ 286603 w 1255599"/>
              <a:gd name="connsiteY1" fmla="*/ 315269 h 5179859"/>
              <a:gd name="connsiteX2" fmla="*/ 411 w 1255599"/>
              <a:gd name="connsiteY2" fmla="*/ 675462 h 5179859"/>
              <a:gd name="connsiteX3" fmla="*/ 240403 w 1255599"/>
              <a:gd name="connsiteY3" fmla="*/ 1156666 h 5179859"/>
              <a:gd name="connsiteX4" fmla="*/ 576249 w 1255599"/>
              <a:gd name="connsiteY4" fmla="*/ 1451473 h 5179859"/>
              <a:gd name="connsiteX5" fmla="*/ 971272 w 1255599"/>
              <a:gd name="connsiteY5" fmla="*/ 1837635 h 5179859"/>
              <a:gd name="connsiteX6" fmla="*/ 1100431 w 1255599"/>
              <a:gd name="connsiteY6" fmla="*/ 2134434 h 5179859"/>
              <a:gd name="connsiteX7" fmla="*/ 1026231 w 1255599"/>
              <a:gd name="connsiteY7" fmla="*/ 2440853 h 5179859"/>
              <a:gd name="connsiteX8" fmla="*/ 837255 w 1255599"/>
              <a:gd name="connsiteY8" fmla="*/ 2694599 h 5179859"/>
              <a:gd name="connsiteX9" fmla="*/ 578842 w 1255599"/>
              <a:gd name="connsiteY9" fmla="*/ 2859762 h 5179859"/>
              <a:gd name="connsiteX10" fmla="*/ 609129 w 1255599"/>
              <a:gd name="connsiteY10" fmla="*/ 3443519 h 5179859"/>
              <a:gd name="connsiteX11" fmla="*/ 113226 w 1255599"/>
              <a:gd name="connsiteY11" fmla="*/ 3206986 h 5179859"/>
              <a:gd name="connsiteX12" fmla="*/ 54043 w 1255599"/>
              <a:gd name="connsiteY12" fmla="*/ 4071648 h 5179859"/>
              <a:gd name="connsiteX13" fmla="*/ 57574 w 1255599"/>
              <a:gd name="connsiteY13" fmla="*/ 4744292 h 5179859"/>
              <a:gd name="connsiteX14" fmla="*/ 383113 w 1255599"/>
              <a:gd name="connsiteY14" fmla="*/ 5179859 h 5179859"/>
              <a:gd name="connsiteX0" fmla="*/ 1255599 w 1255599"/>
              <a:gd name="connsiteY0" fmla="*/ 0 h 5179859"/>
              <a:gd name="connsiteX1" fmla="*/ 286603 w 1255599"/>
              <a:gd name="connsiteY1" fmla="*/ 315269 h 5179859"/>
              <a:gd name="connsiteX2" fmla="*/ 411 w 1255599"/>
              <a:gd name="connsiteY2" fmla="*/ 675462 h 5179859"/>
              <a:gd name="connsiteX3" fmla="*/ 240403 w 1255599"/>
              <a:gd name="connsiteY3" fmla="*/ 1156666 h 5179859"/>
              <a:gd name="connsiteX4" fmla="*/ 576249 w 1255599"/>
              <a:gd name="connsiteY4" fmla="*/ 1451473 h 5179859"/>
              <a:gd name="connsiteX5" fmla="*/ 971272 w 1255599"/>
              <a:gd name="connsiteY5" fmla="*/ 1837635 h 5179859"/>
              <a:gd name="connsiteX6" fmla="*/ 1100431 w 1255599"/>
              <a:gd name="connsiteY6" fmla="*/ 2134434 h 5179859"/>
              <a:gd name="connsiteX7" fmla="*/ 1026231 w 1255599"/>
              <a:gd name="connsiteY7" fmla="*/ 2440853 h 5179859"/>
              <a:gd name="connsiteX8" fmla="*/ 837255 w 1255599"/>
              <a:gd name="connsiteY8" fmla="*/ 2694599 h 5179859"/>
              <a:gd name="connsiteX9" fmla="*/ 578842 w 1255599"/>
              <a:gd name="connsiteY9" fmla="*/ 2859762 h 5179859"/>
              <a:gd name="connsiteX10" fmla="*/ 609129 w 1255599"/>
              <a:gd name="connsiteY10" fmla="*/ 3443519 h 5179859"/>
              <a:gd name="connsiteX11" fmla="*/ 232058 w 1255599"/>
              <a:gd name="connsiteY11" fmla="*/ 3870049 h 5179859"/>
              <a:gd name="connsiteX12" fmla="*/ 54043 w 1255599"/>
              <a:gd name="connsiteY12" fmla="*/ 4071648 h 5179859"/>
              <a:gd name="connsiteX13" fmla="*/ 57574 w 1255599"/>
              <a:gd name="connsiteY13" fmla="*/ 4744292 h 5179859"/>
              <a:gd name="connsiteX14" fmla="*/ 383113 w 1255599"/>
              <a:gd name="connsiteY14" fmla="*/ 5179859 h 5179859"/>
              <a:gd name="connsiteX0" fmla="*/ 1255599 w 1255599"/>
              <a:gd name="connsiteY0" fmla="*/ 0 h 5179859"/>
              <a:gd name="connsiteX1" fmla="*/ 286603 w 1255599"/>
              <a:gd name="connsiteY1" fmla="*/ 315269 h 5179859"/>
              <a:gd name="connsiteX2" fmla="*/ 411 w 1255599"/>
              <a:gd name="connsiteY2" fmla="*/ 675462 h 5179859"/>
              <a:gd name="connsiteX3" fmla="*/ 240403 w 1255599"/>
              <a:gd name="connsiteY3" fmla="*/ 1156666 h 5179859"/>
              <a:gd name="connsiteX4" fmla="*/ 576249 w 1255599"/>
              <a:gd name="connsiteY4" fmla="*/ 1451473 h 5179859"/>
              <a:gd name="connsiteX5" fmla="*/ 971272 w 1255599"/>
              <a:gd name="connsiteY5" fmla="*/ 1837635 h 5179859"/>
              <a:gd name="connsiteX6" fmla="*/ 1100431 w 1255599"/>
              <a:gd name="connsiteY6" fmla="*/ 2134434 h 5179859"/>
              <a:gd name="connsiteX7" fmla="*/ 1026231 w 1255599"/>
              <a:gd name="connsiteY7" fmla="*/ 2440853 h 5179859"/>
              <a:gd name="connsiteX8" fmla="*/ 837255 w 1255599"/>
              <a:gd name="connsiteY8" fmla="*/ 2694599 h 5179859"/>
              <a:gd name="connsiteX9" fmla="*/ 661560 w 1255599"/>
              <a:gd name="connsiteY9" fmla="*/ 3030690 h 5179859"/>
              <a:gd name="connsiteX10" fmla="*/ 609129 w 1255599"/>
              <a:gd name="connsiteY10" fmla="*/ 3443519 h 5179859"/>
              <a:gd name="connsiteX11" fmla="*/ 232058 w 1255599"/>
              <a:gd name="connsiteY11" fmla="*/ 3870049 h 5179859"/>
              <a:gd name="connsiteX12" fmla="*/ 54043 w 1255599"/>
              <a:gd name="connsiteY12" fmla="*/ 4071648 h 5179859"/>
              <a:gd name="connsiteX13" fmla="*/ 57574 w 1255599"/>
              <a:gd name="connsiteY13" fmla="*/ 4744292 h 5179859"/>
              <a:gd name="connsiteX14" fmla="*/ 383113 w 1255599"/>
              <a:gd name="connsiteY14" fmla="*/ 5179859 h 5179859"/>
              <a:gd name="connsiteX0" fmla="*/ 1255599 w 1255599"/>
              <a:gd name="connsiteY0" fmla="*/ 0 h 5694923"/>
              <a:gd name="connsiteX1" fmla="*/ 286603 w 1255599"/>
              <a:gd name="connsiteY1" fmla="*/ 315269 h 5694923"/>
              <a:gd name="connsiteX2" fmla="*/ 411 w 1255599"/>
              <a:gd name="connsiteY2" fmla="*/ 675462 h 5694923"/>
              <a:gd name="connsiteX3" fmla="*/ 240403 w 1255599"/>
              <a:gd name="connsiteY3" fmla="*/ 1156666 h 5694923"/>
              <a:gd name="connsiteX4" fmla="*/ 576249 w 1255599"/>
              <a:gd name="connsiteY4" fmla="*/ 1451473 h 5694923"/>
              <a:gd name="connsiteX5" fmla="*/ 971272 w 1255599"/>
              <a:gd name="connsiteY5" fmla="*/ 1837635 h 5694923"/>
              <a:gd name="connsiteX6" fmla="*/ 1100431 w 1255599"/>
              <a:gd name="connsiteY6" fmla="*/ 2134434 h 5694923"/>
              <a:gd name="connsiteX7" fmla="*/ 1026231 w 1255599"/>
              <a:gd name="connsiteY7" fmla="*/ 2440853 h 5694923"/>
              <a:gd name="connsiteX8" fmla="*/ 837255 w 1255599"/>
              <a:gd name="connsiteY8" fmla="*/ 2694599 h 5694923"/>
              <a:gd name="connsiteX9" fmla="*/ 661560 w 1255599"/>
              <a:gd name="connsiteY9" fmla="*/ 3030690 h 5694923"/>
              <a:gd name="connsiteX10" fmla="*/ 609129 w 1255599"/>
              <a:gd name="connsiteY10" fmla="*/ 3443519 h 5694923"/>
              <a:gd name="connsiteX11" fmla="*/ 232058 w 1255599"/>
              <a:gd name="connsiteY11" fmla="*/ 3870049 h 5694923"/>
              <a:gd name="connsiteX12" fmla="*/ 54043 w 1255599"/>
              <a:gd name="connsiteY12" fmla="*/ 4071648 h 5694923"/>
              <a:gd name="connsiteX13" fmla="*/ 57574 w 1255599"/>
              <a:gd name="connsiteY13" fmla="*/ 4744292 h 5694923"/>
              <a:gd name="connsiteX14" fmla="*/ 869661 w 1255599"/>
              <a:gd name="connsiteY14" fmla="*/ 5694923 h 5694923"/>
              <a:gd name="connsiteX0" fmla="*/ 1255599 w 1255599"/>
              <a:gd name="connsiteY0" fmla="*/ 0 h 5694923"/>
              <a:gd name="connsiteX1" fmla="*/ 286603 w 1255599"/>
              <a:gd name="connsiteY1" fmla="*/ 315269 h 5694923"/>
              <a:gd name="connsiteX2" fmla="*/ 411 w 1255599"/>
              <a:gd name="connsiteY2" fmla="*/ 675462 h 5694923"/>
              <a:gd name="connsiteX3" fmla="*/ 240403 w 1255599"/>
              <a:gd name="connsiteY3" fmla="*/ 1156666 h 5694923"/>
              <a:gd name="connsiteX4" fmla="*/ 576249 w 1255599"/>
              <a:gd name="connsiteY4" fmla="*/ 1451473 h 5694923"/>
              <a:gd name="connsiteX5" fmla="*/ 971272 w 1255599"/>
              <a:gd name="connsiteY5" fmla="*/ 1837635 h 5694923"/>
              <a:gd name="connsiteX6" fmla="*/ 1100431 w 1255599"/>
              <a:gd name="connsiteY6" fmla="*/ 2134434 h 5694923"/>
              <a:gd name="connsiteX7" fmla="*/ 1026231 w 1255599"/>
              <a:gd name="connsiteY7" fmla="*/ 2440853 h 5694923"/>
              <a:gd name="connsiteX8" fmla="*/ 837255 w 1255599"/>
              <a:gd name="connsiteY8" fmla="*/ 2694599 h 5694923"/>
              <a:gd name="connsiteX9" fmla="*/ 661560 w 1255599"/>
              <a:gd name="connsiteY9" fmla="*/ 3030690 h 5694923"/>
              <a:gd name="connsiteX10" fmla="*/ 609129 w 1255599"/>
              <a:gd name="connsiteY10" fmla="*/ 3443519 h 5694923"/>
              <a:gd name="connsiteX11" fmla="*/ 232058 w 1255599"/>
              <a:gd name="connsiteY11" fmla="*/ 3870049 h 5694923"/>
              <a:gd name="connsiteX12" fmla="*/ 54043 w 1255599"/>
              <a:gd name="connsiteY12" fmla="*/ 4071648 h 5694923"/>
              <a:gd name="connsiteX13" fmla="*/ 57574 w 1255599"/>
              <a:gd name="connsiteY13" fmla="*/ 4744292 h 5694923"/>
              <a:gd name="connsiteX14" fmla="*/ 869661 w 1255599"/>
              <a:gd name="connsiteY14" fmla="*/ 5694923 h 5694923"/>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57574 w 1255599"/>
              <a:gd name="connsiteY13" fmla="*/ 4744292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57574 w 1255599"/>
              <a:gd name="connsiteY13" fmla="*/ 4744292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57574 w 1255599"/>
              <a:gd name="connsiteY13" fmla="*/ 4744292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270492 w 1255599"/>
              <a:gd name="connsiteY13" fmla="*/ 4942308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270492 w 1255599"/>
              <a:gd name="connsiteY13" fmla="*/ 4942308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54043 w 1255599"/>
              <a:gd name="connsiteY12" fmla="*/ 4071648 h 5535358"/>
              <a:gd name="connsiteX13" fmla="*/ 270492 w 1255599"/>
              <a:gd name="connsiteY13" fmla="*/ 4942308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32058 w 1255599"/>
              <a:gd name="connsiteY11" fmla="*/ 3870049 h 5535358"/>
              <a:gd name="connsiteX12" fmla="*/ 96463 w 1255599"/>
              <a:gd name="connsiteY12" fmla="*/ 4294401 h 5535358"/>
              <a:gd name="connsiteX13" fmla="*/ 270492 w 1255599"/>
              <a:gd name="connsiteY13" fmla="*/ 4942308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76249 w 1255599"/>
              <a:gd name="connsiteY4" fmla="*/ 1451473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71774 w 1255599"/>
              <a:gd name="connsiteY11" fmla="*/ 3973667 h 5535358"/>
              <a:gd name="connsiteX12" fmla="*/ 96463 w 1255599"/>
              <a:gd name="connsiteY12" fmla="*/ 4294401 h 5535358"/>
              <a:gd name="connsiteX13" fmla="*/ 270492 w 1255599"/>
              <a:gd name="connsiteY13" fmla="*/ 4942308 h 5535358"/>
              <a:gd name="connsiteX14" fmla="*/ 1070170 w 1255599"/>
              <a:gd name="connsiteY14" fmla="*/ 5535358 h 5535358"/>
              <a:gd name="connsiteX0" fmla="*/ 1255599 w 1255599"/>
              <a:gd name="connsiteY0" fmla="*/ 0 h 5535358"/>
              <a:gd name="connsiteX1" fmla="*/ 286603 w 1255599"/>
              <a:gd name="connsiteY1" fmla="*/ 315269 h 5535358"/>
              <a:gd name="connsiteX2" fmla="*/ 411 w 1255599"/>
              <a:gd name="connsiteY2" fmla="*/ 675462 h 5535358"/>
              <a:gd name="connsiteX3" fmla="*/ 240403 w 1255599"/>
              <a:gd name="connsiteY3" fmla="*/ 1156666 h 5535358"/>
              <a:gd name="connsiteX4" fmla="*/ 534672 w 1255599"/>
              <a:gd name="connsiteY4" fmla="*/ 1612558 h 5535358"/>
              <a:gd name="connsiteX5" fmla="*/ 971272 w 1255599"/>
              <a:gd name="connsiteY5" fmla="*/ 1837635 h 5535358"/>
              <a:gd name="connsiteX6" fmla="*/ 1100431 w 1255599"/>
              <a:gd name="connsiteY6" fmla="*/ 2134434 h 5535358"/>
              <a:gd name="connsiteX7" fmla="*/ 1026231 w 1255599"/>
              <a:gd name="connsiteY7" fmla="*/ 2440853 h 5535358"/>
              <a:gd name="connsiteX8" fmla="*/ 837255 w 1255599"/>
              <a:gd name="connsiteY8" fmla="*/ 2694599 h 5535358"/>
              <a:gd name="connsiteX9" fmla="*/ 661560 w 1255599"/>
              <a:gd name="connsiteY9" fmla="*/ 3030690 h 5535358"/>
              <a:gd name="connsiteX10" fmla="*/ 609129 w 1255599"/>
              <a:gd name="connsiteY10" fmla="*/ 3443519 h 5535358"/>
              <a:gd name="connsiteX11" fmla="*/ 271774 w 1255599"/>
              <a:gd name="connsiteY11" fmla="*/ 3973667 h 5535358"/>
              <a:gd name="connsiteX12" fmla="*/ 96463 w 1255599"/>
              <a:gd name="connsiteY12" fmla="*/ 4294401 h 5535358"/>
              <a:gd name="connsiteX13" fmla="*/ 270492 w 1255599"/>
              <a:gd name="connsiteY13" fmla="*/ 4942308 h 5535358"/>
              <a:gd name="connsiteX14" fmla="*/ 1070170 w 1255599"/>
              <a:gd name="connsiteY14" fmla="*/ 5535358 h 5535358"/>
              <a:gd name="connsiteX0" fmla="*/ 1256016 w 1256016"/>
              <a:gd name="connsiteY0" fmla="*/ 0 h 5535358"/>
              <a:gd name="connsiteX1" fmla="*/ 287020 w 1256016"/>
              <a:gd name="connsiteY1" fmla="*/ 315269 h 5535358"/>
              <a:gd name="connsiteX2" fmla="*/ 828 w 1256016"/>
              <a:gd name="connsiteY2" fmla="*/ 675462 h 5535358"/>
              <a:gd name="connsiteX3" fmla="*/ 224686 w 1256016"/>
              <a:gd name="connsiteY3" fmla="*/ 1328487 h 5535358"/>
              <a:gd name="connsiteX4" fmla="*/ 535089 w 1256016"/>
              <a:gd name="connsiteY4" fmla="*/ 1612558 h 5535358"/>
              <a:gd name="connsiteX5" fmla="*/ 971689 w 1256016"/>
              <a:gd name="connsiteY5" fmla="*/ 1837635 h 5535358"/>
              <a:gd name="connsiteX6" fmla="*/ 1100848 w 1256016"/>
              <a:gd name="connsiteY6" fmla="*/ 2134434 h 5535358"/>
              <a:gd name="connsiteX7" fmla="*/ 1026648 w 1256016"/>
              <a:gd name="connsiteY7" fmla="*/ 2440853 h 5535358"/>
              <a:gd name="connsiteX8" fmla="*/ 837672 w 1256016"/>
              <a:gd name="connsiteY8" fmla="*/ 2694599 h 5535358"/>
              <a:gd name="connsiteX9" fmla="*/ 661977 w 1256016"/>
              <a:gd name="connsiteY9" fmla="*/ 3030690 h 5535358"/>
              <a:gd name="connsiteX10" fmla="*/ 609546 w 1256016"/>
              <a:gd name="connsiteY10" fmla="*/ 3443519 h 5535358"/>
              <a:gd name="connsiteX11" fmla="*/ 272191 w 1256016"/>
              <a:gd name="connsiteY11" fmla="*/ 3973667 h 5535358"/>
              <a:gd name="connsiteX12" fmla="*/ 96880 w 1256016"/>
              <a:gd name="connsiteY12" fmla="*/ 4294401 h 5535358"/>
              <a:gd name="connsiteX13" fmla="*/ 270909 w 1256016"/>
              <a:gd name="connsiteY13" fmla="*/ 4942308 h 5535358"/>
              <a:gd name="connsiteX14" fmla="*/ 1070587 w 1256016"/>
              <a:gd name="connsiteY14" fmla="*/ 5535358 h 5535358"/>
              <a:gd name="connsiteX0" fmla="*/ 1256016 w 1256016"/>
              <a:gd name="connsiteY0" fmla="*/ 0 h 5535358"/>
              <a:gd name="connsiteX1" fmla="*/ 287020 w 1256016"/>
              <a:gd name="connsiteY1" fmla="*/ 315269 h 5535358"/>
              <a:gd name="connsiteX2" fmla="*/ 828 w 1256016"/>
              <a:gd name="connsiteY2" fmla="*/ 675462 h 5535358"/>
              <a:gd name="connsiteX3" fmla="*/ 224686 w 1256016"/>
              <a:gd name="connsiteY3" fmla="*/ 1328487 h 5535358"/>
              <a:gd name="connsiteX4" fmla="*/ 535089 w 1256016"/>
              <a:gd name="connsiteY4" fmla="*/ 1612558 h 5535358"/>
              <a:gd name="connsiteX5" fmla="*/ 971689 w 1256016"/>
              <a:gd name="connsiteY5" fmla="*/ 1837635 h 5535358"/>
              <a:gd name="connsiteX6" fmla="*/ 1100848 w 1256016"/>
              <a:gd name="connsiteY6" fmla="*/ 2134434 h 5535358"/>
              <a:gd name="connsiteX7" fmla="*/ 1026648 w 1256016"/>
              <a:gd name="connsiteY7" fmla="*/ 2440853 h 5535358"/>
              <a:gd name="connsiteX8" fmla="*/ 837672 w 1256016"/>
              <a:gd name="connsiteY8" fmla="*/ 2694599 h 5535358"/>
              <a:gd name="connsiteX9" fmla="*/ 661977 w 1256016"/>
              <a:gd name="connsiteY9" fmla="*/ 3030690 h 5535358"/>
              <a:gd name="connsiteX10" fmla="*/ 609546 w 1256016"/>
              <a:gd name="connsiteY10" fmla="*/ 3443519 h 5535358"/>
              <a:gd name="connsiteX11" fmla="*/ 272191 w 1256016"/>
              <a:gd name="connsiteY11" fmla="*/ 3973667 h 5535358"/>
              <a:gd name="connsiteX12" fmla="*/ 96880 w 1256016"/>
              <a:gd name="connsiteY12" fmla="*/ 4294401 h 5535358"/>
              <a:gd name="connsiteX13" fmla="*/ 270909 w 1256016"/>
              <a:gd name="connsiteY13" fmla="*/ 4942308 h 5535358"/>
              <a:gd name="connsiteX14" fmla="*/ 1070587 w 1256016"/>
              <a:gd name="connsiteY14" fmla="*/ 5535358 h 5535358"/>
              <a:gd name="connsiteX0" fmla="*/ 1256797 w 1256797"/>
              <a:gd name="connsiteY0" fmla="*/ 0 h 5535358"/>
              <a:gd name="connsiteX1" fmla="*/ 287801 w 1256797"/>
              <a:gd name="connsiteY1" fmla="*/ 315269 h 5535358"/>
              <a:gd name="connsiteX2" fmla="*/ 1609 w 1256797"/>
              <a:gd name="connsiteY2" fmla="*/ 675462 h 5535358"/>
              <a:gd name="connsiteX3" fmla="*/ 225467 w 1256797"/>
              <a:gd name="connsiteY3" fmla="*/ 1328487 h 5535358"/>
              <a:gd name="connsiteX4" fmla="*/ 535870 w 1256797"/>
              <a:gd name="connsiteY4" fmla="*/ 1612558 h 5535358"/>
              <a:gd name="connsiteX5" fmla="*/ 972470 w 1256797"/>
              <a:gd name="connsiteY5" fmla="*/ 1837635 h 5535358"/>
              <a:gd name="connsiteX6" fmla="*/ 1101629 w 1256797"/>
              <a:gd name="connsiteY6" fmla="*/ 2134434 h 5535358"/>
              <a:gd name="connsiteX7" fmla="*/ 1027429 w 1256797"/>
              <a:gd name="connsiteY7" fmla="*/ 2440853 h 5535358"/>
              <a:gd name="connsiteX8" fmla="*/ 838453 w 1256797"/>
              <a:gd name="connsiteY8" fmla="*/ 2694599 h 5535358"/>
              <a:gd name="connsiteX9" fmla="*/ 662758 w 1256797"/>
              <a:gd name="connsiteY9" fmla="*/ 3030690 h 5535358"/>
              <a:gd name="connsiteX10" fmla="*/ 610327 w 1256797"/>
              <a:gd name="connsiteY10" fmla="*/ 3443519 h 5535358"/>
              <a:gd name="connsiteX11" fmla="*/ 272972 w 1256797"/>
              <a:gd name="connsiteY11" fmla="*/ 3973667 h 5535358"/>
              <a:gd name="connsiteX12" fmla="*/ 97661 w 1256797"/>
              <a:gd name="connsiteY12" fmla="*/ 4294401 h 5535358"/>
              <a:gd name="connsiteX13" fmla="*/ 271690 w 1256797"/>
              <a:gd name="connsiteY13" fmla="*/ 4942308 h 5535358"/>
              <a:gd name="connsiteX14" fmla="*/ 1071368 w 1256797"/>
              <a:gd name="connsiteY14" fmla="*/ 5535358 h 5535358"/>
              <a:gd name="connsiteX0" fmla="*/ 1256797 w 1256797"/>
              <a:gd name="connsiteY0" fmla="*/ 0 h 5535358"/>
              <a:gd name="connsiteX1" fmla="*/ 287801 w 1256797"/>
              <a:gd name="connsiteY1" fmla="*/ 315269 h 5535358"/>
              <a:gd name="connsiteX2" fmla="*/ 1609 w 1256797"/>
              <a:gd name="connsiteY2" fmla="*/ 675462 h 5535358"/>
              <a:gd name="connsiteX3" fmla="*/ 225467 w 1256797"/>
              <a:gd name="connsiteY3" fmla="*/ 1328487 h 5535358"/>
              <a:gd name="connsiteX4" fmla="*/ 535870 w 1256797"/>
              <a:gd name="connsiteY4" fmla="*/ 1612558 h 5535358"/>
              <a:gd name="connsiteX5" fmla="*/ 972470 w 1256797"/>
              <a:gd name="connsiteY5" fmla="*/ 1837635 h 5535358"/>
              <a:gd name="connsiteX6" fmla="*/ 1101629 w 1256797"/>
              <a:gd name="connsiteY6" fmla="*/ 2134434 h 5535358"/>
              <a:gd name="connsiteX7" fmla="*/ 1027429 w 1256797"/>
              <a:gd name="connsiteY7" fmla="*/ 2440853 h 5535358"/>
              <a:gd name="connsiteX8" fmla="*/ 838453 w 1256797"/>
              <a:gd name="connsiteY8" fmla="*/ 2694599 h 5535358"/>
              <a:gd name="connsiteX9" fmla="*/ 662758 w 1256797"/>
              <a:gd name="connsiteY9" fmla="*/ 3030690 h 5535358"/>
              <a:gd name="connsiteX10" fmla="*/ 610327 w 1256797"/>
              <a:gd name="connsiteY10" fmla="*/ 3443519 h 5535358"/>
              <a:gd name="connsiteX11" fmla="*/ 272972 w 1256797"/>
              <a:gd name="connsiteY11" fmla="*/ 3973667 h 5535358"/>
              <a:gd name="connsiteX12" fmla="*/ 97661 w 1256797"/>
              <a:gd name="connsiteY12" fmla="*/ 4294401 h 5535358"/>
              <a:gd name="connsiteX13" fmla="*/ 271690 w 1256797"/>
              <a:gd name="connsiteY13" fmla="*/ 4942308 h 5535358"/>
              <a:gd name="connsiteX14" fmla="*/ 1071368 w 1256797"/>
              <a:gd name="connsiteY14" fmla="*/ 5535358 h 5535358"/>
              <a:gd name="connsiteX0" fmla="*/ 1256797 w 1256797"/>
              <a:gd name="connsiteY0" fmla="*/ 0 h 5535358"/>
              <a:gd name="connsiteX1" fmla="*/ 287801 w 1256797"/>
              <a:gd name="connsiteY1" fmla="*/ 315269 h 5535358"/>
              <a:gd name="connsiteX2" fmla="*/ 1609 w 1256797"/>
              <a:gd name="connsiteY2" fmla="*/ 675462 h 5535358"/>
              <a:gd name="connsiteX3" fmla="*/ 225467 w 1256797"/>
              <a:gd name="connsiteY3" fmla="*/ 1328487 h 5535358"/>
              <a:gd name="connsiteX4" fmla="*/ 535870 w 1256797"/>
              <a:gd name="connsiteY4" fmla="*/ 1612558 h 5535358"/>
              <a:gd name="connsiteX5" fmla="*/ 972470 w 1256797"/>
              <a:gd name="connsiteY5" fmla="*/ 1837635 h 5535358"/>
              <a:gd name="connsiteX6" fmla="*/ 1101629 w 1256797"/>
              <a:gd name="connsiteY6" fmla="*/ 2134434 h 5535358"/>
              <a:gd name="connsiteX7" fmla="*/ 1027429 w 1256797"/>
              <a:gd name="connsiteY7" fmla="*/ 2440853 h 5535358"/>
              <a:gd name="connsiteX8" fmla="*/ 838453 w 1256797"/>
              <a:gd name="connsiteY8" fmla="*/ 2694599 h 5535358"/>
              <a:gd name="connsiteX9" fmla="*/ 662758 w 1256797"/>
              <a:gd name="connsiteY9" fmla="*/ 3030690 h 5535358"/>
              <a:gd name="connsiteX10" fmla="*/ 610327 w 1256797"/>
              <a:gd name="connsiteY10" fmla="*/ 3443519 h 5535358"/>
              <a:gd name="connsiteX11" fmla="*/ 272972 w 1256797"/>
              <a:gd name="connsiteY11" fmla="*/ 3973667 h 5535358"/>
              <a:gd name="connsiteX12" fmla="*/ 97661 w 1256797"/>
              <a:gd name="connsiteY12" fmla="*/ 4294401 h 5535358"/>
              <a:gd name="connsiteX13" fmla="*/ 271690 w 1256797"/>
              <a:gd name="connsiteY13" fmla="*/ 4942308 h 5535358"/>
              <a:gd name="connsiteX14" fmla="*/ 1071368 w 1256797"/>
              <a:gd name="connsiteY14" fmla="*/ 5535358 h 5535358"/>
              <a:gd name="connsiteX0" fmla="*/ 1230835 w 1230835"/>
              <a:gd name="connsiteY0" fmla="*/ 0 h 5461097"/>
              <a:gd name="connsiteX1" fmla="*/ 287801 w 1230835"/>
              <a:gd name="connsiteY1" fmla="*/ 241008 h 5461097"/>
              <a:gd name="connsiteX2" fmla="*/ 1609 w 1230835"/>
              <a:gd name="connsiteY2" fmla="*/ 601201 h 5461097"/>
              <a:gd name="connsiteX3" fmla="*/ 225467 w 1230835"/>
              <a:gd name="connsiteY3" fmla="*/ 1254226 h 5461097"/>
              <a:gd name="connsiteX4" fmla="*/ 535870 w 1230835"/>
              <a:gd name="connsiteY4" fmla="*/ 1538297 h 5461097"/>
              <a:gd name="connsiteX5" fmla="*/ 972470 w 1230835"/>
              <a:gd name="connsiteY5" fmla="*/ 1763374 h 5461097"/>
              <a:gd name="connsiteX6" fmla="*/ 1101629 w 1230835"/>
              <a:gd name="connsiteY6" fmla="*/ 2060173 h 5461097"/>
              <a:gd name="connsiteX7" fmla="*/ 1027429 w 1230835"/>
              <a:gd name="connsiteY7" fmla="*/ 2366592 h 5461097"/>
              <a:gd name="connsiteX8" fmla="*/ 838453 w 1230835"/>
              <a:gd name="connsiteY8" fmla="*/ 2620338 h 5461097"/>
              <a:gd name="connsiteX9" fmla="*/ 662758 w 1230835"/>
              <a:gd name="connsiteY9" fmla="*/ 2956429 h 5461097"/>
              <a:gd name="connsiteX10" fmla="*/ 610327 w 1230835"/>
              <a:gd name="connsiteY10" fmla="*/ 3369258 h 5461097"/>
              <a:gd name="connsiteX11" fmla="*/ 272972 w 1230835"/>
              <a:gd name="connsiteY11" fmla="*/ 3899406 h 5461097"/>
              <a:gd name="connsiteX12" fmla="*/ 97661 w 1230835"/>
              <a:gd name="connsiteY12" fmla="*/ 4220140 h 5461097"/>
              <a:gd name="connsiteX13" fmla="*/ 271690 w 1230835"/>
              <a:gd name="connsiteY13" fmla="*/ 4868047 h 5461097"/>
              <a:gd name="connsiteX14" fmla="*/ 1071368 w 1230835"/>
              <a:gd name="connsiteY14" fmla="*/ 5461097 h 5461097"/>
              <a:gd name="connsiteX0" fmla="*/ 1230835 w 1230835"/>
              <a:gd name="connsiteY0" fmla="*/ 0 h 5461097"/>
              <a:gd name="connsiteX1" fmla="*/ 287801 w 1230835"/>
              <a:gd name="connsiteY1" fmla="*/ 241008 h 5461097"/>
              <a:gd name="connsiteX2" fmla="*/ 1609 w 1230835"/>
              <a:gd name="connsiteY2" fmla="*/ 601201 h 5461097"/>
              <a:gd name="connsiteX3" fmla="*/ 225467 w 1230835"/>
              <a:gd name="connsiteY3" fmla="*/ 1254226 h 5461097"/>
              <a:gd name="connsiteX4" fmla="*/ 535870 w 1230835"/>
              <a:gd name="connsiteY4" fmla="*/ 1538297 h 5461097"/>
              <a:gd name="connsiteX5" fmla="*/ 970062 w 1230835"/>
              <a:gd name="connsiteY5" fmla="*/ 1902236 h 5461097"/>
              <a:gd name="connsiteX6" fmla="*/ 1101629 w 1230835"/>
              <a:gd name="connsiteY6" fmla="*/ 2060173 h 5461097"/>
              <a:gd name="connsiteX7" fmla="*/ 1027429 w 1230835"/>
              <a:gd name="connsiteY7" fmla="*/ 2366592 h 5461097"/>
              <a:gd name="connsiteX8" fmla="*/ 838453 w 1230835"/>
              <a:gd name="connsiteY8" fmla="*/ 2620338 h 5461097"/>
              <a:gd name="connsiteX9" fmla="*/ 662758 w 1230835"/>
              <a:gd name="connsiteY9" fmla="*/ 2956429 h 5461097"/>
              <a:gd name="connsiteX10" fmla="*/ 610327 w 1230835"/>
              <a:gd name="connsiteY10" fmla="*/ 3369258 h 5461097"/>
              <a:gd name="connsiteX11" fmla="*/ 272972 w 1230835"/>
              <a:gd name="connsiteY11" fmla="*/ 3899406 h 5461097"/>
              <a:gd name="connsiteX12" fmla="*/ 97661 w 1230835"/>
              <a:gd name="connsiteY12" fmla="*/ 4220140 h 5461097"/>
              <a:gd name="connsiteX13" fmla="*/ 271690 w 1230835"/>
              <a:gd name="connsiteY13" fmla="*/ 4868047 h 5461097"/>
              <a:gd name="connsiteX14" fmla="*/ 1071368 w 1230835"/>
              <a:gd name="connsiteY14" fmla="*/ 5461097 h 5461097"/>
              <a:gd name="connsiteX0" fmla="*/ 1230835 w 1230835"/>
              <a:gd name="connsiteY0" fmla="*/ 0 h 5461097"/>
              <a:gd name="connsiteX1" fmla="*/ 287801 w 1230835"/>
              <a:gd name="connsiteY1" fmla="*/ 241008 h 5461097"/>
              <a:gd name="connsiteX2" fmla="*/ 1609 w 1230835"/>
              <a:gd name="connsiteY2" fmla="*/ 601201 h 5461097"/>
              <a:gd name="connsiteX3" fmla="*/ 225467 w 1230835"/>
              <a:gd name="connsiteY3" fmla="*/ 1254226 h 5461097"/>
              <a:gd name="connsiteX4" fmla="*/ 535870 w 1230835"/>
              <a:gd name="connsiteY4" fmla="*/ 1538297 h 5461097"/>
              <a:gd name="connsiteX5" fmla="*/ 970062 w 1230835"/>
              <a:gd name="connsiteY5" fmla="*/ 1902236 h 5461097"/>
              <a:gd name="connsiteX6" fmla="*/ 1101629 w 1230835"/>
              <a:gd name="connsiteY6" fmla="*/ 2060173 h 5461097"/>
              <a:gd name="connsiteX7" fmla="*/ 1027429 w 1230835"/>
              <a:gd name="connsiteY7" fmla="*/ 2366592 h 5461097"/>
              <a:gd name="connsiteX8" fmla="*/ 838453 w 1230835"/>
              <a:gd name="connsiteY8" fmla="*/ 2620338 h 5461097"/>
              <a:gd name="connsiteX9" fmla="*/ 662758 w 1230835"/>
              <a:gd name="connsiteY9" fmla="*/ 2956429 h 5461097"/>
              <a:gd name="connsiteX10" fmla="*/ 610327 w 1230835"/>
              <a:gd name="connsiteY10" fmla="*/ 3369258 h 5461097"/>
              <a:gd name="connsiteX11" fmla="*/ 272972 w 1230835"/>
              <a:gd name="connsiteY11" fmla="*/ 3899406 h 5461097"/>
              <a:gd name="connsiteX12" fmla="*/ 97661 w 1230835"/>
              <a:gd name="connsiteY12" fmla="*/ 4220140 h 5461097"/>
              <a:gd name="connsiteX13" fmla="*/ 345921 w 1230835"/>
              <a:gd name="connsiteY13" fmla="*/ 4802650 h 5461097"/>
              <a:gd name="connsiteX14" fmla="*/ 1071368 w 1230835"/>
              <a:gd name="connsiteY14" fmla="*/ 5461097 h 5461097"/>
              <a:gd name="connsiteX0" fmla="*/ 1230835 w 1230835"/>
              <a:gd name="connsiteY0" fmla="*/ 0 h 5374791"/>
              <a:gd name="connsiteX1" fmla="*/ 287801 w 1230835"/>
              <a:gd name="connsiteY1" fmla="*/ 241008 h 5374791"/>
              <a:gd name="connsiteX2" fmla="*/ 1609 w 1230835"/>
              <a:gd name="connsiteY2" fmla="*/ 601201 h 5374791"/>
              <a:gd name="connsiteX3" fmla="*/ 225467 w 1230835"/>
              <a:gd name="connsiteY3" fmla="*/ 1254226 h 5374791"/>
              <a:gd name="connsiteX4" fmla="*/ 535870 w 1230835"/>
              <a:gd name="connsiteY4" fmla="*/ 1538297 h 5374791"/>
              <a:gd name="connsiteX5" fmla="*/ 970062 w 1230835"/>
              <a:gd name="connsiteY5" fmla="*/ 1902236 h 5374791"/>
              <a:gd name="connsiteX6" fmla="*/ 1101629 w 1230835"/>
              <a:gd name="connsiteY6" fmla="*/ 2060173 h 5374791"/>
              <a:gd name="connsiteX7" fmla="*/ 1027429 w 1230835"/>
              <a:gd name="connsiteY7" fmla="*/ 2366592 h 5374791"/>
              <a:gd name="connsiteX8" fmla="*/ 838453 w 1230835"/>
              <a:gd name="connsiteY8" fmla="*/ 2620338 h 5374791"/>
              <a:gd name="connsiteX9" fmla="*/ 662758 w 1230835"/>
              <a:gd name="connsiteY9" fmla="*/ 2956429 h 5374791"/>
              <a:gd name="connsiteX10" fmla="*/ 610327 w 1230835"/>
              <a:gd name="connsiteY10" fmla="*/ 3369258 h 5374791"/>
              <a:gd name="connsiteX11" fmla="*/ 272972 w 1230835"/>
              <a:gd name="connsiteY11" fmla="*/ 3899406 h 5374791"/>
              <a:gd name="connsiteX12" fmla="*/ 97661 w 1230835"/>
              <a:gd name="connsiteY12" fmla="*/ 4220140 h 5374791"/>
              <a:gd name="connsiteX13" fmla="*/ 345921 w 1230835"/>
              <a:gd name="connsiteY13" fmla="*/ 4802650 h 5374791"/>
              <a:gd name="connsiteX14" fmla="*/ 1064323 w 1230835"/>
              <a:gd name="connsiteY14" fmla="*/ 5374791 h 5374791"/>
              <a:gd name="connsiteX0" fmla="*/ 1165258 w 1165258"/>
              <a:gd name="connsiteY0" fmla="*/ 0 h 5374791"/>
              <a:gd name="connsiteX1" fmla="*/ 222224 w 1165258"/>
              <a:gd name="connsiteY1" fmla="*/ 241008 h 5374791"/>
              <a:gd name="connsiteX2" fmla="*/ 9759 w 1165258"/>
              <a:gd name="connsiteY2" fmla="*/ 800467 h 5374791"/>
              <a:gd name="connsiteX3" fmla="*/ 159890 w 1165258"/>
              <a:gd name="connsiteY3" fmla="*/ 1254226 h 5374791"/>
              <a:gd name="connsiteX4" fmla="*/ 470293 w 1165258"/>
              <a:gd name="connsiteY4" fmla="*/ 1538297 h 5374791"/>
              <a:gd name="connsiteX5" fmla="*/ 904485 w 1165258"/>
              <a:gd name="connsiteY5" fmla="*/ 1902236 h 5374791"/>
              <a:gd name="connsiteX6" fmla="*/ 1036052 w 1165258"/>
              <a:gd name="connsiteY6" fmla="*/ 2060173 h 5374791"/>
              <a:gd name="connsiteX7" fmla="*/ 961852 w 1165258"/>
              <a:gd name="connsiteY7" fmla="*/ 2366592 h 5374791"/>
              <a:gd name="connsiteX8" fmla="*/ 772876 w 1165258"/>
              <a:gd name="connsiteY8" fmla="*/ 2620338 h 5374791"/>
              <a:gd name="connsiteX9" fmla="*/ 597181 w 1165258"/>
              <a:gd name="connsiteY9" fmla="*/ 2956429 h 5374791"/>
              <a:gd name="connsiteX10" fmla="*/ 544750 w 1165258"/>
              <a:gd name="connsiteY10" fmla="*/ 3369258 h 5374791"/>
              <a:gd name="connsiteX11" fmla="*/ 207395 w 1165258"/>
              <a:gd name="connsiteY11" fmla="*/ 3899406 h 5374791"/>
              <a:gd name="connsiteX12" fmla="*/ 32084 w 1165258"/>
              <a:gd name="connsiteY12" fmla="*/ 4220140 h 5374791"/>
              <a:gd name="connsiteX13" fmla="*/ 280344 w 1165258"/>
              <a:gd name="connsiteY13" fmla="*/ 4802650 h 5374791"/>
              <a:gd name="connsiteX14" fmla="*/ 998746 w 1165258"/>
              <a:gd name="connsiteY14" fmla="*/ 5374791 h 5374791"/>
              <a:gd name="connsiteX0" fmla="*/ 1171340 w 1171340"/>
              <a:gd name="connsiteY0" fmla="*/ 0 h 5374791"/>
              <a:gd name="connsiteX1" fmla="*/ 310436 w 1171340"/>
              <a:gd name="connsiteY1" fmla="*/ 359000 h 5374791"/>
              <a:gd name="connsiteX2" fmla="*/ 15841 w 1171340"/>
              <a:gd name="connsiteY2" fmla="*/ 800467 h 5374791"/>
              <a:gd name="connsiteX3" fmla="*/ 165972 w 1171340"/>
              <a:gd name="connsiteY3" fmla="*/ 1254226 h 5374791"/>
              <a:gd name="connsiteX4" fmla="*/ 476375 w 1171340"/>
              <a:gd name="connsiteY4" fmla="*/ 1538297 h 5374791"/>
              <a:gd name="connsiteX5" fmla="*/ 910567 w 1171340"/>
              <a:gd name="connsiteY5" fmla="*/ 1902236 h 5374791"/>
              <a:gd name="connsiteX6" fmla="*/ 1042134 w 1171340"/>
              <a:gd name="connsiteY6" fmla="*/ 2060173 h 5374791"/>
              <a:gd name="connsiteX7" fmla="*/ 967934 w 1171340"/>
              <a:gd name="connsiteY7" fmla="*/ 2366592 h 5374791"/>
              <a:gd name="connsiteX8" fmla="*/ 778958 w 1171340"/>
              <a:gd name="connsiteY8" fmla="*/ 2620338 h 5374791"/>
              <a:gd name="connsiteX9" fmla="*/ 603263 w 1171340"/>
              <a:gd name="connsiteY9" fmla="*/ 2956429 h 5374791"/>
              <a:gd name="connsiteX10" fmla="*/ 550832 w 1171340"/>
              <a:gd name="connsiteY10" fmla="*/ 3369258 h 5374791"/>
              <a:gd name="connsiteX11" fmla="*/ 213477 w 1171340"/>
              <a:gd name="connsiteY11" fmla="*/ 3899406 h 5374791"/>
              <a:gd name="connsiteX12" fmla="*/ 38166 w 1171340"/>
              <a:gd name="connsiteY12" fmla="*/ 4220140 h 5374791"/>
              <a:gd name="connsiteX13" fmla="*/ 286426 w 1171340"/>
              <a:gd name="connsiteY13" fmla="*/ 4802650 h 5374791"/>
              <a:gd name="connsiteX14" fmla="*/ 1004828 w 1171340"/>
              <a:gd name="connsiteY14" fmla="*/ 5374791 h 5374791"/>
              <a:gd name="connsiteX0" fmla="*/ 906043 w 1043218"/>
              <a:gd name="connsiteY0" fmla="*/ 0 h 5623654"/>
              <a:gd name="connsiteX1" fmla="*/ 310436 w 1043218"/>
              <a:gd name="connsiteY1" fmla="*/ 607863 h 5623654"/>
              <a:gd name="connsiteX2" fmla="*/ 15841 w 1043218"/>
              <a:gd name="connsiteY2" fmla="*/ 1049330 h 5623654"/>
              <a:gd name="connsiteX3" fmla="*/ 165972 w 1043218"/>
              <a:gd name="connsiteY3" fmla="*/ 1503089 h 5623654"/>
              <a:gd name="connsiteX4" fmla="*/ 476375 w 1043218"/>
              <a:gd name="connsiteY4" fmla="*/ 1787160 h 5623654"/>
              <a:gd name="connsiteX5" fmla="*/ 910567 w 1043218"/>
              <a:gd name="connsiteY5" fmla="*/ 2151099 h 5623654"/>
              <a:gd name="connsiteX6" fmla="*/ 1042134 w 1043218"/>
              <a:gd name="connsiteY6" fmla="*/ 2309036 h 5623654"/>
              <a:gd name="connsiteX7" fmla="*/ 967934 w 1043218"/>
              <a:gd name="connsiteY7" fmla="*/ 2615455 h 5623654"/>
              <a:gd name="connsiteX8" fmla="*/ 778958 w 1043218"/>
              <a:gd name="connsiteY8" fmla="*/ 2869201 h 5623654"/>
              <a:gd name="connsiteX9" fmla="*/ 603263 w 1043218"/>
              <a:gd name="connsiteY9" fmla="*/ 3205292 h 5623654"/>
              <a:gd name="connsiteX10" fmla="*/ 550832 w 1043218"/>
              <a:gd name="connsiteY10" fmla="*/ 3618121 h 5623654"/>
              <a:gd name="connsiteX11" fmla="*/ 213477 w 1043218"/>
              <a:gd name="connsiteY11" fmla="*/ 4148269 h 5623654"/>
              <a:gd name="connsiteX12" fmla="*/ 38166 w 1043218"/>
              <a:gd name="connsiteY12" fmla="*/ 4469003 h 5623654"/>
              <a:gd name="connsiteX13" fmla="*/ 286426 w 1043218"/>
              <a:gd name="connsiteY13" fmla="*/ 5051513 h 5623654"/>
              <a:gd name="connsiteX14" fmla="*/ 1004828 w 1043218"/>
              <a:gd name="connsiteY14" fmla="*/ 5623654 h 5623654"/>
              <a:gd name="connsiteX0" fmla="*/ 906043 w 1043218"/>
              <a:gd name="connsiteY0" fmla="*/ 0 h 5623654"/>
              <a:gd name="connsiteX1" fmla="*/ 310436 w 1043218"/>
              <a:gd name="connsiteY1" fmla="*/ 607863 h 5623654"/>
              <a:gd name="connsiteX2" fmla="*/ 15841 w 1043218"/>
              <a:gd name="connsiteY2" fmla="*/ 1049330 h 5623654"/>
              <a:gd name="connsiteX3" fmla="*/ 165972 w 1043218"/>
              <a:gd name="connsiteY3" fmla="*/ 1503089 h 5623654"/>
              <a:gd name="connsiteX4" fmla="*/ 476375 w 1043218"/>
              <a:gd name="connsiteY4" fmla="*/ 1787160 h 5623654"/>
              <a:gd name="connsiteX5" fmla="*/ 910567 w 1043218"/>
              <a:gd name="connsiteY5" fmla="*/ 2151099 h 5623654"/>
              <a:gd name="connsiteX6" fmla="*/ 1042134 w 1043218"/>
              <a:gd name="connsiteY6" fmla="*/ 2309036 h 5623654"/>
              <a:gd name="connsiteX7" fmla="*/ 967934 w 1043218"/>
              <a:gd name="connsiteY7" fmla="*/ 2615455 h 5623654"/>
              <a:gd name="connsiteX8" fmla="*/ 778958 w 1043218"/>
              <a:gd name="connsiteY8" fmla="*/ 2869201 h 5623654"/>
              <a:gd name="connsiteX9" fmla="*/ 603263 w 1043218"/>
              <a:gd name="connsiteY9" fmla="*/ 3205292 h 5623654"/>
              <a:gd name="connsiteX10" fmla="*/ 550832 w 1043218"/>
              <a:gd name="connsiteY10" fmla="*/ 3618121 h 5623654"/>
              <a:gd name="connsiteX11" fmla="*/ 213477 w 1043218"/>
              <a:gd name="connsiteY11" fmla="*/ 4148269 h 5623654"/>
              <a:gd name="connsiteX12" fmla="*/ 38166 w 1043218"/>
              <a:gd name="connsiteY12" fmla="*/ 4469003 h 5623654"/>
              <a:gd name="connsiteX13" fmla="*/ 286426 w 1043218"/>
              <a:gd name="connsiteY13" fmla="*/ 5051513 h 5623654"/>
              <a:gd name="connsiteX14" fmla="*/ 1004828 w 1043218"/>
              <a:gd name="connsiteY14" fmla="*/ 5623654 h 5623654"/>
              <a:gd name="connsiteX0" fmla="*/ 918364 w 1055539"/>
              <a:gd name="connsiteY0" fmla="*/ 0 h 5623654"/>
              <a:gd name="connsiteX1" fmla="*/ 489100 w 1055539"/>
              <a:gd name="connsiteY1" fmla="*/ 466755 h 5623654"/>
              <a:gd name="connsiteX2" fmla="*/ 28162 w 1055539"/>
              <a:gd name="connsiteY2" fmla="*/ 1049330 h 5623654"/>
              <a:gd name="connsiteX3" fmla="*/ 178293 w 1055539"/>
              <a:gd name="connsiteY3" fmla="*/ 1503089 h 5623654"/>
              <a:gd name="connsiteX4" fmla="*/ 488696 w 1055539"/>
              <a:gd name="connsiteY4" fmla="*/ 1787160 h 5623654"/>
              <a:gd name="connsiteX5" fmla="*/ 922888 w 1055539"/>
              <a:gd name="connsiteY5" fmla="*/ 2151099 h 5623654"/>
              <a:gd name="connsiteX6" fmla="*/ 1054455 w 1055539"/>
              <a:gd name="connsiteY6" fmla="*/ 2309036 h 5623654"/>
              <a:gd name="connsiteX7" fmla="*/ 980255 w 1055539"/>
              <a:gd name="connsiteY7" fmla="*/ 2615455 h 5623654"/>
              <a:gd name="connsiteX8" fmla="*/ 791279 w 1055539"/>
              <a:gd name="connsiteY8" fmla="*/ 2869201 h 5623654"/>
              <a:gd name="connsiteX9" fmla="*/ 615584 w 1055539"/>
              <a:gd name="connsiteY9" fmla="*/ 3205292 h 5623654"/>
              <a:gd name="connsiteX10" fmla="*/ 563153 w 1055539"/>
              <a:gd name="connsiteY10" fmla="*/ 3618121 h 5623654"/>
              <a:gd name="connsiteX11" fmla="*/ 225798 w 1055539"/>
              <a:gd name="connsiteY11" fmla="*/ 4148269 h 5623654"/>
              <a:gd name="connsiteX12" fmla="*/ 50487 w 1055539"/>
              <a:gd name="connsiteY12" fmla="*/ 4469003 h 5623654"/>
              <a:gd name="connsiteX13" fmla="*/ 298747 w 1055539"/>
              <a:gd name="connsiteY13" fmla="*/ 5051513 h 5623654"/>
              <a:gd name="connsiteX14" fmla="*/ 1017149 w 1055539"/>
              <a:gd name="connsiteY14" fmla="*/ 5623654 h 5623654"/>
              <a:gd name="connsiteX0" fmla="*/ 905444 w 1042619"/>
              <a:gd name="connsiteY0" fmla="*/ 0 h 5623654"/>
              <a:gd name="connsiteX1" fmla="*/ 476180 w 1042619"/>
              <a:gd name="connsiteY1" fmla="*/ 466755 h 5623654"/>
              <a:gd name="connsiteX2" fmla="*/ 15242 w 1042619"/>
              <a:gd name="connsiteY2" fmla="*/ 1049330 h 5623654"/>
              <a:gd name="connsiteX3" fmla="*/ 214785 w 1042619"/>
              <a:gd name="connsiteY3" fmla="*/ 1544775 h 5623654"/>
              <a:gd name="connsiteX4" fmla="*/ 475776 w 1042619"/>
              <a:gd name="connsiteY4" fmla="*/ 1787160 h 5623654"/>
              <a:gd name="connsiteX5" fmla="*/ 909968 w 1042619"/>
              <a:gd name="connsiteY5" fmla="*/ 2151099 h 5623654"/>
              <a:gd name="connsiteX6" fmla="*/ 1041535 w 1042619"/>
              <a:gd name="connsiteY6" fmla="*/ 2309036 h 5623654"/>
              <a:gd name="connsiteX7" fmla="*/ 967335 w 1042619"/>
              <a:gd name="connsiteY7" fmla="*/ 2615455 h 5623654"/>
              <a:gd name="connsiteX8" fmla="*/ 778359 w 1042619"/>
              <a:gd name="connsiteY8" fmla="*/ 2869201 h 5623654"/>
              <a:gd name="connsiteX9" fmla="*/ 602664 w 1042619"/>
              <a:gd name="connsiteY9" fmla="*/ 3205292 h 5623654"/>
              <a:gd name="connsiteX10" fmla="*/ 550233 w 1042619"/>
              <a:gd name="connsiteY10" fmla="*/ 3618121 h 5623654"/>
              <a:gd name="connsiteX11" fmla="*/ 212878 w 1042619"/>
              <a:gd name="connsiteY11" fmla="*/ 4148269 h 5623654"/>
              <a:gd name="connsiteX12" fmla="*/ 37567 w 1042619"/>
              <a:gd name="connsiteY12" fmla="*/ 4469003 h 5623654"/>
              <a:gd name="connsiteX13" fmla="*/ 285827 w 1042619"/>
              <a:gd name="connsiteY13" fmla="*/ 5051513 h 5623654"/>
              <a:gd name="connsiteX14" fmla="*/ 1004229 w 1042619"/>
              <a:gd name="connsiteY14" fmla="*/ 5623654 h 5623654"/>
              <a:gd name="connsiteX0" fmla="*/ 868869 w 1006044"/>
              <a:gd name="connsiteY0" fmla="*/ 0 h 5623654"/>
              <a:gd name="connsiteX1" fmla="*/ 439605 w 1006044"/>
              <a:gd name="connsiteY1" fmla="*/ 466755 h 5623654"/>
              <a:gd name="connsiteX2" fmla="*/ 78156 w 1006044"/>
              <a:gd name="connsiteY2" fmla="*/ 987150 h 5623654"/>
              <a:gd name="connsiteX3" fmla="*/ 178210 w 1006044"/>
              <a:gd name="connsiteY3" fmla="*/ 1544775 h 5623654"/>
              <a:gd name="connsiteX4" fmla="*/ 439201 w 1006044"/>
              <a:gd name="connsiteY4" fmla="*/ 1787160 h 5623654"/>
              <a:gd name="connsiteX5" fmla="*/ 873393 w 1006044"/>
              <a:gd name="connsiteY5" fmla="*/ 2151099 h 5623654"/>
              <a:gd name="connsiteX6" fmla="*/ 1004960 w 1006044"/>
              <a:gd name="connsiteY6" fmla="*/ 2309036 h 5623654"/>
              <a:gd name="connsiteX7" fmla="*/ 930760 w 1006044"/>
              <a:gd name="connsiteY7" fmla="*/ 2615455 h 5623654"/>
              <a:gd name="connsiteX8" fmla="*/ 741784 w 1006044"/>
              <a:gd name="connsiteY8" fmla="*/ 2869201 h 5623654"/>
              <a:gd name="connsiteX9" fmla="*/ 566089 w 1006044"/>
              <a:gd name="connsiteY9" fmla="*/ 3205292 h 5623654"/>
              <a:gd name="connsiteX10" fmla="*/ 513658 w 1006044"/>
              <a:gd name="connsiteY10" fmla="*/ 3618121 h 5623654"/>
              <a:gd name="connsiteX11" fmla="*/ 176303 w 1006044"/>
              <a:gd name="connsiteY11" fmla="*/ 4148269 h 5623654"/>
              <a:gd name="connsiteX12" fmla="*/ 992 w 1006044"/>
              <a:gd name="connsiteY12" fmla="*/ 4469003 h 5623654"/>
              <a:gd name="connsiteX13" fmla="*/ 249252 w 1006044"/>
              <a:gd name="connsiteY13" fmla="*/ 5051513 h 5623654"/>
              <a:gd name="connsiteX14" fmla="*/ 967654 w 1006044"/>
              <a:gd name="connsiteY14" fmla="*/ 5623654 h 5623654"/>
              <a:gd name="connsiteX0" fmla="*/ 868869 w 1006044"/>
              <a:gd name="connsiteY0" fmla="*/ 0 h 5722266"/>
              <a:gd name="connsiteX1" fmla="*/ 439605 w 1006044"/>
              <a:gd name="connsiteY1" fmla="*/ 466755 h 5722266"/>
              <a:gd name="connsiteX2" fmla="*/ 78156 w 1006044"/>
              <a:gd name="connsiteY2" fmla="*/ 987150 h 5722266"/>
              <a:gd name="connsiteX3" fmla="*/ 178210 w 1006044"/>
              <a:gd name="connsiteY3" fmla="*/ 1544775 h 5722266"/>
              <a:gd name="connsiteX4" fmla="*/ 439201 w 1006044"/>
              <a:gd name="connsiteY4" fmla="*/ 1787160 h 5722266"/>
              <a:gd name="connsiteX5" fmla="*/ 873393 w 1006044"/>
              <a:gd name="connsiteY5" fmla="*/ 2151099 h 5722266"/>
              <a:gd name="connsiteX6" fmla="*/ 1004960 w 1006044"/>
              <a:gd name="connsiteY6" fmla="*/ 2309036 h 5722266"/>
              <a:gd name="connsiteX7" fmla="*/ 930760 w 1006044"/>
              <a:gd name="connsiteY7" fmla="*/ 2615455 h 5722266"/>
              <a:gd name="connsiteX8" fmla="*/ 741784 w 1006044"/>
              <a:gd name="connsiteY8" fmla="*/ 2869201 h 5722266"/>
              <a:gd name="connsiteX9" fmla="*/ 566089 w 1006044"/>
              <a:gd name="connsiteY9" fmla="*/ 3205292 h 5722266"/>
              <a:gd name="connsiteX10" fmla="*/ 513658 w 1006044"/>
              <a:gd name="connsiteY10" fmla="*/ 3618121 h 5722266"/>
              <a:gd name="connsiteX11" fmla="*/ 176303 w 1006044"/>
              <a:gd name="connsiteY11" fmla="*/ 4148269 h 5722266"/>
              <a:gd name="connsiteX12" fmla="*/ 992 w 1006044"/>
              <a:gd name="connsiteY12" fmla="*/ 4469003 h 5722266"/>
              <a:gd name="connsiteX13" fmla="*/ 249252 w 1006044"/>
              <a:gd name="connsiteY13" fmla="*/ 5051513 h 5722266"/>
              <a:gd name="connsiteX14" fmla="*/ 841662 w 1006044"/>
              <a:gd name="connsiteY14" fmla="*/ 5722266 h 5722266"/>
              <a:gd name="connsiteX0" fmla="*/ 883349 w 1006044"/>
              <a:gd name="connsiteY0" fmla="*/ 0 h 5686393"/>
              <a:gd name="connsiteX1" fmla="*/ 439605 w 1006044"/>
              <a:gd name="connsiteY1" fmla="*/ 430882 h 5686393"/>
              <a:gd name="connsiteX2" fmla="*/ 78156 w 1006044"/>
              <a:gd name="connsiteY2" fmla="*/ 951277 h 5686393"/>
              <a:gd name="connsiteX3" fmla="*/ 178210 w 1006044"/>
              <a:gd name="connsiteY3" fmla="*/ 1508902 h 5686393"/>
              <a:gd name="connsiteX4" fmla="*/ 439201 w 1006044"/>
              <a:gd name="connsiteY4" fmla="*/ 1751287 h 5686393"/>
              <a:gd name="connsiteX5" fmla="*/ 873393 w 1006044"/>
              <a:gd name="connsiteY5" fmla="*/ 2115226 h 5686393"/>
              <a:gd name="connsiteX6" fmla="*/ 1004960 w 1006044"/>
              <a:gd name="connsiteY6" fmla="*/ 2273163 h 5686393"/>
              <a:gd name="connsiteX7" fmla="*/ 930760 w 1006044"/>
              <a:gd name="connsiteY7" fmla="*/ 2579582 h 5686393"/>
              <a:gd name="connsiteX8" fmla="*/ 741784 w 1006044"/>
              <a:gd name="connsiteY8" fmla="*/ 2833328 h 5686393"/>
              <a:gd name="connsiteX9" fmla="*/ 566089 w 1006044"/>
              <a:gd name="connsiteY9" fmla="*/ 3169419 h 5686393"/>
              <a:gd name="connsiteX10" fmla="*/ 513658 w 1006044"/>
              <a:gd name="connsiteY10" fmla="*/ 3582248 h 5686393"/>
              <a:gd name="connsiteX11" fmla="*/ 176303 w 1006044"/>
              <a:gd name="connsiteY11" fmla="*/ 4112396 h 5686393"/>
              <a:gd name="connsiteX12" fmla="*/ 992 w 1006044"/>
              <a:gd name="connsiteY12" fmla="*/ 4433130 h 5686393"/>
              <a:gd name="connsiteX13" fmla="*/ 249252 w 1006044"/>
              <a:gd name="connsiteY13" fmla="*/ 5015640 h 5686393"/>
              <a:gd name="connsiteX14" fmla="*/ 841662 w 1006044"/>
              <a:gd name="connsiteY14" fmla="*/ 5686393 h 5686393"/>
              <a:gd name="connsiteX0" fmla="*/ 883349 w 1006044"/>
              <a:gd name="connsiteY0" fmla="*/ 0 h 5686393"/>
              <a:gd name="connsiteX1" fmla="*/ 439605 w 1006044"/>
              <a:gd name="connsiteY1" fmla="*/ 430882 h 5686393"/>
              <a:gd name="connsiteX2" fmla="*/ 78156 w 1006044"/>
              <a:gd name="connsiteY2" fmla="*/ 951277 h 5686393"/>
              <a:gd name="connsiteX3" fmla="*/ 178210 w 1006044"/>
              <a:gd name="connsiteY3" fmla="*/ 1508902 h 5686393"/>
              <a:gd name="connsiteX4" fmla="*/ 439201 w 1006044"/>
              <a:gd name="connsiteY4" fmla="*/ 1751287 h 5686393"/>
              <a:gd name="connsiteX5" fmla="*/ 873393 w 1006044"/>
              <a:gd name="connsiteY5" fmla="*/ 2115226 h 5686393"/>
              <a:gd name="connsiteX6" fmla="*/ 1004960 w 1006044"/>
              <a:gd name="connsiteY6" fmla="*/ 2273163 h 5686393"/>
              <a:gd name="connsiteX7" fmla="*/ 930760 w 1006044"/>
              <a:gd name="connsiteY7" fmla="*/ 2579582 h 5686393"/>
              <a:gd name="connsiteX8" fmla="*/ 741784 w 1006044"/>
              <a:gd name="connsiteY8" fmla="*/ 2833328 h 5686393"/>
              <a:gd name="connsiteX9" fmla="*/ 566089 w 1006044"/>
              <a:gd name="connsiteY9" fmla="*/ 3169419 h 5686393"/>
              <a:gd name="connsiteX10" fmla="*/ 513658 w 1006044"/>
              <a:gd name="connsiteY10" fmla="*/ 3582248 h 5686393"/>
              <a:gd name="connsiteX11" fmla="*/ 176303 w 1006044"/>
              <a:gd name="connsiteY11" fmla="*/ 4112396 h 5686393"/>
              <a:gd name="connsiteX12" fmla="*/ 992 w 1006044"/>
              <a:gd name="connsiteY12" fmla="*/ 4433130 h 5686393"/>
              <a:gd name="connsiteX13" fmla="*/ 249252 w 1006044"/>
              <a:gd name="connsiteY13" fmla="*/ 5015640 h 5686393"/>
              <a:gd name="connsiteX14" fmla="*/ 841662 w 1006044"/>
              <a:gd name="connsiteY14" fmla="*/ 5686393 h 5686393"/>
              <a:gd name="connsiteX0" fmla="*/ 883349 w 1006044"/>
              <a:gd name="connsiteY0" fmla="*/ 0 h 5499037"/>
              <a:gd name="connsiteX1" fmla="*/ 439605 w 1006044"/>
              <a:gd name="connsiteY1" fmla="*/ 430882 h 5499037"/>
              <a:gd name="connsiteX2" fmla="*/ 78156 w 1006044"/>
              <a:gd name="connsiteY2" fmla="*/ 951277 h 5499037"/>
              <a:gd name="connsiteX3" fmla="*/ 178210 w 1006044"/>
              <a:gd name="connsiteY3" fmla="*/ 1508902 h 5499037"/>
              <a:gd name="connsiteX4" fmla="*/ 439201 w 1006044"/>
              <a:gd name="connsiteY4" fmla="*/ 1751287 h 5499037"/>
              <a:gd name="connsiteX5" fmla="*/ 873393 w 1006044"/>
              <a:gd name="connsiteY5" fmla="*/ 2115226 h 5499037"/>
              <a:gd name="connsiteX6" fmla="*/ 1004960 w 1006044"/>
              <a:gd name="connsiteY6" fmla="*/ 2273163 h 5499037"/>
              <a:gd name="connsiteX7" fmla="*/ 930760 w 1006044"/>
              <a:gd name="connsiteY7" fmla="*/ 2579582 h 5499037"/>
              <a:gd name="connsiteX8" fmla="*/ 741784 w 1006044"/>
              <a:gd name="connsiteY8" fmla="*/ 2833328 h 5499037"/>
              <a:gd name="connsiteX9" fmla="*/ 566089 w 1006044"/>
              <a:gd name="connsiteY9" fmla="*/ 3169419 h 5499037"/>
              <a:gd name="connsiteX10" fmla="*/ 513658 w 1006044"/>
              <a:gd name="connsiteY10" fmla="*/ 3582248 h 5499037"/>
              <a:gd name="connsiteX11" fmla="*/ 176303 w 1006044"/>
              <a:gd name="connsiteY11" fmla="*/ 4112396 h 5499037"/>
              <a:gd name="connsiteX12" fmla="*/ 992 w 1006044"/>
              <a:gd name="connsiteY12" fmla="*/ 4433130 h 5499037"/>
              <a:gd name="connsiteX13" fmla="*/ 249252 w 1006044"/>
              <a:gd name="connsiteY13" fmla="*/ 5015640 h 5499037"/>
              <a:gd name="connsiteX14" fmla="*/ 954836 w 1006044"/>
              <a:gd name="connsiteY14" fmla="*/ 5499037 h 5499037"/>
              <a:gd name="connsiteX0" fmla="*/ 884474 w 1007169"/>
              <a:gd name="connsiteY0" fmla="*/ 0 h 5499037"/>
              <a:gd name="connsiteX1" fmla="*/ 440730 w 1007169"/>
              <a:gd name="connsiteY1" fmla="*/ 430882 h 5499037"/>
              <a:gd name="connsiteX2" fmla="*/ 79281 w 1007169"/>
              <a:gd name="connsiteY2" fmla="*/ 951277 h 5499037"/>
              <a:gd name="connsiteX3" fmla="*/ 179335 w 1007169"/>
              <a:gd name="connsiteY3" fmla="*/ 1508902 h 5499037"/>
              <a:gd name="connsiteX4" fmla="*/ 440326 w 1007169"/>
              <a:gd name="connsiteY4" fmla="*/ 1751287 h 5499037"/>
              <a:gd name="connsiteX5" fmla="*/ 874518 w 1007169"/>
              <a:gd name="connsiteY5" fmla="*/ 2115226 h 5499037"/>
              <a:gd name="connsiteX6" fmla="*/ 1006085 w 1007169"/>
              <a:gd name="connsiteY6" fmla="*/ 2273163 h 5499037"/>
              <a:gd name="connsiteX7" fmla="*/ 931885 w 1007169"/>
              <a:gd name="connsiteY7" fmla="*/ 2579582 h 5499037"/>
              <a:gd name="connsiteX8" fmla="*/ 742909 w 1007169"/>
              <a:gd name="connsiteY8" fmla="*/ 2833328 h 5499037"/>
              <a:gd name="connsiteX9" fmla="*/ 567214 w 1007169"/>
              <a:gd name="connsiteY9" fmla="*/ 3169419 h 5499037"/>
              <a:gd name="connsiteX10" fmla="*/ 514783 w 1007169"/>
              <a:gd name="connsiteY10" fmla="*/ 3582248 h 5499037"/>
              <a:gd name="connsiteX11" fmla="*/ 177428 w 1007169"/>
              <a:gd name="connsiteY11" fmla="*/ 4112396 h 5499037"/>
              <a:gd name="connsiteX12" fmla="*/ 2117 w 1007169"/>
              <a:gd name="connsiteY12" fmla="*/ 4433130 h 5499037"/>
              <a:gd name="connsiteX13" fmla="*/ 289400 w 1007169"/>
              <a:gd name="connsiteY13" fmla="*/ 4953241 h 5499037"/>
              <a:gd name="connsiteX14" fmla="*/ 955961 w 1007169"/>
              <a:gd name="connsiteY14" fmla="*/ 5499037 h 5499037"/>
              <a:gd name="connsiteX0" fmla="*/ 884088 w 1006783"/>
              <a:gd name="connsiteY0" fmla="*/ 0 h 5499037"/>
              <a:gd name="connsiteX1" fmla="*/ 440344 w 1006783"/>
              <a:gd name="connsiteY1" fmla="*/ 430882 h 5499037"/>
              <a:gd name="connsiteX2" fmla="*/ 78895 w 1006783"/>
              <a:gd name="connsiteY2" fmla="*/ 951277 h 5499037"/>
              <a:gd name="connsiteX3" fmla="*/ 178949 w 1006783"/>
              <a:gd name="connsiteY3" fmla="*/ 1508902 h 5499037"/>
              <a:gd name="connsiteX4" fmla="*/ 439940 w 1006783"/>
              <a:gd name="connsiteY4" fmla="*/ 1751287 h 5499037"/>
              <a:gd name="connsiteX5" fmla="*/ 874132 w 1006783"/>
              <a:gd name="connsiteY5" fmla="*/ 2115226 h 5499037"/>
              <a:gd name="connsiteX6" fmla="*/ 1005699 w 1006783"/>
              <a:gd name="connsiteY6" fmla="*/ 2273163 h 5499037"/>
              <a:gd name="connsiteX7" fmla="*/ 931499 w 1006783"/>
              <a:gd name="connsiteY7" fmla="*/ 2579582 h 5499037"/>
              <a:gd name="connsiteX8" fmla="*/ 742523 w 1006783"/>
              <a:gd name="connsiteY8" fmla="*/ 2833328 h 5499037"/>
              <a:gd name="connsiteX9" fmla="*/ 566828 w 1006783"/>
              <a:gd name="connsiteY9" fmla="*/ 3169419 h 5499037"/>
              <a:gd name="connsiteX10" fmla="*/ 514397 w 1006783"/>
              <a:gd name="connsiteY10" fmla="*/ 3582248 h 5499037"/>
              <a:gd name="connsiteX11" fmla="*/ 185444 w 1006783"/>
              <a:gd name="connsiteY11" fmla="*/ 4031122 h 5499037"/>
              <a:gd name="connsiteX12" fmla="*/ 1731 w 1006783"/>
              <a:gd name="connsiteY12" fmla="*/ 4433130 h 5499037"/>
              <a:gd name="connsiteX13" fmla="*/ 289014 w 1006783"/>
              <a:gd name="connsiteY13" fmla="*/ 4953241 h 5499037"/>
              <a:gd name="connsiteX14" fmla="*/ 955575 w 1006783"/>
              <a:gd name="connsiteY14" fmla="*/ 5499037 h 5499037"/>
              <a:gd name="connsiteX0" fmla="*/ 846683 w 969378"/>
              <a:gd name="connsiteY0" fmla="*/ 0 h 5499037"/>
              <a:gd name="connsiteX1" fmla="*/ 402939 w 969378"/>
              <a:gd name="connsiteY1" fmla="*/ 430882 h 5499037"/>
              <a:gd name="connsiteX2" fmla="*/ 41490 w 969378"/>
              <a:gd name="connsiteY2" fmla="*/ 951277 h 5499037"/>
              <a:gd name="connsiteX3" fmla="*/ 141544 w 969378"/>
              <a:gd name="connsiteY3" fmla="*/ 1508902 h 5499037"/>
              <a:gd name="connsiteX4" fmla="*/ 402535 w 969378"/>
              <a:gd name="connsiteY4" fmla="*/ 1751287 h 5499037"/>
              <a:gd name="connsiteX5" fmla="*/ 836727 w 969378"/>
              <a:gd name="connsiteY5" fmla="*/ 2115226 h 5499037"/>
              <a:gd name="connsiteX6" fmla="*/ 968294 w 969378"/>
              <a:gd name="connsiteY6" fmla="*/ 2273163 h 5499037"/>
              <a:gd name="connsiteX7" fmla="*/ 894094 w 969378"/>
              <a:gd name="connsiteY7" fmla="*/ 2579582 h 5499037"/>
              <a:gd name="connsiteX8" fmla="*/ 705118 w 969378"/>
              <a:gd name="connsiteY8" fmla="*/ 2833328 h 5499037"/>
              <a:gd name="connsiteX9" fmla="*/ 529423 w 969378"/>
              <a:gd name="connsiteY9" fmla="*/ 3169419 h 5499037"/>
              <a:gd name="connsiteX10" fmla="*/ 476992 w 969378"/>
              <a:gd name="connsiteY10" fmla="*/ 3582248 h 5499037"/>
              <a:gd name="connsiteX11" fmla="*/ 148039 w 969378"/>
              <a:gd name="connsiteY11" fmla="*/ 4031122 h 5499037"/>
              <a:gd name="connsiteX12" fmla="*/ 12606 w 969378"/>
              <a:gd name="connsiteY12" fmla="*/ 4386542 h 5499037"/>
              <a:gd name="connsiteX13" fmla="*/ 251609 w 969378"/>
              <a:gd name="connsiteY13" fmla="*/ 4953241 h 5499037"/>
              <a:gd name="connsiteX14" fmla="*/ 918170 w 969378"/>
              <a:gd name="connsiteY14" fmla="*/ 5499037 h 5499037"/>
              <a:gd name="connsiteX0" fmla="*/ 846683 w 969378"/>
              <a:gd name="connsiteY0" fmla="*/ 0 h 5499037"/>
              <a:gd name="connsiteX1" fmla="*/ 402939 w 969378"/>
              <a:gd name="connsiteY1" fmla="*/ 430882 h 5499037"/>
              <a:gd name="connsiteX2" fmla="*/ 41490 w 969378"/>
              <a:gd name="connsiteY2" fmla="*/ 951277 h 5499037"/>
              <a:gd name="connsiteX3" fmla="*/ 141544 w 969378"/>
              <a:gd name="connsiteY3" fmla="*/ 1508902 h 5499037"/>
              <a:gd name="connsiteX4" fmla="*/ 402535 w 969378"/>
              <a:gd name="connsiteY4" fmla="*/ 1751287 h 5499037"/>
              <a:gd name="connsiteX5" fmla="*/ 836727 w 969378"/>
              <a:gd name="connsiteY5" fmla="*/ 2115226 h 5499037"/>
              <a:gd name="connsiteX6" fmla="*/ 968294 w 969378"/>
              <a:gd name="connsiteY6" fmla="*/ 2273163 h 5499037"/>
              <a:gd name="connsiteX7" fmla="*/ 894094 w 969378"/>
              <a:gd name="connsiteY7" fmla="*/ 2579582 h 5499037"/>
              <a:gd name="connsiteX8" fmla="*/ 705118 w 969378"/>
              <a:gd name="connsiteY8" fmla="*/ 2833328 h 5499037"/>
              <a:gd name="connsiteX9" fmla="*/ 529423 w 969378"/>
              <a:gd name="connsiteY9" fmla="*/ 3169419 h 5499037"/>
              <a:gd name="connsiteX10" fmla="*/ 476992 w 969378"/>
              <a:gd name="connsiteY10" fmla="*/ 3582248 h 5499037"/>
              <a:gd name="connsiteX11" fmla="*/ 148039 w 969378"/>
              <a:gd name="connsiteY11" fmla="*/ 4031122 h 5499037"/>
              <a:gd name="connsiteX12" fmla="*/ 12606 w 969378"/>
              <a:gd name="connsiteY12" fmla="*/ 4386542 h 5499037"/>
              <a:gd name="connsiteX13" fmla="*/ 285133 w 969378"/>
              <a:gd name="connsiteY13" fmla="*/ 4879592 h 5499037"/>
              <a:gd name="connsiteX14" fmla="*/ 918170 w 969378"/>
              <a:gd name="connsiteY14" fmla="*/ 5499037 h 5499037"/>
              <a:gd name="connsiteX0" fmla="*/ 846683 w 1033164"/>
              <a:gd name="connsiteY0" fmla="*/ 0 h 5377926"/>
              <a:gd name="connsiteX1" fmla="*/ 402939 w 1033164"/>
              <a:gd name="connsiteY1" fmla="*/ 430882 h 5377926"/>
              <a:gd name="connsiteX2" fmla="*/ 41490 w 1033164"/>
              <a:gd name="connsiteY2" fmla="*/ 951277 h 5377926"/>
              <a:gd name="connsiteX3" fmla="*/ 141544 w 1033164"/>
              <a:gd name="connsiteY3" fmla="*/ 1508902 h 5377926"/>
              <a:gd name="connsiteX4" fmla="*/ 402535 w 1033164"/>
              <a:gd name="connsiteY4" fmla="*/ 1751287 h 5377926"/>
              <a:gd name="connsiteX5" fmla="*/ 836727 w 1033164"/>
              <a:gd name="connsiteY5" fmla="*/ 2115226 h 5377926"/>
              <a:gd name="connsiteX6" fmla="*/ 968294 w 1033164"/>
              <a:gd name="connsiteY6" fmla="*/ 2273163 h 5377926"/>
              <a:gd name="connsiteX7" fmla="*/ 894094 w 1033164"/>
              <a:gd name="connsiteY7" fmla="*/ 2579582 h 5377926"/>
              <a:gd name="connsiteX8" fmla="*/ 705118 w 1033164"/>
              <a:gd name="connsiteY8" fmla="*/ 2833328 h 5377926"/>
              <a:gd name="connsiteX9" fmla="*/ 529423 w 1033164"/>
              <a:gd name="connsiteY9" fmla="*/ 3169419 h 5377926"/>
              <a:gd name="connsiteX10" fmla="*/ 476992 w 1033164"/>
              <a:gd name="connsiteY10" fmla="*/ 3582248 h 5377926"/>
              <a:gd name="connsiteX11" fmla="*/ 148039 w 1033164"/>
              <a:gd name="connsiteY11" fmla="*/ 4031122 h 5377926"/>
              <a:gd name="connsiteX12" fmla="*/ 12606 w 1033164"/>
              <a:gd name="connsiteY12" fmla="*/ 4386542 h 5377926"/>
              <a:gd name="connsiteX13" fmla="*/ 285133 w 1033164"/>
              <a:gd name="connsiteY13" fmla="*/ 4879592 h 5377926"/>
              <a:gd name="connsiteX14" fmla="*/ 1033164 w 1033164"/>
              <a:gd name="connsiteY14" fmla="*/ 5377926 h 5377926"/>
              <a:gd name="connsiteX0" fmla="*/ 846683 w 1033164"/>
              <a:gd name="connsiteY0" fmla="*/ 0 h 5377926"/>
              <a:gd name="connsiteX1" fmla="*/ 402939 w 1033164"/>
              <a:gd name="connsiteY1" fmla="*/ 430882 h 5377926"/>
              <a:gd name="connsiteX2" fmla="*/ 41490 w 1033164"/>
              <a:gd name="connsiteY2" fmla="*/ 951277 h 5377926"/>
              <a:gd name="connsiteX3" fmla="*/ 141544 w 1033164"/>
              <a:gd name="connsiteY3" fmla="*/ 1508902 h 5377926"/>
              <a:gd name="connsiteX4" fmla="*/ 402535 w 1033164"/>
              <a:gd name="connsiteY4" fmla="*/ 1751287 h 5377926"/>
              <a:gd name="connsiteX5" fmla="*/ 836727 w 1033164"/>
              <a:gd name="connsiteY5" fmla="*/ 2115226 h 5377926"/>
              <a:gd name="connsiteX6" fmla="*/ 968294 w 1033164"/>
              <a:gd name="connsiteY6" fmla="*/ 2273163 h 5377926"/>
              <a:gd name="connsiteX7" fmla="*/ 894094 w 1033164"/>
              <a:gd name="connsiteY7" fmla="*/ 2579582 h 5377926"/>
              <a:gd name="connsiteX8" fmla="*/ 777331 w 1033164"/>
              <a:gd name="connsiteY8" fmla="*/ 2990556 h 5377926"/>
              <a:gd name="connsiteX9" fmla="*/ 529423 w 1033164"/>
              <a:gd name="connsiteY9" fmla="*/ 3169419 h 5377926"/>
              <a:gd name="connsiteX10" fmla="*/ 476992 w 1033164"/>
              <a:gd name="connsiteY10" fmla="*/ 3582248 h 5377926"/>
              <a:gd name="connsiteX11" fmla="*/ 148039 w 1033164"/>
              <a:gd name="connsiteY11" fmla="*/ 4031122 h 5377926"/>
              <a:gd name="connsiteX12" fmla="*/ 12606 w 1033164"/>
              <a:gd name="connsiteY12" fmla="*/ 4386542 h 5377926"/>
              <a:gd name="connsiteX13" fmla="*/ 285133 w 1033164"/>
              <a:gd name="connsiteY13" fmla="*/ 4879592 h 5377926"/>
              <a:gd name="connsiteX14" fmla="*/ 1033164 w 1033164"/>
              <a:gd name="connsiteY14" fmla="*/ 5377926 h 5377926"/>
              <a:gd name="connsiteX0" fmla="*/ 846683 w 1033164"/>
              <a:gd name="connsiteY0" fmla="*/ 0 h 5377926"/>
              <a:gd name="connsiteX1" fmla="*/ 402939 w 1033164"/>
              <a:gd name="connsiteY1" fmla="*/ 430882 h 5377926"/>
              <a:gd name="connsiteX2" fmla="*/ 41490 w 1033164"/>
              <a:gd name="connsiteY2" fmla="*/ 951277 h 5377926"/>
              <a:gd name="connsiteX3" fmla="*/ 141544 w 1033164"/>
              <a:gd name="connsiteY3" fmla="*/ 1508902 h 5377926"/>
              <a:gd name="connsiteX4" fmla="*/ 402535 w 1033164"/>
              <a:gd name="connsiteY4" fmla="*/ 1751287 h 5377926"/>
              <a:gd name="connsiteX5" fmla="*/ 836727 w 1033164"/>
              <a:gd name="connsiteY5" fmla="*/ 2115226 h 5377926"/>
              <a:gd name="connsiteX6" fmla="*/ 968294 w 1033164"/>
              <a:gd name="connsiteY6" fmla="*/ 2273163 h 5377926"/>
              <a:gd name="connsiteX7" fmla="*/ 790812 w 1033164"/>
              <a:gd name="connsiteY7" fmla="*/ 2655958 h 5377926"/>
              <a:gd name="connsiteX8" fmla="*/ 777331 w 1033164"/>
              <a:gd name="connsiteY8" fmla="*/ 2990556 h 5377926"/>
              <a:gd name="connsiteX9" fmla="*/ 529423 w 1033164"/>
              <a:gd name="connsiteY9" fmla="*/ 3169419 h 5377926"/>
              <a:gd name="connsiteX10" fmla="*/ 476992 w 1033164"/>
              <a:gd name="connsiteY10" fmla="*/ 3582248 h 5377926"/>
              <a:gd name="connsiteX11" fmla="*/ 148039 w 1033164"/>
              <a:gd name="connsiteY11" fmla="*/ 4031122 h 5377926"/>
              <a:gd name="connsiteX12" fmla="*/ 12606 w 1033164"/>
              <a:gd name="connsiteY12" fmla="*/ 4386542 h 5377926"/>
              <a:gd name="connsiteX13" fmla="*/ 285133 w 1033164"/>
              <a:gd name="connsiteY13" fmla="*/ 4879592 h 5377926"/>
              <a:gd name="connsiteX14" fmla="*/ 1033164 w 1033164"/>
              <a:gd name="connsiteY14" fmla="*/ 5377926 h 5377926"/>
              <a:gd name="connsiteX0" fmla="*/ 846683 w 1033164"/>
              <a:gd name="connsiteY0" fmla="*/ 0 h 5377926"/>
              <a:gd name="connsiteX1" fmla="*/ 402939 w 1033164"/>
              <a:gd name="connsiteY1" fmla="*/ 430882 h 5377926"/>
              <a:gd name="connsiteX2" fmla="*/ 41490 w 1033164"/>
              <a:gd name="connsiteY2" fmla="*/ 951277 h 5377926"/>
              <a:gd name="connsiteX3" fmla="*/ 141544 w 1033164"/>
              <a:gd name="connsiteY3" fmla="*/ 1508902 h 5377926"/>
              <a:gd name="connsiteX4" fmla="*/ 402535 w 1033164"/>
              <a:gd name="connsiteY4" fmla="*/ 1751287 h 5377926"/>
              <a:gd name="connsiteX5" fmla="*/ 836727 w 1033164"/>
              <a:gd name="connsiteY5" fmla="*/ 2115226 h 5377926"/>
              <a:gd name="connsiteX6" fmla="*/ 968294 w 1033164"/>
              <a:gd name="connsiteY6" fmla="*/ 2273163 h 5377926"/>
              <a:gd name="connsiteX7" fmla="*/ 790812 w 1033164"/>
              <a:gd name="connsiteY7" fmla="*/ 2655958 h 5377926"/>
              <a:gd name="connsiteX8" fmla="*/ 777331 w 1033164"/>
              <a:gd name="connsiteY8" fmla="*/ 2990556 h 5377926"/>
              <a:gd name="connsiteX9" fmla="*/ 605757 w 1033164"/>
              <a:gd name="connsiteY9" fmla="*/ 3289908 h 5377926"/>
              <a:gd name="connsiteX10" fmla="*/ 476992 w 1033164"/>
              <a:gd name="connsiteY10" fmla="*/ 3582248 h 5377926"/>
              <a:gd name="connsiteX11" fmla="*/ 148039 w 1033164"/>
              <a:gd name="connsiteY11" fmla="*/ 4031122 h 5377926"/>
              <a:gd name="connsiteX12" fmla="*/ 12606 w 1033164"/>
              <a:gd name="connsiteY12" fmla="*/ 4386542 h 5377926"/>
              <a:gd name="connsiteX13" fmla="*/ 285133 w 1033164"/>
              <a:gd name="connsiteY13" fmla="*/ 4879592 h 5377926"/>
              <a:gd name="connsiteX14" fmla="*/ 1033164 w 1033164"/>
              <a:gd name="connsiteY14" fmla="*/ 5377926 h 5377926"/>
              <a:gd name="connsiteX0" fmla="*/ 817554 w 1033164"/>
              <a:gd name="connsiteY0" fmla="*/ 0 h 5489809"/>
              <a:gd name="connsiteX1" fmla="*/ 402939 w 1033164"/>
              <a:gd name="connsiteY1" fmla="*/ 542765 h 5489809"/>
              <a:gd name="connsiteX2" fmla="*/ 41490 w 1033164"/>
              <a:gd name="connsiteY2" fmla="*/ 1063160 h 5489809"/>
              <a:gd name="connsiteX3" fmla="*/ 141544 w 1033164"/>
              <a:gd name="connsiteY3" fmla="*/ 1620785 h 5489809"/>
              <a:gd name="connsiteX4" fmla="*/ 402535 w 1033164"/>
              <a:gd name="connsiteY4" fmla="*/ 1863170 h 5489809"/>
              <a:gd name="connsiteX5" fmla="*/ 836727 w 1033164"/>
              <a:gd name="connsiteY5" fmla="*/ 2227109 h 5489809"/>
              <a:gd name="connsiteX6" fmla="*/ 968294 w 1033164"/>
              <a:gd name="connsiteY6" fmla="*/ 2385046 h 5489809"/>
              <a:gd name="connsiteX7" fmla="*/ 790812 w 1033164"/>
              <a:gd name="connsiteY7" fmla="*/ 2767841 h 5489809"/>
              <a:gd name="connsiteX8" fmla="*/ 777331 w 1033164"/>
              <a:gd name="connsiteY8" fmla="*/ 3102439 h 5489809"/>
              <a:gd name="connsiteX9" fmla="*/ 605757 w 1033164"/>
              <a:gd name="connsiteY9" fmla="*/ 3401791 h 5489809"/>
              <a:gd name="connsiteX10" fmla="*/ 476992 w 1033164"/>
              <a:gd name="connsiteY10" fmla="*/ 3694131 h 5489809"/>
              <a:gd name="connsiteX11" fmla="*/ 148039 w 1033164"/>
              <a:gd name="connsiteY11" fmla="*/ 4143005 h 5489809"/>
              <a:gd name="connsiteX12" fmla="*/ 12606 w 1033164"/>
              <a:gd name="connsiteY12" fmla="*/ 4498425 h 5489809"/>
              <a:gd name="connsiteX13" fmla="*/ 285133 w 1033164"/>
              <a:gd name="connsiteY13" fmla="*/ 4991475 h 5489809"/>
              <a:gd name="connsiteX14" fmla="*/ 1033164 w 1033164"/>
              <a:gd name="connsiteY14" fmla="*/ 5489809 h 5489809"/>
              <a:gd name="connsiteX0" fmla="*/ 817554 w 968568"/>
              <a:gd name="connsiteY0" fmla="*/ 0 h 5617279"/>
              <a:gd name="connsiteX1" fmla="*/ 402939 w 968568"/>
              <a:gd name="connsiteY1" fmla="*/ 542765 h 5617279"/>
              <a:gd name="connsiteX2" fmla="*/ 41490 w 968568"/>
              <a:gd name="connsiteY2" fmla="*/ 1063160 h 5617279"/>
              <a:gd name="connsiteX3" fmla="*/ 141544 w 968568"/>
              <a:gd name="connsiteY3" fmla="*/ 1620785 h 5617279"/>
              <a:gd name="connsiteX4" fmla="*/ 402535 w 968568"/>
              <a:gd name="connsiteY4" fmla="*/ 1863170 h 5617279"/>
              <a:gd name="connsiteX5" fmla="*/ 836727 w 968568"/>
              <a:gd name="connsiteY5" fmla="*/ 2227109 h 5617279"/>
              <a:gd name="connsiteX6" fmla="*/ 968294 w 968568"/>
              <a:gd name="connsiteY6" fmla="*/ 2385046 h 5617279"/>
              <a:gd name="connsiteX7" fmla="*/ 790812 w 968568"/>
              <a:gd name="connsiteY7" fmla="*/ 2767841 h 5617279"/>
              <a:gd name="connsiteX8" fmla="*/ 777331 w 968568"/>
              <a:gd name="connsiteY8" fmla="*/ 3102439 h 5617279"/>
              <a:gd name="connsiteX9" fmla="*/ 605757 w 968568"/>
              <a:gd name="connsiteY9" fmla="*/ 3401791 h 5617279"/>
              <a:gd name="connsiteX10" fmla="*/ 476992 w 968568"/>
              <a:gd name="connsiteY10" fmla="*/ 3694131 h 5617279"/>
              <a:gd name="connsiteX11" fmla="*/ 148039 w 968568"/>
              <a:gd name="connsiteY11" fmla="*/ 4143005 h 5617279"/>
              <a:gd name="connsiteX12" fmla="*/ 12606 w 968568"/>
              <a:gd name="connsiteY12" fmla="*/ 4498425 h 5617279"/>
              <a:gd name="connsiteX13" fmla="*/ 285133 w 968568"/>
              <a:gd name="connsiteY13" fmla="*/ 4991475 h 5617279"/>
              <a:gd name="connsiteX14" fmla="*/ 949048 w 968568"/>
              <a:gd name="connsiteY14" fmla="*/ 5617279 h 5617279"/>
              <a:gd name="connsiteX0" fmla="*/ 817554 w 949048"/>
              <a:gd name="connsiteY0" fmla="*/ 0 h 5617279"/>
              <a:gd name="connsiteX1" fmla="*/ 402939 w 949048"/>
              <a:gd name="connsiteY1" fmla="*/ 542765 h 5617279"/>
              <a:gd name="connsiteX2" fmla="*/ 41490 w 949048"/>
              <a:gd name="connsiteY2" fmla="*/ 1063160 h 5617279"/>
              <a:gd name="connsiteX3" fmla="*/ 141544 w 949048"/>
              <a:gd name="connsiteY3" fmla="*/ 1620785 h 5617279"/>
              <a:gd name="connsiteX4" fmla="*/ 402535 w 949048"/>
              <a:gd name="connsiteY4" fmla="*/ 1863170 h 5617279"/>
              <a:gd name="connsiteX5" fmla="*/ 836727 w 949048"/>
              <a:gd name="connsiteY5" fmla="*/ 2227109 h 5617279"/>
              <a:gd name="connsiteX6" fmla="*/ 790812 w 949048"/>
              <a:gd name="connsiteY6" fmla="*/ 2767841 h 5617279"/>
              <a:gd name="connsiteX7" fmla="*/ 777331 w 949048"/>
              <a:gd name="connsiteY7" fmla="*/ 3102439 h 5617279"/>
              <a:gd name="connsiteX8" fmla="*/ 605757 w 949048"/>
              <a:gd name="connsiteY8" fmla="*/ 3401791 h 5617279"/>
              <a:gd name="connsiteX9" fmla="*/ 476992 w 949048"/>
              <a:gd name="connsiteY9" fmla="*/ 3694131 h 5617279"/>
              <a:gd name="connsiteX10" fmla="*/ 148039 w 949048"/>
              <a:gd name="connsiteY10" fmla="*/ 4143005 h 5617279"/>
              <a:gd name="connsiteX11" fmla="*/ 12606 w 949048"/>
              <a:gd name="connsiteY11" fmla="*/ 4498425 h 5617279"/>
              <a:gd name="connsiteX12" fmla="*/ 285133 w 949048"/>
              <a:gd name="connsiteY12" fmla="*/ 4991475 h 5617279"/>
              <a:gd name="connsiteX13" fmla="*/ 949048 w 949048"/>
              <a:gd name="connsiteY13" fmla="*/ 5617279 h 5617279"/>
              <a:gd name="connsiteX0" fmla="*/ 681947 w 949048"/>
              <a:gd name="connsiteY0" fmla="*/ 0 h 5211176"/>
              <a:gd name="connsiteX1" fmla="*/ 402939 w 949048"/>
              <a:gd name="connsiteY1" fmla="*/ 136662 h 5211176"/>
              <a:gd name="connsiteX2" fmla="*/ 41490 w 949048"/>
              <a:gd name="connsiteY2" fmla="*/ 657057 h 5211176"/>
              <a:gd name="connsiteX3" fmla="*/ 141544 w 949048"/>
              <a:gd name="connsiteY3" fmla="*/ 1214682 h 5211176"/>
              <a:gd name="connsiteX4" fmla="*/ 402535 w 949048"/>
              <a:gd name="connsiteY4" fmla="*/ 1457067 h 5211176"/>
              <a:gd name="connsiteX5" fmla="*/ 836727 w 949048"/>
              <a:gd name="connsiteY5" fmla="*/ 1821006 h 5211176"/>
              <a:gd name="connsiteX6" fmla="*/ 790812 w 949048"/>
              <a:gd name="connsiteY6" fmla="*/ 2361738 h 5211176"/>
              <a:gd name="connsiteX7" fmla="*/ 777331 w 949048"/>
              <a:gd name="connsiteY7" fmla="*/ 2696336 h 5211176"/>
              <a:gd name="connsiteX8" fmla="*/ 605757 w 949048"/>
              <a:gd name="connsiteY8" fmla="*/ 2995688 h 5211176"/>
              <a:gd name="connsiteX9" fmla="*/ 476992 w 949048"/>
              <a:gd name="connsiteY9" fmla="*/ 3288028 h 5211176"/>
              <a:gd name="connsiteX10" fmla="*/ 148039 w 949048"/>
              <a:gd name="connsiteY10" fmla="*/ 3736902 h 5211176"/>
              <a:gd name="connsiteX11" fmla="*/ 12606 w 949048"/>
              <a:gd name="connsiteY11" fmla="*/ 4092322 h 5211176"/>
              <a:gd name="connsiteX12" fmla="*/ 285133 w 949048"/>
              <a:gd name="connsiteY12" fmla="*/ 4585372 h 5211176"/>
              <a:gd name="connsiteX13" fmla="*/ 949048 w 949048"/>
              <a:gd name="connsiteY13" fmla="*/ 5211176 h 5211176"/>
              <a:gd name="connsiteX0" fmla="*/ 673273 w 940374"/>
              <a:gd name="connsiteY0" fmla="*/ 0 h 5211176"/>
              <a:gd name="connsiteX1" fmla="*/ 251107 w 940374"/>
              <a:gd name="connsiteY1" fmla="*/ 288905 h 5211176"/>
              <a:gd name="connsiteX2" fmla="*/ 32816 w 940374"/>
              <a:gd name="connsiteY2" fmla="*/ 657057 h 5211176"/>
              <a:gd name="connsiteX3" fmla="*/ 132870 w 940374"/>
              <a:gd name="connsiteY3" fmla="*/ 1214682 h 5211176"/>
              <a:gd name="connsiteX4" fmla="*/ 393861 w 940374"/>
              <a:gd name="connsiteY4" fmla="*/ 1457067 h 5211176"/>
              <a:gd name="connsiteX5" fmla="*/ 828053 w 940374"/>
              <a:gd name="connsiteY5" fmla="*/ 1821006 h 5211176"/>
              <a:gd name="connsiteX6" fmla="*/ 782138 w 940374"/>
              <a:gd name="connsiteY6" fmla="*/ 2361738 h 5211176"/>
              <a:gd name="connsiteX7" fmla="*/ 768657 w 940374"/>
              <a:gd name="connsiteY7" fmla="*/ 2696336 h 5211176"/>
              <a:gd name="connsiteX8" fmla="*/ 597083 w 940374"/>
              <a:gd name="connsiteY8" fmla="*/ 2995688 h 5211176"/>
              <a:gd name="connsiteX9" fmla="*/ 468318 w 940374"/>
              <a:gd name="connsiteY9" fmla="*/ 3288028 h 5211176"/>
              <a:gd name="connsiteX10" fmla="*/ 139365 w 940374"/>
              <a:gd name="connsiteY10" fmla="*/ 3736902 h 5211176"/>
              <a:gd name="connsiteX11" fmla="*/ 3932 w 940374"/>
              <a:gd name="connsiteY11" fmla="*/ 4092322 h 5211176"/>
              <a:gd name="connsiteX12" fmla="*/ 276459 w 940374"/>
              <a:gd name="connsiteY12" fmla="*/ 4585372 h 5211176"/>
              <a:gd name="connsiteX13" fmla="*/ 940374 w 940374"/>
              <a:gd name="connsiteY13" fmla="*/ 5211176 h 5211176"/>
              <a:gd name="connsiteX0" fmla="*/ 673273 w 940374"/>
              <a:gd name="connsiteY0" fmla="*/ 0 h 5211176"/>
              <a:gd name="connsiteX1" fmla="*/ 251107 w 940374"/>
              <a:gd name="connsiteY1" fmla="*/ 288905 h 5211176"/>
              <a:gd name="connsiteX2" fmla="*/ 32816 w 940374"/>
              <a:gd name="connsiteY2" fmla="*/ 657057 h 5211176"/>
              <a:gd name="connsiteX3" fmla="*/ 132870 w 940374"/>
              <a:gd name="connsiteY3" fmla="*/ 1214682 h 5211176"/>
              <a:gd name="connsiteX4" fmla="*/ 393861 w 940374"/>
              <a:gd name="connsiteY4" fmla="*/ 1457067 h 5211176"/>
              <a:gd name="connsiteX5" fmla="*/ 711124 w 940374"/>
              <a:gd name="connsiteY5" fmla="*/ 1905641 h 5211176"/>
              <a:gd name="connsiteX6" fmla="*/ 782138 w 940374"/>
              <a:gd name="connsiteY6" fmla="*/ 2361738 h 5211176"/>
              <a:gd name="connsiteX7" fmla="*/ 768657 w 940374"/>
              <a:gd name="connsiteY7" fmla="*/ 2696336 h 5211176"/>
              <a:gd name="connsiteX8" fmla="*/ 597083 w 940374"/>
              <a:gd name="connsiteY8" fmla="*/ 2995688 h 5211176"/>
              <a:gd name="connsiteX9" fmla="*/ 468318 w 940374"/>
              <a:gd name="connsiteY9" fmla="*/ 3288028 h 5211176"/>
              <a:gd name="connsiteX10" fmla="*/ 139365 w 940374"/>
              <a:gd name="connsiteY10" fmla="*/ 3736902 h 5211176"/>
              <a:gd name="connsiteX11" fmla="*/ 3932 w 940374"/>
              <a:gd name="connsiteY11" fmla="*/ 4092322 h 5211176"/>
              <a:gd name="connsiteX12" fmla="*/ 276459 w 940374"/>
              <a:gd name="connsiteY12" fmla="*/ 4585372 h 5211176"/>
              <a:gd name="connsiteX13" fmla="*/ 940374 w 940374"/>
              <a:gd name="connsiteY13" fmla="*/ 5211176 h 5211176"/>
              <a:gd name="connsiteX0" fmla="*/ 673273 w 790636"/>
              <a:gd name="connsiteY0" fmla="*/ 0 h 4878953"/>
              <a:gd name="connsiteX1" fmla="*/ 251107 w 790636"/>
              <a:gd name="connsiteY1" fmla="*/ 288905 h 4878953"/>
              <a:gd name="connsiteX2" fmla="*/ 32816 w 790636"/>
              <a:gd name="connsiteY2" fmla="*/ 657057 h 4878953"/>
              <a:gd name="connsiteX3" fmla="*/ 132870 w 790636"/>
              <a:gd name="connsiteY3" fmla="*/ 1214682 h 4878953"/>
              <a:gd name="connsiteX4" fmla="*/ 393861 w 790636"/>
              <a:gd name="connsiteY4" fmla="*/ 1457067 h 4878953"/>
              <a:gd name="connsiteX5" fmla="*/ 711124 w 790636"/>
              <a:gd name="connsiteY5" fmla="*/ 1905641 h 4878953"/>
              <a:gd name="connsiteX6" fmla="*/ 782138 w 790636"/>
              <a:gd name="connsiteY6" fmla="*/ 2361738 h 4878953"/>
              <a:gd name="connsiteX7" fmla="*/ 768657 w 790636"/>
              <a:gd name="connsiteY7" fmla="*/ 2696336 h 4878953"/>
              <a:gd name="connsiteX8" fmla="*/ 597083 w 790636"/>
              <a:gd name="connsiteY8" fmla="*/ 2995688 h 4878953"/>
              <a:gd name="connsiteX9" fmla="*/ 468318 w 790636"/>
              <a:gd name="connsiteY9" fmla="*/ 3288028 h 4878953"/>
              <a:gd name="connsiteX10" fmla="*/ 139365 w 790636"/>
              <a:gd name="connsiteY10" fmla="*/ 3736902 h 4878953"/>
              <a:gd name="connsiteX11" fmla="*/ 3932 w 790636"/>
              <a:gd name="connsiteY11" fmla="*/ 4092322 h 4878953"/>
              <a:gd name="connsiteX12" fmla="*/ 276459 w 790636"/>
              <a:gd name="connsiteY12" fmla="*/ 4585372 h 4878953"/>
              <a:gd name="connsiteX13" fmla="*/ 537266 w 790636"/>
              <a:gd name="connsiteY13" fmla="*/ 4878953 h 4878953"/>
              <a:gd name="connsiteX0" fmla="*/ 673273 w 790636"/>
              <a:gd name="connsiteY0" fmla="*/ 0 h 4878953"/>
              <a:gd name="connsiteX1" fmla="*/ 251107 w 790636"/>
              <a:gd name="connsiteY1" fmla="*/ 288905 h 4878953"/>
              <a:gd name="connsiteX2" fmla="*/ 32816 w 790636"/>
              <a:gd name="connsiteY2" fmla="*/ 657057 h 4878953"/>
              <a:gd name="connsiteX3" fmla="*/ 132870 w 790636"/>
              <a:gd name="connsiteY3" fmla="*/ 1214682 h 4878953"/>
              <a:gd name="connsiteX4" fmla="*/ 393861 w 790636"/>
              <a:gd name="connsiteY4" fmla="*/ 1457067 h 4878953"/>
              <a:gd name="connsiteX5" fmla="*/ 711124 w 790636"/>
              <a:gd name="connsiteY5" fmla="*/ 1905641 h 4878953"/>
              <a:gd name="connsiteX6" fmla="*/ 782138 w 790636"/>
              <a:gd name="connsiteY6" fmla="*/ 2361738 h 4878953"/>
              <a:gd name="connsiteX7" fmla="*/ 768657 w 790636"/>
              <a:gd name="connsiteY7" fmla="*/ 2696336 h 4878953"/>
              <a:gd name="connsiteX8" fmla="*/ 597083 w 790636"/>
              <a:gd name="connsiteY8" fmla="*/ 2995688 h 4878953"/>
              <a:gd name="connsiteX9" fmla="*/ 468318 w 790636"/>
              <a:gd name="connsiteY9" fmla="*/ 3288028 h 4878953"/>
              <a:gd name="connsiteX10" fmla="*/ 139365 w 790636"/>
              <a:gd name="connsiteY10" fmla="*/ 3736902 h 4878953"/>
              <a:gd name="connsiteX11" fmla="*/ 3932 w 790636"/>
              <a:gd name="connsiteY11" fmla="*/ 4092322 h 4878953"/>
              <a:gd name="connsiteX12" fmla="*/ 276459 w 790636"/>
              <a:gd name="connsiteY12" fmla="*/ 4585372 h 4878953"/>
              <a:gd name="connsiteX13" fmla="*/ 537266 w 790636"/>
              <a:gd name="connsiteY13" fmla="*/ 4878953 h 4878953"/>
              <a:gd name="connsiteX0" fmla="*/ 672375 w 789738"/>
              <a:gd name="connsiteY0" fmla="*/ 0 h 4878953"/>
              <a:gd name="connsiteX1" fmla="*/ 250209 w 789738"/>
              <a:gd name="connsiteY1" fmla="*/ 288905 h 4878953"/>
              <a:gd name="connsiteX2" fmla="*/ 31918 w 789738"/>
              <a:gd name="connsiteY2" fmla="*/ 657057 h 4878953"/>
              <a:gd name="connsiteX3" fmla="*/ 131972 w 789738"/>
              <a:gd name="connsiteY3" fmla="*/ 1214682 h 4878953"/>
              <a:gd name="connsiteX4" fmla="*/ 392963 w 789738"/>
              <a:gd name="connsiteY4" fmla="*/ 1457067 h 4878953"/>
              <a:gd name="connsiteX5" fmla="*/ 710226 w 789738"/>
              <a:gd name="connsiteY5" fmla="*/ 1905641 h 4878953"/>
              <a:gd name="connsiteX6" fmla="*/ 781240 w 789738"/>
              <a:gd name="connsiteY6" fmla="*/ 2361738 h 4878953"/>
              <a:gd name="connsiteX7" fmla="*/ 767759 w 789738"/>
              <a:gd name="connsiteY7" fmla="*/ 2696336 h 4878953"/>
              <a:gd name="connsiteX8" fmla="*/ 596185 w 789738"/>
              <a:gd name="connsiteY8" fmla="*/ 2995688 h 4878953"/>
              <a:gd name="connsiteX9" fmla="*/ 467420 w 789738"/>
              <a:gd name="connsiteY9" fmla="*/ 3288028 h 4878953"/>
              <a:gd name="connsiteX10" fmla="*/ 138467 w 789738"/>
              <a:gd name="connsiteY10" fmla="*/ 3736902 h 4878953"/>
              <a:gd name="connsiteX11" fmla="*/ 77886 w 789738"/>
              <a:gd name="connsiteY11" fmla="*/ 4224533 h 4878953"/>
              <a:gd name="connsiteX12" fmla="*/ 275561 w 789738"/>
              <a:gd name="connsiteY12" fmla="*/ 4585372 h 4878953"/>
              <a:gd name="connsiteX13" fmla="*/ 536368 w 789738"/>
              <a:gd name="connsiteY13" fmla="*/ 4878953 h 4878953"/>
              <a:gd name="connsiteX0" fmla="*/ 635823 w 789738"/>
              <a:gd name="connsiteY0" fmla="*/ 0 h 4844202"/>
              <a:gd name="connsiteX1" fmla="*/ 250209 w 789738"/>
              <a:gd name="connsiteY1" fmla="*/ 254154 h 4844202"/>
              <a:gd name="connsiteX2" fmla="*/ 31918 w 789738"/>
              <a:gd name="connsiteY2" fmla="*/ 622306 h 4844202"/>
              <a:gd name="connsiteX3" fmla="*/ 131972 w 789738"/>
              <a:gd name="connsiteY3" fmla="*/ 1179931 h 4844202"/>
              <a:gd name="connsiteX4" fmla="*/ 392963 w 789738"/>
              <a:gd name="connsiteY4" fmla="*/ 1422316 h 4844202"/>
              <a:gd name="connsiteX5" fmla="*/ 710226 w 789738"/>
              <a:gd name="connsiteY5" fmla="*/ 1870890 h 4844202"/>
              <a:gd name="connsiteX6" fmla="*/ 781240 w 789738"/>
              <a:gd name="connsiteY6" fmla="*/ 2326987 h 4844202"/>
              <a:gd name="connsiteX7" fmla="*/ 767759 w 789738"/>
              <a:gd name="connsiteY7" fmla="*/ 2661585 h 4844202"/>
              <a:gd name="connsiteX8" fmla="*/ 596185 w 789738"/>
              <a:gd name="connsiteY8" fmla="*/ 2960937 h 4844202"/>
              <a:gd name="connsiteX9" fmla="*/ 467420 w 789738"/>
              <a:gd name="connsiteY9" fmla="*/ 3253277 h 4844202"/>
              <a:gd name="connsiteX10" fmla="*/ 138467 w 789738"/>
              <a:gd name="connsiteY10" fmla="*/ 3702151 h 4844202"/>
              <a:gd name="connsiteX11" fmla="*/ 77886 w 789738"/>
              <a:gd name="connsiteY11" fmla="*/ 4189782 h 4844202"/>
              <a:gd name="connsiteX12" fmla="*/ 275561 w 789738"/>
              <a:gd name="connsiteY12" fmla="*/ 4550621 h 4844202"/>
              <a:gd name="connsiteX13" fmla="*/ 536368 w 789738"/>
              <a:gd name="connsiteY13" fmla="*/ 4844202 h 4844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9738" h="4844202">
                <a:moveTo>
                  <a:pt x="635823" y="0"/>
                </a:moveTo>
                <a:cubicBezTo>
                  <a:pt x="553795" y="127368"/>
                  <a:pt x="510241" y="148862"/>
                  <a:pt x="250209" y="254154"/>
                </a:cubicBezTo>
                <a:cubicBezTo>
                  <a:pt x="139431" y="258554"/>
                  <a:pt x="51624" y="468010"/>
                  <a:pt x="31918" y="622306"/>
                </a:cubicBezTo>
                <a:cubicBezTo>
                  <a:pt x="12212" y="776602"/>
                  <a:pt x="-66295" y="942695"/>
                  <a:pt x="131972" y="1179931"/>
                </a:cubicBezTo>
                <a:cubicBezTo>
                  <a:pt x="258721" y="1300129"/>
                  <a:pt x="296587" y="1307156"/>
                  <a:pt x="392963" y="1422316"/>
                </a:cubicBezTo>
                <a:cubicBezTo>
                  <a:pt x="489339" y="1537476"/>
                  <a:pt x="645513" y="1720112"/>
                  <a:pt x="710226" y="1870890"/>
                </a:cubicBezTo>
                <a:cubicBezTo>
                  <a:pt x="774939" y="2021668"/>
                  <a:pt x="771651" y="2195205"/>
                  <a:pt x="781240" y="2326987"/>
                </a:cubicBezTo>
                <a:cubicBezTo>
                  <a:pt x="790829" y="2458769"/>
                  <a:pt x="798602" y="2555927"/>
                  <a:pt x="767759" y="2661585"/>
                </a:cubicBezTo>
                <a:cubicBezTo>
                  <a:pt x="736917" y="2767243"/>
                  <a:pt x="646241" y="2862322"/>
                  <a:pt x="596185" y="2960937"/>
                </a:cubicBezTo>
                <a:cubicBezTo>
                  <a:pt x="546129" y="3059552"/>
                  <a:pt x="543706" y="3129741"/>
                  <a:pt x="467420" y="3253277"/>
                </a:cubicBezTo>
                <a:cubicBezTo>
                  <a:pt x="391134" y="3376813"/>
                  <a:pt x="203389" y="3546067"/>
                  <a:pt x="138467" y="3702151"/>
                </a:cubicBezTo>
                <a:cubicBezTo>
                  <a:pt x="73545" y="3858235"/>
                  <a:pt x="55037" y="4048370"/>
                  <a:pt x="77886" y="4189782"/>
                </a:cubicBezTo>
                <a:cubicBezTo>
                  <a:pt x="100735" y="4331194"/>
                  <a:pt x="109786" y="4350366"/>
                  <a:pt x="275561" y="4550621"/>
                </a:cubicBezTo>
                <a:cubicBezTo>
                  <a:pt x="502203" y="4865061"/>
                  <a:pt x="438154" y="4739753"/>
                  <a:pt x="536368" y="4844202"/>
                </a:cubicBezTo>
              </a:path>
            </a:pathLst>
          </a:custGeom>
          <a:noFill/>
          <a:ln w="6350" cap="rnd">
            <a:solidFill>
              <a:schemeClr val="tx1">
                <a:lumMod val="95000"/>
                <a:alpha val="35000"/>
              </a:schemeClr>
            </a:solidFill>
            <a:prstDash val="dash"/>
            <a:round/>
          </a:ln>
        </p:spPr>
        <p:txBody>
          <a:bodyPr rtlCol="0" anchor="ctr"/>
          <a:lstStyle/>
          <a:p>
            <a:endParaRPr lang="en-US"/>
          </a:p>
        </p:txBody>
      </p:sp>
      <p:sp>
        <p:nvSpPr>
          <p:cNvPr id="61" name="Freeform: Shape 60">
            <a:extLst>
              <a:ext uri="{FF2B5EF4-FFF2-40B4-BE49-F238E27FC236}">
                <a16:creationId xmlns:a16="http://schemas.microsoft.com/office/drawing/2014/main" id="{BA045705-37C4-C5AC-5CB9-2BFC568C2EBD}"/>
              </a:ext>
            </a:extLst>
          </p:cNvPr>
          <p:cNvSpPr/>
          <p:nvPr userDrawn="1"/>
        </p:nvSpPr>
        <p:spPr>
          <a:xfrm rot="11790448" flipV="1">
            <a:off x="126568" y="6195452"/>
            <a:ext cx="803825" cy="709187"/>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83921 w 1515579"/>
              <a:gd name="connsiteY0" fmla="*/ 614371 h 1478726"/>
              <a:gd name="connsiteX1" fmla="*/ 859181 w 1515579"/>
              <a:gd name="connsiteY1" fmla="*/ 432702 h 1478726"/>
              <a:gd name="connsiteX2" fmla="*/ 982625 w 1515579"/>
              <a:gd name="connsiteY2" fmla="*/ 248869 h 1478726"/>
              <a:gd name="connsiteX3" fmla="*/ 1189749 w 1515579"/>
              <a:gd name="connsiteY3" fmla="*/ 23497 h 1478726"/>
              <a:gd name="connsiteX4" fmla="*/ 1408102 w 1515579"/>
              <a:gd name="connsiteY4" fmla="*/ 51717 h 1478726"/>
              <a:gd name="connsiteX5" fmla="*/ 1513205 w 1515579"/>
              <a:gd name="connsiteY5" fmla="*/ 419685 h 1478726"/>
              <a:gd name="connsiteX6" fmla="*/ 1312761 w 1515579"/>
              <a:gd name="connsiteY6" fmla="*/ 768839 h 1478726"/>
              <a:gd name="connsiteX7" fmla="*/ 1059410 w 1515579"/>
              <a:gd name="connsiteY7" fmla="*/ 990724 h 1478726"/>
              <a:gd name="connsiteX8" fmla="*/ 504337 w 1515579"/>
              <a:gd name="connsiteY8" fmla="*/ 1478637 h 1478726"/>
              <a:gd name="connsiteX9" fmla="*/ 1212 w 1515579"/>
              <a:gd name="connsiteY9" fmla="*/ 804188 h 1478726"/>
              <a:gd name="connsiteX10" fmla="*/ 583921 w 1515579"/>
              <a:gd name="connsiteY10" fmla="*/ 614371 h 1478726"/>
              <a:gd name="connsiteX0" fmla="*/ 583921 w 1515579"/>
              <a:gd name="connsiteY0" fmla="*/ 614371 h 1478726"/>
              <a:gd name="connsiteX1" fmla="*/ 859181 w 1515579"/>
              <a:gd name="connsiteY1" fmla="*/ 432702 h 1478726"/>
              <a:gd name="connsiteX2" fmla="*/ 982625 w 1515579"/>
              <a:gd name="connsiteY2" fmla="*/ 248869 h 1478726"/>
              <a:gd name="connsiteX3" fmla="*/ 1189749 w 1515579"/>
              <a:gd name="connsiteY3" fmla="*/ 23497 h 1478726"/>
              <a:gd name="connsiteX4" fmla="*/ 1408102 w 1515579"/>
              <a:gd name="connsiteY4" fmla="*/ 51717 h 1478726"/>
              <a:gd name="connsiteX5" fmla="*/ 1513205 w 1515579"/>
              <a:gd name="connsiteY5" fmla="*/ 419685 h 1478726"/>
              <a:gd name="connsiteX6" fmla="*/ 1312761 w 1515579"/>
              <a:gd name="connsiteY6" fmla="*/ 768839 h 1478726"/>
              <a:gd name="connsiteX7" fmla="*/ 1059410 w 1515579"/>
              <a:gd name="connsiteY7" fmla="*/ 990724 h 1478726"/>
              <a:gd name="connsiteX8" fmla="*/ 504337 w 1515579"/>
              <a:gd name="connsiteY8" fmla="*/ 1478637 h 1478726"/>
              <a:gd name="connsiteX9" fmla="*/ 1212 w 1515579"/>
              <a:gd name="connsiteY9" fmla="*/ 804188 h 1478726"/>
              <a:gd name="connsiteX10" fmla="*/ 583921 w 1515579"/>
              <a:gd name="connsiteY10" fmla="*/ 614371 h 1478726"/>
              <a:gd name="connsiteX0" fmla="*/ 521216 w 1515772"/>
              <a:gd name="connsiteY0" fmla="*/ 644186 h 1478726"/>
              <a:gd name="connsiteX1" fmla="*/ 859374 w 1515772"/>
              <a:gd name="connsiteY1" fmla="*/ 432702 h 1478726"/>
              <a:gd name="connsiteX2" fmla="*/ 982818 w 1515772"/>
              <a:gd name="connsiteY2" fmla="*/ 248869 h 1478726"/>
              <a:gd name="connsiteX3" fmla="*/ 1189942 w 1515772"/>
              <a:gd name="connsiteY3" fmla="*/ 23497 h 1478726"/>
              <a:gd name="connsiteX4" fmla="*/ 1408295 w 1515772"/>
              <a:gd name="connsiteY4" fmla="*/ 51717 h 1478726"/>
              <a:gd name="connsiteX5" fmla="*/ 1513398 w 1515772"/>
              <a:gd name="connsiteY5" fmla="*/ 419685 h 1478726"/>
              <a:gd name="connsiteX6" fmla="*/ 1312954 w 1515772"/>
              <a:gd name="connsiteY6" fmla="*/ 768839 h 1478726"/>
              <a:gd name="connsiteX7" fmla="*/ 1059603 w 1515772"/>
              <a:gd name="connsiteY7" fmla="*/ 990724 h 1478726"/>
              <a:gd name="connsiteX8" fmla="*/ 504530 w 1515772"/>
              <a:gd name="connsiteY8" fmla="*/ 1478637 h 1478726"/>
              <a:gd name="connsiteX9" fmla="*/ 1405 w 1515772"/>
              <a:gd name="connsiteY9" fmla="*/ 804188 h 1478726"/>
              <a:gd name="connsiteX10" fmla="*/ 521216 w 1515772"/>
              <a:gd name="connsiteY10" fmla="*/ 644186 h 1478726"/>
              <a:gd name="connsiteX0" fmla="*/ 521216 w 1515772"/>
              <a:gd name="connsiteY0" fmla="*/ 644186 h 1472574"/>
              <a:gd name="connsiteX1" fmla="*/ 859374 w 1515772"/>
              <a:gd name="connsiteY1" fmla="*/ 432702 h 1472574"/>
              <a:gd name="connsiteX2" fmla="*/ 982818 w 1515772"/>
              <a:gd name="connsiteY2" fmla="*/ 248869 h 1472574"/>
              <a:gd name="connsiteX3" fmla="*/ 1189942 w 1515772"/>
              <a:gd name="connsiteY3" fmla="*/ 23497 h 1472574"/>
              <a:gd name="connsiteX4" fmla="*/ 1408295 w 1515772"/>
              <a:gd name="connsiteY4" fmla="*/ 51717 h 1472574"/>
              <a:gd name="connsiteX5" fmla="*/ 1513398 w 1515772"/>
              <a:gd name="connsiteY5" fmla="*/ 419685 h 1472574"/>
              <a:gd name="connsiteX6" fmla="*/ 1312954 w 1515772"/>
              <a:gd name="connsiteY6" fmla="*/ 768839 h 1472574"/>
              <a:gd name="connsiteX7" fmla="*/ 1059603 w 1515772"/>
              <a:gd name="connsiteY7" fmla="*/ 990724 h 1472574"/>
              <a:gd name="connsiteX8" fmla="*/ 678760 w 1515772"/>
              <a:gd name="connsiteY8" fmla="*/ 1472483 h 1472574"/>
              <a:gd name="connsiteX9" fmla="*/ 1405 w 1515772"/>
              <a:gd name="connsiteY9" fmla="*/ 804188 h 1472574"/>
              <a:gd name="connsiteX10" fmla="*/ 521216 w 1515772"/>
              <a:gd name="connsiteY10" fmla="*/ 644186 h 1472574"/>
              <a:gd name="connsiteX0" fmla="*/ 537120 w 1531676"/>
              <a:gd name="connsiteY0" fmla="*/ 644186 h 1476330"/>
              <a:gd name="connsiteX1" fmla="*/ 875278 w 1531676"/>
              <a:gd name="connsiteY1" fmla="*/ 432702 h 1476330"/>
              <a:gd name="connsiteX2" fmla="*/ 998722 w 1531676"/>
              <a:gd name="connsiteY2" fmla="*/ 248869 h 1476330"/>
              <a:gd name="connsiteX3" fmla="*/ 1205846 w 1531676"/>
              <a:gd name="connsiteY3" fmla="*/ 23497 h 1476330"/>
              <a:gd name="connsiteX4" fmla="*/ 1424199 w 1531676"/>
              <a:gd name="connsiteY4" fmla="*/ 51717 h 1476330"/>
              <a:gd name="connsiteX5" fmla="*/ 1529302 w 1531676"/>
              <a:gd name="connsiteY5" fmla="*/ 419685 h 1476330"/>
              <a:gd name="connsiteX6" fmla="*/ 1328858 w 1531676"/>
              <a:gd name="connsiteY6" fmla="*/ 768839 h 1476330"/>
              <a:gd name="connsiteX7" fmla="*/ 1075507 w 1531676"/>
              <a:gd name="connsiteY7" fmla="*/ 990724 h 1476330"/>
              <a:gd name="connsiteX8" fmla="*/ 694664 w 1531676"/>
              <a:gd name="connsiteY8" fmla="*/ 1472483 h 1476330"/>
              <a:gd name="connsiteX9" fmla="*/ 125026 w 1531676"/>
              <a:gd name="connsiteY9" fmla="*/ 1217843 h 1476330"/>
              <a:gd name="connsiteX10" fmla="*/ 17309 w 1531676"/>
              <a:gd name="connsiteY10" fmla="*/ 804188 h 1476330"/>
              <a:gd name="connsiteX11" fmla="*/ 537120 w 1531676"/>
              <a:gd name="connsiteY11" fmla="*/ 644186 h 1476330"/>
              <a:gd name="connsiteX0" fmla="*/ 537120 w 1531676"/>
              <a:gd name="connsiteY0" fmla="*/ 644186 h 1476330"/>
              <a:gd name="connsiteX1" fmla="*/ 875278 w 1531676"/>
              <a:gd name="connsiteY1" fmla="*/ 432702 h 1476330"/>
              <a:gd name="connsiteX2" fmla="*/ 998722 w 1531676"/>
              <a:gd name="connsiteY2" fmla="*/ 248869 h 1476330"/>
              <a:gd name="connsiteX3" fmla="*/ 1205846 w 1531676"/>
              <a:gd name="connsiteY3" fmla="*/ 23497 h 1476330"/>
              <a:gd name="connsiteX4" fmla="*/ 1424199 w 1531676"/>
              <a:gd name="connsiteY4" fmla="*/ 51717 h 1476330"/>
              <a:gd name="connsiteX5" fmla="*/ 1529302 w 1531676"/>
              <a:gd name="connsiteY5" fmla="*/ 419685 h 1476330"/>
              <a:gd name="connsiteX6" fmla="*/ 1328858 w 1531676"/>
              <a:gd name="connsiteY6" fmla="*/ 768839 h 1476330"/>
              <a:gd name="connsiteX7" fmla="*/ 1191511 w 1531676"/>
              <a:gd name="connsiteY7" fmla="*/ 1101847 h 1476330"/>
              <a:gd name="connsiteX8" fmla="*/ 694664 w 1531676"/>
              <a:gd name="connsiteY8" fmla="*/ 1472483 h 1476330"/>
              <a:gd name="connsiteX9" fmla="*/ 125026 w 1531676"/>
              <a:gd name="connsiteY9" fmla="*/ 1217843 h 1476330"/>
              <a:gd name="connsiteX10" fmla="*/ 17309 w 1531676"/>
              <a:gd name="connsiteY10" fmla="*/ 804188 h 1476330"/>
              <a:gd name="connsiteX11" fmla="*/ 537120 w 1531676"/>
              <a:gd name="connsiteY11" fmla="*/ 644186 h 1476330"/>
              <a:gd name="connsiteX0" fmla="*/ 537120 w 1529447"/>
              <a:gd name="connsiteY0" fmla="*/ 644186 h 1476330"/>
              <a:gd name="connsiteX1" fmla="*/ 875278 w 1529447"/>
              <a:gd name="connsiteY1" fmla="*/ 432702 h 1476330"/>
              <a:gd name="connsiteX2" fmla="*/ 998722 w 1529447"/>
              <a:gd name="connsiteY2" fmla="*/ 248869 h 1476330"/>
              <a:gd name="connsiteX3" fmla="*/ 1205846 w 1529447"/>
              <a:gd name="connsiteY3" fmla="*/ 23497 h 1476330"/>
              <a:gd name="connsiteX4" fmla="*/ 1424199 w 1529447"/>
              <a:gd name="connsiteY4" fmla="*/ 51717 h 1476330"/>
              <a:gd name="connsiteX5" fmla="*/ 1529302 w 1529447"/>
              <a:gd name="connsiteY5" fmla="*/ 419685 h 1476330"/>
              <a:gd name="connsiteX6" fmla="*/ 1440408 w 1529447"/>
              <a:gd name="connsiteY6" fmla="*/ 758342 h 1476330"/>
              <a:gd name="connsiteX7" fmla="*/ 1191511 w 1529447"/>
              <a:gd name="connsiteY7" fmla="*/ 1101847 h 1476330"/>
              <a:gd name="connsiteX8" fmla="*/ 694664 w 1529447"/>
              <a:gd name="connsiteY8" fmla="*/ 1472483 h 1476330"/>
              <a:gd name="connsiteX9" fmla="*/ 125026 w 1529447"/>
              <a:gd name="connsiteY9" fmla="*/ 1217843 h 1476330"/>
              <a:gd name="connsiteX10" fmla="*/ 17309 w 1529447"/>
              <a:gd name="connsiteY10" fmla="*/ 804188 h 1476330"/>
              <a:gd name="connsiteX11" fmla="*/ 537120 w 1529447"/>
              <a:gd name="connsiteY11" fmla="*/ 644186 h 1476330"/>
              <a:gd name="connsiteX0" fmla="*/ 537120 w 1537659"/>
              <a:gd name="connsiteY0" fmla="*/ 637664 h 1469808"/>
              <a:gd name="connsiteX1" fmla="*/ 875278 w 1537659"/>
              <a:gd name="connsiteY1" fmla="*/ 426180 h 1469808"/>
              <a:gd name="connsiteX2" fmla="*/ 998722 w 1537659"/>
              <a:gd name="connsiteY2" fmla="*/ 242347 h 1469808"/>
              <a:gd name="connsiteX3" fmla="*/ 1205846 w 1537659"/>
              <a:gd name="connsiteY3" fmla="*/ 16975 h 1469808"/>
              <a:gd name="connsiteX4" fmla="*/ 1497263 w 1537659"/>
              <a:gd name="connsiteY4" fmla="*/ 60510 h 1469808"/>
              <a:gd name="connsiteX5" fmla="*/ 1529302 w 1537659"/>
              <a:gd name="connsiteY5" fmla="*/ 413163 h 1469808"/>
              <a:gd name="connsiteX6" fmla="*/ 1440408 w 1537659"/>
              <a:gd name="connsiteY6" fmla="*/ 751820 h 1469808"/>
              <a:gd name="connsiteX7" fmla="*/ 1191511 w 1537659"/>
              <a:gd name="connsiteY7" fmla="*/ 1095325 h 1469808"/>
              <a:gd name="connsiteX8" fmla="*/ 694664 w 1537659"/>
              <a:gd name="connsiteY8" fmla="*/ 1465961 h 1469808"/>
              <a:gd name="connsiteX9" fmla="*/ 125026 w 1537659"/>
              <a:gd name="connsiteY9" fmla="*/ 1211321 h 1469808"/>
              <a:gd name="connsiteX10" fmla="*/ 17309 w 1537659"/>
              <a:gd name="connsiteY10" fmla="*/ 797666 h 1469808"/>
              <a:gd name="connsiteX11" fmla="*/ 537120 w 1537659"/>
              <a:gd name="connsiteY11" fmla="*/ 637664 h 1469808"/>
              <a:gd name="connsiteX0" fmla="*/ 537120 w 1537320"/>
              <a:gd name="connsiteY0" fmla="*/ 622045 h 1454189"/>
              <a:gd name="connsiteX1" fmla="*/ 875278 w 1537320"/>
              <a:gd name="connsiteY1" fmla="*/ 410561 h 1454189"/>
              <a:gd name="connsiteX2" fmla="*/ 998722 w 1537320"/>
              <a:gd name="connsiteY2" fmla="*/ 226728 h 1454189"/>
              <a:gd name="connsiteX3" fmla="*/ 1212665 w 1537320"/>
              <a:gd name="connsiteY3" fmla="*/ 24611 h 1454189"/>
              <a:gd name="connsiteX4" fmla="*/ 1497263 w 1537320"/>
              <a:gd name="connsiteY4" fmla="*/ 44891 h 1454189"/>
              <a:gd name="connsiteX5" fmla="*/ 1529302 w 1537320"/>
              <a:gd name="connsiteY5" fmla="*/ 397544 h 1454189"/>
              <a:gd name="connsiteX6" fmla="*/ 1440408 w 1537320"/>
              <a:gd name="connsiteY6" fmla="*/ 736201 h 1454189"/>
              <a:gd name="connsiteX7" fmla="*/ 1191511 w 1537320"/>
              <a:gd name="connsiteY7" fmla="*/ 1079706 h 1454189"/>
              <a:gd name="connsiteX8" fmla="*/ 694664 w 1537320"/>
              <a:gd name="connsiteY8" fmla="*/ 1450342 h 1454189"/>
              <a:gd name="connsiteX9" fmla="*/ 125026 w 1537320"/>
              <a:gd name="connsiteY9" fmla="*/ 1195702 h 1454189"/>
              <a:gd name="connsiteX10" fmla="*/ 17309 w 1537320"/>
              <a:gd name="connsiteY10" fmla="*/ 782047 h 1454189"/>
              <a:gd name="connsiteX11" fmla="*/ 537120 w 1537320"/>
              <a:gd name="connsiteY11" fmla="*/ 622045 h 1454189"/>
              <a:gd name="connsiteX0" fmla="*/ 537120 w 1625987"/>
              <a:gd name="connsiteY0" fmla="*/ 622066 h 1454210"/>
              <a:gd name="connsiteX1" fmla="*/ 875278 w 1625987"/>
              <a:gd name="connsiteY1" fmla="*/ 410582 h 1454210"/>
              <a:gd name="connsiteX2" fmla="*/ 998722 w 1625987"/>
              <a:gd name="connsiteY2" fmla="*/ 226749 h 1454210"/>
              <a:gd name="connsiteX3" fmla="*/ 1212665 w 1625987"/>
              <a:gd name="connsiteY3" fmla="*/ 24632 h 1454210"/>
              <a:gd name="connsiteX4" fmla="*/ 1497263 w 1625987"/>
              <a:gd name="connsiteY4" fmla="*/ 44912 h 1454210"/>
              <a:gd name="connsiteX5" fmla="*/ 1625106 w 1625987"/>
              <a:gd name="connsiteY5" fmla="*/ 397938 h 1454210"/>
              <a:gd name="connsiteX6" fmla="*/ 1440408 w 1625987"/>
              <a:gd name="connsiteY6" fmla="*/ 736222 h 1454210"/>
              <a:gd name="connsiteX7" fmla="*/ 1191511 w 1625987"/>
              <a:gd name="connsiteY7" fmla="*/ 1079727 h 1454210"/>
              <a:gd name="connsiteX8" fmla="*/ 694664 w 1625987"/>
              <a:gd name="connsiteY8" fmla="*/ 1450363 h 1454210"/>
              <a:gd name="connsiteX9" fmla="*/ 125026 w 1625987"/>
              <a:gd name="connsiteY9" fmla="*/ 1195723 h 1454210"/>
              <a:gd name="connsiteX10" fmla="*/ 17309 w 1625987"/>
              <a:gd name="connsiteY10" fmla="*/ 782068 h 1454210"/>
              <a:gd name="connsiteX11" fmla="*/ 537120 w 1625987"/>
              <a:gd name="connsiteY11" fmla="*/ 622066 h 1454210"/>
              <a:gd name="connsiteX0" fmla="*/ 413648 w 1502515"/>
              <a:gd name="connsiteY0" fmla="*/ 622066 h 1454210"/>
              <a:gd name="connsiteX1" fmla="*/ 751806 w 1502515"/>
              <a:gd name="connsiteY1" fmla="*/ 410582 h 1454210"/>
              <a:gd name="connsiteX2" fmla="*/ 875250 w 1502515"/>
              <a:gd name="connsiteY2" fmla="*/ 226749 h 1454210"/>
              <a:gd name="connsiteX3" fmla="*/ 1089193 w 1502515"/>
              <a:gd name="connsiteY3" fmla="*/ 24632 h 1454210"/>
              <a:gd name="connsiteX4" fmla="*/ 1373791 w 1502515"/>
              <a:gd name="connsiteY4" fmla="*/ 44912 h 1454210"/>
              <a:gd name="connsiteX5" fmla="*/ 1501634 w 1502515"/>
              <a:gd name="connsiteY5" fmla="*/ 397938 h 1454210"/>
              <a:gd name="connsiteX6" fmla="*/ 1316936 w 1502515"/>
              <a:gd name="connsiteY6" fmla="*/ 736222 h 1454210"/>
              <a:gd name="connsiteX7" fmla="*/ 1068039 w 1502515"/>
              <a:gd name="connsiteY7" fmla="*/ 1079727 h 1454210"/>
              <a:gd name="connsiteX8" fmla="*/ 571192 w 1502515"/>
              <a:gd name="connsiteY8" fmla="*/ 1450363 h 1454210"/>
              <a:gd name="connsiteX9" fmla="*/ 1554 w 1502515"/>
              <a:gd name="connsiteY9" fmla="*/ 1195723 h 1454210"/>
              <a:gd name="connsiteX10" fmla="*/ 413648 w 1502515"/>
              <a:gd name="connsiteY10" fmla="*/ 622066 h 1454210"/>
              <a:gd name="connsiteX0" fmla="*/ 170712 w 1506651"/>
              <a:gd name="connsiteY0" fmla="*/ 821847 h 1454210"/>
              <a:gd name="connsiteX1" fmla="*/ 755942 w 1506651"/>
              <a:gd name="connsiteY1" fmla="*/ 410582 h 1454210"/>
              <a:gd name="connsiteX2" fmla="*/ 879386 w 1506651"/>
              <a:gd name="connsiteY2" fmla="*/ 226749 h 1454210"/>
              <a:gd name="connsiteX3" fmla="*/ 1093329 w 1506651"/>
              <a:gd name="connsiteY3" fmla="*/ 24632 h 1454210"/>
              <a:gd name="connsiteX4" fmla="*/ 1377927 w 1506651"/>
              <a:gd name="connsiteY4" fmla="*/ 44912 h 1454210"/>
              <a:gd name="connsiteX5" fmla="*/ 1505770 w 1506651"/>
              <a:gd name="connsiteY5" fmla="*/ 397938 h 1454210"/>
              <a:gd name="connsiteX6" fmla="*/ 1321072 w 1506651"/>
              <a:gd name="connsiteY6" fmla="*/ 736222 h 1454210"/>
              <a:gd name="connsiteX7" fmla="*/ 1072175 w 1506651"/>
              <a:gd name="connsiteY7" fmla="*/ 1079727 h 1454210"/>
              <a:gd name="connsiteX8" fmla="*/ 575328 w 1506651"/>
              <a:gd name="connsiteY8" fmla="*/ 1450363 h 1454210"/>
              <a:gd name="connsiteX9" fmla="*/ 5690 w 1506651"/>
              <a:gd name="connsiteY9" fmla="*/ 1195723 h 1454210"/>
              <a:gd name="connsiteX10" fmla="*/ 170712 w 1506651"/>
              <a:gd name="connsiteY10" fmla="*/ 821847 h 1454210"/>
              <a:gd name="connsiteX0" fmla="*/ 170712 w 1506651"/>
              <a:gd name="connsiteY0" fmla="*/ 821847 h 1454210"/>
              <a:gd name="connsiteX1" fmla="*/ 755942 w 1506651"/>
              <a:gd name="connsiteY1" fmla="*/ 410582 h 1454210"/>
              <a:gd name="connsiteX2" fmla="*/ 879386 w 1506651"/>
              <a:gd name="connsiteY2" fmla="*/ 226749 h 1454210"/>
              <a:gd name="connsiteX3" fmla="*/ 1093329 w 1506651"/>
              <a:gd name="connsiteY3" fmla="*/ 24632 h 1454210"/>
              <a:gd name="connsiteX4" fmla="*/ 1377927 w 1506651"/>
              <a:gd name="connsiteY4" fmla="*/ 44912 h 1454210"/>
              <a:gd name="connsiteX5" fmla="*/ 1505770 w 1506651"/>
              <a:gd name="connsiteY5" fmla="*/ 397938 h 1454210"/>
              <a:gd name="connsiteX6" fmla="*/ 1321072 w 1506651"/>
              <a:gd name="connsiteY6" fmla="*/ 736222 h 1454210"/>
              <a:gd name="connsiteX7" fmla="*/ 1072175 w 1506651"/>
              <a:gd name="connsiteY7" fmla="*/ 1079727 h 1454210"/>
              <a:gd name="connsiteX8" fmla="*/ 575328 w 1506651"/>
              <a:gd name="connsiteY8" fmla="*/ 1450363 h 1454210"/>
              <a:gd name="connsiteX9" fmla="*/ 5690 w 1506651"/>
              <a:gd name="connsiteY9" fmla="*/ 1195723 h 1454210"/>
              <a:gd name="connsiteX10" fmla="*/ 170712 w 1506651"/>
              <a:gd name="connsiteY10" fmla="*/ 821847 h 1454210"/>
              <a:gd name="connsiteX0" fmla="*/ 170712 w 1506651"/>
              <a:gd name="connsiteY0" fmla="*/ 834417 h 1466780"/>
              <a:gd name="connsiteX1" fmla="*/ 755942 w 1506651"/>
              <a:gd name="connsiteY1" fmla="*/ 423152 h 1466780"/>
              <a:gd name="connsiteX2" fmla="*/ 1093329 w 1506651"/>
              <a:gd name="connsiteY2" fmla="*/ 37202 h 1466780"/>
              <a:gd name="connsiteX3" fmla="*/ 1377927 w 1506651"/>
              <a:gd name="connsiteY3" fmla="*/ 57482 h 1466780"/>
              <a:gd name="connsiteX4" fmla="*/ 1505770 w 1506651"/>
              <a:gd name="connsiteY4" fmla="*/ 410508 h 1466780"/>
              <a:gd name="connsiteX5" fmla="*/ 1321072 w 1506651"/>
              <a:gd name="connsiteY5" fmla="*/ 748792 h 1466780"/>
              <a:gd name="connsiteX6" fmla="*/ 1072175 w 1506651"/>
              <a:gd name="connsiteY6" fmla="*/ 1092297 h 1466780"/>
              <a:gd name="connsiteX7" fmla="*/ 575328 w 1506651"/>
              <a:gd name="connsiteY7" fmla="*/ 1462933 h 1466780"/>
              <a:gd name="connsiteX8" fmla="*/ 5690 w 1506651"/>
              <a:gd name="connsiteY8" fmla="*/ 1208293 h 1466780"/>
              <a:gd name="connsiteX9" fmla="*/ 170712 w 1506651"/>
              <a:gd name="connsiteY9" fmla="*/ 834417 h 1466780"/>
              <a:gd name="connsiteX0" fmla="*/ 170712 w 1518818"/>
              <a:gd name="connsiteY0" fmla="*/ 834417 h 1466780"/>
              <a:gd name="connsiteX1" fmla="*/ 755942 w 1518818"/>
              <a:gd name="connsiteY1" fmla="*/ 423152 h 1466780"/>
              <a:gd name="connsiteX2" fmla="*/ 1093329 w 1518818"/>
              <a:gd name="connsiteY2" fmla="*/ 37202 h 1466780"/>
              <a:gd name="connsiteX3" fmla="*/ 1377927 w 1518818"/>
              <a:gd name="connsiteY3" fmla="*/ 57482 h 1466780"/>
              <a:gd name="connsiteX4" fmla="*/ 1505770 w 1518818"/>
              <a:gd name="connsiteY4" fmla="*/ 410508 h 1466780"/>
              <a:gd name="connsiteX5" fmla="*/ 1072175 w 1518818"/>
              <a:gd name="connsiteY5" fmla="*/ 1092297 h 1466780"/>
              <a:gd name="connsiteX6" fmla="*/ 575328 w 1518818"/>
              <a:gd name="connsiteY6" fmla="*/ 1462933 h 1466780"/>
              <a:gd name="connsiteX7" fmla="*/ 5690 w 1518818"/>
              <a:gd name="connsiteY7" fmla="*/ 1208293 h 1466780"/>
              <a:gd name="connsiteX8" fmla="*/ 170712 w 1518818"/>
              <a:gd name="connsiteY8" fmla="*/ 834417 h 1466780"/>
              <a:gd name="connsiteX0" fmla="*/ 170712 w 1523923"/>
              <a:gd name="connsiteY0" fmla="*/ 834417 h 1466780"/>
              <a:gd name="connsiteX1" fmla="*/ 755942 w 1523923"/>
              <a:gd name="connsiteY1" fmla="*/ 423152 h 1466780"/>
              <a:gd name="connsiteX2" fmla="*/ 1093329 w 1523923"/>
              <a:gd name="connsiteY2" fmla="*/ 37202 h 1466780"/>
              <a:gd name="connsiteX3" fmla="*/ 1377927 w 1523923"/>
              <a:gd name="connsiteY3" fmla="*/ 57482 h 1466780"/>
              <a:gd name="connsiteX4" fmla="*/ 1505770 w 1523923"/>
              <a:gd name="connsiteY4" fmla="*/ 410508 h 1466780"/>
              <a:gd name="connsiteX5" fmla="*/ 989718 w 1523923"/>
              <a:gd name="connsiteY5" fmla="*/ 1039790 h 1466780"/>
              <a:gd name="connsiteX6" fmla="*/ 575328 w 1523923"/>
              <a:gd name="connsiteY6" fmla="*/ 1462933 h 1466780"/>
              <a:gd name="connsiteX7" fmla="*/ 5690 w 1523923"/>
              <a:gd name="connsiteY7" fmla="*/ 1208293 h 1466780"/>
              <a:gd name="connsiteX8" fmla="*/ 170712 w 1523923"/>
              <a:gd name="connsiteY8" fmla="*/ 834417 h 1466780"/>
              <a:gd name="connsiteX0" fmla="*/ 170712 w 1523923"/>
              <a:gd name="connsiteY0" fmla="*/ 834417 h 1332202"/>
              <a:gd name="connsiteX1" fmla="*/ 755942 w 1523923"/>
              <a:gd name="connsiteY1" fmla="*/ 423152 h 1332202"/>
              <a:gd name="connsiteX2" fmla="*/ 1093329 w 1523923"/>
              <a:gd name="connsiteY2" fmla="*/ 37202 h 1332202"/>
              <a:gd name="connsiteX3" fmla="*/ 1377927 w 1523923"/>
              <a:gd name="connsiteY3" fmla="*/ 57482 h 1332202"/>
              <a:gd name="connsiteX4" fmla="*/ 1505770 w 1523923"/>
              <a:gd name="connsiteY4" fmla="*/ 410508 h 1332202"/>
              <a:gd name="connsiteX5" fmla="*/ 989718 w 1523923"/>
              <a:gd name="connsiteY5" fmla="*/ 1039790 h 1332202"/>
              <a:gd name="connsiteX6" fmla="*/ 609873 w 1523923"/>
              <a:gd name="connsiteY6" fmla="*/ 1320546 h 1332202"/>
              <a:gd name="connsiteX7" fmla="*/ 5690 w 1523923"/>
              <a:gd name="connsiteY7" fmla="*/ 1208293 h 1332202"/>
              <a:gd name="connsiteX8" fmla="*/ 170712 w 1523923"/>
              <a:gd name="connsiteY8" fmla="*/ 834417 h 1332202"/>
              <a:gd name="connsiteX0" fmla="*/ 80974 w 1434185"/>
              <a:gd name="connsiteY0" fmla="*/ 834417 h 1329829"/>
              <a:gd name="connsiteX1" fmla="*/ 666204 w 1434185"/>
              <a:gd name="connsiteY1" fmla="*/ 423152 h 1329829"/>
              <a:gd name="connsiteX2" fmla="*/ 1003591 w 1434185"/>
              <a:gd name="connsiteY2" fmla="*/ 37202 h 1329829"/>
              <a:gd name="connsiteX3" fmla="*/ 1288189 w 1434185"/>
              <a:gd name="connsiteY3" fmla="*/ 57482 h 1329829"/>
              <a:gd name="connsiteX4" fmla="*/ 1416032 w 1434185"/>
              <a:gd name="connsiteY4" fmla="*/ 410508 h 1329829"/>
              <a:gd name="connsiteX5" fmla="*/ 899980 w 1434185"/>
              <a:gd name="connsiteY5" fmla="*/ 1039790 h 1329829"/>
              <a:gd name="connsiteX6" fmla="*/ 520135 w 1434185"/>
              <a:gd name="connsiteY6" fmla="*/ 1320546 h 1329829"/>
              <a:gd name="connsiteX7" fmla="*/ 32507 w 1434185"/>
              <a:gd name="connsiteY7" fmla="*/ 1188669 h 1329829"/>
              <a:gd name="connsiteX8" fmla="*/ 80974 w 1434185"/>
              <a:gd name="connsiteY8" fmla="*/ 834417 h 1329829"/>
              <a:gd name="connsiteX0" fmla="*/ 80972 w 1350486"/>
              <a:gd name="connsiteY0" fmla="*/ 836082 h 1331494"/>
              <a:gd name="connsiteX1" fmla="*/ 666202 w 1350486"/>
              <a:gd name="connsiteY1" fmla="*/ 424817 h 1331494"/>
              <a:gd name="connsiteX2" fmla="*/ 1003589 w 1350486"/>
              <a:gd name="connsiteY2" fmla="*/ 38867 h 1331494"/>
              <a:gd name="connsiteX3" fmla="*/ 1288187 w 1350486"/>
              <a:gd name="connsiteY3" fmla="*/ 59147 h 1331494"/>
              <a:gd name="connsiteX4" fmla="*/ 1317507 w 1350486"/>
              <a:gd name="connsiteY4" fmla="*/ 443912 h 1331494"/>
              <a:gd name="connsiteX5" fmla="*/ 899978 w 1350486"/>
              <a:gd name="connsiteY5" fmla="*/ 1041455 h 1331494"/>
              <a:gd name="connsiteX6" fmla="*/ 520133 w 1350486"/>
              <a:gd name="connsiteY6" fmla="*/ 1322211 h 1331494"/>
              <a:gd name="connsiteX7" fmla="*/ 32505 w 1350486"/>
              <a:gd name="connsiteY7" fmla="*/ 1190334 h 1331494"/>
              <a:gd name="connsiteX8" fmla="*/ 80972 w 1350486"/>
              <a:gd name="connsiteY8" fmla="*/ 836082 h 1331494"/>
              <a:gd name="connsiteX0" fmla="*/ 32505 w 1350486"/>
              <a:gd name="connsiteY0" fmla="*/ 1190334 h 1332813"/>
              <a:gd name="connsiteX1" fmla="*/ 80972 w 1350486"/>
              <a:gd name="connsiteY1" fmla="*/ 836082 h 1332813"/>
              <a:gd name="connsiteX2" fmla="*/ 666202 w 1350486"/>
              <a:gd name="connsiteY2" fmla="*/ 424817 h 1332813"/>
              <a:gd name="connsiteX3" fmla="*/ 1003589 w 1350486"/>
              <a:gd name="connsiteY3" fmla="*/ 38867 h 1332813"/>
              <a:gd name="connsiteX4" fmla="*/ 1288187 w 1350486"/>
              <a:gd name="connsiteY4" fmla="*/ 59147 h 1332813"/>
              <a:gd name="connsiteX5" fmla="*/ 1317507 w 1350486"/>
              <a:gd name="connsiteY5" fmla="*/ 443912 h 1332813"/>
              <a:gd name="connsiteX6" fmla="*/ 899978 w 1350486"/>
              <a:gd name="connsiteY6" fmla="*/ 1041455 h 1332813"/>
              <a:gd name="connsiteX7" fmla="*/ 520133 w 1350486"/>
              <a:gd name="connsiteY7" fmla="*/ 1322211 h 1332813"/>
              <a:gd name="connsiteX8" fmla="*/ 199701 w 1350486"/>
              <a:gd name="connsiteY8" fmla="*/ 1320051 h 1332813"/>
              <a:gd name="connsiteX0" fmla="*/ 32505 w 1350486"/>
              <a:gd name="connsiteY0" fmla="*/ 1190334 h 1322210"/>
              <a:gd name="connsiteX1" fmla="*/ 80972 w 1350486"/>
              <a:gd name="connsiteY1" fmla="*/ 836082 h 1322210"/>
              <a:gd name="connsiteX2" fmla="*/ 666202 w 1350486"/>
              <a:gd name="connsiteY2" fmla="*/ 424817 h 1322210"/>
              <a:gd name="connsiteX3" fmla="*/ 1003589 w 1350486"/>
              <a:gd name="connsiteY3" fmla="*/ 38867 h 1322210"/>
              <a:gd name="connsiteX4" fmla="*/ 1288187 w 1350486"/>
              <a:gd name="connsiteY4" fmla="*/ 59147 h 1322210"/>
              <a:gd name="connsiteX5" fmla="*/ 1317507 w 1350486"/>
              <a:gd name="connsiteY5" fmla="*/ 443912 h 1322210"/>
              <a:gd name="connsiteX6" fmla="*/ 899978 w 1350486"/>
              <a:gd name="connsiteY6" fmla="*/ 1041455 h 1322210"/>
              <a:gd name="connsiteX7" fmla="*/ 520133 w 1350486"/>
              <a:gd name="connsiteY7" fmla="*/ 1322211 h 1322210"/>
              <a:gd name="connsiteX0" fmla="*/ 0 w 1269514"/>
              <a:gd name="connsiteY0" fmla="*/ 836082 h 1322211"/>
              <a:gd name="connsiteX1" fmla="*/ 585230 w 1269514"/>
              <a:gd name="connsiteY1" fmla="*/ 424817 h 1322211"/>
              <a:gd name="connsiteX2" fmla="*/ 922617 w 1269514"/>
              <a:gd name="connsiteY2" fmla="*/ 38867 h 1322211"/>
              <a:gd name="connsiteX3" fmla="*/ 1207215 w 1269514"/>
              <a:gd name="connsiteY3" fmla="*/ 59147 h 1322211"/>
              <a:gd name="connsiteX4" fmla="*/ 1236535 w 1269514"/>
              <a:gd name="connsiteY4" fmla="*/ 443912 h 1322211"/>
              <a:gd name="connsiteX5" fmla="*/ 819006 w 1269514"/>
              <a:gd name="connsiteY5" fmla="*/ 1041455 h 1322211"/>
              <a:gd name="connsiteX6" fmla="*/ 439161 w 1269514"/>
              <a:gd name="connsiteY6" fmla="*/ 1322211 h 1322211"/>
              <a:gd name="connsiteX0" fmla="*/ 0 w 1259474"/>
              <a:gd name="connsiteY0" fmla="*/ 836082 h 1322211"/>
              <a:gd name="connsiteX1" fmla="*/ 585230 w 1259474"/>
              <a:gd name="connsiteY1" fmla="*/ 424817 h 1322211"/>
              <a:gd name="connsiteX2" fmla="*/ 922617 w 1259474"/>
              <a:gd name="connsiteY2" fmla="*/ 38867 h 1322211"/>
              <a:gd name="connsiteX3" fmla="*/ 1207215 w 1259474"/>
              <a:gd name="connsiteY3" fmla="*/ 59147 h 1322211"/>
              <a:gd name="connsiteX4" fmla="*/ 1236535 w 1259474"/>
              <a:gd name="connsiteY4" fmla="*/ 443912 h 1322211"/>
              <a:gd name="connsiteX5" fmla="*/ 955712 w 1259474"/>
              <a:gd name="connsiteY5" fmla="*/ 884105 h 1322211"/>
              <a:gd name="connsiteX6" fmla="*/ 439161 w 1259474"/>
              <a:gd name="connsiteY6" fmla="*/ 1322211 h 1322211"/>
              <a:gd name="connsiteX0" fmla="*/ 0 w 1259474"/>
              <a:gd name="connsiteY0" fmla="*/ 836082 h 1132253"/>
              <a:gd name="connsiteX1" fmla="*/ 585230 w 1259474"/>
              <a:gd name="connsiteY1" fmla="*/ 424817 h 1132253"/>
              <a:gd name="connsiteX2" fmla="*/ 922617 w 1259474"/>
              <a:gd name="connsiteY2" fmla="*/ 38867 h 1132253"/>
              <a:gd name="connsiteX3" fmla="*/ 1207215 w 1259474"/>
              <a:gd name="connsiteY3" fmla="*/ 59147 h 1132253"/>
              <a:gd name="connsiteX4" fmla="*/ 1236535 w 1259474"/>
              <a:gd name="connsiteY4" fmla="*/ 443912 h 1132253"/>
              <a:gd name="connsiteX5" fmla="*/ 955712 w 1259474"/>
              <a:gd name="connsiteY5" fmla="*/ 884105 h 1132253"/>
              <a:gd name="connsiteX6" fmla="*/ 646902 w 1259474"/>
              <a:gd name="connsiteY6" fmla="*/ 1132253 h 1132253"/>
              <a:gd name="connsiteX0" fmla="*/ 1 w 1487921"/>
              <a:gd name="connsiteY0" fmla="*/ 926891 h 1132253"/>
              <a:gd name="connsiteX1" fmla="*/ 813677 w 1487921"/>
              <a:gd name="connsiteY1" fmla="*/ 424817 h 1132253"/>
              <a:gd name="connsiteX2" fmla="*/ 1151064 w 1487921"/>
              <a:gd name="connsiteY2" fmla="*/ 38867 h 1132253"/>
              <a:gd name="connsiteX3" fmla="*/ 1435662 w 1487921"/>
              <a:gd name="connsiteY3" fmla="*/ 59147 h 1132253"/>
              <a:gd name="connsiteX4" fmla="*/ 1464982 w 1487921"/>
              <a:gd name="connsiteY4" fmla="*/ 443912 h 1132253"/>
              <a:gd name="connsiteX5" fmla="*/ 1184159 w 1487921"/>
              <a:gd name="connsiteY5" fmla="*/ 884105 h 1132253"/>
              <a:gd name="connsiteX6" fmla="*/ 875349 w 1487921"/>
              <a:gd name="connsiteY6" fmla="*/ 1132253 h 1132253"/>
              <a:gd name="connsiteX0" fmla="*/ -1 w 1487919"/>
              <a:gd name="connsiteY0" fmla="*/ 926891 h 1132253"/>
              <a:gd name="connsiteX1" fmla="*/ 813675 w 1487919"/>
              <a:gd name="connsiteY1" fmla="*/ 424817 h 1132253"/>
              <a:gd name="connsiteX2" fmla="*/ 1151062 w 1487919"/>
              <a:gd name="connsiteY2" fmla="*/ 38867 h 1132253"/>
              <a:gd name="connsiteX3" fmla="*/ 1435660 w 1487919"/>
              <a:gd name="connsiteY3" fmla="*/ 59147 h 1132253"/>
              <a:gd name="connsiteX4" fmla="*/ 1464980 w 1487919"/>
              <a:gd name="connsiteY4" fmla="*/ 443912 h 1132253"/>
              <a:gd name="connsiteX5" fmla="*/ 1184157 w 1487919"/>
              <a:gd name="connsiteY5" fmla="*/ 884105 h 1132253"/>
              <a:gd name="connsiteX6" fmla="*/ 875347 w 1487919"/>
              <a:gd name="connsiteY6" fmla="*/ 1132253 h 1132253"/>
              <a:gd name="connsiteX0" fmla="*/ 1 w 1487921"/>
              <a:gd name="connsiteY0" fmla="*/ 926891 h 1132253"/>
              <a:gd name="connsiteX1" fmla="*/ 813677 w 1487921"/>
              <a:gd name="connsiteY1" fmla="*/ 424817 h 1132253"/>
              <a:gd name="connsiteX2" fmla="*/ 1151064 w 1487921"/>
              <a:gd name="connsiteY2" fmla="*/ 38867 h 1132253"/>
              <a:gd name="connsiteX3" fmla="*/ 1435662 w 1487921"/>
              <a:gd name="connsiteY3" fmla="*/ 59147 h 1132253"/>
              <a:gd name="connsiteX4" fmla="*/ 1464982 w 1487921"/>
              <a:gd name="connsiteY4" fmla="*/ 443912 h 1132253"/>
              <a:gd name="connsiteX5" fmla="*/ 1184159 w 1487921"/>
              <a:gd name="connsiteY5" fmla="*/ 884105 h 1132253"/>
              <a:gd name="connsiteX6" fmla="*/ 875349 w 1487921"/>
              <a:gd name="connsiteY6" fmla="*/ 1132253 h 1132253"/>
              <a:gd name="connsiteX0" fmla="*/ -1 w 1478819"/>
              <a:gd name="connsiteY0" fmla="*/ 897611 h 1102973"/>
              <a:gd name="connsiteX1" fmla="*/ 813675 w 1478819"/>
              <a:gd name="connsiteY1" fmla="*/ 395537 h 1102973"/>
              <a:gd name="connsiteX2" fmla="*/ 1151062 w 1478819"/>
              <a:gd name="connsiteY2" fmla="*/ 9587 h 1102973"/>
              <a:gd name="connsiteX3" fmla="*/ 1406347 w 1478819"/>
              <a:gd name="connsiteY3" fmla="*/ 141988 h 1102973"/>
              <a:gd name="connsiteX4" fmla="*/ 1464980 w 1478819"/>
              <a:gd name="connsiteY4" fmla="*/ 414632 h 1102973"/>
              <a:gd name="connsiteX5" fmla="*/ 1184157 w 1478819"/>
              <a:gd name="connsiteY5" fmla="*/ 854825 h 1102973"/>
              <a:gd name="connsiteX6" fmla="*/ 875347 w 1478819"/>
              <a:gd name="connsiteY6" fmla="*/ 1102973 h 1102973"/>
              <a:gd name="connsiteX0" fmla="*/ 1 w 1481165"/>
              <a:gd name="connsiteY0" fmla="*/ 793306 h 998668"/>
              <a:gd name="connsiteX1" fmla="*/ 813677 w 1481165"/>
              <a:gd name="connsiteY1" fmla="*/ 291232 h 998668"/>
              <a:gd name="connsiteX2" fmla="*/ 1067597 w 1481165"/>
              <a:gd name="connsiteY2" fmla="*/ 29425 h 998668"/>
              <a:gd name="connsiteX3" fmla="*/ 1406349 w 1481165"/>
              <a:gd name="connsiteY3" fmla="*/ 37683 h 998668"/>
              <a:gd name="connsiteX4" fmla="*/ 1464982 w 1481165"/>
              <a:gd name="connsiteY4" fmla="*/ 310327 h 998668"/>
              <a:gd name="connsiteX5" fmla="*/ 1184159 w 1481165"/>
              <a:gd name="connsiteY5" fmla="*/ 750520 h 998668"/>
              <a:gd name="connsiteX6" fmla="*/ 875349 w 1481165"/>
              <a:gd name="connsiteY6" fmla="*/ 998668 h 998668"/>
              <a:gd name="connsiteX0" fmla="*/ -1 w 1481165"/>
              <a:gd name="connsiteY0" fmla="*/ 793306 h 1006053"/>
              <a:gd name="connsiteX1" fmla="*/ 813675 w 1481165"/>
              <a:gd name="connsiteY1" fmla="*/ 291232 h 1006053"/>
              <a:gd name="connsiteX2" fmla="*/ 1067595 w 1481165"/>
              <a:gd name="connsiteY2" fmla="*/ 29425 h 1006053"/>
              <a:gd name="connsiteX3" fmla="*/ 1406347 w 1481165"/>
              <a:gd name="connsiteY3" fmla="*/ 37683 h 1006053"/>
              <a:gd name="connsiteX4" fmla="*/ 1464980 w 1481165"/>
              <a:gd name="connsiteY4" fmla="*/ 310327 h 1006053"/>
              <a:gd name="connsiteX5" fmla="*/ 1184157 w 1481165"/>
              <a:gd name="connsiteY5" fmla="*/ 750520 h 1006053"/>
              <a:gd name="connsiteX6" fmla="*/ 998697 w 1481165"/>
              <a:gd name="connsiteY6" fmla="*/ 1006053 h 1006053"/>
              <a:gd name="connsiteX0" fmla="*/ 1 w 1469779"/>
              <a:gd name="connsiteY0" fmla="*/ 793306 h 1006053"/>
              <a:gd name="connsiteX1" fmla="*/ 813677 w 1469779"/>
              <a:gd name="connsiteY1" fmla="*/ 291232 h 1006053"/>
              <a:gd name="connsiteX2" fmla="*/ 1067597 w 1469779"/>
              <a:gd name="connsiteY2" fmla="*/ 29425 h 1006053"/>
              <a:gd name="connsiteX3" fmla="*/ 1406349 w 1469779"/>
              <a:gd name="connsiteY3" fmla="*/ 37683 h 1006053"/>
              <a:gd name="connsiteX4" fmla="*/ 1464982 w 1469779"/>
              <a:gd name="connsiteY4" fmla="*/ 310327 h 1006053"/>
              <a:gd name="connsiteX5" fmla="*/ 1340502 w 1469779"/>
              <a:gd name="connsiteY5" fmla="*/ 636140 h 1006053"/>
              <a:gd name="connsiteX6" fmla="*/ 998699 w 1469779"/>
              <a:gd name="connsiteY6" fmla="*/ 1006053 h 100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9779" h="1006053">
                <a:moveTo>
                  <a:pt x="1" y="793306"/>
                </a:moveTo>
                <a:cubicBezTo>
                  <a:pt x="153266" y="665242"/>
                  <a:pt x="635744" y="418546"/>
                  <a:pt x="813677" y="291232"/>
                </a:cubicBezTo>
                <a:cubicBezTo>
                  <a:pt x="991610" y="163919"/>
                  <a:pt x="968818" y="71683"/>
                  <a:pt x="1067597" y="29425"/>
                </a:cubicBezTo>
                <a:cubicBezTo>
                  <a:pt x="1166376" y="-12833"/>
                  <a:pt x="1340118" y="-9134"/>
                  <a:pt x="1406349" y="37683"/>
                </a:cubicBezTo>
                <a:cubicBezTo>
                  <a:pt x="1472580" y="84500"/>
                  <a:pt x="1475957" y="210584"/>
                  <a:pt x="1464982" y="310327"/>
                </a:cubicBezTo>
                <a:cubicBezTo>
                  <a:pt x="1454008" y="410070"/>
                  <a:pt x="1418216" y="520186"/>
                  <a:pt x="1340502" y="636140"/>
                </a:cubicBezTo>
                <a:cubicBezTo>
                  <a:pt x="1262788" y="752094"/>
                  <a:pt x="1131528" y="974021"/>
                  <a:pt x="998699" y="1006053"/>
                </a:cubicBezTo>
              </a:path>
            </a:pathLst>
          </a:custGeom>
          <a:noFill/>
          <a:ln w="9525" cap="rnd">
            <a:solidFill>
              <a:schemeClr val="tx1">
                <a:lumMod val="95000"/>
                <a:alpha val="35000"/>
              </a:schemeClr>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28A3F672-3F9F-8E79-356A-85C41EF8DABD}"/>
              </a:ext>
            </a:extLst>
          </p:cNvPr>
          <p:cNvSpPr/>
          <p:nvPr userDrawn="1"/>
        </p:nvSpPr>
        <p:spPr>
          <a:xfrm rot="9879597" flipV="1">
            <a:off x="3140144" y="6131204"/>
            <a:ext cx="334245" cy="450348"/>
          </a:xfrm>
          <a:custGeom>
            <a:avLst/>
            <a:gdLst>
              <a:gd name="connsiteX0" fmla="*/ 23248 w 708590"/>
              <a:gd name="connsiteY0" fmla="*/ 533652 h 819436"/>
              <a:gd name="connsiteX1" fmla="*/ 132310 w 708590"/>
              <a:gd name="connsiteY1" fmla="*/ 280859 h 819436"/>
              <a:gd name="connsiteX2" fmla="*/ 255754 w 708590"/>
              <a:gd name="connsiteY2" fmla="*/ 97026 h 819436"/>
              <a:gd name="connsiteX3" fmla="*/ 445206 w 708590"/>
              <a:gd name="connsiteY3" fmla="*/ 2253 h 819436"/>
              <a:gd name="connsiteX4" fmla="*/ 597415 w 708590"/>
              <a:gd name="connsiteY4" fmla="*/ 33875 h 819436"/>
              <a:gd name="connsiteX5" fmla="*/ 703619 w 708590"/>
              <a:gd name="connsiteY5" fmla="*/ 214851 h 819436"/>
              <a:gd name="connsiteX6" fmla="*/ 686379 w 708590"/>
              <a:gd name="connsiteY6" fmla="*/ 418781 h 819436"/>
              <a:gd name="connsiteX7" fmla="*/ 585890 w 708590"/>
              <a:gd name="connsiteY7" fmla="*/ 616996 h 819436"/>
              <a:gd name="connsiteX8" fmla="*/ 347574 w 708590"/>
              <a:gd name="connsiteY8" fmla="*/ 780731 h 819436"/>
              <a:gd name="connsiteX9" fmla="*/ 166695 w 708590"/>
              <a:gd name="connsiteY9" fmla="*/ 818069 h 819436"/>
              <a:gd name="connsiteX10" fmla="*/ 14485 w 708590"/>
              <a:gd name="connsiteY10" fmla="*/ 720438 h 819436"/>
              <a:gd name="connsiteX11" fmla="*/ 23248 w 708590"/>
              <a:gd name="connsiteY11" fmla="*/ 533652 h 819436"/>
              <a:gd name="connsiteX0" fmla="*/ 23248 w 708590"/>
              <a:gd name="connsiteY0" fmla="*/ 533652 h 1072394"/>
              <a:gd name="connsiteX1" fmla="*/ 132310 w 708590"/>
              <a:gd name="connsiteY1" fmla="*/ 280859 h 1072394"/>
              <a:gd name="connsiteX2" fmla="*/ 255754 w 708590"/>
              <a:gd name="connsiteY2" fmla="*/ 97026 h 1072394"/>
              <a:gd name="connsiteX3" fmla="*/ 445206 w 708590"/>
              <a:gd name="connsiteY3" fmla="*/ 2253 h 1072394"/>
              <a:gd name="connsiteX4" fmla="*/ 597415 w 708590"/>
              <a:gd name="connsiteY4" fmla="*/ 33875 h 1072394"/>
              <a:gd name="connsiteX5" fmla="*/ 703619 w 708590"/>
              <a:gd name="connsiteY5" fmla="*/ 214851 h 1072394"/>
              <a:gd name="connsiteX6" fmla="*/ 686379 w 708590"/>
              <a:gd name="connsiteY6" fmla="*/ 418781 h 1072394"/>
              <a:gd name="connsiteX7" fmla="*/ 585890 w 708590"/>
              <a:gd name="connsiteY7" fmla="*/ 616996 h 1072394"/>
              <a:gd name="connsiteX8" fmla="*/ 347574 w 708590"/>
              <a:gd name="connsiteY8" fmla="*/ 780731 h 1072394"/>
              <a:gd name="connsiteX9" fmla="*/ 52280 w 708590"/>
              <a:gd name="connsiteY9" fmla="*/ 1072244 h 1072394"/>
              <a:gd name="connsiteX10" fmla="*/ 14485 w 708590"/>
              <a:gd name="connsiteY10" fmla="*/ 720438 h 1072394"/>
              <a:gd name="connsiteX11" fmla="*/ 23248 w 708590"/>
              <a:gd name="connsiteY11" fmla="*/ 533652 h 1072394"/>
              <a:gd name="connsiteX0" fmla="*/ 85248 w 770590"/>
              <a:gd name="connsiteY0" fmla="*/ 533652 h 1072394"/>
              <a:gd name="connsiteX1" fmla="*/ 194310 w 770590"/>
              <a:gd name="connsiteY1" fmla="*/ 280859 h 1072394"/>
              <a:gd name="connsiteX2" fmla="*/ 317754 w 770590"/>
              <a:gd name="connsiteY2" fmla="*/ 97026 h 1072394"/>
              <a:gd name="connsiteX3" fmla="*/ 507206 w 770590"/>
              <a:gd name="connsiteY3" fmla="*/ 2253 h 1072394"/>
              <a:gd name="connsiteX4" fmla="*/ 659415 w 770590"/>
              <a:gd name="connsiteY4" fmla="*/ 33875 h 1072394"/>
              <a:gd name="connsiteX5" fmla="*/ 765619 w 770590"/>
              <a:gd name="connsiteY5" fmla="*/ 214851 h 1072394"/>
              <a:gd name="connsiteX6" fmla="*/ 748379 w 770590"/>
              <a:gd name="connsiteY6" fmla="*/ 418781 h 1072394"/>
              <a:gd name="connsiteX7" fmla="*/ 647890 w 770590"/>
              <a:gd name="connsiteY7" fmla="*/ 616996 h 1072394"/>
              <a:gd name="connsiteX8" fmla="*/ 409574 w 770590"/>
              <a:gd name="connsiteY8" fmla="*/ 780731 h 1072394"/>
              <a:gd name="connsiteX9" fmla="*/ 114280 w 770590"/>
              <a:gd name="connsiteY9" fmla="*/ 1072244 h 1072394"/>
              <a:gd name="connsiteX10" fmla="*/ 5199 w 770590"/>
              <a:gd name="connsiteY10" fmla="*/ 815204 h 1072394"/>
              <a:gd name="connsiteX11" fmla="*/ 85248 w 770590"/>
              <a:gd name="connsiteY11" fmla="*/ 533652 h 1072394"/>
              <a:gd name="connsiteX0" fmla="*/ 85248 w 748431"/>
              <a:gd name="connsiteY0" fmla="*/ 544229 h 1082971"/>
              <a:gd name="connsiteX1" fmla="*/ 194310 w 748431"/>
              <a:gd name="connsiteY1" fmla="*/ 291436 h 1082971"/>
              <a:gd name="connsiteX2" fmla="*/ 317754 w 748431"/>
              <a:gd name="connsiteY2" fmla="*/ 107603 h 1082971"/>
              <a:gd name="connsiteX3" fmla="*/ 507206 w 748431"/>
              <a:gd name="connsiteY3" fmla="*/ 12830 h 1082971"/>
              <a:gd name="connsiteX4" fmla="*/ 659415 w 748431"/>
              <a:gd name="connsiteY4" fmla="*/ 44452 h 1082971"/>
              <a:gd name="connsiteX5" fmla="*/ 748379 w 748431"/>
              <a:gd name="connsiteY5" fmla="*/ 429358 h 1082971"/>
              <a:gd name="connsiteX6" fmla="*/ 647890 w 748431"/>
              <a:gd name="connsiteY6" fmla="*/ 627573 h 1082971"/>
              <a:gd name="connsiteX7" fmla="*/ 409574 w 748431"/>
              <a:gd name="connsiteY7" fmla="*/ 791308 h 1082971"/>
              <a:gd name="connsiteX8" fmla="*/ 114280 w 748431"/>
              <a:gd name="connsiteY8" fmla="*/ 1082821 h 1082971"/>
              <a:gd name="connsiteX9" fmla="*/ 5199 w 748431"/>
              <a:gd name="connsiteY9" fmla="*/ 825781 h 1082971"/>
              <a:gd name="connsiteX10" fmla="*/ 85248 w 748431"/>
              <a:gd name="connsiteY10" fmla="*/ 544229 h 1082971"/>
              <a:gd name="connsiteX0" fmla="*/ 85248 w 781315"/>
              <a:gd name="connsiteY0" fmla="*/ 541587 h 1080329"/>
              <a:gd name="connsiteX1" fmla="*/ 194310 w 781315"/>
              <a:gd name="connsiteY1" fmla="*/ 288794 h 1080329"/>
              <a:gd name="connsiteX2" fmla="*/ 317754 w 781315"/>
              <a:gd name="connsiteY2" fmla="*/ 104961 h 1080329"/>
              <a:gd name="connsiteX3" fmla="*/ 507206 w 781315"/>
              <a:gd name="connsiteY3" fmla="*/ 10188 h 1080329"/>
              <a:gd name="connsiteX4" fmla="*/ 659415 w 781315"/>
              <a:gd name="connsiteY4" fmla="*/ 41810 h 1080329"/>
              <a:gd name="connsiteX5" fmla="*/ 781281 w 781315"/>
              <a:gd name="connsiteY5" fmla="*/ 382978 h 1080329"/>
              <a:gd name="connsiteX6" fmla="*/ 647890 w 781315"/>
              <a:gd name="connsiteY6" fmla="*/ 624931 h 1080329"/>
              <a:gd name="connsiteX7" fmla="*/ 409574 w 781315"/>
              <a:gd name="connsiteY7" fmla="*/ 788666 h 1080329"/>
              <a:gd name="connsiteX8" fmla="*/ 114280 w 781315"/>
              <a:gd name="connsiteY8" fmla="*/ 1080179 h 1080329"/>
              <a:gd name="connsiteX9" fmla="*/ 5199 w 781315"/>
              <a:gd name="connsiteY9" fmla="*/ 823139 h 1080329"/>
              <a:gd name="connsiteX10" fmla="*/ 85248 w 781315"/>
              <a:gd name="connsiteY10" fmla="*/ 541587 h 1080329"/>
              <a:gd name="connsiteX0" fmla="*/ 85248 w 788704"/>
              <a:gd name="connsiteY0" fmla="*/ 650218 h 1188960"/>
              <a:gd name="connsiteX1" fmla="*/ 194310 w 788704"/>
              <a:gd name="connsiteY1" fmla="*/ 397425 h 1188960"/>
              <a:gd name="connsiteX2" fmla="*/ 317754 w 788704"/>
              <a:gd name="connsiteY2" fmla="*/ 213592 h 1188960"/>
              <a:gd name="connsiteX3" fmla="*/ 507206 w 788704"/>
              <a:gd name="connsiteY3" fmla="*/ 118819 h 1188960"/>
              <a:gd name="connsiteX4" fmla="*/ 743231 w 788704"/>
              <a:gd name="connsiteY4" fmla="*/ 16440 h 1188960"/>
              <a:gd name="connsiteX5" fmla="*/ 781281 w 788704"/>
              <a:gd name="connsiteY5" fmla="*/ 491609 h 1188960"/>
              <a:gd name="connsiteX6" fmla="*/ 647890 w 788704"/>
              <a:gd name="connsiteY6" fmla="*/ 733562 h 1188960"/>
              <a:gd name="connsiteX7" fmla="*/ 409574 w 788704"/>
              <a:gd name="connsiteY7" fmla="*/ 897297 h 1188960"/>
              <a:gd name="connsiteX8" fmla="*/ 114280 w 788704"/>
              <a:gd name="connsiteY8" fmla="*/ 1188810 h 1188960"/>
              <a:gd name="connsiteX9" fmla="*/ 5199 w 788704"/>
              <a:gd name="connsiteY9" fmla="*/ 931770 h 1188960"/>
              <a:gd name="connsiteX10" fmla="*/ 85248 w 788704"/>
              <a:gd name="connsiteY10" fmla="*/ 650218 h 1188960"/>
              <a:gd name="connsiteX0" fmla="*/ 85248 w 788347"/>
              <a:gd name="connsiteY0" fmla="*/ 700582 h 1239324"/>
              <a:gd name="connsiteX1" fmla="*/ 194310 w 788347"/>
              <a:gd name="connsiteY1" fmla="*/ 447789 h 1239324"/>
              <a:gd name="connsiteX2" fmla="*/ 317754 w 788347"/>
              <a:gd name="connsiteY2" fmla="*/ 263956 h 1239324"/>
              <a:gd name="connsiteX3" fmla="*/ 518635 w 788347"/>
              <a:gd name="connsiteY3" fmla="*/ 24198 h 1239324"/>
              <a:gd name="connsiteX4" fmla="*/ 743231 w 788347"/>
              <a:gd name="connsiteY4" fmla="*/ 66804 h 1239324"/>
              <a:gd name="connsiteX5" fmla="*/ 781281 w 788347"/>
              <a:gd name="connsiteY5" fmla="*/ 541973 h 1239324"/>
              <a:gd name="connsiteX6" fmla="*/ 647890 w 788347"/>
              <a:gd name="connsiteY6" fmla="*/ 783926 h 1239324"/>
              <a:gd name="connsiteX7" fmla="*/ 409574 w 788347"/>
              <a:gd name="connsiteY7" fmla="*/ 947661 h 1239324"/>
              <a:gd name="connsiteX8" fmla="*/ 114280 w 788347"/>
              <a:gd name="connsiteY8" fmla="*/ 1239174 h 1239324"/>
              <a:gd name="connsiteX9" fmla="*/ 5199 w 788347"/>
              <a:gd name="connsiteY9" fmla="*/ 982134 h 1239324"/>
              <a:gd name="connsiteX10" fmla="*/ 85248 w 788347"/>
              <a:gd name="connsiteY10" fmla="*/ 700582 h 1239324"/>
              <a:gd name="connsiteX0" fmla="*/ 85248 w 850737"/>
              <a:gd name="connsiteY0" fmla="*/ 695386 h 1234128"/>
              <a:gd name="connsiteX1" fmla="*/ 194310 w 850737"/>
              <a:gd name="connsiteY1" fmla="*/ 442593 h 1234128"/>
              <a:gd name="connsiteX2" fmla="*/ 317754 w 850737"/>
              <a:gd name="connsiteY2" fmla="*/ 258760 h 1234128"/>
              <a:gd name="connsiteX3" fmla="*/ 518635 w 850737"/>
              <a:gd name="connsiteY3" fmla="*/ 19002 h 1234128"/>
              <a:gd name="connsiteX4" fmla="*/ 743231 w 850737"/>
              <a:gd name="connsiteY4" fmla="*/ 61608 h 1234128"/>
              <a:gd name="connsiteX5" fmla="*/ 848334 w 850737"/>
              <a:gd name="connsiteY5" fmla="*/ 429576 h 1234128"/>
              <a:gd name="connsiteX6" fmla="*/ 647890 w 850737"/>
              <a:gd name="connsiteY6" fmla="*/ 778730 h 1234128"/>
              <a:gd name="connsiteX7" fmla="*/ 409574 w 850737"/>
              <a:gd name="connsiteY7" fmla="*/ 942465 h 1234128"/>
              <a:gd name="connsiteX8" fmla="*/ 114280 w 850737"/>
              <a:gd name="connsiteY8" fmla="*/ 1233978 h 1234128"/>
              <a:gd name="connsiteX9" fmla="*/ 5199 w 850737"/>
              <a:gd name="connsiteY9" fmla="*/ 976938 h 1234128"/>
              <a:gd name="connsiteX10" fmla="*/ 85248 w 850737"/>
              <a:gd name="connsiteY10" fmla="*/ 695386 h 1234128"/>
              <a:gd name="connsiteX0" fmla="*/ 85248 w 850737"/>
              <a:gd name="connsiteY0" fmla="*/ 695386 h 1370282"/>
              <a:gd name="connsiteX1" fmla="*/ 194310 w 850737"/>
              <a:gd name="connsiteY1" fmla="*/ 442593 h 1370282"/>
              <a:gd name="connsiteX2" fmla="*/ 317754 w 850737"/>
              <a:gd name="connsiteY2" fmla="*/ 258760 h 1370282"/>
              <a:gd name="connsiteX3" fmla="*/ 518635 w 850737"/>
              <a:gd name="connsiteY3" fmla="*/ 19002 h 1370282"/>
              <a:gd name="connsiteX4" fmla="*/ 743231 w 850737"/>
              <a:gd name="connsiteY4" fmla="*/ 61608 h 1370282"/>
              <a:gd name="connsiteX5" fmla="*/ 848334 w 850737"/>
              <a:gd name="connsiteY5" fmla="*/ 429576 h 1370282"/>
              <a:gd name="connsiteX6" fmla="*/ 647890 w 850737"/>
              <a:gd name="connsiteY6" fmla="*/ 778730 h 1370282"/>
              <a:gd name="connsiteX7" fmla="*/ 409574 w 850737"/>
              <a:gd name="connsiteY7" fmla="*/ 942465 h 1370282"/>
              <a:gd name="connsiteX8" fmla="*/ 44326 w 850737"/>
              <a:gd name="connsiteY8" fmla="*/ 1370182 h 1370282"/>
              <a:gd name="connsiteX9" fmla="*/ 5199 w 850737"/>
              <a:gd name="connsiteY9" fmla="*/ 976938 h 1370282"/>
              <a:gd name="connsiteX10" fmla="*/ 85248 w 850737"/>
              <a:gd name="connsiteY10" fmla="*/ 695386 h 1370282"/>
              <a:gd name="connsiteX0" fmla="*/ 123724 w 889213"/>
              <a:gd name="connsiteY0" fmla="*/ 695386 h 1370282"/>
              <a:gd name="connsiteX1" fmla="*/ 232786 w 889213"/>
              <a:gd name="connsiteY1" fmla="*/ 442593 h 1370282"/>
              <a:gd name="connsiteX2" fmla="*/ 356230 w 889213"/>
              <a:gd name="connsiteY2" fmla="*/ 258760 h 1370282"/>
              <a:gd name="connsiteX3" fmla="*/ 557111 w 889213"/>
              <a:gd name="connsiteY3" fmla="*/ 19002 h 1370282"/>
              <a:gd name="connsiteX4" fmla="*/ 781707 w 889213"/>
              <a:gd name="connsiteY4" fmla="*/ 61608 h 1370282"/>
              <a:gd name="connsiteX5" fmla="*/ 886810 w 889213"/>
              <a:gd name="connsiteY5" fmla="*/ 429576 h 1370282"/>
              <a:gd name="connsiteX6" fmla="*/ 686366 w 889213"/>
              <a:gd name="connsiteY6" fmla="*/ 778730 h 1370282"/>
              <a:gd name="connsiteX7" fmla="*/ 448050 w 889213"/>
              <a:gd name="connsiteY7" fmla="*/ 942465 h 1370282"/>
              <a:gd name="connsiteX8" fmla="*/ 82802 w 889213"/>
              <a:gd name="connsiteY8" fmla="*/ 1370182 h 1370282"/>
              <a:gd name="connsiteX9" fmla="*/ 3789 w 889213"/>
              <a:gd name="connsiteY9" fmla="*/ 996844 h 1370282"/>
              <a:gd name="connsiteX10" fmla="*/ 123724 w 889213"/>
              <a:gd name="connsiteY10" fmla="*/ 695386 h 1370282"/>
              <a:gd name="connsiteX0" fmla="*/ 124483 w 889972"/>
              <a:gd name="connsiteY0" fmla="*/ 695386 h 1370282"/>
              <a:gd name="connsiteX1" fmla="*/ 233545 w 889972"/>
              <a:gd name="connsiteY1" fmla="*/ 442593 h 1370282"/>
              <a:gd name="connsiteX2" fmla="*/ 356989 w 889972"/>
              <a:gd name="connsiteY2" fmla="*/ 258760 h 1370282"/>
              <a:gd name="connsiteX3" fmla="*/ 557870 w 889972"/>
              <a:gd name="connsiteY3" fmla="*/ 19002 h 1370282"/>
              <a:gd name="connsiteX4" fmla="*/ 782466 w 889972"/>
              <a:gd name="connsiteY4" fmla="*/ 61608 h 1370282"/>
              <a:gd name="connsiteX5" fmla="*/ 887569 w 889972"/>
              <a:gd name="connsiteY5" fmla="*/ 429576 h 1370282"/>
              <a:gd name="connsiteX6" fmla="*/ 687125 w 889972"/>
              <a:gd name="connsiteY6" fmla="*/ 778730 h 1370282"/>
              <a:gd name="connsiteX7" fmla="*/ 448809 w 889972"/>
              <a:gd name="connsiteY7" fmla="*/ 942465 h 1370282"/>
              <a:gd name="connsiteX8" fmla="*/ 83561 w 889972"/>
              <a:gd name="connsiteY8" fmla="*/ 1370182 h 1370282"/>
              <a:gd name="connsiteX9" fmla="*/ 4548 w 889972"/>
              <a:gd name="connsiteY9" fmla="*/ 996844 h 1370282"/>
              <a:gd name="connsiteX10" fmla="*/ 124483 w 889972"/>
              <a:gd name="connsiteY10" fmla="*/ 695386 h 1370282"/>
              <a:gd name="connsiteX0" fmla="*/ 157080 w 922569"/>
              <a:gd name="connsiteY0" fmla="*/ 695386 h 1497040"/>
              <a:gd name="connsiteX1" fmla="*/ 266142 w 922569"/>
              <a:gd name="connsiteY1" fmla="*/ 442593 h 1497040"/>
              <a:gd name="connsiteX2" fmla="*/ 389586 w 922569"/>
              <a:gd name="connsiteY2" fmla="*/ 258760 h 1497040"/>
              <a:gd name="connsiteX3" fmla="*/ 590467 w 922569"/>
              <a:gd name="connsiteY3" fmla="*/ 19002 h 1497040"/>
              <a:gd name="connsiteX4" fmla="*/ 815063 w 922569"/>
              <a:gd name="connsiteY4" fmla="*/ 61608 h 1497040"/>
              <a:gd name="connsiteX5" fmla="*/ 920166 w 922569"/>
              <a:gd name="connsiteY5" fmla="*/ 429576 h 1497040"/>
              <a:gd name="connsiteX6" fmla="*/ 719722 w 922569"/>
              <a:gd name="connsiteY6" fmla="*/ 778730 h 1497040"/>
              <a:gd name="connsiteX7" fmla="*/ 481406 w 922569"/>
              <a:gd name="connsiteY7" fmla="*/ 942465 h 1497040"/>
              <a:gd name="connsiteX8" fmla="*/ 30759 w 922569"/>
              <a:gd name="connsiteY8" fmla="*/ 1496964 h 1497040"/>
              <a:gd name="connsiteX9" fmla="*/ 37145 w 922569"/>
              <a:gd name="connsiteY9" fmla="*/ 996844 h 1497040"/>
              <a:gd name="connsiteX10" fmla="*/ 157080 w 922569"/>
              <a:gd name="connsiteY10" fmla="*/ 695386 h 1497040"/>
              <a:gd name="connsiteX0" fmla="*/ 190574 w 956063"/>
              <a:gd name="connsiteY0" fmla="*/ 695386 h 1497040"/>
              <a:gd name="connsiteX1" fmla="*/ 299636 w 956063"/>
              <a:gd name="connsiteY1" fmla="*/ 442593 h 1497040"/>
              <a:gd name="connsiteX2" fmla="*/ 423080 w 956063"/>
              <a:gd name="connsiteY2" fmla="*/ 258760 h 1497040"/>
              <a:gd name="connsiteX3" fmla="*/ 623961 w 956063"/>
              <a:gd name="connsiteY3" fmla="*/ 19002 h 1497040"/>
              <a:gd name="connsiteX4" fmla="*/ 848557 w 956063"/>
              <a:gd name="connsiteY4" fmla="*/ 61608 h 1497040"/>
              <a:gd name="connsiteX5" fmla="*/ 953660 w 956063"/>
              <a:gd name="connsiteY5" fmla="*/ 429576 h 1497040"/>
              <a:gd name="connsiteX6" fmla="*/ 753216 w 956063"/>
              <a:gd name="connsiteY6" fmla="*/ 778730 h 1497040"/>
              <a:gd name="connsiteX7" fmla="*/ 514900 w 956063"/>
              <a:gd name="connsiteY7" fmla="*/ 942465 h 1497040"/>
              <a:gd name="connsiteX8" fmla="*/ 64253 w 956063"/>
              <a:gd name="connsiteY8" fmla="*/ 1496964 h 1497040"/>
              <a:gd name="connsiteX9" fmla="*/ 7425 w 956063"/>
              <a:gd name="connsiteY9" fmla="*/ 976068 h 1497040"/>
              <a:gd name="connsiteX10" fmla="*/ 190574 w 956063"/>
              <a:gd name="connsiteY10" fmla="*/ 695386 h 1497040"/>
              <a:gd name="connsiteX0" fmla="*/ 190574 w 956063"/>
              <a:gd name="connsiteY0" fmla="*/ 695386 h 1497052"/>
              <a:gd name="connsiteX1" fmla="*/ 299636 w 956063"/>
              <a:gd name="connsiteY1" fmla="*/ 442593 h 1497052"/>
              <a:gd name="connsiteX2" fmla="*/ 423080 w 956063"/>
              <a:gd name="connsiteY2" fmla="*/ 258760 h 1497052"/>
              <a:gd name="connsiteX3" fmla="*/ 623961 w 956063"/>
              <a:gd name="connsiteY3" fmla="*/ 19002 h 1497052"/>
              <a:gd name="connsiteX4" fmla="*/ 848557 w 956063"/>
              <a:gd name="connsiteY4" fmla="*/ 61608 h 1497052"/>
              <a:gd name="connsiteX5" fmla="*/ 953660 w 956063"/>
              <a:gd name="connsiteY5" fmla="*/ 429576 h 1497052"/>
              <a:gd name="connsiteX6" fmla="*/ 753216 w 956063"/>
              <a:gd name="connsiteY6" fmla="*/ 778730 h 1497052"/>
              <a:gd name="connsiteX7" fmla="*/ 499865 w 956063"/>
              <a:gd name="connsiteY7" fmla="*/ 1000615 h 1497052"/>
              <a:gd name="connsiteX8" fmla="*/ 64253 w 956063"/>
              <a:gd name="connsiteY8" fmla="*/ 1496964 h 1497052"/>
              <a:gd name="connsiteX9" fmla="*/ 7425 w 956063"/>
              <a:gd name="connsiteY9" fmla="*/ 976068 h 1497052"/>
              <a:gd name="connsiteX10" fmla="*/ 190574 w 956063"/>
              <a:gd name="connsiteY10" fmla="*/ 695386 h 1497052"/>
              <a:gd name="connsiteX0" fmla="*/ 190574 w 956034"/>
              <a:gd name="connsiteY0" fmla="*/ 685495 h 1487161"/>
              <a:gd name="connsiteX1" fmla="*/ 299636 w 956034"/>
              <a:gd name="connsiteY1" fmla="*/ 432702 h 1487161"/>
              <a:gd name="connsiteX2" fmla="*/ 423080 w 956034"/>
              <a:gd name="connsiteY2" fmla="*/ 248869 h 1487161"/>
              <a:gd name="connsiteX3" fmla="*/ 630204 w 956034"/>
              <a:gd name="connsiteY3" fmla="*/ 23497 h 1487161"/>
              <a:gd name="connsiteX4" fmla="*/ 848557 w 956034"/>
              <a:gd name="connsiteY4" fmla="*/ 51717 h 1487161"/>
              <a:gd name="connsiteX5" fmla="*/ 953660 w 956034"/>
              <a:gd name="connsiteY5" fmla="*/ 419685 h 1487161"/>
              <a:gd name="connsiteX6" fmla="*/ 753216 w 956034"/>
              <a:gd name="connsiteY6" fmla="*/ 768839 h 1487161"/>
              <a:gd name="connsiteX7" fmla="*/ 499865 w 956034"/>
              <a:gd name="connsiteY7" fmla="*/ 990724 h 1487161"/>
              <a:gd name="connsiteX8" fmla="*/ 64253 w 956034"/>
              <a:gd name="connsiteY8" fmla="*/ 1487073 h 1487161"/>
              <a:gd name="connsiteX9" fmla="*/ 7425 w 956034"/>
              <a:gd name="connsiteY9" fmla="*/ 966177 h 1487161"/>
              <a:gd name="connsiteX10" fmla="*/ 190574 w 956034"/>
              <a:gd name="connsiteY10" fmla="*/ 685495 h 1487161"/>
              <a:gd name="connsiteX0" fmla="*/ 669776 w 1435236"/>
              <a:gd name="connsiteY0" fmla="*/ 685495 h 1487161"/>
              <a:gd name="connsiteX1" fmla="*/ 778838 w 1435236"/>
              <a:gd name="connsiteY1" fmla="*/ 432702 h 1487161"/>
              <a:gd name="connsiteX2" fmla="*/ 902282 w 1435236"/>
              <a:gd name="connsiteY2" fmla="*/ 248869 h 1487161"/>
              <a:gd name="connsiteX3" fmla="*/ 1109406 w 1435236"/>
              <a:gd name="connsiteY3" fmla="*/ 23497 h 1487161"/>
              <a:gd name="connsiteX4" fmla="*/ 1327759 w 1435236"/>
              <a:gd name="connsiteY4" fmla="*/ 51717 h 1487161"/>
              <a:gd name="connsiteX5" fmla="*/ 1432862 w 1435236"/>
              <a:gd name="connsiteY5" fmla="*/ 419685 h 1487161"/>
              <a:gd name="connsiteX6" fmla="*/ 1232418 w 1435236"/>
              <a:gd name="connsiteY6" fmla="*/ 768839 h 1487161"/>
              <a:gd name="connsiteX7" fmla="*/ 979067 w 1435236"/>
              <a:gd name="connsiteY7" fmla="*/ 990724 h 1487161"/>
              <a:gd name="connsiteX8" fmla="*/ 543455 w 1435236"/>
              <a:gd name="connsiteY8" fmla="*/ 1487073 h 1487161"/>
              <a:gd name="connsiteX9" fmla="*/ 796 w 1435236"/>
              <a:gd name="connsiteY9" fmla="*/ 835925 h 1487161"/>
              <a:gd name="connsiteX10" fmla="*/ 669776 w 1435236"/>
              <a:gd name="connsiteY10" fmla="*/ 685495 h 1487161"/>
              <a:gd name="connsiteX0" fmla="*/ 503828 w 1435486"/>
              <a:gd name="connsiteY0" fmla="*/ 614371 h 1487161"/>
              <a:gd name="connsiteX1" fmla="*/ 779088 w 1435486"/>
              <a:gd name="connsiteY1" fmla="*/ 432702 h 1487161"/>
              <a:gd name="connsiteX2" fmla="*/ 902532 w 1435486"/>
              <a:gd name="connsiteY2" fmla="*/ 248869 h 1487161"/>
              <a:gd name="connsiteX3" fmla="*/ 1109656 w 1435486"/>
              <a:gd name="connsiteY3" fmla="*/ 23497 h 1487161"/>
              <a:gd name="connsiteX4" fmla="*/ 1328009 w 1435486"/>
              <a:gd name="connsiteY4" fmla="*/ 51717 h 1487161"/>
              <a:gd name="connsiteX5" fmla="*/ 1433112 w 1435486"/>
              <a:gd name="connsiteY5" fmla="*/ 419685 h 1487161"/>
              <a:gd name="connsiteX6" fmla="*/ 1232668 w 1435486"/>
              <a:gd name="connsiteY6" fmla="*/ 768839 h 1487161"/>
              <a:gd name="connsiteX7" fmla="*/ 979317 w 1435486"/>
              <a:gd name="connsiteY7" fmla="*/ 990724 h 1487161"/>
              <a:gd name="connsiteX8" fmla="*/ 543705 w 1435486"/>
              <a:gd name="connsiteY8" fmla="*/ 1487073 h 1487161"/>
              <a:gd name="connsiteX9" fmla="*/ 1046 w 1435486"/>
              <a:gd name="connsiteY9" fmla="*/ 835925 h 1487161"/>
              <a:gd name="connsiteX10" fmla="*/ 503828 w 1435486"/>
              <a:gd name="connsiteY10" fmla="*/ 614371 h 1487161"/>
              <a:gd name="connsiteX0" fmla="*/ 504250 w 1435908"/>
              <a:gd name="connsiteY0" fmla="*/ 614371 h 1487161"/>
              <a:gd name="connsiteX1" fmla="*/ 779510 w 1435908"/>
              <a:gd name="connsiteY1" fmla="*/ 432702 h 1487161"/>
              <a:gd name="connsiteX2" fmla="*/ 902954 w 1435908"/>
              <a:gd name="connsiteY2" fmla="*/ 248869 h 1487161"/>
              <a:gd name="connsiteX3" fmla="*/ 1110078 w 1435908"/>
              <a:gd name="connsiteY3" fmla="*/ 23497 h 1487161"/>
              <a:gd name="connsiteX4" fmla="*/ 1328431 w 1435908"/>
              <a:gd name="connsiteY4" fmla="*/ 51717 h 1487161"/>
              <a:gd name="connsiteX5" fmla="*/ 1433534 w 1435908"/>
              <a:gd name="connsiteY5" fmla="*/ 419685 h 1487161"/>
              <a:gd name="connsiteX6" fmla="*/ 1233090 w 1435908"/>
              <a:gd name="connsiteY6" fmla="*/ 768839 h 1487161"/>
              <a:gd name="connsiteX7" fmla="*/ 979739 w 1435908"/>
              <a:gd name="connsiteY7" fmla="*/ 990724 h 1487161"/>
              <a:gd name="connsiteX8" fmla="*/ 544127 w 1435908"/>
              <a:gd name="connsiteY8" fmla="*/ 1487073 h 1487161"/>
              <a:gd name="connsiteX9" fmla="*/ 1468 w 1435908"/>
              <a:gd name="connsiteY9" fmla="*/ 835925 h 1487161"/>
              <a:gd name="connsiteX10" fmla="*/ 504250 w 1435908"/>
              <a:gd name="connsiteY10" fmla="*/ 614371 h 1487161"/>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779510 w 1435908"/>
              <a:gd name="connsiteY1" fmla="*/ 432702 h 1478726"/>
              <a:gd name="connsiteX2" fmla="*/ 902954 w 1435908"/>
              <a:gd name="connsiteY2" fmla="*/ 248869 h 1478726"/>
              <a:gd name="connsiteX3" fmla="*/ 1110078 w 1435908"/>
              <a:gd name="connsiteY3" fmla="*/ 23497 h 1478726"/>
              <a:gd name="connsiteX4" fmla="*/ 1328431 w 1435908"/>
              <a:gd name="connsiteY4" fmla="*/ 51717 h 1478726"/>
              <a:gd name="connsiteX5" fmla="*/ 1433534 w 1435908"/>
              <a:gd name="connsiteY5" fmla="*/ 419685 h 1478726"/>
              <a:gd name="connsiteX6" fmla="*/ 1233090 w 1435908"/>
              <a:gd name="connsiteY6" fmla="*/ 768839 h 1478726"/>
              <a:gd name="connsiteX7" fmla="*/ 979739 w 1435908"/>
              <a:gd name="connsiteY7" fmla="*/ 990724 h 1478726"/>
              <a:gd name="connsiteX8" fmla="*/ 424666 w 1435908"/>
              <a:gd name="connsiteY8" fmla="*/ 1478637 h 1478726"/>
              <a:gd name="connsiteX9" fmla="*/ 1468 w 1435908"/>
              <a:gd name="connsiteY9" fmla="*/ 835925 h 1478726"/>
              <a:gd name="connsiteX10" fmla="*/ 504250 w 1435908"/>
              <a:gd name="connsiteY10" fmla="*/ 614371 h 1478726"/>
              <a:gd name="connsiteX0" fmla="*/ 504250 w 1435908"/>
              <a:gd name="connsiteY0" fmla="*/ 614371 h 1478726"/>
              <a:gd name="connsiteX1" fmla="*/ 902954 w 1435908"/>
              <a:gd name="connsiteY1" fmla="*/ 248869 h 1478726"/>
              <a:gd name="connsiteX2" fmla="*/ 1110078 w 1435908"/>
              <a:gd name="connsiteY2" fmla="*/ 23497 h 1478726"/>
              <a:gd name="connsiteX3" fmla="*/ 1328431 w 1435908"/>
              <a:gd name="connsiteY3" fmla="*/ 51717 h 1478726"/>
              <a:gd name="connsiteX4" fmla="*/ 1433534 w 1435908"/>
              <a:gd name="connsiteY4" fmla="*/ 419685 h 1478726"/>
              <a:gd name="connsiteX5" fmla="*/ 1233090 w 1435908"/>
              <a:gd name="connsiteY5" fmla="*/ 768839 h 1478726"/>
              <a:gd name="connsiteX6" fmla="*/ 979739 w 1435908"/>
              <a:gd name="connsiteY6" fmla="*/ 990724 h 1478726"/>
              <a:gd name="connsiteX7" fmla="*/ 424666 w 1435908"/>
              <a:gd name="connsiteY7" fmla="*/ 1478637 h 1478726"/>
              <a:gd name="connsiteX8" fmla="*/ 1468 w 1435908"/>
              <a:gd name="connsiteY8" fmla="*/ 835925 h 1478726"/>
              <a:gd name="connsiteX9" fmla="*/ 504250 w 1435908"/>
              <a:gd name="connsiteY9" fmla="*/ 614371 h 1478726"/>
              <a:gd name="connsiteX0" fmla="*/ 504250 w 1435908"/>
              <a:gd name="connsiteY0" fmla="*/ 605916 h 1470271"/>
              <a:gd name="connsiteX1" fmla="*/ 799743 w 1435908"/>
              <a:gd name="connsiteY1" fmla="*/ 113407 h 1470271"/>
              <a:gd name="connsiteX2" fmla="*/ 1110078 w 1435908"/>
              <a:gd name="connsiteY2" fmla="*/ 15042 h 1470271"/>
              <a:gd name="connsiteX3" fmla="*/ 1328431 w 1435908"/>
              <a:gd name="connsiteY3" fmla="*/ 43262 h 1470271"/>
              <a:gd name="connsiteX4" fmla="*/ 1433534 w 1435908"/>
              <a:gd name="connsiteY4" fmla="*/ 411230 h 1470271"/>
              <a:gd name="connsiteX5" fmla="*/ 1233090 w 1435908"/>
              <a:gd name="connsiteY5" fmla="*/ 760384 h 1470271"/>
              <a:gd name="connsiteX6" fmla="*/ 979739 w 1435908"/>
              <a:gd name="connsiteY6" fmla="*/ 982269 h 1470271"/>
              <a:gd name="connsiteX7" fmla="*/ 424666 w 1435908"/>
              <a:gd name="connsiteY7" fmla="*/ 1470182 h 1470271"/>
              <a:gd name="connsiteX8" fmla="*/ 1468 w 1435908"/>
              <a:gd name="connsiteY8" fmla="*/ 827470 h 1470271"/>
              <a:gd name="connsiteX9" fmla="*/ 504250 w 1435908"/>
              <a:gd name="connsiteY9" fmla="*/ 605916 h 1470271"/>
              <a:gd name="connsiteX0" fmla="*/ 376993 w 1436654"/>
              <a:gd name="connsiteY0" fmla="*/ 464877 h 1470271"/>
              <a:gd name="connsiteX1" fmla="*/ 800489 w 1436654"/>
              <a:gd name="connsiteY1" fmla="*/ 113407 h 1470271"/>
              <a:gd name="connsiteX2" fmla="*/ 1110824 w 1436654"/>
              <a:gd name="connsiteY2" fmla="*/ 15042 h 1470271"/>
              <a:gd name="connsiteX3" fmla="*/ 1329177 w 1436654"/>
              <a:gd name="connsiteY3" fmla="*/ 43262 h 1470271"/>
              <a:gd name="connsiteX4" fmla="*/ 1434280 w 1436654"/>
              <a:gd name="connsiteY4" fmla="*/ 411230 h 1470271"/>
              <a:gd name="connsiteX5" fmla="*/ 1233836 w 1436654"/>
              <a:gd name="connsiteY5" fmla="*/ 760384 h 1470271"/>
              <a:gd name="connsiteX6" fmla="*/ 980485 w 1436654"/>
              <a:gd name="connsiteY6" fmla="*/ 982269 h 1470271"/>
              <a:gd name="connsiteX7" fmla="*/ 425412 w 1436654"/>
              <a:gd name="connsiteY7" fmla="*/ 1470182 h 1470271"/>
              <a:gd name="connsiteX8" fmla="*/ 2214 w 1436654"/>
              <a:gd name="connsiteY8" fmla="*/ 827470 h 1470271"/>
              <a:gd name="connsiteX9" fmla="*/ 376993 w 1436654"/>
              <a:gd name="connsiteY9" fmla="*/ 464877 h 1470271"/>
              <a:gd name="connsiteX0" fmla="*/ 215381 w 1440524"/>
              <a:gd name="connsiteY0" fmla="*/ 81161 h 1470271"/>
              <a:gd name="connsiteX1" fmla="*/ 804359 w 1440524"/>
              <a:gd name="connsiteY1" fmla="*/ 113407 h 1470271"/>
              <a:gd name="connsiteX2" fmla="*/ 1114694 w 1440524"/>
              <a:gd name="connsiteY2" fmla="*/ 15042 h 1470271"/>
              <a:gd name="connsiteX3" fmla="*/ 1333047 w 1440524"/>
              <a:gd name="connsiteY3" fmla="*/ 43262 h 1470271"/>
              <a:gd name="connsiteX4" fmla="*/ 1438150 w 1440524"/>
              <a:gd name="connsiteY4" fmla="*/ 411230 h 1470271"/>
              <a:gd name="connsiteX5" fmla="*/ 1237706 w 1440524"/>
              <a:gd name="connsiteY5" fmla="*/ 760384 h 1470271"/>
              <a:gd name="connsiteX6" fmla="*/ 984355 w 1440524"/>
              <a:gd name="connsiteY6" fmla="*/ 982269 h 1470271"/>
              <a:gd name="connsiteX7" fmla="*/ 429282 w 1440524"/>
              <a:gd name="connsiteY7" fmla="*/ 1470182 h 1470271"/>
              <a:gd name="connsiteX8" fmla="*/ 6084 w 1440524"/>
              <a:gd name="connsiteY8" fmla="*/ 827470 h 1470271"/>
              <a:gd name="connsiteX9" fmla="*/ 215381 w 1440524"/>
              <a:gd name="connsiteY9" fmla="*/ 81161 h 1470271"/>
              <a:gd name="connsiteX0" fmla="*/ 215381 w 1438525"/>
              <a:gd name="connsiteY0" fmla="*/ 72607 h 1461717"/>
              <a:gd name="connsiteX1" fmla="*/ 804359 w 1438525"/>
              <a:gd name="connsiteY1" fmla="*/ 104853 h 1461717"/>
              <a:gd name="connsiteX2" fmla="*/ 1114694 w 1438525"/>
              <a:gd name="connsiteY2" fmla="*/ 6488 h 1461717"/>
              <a:gd name="connsiteX3" fmla="*/ 1283097 w 1438525"/>
              <a:gd name="connsiteY3" fmla="*/ 53062 h 1461717"/>
              <a:gd name="connsiteX4" fmla="*/ 1438150 w 1438525"/>
              <a:gd name="connsiteY4" fmla="*/ 402676 h 1461717"/>
              <a:gd name="connsiteX5" fmla="*/ 1237706 w 1438525"/>
              <a:gd name="connsiteY5" fmla="*/ 751830 h 1461717"/>
              <a:gd name="connsiteX6" fmla="*/ 984355 w 1438525"/>
              <a:gd name="connsiteY6" fmla="*/ 973715 h 1461717"/>
              <a:gd name="connsiteX7" fmla="*/ 429282 w 1438525"/>
              <a:gd name="connsiteY7" fmla="*/ 1461628 h 1461717"/>
              <a:gd name="connsiteX8" fmla="*/ 6084 w 1438525"/>
              <a:gd name="connsiteY8" fmla="*/ 818916 h 1461717"/>
              <a:gd name="connsiteX9" fmla="*/ 215381 w 1438525"/>
              <a:gd name="connsiteY9" fmla="*/ 72607 h 1461717"/>
              <a:gd name="connsiteX0" fmla="*/ 270360 w 1436278"/>
              <a:gd name="connsiteY0" fmla="*/ 21733 h 1557636"/>
              <a:gd name="connsiteX1" fmla="*/ 802112 w 1436278"/>
              <a:gd name="connsiteY1" fmla="*/ 200772 h 1557636"/>
              <a:gd name="connsiteX2" fmla="*/ 1112447 w 1436278"/>
              <a:gd name="connsiteY2" fmla="*/ 102407 h 1557636"/>
              <a:gd name="connsiteX3" fmla="*/ 1280850 w 1436278"/>
              <a:gd name="connsiteY3" fmla="*/ 148981 h 1557636"/>
              <a:gd name="connsiteX4" fmla="*/ 1435903 w 1436278"/>
              <a:gd name="connsiteY4" fmla="*/ 498595 h 1557636"/>
              <a:gd name="connsiteX5" fmla="*/ 1235459 w 1436278"/>
              <a:gd name="connsiteY5" fmla="*/ 847749 h 1557636"/>
              <a:gd name="connsiteX6" fmla="*/ 982108 w 1436278"/>
              <a:gd name="connsiteY6" fmla="*/ 1069634 h 1557636"/>
              <a:gd name="connsiteX7" fmla="*/ 427035 w 1436278"/>
              <a:gd name="connsiteY7" fmla="*/ 1557547 h 1557636"/>
              <a:gd name="connsiteX8" fmla="*/ 3837 w 1436278"/>
              <a:gd name="connsiteY8" fmla="*/ 914835 h 1557636"/>
              <a:gd name="connsiteX9" fmla="*/ 270360 w 1436278"/>
              <a:gd name="connsiteY9" fmla="*/ 21733 h 1557636"/>
              <a:gd name="connsiteX0" fmla="*/ 270360 w 1436278"/>
              <a:gd name="connsiteY0" fmla="*/ 34797 h 1570700"/>
              <a:gd name="connsiteX1" fmla="*/ 777160 w 1436278"/>
              <a:gd name="connsiteY1" fmla="*/ 88564 h 1570700"/>
              <a:gd name="connsiteX2" fmla="*/ 1112447 w 1436278"/>
              <a:gd name="connsiteY2" fmla="*/ 115471 h 1570700"/>
              <a:gd name="connsiteX3" fmla="*/ 1280850 w 1436278"/>
              <a:gd name="connsiteY3" fmla="*/ 162045 h 1570700"/>
              <a:gd name="connsiteX4" fmla="*/ 1435903 w 1436278"/>
              <a:gd name="connsiteY4" fmla="*/ 511659 h 1570700"/>
              <a:gd name="connsiteX5" fmla="*/ 1235459 w 1436278"/>
              <a:gd name="connsiteY5" fmla="*/ 860813 h 1570700"/>
              <a:gd name="connsiteX6" fmla="*/ 982108 w 1436278"/>
              <a:gd name="connsiteY6" fmla="*/ 1082698 h 1570700"/>
              <a:gd name="connsiteX7" fmla="*/ 427035 w 1436278"/>
              <a:gd name="connsiteY7" fmla="*/ 1570611 h 1570700"/>
              <a:gd name="connsiteX8" fmla="*/ 3837 w 1436278"/>
              <a:gd name="connsiteY8" fmla="*/ 927899 h 1570700"/>
              <a:gd name="connsiteX9" fmla="*/ 270360 w 1436278"/>
              <a:gd name="connsiteY9" fmla="*/ 34797 h 1570700"/>
              <a:gd name="connsiteX0" fmla="*/ 274793 w 1436165"/>
              <a:gd name="connsiteY0" fmla="*/ 26265 h 1642443"/>
              <a:gd name="connsiteX1" fmla="*/ 777047 w 1436165"/>
              <a:gd name="connsiteY1" fmla="*/ 160307 h 1642443"/>
              <a:gd name="connsiteX2" fmla="*/ 1112334 w 1436165"/>
              <a:gd name="connsiteY2" fmla="*/ 187214 h 1642443"/>
              <a:gd name="connsiteX3" fmla="*/ 1280737 w 1436165"/>
              <a:gd name="connsiteY3" fmla="*/ 233788 h 1642443"/>
              <a:gd name="connsiteX4" fmla="*/ 1435790 w 1436165"/>
              <a:gd name="connsiteY4" fmla="*/ 583402 h 1642443"/>
              <a:gd name="connsiteX5" fmla="*/ 1235346 w 1436165"/>
              <a:gd name="connsiteY5" fmla="*/ 932556 h 1642443"/>
              <a:gd name="connsiteX6" fmla="*/ 981995 w 1436165"/>
              <a:gd name="connsiteY6" fmla="*/ 1154441 h 1642443"/>
              <a:gd name="connsiteX7" fmla="*/ 426922 w 1436165"/>
              <a:gd name="connsiteY7" fmla="*/ 1642354 h 1642443"/>
              <a:gd name="connsiteX8" fmla="*/ 3724 w 1436165"/>
              <a:gd name="connsiteY8" fmla="*/ 999642 h 1642443"/>
              <a:gd name="connsiteX9" fmla="*/ 274793 w 1436165"/>
              <a:gd name="connsiteY9" fmla="*/ 26265 h 1642443"/>
              <a:gd name="connsiteX0" fmla="*/ 541103 w 1702475"/>
              <a:gd name="connsiteY0" fmla="*/ 26265 h 1642443"/>
              <a:gd name="connsiteX1" fmla="*/ 1043357 w 1702475"/>
              <a:gd name="connsiteY1" fmla="*/ 160307 h 1642443"/>
              <a:gd name="connsiteX2" fmla="*/ 1378644 w 1702475"/>
              <a:gd name="connsiteY2" fmla="*/ 187214 h 1642443"/>
              <a:gd name="connsiteX3" fmla="*/ 1547047 w 1702475"/>
              <a:gd name="connsiteY3" fmla="*/ 233788 h 1642443"/>
              <a:gd name="connsiteX4" fmla="*/ 1702100 w 1702475"/>
              <a:gd name="connsiteY4" fmla="*/ 583402 h 1642443"/>
              <a:gd name="connsiteX5" fmla="*/ 1501656 w 1702475"/>
              <a:gd name="connsiteY5" fmla="*/ 932556 h 1642443"/>
              <a:gd name="connsiteX6" fmla="*/ 1248305 w 1702475"/>
              <a:gd name="connsiteY6" fmla="*/ 1154441 h 1642443"/>
              <a:gd name="connsiteX7" fmla="*/ 693232 w 1702475"/>
              <a:gd name="connsiteY7" fmla="*/ 1642354 h 1642443"/>
              <a:gd name="connsiteX8" fmla="*/ 1338 w 1702475"/>
              <a:gd name="connsiteY8" fmla="*/ 621869 h 1642443"/>
              <a:gd name="connsiteX9" fmla="*/ 541103 w 1702475"/>
              <a:gd name="connsiteY9" fmla="*/ 26265 h 1642443"/>
              <a:gd name="connsiteX0" fmla="*/ 541103 w 1702475"/>
              <a:gd name="connsiteY0" fmla="*/ 26265 h 1691454"/>
              <a:gd name="connsiteX1" fmla="*/ 1043357 w 1702475"/>
              <a:gd name="connsiteY1" fmla="*/ 160307 h 1691454"/>
              <a:gd name="connsiteX2" fmla="*/ 1378644 w 1702475"/>
              <a:gd name="connsiteY2" fmla="*/ 187214 h 1691454"/>
              <a:gd name="connsiteX3" fmla="*/ 1547047 w 1702475"/>
              <a:gd name="connsiteY3" fmla="*/ 233788 h 1691454"/>
              <a:gd name="connsiteX4" fmla="*/ 1702100 w 1702475"/>
              <a:gd name="connsiteY4" fmla="*/ 583402 h 1691454"/>
              <a:gd name="connsiteX5" fmla="*/ 1501656 w 1702475"/>
              <a:gd name="connsiteY5" fmla="*/ 932556 h 1691454"/>
              <a:gd name="connsiteX6" fmla="*/ 1248305 w 1702475"/>
              <a:gd name="connsiteY6" fmla="*/ 1154441 h 1691454"/>
              <a:gd name="connsiteX7" fmla="*/ 1093035 w 1702475"/>
              <a:gd name="connsiteY7" fmla="*/ 1521968 h 1691454"/>
              <a:gd name="connsiteX8" fmla="*/ 693232 w 1702475"/>
              <a:gd name="connsiteY8" fmla="*/ 1642354 h 1691454"/>
              <a:gd name="connsiteX9" fmla="*/ 1338 w 1702475"/>
              <a:gd name="connsiteY9" fmla="*/ 621869 h 1691454"/>
              <a:gd name="connsiteX10" fmla="*/ 541103 w 1702475"/>
              <a:gd name="connsiteY10" fmla="*/ 26265 h 1691454"/>
              <a:gd name="connsiteX0" fmla="*/ 541103 w 1702811"/>
              <a:gd name="connsiteY0" fmla="*/ 26964 h 1692153"/>
              <a:gd name="connsiteX1" fmla="*/ 1043357 w 1702811"/>
              <a:gd name="connsiteY1" fmla="*/ 161006 h 1692153"/>
              <a:gd name="connsiteX2" fmla="*/ 1547047 w 1702811"/>
              <a:gd name="connsiteY2" fmla="*/ 234487 h 1692153"/>
              <a:gd name="connsiteX3" fmla="*/ 1702100 w 1702811"/>
              <a:gd name="connsiteY3" fmla="*/ 584101 h 1692153"/>
              <a:gd name="connsiteX4" fmla="*/ 1501656 w 1702811"/>
              <a:gd name="connsiteY4" fmla="*/ 933255 h 1692153"/>
              <a:gd name="connsiteX5" fmla="*/ 1248305 w 1702811"/>
              <a:gd name="connsiteY5" fmla="*/ 1155140 h 1692153"/>
              <a:gd name="connsiteX6" fmla="*/ 1093035 w 1702811"/>
              <a:gd name="connsiteY6" fmla="*/ 1522667 h 1692153"/>
              <a:gd name="connsiteX7" fmla="*/ 693232 w 1702811"/>
              <a:gd name="connsiteY7" fmla="*/ 1643053 h 1692153"/>
              <a:gd name="connsiteX8" fmla="*/ 1338 w 1702811"/>
              <a:gd name="connsiteY8" fmla="*/ 622568 h 1692153"/>
              <a:gd name="connsiteX9" fmla="*/ 541103 w 1702811"/>
              <a:gd name="connsiteY9" fmla="*/ 26964 h 1692153"/>
              <a:gd name="connsiteX0" fmla="*/ 541103 w 1715688"/>
              <a:gd name="connsiteY0" fmla="*/ 26964 h 1692153"/>
              <a:gd name="connsiteX1" fmla="*/ 1043357 w 1715688"/>
              <a:gd name="connsiteY1" fmla="*/ 161006 h 1692153"/>
              <a:gd name="connsiteX2" fmla="*/ 1547047 w 1715688"/>
              <a:gd name="connsiteY2" fmla="*/ 234487 h 1692153"/>
              <a:gd name="connsiteX3" fmla="*/ 1702100 w 1715688"/>
              <a:gd name="connsiteY3" fmla="*/ 584101 h 1692153"/>
              <a:gd name="connsiteX4" fmla="*/ 1248305 w 1715688"/>
              <a:gd name="connsiteY4" fmla="*/ 1155140 h 1692153"/>
              <a:gd name="connsiteX5" fmla="*/ 1093035 w 1715688"/>
              <a:gd name="connsiteY5" fmla="*/ 1522667 h 1692153"/>
              <a:gd name="connsiteX6" fmla="*/ 693232 w 1715688"/>
              <a:gd name="connsiteY6" fmla="*/ 1643053 h 1692153"/>
              <a:gd name="connsiteX7" fmla="*/ 1338 w 1715688"/>
              <a:gd name="connsiteY7" fmla="*/ 622568 h 1692153"/>
              <a:gd name="connsiteX8" fmla="*/ 541103 w 1715688"/>
              <a:gd name="connsiteY8" fmla="*/ 26964 h 1692153"/>
              <a:gd name="connsiteX0" fmla="*/ 541103 w 1681619"/>
              <a:gd name="connsiteY0" fmla="*/ 26964 h 1692153"/>
              <a:gd name="connsiteX1" fmla="*/ 1043357 w 1681619"/>
              <a:gd name="connsiteY1" fmla="*/ 161006 h 1692153"/>
              <a:gd name="connsiteX2" fmla="*/ 1547047 w 1681619"/>
              <a:gd name="connsiteY2" fmla="*/ 234487 h 1692153"/>
              <a:gd name="connsiteX3" fmla="*/ 1664345 w 1681619"/>
              <a:gd name="connsiteY3" fmla="*/ 729648 h 1692153"/>
              <a:gd name="connsiteX4" fmla="*/ 1248305 w 1681619"/>
              <a:gd name="connsiteY4" fmla="*/ 1155140 h 1692153"/>
              <a:gd name="connsiteX5" fmla="*/ 1093035 w 1681619"/>
              <a:gd name="connsiteY5" fmla="*/ 1522667 h 1692153"/>
              <a:gd name="connsiteX6" fmla="*/ 693232 w 1681619"/>
              <a:gd name="connsiteY6" fmla="*/ 1643053 h 1692153"/>
              <a:gd name="connsiteX7" fmla="*/ 1338 w 1681619"/>
              <a:gd name="connsiteY7" fmla="*/ 622568 h 1692153"/>
              <a:gd name="connsiteX8" fmla="*/ 541103 w 1681619"/>
              <a:gd name="connsiteY8" fmla="*/ 26964 h 1692153"/>
              <a:gd name="connsiteX0" fmla="*/ 541103 w 1681619"/>
              <a:gd name="connsiteY0" fmla="*/ 26964 h 1733813"/>
              <a:gd name="connsiteX1" fmla="*/ 1043357 w 1681619"/>
              <a:gd name="connsiteY1" fmla="*/ 161006 h 1733813"/>
              <a:gd name="connsiteX2" fmla="*/ 1547047 w 1681619"/>
              <a:gd name="connsiteY2" fmla="*/ 234487 h 1733813"/>
              <a:gd name="connsiteX3" fmla="*/ 1664345 w 1681619"/>
              <a:gd name="connsiteY3" fmla="*/ 729648 h 1733813"/>
              <a:gd name="connsiteX4" fmla="*/ 1248305 w 1681619"/>
              <a:gd name="connsiteY4" fmla="*/ 1155140 h 1733813"/>
              <a:gd name="connsiteX5" fmla="*/ 1093035 w 1681619"/>
              <a:gd name="connsiteY5" fmla="*/ 1522667 h 1733813"/>
              <a:gd name="connsiteX6" fmla="*/ 548115 w 1681619"/>
              <a:gd name="connsiteY6" fmla="*/ 1691913 h 1733813"/>
              <a:gd name="connsiteX7" fmla="*/ 1338 w 1681619"/>
              <a:gd name="connsiteY7" fmla="*/ 622568 h 1733813"/>
              <a:gd name="connsiteX8" fmla="*/ 541103 w 1681619"/>
              <a:gd name="connsiteY8" fmla="*/ 26964 h 1733813"/>
              <a:gd name="connsiteX0" fmla="*/ 541103 w 1681619"/>
              <a:gd name="connsiteY0" fmla="*/ 26964 h 1744785"/>
              <a:gd name="connsiteX1" fmla="*/ 1043357 w 1681619"/>
              <a:gd name="connsiteY1" fmla="*/ 161006 h 1744785"/>
              <a:gd name="connsiteX2" fmla="*/ 1547047 w 1681619"/>
              <a:gd name="connsiteY2" fmla="*/ 234487 h 1744785"/>
              <a:gd name="connsiteX3" fmla="*/ 1664345 w 1681619"/>
              <a:gd name="connsiteY3" fmla="*/ 729648 h 1744785"/>
              <a:gd name="connsiteX4" fmla="*/ 1248305 w 1681619"/>
              <a:gd name="connsiteY4" fmla="*/ 1155140 h 1744785"/>
              <a:gd name="connsiteX5" fmla="*/ 1093035 w 1681619"/>
              <a:gd name="connsiteY5" fmla="*/ 1522667 h 1744785"/>
              <a:gd name="connsiteX6" fmla="*/ 548115 w 1681619"/>
              <a:gd name="connsiteY6" fmla="*/ 1691913 h 1744785"/>
              <a:gd name="connsiteX7" fmla="*/ 1338 w 1681619"/>
              <a:gd name="connsiteY7" fmla="*/ 622568 h 1744785"/>
              <a:gd name="connsiteX8" fmla="*/ 541103 w 1681619"/>
              <a:gd name="connsiteY8" fmla="*/ 26964 h 1744785"/>
              <a:gd name="connsiteX0" fmla="*/ 541103 w 1550153"/>
              <a:gd name="connsiteY0" fmla="*/ 26964 h 1744785"/>
              <a:gd name="connsiteX1" fmla="*/ 1043357 w 1550153"/>
              <a:gd name="connsiteY1" fmla="*/ 161006 h 1744785"/>
              <a:gd name="connsiteX2" fmla="*/ 1547047 w 1550153"/>
              <a:gd name="connsiteY2" fmla="*/ 234487 h 1744785"/>
              <a:gd name="connsiteX3" fmla="*/ 1248305 w 1550153"/>
              <a:gd name="connsiteY3" fmla="*/ 1155140 h 1744785"/>
              <a:gd name="connsiteX4" fmla="*/ 1093035 w 1550153"/>
              <a:gd name="connsiteY4" fmla="*/ 1522667 h 1744785"/>
              <a:gd name="connsiteX5" fmla="*/ 548115 w 1550153"/>
              <a:gd name="connsiteY5" fmla="*/ 1691913 h 1744785"/>
              <a:gd name="connsiteX6" fmla="*/ 1338 w 1550153"/>
              <a:gd name="connsiteY6" fmla="*/ 622568 h 1744785"/>
              <a:gd name="connsiteX7" fmla="*/ 541103 w 1550153"/>
              <a:gd name="connsiteY7" fmla="*/ 26964 h 1744785"/>
              <a:gd name="connsiteX0" fmla="*/ 541103 w 1550153"/>
              <a:gd name="connsiteY0" fmla="*/ 21565 h 1739386"/>
              <a:gd name="connsiteX1" fmla="*/ 1547047 w 1550153"/>
              <a:gd name="connsiteY1" fmla="*/ 229088 h 1739386"/>
              <a:gd name="connsiteX2" fmla="*/ 1248305 w 1550153"/>
              <a:gd name="connsiteY2" fmla="*/ 1149741 h 1739386"/>
              <a:gd name="connsiteX3" fmla="*/ 1093035 w 1550153"/>
              <a:gd name="connsiteY3" fmla="*/ 1517268 h 1739386"/>
              <a:gd name="connsiteX4" fmla="*/ 548115 w 1550153"/>
              <a:gd name="connsiteY4" fmla="*/ 1686514 h 1739386"/>
              <a:gd name="connsiteX5" fmla="*/ 1338 w 1550153"/>
              <a:gd name="connsiteY5" fmla="*/ 617169 h 1739386"/>
              <a:gd name="connsiteX6" fmla="*/ 541103 w 1550153"/>
              <a:gd name="connsiteY6" fmla="*/ 21565 h 1739386"/>
              <a:gd name="connsiteX0" fmla="*/ 541103 w 1340083"/>
              <a:gd name="connsiteY0" fmla="*/ 9720 h 1727541"/>
              <a:gd name="connsiteX1" fmla="*/ 1331623 w 1340083"/>
              <a:gd name="connsiteY1" fmla="*/ 405466 h 1727541"/>
              <a:gd name="connsiteX2" fmla="*/ 1248305 w 1340083"/>
              <a:gd name="connsiteY2" fmla="*/ 1137896 h 1727541"/>
              <a:gd name="connsiteX3" fmla="*/ 1093035 w 1340083"/>
              <a:gd name="connsiteY3" fmla="*/ 1505423 h 1727541"/>
              <a:gd name="connsiteX4" fmla="*/ 548115 w 1340083"/>
              <a:gd name="connsiteY4" fmla="*/ 1674669 h 1727541"/>
              <a:gd name="connsiteX5" fmla="*/ 1338 w 1340083"/>
              <a:gd name="connsiteY5" fmla="*/ 605324 h 1727541"/>
              <a:gd name="connsiteX6" fmla="*/ 541103 w 1340083"/>
              <a:gd name="connsiteY6" fmla="*/ 9720 h 1727541"/>
              <a:gd name="connsiteX0" fmla="*/ 281420 w 1080400"/>
              <a:gd name="connsiteY0" fmla="*/ 9720 h 1727541"/>
              <a:gd name="connsiteX1" fmla="*/ 1071940 w 1080400"/>
              <a:gd name="connsiteY1" fmla="*/ 405466 h 1727541"/>
              <a:gd name="connsiteX2" fmla="*/ 988622 w 1080400"/>
              <a:gd name="connsiteY2" fmla="*/ 1137896 h 1727541"/>
              <a:gd name="connsiteX3" fmla="*/ 833352 w 1080400"/>
              <a:gd name="connsiteY3" fmla="*/ 1505423 h 1727541"/>
              <a:gd name="connsiteX4" fmla="*/ 288432 w 1080400"/>
              <a:gd name="connsiteY4" fmla="*/ 1674669 h 1727541"/>
              <a:gd name="connsiteX5" fmla="*/ 6646 w 1080400"/>
              <a:gd name="connsiteY5" fmla="*/ 638737 h 1727541"/>
              <a:gd name="connsiteX6" fmla="*/ 281420 w 1080400"/>
              <a:gd name="connsiteY6" fmla="*/ 9720 h 1727541"/>
              <a:gd name="connsiteX0" fmla="*/ 290790 w 1089770"/>
              <a:gd name="connsiteY0" fmla="*/ 9720 h 1580733"/>
              <a:gd name="connsiteX1" fmla="*/ 1081310 w 1089770"/>
              <a:gd name="connsiteY1" fmla="*/ 405466 h 1580733"/>
              <a:gd name="connsiteX2" fmla="*/ 997992 w 1089770"/>
              <a:gd name="connsiteY2" fmla="*/ 1137896 h 1580733"/>
              <a:gd name="connsiteX3" fmla="*/ 842722 w 1089770"/>
              <a:gd name="connsiteY3" fmla="*/ 1505423 h 1580733"/>
              <a:gd name="connsiteX4" fmla="*/ 245915 w 1089770"/>
              <a:gd name="connsiteY4" fmla="*/ 1407433 h 1580733"/>
              <a:gd name="connsiteX5" fmla="*/ 16016 w 1089770"/>
              <a:gd name="connsiteY5" fmla="*/ 638737 h 1580733"/>
              <a:gd name="connsiteX6" fmla="*/ 290790 w 1089770"/>
              <a:gd name="connsiteY6" fmla="*/ 9720 h 1580733"/>
              <a:gd name="connsiteX0" fmla="*/ 290790 w 1090721"/>
              <a:gd name="connsiteY0" fmla="*/ 9720 h 1509828"/>
              <a:gd name="connsiteX1" fmla="*/ 1081310 w 1090721"/>
              <a:gd name="connsiteY1" fmla="*/ 405466 h 1509828"/>
              <a:gd name="connsiteX2" fmla="*/ 997992 w 1090721"/>
              <a:gd name="connsiteY2" fmla="*/ 1137896 h 1509828"/>
              <a:gd name="connsiteX3" fmla="*/ 772333 w 1090721"/>
              <a:gd name="connsiteY3" fmla="*/ 1392151 h 1509828"/>
              <a:gd name="connsiteX4" fmla="*/ 245915 w 1090721"/>
              <a:gd name="connsiteY4" fmla="*/ 1407433 h 1509828"/>
              <a:gd name="connsiteX5" fmla="*/ 16016 w 1090721"/>
              <a:gd name="connsiteY5" fmla="*/ 638737 h 1509828"/>
              <a:gd name="connsiteX6" fmla="*/ 290790 w 1090721"/>
              <a:gd name="connsiteY6" fmla="*/ 9720 h 1509828"/>
              <a:gd name="connsiteX0" fmla="*/ 290790 w 1039082"/>
              <a:gd name="connsiteY0" fmla="*/ 8034 h 1508142"/>
              <a:gd name="connsiteX1" fmla="*/ 1020201 w 1039082"/>
              <a:gd name="connsiteY1" fmla="*/ 472877 h 1508142"/>
              <a:gd name="connsiteX2" fmla="*/ 997992 w 1039082"/>
              <a:gd name="connsiteY2" fmla="*/ 1136210 h 1508142"/>
              <a:gd name="connsiteX3" fmla="*/ 772333 w 1039082"/>
              <a:gd name="connsiteY3" fmla="*/ 1390465 h 1508142"/>
              <a:gd name="connsiteX4" fmla="*/ 245915 w 1039082"/>
              <a:gd name="connsiteY4" fmla="*/ 1405747 h 1508142"/>
              <a:gd name="connsiteX5" fmla="*/ 16016 w 1039082"/>
              <a:gd name="connsiteY5" fmla="*/ 637051 h 1508142"/>
              <a:gd name="connsiteX6" fmla="*/ 290790 w 1039082"/>
              <a:gd name="connsiteY6" fmla="*/ 8034 h 150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082" h="1508142">
                <a:moveTo>
                  <a:pt x="290790" y="8034"/>
                </a:moveTo>
                <a:cubicBezTo>
                  <a:pt x="548408" y="-56646"/>
                  <a:pt x="902334" y="284848"/>
                  <a:pt x="1020201" y="472877"/>
                </a:cubicBezTo>
                <a:cubicBezTo>
                  <a:pt x="1054359" y="638566"/>
                  <a:pt x="1039303" y="983279"/>
                  <a:pt x="997992" y="1136210"/>
                </a:cubicBezTo>
                <a:cubicBezTo>
                  <a:pt x="956681" y="1289141"/>
                  <a:pt x="864845" y="1309146"/>
                  <a:pt x="772333" y="1390465"/>
                </a:cubicBezTo>
                <a:cubicBezTo>
                  <a:pt x="690998" y="1550255"/>
                  <a:pt x="406586" y="1539368"/>
                  <a:pt x="245915" y="1405747"/>
                </a:cubicBezTo>
                <a:cubicBezTo>
                  <a:pt x="-60270" y="1292012"/>
                  <a:pt x="-1033" y="765713"/>
                  <a:pt x="16016" y="637051"/>
                </a:cubicBezTo>
                <a:cubicBezTo>
                  <a:pt x="-11130" y="578758"/>
                  <a:pt x="116976" y="55388"/>
                  <a:pt x="290790" y="8034"/>
                </a:cubicBezTo>
                <a:close/>
              </a:path>
            </a:pathLst>
          </a:custGeom>
          <a:noFill/>
          <a:ln w="6350" cap="rnd">
            <a:solidFill>
              <a:schemeClr val="tx1">
                <a:lumMod val="95000"/>
                <a:alpha val="35000"/>
              </a:schemeClr>
            </a:solidFill>
            <a:prstDash val="dash"/>
            <a:round/>
          </a:ln>
        </p:spPr>
        <p:txBody>
          <a:bodyPr rtlCol="0" anchor="ctr"/>
          <a:lstStyle/>
          <a:p>
            <a:endParaRPr lang="en-US"/>
          </a:p>
        </p:txBody>
      </p:sp>
    </p:spTree>
    <p:extLst>
      <p:ext uri="{BB962C8B-B14F-4D97-AF65-F5344CB8AC3E}">
        <p14:creationId xmlns:p14="http://schemas.microsoft.com/office/powerpoint/2010/main" val="240521969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Title and Table_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2" y="5036023"/>
            <a:ext cx="9916737" cy="1059975"/>
          </a:xfrm>
        </p:spPr>
        <p:txBody>
          <a:bodyPr anchor="b">
            <a:normAutofit/>
          </a:bodyPr>
          <a:lstStyle>
            <a:lvl1pPr>
              <a:defRPr sz="54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1714500" y="914400"/>
            <a:ext cx="8496299" cy="4005618"/>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20" name="Group 19">
            <a:extLst>
              <a:ext uri="{FF2B5EF4-FFF2-40B4-BE49-F238E27FC236}">
                <a16:creationId xmlns:a16="http://schemas.microsoft.com/office/drawing/2014/main" id="{A1C612B0-3967-9740-AE27-92ED71A2C985}"/>
              </a:ext>
            </a:extLst>
          </p:cNvPr>
          <p:cNvGrpSpPr/>
          <p:nvPr userDrawn="1"/>
        </p:nvGrpSpPr>
        <p:grpSpPr>
          <a:xfrm flipH="1" flipV="1">
            <a:off x="9915044" y="-769556"/>
            <a:ext cx="2484160" cy="4821021"/>
            <a:chOff x="-205982" y="2822913"/>
            <a:chExt cx="2484160" cy="4821021"/>
          </a:xfrm>
        </p:grpSpPr>
        <p:sp>
          <p:nvSpPr>
            <p:cNvPr id="7" name="Freeform: Shape 6">
              <a:extLst>
                <a:ext uri="{FF2B5EF4-FFF2-40B4-BE49-F238E27FC236}">
                  <a16:creationId xmlns:a16="http://schemas.microsoft.com/office/drawing/2014/main" id="{ADA5548C-769F-E464-4536-9C2ED8606AFE}"/>
                </a:ext>
              </a:extLst>
            </p:cNvPr>
            <p:cNvSpPr/>
            <p:nvPr userDrawn="1"/>
          </p:nvSpPr>
          <p:spPr>
            <a:xfrm rot="5400000" flipH="1" flipV="1">
              <a:off x="-68107" y="6228356"/>
              <a:ext cx="701097" cy="59200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76" h="730673">
                  <a:moveTo>
                    <a:pt x="0" y="730673"/>
                  </a:moveTo>
                  <a:cubicBezTo>
                    <a:pt x="123149" y="583977"/>
                    <a:pt x="159024" y="437621"/>
                    <a:pt x="245224" y="384606"/>
                  </a:cubicBezTo>
                  <a:cubicBezTo>
                    <a:pt x="331424" y="331591"/>
                    <a:pt x="433673" y="438267"/>
                    <a:pt x="517201" y="412584"/>
                  </a:cubicBezTo>
                  <a:cubicBezTo>
                    <a:pt x="600729" y="386901"/>
                    <a:pt x="737918" y="299271"/>
                    <a:pt x="746392" y="230507"/>
                  </a:cubicBezTo>
                  <a:cubicBezTo>
                    <a:pt x="754866" y="161743"/>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 name="Freeform: Shape 7">
              <a:extLst>
                <a:ext uri="{FF2B5EF4-FFF2-40B4-BE49-F238E27FC236}">
                  <a16:creationId xmlns:a16="http://schemas.microsoft.com/office/drawing/2014/main" id="{002AFEF2-9632-A6A7-F965-A87962D7302D}"/>
                </a:ext>
              </a:extLst>
            </p:cNvPr>
            <p:cNvSpPr/>
            <p:nvPr userDrawn="1"/>
          </p:nvSpPr>
          <p:spPr>
            <a:xfrm rot="6828273" flipH="1" flipV="1">
              <a:off x="143748" y="5903620"/>
              <a:ext cx="566308" cy="983673"/>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 name="Freeform: Shape 8">
              <a:extLst>
                <a:ext uri="{FF2B5EF4-FFF2-40B4-BE49-F238E27FC236}">
                  <a16:creationId xmlns:a16="http://schemas.microsoft.com/office/drawing/2014/main" id="{78C914F4-6A6D-C813-F87B-A298F156C1A0}"/>
                </a:ext>
              </a:extLst>
            </p:cNvPr>
            <p:cNvSpPr/>
            <p:nvPr userDrawn="1"/>
          </p:nvSpPr>
          <p:spPr>
            <a:xfrm rot="8192339" flipH="1" flipV="1">
              <a:off x="605509" y="4921618"/>
              <a:ext cx="1672669" cy="2722316"/>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0" name="Freeform: Shape 9">
              <a:extLst>
                <a:ext uri="{FF2B5EF4-FFF2-40B4-BE49-F238E27FC236}">
                  <a16:creationId xmlns:a16="http://schemas.microsoft.com/office/drawing/2014/main" id="{0741226D-6AE6-F57D-E12A-4608E0E3CBCC}"/>
                </a:ext>
              </a:extLst>
            </p:cNvPr>
            <p:cNvSpPr/>
            <p:nvPr userDrawn="1"/>
          </p:nvSpPr>
          <p:spPr>
            <a:xfrm rot="8192339" flipH="1" flipV="1">
              <a:off x="754087" y="5170661"/>
              <a:ext cx="1421356" cy="238090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4239" h="2496976">
                  <a:moveTo>
                    <a:pt x="1836368" y="2496976"/>
                  </a:moveTo>
                  <a:cubicBezTo>
                    <a:pt x="1777956" y="2366576"/>
                    <a:pt x="2249182" y="2537626"/>
                    <a:pt x="2188900" y="2358138"/>
                  </a:cubicBezTo>
                  <a:cubicBezTo>
                    <a:pt x="2131931" y="2092601"/>
                    <a:pt x="1981707" y="2079783"/>
                    <a:pt x="1904596" y="1970065"/>
                  </a:cubicBezTo>
                  <a:cubicBezTo>
                    <a:pt x="1827485" y="1860347"/>
                    <a:pt x="1790521" y="1795094"/>
                    <a:pt x="1726235" y="1699828"/>
                  </a:cubicBezTo>
                  <a:cubicBezTo>
                    <a:pt x="1661949" y="1604562"/>
                    <a:pt x="1518500" y="1509245"/>
                    <a:pt x="1518881" y="1398470"/>
                  </a:cubicBezTo>
                  <a:cubicBezTo>
                    <a:pt x="1519357" y="1253499"/>
                    <a:pt x="1520099" y="1129449"/>
                    <a:pt x="1539907" y="985487"/>
                  </a:cubicBezTo>
                  <a:cubicBezTo>
                    <a:pt x="1559715" y="841525"/>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DD1B01D0-105C-9DCF-628D-B809CE01ABED}"/>
                </a:ext>
              </a:extLst>
            </p:cNvPr>
            <p:cNvSpPr/>
            <p:nvPr userDrawn="1"/>
          </p:nvSpPr>
          <p:spPr>
            <a:xfrm rot="8192339" flipH="1" flipV="1">
              <a:off x="1014181" y="5723453"/>
              <a:ext cx="901169" cy="169358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Oval 55">
              <a:extLst>
                <a:ext uri="{FF2B5EF4-FFF2-40B4-BE49-F238E27FC236}">
                  <a16:creationId xmlns:a16="http://schemas.microsoft.com/office/drawing/2014/main" id="{C45D8BDD-4567-3294-0272-76CC40E2ADA5}"/>
                </a:ext>
              </a:extLst>
            </p:cNvPr>
            <p:cNvSpPr/>
            <p:nvPr userDrawn="1"/>
          </p:nvSpPr>
          <p:spPr>
            <a:xfrm rot="9035553">
              <a:off x="1107570" y="6082478"/>
              <a:ext cx="669239" cy="99352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55">
              <a:extLst>
                <a:ext uri="{FF2B5EF4-FFF2-40B4-BE49-F238E27FC236}">
                  <a16:creationId xmlns:a16="http://schemas.microsoft.com/office/drawing/2014/main" id="{1D13790A-D4C3-BB50-2DAA-5628A0149BB9}"/>
                </a:ext>
              </a:extLst>
            </p:cNvPr>
            <p:cNvSpPr/>
            <p:nvPr userDrawn="1"/>
          </p:nvSpPr>
          <p:spPr>
            <a:xfrm rot="9035553">
              <a:off x="1229760" y="6396891"/>
              <a:ext cx="348484" cy="44344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8A2CF64D-CD68-EC90-4013-B3225416AB7A}"/>
                </a:ext>
              </a:extLst>
            </p:cNvPr>
            <p:cNvSpPr/>
            <p:nvPr userDrawn="1"/>
          </p:nvSpPr>
          <p:spPr>
            <a:xfrm rot="4926481" flipH="1" flipV="1">
              <a:off x="-1063893" y="3680824"/>
              <a:ext cx="2962371" cy="124654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247" h="910494">
                  <a:moveTo>
                    <a:pt x="2735247" y="300203"/>
                  </a:moveTo>
                  <a:cubicBezTo>
                    <a:pt x="2547635" y="373823"/>
                    <a:pt x="2540641" y="526925"/>
                    <a:pt x="2444563" y="608280"/>
                  </a:cubicBezTo>
                  <a:cubicBezTo>
                    <a:pt x="2348485" y="689635"/>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45125" y="599671"/>
                    <a:pt x="627577" y="525864"/>
                  </a:cubicBezTo>
                  <a:cubicBezTo>
                    <a:pt x="610029" y="452057"/>
                    <a:pt x="718950" y="416001"/>
                    <a:pt x="687653" y="351409"/>
                  </a:cubicBezTo>
                  <a:cubicBezTo>
                    <a:pt x="656356" y="286817"/>
                    <a:pt x="535638" y="190783"/>
                    <a:pt x="439794" y="138311"/>
                  </a:cubicBezTo>
                  <a:cubicBezTo>
                    <a:pt x="343950" y="85839"/>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5" name="Freeform: Shape 14">
              <a:extLst>
                <a:ext uri="{FF2B5EF4-FFF2-40B4-BE49-F238E27FC236}">
                  <a16:creationId xmlns:a16="http://schemas.microsoft.com/office/drawing/2014/main" id="{29AC4E16-291A-61F3-64A6-C3CD41FD8AFC}"/>
                </a:ext>
              </a:extLst>
            </p:cNvPr>
            <p:cNvSpPr/>
            <p:nvPr userDrawn="1"/>
          </p:nvSpPr>
          <p:spPr>
            <a:xfrm rot="5546150" flipH="1" flipV="1">
              <a:off x="-457298" y="3725918"/>
              <a:ext cx="1599118" cy="7502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6" name="Freeform: Shape 15">
              <a:extLst>
                <a:ext uri="{FF2B5EF4-FFF2-40B4-BE49-F238E27FC236}">
                  <a16:creationId xmlns:a16="http://schemas.microsoft.com/office/drawing/2014/main" id="{BAA21A23-6D9F-3E8B-6C42-4F7BEB615CBA}"/>
                </a:ext>
              </a:extLst>
            </p:cNvPr>
            <p:cNvSpPr/>
            <p:nvPr userDrawn="1"/>
          </p:nvSpPr>
          <p:spPr>
            <a:xfrm rot="5676902" flipH="1" flipV="1">
              <a:off x="-240589" y="3741506"/>
              <a:ext cx="1024918" cy="61000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548" h="669935">
                  <a:moveTo>
                    <a:pt x="1113111" y="0"/>
                  </a:moveTo>
                  <a:cubicBezTo>
                    <a:pt x="1140906" y="152507"/>
                    <a:pt x="1055779" y="277518"/>
                    <a:pt x="1001841" y="378123"/>
                  </a:cubicBezTo>
                  <a:cubicBezTo>
                    <a:pt x="947903" y="478728"/>
                    <a:pt x="917138" y="557775"/>
                    <a:pt x="789485" y="603632"/>
                  </a:cubicBezTo>
                  <a:cubicBezTo>
                    <a:pt x="661832" y="649489"/>
                    <a:pt x="346575" y="695517"/>
                    <a:pt x="235921" y="653265"/>
                  </a:cubicBezTo>
                  <a:cubicBezTo>
                    <a:pt x="125267" y="611013"/>
                    <a:pt x="164878" y="444923"/>
                    <a:pt x="125558" y="350122"/>
                  </a:cubicBezTo>
                  <a:cubicBezTo>
                    <a:pt x="86238" y="255321"/>
                    <a:pt x="11000" y="157707"/>
                    <a:pt x="0" y="84461"/>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7" name="Freeform: Shape 16">
              <a:extLst>
                <a:ext uri="{FF2B5EF4-FFF2-40B4-BE49-F238E27FC236}">
                  <a16:creationId xmlns:a16="http://schemas.microsoft.com/office/drawing/2014/main" id="{2936D32C-EAAA-E01D-36D7-43984D64FBE4}"/>
                </a:ext>
              </a:extLst>
            </p:cNvPr>
            <p:cNvSpPr/>
            <p:nvPr userDrawn="1"/>
          </p:nvSpPr>
          <p:spPr>
            <a:xfrm rot="5546150" flipH="1" flipV="1">
              <a:off x="-156575" y="3852855"/>
              <a:ext cx="761803" cy="46233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60" h="809192">
                  <a:moveTo>
                    <a:pt x="1389985" y="0"/>
                  </a:moveTo>
                  <a:cubicBezTo>
                    <a:pt x="1397893" y="130824"/>
                    <a:pt x="1232613" y="344318"/>
                    <a:pt x="1174085" y="478607"/>
                  </a:cubicBezTo>
                  <a:cubicBezTo>
                    <a:pt x="1115557" y="612896"/>
                    <a:pt x="1157246" y="782098"/>
                    <a:pt x="1038814" y="805735"/>
                  </a:cubicBezTo>
                  <a:cubicBezTo>
                    <a:pt x="920382" y="829372"/>
                    <a:pt x="571860" y="727938"/>
                    <a:pt x="463492" y="620431"/>
                  </a:cubicBezTo>
                  <a:cubicBezTo>
                    <a:pt x="355124" y="512924"/>
                    <a:pt x="465853" y="256824"/>
                    <a:pt x="388604" y="160693"/>
                  </a:cubicBezTo>
                  <a:cubicBezTo>
                    <a:pt x="311355" y="64562"/>
                    <a:pt x="133525" y="90487"/>
                    <a:pt x="0" y="43646"/>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8" name="Freeform: Shape 17">
              <a:extLst>
                <a:ext uri="{FF2B5EF4-FFF2-40B4-BE49-F238E27FC236}">
                  <a16:creationId xmlns:a16="http://schemas.microsoft.com/office/drawing/2014/main" id="{D11A6936-C33A-77F5-BA70-06894AE7D236}"/>
                </a:ext>
              </a:extLst>
            </p:cNvPr>
            <p:cNvSpPr/>
            <p:nvPr userDrawn="1"/>
          </p:nvSpPr>
          <p:spPr>
            <a:xfrm rot="4926481" flipH="1" flipV="1">
              <a:off x="-691168" y="3618831"/>
              <a:ext cx="2106004" cy="1014856"/>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 name="connsiteX0" fmla="*/ 1944536 w 1944536"/>
                <a:gd name="connsiteY0" fmla="*/ 235102 h 741263"/>
                <a:gd name="connsiteX1" fmla="*/ 1794352 w 1944536"/>
                <a:gd name="connsiteY1" fmla="*/ 470734 h 741263"/>
                <a:gd name="connsiteX2" fmla="*/ 1531162 w 1944536"/>
                <a:gd name="connsiteY2" fmla="*/ 638009 h 741263"/>
                <a:gd name="connsiteX3" fmla="*/ 1301449 w 1944536"/>
                <a:gd name="connsiteY3" fmla="*/ 741057 h 741263"/>
                <a:gd name="connsiteX4" fmla="*/ 910641 w 1944536"/>
                <a:gd name="connsiteY4" fmla="*/ 664010 h 741263"/>
                <a:gd name="connsiteX5" fmla="*/ 350245 w 1944536"/>
                <a:gd name="connsiteY5" fmla="*/ 643505 h 741263"/>
                <a:gd name="connsiteX6" fmla="*/ 294752 w 1944536"/>
                <a:gd name="connsiteY6" fmla="*/ 353390 h 741263"/>
                <a:gd name="connsiteX7" fmla="*/ 231220 w 1944536"/>
                <a:gd name="connsiteY7" fmla="*/ 166509 h 741263"/>
                <a:gd name="connsiteX8" fmla="*/ 0 w 1944536"/>
                <a:gd name="connsiteY8" fmla="*/ 0 h 74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536" h="741263">
                  <a:moveTo>
                    <a:pt x="1944536" y="235102"/>
                  </a:moveTo>
                  <a:cubicBezTo>
                    <a:pt x="1910377" y="337259"/>
                    <a:pt x="1863248" y="403583"/>
                    <a:pt x="1794352" y="470734"/>
                  </a:cubicBezTo>
                  <a:cubicBezTo>
                    <a:pt x="1725456" y="537885"/>
                    <a:pt x="1613313" y="592955"/>
                    <a:pt x="1531162" y="638009"/>
                  </a:cubicBezTo>
                  <a:cubicBezTo>
                    <a:pt x="1449012" y="683063"/>
                    <a:pt x="1404869" y="736724"/>
                    <a:pt x="1301449" y="741057"/>
                  </a:cubicBezTo>
                  <a:cubicBezTo>
                    <a:pt x="1198029" y="745390"/>
                    <a:pt x="1069175" y="680269"/>
                    <a:pt x="910641" y="664010"/>
                  </a:cubicBezTo>
                  <a:cubicBezTo>
                    <a:pt x="752107" y="647751"/>
                    <a:pt x="452893" y="695275"/>
                    <a:pt x="350245" y="643505"/>
                  </a:cubicBezTo>
                  <a:cubicBezTo>
                    <a:pt x="247597" y="591735"/>
                    <a:pt x="314590" y="432889"/>
                    <a:pt x="294752" y="353390"/>
                  </a:cubicBezTo>
                  <a:cubicBezTo>
                    <a:pt x="274914" y="273891"/>
                    <a:pt x="280345" y="225407"/>
                    <a:pt x="231220" y="166509"/>
                  </a:cubicBezTo>
                  <a:cubicBezTo>
                    <a:pt x="182095" y="107611"/>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9" name="Freeform: Shape 18">
              <a:extLst>
                <a:ext uri="{FF2B5EF4-FFF2-40B4-BE49-F238E27FC236}">
                  <a16:creationId xmlns:a16="http://schemas.microsoft.com/office/drawing/2014/main" id="{069B00D7-9B5A-E4E1-B93D-8406FBEDB8F3}"/>
                </a:ext>
              </a:extLst>
            </p:cNvPr>
            <p:cNvSpPr/>
            <p:nvPr userDrawn="1"/>
          </p:nvSpPr>
          <p:spPr>
            <a:xfrm rot="5546150" flipH="1" flipV="1">
              <a:off x="-5081" y="3891898"/>
              <a:ext cx="292368" cy="26757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
        <p:nvSpPr>
          <p:cNvPr id="21" name="Freeform: Shape 20">
            <a:extLst>
              <a:ext uri="{FF2B5EF4-FFF2-40B4-BE49-F238E27FC236}">
                <a16:creationId xmlns:a16="http://schemas.microsoft.com/office/drawing/2014/main" id="{CB2982CF-33A0-44B6-500A-EACF39706328}"/>
              </a:ext>
            </a:extLst>
          </p:cNvPr>
          <p:cNvSpPr/>
          <p:nvPr userDrawn="1"/>
        </p:nvSpPr>
        <p:spPr>
          <a:xfrm rot="6223553">
            <a:off x="9000381" y="140052"/>
            <a:ext cx="3357418" cy="3937336"/>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36129"/>
              <a:gd name="connsiteY0" fmla="*/ 3155837 h 3155837"/>
              <a:gd name="connsiteX1" fmla="*/ 246373 w 3236129"/>
              <a:gd name="connsiteY1" fmla="*/ 3104792 h 3155837"/>
              <a:gd name="connsiteX2" fmla="*/ 557925 w 3236129"/>
              <a:gd name="connsiteY2" fmla="*/ 2722237 h 3155837"/>
              <a:gd name="connsiteX3" fmla="*/ 604242 w 3236129"/>
              <a:gd name="connsiteY3" fmla="*/ 2364385 h 3155837"/>
              <a:gd name="connsiteX4" fmla="*/ 792016 w 3236129"/>
              <a:gd name="connsiteY4" fmla="*/ 2122759 h 3155837"/>
              <a:gd name="connsiteX5" fmla="*/ 1097425 w 3236129"/>
              <a:gd name="connsiteY5" fmla="*/ 1802800 h 3155837"/>
              <a:gd name="connsiteX6" fmla="*/ 1316390 w 3236129"/>
              <a:gd name="connsiteY6" fmla="*/ 1504794 h 3155837"/>
              <a:gd name="connsiteX7" fmla="*/ 1756732 w 3236129"/>
              <a:gd name="connsiteY7" fmla="*/ 1449925 h 3155837"/>
              <a:gd name="connsiteX8" fmla="*/ 2260401 w 3236129"/>
              <a:gd name="connsiteY8" fmla="*/ 1457078 h 3155837"/>
              <a:gd name="connsiteX9" fmla="*/ 2601219 w 3236129"/>
              <a:gd name="connsiteY9" fmla="*/ 1358104 h 3155837"/>
              <a:gd name="connsiteX10" fmla="*/ 2856870 w 3236129"/>
              <a:gd name="connsiteY10" fmla="*/ 1223135 h 3155837"/>
              <a:gd name="connsiteX11" fmla="*/ 3066610 w 3236129"/>
              <a:gd name="connsiteY11" fmla="*/ 1013489 h 3155837"/>
              <a:gd name="connsiteX12" fmla="*/ 3150426 w 3236129"/>
              <a:gd name="connsiteY12" fmla="*/ 615084 h 3155837"/>
              <a:gd name="connsiteX13" fmla="*/ 3089948 w 3236129"/>
              <a:gd name="connsiteY13" fmla="*/ 243465 h 3155837"/>
              <a:gd name="connsiteX14" fmla="*/ 3236129 w 3236129"/>
              <a:gd name="connsiteY14" fmla="*/ 0 h 3155837"/>
              <a:gd name="connsiteX0" fmla="*/ 0 w 3249335"/>
              <a:gd name="connsiteY0" fmla="*/ 3199359 h 3199359"/>
              <a:gd name="connsiteX1" fmla="*/ 246373 w 3249335"/>
              <a:gd name="connsiteY1" fmla="*/ 3148314 h 3199359"/>
              <a:gd name="connsiteX2" fmla="*/ 557925 w 3249335"/>
              <a:gd name="connsiteY2" fmla="*/ 2765759 h 3199359"/>
              <a:gd name="connsiteX3" fmla="*/ 604242 w 3249335"/>
              <a:gd name="connsiteY3" fmla="*/ 2407907 h 3199359"/>
              <a:gd name="connsiteX4" fmla="*/ 792016 w 3249335"/>
              <a:gd name="connsiteY4" fmla="*/ 2166281 h 3199359"/>
              <a:gd name="connsiteX5" fmla="*/ 1097425 w 3249335"/>
              <a:gd name="connsiteY5" fmla="*/ 1846322 h 3199359"/>
              <a:gd name="connsiteX6" fmla="*/ 1316390 w 3249335"/>
              <a:gd name="connsiteY6" fmla="*/ 1548316 h 3199359"/>
              <a:gd name="connsiteX7" fmla="*/ 1756732 w 3249335"/>
              <a:gd name="connsiteY7" fmla="*/ 1493447 h 3199359"/>
              <a:gd name="connsiteX8" fmla="*/ 2260401 w 3249335"/>
              <a:gd name="connsiteY8" fmla="*/ 1500600 h 3199359"/>
              <a:gd name="connsiteX9" fmla="*/ 2601219 w 3249335"/>
              <a:gd name="connsiteY9" fmla="*/ 1401626 h 3199359"/>
              <a:gd name="connsiteX10" fmla="*/ 2856870 w 3249335"/>
              <a:gd name="connsiteY10" fmla="*/ 1266657 h 3199359"/>
              <a:gd name="connsiteX11" fmla="*/ 3066610 w 3249335"/>
              <a:gd name="connsiteY11" fmla="*/ 1057011 h 3199359"/>
              <a:gd name="connsiteX12" fmla="*/ 3150426 w 3249335"/>
              <a:gd name="connsiteY12" fmla="*/ 658606 h 3199359"/>
              <a:gd name="connsiteX13" fmla="*/ 3089948 w 3249335"/>
              <a:gd name="connsiteY13" fmla="*/ 286987 h 3199359"/>
              <a:gd name="connsiteX14" fmla="*/ 3236129 w 3249335"/>
              <a:gd name="connsiteY14" fmla="*/ 43522 h 3199359"/>
              <a:gd name="connsiteX15" fmla="*/ 3243495 w 3249335"/>
              <a:gd name="connsiteY15" fmla="*/ 0 h 3199359"/>
              <a:gd name="connsiteX0" fmla="*/ 0 w 3236129"/>
              <a:gd name="connsiteY0" fmla="*/ 3155837 h 3155837"/>
              <a:gd name="connsiteX1" fmla="*/ 246373 w 3236129"/>
              <a:gd name="connsiteY1" fmla="*/ 3104792 h 3155837"/>
              <a:gd name="connsiteX2" fmla="*/ 557925 w 3236129"/>
              <a:gd name="connsiteY2" fmla="*/ 2722237 h 3155837"/>
              <a:gd name="connsiteX3" fmla="*/ 604242 w 3236129"/>
              <a:gd name="connsiteY3" fmla="*/ 2364385 h 3155837"/>
              <a:gd name="connsiteX4" fmla="*/ 792016 w 3236129"/>
              <a:gd name="connsiteY4" fmla="*/ 2122759 h 3155837"/>
              <a:gd name="connsiteX5" fmla="*/ 1097425 w 3236129"/>
              <a:gd name="connsiteY5" fmla="*/ 1802800 h 3155837"/>
              <a:gd name="connsiteX6" fmla="*/ 1316390 w 3236129"/>
              <a:gd name="connsiteY6" fmla="*/ 1504794 h 3155837"/>
              <a:gd name="connsiteX7" fmla="*/ 1756732 w 3236129"/>
              <a:gd name="connsiteY7" fmla="*/ 1449925 h 3155837"/>
              <a:gd name="connsiteX8" fmla="*/ 2260401 w 3236129"/>
              <a:gd name="connsiteY8" fmla="*/ 1457078 h 3155837"/>
              <a:gd name="connsiteX9" fmla="*/ 2601219 w 3236129"/>
              <a:gd name="connsiteY9" fmla="*/ 1358104 h 3155837"/>
              <a:gd name="connsiteX10" fmla="*/ 2856870 w 3236129"/>
              <a:gd name="connsiteY10" fmla="*/ 1223135 h 3155837"/>
              <a:gd name="connsiteX11" fmla="*/ 3066610 w 3236129"/>
              <a:gd name="connsiteY11" fmla="*/ 1013489 h 3155837"/>
              <a:gd name="connsiteX12" fmla="*/ 3150426 w 3236129"/>
              <a:gd name="connsiteY12" fmla="*/ 615084 h 3155837"/>
              <a:gd name="connsiteX13" fmla="*/ 3089948 w 3236129"/>
              <a:gd name="connsiteY13" fmla="*/ 243465 h 3155837"/>
              <a:gd name="connsiteX14" fmla="*/ 3236129 w 3236129"/>
              <a:gd name="connsiteY14" fmla="*/ 0 h 3155837"/>
              <a:gd name="connsiteX0" fmla="*/ 0 w 3150822"/>
              <a:gd name="connsiteY0" fmla="*/ 2912372 h 2912372"/>
              <a:gd name="connsiteX1" fmla="*/ 246373 w 3150822"/>
              <a:gd name="connsiteY1" fmla="*/ 2861327 h 2912372"/>
              <a:gd name="connsiteX2" fmla="*/ 557925 w 3150822"/>
              <a:gd name="connsiteY2" fmla="*/ 2478772 h 2912372"/>
              <a:gd name="connsiteX3" fmla="*/ 604242 w 3150822"/>
              <a:gd name="connsiteY3" fmla="*/ 2120920 h 2912372"/>
              <a:gd name="connsiteX4" fmla="*/ 792016 w 3150822"/>
              <a:gd name="connsiteY4" fmla="*/ 1879294 h 2912372"/>
              <a:gd name="connsiteX5" fmla="*/ 1097425 w 3150822"/>
              <a:gd name="connsiteY5" fmla="*/ 1559335 h 2912372"/>
              <a:gd name="connsiteX6" fmla="*/ 1316390 w 3150822"/>
              <a:gd name="connsiteY6" fmla="*/ 1261329 h 2912372"/>
              <a:gd name="connsiteX7" fmla="*/ 1756732 w 3150822"/>
              <a:gd name="connsiteY7" fmla="*/ 1206460 h 2912372"/>
              <a:gd name="connsiteX8" fmla="*/ 2260401 w 3150822"/>
              <a:gd name="connsiteY8" fmla="*/ 1213613 h 2912372"/>
              <a:gd name="connsiteX9" fmla="*/ 2601219 w 3150822"/>
              <a:gd name="connsiteY9" fmla="*/ 1114639 h 2912372"/>
              <a:gd name="connsiteX10" fmla="*/ 2856870 w 3150822"/>
              <a:gd name="connsiteY10" fmla="*/ 979670 h 2912372"/>
              <a:gd name="connsiteX11" fmla="*/ 3066610 w 3150822"/>
              <a:gd name="connsiteY11" fmla="*/ 770024 h 2912372"/>
              <a:gd name="connsiteX12" fmla="*/ 3150426 w 3150822"/>
              <a:gd name="connsiteY12" fmla="*/ 371619 h 2912372"/>
              <a:gd name="connsiteX13" fmla="*/ 3089948 w 3150822"/>
              <a:gd name="connsiteY13" fmla="*/ 0 h 2912372"/>
              <a:gd name="connsiteX0" fmla="*/ 0 w 3349689"/>
              <a:gd name="connsiteY0" fmla="*/ 3036222 h 3036222"/>
              <a:gd name="connsiteX1" fmla="*/ 246373 w 3349689"/>
              <a:gd name="connsiteY1" fmla="*/ 2985177 h 3036222"/>
              <a:gd name="connsiteX2" fmla="*/ 557925 w 3349689"/>
              <a:gd name="connsiteY2" fmla="*/ 2602622 h 3036222"/>
              <a:gd name="connsiteX3" fmla="*/ 604242 w 3349689"/>
              <a:gd name="connsiteY3" fmla="*/ 2244770 h 3036222"/>
              <a:gd name="connsiteX4" fmla="*/ 792016 w 3349689"/>
              <a:gd name="connsiteY4" fmla="*/ 2003144 h 3036222"/>
              <a:gd name="connsiteX5" fmla="*/ 1097425 w 3349689"/>
              <a:gd name="connsiteY5" fmla="*/ 1683185 h 3036222"/>
              <a:gd name="connsiteX6" fmla="*/ 1316390 w 3349689"/>
              <a:gd name="connsiteY6" fmla="*/ 1385179 h 3036222"/>
              <a:gd name="connsiteX7" fmla="*/ 1756732 w 3349689"/>
              <a:gd name="connsiteY7" fmla="*/ 1330310 h 3036222"/>
              <a:gd name="connsiteX8" fmla="*/ 2260401 w 3349689"/>
              <a:gd name="connsiteY8" fmla="*/ 1337463 h 3036222"/>
              <a:gd name="connsiteX9" fmla="*/ 2601219 w 3349689"/>
              <a:gd name="connsiteY9" fmla="*/ 1238489 h 3036222"/>
              <a:gd name="connsiteX10" fmla="*/ 2856870 w 3349689"/>
              <a:gd name="connsiteY10" fmla="*/ 1103520 h 3036222"/>
              <a:gd name="connsiteX11" fmla="*/ 3066610 w 3349689"/>
              <a:gd name="connsiteY11" fmla="*/ 893874 h 3036222"/>
              <a:gd name="connsiteX12" fmla="*/ 3150426 w 3349689"/>
              <a:gd name="connsiteY12" fmla="*/ 495469 h 3036222"/>
              <a:gd name="connsiteX13" fmla="*/ 3349689 w 3349689"/>
              <a:gd name="connsiteY13" fmla="*/ 0 h 3036222"/>
              <a:gd name="connsiteX0" fmla="*/ 0 w 3349689"/>
              <a:gd name="connsiteY0" fmla="*/ 3036222 h 3036222"/>
              <a:gd name="connsiteX1" fmla="*/ 246373 w 3349689"/>
              <a:gd name="connsiteY1" fmla="*/ 2985177 h 3036222"/>
              <a:gd name="connsiteX2" fmla="*/ 557925 w 3349689"/>
              <a:gd name="connsiteY2" fmla="*/ 2602622 h 3036222"/>
              <a:gd name="connsiteX3" fmla="*/ 604242 w 3349689"/>
              <a:gd name="connsiteY3" fmla="*/ 2244770 h 3036222"/>
              <a:gd name="connsiteX4" fmla="*/ 792016 w 3349689"/>
              <a:gd name="connsiteY4" fmla="*/ 2003144 h 3036222"/>
              <a:gd name="connsiteX5" fmla="*/ 1097425 w 3349689"/>
              <a:gd name="connsiteY5" fmla="*/ 1683185 h 3036222"/>
              <a:gd name="connsiteX6" fmla="*/ 1316390 w 3349689"/>
              <a:gd name="connsiteY6" fmla="*/ 1385179 h 3036222"/>
              <a:gd name="connsiteX7" fmla="*/ 1756732 w 3349689"/>
              <a:gd name="connsiteY7" fmla="*/ 1330310 h 3036222"/>
              <a:gd name="connsiteX8" fmla="*/ 2260401 w 3349689"/>
              <a:gd name="connsiteY8" fmla="*/ 1337463 h 3036222"/>
              <a:gd name="connsiteX9" fmla="*/ 2601219 w 3349689"/>
              <a:gd name="connsiteY9" fmla="*/ 1238489 h 3036222"/>
              <a:gd name="connsiteX10" fmla="*/ 2856870 w 3349689"/>
              <a:gd name="connsiteY10" fmla="*/ 1103520 h 3036222"/>
              <a:gd name="connsiteX11" fmla="*/ 3066610 w 3349689"/>
              <a:gd name="connsiteY11" fmla="*/ 893874 h 3036222"/>
              <a:gd name="connsiteX12" fmla="*/ 3150426 w 3349689"/>
              <a:gd name="connsiteY12" fmla="*/ 495469 h 3036222"/>
              <a:gd name="connsiteX13" fmla="*/ 3349689 w 3349689"/>
              <a:gd name="connsiteY13" fmla="*/ 0 h 3036222"/>
              <a:gd name="connsiteX0" fmla="*/ 0 w 3332113"/>
              <a:gd name="connsiteY0" fmla="*/ 3032826 h 3032826"/>
              <a:gd name="connsiteX1" fmla="*/ 246373 w 3332113"/>
              <a:gd name="connsiteY1" fmla="*/ 2981781 h 3032826"/>
              <a:gd name="connsiteX2" fmla="*/ 557925 w 3332113"/>
              <a:gd name="connsiteY2" fmla="*/ 2599226 h 3032826"/>
              <a:gd name="connsiteX3" fmla="*/ 604242 w 3332113"/>
              <a:gd name="connsiteY3" fmla="*/ 2241374 h 3032826"/>
              <a:gd name="connsiteX4" fmla="*/ 792016 w 3332113"/>
              <a:gd name="connsiteY4" fmla="*/ 1999748 h 3032826"/>
              <a:gd name="connsiteX5" fmla="*/ 1097425 w 3332113"/>
              <a:gd name="connsiteY5" fmla="*/ 1679789 h 3032826"/>
              <a:gd name="connsiteX6" fmla="*/ 1316390 w 3332113"/>
              <a:gd name="connsiteY6" fmla="*/ 1381783 h 3032826"/>
              <a:gd name="connsiteX7" fmla="*/ 1756732 w 3332113"/>
              <a:gd name="connsiteY7" fmla="*/ 1326914 h 3032826"/>
              <a:gd name="connsiteX8" fmla="*/ 2260401 w 3332113"/>
              <a:gd name="connsiteY8" fmla="*/ 1334067 h 3032826"/>
              <a:gd name="connsiteX9" fmla="*/ 2601219 w 3332113"/>
              <a:gd name="connsiteY9" fmla="*/ 1235093 h 3032826"/>
              <a:gd name="connsiteX10" fmla="*/ 2856870 w 3332113"/>
              <a:gd name="connsiteY10" fmla="*/ 1100124 h 3032826"/>
              <a:gd name="connsiteX11" fmla="*/ 3066610 w 3332113"/>
              <a:gd name="connsiteY11" fmla="*/ 890478 h 3032826"/>
              <a:gd name="connsiteX12" fmla="*/ 3150426 w 3332113"/>
              <a:gd name="connsiteY12" fmla="*/ 492073 h 3032826"/>
              <a:gd name="connsiteX13" fmla="*/ 3332113 w 3332113"/>
              <a:gd name="connsiteY13" fmla="*/ 0 h 3032826"/>
              <a:gd name="connsiteX0" fmla="*/ 0 w 3332113"/>
              <a:gd name="connsiteY0" fmla="*/ 3032826 h 3032826"/>
              <a:gd name="connsiteX1" fmla="*/ 246373 w 3332113"/>
              <a:gd name="connsiteY1" fmla="*/ 2981781 h 3032826"/>
              <a:gd name="connsiteX2" fmla="*/ 557925 w 3332113"/>
              <a:gd name="connsiteY2" fmla="*/ 2599226 h 3032826"/>
              <a:gd name="connsiteX3" fmla="*/ 604242 w 3332113"/>
              <a:gd name="connsiteY3" fmla="*/ 2241374 h 3032826"/>
              <a:gd name="connsiteX4" fmla="*/ 792016 w 3332113"/>
              <a:gd name="connsiteY4" fmla="*/ 1999748 h 3032826"/>
              <a:gd name="connsiteX5" fmla="*/ 1097425 w 3332113"/>
              <a:gd name="connsiteY5" fmla="*/ 1679789 h 3032826"/>
              <a:gd name="connsiteX6" fmla="*/ 1316390 w 3332113"/>
              <a:gd name="connsiteY6" fmla="*/ 1381783 h 3032826"/>
              <a:gd name="connsiteX7" fmla="*/ 1756732 w 3332113"/>
              <a:gd name="connsiteY7" fmla="*/ 1326914 h 3032826"/>
              <a:gd name="connsiteX8" fmla="*/ 2236075 w 3332113"/>
              <a:gd name="connsiteY8" fmla="*/ 1255282 h 3032826"/>
              <a:gd name="connsiteX9" fmla="*/ 2601219 w 3332113"/>
              <a:gd name="connsiteY9" fmla="*/ 1235093 h 3032826"/>
              <a:gd name="connsiteX10" fmla="*/ 2856870 w 3332113"/>
              <a:gd name="connsiteY10" fmla="*/ 1100124 h 3032826"/>
              <a:gd name="connsiteX11" fmla="*/ 3066610 w 3332113"/>
              <a:gd name="connsiteY11" fmla="*/ 890478 h 3032826"/>
              <a:gd name="connsiteX12" fmla="*/ 3150426 w 3332113"/>
              <a:gd name="connsiteY12" fmla="*/ 492073 h 3032826"/>
              <a:gd name="connsiteX13" fmla="*/ 3332113 w 3332113"/>
              <a:gd name="connsiteY13" fmla="*/ 0 h 3032826"/>
              <a:gd name="connsiteX0" fmla="*/ 0 w 3332113"/>
              <a:gd name="connsiteY0" fmla="*/ 3032826 h 3032826"/>
              <a:gd name="connsiteX1" fmla="*/ 246373 w 3332113"/>
              <a:gd name="connsiteY1" fmla="*/ 2981781 h 3032826"/>
              <a:gd name="connsiteX2" fmla="*/ 557925 w 3332113"/>
              <a:gd name="connsiteY2" fmla="*/ 2599226 h 3032826"/>
              <a:gd name="connsiteX3" fmla="*/ 604242 w 3332113"/>
              <a:gd name="connsiteY3" fmla="*/ 2241374 h 3032826"/>
              <a:gd name="connsiteX4" fmla="*/ 792016 w 3332113"/>
              <a:gd name="connsiteY4" fmla="*/ 1999748 h 3032826"/>
              <a:gd name="connsiteX5" fmla="*/ 1097425 w 3332113"/>
              <a:gd name="connsiteY5" fmla="*/ 1679789 h 3032826"/>
              <a:gd name="connsiteX6" fmla="*/ 1316390 w 3332113"/>
              <a:gd name="connsiteY6" fmla="*/ 1381783 h 3032826"/>
              <a:gd name="connsiteX7" fmla="*/ 1756732 w 3332113"/>
              <a:gd name="connsiteY7" fmla="*/ 1326914 h 3032826"/>
              <a:gd name="connsiteX8" fmla="*/ 2236075 w 3332113"/>
              <a:gd name="connsiteY8" fmla="*/ 1255282 h 3032826"/>
              <a:gd name="connsiteX9" fmla="*/ 2574788 w 3332113"/>
              <a:gd name="connsiteY9" fmla="*/ 1250023 h 3032826"/>
              <a:gd name="connsiteX10" fmla="*/ 2856870 w 3332113"/>
              <a:gd name="connsiteY10" fmla="*/ 1100124 h 3032826"/>
              <a:gd name="connsiteX11" fmla="*/ 3066610 w 3332113"/>
              <a:gd name="connsiteY11" fmla="*/ 890478 h 3032826"/>
              <a:gd name="connsiteX12" fmla="*/ 3150426 w 3332113"/>
              <a:gd name="connsiteY12" fmla="*/ 492073 h 3032826"/>
              <a:gd name="connsiteX13" fmla="*/ 3332113 w 3332113"/>
              <a:gd name="connsiteY13" fmla="*/ 0 h 3032826"/>
              <a:gd name="connsiteX0" fmla="*/ 0 w 3366456"/>
              <a:gd name="connsiteY0" fmla="*/ 2921601 h 2988471"/>
              <a:gd name="connsiteX1" fmla="*/ 280716 w 3366456"/>
              <a:gd name="connsiteY1" fmla="*/ 2981781 h 2988471"/>
              <a:gd name="connsiteX2" fmla="*/ 592268 w 3366456"/>
              <a:gd name="connsiteY2" fmla="*/ 2599226 h 2988471"/>
              <a:gd name="connsiteX3" fmla="*/ 638585 w 3366456"/>
              <a:gd name="connsiteY3" fmla="*/ 2241374 h 2988471"/>
              <a:gd name="connsiteX4" fmla="*/ 826359 w 3366456"/>
              <a:gd name="connsiteY4" fmla="*/ 1999748 h 2988471"/>
              <a:gd name="connsiteX5" fmla="*/ 1131768 w 3366456"/>
              <a:gd name="connsiteY5" fmla="*/ 1679789 h 2988471"/>
              <a:gd name="connsiteX6" fmla="*/ 1350733 w 3366456"/>
              <a:gd name="connsiteY6" fmla="*/ 1381783 h 2988471"/>
              <a:gd name="connsiteX7" fmla="*/ 1791075 w 3366456"/>
              <a:gd name="connsiteY7" fmla="*/ 1326914 h 2988471"/>
              <a:gd name="connsiteX8" fmla="*/ 2270418 w 3366456"/>
              <a:gd name="connsiteY8" fmla="*/ 1255282 h 2988471"/>
              <a:gd name="connsiteX9" fmla="*/ 2609131 w 3366456"/>
              <a:gd name="connsiteY9" fmla="*/ 1250023 h 2988471"/>
              <a:gd name="connsiteX10" fmla="*/ 2891213 w 3366456"/>
              <a:gd name="connsiteY10" fmla="*/ 1100124 h 2988471"/>
              <a:gd name="connsiteX11" fmla="*/ 3100953 w 3366456"/>
              <a:gd name="connsiteY11" fmla="*/ 890478 h 2988471"/>
              <a:gd name="connsiteX12" fmla="*/ 3184769 w 3366456"/>
              <a:gd name="connsiteY12" fmla="*/ 492073 h 2988471"/>
              <a:gd name="connsiteX13" fmla="*/ 3366456 w 3366456"/>
              <a:gd name="connsiteY13" fmla="*/ 0 h 2988471"/>
              <a:gd name="connsiteX0" fmla="*/ 0 w 3366456"/>
              <a:gd name="connsiteY0" fmla="*/ 2921601 h 2998966"/>
              <a:gd name="connsiteX1" fmla="*/ 280716 w 3366456"/>
              <a:gd name="connsiteY1" fmla="*/ 2981781 h 2998966"/>
              <a:gd name="connsiteX2" fmla="*/ 592268 w 3366456"/>
              <a:gd name="connsiteY2" fmla="*/ 2599226 h 2998966"/>
              <a:gd name="connsiteX3" fmla="*/ 638585 w 3366456"/>
              <a:gd name="connsiteY3" fmla="*/ 2241374 h 2998966"/>
              <a:gd name="connsiteX4" fmla="*/ 826359 w 3366456"/>
              <a:gd name="connsiteY4" fmla="*/ 1999748 h 2998966"/>
              <a:gd name="connsiteX5" fmla="*/ 1131768 w 3366456"/>
              <a:gd name="connsiteY5" fmla="*/ 1679789 h 2998966"/>
              <a:gd name="connsiteX6" fmla="*/ 1350733 w 3366456"/>
              <a:gd name="connsiteY6" fmla="*/ 1381783 h 2998966"/>
              <a:gd name="connsiteX7" fmla="*/ 1791075 w 3366456"/>
              <a:gd name="connsiteY7" fmla="*/ 1326914 h 2998966"/>
              <a:gd name="connsiteX8" fmla="*/ 2270418 w 3366456"/>
              <a:gd name="connsiteY8" fmla="*/ 1255282 h 2998966"/>
              <a:gd name="connsiteX9" fmla="*/ 2609131 w 3366456"/>
              <a:gd name="connsiteY9" fmla="*/ 1250023 h 2998966"/>
              <a:gd name="connsiteX10" fmla="*/ 2891213 w 3366456"/>
              <a:gd name="connsiteY10" fmla="*/ 1100124 h 2998966"/>
              <a:gd name="connsiteX11" fmla="*/ 3100953 w 3366456"/>
              <a:gd name="connsiteY11" fmla="*/ 890478 h 2998966"/>
              <a:gd name="connsiteX12" fmla="*/ 3184769 w 3366456"/>
              <a:gd name="connsiteY12" fmla="*/ 492073 h 2998966"/>
              <a:gd name="connsiteX13" fmla="*/ 3366456 w 3366456"/>
              <a:gd name="connsiteY13" fmla="*/ 0 h 2998966"/>
              <a:gd name="connsiteX0" fmla="*/ 0 w 3366456"/>
              <a:gd name="connsiteY0" fmla="*/ 2921601 h 2947311"/>
              <a:gd name="connsiteX1" fmla="*/ 284117 w 3366456"/>
              <a:gd name="connsiteY1" fmla="*/ 2912372 h 2947311"/>
              <a:gd name="connsiteX2" fmla="*/ 592268 w 3366456"/>
              <a:gd name="connsiteY2" fmla="*/ 2599226 h 2947311"/>
              <a:gd name="connsiteX3" fmla="*/ 638585 w 3366456"/>
              <a:gd name="connsiteY3" fmla="*/ 2241374 h 2947311"/>
              <a:gd name="connsiteX4" fmla="*/ 826359 w 3366456"/>
              <a:gd name="connsiteY4" fmla="*/ 1999748 h 2947311"/>
              <a:gd name="connsiteX5" fmla="*/ 1131768 w 3366456"/>
              <a:gd name="connsiteY5" fmla="*/ 1679789 h 2947311"/>
              <a:gd name="connsiteX6" fmla="*/ 1350733 w 3366456"/>
              <a:gd name="connsiteY6" fmla="*/ 1381783 h 2947311"/>
              <a:gd name="connsiteX7" fmla="*/ 1791075 w 3366456"/>
              <a:gd name="connsiteY7" fmla="*/ 1326914 h 2947311"/>
              <a:gd name="connsiteX8" fmla="*/ 2270418 w 3366456"/>
              <a:gd name="connsiteY8" fmla="*/ 1255282 h 2947311"/>
              <a:gd name="connsiteX9" fmla="*/ 2609131 w 3366456"/>
              <a:gd name="connsiteY9" fmla="*/ 1250023 h 2947311"/>
              <a:gd name="connsiteX10" fmla="*/ 2891213 w 3366456"/>
              <a:gd name="connsiteY10" fmla="*/ 1100124 h 2947311"/>
              <a:gd name="connsiteX11" fmla="*/ 3100953 w 3366456"/>
              <a:gd name="connsiteY11" fmla="*/ 890478 h 2947311"/>
              <a:gd name="connsiteX12" fmla="*/ 3184769 w 3366456"/>
              <a:gd name="connsiteY12" fmla="*/ 492073 h 2947311"/>
              <a:gd name="connsiteX13" fmla="*/ 3366456 w 3366456"/>
              <a:gd name="connsiteY13" fmla="*/ 0 h 2947311"/>
              <a:gd name="connsiteX0" fmla="*/ 0 w 3343910"/>
              <a:gd name="connsiteY0" fmla="*/ 3016929 h 3023368"/>
              <a:gd name="connsiteX1" fmla="*/ 261571 w 3343910"/>
              <a:gd name="connsiteY1" fmla="*/ 2912372 h 3023368"/>
              <a:gd name="connsiteX2" fmla="*/ 569722 w 3343910"/>
              <a:gd name="connsiteY2" fmla="*/ 2599226 h 3023368"/>
              <a:gd name="connsiteX3" fmla="*/ 616039 w 3343910"/>
              <a:gd name="connsiteY3" fmla="*/ 2241374 h 3023368"/>
              <a:gd name="connsiteX4" fmla="*/ 803813 w 3343910"/>
              <a:gd name="connsiteY4" fmla="*/ 1999748 h 3023368"/>
              <a:gd name="connsiteX5" fmla="*/ 1109222 w 3343910"/>
              <a:gd name="connsiteY5" fmla="*/ 1679789 h 3023368"/>
              <a:gd name="connsiteX6" fmla="*/ 1328187 w 3343910"/>
              <a:gd name="connsiteY6" fmla="*/ 1381783 h 3023368"/>
              <a:gd name="connsiteX7" fmla="*/ 1768529 w 3343910"/>
              <a:gd name="connsiteY7" fmla="*/ 1326914 h 3023368"/>
              <a:gd name="connsiteX8" fmla="*/ 2247872 w 3343910"/>
              <a:gd name="connsiteY8" fmla="*/ 1255282 h 3023368"/>
              <a:gd name="connsiteX9" fmla="*/ 2586585 w 3343910"/>
              <a:gd name="connsiteY9" fmla="*/ 1250023 h 3023368"/>
              <a:gd name="connsiteX10" fmla="*/ 2868667 w 3343910"/>
              <a:gd name="connsiteY10" fmla="*/ 1100124 h 3023368"/>
              <a:gd name="connsiteX11" fmla="*/ 3078407 w 3343910"/>
              <a:gd name="connsiteY11" fmla="*/ 890478 h 3023368"/>
              <a:gd name="connsiteX12" fmla="*/ 3162223 w 3343910"/>
              <a:gd name="connsiteY12" fmla="*/ 492073 h 3023368"/>
              <a:gd name="connsiteX13" fmla="*/ 3343910 w 3343910"/>
              <a:gd name="connsiteY13" fmla="*/ 0 h 3023368"/>
              <a:gd name="connsiteX0" fmla="*/ 0 w 3343910"/>
              <a:gd name="connsiteY0" fmla="*/ 3016929 h 3045409"/>
              <a:gd name="connsiteX1" fmla="*/ 275576 w 3343910"/>
              <a:gd name="connsiteY1" fmla="*/ 3001240 h 3045409"/>
              <a:gd name="connsiteX2" fmla="*/ 569722 w 3343910"/>
              <a:gd name="connsiteY2" fmla="*/ 2599226 h 3045409"/>
              <a:gd name="connsiteX3" fmla="*/ 616039 w 3343910"/>
              <a:gd name="connsiteY3" fmla="*/ 2241374 h 3045409"/>
              <a:gd name="connsiteX4" fmla="*/ 803813 w 3343910"/>
              <a:gd name="connsiteY4" fmla="*/ 1999748 h 3045409"/>
              <a:gd name="connsiteX5" fmla="*/ 1109222 w 3343910"/>
              <a:gd name="connsiteY5" fmla="*/ 1679789 h 3045409"/>
              <a:gd name="connsiteX6" fmla="*/ 1328187 w 3343910"/>
              <a:gd name="connsiteY6" fmla="*/ 1381783 h 3045409"/>
              <a:gd name="connsiteX7" fmla="*/ 1768529 w 3343910"/>
              <a:gd name="connsiteY7" fmla="*/ 1326914 h 3045409"/>
              <a:gd name="connsiteX8" fmla="*/ 2247872 w 3343910"/>
              <a:gd name="connsiteY8" fmla="*/ 1255282 h 3045409"/>
              <a:gd name="connsiteX9" fmla="*/ 2586585 w 3343910"/>
              <a:gd name="connsiteY9" fmla="*/ 1250023 h 3045409"/>
              <a:gd name="connsiteX10" fmla="*/ 2868667 w 3343910"/>
              <a:gd name="connsiteY10" fmla="*/ 1100124 h 3045409"/>
              <a:gd name="connsiteX11" fmla="*/ 3078407 w 3343910"/>
              <a:gd name="connsiteY11" fmla="*/ 890478 h 3045409"/>
              <a:gd name="connsiteX12" fmla="*/ 3162223 w 3343910"/>
              <a:gd name="connsiteY12" fmla="*/ 492073 h 3045409"/>
              <a:gd name="connsiteX13" fmla="*/ 3343910 w 3343910"/>
              <a:gd name="connsiteY13" fmla="*/ 0 h 3045409"/>
              <a:gd name="connsiteX0" fmla="*/ 0 w 3343910"/>
              <a:gd name="connsiteY0" fmla="*/ 3016929 h 3041117"/>
              <a:gd name="connsiteX1" fmla="*/ 275576 w 3343910"/>
              <a:gd name="connsiteY1" fmla="*/ 3001240 h 3041117"/>
              <a:gd name="connsiteX2" fmla="*/ 529334 w 3343910"/>
              <a:gd name="connsiteY2" fmla="*/ 2665954 h 3041117"/>
              <a:gd name="connsiteX3" fmla="*/ 616039 w 3343910"/>
              <a:gd name="connsiteY3" fmla="*/ 2241374 h 3041117"/>
              <a:gd name="connsiteX4" fmla="*/ 803813 w 3343910"/>
              <a:gd name="connsiteY4" fmla="*/ 1999748 h 3041117"/>
              <a:gd name="connsiteX5" fmla="*/ 1109222 w 3343910"/>
              <a:gd name="connsiteY5" fmla="*/ 1679789 h 3041117"/>
              <a:gd name="connsiteX6" fmla="*/ 1328187 w 3343910"/>
              <a:gd name="connsiteY6" fmla="*/ 1381783 h 3041117"/>
              <a:gd name="connsiteX7" fmla="*/ 1768529 w 3343910"/>
              <a:gd name="connsiteY7" fmla="*/ 1326914 h 3041117"/>
              <a:gd name="connsiteX8" fmla="*/ 2247872 w 3343910"/>
              <a:gd name="connsiteY8" fmla="*/ 1255282 h 3041117"/>
              <a:gd name="connsiteX9" fmla="*/ 2586585 w 3343910"/>
              <a:gd name="connsiteY9" fmla="*/ 1250023 h 3041117"/>
              <a:gd name="connsiteX10" fmla="*/ 2868667 w 3343910"/>
              <a:gd name="connsiteY10" fmla="*/ 1100124 h 3041117"/>
              <a:gd name="connsiteX11" fmla="*/ 3078407 w 3343910"/>
              <a:gd name="connsiteY11" fmla="*/ 890478 h 3041117"/>
              <a:gd name="connsiteX12" fmla="*/ 3162223 w 3343910"/>
              <a:gd name="connsiteY12" fmla="*/ 492073 h 3041117"/>
              <a:gd name="connsiteX13" fmla="*/ 3343910 w 3343910"/>
              <a:gd name="connsiteY13" fmla="*/ 0 h 3041117"/>
              <a:gd name="connsiteX0" fmla="*/ 0 w 3311103"/>
              <a:gd name="connsiteY0" fmla="*/ 2881009 h 2905197"/>
              <a:gd name="connsiteX1" fmla="*/ 275576 w 3311103"/>
              <a:gd name="connsiteY1" fmla="*/ 2865320 h 2905197"/>
              <a:gd name="connsiteX2" fmla="*/ 529334 w 3311103"/>
              <a:gd name="connsiteY2" fmla="*/ 2530034 h 2905197"/>
              <a:gd name="connsiteX3" fmla="*/ 616039 w 3311103"/>
              <a:gd name="connsiteY3" fmla="*/ 2105454 h 2905197"/>
              <a:gd name="connsiteX4" fmla="*/ 803813 w 3311103"/>
              <a:gd name="connsiteY4" fmla="*/ 1863828 h 2905197"/>
              <a:gd name="connsiteX5" fmla="*/ 1109222 w 3311103"/>
              <a:gd name="connsiteY5" fmla="*/ 1543869 h 2905197"/>
              <a:gd name="connsiteX6" fmla="*/ 1328187 w 3311103"/>
              <a:gd name="connsiteY6" fmla="*/ 1245863 h 2905197"/>
              <a:gd name="connsiteX7" fmla="*/ 1768529 w 3311103"/>
              <a:gd name="connsiteY7" fmla="*/ 1190994 h 2905197"/>
              <a:gd name="connsiteX8" fmla="*/ 2247872 w 3311103"/>
              <a:gd name="connsiteY8" fmla="*/ 1119362 h 2905197"/>
              <a:gd name="connsiteX9" fmla="*/ 2586585 w 3311103"/>
              <a:gd name="connsiteY9" fmla="*/ 1114103 h 2905197"/>
              <a:gd name="connsiteX10" fmla="*/ 2868667 w 3311103"/>
              <a:gd name="connsiteY10" fmla="*/ 964204 h 2905197"/>
              <a:gd name="connsiteX11" fmla="*/ 3078407 w 3311103"/>
              <a:gd name="connsiteY11" fmla="*/ 754558 h 2905197"/>
              <a:gd name="connsiteX12" fmla="*/ 3162223 w 3311103"/>
              <a:gd name="connsiteY12" fmla="*/ 356153 h 2905197"/>
              <a:gd name="connsiteX13" fmla="*/ 3311103 w 3311103"/>
              <a:gd name="connsiteY13" fmla="*/ 0 h 290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11103" h="2905197">
                <a:moveTo>
                  <a:pt x="0" y="2881009"/>
                </a:moveTo>
                <a:cubicBezTo>
                  <a:pt x="57626" y="2907933"/>
                  <a:pt x="187354" y="2923816"/>
                  <a:pt x="275576" y="2865320"/>
                </a:cubicBezTo>
                <a:cubicBezTo>
                  <a:pt x="363798" y="2806824"/>
                  <a:pt x="472590" y="2656678"/>
                  <a:pt x="529334" y="2530034"/>
                </a:cubicBezTo>
                <a:cubicBezTo>
                  <a:pt x="586078" y="2403390"/>
                  <a:pt x="577024" y="2205367"/>
                  <a:pt x="616039" y="2105454"/>
                </a:cubicBezTo>
                <a:cubicBezTo>
                  <a:pt x="655054" y="2005541"/>
                  <a:pt x="721616" y="1957426"/>
                  <a:pt x="803813" y="1863828"/>
                </a:cubicBezTo>
                <a:cubicBezTo>
                  <a:pt x="886010" y="1770231"/>
                  <a:pt x="1021826" y="1646863"/>
                  <a:pt x="1109222" y="1543869"/>
                </a:cubicBezTo>
                <a:cubicBezTo>
                  <a:pt x="1196618" y="1440875"/>
                  <a:pt x="1218303" y="1304675"/>
                  <a:pt x="1328187" y="1245863"/>
                </a:cubicBezTo>
                <a:cubicBezTo>
                  <a:pt x="1438071" y="1187051"/>
                  <a:pt x="1615248" y="1212078"/>
                  <a:pt x="1768529" y="1190994"/>
                </a:cubicBezTo>
                <a:cubicBezTo>
                  <a:pt x="1921810" y="1169911"/>
                  <a:pt x="2111529" y="1132177"/>
                  <a:pt x="2247872" y="1119362"/>
                </a:cubicBezTo>
                <a:cubicBezTo>
                  <a:pt x="2384215" y="1106547"/>
                  <a:pt x="2483119" y="1139963"/>
                  <a:pt x="2586585" y="1114103"/>
                </a:cubicBezTo>
                <a:cubicBezTo>
                  <a:pt x="2690051" y="1088243"/>
                  <a:pt x="2786697" y="1024128"/>
                  <a:pt x="2868667" y="964204"/>
                </a:cubicBezTo>
                <a:cubicBezTo>
                  <a:pt x="2950637" y="904280"/>
                  <a:pt x="3029481" y="855900"/>
                  <a:pt x="3078407" y="754558"/>
                </a:cubicBezTo>
                <a:cubicBezTo>
                  <a:pt x="3127333" y="653216"/>
                  <a:pt x="3155556" y="486265"/>
                  <a:pt x="3162223" y="356153"/>
                </a:cubicBezTo>
                <a:cubicBezTo>
                  <a:pt x="3168414" y="235853"/>
                  <a:pt x="3156934" y="169591"/>
                  <a:pt x="3311103"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Tree>
    <p:extLst>
      <p:ext uri="{BB962C8B-B14F-4D97-AF65-F5344CB8AC3E}">
        <p14:creationId xmlns:p14="http://schemas.microsoft.com/office/powerpoint/2010/main" val="262239074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le and Table_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5" y="1735493"/>
            <a:ext cx="3394638" cy="3396343"/>
          </a:xfrm>
        </p:spPr>
        <p:txBody>
          <a:bodyPr anchor="ctr">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4572000" y="1007706"/>
            <a:ext cx="6837527" cy="4814596"/>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sp>
        <p:nvSpPr>
          <p:cNvPr id="8" name="Freeform: Shape 7">
            <a:extLst>
              <a:ext uri="{FF2B5EF4-FFF2-40B4-BE49-F238E27FC236}">
                <a16:creationId xmlns:a16="http://schemas.microsoft.com/office/drawing/2014/main" id="{DE865E80-6017-C661-6CEC-26989FEFC4E4}"/>
              </a:ext>
            </a:extLst>
          </p:cNvPr>
          <p:cNvSpPr/>
          <p:nvPr userDrawn="1"/>
        </p:nvSpPr>
        <p:spPr>
          <a:xfrm rot="11009236" flipH="1">
            <a:off x="-285750" y="1210810"/>
            <a:ext cx="6218"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9" name="Freeform: Shape 8">
            <a:extLst>
              <a:ext uri="{FF2B5EF4-FFF2-40B4-BE49-F238E27FC236}">
                <a16:creationId xmlns:a16="http://schemas.microsoft.com/office/drawing/2014/main" id="{5FE72A84-5ADA-4AB4-CC65-25DE57B59D27}"/>
              </a:ext>
            </a:extLst>
          </p:cNvPr>
          <p:cNvSpPr/>
          <p:nvPr userDrawn="1"/>
        </p:nvSpPr>
        <p:spPr>
          <a:xfrm rot="11009236" flipH="1">
            <a:off x="47580" y="25622"/>
            <a:ext cx="1228806" cy="1315310"/>
          </a:xfrm>
          <a:custGeom>
            <a:avLst/>
            <a:gdLst>
              <a:gd name="connsiteX0" fmla="*/ 0 w 2563086"/>
              <a:gd name="connsiteY0" fmla="*/ 2102930 h 2102929"/>
              <a:gd name="connsiteX1" fmla="*/ 625888 w 2563086"/>
              <a:gd name="connsiteY1" fmla="*/ 1834229 h 2102929"/>
              <a:gd name="connsiteX2" fmla="*/ 954024 w 2563086"/>
              <a:gd name="connsiteY2" fmla="*/ 1789938 h 2102929"/>
              <a:gd name="connsiteX3" fmla="*/ 1379125 w 2563086"/>
              <a:gd name="connsiteY3" fmla="*/ 1870329 h 2102929"/>
              <a:gd name="connsiteX4" fmla="*/ 1819466 w 2563086"/>
              <a:gd name="connsiteY4" fmla="*/ 2021300 h 2102929"/>
              <a:gd name="connsiteX5" fmla="*/ 2221040 w 2563086"/>
              <a:gd name="connsiteY5" fmla="*/ 2010251 h 2102929"/>
              <a:gd name="connsiteX6" fmla="*/ 2507647 w 2563086"/>
              <a:gd name="connsiteY6" fmla="*/ 1867567 h 2102929"/>
              <a:gd name="connsiteX7" fmla="*/ 2560225 w 2563086"/>
              <a:gd name="connsiteY7" fmla="*/ 1652873 h 2102929"/>
              <a:gd name="connsiteX8" fmla="*/ 2328958 w 2563086"/>
              <a:gd name="connsiteY8" fmla="*/ 1295495 h 2102929"/>
              <a:gd name="connsiteX9" fmla="*/ 1676686 w 2563086"/>
              <a:gd name="connsiteY9" fmla="*/ 812292 h 2102929"/>
              <a:gd name="connsiteX10" fmla="*/ 1436942 w 2563086"/>
              <a:gd name="connsiteY10" fmla="*/ 669036 h 2102929"/>
              <a:gd name="connsiteX11" fmla="*/ 1157288 w 2563086"/>
              <a:gd name="connsiteY11" fmla="*/ 498634 h 2102929"/>
              <a:gd name="connsiteX12" fmla="*/ 928783 w 2563086"/>
              <a:gd name="connsiteY12" fmla="*/ 355949 h 2102929"/>
              <a:gd name="connsiteX13" fmla="*/ 649510 w 2563086"/>
              <a:gd name="connsiteY13" fmla="*/ 161639 h 2102929"/>
              <a:gd name="connsiteX14" fmla="*/ 373190 w 2563086"/>
              <a:gd name="connsiteY14" fmla="*/ 0 h 2102929"/>
              <a:gd name="connsiteX0" fmla="*/ 0 w 2563086"/>
              <a:gd name="connsiteY0" fmla="*/ 2102930 h 2102930"/>
              <a:gd name="connsiteX1" fmla="*/ 625888 w 2563086"/>
              <a:gd name="connsiteY1" fmla="*/ 183422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563086"/>
              <a:gd name="connsiteY0" fmla="*/ 2102930 h 2102930"/>
              <a:gd name="connsiteX1" fmla="*/ 666674 w 2563086"/>
              <a:gd name="connsiteY1" fmla="*/ 1837039 h 2102930"/>
              <a:gd name="connsiteX2" fmla="*/ 1001250 w 2563086"/>
              <a:gd name="connsiteY2" fmla="*/ 1730947 h 2102930"/>
              <a:gd name="connsiteX3" fmla="*/ 1379125 w 2563086"/>
              <a:gd name="connsiteY3" fmla="*/ 1870329 h 2102930"/>
              <a:gd name="connsiteX4" fmla="*/ 1819466 w 2563086"/>
              <a:gd name="connsiteY4" fmla="*/ 2021300 h 2102930"/>
              <a:gd name="connsiteX5" fmla="*/ 2221040 w 2563086"/>
              <a:gd name="connsiteY5" fmla="*/ 2010251 h 2102930"/>
              <a:gd name="connsiteX6" fmla="*/ 2507647 w 2563086"/>
              <a:gd name="connsiteY6" fmla="*/ 1867567 h 2102930"/>
              <a:gd name="connsiteX7" fmla="*/ 2560225 w 2563086"/>
              <a:gd name="connsiteY7" fmla="*/ 1652873 h 2102930"/>
              <a:gd name="connsiteX8" fmla="*/ 2328958 w 2563086"/>
              <a:gd name="connsiteY8" fmla="*/ 1295495 h 2102930"/>
              <a:gd name="connsiteX9" fmla="*/ 1676686 w 2563086"/>
              <a:gd name="connsiteY9" fmla="*/ 812292 h 2102930"/>
              <a:gd name="connsiteX10" fmla="*/ 1436942 w 2563086"/>
              <a:gd name="connsiteY10" fmla="*/ 669036 h 2102930"/>
              <a:gd name="connsiteX11" fmla="*/ 1157288 w 2563086"/>
              <a:gd name="connsiteY11" fmla="*/ 498634 h 2102930"/>
              <a:gd name="connsiteX12" fmla="*/ 928783 w 2563086"/>
              <a:gd name="connsiteY12" fmla="*/ 355949 h 2102930"/>
              <a:gd name="connsiteX13" fmla="*/ 649510 w 2563086"/>
              <a:gd name="connsiteY13" fmla="*/ 161639 h 2102930"/>
              <a:gd name="connsiteX14" fmla="*/ 373190 w 2563086"/>
              <a:gd name="connsiteY14" fmla="*/ 0 h 2102930"/>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462845 w 2646806"/>
              <a:gd name="connsiteY3" fmla="*/ 1870329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03186 w 2646806"/>
              <a:gd name="connsiteY4" fmla="*/ 2021300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10071 w 2646806"/>
              <a:gd name="connsiteY3" fmla="*/ 18281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84970 w 2646806"/>
              <a:gd name="connsiteY2" fmla="*/ 1730947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50394 w 2646806"/>
              <a:gd name="connsiteY1" fmla="*/ 1837039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150685 h 2150685"/>
              <a:gd name="connsiteX1" fmla="*/ 797621 w 2646806"/>
              <a:gd name="connsiteY1" fmla="*/ 1828612 h 2150685"/>
              <a:gd name="connsiteX2" fmla="*/ 1099996 w 2646806"/>
              <a:gd name="connsiteY2" fmla="*/ 1730948 h 2150685"/>
              <a:gd name="connsiteX3" fmla="*/ 1568032 w 2646806"/>
              <a:gd name="connsiteY3" fmla="*/ 1797291 h 2150685"/>
              <a:gd name="connsiteX4" fmla="*/ 1933239 w 2646806"/>
              <a:gd name="connsiteY4" fmla="*/ 1979163 h 2150685"/>
              <a:gd name="connsiteX5" fmla="*/ 2304760 w 2646806"/>
              <a:gd name="connsiteY5" fmla="*/ 2010251 h 2150685"/>
              <a:gd name="connsiteX6" fmla="*/ 2591367 w 2646806"/>
              <a:gd name="connsiteY6" fmla="*/ 1867567 h 2150685"/>
              <a:gd name="connsiteX7" fmla="*/ 2643945 w 2646806"/>
              <a:gd name="connsiteY7" fmla="*/ 1652873 h 2150685"/>
              <a:gd name="connsiteX8" fmla="*/ 2412678 w 2646806"/>
              <a:gd name="connsiteY8" fmla="*/ 1295495 h 2150685"/>
              <a:gd name="connsiteX9" fmla="*/ 1760406 w 2646806"/>
              <a:gd name="connsiteY9" fmla="*/ 812292 h 2150685"/>
              <a:gd name="connsiteX10" fmla="*/ 1520662 w 2646806"/>
              <a:gd name="connsiteY10" fmla="*/ 669036 h 2150685"/>
              <a:gd name="connsiteX11" fmla="*/ 1241008 w 2646806"/>
              <a:gd name="connsiteY11" fmla="*/ 498634 h 2150685"/>
              <a:gd name="connsiteX12" fmla="*/ 1012503 w 2646806"/>
              <a:gd name="connsiteY12" fmla="*/ 355949 h 2150685"/>
              <a:gd name="connsiteX13" fmla="*/ 733230 w 2646806"/>
              <a:gd name="connsiteY13" fmla="*/ 161639 h 2150685"/>
              <a:gd name="connsiteX14" fmla="*/ 456910 w 2646806"/>
              <a:gd name="connsiteY14" fmla="*/ 0 h 2150685"/>
              <a:gd name="connsiteX0" fmla="*/ 0 w 2646806"/>
              <a:gd name="connsiteY0" fmla="*/ 2378946 h 2378946"/>
              <a:gd name="connsiteX1" fmla="*/ 797621 w 2646806"/>
              <a:gd name="connsiteY1" fmla="*/ 2056873 h 2378946"/>
              <a:gd name="connsiteX2" fmla="*/ 1099996 w 2646806"/>
              <a:gd name="connsiteY2" fmla="*/ 1959209 h 2378946"/>
              <a:gd name="connsiteX3" fmla="*/ 1568032 w 2646806"/>
              <a:gd name="connsiteY3" fmla="*/ 2025552 h 2378946"/>
              <a:gd name="connsiteX4" fmla="*/ 1933239 w 2646806"/>
              <a:gd name="connsiteY4" fmla="*/ 2207424 h 2378946"/>
              <a:gd name="connsiteX5" fmla="*/ 2304760 w 2646806"/>
              <a:gd name="connsiteY5" fmla="*/ 2238512 h 2378946"/>
              <a:gd name="connsiteX6" fmla="*/ 2591367 w 2646806"/>
              <a:gd name="connsiteY6" fmla="*/ 2095828 h 2378946"/>
              <a:gd name="connsiteX7" fmla="*/ 2643945 w 2646806"/>
              <a:gd name="connsiteY7" fmla="*/ 1881134 h 2378946"/>
              <a:gd name="connsiteX8" fmla="*/ 2412678 w 2646806"/>
              <a:gd name="connsiteY8" fmla="*/ 1523756 h 2378946"/>
              <a:gd name="connsiteX9" fmla="*/ 1760406 w 2646806"/>
              <a:gd name="connsiteY9" fmla="*/ 1040553 h 2378946"/>
              <a:gd name="connsiteX10" fmla="*/ 1520662 w 2646806"/>
              <a:gd name="connsiteY10" fmla="*/ 897297 h 2378946"/>
              <a:gd name="connsiteX11" fmla="*/ 1241008 w 2646806"/>
              <a:gd name="connsiteY11" fmla="*/ 726895 h 2378946"/>
              <a:gd name="connsiteX12" fmla="*/ 1012503 w 2646806"/>
              <a:gd name="connsiteY12" fmla="*/ 584210 h 2378946"/>
              <a:gd name="connsiteX13" fmla="*/ 733230 w 2646806"/>
              <a:gd name="connsiteY13" fmla="*/ 389900 h 2378946"/>
              <a:gd name="connsiteX14" fmla="*/ 9091 w 2646806"/>
              <a:gd name="connsiteY14" fmla="*/ 0 h 2378946"/>
              <a:gd name="connsiteX0" fmla="*/ 0 w 2647329"/>
              <a:gd name="connsiteY0" fmla="*/ 2378946 h 2515517"/>
              <a:gd name="connsiteX1" fmla="*/ 797621 w 2647329"/>
              <a:gd name="connsiteY1" fmla="*/ 2056873 h 2515517"/>
              <a:gd name="connsiteX2" fmla="*/ 1099996 w 2647329"/>
              <a:gd name="connsiteY2" fmla="*/ 1959209 h 2515517"/>
              <a:gd name="connsiteX3" fmla="*/ 1568032 w 2647329"/>
              <a:gd name="connsiteY3" fmla="*/ 2025552 h 2515517"/>
              <a:gd name="connsiteX4" fmla="*/ 1933239 w 2647329"/>
              <a:gd name="connsiteY4" fmla="*/ 2207424 h 2515517"/>
              <a:gd name="connsiteX5" fmla="*/ 2332270 w 2647329"/>
              <a:gd name="connsiteY5" fmla="*/ 2514510 h 2515517"/>
              <a:gd name="connsiteX6" fmla="*/ 2591367 w 2647329"/>
              <a:gd name="connsiteY6" fmla="*/ 2095828 h 2515517"/>
              <a:gd name="connsiteX7" fmla="*/ 2643945 w 2647329"/>
              <a:gd name="connsiteY7" fmla="*/ 1881134 h 2515517"/>
              <a:gd name="connsiteX8" fmla="*/ 2412678 w 2647329"/>
              <a:gd name="connsiteY8" fmla="*/ 1523756 h 2515517"/>
              <a:gd name="connsiteX9" fmla="*/ 1760406 w 2647329"/>
              <a:gd name="connsiteY9" fmla="*/ 1040553 h 2515517"/>
              <a:gd name="connsiteX10" fmla="*/ 1520662 w 2647329"/>
              <a:gd name="connsiteY10" fmla="*/ 897297 h 2515517"/>
              <a:gd name="connsiteX11" fmla="*/ 1241008 w 2647329"/>
              <a:gd name="connsiteY11" fmla="*/ 726895 h 2515517"/>
              <a:gd name="connsiteX12" fmla="*/ 1012503 w 2647329"/>
              <a:gd name="connsiteY12" fmla="*/ 584210 h 2515517"/>
              <a:gd name="connsiteX13" fmla="*/ 733230 w 2647329"/>
              <a:gd name="connsiteY13" fmla="*/ 389900 h 2515517"/>
              <a:gd name="connsiteX14" fmla="*/ 9091 w 2647329"/>
              <a:gd name="connsiteY14" fmla="*/ 0 h 2515517"/>
              <a:gd name="connsiteX0" fmla="*/ 0 w 2647329"/>
              <a:gd name="connsiteY0" fmla="*/ 2378946 h 2519620"/>
              <a:gd name="connsiteX1" fmla="*/ 797621 w 2647329"/>
              <a:gd name="connsiteY1" fmla="*/ 2056873 h 2519620"/>
              <a:gd name="connsiteX2" fmla="*/ 1099996 w 2647329"/>
              <a:gd name="connsiteY2" fmla="*/ 1959209 h 2519620"/>
              <a:gd name="connsiteX3" fmla="*/ 1568032 w 2647329"/>
              <a:gd name="connsiteY3" fmla="*/ 2025552 h 2519620"/>
              <a:gd name="connsiteX4" fmla="*/ 1896559 w 2647329"/>
              <a:gd name="connsiteY4" fmla="*/ 2309423 h 2519620"/>
              <a:gd name="connsiteX5" fmla="*/ 2332270 w 2647329"/>
              <a:gd name="connsiteY5" fmla="*/ 2514510 h 2519620"/>
              <a:gd name="connsiteX6" fmla="*/ 2591367 w 2647329"/>
              <a:gd name="connsiteY6" fmla="*/ 2095828 h 2519620"/>
              <a:gd name="connsiteX7" fmla="*/ 2643945 w 2647329"/>
              <a:gd name="connsiteY7" fmla="*/ 1881134 h 2519620"/>
              <a:gd name="connsiteX8" fmla="*/ 2412678 w 2647329"/>
              <a:gd name="connsiteY8" fmla="*/ 1523756 h 2519620"/>
              <a:gd name="connsiteX9" fmla="*/ 1760406 w 2647329"/>
              <a:gd name="connsiteY9" fmla="*/ 1040553 h 2519620"/>
              <a:gd name="connsiteX10" fmla="*/ 1520662 w 2647329"/>
              <a:gd name="connsiteY10" fmla="*/ 897297 h 2519620"/>
              <a:gd name="connsiteX11" fmla="*/ 1241008 w 2647329"/>
              <a:gd name="connsiteY11" fmla="*/ 726895 h 2519620"/>
              <a:gd name="connsiteX12" fmla="*/ 1012503 w 2647329"/>
              <a:gd name="connsiteY12" fmla="*/ 584210 h 2519620"/>
              <a:gd name="connsiteX13" fmla="*/ 733230 w 2647329"/>
              <a:gd name="connsiteY13" fmla="*/ 389900 h 2519620"/>
              <a:gd name="connsiteX14" fmla="*/ 9091 w 2647329"/>
              <a:gd name="connsiteY14" fmla="*/ 0 h 2519620"/>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733230 w 2647329"/>
              <a:gd name="connsiteY13" fmla="*/ 665898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1012503 w 2647329"/>
              <a:gd name="connsiteY12" fmla="*/ 860208 h 2795618"/>
              <a:gd name="connsiteX13" fmla="*/ 549830 w 2647329"/>
              <a:gd name="connsiteY13" fmla="*/ 611899 h 2795618"/>
              <a:gd name="connsiteX14" fmla="*/ 13676 w 2647329"/>
              <a:gd name="connsiteY14" fmla="*/ 0 h 2795618"/>
              <a:gd name="connsiteX0" fmla="*/ 0 w 2647329"/>
              <a:gd name="connsiteY0" fmla="*/ 2654944 h 2795618"/>
              <a:gd name="connsiteX1" fmla="*/ 797621 w 2647329"/>
              <a:gd name="connsiteY1" fmla="*/ 2332871 h 2795618"/>
              <a:gd name="connsiteX2" fmla="*/ 1099996 w 2647329"/>
              <a:gd name="connsiteY2" fmla="*/ 2235207 h 2795618"/>
              <a:gd name="connsiteX3" fmla="*/ 1568032 w 2647329"/>
              <a:gd name="connsiteY3" fmla="*/ 2301550 h 2795618"/>
              <a:gd name="connsiteX4" fmla="*/ 1896559 w 2647329"/>
              <a:gd name="connsiteY4" fmla="*/ 2585421 h 2795618"/>
              <a:gd name="connsiteX5" fmla="*/ 2332270 w 2647329"/>
              <a:gd name="connsiteY5" fmla="*/ 2790508 h 2795618"/>
              <a:gd name="connsiteX6" fmla="*/ 2591367 w 2647329"/>
              <a:gd name="connsiteY6" fmla="*/ 2371826 h 2795618"/>
              <a:gd name="connsiteX7" fmla="*/ 2643945 w 2647329"/>
              <a:gd name="connsiteY7" fmla="*/ 2157132 h 2795618"/>
              <a:gd name="connsiteX8" fmla="*/ 2412678 w 2647329"/>
              <a:gd name="connsiteY8" fmla="*/ 1799754 h 2795618"/>
              <a:gd name="connsiteX9" fmla="*/ 1760406 w 2647329"/>
              <a:gd name="connsiteY9" fmla="*/ 1316551 h 2795618"/>
              <a:gd name="connsiteX10" fmla="*/ 1520662 w 2647329"/>
              <a:gd name="connsiteY10" fmla="*/ 1173295 h 2795618"/>
              <a:gd name="connsiteX11" fmla="*/ 1241008 w 2647329"/>
              <a:gd name="connsiteY11" fmla="*/ 1002893 h 2795618"/>
              <a:gd name="connsiteX12" fmla="*/ 988656 w 2647329"/>
              <a:gd name="connsiteY12" fmla="*/ 924575 h 2795618"/>
              <a:gd name="connsiteX13" fmla="*/ 549830 w 2647329"/>
              <a:gd name="connsiteY13" fmla="*/ 611899 h 2795618"/>
              <a:gd name="connsiteX14" fmla="*/ 13676 w 2647329"/>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654944 h 2795618"/>
              <a:gd name="connsiteX1" fmla="*/ 797621 w 2610943"/>
              <a:gd name="connsiteY1" fmla="*/ 2332871 h 2795618"/>
              <a:gd name="connsiteX2" fmla="*/ 1099996 w 2610943"/>
              <a:gd name="connsiteY2" fmla="*/ 2235207 h 2795618"/>
              <a:gd name="connsiteX3" fmla="*/ 1568032 w 2610943"/>
              <a:gd name="connsiteY3" fmla="*/ 2301550 h 2795618"/>
              <a:gd name="connsiteX4" fmla="*/ 1896559 w 2610943"/>
              <a:gd name="connsiteY4" fmla="*/ 2585421 h 2795618"/>
              <a:gd name="connsiteX5" fmla="*/ 2332270 w 2610943"/>
              <a:gd name="connsiteY5" fmla="*/ 2790508 h 2795618"/>
              <a:gd name="connsiteX6" fmla="*/ 2591367 w 2610943"/>
              <a:gd name="connsiteY6" fmla="*/ 2371826 h 2795618"/>
              <a:gd name="connsiteX7" fmla="*/ 2585814 w 2610943"/>
              <a:gd name="connsiteY7" fmla="*/ 2100567 h 2795618"/>
              <a:gd name="connsiteX8" fmla="*/ 2412678 w 2610943"/>
              <a:gd name="connsiteY8" fmla="*/ 1799754 h 2795618"/>
              <a:gd name="connsiteX9" fmla="*/ 1760406 w 2610943"/>
              <a:gd name="connsiteY9" fmla="*/ 1316551 h 2795618"/>
              <a:gd name="connsiteX10" fmla="*/ 1520662 w 2610943"/>
              <a:gd name="connsiteY10" fmla="*/ 1173295 h 2795618"/>
              <a:gd name="connsiteX11" fmla="*/ 1241008 w 2610943"/>
              <a:gd name="connsiteY11" fmla="*/ 1002893 h 2795618"/>
              <a:gd name="connsiteX12" fmla="*/ 988656 w 2610943"/>
              <a:gd name="connsiteY12" fmla="*/ 924575 h 2795618"/>
              <a:gd name="connsiteX13" fmla="*/ 549830 w 2610943"/>
              <a:gd name="connsiteY13" fmla="*/ 611899 h 2795618"/>
              <a:gd name="connsiteX14" fmla="*/ 13676 w 2610943"/>
              <a:gd name="connsiteY14" fmla="*/ 0 h 2795618"/>
              <a:gd name="connsiteX0" fmla="*/ 0 w 2610943"/>
              <a:gd name="connsiteY0" fmla="*/ 2043045 h 2183719"/>
              <a:gd name="connsiteX1" fmla="*/ 797621 w 2610943"/>
              <a:gd name="connsiteY1" fmla="*/ 1720972 h 2183719"/>
              <a:gd name="connsiteX2" fmla="*/ 1099996 w 2610943"/>
              <a:gd name="connsiteY2" fmla="*/ 1623308 h 2183719"/>
              <a:gd name="connsiteX3" fmla="*/ 1568032 w 2610943"/>
              <a:gd name="connsiteY3" fmla="*/ 1689651 h 2183719"/>
              <a:gd name="connsiteX4" fmla="*/ 1896559 w 2610943"/>
              <a:gd name="connsiteY4" fmla="*/ 1973522 h 2183719"/>
              <a:gd name="connsiteX5" fmla="*/ 2332270 w 2610943"/>
              <a:gd name="connsiteY5" fmla="*/ 2178609 h 2183719"/>
              <a:gd name="connsiteX6" fmla="*/ 2591367 w 2610943"/>
              <a:gd name="connsiteY6" fmla="*/ 1759927 h 2183719"/>
              <a:gd name="connsiteX7" fmla="*/ 2585814 w 2610943"/>
              <a:gd name="connsiteY7" fmla="*/ 1488668 h 2183719"/>
              <a:gd name="connsiteX8" fmla="*/ 2412678 w 2610943"/>
              <a:gd name="connsiteY8" fmla="*/ 1187855 h 2183719"/>
              <a:gd name="connsiteX9" fmla="*/ 1760406 w 2610943"/>
              <a:gd name="connsiteY9" fmla="*/ 704652 h 2183719"/>
              <a:gd name="connsiteX10" fmla="*/ 1520662 w 2610943"/>
              <a:gd name="connsiteY10" fmla="*/ 561396 h 2183719"/>
              <a:gd name="connsiteX11" fmla="*/ 1241008 w 2610943"/>
              <a:gd name="connsiteY11" fmla="*/ 390994 h 2183719"/>
              <a:gd name="connsiteX12" fmla="*/ 988656 w 2610943"/>
              <a:gd name="connsiteY12" fmla="*/ 312676 h 2183719"/>
              <a:gd name="connsiteX13" fmla="*/ 549830 w 2610943"/>
              <a:gd name="connsiteY13" fmla="*/ 0 h 2183719"/>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200"/>
              <a:gd name="connsiteX1" fmla="*/ 797621 w 2610943"/>
              <a:gd name="connsiteY1" fmla="*/ 1883453 h 2346200"/>
              <a:gd name="connsiteX2" fmla="*/ 1099996 w 2610943"/>
              <a:gd name="connsiteY2" fmla="*/ 1785789 h 2346200"/>
              <a:gd name="connsiteX3" fmla="*/ 1568032 w 2610943"/>
              <a:gd name="connsiteY3" fmla="*/ 1852132 h 2346200"/>
              <a:gd name="connsiteX4" fmla="*/ 1896559 w 2610943"/>
              <a:gd name="connsiteY4" fmla="*/ 2136003 h 2346200"/>
              <a:gd name="connsiteX5" fmla="*/ 2332270 w 2610943"/>
              <a:gd name="connsiteY5" fmla="*/ 2341090 h 2346200"/>
              <a:gd name="connsiteX6" fmla="*/ 2591367 w 2610943"/>
              <a:gd name="connsiteY6" fmla="*/ 1922408 h 2346200"/>
              <a:gd name="connsiteX7" fmla="*/ 2585814 w 2610943"/>
              <a:gd name="connsiteY7" fmla="*/ 1651149 h 2346200"/>
              <a:gd name="connsiteX8" fmla="*/ 2412678 w 2610943"/>
              <a:gd name="connsiteY8" fmla="*/ 1350336 h 2346200"/>
              <a:gd name="connsiteX9" fmla="*/ 1760406 w 2610943"/>
              <a:gd name="connsiteY9" fmla="*/ 867133 h 2346200"/>
              <a:gd name="connsiteX10" fmla="*/ 1520662 w 2610943"/>
              <a:gd name="connsiteY10" fmla="*/ 723877 h 2346200"/>
              <a:gd name="connsiteX11" fmla="*/ 1241008 w 2610943"/>
              <a:gd name="connsiteY11" fmla="*/ 553475 h 2346200"/>
              <a:gd name="connsiteX12" fmla="*/ 988656 w 2610943"/>
              <a:gd name="connsiteY12" fmla="*/ 475157 h 2346200"/>
              <a:gd name="connsiteX13" fmla="*/ 237642 w 2610943"/>
              <a:gd name="connsiteY13" fmla="*/ 0 h 2346200"/>
              <a:gd name="connsiteX0" fmla="*/ 0 w 2610943"/>
              <a:gd name="connsiteY0" fmla="*/ 2205526 h 2346504"/>
              <a:gd name="connsiteX1" fmla="*/ 797621 w 2610943"/>
              <a:gd name="connsiteY1" fmla="*/ 1883453 h 2346504"/>
              <a:gd name="connsiteX2" fmla="*/ 1099996 w 2610943"/>
              <a:gd name="connsiteY2" fmla="*/ 1785789 h 2346504"/>
              <a:gd name="connsiteX3" fmla="*/ 1896559 w 2610943"/>
              <a:gd name="connsiteY3" fmla="*/ 2136003 h 2346504"/>
              <a:gd name="connsiteX4" fmla="*/ 2332270 w 2610943"/>
              <a:gd name="connsiteY4" fmla="*/ 2341090 h 2346504"/>
              <a:gd name="connsiteX5" fmla="*/ 2591367 w 2610943"/>
              <a:gd name="connsiteY5" fmla="*/ 1922408 h 2346504"/>
              <a:gd name="connsiteX6" fmla="*/ 2585814 w 2610943"/>
              <a:gd name="connsiteY6" fmla="*/ 1651149 h 2346504"/>
              <a:gd name="connsiteX7" fmla="*/ 2412678 w 2610943"/>
              <a:gd name="connsiteY7" fmla="*/ 1350336 h 2346504"/>
              <a:gd name="connsiteX8" fmla="*/ 1760406 w 2610943"/>
              <a:gd name="connsiteY8" fmla="*/ 867133 h 2346504"/>
              <a:gd name="connsiteX9" fmla="*/ 1520662 w 2610943"/>
              <a:gd name="connsiteY9" fmla="*/ 723877 h 2346504"/>
              <a:gd name="connsiteX10" fmla="*/ 1241008 w 2610943"/>
              <a:gd name="connsiteY10" fmla="*/ 553475 h 2346504"/>
              <a:gd name="connsiteX11" fmla="*/ 988656 w 2610943"/>
              <a:gd name="connsiteY11" fmla="*/ 475157 h 2346504"/>
              <a:gd name="connsiteX12" fmla="*/ 237642 w 2610943"/>
              <a:gd name="connsiteY12" fmla="*/ 0 h 2346504"/>
              <a:gd name="connsiteX0" fmla="*/ 0 w 2610943"/>
              <a:gd name="connsiteY0" fmla="*/ 2205526 h 2345351"/>
              <a:gd name="connsiteX1" fmla="*/ 797621 w 2610943"/>
              <a:gd name="connsiteY1" fmla="*/ 1883453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0 w 2610943"/>
              <a:gd name="connsiteY0" fmla="*/ 2205526 h 2345351"/>
              <a:gd name="connsiteX1" fmla="*/ 895580 w 2610943"/>
              <a:gd name="connsiteY1" fmla="*/ 2182431 h 2345351"/>
              <a:gd name="connsiteX2" fmla="*/ 1220790 w 2610943"/>
              <a:gd name="connsiteY2" fmla="*/ 2084380 h 2345351"/>
              <a:gd name="connsiteX3" fmla="*/ 1896559 w 2610943"/>
              <a:gd name="connsiteY3" fmla="*/ 2136003 h 2345351"/>
              <a:gd name="connsiteX4" fmla="*/ 2332270 w 2610943"/>
              <a:gd name="connsiteY4" fmla="*/ 2341090 h 2345351"/>
              <a:gd name="connsiteX5" fmla="*/ 2591367 w 2610943"/>
              <a:gd name="connsiteY5" fmla="*/ 1922408 h 2345351"/>
              <a:gd name="connsiteX6" fmla="*/ 2585814 w 2610943"/>
              <a:gd name="connsiteY6" fmla="*/ 1651149 h 2345351"/>
              <a:gd name="connsiteX7" fmla="*/ 2412678 w 2610943"/>
              <a:gd name="connsiteY7" fmla="*/ 1350336 h 2345351"/>
              <a:gd name="connsiteX8" fmla="*/ 1760406 w 2610943"/>
              <a:gd name="connsiteY8" fmla="*/ 867133 h 2345351"/>
              <a:gd name="connsiteX9" fmla="*/ 1520662 w 2610943"/>
              <a:gd name="connsiteY9" fmla="*/ 723877 h 2345351"/>
              <a:gd name="connsiteX10" fmla="*/ 1241008 w 2610943"/>
              <a:gd name="connsiteY10" fmla="*/ 553475 h 2345351"/>
              <a:gd name="connsiteX11" fmla="*/ 988656 w 2610943"/>
              <a:gd name="connsiteY11" fmla="*/ 475157 h 2345351"/>
              <a:gd name="connsiteX12" fmla="*/ 237642 w 2610943"/>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6562 w 2373301"/>
              <a:gd name="connsiteY0" fmla="*/ 234015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351"/>
              <a:gd name="connsiteX1" fmla="*/ 657938 w 2373301"/>
              <a:gd name="connsiteY1" fmla="*/ 2182431 h 2345351"/>
              <a:gd name="connsiteX2" fmla="*/ 983148 w 2373301"/>
              <a:gd name="connsiteY2" fmla="*/ 2084380 h 2345351"/>
              <a:gd name="connsiteX3" fmla="*/ 1658917 w 2373301"/>
              <a:gd name="connsiteY3" fmla="*/ 2136003 h 2345351"/>
              <a:gd name="connsiteX4" fmla="*/ 2094628 w 2373301"/>
              <a:gd name="connsiteY4" fmla="*/ 2341090 h 2345351"/>
              <a:gd name="connsiteX5" fmla="*/ 2353725 w 2373301"/>
              <a:gd name="connsiteY5" fmla="*/ 1922408 h 2345351"/>
              <a:gd name="connsiteX6" fmla="*/ 2348172 w 2373301"/>
              <a:gd name="connsiteY6" fmla="*/ 1651149 h 2345351"/>
              <a:gd name="connsiteX7" fmla="*/ 2175036 w 2373301"/>
              <a:gd name="connsiteY7" fmla="*/ 1350336 h 2345351"/>
              <a:gd name="connsiteX8" fmla="*/ 1522764 w 2373301"/>
              <a:gd name="connsiteY8" fmla="*/ 867133 h 2345351"/>
              <a:gd name="connsiteX9" fmla="*/ 1283020 w 2373301"/>
              <a:gd name="connsiteY9" fmla="*/ 723877 h 2345351"/>
              <a:gd name="connsiteX10" fmla="*/ 1003366 w 2373301"/>
              <a:gd name="connsiteY10" fmla="*/ 553475 h 2345351"/>
              <a:gd name="connsiteX11" fmla="*/ 751014 w 2373301"/>
              <a:gd name="connsiteY11" fmla="*/ 475157 h 2345351"/>
              <a:gd name="connsiteX12" fmla="*/ 0 w 2373301"/>
              <a:gd name="connsiteY12" fmla="*/ 0 h 2345351"/>
              <a:gd name="connsiteX0" fmla="*/ 98273 w 2373301"/>
              <a:gd name="connsiteY0" fmla="*/ 2232989 h 2345520"/>
              <a:gd name="connsiteX1" fmla="*/ 657938 w 2373301"/>
              <a:gd name="connsiteY1" fmla="*/ 2182431 h 2345520"/>
              <a:gd name="connsiteX2" fmla="*/ 949417 w 2373301"/>
              <a:gd name="connsiteY2" fmla="*/ 2031381 h 2345520"/>
              <a:gd name="connsiteX3" fmla="*/ 1658917 w 2373301"/>
              <a:gd name="connsiteY3" fmla="*/ 2136003 h 2345520"/>
              <a:gd name="connsiteX4" fmla="*/ 2094628 w 2373301"/>
              <a:gd name="connsiteY4" fmla="*/ 2341090 h 2345520"/>
              <a:gd name="connsiteX5" fmla="*/ 2353725 w 2373301"/>
              <a:gd name="connsiteY5" fmla="*/ 1922408 h 2345520"/>
              <a:gd name="connsiteX6" fmla="*/ 2348172 w 2373301"/>
              <a:gd name="connsiteY6" fmla="*/ 1651149 h 2345520"/>
              <a:gd name="connsiteX7" fmla="*/ 2175036 w 2373301"/>
              <a:gd name="connsiteY7" fmla="*/ 1350336 h 2345520"/>
              <a:gd name="connsiteX8" fmla="*/ 1522764 w 2373301"/>
              <a:gd name="connsiteY8" fmla="*/ 867133 h 2345520"/>
              <a:gd name="connsiteX9" fmla="*/ 1283020 w 2373301"/>
              <a:gd name="connsiteY9" fmla="*/ 723877 h 2345520"/>
              <a:gd name="connsiteX10" fmla="*/ 1003366 w 2373301"/>
              <a:gd name="connsiteY10" fmla="*/ 553475 h 2345520"/>
              <a:gd name="connsiteX11" fmla="*/ 751014 w 2373301"/>
              <a:gd name="connsiteY11" fmla="*/ 475157 h 2345520"/>
              <a:gd name="connsiteX12" fmla="*/ 0 w 2373301"/>
              <a:gd name="connsiteY12" fmla="*/ 0 h 2345520"/>
              <a:gd name="connsiteX0" fmla="*/ 98273 w 2371356"/>
              <a:gd name="connsiteY0" fmla="*/ 2232989 h 2232989"/>
              <a:gd name="connsiteX1" fmla="*/ 657938 w 2371356"/>
              <a:gd name="connsiteY1" fmla="*/ 2182431 h 2232989"/>
              <a:gd name="connsiteX2" fmla="*/ 949417 w 2371356"/>
              <a:gd name="connsiteY2" fmla="*/ 2031381 h 2232989"/>
              <a:gd name="connsiteX3" fmla="*/ 1658917 w 2371356"/>
              <a:gd name="connsiteY3" fmla="*/ 2136003 h 2232989"/>
              <a:gd name="connsiteX4" fmla="*/ 2120907 w 2371356"/>
              <a:gd name="connsiteY4" fmla="*/ 2056350 h 2232989"/>
              <a:gd name="connsiteX5" fmla="*/ 2353725 w 2371356"/>
              <a:gd name="connsiteY5" fmla="*/ 1922408 h 2232989"/>
              <a:gd name="connsiteX6" fmla="*/ 2348172 w 2371356"/>
              <a:gd name="connsiteY6" fmla="*/ 1651149 h 2232989"/>
              <a:gd name="connsiteX7" fmla="*/ 2175036 w 2371356"/>
              <a:gd name="connsiteY7" fmla="*/ 1350336 h 2232989"/>
              <a:gd name="connsiteX8" fmla="*/ 1522764 w 2371356"/>
              <a:gd name="connsiteY8" fmla="*/ 867133 h 2232989"/>
              <a:gd name="connsiteX9" fmla="*/ 1283020 w 2371356"/>
              <a:gd name="connsiteY9" fmla="*/ 723877 h 2232989"/>
              <a:gd name="connsiteX10" fmla="*/ 1003366 w 2371356"/>
              <a:gd name="connsiteY10" fmla="*/ 553475 h 2232989"/>
              <a:gd name="connsiteX11" fmla="*/ 751014 w 2371356"/>
              <a:gd name="connsiteY11" fmla="*/ 475157 h 2232989"/>
              <a:gd name="connsiteX12" fmla="*/ 0 w 2371356"/>
              <a:gd name="connsiteY12" fmla="*/ 0 h 2232989"/>
              <a:gd name="connsiteX0" fmla="*/ 98273 w 2371356"/>
              <a:gd name="connsiteY0" fmla="*/ 2232989 h 2232989"/>
              <a:gd name="connsiteX1" fmla="*/ 657938 w 2371356"/>
              <a:gd name="connsiteY1" fmla="*/ 2182431 h 2232989"/>
              <a:gd name="connsiteX2" fmla="*/ 954309 w 2371356"/>
              <a:gd name="connsiteY2" fmla="*/ 1968759 h 2232989"/>
              <a:gd name="connsiteX3" fmla="*/ 1658917 w 2371356"/>
              <a:gd name="connsiteY3" fmla="*/ 2136003 h 2232989"/>
              <a:gd name="connsiteX4" fmla="*/ 2120907 w 2371356"/>
              <a:gd name="connsiteY4" fmla="*/ 2056350 h 2232989"/>
              <a:gd name="connsiteX5" fmla="*/ 2353725 w 2371356"/>
              <a:gd name="connsiteY5" fmla="*/ 1922408 h 2232989"/>
              <a:gd name="connsiteX6" fmla="*/ 2348172 w 2371356"/>
              <a:gd name="connsiteY6" fmla="*/ 1651149 h 2232989"/>
              <a:gd name="connsiteX7" fmla="*/ 2175036 w 2371356"/>
              <a:gd name="connsiteY7" fmla="*/ 1350336 h 2232989"/>
              <a:gd name="connsiteX8" fmla="*/ 1522764 w 2371356"/>
              <a:gd name="connsiteY8" fmla="*/ 867133 h 2232989"/>
              <a:gd name="connsiteX9" fmla="*/ 1283020 w 2371356"/>
              <a:gd name="connsiteY9" fmla="*/ 723877 h 2232989"/>
              <a:gd name="connsiteX10" fmla="*/ 1003366 w 2371356"/>
              <a:gd name="connsiteY10" fmla="*/ 553475 h 2232989"/>
              <a:gd name="connsiteX11" fmla="*/ 751014 w 2371356"/>
              <a:gd name="connsiteY11" fmla="*/ 475157 h 2232989"/>
              <a:gd name="connsiteX12" fmla="*/ 0 w 2371356"/>
              <a:gd name="connsiteY12" fmla="*/ 0 h 2232989"/>
              <a:gd name="connsiteX0" fmla="*/ 98273 w 2371356"/>
              <a:gd name="connsiteY0" fmla="*/ 2232989 h 2232989"/>
              <a:gd name="connsiteX1" fmla="*/ 657938 w 2371356"/>
              <a:gd name="connsiteY1" fmla="*/ 2182431 h 2232989"/>
              <a:gd name="connsiteX2" fmla="*/ 954309 w 2371356"/>
              <a:gd name="connsiteY2" fmla="*/ 1968759 h 2232989"/>
              <a:gd name="connsiteX3" fmla="*/ 1678055 w 2371356"/>
              <a:gd name="connsiteY3" fmla="*/ 2045775 h 2232989"/>
              <a:gd name="connsiteX4" fmla="*/ 2120907 w 2371356"/>
              <a:gd name="connsiteY4" fmla="*/ 2056350 h 2232989"/>
              <a:gd name="connsiteX5" fmla="*/ 2353725 w 2371356"/>
              <a:gd name="connsiteY5" fmla="*/ 1922408 h 2232989"/>
              <a:gd name="connsiteX6" fmla="*/ 2348172 w 2371356"/>
              <a:gd name="connsiteY6" fmla="*/ 1651149 h 2232989"/>
              <a:gd name="connsiteX7" fmla="*/ 2175036 w 2371356"/>
              <a:gd name="connsiteY7" fmla="*/ 1350336 h 2232989"/>
              <a:gd name="connsiteX8" fmla="*/ 1522764 w 2371356"/>
              <a:gd name="connsiteY8" fmla="*/ 867133 h 2232989"/>
              <a:gd name="connsiteX9" fmla="*/ 1283020 w 2371356"/>
              <a:gd name="connsiteY9" fmla="*/ 723877 h 2232989"/>
              <a:gd name="connsiteX10" fmla="*/ 1003366 w 2371356"/>
              <a:gd name="connsiteY10" fmla="*/ 553475 h 2232989"/>
              <a:gd name="connsiteX11" fmla="*/ 751014 w 2371356"/>
              <a:gd name="connsiteY11" fmla="*/ 475157 h 2232989"/>
              <a:gd name="connsiteX12" fmla="*/ 0 w 2371356"/>
              <a:gd name="connsiteY12" fmla="*/ 0 h 2232989"/>
              <a:gd name="connsiteX0" fmla="*/ 657938 w 2371356"/>
              <a:gd name="connsiteY0" fmla="*/ 2182431 h 2182432"/>
              <a:gd name="connsiteX1" fmla="*/ 954309 w 2371356"/>
              <a:gd name="connsiteY1" fmla="*/ 1968759 h 2182432"/>
              <a:gd name="connsiteX2" fmla="*/ 1678055 w 2371356"/>
              <a:gd name="connsiteY2" fmla="*/ 2045775 h 2182432"/>
              <a:gd name="connsiteX3" fmla="*/ 2120907 w 2371356"/>
              <a:gd name="connsiteY3" fmla="*/ 2056350 h 2182432"/>
              <a:gd name="connsiteX4" fmla="*/ 2353725 w 2371356"/>
              <a:gd name="connsiteY4" fmla="*/ 1922408 h 2182432"/>
              <a:gd name="connsiteX5" fmla="*/ 2348172 w 2371356"/>
              <a:gd name="connsiteY5" fmla="*/ 1651149 h 2182432"/>
              <a:gd name="connsiteX6" fmla="*/ 2175036 w 2371356"/>
              <a:gd name="connsiteY6" fmla="*/ 1350336 h 2182432"/>
              <a:gd name="connsiteX7" fmla="*/ 1522764 w 2371356"/>
              <a:gd name="connsiteY7" fmla="*/ 867133 h 2182432"/>
              <a:gd name="connsiteX8" fmla="*/ 1283020 w 2371356"/>
              <a:gd name="connsiteY8" fmla="*/ 723877 h 2182432"/>
              <a:gd name="connsiteX9" fmla="*/ 1003366 w 2371356"/>
              <a:gd name="connsiteY9" fmla="*/ 553475 h 2182432"/>
              <a:gd name="connsiteX10" fmla="*/ 751014 w 2371356"/>
              <a:gd name="connsiteY10" fmla="*/ 475157 h 2182432"/>
              <a:gd name="connsiteX11" fmla="*/ 0 w 2371356"/>
              <a:gd name="connsiteY11" fmla="*/ 0 h 2182432"/>
              <a:gd name="connsiteX0" fmla="*/ 667725 w 2371356"/>
              <a:gd name="connsiteY0" fmla="*/ 2057187 h 2065991"/>
              <a:gd name="connsiteX1" fmla="*/ 954309 w 2371356"/>
              <a:gd name="connsiteY1" fmla="*/ 1968759 h 2065991"/>
              <a:gd name="connsiteX2" fmla="*/ 1678055 w 2371356"/>
              <a:gd name="connsiteY2" fmla="*/ 2045775 h 2065991"/>
              <a:gd name="connsiteX3" fmla="*/ 2120907 w 2371356"/>
              <a:gd name="connsiteY3" fmla="*/ 2056350 h 2065991"/>
              <a:gd name="connsiteX4" fmla="*/ 2353725 w 2371356"/>
              <a:gd name="connsiteY4" fmla="*/ 1922408 h 2065991"/>
              <a:gd name="connsiteX5" fmla="*/ 2348172 w 2371356"/>
              <a:gd name="connsiteY5" fmla="*/ 1651149 h 2065991"/>
              <a:gd name="connsiteX6" fmla="*/ 2175036 w 2371356"/>
              <a:gd name="connsiteY6" fmla="*/ 1350336 h 2065991"/>
              <a:gd name="connsiteX7" fmla="*/ 1522764 w 2371356"/>
              <a:gd name="connsiteY7" fmla="*/ 867133 h 2065991"/>
              <a:gd name="connsiteX8" fmla="*/ 1283020 w 2371356"/>
              <a:gd name="connsiteY8" fmla="*/ 723877 h 2065991"/>
              <a:gd name="connsiteX9" fmla="*/ 1003366 w 2371356"/>
              <a:gd name="connsiteY9" fmla="*/ 553475 h 2065991"/>
              <a:gd name="connsiteX10" fmla="*/ 751014 w 2371356"/>
              <a:gd name="connsiteY10" fmla="*/ 475157 h 2065991"/>
              <a:gd name="connsiteX11" fmla="*/ 0 w 2371356"/>
              <a:gd name="connsiteY11" fmla="*/ 0 h 2065991"/>
              <a:gd name="connsiteX0" fmla="*/ 609751 w 2313382"/>
              <a:gd name="connsiteY0" fmla="*/ 1922438 h 1931242"/>
              <a:gd name="connsiteX1" fmla="*/ 896335 w 2313382"/>
              <a:gd name="connsiteY1" fmla="*/ 1834010 h 1931242"/>
              <a:gd name="connsiteX2" fmla="*/ 1620081 w 2313382"/>
              <a:gd name="connsiteY2" fmla="*/ 1911026 h 1931242"/>
              <a:gd name="connsiteX3" fmla="*/ 2062933 w 2313382"/>
              <a:gd name="connsiteY3" fmla="*/ 1921601 h 1931242"/>
              <a:gd name="connsiteX4" fmla="*/ 2295751 w 2313382"/>
              <a:gd name="connsiteY4" fmla="*/ 1787659 h 1931242"/>
              <a:gd name="connsiteX5" fmla="*/ 2290198 w 2313382"/>
              <a:gd name="connsiteY5" fmla="*/ 1516400 h 1931242"/>
              <a:gd name="connsiteX6" fmla="*/ 2117062 w 2313382"/>
              <a:gd name="connsiteY6" fmla="*/ 1215587 h 1931242"/>
              <a:gd name="connsiteX7" fmla="*/ 1464790 w 2313382"/>
              <a:gd name="connsiteY7" fmla="*/ 732384 h 1931242"/>
              <a:gd name="connsiteX8" fmla="*/ 1225046 w 2313382"/>
              <a:gd name="connsiteY8" fmla="*/ 589128 h 1931242"/>
              <a:gd name="connsiteX9" fmla="*/ 945392 w 2313382"/>
              <a:gd name="connsiteY9" fmla="*/ 418726 h 1931242"/>
              <a:gd name="connsiteX10" fmla="*/ 693040 w 2313382"/>
              <a:gd name="connsiteY10" fmla="*/ 340408 h 1931242"/>
              <a:gd name="connsiteX11" fmla="*/ -1 w 2313382"/>
              <a:gd name="connsiteY11" fmla="*/ -1 h 1931242"/>
              <a:gd name="connsiteX0" fmla="*/ 609753 w 2313384"/>
              <a:gd name="connsiteY0" fmla="*/ 1922439 h 1931243"/>
              <a:gd name="connsiteX1" fmla="*/ 896337 w 2313384"/>
              <a:gd name="connsiteY1" fmla="*/ 1834011 h 1931243"/>
              <a:gd name="connsiteX2" fmla="*/ 1620083 w 2313384"/>
              <a:gd name="connsiteY2" fmla="*/ 1911027 h 1931243"/>
              <a:gd name="connsiteX3" fmla="*/ 2062935 w 2313384"/>
              <a:gd name="connsiteY3" fmla="*/ 1921602 h 1931243"/>
              <a:gd name="connsiteX4" fmla="*/ 2295753 w 2313384"/>
              <a:gd name="connsiteY4" fmla="*/ 1787660 h 1931243"/>
              <a:gd name="connsiteX5" fmla="*/ 2290200 w 2313384"/>
              <a:gd name="connsiteY5" fmla="*/ 1516401 h 1931243"/>
              <a:gd name="connsiteX6" fmla="*/ 2117064 w 2313384"/>
              <a:gd name="connsiteY6" fmla="*/ 1215588 h 1931243"/>
              <a:gd name="connsiteX7" fmla="*/ 1464792 w 2313384"/>
              <a:gd name="connsiteY7" fmla="*/ 732385 h 1931243"/>
              <a:gd name="connsiteX8" fmla="*/ 1225048 w 2313384"/>
              <a:gd name="connsiteY8" fmla="*/ 589129 h 1931243"/>
              <a:gd name="connsiteX9" fmla="*/ 693042 w 2313384"/>
              <a:gd name="connsiteY9" fmla="*/ 340409 h 1931243"/>
              <a:gd name="connsiteX10" fmla="*/ 1 w 2313384"/>
              <a:gd name="connsiteY10" fmla="*/ 0 h 1931243"/>
              <a:gd name="connsiteX0" fmla="*/ 609751 w 2313382"/>
              <a:gd name="connsiteY0" fmla="*/ 1922439 h 1931243"/>
              <a:gd name="connsiteX1" fmla="*/ 896335 w 2313382"/>
              <a:gd name="connsiteY1" fmla="*/ 1834011 h 1931243"/>
              <a:gd name="connsiteX2" fmla="*/ 1620081 w 2313382"/>
              <a:gd name="connsiteY2" fmla="*/ 1911027 h 1931243"/>
              <a:gd name="connsiteX3" fmla="*/ 2062933 w 2313382"/>
              <a:gd name="connsiteY3" fmla="*/ 1921602 h 1931243"/>
              <a:gd name="connsiteX4" fmla="*/ 2295751 w 2313382"/>
              <a:gd name="connsiteY4" fmla="*/ 1787660 h 1931243"/>
              <a:gd name="connsiteX5" fmla="*/ 2290198 w 2313382"/>
              <a:gd name="connsiteY5" fmla="*/ 1516401 h 1931243"/>
              <a:gd name="connsiteX6" fmla="*/ 2117062 w 2313382"/>
              <a:gd name="connsiteY6" fmla="*/ 1215588 h 1931243"/>
              <a:gd name="connsiteX7" fmla="*/ 1464790 w 2313382"/>
              <a:gd name="connsiteY7" fmla="*/ 732385 h 1931243"/>
              <a:gd name="connsiteX8" fmla="*/ 1132809 w 2313382"/>
              <a:gd name="connsiteY8" fmla="*/ 635029 h 1931243"/>
              <a:gd name="connsiteX9" fmla="*/ 693040 w 2313382"/>
              <a:gd name="connsiteY9" fmla="*/ 340409 h 1931243"/>
              <a:gd name="connsiteX10" fmla="*/ -1 w 2313382"/>
              <a:gd name="connsiteY10" fmla="*/ 0 h 1931243"/>
              <a:gd name="connsiteX0" fmla="*/ 609753 w 2313384"/>
              <a:gd name="connsiteY0" fmla="*/ 1922439 h 1931243"/>
              <a:gd name="connsiteX1" fmla="*/ 896337 w 2313384"/>
              <a:gd name="connsiteY1" fmla="*/ 1834011 h 1931243"/>
              <a:gd name="connsiteX2" fmla="*/ 1620083 w 2313384"/>
              <a:gd name="connsiteY2" fmla="*/ 1911027 h 1931243"/>
              <a:gd name="connsiteX3" fmla="*/ 2062935 w 2313384"/>
              <a:gd name="connsiteY3" fmla="*/ 1921602 h 1931243"/>
              <a:gd name="connsiteX4" fmla="*/ 2295753 w 2313384"/>
              <a:gd name="connsiteY4" fmla="*/ 1787660 h 1931243"/>
              <a:gd name="connsiteX5" fmla="*/ 2290200 w 2313384"/>
              <a:gd name="connsiteY5" fmla="*/ 1516401 h 1931243"/>
              <a:gd name="connsiteX6" fmla="*/ 2117064 w 2313384"/>
              <a:gd name="connsiteY6" fmla="*/ 1215588 h 1931243"/>
              <a:gd name="connsiteX7" fmla="*/ 1426414 w 2313384"/>
              <a:gd name="connsiteY7" fmla="*/ 862555 h 1931243"/>
              <a:gd name="connsiteX8" fmla="*/ 1132811 w 2313384"/>
              <a:gd name="connsiteY8" fmla="*/ 635029 h 1931243"/>
              <a:gd name="connsiteX9" fmla="*/ 693042 w 2313384"/>
              <a:gd name="connsiteY9" fmla="*/ 340409 h 1931243"/>
              <a:gd name="connsiteX10" fmla="*/ 1 w 2313384"/>
              <a:gd name="connsiteY10" fmla="*/ 0 h 193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3384" h="1931243">
                <a:moveTo>
                  <a:pt x="609753" y="1922439"/>
                </a:moveTo>
                <a:cubicBezTo>
                  <a:pt x="752426" y="1878401"/>
                  <a:pt x="727949" y="1835913"/>
                  <a:pt x="896337" y="1834011"/>
                </a:cubicBezTo>
                <a:cubicBezTo>
                  <a:pt x="1064725" y="1832109"/>
                  <a:pt x="1425650" y="1896429"/>
                  <a:pt x="1620083" y="1911027"/>
                </a:cubicBezTo>
                <a:cubicBezTo>
                  <a:pt x="1814516" y="1925625"/>
                  <a:pt x="1950323" y="1942163"/>
                  <a:pt x="2062935" y="1921602"/>
                </a:cubicBezTo>
                <a:cubicBezTo>
                  <a:pt x="2175547" y="1901041"/>
                  <a:pt x="2257876" y="1855193"/>
                  <a:pt x="2295753" y="1787660"/>
                </a:cubicBezTo>
                <a:cubicBezTo>
                  <a:pt x="2333630" y="1720127"/>
                  <a:pt x="2300201" y="1592601"/>
                  <a:pt x="2290200" y="1516401"/>
                </a:cubicBezTo>
                <a:cubicBezTo>
                  <a:pt x="2271245" y="1372193"/>
                  <a:pt x="2261028" y="1324562"/>
                  <a:pt x="2117064" y="1215588"/>
                </a:cubicBezTo>
                <a:cubicBezTo>
                  <a:pt x="1973100" y="1106614"/>
                  <a:pt x="1590456" y="959315"/>
                  <a:pt x="1426414" y="862555"/>
                </a:cubicBezTo>
                <a:cubicBezTo>
                  <a:pt x="1262372" y="765795"/>
                  <a:pt x="1255040" y="722053"/>
                  <a:pt x="1132811" y="635029"/>
                </a:cubicBezTo>
                <a:cubicBezTo>
                  <a:pt x="1010582" y="548005"/>
                  <a:pt x="897216" y="438597"/>
                  <a:pt x="693042" y="340409"/>
                </a:cubicBezTo>
                <a:cubicBezTo>
                  <a:pt x="525814" y="248163"/>
                  <a:pt x="174146" y="236166"/>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0" name="Freeform: Shape 9">
            <a:extLst>
              <a:ext uri="{FF2B5EF4-FFF2-40B4-BE49-F238E27FC236}">
                <a16:creationId xmlns:a16="http://schemas.microsoft.com/office/drawing/2014/main" id="{B9D878FE-B6D3-0D8A-ED43-A80311F89A75}"/>
              </a:ext>
            </a:extLst>
          </p:cNvPr>
          <p:cNvSpPr/>
          <p:nvPr userDrawn="1"/>
        </p:nvSpPr>
        <p:spPr>
          <a:xfrm rot="11009236" flipH="1">
            <a:off x="-285750" y="1210810"/>
            <a:ext cx="6218"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1" name="Freeform: Shape 10">
            <a:extLst>
              <a:ext uri="{FF2B5EF4-FFF2-40B4-BE49-F238E27FC236}">
                <a16:creationId xmlns:a16="http://schemas.microsoft.com/office/drawing/2014/main" id="{F5A4E45E-BF5F-9344-0617-9F37F7EAD8C3}"/>
              </a:ext>
            </a:extLst>
          </p:cNvPr>
          <p:cNvSpPr/>
          <p:nvPr userDrawn="1"/>
        </p:nvSpPr>
        <p:spPr>
          <a:xfrm rot="11009236" flipH="1">
            <a:off x="-285750" y="1210810"/>
            <a:ext cx="6218" cy="7134"/>
          </a:xfrm>
          <a:custGeom>
            <a:avLst/>
            <a:gdLst/>
            <a:ahLst/>
            <a:cxnLst/>
            <a:rect l="l" t="t" r="r" b="b"/>
            <a:pathLst>
              <a:path w="9525" h="9525"/>
            </a:pathLst>
          </a:custGeom>
          <a:noFill/>
          <a:ln w="6350" cap="rnd">
            <a:solidFill>
              <a:schemeClr val="tx1">
                <a:lumMod val="85000"/>
                <a:alpha val="35000"/>
              </a:schemeClr>
            </a:solidFill>
            <a:prstDash val="dash"/>
            <a:round/>
          </a:ln>
        </p:spPr>
        <p:txBody>
          <a:bodyPr rtlCol="0" anchor="ctr"/>
          <a:lstStyle/>
          <a:p>
            <a:endParaRPr lang="en-US"/>
          </a:p>
        </p:txBody>
      </p:sp>
      <p:sp>
        <p:nvSpPr>
          <p:cNvPr id="12" name="Freeform: Shape 11">
            <a:extLst>
              <a:ext uri="{FF2B5EF4-FFF2-40B4-BE49-F238E27FC236}">
                <a16:creationId xmlns:a16="http://schemas.microsoft.com/office/drawing/2014/main" id="{9CA9B2A2-1DE5-96D9-7517-B6A544495F7C}"/>
              </a:ext>
            </a:extLst>
          </p:cNvPr>
          <p:cNvSpPr/>
          <p:nvPr userDrawn="1"/>
        </p:nvSpPr>
        <p:spPr>
          <a:xfrm rot="11009236" flipH="1">
            <a:off x="-26950" y="44454"/>
            <a:ext cx="718955" cy="940297"/>
          </a:xfrm>
          <a:custGeom>
            <a:avLst/>
            <a:gdLst>
              <a:gd name="connsiteX0" fmla="*/ 0 w 1391796"/>
              <a:gd name="connsiteY0" fmla="*/ 1292924 h 1292923"/>
              <a:gd name="connsiteX1" fmla="*/ 696563 w 1391796"/>
              <a:gd name="connsiteY1" fmla="*/ 1150906 h 1292923"/>
              <a:gd name="connsiteX2" fmla="*/ 993934 w 1391796"/>
              <a:gd name="connsiteY2" fmla="*/ 1192435 h 1292923"/>
              <a:gd name="connsiteX3" fmla="*/ 1155097 w 1391796"/>
              <a:gd name="connsiteY3" fmla="*/ 1192435 h 1292923"/>
              <a:gd name="connsiteX4" fmla="*/ 1324547 w 1391796"/>
              <a:gd name="connsiteY4" fmla="*/ 1184148 h 1292923"/>
              <a:gd name="connsiteX5" fmla="*/ 1381030 w 1391796"/>
              <a:gd name="connsiteY5" fmla="*/ 1149191 h 1292923"/>
              <a:gd name="connsiteX6" fmla="*/ 1357789 w 1391796"/>
              <a:gd name="connsiteY6" fmla="*/ 1027843 h 1292923"/>
              <a:gd name="connsiteX7" fmla="*/ 1136809 w 1391796"/>
              <a:gd name="connsiteY7" fmla="*/ 838295 h 1292923"/>
              <a:gd name="connsiteX8" fmla="*/ 804482 w 1391796"/>
              <a:gd name="connsiteY8" fmla="*/ 595598 h 1292923"/>
              <a:gd name="connsiteX9" fmla="*/ 530352 w 1391796"/>
              <a:gd name="connsiteY9" fmla="*/ 381191 h 1292923"/>
              <a:gd name="connsiteX10" fmla="*/ 0 w 1391796"/>
              <a:gd name="connsiteY10" fmla="*/ 0 h 1292923"/>
              <a:gd name="connsiteX0" fmla="*/ 0 w 1395788"/>
              <a:gd name="connsiteY0" fmla="*/ 1292924 h 1292924"/>
              <a:gd name="connsiteX1" fmla="*/ 696563 w 1395788"/>
              <a:gd name="connsiteY1" fmla="*/ 1150906 h 1292924"/>
              <a:gd name="connsiteX2" fmla="*/ 993934 w 1395788"/>
              <a:gd name="connsiteY2" fmla="*/ 1192435 h 1292924"/>
              <a:gd name="connsiteX3" fmla="*/ 1155097 w 1395788"/>
              <a:gd name="connsiteY3" fmla="*/ 1192435 h 1292924"/>
              <a:gd name="connsiteX4" fmla="*/ 1381030 w 1395788"/>
              <a:gd name="connsiteY4" fmla="*/ 1149191 h 1292924"/>
              <a:gd name="connsiteX5" fmla="*/ 1357789 w 1395788"/>
              <a:gd name="connsiteY5" fmla="*/ 1027843 h 1292924"/>
              <a:gd name="connsiteX6" fmla="*/ 1136809 w 1395788"/>
              <a:gd name="connsiteY6" fmla="*/ 838295 h 1292924"/>
              <a:gd name="connsiteX7" fmla="*/ 804482 w 1395788"/>
              <a:gd name="connsiteY7" fmla="*/ 595598 h 1292924"/>
              <a:gd name="connsiteX8" fmla="*/ 530352 w 1395788"/>
              <a:gd name="connsiteY8" fmla="*/ 381191 h 1292924"/>
              <a:gd name="connsiteX9" fmla="*/ 0 w 1395788"/>
              <a:gd name="connsiteY9" fmla="*/ 0 h 1292924"/>
              <a:gd name="connsiteX0" fmla="*/ 0 w 1407705"/>
              <a:gd name="connsiteY0" fmla="*/ 1292924 h 1292924"/>
              <a:gd name="connsiteX1" fmla="*/ 696563 w 1407705"/>
              <a:gd name="connsiteY1" fmla="*/ 1150906 h 1292924"/>
              <a:gd name="connsiteX2" fmla="*/ 993934 w 1407705"/>
              <a:gd name="connsiteY2" fmla="*/ 1192435 h 1292924"/>
              <a:gd name="connsiteX3" fmla="*/ 1381030 w 1407705"/>
              <a:gd name="connsiteY3" fmla="*/ 1149191 h 1292924"/>
              <a:gd name="connsiteX4" fmla="*/ 1357789 w 1407705"/>
              <a:gd name="connsiteY4" fmla="*/ 1027843 h 1292924"/>
              <a:gd name="connsiteX5" fmla="*/ 1136809 w 1407705"/>
              <a:gd name="connsiteY5" fmla="*/ 838295 h 1292924"/>
              <a:gd name="connsiteX6" fmla="*/ 804482 w 1407705"/>
              <a:gd name="connsiteY6" fmla="*/ 595598 h 1292924"/>
              <a:gd name="connsiteX7" fmla="*/ 530352 w 1407705"/>
              <a:gd name="connsiteY7" fmla="*/ 381191 h 1292924"/>
              <a:gd name="connsiteX8" fmla="*/ 0 w 1407705"/>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804482 w 1376438"/>
              <a:gd name="connsiteY6" fmla="*/ 595598 h 1292924"/>
              <a:gd name="connsiteX7" fmla="*/ 530352 w 1376438"/>
              <a:gd name="connsiteY7" fmla="*/ 381191 h 1292924"/>
              <a:gd name="connsiteX8" fmla="*/ 0 w 1376438"/>
              <a:gd name="connsiteY8" fmla="*/ 0 h 1292924"/>
              <a:gd name="connsiteX0" fmla="*/ 0 w 1376438"/>
              <a:gd name="connsiteY0" fmla="*/ 1292924 h 1292924"/>
              <a:gd name="connsiteX1" fmla="*/ 696563 w 1376438"/>
              <a:gd name="connsiteY1" fmla="*/ 1150906 h 1292924"/>
              <a:gd name="connsiteX2" fmla="*/ 993934 w 1376438"/>
              <a:gd name="connsiteY2" fmla="*/ 1192435 h 1292924"/>
              <a:gd name="connsiteX3" fmla="*/ 1323017 w 1376438"/>
              <a:gd name="connsiteY3" fmla="*/ 1184272 h 1292924"/>
              <a:gd name="connsiteX4" fmla="*/ 1357789 w 1376438"/>
              <a:gd name="connsiteY4" fmla="*/ 1027843 h 1292924"/>
              <a:gd name="connsiteX5" fmla="*/ 1136809 w 1376438"/>
              <a:gd name="connsiteY5" fmla="*/ 838295 h 1292924"/>
              <a:gd name="connsiteX6" fmla="*/ 530352 w 1376438"/>
              <a:gd name="connsiteY6" fmla="*/ 381191 h 1292924"/>
              <a:gd name="connsiteX7" fmla="*/ 0 w 1376438"/>
              <a:gd name="connsiteY7" fmla="*/ 0 h 1292924"/>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590"/>
              <a:gd name="connsiteY0" fmla="*/ 1355699 h 1355699"/>
              <a:gd name="connsiteX1" fmla="*/ 706715 w 1386590"/>
              <a:gd name="connsiteY1" fmla="*/ 1213681 h 1355699"/>
              <a:gd name="connsiteX2" fmla="*/ 1004086 w 1386590"/>
              <a:gd name="connsiteY2" fmla="*/ 1255210 h 1355699"/>
              <a:gd name="connsiteX3" fmla="*/ 1333169 w 1386590"/>
              <a:gd name="connsiteY3" fmla="*/ 1247047 h 1355699"/>
              <a:gd name="connsiteX4" fmla="*/ 1367941 w 1386590"/>
              <a:gd name="connsiteY4" fmla="*/ 1090618 h 1355699"/>
              <a:gd name="connsiteX5" fmla="*/ 1146961 w 1386590"/>
              <a:gd name="connsiteY5" fmla="*/ 901070 h 1355699"/>
              <a:gd name="connsiteX6" fmla="*/ 540504 w 1386590"/>
              <a:gd name="connsiteY6" fmla="*/ 443966 h 1355699"/>
              <a:gd name="connsiteX7" fmla="*/ 0 w 1386590"/>
              <a:gd name="connsiteY7" fmla="*/ 0 h 1355699"/>
              <a:gd name="connsiteX0" fmla="*/ 10152 w 1386996"/>
              <a:gd name="connsiteY0" fmla="*/ 1355699 h 1355699"/>
              <a:gd name="connsiteX1" fmla="*/ 706715 w 1386996"/>
              <a:gd name="connsiteY1" fmla="*/ 1213681 h 1355699"/>
              <a:gd name="connsiteX2" fmla="*/ 995383 w 1386996"/>
              <a:gd name="connsiteY2" fmla="*/ 1238594 h 1355699"/>
              <a:gd name="connsiteX3" fmla="*/ 1333169 w 1386996"/>
              <a:gd name="connsiteY3" fmla="*/ 1247047 h 1355699"/>
              <a:gd name="connsiteX4" fmla="*/ 1367941 w 1386996"/>
              <a:gd name="connsiteY4" fmla="*/ 1090618 h 1355699"/>
              <a:gd name="connsiteX5" fmla="*/ 1146961 w 1386996"/>
              <a:gd name="connsiteY5" fmla="*/ 901070 h 1355699"/>
              <a:gd name="connsiteX6" fmla="*/ 540504 w 1386996"/>
              <a:gd name="connsiteY6" fmla="*/ 443966 h 1355699"/>
              <a:gd name="connsiteX7" fmla="*/ 0 w 1386996"/>
              <a:gd name="connsiteY7" fmla="*/ 0 h 1355699"/>
              <a:gd name="connsiteX0" fmla="*/ 10152 w 1337839"/>
              <a:gd name="connsiteY0" fmla="*/ 1355699 h 1355699"/>
              <a:gd name="connsiteX1" fmla="*/ 706715 w 1337839"/>
              <a:gd name="connsiteY1" fmla="*/ 1213681 h 1355699"/>
              <a:gd name="connsiteX2" fmla="*/ 995383 w 1337839"/>
              <a:gd name="connsiteY2" fmla="*/ 1238594 h 1355699"/>
              <a:gd name="connsiteX3" fmla="*/ 1333169 w 1337839"/>
              <a:gd name="connsiteY3" fmla="*/ 1247047 h 1355699"/>
              <a:gd name="connsiteX4" fmla="*/ 1146961 w 1337839"/>
              <a:gd name="connsiteY4" fmla="*/ 901070 h 1355699"/>
              <a:gd name="connsiteX5" fmla="*/ 540504 w 1337839"/>
              <a:gd name="connsiteY5" fmla="*/ 443966 h 1355699"/>
              <a:gd name="connsiteX6" fmla="*/ 0 w 1337839"/>
              <a:gd name="connsiteY6" fmla="*/ 0 h 1355699"/>
              <a:gd name="connsiteX0" fmla="*/ 10152 w 1336640"/>
              <a:gd name="connsiteY0" fmla="*/ 1355699 h 1355699"/>
              <a:gd name="connsiteX1" fmla="*/ 706715 w 1336640"/>
              <a:gd name="connsiteY1" fmla="*/ 1213681 h 1355699"/>
              <a:gd name="connsiteX2" fmla="*/ 995383 w 1336640"/>
              <a:gd name="connsiteY2" fmla="*/ 1238594 h 1355699"/>
              <a:gd name="connsiteX3" fmla="*/ 1333169 w 1336640"/>
              <a:gd name="connsiteY3" fmla="*/ 1247047 h 1355699"/>
              <a:gd name="connsiteX4" fmla="*/ 1146961 w 1336640"/>
              <a:gd name="connsiteY4" fmla="*/ 901070 h 1355699"/>
              <a:gd name="connsiteX5" fmla="*/ 540504 w 1336640"/>
              <a:gd name="connsiteY5" fmla="*/ 443966 h 1355699"/>
              <a:gd name="connsiteX6" fmla="*/ 0 w 1336640"/>
              <a:gd name="connsiteY6" fmla="*/ 0 h 1355699"/>
              <a:gd name="connsiteX0" fmla="*/ 10152 w 1290962"/>
              <a:gd name="connsiteY0" fmla="*/ 1355699 h 1355699"/>
              <a:gd name="connsiteX1" fmla="*/ 706715 w 1290962"/>
              <a:gd name="connsiteY1" fmla="*/ 1213681 h 1355699"/>
              <a:gd name="connsiteX2" fmla="*/ 995383 w 1290962"/>
              <a:gd name="connsiteY2" fmla="*/ 1238594 h 1355699"/>
              <a:gd name="connsiteX3" fmla="*/ 1285308 w 1290962"/>
              <a:gd name="connsiteY3" fmla="*/ 1210120 h 1355699"/>
              <a:gd name="connsiteX4" fmla="*/ 1146961 w 1290962"/>
              <a:gd name="connsiteY4" fmla="*/ 901070 h 1355699"/>
              <a:gd name="connsiteX5" fmla="*/ 540504 w 1290962"/>
              <a:gd name="connsiteY5" fmla="*/ 443966 h 1355699"/>
              <a:gd name="connsiteX6" fmla="*/ 0 w 1290962"/>
              <a:gd name="connsiteY6" fmla="*/ 0 h 1355699"/>
              <a:gd name="connsiteX0" fmla="*/ 10152 w 1292831"/>
              <a:gd name="connsiteY0" fmla="*/ 1355699 h 1355699"/>
              <a:gd name="connsiteX1" fmla="*/ 706715 w 1292831"/>
              <a:gd name="connsiteY1" fmla="*/ 1213681 h 1355699"/>
              <a:gd name="connsiteX2" fmla="*/ 991032 w 1292831"/>
              <a:gd name="connsiteY2" fmla="*/ 1196129 h 1355699"/>
              <a:gd name="connsiteX3" fmla="*/ 1285308 w 1292831"/>
              <a:gd name="connsiteY3" fmla="*/ 1210120 h 1355699"/>
              <a:gd name="connsiteX4" fmla="*/ 1146961 w 1292831"/>
              <a:gd name="connsiteY4" fmla="*/ 901070 h 1355699"/>
              <a:gd name="connsiteX5" fmla="*/ 540504 w 1292831"/>
              <a:gd name="connsiteY5" fmla="*/ 443966 h 1355699"/>
              <a:gd name="connsiteX6" fmla="*/ 0 w 1292831"/>
              <a:gd name="connsiteY6" fmla="*/ 0 h 1355699"/>
              <a:gd name="connsiteX0" fmla="*/ 10152 w 1242453"/>
              <a:gd name="connsiteY0" fmla="*/ 1355699 h 1355699"/>
              <a:gd name="connsiteX1" fmla="*/ 706715 w 1242453"/>
              <a:gd name="connsiteY1" fmla="*/ 1213681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2453"/>
              <a:gd name="connsiteY0" fmla="*/ 1355699 h 1355699"/>
              <a:gd name="connsiteX1" fmla="*/ 580535 w 1242453"/>
              <a:gd name="connsiteY1" fmla="*/ 1165676 h 1355699"/>
              <a:gd name="connsiteX2" fmla="*/ 991032 w 1242453"/>
              <a:gd name="connsiteY2" fmla="*/ 1196129 h 1355699"/>
              <a:gd name="connsiteX3" fmla="*/ 1225844 w 1242453"/>
              <a:gd name="connsiteY3" fmla="*/ 1167654 h 1355699"/>
              <a:gd name="connsiteX4" fmla="*/ 1146961 w 1242453"/>
              <a:gd name="connsiteY4" fmla="*/ 901070 h 1355699"/>
              <a:gd name="connsiteX5" fmla="*/ 540504 w 1242453"/>
              <a:gd name="connsiteY5" fmla="*/ 443966 h 1355699"/>
              <a:gd name="connsiteX6" fmla="*/ 0 w 1242453"/>
              <a:gd name="connsiteY6" fmla="*/ 0 h 1355699"/>
              <a:gd name="connsiteX0" fmla="*/ 10152 w 1244378"/>
              <a:gd name="connsiteY0" fmla="*/ 1355699 h 1355699"/>
              <a:gd name="connsiteX1" fmla="*/ 580535 w 1244378"/>
              <a:gd name="connsiteY1" fmla="*/ 1165676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10152 w 1244378"/>
              <a:gd name="connsiteY0" fmla="*/ 1355699 h 1355699"/>
              <a:gd name="connsiteX1" fmla="*/ 636322 w 1244378"/>
              <a:gd name="connsiteY1" fmla="*/ 1267103 h 1355699"/>
              <a:gd name="connsiteX2" fmla="*/ 964926 w 1244378"/>
              <a:gd name="connsiteY2" fmla="*/ 1181357 h 1355699"/>
              <a:gd name="connsiteX3" fmla="*/ 1225844 w 1244378"/>
              <a:gd name="connsiteY3" fmla="*/ 1167654 h 1355699"/>
              <a:gd name="connsiteX4" fmla="*/ 1146961 w 1244378"/>
              <a:gd name="connsiteY4" fmla="*/ 901070 h 1355699"/>
              <a:gd name="connsiteX5" fmla="*/ 540504 w 1244378"/>
              <a:gd name="connsiteY5" fmla="*/ 443966 h 1355699"/>
              <a:gd name="connsiteX6" fmla="*/ 0 w 1244378"/>
              <a:gd name="connsiteY6" fmla="*/ 0 h 1355699"/>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4378"/>
              <a:gd name="connsiteY0" fmla="*/ 1449323 h 1449323"/>
              <a:gd name="connsiteX1" fmla="*/ 636322 w 1244378"/>
              <a:gd name="connsiteY1" fmla="*/ 1267103 h 1449323"/>
              <a:gd name="connsiteX2" fmla="*/ 964926 w 1244378"/>
              <a:gd name="connsiteY2" fmla="*/ 1181357 h 1449323"/>
              <a:gd name="connsiteX3" fmla="*/ 1225844 w 1244378"/>
              <a:gd name="connsiteY3" fmla="*/ 1167654 h 1449323"/>
              <a:gd name="connsiteX4" fmla="*/ 1146961 w 1244378"/>
              <a:gd name="connsiteY4" fmla="*/ 901070 h 1449323"/>
              <a:gd name="connsiteX5" fmla="*/ 540504 w 1244378"/>
              <a:gd name="connsiteY5" fmla="*/ 443966 h 1449323"/>
              <a:gd name="connsiteX6" fmla="*/ 0 w 1244378"/>
              <a:gd name="connsiteY6" fmla="*/ 0 h 1449323"/>
              <a:gd name="connsiteX0" fmla="*/ 8792 w 1249277"/>
              <a:gd name="connsiteY0" fmla="*/ 1449323 h 1449323"/>
              <a:gd name="connsiteX1" fmla="*/ 636322 w 1249277"/>
              <a:gd name="connsiteY1" fmla="*/ 1267103 h 1449323"/>
              <a:gd name="connsiteX2" fmla="*/ 964926 w 1249277"/>
              <a:gd name="connsiteY2" fmla="*/ 1181357 h 1449323"/>
              <a:gd name="connsiteX3" fmla="*/ 1225844 w 1249277"/>
              <a:gd name="connsiteY3" fmla="*/ 1167654 h 1449323"/>
              <a:gd name="connsiteX4" fmla="*/ 1159207 w 1249277"/>
              <a:gd name="connsiteY4" fmla="*/ 844506 h 1449323"/>
              <a:gd name="connsiteX5" fmla="*/ 540504 w 1249277"/>
              <a:gd name="connsiteY5" fmla="*/ 443966 h 1449323"/>
              <a:gd name="connsiteX6" fmla="*/ 0 w 1249277"/>
              <a:gd name="connsiteY6" fmla="*/ 0 h 1449323"/>
              <a:gd name="connsiteX0" fmla="*/ 8792 w 1249012"/>
              <a:gd name="connsiteY0" fmla="*/ 1449323 h 1449323"/>
              <a:gd name="connsiteX1" fmla="*/ 636322 w 1249012"/>
              <a:gd name="connsiteY1" fmla="*/ 1267103 h 1449323"/>
              <a:gd name="connsiteX2" fmla="*/ 964926 w 1249012"/>
              <a:gd name="connsiteY2" fmla="*/ 1181357 h 1449323"/>
              <a:gd name="connsiteX3" fmla="*/ 1225844 w 1249012"/>
              <a:gd name="connsiteY3" fmla="*/ 1167654 h 1449323"/>
              <a:gd name="connsiteX4" fmla="*/ 1159207 w 1249012"/>
              <a:gd name="connsiteY4" fmla="*/ 844506 h 1449323"/>
              <a:gd name="connsiteX5" fmla="*/ 545947 w 1249012"/>
              <a:gd name="connsiteY5" fmla="*/ 533690 h 1449323"/>
              <a:gd name="connsiteX6" fmla="*/ 0 w 1249012"/>
              <a:gd name="connsiteY6" fmla="*/ 0 h 1449323"/>
              <a:gd name="connsiteX0" fmla="*/ 0 w 1240220"/>
              <a:gd name="connsiteY0" fmla="*/ 1521492 h 1521492"/>
              <a:gd name="connsiteX1" fmla="*/ 627530 w 1240220"/>
              <a:gd name="connsiteY1" fmla="*/ 1339272 h 1521492"/>
              <a:gd name="connsiteX2" fmla="*/ 956134 w 1240220"/>
              <a:gd name="connsiteY2" fmla="*/ 1253526 h 1521492"/>
              <a:gd name="connsiteX3" fmla="*/ 1217052 w 1240220"/>
              <a:gd name="connsiteY3" fmla="*/ 1239823 h 1521492"/>
              <a:gd name="connsiteX4" fmla="*/ 1150415 w 1240220"/>
              <a:gd name="connsiteY4" fmla="*/ 916675 h 1521492"/>
              <a:gd name="connsiteX5" fmla="*/ 537155 w 1240220"/>
              <a:gd name="connsiteY5" fmla="*/ 605859 h 1521492"/>
              <a:gd name="connsiteX6" fmla="*/ 15700 w 1240220"/>
              <a:gd name="connsiteY6" fmla="*/ 0 h 1521492"/>
              <a:gd name="connsiteX0" fmla="*/ 0 w 1232745"/>
              <a:gd name="connsiteY0" fmla="*/ 1521492 h 1521492"/>
              <a:gd name="connsiteX1" fmla="*/ 627530 w 1232745"/>
              <a:gd name="connsiteY1" fmla="*/ 1339272 h 1521492"/>
              <a:gd name="connsiteX2" fmla="*/ 956134 w 1232745"/>
              <a:gd name="connsiteY2" fmla="*/ 1253526 h 1521492"/>
              <a:gd name="connsiteX3" fmla="*/ 1217052 w 1232745"/>
              <a:gd name="connsiteY3" fmla="*/ 1239823 h 1521492"/>
              <a:gd name="connsiteX4" fmla="*/ 1130588 w 1232745"/>
              <a:gd name="connsiteY4" fmla="*/ 979930 h 1521492"/>
              <a:gd name="connsiteX5" fmla="*/ 537155 w 1232745"/>
              <a:gd name="connsiteY5" fmla="*/ 605859 h 1521492"/>
              <a:gd name="connsiteX6" fmla="*/ 15700 w 1232745"/>
              <a:gd name="connsiteY6" fmla="*/ 0 h 1521492"/>
              <a:gd name="connsiteX0" fmla="*/ 0 w 1227956"/>
              <a:gd name="connsiteY0" fmla="*/ 1521492 h 1521492"/>
              <a:gd name="connsiteX1" fmla="*/ 627530 w 1227956"/>
              <a:gd name="connsiteY1" fmla="*/ 1339272 h 1521492"/>
              <a:gd name="connsiteX2" fmla="*/ 956134 w 1227956"/>
              <a:gd name="connsiteY2" fmla="*/ 1253526 h 1521492"/>
              <a:gd name="connsiteX3" fmla="*/ 1217052 w 1227956"/>
              <a:gd name="connsiteY3" fmla="*/ 1239823 h 1521492"/>
              <a:gd name="connsiteX4" fmla="*/ 1130588 w 1227956"/>
              <a:gd name="connsiteY4" fmla="*/ 979930 h 1521492"/>
              <a:gd name="connsiteX5" fmla="*/ 698739 w 1227956"/>
              <a:gd name="connsiteY5" fmla="*/ 648215 h 1521492"/>
              <a:gd name="connsiteX6" fmla="*/ 15700 w 1227956"/>
              <a:gd name="connsiteY6" fmla="*/ 0 h 1521492"/>
              <a:gd name="connsiteX0" fmla="*/ 0 w 1227956"/>
              <a:gd name="connsiteY0" fmla="*/ 1242565 h 1242565"/>
              <a:gd name="connsiteX1" fmla="*/ 627530 w 1227956"/>
              <a:gd name="connsiteY1" fmla="*/ 1060345 h 1242565"/>
              <a:gd name="connsiteX2" fmla="*/ 956134 w 1227956"/>
              <a:gd name="connsiteY2" fmla="*/ 974599 h 1242565"/>
              <a:gd name="connsiteX3" fmla="*/ 1217052 w 1227956"/>
              <a:gd name="connsiteY3" fmla="*/ 960896 h 1242565"/>
              <a:gd name="connsiteX4" fmla="*/ 1130588 w 1227956"/>
              <a:gd name="connsiteY4" fmla="*/ 701003 h 1242565"/>
              <a:gd name="connsiteX5" fmla="*/ 698739 w 1227956"/>
              <a:gd name="connsiteY5" fmla="*/ 369288 h 1242565"/>
              <a:gd name="connsiteX6" fmla="*/ 219814 w 1227956"/>
              <a:gd name="connsiteY6" fmla="*/ 1 h 1242565"/>
              <a:gd name="connsiteX0" fmla="*/ 0 w 1124202"/>
              <a:gd name="connsiteY0" fmla="*/ 1316101 h 1316101"/>
              <a:gd name="connsiteX1" fmla="*/ 523776 w 1124202"/>
              <a:gd name="connsiteY1" fmla="*/ 1060344 h 1316101"/>
              <a:gd name="connsiteX2" fmla="*/ 852380 w 1124202"/>
              <a:gd name="connsiteY2" fmla="*/ 974598 h 1316101"/>
              <a:gd name="connsiteX3" fmla="*/ 1113298 w 1124202"/>
              <a:gd name="connsiteY3" fmla="*/ 960895 h 1316101"/>
              <a:gd name="connsiteX4" fmla="*/ 1026834 w 1124202"/>
              <a:gd name="connsiteY4" fmla="*/ 701002 h 1316101"/>
              <a:gd name="connsiteX5" fmla="*/ 594985 w 1124202"/>
              <a:gd name="connsiteY5" fmla="*/ 369287 h 1316101"/>
              <a:gd name="connsiteX6" fmla="*/ 116060 w 1124202"/>
              <a:gd name="connsiteY6" fmla="*/ 0 h 1316101"/>
              <a:gd name="connsiteX0" fmla="*/ 0 w 1124202"/>
              <a:gd name="connsiteY0" fmla="*/ 1243342 h 1243342"/>
              <a:gd name="connsiteX1" fmla="*/ 523776 w 1124202"/>
              <a:gd name="connsiteY1" fmla="*/ 98758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24202"/>
              <a:gd name="connsiteY0" fmla="*/ 1243342 h 1243342"/>
              <a:gd name="connsiteX1" fmla="*/ 502694 w 1124202"/>
              <a:gd name="connsiteY1" fmla="*/ 1043815 h 1243342"/>
              <a:gd name="connsiteX2" fmla="*/ 852380 w 1124202"/>
              <a:gd name="connsiteY2" fmla="*/ 901839 h 1243342"/>
              <a:gd name="connsiteX3" fmla="*/ 1113298 w 1124202"/>
              <a:gd name="connsiteY3" fmla="*/ 888136 h 1243342"/>
              <a:gd name="connsiteX4" fmla="*/ 1026834 w 1124202"/>
              <a:gd name="connsiteY4" fmla="*/ 628243 h 1243342"/>
              <a:gd name="connsiteX5" fmla="*/ 594985 w 1124202"/>
              <a:gd name="connsiteY5" fmla="*/ 296528 h 1243342"/>
              <a:gd name="connsiteX6" fmla="*/ 72230 w 1124202"/>
              <a:gd name="connsiteY6" fmla="*/ 0 h 1243342"/>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 name="connsiteX0" fmla="*/ 0 w 1163205"/>
              <a:gd name="connsiteY0" fmla="*/ 1234558 h 1234558"/>
              <a:gd name="connsiteX1" fmla="*/ 541697 w 1163205"/>
              <a:gd name="connsiteY1" fmla="*/ 1043815 h 1234558"/>
              <a:gd name="connsiteX2" fmla="*/ 891383 w 1163205"/>
              <a:gd name="connsiteY2" fmla="*/ 901839 h 1234558"/>
              <a:gd name="connsiteX3" fmla="*/ 1152301 w 1163205"/>
              <a:gd name="connsiteY3" fmla="*/ 888136 h 1234558"/>
              <a:gd name="connsiteX4" fmla="*/ 1065837 w 1163205"/>
              <a:gd name="connsiteY4" fmla="*/ 628243 h 1234558"/>
              <a:gd name="connsiteX5" fmla="*/ 633988 w 1163205"/>
              <a:gd name="connsiteY5" fmla="*/ 296528 h 1234558"/>
              <a:gd name="connsiteX6" fmla="*/ 111233 w 1163205"/>
              <a:gd name="connsiteY6" fmla="*/ 0 h 123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205" h="1234558">
                <a:moveTo>
                  <a:pt x="0" y="1234558"/>
                </a:moveTo>
                <a:cubicBezTo>
                  <a:pt x="167544" y="1137542"/>
                  <a:pt x="393133" y="1099268"/>
                  <a:pt x="541697" y="1043815"/>
                </a:cubicBezTo>
                <a:cubicBezTo>
                  <a:pt x="690261" y="988362"/>
                  <a:pt x="789616" y="927786"/>
                  <a:pt x="891383" y="901839"/>
                </a:cubicBezTo>
                <a:cubicBezTo>
                  <a:pt x="993150" y="875893"/>
                  <a:pt x="1123225" y="933735"/>
                  <a:pt x="1152301" y="888136"/>
                </a:cubicBezTo>
                <a:cubicBezTo>
                  <a:pt x="1181377" y="842537"/>
                  <a:pt x="1152222" y="726844"/>
                  <a:pt x="1065837" y="628243"/>
                </a:cubicBezTo>
                <a:cubicBezTo>
                  <a:pt x="979452" y="529642"/>
                  <a:pt x="823456" y="436244"/>
                  <a:pt x="633988" y="296528"/>
                </a:cubicBezTo>
                <a:cubicBezTo>
                  <a:pt x="482445" y="173655"/>
                  <a:pt x="265317" y="125063"/>
                  <a:pt x="111233"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3" name="Freeform: Shape 12">
            <a:extLst>
              <a:ext uri="{FF2B5EF4-FFF2-40B4-BE49-F238E27FC236}">
                <a16:creationId xmlns:a16="http://schemas.microsoft.com/office/drawing/2014/main" id="{5A504400-2734-8987-FDAE-7E6055B014E7}"/>
              </a:ext>
            </a:extLst>
          </p:cNvPr>
          <p:cNvSpPr/>
          <p:nvPr userDrawn="1"/>
        </p:nvSpPr>
        <p:spPr>
          <a:xfrm rot="11009236" flipH="1">
            <a:off x="34076" y="392027"/>
            <a:ext cx="882373" cy="761718"/>
          </a:xfrm>
          <a:custGeom>
            <a:avLst/>
            <a:gdLst>
              <a:gd name="connsiteX0" fmla="*/ 1676495 w 1676495"/>
              <a:gd name="connsiteY0" fmla="*/ 1223105 h 1223105"/>
              <a:gd name="connsiteX1" fmla="*/ 1421702 w 1676495"/>
              <a:gd name="connsiteY1" fmla="*/ 1000792 h 1223105"/>
              <a:gd name="connsiteX2" fmla="*/ 1024604 w 1676495"/>
              <a:gd name="connsiteY2" fmla="*/ 744760 h 1223105"/>
              <a:gd name="connsiteX3" fmla="*/ 444722 w 1676495"/>
              <a:gd name="connsiteY3" fmla="*/ 345758 h 1223105"/>
              <a:gd name="connsiteX4" fmla="*/ 0 w 1676495"/>
              <a:gd name="connsiteY4" fmla="*/ 0 h 1223105"/>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29604 w 1781495"/>
              <a:gd name="connsiteY2" fmla="*/ 998327 h 1476672"/>
              <a:gd name="connsiteX3" fmla="*/ 549722 w 1781495"/>
              <a:gd name="connsiteY3" fmla="*/ 599325 h 1476672"/>
              <a:gd name="connsiteX4" fmla="*/ 0 w 1781495"/>
              <a:gd name="connsiteY4" fmla="*/ 0 h 1476672"/>
              <a:gd name="connsiteX0" fmla="*/ 1781495 w 1781495"/>
              <a:gd name="connsiteY0" fmla="*/ 1476672 h 1476672"/>
              <a:gd name="connsiteX1" fmla="*/ 1526702 w 1781495"/>
              <a:gd name="connsiteY1" fmla="*/ 1254359 h 1476672"/>
              <a:gd name="connsiteX2" fmla="*/ 1141111 w 1781495"/>
              <a:gd name="connsiteY2" fmla="*/ 928109 h 1476672"/>
              <a:gd name="connsiteX3" fmla="*/ 549722 w 1781495"/>
              <a:gd name="connsiteY3" fmla="*/ 599325 h 1476672"/>
              <a:gd name="connsiteX4" fmla="*/ 0 w 1781495"/>
              <a:gd name="connsiteY4" fmla="*/ 0 h 1476672"/>
              <a:gd name="connsiteX0" fmla="*/ 1351647 w 1351647"/>
              <a:gd name="connsiteY0" fmla="*/ 1016994 h 1016994"/>
              <a:gd name="connsiteX1" fmla="*/ 1096854 w 1351647"/>
              <a:gd name="connsiteY1" fmla="*/ 794681 h 1016994"/>
              <a:gd name="connsiteX2" fmla="*/ 711263 w 1351647"/>
              <a:gd name="connsiteY2" fmla="*/ 468431 h 1016994"/>
              <a:gd name="connsiteX3" fmla="*/ 119874 w 1351647"/>
              <a:gd name="connsiteY3" fmla="*/ 139647 h 1016994"/>
              <a:gd name="connsiteX4" fmla="*/ 0 w 1351647"/>
              <a:gd name="connsiteY4" fmla="*/ 0 h 1016994"/>
              <a:gd name="connsiteX0" fmla="*/ 1351647 w 1351647"/>
              <a:gd name="connsiteY0" fmla="*/ 1016994 h 1016994"/>
              <a:gd name="connsiteX1" fmla="*/ 1096854 w 1351647"/>
              <a:gd name="connsiteY1" fmla="*/ 794681 h 1016994"/>
              <a:gd name="connsiteX2" fmla="*/ 711263 w 1351647"/>
              <a:gd name="connsiteY2" fmla="*/ 468431 h 1016994"/>
              <a:gd name="connsiteX3" fmla="*/ 357285 w 1351647"/>
              <a:gd name="connsiteY3" fmla="*/ 254824 h 1016994"/>
              <a:gd name="connsiteX4" fmla="*/ 0 w 1351647"/>
              <a:gd name="connsiteY4" fmla="*/ 0 h 101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647" h="1016994">
                <a:moveTo>
                  <a:pt x="1351647" y="1016994"/>
                </a:moveTo>
                <a:cubicBezTo>
                  <a:pt x="1278876" y="930412"/>
                  <a:pt x="1203585" y="886108"/>
                  <a:pt x="1096854" y="794681"/>
                </a:cubicBezTo>
                <a:cubicBezTo>
                  <a:pt x="990123" y="703254"/>
                  <a:pt x="834524" y="558407"/>
                  <a:pt x="711263" y="468431"/>
                </a:cubicBezTo>
                <a:cubicBezTo>
                  <a:pt x="588002" y="378455"/>
                  <a:pt x="536451" y="406843"/>
                  <a:pt x="357285" y="254824"/>
                </a:cubicBezTo>
                <a:cubicBezTo>
                  <a:pt x="243081" y="157954"/>
                  <a:pt x="135731" y="61817"/>
                  <a:pt x="0"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0190CC5D-3CE1-775A-54BD-A0ADDBC1CB8A}"/>
              </a:ext>
            </a:extLst>
          </p:cNvPr>
          <p:cNvSpPr/>
          <p:nvPr userDrawn="1"/>
        </p:nvSpPr>
        <p:spPr>
          <a:xfrm rot="11009236" flipH="1">
            <a:off x="96267" y="19566"/>
            <a:ext cx="898611" cy="373497"/>
          </a:xfrm>
          <a:custGeom>
            <a:avLst/>
            <a:gdLst>
              <a:gd name="connsiteX0" fmla="*/ 0 w 1760817"/>
              <a:gd name="connsiteY0" fmla="*/ 451295 h 451294"/>
              <a:gd name="connsiteX1" fmla="*/ 335661 w 1760817"/>
              <a:gd name="connsiteY1" fmla="*/ 319373 h 451294"/>
              <a:gd name="connsiteX2" fmla="*/ 629984 w 1760817"/>
              <a:gd name="connsiteY2" fmla="*/ 264319 h 451294"/>
              <a:gd name="connsiteX3" fmla="*/ 878777 w 1760817"/>
              <a:gd name="connsiteY3" fmla="*/ 278702 h 451294"/>
              <a:gd name="connsiteX4" fmla="*/ 1024700 w 1760817"/>
              <a:gd name="connsiteY4" fmla="*/ 302609 h 451294"/>
              <a:gd name="connsiteX5" fmla="*/ 1316641 w 1760817"/>
              <a:gd name="connsiteY5" fmla="*/ 360045 h 451294"/>
              <a:gd name="connsiteX6" fmla="*/ 1527143 w 1760817"/>
              <a:gd name="connsiteY6" fmla="*/ 386334 h 451294"/>
              <a:gd name="connsiteX7" fmla="*/ 1704023 w 1760817"/>
              <a:gd name="connsiteY7" fmla="*/ 0 h 451294"/>
              <a:gd name="connsiteX0" fmla="*/ 0 w 1841366"/>
              <a:gd name="connsiteY0" fmla="*/ 640495 h 640495"/>
              <a:gd name="connsiteX1" fmla="*/ 416209 w 1841366"/>
              <a:gd name="connsiteY1" fmla="*/ 319373 h 640495"/>
              <a:gd name="connsiteX2" fmla="*/ 710532 w 1841366"/>
              <a:gd name="connsiteY2" fmla="*/ 264319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841366"/>
              <a:gd name="connsiteY0" fmla="*/ 640495 h 640495"/>
              <a:gd name="connsiteX1" fmla="*/ 416209 w 1841366"/>
              <a:gd name="connsiteY1" fmla="*/ 319373 h 640495"/>
              <a:gd name="connsiteX2" fmla="*/ 706218 w 1841366"/>
              <a:gd name="connsiteY2" fmla="*/ 334538 h 640495"/>
              <a:gd name="connsiteX3" fmla="*/ 959325 w 1841366"/>
              <a:gd name="connsiteY3" fmla="*/ 278702 h 640495"/>
              <a:gd name="connsiteX4" fmla="*/ 1105248 w 1841366"/>
              <a:gd name="connsiteY4" fmla="*/ 302609 h 640495"/>
              <a:gd name="connsiteX5" fmla="*/ 1397189 w 1841366"/>
              <a:gd name="connsiteY5" fmla="*/ 360045 h 640495"/>
              <a:gd name="connsiteX6" fmla="*/ 1607691 w 1841366"/>
              <a:gd name="connsiteY6" fmla="*/ 386334 h 640495"/>
              <a:gd name="connsiteX7" fmla="*/ 1784571 w 1841366"/>
              <a:gd name="connsiteY7" fmla="*/ 0 h 640495"/>
              <a:gd name="connsiteX0" fmla="*/ 0 w 1560389"/>
              <a:gd name="connsiteY0" fmla="*/ 634687 h 634687"/>
              <a:gd name="connsiteX1" fmla="*/ 135232 w 1560389"/>
              <a:gd name="connsiteY1" fmla="*/ 319373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425241 w 1560389"/>
              <a:gd name="connsiteY2" fmla="*/ 334538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678348 w 1560389"/>
              <a:gd name="connsiteY3" fmla="*/ 278702 h 634687"/>
              <a:gd name="connsiteX4" fmla="*/ 824271 w 1560389"/>
              <a:gd name="connsiteY4" fmla="*/ 302609 h 634687"/>
              <a:gd name="connsiteX5" fmla="*/ 1116212 w 1560389"/>
              <a:gd name="connsiteY5" fmla="*/ 360045 h 634687"/>
              <a:gd name="connsiteX6" fmla="*/ 1326714 w 1560389"/>
              <a:gd name="connsiteY6" fmla="*/ 386334 h 634687"/>
              <a:gd name="connsiteX7" fmla="*/ 1503594 w 1560389"/>
              <a:gd name="connsiteY7" fmla="*/ 0 h 634687"/>
              <a:gd name="connsiteX0" fmla="*/ 0 w 1560389"/>
              <a:gd name="connsiteY0" fmla="*/ 634687 h 634687"/>
              <a:gd name="connsiteX1" fmla="*/ 256473 w 1560389"/>
              <a:gd name="connsiteY1" fmla="*/ 524232 h 634687"/>
              <a:gd name="connsiteX2" fmla="*/ 522768 w 1560389"/>
              <a:gd name="connsiteY2" fmla="*/ 446086 h 634687"/>
              <a:gd name="connsiteX3" fmla="*/ 824271 w 1560389"/>
              <a:gd name="connsiteY3" fmla="*/ 302609 h 634687"/>
              <a:gd name="connsiteX4" fmla="*/ 1116212 w 1560389"/>
              <a:gd name="connsiteY4" fmla="*/ 360045 h 634687"/>
              <a:gd name="connsiteX5" fmla="*/ 1326714 w 1560389"/>
              <a:gd name="connsiteY5" fmla="*/ 386334 h 634687"/>
              <a:gd name="connsiteX6" fmla="*/ 1503594 w 1560389"/>
              <a:gd name="connsiteY6" fmla="*/ 0 h 634687"/>
              <a:gd name="connsiteX0" fmla="*/ 0 w 1303916"/>
              <a:gd name="connsiteY0" fmla="*/ 524232 h 524232"/>
              <a:gd name="connsiteX1" fmla="*/ 266295 w 1303916"/>
              <a:gd name="connsiteY1" fmla="*/ 446086 h 524232"/>
              <a:gd name="connsiteX2" fmla="*/ 567798 w 1303916"/>
              <a:gd name="connsiteY2" fmla="*/ 302609 h 524232"/>
              <a:gd name="connsiteX3" fmla="*/ 859739 w 1303916"/>
              <a:gd name="connsiteY3" fmla="*/ 360045 h 524232"/>
              <a:gd name="connsiteX4" fmla="*/ 1070241 w 1303916"/>
              <a:gd name="connsiteY4" fmla="*/ 386334 h 524232"/>
              <a:gd name="connsiteX5" fmla="*/ 1247121 w 1303916"/>
              <a:gd name="connsiteY5" fmla="*/ 0 h 52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916" h="524232">
                <a:moveTo>
                  <a:pt x="0" y="524232"/>
                </a:moveTo>
                <a:cubicBezTo>
                  <a:pt x="87128" y="492799"/>
                  <a:pt x="171662" y="483023"/>
                  <a:pt x="266295" y="446086"/>
                </a:cubicBezTo>
                <a:cubicBezTo>
                  <a:pt x="360928" y="409149"/>
                  <a:pt x="468891" y="316949"/>
                  <a:pt x="567798" y="302609"/>
                </a:cubicBezTo>
                <a:cubicBezTo>
                  <a:pt x="666705" y="288269"/>
                  <a:pt x="762679" y="339471"/>
                  <a:pt x="859739" y="360045"/>
                </a:cubicBezTo>
                <a:cubicBezTo>
                  <a:pt x="929367" y="374809"/>
                  <a:pt x="999375" y="389763"/>
                  <a:pt x="1070241" y="386334"/>
                </a:cubicBezTo>
                <a:cubicBezTo>
                  <a:pt x="1135106" y="383191"/>
                  <a:pt x="1424667" y="391287"/>
                  <a:pt x="1247121" y="0"/>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DBA237E4-5691-17A1-F9E6-FDAD313FE2CE}"/>
              </a:ext>
            </a:extLst>
          </p:cNvPr>
          <p:cNvSpPr/>
          <p:nvPr userDrawn="1"/>
        </p:nvSpPr>
        <p:spPr>
          <a:xfrm rot="10620122" flipH="1">
            <a:off x="1566" y="212428"/>
            <a:ext cx="182633" cy="546231"/>
          </a:xfrm>
          <a:custGeom>
            <a:avLst/>
            <a:gdLst>
              <a:gd name="connsiteX0" fmla="*/ 90011 w 267734"/>
              <a:gd name="connsiteY0" fmla="*/ 746760 h 746759"/>
              <a:gd name="connsiteX1" fmla="*/ 250603 w 267734"/>
              <a:gd name="connsiteY1" fmla="*/ 541782 h 746759"/>
              <a:gd name="connsiteX2" fmla="*/ 250603 w 267734"/>
              <a:gd name="connsiteY2" fmla="*/ 325660 h 746759"/>
              <a:gd name="connsiteX3" fmla="*/ 0 w 267734"/>
              <a:gd name="connsiteY3" fmla="*/ 0 h 746759"/>
              <a:gd name="connsiteX0" fmla="*/ 277218 w 454941"/>
              <a:gd name="connsiteY0" fmla="*/ 792919 h 792919"/>
              <a:gd name="connsiteX1" fmla="*/ 437810 w 454941"/>
              <a:gd name="connsiteY1" fmla="*/ 587941 h 792919"/>
              <a:gd name="connsiteX2" fmla="*/ 437810 w 454941"/>
              <a:gd name="connsiteY2" fmla="*/ 371819 h 792919"/>
              <a:gd name="connsiteX3" fmla="*/ 0 w 454941"/>
              <a:gd name="connsiteY3" fmla="*/ 0 h 792919"/>
              <a:gd name="connsiteX0" fmla="*/ 277218 w 591873"/>
              <a:gd name="connsiteY0" fmla="*/ 792919 h 792919"/>
              <a:gd name="connsiteX1" fmla="*/ 589257 w 591873"/>
              <a:gd name="connsiteY1" fmla="*/ 632253 h 792919"/>
              <a:gd name="connsiteX2" fmla="*/ 437810 w 591873"/>
              <a:gd name="connsiteY2" fmla="*/ 371819 h 792919"/>
              <a:gd name="connsiteX3" fmla="*/ 0 w 591873"/>
              <a:gd name="connsiteY3" fmla="*/ 0 h 792919"/>
              <a:gd name="connsiteX0" fmla="*/ 10080 w 604447"/>
              <a:gd name="connsiteY0" fmla="*/ 868619 h 868619"/>
              <a:gd name="connsiteX1" fmla="*/ 589257 w 604447"/>
              <a:gd name="connsiteY1" fmla="*/ 632253 h 868619"/>
              <a:gd name="connsiteX2" fmla="*/ 437810 w 604447"/>
              <a:gd name="connsiteY2" fmla="*/ 371819 h 868619"/>
              <a:gd name="connsiteX3" fmla="*/ 0 w 604447"/>
              <a:gd name="connsiteY3" fmla="*/ 0 h 868619"/>
              <a:gd name="connsiteX0" fmla="*/ 10080 w 607394"/>
              <a:gd name="connsiteY0" fmla="*/ 868619 h 868619"/>
              <a:gd name="connsiteX1" fmla="*/ 589257 w 607394"/>
              <a:gd name="connsiteY1" fmla="*/ 632253 h 868619"/>
              <a:gd name="connsiteX2" fmla="*/ 437810 w 607394"/>
              <a:gd name="connsiteY2" fmla="*/ 371819 h 868619"/>
              <a:gd name="connsiteX3" fmla="*/ 0 w 607394"/>
              <a:gd name="connsiteY3" fmla="*/ 0 h 868619"/>
              <a:gd name="connsiteX0" fmla="*/ 10080 w 607395"/>
              <a:gd name="connsiteY0" fmla="*/ 868619 h 868619"/>
              <a:gd name="connsiteX1" fmla="*/ 589257 w 607395"/>
              <a:gd name="connsiteY1" fmla="*/ 632253 h 868619"/>
              <a:gd name="connsiteX2" fmla="*/ 437810 w 607395"/>
              <a:gd name="connsiteY2" fmla="*/ 371819 h 868619"/>
              <a:gd name="connsiteX3" fmla="*/ 0 w 607395"/>
              <a:gd name="connsiteY3" fmla="*/ 0 h 868619"/>
              <a:gd name="connsiteX0" fmla="*/ 10080 w 612941"/>
              <a:gd name="connsiteY0" fmla="*/ 868619 h 868619"/>
              <a:gd name="connsiteX1" fmla="*/ 589257 w 612941"/>
              <a:gd name="connsiteY1" fmla="*/ 632253 h 868619"/>
              <a:gd name="connsiteX2" fmla="*/ 471466 w 612941"/>
              <a:gd name="connsiteY2" fmla="*/ 371819 h 868619"/>
              <a:gd name="connsiteX3" fmla="*/ 0 w 612941"/>
              <a:gd name="connsiteY3" fmla="*/ 0 h 868619"/>
              <a:gd name="connsiteX0" fmla="*/ 1666 w 604526"/>
              <a:gd name="connsiteY0" fmla="*/ 787379 h 787379"/>
              <a:gd name="connsiteX1" fmla="*/ 580843 w 604526"/>
              <a:gd name="connsiteY1" fmla="*/ 551013 h 787379"/>
              <a:gd name="connsiteX2" fmla="*/ 463052 w 604526"/>
              <a:gd name="connsiteY2" fmla="*/ 290579 h 787379"/>
              <a:gd name="connsiteX3" fmla="*/ 0 w 604526"/>
              <a:gd name="connsiteY3" fmla="*/ 0 h 787379"/>
              <a:gd name="connsiteX0" fmla="*/ 42096 w 644956"/>
              <a:gd name="connsiteY0" fmla="*/ 670251 h 670251"/>
              <a:gd name="connsiteX1" fmla="*/ 621273 w 644956"/>
              <a:gd name="connsiteY1" fmla="*/ 433885 h 670251"/>
              <a:gd name="connsiteX2" fmla="*/ 503482 w 644956"/>
              <a:gd name="connsiteY2" fmla="*/ 173451 h 670251"/>
              <a:gd name="connsiteX3" fmla="*/ -1 w 644956"/>
              <a:gd name="connsiteY3" fmla="*/ 0 h 670251"/>
              <a:gd name="connsiteX0" fmla="*/ 42096 w 579769"/>
              <a:gd name="connsiteY0" fmla="*/ 670251 h 670251"/>
              <a:gd name="connsiteX1" fmla="*/ 540406 w 579769"/>
              <a:gd name="connsiteY1" fmla="*/ 418871 h 670251"/>
              <a:gd name="connsiteX2" fmla="*/ 503482 w 579769"/>
              <a:gd name="connsiteY2" fmla="*/ 173451 h 670251"/>
              <a:gd name="connsiteX3" fmla="*/ -1 w 579769"/>
              <a:gd name="connsiteY3" fmla="*/ 0 h 670251"/>
            </a:gdLst>
            <a:ahLst/>
            <a:cxnLst>
              <a:cxn ang="0">
                <a:pos x="connsiteX0" y="connsiteY0"/>
              </a:cxn>
              <a:cxn ang="0">
                <a:pos x="connsiteX1" y="connsiteY1"/>
              </a:cxn>
              <a:cxn ang="0">
                <a:pos x="connsiteX2" y="connsiteY2"/>
              </a:cxn>
              <a:cxn ang="0">
                <a:pos x="connsiteX3" y="connsiteY3"/>
              </a:cxn>
            </a:cxnLst>
            <a:rect l="l" t="t" r="r" b="b"/>
            <a:pathLst>
              <a:path w="579769" h="670251">
                <a:moveTo>
                  <a:pt x="42096" y="670251"/>
                </a:moveTo>
                <a:cubicBezTo>
                  <a:pt x="111438" y="615292"/>
                  <a:pt x="463508" y="501671"/>
                  <a:pt x="540406" y="418871"/>
                </a:cubicBezTo>
                <a:cubicBezTo>
                  <a:pt x="617304" y="336071"/>
                  <a:pt x="568800" y="239159"/>
                  <a:pt x="503482" y="173451"/>
                </a:cubicBezTo>
                <a:cubicBezTo>
                  <a:pt x="360409" y="56756"/>
                  <a:pt x="117633" y="77629"/>
                  <a:pt x="-1" y="0"/>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6" name="Freeform: Shape 15">
            <a:extLst>
              <a:ext uri="{FF2B5EF4-FFF2-40B4-BE49-F238E27FC236}">
                <a16:creationId xmlns:a16="http://schemas.microsoft.com/office/drawing/2014/main" id="{8D65D40D-31DE-EC7D-9CDF-CFE897690FEC}"/>
              </a:ext>
            </a:extLst>
          </p:cNvPr>
          <p:cNvSpPr/>
          <p:nvPr userDrawn="1"/>
        </p:nvSpPr>
        <p:spPr>
          <a:xfrm rot="11009236" flipH="1">
            <a:off x="45856" y="378174"/>
            <a:ext cx="3152701" cy="1180997"/>
          </a:xfrm>
          <a:custGeom>
            <a:avLst/>
            <a:gdLst>
              <a:gd name="connsiteX0" fmla="*/ 0 w 4863517"/>
              <a:gd name="connsiteY0" fmla="*/ 0 h 1271168"/>
              <a:gd name="connsiteX1" fmla="*/ 176879 w 4863517"/>
              <a:gd name="connsiteY1" fmla="*/ 115157 h 1271168"/>
              <a:gd name="connsiteX2" fmla="*/ 400812 w 4863517"/>
              <a:gd name="connsiteY2" fmla="*/ 277178 h 1271168"/>
              <a:gd name="connsiteX3" fmla="*/ 652367 w 4863517"/>
              <a:gd name="connsiteY3" fmla="*/ 421958 h 1271168"/>
              <a:gd name="connsiteX4" fmla="*/ 1110615 w 4863517"/>
              <a:gd name="connsiteY4" fmla="*/ 690848 h 1271168"/>
              <a:gd name="connsiteX5" fmla="*/ 1410843 w 4863517"/>
              <a:gd name="connsiteY5" fmla="*/ 830580 h 1271168"/>
              <a:gd name="connsiteX6" fmla="*/ 1585341 w 4863517"/>
              <a:gd name="connsiteY6" fmla="*/ 917067 h 1271168"/>
              <a:gd name="connsiteX7" fmla="*/ 1896046 w 4863517"/>
              <a:gd name="connsiteY7" fmla="*/ 1114901 h 1271168"/>
              <a:gd name="connsiteX8" fmla="*/ 2042255 w 4863517"/>
              <a:gd name="connsiteY8" fmla="*/ 1204627 h 1271168"/>
              <a:gd name="connsiteX9" fmla="*/ 2276570 w 4863517"/>
              <a:gd name="connsiteY9" fmla="*/ 1271111 h 1271168"/>
              <a:gd name="connsiteX10" fmla="*/ 2568988 w 4863517"/>
              <a:gd name="connsiteY10" fmla="*/ 1128141 h 1271168"/>
              <a:gd name="connsiteX11" fmla="*/ 2726817 w 4863517"/>
              <a:gd name="connsiteY11" fmla="*/ 882110 h 1271168"/>
              <a:gd name="connsiteX12" fmla="*/ 2861881 w 4863517"/>
              <a:gd name="connsiteY12" fmla="*/ 574929 h 1271168"/>
              <a:gd name="connsiteX13" fmla="*/ 2990660 w 4863517"/>
              <a:gd name="connsiteY13" fmla="*/ 411480 h 1271168"/>
              <a:gd name="connsiteX14" fmla="*/ 3259264 w 4863517"/>
              <a:gd name="connsiteY14" fmla="*/ 292322 h 1271168"/>
              <a:gd name="connsiteX15" fmla="*/ 3482150 w 4863517"/>
              <a:gd name="connsiteY15" fmla="*/ 325565 h 1271168"/>
              <a:gd name="connsiteX16" fmla="*/ 3824192 w 4863517"/>
              <a:gd name="connsiteY16" fmla="*/ 383762 h 1271168"/>
              <a:gd name="connsiteX17" fmla="*/ 4206145 w 4863517"/>
              <a:gd name="connsiteY17" fmla="*/ 420434 h 1271168"/>
              <a:gd name="connsiteX18" fmla="*/ 4505230 w 4863517"/>
              <a:gd name="connsiteY18" fmla="*/ 420434 h 1271168"/>
              <a:gd name="connsiteX19" fmla="*/ 4820127 w 4863517"/>
              <a:gd name="connsiteY19" fmla="*/ 349091 h 1271168"/>
              <a:gd name="connsiteX20" fmla="*/ 4863370 w 4863517"/>
              <a:gd name="connsiteY20" fmla="*/ 242316 h 1271168"/>
              <a:gd name="connsiteX21" fmla="*/ 4760691 w 4863517"/>
              <a:gd name="connsiteY21" fmla="*/ 0 h 1271168"/>
              <a:gd name="connsiteX0" fmla="*/ 0 w 5394388"/>
              <a:gd name="connsiteY0" fmla="*/ 0 h 1721105"/>
              <a:gd name="connsiteX1" fmla="*/ 707750 w 5394388"/>
              <a:gd name="connsiteY1" fmla="*/ 565094 h 1721105"/>
              <a:gd name="connsiteX2" fmla="*/ 931683 w 5394388"/>
              <a:gd name="connsiteY2" fmla="*/ 727115 h 1721105"/>
              <a:gd name="connsiteX3" fmla="*/ 1183238 w 5394388"/>
              <a:gd name="connsiteY3" fmla="*/ 871895 h 1721105"/>
              <a:gd name="connsiteX4" fmla="*/ 1641486 w 5394388"/>
              <a:gd name="connsiteY4" fmla="*/ 1140785 h 1721105"/>
              <a:gd name="connsiteX5" fmla="*/ 1941714 w 5394388"/>
              <a:gd name="connsiteY5" fmla="*/ 1280517 h 1721105"/>
              <a:gd name="connsiteX6" fmla="*/ 2116212 w 5394388"/>
              <a:gd name="connsiteY6" fmla="*/ 1367004 h 1721105"/>
              <a:gd name="connsiteX7" fmla="*/ 2426917 w 5394388"/>
              <a:gd name="connsiteY7" fmla="*/ 1564838 h 1721105"/>
              <a:gd name="connsiteX8" fmla="*/ 2573126 w 5394388"/>
              <a:gd name="connsiteY8" fmla="*/ 1654564 h 1721105"/>
              <a:gd name="connsiteX9" fmla="*/ 2807441 w 5394388"/>
              <a:gd name="connsiteY9" fmla="*/ 1721048 h 1721105"/>
              <a:gd name="connsiteX10" fmla="*/ 3099859 w 5394388"/>
              <a:gd name="connsiteY10" fmla="*/ 1578078 h 1721105"/>
              <a:gd name="connsiteX11" fmla="*/ 3257688 w 5394388"/>
              <a:gd name="connsiteY11" fmla="*/ 1332047 h 1721105"/>
              <a:gd name="connsiteX12" fmla="*/ 3392752 w 5394388"/>
              <a:gd name="connsiteY12" fmla="*/ 1024866 h 1721105"/>
              <a:gd name="connsiteX13" fmla="*/ 3521531 w 5394388"/>
              <a:gd name="connsiteY13" fmla="*/ 861417 h 1721105"/>
              <a:gd name="connsiteX14" fmla="*/ 3790135 w 5394388"/>
              <a:gd name="connsiteY14" fmla="*/ 742259 h 1721105"/>
              <a:gd name="connsiteX15" fmla="*/ 4013021 w 5394388"/>
              <a:gd name="connsiteY15" fmla="*/ 775502 h 1721105"/>
              <a:gd name="connsiteX16" fmla="*/ 4355063 w 5394388"/>
              <a:gd name="connsiteY16" fmla="*/ 833699 h 1721105"/>
              <a:gd name="connsiteX17" fmla="*/ 4737016 w 5394388"/>
              <a:gd name="connsiteY17" fmla="*/ 870371 h 1721105"/>
              <a:gd name="connsiteX18" fmla="*/ 5036101 w 5394388"/>
              <a:gd name="connsiteY18" fmla="*/ 870371 h 1721105"/>
              <a:gd name="connsiteX19" fmla="*/ 5350998 w 5394388"/>
              <a:gd name="connsiteY19" fmla="*/ 799028 h 1721105"/>
              <a:gd name="connsiteX20" fmla="*/ 5394241 w 5394388"/>
              <a:gd name="connsiteY20" fmla="*/ 692253 h 1721105"/>
              <a:gd name="connsiteX21" fmla="*/ 5291562 w 5394388"/>
              <a:gd name="connsiteY21" fmla="*/ 449937 h 1721105"/>
              <a:gd name="connsiteX0" fmla="*/ 0 w 5394388"/>
              <a:gd name="connsiteY0" fmla="*/ 0 h 1721105"/>
              <a:gd name="connsiteX1" fmla="*/ 707750 w 5394388"/>
              <a:gd name="connsiteY1" fmla="*/ 565094 h 1721105"/>
              <a:gd name="connsiteX2" fmla="*/ 1183238 w 5394388"/>
              <a:gd name="connsiteY2" fmla="*/ 871895 h 1721105"/>
              <a:gd name="connsiteX3" fmla="*/ 1641486 w 5394388"/>
              <a:gd name="connsiteY3" fmla="*/ 1140785 h 1721105"/>
              <a:gd name="connsiteX4" fmla="*/ 1941714 w 5394388"/>
              <a:gd name="connsiteY4" fmla="*/ 1280517 h 1721105"/>
              <a:gd name="connsiteX5" fmla="*/ 2116212 w 5394388"/>
              <a:gd name="connsiteY5" fmla="*/ 1367004 h 1721105"/>
              <a:gd name="connsiteX6" fmla="*/ 2426917 w 5394388"/>
              <a:gd name="connsiteY6" fmla="*/ 1564838 h 1721105"/>
              <a:gd name="connsiteX7" fmla="*/ 2573126 w 5394388"/>
              <a:gd name="connsiteY7" fmla="*/ 1654564 h 1721105"/>
              <a:gd name="connsiteX8" fmla="*/ 2807441 w 5394388"/>
              <a:gd name="connsiteY8" fmla="*/ 1721048 h 1721105"/>
              <a:gd name="connsiteX9" fmla="*/ 3099859 w 5394388"/>
              <a:gd name="connsiteY9" fmla="*/ 1578078 h 1721105"/>
              <a:gd name="connsiteX10" fmla="*/ 3257688 w 5394388"/>
              <a:gd name="connsiteY10" fmla="*/ 1332047 h 1721105"/>
              <a:gd name="connsiteX11" fmla="*/ 3392752 w 5394388"/>
              <a:gd name="connsiteY11" fmla="*/ 1024866 h 1721105"/>
              <a:gd name="connsiteX12" fmla="*/ 3521531 w 5394388"/>
              <a:gd name="connsiteY12" fmla="*/ 861417 h 1721105"/>
              <a:gd name="connsiteX13" fmla="*/ 3790135 w 5394388"/>
              <a:gd name="connsiteY13" fmla="*/ 742259 h 1721105"/>
              <a:gd name="connsiteX14" fmla="*/ 4013021 w 5394388"/>
              <a:gd name="connsiteY14" fmla="*/ 775502 h 1721105"/>
              <a:gd name="connsiteX15" fmla="*/ 4355063 w 5394388"/>
              <a:gd name="connsiteY15" fmla="*/ 833699 h 1721105"/>
              <a:gd name="connsiteX16" fmla="*/ 4737016 w 5394388"/>
              <a:gd name="connsiteY16" fmla="*/ 870371 h 1721105"/>
              <a:gd name="connsiteX17" fmla="*/ 5036101 w 5394388"/>
              <a:gd name="connsiteY17" fmla="*/ 870371 h 1721105"/>
              <a:gd name="connsiteX18" fmla="*/ 5350998 w 5394388"/>
              <a:gd name="connsiteY18" fmla="*/ 799028 h 1721105"/>
              <a:gd name="connsiteX19" fmla="*/ 5394241 w 5394388"/>
              <a:gd name="connsiteY19" fmla="*/ 692253 h 1721105"/>
              <a:gd name="connsiteX20" fmla="*/ 5291562 w 5394388"/>
              <a:gd name="connsiteY20" fmla="*/ 449937 h 1721105"/>
              <a:gd name="connsiteX0" fmla="*/ 0 w 5394388"/>
              <a:gd name="connsiteY0" fmla="*/ 0 h 1721105"/>
              <a:gd name="connsiteX1" fmla="*/ 707750 w 5394388"/>
              <a:gd name="connsiteY1" fmla="*/ 565094 h 1721105"/>
              <a:gd name="connsiteX2" fmla="*/ 1641486 w 5394388"/>
              <a:gd name="connsiteY2" fmla="*/ 1140785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707750 w 5394388"/>
              <a:gd name="connsiteY1" fmla="*/ 565094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388"/>
              <a:gd name="connsiteY0" fmla="*/ 0 h 1721105"/>
              <a:gd name="connsiteX1" fmla="*/ 678617 w 5394388"/>
              <a:gd name="connsiteY1" fmla="*/ 483886 h 1721105"/>
              <a:gd name="connsiteX2" fmla="*/ 1531428 w 5394388"/>
              <a:gd name="connsiteY2" fmla="*/ 1042019 h 1721105"/>
              <a:gd name="connsiteX3" fmla="*/ 1941714 w 5394388"/>
              <a:gd name="connsiteY3" fmla="*/ 1280517 h 1721105"/>
              <a:gd name="connsiteX4" fmla="*/ 2116212 w 5394388"/>
              <a:gd name="connsiteY4" fmla="*/ 1367004 h 1721105"/>
              <a:gd name="connsiteX5" fmla="*/ 2426917 w 5394388"/>
              <a:gd name="connsiteY5" fmla="*/ 1564838 h 1721105"/>
              <a:gd name="connsiteX6" fmla="*/ 2573126 w 5394388"/>
              <a:gd name="connsiteY6" fmla="*/ 1654564 h 1721105"/>
              <a:gd name="connsiteX7" fmla="*/ 2807441 w 5394388"/>
              <a:gd name="connsiteY7" fmla="*/ 1721048 h 1721105"/>
              <a:gd name="connsiteX8" fmla="*/ 3099859 w 5394388"/>
              <a:gd name="connsiteY8" fmla="*/ 1578078 h 1721105"/>
              <a:gd name="connsiteX9" fmla="*/ 3257688 w 5394388"/>
              <a:gd name="connsiteY9" fmla="*/ 1332047 h 1721105"/>
              <a:gd name="connsiteX10" fmla="*/ 3392752 w 5394388"/>
              <a:gd name="connsiteY10" fmla="*/ 1024866 h 1721105"/>
              <a:gd name="connsiteX11" fmla="*/ 3521531 w 5394388"/>
              <a:gd name="connsiteY11" fmla="*/ 861417 h 1721105"/>
              <a:gd name="connsiteX12" fmla="*/ 3790135 w 5394388"/>
              <a:gd name="connsiteY12" fmla="*/ 742259 h 1721105"/>
              <a:gd name="connsiteX13" fmla="*/ 4013021 w 5394388"/>
              <a:gd name="connsiteY13" fmla="*/ 775502 h 1721105"/>
              <a:gd name="connsiteX14" fmla="*/ 4355063 w 5394388"/>
              <a:gd name="connsiteY14" fmla="*/ 833699 h 1721105"/>
              <a:gd name="connsiteX15" fmla="*/ 4737016 w 5394388"/>
              <a:gd name="connsiteY15" fmla="*/ 870371 h 1721105"/>
              <a:gd name="connsiteX16" fmla="*/ 5036101 w 5394388"/>
              <a:gd name="connsiteY16" fmla="*/ 870371 h 1721105"/>
              <a:gd name="connsiteX17" fmla="*/ 5350998 w 5394388"/>
              <a:gd name="connsiteY17" fmla="*/ 799028 h 1721105"/>
              <a:gd name="connsiteX18" fmla="*/ 5394241 w 5394388"/>
              <a:gd name="connsiteY18" fmla="*/ 692253 h 1721105"/>
              <a:gd name="connsiteX19" fmla="*/ 5291562 w 5394388"/>
              <a:gd name="connsiteY19" fmla="*/ 449937 h 1721105"/>
              <a:gd name="connsiteX0" fmla="*/ 0 w 5394241"/>
              <a:gd name="connsiteY0" fmla="*/ 0 h 1721105"/>
              <a:gd name="connsiteX1" fmla="*/ 678617 w 5394241"/>
              <a:gd name="connsiteY1" fmla="*/ 483886 h 1721105"/>
              <a:gd name="connsiteX2" fmla="*/ 1531428 w 5394241"/>
              <a:gd name="connsiteY2" fmla="*/ 1042019 h 1721105"/>
              <a:gd name="connsiteX3" fmla="*/ 1941714 w 5394241"/>
              <a:gd name="connsiteY3" fmla="*/ 1280517 h 1721105"/>
              <a:gd name="connsiteX4" fmla="*/ 2116212 w 5394241"/>
              <a:gd name="connsiteY4" fmla="*/ 1367004 h 1721105"/>
              <a:gd name="connsiteX5" fmla="*/ 2426917 w 5394241"/>
              <a:gd name="connsiteY5" fmla="*/ 1564838 h 1721105"/>
              <a:gd name="connsiteX6" fmla="*/ 2573126 w 5394241"/>
              <a:gd name="connsiteY6" fmla="*/ 1654564 h 1721105"/>
              <a:gd name="connsiteX7" fmla="*/ 2807441 w 5394241"/>
              <a:gd name="connsiteY7" fmla="*/ 1721048 h 1721105"/>
              <a:gd name="connsiteX8" fmla="*/ 3099859 w 5394241"/>
              <a:gd name="connsiteY8" fmla="*/ 1578078 h 1721105"/>
              <a:gd name="connsiteX9" fmla="*/ 3257688 w 5394241"/>
              <a:gd name="connsiteY9" fmla="*/ 1332047 h 1721105"/>
              <a:gd name="connsiteX10" fmla="*/ 3392752 w 5394241"/>
              <a:gd name="connsiteY10" fmla="*/ 1024866 h 1721105"/>
              <a:gd name="connsiteX11" fmla="*/ 3521531 w 5394241"/>
              <a:gd name="connsiteY11" fmla="*/ 861417 h 1721105"/>
              <a:gd name="connsiteX12" fmla="*/ 3790135 w 5394241"/>
              <a:gd name="connsiteY12" fmla="*/ 742259 h 1721105"/>
              <a:gd name="connsiteX13" fmla="*/ 4013021 w 5394241"/>
              <a:gd name="connsiteY13" fmla="*/ 775502 h 1721105"/>
              <a:gd name="connsiteX14" fmla="*/ 4355063 w 5394241"/>
              <a:gd name="connsiteY14" fmla="*/ 833699 h 1721105"/>
              <a:gd name="connsiteX15" fmla="*/ 4737016 w 5394241"/>
              <a:gd name="connsiteY15" fmla="*/ 870371 h 1721105"/>
              <a:gd name="connsiteX16" fmla="*/ 5036101 w 5394241"/>
              <a:gd name="connsiteY16" fmla="*/ 870371 h 1721105"/>
              <a:gd name="connsiteX17" fmla="*/ 5350998 w 5394241"/>
              <a:gd name="connsiteY17" fmla="*/ 799028 h 1721105"/>
              <a:gd name="connsiteX18" fmla="*/ 5394241 w 5394241"/>
              <a:gd name="connsiteY18" fmla="*/ 692253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350998 w 5589237"/>
              <a:gd name="connsiteY17" fmla="*/ 799028 h 1721105"/>
              <a:gd name="connsiteX18" fmla="*/ 5589237 w 5589237"/>
              <a:gd name="connsiteY18" fmla="*/ 560039 h 1721105"/>
              <a:gd name="connsiteX0" fmla="*/ 0 w 5589237"/>
              <a:gd name="connsiteY0" fmla="*/ 0 h 1721105"/>
              <a:gd name="connsiteX1" fmla="*/ 678617 w 5589237"/>
              <a:gd name="connsiteY1" fmla="*/ 483886 h 1721105"/>
              <a:gd name="connsiteX2" fmla="*/ 1531428 w 5589237"/>
              <a:gd name="connsiteY2" fmla="*/ 1042019 h 1721105"/>
              <a:gd name="connsiteX3" fmla="*/ 1941714 w 5589237"/>
              <a:gd name="connsiteY3" fmla="*/ 1280517 h 1721105"/>
              <a:gd name="connsiteX4" fmla="*/ 2116212 w 5589237"/>
              <a:gd name="connsiteY4" fmla="*/ 1367004 h 1721105"/>
              <a:gd name="connsiteX5" fmla="*/ 2426917 w 5589237"/>
              <a:gd name="connsiteY5" fmla="*/ 1564838 h 1721105"/>
              <a:gd name="connsiteX6" fmla="*/ 2573126 w 5589237"/>
              <a:gd name="connsiteY6" fmla="*/ 1654564 h 1721105"/>
              <a:gd name="connsiteX7" fmla="*/ 2807441 w 5589237"/>
              <a:gd name="connsiteY7" fmla="*/ 1721048 h 1721105"/>
              <a:gd name="connsiteX8" fmla="*/ 3099859 w 5589237"/>
              <a:gd name="connsiteY8" fmla="*/ 1578078 h 1721105"/>
              <a:gd name="connsiteX9" fmla="*/ 3257688 w 5589237"/>
              <a:gd name="connsiteY9" fmla="*/ 1332047 h 1721105"/>
              <a:gd name="connsiteX10" fmla="*/ 3392752 w 5589237"/>
              <a:gd name="connsiteY10" fmla="*/ 1024866 h 1721105"/>
              <a:gd name="connsiteX11" fmla="*/ 3521531 w 5589237"/>
              <a:gd name="connsiteY11" fmla="*/ 861417 h 1721105"/>
              <a:gd name="connsiteX12" fmla="*/ 3790135 w 5589237"/>
              <a:gd name="connsiteY12" fmla="*/ 742259 h 1721105"/>
              <a:gd name="connsiteX13" fmla="*/ 4013021 w 5589237"/>
              <a:gd name="connsiteY13" fmla="*/ 775502 h 1721105"/>
              <a:gd name="connsiteX14" fmla="*/ 4355063 w 5589237"/>
              <a:gd name="connsiteY14" fmla="*/ 833699 h 1721105"/>
              <a:gd name="connsiteX15" fmla="*/ 4737016 w 5589237"/>
              <a:gd name="connsiteY15" fmla="*/ 870371 h 1721105"/>
              <a:gd name="connsiteX16" fmla="*/ 5036101 w 5589237"/>
              <a:gd name="connsiteY16" fmla="*/ 870371 h 1721105"/>
              <a:gd name="connsiteX17" fmla="*/ 5268125 w 5589237"/>
              <a:gd name="connsiteY17" fmla="*/ 765975 h 1721105"/>
              <a:gd name="connsiteX18" fmla="*/ 5589237 w 5589237"/>
              <a:gd name="connsiteY18" fmla="*/ 560039 h 172110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549621 w 5607430"/>
              <a:gd name="connsiteY2" fmla="*/ 1136589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9907 w 5607430"/>
              <a:gd name="connsiteY3" fmla="*/ 1375087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07430"/>
              <a:gd name="connsiteY0" fmla="*/ 0 h 1815675"/>
              <a:gd name="connsiteX1" fmla="*/ 696810 w 5607430"/>
              <a:gd name="connsiteY1" fmla="*/ 578456 h 1815675"/>
              <a:gd name="connsiteX2" fmla="*/ 1654228 w 5607430"/>
              <a:gd name="connsiteY2" fmla="*/ 1116030 h 1815675"/>
              <a:gd name="connsiteX3" fmla="*/ 1952327 w 5607430"/>
              <a:gd name="connsiteY3" fmla="*/ 1313411 h 1815675"/>
              <a:gd name="connsiteX4" fmla="*/ 2134405 w 5607430"/>
              <a:gd name="connsiteY4" fmla="*/ 1461574 h 1815675"/>
              <a:gd name="connsiteX5" fmla="*/ 2445110 w 5607430"/>
              <a:gd name="connsiteY5" fmla="*/ 1659408 h 1815675"/>
              <a:gd name="connsiteX6" fmla="*/ 2591319 w 5607430"/>
              <a:gd name="connsiteY6" fmla="*/ 1749134 h 1815675"/>
              <a:gd name="connsiteX7" fmla="*/ 2825634 w 5607430"/>
              <a:gd name="connsiteY7" fmla="*/ 1815618 h 1815675"/>
              <a:gd name="connsiteX8" fmla="*/ 3118052 w 5607430"/>
              <a:gd name="connsiteY8" fmla="*/ 1672648 h 1815675"/>
              <a:gd name="connsiteX9" fmla="*/ 3275881 w 5607430"/>
              <a:gd name="connsiteY9" fmla="*/ 1426617 h 1815675"/>
              <a:gd name="connsiteX10" fmla="*/ 3410945 w 5607430"/>
              <a:gd name="connsiteY10" fmla="*/ 1119436 h 1815675"/>
              <a:gd name="connsiteX11" fmla="*/ 3539724 w 5607430"/>
              <a:gd name="connsiteY11" fmla="*/ 955987 h 1815675"/>
              <a:gd name="connsiteX12" fmla="*/ 3808328 w 5607430"/>
              <a:gd name="connsiteY12" fmla="*/ 836829 h 1815675"/>
              <a:gd name="connsiteX13" fmla="*/ 4031214 w 5607430"/>
              <a:gd name="connsiteY13" fmla="*/ 870072 h 1815675"/>
              <a:gd name="connsiteX14" fmla="*/ 4373256 w 5607430"/>
              <a:gd name="connsiteY14" fmla="*/ 928269 h 1815675"/>
              <a:gd name="connsiteX15" fmla="*/ 4755209 w 5607430"/>
              <a:gd name="connsiteY15" fmla="*/ 964941 h 1815675"/>
              <a:gd name="connsiteX16" fmla="*/ 5054294 w 5607430"/>
              <a:gd name="connsiteY16" fmla="*/ 964941 h 1815675"/>
              <a:gd name="connsiteX17" fmla="*/ 5286318 w 5607430"/>
              <a:gd name="connsiteY17" fmla="*/ 860545 h 1815675"/>
              <a:gd name="connsiteX18" fmla="*/ 5607430 w 5607430"/>
              <a:gd name="connsiteY18" fmla="*/ 654609 h 1815675"/>
              <a:gd name="connsiteX0" fmla="*/ 0 w 5649879"/>
              <a:gd name="connsiteY0" fmla="*/ 0 h 1815675"/>
              <a:gd name="connsiteX1" fmla="*/ 696810 w 5649879"/>
              <a:gd name="connsiteY1" fmla="*/ 578456 h 1815675"/>
              <a:gd name="connsiteX2" fmla="*/ 1654228 w 5649879"/>
              <a:gd name="connsiteY2" fmla="*/ 1116030 h 1815675"/>
              <a:gd name="connsiteX3" fmla="*/ 1952327 w 5649879"/>
              <a:gd name="connsiteY3" fmla="*/ 1313411 h 1815675"/>
              <a:gd name="connsiteX4" fmla="*/ 2134405 w 5649879"/>
              <a:gd name="connsiteY4" fmla="*/ 1461574 h 1815675"/>
              <a:gd name="connsiteX5" fmla="*/ 2445110 w 5649879"/>
              <a:gd name="connsiteY5" fmla="*/ 1659408 h 1815675"/>
              <a:gd name="connsiteX6" fmla="*/ 2591319 w 5649879"/>
              <a:gd name="connsiteY6" fmla="*/ 1749134 h 1815675"/>
              <a:gd name="connsiteX7" fmla="*/ 2825634 w 5649879"/>
              <a:gd name="connsiteY7" fmla="*/ 1815618 h 1815675"/>
              <a:gd name="connsiteX8" fmla="*/ 3118052 w 5649879"/>
              <a:gd name="connsiteY8" fmla="*/ 1672648 h 1815675"/>
              <a:gd name="connsiteX9" fmla="*/ 3275881 w 5649879"/>
              <a:gd name="connsiteY9" fmla="*/ 1426617 h 1815675"/>
              <a:gd name="connsiteX10" fmla="*/ 3410945 w 5649879"/>
              <a:gd name="connsiteY10" fmla="*/ 1119436 h 1815675"/>
              <a:gd name="connsiteX11" fmla="*/ 3539724 w 5649879"/>
              <a:gd name="connsiteY11" fmla="*/ 955987 h 1815675"/>
              <a:gd name="connsiteX12" fmla="*/ 3808328 w 5649879"/>
              <a:gd name="connsiteY12" fmla="*/ 836829 h 1815675"/>
              <a:gd name="connsiteX13" fmla="*/ 4031214 w 5649879"/>
              <a:gd name="connsiteY13" fmla="*/ 870072 h 1815675"/>
              <a:gd name="connsiteX14" fmla="*/ 4373256 w 5649879"/>
              <a:gd name="connsiteY14" fmla="*/ 928269 h 1815675"/>
              <a:gd name="connsiteX15" fmla="*/ 4755209 w 5649879"/>
              <a:gd name="connsiteY15" fmla="*/ 964941 h 1815675"/>
              <a:gd name="connsiteX16" fmla="*/ 5054294 w 5649879"/>
              <a:gd name="connsiteY16" fmla="*/ 964941 h 1815675"/>
              <a:gd name="connsiteX17" fmla="*/ 5286318 w 5649879"/>
              <a:gd name="connsiteY17" fmla="*/ 860545 h 1815675"/>
              <a:gd name="connsiteX18" fmla="*/ 5649879 w 5649879"/>
              <a:gd name="connsiteY18" fmla="*/ 642275 h 1815675"/>
              <a:gd name="connsiteX0" fmla="*/ 0 w 5649879"/>
              <a:gd name="connsiteY0" fmla="*/ 0 h 1815675"/>
              <a:gd name="connsiteX1" fmla="*/ 438874 w 5649879"/>
              <a:gd name="connsiteY1" fmla="*/ 248508 h 1815675"/>
              <a:gd name="connsiteX2" fmla="*/ 696810 w 5649879"/>
              <a:gd name="connsiteY2" fmla="*/ 578456 h 1815675"/>
              <a:gd name="connsiteX3" fmla="*/ 1654228 w 5649879"/>
              <a:gd name="connsiteY3" fmla="*/ 1116030 h 1815675"/>
              <a:gd name="connsiteX4" fmla="*/ 1952327 w 5649879"/>
              <a:gd name="connsiteY4" fmla="*/ 1313411 h 1815675"/>
              <a:gd name="connsiteX5" fmla="*/ 2134405 w 5649879"/>
              <a:gd name="connsiteY5" fmla="*/ 1461574 h 1815675"/>
              <a:gd name="connsiteX6" fmla="*/ 2445110 w 5649879"/>
              <a:gd name="connsiteY6" fmla="*/ 1659408 h 1815675"/>
              <a:gd name="connsiteX7" fmla="*/ 2591319 w 5649879"/>
              <a:gd name="connsiteY7" fmla="*/ 1749134 h 1815675"/>
              <a:gd name="connsiteX8" fmla="*/ 2825634 w 5649879"/>
              <a:gd name="connsiteY8" fmla="*/ 1815618 h 1815675"/>
              <a:gd name="connsiteX9" fmla="*/ 3118052 w 5649879"/>
              <a:gd name="connsiteY9" fmla="*/ 1672648 h 1815675"/>
              <a:gd name="connsiteX10" fmla="*/ 3275881 w 5649879"/>
              <a:gd name="connsiteY10" fmla="*/ 1426617 h 1815675"/>
              <a:gd name="connsiteX11" fmla="*/ 3410945 w 5649879"/>
              <a:gd name="connsiteY11" fmla="*/ 1119436 h 1815675"/>
              <a:gd name="connsiteX12" fmla="*/ 3539724 w 5649879"/>
              <a:gd name="connsiteY12" fmla="*/ 955987 h 1815675"/>
              <a:gd name="connsiteX13" fmla="*/ 3808328 w 5649879"/>
              <a:gd name="connsiteY13" fmla="*/ 836829 h 1815675"/>
              <a:gd name="connsiteX14" fmla="*/ 4031214 w 5649879"/>
              <a:gd name="connsiteY14" fmla="*/ 870072 h 1815675"/>
              <a:gd name="connsiteX15" fmla="*/ 4373256 w 5649879"/>
              <a:gd name="connsiteY15" fmla="*/ 928269 h 1815675"/>
              <a:gd name="connsiteX16" fmla="*/ 4755209 w 5649879"/>
              <a:gd name="connsiteY16" fmla="*/ 964941 h 1815675"/>
              <a:gd name="connsiteX17" fmla="*/ 5054294 w 5649879"/>
              <a:gd name="connsiteY17" fmla="*/ 964941 h 1815675"/>
              <a:gd name="connsiteX18" fmla="*/ 5286318 w 5649879"/>
              <a:gd name="connsiteY18" fmla="*/ 860545 h 1815675"/>
              <a:gd name="connsiteX19" fmla="*/ 5649879 w 5649879"/>
              <a:gd name="connsiteY19" fmla="*/ 642275 h 1815675"/>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90630 w 5632181"/>
              <a:gd name="connsiteY13" fmla="*/ 1082827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632181"/>
              <a:gd name="connsiteY0" fmla="*/ 0 h 2061673"/>
              <a:gd name="connsiteX1" fmla="*/ 421176 w 5632181"/>
              <a:gd name="connsiteY1" fmla="*/ 494506 h 2061673"/>
              <a:gd name="connsiteX2" fmla="*/ 679112 w 5632181"/>
              <a:gd name="connsiteY2" fmla="*/ 824454 h 2061673"/>
              <a:gd name="connsiteX3" fmla="*/ 1636530 w 5632181"/>
              <a:gd name="connsiteY3" fmla="*/ 1362028 h 2061673"/>
              <a:gd name="connsiteX4" fmla="*/ 1934629 w 5632181"/>
              <a:gd name="connsiteY4" fmla="*/ 1559409 h 2061673"/>
              <a:gd name="connsiteX5" fmla="*/ 2116707 w 5632181"/>
              <a:gd name="connsiteY5" fmla="*/ 1707572 h 2061673"/>
              <a:gd name="connsiteX6" fmla="*/ 2427412 w 5632181"/>
              <a:gd name="connsiteY6" fmla="*/ 1905406 h 2061673"/>
              <a:gd name="connsiteX7" fmla="*/ 2573621 w 5632181"/>
              <a:gd name="connsiteY7" fmla="*/ 1995132 h 2061673"/>
              <a:gd name="connsiteX8" fmla="*/ 2807936 w 5632181"/>
              <a:gd name="connsiteY8" fmla="*/ 2061616 h 2061673"/>
              <a:gd name="connsiteX9" fmla="*/ 3100354 w 5632181"/>
              <a:gd name="connsiteY9" fmla="*/ 1918646 h 2061673"/>
              <a:gd name="connsiteX10" fmla="*/ 3258183 w 5632181"/>
              <a:gd name="connsiteY10" fmla="*/ 1672615 h 2061673"/>
              <a:gd name="connsiteX11" fmla="*/ 3393247 w 5632181"/>
              <a:gd name="connsiteY11" fmla="*/ 1365434 h 2061673"/>
              <a:gd name="connsiteX12" fmla="*/ 3522026 w 5632181"/>
              <a:gd name="connsiteY12" fmla="*/ 1201985 h 2061673"/>
              <a:gd name="connsiteX13" fmla="*/ 3786205 w 5632181"/>
              <a:gd name="connsiteY13" fmla="*/ 938828 h 2061673"/>
              <a:gd name="connsiteX14" fmla="*/ 4013516 w 5632181"/>
              <a:gd name="connsiteY14" fmla="*/ 1116070 h 2061673"/>
              <a:gd name="connsiteX15" fmla="*/ 4355558 w 5632181"/>
              <a:gd name="connsiteY15" fmla="*/ 1174267 h 2061673"/>
              <a:gd name="connsiteX16" fmla="*/ 4737511 w 5632181"/>
              <a:gd name="connsiteY16" fmla="*/ 1210939 h 2061673"/>
              <a:gd name="connsiteX17" fmla="*/ 5036596 w 5632181"/>
              <a:gd name="connsiteY17" fmla="*/ 1210939 h 2061673"/>
              <a:gd name="connsiteX18" fmla="*/ 5268620 w 5632181"/>
              <a:gd name="connsiteY18" fmla="*/ 1106543 h 2061673"/>
              <a:gd name="connsiteX19" fmla="*/ 5632181 w 5632181"/>
              <a:gd name="connsiteY19" fmla="*/ 888273 h 2061673"/>
              <a:gd name="connsiteX0" fmla="*/ 0 w 5211005"/>
              <a:gd name="connsiteY0" fmla="*/ 0 h 1567167"/>
              <a:gd name="connsiteX1" fmla="*/ 257936 w 5211005"/>
              <a:gd name="connsiteY1" fmla="*/ 329948 h 1567167"/>
              <a:gd name="connsiteX2" fmla="*/ 1215354 w 5211005"/>
              <a:gd name="connsiteY2" fmla="*/ 867522 h 1567167"/>
              <a:gd name="connsiteX3" fmla="*/ 1513453 w 5211005"/>
              <a:gd name="connsiteY3" fmla="*/ 1064903 h 1567167"/>
              <a:gd name="connsiteX4" fmla="*/ 1695531 w 5211005"/>
              <a:gd name="connsiteY4" fmla="*/ 1213066 h 1567167"/>
              <a:gd name="connsiteX5" fmla="*/ 2006236 w 5211005"/>
              <a:gd name="connsiteY5" fmla="*/ 1410900 h 1567167"/>
              <a:gd name="connsiteX6" fmla="*/ 2152445 w 5211005"/>
              <a:gd name="connsiteY6" fmla="*/ 1500626 h 1567167"/>
              <a:gd name="connsiteX7" fmla="*/ 2386760 w 5211005"/>
              <a:gd name="connsiteY7" fmla="*/ 1567110 h 1567167"/>
              <a:gd name="connsiteX8" fmla="*/ 2679178 w 5211005"/>
              <a:gd name="connsiteY8" fmla="*/ 1424140 h 1567167"/>
              <a:gd name="connsiteX9" fmla="*/ 2837007 w 5211005"/>
              <a:gd name="connsiteY9" fmla="*/ 1178109 h 1567167"/>
              <a:gd name="connsiteX10" fmla="*/ 2972071 w 5211005"/>
              <a:gd name="connsiteY10" fmla="*/ 870928 h 1567167"/>
              <a:gd name="connsiteX11" fmla="*/ 3100850 w 5211005"/>
              <a:gd name="connsiteY11" fmla="*/ 707479 h 1567167"/>
              <a:gd name="connsiteX12" fmla="*/ 3365029 w 5211005"/>
              <a:gd name="connsiteY12" fmla="*/ 444322 h 1567167"/>
              <a:gd name="connsiteX13" fmla="*/ 3592340 w 5211005"/>
              <a:gd name="connsiteY13" fmla="*/ 621564 h 1567167"/>
              <a:gd name="connsiteX14" fmla="*/ 3934382 w 5211005"/>
              <a:gd name="connsiteY14" fmla="*/ 679761 h 1567167"/>
              <a:gd name="connsiteX15" fmla="*/ 4316335 w 5211005"/>
              <a:gd name="connsiteY15" fmla="*/ 716433 h 1567167"/>
              <a:gd name="connsiteX16" fmla="*/ 4615420 w 5211005"/>
              <a:gd name="connsiteY16" fmla="*/ 716433 h 1567167"/>
              <a:gd name="connsiteX17" fmla="*/ 4847444 w 5211005"/>
              <a:gd name="connsiteY17" fmla="*/ 612037 h 1567167"/>
              <a:gd name="connsiteX18" fmla="*/ 5211005 w 5211005"/>
              <a:gd name="connsiteY18" fmla="*/ 393767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16335 w 5209406"/>
              <a:gd name="connsiteY15" fmla="*/ 716433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934382 w 5209406"/>
              <a:gd name="connsiteY14" fmla="*/ 679761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5209406"/>
              <a:gd name="connsiteY0" fmla="*/ 0 h 1567167"/>
              <a:gd name="connsiteX1" fmla="*/ 257936 w 5209406"/>
              <a:gd name="connsiteY1" fmla="*/ 329948 h 1567167"/>
              <a:gd name="connsiteX2" fmla="*/ 1215354 w 5209406"/>
              <a:gd name="connsiteY2" fmla="*/ 867522 h 1567167"/>
              <a:gd name="connsiteX3" fmla="*/ 1513453 w 5209406"/>
              <a:gd name="connsiteY3" fmla="*/ 1064903 h 1567167"/>
              <a:gd name="connsiteX4" fmla="*/ 1695531 w 5209406"/>
              <a:gd name="connsiteY4" fmla="*/ 1213066 h 1567167"/>
              <a:gd name="connsiteX5" fmla="*/ 2006236 w 5209406"/>
              <a:gd name="connsiteY5" fmla="*/ 1410900 h 1567167"/>
              <a:gd name="connsiteX6" fmla="*/ 2152445 w 5209406"/>
              <a:gd name="connsiteY6" fmla="*/ 1500626 h 1567167"/>
              <a:gd name="connsiteX7" fmla="*/ 2386760 w 5209406"/>
              <a:gd name="connsiteY7" fmla="*/ 1567110 h 1567167"/>
              <a:gd name="connsiteX8" fmla="*/ 2679178 w 5209406"/>
              <a:gd name="connsiteY8" fmla="*/ 1424140 h 1567167"/>
              <a:gd name="connsiteX9" fmla="*/ 2837007 w 5209406"/>
              <a:gd name="connsiteY9" fmla="*/ 1178109 h 1567167"/>
              <a:gd name="connsiteX10" fmla="*/ 2972071 w 5209406"/>
              <a:gd name="connsiteY10" fmla="*/ 870928 h 1567167"/>
              <a:gd name="connsiteX11" fmla="*/ 3100850 w 5209406"/>
              <a:gd name="connsiteY11" fmla="*/ 707479 h 1567167"/>
              <a:gd name="connsiteX12" fmla="*/ 3365029 w 5209406"/>
              <a:gd name="connsiteY12" fmla="*/ 444322 h 1567167"/>
              <a:gd name="connsiteX13" fmla="*/ 3592340 w 5209406"/>
              <a:gd name="connsiteY13" fmla="*/ 621564 h 1567167"/>
              <a:gd name="connsiteX14" fmla="*/ 3889855 w 5209406"/>
              <a:gd name="connsiteY14" fmla="*/ 578253 h 1567167"/>
              <a:gd name="connsiteX15" fmla="*/ 4309901 w 5209406"/>
              <a:gd name="connsiteY15" fmla="*/ 622886 h 1567167"/>
              <a:gd name="connsiteX16" fmla="*/ 4615420 w 5209406"/>
              <a:gd name="connsiteY16" fmla="*/ 716433 h 1567167"/>
              <a:gd name="connsiteX17" fmla="*/ 4847444 w 5209406"/>
              <a:gd name="connsiteY17" fmla="*/ 612037 h 1567167"/>
              <a:gd name="connsiteX18" fmla="*/ 5209406 w 5209406"/>
              <a:gd name="connsiteY18" fmla="*/ 480900 h 1567167"/>
              <a:gd name="connsiteX0" fmla="*/ 0 w 4847444"/>
              <a:gd name="connsiteY0" fmla="*/ 0 h 1567167"/>
              <a:gd name="connsiteX1" fmla="*/ 257936 w 4847444"/>
              <a:gd name="connsiteY1" fmla="*/ 329948 h 1567167"/>
              <a:gd name="connsiteX2" fmla="*/ 1215354 w 4847444"/>
              <a:gd name="connsiteY2" fmla="*/ 867522 h 1567167"/>
              <a:gd name="connsiteX3" fmla="*/ 1513453 w 4847444"/>
              <a:gd name="connsiteY3" fmla="*/ 1064903 h 1567167"/>
              <a:gd name="connsiteX4" fmla="*/ 1695531 w 4847444"/>
              <a:gd name="connsiteY4" fmla="*/ 1213066 h 1567167"/>
              <a:gd name="connsiteX5" fmla="*/ 2006236 w 4847444"/>
              <a:gd name="connsiteY5" fmla="*/ 1410900 h 1567167"/>
              <a:gd name="connsiteX6" fmla="*/ 2152445 w 4847444"/>
              <a:gd name="connsiteY6" fmla="*/ 1500626 h 1567167"/>
              <a:gd name="connsiteX7" fmla="*/ 2386760 w 4847444"/>
              <a:gd name="connsiteY7" fmla="*/ 1567110 h 1567167"/>
              <a:gd name="connsiteX8" fmla="*/ 2679178 w 4847444"/>
              <a:gd name="connsiteY8" fmla="*/ 1424140 h 1567167"/>
              <a:gd name="connsiteX9" fmla="*/ 2837007 w 4847444"/>
              <a:gd name="connsiteY9" fmla="*/ 1178109 h 1567167"/>
              <a:gd name="connsiteX10" fmla="*/ 2972071 w 4847444"/>
              <a:gd name="connsiteY10" fmla="*/ 870928 h 1567167"/>
              <a:gd name="connsiteX11" fmla="*/ 3100850 w 4847444"/>
              <a:gd name="connsiteY11" fmla="*/ 707479 h 1567167"/>
              <a:gd name="connsiteX12" fmla="*/ 3365029 w 4847444"/>
              <a:gd name="connsiteY12" fmla="*/ 444322 h 1567167"/>
              <a:gd name="connsiteX13" fmla="*/ 3592340 w 4847444"/>
              <a:gd name="connsiteY13" fmla="*/ 621564 h 1567167"/>
              <a:gd name="connsiteX14" fmla="*/ 3889855 w 4847444"/>
              <a:gd name="connsiteY14" fmla="*/ 578253 h 1567167"/>
              <a:gd name="connsiteX15" fmla="*/ 4309901 w 4847444"/>
              <a:gd name="connsiteY15" fmla="*/ 622886 h 1567167"/>
              <a:gd name="connsiteX16" fmla="*/ 4615420 w 4847444"/>
              <a:gd name="connsiteY16" fmla="*/ 716433 h 1567167"/>
              <a:gd name="connsiteX17" fmla="*/ 4847444 w 4847444"/>
              <a:gd name="connsiteY17" fmla="*/ 612037 h 1567167"/>
              <a:gd name="connsiteX0" fmla="*/ 0 w 4867061"/>
              <a:gd name="connsiteY0" fmla="*/ 0 h 1567167"/>
              <a:gd name="connsiteX1" fmla="*/ 257936 w 4867061"/>
              <a:gd name="connsiteY1" fmla="*/ 329948 h 1567167"/>
              <a:gd name="connsiteX2" fmla="*/ 1215354 w 4867061"/>
              <a:gd name="connsiteY2" fmla="*/ 867522 h 1567167"/>
              <a:gd name="connsiteX3" fmla="*/ 1513453 w 4867061"/>
              <a:gd name="connsiteY3" fmla="*/ 1064903 h 1567167"/>
              <a:gd name="connsiteX4" fmla="*/ 1695531 w 4867061"/>
              <a:gd name="connsiteY4" fmla="*/ 1213066 h 1567167"/>
              <a:gd name="connsiteX5" fmla="*/ 2006236 w 4867061"/>
              <a:gd name="connsiteY5" fmla="*/ 1410900 h 1567167"/>
              <a:gd name="connsiteX6" fmla="*/ 2152445 w 4867061"/>
              <a:gd name="connsiteY6" fmla="*/ 1500626 h 1567167"/>
              <a:gd name="connsiteX7" fmla="*/ 2386760 w 4867061"/>
              <a:gd name="connsiteY7" fmla="*/ 1567110 h 1567167"/>
              <a:gd name="connsiteX8" fmla="*/ 2679178 w 4867061"/>
              <a:gd name="connsiteY8" fmla="*/ 1424140 h 1567167"/>
              <a:gd name="connsiteX9" fmla="*/ 2837007 w 4867061"/>
              <a:gd name="connsiteY9" fmla="*/ 1178109 h 1567167"/>
              <a:gd name="connsiteX10" fmla="*/ 2972071 w 4867061"/>
              <a:gd name="connsiteY10" fmla="*/ 870928 h 1567167"/>
              <a:gd name="connsiteX11" fmla="*/ 3100850 w 4867061"/>
              <a:gd name="connsiteY11" fmla="*/ 707479 h 1567167"/>
              <a:gd name="connsiteX12" fmla="*/ 3365029 w 4867061"/>
              <a:gd name="connsiteY12" fmla="*/ 444322 h 1567167"/>
              <a:gd name="connsiteX13" fmla="*/ 3592340 w 4867061"/>
              <a:gd name="connsiteY13" fmla="*/ 621564 h 1567167"/>
              <a:gd name="connsiteX14" fmla="*/ 3889855 w 4867061"/>
              <a:gd name="connsiteY14" fmla="*/ 578253 h 1567167"/>
              <a:gd name="connsiteX15" fmla="*/ 4309901 w 4867061"/>
              <a:gd name="connsiteY15" fmla="*/ 622886 h 1567167"/>
              <a:gd name="connsiteX16" fmla="*/ 4615420 w 4867061"/>
              <a:gd name="connsiteY16" fmla="*/ 716433 h 1567167"/>
              <a:gd name="connsiteX17" fmla="*/ 4867061 w 4867061"/>
              <a:gd name="connsiteY17" fmla="*/ 674947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567167"/>
              <a:gd name="connsiteX1" fmla="*/ 257936 w 4881791"/>
              <a:gd name="connsiteY1" fmla="*/ 329948 h 1567167"/>
              <a:gd name="connsiteX2" fmla="*/ 1215354 w 4881791"/>
              <a:gd name="connsiteY2" fmla="*/ 867522 h 1567167"/>
              <a:gd name="connsiteX3" fmla="*/ 1513453 w 4881791"/>
              <a:gd name="connsiteY3" fmla="*/ 1064903 h 1567167"/>
              <a:gd name="connsiteX4" fmla="*/ 1695531 w 4881791"/>
              <a:gd name="connsiteY4" fmla="*/ 1213066 h 1567167"/>
              <a:gd name="connsiteX5" fmla="*/ 2006236 w 4881791"/>
              <a:gd name="connsiteY5" fmla="*/ 1410900 h 1567167"/>
              <a:gd name="connsiteX6" fmla="*/ 2152445 w 4881791"/>
              <a:gd name="connsiteY6" fmla="*/ 1500626 h 1567167"/>
              <a:gd name="connsiteX7" fmla="*/ 2386760 w 4881791"/>
              <a:gd name="connsiteY7" fmla="*/ 1567110 h 1567167"/>
              <a:gd name="connsiteX8" fmla="*/ 2679178 w 4881791"/>
              <a:gd name="connsiteY8" fmla="*/ 1424140 h 1567167"/>
              <a:gd name="connsiteX9" fmla="*/ 2837007 w 4881791"/>
              <a:gd name="connsiteY9" fmla="*/ 1178109 h 1567167"/>
              <a:gd name="connsiteX10" fmla="*/ 2972071 w 4881791"/>
              <a:gd name="connsiteY10" fmla="*/ 870928 h 1567167"/>
              <a:gd name="connsiteX11" fmla="*/ 3100850 w 4881791"/>
              <a:gd name="connsiteY11" fmla="*/ 707479 h 1567167"/>
              <a:gd name="connsiteX12" fmla="*/ 3365029 w 4881791"/>
              <a:gd name="connsiteY12" fmla="*/ 444322 h 1567167"/>
              <a:gd name="connsiteX13" fmla="*/ 3592340 w 4881791"/>
              <a:gd name="connsiteY13" fmla="*/ 621564 h 1567167"/>
              <a:gd name="connsiteX14" fmla="*/ 3889855 w 4881791"/>
              <a:gd name="connsiteY14" fmla="*/ 578253 h 1567167"/>
              <a:gd name="connsiteX15" fmla="*/ 4309901 w 4881791"/>
              <a:gd name="connsiteY15" fmla="*/ 622886 h 1567167"/>
              <a:gd name="connsiteX16" fmla="*/ 4615420 w 4881791"/>
              <a:gd name="connsiteY16" fmla="*/ 716433 h 1567167"/>
              <a:gd name="connsiteX17" fmla="*/ 4881791 w 4881791"/>
              <a:gd name="connsiteY17" fmla="*/ 696644 h 1567167"/>
              <a:gd name="connsiteX0" fmla="*/ 0 w 4881791"/>
              <a:gd name="connsiteY0" fmla="*/ 0 h 1670879"/>
              <a:gd name="connsiteX1" fmla="*/ 257936 w 4881791"/>
              <a:gd name="connsiteY1" fmla="*/ 329948 h 1670879"/>
              <a:gd name="connsiteX2" fmla="*/ 1215354 w 4881791"/>
              <a:gd name="connsiteY2" fmla="*/ 867522 h 1670879"/>
              <a:gd name="connsiteX3" fmla="*/ 1513453 w 4881791"/>
              <a:gd name="connsiteY3" fmla="*/ 1064903 h 1670879"/>
              <a:gd name="connsiteX4" fmla="*/ 1695531 w 4881791"/>
              <a:gd name="connsiteY4" fmla="*/ 1213066 h 1670879"/>
              <a:gd name="connsiteX5" fmla="*/ 2006236 w 4881791"/>
              <a:gd name="connsiteY5" fmla="*/ 1410900 h 1670879"/>
              <a:gd name="connsiteX6" fmla="*/ 2150867 w 4881791"/>
              <a:gd name="connsiteY6" fmla="*/ 1661569 h 1670879"/>
              <a:gd name="connsiteX7" fmla="*/ 2386760 w 4881791"/>
              <a:gd name="connsiteY7" fmla="*/ 1567110 h 1670879"/>
              <a:gd name="connsiteX8" fmla="*/ 2679178 w 4881791"/>
              <a:gd name="connsiteY8" fmla="*/ 1424140 h 1670879"/>
              <a:gd name="connsiteX9" fmla="*/ 2837007 w 4881791"/>
              <a:gd name="connsiteY9" fmla="*/ 1178109 h 1670879"/>
              <a:gd name="connsiteX10" fmla="*/ 2972071 w 4881791"/>
              <a:gd name="connsiteY10" fmla="*/ 870928 h 1670879"/>
              <a:gd name="connsiteX11" fmla="*/ 3100850 w 4881791"/>
              <a:gd name="connsiteY11" fmla="*/ 707479 h 1670879"/>
              <a:gd name="connsiteX12" fmla="*/ 3365029 w 4881791"/>
              <a:gd name="connsiteY12" fmla="*/ 444322 h 1670879"/>
              <a:gd name="connsiteX13" fmla="*/ 3592340 w 4881791"/>
              <a:gd name="connsiteY13" fmla="*/ 621564 h 1670879"/>
              <a:gd name="connsiteX14" fmla="*/ 3889855 w 4881791"/>
              <a:gd name="connsiteY14" fmla="*/ 578253 h 1670879"/>
              <a:gd name="connsiteX15" fmla="*/ 4309901 w 4881791"/>
              <a:gd name="connsiteY15" fmla="*/ 622886 h 1670879"/>
              <a:gd name="connsiteX16" fmla="*/ 4615420 w 4881791"/>
              <a:gd name="connsiteY16" fmla="*/ 716433 h 1670879"/>
              <a:gd name="connsiteX17" fmla="*/ 4881791 w 4881791"/>
              <a:gd name="connsiteY17" fmla="*/ 696644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65029 w 4890269"/>
              <a:gd name="connsiteY12" fmla="*/ 444322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57799 w 4890269"/>
              <a:gd name="connsiteY12" fmla="*/ 506674 h 1670879"/>
              <a:gd name="connsiteX13" fmla="*/ 3592340 w 4890269"/>
              <a:gd name="connsiteY13" fmla="*/ 621564 h 1670879"/>
              <a:gd name="connsiteX14" fmla="*/ 3889855 w 4890269"/>
              <a:gd name="connsiteY14" fmla="*/ 578253 h 1670879"/>
              <a:gd name="connsiteX15" fmla="*/ 4309901 w 4890269"/>
              <a:gd name="connsiteY15" fmla="*/ 622886 h 1670879"/>
              <a:gd name="connsiteX16" fmla="*/ 4615420 w 4890269"/>
              <a:gd name="connsiteY16" fmla="*/ 716433 h 1670879"/>
              <a:gd name="connsiteX17" fmla="*/ 4890269 w 4890269"/>
              <a:gd name="connsiteY17" fmla="*/ 648786 h 1670879"/>
              <a:gd name="connsiteX0" fmla="*/ 0 w 4890269"/>
              <a:gd name="connsiteY0" fmla="*/ 0 h 1670879"/>
              <a:gd name="connsiteX1" fmla="*/ 257936 w 4890269"/>
              <a:gd name="connsiteY1" fmla="*/ 329948 h 1670879"/>
              <a:gd name="connsiteX2" fmla="*/ 1215354 w 4890269"/>
              <a:gd name="connsiteY2" fmla="*/ 867522 h 1670879"/>
              <a:gd name="connsiteX3" fmla="*/ 1513453 w 4890269"/>
              <a:gd name="connsiteY3" fmla="*/ 1064903 h 1670879"/>
              <a:gd name="connsiteX4" fmla="*/ 1695531 w 4890269"/>
              <a:gd name="connsiteY4" fmla="*/ 1213066 h 1670879"/>
              <a:gd name="connsiteX5" fmla="*/ 2006236 w 4890269"/>
              <a:gd name="connsiteY5" fmla="*/ 1410900 h 1670879"/>
              <a:gd name="connsiteX6" fmla="*/ 2150867 w 4890269"/>
              <a:gd name="connsiteY6" fmla="*/ 1661569 h 1670879"/>
              <a:gd name="connsiteX7" fmla="*/ 2386760 w 4890269"/>
              <a:gd name="connsiteY7" fmla="*/ 1567110 h 1670879"/>
              <a:gd name="connsiteX8" fmla="*/ 2679178 w 4890269"/>
              <a:gd name="connsiteY8" fmla="*/ 1424140 h 1670879"/>
              <a:gd name="connsiteX9" fmla="*/ 2837007 w 4890269"/>
              <a:gd name="connsiteY9" fmla="*/ 1178109 h 1670879"/>
              <a:gd name="connsiteX10" fmla="*/ 2972071 w 4890269"/>
              <a:gd name="connsiteY10" fmla="*/ 870928 h 1670879"/>
              <a:gd name="connsiteX11" fmla="*/ 3100850 w 4890269"/>
              <a:gd name="connsiteY11" fmla="*/ 707479 h 1670879"/>
              <a:gd name="connsiteX12" fmla="*/ 3357799 w 4890269"/>
              <a:gd name="connsiteY12" fmla="*/ 506674 h 1670879"/>
              <a:gd name="connsiteX13" fmla="*/ 3592340 w 4890269"/>
              <a:gd name="connsiteY13" fmla="*/ 621564 h 1670879"/>
              <a:gd name="connsiteX14" fmla="*/ 3889855 w 4890269"/>
              <a:gd name="connsiteY14" fmla="*/ 578253 h 1670879"/>
              <a:gd name="connsiteX15" fmla="*/ 4615420 w 4890269"/>
              <a:gd name="connsiteY15" fmla="*/ 716433 h 1670879"/>
              <a:gd name="connsiteX16" fmla="*/ 4890269 w 4890269"/>
              <a:gd name="connsiteY16" fmla="*/ 648786 h 1670879"/>
              <a:gd name="connsiteX0" fmla="*/ 0 w 4890269"/>
              <a:gd name="connsiteY0" fmla="*/ 0 h 1670879"/>
              <a:gd name="connsiteX1" fmla="*/ 1215354 w 4890269"/>
              <a:gd name="connsiteY1" fmla="*/ 867522 h 1670879"/>
              <a:gd name="connsiteX2" fmla="*/ 1513453 w 4890269"/>
              <a:gd name="connsiteY2" fmla="*/ 1064903 h 1670879"/>
              <a:gd name="connsiteX3" fmla="*/ 1695531 w 4890269"/>
              <a:gd name="connsiteY3" fmla="*/ 1213066 h 1670879"/>
              <a:gd name="connsiteX4" fmla="*/ 2006236 w 4890269"/>
              <a:gd name="connsiteY4" fmla="*/ 1410900 h 1670879"/>
              <a:gd name="connsiteX5" fmla="*/ 2150867 w 4890269"/>
              <a:gd name="connsiteY5" fmla="*/ 1661569 h 1670879"/>
              <a:gd name="connsiteX6" fmla="*/ 2386760 w 4890269"/>
              <a:gd name="connsiteY6" fmla="*/ 1567110 h 1670879"/>
              <a:gd name="connsiteX7" fmla="*/ 2679178 w 4890269"/>
              <a:gd name="connsiteY7" fmla="*/ 1424140 h 1670879"/>
              <a:gd name="connsiteX8" fmla="*/ 2837007 w 4890269"/>
              <a:gd name="connsiteY8" fmla="*/ 1178109 h 1670879"/>
              <a:gd name="connsiteX9" fmla="*/ 2972071 w 4890269"/>
              <a:gd name="connsiteY9" fmla="*/ 870928 h 1670879"/>
              <a:gd name="connsiteX10" fmla="*/ 3100850 w 4890269"/>
              <a:gd name="connsiteY10" fmla="*/ 707479 h 1670879"/>
              <a:gd name="connsiteX11" fmla="*/ 3357799 w 4890269"/>
              <a:gd name="connsiteY11" fmla="*/ 506674 h 1670879"/>
              <a:gd name="connsiteX12" fmla="*/ 3592340 w 4890269"/>
              <a:gd name="connsiteY12" fmla="*/ 621564 h 1670879"/>
              <a:gd name="connsiteX13" fmla="*/ 3889855 w 4890269"/>
              <a:gd name="connsiteY13" fmla="*/ 578253 h 1670879"/>
              <a:gd name="connsiteX14" fmla="*/ 4615420 w 4890269"/>
              <a:gd name="connsiteY14" fmla="*/ 716433 h 1670879"/>
              <a:gd name="connsiteX15" fmla="*/ 4890269 w 4890269"/>
              <a:gd name="connsiteY15" fmla="*/ 648786 h 1670879"/>
              <a:gd name="connsiteX0" fmla="*/ 0 w 4890269"/>
              <a:gd name="connsiteY0" fmla="*/ 0 h 1670879"/>
              <a:gd name="connsiteX1" fmla="*/ 836860 w 4890269"/>
              <a:gd name="connsiteY1" fmla="*/ 589480 h 1670879"/>
              <a:gd name="connsiteX2" fmla="*/ 1513453 w 4890269"/>
              <a:gd name="connsiteY2" fmla="*/ 1064903 h 1670879"/>
              <a:gd name="connsiteX3" fmla="*/ 1695531 w 4890269"/>
              <a:gd name="connsiteY3" fmla="*/ 1213066 h 1670879"/>
              <a:gd name="connsiteX4" fmla="*/ 2006236 w 4890269"/>
              <a:gd name="connsiteY4" fmla="*/ 1410900 h 1670879"/>
              <a:gd name="connsiteX5" fmla="*/ 2150867 w 4890269"/>
              <a:gd name="connsiteY5" fmla="*/ 1661569 h 1670879"/>
              <a:gd name="connsiteX6" fmla="*/ 2386760 w 4890269"/>
              <a:gd name="connsiteY6" fmla="*/ 1567110 h 1670879"/>
              <a:gd name="connsiteX7" fmla="*/ 2679178 w 4890269"/>
              <a:gd name="connsiteY7" fmla="*/ 1424140 h 1670879"/>
              <a:gd name="connsiteX8" fmla="*/ 2837007 w 4890269"/>
              <a:gd name="connsiteY8" fmla="*/ 1178109 h 1670879"/>
              <a:gd name="connsiteX9" fmla="*/ 2972071 w 4890269"/>
              <a:gd name="connsiteY9" fmla="*/ 870928 h 1670879"/>
              <a:gd name="connsiteX10" fmla="*/ 3100850 w 4890269"/>
              <a:gd name="connsiteY10" fmla="*/ 707479 h 1670879"/>
              <a:gd name="connsiteX11" fmla="*/ 3357799 w 4890269"/>
              <a:gd name="connsiteY11" fmla="*/ 506674 h 1670879"/>
              <a:gd name="connsiteX12" fmla="*/ 3592340 w 4890269"/>
              <a:gd name="connsiteY12" fmla="*/ 621564 h 1670879"/>
              <a:gd name="connsiteX13" fmla="*/ 3889855 w 4890269"/>
              <a:gd name="connsiteY13" fmla="*/ 578253 h 1670879"/>
              <a:gd name="connsiteX14" fmla="*/ 4615420 w 4890269"/>
              <a:gd name="connsiteY14" fmla="*/ 716433 h 1670879"/>
              <a:gd name="connsiteX15" fmla="*/ 4890269 w 4890269"/>
              <a:gd name="connsiteY15" fmla="*/ 648786 h 1670879"/>
              <a:gd name="connsiteX0" fmla="*/ 0 w 4053409"/>
              <a:gd name="connsiteY0" fmla="*/ 82911 h 1164310"/>
              <a:gd name="connsiteX1" fmla="*/ 676593 w 4053409"/>
              <a:gd name="connsiteY1" fmla="*/ 558334 h 1164310"/>
              <a:gd name="connsiteX2" fmla="*/ 858671 w 4053409"/>
              <a:gd name="connsiteY2" fmla="*/ 706497 h 1164310"/>
              <a:gd name="connsiteX3" fmla="*/ 1169376 w 4053409"/>
              <a:gd name="connsiteY3" fmla="*/ 904331 h 1164310"/>
              <a:gd name="connsiteX4" fmla="*/ 1314007 w 4053409"/>
              <a:gd name="connsiteY4" fmla="*/ 1155000 h 1164310"/>
              <a:gd name="connsiteX5" fmla="*/ 1549900 w 4053409"/>
              <a:gd name="connsiteY5" fmla="*/ 1060541 h 1164310"/>
              <a:gd name="connsiteX6" fmla="*/ 1842318 w 4053409"/>
              <a:gd name="connsiteY6" fmla="*/ 917571 h 1164310"/>
              <a:gd name="connsiteX7" fmla="*/ 2000147 w 4053409"/>
              <a:gd name="connsiteY7" fmla="*/ 671540 h 1164310"/>
              <a:gd name="connsiteX8" fmla="*/ 2135211 w 4053409"/>
              <a:gd name="connsiteY8" fmla="*/ 364359 h 1164310"/>
              <a:gd name="connsiteX9" fmla="*/ 2263990 w 4053409"/>
              <a:gd name="connsiteY9" fmla="*/ 200910 h 1164310"/>
              <a:gd name="connsiteX10" fmla="*/ 2520939 w 4053409"/>
              <a:gd name="connsiteY10" fmla="*/ 105 h 1164310"/>
              <a:gd name="connsiteX11" fmla="*/ 2755480 w 4053409"/>
              <a:gd name="connsiteY11" fmla="*/ 114995 h 1164310"/>
              <a:gd name="connsiteX12" fmla="*/ 3052995 w 4053409"/>
              <a:gd name="connsiteY12" fmla="*/ 71684 h 1164310"/>
              <a:gd name="connsiteX13" fmla="*/ 3778560 w 4053409"/>
              <a:gd name="connsiteY13" fmla="*/ 209864 h 1164310"/>
              <a:gd name="connsiteX14" fmla="*/ 4053409 w 4053409"/>
              <a:gd name="connsiteY14" fmla="*/ 142217 h 1164310"/>
              <a:gd name="connsiteX0" fmla="*/ -1 w 4829407"/>
              <a:gd name="connsiteY0" fmla="*/ 0 h 1565564"/>
              <a:gd name="connsiteX1" fmla="*/ 1452591 w 4829407"/>
              <a:gd name="connsiteY1" fmla="*/ 959588 h 1565564"/>
              <a:gd name="connsiteX2" fmla="*/ 1634669 w 4829407"/>
              <a:gd name="connsiteY2" fmla="*/ 1107751 h 1565564"/>
              <a:gd name="connsiteX3" fmla="*/ 1945374 w 4829407"/>
              <a:gd name="connsiteY3" fmla="*/ 1305585 h 1565564"/>
              <a:gd name="connsiteX4" fmla="*/ 2090005 w 4829407"/>
              <a:gd name="connsiteY4" fmla="*/ 1556254 h 1565564"/>
              <a:gd name="connsiteX5" fmla="*/ 2325898 w 4829407"/>
              <a:gd name="connsiteY5" fmla="*/ 1461795 h 1565564"/>
              <a:gd name="connsiteX6" fmla="*/ 2618316 w 4829407"/>
              <a:gd name="connsiteY6" fmla="*/ 1318825 h 1565564"/>
              <a:gd name="connsiteX7" fmla="*/ 2776145 w 4829407"/>
              <a:gd name="connsiteY7" fmla="*/ 1072794 h 1565564"/>
              <a:gd name="connsiteX8" fmla="*/ 2911209 w 4829407"/>
              <a:gd name="connsiteY8" fmla="*/ 765613 h 1565564"/>
              <a:gd name="connsiteX9" fmla="*/ 3039988 w 4829407"/>
              <a:gd name="connsiteY9" fmla="*/ 602164 h 1565564"/>
              <a:gd name="connsiteX10" fmla="*/ 3296937 w 4829407"/>
              <a:gd name="connsiteY10" fmla="*/ 401359 h 1565564"/>
              <a:gd name="connsiteX11" fmla="*/ 3531478 w 4829407"/>
              <a:gd name="connsiteY11" fmla="*/ 516249 h 1565564"/>
              <a:gd name="connsiteX12" fmla="*/ 3828993 w 4829407"/>
              <a:gd name="connsiteY12" fmla="*/ 472938 h 1565564"/>
              <a:gd name="connsiteX13" fmla="*/ 4554558 w 4829407"/>
              <a:gd name="connsiteY13" fmla="*/ 611118 h 1565564"/>
              <a:gd name="connsiteX14" fmla="*/ 4829407 w 4829407"/>
              <a:gd name="connsiteY14" fmla="*/ 543471 h 1565564"/>
              <a:gd name="connsiteX0" fmla="*/ 1 w 4829409"/>
              <a:gd name="connsiteY0" fmla="*/ 0 h 1565564"/>
              <a:gd name="connsiteX1" fmla="*/ 767063 w 4829409"/>
              <a:gd name="connsiteY1" fmla="*/ 494517 h 1565564"/>
              <a:gd name="connsiteX2" fmla="*/ 1634671 w 4829409"/>
              <a:gd name="connsiteY2" fmla="*/ 1107751 h 1565564"/>
              <a:gd name="connsiteX3" fmla="*/ 1945376 w 4829409"/>
              <a:gd name="connsiteY3" fmla="*/ 1305585 h 1565564"/>
              <a:gd name="connsiteX4" fmla="*/ 2090007 w 4829409"/>
              <a:gd name="connsiteY4" fmla="*/ 1556254 h 1565564"/>
              <a:gd name="connsiteX5" fmla="*/ 2325900 w 4829409"/>
              <a:gd name="connsiteY5" fmla="*/ 1461795 h 1565564"/>
              <a:gd name="connsiteX6" fmla="*/ 2618318 w 4829409"/>
              <a:gd name="connsiteY6" fmla="*/ 1318825 h 1565564"/>
              <a:gd name="connsiteX7" fmla="*/ 2776147 w 4829409"/>
              <a:gd name="connsiteY7" fmla="*/ 1072794 h 1565564"/>
              <a:gd name="connsiteX8" fmla="*/ 2911211 w 4829409"/>
              <a:gd name="connsiteY8" fmla="*/ 765613 h 1565564"/>
              <a:gd name="connsiteX9" fmla="*/ 3039990 w 4829409"/>
              <a:gd name="connsiteY9" fmla="*/ 602164 h 1565564"/>
              <a:gd name="connsiteX10" fmla="*/ 3296939 w 4829409"/>
              <a:gd name="connsiteY10" fmla="*/ 401359 h 1565564"/>
              <a:gd name="connsiteX11" fmla="*/ 3531480 w 4829409"/>
              <a:gd name="connsiteY11" fmla="*/ 516249 h 1565564"/>
              <a:gd name="connsiteX12" fmla="*/ 3828995 w 4829409"/>
              <a:gd name="connsiteY12" fmla="*/ 472938 h 1565564"/>
              <a:gd name="connsiteX13" fmla="*/ 4554560 w 4829409"/>
              <a:gd name="connsiteY13" fmla="*/ 611118 h 1565564"/>
              <a:gd name="connsiteX14" fmla="*/ 4829409 w 4829409"/>
              <a:gd name="connsiteY14" fmla="*/ 543471 h 1565564"/>
              <a:gd name="connsiteX0" fmla="*/ -1 w 4829407"/>
              <a:gd name="connsiteY0" fmla="*/ 0 h 1565564"/>
              <a:gd name="connsiteX1" fmla="*/ 767061 w 4829407"/>
              <a:gd name="connsiteY1" fmla="*/ 494517 h 1565564"/>
              <a:gd name="connsiteX2" fmla="*/ 1420221 w 4829407"/>
              <a:gd name="connsiteY2" fmla="*/ 939185 h 1565564"/>
              <a:gd name="connsiteX3" fmla="*/ 1945374 w 4829407"/>
              <a:gd name="connsiteY3" fmla="*/ 1305585 h 1565564"/>
              <a:gd name="connsiteX4" fmla="*/ 2090005 w 4829407"/>
              <a:gd name="connsiteY4" fmla="*/ 1556254 h 1565564"/>
              <a:gd name="connsiteX5" fmla="*/ 2325898 w 4829407"/>
              <a:gd name="connsiteY5" fmla="*/ 1461795 h 1565564"/>
              <a:gd name="connsiteX6" fmla="*/ 2618316 w 4829407"/>
              <a:gd name="connsiteY6" fmla="*/ 1318825 h 1565564"/>
              <a:gd name="connsiteX7" fmla="*/ 2776145 w 4829407"/>
              <a:gd name="connsiteY7" fmla="*/ 1072794 h 1565564"/>
              <a:gd name="connsiteX8" fmla="*/ 2911209 w 4829407"/>
              <a:gd name="connsiteY8" fmla="*/ 765613 h 1565564"/>
              <a:gd name="connsiteX9" fmla="*/ 3039988 w 4829407"/>
              <a:gd name="connsiteY9" fmla="*/ 602164 h 1565564"/>
              <a:gd name="connsiteX10" fmla="*/ 3296937 w 4829407"/>
              <a:gd name="connsiteY10" fmla="*/ 401359 h 1565564"/>
              <a:gd name="connsiteX11" fmla="*/ 3531478 w 4829407"/>
              <a:gd name="connsiteY11" fmla="*/ 516249 h 1565564"/>
              <a:gd name="connsiteX12" fmla="*/ 3828993 w 4829407"/>
              <a:gd name="connsiteY12" fmla="*/ 472938 h 1565564"/>
              <a:gd name="connsiteX13" fmla="*/ 4554558 w 4829407"/>
              <a:gd name="connsiteY13" fmla="*/ 611118 h 1565564"/>
              <a:gd name="connsiteX14" fmla="*/ 4829407 w 4829407"/>
              <a:gd name="connsiteY14" fmla="*/ 543471 h 1565564"/>
              <a:gd name="connsiteX0" fmla="*/ 1 w 4829409"/>
              <a:gd name="connsiteY0" fmla="*/ 0 h 1576787"/>
              <a:gd name="connsiteX1" fmla="*/ 767063 w 4829409"/>
              <a:gd name="connsiteY1" fmla="*/ 494517 h 1576787"/>
              <a:gd name="connsiteX2" fmla="*/ 1420223 w 4829409"/>
              <a:gd name="connsiteY2" fmla="*/ 939185 h 1576787"/>
              <a:gd name="connsiteX3" fmla="*/ 1945376 w 4829409"/>
              <a:gd name="connsiteY3" fmla="*/ 1305585 h 1576787"/>
              <a:gd name="connsiteX4" fmla="*/ 2090007 w 4829409"/>
              <a:gd name="connsiteY4" fmla="*/ 1556254 h 1576787"/>
              <a:gd name="connsiteX5" fmla="*/ 2360123 w 4829409"/>
              <a:gd name="connsiteY5" fmla="*/ 1535057 h 1576787"/>
              <a:gd name="connsiteX6" fmla="*/ 2618318 w 4829409"/>
              <a:gd name="connsiteY6" fmla="*/ 1318825 h 1576787"/>
              <a:gd name="connsiteX7" fmla="*/ 2776147 w 4829409"/>
              <a:gd name="connsiteY7" fmla="*/ 1072794 h 1576787"/>
              <a:gd name="connsiteX8" fmla="*/ 2911211 w 4829409"/>
              <a:gd name="connsiteY8" fmla="*/ 765613 h 1576787"/>
              <a:gd name="connsiteX9" fmla="*/ 3039990 w 4829409"/>
              <a:gd name="connsiteY9" fmla="*/ 602164 h 1576787"/>
              <a:gd name="connsiteX10" fmla="*/ 3296939 w 4829409"/>
              <a:gd name="connsiteY10" fmla="*/ 401359 h 1576787"/>
              <a:gd name="connsiteX11" fmla="*/ 3531480 w 4829409"/>
              <a:gd name="connsiteY11" fmla="*/ 516249 h 1576787"/>
              <a:gd name="connsiteX12" fmla="*/ 3828995 w 4829409"/>
              <a:gd name="connsiteY12" fmla="*/ 472938 h 1576787"/>
              <a:gd name="connsiteX13" fmla="*/ 4554560 w 4829409"/>
              <a:gd name="connsiteY13" fmla="*/ 611118 h 1576787"/>
              <a:gd name="connsiteX14" fmla="*/ 4829409 w 4829409"/>
              <a:gd name="connsiteY14" fmla="*/ 543471 h 1576787"/>
              <a:gd name="connsiteX0" fmla="*/ -1 w 4829407"/>
              <a:gd name="connsiteY0" fmla="*/ 0 h 1576787"/>
              <a:gd name="connsiteX1" fmla="*/ 767061 w 4829407"/>
              <a:gd name="connsiteY1" fmla="*/ 494517 h 1576787"/>
              <a:gd name="connsiteX2" fmla="*/ 1420221 w 4829407"/>
              <a:gd name="connsiteY2" fmla="*/ 939185 h 1576787"/>
              <a:gd name="connsiteX3" fmla="*/ 1945374 w 4829407"/>
              <a:gd name="connsiteY3" fmla="*/ 1305585 h 1576787"/>
              <a:gd name="connsiteX4" fmla="*/ 2090005 w 4829407"/>
              <a:gd name="connsiteY4" fmla="*/ 1556254 h 1576787"/>
              <a:gd name="connsiteX5" fmla="*/ 2360121 w 4829407"/>
              <a:gd name="connsiteY5" fmla="*/ 1535057 h 1576787"/>
              <a:gd name="connsiteX6" fmla="*/ 2618316 w 4829407"/>
              <a:gd name="connsiteY6" fmla="*/ 1318825 h 1576787"/>
              <a:gd name="connsiteX7" fmla="*/ 2776145 w 4829407"/>
              <a:gd name="connsiteY7" fmla="*/ 1072794 h 1576787"/>
              <a:gd name="connsiteX8" fmla="*/ 2911209 w 4829407"/>
              <a:gd name="connsiteY8" fmla="*/ 765613 h 1576787"/>
              <a:gd name="connsiteX9" fmla="*/ 3039988 w 4829407"/>
              <a:gd name="connsiteY9" fmla="*/ 602164 h 1576787"/>
              <a:gd name="connsiteX10" fmla="*/ 3295707 w 4829407"/>
              <a:gd name="connsiteY10" fmla="*/ 512744 h 1576787"/>
              <a:gd name="connsiteX11" fmla="*/ 3531478 w 4829407"/>
              <a:gd name="connsiteY11" fmla="*/ 516249 h 1576787"/>
              <a:gd name="connsiteX12" fmla="*/ 3828993 w 4829407"/>
              <a:gd name="connsiteY12" fmla="*/ 472938 h 1576787"/>
              <a:gd name="connsiteX13" fmla="*/ 4554558 w 4829407"/>
              <a:gd name="connsiteY13" fmla="*/ 611118 h 1576787"/>
              <a:gd name="connsiteX14" fmla="*/ 4829407 w 4829407"/>
              <a:gd name="connsiteY14" fmla="*/ 543471 h 1576787"/>
              <a:gd name="connsiteX0" fmla="*/ 1 w 4829409"/>
              <a:gd name="connsiteY0" fmla="*/ 0 h 1576787"/>
              <a:gd name="connsiteX1" fmla="*/ 767063 w 4829409"/>
              <a:gd name="connsiteY1" fmla="*/ 494517 h 1576787"/>
              <a:gd name="connsiteX2" fmla="*/ 1420223 w 4829409"/>
              <a:gd name="connsiteY2" fmla="*/ 939185 h 1576787"/>
              <a:gd name="connsiteX3" fmla="*/ 1945376 w 4829409"/>
              <a:gd name="connsiteY3" fmla="*/ 1305585 h 1576787"/>
              <a:gd name="connsiteX4" fmla="*/ 2090007 w 4829409"/>
              <a:gd name="connsiteY4" fmla="*/ 1556254 h 1576787"/>
              <a:gd name="connsiteX5" fmla="*/ 2360123 w 4829409"/>
              <a:gd name="connsiteY5" fmla="*/ 1535057 h 1576787"/>
              <a:gd name="connsiteX6" fmla="*/ 2618318 w 4829409"/>
              <a:gd name="connsiteY6" fmla="*/ 1318825 h 1576787"/>
              <a:gd name="connsiteX7" fmla="*/ 2776147 w 4829409"/>
              <a:gd name="connsiteY7" fmla="*/ 1072794 h 1576787"/>
              <a:gd name="connsiteX8" fmla="*/ 3039990 w 4829409"/>
              <a:gd name="connsiteY8" fmla="*/ 602164 h 1576787"/>
              <a:gd name="connsiteX9" fmla="*/ 3295709 w 4829409"/>
              <a:gd name="connsiteY9" fmla="*/ 512744 h 1576787"/>
              <a:gd name="connsiteX10" fmla="*/ 3531480 w 4829409"/>
              <a:gd name="connsiteY10" fmla="*/ 516249 h 1576787"/>
              <a:gd name="connsiteX11" fmla="*/ 3828995 w 4829409"/>
              <a:gd name="connsiteY11" fmla="*/ 472938 h 1576787"/>
              <a:gd name="connsiteX12" fmla="*/ 4554560 w 4829409"/>
              <a:gd name="connsiteY12" fmla="*/ 611118 h 1576787"/>
              <a:gd name="connsiteX13" fmla="*/ 4829409 w 4829409"/>
              <a:gd name="connsiteY13" fmla="*/ 543471 h 1576787"/>
              <a:gd name="connsiteX0" fmla="*/ -1 w 4829407"/>
              <a:gd name="connsiteY0" fmla="*/ 0 h 1576787"/>
              <a:gd name="connsiteX1" fmla="*/ 767061 w 4829407"/>
              <a:gd name="connsiteY1" fmla="*/ 494517 h 1576787"/>
              <a:gd name="connsiteX2" fmla="*/ 1420221 w 4829407"/>
              <a:gd name="connsiteY2" fmla="*/ 939185 h 1576787"/>
              <a:gd name="connsiteX3" fmla="*/ 1945374 w 4829407"/>
              <a:gd name="connsiteY3" fmla="*/ 1305585 h 1576787"/>
              <a:gd name="connsiteX4" fmla="*/ 2090005 w 4829407"/>
              <a:gd name="connsiteY4" fmla="*/ 1556254 h 1576787"/>
              <a:gd name="connsiteX5" fmla="*/ 2360121 w 4829407"/>
              <a:gd name="connsiteY5" fmla="*/ 1535057 h 1576787"/>
              <a:gd name="connsiteX6" fmla="*/ 2618316 w 4829407"/>
              <a:gd name="connsiteY6" fmla="*/ 1318825 h 1576787"/>
              <a:gd name="connsiteX7" fmla="*/ 2776145 w 4829407"/>
              <a:gd name="connsiteY7" fmla="*/ 1072794 h 1576787"/>
              <a:gd name="connsiteX8" fmla="*/ 3029474 w 4829407"/>
              <a:gd name="connsiteY8" fmla="*/ 658761 h 1576787"/>
              <a:gd name="connsiteX9" fmla="*/ 3295707 w 4829407"/>
              <a:gd name="connsiteY9" fmla="*/ 512744 h 1576787"/>
              <a:gd name="connsiteX10" fmla="*/ 3531478 w 4829407"/>
              <a:gd name="connsiteY10" fmla="*/ 516249 h 1576787"/>
              <a:gd name="connsiteX11" fmla="*/ 3828993 w 4829407"/>
              <a:gd name="connsiteY11" fmla="*/ 472938 h 1576787"/>
              <a:gd name="connsiteX12" fmla="*/ 4554558 w 4829407"/>
              <a:gd name="connsiteY12" fmla="*/ 611118 h 1576787"/>
              <a:gd name="connsiteX13" fmla="*/ 4829407 w 4829407"/>
              <a:gd name="connsiteY13" fmla="*/ 543471 h 1576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29407" h="1576787">
                <a:moveTo>
                  <a:pt x="-1" y="0"/>
                </a:moveTo>
                <a:lnTo>
                  <a:pt x="767061" y="494517"/>
                </a:lnTo>
                <a:cubicBezTo>
                  <a:pt x="1003765" y="651048"/>
                  <a:pt x="1223836" y="804007"/>
                  <a:pt x="1420221" y="939185"/>
                </a:cubicBezTo>
                <a:cubicBezTo>
                  <a:pt x="1616606" y="1074363"/>
                  <a:pt x="1833743" y="1202740"/>
                  <a:pt x="1945374" y="1305585"/>
                </a:cubicBezTo>
                <a:cubicBezTo>
                  <a:pt x="2057005" y="1408430"/>
                  <a:pt x="2020881" y="1518009"/>
                  <a:pt x="2090005" y="1556254"/>
                </a:cubicBezTo>
                <a:cubicBezTo>
                  <a:pt x="2159129" y="1594499"/>
                  <a:pt x="2272069" y="1574628"/>
                  <a:pt x="2360121" y="1535057"/>
                </a:cubicBezTo>
                <a:cubicBezTo>
                  <a:pt x="2448173" y="1495486"/>
                  <a:pt x="2548979" y="1395869"/>
                  <a:pt x="2618316" y="1318825"/>
                </a:cubicBezTo>
                <a:cubicBezTo>
                  <a:pt x="2687653" y="1241781"/>
                  <a:pt x="2707619" y="1182805"/>
                  <a:pt x="2776145" y="1072794"/>
                </a:cubicBezTo>
                <a:cubicBezTo>
                  <a:pt x="2844671" y="962783"/>
                  <a:pt x="2942880" y="752103"/>
                  <a:pt x="3029474" y="658761"/>
                </a:cubicBezTo>
                <a:cubicBezTo>
                  <a:pt x="3093557" y="616616"/>
                  <a:pt x="3212040" y="536496"/>
                  <a:pt x="3295707" y="512744"/>
                </a:cubicBezTo>
                <a:cubicBezTo>
                  <a:pt x="3379374" y="488992"/>
                  <a:pt x="3442597" y="522883"/>
                  <a:pt x="3531478" y="516249"/>
                </a:cubicBezTo>
                <a:cubicBezTo>
                  <a:pt x="3620359" y="509615"/>
                  <a:pt x="3658480" y="457127"/>
                  <a:pt x="3828993" y="472938"/>
                </a:cubicBezTo>
                <a:cubicBezTo>
                  <a:pt x="3999506" y="488749"/>
                  <a:pt x="4387822" y="599362"/>
                  <a:pt x="4554558" y="611118"/>
                </a:cubicBezTo>
                <a:cubicBezTo>
                  <a:pt x="4649873" y="623411"/>
                  <a:pt x="4698925" y="514156"/>
                  <a:pt x="4829407" y="543471"/>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7" name="Freeform: Shape 16">
            <a:extLst>
              <a:ext uri="{FF2B5EF4-FFF2-40B4-BE49-F238E27FC236}">
                <a16:creationId xmlns:a16="http://schemas.microsoft.com/office/drawing/2014/main" id="{6A0F9BE6-FD5C-7475-26EF-4AD4FC28796C}"/>
              </a:ext>
            </a:extLst>
          </p:cNvPr>
          <p:cNvSpPr/>
          <p:nvPr userDrawn="1"/>
        </p:nvSpPr>
        <p:spPr>
          <a:xfrm rot="11009236" flipH="1">
            <a:off x="59343" y="-110982"/>
            <a:ext cx="4829974" cy="1937072"/>
          </a:xfrm>
          <a:custGeom>
            <a:avLst/>
            <a:gdLst>
              <a:gd name="connsiteX0" fmla="*/ 0 w 4294060"/>
              <a:gd name="connsiteY0" fmla="*/ 190 h 919287"/>
              <a:gd name="connsiteX1" fmla="*/ 417862 w 4294060"/>
              <a:gd name="connsiteY1" fmla="*/ 274606 h 919287"/>
              <a:gd name="connsiteX2" fmla="*/ 980218 w 4294060"/>
              <a:gd name="connsiteY2" fmla="*/ 608171 h 919287"/>
              <a:gd name="connsiteX3" fmla="*/ 1473137 w 4294060"/>
              <a:gd name="connsiteY3" fmla="*/ 792480 h 919287"/>
              <a:gd name="connsiteX4" fmla="*/ 1827276 w 4294060"/>
              <a:gd name="connsiteY4" fmla="*/ 914591 h 919287"/>
              <a:gd name="connsiteX5" fmla="*/ 2119217 w 4294060"/>
              <a:gd name="connsiteY5" fmla="*/ 847535 h 919287"/>
              <a:gd name="connsiteX6" fmla="*/ 2269998 w 4294060"/>
              <a:gd name="connsiteY6" fmla="*/ 610553 h 919287"/>
              <a:gd name="connsiteX7" fmla="*/ 2413540 w 4294060"/>
              <a:gd name="connsiteY7" fmla="*/ 361569 h 919287"/>
              <a:gd name="connsiteX8" fmla="*/ 2683859 w 4294060"/>
              <a:gd name="connsiteY8" fmla="*/ 67151 h 919287"/>
              <a:gd name="connsiteX9" fmla="*/ 3030760 w 4294060"/>
              <a:gd name="connsiteY9" fmla="*/ 36005 h 919287"/>
              <a:gd name="connsiteX10" fmla="*/ 3356134 w 4294060"/>
              <a:gd name="connsiteY10" fmla="*/ 129350 h 919287"/>
              <a:gd name="connsiteX11" fmla="*/ 3674364 w 4294060"/>
              <a:gd name="connsiteY11" fmla="*/ 244221 h 919287"/>
              <a:gd name="connsiteX12" fmla="*/ 3968687 w 4294060"/>
              <a:gd name="connsiteY12" fmla="*/ 244221 h 919287"/>
              <a:gd name="connsiteX13" fmla="*/ 4157662 w 4294060"/>
              <a:gd name="connsiteY13" fmla="*/ 177165 h 919287"/>
              <a:gd name="connsiteX14" fmla="*/ 4271296 w 4294060"/>
              <a:gd name="connsiteY14" fmla="*/ 63437 h 919287"/>
              <a:gd name="connsiteX15" fmla="*/ 4294061 w 4294060"/>
              <a:gd name="connsiteY15" fmla="*/ 0 h 919287"/>
              <a:gd name="connsiteX0" fmla="*/ 0 w 4912277"/>
              <a:gd name="connsiteY0" fmla="*/ 0 h 1313685"/>
              <a:gd name="connsiteX1" fmla="*/ 1036078 w 4912277"/>
              <a:gd name="connsiteY1" fmla="*/ 669004 h 1313685"/>
              <a:gd name="connsiteX2" fmla="*/ 1598434 w 4912277"/>
              <a:gd name="connsiteY2" fmla="*/ 1002569 h 1313685"/>
              <a:gd name="connsiteX3" fmla="*/ 2091353 w 4912277"/>
              <a:gd name="connsiteY3" fmla="*/ 1186878 h 1313685"/>
              <a:gd name="connsiteX4" fmla="*/ 2445492 w 4912277"/>
              <a:gd name="connsiteY4" fmla="*/ 1308989 h 1313685"/>
              <a:gd name="connsiteX5" fmla="*/ 2737433 w 4912277"/>
              <a:gd name="connsiteY5" fmla="*/ 1241933 h 1313685"/>
              <a:gd name="connsiteX6" fmla="*/ 2888214 w 4912277"/>
              <a:gd name="connsiteY6" fmla="*/ 1004951 h 1313685"/>
              <a:gd name="connsiteX7" fmla="*/ 3031756 w 4912277"/>
              <a:gd name="connsiteY7" fmla="*/ 755967 h 1313685"/>
              <a:gd name="connsiteX8" fmla="*/ 3302075 w 4912277"/>
              <a:gd name="connsiteY8" fmla="*/ 461549 h 1313685"/>
              <a:gd name="connsiteX9" fmla="*/ 3648976 w 4912277"/>
              <a:gd name="connsiteY9" fmla="*/ 430403 h 1313685"/>
              <a:gd name="connsiteX10" fmla="*/ 3974350 w 4912277"/>
              <a:gd name="connsiteY10" fmla="*/ 523748 h 1313685"/>
              <a:gd name="connsiteX11" fmla="*/ 4292580 w 4912277"/>
              <a:gd name="connsiteY11" fmla="*/ 638619 h 1313685"/>
              <a:gd name="connsiteX12" fmla="*/ 4586903 w 4912277"/>
              <a:gd name="connsiteY12" fmla="*/ 638619 h 1313685"/>
              <a:gd name="connsiteX13" fmla="*/ 4775878 w 4912277"/>
              <a:gd name="connsiteY13" fmla="*/ 571563 h 1313685"/>
              <a:gd name="connsiteX14" fmla="*/ 4889512 w 4912277"/>
              <a:gd name="connsiteY14" fmla="*/ 457835 h 1313685"/>
              <a:gd name="connsiteX15" fmla="*/ 4912277 w 4912277"/>
              <a:gd name="connsiteY15" fmla="*/ 394398 h 1313685"/>
              <a:gd name="connsiteX0" fmla="*/ 0 w 4910704"/>
              <a:gd name="connsiteY0" fmla="*/ 0 h 1315350"/>
              <a:gd name="connsiteX1" fmla="*/ 1034505 w 4910704"/>
              <a:gd name="connsiteY1" fmla="*/ 670669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96861 w 4910704"/>
              <a:gd name="connsiteY2" fmla="*/ 100423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4910704"/>
              <a:gd name="connsiteY0" fmla="*/ 0 h 1315350"/>
              <a:gd name="connsiteX1" fmla="*/ 850456 w 4910704"/>
              <a:gd name="connsiteY1" fmla="*/ 565778 h 1315350"/>
              <a:gd name="connsiteX2" fmla="*/ 1581130 w 4910704"/>
              <a:gd name="connsiteY2" fmla="*/ 980924 h 1315350"/>
              <a:gd name="connsiteX3" fmla="*/ 2089780 w 4910704"/>
              <a:gd name="connsiteY3" fmla="*/ 1188543 h 1315350"/>
              <a:gd name="connsiteX4" fmla="*/ 2443919 w 4910704"/>
              <a:gd name="connsiteY4" fmla="*/ 1310654 h 1315350"/>
              <a:gd name="connsiteX5" fmla="*/ 2735860 w 4910704"/>
              <a:gd name="connsiteY5" fmla="*/ 1243598 h 1315350"/>
              <a:gd name="connsiteX6" fmla="*/ 2886641 w 4910704"/>
              <a:gd name="connsiteY6" fmla="*/ 1006616 h 1315350"/>
              <a:gd name="connsiteX7" fmla="*/ 3030183 w 4910704"/>
              <a:gd name="connsiteY7" fmla="*/ 757632 h 1315350"/>
              <a:gd name="connsiteX8" fmla="*/ 3300502 w 4910704"/>
              <a:gd name="connsiteY8" fmla="*/ 463214 h 1315350"/>
              <a:gd name="connsiteX9" fmla="*/ 3647403 w 4910704"/>
              <a:gd name="connsiteY9" fmla="*/ 432068 h 1315350"/>
              <a:gd name="connsiteX10" fmla="*/ 3972777 w 4910704"/>
              <a:gd name="connsiteY10" fmla="*/ 525413 h 1315350"/>
              <a:gd name="connsiteX11" fmla="*/ 4291007 w 4910704"/>
              <a:gd name="connsiteY11" fmla="*/ 640284 h 1315350"/>
              <a:gd name="connsiteX12" fmla="*/ 4585330 w 4910704"/>
              <a:gd name="connsiteY12" fmla="*/ 640284 h 1315350"/>
              <a:gd name="connsiteX13" fmla="*/ 4774305 w 4910704"/>
              <a:gd name="connsiteY13" fmla="*/ 573228 h 1315350"/>
              <a:gd name="connsiteX14" fmla="*/ 4887939 w 4910704"/>
              <a:gd name="connsiteY14" fmla="*/ 459500 h 1315350"/>
              <a:gd name="connsiteX15" fmla="*/ 4910704 w 4910704"/>
              <a:gd name="connsiteY15" fmla="*/ 396063 h 1315350"/>
              <a:gd name="connsiteX0" fmla="*/ 0 w 5211160"/>
              <a:gd name="connsiteY0" fmla="*/ 0 h 1315350"/>
              <a:gd name="connsiteX1" fmla="*/ 850456 w 5211160"/>
              <a:gd name="connsiteY1" fmla="*/ 565778 h 1315350"/>
              <a:gd name="connsiteX2" fmla="*/ 1581130 w 5211160"/>
              <a:gd name="connsiteY2" fmla="*/ 980924 h 1315350"/>
              <a:gd name="connsiteX3" fmla="*/ 2089780 w 5211160"/>
              <a:gd name="connsiteY3" fmla="*/ 1188543 h 1315350"/>
              <a:gd name="connsiteX4" fmla="*/ 2443919 w 5211160"/>
              <a:gd name="connsiteY4" fmla="*/ 1310654 h 1315350"/>
              <a:gd name="connsiteX5" fmla="*/ 2735860 w 5211160"/>
              <a:gd name="connsiteY5" fmla="*/ 1243598 h 1315350"/>
              <a:gd name="connsiteX6" fmla="*/ 2886641 w 5211160"/>
              <a:gd name="connsiteY6" fmla="*/ 1006616 h 1315350"/>
              <a:gd name="connsiteX7" fmla="*/ 3030183 w 5211160"/>
              <a:gd name="connsiteY7" fmla="*/ 757632 h 1315350"/>
              <a:gd name="connsiteX8" fmla="*/ 3300502 w 5211160"/>
              <a:gd name="connsiteY8" fmla="*/ 463214 h 1315350"/>
              <a:gd name="connsiteX9" fmla="*/ 3647403 w 5211160"/>
              <a:gd name="connsiteY9" fmla="*/ 432068 h 1315350"/>
              <a:gd name="connsiteX10" fmla="*/ 3972777 w 5211160"/>
              <a:gd name="connsiteY10" fmla="*/ 525413 h 1315350"/>
              <a:gd name="connsiteX11" fmla="*/ 4291007 w 5211160"/>
              <a:gd name="connsiteY11" fmla="*/ 640284 h 1315350"/>
              <a:gd name="connsiteX12" fmla="*/ 4585330 w 5211160"/>
              <a:gd name="connsiteY12" fmla="*/ 640284 h 1315350"/>
              <a:gd name="connsiteX13" fmla="*/ 4774305 w 5211160"/>
              <a:gd name="connsiteY13" fmla="*/ 573228 h 1315350"/>
              <a:gd name="connsiteX14" fmla="*/ 4887939 w 5211160"/>
              <a:gd name="connsiteY14" fmla="*/ 459500 h 1315350"/>
              <a:gd name="connsiteX15" fmla="*/ 5211160 w 5211160"/>
              <a:gd name="connsiteY15" fmla="*/ 161308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4887939 w 5798677"/>
              <a:gd name="connsiteY14" fmla="*/ 459500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200651 w 5798677"/>
              <a:gd name="connsiteY14" fmla="*/ 304043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001653 w 5798677"/>
              <a:gd name="connsiteY14" fmla="*/ 30905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798677"/>
              <a:gd name="connsiteY0" fmla="*/ 0 h 1315350"/>
              <a:gd name="connsiteX1" fmla="*/ 850456 w 5798677"/>
              <a:gd name="connsiteY1" fmla="*/ 565778 h 1315350"/>
              <a:gd name="connsiteX2" fmla="*/ 1581130 w 5798677"/>
              <a:gd name="connsiteY2" fmla="*/ 980924 h 1315350"/>
              <a:gd name="connsiteX3" fmla="*/ 2089780 w 5798677"/>
              <a:gd name="connsiteY3" fmla="*/ 1188543 h 1315350"/>
              <a:gd name="connsiteX4" fmla="*/ 2443919 w 5798677"/>
              <a:gd name="connsiteY4" fmla="*/ 1310654 h 1315350"/>
              <a:gd name="connsiteX5" fmla="*/ 2735860 w 5798677"/>
              <a:gd name="connsiteY5" fmla="*/ 1243598 h 1315350"/>
              <a:gd name="connsiteX6" fmla="*/ 2886641 w 5798677"/>
              <a:gd name="connsiteY6" fmla="*/ 1006616 h 1315350"/>
              <a:gd name="connsiteX7" fmla="*/ 3030183 w 5798677"/>
              <a:gd name="connsiteY7" fmla="*/ 757632 h 1315350"/>
              <a:gd name="connsiteX8" fmla="*/ 3300502 w 5798677"/>
              <a:gd name="connsiteY8" fmla="*/ 463214 h 1315350"/>
              <a:gd name="connsiteX9" fmla="*/ 3647403 w 5798677"/>
              <a:gd name="connsiteY9" fmla="*/ 432068 h 1315350"/>
              <a:gd name="connsiteX10" fmla="*/ 3972777 w 5798677"/>
              <a:gd name="connsiteY10" fmla="*/ 525413 h 1315350"/>
              <a:gd name="connsiteX11" fmla="*/ 4291007 w 5798677"/>
              <a:gd name="connsiteY11" fmla="*/ 640284 h 1315350"/>
              <a:gd name="connsiteX12" fmla="*/ 4585330 w 5798677"/>
              <a:gd name="connsiteY12" fmla="*/ 640284 h 1315350"/>
              <a:gd name="connsiteX13" fmla="*/ 4774305 w 5798677"/>
              <a:gd name="connsiteY13" fmla="*/ 573228 h 1315350"/>
              <a:gd name="connsiteX14" fmla="*/ 5124842 w 5798677"/>
              <a:gd name="connsiteY14" fmla="*/ 319088 h 1315350"/>
              <a:gd name="connsiteX15" fmla="*/ 5798677 w 5798677"/>
              <a:gd name="connsiteY15" fmla="*/ 462191 h 1315350"/>
              <a:gd name="connsiteX0" fmla="*/ 0 w 5926604"/>
              <a:gd name="connsiteY0" fmla="*/ 0 h 1345439"/>
              <a:gd name="connsiteX1" fmla="*/ 978383 w 5926604"/>
              <a:gd name="connsiteY1" fmla="*/ 595867 h 1345439"/>
              <a:gd name="connsiteX2" fmla="*/ 1709057 w 5926604"/>
              <a:gd name="connsiteY2" fmla="*/ 1011013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09057 w 5926604"/>
              <a:gd name="connsiteY2" fmla="*/ 965881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26604"/>
              <a:gd name="connsiteY0" fmla="*/ 0 h 1345439"/>
              <a:gd name="connsiteX1" fmla="*/ 978383 w 5926604"/>
              <a:gd name="connsiteY1" fmla="*/ 595867 h 1345439"/>
              <a:gd name="connsiteX2" fmla="*/ 1742947 w 5926604"/>
              <a:gd name="connsiteY2" fmla="*/ 906620 h 1345439"/>
              <a:gd name="connsiteX3" fmla="*/ 2217707 w 5926604"/>
              <a:gd name="connsiteY3" fmla="*/ 1218632 h 1345439"/>
              <a:gd name="connsiteX4" fmla="*/ 2571846 w 5926604"/>
              <a:gd name="connsiteY4" fmla="*/ 1340743 h 1345439"/>
              <a:gd name="connsiteX5" fmla="*/ 2863787 w 5926604"/>
              <a:gd name="connsiteY5" fmla="*/ 1273687 h 1345439"/>
              <a:gd name="connsiteX6" fmla="*/ 3014568 w 5926604"/>
              <a:gd name="connsiteY6" fmla="*/ 1036705 h 1345439"/>
              <a:gd name="connsiteX7" fmla="*/ 3158110 w 5926604"/>
              <a:gd name="connsiteY7" fmla="*/ 787721 h 1345439"/>
              <a:gd name="connsiteX8" fmla="*/ 3428429 w 5926604"/>
              <a:gd name="connsiteY8" fmla="*/ 493303 h 1345439"/>
              <a:gd name="connsiteX9" fmla="*/ 3775330 w 5926604"/>
              <a:gd name="connsiteY9" fmla="*/ 462157 h 1345439"/>
              <a:gd name="connsiteX10" fmla="*/ 4100704 w 5926604"/>
              <a:gd name="connsiteY10" fmla="*/ 555502 h 1345439"/>
              <a:gd name="connsiteX11" fmla="*/ 4418934 w 5926604"/>
              <a:gd name="connsiteY11" fmla="*/ 670373 h 1345439"/>
              <a:gd name="connsiteX12" fmla="*/ 4713257 w 5926604"/>
              <a:gd name="connsiteY12" fmla="*/ 670373 h 1345439"/>
              <a:gd name="connsiteX13" fmla="*/ 4902232 w 5926604"/>
              <a:gd name="connsiteY13" fmla="*/ 603317 h 1345439"/>
              <a:gd name="connsiteX14" fmla="*/ 5252769 w 5926604"/>
              <a:gd name="connsiteY14" fmla="*/ 349177 h 1345439"/>
              <a:gd name="connsiteX15" fmla="*/ 5926604 w 5926604"/>
              <a:gd name="connsiteY15" fmla="*/ 492280 h 1345439"/>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4918440 w 5942812"/>
              <a:gd name="connsiteY13" fmla="*/ 753030 h 1495152"/>
              <a:gd name="connsiteX14" fmla="*/ 5268977 w 5942812"/>
              <a:gd name="connsiteY14" fmla="*/ 498890 h 1495152"/>
              <a:gd name="connsiteX15" fmla="*/ 5942812 w 5942812"/>
              <a:gd name="connsiteY15" fmla="*/ 641993 h 1495152"/>
              <a:gd name="connsiteX0" fmla="*/ 0 w 5942812"/>
              <a:gd name="connsiteY0" fmla="*/ 0 h 1495152"/>
              <a:gd name="connsiteX1" fmla="*/ 994591 w 5942812"/>
              <a:gd name="connsiteY1" fmla="*/ 745580 h 1495152"/>
              <a:gd name="connsiteX2" fmla="*/ 1759155 w 5942812"/>
              <a:gd name="connsiteY2" fmla="*/ 1056333 h 1495152"/>
              <a:gd name="connsiteX3" fmla="*/ 2233915 w 5942812"/>
              <a:gd name="connsiteY3" fmla="*/ 1368345 h 1495152"/>
              <a:gd name="connsiteX4" fmla="*/ 2588054 w 5942812"/>
              <a:gd name="connsiteY4" fmla="*/ 1490456 h 1495152"/>
              <a:gd name="connsiteX5" fmla="*/ 2879995 w 5942812"/>
              <a:gd name="connsiteY5" fmla="*/ 1423400 h 1495152"/>
              <a:gd name="connsiteX6" fmla="*/ 3030776 w 5942812"/>
              <a:gd name="connsiteY6" fmla="*/ 1186418 h 1495152"/>
              <a:gd name="connsiteX7" fmla="*/ 3174318 w 5942812"/>
              <a:gd name="connsiteY7" fmla="*/ 937434 h 1495152"/>
              <a:gd name="connsiteX8" fmla="*/ 3444637 w 5942812"/>
              <a:gd name="connsiteY8" fmla="*/ 643016 h 1495152"/>
              <a:gd name="connsiteX9" fmla="*/ 3791538 w 5942812"/>
              <a:gd name="connsiteY9" fmla="*/ 611870 h 1495152"/>
              <a:gd name="connsiteX10" fmla="*/ 4116912 w 5942812"/>
              <a:gd name="connsiteY10" fmla="*/ 705215 h 1495152"/>
              <a:gd name="connsiteX11" fmla="*/ 4435142 w 5942812"/>
              <a:gd name="connsiteY11" fmla="*/ 820086 h 1495152"/>
              <a:gd name="connsiteX12" fmla="*/ 4729465 w 5942812"/>
              <a:gd name="connsiteY12" fmla="*/ 820086 h 1495152"/>
              <a:gd name="connsiteX13" fmla="*/ 5268977 w 5942812"/>
              <a:gd name="connsiteY13" fmla="*/ 498890 h 1495152"/>
              <a:gd name="connsiteX14" fmla="*/ 5942812 w 5942812"/>
              <a:gd name="connsiteY14" fmla="*/ 641993 h 1495152"/>
              <a:gd name="connsiteX0" fmla="*/ 0 w 5942812"/>
              <a:gd name="connsiteY0" fmla="*/ 0 h 1495152"/>
              <a:gd name="connsiteX1" fmla="*/ 619489 w 5942812"/>
              <a:gd name="connsiteY1" fmla="*/ 376113 h 1495152"/>
              <a:gd name="connsiteX2" fmla="*/ 994591 w 5942812"/>
              <a:gd name="connsiteY2" fmla="*/ 745580 h 1495152"/>
              <a:gd name="connsiteX3" fmla="*/ 1759155 w 5942812"/>
              <a:gd name="connsiteY3" fmla="*/ 1056333 h 1495152"/>
              <a:gd name="connsiteX4" fmla="*/ 2233915 w 5942812"/>
              <a:gd name="connsiteY4" fmla="*/ 1368345 h 1495152"/>
              <a:gd name="connsiteX5" fmla="*/ 2588054 w 5942812"/>
              <a:gd name="connsiteY5" fmla="*/ 1490456 h 1495152"/>
              <a:gd name="connsiteX6" fmla="*/ 2879995 w 5942812"/>
              <a:gd name="connsiteY6" fmla="*/ 1423400 h 1495152"/>
              <a:gd name="connsiteX7" fmla="*/ 3030776 w 5942812"/>
              <a:gd name="connsiteY7" fmla="*/ 1186418 h 1495152"/>
              <a:gd name="connsiteX8" fmla="*/ 3174318 w 5942812"/>
              <a:gd name="connsiteY8" fmla="*/ 937434 h 1495152"/>
              <a:gd name="connsiteX9" fmla="*/ 3444637 w 5942812"/>
              <a:gd name="connsiteY9" fmla="*/ 643016 h 1495152"/>
              <a:gd name="connsiteX10" fmla="*/ 3791538 w 5942812"/>
              <a:gd name="connsiteY10" fmla="*/ 611870 h 1495152"/>
              <a:gd name="connsiteX11" fmla="*/ 4116912 w 5942812"/>
              <a:gd name="connsiteY11" fmla="*/ 705215 h 1495152"/>
              <a:gd name="connsiteX12" fmla="*/ 4435142 w 5942812"/>
              <a:gd name="connsiteY12" fmla="*/ 820086 h 1495152"/>
              <a:gd name="connsiteX13" fmla="*/ 4729465 w 5942812"/>
              <a:gd name="connsiteY13" fmla="*/ 820086 h 1495152"/>
              <a:gd name="connsiteX14" fmla="*/ 5268977 w 5942812"/>
              <a:gd name="connsiteY14" fmla="*/ 498890 h 1495152"/>
              <a:gd name="connsiteX15" fmla="*/ 5942812 w 5942812"/>
              <a:gd name="connsiteY15" fmla="*/ 641993 h 149515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37219"/>
              <a:gd name="connsiteY0" fmla="*/ 0 h 1607602"/>
              <a:gd name="connsiteX1" fmla="*/ 613896 w 5937219"/>
              <a:gd name="connsiteY1" fmla="*/ 488563 h 1607602"/>
              <a:gd name="connsiteX2" fmla="*/ 988998 w 5937219"/>
              <a:gd name="connsiteY2" fmla="*/ 858030 h 1607602"/>
              <a:gd name="connsiteX3" fmla="*/ 1753562 w 5937219"/>
              <a:gd name="connsiteY3" fmla="*/ 1168783 h 1607602"/>
              <a:gd name="connsiteX4" fmla="*/ 2228322 w 5937219"/>
              <a:gd name="connsiteY4" fmla="*/ 1480795 h 1607602"/>
              <a:gd name="connsiteX5" fmla="*/ 2582461 w 5937219"/>
              <a:gd name="connsiteY5" fmla="*/ 1602906 h 1607602"/>
              <a:gd name="connsiteX6" fmla="*/ 2874402 w 5937219"/>
              <a:gd name="connsiteY6" fmla="*/ 1535850 h 1607602"/>
              <a:gd name="connsiteX7" fmla="*/ 3025183 w 5937219"/>
              <a:gd name="connsiteY7" fmla="*/ 1298868 h 1607602"/>
              <a:gd name="connsiteX8" fmla="*/ 3168725 w 5937219"/>
              <a:gd name="connsiteY8" fmla="*/ 1049884 h 1607602"/>
              <a:gd name="connsiteX9" fmla="*/ 3439044 w 5937219"/>
              <a:gd name="connsiteY9" fmla="*/ 755466 h 1607602"/>
              <a:gd name="connsiteX10" fmla="*/ 3785945 w 5937219"/>
              <a:gd name="connsiteY10" fmla="*/ 724320 h 1607602"/>
              <a:gd name="connsiteX11" fmla="*/ 4111319 w 5937219"/>
              <a:gd name="connsiteY11" fmla="*/ 817665 h 1607602"/>
              <a:gd name="connsiteX12" fmla="*/ 4429549 w 5937219"/>
              <a:gd name="connsiteY12" fmla="*/ 932536 h 1607602"/>
              <a:gd name="connsiteX13" fmla="*/ 4723872 w 5937219"/>
              <a:gd name="connsiteY13" fmla="*/ 932536 h 1607602"/>
              <a:gd name="connsiteX14" fmla="*/ 5263384 w 5937219"/>
              <a:gd name="connsiteY14" fmla="*/ 611340 h 1607602"/>
              <a:gd name="connsiteX15" fmla="*/ 5937219 w 5937219"/>
              <a:gd name="connsiteY15" fmla="*/ 754443 h 1607602"/>
              <a:gd name="connsiteX0" fmla="*/ 0 w 5951199"/>
              <a:gd name="connsiteY0" fmla="*/ 0 h 1566173"/>
              <a:gd name="connsiteX1" fmla="*/ 627876 w 5951199"/>
              <a:gd name="connsiteY1" fmla="*/ 447134 h 1566173"/>
              <a:gd name="connsiteX2" fmla="*/ 1002978 w 5951199"/>
              <a:gd name="connsiteY2" fmla="*/ 816601 h 1566173"/>
              <a:gd name="connsiteX3" fmla="*/ 1767542 w 5951199"/>
              <a:gd name="connsiteY3" fmla="*/ 1127354 h 1566173"/>
              <a:gd name="connsiteX4" fmla="*/ 2242302 w 5951199"/>
              <a:gd name="connsiteY4" fmla="*/ 1439366 h 1566173"/>
              <a:gd name="connsiteX5" fmla="*/ 2596441 w 5951199"/>
              <a:gd name="connsiteY5" fmla="*/ 1561477 h 1566173"/>
              <a:gd name="connsiteX6" fmla="*/ 2888382 w 5951199"/>
              <a:gd name="connsiteY6" fmla="*/ 1494421 h 1566173"/>
              <a:gd name="connsiteX7" fmla="*/ 3039163 w 5951199"/>
              <a:gd name="connsiteY7" fmla="*/ 1257439 h 1566173"/>
              <a:gd name="connsiteX8" fmla="*/ 3182705 w 5951199"/>
              <a:gd name="connsiteY8" fmla="*/ 1008455 h 1566173"/>
              <a:gd name="connsiteX9" fmla="*/ 3453024 w 5951199"/>
              <a:gd name="connsiteY9" fmla="*/ 714037 h 1566173"/>
              <a:gd name="connsiteX10" fmla="*/ 3799925 w 5951199"/>
              <a:gd name="connsiteY10" fmla="*/ 682891 h 1566173"/>
              <a:gd name="connsiteX11" fmla="*/ 4125299 w 5951199"/>
              <a:gd name="connsiteY11" fmla="*/ 776236 h 1566173"/>
              <a:gd name="connsiteX12" fmla="*/ 4443529 w 5951199"/>
              <a:gd name="connsiteY12" fmla="*/ 891107 h 1566173"/>
              <a:gd name="connsiteX13" fmla="*/ 4737852 w 5951199"/>
              <a:gd name="connsiteY13" fmla="*/ 891107 h 1566173"/>
              <a:gd name="connsiteX14" fmla="*/ 5277364 w 5951199"/>
              <a:gd name="connsiteY14" fmla="*/ 569911 h 1566173"/>
              <a:gd name="connsiteX15" fmla="*/ 5951199 w 5951199"/>
              <a:gd name="connsiteY15" fmla="*/ 713014 h 1566173"/>
              <a:gd name="connsiteX0" fmla="*/ 0 w 5951199"/>
              <a:gd name="connsiteY0" fmla="*/ 0 h 1566173"/>
              <a:gd name="connsiteX1" fmla="*/ 528059 w 5951199"/>
              <a:gd name="connsiteY1" fmla="*/ 192969 h 1566173"/>
              <a:gd name="connsiteX2" fmla="*/ 627876 w 5951199"/>
              <a:gd name="connsiteY2" fmla="*/ 447134 h 1566173"/>
              <a:gd name="connsiteX3" fmla="*/ 1002978 w 5951199"/>
              <a:gd name="connsiteY3" fmla="*/ 816601 h 1566173"/>
              <a:gd name="connsiteX4" fmla="*/ 1767542 w 5951199"/>
              <a:gd name="connsiteY4" fmla="*/ 1127354 h 1566173"/>
              <a:gd name="connsiteX5" fmla="*/ 2242302 w 5951199"/>
              <a:gd name="connsiteY5" fmla="*/ 1439366 h 1566173"/>
              <a:gd name="connsiteX6" fmla="*/ 2596441 w 5951199"/>
              <a:gd name="connsiteY6" fmla="*/ 1561477 h 1566173"/>
              <a:gd name="connsiteX7" fmla="*/ 2888382 w 5951199"/>
              <a:gd name="connsiteY7" fmla="*/ 1494421 h 1566173"/>
              <a:gd name="connsiteX8" fmla="*/ 3039163 w 5951199"/>
              <a:gd name="connsiteY8" fmla="*/ 1257439 h 1566173"/>
              <a:gd name="connsiteX9" fmla="*/ 3182705 w 5951199"/>
              <a:gd name="connsiteY9" fmla="*/ 1008455 h 1566173"/>
              <a:gd name="connsiteX10" fmla="*/ 3453024 w 5951199"/>
              <a:gd name="connsiteY10" fmla="*/ 714037 h 1566173"/>
              <a:gd name="connsiteX11" fmla="*/ 3799925 w 5951199"/>
              <a:gd name="connsiteY11" fmla="*/ 682891 h 1566173"/>
              <a:gd name="connsiteX12" fmla="*/ 4125299 w 5951199"/>
              <a:gd name="connsiteY12" fmla="*/ 776236 h 1566173"/>
              <a:gd name="connsiteX13" fmla="*/ 4443529 w 5951199"/>
              <a:gd name="connsiteY13" fmla="*/ 891107 h 1566173"/>
              <a:gd name="connsiteX14" fmla="*/ 4737852 w 5951199"/>
              <a:gd name="connsiteY14" fmla="*/ 891107 h 1566173"/>
              <a:gd name="connsiteX15" fmla="*/ 5277364 w 5951199"/>
              <a:gd name="connsiteY15" fmla="*/ 569911 h 1566173"/>
              <a:gd name="connsiteX16" fmla="*/ 5951199 w 5951199"/>
              <a:gd name="connsiteY16" fmla="*/ 713014 h 1566173"/>
              <a:gd name="connsiteX0" fmla="*/ 0 w 5423140"/>
              <a:gd name="connsiteY0" fmla="*/ 0 h 1373204"/>
              <a:gd name="connsiteX1" fmla="*/ 99817 w 5423140"/>
              <a:gd name="connsiteY1" fmla="*/ 254165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5423140"/>
              <a:gd name="connsiteY0" fmla="*/ 0 h 1373204"/>
              <a:gd name="connsiteX1" fmla="*/ 177481 w 5423140"/>
              <a:gd name="connsiteY1" fmla="*/ 377080 h 1373204"/>
              <a:gd name="connsiteX2" fmla="*/ 474919 w 5423140"/>
              <a:gd name="connsiteY2" fmla="*/ 623632 h 1373204"/>
              <a:gd name="connsiteX3" fmla="*/ 1239483 w 5423140"/>
              <a:gd name="connsiteY3" fmla="*/ 934385 h 1373204"/>
              <a:gd name="connsiteX4" fmla="*/ 1714243 w 5423140"/>
              <a:gd name="connsiteY4" fmla="*/ 1246397 h 1373204"/>
              <a:gd name="connsiteX5" fmla="*/ 2068382 w 5423140"/>
              <a:gd name="connsiteY5" fmla="*/ 1368508 h 1373204"/>
              <a:gd name="connsiteX6" fmla="*/ 2360323 w 5423140"/>
              <a:gd name="connsiteY6" fmla="*/ 1301452 h 1373204"/>
              <a:gd name="connsiteX7" fmla="*/ 2511104 w 5423140"/>
              <a:gd name="connsiteY7" fmla="*/ 1064470 h 1373204"/>
              <a:gd name="connsiteX8" fmla="*/ 2654646 w 5423140"/>
              <a:gd name="connsiteY8" fmla="*/ 815486 h 1373204"/>
              <a:gd name="connsiteX9" fmla="*/ 2924965 w 5423140"/>
              <a:gd name="connsiteY9" fmla="*/ 521068 h 1373204"/>
              <a:gd name="connsiteX10" fmla="*/ 3271866 w 5423140"/>
              <a:gd name="connsiteY10" fmla="*/ 489922 h 1373204"/>
              <a:gd name="connsiteX11" fmla="*/ 3597240 w 5423140"/>
              <a:gd name="connsiteY11" fmla="*/ 583267 h 1373204"/>
              <a:gd name="connsiteX12" fmla="*/ 3915470 w 5423140"/>
              <a:gd name="connsiteY12" fmla="*/ 698138 h 1373204"/>
              <a:gd name="connsiteX13" fmla="*/ 4209793 w 5423140"/>
              <a:gd name="connsiteY13" fmla="*/ 698138 h 1373204"/>
              <a:gd name="connsiteX14" fmla="*/ 4749305 w 5423140"/>
              <a:gd name="connsiteY14" fmla="*/ 376942 h 1373204"/>
              <a:gd name="connsiteX15" fmla="*/ 5423140 w 5423140"/>
              <a:gd name="connsiteY15" fmla="*/ 520045 h 1373204"/>
              <a:gd name="connsiteX0" fmla="*/ 0 w 4749305"/>
              <a:gd name="connsiteY0" fmla="*/ 0 h 1373204"/>
              <a:gd name="connsiteX1" fmla="*/ 177481 w 4749305"/>
              <a:gd name="connsiteY1" fmla="*/ 377080 h 1373204"/>
              <a:gd name="connsiteX2" fmla="*/ 474919 w 4749305"/>
              <a:gd name="connsiteY2" fmla="*/ 623632 h 1373204"/>
              <a:gd name="connsiteX3" fmla="*/ 1239483 w 4749305"/>
              <a:gd name="connsiteY3" fmla="*/ 934385 h 1373204"/>
              <a:gd name="connsiteX4" fmla="*/ 1714243 w 4749305"/>
              <a:gd name="connsiteY4" fmla="*/ 1246397 h 1373204"/>
              <a:gd name="connsiteX5" fmla="*/ 2068382 w 4749305"/>
              <a:gd name="connsiteY5" fmla="*/ 1368508 h 1373204"/>
              <a:gd name="connsiteX6" fmla="*/ 2360323 w 4749305"/>
              <a:gd name="connsiteY6" fmla="*/ 1301452 h 1373204"/>
              <a:gd name="connsiteX7" fmla="*/ 2511104 w 4749305"/>
              <a:gd name="connsiteY7" fmla="*/ 1064470 h 1373204"/>
              <a:gd name="connsiteX8" fmla="*/ 2654646 w 4749305"/>
              <a:gd name="connsiteY8" fmla="*/ 815486 h 1373204"/>
              <a:gd name="connsiteX9" fmla="*/ 2924965 w 4749305"/>
              <a:gd name="connsiteY9" fmla="*/ 521068 h 1373204"/>
              <a:gd name="connsiteX10" fmla="*/ 3271866 w 4749305"/>
              <a:gd name="connsiteY10" fmla="*/ 489922 h 1373204"/>
              <a:gd name="connsiteX11" fmla="*/ 3597240 w 4749305"/>
              <a:gd name="connsiteY11" fmla="*/ 583267 h 1373204"/>
              <a:gd name="connsiteX12" fmla="*/ 3915470 w 4749305"/>
              <a:gd name="connsiteY12" fmla="*/ 698138 h 1373204"/>
              <a:gd name="connsiteX13" fmla="*/ 4209793 w 4749305"/>
              <a:gd name="connsiteY13" fmla="*/ 698138 h 1373204"/>
              <a:gd name="connsiteX14" fmla="*/ 4749305 w 4749305"/>
              <a:gd name="connsiteY14" fmla="*/ 376942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09793 w 4960574"/>
              <a:gd name="connsiteY13" fmla="*/ 698138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3915470 w 4960574"/>
              <a:gd name="connsiteY12" fmla="*/ 698138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295605 w 4960574"/>
              <a:gd name="connsiteY13" fmla="*/ 61109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105901 w 4960574"/>
              <a:gd name="connsiteY12" fmla="*/ 718870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239483 w 4960574"/>
              <a:gd name="connsiteY3" fmla="*/ 934385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960574"/>
              <a:gd name="connsiteY0" fmla="*/ 0 h 1373204"/>
              <a:gd name="connsiteX1" fmla="*/ 177481 w 4960574"/>
              <a:gd name="connsiteY1" fmla="*/ 377080 h 1373204"/>
              <a:gd name="connsiteX2" fmla="*/ 474919 w 4960574"/>
              <a:gd name="connsiteY2" fmla="*/ 623632 h 1373204"/>
              <a:gd name="connsiteX3" fmla="*/ 1331831 w 4960574"/>
              <a:gd name="connsiteY3" fmla="*/ 898254 h 1373204"/>
              <a:gd name="connsiteX4" fmla="*/ 1714243 w 4960574"/>
              <a:gd name="connsiteY4" fmla="*/ 1246397 h 1373204"/>
              <a:gd name="connsiteX5" fmla="*/ 2068382 w 4960574"/>
              <a:gd name="connsiteY5" fmla="*/ 1368508 h 1373204"/>
              <a:gd name="connsiteX6" fmla="*/ 2360323 w 4960574"/>
              <a:gd name="connsiteY6" fmla="*/ 1301452 h 1373204"/>
              <a:gd name="connsiteX7" fmla="*/ 2511104 w 4960574"/>
              <a:gd name="connsiteY7" fmla="*/ 1064470 h 1373204"/>
              <a:gd name="connsiteX8" fmla="*/ 2654646 w 4960574"/>
              <a:gd name="connsiteY8" fmla="*/ 815486 h 1373204"/>
              <a:gd name="connsiteX9" fmla="*/ 2924965 w 4960574"/>
              <a:gd name="connsiteY9" fmla="*/ 521068 h 1373204"/>
              <a:gd name="connsiteX10" fmla="*/ 3271866 w 4960574"/>
              <a:gd name="connsiteY10" fmla="*/ 489922 h 1373204"/>
              <a:gd name="connsiteX11" fmla="*/ 3597240 w 4960574"/>
              <a:gd name="connsiteY11" fmla="*/ 583267 h 1373204"/>
              <a:gd name="connsiteX12" fmla="*/ 4261428 w 4960574"/>
              <a:gd name="connsiteY12" fmla="*/ 715723 h 1373204"/>
              <a:gd name="connsiteX13" fmla="*/ 4392285 w 4960574"/>
              <a:gd name="connsiteY13" fmla="*/ 503143 h 1373204"/>
              <a:gd name="connsiteX14" fmla="*/ 4960574 w 4960574"/>
              <a:gd name="connsiteY14" fmla="*/ 434080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392285 w 4878152"/>
              <a:gd name="connsiteY13" fmla="*/ 503143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261428 w 4878152"/>
              <a:gd name="connsiteY12" fmla="*/ 715723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597240 w 4878152"/>
              <a:gd name="connsiteY11" fmla="*/ 583267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373204"/>
              <a:gd name="connsiteX1" fmla="*/ 177481 w 4878152"/>
              <a:gd name="connsiteY1" fmla="*/ 377080 h 1373204"/>
              <a:gd name="connsiteX2" fmla="*/ 474919 w 4878152"/>
              <a:gd name="connsiteY2" fmla="*/ 623632 h 1373204"/>
              <a:gd name="connsiteX3" fmla="*/ 1331831 w 4878152"/>
              <a:gd name="connsiteY3" fmla="*/ 898254 h 1373204"/>
              <a:gd name="connsiteX4" fmla="*/ 1714243 w 4878152"/>
              <a:gd name="connsiteY4" fmla="*/ 1246397 h 1373204"/>
              <a:gd name="connsiteX5" fmla="*/ 2068382 w 4878152"/>
              <a:gd name="connsiteY5" fmla="*/ 1368508 h 1373204"/>
              <a:gd name="connsiteX6" fmla="*/ 2360323 w 4878152"/>
              <a:gd name="connsiteY6" fmla="*/ 1301452 h 1373204"/>
              <a:gd name="connsiteX7" fmla="*/ 2511104 w 4878152"/>
              <a:gd name="connsiteY7" fmla="*/ 1064470 h 1373204"/>
              <a:gd name="connsiteX8" fmla="*/ 2654646 w 4878152"/>
              <a:gd name="connsiteY8" fmla="*/ 815486 h 1373204"/>
              <a:gd name="connsiteX9" fmla="*/ 2924965 w 4878152"/>
              <a:gd name="connsiteY9" fmla="*/ 521068 h 1373204"/>
              <a:gd name="connsiteX10" fmla="*/ 3271866 w 4878152"/>
              <a:gd name="connsiteY10" fmla="*/ 489922 h 1373204"/>
              <a:gd name="connsiteX11" fmla="*/ 3496104 w 4878152"/>
              <a:gd name="connsiteY11" fmla="*/ 694995 h 1373204"/>
              <a:gd name="connsiteX12" fmla="*/ 4136076 w 4878152"/>
              <a:gd name="connsiteY12" fmla="*/ 605386 h 1373204"/>
              <a:gd name="connsiteX13" fmla="*/ 4511699 w 4878152"/>
              <a:gd name="connsiteY13" fmla="*/ 705171 h 1373204"/>
              <a:gd name="connsiteX14" fmla="*/ 4878152 w 4878152"/>
              <a:gd name="connsiteY14" fmla="*/ 702435 h 1373204"/>
              <a:gd name="connsiteX0" fmla="*/ 0 w 4878152"/>
              <a:gd name="connsiteY0" fmla="*/ 0 h 1439517"/>
              <a:gd name="connsiteX1" fmla="*/ 177481 w 4878152"/>
              <a:gd name="connsiteY1" fmla="*/ 377080 h 1439517"/>
              <a:gd name="connsiteX2" fmla="*/ 474919 w 4878152"/>
              <a:gd name="connsiteY2" fmla="*/ 623632 h 1439517"/>
              <a:gd name="connsiteX3" fmla="*/ 1331831 w 4878152"/>
              <a:gd name="connsiteY3" fmla="*/ 898254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474919 w 4878152"/>
              <a:gd name="connsiteY2" fmla="*/ 623632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654646 w 4878152"/>
              <a:gd name="connsiteY8" fmla="*/ 815486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878152"/>
              <a:gd name="connsiteY0" fmla="*/ 0 h 1439517"/>
              <a:gd name="connsiteX1" fmla="*/ 177481 w 4878152"/>
              <a:gd name="connsiteY1" fmla="*/ 377080 h 1439517"/>
              <a:gd name="connsiteX2" fmla="*/ 548334 w 4878152"/>
              <a:gd name="connsiteY2" fmla="*/ 691144 h 1439517"/>
              <a:gd name="connsiteX3" fmla="*/ 1332930 w 4878152"/>
              <a:gd name="connsiteY3" fmla="*/ 933297 h 1439517"/>
              <a:gd name="connsiteX4" fmla="*/ 1714243 w 4878152"/>
              <a:gd name="connsiteY4" fmla="*/ 1246397 h 1439517"/>
              <a:gd name="connsiteX5" fmla="*/ 2089731 w 4878152"/>
              <a:gd name="connsiteY5" fmla="*/ 1438090 h 1439517"/>
              <a:gd name="connsiteX6" fmla="*/ 2360323 w 4878152"/>
              <a:gd name="connsiteY6" fmla="*/ 1301452 h 1439517"/>
              <a:gd name="connsiteX7" fmla="*/ 2511104 w 4878152"/>
              <a:gd name="connsiteY7" fmla="*/ 1064470 h 1439517"/>
              <a:gd name="connsiteX8" fmla="*/ 2719984 w 4878152"/>
              <a:gd name="connsiteY8" fmla="*/ 882159 h 1439517"/>
              <a:gd name="connsiteX9" fmla="*/ 2924965 w 4878152"/>
              <a:gd name="connsiteY9" fmla="*/ 521068 h 1439517"/>
              <a:gd name="connsiteX10" fmla="*/ 3271866 w 4878152"/>
              <a:gd name="connsiteY10" fmla="*/ 489922 h 1439517"/>
              <a:gd name="connsiteX11" fmla="*/ 3496104 w 4878152"/>
              <a:gd name="connsiteY11" fmla="*/ 694995 h 1439517"/>
              <a:gd name="connsiteX12" fmla="*/ 4136076 w 4878152"/>
              <a:gd name="connsiteY12" fmla="*/ 605386 h 1439517"/>
              <a:gd name="connsiteX13" fmla="*/ 4511699 w 4878152"/>
              <a:gd name="connsiteY13" fmla="*/ 705171 h 1439517"/>
              <a:gd name="connsiteX14" fmla="*/ 4878152 w 4878152"/>
              <a:gd name="connsiteY14" fmla="*/ 702435 h 1439517"/>
              <a:gd name="connsiteX0" fmla="*/ 0 w 4511699"/>
              <a:gd name="connsiteY0" fmla="*/ 0 h 1439517"/>
              <a:gd name="connsiteX1" fmla="*/ 177481 w 4511699"/>
              <a:gd name="connsiteY1" fmla="*/ 377080 h 1439517"/>
              <a:gd name="connsiteX2" fmla="*/ 548334 w 4511699"/>
              <a:gd name="connsiteY2" fmla="*/ 691144 h 1439517"/>
              <a:gd name="connsiteX3" fmla="*/ 1332930 w 4511699"/>
              <a:gd name="connsiteY3" fmla="*/ 933297 h 1439517"/>
              <a:gd name="connsiteX4" fmla="*/ 1714243 w 4511699"/>
              <a:gd name="connsiteY4" fmla="*/ 1246397 h 1439517"/>
              <a:gd name="connsiteX5" fmla="*/ 2089731 w 4511699"/>
              <a:gd name="connsiteY5" fmla="*/ 1438090 h 1439517"/>
              <a:gd name="connsiteX6" fmla="*/ 2360323 w 4511699"/>
              <a:gd name="connsiteY6" fmla="*/ 1301452 h 1439517"/>
              <a:gd name="connsiteX7" fmla="*/ 2511104 w 4511699"/>
              <a:gd name="connsiteY7" fmla="*/ 1064470 h 1439517"/>
              <a:gd name="connsiteX8" fmla="*/ 2719984 w 4511699"/>
              <a:gd name="connsiteY8" fmla="*/ 882159 h 1439517"/>
              <a:gd name="connsiteX9" fmla="*/ 2924965 w 4511699"/>
              <a:gd name="connsiteY9" fmla="*/ 521068 h 1439517"/>
              <a:gd name="connsiteX10" fmla="*/ 3271866 w 4511699"/>
              <a:gd name="connsiteY10" fmla="*/ 489922 h 1439517"/>
              <a:gd name="connsiteX11" fmla="*/ 3496104 w 4511699"/>
              <a:gd name="connsiteY11" fmla="*/ 694995 h 1439517"/>
              <a:gd name="connsiteX12" fmla="*/ 4136076 w 4511699"/>
              <a:gd name="connsiteY12" fmla="*/ 605386 h 1439517"/>
              <a:gd name="connsiteX13" fmla="*/ 4511699 w 4511699"/>
              <a:gd name="connsiteY13" fmla="*/ 705171 h 1439517"/>
              <a:gd name="connsiteX0" fmla="*/ 0 w 4653702"/>
              <a:gd name="connsiteY0" fmla="*/ 0 h 1439517"/>
              <a:gd name="connsiteX1" fmla="*/ 177481 w 4653702"/>
              <a:gd name="connsiteY1" fmla="*/ 377080 h 1439517"/>
              <a:gd name="connsiteX2" fmla="*/ 548334 w 4653702"/>
              <a:gd name="connsiteY2" fmla="*/ 691144 h 1439517"/>
              <a:gd name="connsiteX3" fmla="*/ 1332930 w 4653702"/>
              <a:gd name="connsiteY3" fmla="*/ 933297 h 1439517"/>
              <a:gd name="connsiteX4" fmla="*/ 1714243 w 4653702"/>
              <a:gd name="connsiteY4" fmla="*/ 1246397 h 1439517"/>
              <a:gd name="connsiteX5" fmla="*/ 2089731 w 4653702"/>
              <a:gd name="connsiteY5" fmla="*/ 1438090 h 1439517"/>
              <a:gd name="connsiteX6" fmla="*/ 2360323 w 4653702"/>
              <a:gd name="connsiteY6" fmla="*/ 1301452 h 1439517"/>
              <a:gd name="connsiteX7" fmla="*/ 2511104 w 4653702"/>
              <a:gd name="connsiteY7" fmla="*/ 1064470 h 1439517"/>
              <a:gd name="connsiteX8" fmla="*/ 2719984 w 4653702"/>
              <a:gd name="connsiteY8" fmla="*/ 882159 h 1439517"/>
              <a:gd name="connsiteX9" fmla="*/ 2924965 w 4653702"/>
              <a:gd name="connsiteY9" fmla="*/ 521068 h 1439517"/>
              <a:gd name="connsiteX10" fmla="*/ 3271866 w 4653702"/>
              <a:gd name="connsiteY10" fmla="*/ 489922 h 1439517"/>
              <a:gd name="connsiteX11" fmla="*/ 3496104 w 4653702"/>
              <a:gd name="connsiteY11" fmla="*/ 694995 h 1439517"/>
              <a:gd name="connsiteX12" fmla="*/ 4136076 w 4653702"/>
              <a:gd name="connsiteY12" fmla="*/ 605386 h 1439517"/>
              <a:gd name="connsiteX13" fmla="*/ 4653702 w 4653702"/>
              <a:gd name="connsiteY13" fmla="*/ 726235 h 1439517"/>
              <a:gd name="connsiteX0" fmla="*/ 1 w 4824389"/>
              <a:gd name="connsiteY0" fmla="*/ 0 h 1402430"/>
              <a:gd name="connsiteX1" fmla="*/ 348168 w 4824389"/>
              <a:gd name="connsiteY1" fmla="*/ 339993 h 1402430"/>
              <a:gd name="connsiteX2" fmla="*/ 719021 w 4824389"/>
              <a:gd name="connsiteY2" fmla="*/ 654057 h 1402430"/>
              <a:gd name="connsiteX3" fmla="*/ 1503617 w 4824389"/>
              <a:gd name="connsiteY3" fmla="*/ 896210 h 1402430"/>
              <a:gd name="connsiteX4" fmla="*/ 1884930 w 4824389"/>
              <a:gd name="connsiteY4" fmla="*/ 1209310 h 1402430"/>
              <a:gd name="connsiteX5" fmla="*/ 2260418 w 4824389"/>
              <a:gd name="connsiteY5" fmla="*/ 1401003 h 1402430"/>
              <a:gd name="connsiteX6" fmla="*/ 2531010 w 4824389"/>
              <a:gd name="connsiteY6" fmla="*/ 1264365 h 1402430"/>
              <a:gd name="connsiteX7" fmla="*/ 2681791 w 4824389"/>
              <a:gd name="connsiteY7" fmla="*/ 1027383 h 1402430"/>
              <a:gd name="connsiteX8" fmla="*/ 2890671 w 4824389"/>
              <a:gd name="connsiteY8" fmla="*/ 845072 h 1402430"/>
              <a:gd name="connsiteX9" fmla="*/ 3095652 w 4824389"/>
              <a:gd name="connsiteY9" fmla="*/ 483981 h 1402430"/>
              <a:gd name="connsiteX10" fmla="*/ 3442553 w 4824389"/>
              <a:gd name="connsiteY10" fmla="*/ 452835 h 1402430"/>
              <a:gd name="connsiteX11" fmla="*/ 3666791 w 4824389"/>
              <a:gd name="connsiteY11" fmla="*/ 657908 h 1402430"/>
              <a:gd name="connsiteX12" fmla="*/ 4306763 w 4824389"/>
              <a:gd name="connsiteY12" fmla="*/ 568299 h 1402430"/>
              <a:gd name="connsiteX13" fmla="*/ 4824389 w 4824389"/>
              <a:gd name="connsiteY13" fmla="*/ 689148 h 1402430"/>
              <a:gd name="connsiteX0" fmla="*/ 0 w 6316287"/>
              <a:gd name="connsiteY0" fmla="*/ 0 h 1822722"/>
              <a:gd name="connsiteX1" fmla="*/ 348167 w 6316287"/>
              <a:gd name="connsiteY1" fmla="*/ 339993 h 1822722"/>
              <a:gd name="connsiteX2" fmla="*/ 719020 w 6316287"/>
              <a:gd name="connsiteY2" fmla="*/ 654057 h 1822722"/>
              <a:gd name="connsiteX3" fmla="*/ 1503616 w 6316287"/>
              <a:gd name="connsiteY3" fmla="*/ 896210 h 1822722"/>
              <a:gd name="connsiteX4" fmla="*/ 1884929 w 6316287"/>
              <a:gd name="connsiteY4" fmla="*/ 1209310 h 1822722"/>
              <a:gd name="connsiteX5" fmla="*/ 2260417 w 6316287"/>
              <a:gd name="connsiteY5" fmla="*/ 1401003 h 1822722"/>
              <a:gd name="connsiteX6" fmla="*/ 2531009 w 6316287"/>
              <a:gd name="connsiteY6" fmla="*/ 1264365 h 1822722"/>
              <a:gd name="connsiteX7" fmla="*/ 2681790 w 6316287"/>
              <a:gd name="connsiteY7" fmla="*/ 1027383 h 1822722"/>
              <a:gd name="connsiteX8" fmla="*/ 2890670 w 6316287"/>
              <a:gd name="connsiteY8" fmla="*/ 845072 h 1822722"/>
              <a:gd name="connsiteX9" fmla="*/ 3095651 w 6316287"/>
              <a:gd name="connsiteY9" fmla="*/ 483981 h 1822722"/>
              <a:gd name="connsiteX10" fmla="*/ 3442552 w 6316287"/>
              <a:gd name="connsiteY10" fmla="*/ 452835 h 1822722"/>
              <a:gd name="connsiteX11" fmla="*/ 3666790 w 6316287"/>
              <a:gd name="connsiteY11" fmla="*/ 657908 h 1822722"/>
              <a:gd name="connsiteX12" fmla="*/ 4306762 w 6316287"/>
              <a:gd name="connsiteY12" fmla="*/ 568299 h 1822722"/>
              <a:gd name="connsiteX13" fmla="*/ 6316287 w 6316287"/>
              <a:gd name="connsiteY13" fmla="*/ 1821477 h 1822722"/>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306762 w 6316287"/>
              <a:gd name="connsiteY12" fmla="*/ 568299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3666790 w 6316287"/>
              <a:gd name="connsiteY11" fmla="*/ 657908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442552 w 6316287"/>
              <a:gd name="connsiteY10" fmla="*/ 452835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5651 w 6316287"/>
              <a:gd name="connsiteY9" fmla="*/ 483981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107665 w 6316287"/>
              <a:gd name="connsiteY11" fmla="*/ 589177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6316287 w 6316287"/>
              <a:gd name="connsiteY14" fmla="*/ 1821477 h 1821477"/>
              <a:gd name="connsiteX0" fmla="*/ 0 w 6316287"/>
              <a:gd name="connsiteY0" fmla="*/ 0 h 1821477"/>
              <a:gd name="connsiteX1" fmla="*/ 348167 w 6316287"/>
              <a:gd name="connsiteY1" fmla="*/ 339993 h 1821477"/>
              <a:gd name="connsiteX2" fmla="*/ 719020 w 6316287"/>
              <a:gd name="connsiteY2" fmla="*/ 654057 h 1821477"/>
              <a:gd name="connsiteX3" fmla="*/ 1503616 w 6316287"/>
              <a:gd name="connsiteY3" fmla="*/ 896210 h 1821477"/>
              <a:gd name="connsiteX4" fmla="*/ 1884929 w 6316287"/>
              <a:gd name="connsiteY4" fmla="*/ 1209310 h 1821477"/>
              <a:gd name="connsiteX5" fmla="*/ 2260417 w 6316287"/>
              <a:gd name="connsiteY5" fmla="*/ 1401003 h 1821477"/>
              <a:gd name="connsiteX6" fmla="*/ 2531009 w 6316287"/>
              <a:gd name="connsiteY6" fmla="*/ 1264365 h 1821477"/>
              <a:gd name="connsiteX7" fmla="*/ 2681790 w 6316287"/>
              <a:gd name="connsiteY7" fmla="*/ 1027383 h 1821477"/>
              <a:gd name="connsiteX8" fmla="*/ 2890670 w 6316287"/>
              <a:gd name="connsiteY8" fmla="*/ 845072 h 1821477"/>
              <a:gd name="connsiteX9" fmla="*/ 3099662 w 6316287"/>
              <a:gd name="connsiteY9" fmla="*/ 642910 h 1821477"/>
              <a:gd name="connsiteX10" fmla="*/ 3589813 w 6316287"/>
              <a:gd name="connsiteY10" fmla="*/ 561257 h 1821477"/>
              <a:gd name="connsiteX11" fmla="*/ 4399049 w 6316287"/>
              <a:gd name="connsiteY11" fmla="*/ 681645 h 1821477"/>
              <a:gd name="connsiteX12" fmla="*/ 4685825 w 6316287"/>
              <a:gd name="connsiteY12" fmla="*/ 555782 h 1821477"/>
              <a:gd name="connsiteX13" fmla="*/ 5471577 w 6316287"/>
              <a:gd name="connsiteY13" fmla="*/ 951469 h 1821477"/>
              <a:gd name="connsiteX14" fmla="*/ 5918597 w 6316287"/>
              <a:gd name="connsiteY14" fmla="*/ 1484033 h 1821477"/>
              <a:gd name="connsiteX15" fmla="*/ 6316287 w 6316287"/>
              <a:gd name="connsiteY15" fmla="*/ 1821477 h 1821477"/>
              <a:gd name="connsiteX0" fmla="*/ 0 w 6712751"/>
              <a:gd name="connsiteY0" fmla="*/ 0 h 2140501"/>
              <a:gd name="connsiteX1" fmla="*/ 348167 w 6712751"/>
              <a:gd name="connsiteY1" fmla="*/ 339993 h 2140501"/>
              <a:gd name="connsiteX2" fmla="*/ 719020 w 6712751"/>
              <a:gd name="connsiteY2" fmla="*/ 654057 h 2140501"/>
              <a:gd name="connsiteX3" fmla="*/ 1503616 w 6712751"/>
              <a:gd name="connsiteY3" fmla="*/ 896210 h 2140501"/>
              <a:gd name="connsiteX4" fmla="*/ 1884929 w 6712751"/>
              <a:gd name="connsiteY4" fmla="*/ 1209310 h 2140501"/>
              <a:gd name="connsiteX5" fmla="*/ 2260417 w 6712751"/>
              <a:gd name="connsiteY5" fmla="*/ 1401003 h 2140501"/>
              <a:gd name="connsiteX6" fmla="*/ 2531009 w 6712751"/>
              <a:gd name="connsiteY6" fmla="*/ 1264365 h 2140501"/>
              <a:gd name="connsiteX7" fmla="*/ 2681790 w 6712751"/>
              <a:gd name="connsiteY7" fmla="*/ 1027383 h 2140501"/>
              <a:gd name="connsiteX8" fmla="*/ 2890670 w 6712751"/>
              <a:gd name="connsiteY8" fmla="*/ 845072 h 2140501"/>
              <a:gd name="connsiteX9" fmla="*/ 3099662 w 6712751"/>
              <a:gd name="connsiteY9" fmla="*/ 642910 h 2140501"/>
              <a:gd name="connsiteX10" fmla="*/ 3589813 w 6712751"/>
              <a:gd name="connsiteY10" fmla="*/ 561257 h 2140501"/>
              <a:gd name="connsiteX11" fmla="*/ 4399049 w 6712751"/>
              <a:gd name="connsiteY11" fmla="*/ 681645 h 2140501"/>
              <a:gd name="connsiteX12" fmla="*/ 4685825 w 6712751"/>
              <a:gd name="connsiteY12" fmla="*/ 555782 h 2140501"/>
              <a:gd name="connsiteX13" fmla="*/ 5471577 w 6712751"/>
              <a:gd name="connsiteY13" fmla="*/ 951469 h 2140501"/>
              <a:gd name="connsiteX14" fmla="*/ 5918597 w 6712751"/>
              <a:gd name="connsiteY14" fmla="*/ 1484033 h 2140501"/>
              <a:gd name="connsiteX15" fmla="*/ 6712750 w 6712751"/>
              <a:gd name="connsiteY15" fmla="*/ 2140501 h 2140501"/>
              <a:gd name="connsiteX0" fmla="*/ 0 w 6712750"/>
              <a:gd name="connsiteY0" fmla="*/ 0 h 2140501"/>
              <a:gd name="connsiteX1" fmla="*/ 348167 w 6712750"/>
              <a:gd name="connsiteY1" fmla="*/ 339993 h 2140501"/>
              <a:gd name="connsiteX2" fmla="*/ 719020 w 6712750"/>
              <a:gd name="connsiteY2" fmla="*/ 654057 h 2140501"/>
              <a:gd name="connsiteX3" fmla="*/ 1503616 w 6712750"/>
              <a:gd name="connsiteY3" fmla="*/ 896210 h 2140501"/>
              <a:gd name="connsiteX4" fmla="*/ 1884929 w 6712750"/>
              <a:gd name="connsiteY4" fmla="*/ 1209310 h 2140501"/>
              <a:gd name="connsiteX5" fmla="*/ 2260417 w 6712750"/>
              <a:gd name="connsiteY5" fmla="*/ 1401003 h 2140501"/>
              <a:gd name="connsiteX6" fmla="*/ 2531009 w 6712750"/>
              <a:gd name="connsiteY6" fmla="*/ 1264365 h 2140501"/>
              <a:gd name="connsiteX7" fmla="*/ 2681790 w 6712750"/>
              <a:gd name="connsiteY7" fmla="*/ 1027383 h 2140501"/>
              <a:gd name="connsiteX8" fmla="*/ 2890670 w 6712750"/>
              <a:gd name="connsiteY8" fmla="*/ 845072 h 2140501"/>
              <a:gd name="connsiteX9" fmla="*/ 3099662 w 6712750"/>
              <a:gd name="connsiteY9" fmla="*/ 642910 h 2140501"/>
              <a:gd name="connsiteX10" fmla="*/ 3589813 w 6712750"/>
              <a:gd name="connsiteY10" fmla="*/ 561257 h 2140501"/>
              <a:gd name="connsiteX11" fmla="*/ 4399049 w 6712750"/>
              <a:gd name="connsiteY11" fmla="*/ 681645 h 2140501"/>
              <a:gd name="connsiteX12" fmla="*/ 4685825 w 6712750"/>
              <a:gd name="connsiteY12" fmla="*/ 555782 h 2140501"/>
              <a:gd name="connsiteX13" fmla="*/ 5471577 w 6712750"/>
              <a:gd name="connsiteY13" fmla="*/ 951469 h 2140501"/>
              <a:gd name="connsiteX14" fmla="*/ 5918597 w 6712750"/>
              <a:gd name="connsiteY14" fmla="*/ 1484033 h 2140501"/>
              <a:gd name="connsiteX15" fmla="*/ 6117286 w 6712750"/>
              <a:gd name="connsiteY15" fmla="*/ 1840544 h 2140501"/>
              <a:gd name="connsiteX16" fmla="*/ 6712750 w 6712750"/>
              <a:gd name="connsiteY16" fmla="*/ 2140501 h 2140501"/>
              <a:gd name="connsiteX0" fmla="*/ 0 w 6712750"/>
              <a:gd name="connsiteY0" fmla="*/ 0 h 2140501"/>
              <a:gd name="connsiteX1" fmla="*/ 171239 w 6712750"/>
              <a:gd name="connsiteY1" fmla="*/ 68512 h 2140501"/>
              <a:gd name="connsiteX2" fmla="*/ 348167 w 6712750"/>
              <a:gd name="connsiteY2" fmla="*/ 339993 h 2140501"/>
              <a:gd name="connsiteX3" fmla="*/ 719020 w 6712750"/>
              <a:gd name="connsiteY3" fmla="*/ 654057 h 2140501"/>
              <a:gd name="connsiteX4" fmla="*/ 1503616 w 6712750"/>
              <a:gd name="connsiteY4" fmla="*/ 896210 h 2140501"/>
              <a:gd name="connsiteX5" fmla="*/ 1884929 w 6712750"/>
              <a:gd name="connsiteY5" fmla="*/ 1209310 h 2140501"/>
              <a:gd name="connsiteX6" fmla="*/ 2260417 w 6712750"/>
              <a:gd name="connsiteY6" fmla="*/ 1401003 h 2140501"/>
              <a:gd name="connsiteX7" fmla="*/ 2531009 w 6712750"/>
              <a:gd name="connsiteY7" fmla="*/ 1264365 h 2140501"/>
              <a:gd name="connsiteX8" fmla="*/ 2681790 w 6712750"/>
              <a:gd name="connsiteY8" fmla="*/ 1027383 h 2140501"/>
              <a:gd name="connsiteX9" fmla="*/ 2890670 w 6712750"/>
              <a:gd name="connsiteY9" fmla="*/ 845072 h 2140501"/>
              <a:gd name="connsiteX10" fmla="*/ 3099662 w 6712750"/>
              <a:gd name="connsiteY10" fmla="*/ 642910 h 2140501"/>
              <a:gd name="connsiteX11" fmla="*/ 3589813 w 6712750"/>
              <a:gd name="connsiteY11" fmla="*/ 561257 h 2140501"/>
              <a:gd name="connsiteX12" fmla="*/ 4399049 w 6712750"/>
              <a:gd name="connsiteY12" fmla="*/ 681645 h 2140501"/>
              <a:gd name="connsiteX13" fmla="*/ 4685825 w 6712750"/>
              <a:gd name="connsiteY13" fmla="*/ 555782 h 2140501"/>
              <a:gd name="connsiteX14" fmla="*/ 5471577 w 6712750"/>
              <a:gd name="connsiteY14" fmla="*/ 951469 h 2140501"/>
              <a:gd name="connsiteX15" fmla="*/ 5918597 w 6712750"/>
              <a:gd name="connsiteY15" fmla="*/ 1484033 h 2140501"/>
              <a:gd name="connsiteX16" fmla="*/ 6117286 w 6712750"/>
              <a:gd name="connsiteY16" fmla="*/ 1840544 h 2140501"/>
              <a:gd name="connsiteX17" fmla="*/ 6712750 w 6712750"/>
              <a:gd name="connsiteY17" fmla="*/ 2140501 h 2140501"/>
              <a:gd name="connsiteX0" fmla="*/ 0 w 6664543"/>
              <a:gd name="connsiteY0" fmla="*/ 0 h 2143677"/>
              <a:gd name="connsiteX1" fmla="*/ 123032 w 6664543"/>
              <a:gd name="connsiteY1" fmla="*/ 71688 h 2143677"/>
              <a:gd name="connsiteX2" fmla="*/ 299960 w 6664543"/>
              <a:gd name="connsiteY2" fmla="*/ 343169 h 2143677"/>
              <a:gd name="connsiteX3" fmla="*/ 670813 w 6664543"/>
              <a:gd name="connsiteY3" fmla="*/ 657233 h 2143677"/>
              <a:gd name="connsiteX4" fmla="*/ 1455409 w 6664543"/>
              <a:gd name="connsiteY4" fmla="*/ 899386 h 2143677"/>
              <a:gd name="connsiteX5" fmla="*/ 1836722 w 6664543"/>
              <a:gd name="connsiteY5" fmla="*/ 1212486 h 2143677"/>
              <a:gd name="connsiteX6" fmla="*/ 2212210 w 6664543"/>
              <a:gd name="connsiteY6" fmla="*/ 1404179 h 2143677"/>
              <a:gd name="connsiteX7" fmla="*/ 2482802 w 6664543"/>
              <a:gd name="connsiteY7" fmla="*/ 1267541 h 2143677"/>
              <a:gd name="connsiteX8" fmla="*/ 2633583 w 6664543"/>
              <a:gd name="connsiteY8" fmla="*/ 1030559 h 2143677"/>
              <a:gd name="connsiteX9" fmla="*/ 2842463 w 6664543"/>
              <a:gd name="connsiteY9" fmla="*/ 848248 h 2143677"/>
              <a:gd name="connsiteX10" fmla="*/ 3051455 w 6664543"/>
              <a:gd name="connsiteY10" fmla="*/ 646086 h 2143677"/>
              <a:gd name="connsiteX11" fmla="*/ 3541606 w 6664543"/>
              <a:gd name="connsiteY11" fmla="*/ 564433 h 2143677"/>
              <a:gd name="connsiteX12" fmla="*/ 4350842 w 6664543"/>
              <a:gd name="connsiteY12" fmla="*/ 684821 h 2143677"/>
              <a:gd name="connsiteX13" fmla="*/ 4637618 w 6664543"/>
              <a:gd name="connsiteY13" fmla="*/ 558958 h 2143677"/>
              <a:gd name="connsiteX14" fmla="*/ 5423370 w 6664543"/>
              <a:gd name="connsiteY14" fmla="*/ 954645 h 2143677"/>
              <a:gd name="connsiteX15" fmla="*/ 5870390 w 6664543"/>
              <a:gd name="connsiteY15" fmla="*/ 1487209 h 2143677"/>
              <a:gd name="connsiteX16" fmla="*/ 6069079 w 6664543"/>
              <a:gd name="connsiteY16" fmla="*/ 1843720 h 2143677"/>
              <a:gd name="connsiteX17" fmla="*/ 6664543 w 6664543"/>
              <a:gd name="connsiteY17" fmla="*/ 2143677 h 2143677"/>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069079 w 7149782"/>
              <a:gd name="connsiteY16" fmla="*/ 1843720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637618 w 7149782"/>
              <a:gd name="connsiteY13" fmla="*/ 55895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212210 w 7149782"/>
              <a:gd name="connsiteY6" fmla="*/ 1404179 h 2136503"/>
              <a:gd name="connsiteX7" fmla="*/ 2482802 w 7149782"/>
              <a:gd name="connsiteY7" fmla="*/ 1267541 h 2136503"/>
              <a:gd name="connsiteX8" fmla="*/ 2633583 w 7149782"/>
              <a:gd name="connsiteY8" fmla="*/ 1030559 h 2136503"/>
              <a:gd name="connsiteX9" fmla="*/ 2842463 w 7149782"/>
              <a:gd name="connsiteY9" fmla="*/ 848248 h 2136503"/>
              <a:gd name="connsiteX10" fmla="*/ 3051455 w 7149782"/>
              <a:gd name="connsiteY10" fmla="*/ 646086 h 2136503"/>
              <a:gd name="connsiteX11" fmla="*/ 3541606 w 7149782"/>
              <a:gd name="connsiteY11" fmla="*/ 564433 h 2136503"/>
              <a:gd name="connsiteX12" fmla="*/ 4350842 w 7149782"/>
              <a:gd name="connsiteY12" fmla="*/ 684821 h 2136503"/>
              <a:gd name="connsiteX13" fmla="*/ 4943026 w 7149782"/>
              <a:gd name="connsiteY13" fmla="*/ 670228 h 2136503"/>
              <a:gd name="connsiteX14" fmla="*/ 5423370 w 7149782"/>
              <a:gd name="connsiteY14" fmla="*/ 954645 h 2136503"/>
              <a:gd name="connsiteX15" fmla="*/ 5870390 w 7149782"/>
              <a:gd name="connsiteY15" fmla="*/ 1487209 h 2136503"/>
              <a:gd name="connsiteX16" fmla="*/ 6358962 w 7149782"/>
              <a:gd name="connsiteY16" fmla="*/ 1839435 h 2136503"/>
              <a:gd name="connsiteX17" fmla="*/ 7149782 w 7149782"/>
              <a:gd name="connsiteY17"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482802 w 7149782"/>
              <a:gd name="connsiteY6" fmla="*/ 1267541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836722 w 7149782"/>
              <a:gd name="connsiteY5" fmla="*/ 1212486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870390 w 7149782"/>
              <a:gd name="connsiteY14" fmla="*/ 1487209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49733 w 7149782"/>
              <a:gd name="connsiteY6" fmla="*/ 1240562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17186 w 7149782"/>
              <a:gd name="connsiteY5" fmla="*/ 1153404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149782"/>
              <a:gd name="connsiteY0" fmla="*/ 0 h 2136503"/>
              <a:gd name="connsiteX1" fmla="*/ 123032 w 7149782"/>
              <a:gd name="connsiteY1" fmla="*/ 71688 h 2136503"/>
              <a:gd name="connsiteX2" fmla="*/ 299960 w 7149782"/>
              <a:gd name="connsiteY2" fmla="*/ 343169 h 2136503"/>
              <a:gd name="connsiteX3" fmla="*/ 670813 w 7149782"/>
              <a:gd name="connsiteY3" fmla="*/ 657233 h 2136503"/>
              <a:gd name="connsiteX4" fmla="*/ 1455409 w 7149782"/>
              <a:gd name="connsiteY4" fmla="*/ 899386 h 2136503"/>
              <a:gd name="connsiteX5" fmla="*/ 1940689 w 7149782"/>
              <a:gd name="connsiteY5" fmla="*/ 1085516 h 2136503"/>
              <a:gd name="connsiteX6" fmla="*/ 2322214 w 7149782"/>
              <a:gd name="connsiteY6" fmla="*/ 1149306 h 2136503"/>
              <a:gd name="connsiteX7" fmla="*/ 2633583 w 7149782"/>
              <a:gd name="connsiteY7" fmla="*/ 1030559 h 2136503"/>
              <a:gd name="connsiteX8" fmla="*/ 2842463 w 7149782"/>
              <a:gd name="connsiteY8" fmla="*/ 848248 h 2136503"/>
              <a:gd name="connsiteX9" fmla="*/ 3051455 w 7149782"/>
              <a:gd name="connsiteY9" fmla="*/ 646086 h 2136503"/>
              <a:gd name="connsiteX10" fmla="*/ 3541606 w 7149782"/>
              <a:gd name="connsiteY10" fmla="*/ 564433 h 2136503"/>
              <a:gd name="connsiteX11" fmla="*/ 4350842 w 7149782"/>
              <a:gd name="connsiteY11" fmla="*/ 684821 h 2136503"/>
              <a:gd name="connsiteX12" fmla="*/ 4943026 w 7149782"/>
              <a:gd name="connsiteY12" fmla="*/ 670228 h 2136503"/>
              <a:gd name="connsiteX13" fmla="*/ 5423370 w 7149782"/>
              <a:gd name="connsiteY13" fmla="*/ 954645 h 2136503"/>
              <a:gd name="connsiteX14" fmla="*/ 5956667 w 7149782"/>
              <a:gd name="connsiteY14" fmla="*/ 1408745 h 2136503"/>
              <a:gd name="connsiteX15" fmla="*/ 6358962 w 7149782"/>
              <a:gd name="connsiteY15" fmla="*/ 1839435 h 2136503"/>
              <a:gd name="connsiteX16" fmla="*/ 7149782 w 7149782"/>
              <a:gd name="connsiteY16" fmla="*/ 2136503 h 2136503"/>
              <a:gd name="connsiteX0" fmla="*/ 0 w 7026750"/>
              <a:gd name="connsiteY0" fmla="*/ 0 h 2064815"/>
              <a:gd name="connsiteX1" fmla="*/ 176928 w 7026750"/>
              <a:gd name="connsiteY1" fmla="*/ 271481 h 2064815"/>
              <a:gd name="connsiteX2" fmla="*/ 547781 w 7026750"/>
              <a:gd name="connsiteY2" fmla="*/ 585545 h 2064815"/>
              <a:gd name="connsiteX3" fmla="*/ 1332377 w 7026750"/>
              <a:gd name="connsiteY3" fmla="*/ 827698 h 2064815"/>
              <a:gd name="connsiteX4" fmla="*/ 1817657 w 7026750"/>
              <a:gd name="connsiteY4" fmla="*/ 1013828 h 2064815"/>
              <a:gd name="connsiteX5" fmla="*/ 2199182 w 7026750"/>
              <a:gd name="connsiteY5" fmla="*/ 1077618 h 2064815"/>
              <a:gd name="connsiteX6" fmla="*/ 2510551 w 7026750"/>
              <a:gd name="connsiteY6" fmla="*/ 958871 h 2064815"/>
              <a:gd name="connsiteX7" fmla="*/ 2719431 w 7026750"/>
              <a:gd name="connsiteY7" fmla="*/ 776560 h 2064815"/>
              <a:gd name="connsiteX8" fmla="*/ 2928423 w 7026750"/>
              <a:gd name="connsiteY8" fmla="*/ 574398 h 2064815"/>
              <a:gd name="connsiteX9" fmla="*/ 3418574 w 7026750"/>
              <a:gd name="connsiteY9" fmla="*/ 492745 h 2064815"/>
              <a:gd name="connsiteX10" fmla="*/ 4227810 w 7026750"/>
              <a:gd name="connsiteY10" fmla="*/ 613133 h 2064815"/>
              <a:gd name="connsiteX11" fmla="*/ 4819994 w 7026750"/>
              <a:gd name="connsiteY11" fmla="*/ 598540 h 2064815"/>
              <a:gd name="connsiteX12" fmla="*/ 5300338 w 7026750"/>
              <a:gd name="connsiteY12" fmla="*/ 882957 h 2064815"/>
              <a:gd name="connsiteX13" fmla="*/ 5833635 w 7026750"/>
              <a:gd name="connsiteY13" fmla="*/ 1337057 h 2064815"/>
              <a:gd name="connsiteX14" fmla="*/ 6235930 w 7026750"/>
              <a:gd name="connsiteY14" fmla="*/ 1767747 h 2064815"/>
              <a:gd name="connsiteX15" fmla="*/ 7026750 w 7026750"/>
              <a:gd name="connsiteY15" fmla="*/ 2064815 h 2064815"/>
              <a:gd name="connsiteX0" fmla="*/ 0 w 6849822"/>
              <a:gd name="connsiteY0" fmla="*/ 0 h 1793334"/>
              <a:gd name="connsiteX1" fmla="*/ 370853 w 6849822"/>
              <a:gd name="connsiteY1" fmla="*/ 314064 h 1793334"/>
              <a:gd name="connsiteX2" fmla="*/ 1155449 w 6849822"/>
              <a:gd name="connsiteY2" fmla="*/ 556217 h 1793334"/>
              <a:gd name="connsiteX3" fmla="*/ 1640729 w 6849822"/>
              <a:gd name="connsiteY3" fmla="*/ 742347 h 1793334"/>
              <a:gd name="connsiteX4" fmla="*/ 2022254 w 6849822"/>
              <a:gd name="connsiteY4" fmla="*/ 806137 h 1793334"/>
              <a:gd name="connsiteX5" fmla="*/ 2333623 w 6849822"/>
              <a:gd name="connsiteY5" fmla="*/ 687390 h 1793334"/>
              <a:gd name="connsiteX6" fmla="*/ 2542503 w 6849822"/>
              <a:gd name="connsiteY6" fmla="*/ 505079 h 1793334"/>
              <a:gd name="connsiteX7" fmla="*/ 2751495 w 6849822"/>
              <a:gd name="connsiteY7" fmla="*/ 302917 h 1793334"/>
              <a:gd name="connsiteX8" fmla="*/ 3241646 w 6849822"/>
              <a:gd name="connsiteY8" fmla="*/ 221264 h 1793334"/>
              <a:gd name="connsiteX9" fmla="*/ 4050882 w 6849822"/>
              <a:gd name="connsiteY9" fmla="*/ 341652 h 1793334"/>
              <a:gd name="connsiteX10" fmla="*/ 4643066 w 6849822"/>
              <a:gd name="connsiteY10" fmla="*/ 327059 h 1793334"/>
              <a:gd name="connsiteX11" fmla="*/ 5123410 w 6849822"/>
              <a:gd name="connsiteY11" fmla="*/ 611476 h 1793334"/>
              <a:gd name="connsiteX12" fmla="*/ 5656707 w 6849822"/>
              <a:gd name="connsiteY12" fmla="*/ 1065576 h 1793334"/>
              <a:gd name="connsiteX13" fmla="*/ 6059002 w 6849822"/>
              <a:gd name="connsiteY13" fmla="*/ 1496266 h 1793334"/>
              <a:gd name="connsiteX14" fmla="*/ 6849822 w 6849822"/>
              <a:gd name="connsiteY14" fmla="*/ 1793334 h 1793334"/>
              <a:gd name="connsiteX0" fmla="*/ 0 w 6478969"/>
              <a:gd name="connsiteY0" fmla="*/ 93476 h 1572746"/>
              <a:gd name="connsiteX1" fmla="*/ 784596 w 6478969"/>
              <a:gd name="connsiteY1" fmla="*/ 335629 h 1572746"/>
              <a:gd name="connsiteX2" fmla="*/ 1269876 w 6478969"/>
              <a:gd name="connsiteY2" fmla="*/ 521759 h 1572746"/>
              <a:gd name="connsiteX3" fmla="*/ 1651401 w 6478969"/>
              <a:gd name="connsiteY3" fmla="*/ 585549 h 1572746"/>
              <a:gd name="connsiteX4" fmla="*/ 1962770 w 6478969"/>
              <a:gd name="connsiteY4" fmla="*/ 466802 h 1572746"/>
              <a:gd name="connsiteX5" fmla="*/ 2171650 w 6478969"/>
              <a:gd name="connsiteY5" fmla="*/ 284491 h 1572746"/>
              <a:gd name="connsiteX6" fmla="*/ 2380642 w 6478969"/>
              <a:gd name="connsiteY6" fmla="*/ 82329 h 1572746"/>
              <a:gd name="connsiteX7" fmla="*/ 2870793 w 6478969"/>
              <a:gd name="connsiteY7" fmla="*/ 676 h 1572746"/>
              <a:gd name="connsiteX8" fmla="*/ 3680029 w 6478969"/>
              <a:gd name="connsiteY8" fmla="*/ 121064 h 1572746"/>
              <a:gd name="connsiteX9" fmla="*/ 4272213 w 6478969"/>
              <a:gd name="connsiteY9" fmla="*/ 106471 h 1572746"/>
              <a:gd name="connsiteX10" fmla="*/ 4752557 w 6478969"/>
              <a:gd name="connsiteY10" fmla="*/ 390888 h 1572746"/>
              <a:gd name="connsiteX11" fmla="*/ 5285854 w 6478969"/>
              <a:gd name="connsiteY11" fmla="*/ 844988 h 1572746"/>
              <a:gd name="connsiteX12" fmla="*/ 5688149 w 6478969"/>
              <a:gd name="connsiteY12" fmla="*/ 1275678 h 1572746"/>
              <a:gd name="connsiteX13" fmla="*/ 6478969 w 6478969"/>
              <a:gd name="connsiteY13" fmla="*/ 1572746 h 1572746"/>
              <a:gd name="connsiteX0" fmla="*/ 0 w 7190986"/>
              <a:gd name="connsiteY0" fmla="*/ 0 h 1961855"/>
              <a:gd name="connsiteX1" fmla="*/ 1496613 w 7190986"/>
              <a:gd name="connsiteY1" fmla="*/ 724738 h 1961855"/>
              <a:gd name="connsiteX2" fmla="*/ 1981893 w 7190986"/>
              <a:gd name="connsiteY2" fmla="*/ 910868 h 1961855"/>
              <a:gd name="connsiteX3" fmla="*/ 2363418 w 7190986"/>
              <a:gd name="connsiteY3" fmla="*/ 974658 h 1961855"/>
              <a:gd name="connsiteX4" fmla="*/ 2674787 w 7190986"/>
              <a:gd name="connsiteY4" fmla="*/ 855911 h 1961855"/>
              <a:gd name="connsiteX5" fmla="*/ 2883667 w 7190986"/>
              <a:gd name="connsiteY5" fmla="*/ 673600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496613 w 7190986"/>
              <a:gd name="connsiteY1" fmla="*/ 724738 h 1961855"/>
              <a:gd name="connsiteX2" fmla="*/ 1981893 w 7190986"/>
              <a:gd name="connsiteY2" fmla="*/ 910868 h 1961855"/>
              <a:gd name="connsiteX3" fmla="*/ 2363418 w 7190986"/>
              <a:gd name="connsiteY3" fmla="*/ 974658 h 1961855"/>
              <a:gd name="connsiteX4" fmla="*/ 2674787 w 7190986"/>
              <a:gd name="connsiteY4" fmla="*/ 855911 h 1961855"/>
              <a:gd name="connsiteX5" fmla="*/ 2883667 w 7190986"/>
              <a:gd name="connsiteY5" fmla="*/ 673600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285977 w 7190986"/>
              <a:gd name="connsiteY1" fmla="*/ 585939 h 1961855"/>
              <a:gd name="connsiteX2" fmla="*/ 1981893 w 7190986"/>
              <a:gd name="connsiteY2" fmla="*/ 910868 h 1961855"/>
              <a:gd name="connsiteX3" fmla="*/ 2363418 w 7190986"/>
              <a:gd name="connsiteY3" fmla="*/ 974658 h 1961855"/>
              <a:gd name="connsiteX4" fmla="*/ 2674787 w 7190986"/>
              <a:gd name="connsiteY4" fmla="*/ 855911 h 1961855"/>
              <a:gd name="connsiteX5" fmla="*/ 2883667 w 7190986"/>
              <a:gd name="connsiteY5" fmla="*/ 673600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285977 w 7190986"/>
              <a:gd name="connsiteY1" fmla="*/ 585939 h 1961855"/>
              <a:gd name="connsiteX2" fmla="*/ 1841150 w 7190986"/>
              <a:gd name="connsiteY2" fmla="*/ 881189 h 1961855"/>
              <a:gd name="connsiteX3" fmla="*/ 2363418 w 7190986"/>
              <a:gd name="connsiteY3" fmla="*/ 974658 h 1961855"/>
              <a:gd name="connsiteX4" fmla="*/ 2674787 w 7190986"/>
              <a:gd name="connsiteY4" fmla="*/ 855911 h 1961855"/>
              <a:gd name="connsiteX5" fmla="*/ 2883667 w 7190986"/>
              <a:gd name="connsiteY5" fmla="*/ 673600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308510 w 7190986"/>
              <a:gd name="connsiteY1" fmla="*/ 547853 h 1961855"/>
              <a:gd name="connsiteX2" fmla="*/ 1841150 w 7190986"/>
              <a:gd name="connsiteY2" fmla="*/ 881189 h 1961855"/>
              <a:gd name="connsiteX3" fmla="*/ 2363418 w 7190986"/>
              <a:gd name="connsiteY3" fmla="*/ 974658 h 1961855"/>
              <a:gd name="connsiteX4" fmla="*/ 2674787 w 7190986"/>
              <a:gd name="connsiteY4" fmla="*/ 855911 h 1961855"/>
              <a:gd name="connsiteX5" fmla="*/ 2883667 w 7190986"/>
              <a:gd name="connsiteY5" fmla="*/ 673600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308510 w 7190986"/>
              <a:gd name="connsiteY1" fmla="*/ 547853 h 1961855"/>
              <a:gd name="connsiteX2" fmla="*/ 1841150 w 7190986"/>
              <a:gd name="connsiteY2" fmla="*/ 881189 h 1961855"/>
              <a:gd name="connsiteX3" fmla="*/ 2363418 w 7190986"/>
              <a:gd name="connsiteY3" fmla="*/ 974658 h 1961855"/>
              <a:gd name="connsiteX4" fmla="*/ 2674787 w 7190986"/>
              <a:gd name="connsiteY4" fmla="*/ 855911 h 1961855"/>
              <a:gd name="connsiteX5" fmla="*/ 2811612 w 7190986"/>
              <a:gd name="connsiteY5" fmla="*/ 659775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464574 w 7190986"/>
              <a:gd name="connsiteY10" fmla="*/ 779997 h 1961855"/>
              <a:gd name="connsiteX11" fmla="*/ 5997871 w 7190986"/>
              <a:gd name="connsiteY11" fmla="*/ 1234097 h 1961855"/>
              <a:gd name="connsiteX12" fmla="*/ 6400166 w 7190986"/>
              <a:gd name="connsiteY12" fmla="*/ 1664787 h 1961855"/>
              <a:gd name="connsiteX13" fmla="*/ 7190986 w 7190986"/>
              <a:gd name="connsiteY13" fmla="*/ 1961855 h 1961855"/>
              <a:gd name="connsiteX0" fmla="*/ 0 w 7190986"/>
              <a:gd name="connsiteY0" fmla="*/ 0 h 1961855"/>
              <a:gd name="connsiteX1" fmla="*/ 1308510 w 7190986"/>
              <a:gd name="connsiteY1" fmla="*/ 547853 h 1961855"/>
              <a:gd name="connsiteX2" fmla="*/ 1841150 w 7190986"/>
              <a:gd name="connsiteY2" fmla="*/ 881189 h 1961855"/>
              <a:gd name="connsiteX3" fmla="*/ 2363418 w 7190986"/>
              <a:gd name="connsiteY3" fmla="*/ 974658 h 1961855"/>
              <a:gd name="connsiteX4" fmla="*/ 2674787 w 7190986"/>
              <a:gd name="connsiteY4" fmla="*/ 855911 h 1961855"/>
              <a:gd name="connsiteX5" fmla="*/ 2811612 w 7190986"/>
              <a:gd name="connsiteY5" fmla="*/ 659775 h 1961855"/>
              <a:gd name="connsiteX6" fmla="*/ 3092659 w 7190986"/>
              <a:gd name="connsiteY6" fmla="*/ 471438 h 1961855"/>
              <a:gd name="connsiteX7" fmla="*/ 3582810 w 7190986"/>
              <a:gd name="connsiteY7" fmla="*/ 389785 h 1961855"/>
              <a:gd name="connsiteX8" fmla="*/ 4392046 w 7190986"/>
              <a:gd name="connsiteY8" fmla="*/ 510173 h 1961855"/>
              <a:gd name="connsiteX9" fmla="*/ 4984230 w 7190986"/>
              <a:gd name="connsiteY9" fmla="*/ 495580 h 1961855"/>
              <a:gd name="connsiteX10" fmla="*/ 5383461 w 7190986"/>
              <a:gd name="connsiteY10" fmla="*/ 796148 h 1961855"/>
              <a:gd name="connsiteX11" fmla="*/ 5997871 w 7190986"/>
              <a:gd name="connsiteY11" fmla="*/ 1234097 h 1961855"/>
              <a:gd name="connsiteX12" fmla="*/ 6400166 w 7190986"/>
              <a:gd name="connsiteY12" fmla="*/ 1664787 h 1961855"/>
              <a:gd name="connsiteX13" fmla="*/ 7190986 w 7190986"/>
              <a:gd name="connsiteY13" fmla="*/ 1961855 h 196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90986" h="1961855">
                <a:moveTo>
                  <a:pt x="0" y="0"/>
                </a:moveTo>
                <a:cubicBezTo>
                  <a:pt x="363661" y="114576"/>
                  <a:pt x="1001652" y="400988"/>
                  <a:pt x="1308510" y="547853"/>
                </a:cubicBezTo>
                <a:cubicBezTo>
                  <a:pt x="1615368" y="694718"/>
                  <a:pt x="1665332" y="810055"/>
                  <a:pt x="1841150" y="881189"/>
                </a:cubicBezTo>
                <a:cubicBezTo>
                  <a:pt x="2016968" y="952323"/>
                  <a:pt x="2224479" y="978871"/>
                  <a:pt x="2363418" y="974658"/>
                </a:cubicBezTo>
                <a:cubicBezTo>
                  <a:pt x="2502357" y="970445"/>
                  <a:pt x="2600088" y="908391"/>
                  <a:pt x="2674787" y="855911"/>
                </a:cubicBezTo>
                <a:cubicBezTo>
                  <a:pt x="2749486" y="803431"/>
                  <a:pt x="2741967" y="723854"/>
                  <a:pt x="2811612" y="659775"/>
                </a:cubicBezTo>
                <a:cubicBezTo>
                  <a:pt x="2881257" y="595696"/>
                  <a:pt x="2964126" y="516436"/>
                  <a:pt x="3092659" y="471438"/>
                </a:cubicBezTo>
                <a:cubicBezTo>
                  <a:pt x="3221192" y="426440"/>
                  <a:pt x="3366246" y="383329"/>
                  <a:pt x="3582810" y="389785"/>
                </a:cubicBezTo>
                <a:cubicBezTo>
                  <a:pt x="3799374" y="396241"/>
                  <a:pt x="4158476" y="492541"/>
                  <a:pt x="4392046" y="510173"/>
                </a:cubicBezTo>
                <a:cubicBezTo>
                  <a:pt x="4625616" y="527805"/>
                  <a:pt x="4818994" y="447918"/>
                  <a:pt x="4984230" y="495580"/>
                </a:cubicBezTo>
                <a:cubicBezTo>
                  <a:pt x="5149466" y="543242"/>
                  <a:pt x="5159940" y="641707"/>
                  <a:pt x="5383461" y="796148"/>
                </a:cubicBezTo>
                <a:cubicBezTo>
                  <a:pt x="5606982" y="950589"/>
                  <a:pt x="5828420" y="1089324"/>
                  <a:pt x="5997871" y="1234097"/>
                </a:cubicBezTo>
                <a:cubicBezTo>
                  <a:pt x="6167322" y="1378870"/>
                  <a:pt x="6267807" y="1555376"/>
                  <a:pt x="6400166" y="1664787"/>
                </a:cubicBezTo>
                <a:cubicBezTo>
                  <a:pt x="6532525" y="1774198"/>
                  <a:pt x="7121869" y="1912569"/>
                  <a:pt x="7190986" y="1961855"/>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18" name="Freeform: Shape 17">
            <a:extLst>
              <a:ext uri="{FF2B5EF4-FFF2-40B4-BE49-F238E27FC236}">
                <a16:creationId xmlns:a16="http://schemas.microsoft.com/office/drawing/2014/main" id="{4E1D9FF1-5341-60A0-C11E-24E4ABA6A41B}"/>
              </a:ext>
            </a:extLst>
          </p:cNvPr>
          <p:cNvSpPr/>
          <p:nvPr userDrawn="1"/>
        </p:nvSpPr>
        <p:spPr>
          <a:xfrm rot="15476216" flipH="1">
            <a:off x="2284743" y="-990068"/>
            <a:ext cx="1246640" cy="2654070"/>
          </a:xfrm>
          <a:custGeom>
            <a:avLst/>
            <a:gdLst>
              <a:gd name="connsiteX0" fmla="*/ 190374 w 1383614"/>
              <a:gd name="connsiteY0" fmla="*/ 6514 h 2825426"/>
              <a:gd name="connsiteX1" fmla="*/ 25284 w 1383614"/>
              <a:gd name="connsiteY1" fmla="*/ 125592 h 2825426"/>
              <a:gd name="connsiteX2" fmla="*/ 1047 w 1383614"/>
              <a:gd name="connsiteY2" fmla="*/ 222271 h 2825426"/>
              <a:gd name="connsiteX3" fmla="*/ 0 w 1383614"/>
              <a:gd name="connsiteY3" fmla="*/ 235839 h 2825426"/>
              <a:gd name="connsiteX4" fmla="*/ 774798 w 1383614"/>
              <a:gd name="connsiteY4" fmla="*/ 2825426 h 2825426"/>
              <a:gd name="connsiteX5" fmla="*/ 785738 w 1383614"/>
              <a:gd name="connsiteY5" fmla="*/ 2808766 h 2825426"/>
              <a:gd name="connsiteX6" fmla="*/ 1111632 w 1383614"/>
              <a:gd name="connsiteY6" fmla="*/ 2240225 h 2825426"/>
              <a:gd name="connsiteX7" fmla="*/ 1162743 w 1383614"/>
              <a:gd name="connsiteY7" fmla="*/ 1942743 h 2825426"/>
              <a:gd name="connsiteX8" fmla="*/ 1144796 w 1383614"/>
              <a:gd name="connsiteY8" fmla="*/ 1708779 h 2825426"/>
              <a:gd name="connsiteX9" fmla="*/ 1383477 w 1383614"/>
              <a:gd name="connsiteY9" fmla="*/ 1434656 h 2825426"/>
              <a:gd name="connsiteX10" fmla="*/ 1220077 w 1383614"/>
              <a:gd name="connsiteY10" fmla="*/ 930471 h 2825426"/>
              <a:gd name="connsiteX11" fmla="*/ 1290018 w 1383614"/>
              <a:gd name="connsiteY11" fmla="*/ 580651 h 2825426"/>
              <a:gd name="connsiteX12" fmla="*/ 1110362 w 1383614"/>
              <a:gd name="connsiteY12" fmla="*/ 287906 h 2825426"/>
              <a:gd name="connsiteX13" fmla="*/ 819707 w 1383614"/>
              <a:gd name="connsiteY13" fmla="*/ 274579 h 2825426"/>
              <a:gd name="connsiteX14" fmla="*/ 591601 w 1383614"/>
              <a:gd name="connsiteY14" fmla="*/ 217648 h 2825426"/>
              <a:gd name="connsiteX15" fmla="*/ 260123 w 1383614"/>
              <a:gd name="connsiteY15" fmla="*/ 1910 h 2825426"/>
              <a:gd name="connsiteX16" fmla="*/ 190374 w 1383614"/>
              <a:gd name="connsiteY16" fmla="*/ 6514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16" fmla="*/ 91440 w 1383614"/>
              <a:gd name="connsiteY16" fmla="*/ 327279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15" fmla="*/ 1047 w 1383614"/>
              <a:gd name="connsiteY15" fmla="*/ 222271 h 2825426"/>
              <a:gd name="connsiteX0" fmla="*/ 0 w 1383614"/>
              <a:gd name="connsiteY0" fmla="*/ 235839 h 2825426"/>
              <a:gd name="connsiteX1" fmla="*/ 774798 w 1383614"/>
              <a:gd name="connsiteY1" fmla="*/ 2825426 h 2825426"/>
              <a:gd name="connsiteX2" fmla="*/ 785738 w 1383614"/>
              <a:gd name="connsiteY2" fmla="*/ 2808766 h 2825426"/>
              <a:gd name="connsiteX3" fmla="*/ 1111632 w 1383614"/>
              <a:gd name="connsiteY3" fmla="*/ 2240225 h 2825426"/>
              <a:gd name="connsiteX4" fmla="*/ 1162743 w 1383614"/>
              <a:gd name="connsiteY4" fmla="*/ 1942743 h 2825426"/>
              <a:gd name="connsiteX5" fmla="*/ 1144796 w 1383614"/>
              <a:gd name="connsiteY5" fmla="*/ 1708779 h 2825426"/>
              <a:gd name="connsiteX6" fmla="*/ 1383477 w 1383614"/>
              <a:gd name="connsiteY6" fmla="*/ 1434656 h 2825426"/>
              <a:gd name="connsiteX7" fmla="*/ 1220077 w 1383614"/>
              <a:gd name="connsiteY7" fmla="*/ 930471 h 2825426"/>
              <a:gd name="connsiteX8" fmla="*/ 1290018 w 1383614"/>
              <a:gd name="connsiteY8" fmla="*/ 580651 h 2825426"/>
              <a:gd name="connsiteX9" fmla="*/ 1110362 w 1383614"/>
              <a:gd name="connsiteY9" fmla="*/ 287906 h 2825426"/>
              <a:gd name="connsiteX10" fmla="*/ 819707 w 1383614"/>
              <a:gd name="connsiteY10" fmla="*/ 274579 h 2825426"/>
              <a:gd name="connsiteX11" fmla="*/ 591601 w 1383614"/>
              <a:gd name="connsiteY11" fmla="*/ 217648 h 2825426"/>
              <a:gd name="connsiteX12" fmla="*/ 260123 w 1383614"/>
              <a:gd name="connsiteY12" fmla="*/ 1910 h 2825426"/>
              <a:gd name="connsiteX13" fmla="*/ 190374 w 1383614"/>
              <a:gd name="connsiteY13" fmla="*/ 6514 h 2825426"/>
              <a:gd name="connsiteX14" fmla="*/ 25284 w 1383614"/>
              <a:gd name="connsiteY14" fmla="*/ 125592 h 2825426"/>
              <a:gd name="connsiteX0" fmla="*/ 749514 w 1358330"/>
              <a:gd name="connsiteY0" fmla="*/ 2825426 h 2825426"/>
              <a:gd name="connsiteX1" fmla="*/ 760454 w 1358330"/>
              <a:gd name="connsiteY1" fmla="*/ 2808766 h 2825426"/>
              <a:gd name="connsiteX2" fmla="*/ 1086348 w 1358330"/>
              <a:gd name="connsiteY2" fmla="*/ 2240225 h 2825426"/>
              <a:gd name="connsiteX3" fmla="*/ 1137459 w 1358330"/>
              <a:gd name="connsiteY3" fmla="*/ 1942743 h 2825426"/>
              <a:gd name="connsiteX4" fmla="*/ 1119512 w 1358330"/>
              <a:gd name="connsiteY4" fmla="*/ 1708779 h 2825426"/>
              <a:gd name="connsiteX5" fmla="*/ 1358193 w 1358330"/>
              <a:gd name="connsiteY5" fmla="*/ 1434656 h 2825426"/>
              <a:gd name="connsiteX6" fmla="*/ 1194793 w 1358330"/>
              <a:gd name="connsiteY6" fmla="*/ 930471 h 2825426"/>
              <a:gd name="connsiteX7" fmla="*/ 1264734 w 1358330"/>
              <a:gd name="connsiteY7" fmla="*/ 580651 h 2825426"/>
              <a:gd name="connsiteX8" fmla="*/ 1085078 w 1358330"/>
              <a:gd name="connsiteY8" fmla="*/ 287906 h 2825426"/>
              <a:gd name="connsiteX9" fmla="*/ 794423 w 1358330"/>
              <a:gd name="connsiteY9" fmla="*/ 274579 h 2825426"/>
              <a:gd name="connsiteX10" fmla="*/ 566317 w 1358330"/>
              <a:gd name="connsiteY10" fmla="*/ 217648 h 2825426"/>
              <a:gd name="connsiteX11" fmla="*/ 234839 w 1358330"/>
              <a:gd name="connsiteY11" fmla="*/ 1910 h 2825426"/>
              <a:gd name="connsiteX12" fmla="*/ 165090 w 1358330"/>
              <a:gd name="connsiteY12" fmla="*/ 6514 h 2825426"/>
              <a:gd name="connsiteX13" fmla="*/ 0 w 1358330"/>
              <a:gd name="connsiteY13" fmla="*/ 125592 h 2825426"/>
              <a:gd name="connsiteX0" fmla="*/ 833727 w 1442543"/>
              <a:gd name="connsiteY0" fmla="*/ 2851568 h 2851568"/>
              <a:gd name="connsiteX1" fmla="*/ 844667 w 1442543"/>
              <a:gd name="connsiteY1" fmla="*/ 2834908 h 2851568"/>
              <a:gd name="connsiteX2" fmla="*/ 1170561 w 1442543"/>
              <a:gd name="connsiteY2" fmla="*/ 2266367 h 2851568"/>
              <a:gd name="connsiteX3" fmla="*/ 1221672 w 1442543"/>
              <a:gd name="connsiteY3" fmla="*/ 1968885 h 2851568"/>
              <a:gd name="connsiteX4" fmla="*/ 1203725 w 1442543"/>
              <a:gd name="connsiteY4" fmla="*/ 1734921 h 2851568"/>
              <a:gd name="connsiteX5" fmla="*/ 1442406 w 1442543"/>
              <a:gd name="connsiteY5" fmla="*/ 1460798 h 2851568"/>
              <a:gd name="connsiteX6" fmla="*/ 1279006 w 1442543"/>
              <a:gd name="connsiteY6" fmla="*/ 956613 h 2851568"/>
              <a:gd name="connsiteX7" fmla="*/ 1348947 w 1442543"/>
              <a:gd name="connsiteY7" fmla="*/ 606793 h 2851568"/>
              <a:gd name="connsiteX8" fmla="*/ 1169291 w 1442543"/>
              <a:gd name="connsiteY8" fmla="*/ 314048 h 2851568"/>
              <a:gd name="connsiteX9" fmla="*/ 878636 w 1442543"/>
              <a:gd name="connsiteY9" fmla="*/ 300721 h 2851568"/>
              <a:gd name="connsiteX10" fmla="*/ 650530 w 1442543"/>
              <a:gd name="connsiteY10" fmla="*/ 243790 h 2851568"/>
              <a:gd name="connsiteX11" fmla="*/ 319052 w 1442543"/>
              <a:gd name="connsiteY11" fmla="*/ 28052 h 2851568"/>
              <a:gd name="connsiteX12" fmla="*/ 249303 w 1442543"/>
              <a:gd name="connsiteY12" fmla="*/ 32656 h 2851568"/>
              <a:gd name="connsiteX13" fmla="*/ 0 w 1442543"/>
              <a:gd name="connsiteY13" fmla="*/ 13107 h 2851568"/>
              <a:gd name="connsiteX0" fmla="*/ 833727 w 1451784"/>
              <a:gd name="connsiteY0" fmla="*/ 2851568 h 2851568"/>
              <a:gd name="connsiteX1" fmla="*/ 844667 w 1451784"/>
              <a:gd name="connsiteY1" fmla="*/ 2834908 h 2851568"/>
              <a:gd name="connsiteX2" fmla="*/ 1170561 w 1451784"/>
              <a:gd name="connsiteY2" fmla="*/ 2266367 h 2851568"/>
              <a:gd name="connsiteX3" fmla="*/ 1221672 w 1451784"/>
              <a:gd name="connsiteY3" fmla="*/ 1968885 h 2851568"/>
              <a:gd name="connsiteX4" fmla="*/ 1203725 w 1451784"/>
              <a:gd name="connsiteY4" fmla="*/ 1734921 h 2851568"/>
              <a:gd name="connsiteX5" fmla="*/ 1442406 w 1451784"/>
              <a:gd name="connsiteY5" fmla="*/ 1460798 h 2851568"/>
              <a:gd name="connsiteX6" fmla="*/ 1433177 w 1451784"/>
              <a:gd name="connsiteY6" fmla="*/ 1067187 h 2851568"/>
              <a:gd name="connsiteX7" fmla="*/ 1348947 w 1451784"/>
              <a:gd name="connsiteY7" fmla="*/ 606793 h 2851568"/>
              <a:gd name="connsiteX8" fmla="*/ 1169291 w 1451784"/>
              <a:gd name="connsiteY8" fmla="*/ 314048 h 2851568"/>
              <a:gd name="connsiteX9" fmla="*/ 878636 w 1451784"/>
              <a:gd name="connsiteY9" fmla="*/ 300721 h 2851568"/>
              <a:gd name="connsiteX10" fmla="*/ 650530 w 1451784"/>
              <a:gd name="connsiteY10" fmla="*/ 243790 h 2851568"/>
              <a:gd name="connsiteX11" fmla="*/ 319052 w 1451784"/>
              <a:gd name="connsiteY11" fmla="*/ 28052 h 2851568"/>
              <a:gd name="connsiteX12" fmla="*/ 249303 w 1451784"/>
              <a:gd name="connsiteY12" fmla="*/ 32656 h 2851568"/>
              <a:gd name="connsiteX13" fmla="*/ 0 w 1451784"/>
              <a:gd name="connsiteY13" fmla="*/ 13107 h 2851568"/>
              <a:gd name="connsiteX0" fmla="*/ 833727 w 1455848"/>
              <a:gd name="connsiteY0" fmla="*/ 2851568 h 2851568"/>
              <a:gd name="connsiteX1" fmla="*/ 844667 w 1455848"/>
              <a:gd name="connsiteY1" fmla="*/ 2834908 h 2851568"/>
              <a:gd name="connsiteX2" fmla="*/ 1170561 w 1455848"/>
              <a:gd name="connsiteY2" fmla="*/ 2266367 h 2851568"/>
              <a:gd name="connsiteX3" fmla="*/ 1221672 w 1455848"/>
              <a:gd name="connsiteY3" fmla="*/ 1968885 h 2851568"/>
              <a:gd name="connsiteX4" fmla="*/ 1203725 w 1455848"/>
              <a:gd name="connsiteY4" fmla="*/ 1734921 h 2851568"/>
              <a:gd name="connsiteX5" fmla="*/ 1442406 w 1455848"/>
              <a:gd name="connsiteY5" fmla="*/ 1460798 h 2851568"/>
              <a:gd name="connsiteX6" fmla="*/ 1433177 w 1455848"/>
              <a:gd name="connsiteY6" fmla="*/ 1067187 h 2851568"/>
              <a:gd name="connsiteX7" fmla="*/ 1385599 w 1455848"/>
              <a:gd name="connsiteY7" fmla="*/ 538844 h 2851568"/>
              <a:gd name="connsiteX8" fmla="*/ 1169291 w 1455848"/>
              <a:gd name="connsiteY8" fmla="*/ 314048 h 2851568"/>
              <a:gd name="connsiteX9" fmla="*/ 878636 w 1455848"/>
              <a:gd name="connsiteY9" fmla="*/ 300721 h 2851568"/>
              <a:gd name="connsiteX10" fmla="*/ 650530 w 1455848"/>
              <a:gd name="connsiteY10" fmla="*/ 243790 h 2851568"/>
              <a:gd name="connsiteX11" fmla="*/ 319052 w 1455848"/>
              <a:gd name="connsiteY11" fmla="*/ 28052 h 2851568"/>
              <a:gd name="connsiteX12" fmla="*/ 249303 w 1455848"/>
              <a:gd name="connsiteY12" fmla="*/ 32656 h 2851568"/>
              <a:gd name="connsiteX13" fmla="*/ 0 w 1455848"/>
              <a:gd name="connsiteY13" fmla="*/ 13107 h 2851568"/>
              <a:gd name="connsiteX0" fmla="*/ 924662 w 1546783"/>
              <a:gd name="connsiteY0" fmla="*/ 3036853 h 3036853"/>
              <a:gd name="connsiteX1" fmla="*/ 935602 w 1546783"/>
              <a:gd name="connsiteY1" fmla="*/ 3020193 h 3036853"/>
              <a:gd name="connsiteX2" fmla="*/ 1261496 w 1546783"/>
              <a:gd name="connsiteY2" fmla="*/ 2451652 h 3036853"/>
              <a:gd name="connsiteX3" fmla="*/ 1312607 w 1546783"/>
              <a:gd name="connsiteY3" fmla="*/ 2154170 h 3036853"/>
              <a:gd name="connsiteX4" fmla="*/ 1294660 w 1546783"/>
              <a:gd name="connsiteY4" fmla="*/ 1920206 h 3036853"/>
              <a:gd name="connsiteX5" fmla="*/ 1533341 w 1546783"/>
              <a:gd name="connsiteY5" fmla="*/ 1646083 h 3036853"/>
              <a:gd name="connsiteX6" fmla="*/ 1524112 w 1546783"/>
              <a:gd name="connsiteY6" fmla="*/ 1252472 h 3036853"/>
              <a:gd name="connsiteX7" fmla="*/ 1476534 w 1546783"/>
              <a:gd name="connsiteY7" fmla="*/ 724129 h 3036853"/>
              <a:gd name="connsiteX8" fmla="*/ 1260226 w 1546783"/>
              <a:gd name="connsiteY8" fmla="*/ 499333 h 3036853"/>
              <a:gd name="connsiteX9" fmla="*/ 969571 w 1546783"/>
              <a:gd name="connsiteY9" fmla="*/ 486006 h 3036853"/>
              <a:gd name="connsiteX10" fmla="*/ 741465 w 1546783"/>
              <a:gd name="connsiteY10" fmla="*/ 429075 h 3036853"/>
              <a:gd name="connsiteX11" fmla="*/ 409987 w 1546783"/>
              <a:gd name="connsiteY11" fmla="*/ 213337 h 3036853"/>
              <a:gd name="connsiteX12" fmla="*/ 340238 w 1546783"/>
              <a:gd name="connsiteY12" fmla="*/ 217941 h 3036853"/>
              <a:gd name="connsiteX13" fmla="*/ 0 w 1546783"/>
              <a:gd name="connsiteY13" fmla="*/ 4757 h 3036853"/>
              <a:gd name="connsiteX0" fmla="*/ 924662 w 1546783"/>
              <a:gd name="connsiteY0" fmla="*/ 3048865 h 3048865"/>
              <a:gd name="connsiteX1" fmla="*/ 935602 w 1546783"/>
              <a:gd name="connsiteY1" fmla="*/ 3032205 h 3048865"/>
              <a:gd name="connsiteX2" fmla="*/ 1261496 w 1546783"/>
              <a:gd name="connsiteY2" fmla="*/ 2463664 h 3048865"/>
              <a:gd name="connsiteX3" fmla="*/ 1312607 w 1546783"/>
              <a:gd name="connsiteY3" fmla="*/ 2166182 h 3048865"/>
              <a:gd name="connsiteX4" fmla="*/ 1294660 w 1546783"/>
              <a:gd name="connsiteY4" fmla="*/ 1932218 h 3048865"/>
              <a:gd name="connsiteX5" fmla="*/ 1533341 w 1546783"/>
              <a:gd name="connsiteY5" fmla="*/ 1658095 h 3048865"/>
              <a:gd name="connsiteX6" fmla="*/ 1524112 w 1546783"/>
              <a:gd name="connsiteY6" fmla="*/ 1264484 h 3048865"/>
              <a:gd name="connsiteX7" fmla="*/ 1476534 w 1546783"/>
              <a:gd name="connsiteY7" fmla="*/ 736141 h 3048865"/>
              <a:gd name="connsiteX8" fmla="*/ 1260226 w 1546783"/>
              <a:gd name="connsiteY8" fmla="*/ 511345 h 3048865"/>
              <a:gd name="connsiteX9" fmla="*/ 969571 w 1546783"/>
              <a:gd name="connsiteY9" fmla="*/ 498018 h 3048865"/>
              <a:gd name="connsiteX10" fmla="*/ 741465 w 1546783"/>
              <a:gd name="connsiteY10" fmla="*/ 441087 h 3048865"/>
              <a:gd name="connsiteX11" fmla="*/ 409987 w 1546783"/>
              <a:gd name="connsiteY11" fmla="*/ 225349 h 3048865"/>
              <a:gd name="connsiteX12" fmla="*/ 252349 w 1546783"/>
              <a:gd name="connsiteY12" fmla="*/ 12560 h 3048865"/>
              <a:gd name="connsiteX13" fmla="*/ 0 w 1546783"/>
              <a:gd name="connsiteY13" fmla="*/ 16769 h 3048865"/>
              <a:gd name="connsiteX0" fmla="*/ 899951 w 1522072"/>
              <a:gd name="connsiteY0" fmla="*/ 3072449 h 3072449"/>
              <a:gd name="connsiteX1" fmla="*/ 910891 w 1522072"/>
              <a:gd name="connsiteY1" fmla="*/ 3055789 h 3072449"/>
              <a:gd name="connsiteX2" fmla="*/ 1236785 w 1522072"/>
              <a:gd name="connsiteY2" fmla="*/ 2487248 h 3072449"/>
              <a:gd name="connsiteX3" fmla="*/ 1287896 w 1522072"/>
              <a:gd name="connsiteY3" fmla="*/ 2189766 h 3072449"/>
              <a:gd name="connsiteX4" fmla="*/ 1269949 w 1522072"/>
              <a:gd name="connsiteY4" fmla="*/ 1955802 h 3072449"/>
              <a:gd name="connsiteX5" fmla="*/ 1508630 w 1522072"/>
              <a:gd name="connsiteY5" fmla="*/ 1681679 h 3072449"/>
              <a:gd name="connsiteX6" fmla="*/ 1499401 w 1522072"/>
              <a:gd name="connsiteY6" fmla="*/ 1288068 h 3072449"/>
              <a:gd name="connsiteX7" fmla="*/ 1451823 w 1522072"/>
              <a:gd name="connsiteY7" fmla="*/ 759725 h 3072449"/>
              <a:gd name="connsiteX8" fmla="*/ 1235515 w 1522072"/>
              <a:gd name="connsiteY8" fmla="*/ 534929 h 3072449"/>
              <a:gd name="connsiteX9" fmla="*/ 944860 w 1522072"/>
              <a:gd name="connsiteY9" fmla="*/ 521602 h 3072449"/>
              <a:gd name="connsiteX10" fmla="*/ 716754 w 1522072"/>
              <a:gd name="connsiteY10" fmla="*/ 464671 h 3072449"/>
              <a:gd name="connsiteX11" fmla="*/ 385276 w 1522072"/>
              <a:gd name="connsiteY11" fmla="*/ 248933 h 3072449"/>
              <a:gd name="connsiteX12" fmla="*/ 227638 w 1522072"/>
              <a:gd name="connsiteY12" fmla="*/ 36144 h 3072449"/>
              <a:gd name="connsiteX13" fmla="*/ 0 w 1522072"/>
              <a:gd name="connsiteY13" fmla="*/ 12651 h 3072449"/>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27638 w 1522072"/>
              <a:gd name="connsiteY12" fmla="*/ 23493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910891 w 1522072"/>
              <a:gd name="connsiteY1" fmla="*/ 304313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99951 w 1522072"/>
              <a:gd name="connsiteY0" fmla="*/ 3059798 h 3059798"/>
              <a:gd name="connsiteX1" fmla="*/ 881174 w 1522072"/>
              <a:gd name="connsiteY1" fmla="*/ 2909878 h 3059798"/>
              <a:gd name="connsiteX2" fmla="*/ 1236785 w 1522072"/>
              <a:gd name="connsiteY2" fmla="*/ 2474597 h 3059798"/>
              <a:gd name="connsiteX3" fmla="*/ 1287896 w 1522072"/>
              <a:gd name="connsiteY3" fmla="*/ 2177115 h 3059798"/>
              <a:gd name="connsiteX4" fmla="*/ 1269949 w 1522072"/>
              <a:gd name="connsiteY4" fmla="*/ 1943151 h 3059798"/>
              <a:gd name="connsiteX5" fmla="*/ 1508630 w 1522072"/>
              <a:gd name="connsiteY5" fmla="*/ 1669028 h 3059798"/>
              <a:gd name="connsiteX6" fmla="*/ 1499401 w 1522072"/>
              <a:gd name="connsiteY6" fmla="*/ 1275417 h 3059798"/>
              <a:gd name="connsiteX7" fmla="*/ 1451823 w 1522072"/>
              <a:gd name="connsiteY7" fmla="*/ 747074 h 3059798"/>
              <a:gd name="connsiteX8" fmla="*/ 1235515 w 1522072"/>
              <a:gd name="connsiteY8" fmla="*/ 522278 h 3059798"/>
              <a:gd name="connsiteX9" fmla="*/ 944860 w 1522072"/>
              <a:gd name="connsiteY9" fmla="*/ 508951 h 3059798"/>
              <a:gd name="connsiteX10" fmla="*/ 716754 w 1522072"/>
              <a:gd name="connsiteY10" fmla="*/ 452020 h 3059798"/>
              <a:gd name="connsiteX11" fmla="*/ 385276 w 1522072"/>
              <a:gd name="connsiteY11" fmla="*/ 236282 h 3059798"/>
              <a:gd name="connsiteX12" fmla="*/ 243690 w 1522072"/>
              <a:gd name="connsiteY12" fmla="*/ 51690 h 3059798"/>
              <a:gd name="connsiteX13" fmla="*/ 0 w 1522072"/>
              <a:gd name="connsiteY13" fmla="*/ 0 h 305979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236785 w 1522072"/>
              <a:gd name="connsiteY1" fmla="*/ 2474597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333247 w 1522072"/>
              <a:gd name="connsiteY1" fmla="*/ 2440659 h 2909878"/>
              <a:gd name="connsiteX2" fmla="*/ 1287896 w 1522072"/>
              <a:gd name="connsiteY2" fmla="*/ 2177115 h 2909878"/>
              <a:gd name="connsiteX3" fmla="*/ 1269949 w 1522072"/>
              <a:gd name="connsiteY3" fmla="*/ 1943151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881174 w 1522072"/>
              <a:gd name="connsiteY0" fmla="*/ 2909878 h 2909878"/>
              <a:gd name="connsiteX1" fmla="*/ 1333247 w 1522072"/>
              <a:gd name="connsiteY1" fmla="*/ 2440659 h 2909878"/>
              <a:gd name="connsiteX2" fmla="*/ 1287896 w 1522072"/>
              <a:gd name="connsiteY2" fmla="*/ 2177115 h 2909878"/>
              <a:gd name="connsiteX3" fmla="*/ 1354574 w 1522072"/>
              <a:gd name="connsiteY3" fmla="*/ 1970130 h 2909878"/>
              <a:gd name="connsiteX4" fmla="*/ 1508630 w 1522072"/>
              <a:gd name="connsiteY4" fmla="*/ 1669028 h 2909878"/>
              <a:gd name="connsiteX5" fmla="*/ 1499401 w 1522072"/>
              <a:gd name="connsiteY5" fmla="*/ 1275417 h 2909878"/>
              <a:gd name="connsiteX6" fmla="*/ 1451823 w 1522072"/>
              <a:gd name="connsiteY6" fmla="*/ 747074 h 2909878"/>
              <a:gd name="connsiteX7" fmla="*/ 1235515 w 1522072"/>
              <a:gd name="connsiteY7" fmla="*/ 522278 h 2909878"/>
              <a:gd name="connsiteX8" fmla="*/ 944860 w 1522072"/>
              <a:gd name="connsiteY8" fmla="*/ 508951 h 2909878"/>
              <a:gd name="connsiteX9" fmla="*/ 716754 w 1522072"/>
              <a:gd name="connsiteY9" fmla="*/ 452020 h 2909878"/>
              <a:gd name="connsiteX10" fmla="*/ 385276 w 1522072"/>
              <a:gd name="connsiteY10" fmla="*/ 236282 h 2909878"/>
              <a:gd name="connsiteX11" fmla="*/ 243690 w 1522072"/>
              <a:gd name="connsiteY11" fmla="*/ 51690 h 2909878"/>
              <a:gd name="connsiteX12" fmla="*/ 0 w 1522072"/>
              <a:gd name="connsiteY12" fmla="*/ 0 h 2909878"/>
              <a:gd name="connsiteX0" fmla="*/ 637484 w 1278382"/>
              <a:gd name="connsiteY0" fmla="*/ 2858330 h 2858330"/>
              <a:gd name="connsiteX1" fmla="*/ 1089557 w 1278382"/>
              <a:gd name="connsiteY1" fmla="*/ 2389111 h 2858330"/>
              <a:gd name="connsiteX2" fmla="*/ 1044206 w 1278382"/>
              <a:gd name="connsiteY2" fmla="*/ 2125567 h 2858330"/>
              <a:gd name="connsiteX3" fmla="*/ 1110884 w 1278382"/>
              <a:gd name="connsiteY3" fmla="*/ 1918582 h 2858330"/>
              <a:gd name="connsiteX4" fmla="*/ 1264940 w 1278382"/>
              <a:gd name="connsiteY4" fmla="*/ 1617480 h 2858330"/>
              <a:gd name="connsiteX5" fmla="*/ 1255711 w 1278382"/>
              <a:gd name="connsiteY5" fmla="*/ 1223869 h 2858330"/>
              <a:gd name="connsiteX6" fmla="*/ 1208133 w 1278382"/>
              <a:gd name="connsiteY6" fmla="*/ 695526 h 2858330"/>
              <a:gd name="connsiteX7" fmla="*/ 991825 w 1278382"/>
              <a:gd name="connsiteY7" fmla="*/ 470730 h 2858330"/>
              <a:gd name="connsiteX8" fmla="*/ 701170 w 1278382"/>
              <a:gd name="connsiteY8" fmla="*/ 457403 h 2858330"/>
              <a:gd name="connsiteX9" fmla="*/ 473064 w 1278382"/>
              <a:gd name="connsiteY9" fmla="*/ 400472 h 2858330"/>
              <a:gd name="connsiteX10" fmla="*/ 141586 w 1278382"/>
              <a:gd name="connsiteY10" fmla="*/ 184734 h 2858330"/>
              <a:gd name="connsiteX11" fmla="*/ 0 w 1278382"/>
              <a:gd name="connsiteY11" fmla="*/ 142 h 2858330"/>
              <a:gd name="connsiteX0" fmla="*/ 495898 w 1136796"/>
              <a:gd name="connsiteY0" fmla="*/ 2673596 h 2673596"/>
              <a:gd name="connsiteX1" fmla="*/ 947971 w 1136796"/>
              <a:gd name="connsiteY1" fmla="*/ 2204377 h 2673596"/>
              <a:gd name="connsiteX2" fmla="*/ 902620 w 1136796"/>
              <a:gd name="connsiteY2" fmla="*/ 1940833 h 2673596"/>
              <a:gd name="connsiteX3" fmla="*/ 969298 w 1136796"/>
              <a:gd name="connsiteY3" fmla="*/ 1733848 h 2673596"/>
              <a:gd name="connsiteX4" fmla="*/ 1123354 w 1136796"/>
              <a:gd name="connsiteY4" fmla="*/ 1432746 h 2673596"/>
              <a:gd name="connsiteX5" fmla="*/ 1114125 w 1136796"/>
              <a:gd name="connsiteY5" fmla="*/ 1039135 h 2673596"/>
              <a:gd name="connsiteX6" fmla="*/ 1066547 w 1136796"/>
              <a:gd name="connsiteY6" fmla="*/ 510792 h 2673596"/>
              <a:gd name="connsiteX7" fmla="*/ 850239 w 1136796"/>
              <a:gd name="connsiteY7" fmla="*/ 285996 h 2673596"/>
              <a:gd name="connsiteX8" fmla="*/ 559584 w 1136796"/>
              <a:gd name="connsiteY8" fmla="*/ 272669 h 2673596"/>
              <a:gd name="connsiteX9" fmla="*/ 331478 w 1136796"/>
              <a:gd name="connsiteY9" fmla="*/ 215738 h 2673596"/>
              <a:gd name="connsiteX10" fmla="*/ 0 w 1136796"/>
              <a:gd name="connsiteY10" fmla="*/ 0 h 2673596"/>
              <a:gd name="connsiteX0" fmla="*/ 526655 w 1167553"/>
              <a:gd name="connsiteY0" fmla="*/ 2712084 h 2712084"/>
              <a:gd name="connsiteX1" fmla="*/ 978728 w 1167553"/>
              <a:gd name="connsiteY1" fmla="*/ 2242865 h 2712084"/>
              <a:gd name="connsiteX2" fmla="*/ 933377 w 1167553"/>
              <a:gd name="connsiteY2" fmla="*/ 1979321 h 2712084"/>
              <a:gd name="connsiteX3" fmla="*/ 1000055 w 1167553"/>
              <a:gd name="connsiteY3" fmla="*/ 1772336 h 2712084"/>
              <a:gd name="connsiteX4" fmla="*/ 1154111 w 1167553"/>
              <a:gd name="connsiteY4" fmla="*/ 1471234 h 2712084"/>
              <a:gd name="connsiteX5" fmla="*/ 1144882 w 1167553"/>
              <a:gd name="connsiteY5" fmla="*/ 1077623 h 2712084"/>
              <a:gd name="connsiteX6" fmla="*/ 1097304 w 1167553"/>
              <a:gd name="connsiteY6" fmla="*/ 549280 h 2712084"/>
              <a:gd name="connsiteX7" fmla="*/ 880996 w 1167553"/>
              <a:gd name="connsiteY7" fmla="*/ 324484 h 2712084"/>
              <a:gd name="connsiteX8" fmla="*/ 590341 w 1167553"/>
              <a:gd name="connsiteY8" fmla="*/ 311157 h 2712084"/>
              <a:gd name="connsiteX9" fmla="*/ 362235 w 1167553"/>
              <a:gd name="connsiteY9" fmla="*/ 254226 h 2712084"/>
              <a:gd name="connsiteX10" fmla="*/ 0 w 1167553"/>
              <a:gd name="connsiteY10" fmla="*/ 0 h 2712084"/>
              <a:gd name="connsiteX0" fmla="*/ 564623 w 1167553"/>
              <a:gd name="connsiteY0" fmla="*/ 2696460 h 2696460"/>
              <a:gd name="connsiteX1" fmla="*/ 978728 w 1167553"/>
              <a:gd name="connsiteY1" fmla="*/ 2242865 h 2696460"/>
              <a:gd name="connsiteX2" fmla="*/ 933377 w 1167553"/>
              <a:gd name="connsiteY2" fmla="*/ 1979321 h 2696460"/>
              <a:gd name="connsiteX3" fmla="*/ 1000055 w 1167553"/>
              <a:gd name="connsiteY3" fmla="*/ 1772336 h 2696460"/>
              <a:gd name="connsiteX4" fmla="*/ 1154111 w 1167553"/>
              <a:gd name="connsiteY4" fmla="*/ 1471234 h 2696460"/>
              <a:gd name="connsiteX5" fmla="*/ 1144882 w 1167553"/>
              <a:gd name="connsiteY5" fmla="*/ 1077623 h 2696460"/>
              <a:gd name="connsiteX6" fmla="*/ 1097304 w 1167553"/>
              <a:gd name="connsiteY6" fmla="*/ 549280 h 2696460"/>
              <a:gd name="connsiteX7" fmla="*/ 880996 w 1167553"/>
              <a:gd name="connsiteY7" fmla="*/ 324484 h 2696460"/>
              <a:gd name="connsiteX8" fmla="*/ 590341 w 1167553"/>
              <a:gd name="connsiteY8" fmla="*/ 311157 h 2696460"/>
              <a:gd name="connsiteX9" fmla="*/ 362235 w 1167553"/>
              <a:gd name="connsiteY9" fmla="*/ 254226 h 2696460"/>
              <a:gd name="connsiteX10" fmla="*/ 0 w 1167553"/>
              <a:gd name="connsiteY10" fmla="*/ 0 h 2696460"/>
              <a:gd name="connsiteX0" fmla="*/ 554539 w 1167553"/>
              <a:gd name="connsiteY0" fmla="*/ 2873378 h 2873378"/>
              <a:gd name="connsiteX1" fmla="*/ 978728 w 1167553"/>
              <a:gd name="connsiteY1" fmla="*/ 2242865 h 2873378"/>
              <a:gd name="connsiteX2" fmla="*/ 933377 w 1167553"/>
              <a:gd name="connsiteY2" fmla="*/ 1979321 h 2873378"/>
              <a:gd name="connsiteX3" fmla="*/ 1000055 w 1167553"/>
              <a:gd name="connsiteY3" fmla="*/ 1772336 h 2873378"/>
              <a:gd name="connsiteX4" fmla="*/ 1154111 w 1167553"/>
              <a:gd name="connsiteY4" fmla="*/ 1471234 h 2873378"/>
              <a:gd name="connsiteX5" fmla="*/ 1144882 w 1167553"/>
              <a:gd name="connsiteY5" fmla="*/ 1077623 h 2873378"/>
              <a:gd name="connsiteX6" fmla="*/ 1097304 w 1167553"/>
              <a:gd name="connsiteY6" fmla="*/ 549280 h 2873378"/>
              <a:gd name="connsiteX7" fmla="*/ 880996 w 1167553"/>
              <a:gd name="connsiteY7" fmla="*/ 324484 h 2873378"/>
              <a:gd name="connsiteX8" fmla="*/ 590341 w 1167553"/>
              <a:gd name="connsiteY8" fmla="*/ 311157 h 2873378"/>
              <a:gd name="connsiteX9" fmla="*/ 362235 w 1167553"/>
              <a:gd name="connsiteY9" fmla="*/ 254226 h 2873378"/>
              <a:gd name="connsiteX10" fmla="*/ 0 w 1167553"/>
              <a:gd name="connsiteY10" fmla="*/ 0 h 2873378"/>
              <a:gd name="connsiteX0" fmla="*/ 554539 w 1223119"/>
              <a:gd name="connsiteY0" fmla="*/ 2873378 h 2873378"/>
              <a:gd name="connsiteX1" fmla="*/ 978728 w 1223119"/>
              <a:gd name="connsiteY1" fmla="*/ 2242865 h 2873378"/>
              <a:gd name="connsiteX2" fmla="*/ 933377 w 1223119"/>
              <a:gd name="connsiteY2" fmla="*/ 1979321 h 2873378"/>
              <a:gd name="connsiteX3" fmla="*/ 1000055 w 1223119"/>
              <a:gd name="connsiteY3" fmla="*/ 1772336 h 2873378"/>
              <a:gd name="connsiteX4" fmla="*/ 1222897 w 1223119"/>
              <a:gd name="connsiteY4" fmla="*/ 1476816 h 2873378"/>
              <a:gd name="connsiteX5" fmla="*/ 1144882 w 1223119"/>
              <a:gd name="connsiteY5" fmla="*/ 1077623 h 2873378"/>
              <a:gd name="connsiteX6" fmla="*/ 1097304 w 1223119"/>
              <a:gd name="connsiteY6" fmla="*/ 549280 h 2873378"/>
              <a:gd name="connsiteX7" fmla="*/ 880996 w 1223119"/>
              <a:gd name="connsiteY7" fmla="*/ 324484 h 2873378"/>
              <a:gd name="connsiteX8" fmla="*/ 590341 w 1223119"/>
              <a:gd name="connsiteY8" fmla="*/ 311157 h 2873378"/>
              <a:gd name="connsiteX9" fmla="*/ 362235 w 1223119"/>
              <a:gd name="connsiteY9" fmla="*/ 254226 h 2873378"/>
              <a:gd name="connsiteX10" fmla="*/ 0 w 1223119"/>
              <a:gd name="connsiteY10" fmla="*/ 0 h 2873378"/>
              <a:gd name="connsiteX0" fmla="*/ 554539 w 1223119"/>
              <a:gd name="connsiteY0" fmla="*/ 2873378 h 2873378"/>
              <a:gd name="connsiteX1" fmla="*/ 978728 w 1223119"/>
              <a:gd name="connsiteY1" fmla="*/ 2242865 h 2873378"/>
              <a:gd name="connsiteX2" fmla="*/ 933377 w 1223119"/>
              <a:gd name="connsiteY2" fmla="*/ 1979321 h 2873378"/>
              <a:gd name="connsiteX3" fmla="*/ 1064823 w 1223119"/>
              <a:gd name="connsiteY3" fmla="*/ 1756766 h 2873378"/>
              <a:gd name="connsiteX4" fmla="*/ 1222897 w 1223119"/>
              <a:gd name="connsiteY4" fmla="*/ 1476816 h 2873378"/>
              <a:gd name="connsiteX5" fmla="*/ 1144882 w 1223119"/>
              <a:gd name="connsiteY5" fmla="*/ 1077623 h 2873378"/>
              <a:gd name="connsiteX6" fmla="*/ 1097304 w 1223119"/>
              <a:gd name="connsiteY6" fmla="*/ 549280 h 2873378"/>
              <a:gd name="connsiteX7" fmla="*/ 880996 w 1223119"/>
              <a:gd name="connsiteY7" fmla="*/ 324484 h 2873378"/>
              <a:gd name="connsiteX8" fmla="*/ 590341 w 1223119"/>
              <a:gd name="connsiteY8" fmla="*/ 311157 h 2873378"/>
              <a:gd name="connsiteX9" fmla="*/ 362235 w 1223119"/>
              <a:gd name="connsiteY9" fmla="*/ 254226 h 2873378"/>
              <a:gd name="connsiteX10" fmla="*/ 0 w 1223119"/>
              <a:gd name="connsiteY10" fmla="*/ 0 h 2873378"/>
              <a:gd name="connsiteX0" fmla="*/ 554539 w 1223119"/>
              <a:gd name="connsiteY0" fmla="*/ 2873378 h 2873378"/>
              <a:gd name="connsiteX1" fmla="*/ 978728 w 1223119"/>
              <a:gd name="connsiteY1" fmla="*/ 2242865 h 2873378"/>
              <a:gd name="connsiteX2" fmla="*/ 1066324 w 1223119"/>
              <a:gd name="connsiteY2" fmla="*/ 1989142 h 2873378"/>
              <a:gd name="connsiteX3" fmla="*/ 1064823 w 1223119"/>
              <a:gd name="connsiteY3" fmla="*/ 1756766 h 2873378"/>
              <a:gd name="connsiteX4" fmla="*/ 1222897 w 1223119"/>
              <a:gd name="connsiteY4" fmla="*/ 1476816 h 2873378"/>
              <a:gd name="connsiteX5" fmla="*/ 1144882 w 1223119"/>
              <a:gd name="connsiteY5" fmla="*/ 1077623 h 2873378"/>
              <a:gd name="connsiteX6" fmla="*/ 1097304 w 1223119"/>
              <a:gd name="connsiteY6" fmla="*/ 549280 h 2873378"/>
              <a:gd name="connsiteX7" fmla="*/ 880996 w 1223119"/>
              <a:gd name="connsiteY7" fmla="*/ 324484 h 2873378"/>
              <a:gd name="connsiteX8" fmla="*/ 590341 w 1223119"/>
              <a:gd name="connsiteY8" fmla="*/ 311157 h 2873378"/>
              <a:gd name="connsiteX9" fmla="*/ 362235 w 1223119"/>
              <a:gd name="connsiteY9" fmla="*/ 254226 h 2873378"/>
              <a:gd name="connsiteX10" fmla="*/ 0 w 1223119"/>
              <a:gd name="connsiteY10" fmla="*/ 0 h 2873378"/>
              <a:gd name="connsiteX0" fmla="*/ 554539 w 1223119"/>
              <a:gd name="connsiteY0" fmla="*/ 2873378 h 2873378"/>
              <a:gd name="connsiteX1" fmla="*/ 978728 w 1223119"/>
              <a:gd name="connsiteY1" fmla="*/ 2242865 h 2873378"/>
              <a:gd name="connsiteX2" fmla="*/ 1066324 w 1223119"/>
              <a:gd name="connsiteY2" fmla="*/ 1989142 h 2873378"/>
              <a:gd name="connsiteX3" fmla="*/ 1064823 w 1223119"/>
              <a:gd name="connsiteY3" fmla="*/ 1756766 h 2873378"/>
              <a:gd name="connsiteX4" fmla="*/ 1222897 w 1223119"/>
              <a:gd name="connsiteY4" fmla="*/ 1476816 h 2873378"/>
              <a:gd name="connsiteX5" fmla="*/ 1144882 w 1223119"/>
              <a:gd name="connsiteY5" fmla="*/ 1077623 h 2873378"/>
              <a:gd name="connsiteX6" fmla="*/ 1097304 w 1223119"/>
              <a:gd name="connsiteY6" fmla="*/ 549280 h 2873378"/>
              <a:gd name="connsiteX7" fmla="*/ 880996 w 1223119"/>
              <a:gd name="connsiteY7" fmla="*/ 324484 h 2873378"/>
              <a:gd name="connsiteX8" fmla="*/ 590341 w 1223119"/>
              <a:gd name="connsiteY8" fmla="*/ 311157 h 2873378"/>
              <a:gd name="connsiteX9" fmla="*/ 362235 w 1223119"/>
              <a:gd name="connsiteY9" fmla="*/ 254226 h 2873378"/>
              <a:gd name="connsiteX10" fmla="*/ 0 w 1223119"/>
              <a:gd name="connsiteY10" fmla="*/ 0 h 2873378"/>
              <a:gd name="connsiteX0" fmla="*/ 578060 w 1246640"/>
              <a:gd name="connsiteY0" fmla="*/ 2985693 h 2985693"/>
              <a:gd name="connsiteX1" fmla="*/ 1002249 w 1246640"/>
              <a:gd name="connsiteY1" fmla="*/ 2355180 h 2985693"/>
              <a:gd name="connsiteX2" fmla="*/ 1089845 w 1246640"/>
              <a:gd name="connsiteY2" fmla="*/ 2101457 h 2985693"/>
              <a:gd name="connsiteX3" fmla="*/ 1088344 w 1246640"/>
              <a:gd name="connsiteY3" fmla="*/ 1869081 h 2985693"/>
              <a:gd name="connsiteX4" fmla="*/ 1246418 w 1246640"/>
              <a:gd name="connsiteY4" fmla="*/ 1589131 h 2985693"/>
              <a:gd name="connsiteX5" fmla="*/ 1168403 w 1246640"/>
              <a:gd name="connsiteY5" fmla="*/ 1189938 h 2985693"/>
              <a:gd name="connsiteX6" fmla="*/ 1120825 w 1246640"/>
              <a:gd name="connsiteY6" fmla="*/ 661595 h 2985693"/>
              <a:gd name="connsiteX7" fmla="*/ 904517 w 1246640"/>
              <a:gd name="connsiteY7" fmla="*/ 436799 h 2985693"/>
              <a:gd name="connsiteX8" fmla="*/ 613862 w 1246640"/>
              <a:gd name="connsiteY8" fmla="*/ 423472 h 2985693"/>
              <a:gd name="connsiteX9" fmla="*/ 385756 w 1246640"/>
              <a:gd name="connsiteY9" fmla="*/ 366541 h 2985693"/>
              <a:gd name="connsiteX10" fmla="*/ 0 w 1246640"/>
              <a:gd name="connsiteY10" fmla="*/ 0 h 2985693"/>
              <a:gd name="connsiteX0" fmla="*/ 578060 w 1246640"/>
              <a:gd name="connsiteY0" fmla="*/ 2985693 h 2985693"/>
              <a:gd name="connsiteX1" fmla="*/ 1002249 w 1246640"/>
              <a:gd name="connsiteY1" fmla="*/ 2355180 h 2985693"/>
              <a:gd name="connsiteX2" fmla="*/ 1089845 w 1246640"/>
              <a:gd name="connsiteY2" fmla="*/ 2101457 h 2985693"/>
              <a:gd name="connsiteX3" fmla="*/ 1088344 w 1246640"/>
              <a:gd name="connsiteY3" fmla="*/ 1869081 h 2985693"/>
              <a:gd name="connsiteX4" fmla="*/ 1246418 w 1246640"/>
              <a:gd name="connsiteY4" fmla="*/ 1589131 h 2985693"/>
              <a:gd name="connsiteX5" fmla="*/ 1168403 w 1246640"/>
              <a:gd name="connsiteY5" fmla="*/ 1189938 h 2985693"/>
              <a:gd name="connsiteX6" fmla="*/ 1170681 w 1246640"/>
              <a:gd name="connsiteY6" fmla="*/ 625032 h 2985693"/>
              <a:gd name="connsiteX7" fmla="*/ 904517 w 1246640"/>
              <a:gd name="connsiteY7" fmla="*/ 436799 h 2985693"/>
              <a:gd name="connsiteX8" fmla="*/ 613862 w 1246640"/>
              <a:gd name="connsiteY8" fmla="*/ 423472 h 2985693"/>
              <a:gd name="connsiteX9" fmla="*/ 385756 w 1246640"/>
              <a:gd name="connsiteY9" fmla="*/ 366541 h 2985693"/>
              <a:gd name="connsiteX10" fmla="*/ 0 w 1246640"/>
              <a:gd name="connsiteY10" fmla="*/ 0 h 29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6640" h="2985693">
                <a:moveTo>
                  <a:pt x="578060" y="2985693"/>
                </a:moveTo>
                <a:cubicBezTo>
                  <a:pt x="671355" y="2826457"/>
                  <a:pt x="948620" y="2425803"/>
                  <a:pt x="1002249" y="2355180"/>
                </a:cubicBezTo>
                <a:cubicBezTo>
                  <a:pt x="1037661" y="2302548"/>
                  <a:pt x="1075496" y="2182474"/>
                  <a:pt x="1089845" y="2101457"/>
                </a:cubicBezTo>
                <a:cubicBezTo>
                  <a:pt x="1104194" y="2020441"/>
                  <a:pt x="1062249" y="1954469"/>
                  <a:pt x="1088344" y="1869081"/>
                </a:cubicBezTo>
                <a:cubicBezTo>
                  <a:pt x="1114440" y="1783693"/>
                  <a:pt x="1240262" y="1688866"/>
                  <a:pt x="1246418" y="1589131"/>
                </a:cubicBezTo>
                <a:cubicBezTo>
                  <a:pt x="1252853" y="1483831"/>
                  <a:pt x="1116996" y="1316644"/>
                  <a:pt x="1168403" y="1189938"/>
                </a:cubicBezTo>
                <a:cubicBezTo>
                  <a:pt x="1239434" y="1036970"/>
                  <a:pt x="1170725" y="755636"/>
                  <a:pt x="1170681" y="625032"/>
                </a:cubicBezTo>
                <a:cubicBezTo>
                  <a:pt x="1152320" y="531123"/>
                  <a:pt x="997320" y="470392"/>
                  <a:pt x="904517" y="436799"/>
                </a:cubicBezTo>
                <a:cubicBezTo>
                  <a:pt x="811714" y="403206"/>
                  <a:pt x="700322" y="435182"/>
                  <a:pt x="613862" y="423472"/>
                </a:cubicBezTo>
                <a:cubicBezTo>
                  <a:pt x="527402" y="411763"/>
                  <a:pt x="479019" y="411986"/>
                  <a:pt x="385756" y="366541"/>
                </a:cubicBezTo>
                <a:cubicBezTo>
                  <a:pt x="277652" y="229075"/>
                  <a:pt x="94387" y="15343"/>
                  <a:pt x="0" y="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1B785858-5DC9-5C43-F4E1-425A3702487F}"/>
              </a:ext>
            </a:extLst>
          </p:cNvPr>
          <p:cNvSpPr/>
          <p:nvPr userDrawn="1"/>
        </p:nvSpPr>
        <p:spPr>
          <a:xfrm rot="15476216" flipH="1">
            <a:off x="2397947" y="-874933"/>
            <a:ext cx="1013731" cy="2272171"/>
          </a:xfrm>
          <a:custGeom>
            <a:avLst/>
            <a:gdLst>
              <a:gd name="connsiteX0" fmla="*/ 83720 w 1156968"/>
              <a:gd name="connsiteY0" fmla="*/ 13223 h 2333145"/>
              <a:gd name="connsiteX1" fmla="*/ 40860 w 1156968"/>
              <a:gd name="connsiteY1" fmla="*/ 64904 h 2333145"/>
              <a:gd name="connsiteX2" fmla="*/ 9872 w 1156968"/>
              <a:gd name="connsiteY2" fmla="*/ 185286 h 2333145"/>
              <a:gd name="connsiteX3" fmla="*/ 0 w 1156968"/>
              <a:gd name="connsiteY3" fmla="*/ 258175 h 2333145"/>
              <a:gd name="connsiteX4" fmla="*/ 620826 w 1156968"/>
              <a:gd name="connsiteY4" fmla="*/ 2333145 h 2333145"/>
              <a:gd name="connsiteX5" fmla="*/ 659194 w 1156968"/>
              <a:gd name="connsiteY5" fmla="*/ 2290086 h 2333145"/>
              <a:gd name="connsiteX6" fmla="*/ 962325 w 1156968"/>
              <a:gd name="connsiteY6" fmla="*/ 2001856 h 2333145"/>
              <a:gd name="connsiteX7" fmla="*/ 999270 w 1156968"/>
              <a:gd name="connsiteY7" fmla="*/ 1684363 h 2333145"/>
              <a:gd name="connsiteX8" fmla="*/ 960874 w 1156968"/>
              <a:gd name="connsiteY8" fmla="*/ 1422659 h 2333145"/>
              <a:gd name="connsiteX9" fmla="*/ 1156968 w 1156968"/>
              <a:gd name="connsiteY9" fmla="*/ 1126567 h 2333145"/>
              <a:gd name="connsiteX10" fmla="*/ 1089803 w 1156968"/>
              <a:gd name="connsiteY10" fmla="*/ 764138 h 2333145"/>
              <a:gd name="connsiteX11" fmla="*/ 1054522 w 1156968"/>
              <a:gd name="connsiteY11" fmla="*/ 517973 h 2333145"/>
              <a:gd name="connsiteX12" fmla="*/ 878340 w 1156968"/>
              <a:gd name="connsiteY12" fmla="*/ 355369 h 2333145"/>
              <a:gd name="connsiteX13" fmla="*/ 675059 w 1156968"/>
              <a:gd name="connsiteY13" fmla="*/ 341054 h 2333145"/>
              <a:gd name="connsiteX14" fmla="*/ 481788 w 1156968"/>
              <a:gd name="connsiteY14" fmla="*/ 301602 h 2333145"/>
              <a:gd name="connsiteX15" fmla="*/ 238536 w 1156968"/>
              <a:gd name="connsiteY15" fmla="*/ 39904 h 2333145"/>
              <a:gd name="connsiteX16" fmla="*/ 83720 w 1156968"/>
              <a:gd name="connsiteY16" fmla="*/ 13223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16" fmla="*/ 91440 w 1156968"/>
              <a:gd name="connsiteY16" fmla="*/ 349615 h 2333145"/>
              <a:gd name="connsiteX0" fmla="*/ 0 w 1156968"/>
              <a:gd name="connsiteY0" fmla="*/ 258175 h 2333145"/>
              <a:gd name="connsiteX1" fmla="*/ 620826 w 1156968"/>
              <a:gd name="connsiteY1" fmla="*/ 2333145 h 2333145"/>
              <a:gd name="connsiteX2" fmla="*/ 659194 w 1156968"/>
              <a:gd name="connsiteY2" fmla="*/ 2290086 h 2333145"/>
              <a:gd name="connsiteX3" fmla="*/ 962325 w 1156968"/>
              <a:gd name="connsiteY3" fmla="*/ 2001856 h 2333145"/>
              <a:gd name="connsiteX4" fmla="*/ 999270 w 1156968"/>
              <a:gd name="connsiteY4" fmla="*/ 1684363 h 2333145"/>
              <a:gd name="connsiteX5" fmla="*/ 960874 w 1156968"/>
              <a:gd name="connsiteY5" fmla="*/ 1422659 h 2333145"/>
              <a:gd name="connsiteX6" fmla="*/ 1156968 w 1156968"/>
              <a:gd name="connsiteY6" fmla="*/ 1126567 h 2333145"/>
              <a:gd name="connsiteX7" fmla="*/ 1089803 w 1156968"/>
              <a:gd name="connsiteY7" fmla="*/ 764138 h 2333145"/>
              <a:gd name="connsiteX8" fmla="*/ 1054522 w 1156968"/>
              <a:gd name="connsiteY8" fmla="*/ 517973 h 2333145"/>
              <a:gd name="connsiteX9" fmla="*/ 878340 w 1156968"/>
              <a:gd name="connsiteY9" fmla="*/ 355369 h 2333145"/>
              <a:gd name="connsiteX10" fmla="*/ 675059 w 1156968"/>
              <a:gd name="connsiteY10" fmla="*/ 341054 h 2333145"/>
              <a:gd name="connsiteX11" fmla="*/ 481788 w 1156968"/>
              <a:gd name="connsiteY11" fmla="*/ 301602 h 2333145"/>
              <a:gd name="connsiteX12" fmla="*/ 238536 w 1156968"/>
              <a:gd name="connsiteY12" fmla="*/ 39904 h 2333145"/>
              <a:gd name="connsiteX13" fmla="*/ 83720 w 1156968"/>
              <a:gd name="connsiteY13" fmla="*/ 13223 h 2333145"/>
              <a:gd name="connsiteX14" fmla="*/ 40860 w 1156968"/>
              <a:gd name="connsiteY14" fmla="*/ 64904 h 2333145"/>
              <a:gd name="connsiteX15" fmla="*/ 9872 w 1156968"/>
              <a:gd name="connsiteY15" fmla="*/ 185286 h 2333145"/>
              <a:gd name="connsiteX0" fmla="*/ 610954 w 1147096"/>
              <a:gd name="connsiteY0" fmla="*/ 2333145 h 2333145"/>
              <a:gd name="connsiteX1" fmla="*/ 649322 w 1147096"/>
              <a:gd name="connsiteY1" fmla="*/ 2290086 h 2333145"/>
              <a:gd name="connsiteX2" fmla="*/ 952453 w 1147096"/>
              <a:gd name="connsiteY2" fmla="*/ 2001856 h 2333145"/>
              <a:gd name="connsiteX3" fmla="*/ 989398 w 1147096"/>
              <a:gd name="connsiteY3" fmla="*/ 1684363 h 2333145"/>
              <a:gd name="connsiteX4" fmla="*/ 951002 w 1147096"/>
              <a:gd name="connsiteY4" fmla="*/ 1422659 h 2333145"/>
              <a:gd name="connsiteX5" fmla="*/ 1147096 w 1147096"/>
              <a:gd name="connsiteY5" fmla="*/ 1126567 h 2333145"/>
              <a:gd name="connsiteX6" fmla="*/ 1079931 w 1147096"/>
              <a:gd name="connsiteY6" fmla="*/ 764138 h 2333145"/>
              <a:gd name="connsiteX7" fmla="*/ 1044650 w 1147096"/>
              <a:gd name="connsiteY7" fmla="*/ 517973 h 2333145"/>
              <a:gd name="connsiteX8" fmla="*/ 868468 w 1147096"/>
              <a:gd name="connsiteY8" fmla="*/ 355369 h 2333145"/>
              <a:gd name="connsiteX9" fmla="*/ 665187 w 1147096"/>
              <a:gd name="connsiteY9" fmla="*/ 341054 h 2333145"/>
              <a:gd name="connsiteX10" fmla="*/ 471916 w 1147096"/>
              <a:gd name="connsiteY10" fmla="*/ 301602 h 2333145"/>
              <a:gd name="connsiteX11" fmla="*/ 228664 w 1147096"/>
              <a:gd name="connsiteY11" fmla="*/ 39904 h 2333145"/>
              <a:gd name="connsiteX12" fmla="*/ 73848 w 1147096"/>
              <a:gd name="connsiteY12" fmla="*/ 13223 h 2333145"/>
              <a:gd name="connsiteX13" fmla="*/ 30988 w 1147096"/>
              <a:gd name="connsiteY13" fmla="*/ 64904 h 2333145"/>
              <a:gd name="connsiteX14" fmla="*/ 0 w 1147096"/>
              <a:gd name="connsiteY14" fmla="*/ 185286 h 2333145"/>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306758 w 1225190"/>
              <a:gd name="connsiteY11" fmla="*/ 100756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43281 w 1225190"/>
              <a:gd name="connsiteY9" fmla="*/ 401906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550010 w 1225190"/>
              <a:gd name="connsiteY10" fmla="*/ 362454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29096 w 1225190"/>
              <a:gd name="connsiteY4" fmla="*/ 1483511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25190"/>
              <a:gd name="connsiteY0" fmla="*/ 2393997 h 2393997"/>
              <a:gd name="connsiteX1" fmla="*/ 727416 w 1225190"/>
              <a:gd name="connsiteY1" fmla="*/ 2350938 h 2393997"/>
              <a:gd name="connsiteX2" fmla="*/ 1030547 w 1225190"/>
              <a:gd name="connsiteY2" fmla="*/ 2062708 h 2393997"/>
              <a:gd name="connsiteX3" fmla="*/ 1067492 w 1225190"/>
              <a:gd name="connsiteY3" fmla="*/ 1745215 h 2393997"/>
              <a:gd name="connsiteX4" fmla="*/ 1072610 w 1225190"/>
              <a:gd name="connsiteY4" fmla="*/ 1544106 h 2393997"/>
              <a:gd name="connsiteX5" fmla="*/ 1225190 w 1225190"/>
              <a:gd name="connsiteY5" fmla="*/ 1187419 h 2393997"/>
              <a:gd name="connsiteX6" fmla="*/ 1158025 w 1225190"/>
              <a:gd name="connsiteY6" fmla="*/ 824990 h 2393997"/>
              <a:gd name="connsiteX7" fmla="*/ 1122744 w 1225190"/>
              <a:gd name="connsiteY7" fmla="*/ 578825 h 2393997"/>
              <a:gd name="connsiteX8" fmla="*/ 946562 w 1225190"/>
              <a:gd name="connsiteY8" fmla="*/ 416221 h 2393997"/>
              <a:gd name="connsiteX9" fmla="*/ 725176 w 1225190"/>
              <a:gd name="connsiteY9" fmla="*/ 315939 h 2393997"/>
              <a:gd name="connsiteX10" fmla="*/ 471270 w 1225190"/>
              <a:gd name="connsiteY10" fmla="*/ 370781 h 2393997"/>
              <a:gd name="connsiteX11" fmla="*/ 291183 w 1225190"/>
              <a:gd name="connsiteY11" fmla="*/ 57185 h 2393997"/>
              <a:gd name="connsiteX12" fmla="*/ 151942 w 1225190"/>
              <a:gd name="connsiteY12" fmla="*/ 74075 h 2393997"/>
              <a:gd name="connsiteX13" fmla="*/ 109082 w 1225190"/>
              <a:gd name="connsiteY13" fmla="*/ 125756 h 2393997"/>
              <a:gd name="connsiteX14" fmla="*/ 0 w 1225190"/>
              <a:gd name="connsiteY14" fmla="*/ 10583 h 2393997"/>
              <a:gd name="connsiteX0" fmla="*/ 689048 w 1244250"/>
              <a:gd name="connsiteY0" fmla="*/ 2393997 h 2393997"/>
              <a:gd name="connsiteX1" fmla="*/ 727416 w 1244250"/>
              <a:gd name="connsiteY1" fmla="*/ 2350938 h 2393997"/>
              <a:gd name="connsiteX2" fmla="*/ 1030547 w 1244250"/>
              <a:gd name="connsiteY2" fmla="*/ 2062708 h 2393997"/>
              <a:gd name="connsiteX3" fmla="*/ 1067492 w 1244250"/>
              <a:gd name="connsiteY3" fmla="*/ 1745215 h 2393997"/>
              <a:gd name="connsiteX4" fmla="*/ 1072610 w 1244250"/>
              <a:gd name="connsiteY4" fmla="*/ 1544106 h 2393997"/>
              <a:gd name="connsiteX5" fmla="*/ 1244250 w 1244250"/>
              <a:gd name="connsiteY5" fmla="*/ 1242639 h 2393997"/>
              <a:gd name="connsiteX6" fmla="*/ 1158025 w 1244250"/>
              <a:gd name="connsiteY6" fmla="*/ 824990 h 2393997"/>
              <a:gd name="connsiteX7" fmla="*/ 1122744 w 1244250"/>
              <a:gd name="connsiteY7" fmla="*/ 578825 h 2393997"/>
              <a:gd name="connsiteX8" fmla="*/ 946562 w 1244250"/>
              <a:gd name="connsiteY8" fmla="*/ 416221 h 2393997"/>
              <a:gd name="connsiteX9" fmla="*/ 725176 w 1244250"/>
              <a:gd name="connsiteY9" fmla="*/ 315939 h 2393997"/>
              <a:gd name="connsiteX10" fmla="*/ 471270 w 1244250"/>
              <a:gd name="connsiteY10" fmla="*/ 370781 h 2393997"/>
              <a:gd name="connsiteX11" fmla="*/ 291183 w 1244250"/>
              <a:gd name="connsiteY11" fmla="*/ 57185 h 2393997"/>
              <a:gd name="connsiteX12" fmla="*/ 151942 w 1244250"/>
              <a:gd name="connsiteY12" fmla="*/ 74075 h 2393997"/>
              <a:gd name="connsiteX13" fmla="*/ 109082 w 1244250"/>
              <a:gd name="connsiteY13" fmla="*/ 125756 h 2393997"/>
              <a:gd name="connsiteX14" fmla="*/ 0 w 1244250"/>
              <a:gd name="connsiteY14" fmla="*/ 10583 h 2393997"/>
              <a:gd name="connsiteX0" fmla="*/ 727416 w 1244250"/>
              <a:gd name="connsiteY0" fmla="*/ 2350938 h 2350938"/>
              <a:gd name="connsiteX1" fmla="*/ 1030547 w 1244250"/>
              <a:gd name="connsiteY1" fmla="*/ 2062708 h 2350938"/>
              <a:gd name="connsiteX2" fmla="*/ 1067492 w 1244250"/>
              <a:gd name="connsiteY2" fmla="*/ 1745215 h 2350938"/>
              <a:gd name="connsiteX3" fmla="*/ 1072610 w 1244250"/>
              <a:gd name="connsiteY3" fmla="*/ 1544106 h 2350938"/>
              <a:gd name="connsiteX4" fmla="*/ 1244250 w 1244250"/>
              <a:gd name="connsiteY4" fmla="*/ 1242639 h 2350938"/>
              <a:gd name="connsiteX5" fmla="*/ 1158025 w 1244250"/>
              <a:gd name="connsiteY5" fmla="*/ 824990 h 2350938"/>
              <a:gd name="connsiteX6" fmla="*/ 1122744 w 1244250"/>
              <a:gd name="connsiteY6" fmla="*/ 578825 h 2350938"/>
              <a:gd name="connsiteX7" fmla="*/ 946562 w 1244250"/>
              <a:gd name="connsiteY7" fmla="*/ 416221 h 2350938"/>
              <a:gd name="connsiteX8" fmla="*/ 725176 w 1244250"/>
              <a:gd name="connsiteY8" fmla="*/ 315939 h 2350938"/>
              <a:gd name="connsiteX9" fmla="*/ 471270 w 1244250"/>
              <a:gd name="connsiteY9" fmla="*/ 370781 h 2350938"/>
              <a:gd name="connsiteX10" fmla="*/ 291183 w 1244250"/>
              <a:gd name="connsiteY10" fmla="*/ 57185 h 2350938"/>
              <a:gd name="connsiteX11" fmla="*/ 151942 w 1244250"/>
              <a:gd name="connsiteY11" fmla="*/ 74075 h 2350938"/>
              <a:gd name="connsiteX12" fmla="*/ 109082 w 1244250"/>
              <a:gd name="connsiteY12" fmla="*/ 125756 h 2350938"/>
              <a:gd name="connsiteX13" fmla="*/ 0 w 1244250"/>
              <a:gd name="connsiteY13" fmla="*/ 10583 h 2350938"/>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2744 w 1244250"/>
              <a:gd name="connsiteY6" fmla="*/ 578825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21846 w 1244250"/>
              <a:gd name="connsiteY6" fmla="*/ 533402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721545 w 1244250"/>
              <a:gd name="connsiteY0" fmla="*/ 2416155 h 2416155"/>
              <a:gd name="connsiteX1" fmla="*/ 1030547 w 1244250"/>
              <a:gd name="connsiteY1" fmla="*/ 2062708 h 2416155"/>
              <a:gd name="connsiteX2" fmla="*/ 1067492 w 1244250"/>
              <a:gd name="connsiteY2" fmla="*/ 1745215 h 2416155"/>
              <a:gd name="connsiteX3" fmla="*/ 1072610 w 1244250"/>
              <a:gd name="connsiteY3" fmla="*/ 1544106 h 2416155"/>
              <a:gd name="connsiteX4" fmla="*/ 1244250 w 1244250"/>
              <a:gd name="connsiteY4" fmla="*/ 1242639 h 2416155"/>
              <a:gd name="connsiteX5" fmla="*/ 1158025 w 1244250"/>
              <a:gd name="connsiteY5" fmla="*/ 824990 h 2416155"/>
              <a:gd name="connsiteX6" fmla="*/ 1131166 w 1244250"/>
              <a:gd name="connsiteY6" fmla="*/ 530614 h 2416155"/>
              <a:gd name="connsiteX7" fmla="*/ 946562 w 1244250"/>
              <a:gd name="connsiteY7" fmla="*/ 416221 h 2416155"/>
              <a:gd name="connsiteX8" fmla="*/ 725176 w 1244250"/>
              <a:gd name="connsiteY8" fmla="*/ 315939 h 2416155"/>
              <a:gd name="connsiteX9" fmla="*/ 471270 w 1244250"/>
              <a:gd name="connsiteY9" fmla="*/ 370781 h 2416155"/>
              <a:gd name="connsiteX10" fmla="*/ 291183 w 1244250"/>
              <a:gd name="connsiteY10" fmla="*/ 57185 h 2416155"/>
              <a:gd name="connsiteX11" fmla="*/ 151942 w 1244250"/>
              <a:gd name="connsiteY11" fmla="*/ 74075 h 2416155"/>
              <a:gd name="connsiteX12" fmla="*/ 109082 w 1244250"/>
              <a:gd name="connsiteY12" fmla="*/ 125756 h 2416155"/>
              <a:gd name="connsiteX13" fmla="*/ 0 w 1244250"/>
              <a:gd name="connsiteY13" fmla="*/ 10583 h 2416155"/>
              <a:gd name="connsiteX0" fmla="*/ 612463 w 1135168"/>
              <a:gd name="connsiteY0" fmla="*/ 2374634 h 2374634"/>
              <a:gd name="connsiteX1" fmla="*/ 921465 w 1135168"/>
              <a:gd name="connsiteY1" fmla="*/ 2021187 h 2374634"/>
              <a:gd name="connsiteX2" fmla="*/ 958410 w 1135168"/>
              <a:gd name="connsiteY2" fmla="*/ 1703694 h 2374634"/>
              <a:gd name="connsiteX3" fmla="*/ 963528 w 1135168"/>
              <a:gd name="connsiteY3" fmla="*/ 1502585 h 2374634"/>
              <a:gd name="connsiteX4" fmla="*/ 1135168 w 1135168"/>
              <a:gd name="connsiteY4" fmla="*/ 1201118 h 2374634"/>
              <a:gd name="connsiteX5" fmla="*/ 1048943 w 1135168"/>
              <a:gd name="connsiteY5" fmla="*/ 783469 h 2374634"/>
              <a:gd name="connsiteX6" fmla="*/ 1022084 w 1135168"/>
              <a:gd name="connsiteY6" fmla="*/ 489093 h 2374634"/>
              <a:gd name="connsiteX7" fmla="*/ 837480 w 1135168"/>
              <a:gd name="connsiteY7" fmla="*/ 374700 h 2374634"/>
              <a:gd name="connsiteX8" fmla="*/ 616094 w 1135168"/>
              <a:gd name="connsiteY8" fmla="*/ 274418 h 2374634"/>
              <a:gd name="connsiteX9" fmla="*/ 362188 w 1135168"/>
              <a:gd name="connsiteY9" fmla="*/ 329260 h 2374634"/>
              <a:gd name="connsiteX10" fmla="*/ 182101 w 1135168"/>
              <a:gd name="connsiteY10" fmla="*/ 15664 h 2374634"/>
              <a:gd name="connsiteX11" fmla="*/ 42860 w 1135168"/>
              <a:gd name="connsiteY11" fmla="*/ 32554 h 2374634"/>
              <a:gd name="connsiteX12" fmla="*/ 0 w 1135168"/>
              <a:gd name="connsiteY12" fmla="*/ 84235 h 2374634"/>
              <a:gd name="connsiteX0" fmla="*/ 569603 w 1092308"/>
              <a:gd name="connsiteY0" fmla="*/ 2374634 h 2374634"/>
              <a:gd name="connsiteX1" fmla="*/ 878605 w 1092308"/>
              <a:gd name="connsiteY1" fmla="*/ 2021187 h 2374634"/>
              <a:gd name="connsiteX2" fmla="*/ 915550 w 1092308"/>
              <a:gd name="connsiteY2" fmla="*/ 1703694 h 2374634"/>
              <a:gd name="connsiteX3" fmla="*/ 920668 w 1092308"/>
              <a:gd name="connsiteY3" fmla="*/ 1502585 h 2374634"/>
              <a:gd name="connsiteX4" fmla="*/ 1092308 w 1092308"/>
              <a:gd name="connsiteY4" fmla="*/ 1201118 h 2374634"/>
              <a:gd name="connsiteX5" fmla="*/ 1006083 w 1092308"/>
              <a:gd name="connsiteY5" fmla="*/ 783469 h 2374634"/>
              <a:gd name="connsiteX6" fmla="*/ 979224 w 1092308"/>
              <a:gd name="connsiteY6" fmla="*/ 489093 h 2374634"/>
              <a:gd name="connsiteX7" fmla="*/ 794620 w 1092308"/>
              <a:gd name="connsiteY7" fmla="*/ 374700 h 2374634"/>
              <a:gd name="connsiteX8" fmla="*/ 573234 w 1092308"/>
              <a:gd name="connsiteY8" fmla="*/ 274418 h 2374634"/>
              <a:gd name="connsiteX9" fmla="*/ 319328 w 1092308"/>
              <a:gd name="connsiteY9" fmla="*/ 329260 h 2374634"/>
              <a:gd name="connsiteX10" fmla="*/ 139241 w 1092308"/>
              <a:gd name="connsiteY10" fmla="*/ 15664 h 2374634"/>
              <a:gd name="connsiteX11" fmla="*/ 0 w 1092308"/>
              <a:gd name="connsiteY11" fmla="*/ 32554 h 2374634"/>
              <a:gd name="connsiteX0" fmla="*/ 430362 w 953067"/>
              <a:gd name="connsiteY0" fmla="*/ 2358970 h 2358970"/>
              <a:gd name="connsiteX1" fmla="*/ 739364 w 953067"/>
              <a:gd name="connsiteY1" fmla="*/ 2005523 h 2358970"/>
              <a:gd name="connsiteX2" fmla="*/ 776309 w 953067"/>
              <a:gd name="connsiteY2" fmla="*/ 1688030 h 2358970"/>
              <a:gd name="connsiteX3" fmla="*/ 781427 w 953067"/>
              <a:gd name="connsiteY3" fmla="*/ 1486921 h 2358970"/>
              <a:gd name="connsiteX4" fmla="*/ 953067 w 953067"/>
              <a:gd name="connsiteY4" fmla="*/ 1185454 h 2358970"/>
              <a:gd name="connsiteX5" fmla="*/ 866842 w 953067"/>
              <a:gd name="connsiteY5" fmla="*/ 767805 h 2358970"/>
              <a:gd name="connsiteX6" fmla="*/ 839983 w 953067"/>
              <a:gd name="connsiteY6" fmla="*/ 473429 h 2358970"/>
              <a:gd name="connsiteX7" fmla="*/ 655379 w 953067"/>
              <a:gd name="connsiteY7" fmla="*/ 359036 h 2358970"/>
              <a:gd name="connsiteX8" fmla="*/ 433993 w 953067"/>
              <a:gd name="connsiteY8" fmla="*/ 258754 h 2358970"/>
              <a:gd name="connsiteX9" fmla="*/ 180087 w 953067"/>
              <a:gd name="connsiteY9" fmla="*/ 313596 h 2358970"/>
              <a:gd name="connsiteX10" fmla="*/ 0 w 953067"/>
              <a:gd name="connsiteY10" fmla="*/ 0 h 2358970"/>
              <a:gd name="connsiteX0" fmla="*/ 491026 w 1013731"/>
              <a:gd name="connsiteY0" fmla="*/ 2494304 h 2494304"/>
              <a:gd name="connsiteX1" fmla="*/ 800028 w 1013731"/>
              <a:gd name="connsiteY1" fmla="*/ 2140857 h 2494304"/>
              <a:gd name="connsiteX2" fmla="*/ 836973 w 1013731"/>
              <a:gd name="connsiteY2" fmla="*/ 1823364 h 2494304"/>
              <a:gd name="connsiteX3" fmla="*/ 842091 w 1013731"/>
              <a:gd name="connsiteY3" fmla="*/ 1622255 h 2494304"/>
              <a:gd name="connsiteX4" fmla="*/ 1013731 w 1013731"/>
              <a:gd name="connsiteY4" fmla="*/ 1320788 h 2494304"/>
              <a:gd name="connsiteX5" fmla="*/ 927506 w 1013731"/>
              <a:gd name="connsiteY5" fmla="*/ 903139 h 2494304"/>
              <a:gd name="connsiteX6" fmla="*/ 900647 w 1013731"/>
              <a:gd name="connsiteY6" fmla="*/ 608763 h 2494304"/>
              <a:gd name="connsiteX7" fmla="*/ 716043 w 1013731"/>
              <a:gd name="connsiteY7" fmla="*/ 494370 h 2494304"/>
              <a:gd name="connsiteX8" fmla="*/ 494657 w 1013731"/>
              <a:gd name="connsiteY8" fmla="*/ 394088 h 2494304"/>
              <a:gd name="connsiteX9" fmla="*/ 240751 w 1013731"/>
              <a:gd name="connsiteY9" fmla="*/ 448930 h 2494304"/>
              <a:gd name="connsiteX10" fmla="*/ 0 w 1013731"/>
              <a:gd name="connsiteY10" fmla="*/ 0 h 2494304"/>
              <a:gd name="connsiteX0" fmla="*/ 491026 w 1013731"/>
              <a:gd name="connsiteY0" fmla="*/ 2494304 h 2494304"/>
              <a:gd name="connsiteX1" fmla="*/ 800028 w 1013731"/>
              <a:gd name="connsiteY1" fmla="*/ 2140857 h 2494304"/>
              <a:gd name="connsiteX2" fmla="*/ 836973 w 1013731"/>
              <a:gd name="connsiteY2" fmla="*/ 1823364 h 2494304"/>
              <a:gd name="connsiteX3" fmla="*/ 842091 w 1013731"/>
              <a:gd name="connsiteY3" fmla="*/ 1622255 h 2494304"/>
              <a:gd name="connsiteX4" fmla="*/ 1013731 w 1013731"/>
              <a:gd name="connsiteY4" fmla="*/ 1320788 h 2494304"/>
              <a:gd name="connsiteX5" fmla="*/ 927506 w 1013731"/>
              <a:gd name="connsiteY5" fmla="*/ 903139 h 2494304"/>
              <a:gd name="connsiteX6" fmla="*/ 900647 w 1013731"/>
              <a:gd name="connsiteY6" fmla="*/ 608763 h 2494304"/>
              <a:gd name="connsiteX7" fmla="*/ 716043 w 1013731"/>
              <a:gd name="connsiteY7" fmla="*/ 494370 h 2494304"/>
              <a:gd name="connsiteX8" fmla="*/ 494657 w 1013731"/>
              <a:gd name="connsiteY8" fmla="*/ 394088 h 2494304"/>
              <a:gd name="connsiteX9" fmla="*/ 242301 w 1013731"/>
              <a:gd name="connsiteY9" fmla="*/ 330590 h 2494304"/>
              <a:gd name="connsiteX10" fmla="*/ 0 w 1013731"/>
              <a:gd name="connsiteY10" fmla="*/ 0 h 2494304"/>
              <a:gd name="connsiteX0" fmla="*/ 491026 w 1013731"/>
              <a:gd name="connsiteY0" fmla="*/ 2494304 h 2494304"/>
              <a:gd name="connsiteX1" fmla="*/ 800028 w 1013731"/>
              <a:gd name="connsiteY1" fmla="*/ 2140857 h 2494304"/>
              <a:gd name="connsiteX2" fmla="*/ 836973 w 1013731"/>
              <a:gd name="connsiteY2" fmla="*/ 1823364 h 2494304"/>
              <a:gd name="connsiteX3" fmla="*/ 842091 w 1013731"/>
              <a:gd name="connsiteY3" fmla="*/ 1622255 h 2494304"/>
              <a:gd name="connsiteX4" fmla="*/ 1013731 w 1013731"/>
              <a:gd name="connsiteY4" fmla="*/ 1320788 h 2494304"/>
              <a:gd name="connsiteX5" fmla="*/ 927506 w 1013731"/>
              <a:gd name="connsiteY5" fmla="*/ 903139 h 2494304"/>
              <a:gd name="connsiteX6" fmla="*/ 900647 w 1013731"/>
              <a:gd name="connsiteY6" fmla="*/ 608763 h 2494304"/>
              <a:gd name="connsiteX7" fmla="*/ 736649 w 1013731"/>
              <a:gd name="connsiteY7" fmla="*/ 464839 h 2494304"/>
              <a:gd name="connsiteX8" fmla="*/ 494657 w 1013731"/>
              <a:gd name="connsiteY8" fmla="*/ 394088 h 2494304"/>
              <a:gd name="connsiteX9" fmla="*/ 242301 w 1013731"/>
              <a:gd name="connsiteY9" fmla="*/ 330590 h 2494304"/>
              <a:gd name="connsiteX10" fmla="*/ 0 w 1013731"/>
              <a:gd name="connsiteY10" fmla="*/ 0 h 2494304"/>
              <a:gd name="connsiteX0" fmla="*/ 491026 w 1013731"/>
              <a:gd name="connsiteY0" fmla="*/ 2494304 h 2494304"/>
              <a:gd name="connsiteX1" fmla="*/ 800028 w 1013731"/>
              <a:gd name="connsiteY1" fmla="*/ 2140857 h 2494304"/>
              <a:gd name="connsiteX2" fmla="*/ 836973 w 1013731"/>
              <a:gd name="connsiteY2" fmla="*/ 1823364 h 2494304"/>
              <a:gd name="connsiteX3" fmla="*/ 842091 w 1013731"/>
              <a:gd name="connsiteY3" fmla="*/ 1622255 h 2494304"/>
              <a:gd name="connsiteX4" fmla="*/ 1013731 w 1013731"/>
              <a:gd name="connsiteY4" fmla="*/ 1320788 h 2494304"/>
              <a:gd name="connsiteX5" fmla="*/ 927506 w 1013731"/>
              <a:gd name="connsiteY5" fmla="*/ 903139 h 2494304"/>
              <a:gd name="connsiteX6" fmla="*/ 946644 w 1013731"/>
              <a:gd name="connsiteY6" fmla="*/ 528890 h 2494304"/>
              <a:gd name="connsiteX7" fmla="*/ 736649 w 1013731"/>
              <a:gd name="connsiteY7" fmla="*/ 464839 h 2494304"/>
              <a:gd name="connsiteX8" fmla="*/ 494657 w 1013731"/>
              <a:gd name="connsiteY8" fmla="*/ 394088 h 2494304"/>
              <a:gd name="connsiteX9" fmla="*/ 242301 w 1013731"/>
              <a:gd name="connsiteY9" fmla="*/ 330590 h 2494304"/>
              <a:gd name="connsiteX10" fmla="*/ 0 w 1013731"/>
              <a:gd name="connsiteY10" fmla="*/ 0 h 2494304"/>
              <a:gd name="connsiteX0" fmla="*/ 491026 w 1013731"/>
              <a:gd name="connsiteY0" fmla="*/ 2494304 h 2494304"/>
              <a:gd name="connsiteX1" fmla="*/ 800028 w 1013731"/>
              <a:gd name="connsiteY1" fmla="*/ 2140857 h 2494304"/>
              <a:gd name="connsiteX2" fmla="*/ 836973 w 1013731"/>
              <a:gd name="connsiteY2" fmla="*/ 1823364 h 2494304"/>
              <a:gd name="connsiteX3" fmla="*/ 842091 w 1013731"/>
              <a:gd name="connsiteY3" fmla="*/ 1622255 h 2494304"/>
              <a:gd name="connsiteX4" fmla="*/ 1013731 w 1013731"/>
              <a:gd name="connsiteY4" fmla="*/ 1320788 h 2494304"/>
              <a:gd name="connsiteX5" fmla="*/ 971381 w 1013731"/>
              <a:gd name="connsiteY5" fmla="*/ 892592 h 2494304"/>
              <a:gd name="connsiteX6" fmla="*/ 946644 w 1013731"/>
              <a:gd name="connsiteY6" fmla="*/ 528890 h 2494304"/>
              <a:gd name="connsiteX7" fmla="*/ 736649 w 1013731"/>
              <a:gd name="connsiteY7" fmla="*/ 464839 h 2494304"/>
              <a:gd name="connsiteX8" fmla="*/ 494657 w 1013731"/>
              <a:gd name="connsiteY8" fmla="*/ 394088 h 2494304"/>
              <a:gd name="connsiteX9" fmla="*/ 242301 w 1013731"/>
              <a:gd name="connsiteY9" fmla="*/ 330590 h 2494304"/>
              <a:gd name="connsiteX10" fmla="*/ 0 w 1013731"/>
              <a:gd name="connsiteY10" fmla="*/ 0 h 2494304"/>
              <a:gd name="connsiteX0" fmla="*/ 489653 w 1013731"/>
              <a:gd name="connsiteY0" fmla="*/ 2556076 h 2556076"/>
              <a:gd name="connsiteX1" fmla="*/ 800028 w 1013731"/>
              <a:gd name="connsiteY1" fmla="*/ 2140857 h 2556076"/>
              <a:gd name="connsiteX2" fmla="*/ 836973 w 1013731"/>
              <a:gd name="connsiteY2" fmla="*/ 1823364 h 2556076"/>
              <a:gd name="connsiteX3" fmla="*/ 842091 w 1013731"/>
              <a:gd name="connsiteY3" fmla="*/ 1622255 h 2556076"/>
              <a:gd name="connsiteX4" fmla="*/ 1013731 w 1013731"/>
              <a:gd name="connsiteY4" fmla="*/ 1320788 h 2556076"/>
              <a:gd name="connsiteX5" fmla="*/ 971381 w 1013731"/>
              <a:gd name="connsiteY5" fmla="*/ 892592 h 2556076"/>
              <a:gd name="connsiteX6" fmla="*/ 946644 w 1013731"/>
              <a:gd name="connsiteY6" fmla="*/ 528890 h 2556076"/>
              <a:gd name="connsiteX7" fmla="*/ 736649 w 1013731"/>
              <a:gd name="connsiteY7" fmla="*/ 464839 h 2556076"/>
              <a:gd name="connsiteX8" fmla="*/ 494657 w 1013731"/>
              <a:gd name="connsiteY8" fmla="*/ 394088 h 2556076"/>
              <a:gd name="connsiteX9" fmla="*/ 242301 w 1013731"/>
              <a:gd name="connsiteY9" fmla="*/ 330590 h 2556076"/>
              <a:gd name="connsiteX10" fmla="*/ 0 w 1013731"/>
              <a:gd name="connsiteY10" fmla="*/ 0 h 255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3731" h="2556076">
                <a:moveTo>
                  <a:pt x="489653" y="2556076"/>
                </a:moveTo>
                <a:cubicBezTo>
                  <a:pt x="595263" y="2450800"/>
                  <a:pt x="742141" y="2262976"/>
                  <a:pt x="800028" y="2140857"/>
                </a:cubicBezTo>
                <a:cubicBezTo>
                  <a:pt x="857915" y="2018738"/>
                  <a:pt x="829962" y="1909798"/>
                  <a:pt x="836973" y="1823364"/>
                </a:cubicBezTo>
                <a:cubicBezTo>
                  <a:pt x="843984" y="1736930"/>
                  <a:pt x="839573" y="1696165"/>
                  <a:pt x="842091" y="1622255"/>
                </a:cubicBezTo>
                <a:cubicBezTo>
                  <a:pt x="846358" y="1496409"/>
                  <a:pt x="1014081" y="1446705"/>
                  <a:pt x="1013731" y="1320788"/>
                </a:cubicBezTo>
                <a:cubicBezTo>
                  <a:pt x="1013521" y="1225118"/>
                  <a:pt x="975578" y="988119"/>
                  <a:pt x="971381" y="892592"/>
                </a:cubicBezTo>
                <a:cubicBezTo>
                  <a:pt x="968654" y="830383"/>
                  <a:pt x="985766" y="600182"/>
                  <a:pt x="946644" y="528890"/>
                </a:cubicBezTo>
                <a:cubicBezTo>
                  <a:pt x="907522" y="457598"/>
                  <a:pt x="811980" y="487306"/>
                  <a:pt x="736649" y="464839"/>
                </a:cubicBezTo>
                <a:cubicBezTo>
                  <a:pt x="661318" y="442372"/>
                  <a:pt x="577048" y="416463"/>
                  <a:pt x="494657" y="394088"/>
                </a:cubicBezTo>
                <a:cubicBezTo>
                  <a:pt x="412266" y="371713"/>
                  <a:pt x="324744" y="396271"/>
                  <a:pt x="242301" y="330590"/>
                </a:cubicBezTo>
                <a:cubicBezTo>
                  <a:pt x="159858" y="264909"/>
                  <a:pt x="73489" y="39449"/>
                  <a:pt x="0" y="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15BDF3B1-7DE6-1EE7-525E-C54753AE869C}"/>
              </a:ext>
            </a:extLst>
          </p:cNvPr>
          <p:cNvSpPr/>
          <p:nvPr userDrawn="1"/>
        </p:nvSpPr>
        <p:spPr>
          <a:xfrm rot="15476216" flipH="1">
            <a:off x="2532275" y="-762630"/>
            <a:ext cx="848723" cy="1937327"/>
          </a:xfrm>
          <a:custGeom>
            <a:avLst/>
            <a:gdLst>
              <a:gd name="connsiteX0" fmla="*/ 1620886 w 2058039"/>
              <a:gd name="connsiteY0" fmla="*/ 1940306 h 1940306"/>
              <a:gd name="connsiteX1" fmla="*/ 0 w 2058039"/>
              <a:gd name="connsiteY1" fmla="*/ 1940306 h 1940306"/>
              <a:gd name="connsiteX2" fmla="*/ 4023 w 2058039"/>
              <a:gd name="connsiteY2" fmla="*/ 1931975 h 1940306"/>
              <a:gd name="connsiteX3" fmla="*/ 35315 w 2058039"/>
              <a:gd name="connsiteY3" fmla="*/ 1830687 h 1940306"/>
              <a:gd name="connsiteX4" fmla="*/ 109241 w 2058039"/>
              <a:gd name="connsiteY4" fmla="*/ 1467230 h 1940306"/>
              <a:gd name="connsiteX5" fmla="*/ 124968 w 2058039"/>
              <a:gd name="connsiteY5" fmla="*/ 1230947 h 1940306"/>
              <a:gd name="connsiteX6" fmla="*/ 203387 w 2058039"/>
              <a:gd name="connsiteY6" fmla="*/ 923660 h 1940306"/>
              <a:gd name="connsiteX7" fmla="*/ 404945 w 2058039"/>
              <a:gd name="connsiteY7" fmla="*/ 642803 h 1940306"/>
              <a:gd name="connsiteX8" fmla="*/ 774468 w 2058039"/>
              <a:gd name="connsiteY8" fmla="*/ 330546 h 1940306"/>
              <a:gd name="connsiteX9" fmla="*/ 1197696 w 2058039"/>
              <a:gd name="connsiteY9" fmla="*/ 71147 h 1940306"/>
              <a:gd name="connsiteX10" fmla="*/ 1448466 w 2058039"/>
              <a:gd name="connsiteY10" fmla="*/ 1722 h 1940306"/>
              <a:gd name="connsiteX11" fmla="*/ 1723950 w 2058039"/>
              <a:gd name="connsiteY11" fmla="*/ 44719 h 1940306"/>
              <a:gd name="connsiteX12" fmla="*/ 1952360 w 2058039"/>
              <a:gd name="connsiteY12" fmla="*/ 241319 h 1940306"/>
              <a:gd name="connsiteX13" fmla="*/ 1976966 w 2058039"/>
              <a:gd name="connsiteY13" fmla="*/ 599885 h 1940306"/>
              <a:gd name="connsiteX14" fmla="*/ 2037412 w 2058039"/>
              <a:gd name="connsiteY14" fmla="*/ 925395 h 1940306"/>
              <a:gd name="connsiteX15" fmla="*/ 2053139 w 2058039"/>
              <a:gd name="connsiteY15" fmla="*/ 1222821 h 1940306"/>
              <a:gd name="connsiteX16" fmla="*/ 1952360 w 2058039"/>
              <a:gd name="connsiteY16" fmla="*/ 1540047 h 1940306"/>
              <a:gd name="connsiteX17" fmla="*/ 1714963 w 2058039"/>
              <a:gd name="connsiteY17" fmla="*/ 1863901 h 1940306"/>
              <a:gd name="connsiteX0" fmla="*/ 1620886 w 2058039"/>
              <a:gd name="connsiteY0" fmla="*/ 1940306 h 2031746"/>
              <a:gd name="connsiteX1" fmla="*/ 0 w 2058039"/>
              <a:gd name="connsiteY1" fmla="*/ 1940306 h 2031746"/>
              <a:gd name="connsiteX2" fmla="*/ 4023 w 2058039"/>
              <a:gd name="connsiteY2" fmla="*/ 1931975 h 2031746"/>
              <a:gd name="connsiteX3" fmla="*/ 35315 w 2058039"/>
              <a:gd name="connsiteY3" fmla="*/ 1830687 h 2031746"/>
              <a:gd name="connsiteX4" fmla="*/ 109241 w 2058039"/>
              <a:gd name="connsiteY4" fmla="*/ 1467230 h 2031746"/>
              <a:gd name="connsiteX5" fmla="*/ 124968 w 2058039"/>
              <a:gd name="connsiteY5" fmla="*/ 1230947 h 2031746"/>
              <a:gd name="connsiteX6" fmla="*/ 203387 w 2058039"/>
              <a:gd name="connsiteY6" fmla="*/ 923660 h 2031746"/>
              <a:gd name="connsiteX7" fmla="*/ 404945 w 2058039"/>
              <a:gd name="connsiteY7" fmla="*/ 642803 h 2031746"/>
              <a:gd name="connsiteX8" fmla="*/ 774468 w 2058039"/>
              <a:gd name="connsiteY8" fmla="*/ 330546 h 2031746"/>
              <a:gd name="connsiteX9" fmla="*/ 1197696 w 2058039"/>
              <a:gd name="connsiteY9" fmla="*/ 71147 h 2031746"/>
              <a:gd name="connsiteX10" fmla="*/ 1448466 w 2058039"/>
              <a:gd name="connsiteY10" fmla="*/ 1722 h 2031746"/>
              <a:gd name="connsiteX11" fmla="*/ 1723950 w 2058039"/>
              <a:gd name="connsiteY11" fmla="*/ 44719 h 2031746"/>
              <a:gd name="connsiteX12" fmla="*/ 1952360 w 2058039"/>
              <a:gd name="connsiteY12" fmla="*/ 241319 h 2031746"/>
              <a:gd name="connsiteX13" fmla="*/ 1976966 w 2058039"/>
              <a:gd name="connsiteY13" fmla="*/ 599885 h 2031746"/>
              <a:gd name="connsiteX14" fmla="*/ 2037412 w 2058039"/>
              <a:gd name="connsiteY14" fmla="*/ 925395 h 2031746"/>
              <a:gd name="connsiteX15" fmla="*/ 2053139 w 2058039"/>
              <a:gd name="connsiteY15" fmla="*/ 1222821 h 2031746"/>
              <a:gd name="connsiteX16" fmla="*/ 1952360 w 2058039"/>
              <a:gd name="connsiteY16" fmla="*/ 1540047 h 2031746"/>
              <a:gd name="connsiteX17" fmla="*/ 1714963 w 2058039"/>
              <a:gd name="connsiteY17" fmla="*/ 1863901 h 2031746"/>
              <a:gd name="connsiteX18" fmla="*/ 1712326 w 2058039"/>
              <a:gd name="connsiteY18" fmla="*/ 2031746 h 2031746"/>
              <a:gd name="connsiteX0" fmla="*/ 0 w 2058039"/>
              <a:gd name="connsiteY0" fmla="*/ 1940306 h 2031746"/>
              <a:gd name="connsiteX1" fmla="*/ 4023 w 2058039"/>
              <a:gd name="connsiteY1" fmla="*/ 1931975 h 2031746"/>
              <a:gd name="connsiteX2" fmla="*/ 35315 w 2058039"/>
              <a:gd name="connsiteY2" fmla="*/ 1830687 h 2031746"/>
              <a:gd name="connsiteX3" fmla="*/ 109241 w 2058039"/>
              <a:gd name="connsiteY3" fmla="*/ 1467230 h 2031746"/>
              <a:gd name="connsiteX4" fmla="*/ 124968 w 2058039"/>
              <a:gd name="connsiteY4" fmla="*/ 1230947 h 2031746"/>
              <a:gd name="connsiteX5" fmla="*/ 203387 w 2058039"/>
              <a:gd name="connsiteY5" fmla="*/ 923660 h 2031746"/>
              <a:gd name="connsiteX6" fmla="*/ 404945 w 2058039"/>
              <a:gd name="connsiteY6" fmla="*/ 642803 h 2031746"/>
              <a:gd name="connsiteX7" fmla="*/ 774468 w 2058039"/>
              <a:gd name="connsiteY7" fmla="*/ 330546 h 2031746"/>
              <a:gd name="connsiteX8" fmla="*/ 1197696 w 2058039"/>
              <a:gd name="connsiteY8" fmla="*/ 71147 h 2031746"/>
              <a:gd name="connsiteX9" fmla="*/ 1448466 w 2058039"/>
              <a:gd name="connsiteY9" fmla="*/ 1722 h 2031746"/>
              <a:gd name="connsiteX10" fmla="*/ 1723950 w 2058039"/>
              <a:gd name="connsiteY10" fmla="*/ 44719 h 2031746"/>
              <a:gd name="connsiteX11" fmla="*/ 1952360 w 2058039"/>
              <a:gd name="connsiteY11" fmla="*/ 241319 h 2031746"/>
              <a:gd name="connsiteX12" fmla="*/ 1976966 w 2058039"/>
              <a:gd name="connsiteY12" fmla="*/ 599885 h 2031746"/>
              <a:gd name="connsiteX13" fmla="*/ 2037412 w 2058039"/>
              <a:gd name="connsiteY13" fmla="*/ 925395 h 2031746"/>
              <a:gd name="connsiteX14" fmla="*/ 2053139 w 2058039"/>
              <a:gd name="connsiteY14" fmla="*/ 1222821 h 2031746"/>
              <a:gd name="connsiteX15" fmla="*/ 1952360 w 2058039"/>
              <a:gd name="connsiteY15" fmla="*/ 1540047 h 2031746"/>
              <a:gd name="connsiteX16" fmla="*/ 1714963 w 2058039"/>
              <a:gd name="connsiteY16" fmla="*/ 1863901 h 2031746"/>
              <a:gd name="connsiteX17" fmla="*/ 1712326 w 2058039"/>
              <a:gd name="connsiteY17" fmla="*/ 2031746 h 203174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714963 w 2058039"/>
              <a:gd name="connsiteY16" fmla="*/ 1863901 h 1940306"/>
              <a:gd name="connsiteX0" fmla="*/ 0 w 2058039"/>
              <a:gd name="connsiteY0" fmla="*/ 1940306 h 1940306"/>
              <a:gd name="connsiteX1" fmla="*/ 4023 w 2058039"/>
              <a:gd name="connsiteY1" fmla="*/ 1931975 h 1940306"/>
              <a:gd name="connsiteX2" fmla="*/ 35315 w 2058039"/>
              <a:gd name="connsiteY2" fmla="*/ 1830687 h 1940306"/>
              <a:gd name="connsiteX3" fmla="*/ 109241 w 2058039"/>
              <a:gd name="connsiteY3" fmla="*/ 1467230 h 1940306"/>
              <a:gd name="connsiteX4" fmla="*/ 124968 w 2058039"/>
              <a:gd name="connsiteY4" fmla="*/ 1230947 h 1940306"/>
              <a:gd name="connsiteX5" fmla="*/ 203387 w 2058039"/>
              <a:gd name="connsiteY5" fmla="*/ 923660 h 1940306"/>
              <a:gd name="connsiteX6" fmla="*/ 404945 w 2058039"/>
              <a:gd name="connsiteY6" fmla="*/ 642803 h 1940306"/>
              <a:gd name="connsiteX7" fmla="*/ 774468 w 2058039"/>
              <a:gd name="connsiteY7" fmla="*/ 330546 h 1940306"/>
              <a:gd name="connsiteX8" fmla="*/ 1197696 w 2058039"/>
              <a:gd name="connsiteY8" fmla="*/ 71147 h 1940306"/>
              <a:gd name="connsiteX9" fmla="*/ 1448466 w 2058039"/>
              <a:gd name="connsiteY9" fmla="*/ 1722 h 1940306"/>
              <a:gd name="connsiteX10" fmla="*/ 1723950 w 2058039"/>
              <a:gd name="connsiteY10" fmla="*/ 44719 h 1940306"/>
              <a:gd name="connsiteX11" fmla="*/ 1952360 w 2058039"/>
              <a:gd name="connsiteY11" fmla="*/ 241319 h 1940306"/>
              <a:gd name="connsiteX12" fmla="*/ 1976966 w 2058039"/>
              <a:gd name="connsiteY12" fmla="*/ 599885 h 1940306"/>
              <a:gd name="connsiteX13" fmla="*/ 2037412 w 2058039"/>
              <a:gd name="connsiteY13" fmla="*/ 925395 h 1940306"/>
              <a:gd name="connsiteX14" fmla="*/ 2053139 w 2058039"/>
              <a:gd name="connsiteY14" fmla="*/ 1222821 h 1940306"/>
              <a:gd name="connsiteX15" fmla="*/ 1952360 w 2058039"/>
              <a:gd name="connsiteY15" fmla="*/ 1540047 h 1940306"/>
              <a:gd name="connsiteX16" fmla="*/ 1584998 w 2058039"/>
              <a:gd name="connsiteY16" fmla="*/ 1901034 h 1940306"/>
              <a:gd name="connsiteX0" fmla="*/ 0 w 2058039"/>
              <a:gd name="connsiteY0" fmla="*/ 1940306 h 2057019"/>
              <a:gd name="connsiteX1" fmla="*/ 4023 w 2058039"/>
              <a:gd name="connsiteY1" fmla="*/ 1931975 h 2057019"/>
              <a:gd name="connsiteX2" fmla="*/ 35315 w 2058039"/>
              <a:gd name="connsiteY2" fmla="*/ 1830687 h 2057019"/>
              <a:gd name="connsiteX3" fmla="*/ 109241 w 2058039"/>
              <a:gd name="connsiteY3" fmla="*/ 1467230 h 2057019"/>
              <a:gd name="connsiteX4" fmla="*/ 124968 w 2058039"/>
              <a:gd name="connsiteY4" fmla="*/ 1230947 h 2057019"/>
              <a:gd name="connsiteX5" fmla="*/ 203387 w 2058039"/>
              <a:gd name="connsiteY5" fmla="*/ 923660 h 2057019"/>
              <a:gd name="connsiteX6" fmla="*/ 404945 w 2058039"/>
              <a:gd name="connsiteY6" fmla="*/ 642803 h 2057019"/>
              <a:gd name="connsiteX7" fmla="*/ 774468 w 2058039"/>
              <a:gd name="connsiteY7" fmla="*/ 330546 h 2057019"/>
              <a:gd name="connsiteX8" fmla="*/ 1197696 w 2058039"/>
              <a:gd name="connsiteY8" fmla="*/ 71147 h 2057019"/>
              <a:gd name="connsiteX9" fmla="*/ 1448466 w 2058039"/>
              <a:gd name="connsiteY9" fmla="*/ 1722 h 2057019"/>
              <a:gd name="connsiteX10" fmla="*/ 1723950 w 2058039"/>
              <a:gd name="connsiteY10" fmla="*/ 44719 h 2057019"/>
              <a:gd name="connsiteX11" fmla="*/ 1952360 w 2058039"/>
              <a:gd name="connsiteY11" fmla="*/ 241319 h 2057019"/>
              <a:gd name="connsiteX12" fmla="*/ 1976966 w 2058039"/>
              <a:gd name="connsiteY12" fmla="*/ 599885 h 2057019"/>
              <a:gd name="connsiteX13" fmla="*/ 2037412 w 2058039"/>
              <a:gd name="connsiteY13" fmla="*/ 925395 h 2057019"/>
              <a:gd name="connsiteX14" fmla="*/ 2053139 w 2058039"/>
              <a:gd name="connsiteY14" fmla="*/ 1222821 h 2057019"/>
              <a:gd name="connsiteX15" fmla="*/ 1952360 w 2058039"/>
              <a:gd name="connsiteY15" fmla="*/ 1540047 h 2057019"/>
              <a:gd name="connsiteX16" fmla="*/ 1436465 w 2058039"/>
              <a:gd name="connsiteY16" fmla="*/ 2057019 h 2057019"/>
              <a:gd name="connsiteX0" fmla="*/ 0 w 2058039"/>
              <a:gd name="connsiteY0" fmla="*/ 1940306 h 2057019"/>
              <a:gd name="connsiteX1" fmla="*/ 4023 w 2058039"/>
              <a:gd name="connsiteY1" fmla="*/ 1931975 h 2057019"/>
              <a:gd name="connsiteX2" fmla="*/ 109241 w 2058039"/>
              <a:gd name="connsiteY2" fmla="*/ 1467230 h 2057019"/>
              <a:gd name="connsiteX3" fmla="*/ 124968 w 2058039"/>
              <a:gd name="connsiteY3" fmla="*/ 1230947 h 2057019"/>
              <a:gd name="connsiteX4" fmla="*/ 203387 w 2058039"/>
              <a:gd name="connsiteY4" fmla="*/ 923660 h 2057019"/>
              <a:gd name="connsiteX5" fmla="*/ 404945 w 2058039"/>
              <a:gd name="connsiteY5" fmla="*/ 642803 h 2057019"/>
              <a:gd name="connsiteX6" fmla="*/ 774468 w 2058039"/>
              <a:gd name="connsiteY6" fmla="*/ 330546 h 2057019"/>
              <a:gd name="connsiteX7" fmla="*/ 1197696 w 2058039"/>
              <a:gd name="connsiteY7" fmla="*/ 71147 h 2057019"/>
              <a:gd name="connsiteX8" fmla="*/ 1448466 w 2058039"/>
              <a:gd name="connsiteY8" fmla="*/ 1722 h 2057019"/>
              <a:gd name="connsiteX9" fmla="*/ 1723950 w 2058039"/>
              <a:gd name="connsiteY9" fmla="*/ 44719 h 2057019"/>
              <a:gd name="connsiteX10" fmla="*/ 1952360 w 2058039"/>
              <a:gd name="connsiteY10" fmla="*/ 241319 h 2057019"/>
              <a:gd name="connsiteX11" fmla="*/ 1976966 w 2058039"/>
              <a:gd name="connsiteY11" fmla="*/ 599885 h 2057019"/>
              <a:gd name="connsiteX12" fmla="*/ 2037412 w 2058039"/>
              <a:gd name="connsiteY12" fmla="*/ 925395 h 2057019"/>
              <a:gd name="connsiteX13" fmla="*/ 2053139 w 2058039"/>
              <a:gd name="connsiteY13" fmla="*/ 1222821 h 2057019"/>
              <a:gd name="connsiteX14" fmla="*/ 1952360 w 2058039"/>
              <a:gd name="connsiteY14" fmla="*/ 1540047 h 2057019"/>
              <a:gd name="connsiteX15" fmla="*/ 1436465 w 2058039"/>
              <a:gd name="connsiteY15" fmla="*/ 2057019 h 2057019"/>
              <a:gd name="connsiteX0" fmla="*/ 0 w 2058039"/>
              <a:gd name="connsiteY0" fmla="*/ 1940306 h 2057019"/>
              <a:gd name="connsiteX1" fmla="*/ 109241 w 2058039"/>
              <a:gd name="connsiteY1" fmla="*/ 1467230 h 2057019"/>
              <a:gd name="connsiteX2" fmla="*/ 124968 w 2058039"/>
              <a:gd name="connsiteY2" fmla="*/ 1230947 h 2057019"/>
              <a:gd name="connsiteX3" fmla="*/ 203387 w 2058039"/>
              <a:gd name="connsiteY3" fmla="*/ 923660 h 2057019"/>
              <a:gd name="connsiteX4" fmla="*/ 404945 w 2058039"/>
              <a:gd name="connsiteY4" fmla="*/ 642803 h 2057019"/>
              <a:gd name="connsiteX5" fmla="*/ 774468 w 2058039"/>
              <a:gd name="connsiteY5" fmla="*/ 330546 h 2057019"/>
              <a:gd name="connsiteX6" fmla="*/ 1197696 w 2058039"/>
              <a:gd name="connsiteY6" fmla="*/ 71147 h 2057019"/>
              <a:gd name="connsiteX7" fmla="*/ 1448466 w 2058039"/>
              <a:gd name="connsiteY7" fmla="*/ 1722 h 2057019"/>
              <a:gd name="connsiteX8" fmla="*/ 1723950 w 2058039"/>
              <a:gd name="connsiteY8" fmla="*/ 44719 h 2057019"/>
              <a:gd name="connsiteX9" fmla="*/ 1952360 w 2058039"/>
              <a:gd name="connsiteY9" fmla="*/ 241319 h 2057019"/>
              <a:gd name="connsiteX10" fmla="*/ 1976966 w 2058039"/>
              <a:gd name="connsiteY10" fmla="*/ 599885 h 2057019"/>
              <a:gd name="connsiteX11" fmla="*/ 2037412 w 2058039"/>
              <a:gd name="connsiteY11" fmla="*/ 925395 h 2057019"/>
              <a:gd name="connsiteX12" fmla="*/ 2053139 w 2058039"/>
              <a:gd name="connsiteY12" fmla="*/ 1222821 h 2057019"/>
              <a:gd name="connsiteX13" fmla="*/ 1952360 w 2058039"/>
              <a:gd name="connsiteY13" fmla="*/ 1540047 h 2057019"/>
              <a:gd name="connsiteX14" fmla="*/ 1436465 w 2058039"/>
              <a:gd name="connsiteY14" fmla="*/ 2057019 h 2057019"/>
              <a:gd name="connsiteX0" fmla="*/ 0 w 2058039"/>
              <a:gd name="connsiteY0" fmla="*/ 1940306 h 2057019"/>
              <a:gd name="connsiteX1" fmla="*/ 124968 w 2058039"/>
              <a:gd name="connsiteY1" fmla="*/ 1230947 h 2057019"/>
              <a:gd name="connsiteX2" fmla="*/ 203387 w 2058039"/>
              <a:gd name="connsiteY2" fmla="*/ 923660 h 2057019"/>
              <a:gd name="connsiteX3" fmla="*/ 404945 w 2058039"/>
              <a:gd name="connsiteY3" fmla="*/ 642803 h 2057019"/>
              <a:gd name="connsiteX4" fmla="*/ 774468 w 2058039"/>
              <a:gd name="connsiteY4" fmla="*/ 330546 h 2057019"/>
              <a:gd name="connsiteX5" fmla="*/ 1197696 w 2058039"/>
              <a:gd name="connsiteY5" fmla="*/ 71147 h 2057019"/>
              <a:gd name="connsiteX6" fmla="*/ 1448466 w 2058039"/>
              <a:gd name="connsiteY6" fmla="*/ 1722 h 2057019"/>
              <a:gd name="connsiteX7" fmla="*/ 1723950 w 2058039"/>
              <a:gd name="connsiteY7" fmla="*/ 44719 h 2057019"/>
              <a:gd name="connsiteX8" fmla="*/ 1952360 w 2058039"/>
              <a:gd name="connsiteY8" fmla="*/ 241319 h 2057019"/>
              <a:gd name="connsiteX9" fmla="*/ 1976966 w 2058039"/>
              <a:gd name="connsiteY9" fmla="*/ 599885 h 2057019"/>
              <a:gd name="connsiteX10" fmla="*/ 2037412 w 2058039"/>
              <a:gd name="connsiteY10" fmla="*/ 925395 h 2057019"/>
              <a:gd name="connsiteX11" fmla="*/ 2053139 w 2058039"/>
              <a:gd name="connsiteY11" fmla="*/ 1222821 h 2057019"/>
              <a:gd name="connsiteX12" fmla="*/ 1952360 w 2058039"/>
              <a:gd name="connsiteY12" fmla="*/ 1540047 h 2057019"/>
              <a:gd name="connsiteX13" fmla="*/ 1436465 w 2058039"/>
              <a:gd name="connsiteY13" fmla="*/ 2057019 h 2057019"/>
              <a:gd name="connsiteX0" fmla="*/ 1 w 1933072"/>
              <a:gd name="connsiteY0" fmla="*/ 1230947 h 2057019"/>
              <a:gd name="connsiteX1" fmla="*/ 78420 w 1933072"/>
              <a:gd name="connsiteY1" fmla="*/ 923660 h 2057019"/>
              <a:gd name="connsiteX2" fmla="*/ 279978 w 1933072"/>
              <a:gd name="connsiteY2" fmla="*/ 642803 h 2057019"/>
              <a:gd name="connsiteX3" fmla="*/ 649501 w 1933072"/>
              <a:gd name="connsiteY3" fmla="*/ 330546 h 2057019"/>
              <a:gd name="connsiteX4" fmla="*/ 1072729 w 1933072"/>
              <a:gd name="connsiteY4" fmla="*/ 71147 h 2057019"/>
              <a:gd name="connsiteX5" fmla="*/ 1323499 w 1933072"/>
              <a:gd name="connsiteY5" fmla="*/ 1722 h 2057019"/>
              <a:gd name="connsiteX6" fmla="*/ 1598983 w 1933072"/>
              <a:gd name="connsiteY6" fmla="*/ 44719 h 2057019"/>
              <a:gd name="connsiteX7" fmla="*/ 1827393 w 1933072"/>
              <a:gd name="connsiteY7" fmla="*/ 241319 h 2057019"/>
              <a:gd name="connsiteX8" fmla="*/ 1851999 w 1933072"/>
              <a:gd name="connsiteY8" fmla="*/ 599885 h 2057019"/>
              <a:gd name="connsiteX9" fmla="*/ 1912445 w 1933072"/>
              <a:gd name="connsiteY9" fmla="*/ 925395 h 2057019"/>
              <a:gd name="connsiteX10" fmla="*/ 1928172 w 1933072"/>
              <a:gd name="connsiteY10" fmla="*/ 1222821 h 2057019"/>
              <a:gd name="connsiteX11" fmla="*/ 1827393 w 1933072"/>
              <a:gd name="connsiteY11" fmla="*/ 1540047 h 2057019"/>
              <a:gd name="connsiteX12" fmla="*/ 1311498 w 1933072"/>
              <a:gd name="connsiteY12" fmla="*/ 2057019 h 2057019"/>
              <a:gd name="connsiteX0" fmla="*/ 1 w 1854653"/>
              <a:gd name="connsiteY0" fmla="*/ 923660 h 2057019"/>
              <a:gd name="connsiteX1" fmla="*/ 201559 w 1854653"/>
              <a:gd name="connsiteY1" fmla="*/ 642803 h 2057019"/>
              <a:gd name="connsiteX2" fmla="*/ 571082 w 1854653"/>
              <a:gd name="connsiteY2" fmla="*/ 330546 h 2057019"/>
              <a:gd name="connsiteX3" fmla="*/ 994310 w 1854653"/>
              <a:gd name="connsiteY3" fmla="*/ 71147 h 2057019"/>
              <a:gd name="connsiteX4" fmla="*/ 1245080 w 1854653"/>
              <a:gd name="connsiteY4" fmla="*/ 1722 h 2057019"/>
              <a:gd name="connsiteX5" fmla="*/ 1520564 w 1854653"/>
              <a:gd name="connsiteY5" fmla="*/ 44719 h 2057019"/>
              <a:gd name="connsiteX6" fmla="*/ 1748974 w 1854653"/>
              <a:gd name="connsiteY6" fmla="*/ 241319 h 2057019"/>
              <a:gd name="connsiteX7" fmla="*/ 1773580 w 1854653"/>
              <a:gd name="connsiteY7" fmla="*/ 599885 h 2057019"/>
              <a:gd name="connsiteX8" fmla="*/ 1834026 w 1854653"/>
              <a:gd name="connsiteY8" fmla="*/ 925395 h 2057019"/>
              <a:gd name="connsiteX9" fmla="*/ 1849753 w 1854653"/>
              <a:gd name="connsiteY9" fmla="*/ 1222821 h 2057019"/>
              <a:gd name="connsiteX10" fmla="*/ 1748974 w 1854653"/>
              <a:gd name="connsiteY10" fmla="*/ 1540047 h 2057019"/>
              <a:gd name="connsiteX11" fmla="*/ 1233079 w 1854653"/>
              <a:gd name="connsiteY11" fmla="*/ 2057019 h 2057019"/>
              <a:gd name="connsiteX0" fmla="*/ -1 w 1653093"/>
              <a:gd name="connsiteY0" fmla="*/ 642803 h 2057019"/>
              <a:gd name="connsiteX1" fmla="*/ 369522 w 1653093"/>
              <a:gd name="connsiteY1" fmla="*/ 330546 h 2057019"/>
              <a:gd name="connsiteX2" fmla="*/ 792750 w 1653093"/>
              <a:gd name="connsiteY2" fmla="*/ 71147 h 2057019"/>
              <a:gd name="connsiteX3" fmla="*/ 1043520 w 1653093"/>
              <a:gd name="connsiteY3" fmla="*/ 1722 h 2057019"/>
              <a:gd name="connsiteX4" fmla="*/ 1319004 w 1653093"/>
              <a:gd name="connsiteY4" fmla="*/ 44719 h 2057019"/>
              <a:gd name="connsiteX5" fmla="*/ 1547414 w 1653093"/>
              <a:gd name="connsiteY5" fmla="*/ 241319 h 2057019"/>
              <a:gd name="connsiteX6" fmla="*/ 1572020 w 1653093"/>
              <a:gd name="connsiteY6" fmla="*/ 599885 h 2057019"/>
              <a:gd name="connsiteX7" fmla="*/ 1632466 w 1653093"/>
              <a:gd name="connsiteY7" fmla="*/ 925395 h 2057019"/>
              <a:gd name="connsiteX8" fmla="*/ 1648193 w 1653093"/>
              <a:gd name="connsiteY8" fmla="*/ 1222821 h 2057019"/>
              <a:gd name="connsiteX9" fmla="*/ 1547414 w 1653093"/>
              <a:gd name="connsiteY9" fmla="*/ 1540047 h 2057019"/>
              <a:gd name="connsiteX10" fmla="*/ 1031519 w 1653093"/>
              <a:gd name="connsiteY10" fmla="*/ 2057019 h 2057019"/>
              <a:gd name="connsiteX0" fmla="*/ 0 w 1653094"/>
              <a:gd name="connsiteY0" fmla="*/ 888999 h 2303215"/>
              <a:gd name="connsiteX1" fmla="*/ 471510 w 1653094"/>
              <a:gd name="connsiteY1" fmla="*/ 16186 h 2303215"/>
              <a:gd name="connsiteX2" fmla="*/ 792751 w 1653094"/>
              <a:gd name="connsiteY2" fmla="*/ 317343 h 2303215"/>
              <a:gd name="connsiteX3" fmla="*/ 1043521 w 1653094"/>
              <a:gd name="connsiteY3" fmla="*/ 247918 h 2303215"/>
              <a:gd name="connsiteX4" fmla="*/ 1319005 w 1653094"/>
              <a:gd name="connsiteY4" fmla="*/ 290915 h 2303215"/>
              <a:gd name="connsiteX5" fmla="*/ 1547415 w 1653094"/>
              <a:gd name="connsiteY5" fmla="*/ 487515 h 2303215"/>
              <a:gd name="connsiteX6" fmla="*/ 1572021 w 1653094"/>
              <a:gd name="connsiteY6" fmla="*/ 846081 h 2303215"/>
              <a:gd name="connsiteX7" fmla="*/ 1632467 w 1653094"/>
              <a:gd name="connsiteY7" fmla="*/ 1171591 h 2303215"/>
              <a:gd name="connsiteX8" fmla="*/ 1648194 w 1653094"/>
              <a:gd name="connsiteY8" fmla="*/ 1469017 h 2303215"/>
              <a:gd name="connsiteX9" fmla="*/ 1547415 w 1653094"/>
              <a:gd name="connsiteY9" fmla="*/ 1786243 h 2303215"/>
              <a:gd name="connsiteX10" fmla="*/ 1031520 w 1653094"/>
              <a:gd name="connsiteY10" fmla="*/ 2303215 h 2303215"/>
              <a:gd name="connsiteX0" fmla="*/ 0 w 1344195"/>
              <a:gd name="connsiteY0" fmla="*/ 110459 h 2303208"/>
              <a:gd name="connsiteX1" fmla="*/ 162611 w 1344195"/>
              <a:gd name="connsiteY1" fmla="*/ 16179 h 2303208"/>
              <a:gd name="connsiteX2" fmla="*/ 483852 w 1344195"/>
              <a:gd name="connsiteY2" fmla="*/ 317336 h 2303208"/>
              <a:gd name="connsiteX3" fmla="*/ 734622 w 1344195"/>
              <a:gd name="connsiteY3" fmla="*/ 247911 h 2303208"/>
              <a:gd name="connsiteX4" fmla="*/ 1010106 w 1344195"/>
              <a:gd name="connsiteY4" fmla="*/ 290908 h 2303208"/>
              <a:gd name="connsiteX5" fmla="*/ 1238516 w 1344195"/>
              <a:gd name="connsiteY5" fmla="*/ 487508 h 2303208"/>
              <a:gd name="connsiteX6" fmla="*/ 1263122 w 1344195"/>
              <a:gd name="connsiteY6" fmla="*/ 846074 h 2303208"/>
              <a:gd name="connsiteX7" fmla="*/ 1323568 w 1344195"/>
              <a:gd name="connsiteY7" fmla="*/ 1171584 h 2303208"/>
              <a:gd name="connsiteX8" fmla="*/ 1339295 w 1344195"/>
              <a:gd name="connsiteY8" fmla="*/ 1469010 h 2303208"/>
              <a:gd name="connsiteX9" fmla="*/ 1238516 w 1344195"/>
              <a:gd name="connsiteY9" fmla="*/ 1786236 h 2303208"/>
              <a:gd name="connsiteX10" fmla="*/ 722621 w 1344195"/>
              <a:gd name="connsiteY10" fmla="*/ 2303208 h 2303208"/>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888348 w 1344195"/>
              <a:gd name="connsiteY10"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38516 w 1344195"/>
              <a:gd name="connsiteY9" fmla="*/ 1786236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44195"/>
              <a:gd name="connsiteY0" fmla="*/ 110459 h 2337246"/>
              <a:gd name="connsiteX1" fmla="*/ 162611 w 1344195"/>
              <a:gd name="connsiteY1" fmla="*/ 16179 h 2337246"/>
              <a:gd name="connsiteX2" fmla="*/ 483852 w 1344195"/>
              <a:gd name="connsiteY2" fmla="*/ 317336 h 2337246"/>
              <a:gd name="connsiteX3" fmla="*/ 734622 w 1344195"/>
              <a:gd name="connsiteY3" fmla="*/ 247911 h 2337246"/>
              <a:gd name="connsiteX4" fmla="*/ 1010106 w 1344195"/>
              <a:gd name="connsiteY4" fmla="*/ 290908 h 2337246"/>
              <a:gd name="connsiteX5" fmla="*/ 1238516 w 1344195"/>
              <a:gd name="connsiteY5" fmla="*/ 487508 h 2337246"/>
              <a:gd name="connsiteX6" fmla="*/ 1263122 w 1344195"/>
              <a:gd name="connsiteY6" fmla="*/ 846074 h 2337246"/>
              <a:gd name="connsiteX7" fmla="*/ 1323568 w 1344195"/>
              <a:gd name="connsiteY7" fmla="*/ 1171584 h 2337246"/>
              <a:gd name="connsiteX8" fmla="*/ 1339295 w 1344195"/>
              <a:gd name="connsiteY8" fmla="*/ 1469010 h 2337246"/>
              <a:gd name="connsiteX9" fmla="*/ 1260960 w 1344195"/>
              <a:gd name="connsiteY9" fmla="*/ 1777764 h 2337246"/>
              <a:gd name="connsiteX10" fmla="*/ 1184943 w 1344195"/>
              <a:gd name="connsiteY10" fmla="*/ 2095546 h 2337246"/>
              <a:gd name="connsiteX11" fmla="*/ 888348 w 1344195"/>
              <a:gd name="connsiteY11" fmla="*/ 2337246 h 2337246"/>
              <a:gd name="connsiteX0" fmla="*/ 0 w 1323642"/>
              <a:gd name="connsiteY0" fmla="*/ 110459 h 2337246"/>
              <a:gd name="connsiteX1" fmla="*/ 162611 w 1323642"/>
              <a:gd name="connsiteY1" fmla="*/ 16179 h 2337246"/>
              <a:gd name="connsiteX2" fmla="*/ 483852 w 1323642"/>
              <a:gd name="connsiteY2" fmla="*/ 317336 h 2337246"/>
              <a:gd name="connsiteX3" fmla="*/ 734622 w 1323642"/>
              <a:gd name="connsiteY3" fmla="*/ 247911 h 2337246"/>
              <a:gd name="connsiteX4" fmla="*/ 1010106 w 1323642"/>
              <a:gd name="connsiteY4" fmla="*/ 290908 h 2337246"/>
              <a:gd name="connsiteX5" fmla="*/ 1238516 w 1323642"/>
              <a:gd name="connsiteY5" fmla="*/ 487508 h 2337246"/>
              <a:gd name="connsiteX6" fmla="*/ 1263122 w 1323642"/>
              <a:gd name="connsiteY6" fmla="*/ 846074 h 2337246"/>
              <a:gd name="connsiteX7" fmla="*/ 1323568 w 1323642"/>
              <a:gd name="connsiteY7" fmla="*/ 1171584 h 2337246"/>
              <a:gd name="connsiteX8" fmla="*/ 1248573 w 1323642"/>
              <a:gd name="connsiteY8" fmla="*/ 1440493 h 2337246"/>
              <a:gd name="connsiteX9" fmla="*/ 1260960 w 1323642"/>
              <a:gd name="connsiteY9" fmla="*/ 1777764 h 2337246"/>
              <a:gd name="connsiteX10" fmla="*/ 1184943 w 1323642"/>
              <a:gd name="connsiteY10" fmla="*/ 2095546 h 2337246"/>
              <a:gd name="connsiteX11" fmla="*/ 888348 w 1323642"/>
              <a:gd name="connsiteY11" fmla="*/ 2337246 h 2337246"/>
              <a:gd name="connsiteX0" fmla="*/ 0 w 1447523"/>
              <a:gd name="connsiteY0" fmla="*/ 110459 h 2337246"/>
              <a:gd name="connsiteX1" fmla="*/ 162611 w 1447523"/>
              <a:gd name="connsiteY1" fmla="*/ 16179 h 2337246"/>
              <a:gd name="connsiteX2" fmla="*/ 483852 w 1447523"/>
              <a:gd name="connsiteY2" fmla="*/ 317336 h 2337246"/>
              <a:gd name="connsiteX3" fmla="*/ 734622 w 1447523"/>
              <a:gd name="connsiteY3" fmla="*/ 247911 h 2337246"/>
              <a:gd name="connsiteX4" fmla="*/ 1010106 w 1447523"/>
              <a:gd name="connsiteY4" fmla="*/ 290908 h 2337246"/>
              <a:gd name="connsiteX5" fmla="*/ 1238516 w 1447523"/>
              <a:gd name="connsiteY5" fmla="*/ 487508 h 2337246"/>
              <a:gd name="connsiteX6" fmla="*/ 1263122 w 1447523"/>
              <a:gd name="connsiteY6" fmla="*/ 846074 h 2337246"/>
              <a:gd name="connsiteX7" fmla="*/ 1447499 w 1447523"/>
              <a:gd name="connsiteY7" fmla="*/ 1141279 h 2337246"/>
              <a:gd name="connsiteX8" fmla="*/ 1248573 w 1447523"/>
              <a:gd name="connsiteY8" fmla="*/ 1440493 h 2337246"/>
              <a:gd name="connsiteX9" fmla="*/ 1260960 w 1447523"/>
              <a:gd name="connsiteY9" fmla="*/ 1777764 h 2337246"/>
              <a:gd name="connsiteX10" fmla="*/ 1184943 w 1447523"/>
              <a:gd name="connsiteY10" fmla="*/ 2095546 h 2337246"/>
              <a:gd name="connsiteX11" fmla="*/ 888348 w 1447523"/>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110459 h 2337246"/>
              <a:gd name="connsiteX1" fmla="*/ 162611 w 1447522"/>
              <a:gd name="connsiteY1" fmla="*/ 16179 h 2337246"/>
              <a:gd name="connsiteX2" fmla="*/ 483852 w 1447522"/>
              <a:gd name="connsiteY2" fmla="*/ 317336 h 2337246"/>
              <a:gd name="connsiteX3" fmla="*/ 734622 w 1447522"/>
              <a:gd name="connsiteY3" fmla="*/ 247911 h 2337246"/>
              <a:gd name="connsiteX4" fmla="*/ 1010106 w 1447522"/>
              <a:gd name="connsiteY4" fmla="*/ 290908 h 2337246"/>
              <a:gd name="connsiteX5" fmla="*/ 1238516 w 1447522"/>
              <a:gd name="connsiteY5" fmla="*/ 487508 h 2337246"/>
              <a:gd name="connsiteX6" fmla="*/ 1263122 w 1447522"/>
              <a:gd name="connsiteY6" fmla="*/ 846074 h 2337246"/>
              <a:gd name="connsiteX7" fmla="*/ 1447499 w 1447522"/>
              <a:gd name="connsiteY7" fmla="*/ 1141279 h 2337246"/>
              <a:gd name="connsiteX8" fmla="*/ 1248573 w 1447522"/>
              <a:gd name="connsiteY8" fmla="*/ 1440493 h 2337246"/>
              <a:gd name="connsiteX9" fmla="*/ 1260960 w 1447522"/>
              <a:gd name="connsiteY9" fmla="*/ 1777764 h 2337246"/>
              <a:gd name="connsiteX10" fmla="*/ 1184943 w 1447522"/>
              <a:gd name="connsiteY10" fmla="*/ 2095546 h 2337246"/>
              <a:gd name="connsiteX11" fmla="*/ 888348 w 1447522"/>
              <a:gd name="connsiteY11" fmla="*/ 2337246 h 2337246"/>
              <a:gd name="connsiteX0" fmla="*/ 0 w 1447522"/>
              <a:gd name="connsiteY0" fmla="*/ 228861 h 2455648"/>
              <a:gd name="connsiteX1" fmla="*/ 228361 w 1447522"/>
              <a:gd name="connsiteY1" fmla="*/ 5165 h 2455648"/>
              <a:gd name="connsiteX2" fmla="*/ 483852 w 1447522"/>
              <a:gd name="connsiteY2" fmla="*/ 435738 h 2455648"/>
              <a:gd name="connsiteX3" fmla="*/ 734622 w 1447522"/>
              <a:gd name="connsiteY3" fmla="*/ 366313 h 2455648"/>
              <a:gd name="connsiteX4" fmla="*/ 1010106 w 1447522"/>
              <a:gd name="connsiteY4" fmla="*/ 409310 h 2455648"/>
              <a:gd name="connsiteX5" fmla="*/ 1238516 w 1447522"/>
              <a:gd name="connsiteY5" fmla="*/ 605910 h 2455648"/>
              <a:gd name="connsiteX6" fmla="*/ 1263122 w 1447522"/>
              <a:gd name="connsiteY6" fmla="*/ 964476 h 2455648"/>
              <a:gd name="connsiteX7" fmla="*/ 1447499 w 1447522"/>
              <a:gd name="connsiteY7" fmla="*/ 1259681 h 2455648"/>
              <a:gd name="connsiteX8" fmla="*/ 1248573 w 1447522"/>
              <a:gd name="connsiteY8" fmla="*/ 1558895 h 2455648"/>
              <a:gd name="connsiteX9" fmla="*/ 1260960 w 1447522"/>
              <a:gd name="connsiteY9" fmla="*/ 1896166 h 2455648"/>
              <a:gd name="connsiteX10" fmla="*/ 1184943 w 1447522"/>
              <a:gd name="connsiteY10" fmla="*/ 2213948 h 2455648"/>
              <a:gd name="connsiteX11" fmla="*/ 888348 w 1447522"/>
              <a:gd name="connsiteY11" fmla="*/ 2455648 h 2455648"/>
              <a:gd name="connsiteX0" fmla="*/ 0 w 1436049"/>
              <a:gd name="connsiteY0" fmla="*/ 143213 h 2468249"/>
              <a:gd name="connsiteX1" fmla="*/ 216888 w 1436049"/>
              <a:gd name="connsiteY1" fmla="*/ 17766 h 2468249"/>
              <a:gd name="connsiteX2" fmla="*/ 472379 w 1436049"/>
              <a:gd name="connsiteY2" fmla="*/ 448339 h 2468249"/>
              <a:gd name="connsiteX3" fmla="*/ 723149 w 1436049"/>
              <a:gd name="connsiteY3" fmla="*/ 378914 h 2468249"/>
              <a:gd name="connsiteX4" fmla="*/ 998633 w 1436049"/>
              <a:gd name="connsiteY4" fmla="*/ 421911 h 2468249"/>
              <a:gd name="connsiteX5" fmla="*/ 1227043 w 1436049"/>
              <a:gd name="connsiteY5" fmla="*/ 618511 h 2468249"/>
              <a:gd name="connsiteX6" fmla="*/ 1251649 w 1436049"/>
              <a:gd name="connsiteY6" fmla="*/ 977077 h 2468249"/>
              <a:gd name="connsiteX7" fmla="*/ 1436026 w 1436049"/>
              <a:gd name="connsiteY7" fmla="*/ 1272282 h 2468249"/>
              <a:gd name="connsiteX8" fmla="*/ 1237100 w 1436049"/>
              <a:gd name="connsiteY8" fmla="*/ 1571496 h 2468249"/>
              <a:gd name="connsiteX9" fmla="*/ 1249487 w 1436049"/>
              <a:gd name="connsiteY9" fmla="*/ 1908767 h 2468249"/>
              <a:gd name="connsiteX10" fmla="*/ 1173470 w 1436049"/>
              <a:gd name="connsiteY10" fmla="*/ 2226549 h 2468249"/>
              <a:gd name="connsiteX11" fmla="*/ 876875 w 1436049"/>
              <a:gd name="connsiteY11" fmla="*/ 2468249 h 2468249"/>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227043 w 1436049"/>
              <a:gd name="connsiteY5" fmla="*/ 609716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 name="connsiteX0" fmla="*/ 0 w 1436049"/>
              <a:gd name="connsiteY0" fmla="*/ 134418 h 2459454"/>
              <a:gd name="connsiteX1" fmla="*/ 216888 w 1436049"/>
              <a:gd name="connsiteY1" fmla="*/ 8971 h 2459454"/>
              <a:gd name="connsiteX2" fmla="*/ 472379 w 1436049"/>
              <a:gd name="connsiteY2" fmla="*/ 439544 h 2459454"/>
              <a:gd name="connsiteX3" fmla="*/ 723149 w 1436049"/>
              <a:gd name="connsiteY3" fmla="*/ 370119 h 2459454"/>
              <a:gd name="connsiteX4" fmla="*/ 998633 w 1436049"/>
              <a:gd name="connsiteY4" fmla="*/ 413116 h 2459454"/>
              <a:gd name="connsiteX5" fmla="*/ 1318163 w 1436049"/>
              <a:gd name="connsiteY5" fmla="*/ 569538 h 2459454"/>
              <a:gd name="connsiteX6" fmla="*/ 1251649 w 1436049"/>
              <a:gd name="connsiteY6" fmla="*/ 968282 h 2459454"/>
              <a:gd name="connsiteX7" fmla="*/ 1436026 w 1436049"/>
              <a:gd name="connsiteY7" fmla="*/ 1263487 h 2459454"/>
              <a:gd name="connsiteX8" fmla="*/ 1237100 w 1436049"/>
              <a:gd name="connsiteY8" fmla="*/ 1562701 h 2459454"/>
              <a:gd name="connsiteX9" fmla="*/ 1249487 w 1436049"/>
              <a:gd name="connsiteY9" fmla="*/ 1899972 h 2459454"/>
              <a:gd name="connsiteX10" fmla="*/ 1173470 w 1436049"/>
              <a:gd name="connsiteY10" fmla="*/ 2217754 h 2459454"/>
              <a:gd name="connsiteX11" fmla="*/ 876875 w 1436049"/>
              <a:gd name="connsiteY11" fmla="*/ 2459454 h 2459454"/>
              <a:gd name="connsiteX0" fmla="*/ 0 w 1436049"/>
              <a:gd name="connsiteY0" fmla="*/ 134418 h 2569681"/>
              <a:gd name="connsiteX1" fmla="*/ 216888 w 1436049"/>
              <a:gd name="connsiteY1" fmla="*/ 8971 h 2569681"/>
              <a:gd name="connsiteX2" fmla="*/ 472379 w 1436049"/>
              <a:gd name="connsiteY2" fmla="*/ 439544 h 2569681"/>
              <a:gd name="connsiteX3" fmla="*/ 723149 w 1436049"/>
              <a:gd name="connsiteY3" fmla="*/ 370119 h 2569681"/>
              <a:gd name="connsiteX4" fmla="*/ 998633 w 1436049"/>
              <a:gd name="connsiteY4" fmla="*/ 413116 h 2569681"/>
              <a:gd name="connsiteX5" fmla="*/ 1318163 w 1436049"/>
              <a:gd name="connsiteY5" fmla="*/ 569538 h 2569681"/>
              <a:gd name="connsiteX6" fmla="*/ 1251649 w 1436049"/>
              <a:gd name="connsiteY6" fmla="*/ 968282 h 2569681"/>
              <a:gd name="connsiteX7" fmla="*/ 1436026 w 1436049"/>
              <a:gd name="connsiteY7" fmla="*/ 1263487 h 2569681"/>
              <a:gd name="connsiteX8" fmla="*/ 1237100 w 1436049"/>
              <a:gd name="connsiteY8" fmla="*/ 1562701 h 2569681"/>
              <a:gd name="connsiteX9" fmla="*/ 1249487 w 1436049"/>
              <a:gd name="connsiteY9" fmla="*/ 1899972 h 2569681"/>
              <a:gd name="connsiteX10" fmla="*/ 1173470 w 1436049"/>
              <a:gd name="connsiteY10" fmla="*/ 2217754 h 2569681"/>
              <a:gd name="connsiteX11" fmla="*/ 830261 w 1436049"/>
              <a:gd name="connsiteY11" fmla="*/ 2569681 h 2569681"/>
              <a:gd name="connsiteX0" fmla="*/ 1 w 1219162"/>
              <a:gd name="connsiteY0" fmla="*/ 0 h 2560710"/>
              <a:gd name="connsiteX1" fmla="*/ 255492 w 1219162"/>
              <a:gd name="connsiteY1" fmla="*/ 430573 h 2560710"/>
              <a:gd name="connsiteX2" fmla="*/ 506262 w 1219162"/>
              <a:gd name="connsiteY2" fmla="*/ 361148 h 2560710"/>
              <a:gd name="connsiteX3" fmla="*/ 781746 w 1219162"/>
              <a:gd name="connsiteY3" fmla="*/ 404145 h 2560710"/>
              <a:gd name="connsiteX4" fmla="*/ 1101276 w 1219162"/>
              <a:gd name="connsiteY4" fmla="*/ 560567 h 2560710"/>
              <a:gd name="connsiteX5" fmla="*/ 1034762 w 1219162"/>
              <a:gd name="connsiteY5" fmla="*/ 959311 h 2560710"/>
              <a:gd name="connsiteX6" fmla="*/ 1219139 w 1219162"/>
              <a:gd name="connsiteY6" fmla="*/ 1254516 h 2560710"/>
              <a:gd name="connsiteX7" fmla="*/ 1020213 w 1219162"/>
              <a:gd name="connsiteY7" fmla="*/ 1553730 h 2560710"/>
              <a:gd name="connsiteX8" fmla="*/ 1032600 w 1219162"/>
              <a:gd name="connsiteY8" fmla="*/ 1891001 h 2560710"/>
              <a:gd name="connsiteX9" fmla="*/ 956583 w 1219162"/>
              <a:gd name="connsiteY9" fmla="*/ 2208783 h 2560710"/>
              <a:gd name="connsiteX10" fmla="*/ 613374 w 1219162"/>
              <a:gd name="connsiteY10" fmla="*/ 2560710 h 2560710"/>
              <a:gd name="connsiteX0" fmla="*/ 0 w 1219161"/>
              <a:gd name="connsiteY0" fmla="*/ 0 h 2560710"/>
              <a:gd name="connsiteX1" fmla="*/ 254690 w 1219161"/>
              <a:gd name="connsiteY1" fmla="*/ 332550 h 2560710"/>
              <a:gd name="connsiteX2" fmla="*/ 506261 w 1219161"/>
              <a:gd name="connsiteY2" fmla="*/ 361148 h 2560710"/>
              <a:gd name="connsiteX3" fmla="*/ 781745 w 1219161"/>
              <a:gd name="connsiteY3" fmla="*/ 404145 h 2560710"/>
              <a:gd name="connsiteX4" fmla="*/ 1101275 w 1219161"/>
              <a:gd name="connsiteY4" fmla="*/ 560567 h 2560710"/>
              <a:gd name="connsiteX5" fmla="*/ 1034761 w 1219161"/>
              <a:gd name="connsiteY5" fmla="*/ 959311 h 2560710"/>
              <a:gd name="connsiteX6" fmla="*/ 1219138 w 1219161"/>
              <a:gd name="connsiteY6" fmla="*/ 1254516 h 2560710"/>
              <a:gd name="connsiteX7" fmla="*/ 1020212 w 1219161"/>
              <a:gd name="connsiteY7" fmla="*/ 1553730 h 2560710"/>
              <a:gd name="connsiteX8" fmla="*/ 1032599 w 1219161"/>
              <a:gd name="connsiteY8" fmla="*/ 1891001 h 2560710"/>
              <a:gd name="connsiteX9" fmla="*/ 956582 w 1219161"/>
              <a:gd name="connsiteY9" fmla="*/ 2208783 h 2560710"/>
              <a:gd name="connsiteX10" fmla="*/ 613373 w 1219161"/>
              <a:gd name="connsiteY10" fmla="*/ 2560710 h 2560710"/>
              <a:gd name="connsiteX0" fmla="*/ 0 w 1219161"/>
              <a:gd name="connsiteY0" fmla="*/ 0 h 2560710"/>
              <a:gd name="connsiteX1" fmla="*/ 254690 w 1219161"/>
              <a:gd name="connsiteY1" fmla="*/ 332550 h 2560710"/>
              <a:gd name="connsiteX2" fmla="*/ 506261 w 1219161"/>
              <a:gd name="connsiteY2" fmla="*/ 361148 h 2560710"/>
              <a:gd name="connsiteX3" fmla="*/ 781745 w 1219161"/>
              <a:gd name="connsiteY3" fmla="*/ 404145 h 2560710"/>
              <a:gd name="connsiteX4" fmla="*/ 1122323 w 1219161"/>
              <a:gd name="connsiteY4" fmla="*/ 516004 h 2560710"/>
              <a:gd name="connsiteX5" fmla="*/ 1034761 w 1219161"/>
              <a:gd name="connsiteY5" fmla="*/ 959311 h 2560710"/>
              <a:gd name="connsiteX6" fmla="*/ 1219138 w 1219161"/>
              <a:gd name="connsiteY6" fmla="*/ 1254516 h 2560710"/>
              <a:gd name="connsiteX7" fmla="*/ 1020212 w 1219161"/>
              <a:gd name="connsiteY7" fmla="*/ 1553730 h 2560710"/>
              <a:gd name="connsiteX8" fmla="*/ 1032599 w 1219161"/>
              <a:gd name="connsiteY8" fmla="*/ 1891001 h 2560710"/>
              <a:gd name="connsiteX9" fmla="*/ 956582 w 1219161"/>
              <a:gd name="connsiteY9" fmla="*/ 2208783 h 2560710"/>
              <a:gd name="connsiteX10" fmla="*/ 613373 w 1219161"/>
              <a:gd name="connsiteY10" fmla="*/ 2560710 h 2560710"/>
              <a:gd name="connsiteX0" fmla="*/ 0 w 1220123"/>
              <a:gd name="connsiteY0" fmla="*/ 0 h 2560710"/>
              <a:gd name="connsiteX1" fmla="*/ 254690 w 1220123"/>
              <a:gd name="connsiteY1" fmla="*/ 332550 h 2560710"/>
              <a:gd name="connsiteX2" fmla="*/ 506261 w 1220123"/>
              <a:gd name="connsiteY2" fmla="*/ 361148 h 2560710"/>
              <a:gd name="connsiteX3" fmla="*/ 781745 w 1220123"/>
              <a:gd name="connsiteY3" fmla="*/ 404145 h 2560710"/>
              <a:gd name="connsiteX4" fmla="*/ 1122323 w 1220123"/>
              <a:gd name="connsiteY4" fmla="*/ 516004 h 2560710"/>
              <a:gd name="connsiteX5" fmla="*/ 1100610 w 1220123"/>
              <a:gd name="connsiteY5" fmla="*/ 972360 h 2560710"/>
              <a:gd name="connsiteX6" fmla="*/ 1219138 w 1220123"/>
              <a:gd name="connsiteY6" fmla="*/ 1254516 h 2560710"/>
              <a:gd name="connsiteX7" fmla="*/ 1020212 w 1220123"/>
              <a:gd name="connsiteY7" fmla="*/ 1553730 h 2560710"/>
              <a:gd name="connsiteX8" fmla="*/ 1032599 w 1220123"/>
              <a:gd name="connsiteY8" fmla="*/ 1891001 h 2560710"/>
              <a:gd name="connsiteX9" fmla="*/ 956582 w 1220123"/>
              <a:gd name="connsiteY9" fmla="*/ 2208783 h 2560710"/>
              <a:gd name="connsiteX10" fmla="*/ 613373 w 1220123"/>
              <a:gd name="connsiteY10" fmla="*/ 2560710 h 256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123" h="2560710">
                <a:moveTo>
                  <a:pt x="0" y="0"/>
                </a:moveTo>
                <a:cubicBezTo>
                  <a:pt x="78730" y="50854"/>
                  <a:pt x="170313" y="272359"/>
                  <a:pt x="254690" y="332550"/>
                </a:cubicBezTo>
                <a:cubicBezTo>
                  <a:pt x="339067" y="392741"/>
                  <a:pt x="418419" y="349216"/>
                  <a:pt x="506261" y="361148"/>
                </a:cubicBezTo>
                <a:cubicBezTo>
                  <a:pt x="594104" y="373081"/>
                  <a:pt x="679068" y="378336"/>
                  <a:pt x="781745" y="404145"/>
                </a:cubicBezTo>
                <a:cubicBezTo>
                  <a:pt x="884422" y="429954"/>
                  <a:pt x="1069179" y="421301"/>
                  <a:pt x="1122323" y="516004"/>
                </a:cubicBezTo>
                <a:cubicBezTo>
                  <a:pt x="1175467" y="610707"/>
                  <a:pt x="1095796" y="851023"/>
                  <a:pt x="1100610" y="972360"/>
                </a:cubicBezTo>
                <a:cubicBezTo>
                  <a:pt x="1104996" y="1081863"/>
                  <a:pt x="1232538" y="1157621"/>
                  <a:pt x="1219138" y="1254516"/>
                </a:cubicBezTo>
                <a:cubicBezTo>
                  <a:pt x="1205738" y="1351411"/>
                  <a:pt x="1031230" y="1454562"/>
                  <a:pt x="1020212" y="1553730"/>
                </a:cubicBezTo>
                <a:cubicBezTo>
                  <a:pt x="1008015" y="1662522"/>
                  <a:pt x="995587" y="1694360"/>
                  <a:pt x="1032599" y="1891001"/>
                </a:cubicBezTo>
                <a:cubicBezTo>
                  <a:pt x="1045364" y="2078969"/>
                  <a:pt x="1014943" y="2116948"/>
                  <a:pt x="956582" y="2208783"/>
                </a:cubicBezTo>
                <a:cubicBezTo>
                  <a:pt x="898221" y="2300618"/>
                  <a:pt x="643777" y="2516629"/>
                  <a:pt x="613373" y="2560710"/>
                </a:cubicBezTo>
              </a:path>
            </a:pathLst>
          </a:custGeom>
          <a:noFill/>
          <a:ln w="6350" cap="rnd">
            <a:solidFill>
              <a:schemeClr val="tx1">
                <a:lumMod val="85000"/>
                <a:alpha val="35000"/>
              </a:schemeClr>
            </a:solidFill>
            <a:prstDash val="dash"/>
            <a:round/>
          </a:ln>
        </p:spPr>
        <p:txBody>
          <a:bodyPr wrap="square" rtlCol="0" anchor="ctr">
            <a:noAutofit/>
          </a:bodyPr>
          <a:lstStyle/>
          <a:p>
            <a:endParaRPr lang="en-US"/>
          </a:p>
        </p:txBody>
      </p:sp>
      <p:sp>
        <p:nvSpPr>
          <p:cNvPr id="21" name="Freeform: Shape 20">
            <a:extLst>
              <a:ext uri="{FF2B5EF4-FFF2-40B4-BE49-F238E27FC236}">
                <a16:creationId xmlns:a16="http://schemas.microsoft.com/office/drawing/2014/main" id="{FDCE5107-5CA8-C1C8-3CC5-D69E0A509605}"/>
              </a:ext>
            </a:extLst>
          </p:cNvPr>
          <p:cNvSpPr/>
          <p:nvPr userDrawn="1"/>
        </p:nvSpPr>
        <p:spPr>
          <a:xfrm rot="15023725" flipH="1">
            <a:off x="2759836" y="-564183"/>
            <a:ext cx="649255" cy="1317297"/>
          </a:xfrm>
          <a:custGeom>
            <a:avLst/>
            <a:gdLst>
              <a:gd name="connsiteX0" fmla="*/ 14495 w 1324131"/>
              <a:gd name="connsiteY0" fmla="*/ 1664146 h 2255159"/>
              <a:gd name="connsiteX1" fmla="*/ 97839 w 1324131"/>
              <a:gd name="connsiteY1" fmla="*/ 1271049 h 2255159"/>
              <a:gd name="connsiteX2" fmla="*/ 97839 w 1324131"/>
              <a:gd name="connsiteY2" fmla="*/ 991109 h 2255159"/>
              <a:gd name="connsiteX3" fmla="*/ 195756 w 1324131"/>
              <a:gd name="connsiteY3" fmla="*/ 588964 h 2255159"/>
              <a:gd name="connsiteX4" fmla="*/ 373778 w 1324131"/>
              <a:gd name="connsiteY4" fmla="*/ 336170 h 2255159"/>
              <a:gd name="connsiteX5" fmla="*/ 706867 w 1324131"/>
              <a:gd name="connsiteY5" fmla="*/ 86234 h 2255159"/>
              <a:gd name="connsiteX6" fmla="*/ 953755 w 1324131"/>
              <a:gd name="connsiteY6" fmla="*/ 33 h 2255159"/>
              <a:gd name="connsiteX7" fmla="*/ 1105965 w 1324131"/>
              <a:gd name="connsiteY7" fmla="*/ 60326 h 2255159"/>
              <a:gd name="connsiteX8" fmla="*/ 1146160 w 1324131"/>
              <a:gd name="connsiteY8" fmla="*/ 221204 h 2255159"/>
              <a:gd name="connsiteX9" fmla="*/ 1177783 w 1324131"/>
              <a:gd name="connsiteY9" fmla="*/ 448089 h 2255159"/>
              <a:gd name="connsiteX10" fmla="*/ 1281129 w 1324131"/>
              <a:gd name="connsiteY10" fmla="*/ 789941 h 2255159"/>
              <a:gd name="connsiteX11" fmla="*/ 1306942 w 1324131"/>
              <a:gd name="connsiteY11" fmla="*/ 942151 h 2255159"/>
              <a:gd name="connsiteX12" fmla="*/ 1321325 w 1324131"/>
              <a:gd name="connsiteY12" fmla="*/ 1272478 h 2255159"/>
              <a:gd name="connsiteX13" fmla="*/ 1215121 w 1324131"/>
              <a:gd name="connsiteY13" fmla="*/ 1660240 h 2255159"/>
              <a:gd name="connsiteX14" fmla="*/ 1085962 w 1324131"/>
              <a:gd name="connsiteY14" fmla="*/ 1844073 h 2255159"/>
              <a:gd name="connsiteX15" fmla="*/ 849075 w 1324131"/>
              <a:gd name="connsiteY15" fmla="*/ 2081055 h 2255159"/>
              <a:gd name="connsiteX16" fmla="*/ 445691 w 1324131"/>
              <a:gd name="connsiteY16" fmla="*/ 2254887 h 2255159"/>
              <a:gd name="connsiteX17" fmla="*/ 126985 w 1324131"/>
              <a:gd name="connsiteY17" fmla="*/ 2134205 h 2255159"/>
              <a:gd name="connsiteX18" fmla="*/ 683 w 1324131"/>
              <a:gd name="connsiteY18" fmla="*/ 1829690 h 2255159"/>
              <a:gd name="connsiteX19" fmla="*/ 14495 w 1324131"/>
              <a:gd name="connsiteY19" fmla="*/ 1664146 h 2255159"/>
              <a:gd name="connsiteX0" fmla="*/ 445691 w 1324130"/>
              <a:gd name="connsiteY0" fmla="*/ 2254887 h 2365286"/>
              <a:gd name="connsiteX1" fmla="*/ 126985 w 1324130"/>
              <a:gd name="connsiteY1" fmla="*/ 2134205 h 2365286"/>
              <a:gd name="connsiteX2" fmla="*/ 683 w 1324130"/>
              <a:gd name="connsiteY2" fmla="*/ 1829690 h 2365286"/>
              <a:gd name="connsiteX3" fmla="*/ 14495 w 1324130"/>
              <a:gd name="connsiteY3" fmla="*/ 1664146 h 2365286"/>
              <a:gd name="connsiteX4" fmla="*/ 97839 w 1324130"/>
              <a:gd name="connsiteY4" fmla="*/ 1271049 h 2365286"/>
              <a:gd name="connsiteX5" fmla="*/ 97839 w 1324130"/>
              <a:gd name="connsiteY5" fmla="*/ 991109 h 2365286"/>
              <a:gd name="connsiteX6" fmla="*/ 195756 w 1324130"/>
              <a:gd name="connsiteY6" fmla="*/ 588964 h 2365286"/>
              <a:gd name="connsiteX7" fmla="*/ 373778 w 1324130"/>
              <a:gd name="connsiteY7" fmla="*/ 336170 h 2365286"/>
              <a:gd name="connsiteX8" fmla="*/ 706867 w 1324130"/>
              <a:gd name="connsiteY8" fmla="*/ 86234 h 2365286"/>
              <a:gd name="connsiteX9" fmla="*/ 953755 w 1324130"/>
              <a:gd name="connsiteY9" fmla="*/ 33 h 2365286"/>
              <a:gd name="connsiteX10" fmla="*/ 1105965 w 1324130"/>
              <a:gd name="connsiteY10" fmla="*/ 60326 h 2365286"/>
              <a:gd name="connsiteX11" fmla="*/ 1146160 w 1324130"/>
              <a:gd name="connsiteY11" fmla="*/ 221204 h 2365286"/>
              <a:gd name="connsiteX12" fmla="*/ 1177783 w 1324130"/>
              <a:gd name="connsiteY12" fmla="*/ 448089 h 2365286"/>
              <a:gd name="connsiteX13" fmla="*/ 1281129 w 1324130"/>
              <a:gd name="connsiteY13" fmla="*/ 789941 h 2365286"/>
              <a:gd name="connsiteX14" fmla="*/ 1306942 w 1324130"/>
              <a:gd name="connsiteY14" fmla="*/ 942151 h 2365286"/>
              <a:gd name="connsiteX15" fmla="*/ 1321325 w 1324130"/>
              <a:gd name="connsiteY15" fmla="*/ 1272478 h 2365286"/>
              <a:gd name="connsiteX16" fmla="*/ 1215121 w 1324130"/>
              <a:gd name="connsiteY16" fmla="*/ 1660240 h 2365286"/>
              <a:gd name="connsiteX17" fmla="*/ 1085962 w 1324130"/>
              <a:gd name="connsiteY17" fmla="*/ 1844073 h 2365286"/>
              <a:gd name="connsiteX18" fmla="*/ 849075 w 1324130"/>
              <a:gd name="connsiteY18" fmla="*/ 2081055 h 2365286"/>
              <a:gd name="connsiteX19" fmla="*/ 527102 w 1324130"/>
              <a:gd name="connsiteY19" fmla="*/ 2365286 h 2365286"/>
              <a:gd name="connsiteX0" fmla="*/ 445691 w 1324130"/>
              <a:gd name="connsiteY0" fmla="*/ 2254887 h 2255159"/>
              <a:gd name="connsiteX1" fmla="*/ 126985 w 1324130"/>
              <a:gd name="connsiteY1" fmla="*/ 2134205 h 2255159"/>
              <a:gd name="connsiteX2" fmla="*/ 683 w 1324130"/>
              <a:gd name="connsiteY2" fmla="*/ 1829690 h 2255159"/>
              <a:gd name="connsiteX3" fmla="*/ 14495 w 1324130"/>
              <a:gd name="connsiteY3" fmla="*/ 1664146 h 2255159"/>
              <a:gd name="connsiteX4" fmla="*/ 97839 w 1324130"/>
              <a:gd name="connsiteY4" fmla="*/ 1271049 h 2255159"/>
              <a:gd name="connsiteX5" fmla="*/ 97839 w 1324130"/>
              <a:gd name="connsiteY5" fmla="*/ 991109 h 2255159"/>
              <a:gd name="connsiteX6" fmla="*/ 195756 w 1324130"/>
              <a:gd name="connsiteY6" fmla="*/ 588964 h 2255159"/>
              <a:gd name="connsiteX7" fmla="*/ 373778 w 1324130"/>
              <a:gd name="connsiteY7" fmla="*/ 336170 h 2255159"/>
              <a:gd name="connsiteX8" fmla="*/ 706867 w 1324130"/>
              <a:gd name="connsiteY8" fmla="*/ 86234 h 2255159"/>
              <a:gd name="connsiteX9" fmla="*/ 953755 w 1324130"/>
              <a:gd name="connsiteY9" fmla="*/ 33 h 2255159"/>
              <a:gd name="connsiteX10" fmla="*/ 1105965 w 1324130"/>
              <a:gd name="connsiteY10" fmla="*/ 60326 h 2255159"/>
              <a:gd name="connsiteX11" fmla="*/ 1146160 w 1324130"/>
              <a:gd name="connsiteY11" fmla="*/ 221204 h 2255159"/>
              <a:gd name="connsiteX12" fmla="*/ 1177783 w 1324130"/>
              <a:gd name="connsiteY12" fmla="*/ 448089 h 2255159"/>
              <a:gd name="connsiteX13" fmla="*/ 1281129 w 1324130"/>
              <a:gd name="connsiteY13" fmla="*/ 789941 h 2255159"/>
              <a:gd name="connsiteX14" fmla="*/ 1306942 w 1324130"/>
              <a:gd name="connsiteY14" fmla="*/ 942151 h 2255159"/>
              <a:gd name="connsiteX15" fmla="*/ 1321325 w 1324130"/>
              <a:gd name="connsiteY15" fmla="*/ 1272478 h 2255159"/>
              <a:gd name="connsiteX16" fmla="*/ 1215121 w 1324130"/>
              <a:gd name="connsiteY16" fmla="*/ 1660240 h 2255159"/>
              <a:gd name="connsiteX17" fmla="*/ 1085962 w 1324130"/>
              <a:gd name="connsiteY17" fmla="*/ 1844073 h 2255159"/>
              <a:gd name="connsiteX18" fmla="*/ 849075 w 1324130"/>
              <a:gd name="connsiteY18" fmla="*/ 2081055 h 2255159"/>
              <a:gd name="connsiteX0" fmla="*/ 126985 w 1324130"/>
              <a:gd name="connsiteY0" fmla="*/ 2134205 h 2134205"/>
              <a:gd name="connsiteX1" fmla="*/ 683 w 1324130"/>
              <a:gd name="connsiteY1" fmla="*/ 1829690 h 2134205"/>
              <a:gd name="connsiteX2" fmla="*/ 14495 w 1324130"/>
              <a:gd name="connsiteY2" fmla="*/ 1664146 h 2134205"/>
              <a:gd name="connsiteX3" fmla="*/ 97839 w 1324130"/>
              <a:gd name="connsiteY3" fmla="*/ 1271049 h 2134205"/>
              <a:gd name="connsiteX4" fmla="*/ 97839 w 1324130"/>
              <a:gd name="connsiteY4" fmla="*/ 991109 h 2134205"/>
              <a:gd name="connsiteX5" fmla="*/ 195756 w 1324130"/>
              <a:gd name="connsiteY5" fmla="*/ 588964 h 2134205"/>
              <a:gd name="connsiteX6" fmla="*/ 373778 w 1324130"/>
              <a:gd name="connsiteY6" fmla="*/ 336170 h 2134205"/>
              <a:gd name="connsiteX7" fmla="*/ 706867 w 1324130"/>
              <a:gd name="connsiteY7" fmla="*/ 86234 h 2134205"/>
              <a:gd name="connsiteX8" fmla="*/ 953755 w 1324130"/>
              <a:gd name="connsiteY8" fmla="*/ 33 h 2134205"/>
              <a:gd name="connsiteX9" fmla="*/ 1105965 w 1324130"/>
              <a:gd name="connsiteY9" fmla="*/ 60326 h 2134205"/>
              <a:gd name="connsiteX10" fmla="*/ 1146160 w 1324130"/>
              <a:gd name="connsiteY10" fmla="*/ 221204 h 2134205"/>
              <a:gd name="connsiteX11" fmla="*/ 1177783 w 1324130"/>
              <a:gd name="connsiteY11" fmla="*/ 448089 h 2134205"/>
              <a:gd name="connsiteX12" fmla="*/ 1281129 w 1324130"/>
              <a:gd name="connsiteY12" fmla="*/ 789941 h 2134205"/>
              <a:gd name="connsiteX13" fmla="*/ 1306942 w 1324130"/>
              <a:gd name="connsiteY13" fmla="*/ 942151 h 2134205"/>
              <a:gd name="connsiteX14" fmla="*/ 1321325 w 1324130"/>
              <a:gd name="connsiteY14" fmla="*/ 1272478 h 2134205"/>
              <a:gd name="connsiteX15" fmla="*/ 1215121 w 1324130"/>
              <a:gd name="connsiteY15" fmla="*/ 1660240 h 2134205"/>
              <a:gd name="connsiteX16" fmla="*/ 1085962 w 1324130"/>
              <a:gd name="connsiteY16" fmla="*/ 1844073 h 2134205"/>
              <a:gd name="connsiteX17" fmla="*/ 849075 w 1324130"/>
              <a:gd name="connsiteY17" fmla="*/ 2081055 h 2134205"/>
              <a:gd name="connsiteX0" fmla="*/ 69129 w 1324130"/>
              <a:gd name="connsiteY0" fmla="*/ 2106185 h 2106185"/>
              <a:gd name="connsiteX1" fmla="*/ 683 w 1324130"/>
              <a:gd name="connsiteY1" fmla="*/ 1829690 h 2106185"/>
              <a:gd name="connsiteX2" fmla="*/ 14495 w 1324130"/>
              <a:gd name="connsiteY2" fmla="*/ 1664146 h 2106185"/>
              <a:gd name="connsiteX3" fmla="*/ 97839 w 1324130"/>
              <a:gd name="connsiteY3" fmla="*/ 1271049 h 2106185"/>
              <a:gd name="connsiteX4" fmla="*/ 97839 w 1324130"/>
              <a:gd name="connsiteY4" fmla="*/ 991109 h 2106185"/>
              <a:gd name="connsiteX5" fmla="*/ 195756 w 1324130"/>
              <a:gd name="connsiteY5" fmla="*/ 588964 h 2106185"/>
              <a:gd name="connsiteX6" fmla="*/ 373778 w 1324130"/>
              <a:gd name="connsiteY6" fmla="*/ 336170 h 2106185"/>
              <a:gd name="connsiteX7" fmla="*/ 706867 w 1324130"/>
              <a:gd name="connsiteY7" fmla="*/ 86234 h 2106185"/>
              <a:gd name="connsiteX8" fmla="*/ 953755 w 1324130"/>
              <a:gd name="connsiteY8" fmla="*/ 33 h 2106185"/>
              <a:gd name="connsiteX9" fmla="*/ 1105965 w 1324130"/>
              <a:gd name="connsiteY9" fmla="*/ 60326 h 2106185"/>
              <a:gd name="connsiteX10" fmla="*/ 1146160 w 1324130"/>
              <a:gd name="connsiteY10" fmla="*/ 221204 h 2106185"/>
              <a:gd name="connsiteX11" fmla="*/ 1177783 w 1324130"/>
              <a:gd name="connsiteY11" fmla="*/ 448089 h 2106185"/>
              <a:gd name="connsiteX12" fmla="*/ 1281129 w 1324130"/>
              <a:gd name="connsiteY12" fmla="*/ 789941 h 2106185"/>
              <a:gd name="connsiteX13" fmla="*/ 1306942 w 1324130"/>
              <a:gd name="connsiteY13" fmla="*/ 942151 h 2106185"/>
              <a:gd name="connsiteX14" fmla="*/ 1321325 w 1324130"/>
              <a:gd name="connsiteY14" fmla="*/ 1272478 h 2106185"/>
              <a:gd name="connsiteX15" fmla="*/ 1215121 w 1324130"/>
              <a:gd name="connsiteY15" fmla="*/ 1660240 h 2106185"/>
              <a:gd name="connsiteX16" fmla="*/ 1085962 w 1324130"/>
              <a:gd name="connsiteY16" fmla="*/ 1844073 h 2106185"/>
              <a:gd name="connsiteX17" fmla="*/ 849075 w 1324130"/>
              <a:gd name="connsiteY17" fmla="*/ 2081055 h 2106185"/>
              <a:gd name="connsiteX0" fmla="*/ 203012 w 1324130"/>
              <a:gd name="connsiteY0" fmla="*/ 2037856 h 2081054"/>
              <a:gd name="connsiteX1" fmla="*/ 683 w 1324130"/>
              <a:gd name="connsiteY1" fmla="*/ 1829690 h 2081054"/>
              <a:gd name="connsiteX2" fmla="*/ 14495 w 1324130"/>
              <a:gd name="connsiteY2" fmla="*/ 1664146 h 2081054"/>
              <a:gd name="connsiteX3" fmla="*/ 97839 w 1324130"/>
              <a:gd name="connsiteY3" fmla="*/ 1271049 h 2081054"/>
              <a:gd name="connsiteX4" fmla="*/ 97839 w 1324130"/>
              <a:gd name="connsiteY4" fmla="*/ 991109 h 2081054"/>
              <a:gd name="connsiteX5" fmla="*/ 195756 w 1324130"/>
              <a:gd name="connsiteY5" fmla="*/ 588964 h 2081054"/>
              <a:gd name="connsiteX6" fmla="*/ 373778 w 1324130"/>
              <a:gd name="connsiteY6" fmla="*/ 336170 h 2081054"/>
              <a:gd name="connsiteX7" fmla="*/ 706867 w 1324130"/>
              <a:gd name="connsiteY7" fmla="*/ 86234 h 2081054"/>
              <a:gd name="connsiteX8" fmla="*/ 953755 w 1324130"/>
              <a:gd name="connsiteY8" fmla="*/ 33 h 2081054"/>
              <a:gd name="connsiteX9" fmla="*/ 1105965 w 1324130"/>
              <a:gd name="connsiteY9" fmla="*/ 60326 h 2081054"/>
              <a:gd name="connsiteX10" fmla="*/ 1146160 w 1324130"/>
              <a:gd name="connsiteY10" fmla="*/ 221204 h 2081054"/>
              <a:gd name="connsiteX11" fmla="*/ 1177783 w 1324130"/>
              <a:gd name="connsiteY11" fmla="*/ 448089 h 2081054"/>
              <a:gd name="connsiteX12" fmla="*/ 1281129 w 1324130"/>
              <a:gd name="connsiteY12" fmla="*/ 789941 h 2081054"/>
              <a:gd name="connsiteX13" fmla="*/ 1306942 w 1324130"/>
              <a:gd name="connsiteY13" fmla="*/ 942151 h 2081054"/>
              <a:gd name="connsiteX14" fmla="*/ 1321325 w 1324130"/>
              <a:gd name="connsiteY14" fmla="*/ 1272478 h 2081054"/>
              <a:gd name="connsiteX15" fmla="*/ 1215121 w 1324130"/>
              <a:gd name="connsiteY15" fmla="*/ 1660240 h 2081054"/>
              <a:gd name="connsiteX16" fmla="*/ 1085962 w 1324130"/>
              <a:gd name="connsiteY16" fmla="*/ 1844073 h 2081054"/>
              <a:gd name="connsiteX17" fmla="*/ 849075 w 1324130"/>
              <a:gd name="connsiteY17" fmla="*/ 2081055 h 2081054"/>
              <a:gd name="connsiteX0" fmla="*/ 203012 w 1324130"/>
              <a:gd name="connsiteY0" fmla="*/ 2037856 h 2118604"/>
              <a:gd name="connsiteX1" fmla="*/ 683 w 1324130"/>
              <a:gd name="connsiteY1" fmla="*/ 1829690 h 2118604"/>
              <a:gd name="connsiteX2" fmla="*/ 14495 w 1324130"/>
              <a:gd name="connsiteY2" fmla="*/ 1664146 h 2118604"/>
              <a:gd name="connsiteX3" fmla="*/ 97839 w 1324130"/>
              <a:gd name="connsiteY3" fmla="*/ 1271049 h 2118604"/>
              <a:gd name="connsiteX4" fmla="*/ 97839 w 1324130"/>
              <a:gd name="connsiteY4" fmla="*/ 991109 h 2118604"/>
              <a:gd name="connsiteX5" fmla="*/ 195756 w 1324130"/>
              <a:gd name="connsiteY5" fmla="*/ 588964 h 2118604"/>
              <a:gd name="connsiteX6" fmla="*/ 373778 w 1324130"/>
              <a:gd name="connsiteY6" fmla="*/ 336170 h 2118604"/>
              <a:gd name="connsiteX7" fmla="*/ 706867 w 1324130"/>
              <a:gd name="connsiteY7" fmla="*/ 86234 h 2118604"/>
              <a:gd name="connsiteX8" fmla="*/ 953755 w 1324130"/>
              <a:gd name="connsiteY8" fmla="*/ 33 h 2118604"/>
              <a:gd name="connsiteX9" fmla="*/ 1105965 w 1324130"/>
              <a:gd name="connsiteY9" fmla="*/ 60326 h 2118604"/>
              <a:gd name="connsiteX10" fmla="*/ 1146160 w 1324130"/>
              <a:gd name="connsiteY10" fmla="*/ 221204 h 2118604"/>
              <a:gd name="connsiteX11" fmla="*/ 1177783 w 1324130"/>
              <a:gd name="connsiteY11" fmla="*/ 448089 h 2118604"/>
              <a:gd name="connsiteX12" fmla="*/ 1281129 w 1324130"/>
              <a:gd name="connsiteY12" fmla="*/ 789941 h 2118604"/>
              <a:gd name="connsiteX13" fmla="*/ 1306942 w 1324130"/>
              <a:gd name="connsiteY13" fmla="*/ 942151 h 2118604"/>
              <a:gd name="connsiteX14" fmla="*/ 1321325 w 1324130"/>
              <a:gd name="connsiteY14" fmla="*/ 1272478 h 2118604"/>
              <a:gd name="connsiteX15" fmla="*/ 1215121 w 1324130"/>
              <a:gd name="connsiteY15" fmla="*/ 1660240 h 2118604"/>
              <a:gd name="connsiteX16" fmla="*/ 1085962 w 1324130"/>
              <a:gd name="connsiteY16" fmla="*/ 1844073 h 2118604"/>
              <a:gd name="connsiteX17" fmla="*/ 750526 w 1324130"/>
              <a:gd name="connsiteY17" fmla="*/ 2118604 h 2118604"/>
              <a:gd name="connsiteX0" fmla="*/ 203012 w 1324130"/>
              <a:gd name="connsiteY0" fmla="*/ 2037856 h 2037856"/>
              <a:gd name="connsiteX1" fmla="*/ 683 w 1324130"/>
              <a:gd name="connsiteY1" fmla="*/ 1829690 h 2037856"/>
              <a:gd name="connsiteX2" fmla="*/ 14495 w 1324130"/>
              <a:gd name="connsiteY2" fmla="*/ 1664146 h 2037856"/>
              <a:gd name="connsiteX3" fmla="*/ 97839 w 1324130"/>
              <a:gd name="connsiteY3" fmla="*/ 1271049 h 2037856"/>
              <a:gd name="connsiteX4" fmla="*/ 97839 w 1324130"/>
              <a:gd name="connsiteY4" fmla="*/ 991109 h 2037856"/>
              <a:gd name="connsiteX5" fmla="*/ 195756 w 1324130"/>
              <a:gd name="connsiteY5" fmla="*/ 588964 h 2037856"/>
              <a:gd name="connsiteX6" fmla="*/ 373778 w 1324130"/>
              <a:gd name="connsiteY6" fmla="*/ 336170 h 2037856"/>
              <a:gd name="connsiteX7" fmla="*/ 706867 w 1324130"/>
              <a:gd name="connsiteY7" fmla="*/ 86234 h 2037856"/>
              <a:gd name="connsiteX8" fmla="*/ 953755 w 1324130"/>
              <a:gd name="connsiteY8" fmla="*/ 33 h 2037856"/>
              <a:gd name="connsiteX9" fmla="*/ 1105965 w 1324130"/>
              <a:gd name="connsiteY9" fmla="*/ 60326 h 2037856"/>
              <a:gd name="connsiteX10" fmla="*/ 1146160 w 1324130"/>
              <a:gd name="connsiteY10" fmla="*/ 221204 h 2037856"/>
              <a:gd name="connsiteX11" fmla="*/ 1177783 w 1324130"/>
              <a:gd name="connsiteY11" fmla="*/ 448089 h 2037856"/>
              <a:gd name="connsiteX12" fmla="*/ 1281129 w 1324130"/>
              <a:gd name="connsiteY12" fmla="*/ 789941 h 2037856"/>
              <a:gd name="connsiteX13" fmla="*/ 1306942 w 1324130"/>
              <a:gd name="connsiteY13" fmla="*/ 942151 h 2037856"/>
              <a:gd name="connsiteX14" fmla="*/ 1321325 w 1324130"/>
              <a:gd name="connsiteY14" fmla="*/ 1272478 h 2037856"/>
              <a:gd name="connsiteX15" fmla="*/ 1215121 w 1324130"/>
              <a:gd name="connsiteY15" fmla="*/ 1660240 h 2037856"/>
              <a:gd name="connsiteX16" fmla="*/ 1085962 w 1324130"/>
              <a:gd name="connsiteY16" fmla="*/ 1844073 h 2037856"/>
              <a:gd name="connsiteX0" fmla="*/ 203012 w 1324130"/>
              <a:gd name="connsiteY0" fmla="*/ 2037856 h 2067769"/>
              <a:gd name="connsiteX1" fmla="*/ 683 w 1324130"/>
              <a:gd name="connsiteY1" fmla="*/ 1829690 h 2067769"/>
              <a:gd name="connsiteX2" fmla="*/ 14495 w 1324130"/>
              <a:gd name="connsiteY2" fmla="*/ 1664146 h 2067769"/>
              <a:gd name="connsiteX3" fmla="*/ 97839 w 1324130"/>
              <a:gd name="connsiteY3" fmla="*/ 1271049 h 2067769"/>
              <a:gd name="connsiteX4" fmla="*/ 97839 w 1324130"/>
              <a:gd name="connsiteY4" fmla="*/ 991109 h 2067769"/>
              <a:gd name="connsiteX5" fmla="*/ 195756 w 1324130"/>
              <a:gd name="connsiteY5" fmla="*/ 588964 h 2067769"/>
              <a:gd name="connsiteX6" fmla="*/ 373778 w 1324130"/>
              <a:gd name="connsiteY6" fmla="*/ 336170 h 2067769"/>
              <a:gd name="connsiteX7" fmla="*/ 706867 w 1324130"/>
              <a:gd name="connsiteY7" fmla="*/ 86234 h 2067769"/>
              <a:gd name="connsiteX8" fmla="*/ 953755 w 1324130"/>
              <a:gd name="connsiteY8" fmla="*/ 33 h 2067769"/>
              <a:gd name="connsiteX9" fmla="*/ 1105965 w 1324130"/>
              <a:gd name="connsiteY9" fmla="*/ 60326 h 2067769"/>
              <a:gd name="connsiteX10" fmla="*/ 1146160 w 1324130"/>
              <a:gd name="connsiteY10" fmla="*/ 221204 h 2067769"/>
              <a:gd name="connsiteX11" fmla="*/ 1177783 w 1324130"/>
              <a:gd name="connsiteY11" fmla="*/ 448089 h 2067769"/>
              <a:gd name="connsiteX12" fmla="*/ 1281129 w 1324130"/>
              <a:gd name="connsiteY12" fmla="*/ 789941 h 2067769"/>
              <a:gd name="connsiteX13" fmla="*/ 1306942 w 1324130"/>
              <a:gd name="connsiteY13" fmla="*/ 942151 h 2067769"/>
              <a:gd name="connsiteX14" fmla="*/ 1321325 w 1324130"/>
              <a:gd name="connsiteY14" fmla="*/ 1272478 h 2067769"/>
              <a:gd name="connsiteX15" fmla="*/ 1215121 w 1324130"/>
              <a:gd name="connsiteY15" fmla="*/ 1660240 h 2067769"/>
              <a:gd name="connsiteX16" fmla="*/ 1130241 w 1324130"/>
              <a:gd name="connsiteY16" fmla="*/ 2067769 h 2067769"/>
              <a:gd name="connsiteX0" fmla="*/ 203012 w 1308451"/>
              <a:gd name="connsiteY0" fmla="*/ 2037856 h 2067769"/>
              <a:gd name="connsiteX1" fmla="*/ 683 w 1308451"/>
              <a:gd name="connsiteY1" fmla="*/ 1829690 h 2067769"/>
              <a:gd name="connsiteX2" fmla="*/ 14495 w 1308451"/>
              <a:gd name="connsiteY2" fmla="*/ 1664146 h 2067769"/>
              <a:gd name="connsiteX3" fmla="*/ 97839 w 1308451"/>
              <a:gd name="connsiteY3" fmla="*/ 1271049 h 2067769"/>
              <a:gd name="connsiteX4" fmla="*/ 97839 w 1308451"/>
              <a:gd name="connsiteY4" fmla="*/ 991109 h 2067769"/>
              <a:gd name="connsiteX5" fmla="*/ 195756 w 1308451"/>
              <a:gd name="connsiteY5" fmla="*/ 588964 h 2067769"/>
              <a:gd name="connsiteX6" fmla="*/ 373778 w 1308451"/>
              <a:gd name="connsiteY6" fmla="*/ 336170 h 2067769"/>
              <a:gd name="connsiteX7" fmla="*/ 706867 w 1308451"/>
              <a:gd name="connsiteY7" fmla="*/ 86234 h 2067769"/>
              <a:gd name="connsiteX8" fmla="*/ 953755 w 1308451"/>
              <a:gd name="connsiteY8" fmla="*/ 33 h 2067769"/>
              <a:gd name="connsiteX9" fmla="*/ 1105965 w 1308451"/>
              <a:gd name="connsiteY9" fmla="*/ 60326 h 2067769"/>
              <a:gd name="connsiteX10" fmla="*/ 1146160 w 1308451"/>
              <a:gd name="connsiteY10" fmla="*/ 221204 h 2067769"/>
              <a:gd name="connsiteX11" fmla="*/ 1177783 w 1308451"/>
              <a:gd name="connsiteY11" fmla="*/ 448089 h 2067769"/>
              <a:gd name="connsiteX12" fmla="*/ 1281129 w 1308451"/>
              <a:gd name="connsiteY12" fmla="*/ 789941 h 2067769"/>
              <a:gd name="connsiteX13" fmla="*/ 1306942 w 1308451"/>
              <a:gd name="connsiteY13" fmla="*/ 942151 h 2067769"/>
              <a:gd name="connsiteX14" fmla="*/ 1230305 w 1308451"/>
              <a:gd name="connsiteY14" fmla="*/ 1214322 h 2067769"/>
              <a:gd name="connsiteX15" fmla="*/ 1215121 w 1308451"/>
              <a:gd name="connsiteY15" fmla="*/ 1660240 h 2067769"/>
              <a:gd name="connsiteX16" fmla="*/ 1130241 w 1308451"/>
              <a:gd name="connsiteY16" fmla="*/ 2067769 h 2067769"/>
              <a:gd name="connsiteX0" fmla="*/ 203012 w 1314071"/>
              <a:gd name="connsiteY0" fmla="*/ 2037856 h 2067769"/>
              <a:gd name="connsiteX1" fmla="*/ 683 w 1314071"/>
              <a:gd name="connsiteY1" fmla="*/ 1829690 h 2067769"/>
              <a:gd name="connsiteX2" fmla="*/ 14495 w 1314071"/>
              <a:gd name="connsiteY2" fmla="*/ 1664146 h 2067769"/>
              <a:gd name="connsiteX3" fmla="*/ 97839 w 1314071"/>
              <a:gd name="connsiteY3" fmla="*/ 1271049 h 2067769"/>
              <a:gd name="connsiteX4" fmla="*/ 97839 w 1314071"/>
              <a:gd name="connsiteY4" fmla="*/ 991109 h 2067769"/>
              <a:gd name="connsiteX5" fmla="*/ 195756 w 1314071"/>
              <a:gd name="connsiteY5" fmla="*/ 588964 h 2067769"/>
              <a:gd name="connsiteX6" fmla="*/ 373778 w 1314071"/>
              <a:gd name="connsiteY6" fmla="*/ 336170 h 2067769"/>
              <a:gd name="connsiteX7" fmla="*/ 706867 w 1314071"/>
              <a:gd name="connsiteY7" fmla="*/ 86234 h 2067769"/>
              <a:gd name="connsiteX8" fmla="*/ 953755 w 1314071"/>
              <a:gd name="connsiteY8" fmla="*/ 33 h 2067769"/>
              <a:gd name="connsiteX9" fmla="*/ 1105965 w 1314071"/>
              <a:gd name="connsiteY9" fmla="*/ 60326 h 2067769"/>
              <a:gd name="connsiteX10" fmla="*/ 1146160 w 1314071"/>
              <a:gd name="connsiteY10" fmla="*/ 221204 h 2067769"/>
              <a:gd name="connsiteX11" fmla="*/ 1177783 w 1314071"/>
              <a:gd name="connsiteY11" fmla="*/ 448089 h 2067769"/>
              <a:gd name="connsiteX12" fmla="*/ 1281129 w 1314071"/>
              <a:gd name="connsiteY12" fmla="*/ 789941 h 2067769"/>
              <a:gd name="connsiteX13" fmla="*/ 1306942 w 1314071"/>
              <a:gd name="connsiteY13" fmla="*/ 942151 h 2067769"/>
              <a:gd name="connsiteX14" fmla="*/ 1230305 w 1314071"/>
              <a:gd name="connsiteY14" fmla="*/ 1214322 h 2067769"/>
              <a:gd name="connsiteX15" fmla="*/ 1312315 w 1314071"/>
              <a:gd name="connsiteY15" fmla="*/ 1748838 h 2067769"/>
              <a:gd name="connsiteX16" fmla="*/ 1130241 w 1314071"/>
              <a:gd name="connsiteY16"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373778 w 1314071"/>
              <a:gd name="connsiteY5" fmla="*/ 336170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29690 h 2067769"/>
              <a:gd name="connsiteX1" fmla="*/ 14495 w 1314071"/>
              <a:gd name="connsiteY1" fmla="*/ 1664146 h 2067769"/>
              <a:gd name="connsiteX2" fmla="*/ 97839 w 1314071"/>
              <a:gd name="connsiteY2" fmla="*/ 1271049 h 2067769"/>
              <a:gd name="connsiteX3" fmla="*/ 97839 w 1314071"/>
              <a:gd name="connsiteY3" fmla="*/ 991109 h 2067769"/>
              <a:gd name="connsiteX4" fmla="*/ 195756 w 1314071"/>
              <a:gd name="connsiteY4" fmla="*/ 588964 h 2067769"/>
              <a:gd name="connsiteX5" fmla="*/ 290575 w 1314071"/>
              <a:gd name="connsiteY5" fmla="*/ 48964 h 2067769"/>
              <a:gd name="connsiteX6" fmla="*/ 706867 w 1314071"/>
              <a:gd name="connsiteY6" fmla="*/ 86234 h 2067769"/>
              <a:gd name="connsiteX7" fmla="*/ 953755 w 1314071"/>
              <a:gd name="connsiteY7" fmla="*/ 33 h 2067769"/>
              <a:gd name="connsiteX8" fmla="*/ 1105965 w 1314071"/>
              <a:gd name="connsiteY8" fmla="*/ 60326 h 2067769"/>
              <a:gd name="connsiteX9" fmla="*/ 1146160 w 1314071"/>
              <a:gd name="connsiteY9" fmla="*/ 221204 h 2067769"/>
              <a:gd name="connsiteX10" fmla="*/ 1177783 w 1314071"/>
              <a:gd name="connsiteY10" fmla="*/ 448089 h 2067769"/>
              <a:gd name="connsiteX11" fmla="*/ 1281129 w 1314071"/>
              <a:gd name="connsiteY11" fmla="*/ 789941 h 2067769"/>
              <a:gd name="connsiteX12" fmla="*/ 1306942 w 1314071"/>
              <a:gd name="connsiteY12" fmla="*/ 942151 h 2067769"/>
              <a:gd name="connsiteX13" fmla="*/ 1230305 w 1314071"/>
              <a:gd name="connsiteY13" fmla="*/ 1214322 h 2067769"/>
              <a:gd name="connsiteX14" fmla="*/ 1312315 w 1314071"/>
              <a:gd name="connsiteY14" fmla="*/ 1748838 h 2067769"/>
              <a:gd name="connsiteX15" fmla="*/ 1130241 w 1314071"/>
              <a:gd name="connsiteY15" fmla="*/ 2067769 h 2067769"/>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77783 w 1314071"/>
              <a:gd name="connsiteY10" fmla="*/ 457157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14071"/>
              <a:gd name="connsiteY0" fmla="*/ 1838758 h 2076837"/>
              <a:gd name="connsiteX1" fmla="*/ 14495 w 1314071"/>
              <a:gd name="connsiteY1" fmla="*/ 1673214 h 2076837"/>
              <a:gd name="connsiteX2" fmla="*/ 97839 w 1314071"/>
              <a:gd name="connsiteY2" fmla="*/ 1280117 h 2076837"/>
              <a:gd name="connsiteX3" fmla="*/ 97839 w 1314071"/>
              <a:gd name="connsiteY3" fmla="*/ 1000177 h 2076837"/>
              <a:gd name="connsiteX4" fmla="*/ 195756 w 1314071"/>
              <a:gd name="connsiteY4" fmla="*/ 598032 h 2076837"/>
              <a:gd name="connsiteX5" fmla="*/ 290575 w 1314071"/>
              <a:gd name="connsiteY5" fmla="*/ 58032 h 2076837"/>
              <a:gd name="connsiteX6" fmla="*/ 705437 w 1314071"/>
              <a:gd name="connsiteY6" fmla="*/ 240112 h 2076837"/>
              <a:gd name="connsiteX7" fmla="*/ 953755 w 1314071"/>
              <a:gd name="connsiteY7" fmla="*/ 9101 h 2076837"/>
              <a:gd name="connsiteX8" fmla="*/ 1105965 w 1314071"/>
              <a:gd name="connsiteY8" fmla="*/ 69394 h 2076837"/>
              <a:gd name="connsiteX9" fmla="*/ 1146160 w 1314071"/>
              <a:gd name="connsiteY9" fmla="*/ 230272 h 2076837"/>
              <a:gd name="connsiteX10" fmla="*/ 1111771 w 1314071"/>
              <a:gd name="connsiteY10" fmla="*/ 513234 h 2076837"/>
              <a:gd name="connsiteX11" fmla="*/ 1281129 w 1314071"/>
              <a:gd name="connsiteY11" fmla="*/ 799009 h 2076837"/>
              <a:gd name="connsiteX12" fmla="*/ 1306942 w 1314071"/>
              <a:gd name="connsiteY12" fmla="*/ 951219 h 2076837"/>
              <a:gd name="connsiteX13" fmla="*/ 1230305 w 1314071"/>
              <a:gd name="connsiteY13" fmla="*/ 1223390 h 2076837"/>
              <a:gd name="connsiteX14" fmla="*/ 1312315 w 1314071"/>
              <a:gd name="connsiteY14" fmla="*/ 1757906 h 2076837"/>
              <a:gd name="connsiteX15" fmla="*/ 1130241 w 1314071"/>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30305 w 1371522"/>
              <a:gd name="connsiteY13" fmla="*/ 1223390 h 2076837"/>
              <a:gd name="connsiteX14" fmla="*/ 1312315 w 1371522"/>
              <a:gd name="connsiteY14" fmla="*/ 1757906 h 2076837"/>
              <a:gd name="connsiteX15" fmla="*/ 1130241 w 1371522"/>
              <a:gd name="connsiteY15" fmla="*/ 2076837 h 2076837"/>
              <a:gd name="connsiteX0" fmla="*/ 683 w 1371522"/>
              <a:gd name="connsiteY0" fmla="*/ 1838758 h 2076837"/>
              <a:gd name="connsiteX1" fmla="*/ 14495 w 1371522"/>
              <a:gd name="connsiteY1" fmla="*/ 1673214 h 2076837"/>
              <a:gd name="connsiteX2" fmla="*/ 97839 w 1371522"/>
              <a:gd name="connsiteY2" fmla="*/ 1280117 h 2076837"/>
              <a:gd name="connsiteX3" fmla="*/ 97839 w 1371522"/>
              <a:gd name="connsiteY3" fmla="*/ 1000177 h 2076837"/>
              <a:gd name="connsiteX4" fmla="*/ 195756 w 1371522"/>
              <a:gd name="connsiteY4" fmla="*/ 598032 h 2076837"/>
              <a:gd name="connsiteX5" fmla="*/ 290575 w 1371522"/>
              <a:gd name="connsiteY5" fmla="*/ 58032 h 2076837"/>
              <a:gd name="connsiteX6" fmla="*/ 705437 w 1371522"/>
              <a:gd name="connsiteY6" fmla="*/ 240112 h 2076837"/>
              <a:gd name="connsiteX7" fmla="*/ 953755 w 1371522"/>
              <a:gd name="connsiteY7" fmla="*/ 9101 h 2076837"/>
              <a:gd name="connsiteX8" fmla="*/ 1105965 w 1371522"/>
              <a:gd name="connsiteY8" fmla="*/ 69394 h 2076837"/>
              <a:gd name="connsiteX9" fmla="*/ 1146160 w 1371522"/>
              <a:gd name="connsiteY9" fmla="*/ 230272 h 2076837"/>
              <a:gd name="connsiteX10" fmla="*/ 1111771 w 1371522"/>
              <a:gd name="connsiteY10" fmla="*/ 513234 h 2076837"/>
              <a:gd name="connsiteX11" fmla="*/ 1370351 w 1371522"/>
              <a:gd name="connsiteY11" fmla="*/ 828419 h 2076837"/>
              <a:gd name="connsiteX12" fmla="*/ 1306942 w 1371522"/>
              <a:gd name="connsiteY12" fmla="*/ 951219 h 2076837"/>
              <a:gd name="connsiteX13" fmla="*/ 1258541 w 1371522"/>
              <a:gd name="connsiteY13" fmla="*/ 1221558 h 2076837"/>
              <a:gd name="connsiteX14" fmla="*/ 1312315 w 1371522"/>
              <a:gd name="connsiteY14" fmla="*/ 1757906 h 2076837"/>
              <a:gd name="connsiteX15" fmla="*/ 1130241 w 1371522"/>
              <a:gd name="connsiteY15" fmla="*/ 2076837 h 2076837"/>
              <a:gd name="connsiteX0" fmla="*/ 683 w 1371022"/>
              <a:gd name="connsiteY0" fmla="*/ 1838758 h 2076837"/>
              <a:gd name="connsiteX1" fmla="*/ 14495 w 1371022"/>
              <a:gd name="connsiteY1" fmla="*/ 1673214 h 2076837"/>
              <a:gd name="connsiteX2" fmla="*/ 97839 w 1371022"/>
              <a:gd name="connsiteY2" fmla="*/ 1280117 h 2076837"/>
              <a:gd name="connsiteX3" fmla="*/ 97839 w 1371022"/>
              <a:gd name="connsiteY3" fmla="*/ 1000177 h 2076837"/>
              <a:gd name="connsiteX4" fmla="*/ 195756 w 1371022"/>
              <a:gd name="connsiteY4" fmla="*/ 598032 h 2076837"/>
              <a:gd name="connsiteX5" fmla="*/ 290575 w 1371022"/>
              <a:gd name="connsiteY5" fmla="*/ 58032 h 2076837"/>
              <a:gd name="connsiteX6" fmla="*/ 705437 w 1371022"/>
              <a:gd name="connsiteY6" fmla="*/ 240112 h 2076837"/>
              <a:gd name="connsiteX7" fmla="*/ 953755 w 1371022"/>
              <a:gd name="connsiteY7" fmla="*/ 9101 h 2076837"/>
              <a:gd name="connsiteX8" fmla="*/ 1105965 w 1371022"/>
              <a:gd name="connsiteY8" fmla="*/ 69394 h 2076837"/>
              <a:gd name="connsiteX9" fmla="*/ 1146160 w 1371022"/>
              <a:gd name="connsiteY9" fmla="*/ 230272 h 2076837"/>
              <a:gd name="connsiteX10" fmla="*/ 1111771 w 1371022"/>
              <a:gd name="connsiteY10" fmla="*/ 513234 h 2076837"/>
              <a:gd name="connsiteX11" fmla="*/ 1370351 w 1371022"/>
              <a:gd name="connsiteY11" fmla="*/ 828419 h 2076837"/>
              <a:gd name="connsiteX12" fmla="*/ 1240489 w 1371022"/>
              <a:gd name="connsiteY12" fmla="*/ 981623 h 2076837"/>
              <a:gd name="connsiteX13" fmla="*/ 1258541 w 1371022"/>
              <a:gd name="connsiteY13" fmla="*/ 1221558 h 2076837"/>
              <a:gd name="connsiteX14" fmla="*/ 1312315 w 1371022"/>
              <a:gd name="connsiteY14" fmla="*/ 1757906 h 2076837"/>
              <a:gd name="connsiteX15" fmla="*/ 1130241 w 1371022"/>
              <a:gd name="connsiteY15" fmla="*/ 2076837 h 2076837"/>
              <a:gd name="connsiteX0" fmla="*/ 0 w 1356527"/>
              <a:gd name="connsiteY0" fmla="*/ 1673214 h 2076837"/>
              <a:gd name="connsiteX1" fmla="*/ 83344 w 1356527"/>
              <a:gd name="connsiteY1" fmla="*/ 1280117 h 2076837"/>
              <a:gd name="connsiteX2" fmla="*/ 83344 w 1356527"/>
              <a:gd name="connsiteY2" fmla="*/ 1000177 h 2076837"/>
              <a:gd name="connsiteX3" fmla="*/ 181261 w 1356527"/>
              <a:gd name="connsiteY3" fmla="*/ 598032 h 2076837"/>
              <a:gd name="connsiteX4" fmla="*/ 276080 w 1356527"/>
              <a:gd name="connsiteY4" fmla="*/ 58032 h 2076837"/>
              <a:gd name="connsiteX5" fmla="*/ 690942 w 1356527"/>
              <a:gd name="connsiteY5" fmla="*/ 240112 h 2076837"/>
              <a:gd name="connsiteX6" fmla="*/ 939260 w 1356527"/>
              <a:gd name="connsiteY6" fmla="*/ 9101 h 2076837"/>
              <a:gd name="connsiteX7" fmla="*/ 1091470 w 1356527"/>
              <a:gd name="connsiteY7" fmla="*/ 69394 h 2076837"/>
              <a:gd name="connsiteX8" fmla="*/ 1131665 w 1356527"/>
              <a:gd name="connsiteY8" fmla="*/ 230272 h 2076837"/>
              <a:gd name="connsiteX9" fmla="*/ 1097276 w 1356527"/>
              <a:gd name="connsiteY9" fmla="*/ 513234 h 2076837"/>
              <a:gd name="connsiteX10" fmla="*/ 1355856 w 1356527"/>
              <a:gd name="connsiteY10" fmla="*/ 828419 h 2076837"/>
              <a:gd name="connsiteX11" fmla="*/ 1225994 w 1356527"/>
              <a:gd name="connsiteY11" fmla="*/ 981623 h 2076837"/>
              <a:gd name="connsiteX12" fmla="*/ 1244046 w 1356527"/>
              <a:gd name="connsiteY12" fmla="*/ 1221558 h 2076837"/>
              <a:gd name="connsiteX13" fmla="*/ 1297820 w 1356527"/>
              <a:gd name="connsiteY13" fmla="*/ 1757906 h 2076837"/>
              <a:gd name="connsiteX14" fmla="*/ 1115746 w 1356527"/>
              <a:gd name="connsiteY14" fmla="*/ 2076837 h 2076837"/>
              <a:gd name="connsiteX0" fmla="*/ 0 w 1356527"/>
              <a:gd name="connsiteY0" fmla="*/ 1673214 h 1957040"/>
              <a:gd name="connsiteX1" fmla="*/ 83344 w 1356527"/>
              <a:gd name="connsiteY1" fmla="*/ 1280117 h 1957040"/>
              <a:gd name="connsiteX2" fmla="*/ 83344 w 1356527"/>
              <a:gd name="connsiteY2" fmla="*/ 1000177 h 1957040"/>
              <a:gd name="connsiteX3" fmla="*/ 181261 w 1356527"/>
              <a:gd name="connsiteY3" fmla="*/ 598032 h 1957040"/>
              <a:gd name="connsiteX4" fmla="*/ 276080 w 1356527"/>
              <a:gd name="connsiteY4" fmla="*/ 58032 h 1957040"/>
              <a:gd name="connsiteX5" fmla="*/ 690942 w 1356527"/>
              <a:gd name="connsiteY5" fmla="*/ 240112 h 1957040"/>
              <a:gd name="connsiteX6" fmla="*/ 939260 w 1356527"/>
              <a:gd name="connsiteY6" fmla="*/ 9101 h 1957040"/>
              <a:gd name="connsiteX7" fmla="*/ 1091470 w 1356527"/>
              <a:gd name="connsiteY7" fmla="*/ 69394 h 1957040"/>
              <a:gd name="connsiteX8" fmla="*/ 1131665 w 1356527"/>
              <a:gd name="connsiteY8" fmla="*/ 230272 h 1957040"/>
              <a:gd name="connsiteX9" fmla="*/ 1097276 w 1356527"/>
              <a:gd name="connsiteY9" fmla="*/ 513234 h 1957040"/>
              <a:gd name="connsiteX10" fmla="*/ 1355856 w 1356527"/>
              <a:gd name="connsiteY10" fmla="*/ 828419 h 1957040"/>
              <a:gd name="connsiteX11" fmla="*/ 1225994 w 1356527"/>
              <a:gd name="connsiteY11" fmla="*/ 981623 h 1957040"/>
              <a:gd name="connsiteX12" fmla="*/ 1244046 w 1356527"/>
              <a:gd name="connsiteY12" fmla="*/ 1221558 h 1957040"/>
              <a:gd name="connsiteX13" fmla="*/ 1297820 w 1356527"/>
              <a:gd name="connsiteY13" fmla="*/ 1757906 h 1957040"/>
              <a:gd name="connsiteX14" fmla="*/ 1030192 w 1356527"/>
              <a:gd name="connsiteY14" fmla="*/ 1957039 h 1957040"/>
              <a:gd name="connsiteX0" fmla="*/ 587 w 1273770"/>
              <a:gd name="connsiteY0" fmla="*/ 1280117 h 1957039"/>
              <a:gd name="connsiteX1" fmla="*/ 587 w 1273770"/>
              <a:gd name="connsiteY1" fmla="*/ 1000177 h 1957039"/>
              <a:gd name="connsiteX2" fmla="*/ 98504 w 1273770"/>
              <a:gd name="connsiteY2" fmla="*/ 598032 h 1957039"/>
              <a:gd name="connsiteX3" fmla="*/ 193323 w 1273770"/>
              <a:gd name="connsiteY3" fmla="*/ 58032 h 1957039"/>
              <a:gd name="connsiteX4" fmla="*/ 608185 w 1273770"/>
              <a:gd name="connsiteY4" fmla="*/ 240112 h 1957039"/>
              <a:gd name="connsiteX5" fmla="*/ 856503 w 1273770"/>
              <a:gd name="connsiteY5" fmla="*/ 9101 h 1957039"/>
              <a:gd name="connsiteX6" fmla="*/ 1008713 w 1273770"/>
              <a:gd name="connsiteY6" fmla="*/ 69394 h 1957039"/>
              <a:gd name="connsiteX7" fmla="*/ 1048908 w 1273770"/>
              <a:gd name="connsiteY7" fmla="*/ 230272 h 1957039"/>
              <a:gd name="connsiteX8" fmla="*/ 1014519 w 1273770"/>
              <a:gd name="connsiteY8" fmla="*/ 513234 h 1957039"/>
              <a:gd name="connsiteX9" fmla="*/ 1273099 w 1273770"/>
              <a:gd name="connsiteY9" fmla="*/ 828419 h 1957039"/>
              <a:gd name="connsiteX10" fmla="*/ 1143237 w 1273770"/>
              <a:gd name="connsiteY10" fmla="*/ 981623 h 1957039"/>
              <a:gd name="connsiteX11" fmla="*/ 1161289 w 1273770"/>
              <a:gd name="connsiteY11" fmla="*/ 1221558 h 1957039"/>
              <a:gd name="connsiteX12" fmla="*/ 1215063 w 1273770"/>
              <a:gd name="connsiteY12" fmla="*/ 1757906 h 1957039"/>
              <a:gd name="connsiteX13" fmla="*/ 947435 w 1273770"/>
              <a:gd name="connsiteY13" fmla="*/ 1957039 h 1957039"/>
              <a:gd name="connsiteX0" fmla="*/ 0 w 1273183"/>
              <a:gd name="connsiteY0" fmla="*/ 1000177 h 1957039"/>
              <a:gd name="connsiteX1" fmla="*/ 97917 w 1273183"/>
              <a:gd name="connsiteY1" fmla="*/ 598032 h 1957039"/>
              <a:gd name="connsiteX2" fmla="*/ 192736 w 1273183"/>
              <a:gd name="connsiteY2" fmla="*/ 58032 h 1957039"/>
              <a:gd name="connsiteX3" fmla="*/ 607598 w 1273183"/>
              <a:gd name="connsiteY3" fmla="*/ 240112 h 1957039"/>
              <a:gd name="connsiteX4" fmla="*/ 855916 w 1273183"/>
              <a:gd name="connsiteY4" fmla="*/ 9101 h 1957039"/>
              <a:gd name="connsiteX5" fmla="*/ 1008126 w 1273183"/>
              <a:gd name="connsiteY5" fmla="*/ 69394 h 1957039"/>
              <a:gd name="connsiteX6" fmla="*/ 1048321 w 1273183"/>
              <a:gd name="connsiteY6" fmla="*/ 230272 h 1957039"/>
              <a:gd name="connsiteX7" fmla="*/ 1013932 w 1273183"/>
              <a:gd name="connsiteY7" fmla="*/ 513234 h 1957039"/>
              <a:gd name="connsiteX8" fmla="*/ 1272512 w 1273183"/>
              <a:gd name="connsiteY8" fmla="*/ 828419 h 1957039"/>
              <a:gd name="connsiteX9" fmla="*/ 1142650 w 1273183"/>
              <a:gd name="connsiteY9" fmla="*/ 981623 h 1957039"/>
              <a:gd name="connsiteX10" fmla="*/ 1160702 w 1273183"/>
              <a:gd name="connsiteY10" fmla="*/ 1221558 h 1957039"/>
              <a:gd name="connsiteX11" fmla="*/ 1214476 w 1273183"/>
              <a:gd name="connsiteY11" fmla="*/ 1757906 h 1957039"/>
              <a:gd name="connsiteX12" fmla="*/ 946848 w 1273183"/>
              <a:gd name="connsiteY12" fmla="*/ 1957039 h 1957039"/>
              <a:gd name="connsiteX0" fmla="*/ 1 w 1175267"/>
              <a:gd name="connsiteY0" fmla="*/ 598032 h 1957039"/>
              <a:gd name="connsiteX1" fmla="*/ 94820 w 1175267"/>
              <a:gd name="connsiteY1" fmla="*/ 58032 h 1957039"/>
              <a:gd name="connsiteX2" fmla="*/ 509682 w 1175267"/>
              <a:gd name="connsiteY2" fmla="*/ 240112 h 1957039"/>
              <a:gd name="connsiteX3" fmla="*/ 758000 w 1175267"/>
              <a:gd name="connsiteY3" fmla="*/ 9101 h 1957039"/>
              <a:gd name="connsiteX4" fmla="*/ 910210 w 1175267"/>
              <a:gd name="connsiteY4" fmla="*/ 69394 h 1957039"/>
              <a:gd name="connsiteX5" fmla="*/ 950405 w 1175267"/>
              <a:gd name="connsiteY5" fmla="*/ 230272 h 1957039"/>
              <a:gd name="connsiteX6" fmla="*/ 916016 w 1175267"/>
              <a:gd name="connsiteY6" fmla="*/ 513234 h 1957039"/>
              <a:gd name="connsiteX7" fmla="*/ 1174596 w 1175267"/>
              <a:gd name="connsiteY7" fmla="*/ 828419 h 1957039"/>
              <a:gd name="connsiteX8" fmla="*/ 1044734 w 1175267"/>
              <a:gd name="connsiteY8" fmla="*/ 981623 h 1957039"/>
              <a:gd name="connsiteX9" fmla="*/ 1062786 w 1175267"/>
              <a:gd name="connsiteY9" fmla="*/ 1221558 h 1957039"/>
              <a:gd name="connsiteX10" fmla="*/ 1116560 w 1175267"/>
              <a:gd name="connsiteY10" fmla="*/ 1757906 h 1957039"/>
              <a:gd name="connsiteX11" fmla="*/ 848932 w 1175267"/>
              <a:gd name="connsiteY11" fmla="*/ 1957039 h 1957039"/>
              <a:gd name="connsiteX0" fmla="*/ 0 w 1080447"/>
              <a:gd name="connsiteY0" fmla="*/ 58032 h 1957039"/>
              <a:gd name="connsiteX1" fmla="*/ 414862 w 1080447"/>
              <a:gd name="connsiteY1" fmla="*/ 240112 h 1957039"/>
              <a:gd name="connsiteX2" fmla="*/ 663180 w 1080447"/>
              <a:gd name="connsiteY2" fmla="*/ 9101 h 1957039"/>
              <a:gd name="connsiteX3" fmla="*/ 815390 w 1080447"/>
              <a:gd name="connsiteY3" fmla="*/ 69394 h 1957039"/>
              <a:gd name="connsiteX4" fmla="*/ 855585 w 1080447"/>
              <a:gd name="connsiteY4" fmla="*/ 230272 h 1957039"/>
              <a:gd name="connsiteX5" fmla="*/ 821196 w 1080447"/>
              <a:gd name="connsiteY5" fmla="*/ 513234 h 1957039"/>
              <a:gd name="connsiteX6" fmla="*/ 1079776 w 1080447"/>
              <a:gd name="connsiteY6" fmla="*/ 828419 h 1957039"/>
              <a:gd name="connsiteX7" fmla="*/ 949914 w 1080447"/>
              <a:gd name="connsiteY7" fmla="*/ 981623 h 1957039"/>
              <a:gd name="connsiteX8" fmla="*/ 967966 w 1080447"/>
              <a:gd name="connsiteY8" fmla="*/ 1221558 h 1957039"/>
              <a:gd name="connsiteX9" fmla="*/ 1021740 w 1080447"/>
              <a:gd name="connsiteY9" fmla="*/ 1757906 h 1957039"/>
              <a:gd name="connsiteX10" fmla="*/ 754112 w 1080447"/>
              <a:gd name="connsiteY10" fmla="*/ 1957039 h 1957039"/>
              <a:gd name="connsiteX0" fmla="*/ 0 w 1206318"/>
              <a:gd name="connsiteY0" fmla="*/ 6951 h 2018396"/>
              <a:gd name="connsiteX1" fmla="*/ 540733 w 1206318"/>
              <a:gd name="connsiteY1" fmla="*/ 301469 h 2018396"/>
              <a:gd name="connsiteX2" fmla="*/ 789051 w 1206318"/>
              <a:gd name="connsiteY2" fmla="*/ 70458 h 2018396"/>
              <a:gd name="connsiteX3" fmla="*/ 941261 w 1206318"/>
              <a:gd name="connsiteY3" fmla="*/ 130751 h 2018396"/>
              <a:gd name="connsiteX4" fmla="*/ 981456 w 1206318"/>
              <a:gd name="connsiteY4" fmla="*/ 291629 h 2018396"/>
              <a:gd name="connsiteX5" fmla="*/ 947067 w 1206318"/>
              <a:gd name="connsiteY5" fmla="*/ 574591 h 2018396"/>
              <a:gd name="connsiteX6" fmla="*/ 1205647 w 1206318"/>
              <a:gd name="connsiteY6" fmla="*/ 889776 h 2018396"/>
              <a:gd name="connsiteX7" fmla="*/ 1075785 w 1206318"/>
              <a:gd name="connsiteY7" fmla="*/ 1042980 h 2018396"/>
              <a:gd name="connsiteX8" fmla="*/ 1093837 w 1206318"/>
              <a:gd name="connsiteY8" fmla="*/ 1282915 h 2018396"/>
              <a:gd name="connsiteX9" fmla="*/ 1147611 w 1206318"/>
              <a:gd name="connsiteY9" fmla="*/ 1819263 h 2018396"/>
              <a:gd name="connsiteX10" fmla="*/ 879983 w 1206318"/>
              <a:gd name="connsiteY10" fmla="*/ 2018396 h 2018396"/>
              <a:gd name="connsiteX0" fmla="*/ 0 w 1206318"/>
              <a:gd name="connsiteY0" fmla="*/ 7982 h 2019427"/>
              <a:gd name="connsiteX1" fmla="*/ 398976 w 1206318"/>
              <a:gd name="connsiteY1" fmla="*/ 252773 h 2019427"/>
              <a:gd name="connsiteX2" fmla="*/ 789051 w 1206318"/>
              <a:gd name="connsiteY2" fmla="*/ 71489 h 2019427"/>
              <a:gd name="connsiteX3" fmla="*/ 941261 w 1206318"/>
              <a:gd name="connsiteY3" fmla="*/ 131782 h 2019427"/>
              <a:gd name="connsiteX4" fmla="*/ 981456 w 1206318"/>
              <a:gd name="connsiteY4" fmla="*/ 292660 h 2019427"/>
              <a:gd name="connsiteX5" fmla="*/ 947067 w 1206318"/>
              <a:gd name="connsiteY5" fmla="*/ 575622 h 2019427"/>
              <a:gd name="connsiteX6" fmla="*/ 1205647 w 1206318"/>
              <a:gd name="connsiteY6" fmla="*/ 890807 h 2019427"/>
              <a:gd name="connsiteX7" fmla="*/ 1075785 w 1206318"/>
              <a:gd name="connsiteY7" fmla="*/ 1044011 h 2019427"/>
              <a:gd name="connsiteX8" fmla="*/ 1093837 w 1206318"/>
              <a:gd name="connsiteY8" fmla="*/ 1283946 h 2019427"/>
              <a:gd name="connsiteX9" fmla="*/ 1147611 w 1206318"/>
              <a:gd name="connsiteY9" fmla="*/ 1820294 h 2019427"/>
              <a:gd name="connsiteX10" fmla="*/ 879983 w 1206318"/>
              <a:gd name="connsiteY10" fmla="*/ 2019427 h 2019427"/>
              <a:gd name="connsiteX0" fmla="*/ 0 w 1206318"/>
              <a:gd name="connsiteY0" fmla="*/ 7983 h 2019428"/>
              <a:gd name="connsiteX1" fmla="*/ 398976 w 1206318"/>
              <a:gd name="connsiteY1" fmla="*/ 252774 h 2019428"/>
              <a:gd name="connsiteX2" fmla="*/ 789051 w 1206318"/>
              <a:gd name="connsiteY2" fmla="*/ 71490 h 2019428"/>
              <a:gd name="connsiteX3" fmla="*/ 941261 w 1206318"/>
              <a:gd name="connsiteY3" fmla="*/ 131783 h 2019428"/>
              <a:gd name="connsiteX4" fmla="*/ 981456 w 1206318"/>
              <a:gd name="connsiteY4" fmla="*/ 292661 h 2019428"/>
              <a:gd name="connsiteX5" fmla="*/ 947067 w 1206318"/>
              <a:gd name="connsiteY5" fmla="*/ 575623 h 2019428"/>
              <a:gd name="connsiteX6" fmla="*/ 1205647 w 1206318"/>
              <a:gd name="connsiteY6" fmla="*/ 890808 h 2019428"/>
              <a:gd name="connsiteX7" fmla="*/ 1075785 w 1206318"/>
              <a:gd name="connsiteY7" fmla="*/ 1044012 h 2019428"/>
              <a:gd name="connsiteX8" fmla="*/ 1034208 w 1206318"/>
              <a:gd name="connsiteY8" fmla="*/ 1255784 h 2019428"/>
              <a:gd name="connsiteX9" fmla="*/ 1147611 w 1206318"/>
              <a:gd name="connsiteY9" fmla="*/ 1820295 h 2019428"/>
              <a:gd name="connsiteX10" fmla="*/ 879983 w 120631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941261 w 1206138"/>
              <a:gd name="connsiteY3" fmla="*/ 131783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206138"/>
              <a:gd name="connsiteY0" fmla="*/ 7983 h 2019428"/>
              <a:gd name="connsiteX1" fmla="*/ 398976 w 1206138"/>
              <a:gd name="connsiteY1" fmla="*/ 252774 h 2019428"/>
              <a:gd name="connsiteX2" fmla="*/ 789051 w 1206138"/>
              <a:gd name="connsiteY2" fmla="*/ 71490 h 2019428"/>
              <a:gd name="connsiteX3" fmla="*/ 1025970 w 1206138"/>
              <a:gd name="connsiteY3" fmla="*/ 126291 h 2019428"/>
              <a:gd name="connsiteX4" fmla="*/ 981456 w 1206138"/>
              <a:gd name="connsiteY4" fmla="*/ 292661 h 2019428"/>
              <a:gd name="connsiteX5" fmla="*/ 947067 w 1206138"/>
              <a:gd name="connsiteY5" fmla="*/ 575623 h 2019428"/>
              <a:gd name="connsiteX6" fmla="*/ 1205647 w 1206138"/>
              <a:gd name="connsiteY6" fmla="*/ 890808 h 2019428"/>
              <a:gd name="connsiteX7" fmla="*/ 1018872 w 1206138"/>
              <a:gd name="connsiteY7" fmla="*/ 1021999 h 2019428"/>
              <a:gd name="connsiteX8" fmla="*/ 1034208 w 1206138"/>
              <a:gd name="connsiteY8" fmla="*/ 1255784 h 2019428"/>
              <a:gd name="connsiteX9" fmla="*/ 1147611 w 1206138"/>
              <a:gd name="connsiteY9" fmla="*/ 1820295 h 2019428"/>
              <a:gd name="connsiteX10" fmla="*/ 879983 w 1206138"/>
              <a:gd name="connsiteY10" fmla="*/ 2019428 h 2019428"/>
              <a:gd name="connsiteX0" fmla="*/ 0 w 1150610"/>
              <a:gd name="connsiteY0" fmla="*/ 7983 h 2019428"/>
              <a:gd name="connsiteX1" fmla="*/ 398976 w 1150610"/>
              <a:gd name="connsiteY1" fmla="*/ 252774 h 2019428"/>
              <a:gd name="connsiteX2" fmla="*/ 789051 w 1150610"/>
              <a:gd name="connsiteY2" fmla="*/ 71490 h 2019428"/>
              <a:gd name="connsiteX3" fmla="*/ 1025970 w 1150610"/>
              <a:gd name="connsiteY3" fmla="*/ 126291 h 2019428"/>
              <a:gd name="connsiteX4" fmla="*/ 981456 w 1150610"/>
              <a:gd name="connsiteY4" fmla="*/ 292661 h 2019428"/>
              <a:gd name="connsiteX5" fmla="*/ 947067 w 1150610"/>
              <a:gd name="connsiteY5" fmla="*/ 575623 h 2019428"/>
              <a:gd name="connsiteX6" fmla="*/ 1111302 w 1150610"/>
              <a:gd name="connsiteY6" fmla="*/ 841566 h 2019428"/>
              <a:gd name="connsiteX7" fmla="*/ 1018872 w 1150610"/>
              <a:gd name="connsiteY7" fmla="*/ 1021999 h 2019428"/>
              <a:gd name="connsiteX8" fmla="*/ 1034208 w 1150610"/>
              <a:gd name="connsiteY8" fmla="*/ 1255784 h 2019428"/>
              <a:gd name="connsiteX9" fmla="*/ 1147611 w 1150610"/>
              <a:gd name="connsiteY9" fmla="*/ 1820295 h 2019428"/>
              <a:gd name="connsiteX10" fmla="*/ 879983 w 1150610"/>
              <a:gd name="connsiteY10" fmla="*/ 2019428 h 2019428"/>
              <a:gd name="connsiteX0" fmla="*/ 0 w 1150609"/>
              <a:gd name="connsiteY0" fmla="*/ 7983 h 2019428"/>
              <a:gd name="connsiteX1" fmla="*/ 398976 w 1150609"/>
              <a:gd name="connsiteY1" fmla="*/ 252774 h 2019428"/>
              <a:gd name="connsiteX2" fmla="*/ 789051 w 1150609"/>
              <a:gd name="connsiteY2" fmla="*/ 71490 h 2019428"/>
              <a:gd name="connsiteX3" fmla="*/ 1025970 w 1150609"/>
              <a:gd name="connsiteY3" fmla="*/ 126291 h 2019428"/>
              <a:gd name="connsiteX4" fmla="*/ 981456 w 1150609"/>
              <a:gd name="connsiteY4" fmla="*/ 292661 h 2019428"/>
              <a:gd name="connsiteX5" fmla="*/ 1014875 w 1150609"/>
              <a:gd name="connsiteY5" fmla="*/ 548294 h 2019428"/>
              <a:gd name="connsiteX6" fmla="*/ 1111302 w 1150609"/>
              <a:gd name="connsiteY6" fmla="*/ 841566 h 2019428"/>
              <a:gd name="connsiteX7" fmla="*/ 1018872 w 1150609"/>
              <a:gd name="connsiteY7" fmla="*/ 1021999 h 2019428"/>
              <a:gd name="connsiteX8" fmla="*/ 1034208 w 1150609"/>
              <a:gd name="connsiteY8" fmla="*/ 1255784 h 2019428"/>
              <a:gd name="connsiteX9" fmla="*/ 1147611 w 1150609"/>
              <a:gd name="connsiteY9" fmla="*/ 1820295 h 2019428"/>
              <a:gd name="connsiteX10" fmla="*/ 879983 w 1150609"/>
              <a:gd name="connsiteY10" fmla="*/ 2019428 h 2019428"/>
              <a:gd name="connsiteX0" fmla="*/ 0 w 1150609"/>
              <a:gd name="connsiteY0" fmla="*/ 8898 h 2020343"/>
              <a:gd name="connsiteX1" fmla="*/ 369247 w 1150609"/>
              <a:gd name="connsiteY1" fmla="*/ 219239 h 2020343"/>
              <a:gd name="connsiteX2" fmla="*/ 789051 w 1150609"/>
              <a:gd name="connsiteY2" fmla="*/ 72405 h 2020343"/>
              <a:gd name="connsiteX3" fmla="*/ 1025970 w 1150609"/>
              <a:gd name="connsiteY3" fmla="*/ 127206 h 2020343"/>
              <a:gd name="connsiteX4" fmla="*/ 981456 w 1150609"/>
              <a:gd name="connsiteY4" fmla="*/ 293576 h 2020343"/>
              <a:gd name="connsiteX5" fmla="*/ 1014875 w 1150609"/>
              <a:gd name="connsiteY5" fmla="*/ 549209 h 2020343"/>
              <a:gd name="connsiteX6" fmla="*/ 1111302 w 1150609"/>
              <a:gd name="connsiteY6" fmla="*/ 842481 h 2020343"/>
              <a:gd name="connsiteX7" fmla="*/ 1018872 w 1150609"/>
              <a:gd name="connsiteY7" fmla="*/ 1022914 h 2020343"/>
              <a:gd name="connsiteX8" fmla="*/ 1034208 w 1150609"/>
              <a:gd name="connsiteY8" fmla="*/ 1256699 h 2020343"/>
              <a:gd name="connsiteX9" fmla="*/ 1147611 w 1150609"/>
              <a:gd name="connsiteY9" fmla="*/ 1821210 h 2020343"/>
              <a:gd name="connsiteX10" fmla="*/ 879983 w 1150609"/>
              <a:gd name="connsiteY10" fmla="*/ 2020343 h 2020343"/>
              <a:gd name="connsiteX0" fmla="*/ 0 w 1150609"/>
              <a:gd name="connsiteY0" fmla="*/ 9974 h 2021419"/>
              <a:gd name="connsiteX1" fmla="*/ 351296 w 1150609"/>
              <a:gd name="connsiteY1" fmla="*/ 187869 h 2021419"/>
              <a:gd name="connsiteX2" fmla="*/ 789051 w 1150609"/>
              <a:gd name="connsiteY2" fmla="*/ 73481 h 2021419"/>
              <a:gd name="connsiteX3" fmla="*/ 1025970 w 1150609"/>
              <a:gd name="connsiteY3" fmla="*/ 128282 h 2021419"/>
              <a:gd name="connsiteX4" fmla="*/ 981456 w 1150609"/>
              <a:gd name="connsiteY4" fmla="*/ 294652 h 2021419"/>
              <a:gd name="connsiteX5" fmla="*/ 1014875 w 1150609"/>
              <a:gd name="connsiteY5" fmla="*/ 550285 h 2021419"/>
              <a:gd name="connsiteX6" fmla="*/ 1111302 w 1150609"/>
              <a:gd name="connsiteY6" fmla="*/ 843557 h 2021419"/>
              <a:gd name="connsiteX7" fmla="*/ 1018872 w 1150609"/>
              <a:gd name="connsiteY7" fmla="*/ 1023990 h 2021419"/>
              <a:gd name="connsiteX8" fmla="*/ 1034208 w 1150609"/>
              <a:gd name="connsiteY8" fmla="*/ 1257775 h 2021419"/>
              <a:gd name="connsiteX9" fmla="*/ 1147611 w 1150609"/>
              <a:gd name="connsiteY9" fmla="*/ 1822286 h 2021419"/>
              <a:gd name="connsiteX10" fmla="*/ 879983 w 1150609"/>
              <a:gd name="connsiteY10" fmla="*/ 2021419 h 2021419"/>
              <a:gd name="connsiteX0" fmla="*/ 0 w 1150609"/>
              <a:gd name="connsiteY0" fmla="*/ 9917 h 2021362"/>
              <a:gd name="connsiteX1" fmla="*/ 351296 w 1150609"/>
              <a:gd name="connsiteY1" fmla="*/ 187812 h 2021362"/>
              <a:gd name="connsiteX2" fmla="*/ 664942 w 1150609"/>
              <a:gd name="connsiteY2" fmla="*/ 63676 h 2021362"/>
              <a:gd name="connsiteX3" fmla="*/ 1025970 w 1150609"/>
              <a:gd name="connsiteY3" fmla="*/ 128225 h 2021362"/>
              <a:gd name="connsiteX4" fmla="*/ 981456 w 1150609"/>
              <a:gd name="connsiteY4" fmla="*/ 294595 h 2021362"/>
              <a:gd name="connsiteX5" fmla="*/ 1014875 w 1150609"/>
              <a:gd name="connsiteY5" fmla="*/ 550228 h 2021362"/>
              <a:gd name="connsiteX6" fmla="*/ 1111302 w 1150609"/>
              <a:gd name="connsiteY6" fmla="*/ 843500 h 2021362"/>
              <a:gd name="connsiteX7" fmla="*/ 1018872 w 1150609"/>
              <a:gd name="connsiteY7" fmla="*/ 1023933 h 2021362"/>
              <a:gd name="connsiteX8" fmla="*/ 1034208 w 1150609"/>
              <a:gd name="connsiteY8" fmla="*/ 1257718 h 2021362"/>
              <a:gd name="connsiteX9" fmla="*/ 1147611 w 1150609"/>
              <a:gd name="connsiteY9" fmla="*/ 1822229 h 2021362"/>
              <a:gd name="connsiteX10" fmla="*/ 879983 w 1150609"/>
              <a:gd name="connsiteY10" fmla="*/ 2021362 h 2021362"/>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81456 w 1148931"/>
              <a:gd name="connsiteY4" fmla="*/ 294595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1025970 w 1148931"/>
              <a:gd name="connsiteY3" fmla="*/ 128225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1148931"/>
              <a:gd name="connsiteY0" fmla="*/ 9917 h 2117316"/>
              <a:gd name="connsiteX1" fmla="*/ 351296 w 1148931"/>
              <a:gd name="connsiteY1" fmla="*/ 187812 h 2117316"/>
              <a:gd name="connsiteX2" fmla="*/ 664942 w 1148931"/>
              <a:gd name="connsiteY2" fmla="*/ 63676 h 2117316"/>
              <a:gd name="connsiteX3" fmla="*/ 989724 w 1148931"/>
              <a:gd name="connsiteY3" fmla="*/ 144812 h 2117316"/>
              <a:gd name="connsiteX4" fmla="*/ 996520 w 1148931"/>
              <a:gd name="connsiteY4" fmla="*/ 361628 h 2117316"/>
              <a:gd name="connsiteX5" fmla="*/ 1014875 w 1148931"/>
              <a:gd name="connsiteY5" fmla="*/ 550228 h 2117316"/>
              <a:gd name="connsiteX6" fmla="*/ 1111302 w 1148931"/>
              <a:gd name="connsiteY6" fmla="*/ 843500 h 2117316"/>
              <a:gd name="connsiteX7" fmla="*/ 1018872 w 1148931"/>
              <a:gd name="connsiteY7" fmla="*/ 1023933 h 2117316"/>
              <a:gd name="connsiteX8" fmla="*/ 1034208 w 1148931"/>
              <a:gd name="connsiteY8" fmla="*/ 1257718 h 2117316"/>
              <a:gd name="connsiteX9" fmla="*/ 1147611 w 1148931"/>
              <a:gd name="connsiteY9" fmla="*/ 1822229 h 2117316"/>
              <a:gd name="connsiteX10" fmla="*/ 936859 w 1148931"/>
              <a:gd name="connsiteY10" fmla="*/ 2117316 h 2117316"/>
              <a:gd name="connsiteX0" fmla="*/ 0 w 797635"/>
              <a:gd name="connsiteY0" fmla="*/ 124995 h 2054499"/>
              <a:gd name="connsiteX1" fmla="*/ 313646 w 797635"/>
              <a:gd name="connsiteY1" fmla="*/ 859 h 2054499"/>
              <a:gd name="connsiteX2" fmla="*/ 638428 w 797635"/>
              <a:gd name="connsiteY2" fmla="*/ 81995 h 2054499"/>
              <a:gd name="connsiteX3" fmla="*/ 645224 w 797635"/>
              <a:gd name="connsiteY3" fmla="*/ 298811 h 2054499"/>
              <a:gd name="connsiteX4" fmla="*/ 663579 w 797635"/>
              <a:gd name="connsiteY4" fmla="*/ 487411 h 2054499"/>
              <a:gd name="connsiteX5" fmla="*/ 760006 w 797635"/>
              <a:gd name="connsiteY5" fmla="*/ 780683 h 2054499"/>
              <a:gd name="connsiteX6" fmla="*/ 667576 w 797635"/>
              <a:gd name="connsiteY6" fmla="*/ 961116 h 2054499"/>
              <a:gd name="connsiteX7" fmla="*/ 682912 w 797635"/>
              <a:gd name="connsiteY7" fmla="*/ 1194901 h 2054499"/>
              <a:gd name="connsiteX8" fmla="*/ 796315 w 797635"/>
              <a:gd name="connsiteY8" fmla="*/ 1759412 h 2054499"/>
              <a:gd name="connsiteX9" fmla="*/ 585563 w 797635"/>
              <a:gd name="connsiteY9" fmla="*/ 2054499 h 2054499"/>
              <a:gd name="connsiteX0" fmla="*/ 0 w 884244"/>
              <a:gd name="connsiteY0" fmla="*/ 16679 h 2055868"/>
              <a:gd name="connsiteX1" fmla="*/ 400255 w 884244"/>
              <a:gd name="connsiteY1" fmla="*/ 2228 h 2055868"/>
              <a:gd name="connsiteX2" fmla="*/ 725037 w 884244"/>
              <a:gd name="connsiteY2" fmla="*/ 83364 h 2055868"/>
              <a:gd name="connsiteX3" fmla="*/ 731833 w 884244"/>
              <a:gd name="connsiteY3" fmla="*/ 300180 h 2055868"/>
              <a:gd name="connsiteX4" fmla="*/ 750188 w 884244"/>
              <a:gd name="connsiteY4" fmla="*/ 488780 h 2055868"/>
              <a:gd name="connsiteX5" fmla="*/ 846615 w 884244"/>
              <a:gd name="connsiteY5" fmla="*/ 782052 h 2055868"/>
              <a:gd name="connsiteX6" fmla="*/ 754185 w 884244"/>
              <a:gd name="connsiteY6" fmla="*/ 962485 h 2055868"/>
              <a:gd name="connsiteX7" fmla="*/ 769521 w 884244"/>
              <a:gd name="connsiteY7" fmla="*/ 1196270 h 2055868"/>
              <a:gd name="connsiteX8" fmla="*/ 882924 w 884244"/>
              <a:gd name="connsiteY8" fmla="*/ 1760781 h 2055868"/>
              <a:gd name="connsiteX9" fmla="*/ 672172 w 884244"/>
              <a:gd name="connsiteY9" fmla="*/ 2055868 h 2055868"/>
              <a:gd name="connsiteX0" fmla="*/ 0 w 884244"/>
              <a:gd name="connsiteY0" fmla="*/ 15233 h 2054422"/>
              <a:gd name="connsiteX1" fmla="*/ 400255 w 884244"/>
              <a:gd name="connsiteY1" fmla="*/ 782 h 2054422"/>
              <a:gd name="connsiteX2" fmla="*/ 725037 w 884244"/>
              <a:gd name="connsiteY2" fmla="*/ 81918 h 2054422"/>
              <a:gd name="connsiteX3" fmla="*/ 731833 w 884244"/>
              <a:gd name="connsiteY3" fmla="*/ 298734 h 2054422"/>
              <a:gd name="connsiteX4" fmla="*/ 750188 w 884244"/>
              <a:gd name="connsiteY4" fmla="*/ 487334 h 2054422"/>
              <a:gd name="connsiteX5" fmla="*/ 846615 w 884244"/>
              <a:gd name="connsiteY5" fmla="*/ 780606 h 2054422"/>
              <a:gd name="connsiteX6" fmla="*/ 754185 w 884244"/>
              <a:gd name="connsiteY6" fmla="*/ 961039 h 2054422"/>
              <a:gd name="connsiteX7" fmla="*/ 769521 w 884244"/>
              <a:gd name="connsiteY7" fmla="*/ 1194824 h 2054422"/>
              <a:gd name="connsiteX8" fmla="*/ 882924 w 884244"/>
              <a:gd name="connsiteY8" fmla="*/ 1759335 h 2054422"/>
              <a:gd name="connsiteX9" fmla="*/ 672172 w 884244"/>
              <a:gd name="connsiteY9" fmla="*/ 2054422 h 2054422"/>
              <a:gd name="connsiteX0" fmla="*/ 0 w 884244"/>
              <a:gd name="connsiteY0" fmla="*/ 15233 h 2054422"/>
              <a:gd name="connsiteX1" fmla="*/ 400255 w 884244"/>
              <a:gd name="connsiteY1" fmla="*/ 782 h 2054422"/>
              <a:gd name="connsiteX2" fmla="*/ 725037 w 884244"/>
              <a:gd name="connsiteY2" fmla="*/ 81918 h 2054422"/>
              <a:gd name="connsiteX3" fmla="*/ 750188 w 884244"/>
              <a:gd name="connsiteY3" fmla="*/ 487334 h 2054422"/>
              <a:gd name="connsiteX4" fmla="*/ 846615 w 884244"/>
              <a:gd name="connsiteY4" fmla="*/ 780606 h 2054422"/>
              <a:gd name="connsiteX5" fmla="*/ 754185 w 884244"/>
              <a:gd name="connsiteY5" fmla="*/ 961039 h 2054422"/>
              <a:gd name="connsiteX6" fmla="*/ 769521 w 884244"/>
              <a:gd name="connsiteY6" fmla="*/ 1194824 h 2054422"/>
              <a:gd name="connsiteX7" fmla="*/ 882924 w 884244"/>
              <a:gd name="connsiteY7" fmla="*/ 1759335 h 2054422"/>
              <a:gd name="connsiteX8" fmla="*/ 672172 w 884244"/>
              <a:gd name="connsiteY8" fmla="*/ 2054422 h 2054422"/>
              <a:gd name="connsiteX0" fmla="*/ 0 w 884085"/>
              <a:gd name="connsiteY0" fmla="*/ 15233 h 2054422"/>
              <a:gd name="connsiteX1" fmla="*/ 400255 w 884085"/>
              <a:gd name="connsiteY1" fmla="*/ 782 h 2054422"/>
              <a:gd name="connsiteX2" fmla="*/ 725037 w 884085"/>
              <a:gd name="connsiteY2" fmla="*/ 81918 h 2054422"/>
              <a:gd name="connsiteX3" fmla="*/ 750188 w 884085"/>
              <a:gd name="connsiteY3" fmla="*/ 487334 h 2054422"/>
              <a:gd name="connsiteX4" fmla="*/ 846615 w 884085"/>
              <a:gd name="connsiteY4" fmla="*/ 780606 h 2054422"/>
              <a:gd name="connsiteX5" fmla="*/ 754185 w 884085"/>
              <a:gd name="connsiteY5" fmla="*/ 961039 h 2054422"/>
              <a:gd name="connsiteX6" fmla="*/ 748951 w 884085"/>
              <a:gd name="connsiteY6" fmla="*/ 1227976 h 2054422"/>
              <a:gd name="connsiteX7" fmla="*/ 882924 w 884085"/>
              <a:gd name="connsiteY7" fmla="*/ 1759335 h 2054422"/>
              <a:gd name="connsiteX8" fmla="*/ 672172 w 884085"/>
              <a:gd name="connsiteY8" fmla="*/ 2054422 h 205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085" h="2054422">
                <a:moveTo>
                  <a:pt x="0" y="15233"/>
                </a:moveTo>
                <a:cubicBezTo>
                  <a:pt x="153623" y="102233"/>
                  <a:pt x="279415" y="-10332"/>
                  <a:pt x="400255" y="782"/>
                </a:cubicBezTo>
                <a:cubicBezTo>
                  <a:pt x="521095" y="11896"/>
                  <a:pt x="666715" y="826"/>
                  <a:pt x="725037" y="81918"/>
                </a:cubicBezTo>
                <a:cubicBezTo>
                  <a:pt x="783359" y="163010"/>
                  <a:pt x="729925" y="370886"/>
                  <a:pt x="750188" y="487334"/>
                </a:cubicBezTo>
                <a:cubicBezTo>
                  <a:pt x="769318" y="567646"/>
                  <a:pt x="819374" y="664592"/>
                  <a:pt x="846615" y="780606"/>
                </a:cubicBezTo>
                <a:cubicBezTo>
                  <a:pt x="858426" y="830708"/>
                  <a:pt x="747899" y="909985"/>
                  <a:pt x="754185" y="961039"/>
                </a:cubicBezTo>
                <a:cubicBezTo>
                  <a:pt x="741232" y="1068044"/>
                  <a:pt x="756380" y="1117772"/>
                  <a:pt x="748951" y="1227976"/>
                </a:cubicBezTo>
                <a:cubicBezTo>
                  <a:pt x="739807" y="1363326"/>
                  <a:pt x="899149" y="1616069"/>
                  <a:pt x="882924" y="1759335"/>
                </a:cubicBezTo>
                <a:cubicBezTo>
                  <a:pt x="866699" y="1902601"/>
                  <a:pt x="749605" y="1978028"/>
                  <a:pt x="672172" y="2054422"/>
                </a:cubicBezTo>
              </a:path>
            </a:pathLst>
          </a:custGeom>
          <a:noFill/>
          <a:ln w="9525" cap="rnd">
            <a:solidFill>
              <a:schemeClr val="tx1">
                <a:lumMod val="85000"/>
                <a:alpha val="35000"/>
              </a:schemeClr>
            </a:solidFill>
            <a:prstDash val="solid"/>
            <a:round/>
          </a:ln>
        </p:spPr>
        <p:txBody>
          <a:bodyPr rtlCol="0" anchor="ctr"/>
          <a:lstStyle/>
          <a:p>
            <a:endParaRPr lang="en-US"/>
          </a:p>
        </p:txBody>
      </p:sp>
      <p:sp>
        <p:nvSpPr>
          <p:cNvPr id="23" name="Freeform: Shape 22">
            <a:extLst>
              <a:ext uri="{FF2B5EF4-FFF2-40B4-BE49-F238E27FC236}">
                <a16:creationId xmlns:a16="http://schemas.microsoft.com/office/drawing/2014/main" id="{F7FFBF50-EA49-DF44-3CD3-A59AA2F74AF2}"/>
              </a:ext>
            </a:extLst>
          </p:cNvPr>
          <p:cNvSpPr/>
          <p:nvPr userDrawn="1"/>
        </p:nvSpPr>
        <p:spPr>
          <a:xfrm rot="570680" flipH="1">
            <a:off x="2492688" y="-67473"/>
            <a:ext cx="1057073" cy="437457"/>
          </a:xfrm>
          <a:custGeom>
            <a:avLst/>
            <a:gdLst>
              <a:gd name="connsiteX0" fmla="*/ 149850 w 426855"/>
              <a:gd name="connsiteY0" fmla="*/ 546425 h 623828"/>
              <a:gd name="connsiteX1" fmla="*/ 209667 w 426855"/>
              <a:gd name="connsiteY1" fmla="*/ 590336 h 623828"/>
              <a:gd name="connsiteX2" fmla="*/ 285391 w 426855"/>
              <a:gd name="connsiteY2" fmla="*/ 622244 h 623828"/>
              <a:gd name="connsiteX3" fmla="*/ 393024 w 426855"/>
              <a:gd name="connsiteY3" fmla="*/ 584335 h 623828"/>
              <a:gd name="connsiteX4" fmla="*/ 420932 w 426855"/>
              <a:gd name="connsiteY4" fmla="*/ 446699 h 623828"/>
              <a:gd name="connsiteX5" fmla="*/ 420932 w 426855"/>
              <a:gd name="connsiteY5" fmla="*/ 227243 h 623828"/>
              <a:gd name="connsiteX6" fmla="*/ 341208 w 426855"/>
              <a:gd name="connsiteY6" fmla="*/ 59698 h 623828"/>
              <a:gd name="connsiteX7" fmla="*/ 273390 w 426855"/>
              <a:gd name="connsiteY7" fmla="*/ 11787 h 623828"/>
              <a:gd name="connsiteX8" fmla="*/ 4213 w 426855"/>
              <a:gd name="connsiteY8" fmla="*/ 229243 h 623828"/>
              <a:gd name="connsiteX9" fmla="*/ 58029 w 426855"/>
              <a:gd name="connsiteY9" fmla="*/ 458605 h 623828"/>
              <a:gd name="connsiteX10" fmla="*/ 149850 w 426855"/>
              <a:gd name="connsiteY10" fmla="*/ 546425 h 623828"/>
              <a:gd name="connsiteX0" fmla="*/ 149850 w 442600"/>
              <a:gd name="connsiteY0" fmla="*/ 546425 h 623874"/>
              <a:gd name="connsiteX1" fmla="*/ 209667 w 442600"/>
              <a:gd name="connsiteY1" fmla="*/ 590336 h 623874"/>
              <a:gd name="connsiteX2" fmla="*/ 285391 w 442600"/>
              <a:gd name="connsiteY2" fmla="*/ 622244 h 623874"/>
              <a:gd name="connsiteX3" fmla="*/ 393024 w 442600"/>
              <a:gd name="connsiteY3" fmla="*/ 584335 h 623874"/>
              <a:gd name="connsiteX4" fmla="*/ 442437 w 442600"/>
              <a:gd name="connsiteY4" fmla="*/ 427534 h 623874"/>
              <a:gd name="connsiteX5" fmla="*/ 420932 w 442600"/>
              <a:gd name="connsiteY5" fmla="*/ 227243 h 623874"/>
              <a:gd name="connsiteX6" fmla="*/ 341208 w 442600"/>
              <a:gd name="connsiteY6" fmla="*/ 59698 h 623874"/>
              <a:gd name="connsiteX7" fmla="*/ 273390 w 442600"/>
              <a:gd name="connsiteY7" fmla="*/ 11787 h 623874"/>
              <a:gd name="connsiteX8" fmla="*/ 4213 w 442600"/>
              <a:gd name="connsiteY8" fmla="*/ 229243 h 623874"/>
              <a:gd name="connsiteX9" fmla="*/ 58029 w 442600"/>
              <a:gd name="connsiteY9" fmla="*/ 458605 h 623874"/>
              <a:gd name="connsiteX10" fmla="*/ 149850 w 442600"/>
              <a:gd name="connsiteY10" fmla="*/ 546425 h 623874"/>
              <a:gd name="connsiteX0" fmla="*/ 147806 w 440556"/>
              <a:gd name="connsiteY0" fmla="*/ 546425 h 623874"/>
              <a:gd name="connsiteX1" fmla="*/ 207623 w 440556"/>
              <a:gd name="connsiteY1" fmla="*/ 590336 h 623874"/>
              <a:gd name="connsiteX2" fmla="*/ 283347 w 440556"/>
              <a:gd name="connsiteY2" fmla="*/ 622244 h 623874"/>
              <a:gd name="connsiteX3" fmla="*/ 390980 w 440556"/>
              <a:gd name="connsiteY3" fmla="*/ 584335 h 623874"/>
              <a:gd name="connsiteX4" fmla="*/ 440393 w 440556"/>
              <a:gd name="connsiteY4" fmla="*/ 427534 h 623874"/>
              <a:gd name="connsiteX5" fmla="*/ 418888 w 440556"/>
              <a:gd name="connsiteY5" fmla="*/ 227243 h 623874"/>
              <a:gd name="connsiteX6" fmla="*/ 339164 w 440556"/>
              <a:gd name="connsiteY6" fmla="*/ 59698 h 623874"/>
              <a:gd name="connsiteX7" fmla="*/ 271346 w 440556"/>
              <a:gd name="connsiteY7" fmla="*/ 11787 h 623874"/>
              <a:gd name="connsiteX8" fmla="*/ 2169 w 440556"/>
              <a:gd name="connsiteY8" fmla="*/ 229243 h 623874"/>
              <a:gd name="connsiteX9" fmla="*/ 147806 w 440556"/>
              <a:gd name="connsiteY9" fmla="*/ 546425 h 623874"/>
              <a:gd name="connsiteX0" fmla="*/ 100597 w 393347"/>
              <a:gd name="connsiteY0" fmla="*/ 545663 h 623112"/>
              <a:gd name="connsiteX1" fmla="*/ 160414 w 393347"/>
              <a:gd name="connsiteY1" fmla="*/ 589574 h 623112"/>
              <a:gd name="connsiteX2" fmla="*/ 236138 w 393347"/>
              <a:gd name="connsiteY2" fmla="*/ 621482 h 623112"/>
              <a:gd name="connsiteX3" fmla="*/ 343771 w 393347"/>
              <a:gd name="connsiteY3" fmla="*/ 583573 h 623112"/>
              <a:gd name="connsiteX4" fmla="*/ 393184 w 393347"/>
              <a:gd name="connsiteY4" fmla="*/ 426772 h 623112"/>
              <a:gd name="connsiteX5" fmla="*/ 371679 w 393347"/>
              <a:gd name="connsiteY5" fmla="*/ 226481 h 623112"/>
              <a:gd name="connsiteX6" fmla="*/ 291955 w 393347"/>
              <a:gd name="connsiteY6" fmla="*/ 58936 h 623112"/>
              <a:gd name="connsiteX7" fmla="*/ 224137 w 393347"/>
              <a:gd name="connsiteY7" fmla="*/ 11025 h 623112"/>
              <a:gd name="connsiteX8" fmla="*/ 3215 w 393347"/>
              <a:gd name="connsiteY8" fmla="*/ 92568 h 623112"/>
              <a:gd name="connsiteX9" fmla="*/ 100597 w 393347"/>
              <a:gd name="connsiteY9" fmla="*/ 545663 h 623112"/>
              <a:gd name="connsiteX0" fmla="*/ 100597 w 393347"/>
              <a:gd name="connsiteY0" fmla="*/ 552605 h 630054"/>
              <a:gd name="connsiteX1" fmla="*/ 160414 w 393347"/>
              <a:gd name="connsiteY1" fmla="*/ 596516 h 630054"/>
              <a:gd name="connsiteX2" fmla="*/ 236138 w 393347"/>
              <a:gd name="connsiteY2" fmla="*/ 628424 h 630054"/>
              <a:gd name="connsiteX3" fmla="*/ 343771 w 393347"/>
              <a:gd name="connsiteY3" fmla="*/ 590515 h 630054"/>
              <a:gd name="connsiteX4" fmla="*/ 393184 w 393347"/>
              <a:gd name="connsiteY4" fmla="*/ 433714 h 630054"/>
              <a:gd name="connsiteX5" fmla="*/ 371679 w 393347"/>
              <a:gd name="connsiteY5" fmla="*/ 233423 h 630054"/>
              <a:gd name="connsiteX6" fmla="*/ 291955 w 393347"/>
              <a:gd name="connsiteY6" fmla="*/ 65878 h 630054"/>
              <a:gd name="connsiteX7" fmla="*/ 185654 w 393347"/>
              <a:gd name="connsiteY7" fmla="*/ 5991 h 630054"/>
              <a:gd name="connsiteX8" fmla="*/ 3215 w 393347"/>
              <a:gd name="connsiteY8" fmla="*/ 99510 h 630054"/>
              <a:gd name="connsiteX9" fmla="*/ 100597 w 393347"/>
              <a:gd name="connsiteY9" fmla="*/ 552605 h 630054"/>
              <a:gd name="connsiteX0" fmla="*/ 100597 w 393347"/>
              <a:gd name="connsiteY0" fmla="*/ 553753 h 631202"/>
              <a:gd name="connsiteX1" fmla="*/ 160414 w 393347"/>
              <a:gd name="connsiteY1" fmla="*/ 597664 h 631202"/>
              <a:gd name="connsiteX2" fmla="*/ 236138 w 393347"/>
              <a:gd name="connsiteY2" fmla="*/ 629572 h 631202"/>
              <a:gd name="connsiteX3" fmla="*/ 343771 w 393347"/>
              <a:gd name="connsiteY3" fmla="*/ 591663 h 631202"/>
              <a:gd name="connsiteX4" fmla="*/ 393184 w 393347"/>
              <a:gd name="connsiteY4" fmla="*/ 434862 h 631202"/>
              <a:gd name="connsiteX5" fmla="*/ 371679 w 393347"/>
              <a:gd name="connsiteY5" fmla="*/ 234571 h 631202"/>
              <a:gd name="connsiteX6" fmla="*/ 300309 w 393347"/>
              <a:gd name="connsiteY6" fmla="*/ 83223 h 631202"/>
              <a:gd name="connsiteX7" fmla="*/ 185654 w 393347"/>
              <a:gd name="connsiteY7" fmla="*/ 7139 h 631202"/>
              <a:gd name="connsiteX8" fmla="*/ 3215 w 393347"/>
              <a:gd name="connsiteY8" fmla="*/ 100658 h 631202"/>
              <a:gd name="connsiteX9" fmla="*/ 100597 w 393347"/>
              <a:gd name="connsiteY9" fmla="*/ 553753 h 631202"/>
              <a:gd name="connsiteX0" fmla="*/ 85286 w 393949"/>
              <a:gd name="connsiteY0" fmla="*/ 510348 h 631202"/>
              <a:gd name="connsiteX1" fmla="*/ 161016 w 393949"/>
              <a:gd name="connsiteY1" fmla="*/ 597664 h 631202"/>
              <a:gd name="connsiteX2" fmla="*/ 236740 w 393949"/>
              <a:gd name="connsiteY2" fmla="*/ 629572 h 631202"/>
              <a:gd name="connsiteX3" fmla="*/ 344373 w 393949"/>
              <a:gd name="connsiteY3" fmla="*/ 591663 h 631202"/>
              <a:gd name="connsiteX4" fmla="*/ 393786 w 393949"/>
              <a:gd name="connsiteY4" fmla="*/ 434862 h 631202"/>
              <a:gd name="connsiteX5" fmla="*/ 372281 w 393949"/>
              <a:gd name="connsiteY5" fmla="*/ 234571 h 631202"/>
              <a:gd name="connsiteX6" fmla="*/ 300911 w 393949"/>
              <a:gd name="connsiteY6" fmla="*/ 83223 h 631202"/>
              <a:gd name="connsiteX7" fmla="*/ 186256 w 393949"/>
              <a:gd name="connsiteY7" fmla="*/ 7139 h 631202"/>
              <a:gd name="connsiteX8" fmla="*/ 3817 w 393949"/>
              <a:gd name="connsiteY8" fmla="*/ 100658 h 631202"/>
              <a:gd name="connsiteX9" fmla="*/ 85286 w 393949"/>
              <a:gd name="connsiteY9" fmla="*/ 510348 h 631202"/>
              <a:gd name="connsiteX0" fmla="*/ 85286 w 393949"/>
              <a:gd name="connsiteY0" fmla="*/ 510348 h 633992"/>
              <a:gd name="connsiteX1" fmla="*/ 236740 w 393949"/>
              <a:gd name="connsiteY1" fmla="*/ 629572 h 633992"/>
              <a:gd name="connsiteX2" fmla="*/ 344373 w 393949"/>
              <a:gd name="connsiteY2" fmla="*/ 591663 h 633992"/>
              <a:gd name="connsiteX3" fmla="*/ 393786 w 393949"/>
              <a:gd name="connsiteY3" fmla="*/ 434862 h 633992"/>
              <a:gd name="connsiteX4" fmla="*/ 372281 w 393949"/>
              <a:gd name="connsiteY4" fmla="*/ 234571 h 633992"/>
              <a:gd name="connsiteX5" fmla="*/ 300911 w 393949"/>
              <a:gd name="connsiteY5" fmla="*/ 83223 h 633992"/>
              <a:gd name="connsiteX6" fmla="*/ 186256 w 393949"/>
              <a:gd name="connsiteY6" fmla="*/ 7139 h 633992"/>
              <a:gd name="connsiteX7" fmla="*/ 3817 w 393949"/>
              <a:gd name="connsiteY7" fmla="*/ 100658 h 633992"/>
              <a:gd name="connsiteX8" fmla="*/ 85286 w 393949"/>
              <a:gd name="connsiteY8" fmla="*/ 510348 h 633992"/>
              <a:gd name="connsiteX0" fmla="*/ 85286 w 393949"/>
              <a:gd name="connsiteY0" fmla="*/ 512152 h 635796"/>
              <a:gd name="connsiteX1" fmla="*/ 236740 w 393949"/>
              <a:gd name="connsiteY1" fmla="*/ 631376 h 635796"/>
              <a:gd name="connsiteX2" fmla="*/ 344373 w 393949"/>
              <a:gd name="connsiteY2" fmla="*/ 593467 h 635796"/>
              <a:gd name="connsiteX3" fmla="*/ 393786 w 393949"/>
              <a:gd name="connsiteY3" fmla="*/ 436666 h 635796"/>
              <a:gd name="connsiteX4" fmla="*/ 372281 w 393949"/>
              <a:gd name="connsiteY4" fmla="*/ 236375 h 635796"/>
              <a:gd name="connsiteX5" fmla="*/ 300911 w 393949"/>
              <a:gd name="connsiteY5" fmla="*/ 85027 h 635796"/>
              <a:gd name="connsiteX6" fmla="*/ 162385 w 393949"/>
              <a:gd name="connsiteY6" fmla="*/ 6115 h 635796"/>
              <a:gd name="connsiteX7" fmla="*/ 3817 w 393949"/>
              <a:gd name="connsiteY7" fmla="*/ 102462 h 635796"/>
              <a:gd name="connsiteX8" fmla="*/ 85286 w 393949"/>
              <a:gd name="connsiteY8" fmla="*/ 512152 h 635796"/>
              <a:gd name="connsiteX0" fmla="*/ 85286 w 414604"/>
              <a:gd name="connsiteY0" fmla="*/ 512152 h 635546"/>
              <a:gd name="connsiteX1" fmla="*/ 236740 w 414604"/>
              <a:gd name="connsiteY1" fmla="*/ 631376 h 635546"/>
              <a:gd name="connsiteX2" fmla="*/ 344373 w 414604"/>
              <a:gd name="connsiteY2" fmla="*/ 593467 h 635546"/>
              <a:gd name="connsiteX3" fmla="*/ 414544 w 414604"/>
              <a:gd name="connsiteY3" fmla="*/ 450271 h 635546"/>
              <a:gd name="connsiteX4" fmla="*/ 372281 w 414604"/>
              <a:gd name="connsiteY4" fmla="*/ 236375 h 635546"/>
              <a:gd name="connsiteX5" fmla="*/ 300911 w 414604"/>
              <a:gd name="connsiteY5" fmla="*/ 85027 h 635546"/>
              <a:gd name="connsiteX6" fmla="*/ 162385 w 414604"/>
              <a:gd name="connsiteY6" fmla="*/ 6115 h 635546"/>
              <a:gd name="connsiteX7" fmla="*/ 3817 w 414604"/>
              <a:gd name="connsiteY7" fmla="*/ 102462 h 635546"/>
              <a:gd name="connsiteX8" fmla="*/ 85286 w 414604"/>
              <a:gd name="connsiteY8" fmla="*/ 512152 h 635546"/>
              <a:gd name="connsiteX0" fmla="*/ 85286 w 414856"/>
              <a:gd name="connsiteY0" fmla="*/ 512152 h 635546"/>
              <a:gd name="connsiteX1" fmla="*/ 236740 w 414856"/>
              <a:gd name="connsiteY1" fmla="*/ 631376 h 635546"/>
              <a:gd name="connsiteX2" fmla="*/ 344373 w 414856"/>
              <a:gd name="connsiteY2" fmla="*/ 593467 h 635546"/>
              <a:gd name="connsiteX3" fmla="*/ 414544 w 414856"/>
              <a:gd name="connsiteY3" fmla="*/ 450271 h 635546"/>
              <a:gd name="connsiteX4" fmla="*/ 399074 w 414856"/>
              <a:gd name="connsiteY4" fmla="*/ 265944 h 635546"/>
              <a:gd name="connsiteX5" fmla="*/ 300911 w 414856"/>
              <a:gd name="connsiteY5" fmla="*/ 85027 h 635546"/>
              <a:gd name="connsiteX6" fmla="*/ 162385 w 414856"/>
              <a:gd name="connsiteY6" fmla="*/ 6115 h 635546"/>
              <a:gd name="connsiteX7" fmla="*/ 3817 w 414856"/>
              <a:gd name="connsiteY7" fmla="*/ 102462 h 635546"/>
              <a:gd name="connsiteX8" fmla="*/ 85286 w 414856"/>
              <a:gd name="connsiteY8" fmla="*/ 512152 h 635546"/>
              <a:gd name="connsiteX0" fmla="*/ 119030 w 448600"/>
              <a:gd name="connsiteY0" fmla="*/ 506192 h 629586"/>
              <a:gd name="connsiteX1" fmla="*/ 270484 w 448600"/>
              <a:gd name="connsiteY1" fmla="*/ 625416 h 629586"/>
              <a:gd name="connsiteX2" fmla="*/ 378117 w 448600"/>
              <a:gd name="connsiteY2" fmla="*/ 587507 h 629586"/>
              <a:gd name="connsiteX3" fmla="*/ 448288 w 448600"/>
              <a:gd name="connsiteY3" fmla="*/ 444311 h 629586"/>
              <a:gd name="connsiteX4" fmla="*/ 432818 w 448600"/>
              <a:gd name="connsiteY4" fmla="*/ 259984 h 629586"/>
              <a:gd name="connsiteX5" fmla="*/ 334655 w 448600"/>
              <a:gd name="connsiteY5" fmla="*/ 79067 h 629586"/>
              <a:gd name="connsiteX6" fmla="*/ 196129 w 448600"/>
              <a:gd name="connsiteY6" fmla="*/ 155 h 629586"/>
              <a:gd name="connsiteX7" fmla="*/ 37561 w 448600"/>
              <a:gd name="connsiteY7" fmla="*/ 96502 h 629586"/>
              <a:gd name="connsiteX8" fmla="*/ 3965 w 448600"/>
              <a:gd name="connsiteY8" fmla="*/ 355452 h 629586"/>
              <a:gd name="connsiteX9" fmla="*/ 119030 w 448600"/>
              <a:gd name="connsiteY9" fmla="*/ 506192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9" fmla="*/ 77645 w 448600"/>
              <a:gd name="connsiteY9" fmla="*/ 178364 h 629586"/>
              <a:gd name="connsiteX0" fmla="*/ 37561 w 448600"/>
              <a:gd name="connsiteY0" fmla="*/ 96502 h 629586"/>
              <a:gd name="connsiteX1" fmla="*/ 3965 w 448600"/>
              <a:gd name="connsiteY1" fmla="*/ 355452 h 629586"/>
              <a:gd name="connsiteX2" fmla="*/ 119030 w 448600"/>
              <a:gd name="connsiteY2" fmla="*/ 506192 h 629586"/>
              <a:gd name="connsiteX3" fmla="*/ 270484 w 448600"/>
              <a:gd name="connsiteY3" fmla="*/ 625416 h 629586"/>
              <a:gd name="connsiteX4" fmla="*/ 378117 w 448600"/>
              <a:gd name="connsiteY4" fmla="*/ 587507 h 629586"/>
              <a:gd name="connsiteX5" fmla="*/ 448288 w 448600"/>
              <a:gd name="connsiteY5" fmla="*/ 444311 h 629586"/>
              <a:gd name="connsiteX6" fmla="*/ 432818 w 448600"/>
              <a:gd name="connsiteY6" fmla="*/ 259984 h 629586"/>
              <a:gd name="connsiteX7" fmla="*/ 334655 w 448600"/>
              <a:gd name="connsiteY7" fmla="*/ 79067 h 629586"/>
              <a:gd name="connsiteX8" fmla="*/ 196129 w 448600"/>
              <a:gd name="connsiteY8" fmla="*/ 155 h 629586"/>
              <a:gd name="connsiteX0" fmla="*/ 7433 w 480317"/>
              <a:gd name="connsiteY0" fmla="*/ 269195 h 629586"/>
              <a:gd name="connsiteX1" fmla="*/ 35682 w 480317"/>
              <a:gd name="connsiteY1" fmla="*/ 355452 h 629586"/>
              <a:gd name="connsiteX2" fmla="*/ 150747 w 480317"/>
              <a:gd name="connsiteY2" fmla="*/ 506192 h 629586"/>
              <a:gd name="connsiteX3" fmla="*/ 302201 w 480317"/>
              <a:gd name="connsiteY3" fmla="*/ 625416 h 629586"/>
              <a:gd name="connsiteX4" fmla="*/ 409834 w 480317"/>
              <a:gd name="connsiteY4" fmla="*/ 587507 h 629586"/>
              <a:gd name="connsiteX5" fmla="*/ 480005 w 480317"/>
              <a:gd name="connsiteY5" fmla="*/ 444311 h 629586"/>
              <a:gd name="connsiteX6" fmla="*/ 464535 w 480317"/>
              <a:gd name="connsiteY6" fmla="*/ 259984 h 629586"/>
              <a:gd name="connsiteX7" fmla="*/ 366372 w 480317"/>
              <a:gd name="connsiteY7" fmla="*/ 79067 h 629586"/>
              <a:gd name="connsiteX8" fmla="*/ 227846 w 480317"/>
              <a:gd name="connsiteY8" fmla="*/ 155 h 629586"/>
              <a:gd name="connsiteX0" fmla="*/ 11530 w 484414"/>
              <a:gd name="connsiteY0" fmla="*/ 269195 h 629586"/>
              <a:gd name="connsiteX1" fmla="*/ 18959 w 484414"/>
              <a:gd name="connsiteY1" fmla="*/ 367091 h 629586"/>
              <a:gd name="connsiteX2" fmla="*/ 154844 w 484414"/>
              <a:gd name="connsiteY2" fmla="*/ 506192 h 629586"/>
              <a:gd name="connsiteX3" fmla="*/ 306298 w 484414"/>
              <a:gd name="connsiteY3" fmla="*/ 625416 h 629586"/>
              <a:gd name="connsiteX4" fmla="*/ 413931 w 484414"/>
              <a:gd name="connsiteY4" fmla="*/ 587507 h 629586"/>
              <a:gd name="connsiteX5" fmla="*/ 484102 w 484414"/>
              <a:gd name="connsiteY5" fmla="*/ 444311 h 629586"/>
              <a:gd name="connsiteX6" fmla="*/ 468632 w 484414"/>
              <a:gd name="connsiteY6" fmla="*/ 259984 h 629586"/>
              <a:gd name="connsiteX7" fmla="*/ 370469 w 484414"/>
              <a:gd name="connsiteY7" fmla="*/ 79067 h 629586"/>
              <a:gd name="connsiteX8" fmla="*/ 231943 w 484414"/>
              <a:gd name="connsiteY8" fmla="*/ 155 h 629586"/>
              <a:gd name="connsiteX0" fmla="*/ 11530 w 484414"/>
              <a:gd name="connsiteY0" fmla="*/ 190128 h 550519"/>
              <a:gd name="connsiteX1" fmla="*/ 18959 w 484414"/>
              <a:gd name="connsiteY1" fmla="*/ 288024 h 550519"/>
              <a:gd name="connsiteX2" fmla="*/ 154844 w 484414"/>
              <a:gd name="connsiteY2" fmla="*/ 427125 h 550519"/>
              <a:gd name="connsiteX3" fmla="*/ 306298 w 484414"/>
              <a:gd name="connsiteY3" fmla="*/ 546349 h 550519"/>
              <a:gd name="connsiteX4" fmla="*/ 413931 w 484414"/>
              <a:gd name="connsiteY4" fmla="*/ 508440 h 550519"/>
              <a:gd name="connsiteX5" fmla="*/ 484102 w 484414"/>
              <a:gd name="connsiteY5" fmla="*/ 365244 h 550519"/>
              <a:gd name="connsiteX6" fmla="*/ 468632 w 484414"/>
              <a:gd name="connsiteY6" fmla="*/ 180917 h 550519"/>
              <a:gd name="connsiteX7" fmla="*/ 370469 w 484414"/>
              <a:gd name="connsiteY7" fmla="*/ 0 h 550519"/>
              <a:gd name="connsiteX0" fmla="*/ 11530 w 484414"/>
              <a:gd name="connsiteY0" fmla="*/ 9211 h 369602"/>
              <a:gd name="connsiteX1" fmla="*/ 18959 w 484414"/>
              <a:gd name="connsiteY1" fmla="*/ 107107 h 369602"/>
              <a:gd name="connsiteX2" fmla="*/ 154844 w 484414"/>
              <a:gd name="connsiteY2" fmla="*/ 246208 h 369602"/>
              <a:gd name="connsiteX3" fmla="*/ 306298 w 484414"/>
              <a:gd name="connsiteY3" fmla="*/ 365432 h 369602"/>
              <a:gd name="connsiteX4" fmla="*/ 413931 w 484414"/>
              <a:gd name="connsiteY4" fmla="*/ 327523 h 369602"/>
              <a:gd name="connsiteX5" fmla="*/ 484102 w 484414"/>
              <a:gd name="connsiteY5" fmla="*/ 184327 h 369602"/>
              <a:gd name="connsiteX6" fmla="*/ 468632 w 484414"/>
              <a:gd name="connsiteY6" fmla="*/ 0 h 369602"/>
              <a:gd name="connsiteX0" fmla="*/ 11530 w 484414"/>
              <a:gd name="connsiteY0" fmla="*/ 9211 h 414414"/>
              <a:gd name="connsiteX1" fmla="*/ 18959 w 484414"/>
              <a:gd name="connsiteY1" fmla="*/ 107107 h 414414"/>
              <a:gd name="connsiteX2" fmla="*/ 154844 w 484414"/>
              <a:gd name="connsiteY2" fmla="*/ 246208 h 414414"/>
              <a:gd name="connsiteX3" fmla="*/ 306298 w 484414"/>
              <a:gd name="connsiteY3" fmla="*/ 365432 h 414414"/>
              <a:gd name="connsiteX4" fmla="*/ 413918 w 484414"/>
              <a:gd name="connsiteY4" fmla="*/ 404004 h 414414"/>
              <a:gd name="connsiteX5" fmla="*/ 484102 w 484414"/>
              <a:gd name="connsiteY5" fmla="*/ 184327 h 414414"/>
              <a:gd name="connsiteX6" fmla="*/ 468632 w 484414"/>
              <a:gd name="connsiteY6" fmla="*/ 0 h 414414"/>
              <a:gd name="connsiteX0" fmla="*/ 11530 w 471262"/>
              <a:gd name="connsiteY0" fmla="*/ 9211 h 412937"/>
              <a:gd name="connsiteX1" fmla="*/ 18959 w 471262"/>
              <a:gd name="connsiteY1" fmla="*/ 107107 h 412937"/>
              <a:gd name="connsiteX2" fmla="*/ 154844 w 471262"/>
              <a:gd name="connsiteY2" fmla="*/ 246208 h 412937"/>
              <a:gd name="connsiteX3" fmla="*/ 306298 w 471262"/>
              <a:gd name="connsiteY3" fmla="*/ 365432 h 412937"/>
              <a:gd name="connsiteX4" fmla="*/ 413918 w 471262"/>
              <a:gd name="connsiteY4" fmla="*/ 404004 h 412937"/>
              <a:gd name="connsiteX5" fmla="*/ 443615 w 471262"/>
              <a:gd name="connsiteY5" fmla="*/ 205622 h 412937"/>
              <a:gd name="connsiteX6" fmla="*/ 468632 w 471262"/>
              <a:gd name="connsiteY6" fmla="*/ 0 h 412937"/>
              <a:gd name="connsiteX0" fmla="*/ 11530 w 527214"/>
              <a:gd name="connsiteY0" fmla="*/ 0 h 403726"/>
              <a:gd name="connsiteX1" fmla="*/ 18959 w 527214"/>
              <a:gd name="connsiteY1" fmla="*/ 97896 h 403726"/>
              <a:gd name="connsiteX2" fmla="*/ 154844 w 527214"/>
              <a:gd name="connsiteY2" fmla="*/ 236997 h 403726"/>
              <a:gd name="connsiteX3" fmla="*/ 306298 w 527214"/>
              <a:gd name="connsiteY3" fmla="*/ 356221 h 403726"/>
              <a:gd name="connsiteX4" fmla="*/ 413918 w 527214"/>
              <a:gd name="connsiteY4" fmla="*/ 394793 h 403726"/>
              <a:gd name="connsiteX5" fmla="*/ 443615 w 527214"/>
              <a:gd name="connsiteY5" fmla="*/ 196411 h 403726"/>
              <a:gd name="connsiteX6" fmla="*/ 526067 w 527214"/>
              <a:gd name="connsiteY6" fmla="*/ 75178 h 403726"/>
              <a:gd name="connsiteX0" fmla="*/ 11530 w 527214"/>
              <a:gd name="connsiteY0" fmla="*/ 0 h 403615"/>
              <a:gd name="connsiteX1" fmla="*/ 18959 w 527214"/>
              <a:gd name="connsiteY1" fmla="*/ 97896 h 403615"/>
              <a:gd name="connsiteX2" fmla="*/ 184584 w 527214"/>
              <a:gd name="connsiteY2" fmla="*/ 242223 h 403615"/>
              <a:gd name="connsiteX3" fmla="*/ 306298 w 527214"/>
              <a:gd name="connsiteY3" fmla="*/ 356221 h 403615"/>
              <a:gd name="connsiteX4" fmla="*/ 413918 w 527214"/>
              <a:gd name="connsiteY4" fmla="*/ 394793 h 403615"/>
              <a:gd name="connsiteX5" fmla="*/ 443615 w 527214"/>
              <a:gd name="connsiteY5" fmla="*/ 196411 h 403615"/>
              <a:gd name="connsiteX6" fmla="*/ 526067 w 527214"/>
              <a:gd name="connsiteY6" fmla="*/ 75178 h 403615"/>
              <a:gd name="connsiteX0" fmla="*/ 11530 w 527214"/>
              <a:gd name="connsiteY0" fmla="*/ 0 h 416562"/>
              <a:gd name="connsiteX1" fmla="*/ 18959 w 527214"/>
              <a:gd name="connsiteY1" fmla="*/ 97896 h 416562"/>
              <a:gd name="connsiteX2" fmla="*/ 184584 w 527214"/>
              <a:gd name="connsiteY2" fmla="*/ 242223 h 416562"/>
              <a:gd name="connsiteX3" fmla="*/ 306298 w 527214"/>
              <a:gd name="connsiteY3" fmla="*/ 356221 h 416562"/>
              <a:gd name="connsiteX4" fmla="*/ 413918 w 527214"/>
              <a:gd name="connsiteY4" fmla="*/ 394793 h 416562"/>
              <a:gd name="connsiteX5" fmla="*/ 443615 w 527214"/>
              <a:gd name="connsiteY5" fmla="*/ 196411 h 416562"/>
              <a:gd name="connsiteX6" fmla="*/ 526067 w 527214"/>
              <a:gd name="connsiteY6" fmla="*/ 75178 h 416562"/>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4440"/>
              <a:gd name="connsiteX1" fmla="*/ 18959 w 527214"/>
              <a:gd name="connsiteY1" fmla="*/ 97896 h 404440"/>
              <a:gd name="connsiteX2" fmla="*/ 184584 w 527214"/>
              <a:gd name="connsiteY2" fmla="*/ 242223 h 404440"/>
              <a:gd name="connsiteX3" fmla="*/ 306298 w 527214"/>
              <a:gd name="connsiteY3" fmla="*/ 356221 h 404440"/>
              <a:gd name="connsiteX4" fmla="*/ 419229 w 527214"/>
              <a:gd name="connsiteY4" fmla="*/ 395726 h 404440"/>
              <a:gd name="connsiteX5" fmla="*/ 443615 w 527214"/>
              <a:gd name="connsiteY5" fmla="*/ 196411 h 404440"/>
              <a:gd name="connsiteX6" fmla="*/ 526067 w 527214"/>
              <a:gd name="connsiteY6" fmla="*/ 75178 h 404440"/>
              <a:gd name="connsiteX0" fmla="*/ 11530 w 527214"/>
              <a:gd name="connsiteY0" fmla="*/ 0 h 402371"/>
              <a:gd name="connsiteX1" fmla="*/ 18959 w 527214"/>
              <a:gd name="connsiteY1" fmla="*/ 97896 h 402371"/>
              <a:gd name="connsiteX2" fmla="*/ 184584 w 527214"/>
              <a:gd name="connsiteY2" fmla="*/ 242223 h 402371"/>
              <a:gd name="connsiteX3" fmla="*/ 306298 w 527214"/>
              <a:gd name="connsiteY3" fmla="*/ 356221 h 402371"/>
              <a:gd name="connsiteX4" fmla="*/ 419229 w 527214"/>
              <a:gd name="connsiteY4" fmla="*/ 395726 h 402371"/>
              <a:gd name="connsiteX5" fmla="*/ 443615 w 527214"/>
              <a:gd name="connsiteY5" fmla="*/ 196411 h 402371"/>
              <a:gd name="connsiteX6" fmla="*/ 526067 w 527214"/>
              <a:gd name="connsiteY6" fmla="*/ 75178 h 402371"/>
              <a:gd name="connsiteX0" fmla="*/ 11530 w 545426"/>
              <a:gd name="connsiteY0" fmla="*/ 0 h 402371"/>
              <a:gd name="connsiteX1" fmla="*/ 18959 w 545426"/>
              <a:gd name="connsiteY1" fmla="*/ 97896 h 402371"/>
              <a:gd name="connsiteX2" fmla="*/ 184584 w 545426"/>
              <a:gd name="connsiteY2" fmla="*/ 242223 h 402371"/>
              <a:gd name="connsiteX3" fmla="*/ 306298 w 545426"/>
              <a:gd name="connsiteY3" fmla="*/ 356221 h 402371"/>
              <a:gd name="connsiteX4" fmla="*/ 419229 w 545426"/>
              <a:gd name="connsiteY4" fmla="*/ 395726 h 402371"/>
              <a:gd name="connsiteX5" fmla="*/ 443615 w 545426"/>
              <a:gd name="connsiteY5" fmla="*/ 196411 h 402371"/>
              <a:gd name="connsiteX6" fmla="*/ 544454 w 545426"/>
              <a:gd name="connsiteY6" fmla="*/ 95892 h 402371"/>
              <a:gd name="connsiteX0" fmla="*/ 11530 w 545455"/>
              <a:gd name="connsiteY0" fmla="*/ 0 h 401306"/>
              <a:gd name="connsiteX1" fmla="*/ 18959 w 545455"/>
              <a:gd name="connsiteY1" fmla="*/ 97896 h 401306"/>
              <a:gd name="connsiteX2" fmla="*/ 184584 w 545455"/>
              <a:gd name="connsiteY2" fmla="*/ 242223 h 401306"/>
              <a:gd name="connsiteX3" fmla="*/ 306298 w 545455"/>
              <a:gd name="connsiteY3" fmla="*/ 356221 h 401306"/>
              <a:gd name="connsiteX4" fmla="*/ 419229 w 545455"/>
              <a:gd name="connsiteY4" fmla="*/ 395726 h 401306"/>
              <a:gd name="connsiteX5" fmla="*/ 447132 w 545455"/>
              <a:gd name="connsiteY5" fmla="*/ 214512 h 401306"/>
              <a:gd name="connsiteX6" fmla="*/ 544454 w 545455"/>
              <a:gd name="connsiteY6" fmla="*/ 95892 h 401306"/>
              <a:gd name="connsiteX0" fmla="*/ 11530 w 539261"/>
              <a:gd name="connsiteY0" fmla="*/ 0 h 401306"/>
              <a:gd name="connsiteX1" fmla="*/ 18959 w 539261"/>
              <a:gd name="connsiteY1" fmla="*/ 97896 h 401306"/>
              <a:gd name="connsiteX2" fmla="*/ 184584 w 539261"/>
              <a:gd name="connsiteY2" fmla="*/ 242223 h 401306"/>
              <a:gd name="connsiteX3" fmla="*/ 306298 w 539261"/>
              <a:gd name="connsiteY3" fmla="*/ 356221 h 401306"/>
              <a:gd name="connsiteX4" fmla="*/ 419229 w 539261"/>
              <a:gd name="connsiteY4" fmla="*/ 395726 h 401306"/>
              <a:gd name="connsiteX5" fmla="*/ 447132 w 539261"/>
              <a:gd name="connsiteY5" fmla="*/ 214512 h 401306"/>
              <a:gd name="connsiteX6" fmla="*/ 538203 w 539261"/>
              <a:gd name="connsiteY6" fmla="*/ 128898 h 401306"/>
              <a:gd name="connsiteX0" fmla="*/ 12865 w 540596"/>
              <a:gd name="connsiteY0" fmla="*/ 0 h 401306"/>
              <a:gd name="connsiteX1" fmla="*/ 16127 w 540596"/>
              <a:gd name="connsiteY1" fmla="*/ 119900 h 401306"/>
              <a:gd name="connsiteX2" fmla="*/ 185919 w 540596"/>
              <a:gd name="connsiteY2" fmla="*/ 242223 h 401306"/>
              <a:gd name="connsiteX3" fmla="*/ 307633 w 540596"/>
              <a:gd name="connsiteY3" fmla="*/ 356221 h 401306"/>
              <a:gd name="connsiteX4" fmla="*/ 420564 w 540596"/>
              <a:gd name="connsiteY4" fmla="*/ 395726 h 401306"/>
              <a:gd name="connsiteX5" fmla="*/ 448467 w 540596"/>
              <a:gd name="connsiteY5" fmla="*/ 214512 h 401306"/>
              <a:gd name="connsiteX6" fmla="*/ 539538 w 540596"/>
              <a:gd name="connsiteY6" fmla="*/ 128898 h 401306"/>
              <a:gd name="connsiteX0" fmla="*/ 122198 w 524898"/>
              <a:gd name="connsiteY0" fmla="*/ 0 h 355517"/>
              <a:gd name="connsiteX1" fmla="*/ 429 w 524898"/>
              <a:gd name="connsiteY1" fmla="*/ 74111 h 355517"/>
              <a:gd name="connsiteX2" fmla="*/ 170221 w 524898"/>
              <a:gd name="connsiteY2" fmla="*/ 196434 h 355517"/>
              <a:gd name="connsiteX3" fmla="*/ 291935 w 524898"/>
              <a:gd name="connsiteY3" fmla="*/ 310432 h 355517"/>
              <a:gd name="connsiteX4" fmla="*/ 404866 w 524898"/>
              <a:gd name="connsiteY4" fmla="*/ 349937 h 355517"/>
              <a:gd name="connsiteX5" fmla="*/ 432769 w 524898"/>
              <a:gd name="connsiteY5" fmla="*/ 168723 h 355517"/>
              <a:gd name="connsiteX6" fmla="*/ 523840 w 524898"/>
              <a:gd name="connsiteY6" fmla="*/ 83109 h 355517"/>
              <a:gd name="connsiteX0" fmla="*/ 122660 w 525360"/>
              <a:gd name="connsiteY0" fmla="*/ 68 h 355585"/>
              <a:gd name="connsiteX1" fmla="*/ 891 w 525360"/>
              <a:gd name="connsiteY1" fmla="*/ 74179 h 355585"/>
              <a:gd name="connsiteX2" fmla="*/ 170683 w 525360"/>
              <a:gd name="connsiteY2" fmla="*/ 196502 h 355585"/>
              <a:gd name="connsiteX3" fmla="*/ 292397 w 525360"/>
              <a:gd name="connsiteY3" fmla="*/ 310500 h 355585"/>
              <a:gd name="connsiteX4" fmla="*/ 405328 w 525360"/>
              <a:gd name="connsiteY4" fmla="*/ 350005 h 355585"/>
              <a:gd name="connsiteX5" fmla="*/ 433231 w 525360"/>
              <a:gd name="connsiteY5" fmla="*/ 168791 h 355585"/>
              <a:gd name="connsiteX6" fmla="*/ 524302 w 525360"/>
              <a:gd name="connsiteY6" fmla="*/ 83177 h 355585"/>
              <a:gd name="connsiteX0" fmla="*/ 123095 w 525795"/>
              <a:gd name="connsiteY0" fmla="*/ 64 h 357920"/>
              <a:gd name="connsiteX1" fmla="*/ 1326 w 525795"/>
              <a:gd name="connsiteY1" fmla="*/ 74175 h 357920"/>
              <a:gd name="connsiteX2" fmla="*/ 183771 w 525795"/>
              <a:gd name="connsiteY2" fmla="*/ 175136 h 357920"/>
              <a:gd name="connsiteX3" fmla="*/ 292832 w 525795"/>
              <a:gd name="connsiteY3" fmla="*/ 310496 h 357920"/>
              <a:gd name="connsiteX4" fmla="*/ 405763 w 525795"/>
              <a:gd name="connsiteY4" fmla="*/ 350001 h 357920"/>
              <a:gd name="connsiteX5" fmla="*/ 433666 w 525795"/>
              <a:gd name="connsiteY5" fmla="*/ 168787 h 357920"/>
              <a:gd name="connsiteX6" fmla="*/ 524737 w 525795"/>
              <a:gd name="connsiteY6" fmla="*/ 83173 h 357920"/>
              <a:gd name="connsiteX0" fmla="*/ 69213 w 538234"/>
              <a:gd name="connsiteY0" fmla="*/ 40 h 391644"/>
              <a:gd name="connsiteX1" fmla="*/ 13765 w 538234"/>
              <a:gd name="connsiteY1" fmla="*/ 107900 h 391644"/>
              <a:gd name="connsiteX2" fmla="*/ 196210 w 538234"/>
              <a:gd name="connsiteY2" fmla="*/ 208861 h 391644"/>
              <a:gd name="connsiteX3" fmla="*/ 305271 w 538234"/>
              <a:gd name="connsiteY3" fmla="*/ 344221 h 391644"/>
              <a:gd name="connsiteX4" fmla="*/ 418202 w 538234"/>
              <a:gd name="connsiteY4" fmla="*/ 383726 h 391644"/>
              <a:gd name="connsiteX5" fmla="*/ 446105 w 538234"/>
              <a:gd name="connsiteY5" fmla="*/ 202512 h 391644"/>
              <a:gd name="connsiteX6" fmla="*/ 537176 w 538234"/>
              <a:gd name="connsiteY6" fmla="*/ 116898 h 391644"/>
              <a:gd name="connsiteX0" fmla="*/ 52257 w 521278"/>
              <a:gd name="connsiteY0" fmla="*/ 31 h 391635"/>
              <a:gd name="connsiteX1" fmla="*/ 26414 w 521278"/>
              <a:gd name="connsiteY1" fmla="*/ 134349 h 391635"/>
              <a:gd name="connsiteX2" fmla="*/ 179254 w 521278"/>
              <a:gd name="connsiteY2" fmla="*/ 208852 h 391635"/>
              <a:gd name="connsiteX3" fmla="*/ 288315 w 521278"/>
              <a:gd name="connsiteY3" fmla="*/ 344212 h 391635"/>
              <a:gd name="connsiteX4" fmla="*/ 401246 w 521278"/>
              <a:gd name="connsiteY4" fmla="*/ 383717 h 391635"/>
              <a:gd name="connsiteX5" fmla="*/ 429149 w 521278"/>
              <a:gd name="connsiteY5" fmla="*/ 202503 h 391635"/>
              <a:gd name="connsiteX6" fmla="*/ 520220 w 521278"/>
              <a:gd name="connsiteY6" fmla="*/ 116889 h 39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278" h="391635">
                <a:moveTo>
                  <a:pt x="52257" y="31"/>
                </a:moveTo>
                <a:cubicBezTo>
                  <a:pt x="-31207" y="-2004"/>
                  <a:pt x="5248" y="99546"/>
                  <a:pt x="26414" y="134349"/>
                </a:cubicBezTo>
                <a:cubicBezTo>
                  <a:pt x="47580" y="169152"/>
                  <a:pt x="143474" y="157728"/>
                  <a:pt x="179254" y="208852"/>
                </a:cubicBezTo>
                <a:cubicBezTo>
                  <a:pt x="269948" y="234006"/>
                  <a:pt x="251316" y="315068"/>
                  <a:pt x="288315" y="344212"/>
                </a:cubicBezTo>
                <a:cubicBezTo>
                  <a:pt x="325314" y="373356"/>
                  <a:pt x="377774" y="407335"/>
                  <a:pt x="401246" y="383717"/>
                </a:cubicBezTo>
                <a:cubicBezTo>
                  <a:pt x="424718" y="360099"/>
                  <a:pt x="428101" y="251271"/>
                  <a:pt x="429149" y="202503"/>
                </a:cubicBezTo>
                <a:cubicBezTo>
                  <a:pt x="430768" y="128970"/>
                  <a:pt x="532697" y="189183"/>
                  <a:pt x="520220" y="116889"/>
                </a:cubicBezTo>
              </a:path>
            </a:pathLst>
          </a:custGeom>
          <a:noFill/>
          <a:ln w="6350" cap="rnd">
            <a:solidFill>
              <a:schemeClr val="tx1">
                <a:lumMod val="85000"/>
                <a:alpha val="35000"/>
              </a:schemeClr>
            </a:solidFill>
            <a:prstDash val="dash"/>
            <a:round/>
          </a:ln>
        </p:spPr>
        <p:txBody>
          <a:bodyPr rtlCol="0" anchor="ctr"/>
          <a:lstStyle/>
          <a:p>
            <a:endParaRPr lang="en-US"/>
          </a:p>
        </p:txBody>
      </p:sp>
      <p:sp>
        <p:nvSpPr>
          <p:cNvPr id="24" name="Freeform: Shape 23">
            <a:extLst>
              <a:ext uri="{FF2B5EF4-FFF2-40B4-BE49-F238E27FC236}">
                <a16:creationId xmlns:a16="http://schemas.microsoft.com/office/drawing/2014/main" id="{58CF8CDB-2886-1C39-D7FF-67AD169735D2}"/>
              </a:ext>
            </a:extLst>
          </p:cNvPr>
          <p:cNvSpPr/>
          <p:nvPr userDrawn="1"/>
        </p:nvSpPr>
        <p:spPr>
          <a:xfrm rot="209236" flipH="1">
            <a:off x="3236158" y="-30609"/>
            <a:ext cx="1133253" cy="1299281"/>
          </a:xfrm>
          <a:custGeom>
            <a:avLst/>
            <a:gdLst>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60988 w 1137867"/>
              <a:gd name="connsiteY4" fmla="*/ 251285 h 2647804"/>
              <a:gd name="connsiteX5" fmla="*/ 821434 w 1137867"/>
              <a:gd name="connsiteY5" fmla="*/ 309453 h 2647804"/>
              <a:gd name="connsiteX6" fmla="*/ 791186 w 1137867"/>
              <a:gd name="connsiteY6" fmla="*/ 346681 h 2647804"/>
              <a:gd name="connsiteX7" fmla="*/ 733018 w 1137867"/>
              <a:gd name="connsiteY7" fmla="*/ 467670 h 2647804"/>
              <a:gd name="connsiteX8" fmla="*/ 695791 w 1137867"/>
              <a:gd name="connsiteY8" fmla="*/ 525838 h 2647804"/>
              <a:gd name="connsiteX9" fmla="*/ 628316 w 1137867"/>
              <a:gd name="connsiteY9" fmla="*/ 674748 h 2647804"/>
              <a:gd name="connsiteX10" fmla="*/ 570148 w 1137867"/>
              <a:gd name="connsiteY10" fmla="*/ 842271 h 2647804"/>
              <a:gd name="connsiteX11" fmla="*/ 505000 w 1137867"/>
              <a:gd name="connsiteY11" fmla="*/ 1016775 h 2647804"/>
              <a:gd name="connsiteX12" fmla="*/ 437525 w 1137867"/>
              <a:gd name="connsiteY12" fmla="*/ 1195933 h 2647804"/>
              <a:gd name="connsiteX13" fmla="*/ 404951 w 1137867"/>
              <a:gd name="connsiteY13" fmla="*/ 1272714 h 2647804"/>
              <a:gd name="connsiteX14" fmla="*/ 53617 w 1137867"/>
              <a:gd name="connsiteY14" fmla="*/ 1812513 h 2647804"/>
              <a:gd name="connsiteX15" fmla="*/ 25696 w 1137867"/>
              <a:gd name="connsiteY15" fmla="*/ 1889294 h 2647804"/>
              <a:gd name="connsiteX16" fmla="*/ 16389 w 1137867"/>
              <a:gd name="connsiteY16" fmla="*/ 2005630 h 2647804"/>
              <a:gd name="connsiteX17" fmla="*/ 4756 w 1137867"/>
              <a:gd name="connsiteY17" fmla="*/ 2077758 h 2647804"/>
              <a:gd name="connsiteX18" fmla="*/ 18716 w 1137867"/>
              <a:gd name="connsiteY18" fmla="*/ 2308104 h 2647804"/>
              <a:gd name="connsiteX19" fmla="*/ 30350 w 1137867"/>
              <a:gd name="connsiteY19" fmla="*/ 2343004 h 2647804"/>
              <a:gd name="connsiteX20" fmla="*/ 60597 w 1137867"/>
              <a:gd name="connsiteY20" fmla="*/ 2366271 h 2647804"/>
              <a:gd name="connsiteX21" fmla="*/ 121092 w 1137867"/>
              <a:gd name="connsiteY21" fmla="*/ 2477954 h 2647804"/>
              <a:gd name="connsiteX22" fmla="*/ 146686 w 1137867"/>
              <a:gd name="connsiteY22" fmla="*/ 2519835 h 2647804"/>
              <a:gd name="connsiteX23" fmla="*/ 167626 w 1137867"/>
              <a:gd name="connsiteY23" fmla="*/ 2557062 h 2647804"/>
              <a:gd name="connsiteX24" fmla="*/ 179260 w 1137867"/>
              <a:gd name="connsiteY24" fmla="*/ 2580329 h 2647804"/>
              <a:gd name="connsiteX25" fmla="*/ 186240 w 1137867"/>
              <a:gd name="connsiteY25" fmla="*/ 2591963 h 2647804"/>
              <a:gd name="connsiteX26" fmla="*/ 223467 w 1137867"/>
              <a:gd name="connsiteY26" fmla="*/ 2626864 h 2647804"/>
              <a:gd name="connsiteX27" fmla="*/ 232774 w 1137867"/>
              <a:gd name="connsiteY27" fmla="*/ 2647804 h 2647804"/>
              <a:gd name="connsiteX0" fmla="*/ 1137867 w 1137867"/>
              <a:gd name="connsiteY0" fmla="*/ 0 h 2647804"/>
              <a:gd name="connsiteX1" fmla="*/ 1091333 w 1137867"/>
              <a:gd name="connsiteY1" fmla="*/ 34900 h 2647804"/>
              <a:gd name="connsiteX2" fmla="*/ 988957 w 1137867"/>
              <a:gd name="connsiteY2" fmla="*/ 125642 h 2647804"/>
              <a:gd name="connsiteX3" fmla="*/ 974997 w 1137867"/>
              <a:gd name="connsiteY3" fmla="*/ 144256 h 2647804"/>
              <a:gd name="connsiteX4" fmla="*/ 821434 w 1137867"/>
              <a:gd name="connsiteY4" fmla="*/ 309453 h 2647804"/>
              <a:gd name="connsiteX5" fmla="*/ 791186 w 1137867"/>
              <a:gd name="connsiteY5" fmla="*/ 346681 h 2647804"/>
              <a:gd name="connsiteX6" fmla="*/ 733018 w 1137867"/>
              <a:gd name="connsiteY6" fmla="*/ 467670 h 2647804"/>
              <a:gd name="connsiteX7" fmla="*/ 695791 w 1137867"/>
              <a:gd name="connsiteY7" fmla="*/ 525838 h 2647804"/>
              <a:gd name="connsiteX8" fmla="*/ 628316 w 1137867"/>
              <a:gd name="connsiteY8" fmla="*/ 674748 h 2647804"/>
              <a:gd name="connsiteX9" fmla="*/ 570148 w 1137867"/>
              <a:gd name="connsiteY9" fmla="*/ 842271 h 2647804"/>
              <a:gd name="connsiteX10" fmla="*/ 505000 w 1137867"/>
              <a:gd name="connsiteY10" fmla="*/ 1016775 h 2647804"/>
              <a:gd name="connsiteX11" fmla="*/ 437525 w 1137867"/>
              <a:gd name="connsiteY11" fmla="*/ 1195933 h 2647804"/>
              <a:gd name="connsiteX12" fmla="*/ 404951 w 1137867"/>
              <a:gd name="connsiteY12" fmla="*/ 1272714 h 2647804"/>
              <a:gd name="connsiteX13" fmla="*/ 53617 w 1137867"/>
              <a:gd name="connsiteY13" fmla="*/ 1812513 h 2647804"/>
              <a:gd name="connsiteX14" fmla="*/ 25696 w 1137867"/>
              <a:gd name="connsiteY14" fmla="*/ 1889294 h 2647804"/>
              <a:gd name="connsiteX15" fmla="*/ 16389 w 1137867"/>
              <a:gd name="connsiteY15" fmla="*/ 2005630 h 2647804"/>
              <a:gd name="connsiteX16" fmla="*/ 4756 w 1137867"/>
              <a:gd name="connsiteY16" fmla="*/ 2077758 h 2647804"/>
              <a:gd name="connsiteX17" fmla="*/ 18716 w 1137867"/>
              <a:gd name="connsiteY17" fmla="*/ 2308104 h 2647804"/>
              <a:gd name="connsiteX18" fmla="*/ 30350 w 1137867"/>
              <a:gd name="connsiteY18" fmla="*/ 2343004 h 2647804"/>
              <a:gd name="connsiteX19" fmla="*/ 60597 w 1137867"/>
              <a:gd name="connsiteY19" fmla="*/ 2366271 h 2647804"/>
              <a:gd name="connsiteX20" fmla="*/ 121092 w 1137867"/>
              <a:gd name="connsiteY20" fmla="*/ 2477954 h 2647804"/>
              <a:gd name="connsiteX21" fmla="*/ 146686 w 1137867"/>
              <a:gd name="connsiteY21" fmla="*/ 2519835 h 2647804"/>
              <a:gd name="connsiteX22" fmla="*/ 167626 w 1137867"/>
              <a:gd name="connsiteY22" fmla="*/ 2557062 h 2647804"/>
              <a:gd name="connsiteX23" fmla="*/ 179260 w 1137867"/>
              <a:gd name="connsiteY23" fmla="*/ 2580329 h 2647804"/>
              <a:gd name="connsiteX24" fmla="*/ 186240 w 1137867"/>
              <a:gd name="connsiteY24" fmla="*/ 2591963 h 2647804"/>
              <a:gd name="connsiteX25" fmla="*/ 223467 w 1137867"/>
              <a:gd name="connsiteY25" fmla="*/ 2626864 h 2647804"/>
              <a:gd name="connsiteX26" fmla="*/ 232774 w 1137867"/>
              <a:gd name="connsiteY26" fmla="*/ 2647804 h 264780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186240 w 1137867"/>
              <a:gd name="connsiteY24" fmla="*/ 2591963 h 2626864"/>
              <a:gd name="connsiteX25" fmla="*/ 223467 w 1137867"/>
              <a:gd name="connsiteY25"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179260 w 1137867"/>
              <a:gd name="connsiteY23" fmla="*/ 2580329 h 2626864"/>
              <a:gd name="connsiteX24" fmla="*/ 223467 w 1137867"/>
              <a:gd name="connsiteY24"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25696 w 1137867"/>
              <a:gd name="connsiteY14" fmla="*/ 1889294 h 2626864"/>
              <a:gd name="connsiteX15" fmla="*/ 16389 w 1137867"/>
              <a:gd name="connsiteY15" fmla="*/ 2005630 h 2626864"/>
              <a:gd name="connsiteX16" fmla="*/ 4756 w 1137867"/>
              <a:gd name="connsiteY16" fmla="*/ 2077758 h 2626864"/>
              <a:gd name="connsiteX17" fmla="*/ 18716 w 1137867"/>
              <a:gd name="connsiteY17" fmla="*/ 2308104 h 2626864"/>
              <a:gd name="connsiteX18" fmla="*/ 30350 w 1137867"/>
              <a:gd name="connsiteY18" fmla="*/ 2343004 h 2626864"/>
              <a:gd name="connsiteX19" fmla="*/ 60597 w 1137867"/>
              <a:gd name="connsiteY19" fmla="*/ 2366271 h 2626864"/>
              <a:gd name="connsiteX20" fmla="*/ 121092 w 1137867"/>
              <a:gd name="connsiteY20" fmla="*/ 2477954 h 2626864"/>
              <a:gd name="connsiteX21" fmla="*/ 146686 w 1137867"/>
              <a:gd name="connsiteY21" fmla="*/ 2519835 h 2626864"/>
              <a:gd name="connsiteX22" fmla="*/ 167626 w 1137867"/>
              <a:gd name="connsiteY22" fmla="*/ 2557062 h 2626864"/>
              <a:gd name="connsiteX23" fmla="*/ 223467 w 1137867"/>
              <a:gd name="connsiteY23"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21092 w 1137867"/>
              <a:gd name="connsiteY19" fmla="*/ 2477954 h 2626864"/>
              <a:gd name="connsiteX20" fmla="*/ 146686 w 1137867"/>
              <a:gd name="connsiteY20" fmla="*/ 2519835 h 2626864"/>
              <a:gd name="connsiteX21" fmla="*/ 167626 w 1137867"/>
              <a:gd name="connsiteY21" fmla="*/ 2557062 h 2626864"/>
              <a:gd name="connsiteX22" fmla="*/ 223467 w 1137867"/>
              <a:gd name="connsiteY22"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60597 w 1137867"/>
              <a:gd name="connsiteY18" fmla="*/ 2366271 h 2626864"/>
              <a:gd name="connsiteX19" fmla="*/ 146686 w 1137867"/>
              <a:gd name="connsiteY19" fmla="*/ 2519835 h 2626864"/>
              <a:gd name="connsiteX20" fmla="*/ 167626 w 1137867"/>
              <a:gd name="connsiteY20" fmla="*/ 2557062 h 2626864"/>
              <a:gd name="connsiteX21" fmla="*/ 223467 w 1137867"/>
              <a:gd name="connsiteY21" fmla="*/ 2626864 h 2626864"/>
              <a:gd name="connsiteX0" fmla="*/ 1137867 w 1137867"/>
              <a:gd name="connsiteY0" fmla="*/ 0 h 2626864"/>
              <a:gd name="connsiteX1" fmla="*/ 1091333 w 1137867"/>
              <a:gd name="connsiteY1" fmla="*/ 34900 h 2626864"/>
              <a:gd name="connsiteX2" fmla="*/ 988957 w 1137867"/>
              <a:gd name="connsiteY2" fmla="*/ 125642 h 2626864"/>
              <a:gd name="connsiteX3" fmla="*/ 974997 w 1137867"/>
              <a:gd name="connsiteY3" fmla="*/ 144256 h 2626864"/>
              <a:gd name="connsiteX4" fmla="*/ 821434 w 1137867"/>
              <a:gd name="connsiteY4" fmla="*/ 309453 h 2626864"/>
              <a:gd name="connsiteX5" fmla="*/ 791186 w 1137867"/>
              <a:gd name="connsiteY5" fmla="*/ 346681 h 2626864"/>
              <a:gd name="connsiteX6" fmla="*/ 733018 w 1137867"/>
              <a:gd name="connsiteY6" fmla="*/ 467670 h 2626864"/>
              <a:gd name="connsiteX7" fmla="*/ 695791 w 1137867"/>
              <a:gd name="connsiteY7" fmla="*/ 525838 h 2626864"/>
              <a:gd name="connsiteX8" fmla="*/ 628316 w 1137867"/>
              <a:gd name="connsiteY8" fmla="*/ 674748 h 2626864"/>
              <a:gd name="connsiteX9" fmla="*/ 570148 w 1137867"/>
              <a:gd name="connsiteY9" fmla="*/ 842271 h 2626864"/>
              <a:gd name="connsiteX10" fmla="*/ 505000 w 1137867"/>
              <a:gd name="connsiteY10" fmla="*/ 1016775 h 2626864"/>
              <a:gd name="connsiteX11" fmla="*/ 437525 w 1137867"/>
              <a:gd name="connsiteY11" fmla="*/ 1195933 h 2626864"/>
              <a:gd name="connsiteX12" fmla="*/ 404951 w 1137867"/>
              <a:gd name="connsiteY12" fmla="*/ 1272714 h 2626864"/>
              <a:gd name="connsiteX13" fmla="*/ 53617 w 1137867"/>
              <a:gd name="connsiteY13" fmla="*/ 1812513 h 2626864"/>
              <a:gd name="connsiteX14" fmla="*/ 16389 w 1137867"/>
              <a:gd name="connsiteY14" fmla="*/ 2005630 h 2626864"/>
              <a:gd name="connsiteX15" fmla="*/ 4756 w 1137867"/>
              <a:gd name="connsiteY15" fmla="*/ 2077758 h 2626864"/>
              <a:gd name="connsiteX16" fmla="*/ 18716 w 1137867"/>
              <a:gd name="connsiteY16" fmla="*/ 2308104 h 2626864"/>
              <a:gd name="connsiteX17" fmla="*/ 30350 w 1137867"/>
              <a:gd name="connsiteY17" fmla="*/ 2343004 h 2626864"/>
              <a:gd name="connsiteX18" fmla="*/ 146686 w 1137867"/>
              <a:gd name="connsiteY18" fmla="*/ 2519835 h 2626864"/>
              <a:gd name="connsiteX19" fmla="*/ 167626 w 1137867"/>
              <a:gd name="connsiteY19" fmla="*/ 2557062 h 2626864"/>
              <a:gd name="connsiteX20" fmla="*/ 223467 w 1137867"/>
              <a:gd name="connsiteY20"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167066 w 1137307"/>
              <a:gd name="connsiteY18" fmla="*/ 2557062 h 2626864"/>
              <a:gd name="connsiteX19" fmla="*/ 222907 w 1137307"/>
              <a:gd name="connsiteY19"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15829 w 1137307"/>
              <a:gd name="connsiteY14" fmla="*/ 2005630 h 2626864"/>
              <a:gd name="connsiteX15" fmla="*/ 4196 w 1137307"/>
              <a:gd name="connsiteY15" fmla="*/ 2077758 h 2626864"/>
              <a:gd name="connsiteX16" fmla="*/ 18156 w 1137307"/>
              <a:gd name="connsiteY16" fmla="*/ 2308104 h 2626864"/>
              <a:gd name="connsiteX17" fmla="*/ 146126 w 1137307"/>
              <a:gd name="connsiteY17" fmla="*/ 2519835 h 2626864"/>
              <a:gd name="connsiteX18" fmla="*/ 222907 w 1137307"/>
              <a:gd name="connsiteY18"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36965 w 1137307"/>
              <a:gd name="connsiteY11" fmla="*/ 1195933 h 2626864"/>
              <a:gd name="connsiteX12" fmla="*/ 404391 w 1137307"/>
              <a:gd name="connsiteY12" fmla="*/ 1272714 h 2626864"/>
              <a:gd name="connsiteX13" fmla="*/ 53057 w 1137307"/>
              <a:gd name="connsiteY13" fmla="*/ 1812513 h 2626864"/>
              <a:gd name="connsiteX14" fmla="*/ 4196 w 1137307"/>
              <a:gd name="connsiteY14" fmla="*/ 2077758 h 2626864"/>
              <a:gd name="connsiteX15" fmla="*/ 18156 w 1137307"/>
              <a:gd name="connsiteY15" fmla="*/ 2308104 h 2626864"/>
              <a:gd name="connsiteX16" fmla="*/ 146126 w 1137307"/>
              <a:gd name="connsiteY16" fmla="*/ 2519835 h 2626864"/>
              <a:gd name="connsiteX17" fmla="*/ 222907 w 1137307"/>
              <a:gd name="connsiteY17" fmla="*/ 2626864 h 2626864"/>
              <a:gd name="connsiteX0" fmla="*/ 1137307 w 1137307"/>
              <a:gd name="connsiteY0" fmla="*/ 0 h 2626864"/>
              <a:gd name="connsiteX1" fmla="*/ 1090773 w 1137307"/>
              <a:gd name="connsiteY1" fmla="*/ 34900 h 2626864"/>
              <a:gd name="connsiteX2" fmla="*/ 988397 w 1137307"/>
              <a:gd name="connsiteY2" fmla="*/ 125642 h 2626864"/>
              <a:gd name="connsiteX3" fmla="*/ 974437 w 1137307"/>
              <a:gd name="connsiteY3" fmla="*/ 144256 h 2626864"/>
              <a:gd name="connsiteX4" fmla="*/ 820874 w 1137307"/>
              <a:gd name="connsiteY4" fmla="*/ 309453 h 2626864"/>
              <a:gd name="connsiteX5" fmla="*/ 790626 w 1137307"/>
              <a:gd name="connsiteY5" fmla="*/ 346681 h 2626864"/>
              <a:gd name="connsiteX6" fmla="*/ 732458 w 1137307"/>
              <a:gd name="connsiteY6" fmla="*/ 467670 h 2626864"/>
              <a:gd name="connsiteX7" fmla="*/ 695231 w 1137307"/>
              <a:gd name="connsiteY7" fmla="*/ 525838 h 2626864"/>
              <a:gd name="connsiteX8" fmla="*/ 627756 w 1137307"/>
              <a:gd name="connsiteY8" fmla="*/ 674748 h 2626864"/>
              <a:gd name="connsiteX9" fmla="*/ 569588 w 1137307"/>
              <a:gd name="connsiteY9" fmla="*/ 842271 h 2626864"/>
              <a:gd name="connsiteX10" fmla="*/ 504440 w 1137307"/>
              <a:gd name="connsiteY10" fmla="*/ 1016775 h 2626864"/>
              <a:gd name="connsiteX11" fmla="*/ 404391 w 1137307"/>
              <a:gd name="connsiteY11" fmla="*/ 1272714 h 2626864"/>
              <a:gd name="connsiteX12" fmla="*/ 53057 w 1137307"/>
              <a:gd name="connsiteY12" fmla="*/ 1812513 h 2626864"/>
              <a:gd name="connsiteX13" fmla="*/ 4196 w 1137307"/>
              <a:gd name="connsiteY13" fmla="*/ 2077758 h 2626864"/>
              <a:gd name="connsiteX14" fmla="*/ 18156 w 1137307"/>
              <a:gd name="connsiteY14" fmla="*/ 2308104 h 2626864"/>
              <a:gd name="connsiteX15" fmla="*/ 146126 w 1137307"/>
              <a:gd name="connsiteY15" fmla="*/ 2519835 h 2626864"/>
              <a:gd name="connsiteX16" fmla="*/ 222907 w 1137307"/>
              <a:gd name="connsiteY16" fmla="*/ 2626864 h 2626864"/>
              <a:gd name="connsiteX0" fmla="*/ 1119151 w 1119151"/>
              <a:gd name="connsiteY0" fmla="*/ 0 h 2626864"/>
              <a:gd name="connsiteX1" fmla="*/ 1072617 w 1119151"/>
              <a:gd name="connsiteY1" fmla="*/ 34900 h 2626864"/>
              <a:gd name="connsiteX2" fmla="*/ 970241 w 1119151"/>
              <a:gd name="connsiteY2" fmla="*/ 125642 h 2626864"/>
              <a:gd name="connsiteX3" fmla="*/ 956281 w 1119151"/>
              <a:gd name="connsiteY3" fmla="*/ 144256 h 2626864"/>
              <a:gd name="connsiteX4" fmla="*/ 802718 w 1119151"/>
              <a:gd name="connsiteY4" fmla="*/ 309453 h 2626864"/>
              <a:gd name="connsiteX5" fmla="*/ 772470 w 1119151"/>
              <a:gd name="connsiteY5" fmla="*/ 346681 h 2626864"/>
              <a:gd name="connsiteX6" fmla="*/ 714302 w 1119151"/>
              <a:gd name="connsiteY6" fmla="*/ 467670 h 2626864"/>
              <a:gd name="connsiteX7" fmla="*/ 677075 w 1119151"/>
              <a:gd name="connsiteY7" fmla="*/ 525838 h 2626864"/>
              <a:gd name="connsiteX8" fmla="*/ 609600 w 1119151"/>
              <a:gd name="connsiteY8" fmla="*/ 674748 h 2626864"/>
              <a:gd name="connsiteX9" fmla="*/ 551432 w 1119151"/>
              <a:gd name="connsiteY9" fmla="*/ 842271 h 2626864"/>
              <a:gd name="connsiteX10" fmla="*/ 486284 w 1119151"/>
              <a:gd name="connsiteY10" fmla="*/ 1016775 h 2626864"/>
              <a:gd name="connsiteX11" fmla="*/ 386235 w 1119151"/>
              <a:gd name="connsiteY11" fmla="*/ 1272714 h 2626864"/>
              <a:gd name="connsiteX12" fmla="*/ 34901 w 1119151"/>
              <a:gd name="connsiteY12" fmla="*/ 1812513 h 2626864"/>
              <a:gd name="connsiteX13" fmla="*/ 0 w 1119151"/>
              <a:gd name="connsiteY13" fmla="*/ 2308104 h 2626864"/>
              <a:gd name="connsiteX14" fmla="*/ 127970 w 1119151"/>
              <a:gd name="connsiteY14" fmla="*/ 2519835 h 2626864"/>
              <a:gd name="connsiteX15" fmla="*/ 204751 w 1119151"/>
              <a:gd name="connsiteY15" fmla="*/ 2626864 h 2626864"/>
              <a:gd name="connsiteX0" fmla="*/ 1251969 w 1251969"/>
              <a:gd name="connsiteY0" fmla="*/ 0 h 2626864"/>
              <a:gd name="connsiteX1" fmla="*/ 1205435 w 1251969"/>
              <a:gd name="connsiteY1" fmla="*/ 34900 h 2626864"/>
              <a:gd name="connsiteX2" fmla="*/ 1103059 w 1251969"/>
              <a:gd name="connsiteY2" fmla="*/ 125642 h 2626864"/>
              <a:gd name="connsiteX3" fmla="*/ 1089099 w 1251969"/>
              <a:gd name="connsiteY3" fmla="*/ 144256 h 2626864"/>
              <a:gd name="connsiteX4" fmla="*/ 935536 w 1251969"/>
              <a:gd name="connsiteY4" fmla="*/ 309453 h 2626864"/>
              <a:gd name="connsiteX5" fmla="*/ 905288 w 1251969"/>
              <a:gd name="connsiteY5" fmla="*/ 346681 h 2626864"/>
              <a:gd name="connsiteX6" fmla="*/ 847120 w 1251969"/>
              <a:gd name="connsiteY6" fmla="*/ 467670 h 2626864"/>
              <a:gd name="connsiteX7" fmla="*/ 809893 w 1251969"/>
              <a:gd name="connsiteY7" fmla="*/ 525838 h 2626864"/>
              <a:gd name="connsiteX8" fmla="*/ 742418 w 1251969"/>
              <a:gd name="connsiteY8" fmla="*/ 674748 h 2626864"/>
              <a:gd name="connsiteX9" fmla="*/ 684250 w 1251969"/>
              <a:gd name="connsiteY9" fmla="*/ 842271 h 2626864"/>
              <a:gd name="connsiteX10" fmla="*/ 619102 w 1251969"/>
              <a:gd name="connsiteY10" fmla="*/ 1016775 h 2626864"/>
              <a:gd name="connsiteX11" fmla="*/ 519053 w 1251969"/>
              <a:gd name="connsiteY11" fmla="*/ 1272714 h 2626864"/>
              <a:gd name="connsiteX12" fmla="*/ 167719 w 1251969"/>
              <a:gd name="connsiteY12" fmla="*/ 1812513 h 2626864"/>
              <a:gd name="connsiteX13" fmla="*/ 132818 w 1251969"/>
              <a:gd name="connsiteY13" fmla="*/ 2308104 h 2626864"/>
              <a:gd name="connsiteX14" fmla="*/ 260788 w 1251969"/>
              <a:gd name="connsiteY14" fmla="*/ 2519835 h 2626864"/>
              <a:gd name="connsiteX15" fmla="*/ 337569 w 1251969"/>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273290 w 1273290"/>
              <a:gd name="connsiteY0" fmla="*/ 0 h 2626864"/>
              <a:gd name="connsiteX1" fmla="*/ 1226756 w 1273290"/>
              <a:gd name="connsiteY1" fmla="*/ 34900 h 2626864"/>
              <a:gd name="connsiteX2" fmla="*/ 1124380 w 1273290"/>
              <a:gd name="connsiteY2" fmla="*/ 125642 h 2626864"/>
              <a:gd name="connsiteX3" fmla="*/ 1110420 w 1273290"/>
              <a:gd name="connsiteY3" fmla="*/ 144256 h 2626864"/>
              <a:gd name="connsiteX4" fmla="*/ 956857 w 1273290"/>
              <a:gd name="connsiteY4" fmla="*/ 309453 h 2626864"/>
              <a:gd name="connsiteX5" fmla="*/ 926609 w 1273290"/>
              <a:gd name="connsiteY5" fmla="*/ 346681 h 2626864"/>
              <a:gd name="connsiteX6" fmla="*/ 868441 w 1273290"/>
              <a:gd name="connsiteY6" fmla="*/ 467670 h 2626864"/>
              <a:gd name="connsiteX7" fmla="*/ 831214 w 1273290"/>
              <a:gd name="connsiteY7" fmla="*/ 525838 h 2626864"/>
              <a:gd name="connsiteX8" fmla="*/ 763739 w 1273290"/>
              <a:gd name="connsiteY8" fmla="*/ 674748 h 2626864"/>
              <a:gd name="connsiteX9" fmla="*/ 705571 w 1273290"/>
              <a:gd name="connsiteY9" fmla="*/ 842271 h 2626864"/>
              <a:gd name="connsiteX10" fmla="*/ 640423 w 1273290"/>
              <a:gd name="connsiteY10" fmla="*/ 1016775 h 2626864"/>
              <a:gd name="connsiteX11" fmla="*/ 540374 w 1273290"/>
              <a:gd name="connsiteY11" fmla="*/ 1272714 h 2626864"/>
              <a:gd name="connsiteX12" fmla="*/ 189040 w 1273290"/>
              <a:gd name="connsiteY12" fmla="*/ 1812513 h 2626864"/>
              <a:gd name="connsiteX13" fmla="*/ 154139 w 1273290"/>
              <a:gd name="connsiteY13" fmla="*/ 2308104 h 2626864"/>
              <a:gd name="connsiteX14" fmla="*/ 282109 w 1273290"/>
              <a:gd name="connsiteY14" fmla="*/ 2519835 h 2626864"/>
              <a:gd name="connsiteX15" fmla="*/ 358890 w 1273290"/>
              <a:gd name="connsiteY15" fmla="*/ 2626864 h 2626864"/>
              <a:gd name="connsiteX0" fmla="*/ 1148182 w 1148182"/>
              <a:gd name="connsiteY0" fmla="*/ 0 h 2626864"/>
              <a:gd name="connsiteX1" fmla="*/ 1101648 w 1148182"/>
              <a:gd name="connsiteY1" fmla="*/ 34900 h 2626864"/>
              <a:gd name="connsiteX2" fmla="*/ 999272 w 1148182"/>
              <a:gd name="connsiteY2" fmla="*/ 125642 h 2626864"/>
              <a:gd name="connsiteX3" fmla="*/ 985312 w 1148182"/>
              <a:gd name="connsiteY3" fmla="*/ 144256 h 2626864"/>
              <a:gd name="connsiteX4" fmla="*/ 831749 w 1148182"/>
              <a:gd name="connsiteY4" fmla="*/ 309453 h 2626864"/>
              <a:gd name="connsiteX5" fmla="*/ 801501 w 1148182"/>
              <a:gd name="connsiteY5" fmla="*/ 346681 h 2626864"/>
              <a:gd name="connsiteX6" fmla="*/ 743333 w 1148182"/>
              <a:gd name="connsiteY6" fmla="*/ 467670 h 2626864"/>
              <a:gd name="connsiteX7" fmla="*/ 706106 w 1148182"/>
              <a:gd name="connsiteY7" fmla="*/ 525838 h 2626864"/>
              <a:gd name="connsiteX8" fmla="*/ 638631 w 1148182"/>
              <a:gd name="connsiteY8" fmla="*/ 674748 h 2626864"/>
              <a:gd name="connsiteX9" fmla="*/ 580463 w 1148182"/>
              <a:gd name="connsiteY9" fmla="*/ 842271 h 2626864"/>
              <a:gd name="connsiteX10" fmla="*/ 515315 w 1148182"/>
              <a:gd name="connsiteY10" fmla="*/ 1016775 h 2626864"/>
              <a:gd name="connsiteX11" fmla="*/ 415266 w 1148182"/>
              <a:gd name="connsiteY11" fmla="*/ 1272714 h 2626864"/>
              <a:gd name="connsiteX12" fmla="*/ 63932 w 1148182"/>
              <a:gd name="connsiteY12" fmla="*/ 1812513 h 2626864"/>
              <a:gd name="connsiteX13" fmla="*/ 29031 w 1148182"/>
              <a:gd name="connsiteY13" fmla="*/ 2308104 h 2626864"/>
              <a:gd name="connsiteX14" fmla="*/ 174772 w 1148182"/>
              <a:gd name="connsiteY14" fmla="*/ 2494301 h 2626864"/>
              <a:gd name="connsiteX15" fmla="*/ 233782 w 1148182"/>
              <a:gd name="connsiteY15" fmla="*/ 2626864 h 2626864"/>
              <a:gd name="connsiteX0" fmla="*/ 1287723 w 1287723"/>
              <a:gd name="connsiteY0" fmla="*/ 0 h 2626864"/>
              <a:gd name="connsiteX1" fmla="*/ 1241189 w 1287723"/>
              <a:gd name="connsiteY1" fmla="*/ 34900 h 2626864"/>
              <a:gd name="connsiteX2" fmla="*/ 1138813 w 1287723"/>
              <a:gd name="connsiteY2" fmla="*/ 125642 h 2626864"/>
              <a:gd name="connsiteX3" fmla="*/ 1124853 w 1287723"/>
              <a:gd name="connsiteY3" fmla="*/ 144256 h 2626864"/>
              <a:gd name="connsiteX4" fmla="*/ 971290 w 1287723"/>
              <a:gd name="connsiteY4" fmla="*/ 309453 h 2626864"/>
              <a:gd name="connsiteX5" fmla="*/ 941042 w 1287723"/>
              <a:gd name="connsiteY5" fmla="*/ 346681 h 2626864"/>
              <a:gd name="connsiteX6" fmla="*/ 882874 w 1287723"/>
              <a:gd name="connsiteY6" fmla="*/ 467670 h 2626864"/>
              <a:gd name="connsiteX7" fmla="*/ 845647 w 1287723"/>
              <a:gd name="connsiteY7" fmla="*/ 525838 h 2626864"/>
              <a:gd name="connsiteX8" fmla="*/ 778172 w 1287723"/>
              <a:gd name="connsiteY8" fmla="*/ 674748 h 2626864"/>
              <a:gd name="connsiteX9" fmla="*/ 720004 w 1287723"/>
              <a:gd name="connsiteY9" fmla="*/ 842271 h 2626864"/>
              <a:gd name="connsiteX10" fmla="*/ 654856 w 1287723"/>
              <a:gd name="connsiteY10" fmla="*/ 1016775 h 2626864"/>
              <a:gd name="connsiteX11" fmla="*/ 554807 w 1287723"/>
              <a:gd name="connsiteY11" fmla="*/ 1272714 h 2626864"/>
              <a:gd name="connsiteX12" fmla="*/ 203473 w 1287723"/>
              <a:gd name="connsiteY12" fmla="*/ 1812513 h 2626864"/>
              <a:gd name="connsiteX13" fmla="*/ 1967 w 1287723"/>
              <a:gd name="connsiteY13" fmla="*/ 2229179 h 2626864"/>
              <a:gd name="connsiteX14" fmla="*/ 314313 w 1287723"/>
              <a:gd name="connsiteY14" fmla="*/ 2494301 h 2626864"/>
              <a:gd name="connsiteX15" fmla="*/ 373323 w 1287723"/>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721630 w 1289349"/>
              <a:gd name="connsiteY9" fmla="*/ 842271 h 2626864"/>
              <a:gd name="connsiteX10" fmla="*/ 656482 w 1289349"/>
              <a:gd name="connsiteY10" fmla="*/ 1016775 h 2626864"/>
              <a:gd name="connsiteX11" fmla="*/ 556433 w 1289349"/>
              <a:gd name="connsiteY11" fmla="*/ 1272714 h 2626864"/>
              <a:gd name="connsiteX12" fmla="*/ 205099 w 1289349"/>
              <a:gd name="connsiteY12" fmla="*/ 1812513 h 2626864"/>
              <a:gd name="connsiteX13" fmla="*/ 3593 w 1289349"/>
              <a:gd name="connsiteY13" fmla="*/ 2229179 h 2626864"/>
              <a:gd name="connsiteX14" fmla="*/ 315939 w 1289349"/>
              <a:gd name="connsiteY14" fmla="*/ 2494301 h 2626864"/>
              <a:gd name="connsiteX15" fmla="*/ 374949 w 1289349"/>
              <a:gd name="connsiteY15"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56482 w 1289349"/>
              <a:gd name="connsiteY9" fmla="*/ 1016775 h 2626864"/>
              <a:gd name="connsiteX10" fmla="*/ 556433 w 1289349"/>
              <a:gd name="connsiteY10" fmla="*/ 1272714 h 2626864"/>
              <a:gd name="connsiteX11" fmla="*/ 205099 w 1289349"/>
              <a:gd name="connsiteY11" fmla="*/ 1812513 h 2626864"/>
              <a:gd name="connsiteX12" fmla="*/ 3593 w 1289349"/>
              <a:gd name="connsiteY12" fmla="*/ 2229179 h 2626864"/>
              <a:gd name="connsiteX13" fmla="*/ 315939 w 1289349"/>
              <a:gd name="connsiteY13" fmla="*/ 2494301 h 2626864"/>
              <a:gd name="connsiteX14" fmla="*/ 374949 w 1289349"/>
              <a:gd name="connsiteY14"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556433 w 1289349"/>
              <a:gd name="connsiteY9" fmla="*/ 127271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84500 w 1289349"/>
              <a:gd name="connsiteY6" fmla="*/ 467670 h 2626864"/>
              <a:gd name="connsiteX7" fmla="*/ 847273 w 1289349"/>
              <a:gd name="connsiteY7" fmla="*/ 525838 h 2626864"/>
              <a:gd name="connsiteX8" fmla="*/ 779798 w 1289349"/>
              <a:gd name="connsiteY8" fmla="*/ 674748 h 2626864"/>
              <a:gd name="connsiteX9" fmla="*/ 645289 w 1289349"/>
              <a:gd name="connsiteY9" fmla="*/ 1309854 h 2626864"/>
              <a:gd name="connsiteX10" fmla="*/ 205099 w 1289349"/>
              <a:gd name="connsiteY10" fmla="*/ 1812513 h 2626864"/>
              <a:gd name="connsiteX11" fmla="*/ 3593 w 1289349"/>
              <a:gd name="connsiteY11" fmla="*/ 2229179 h 2626864"/>
              <a:gd name="connsiteX12" fmla="*/ 315939 w 1289349"/>
              <a:gd name="connsiteY12" fmla="*/ 2494301 h 2626864"/>
              <a:gd name="connsiteX13" fmla="*/ 374949 w 1289349"/>
              <a:gd name="connsiteY13"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72916 w 1289349"/>
              <a:gd name="connsiteY4" fmla="*/ 309453 h 2626864"/>
              <a:gd name="connsiteX5" fmla="*/ 942668 w 1289349"/>
              <a:gd name="connsiteY5" fmla="*/ 346681 h 2626864"/>
              <a:gd name="connsiteX6" fmla="*/ 847273 w 1289349"/>
              <a:gd name="connsiteY6" fmla="*/ 525838 h 2626864"/>
              <a:gd name="connsiteX7" fmla="*/ 779798 w 1289349"/>
              <a:gd name="connsiteY7" fmla="*/ 674748 h 2626864"/>
              <a:gd name="connsiteX8" fmla="*/ 645289 w 1289349"/>
              <a:gd name="connsiteY8" fmla="*/ 1309854 h 2626864"/>
              <a:gd name="connsiteX9" fmla="*/ 205099 w 1289349"/>
              <a:gd name="connsiteY9" fmla="*/ 1812513 h 2626864"/>
              <a:gd name="connsiteX10" fmla="*/ 3593 w 1289349"/>
              <a:gd name="connsiteY10" fmla="*/ 2229179 h 2626864"/>
              <a:gd name="connsiteX11" fmla="*/ 315939 w 1289349"/>
              <a:gd name="connsiteY11" fmla="*/ 2494301 h 2626864"/>
              <a:gd name="connsiteX12" fmla="*/ 374949 w 1289349"/>
              <a:gd name="connsiteY12"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1126479 w 1289349"/>
              <a:gd name="connsiteY3" fmla="*/ 144256 h 2626864"/>
              <a:gd name="connsiteX4" fmla="*/ 942668 w 1289349"/>
              <a:gd name="connsiteY4" fmla="*/ 346681 h 2626864"/>
              <a:gd name="connsiteX5" fmla="*/ 847273 w 1289349"/>
              <a:gd name="connsiteY5" fmla="*/ 525838 h 2626864"/>
              <a:gd name="connsiteX6" fmla="*/ 779798 w 1289349"/>
              <a:gd name="connsiteY6" fmla="*/ 674748 h 2626864"/>
              <a:gd name="connsiteX7" fmla="*/ 645289 w 1289349"/>
              <a:gd name="connsiteY7" fmla="*/ 1309854 h 2626864"/>
              <a:gd name="connsiteX8" fmla="*/ 205099 w 1289349"/>
              <a:gd name="connsiteY8" fmla="*/ 1812513 h 2626864"/>
              <a:gd name="connsiteX9" fmla="*/ 3593 w 1289349"/>
              <a:gd name="connsiteY9" fmla="*/ 2229179 h 2626864"/>
              <a:gd name="connsiteX10" fmla="*/ 315939 w 1289349"/>
              <a:gd name="connsiteY10" fmla="*/ 2494301 h 2626864"/>
              <a:gd name="connsiteX11" fmla="*/ 374949 w 1289349"/>
              <a:gd name="connsiteY11" fmla="*/ 2626864 h 2626864"/>
              <a:gd name="connsiteX0" fmla="*/ 1289349 w 1289349"/>
              <a:gd name="connsiteY0" fmla="*/ 0 h 2626864"/>
              <a:gd name="connsiteX1" fmla="*/ 1242815 w 1289349"/>
              <a:gd name="connsiteY1" fmla="*/ 34900 h 2626864"/>
              <a:gd name="connsiteX2" fmla="*/ 1140439 w 1289349"/>
              <a:gd name="connsiteY2" fmla="*/ 125642 h 2626864"/>
              <a:gd name="connsiteX3" fmla="*/ 942668 w 1289349"/>
              <a:gd name="connsiteY3" fmla="*/ 346681 h 2626864"/>
              <a:gd name="connsiteX4" fmla="*/ 847273 w 1289349"/>
              <a:gd name="connsiteY4" fmla="*/ 525838 h 2626864"/>
              <a:gd name="connsiteX5" fmla="*/ 779798 w 1289349"/>
              <a:gd name="connsiteY5" fmla="*/ 674748 h 2626864"/>
              <a:gd name="connsiteX6" fmla="*/ 645289 w 1289349"/>
              <a:gd name="connsiteY6" fmla="*/ 1309854 h 2626864"/>
              <a:gd name="connsiteX7" fmla="*/ 205099 w 1289349"/>
              <a:gd name="connsiteY7" fmla="*/ 1812513 h 2626864"/>
              <a:gd name="connsiteX8" fmla="*/ 3593 w 1289349"/>
              <a:gd name="connsiteY8" fmla="*/ 2229179 h 2626864"/>
              <a:gd name="connsiteX9" fmla="*/ 315939 w 1289349"/>
              <a:gd name="connsiteY9" fmla="*/ 2494301 h 2626864"/>
              <a:gd name="connsiteX10" fmla="*/ 374949 w 1289349"/>
              <a:gd name="connsiteY10"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79798 w 1289349"/>
              <a:gd name="connsiteY4" fmla="*/ 674748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847273 w 1289349"/>
              <a:gd name="connsiteY3" fmla="*/ 525838 h 2626864"/>
              <a:gd name="connsiteX4" fmla="*/ 797569 w 1289349"/>
              <a:gd name="connsiteY4" fmla="*/ 737424 h 2626864"/>
              <a:gd name="connsiteX5" fmla="*/ 645289 w 1289349"/>
              <a:gd name="connsiteY5" fmla="*/ 1309854 h 2626864"/>
              <a:gd name="connsiteX6" fmla="*/ 205099 w 1289349"/>
              <a:gd name="connsiteY6" fmla="*/ 1812513 h 2626864"/>
              <a:gd name="connsiteX7" fmla="*/ 3593 w 1289349"/>
              <a:gd name="connsiteY7" fmla="*/ 2229179 h 2626864"/>
              <a:gd name="connsiteX8" fmla="*/ 315939 w 1289349"/>
              <a:gd name="connsiteY8" fmla="*/ 2494301 h 2626864"/>
              <a:gd name="connsiteX9" fmla="*/ 374949 w 1289349"/>
              <a:gd name="connsiteY9" fmla="*/ 2626864 h 2626864"/>
              <a:gd name="connsiteX0" fmla="*/ 1289349 w 1289349"/>
              <a:gd name="connsiteY0" fmla="*/ 0 h 2626864"/>
              <a:gd name="connsiteX1" fmla="*/ 1140439 w 1289349"/>
              <a:gd name="connsiteY1" fmla="*/ 125642 h 2626864"/>
              <a:gd name="connsiteX2" fmla="*/ 942668 w 1289349"/>
              <a:gd name="connsiteY2" fmla="*/ 346681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626864"/>
              <a:gd name="connsiteX1" fmla="*/ 1140439 w 1289349"/>
              <a:gd name="connsiteY1" fmla="*/ 125642 h 2626864"/>
              <a:gd name="connsiteX2" fmla="*/ 953775 w 1289349"/>
              <a:gd name="connsiteY2" fmla="*/ 365250 h 2626864"/>
              <a:gd name="connsiteX3" fmla="*/ 797569 w 1289349"/>
              <a:gd name="connsiteY3" fmla="*/ 737424 h 2626864"/>
              <a:gd name="connsiteX4" fmla="*/ 645289 w 1289349"/>
              <a:gd name="connsiteY4" fmla="*/ 1309854 h 2626864"/>
              <a:gd name="connsiteX5" fmla="*/ 205099 w 1289349"/>
              <a:gd name="connsiteY5" fmla="*/ 1812513 h 2626864"/>
              <a:gd name="connsiteX6" fmla="*/ 3593 w 1289349"/>
              <a:gd name="connsiteY6" fmla="*/ 2229179 h 2626864"/>
              <a:gd name="connsiteX7" fmla="*/ 315939 w 1289349"/>
              <a:gd name="connsiteY7" fmla="*/ 2494301 h 2626864"/>
              <a:gd name="connsiteX8" fmla="*/ 374949 w 1289349"/>
              <a:gd name="connsiteY8" fmla="*/ 2626864 h 2626864"/>
              <a:gd name="connsiteX0" fmla="*/ 1289349 w 1289349"/>
              <a:gd name="connsiteY0" fmla="*/ 0 h 2588625"/>
              <a:gd name="connsiteX1" fmla="*/ 1140439 w 1289349"/>
              <a:gd name="connsiteY1" fmla="*/ 125642 h 2588625"/>
              <a:gd name="connsiteX2" fmla="*/ 953775 w 1289349"/>
              <a:gd name="connsiteY2" fmla="*/ 365250 h 2588625"/>
              <a:gd name="connsiteX3" fmla="*/ 797569 w 1289349"/>
              <a:gd name="connsiteY3" fmla="*/ 737424 h 2588625"/>
              <a:gd name="connsiteX4" fmla="*/ 645289 w 1289349"/>
              <a:gd name="connsiteY4" fmla="*/ 1309854 h 2588625"/>
              <a:gd name="connsiteX5" fmla="*/ 205099 w 1289349"/>
              <a:gd name="connsiteY5" fmla="*/ 1812513 h 2588625"/>
              <a:gd name="connsiteX6" fmla="*/ 3593 w 1289349"/>
              <a:gd name="connsiteY6" fmla="*/ 2229179 h 2588625"/>
              <a:gd name="connsiteX7" fmla="*/ 315939 w 1289349"/>
              <a:gd name="connsiteY7" fmla="*/ 2494301 h 2588625"/>
              <a:gd name="connsiteX8" fmla="*/ 531778 w 1289349"/>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951577 w 1287151"/>
              <a:gd name="connsiteY2" fmla="*/ 365250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287151 w 1287151"/>
              <a:gd name="connsiteY0" fmla="*/ 0 h 2588625"/>
              <a:gd name="connsiteX1" fmla="*/ 1138241 w 1287151"/>
              <a:gd name="connsiteY1" fmla="*/ 125642 h 2588625"/>
              <a:gd name="connsiteX2" fmla="*/ 855192 w 1287151"/>
              <a:gd name="connsiteY2" fmla="*/ 340823 h 2588625"/>
              <a:gd name="connsiteX3" fmla="*/ 795371 w 1287151"/>
              <a:gd name="connsiteY3" fmla="*/ 737424 h 2588625"/>
              <a:gd name="connsiteX4" fmla="*/ 643091 w 1287151"/>
              <a:gd name="connsiteY4" fmla="*/ 1309854 h 2588625"/>
              <a:gd name="connsiteX5" fmla="*/ 202901 w 1287151"/>
              <a:gd name="connsiteY5" fmla="*/ 1812513 h 2588625"/>
              <a:gd name="connsiteX6" fmla="*/ 1395 w 1287151"/>
              <a:gd name="connsiteY6" fmla="*/ 2229179 h 2588625"/>
              <a:gd name="connsiteX7" fmla="*/ 263343 w 1287151"/>
              <a:gd name="connsiteY7" fmla="*/ 2482410 h 2588625"/>
              <a:gd name="connsiteX8" fmla="*/ 529580 w 1287151"/>
              <a:gd name="connsiteY8" fmla="*/ 2588625 h 2588625"/>
              <a:gd name="connsiteX0" fmla="*/ 1109472 w 1109472"/>
              <a:gd name="connsiteY0" fmla="*/ 0 h 2588625"/>
              <a:gd name="connsiteX1" fmla="*/ 960562 w 1109472"/>
              <a:gd name="connsiteY1" fmla="*/ 125642 h 2588625"/>
              <a:gd name="connsiteX2" fmla="*/ 677513 w 1109472"/>
              <a:gd name="connsiteY2" fmla="*/ 340823 h 2588625"/>
              <a:gd name="connsiteX3" fmla="*/ 617692 w 1109472"/>
              <a:gd name="connsiteY3" fmla="*/ 737424 h 2588625"/>
              <a:gd name="connsiteX4" fmla="*/ 465412 w 1109472"/>
              <a:gd name="connsiteY4" fmla="*/ 1309854 h 2588625"/>
              <a:gd name="connsiteX5" fmla="*/ 25222 w 1109472"/>
              <a:gd name="connsiteY5" fmla="*/ 1812513 h 2588625"/>
              <a:gd name="connsiteX6" fmla="*/ 85664 w 1109472"/>
              <a:gd name="connsiteY6" fmla="*/ 2482410 h 2588625"/>
              <a:gd name="connsiteX7" fmla="*/ 351901 w 1109472"/>
              <a:gd name="connsiteY7" fmla="*/ 2588625 h 2588625"/>
              <a:gd name="connsiteX0" fmla="*/ 1104079 w 1104079"/>
              <a:gd name="connsiteY0" fmla="*/ 0 h 2588625"/>
              <a:gd name="connsiteX1" fmla="*/ 955169 w 1104079"/>
              <a:gd name="connsiteY1" fmla="*/ 125642 h 2588625"/>
              <a:gd name="connsiteX2" fmla="*/ 672120 w 1104079"/>
              <a:gd name="connsiteY2" fmla="*/ 340823 h 2588625"/>
              <a:gd name="connsiteX3" fmla="*/ 612299 w 1104079"/>
              <a:gd name="connsiteY3" fmla="*/ 737424 h 2588625"/>
              <a:gd name="connsiteX4" fmla="*/ 460019 w 1104079"/>
              <a:gd name="connsiteY4" fmla="*/ 1309854 h 2588625"/>
              <a:gd name="connsiteX5" fmla="*/ 19829 w 1104079"/>
              <a:gd name="connsiteY5" fmla="*/ 1812513 h 2588625"/>
              <a:gd name="connsiteX6" fmla="*/ 114682 w 1104079"/>
              <a:gd name="connsiteY6" fmla="*/ 2305627 h 2588625"/>
              <a:gd name="connsiteX7" fmla="*/ 346508 w 1104079"/>
              <a:gd name="connsiteY7" fmla="*/ 2588625 h 2588625"/>
              <a:gd name="connsiteX0" fmla="*/ 1104079 w 1104079"/>
              <a:gd name="connsiteY0" fmla="*/ 0 h 2396853"/>
              <a:gd name="connsiteX1" fmla="*/ 955169 w 1104079"/>
              <a:gd name="connsiteY1" fmla="*/ 125642 h 2396853"/>
              <a:gd name="connsiteX2" fmla="*/ 672120 w 1104079"/>
              <a:gd name="connsiteY2" fmla="*/ 340823 h 2396853"/>
              <a:gd name="connsiteX3" fmla="*/ 612299 w 1104079"/>
              <a:gd name="connsiteY3" fmla="*/ 737424 h 2396853"/>
              <a:gd name="connsiteX4" fmla="*/ 460019 w 1104079"/>
              <a:gd name="connsiteY4" fmla="*/ 1309854 h 2396853"/>
              <a:gd name="connsiteX5" fmla="*/ 19829 w 1104079"/>
              <a:gd name="connsiteY5" fmla="*/ 1812513 h 2396853"/>
              <a:gd name="connsiteX6" fmla="*/ 114682 w 1104079"/>
              <a:gd name="connsiteY6" fmla="*/ 2305627 h 2396853"/>
              <a:gd name="connsiteX7" fmla="*/ 664191 w 1104079"/>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79705 w 1123765"/>
              <a:gd name="connsiteY4" fmla="*/ 1309854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31985 w 1123765"/>
              <a:gd name="connsiteY3" fmla="*/ 737424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666139 w 1123765"/>
              <a:gd name="connsiteY3" fmla="*/ 797649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482401 w 1123765"/>
              <a:gd name="connsiteY4" fmla="*/ 140320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1123765 w 1123765"/>
              <a:gd name="connsiteY0" fmla="*/ 0 h 2396853"/>
              <a:gd name="connsiteX1" fmla="*/ 974855 w 1123765"/>
              <a:gd name="connsiteY1" fmla="*/ 125642 h 2396853"/>
              <a:gd name="connsiteX2" fmla="*/ 691806 w 1123765"/>
              <a:gd name="connsiteY2" fmla="*/ 340823 h 2396853"/>
              <a:gd name="connsiteX3" fmla="*/ 219665 w 1123765"/>
              <a:gd name="connsiteY3" fmla="*/ 582028 h 2396853"/>
              <a:gd name="connsiteX4" fmla="*/ 270944 w 1123765"/>
              <a:gd name="connsiteY4" fmla="*/ 1277168 h 2396853"/>
              <a:gd name="connsiteX5" fmla="*/ 39515 w 1123765"/>
              <a:gd name="connsiteY5" fmla="*/ 1812513 h 2396853"/>
              <a:gd name="connsiteX6" fmla="*/ 134368 w 1123765"/>
              <a:gd name="connsiteY6" fmla="*/ 2305627 h 2396853"/>
              <a:gd name="connsiteX7" fmla="*/ 683877 w 1123765"/>
              <a:gd name="connsiteY7" fmla="*/ 2396853 h 2396853"/>
              <a:gd name="connsiteX0" fmla="*/ 819454 w 976388"/>
              <a:gd name="connsiteY0" fmla="*/ 0 h 2498494"/>
              <a:gd name="connsiteX1" fmla="*/ 974855 w 976388"/>
              <a:gd name="connsiteY1" fmla="*/ 227283 h 2498494"/>
              <a:gd name="connsiteX2" fmla="*/ 691806 w 976388"/>
              <a:gd name="connsiteY2" fmla="*/ 442464 h 2498494"/>
              <a:gd name="connsiteX3" fmla="*/ 219665 w 976388"/>
              <a:gd name="connsiteY3" fmla="*/ 683669 h 2498494"/>
              <a:gd name="connsiteX4" fmla="*/ 270944 w 976388"/>
              <a:gd name="connsiteY4" fmla="*/ 1378809 h 2498494"/>
              <a:gd name="connsiteX5" fmla="*/ 39515 w 976388"/>
              <a:gd name="connsiteY5" fmla="*/ 1914154 h 2498494"/>
              <a:gd name="connsiteX6" fmla="*/ 134368 w 976388"/>
              <a:gd name="connsiteY6" fmla="*/ 2407268 h 2498494"/>
              <a:gd name="connsiteX7" fmla="*/ 683877 w 976388"/>
              <a:gd name="connsiteY7" fmla="*/ 2498494 h 2498494"/>
              <a:gd name="connsiteX0" fmla="*/ 819454 w 819453"/>
              <a:gd name="connsiteY0" fmla="*/ 0 h 2498494"/>
              <a:gd name="connsiteX1" fmla="*/ 465475 w 819453"/>
              <a:gd name="connsiteY1" fmla="*/ 128077 h 2498494"/>
              <a:gd name="connsiteX2" fmla="*/ 691806 w 819453"/>
              <a:gd name="connsiteY2" fmla="*/ 442464 h 2498494"/>
              <a:gd name="connsiteX3" fmla="*/ 219665 w 819453"/>
              <a:gd name="connsiteY3" fmla="*/ 683669 h 2498494"/>
              <a:gd name="connsiteX4" fmla="*/ 270944 w 819453"/>
              <a:gd name="connsiteY4" fmla="*/ 1378809 h 2498494"/>
              <a:gd name="connsiteX5" fmla="*/ 39515 w 819453"/>
              <a:gd name="connsiteY5" fmla="*/ 1914154 h 2498494"/>
              <a:gd name="connsiteX6" fmla="*/ 134368 w 819453"/>
              <a:gd name="connsiteY6" fmla="*/ 2407268 h 2498494"/>
              <a:gd name="connsiteX7" fmla="*/ 683877 w 819453"/>
              <a:gd name="connsiteY7" fmla="*/ 2498494 h 2498494"/>
              <a:gd name="connsiteX0" fmla="*/ 819454 w 819454"/>
              <a:gd name="connsiteY0" fmla="*/ 0 h 2498494"/>
              <a:gd name="connsiteX1" fmla="*/ 465475 w 819454"/>
              <a:gd name="connsiteY1" fmla="*/ 128077 h 2498494"/>
              <a:gd name="connsiteX2" fmla="*/ 219665 w 819454"/>
              <a:gd name="connsiteY2" fmla="*/ 683669 h 2498494"/>
              <a:gd name="connsiteX3" fmla="*/ 270944 w 819454"/>
              <a:gd name="connsiteY3" fmla="*/ 1378809 h 2498494"/>
              <a:gd name="connsiteX4" fmla="*/ 39515 w 819454"/>
              <a:gd name="connsiteY4" fmla="*/ 1914154 h 2498494"/>
              <a:gd name="connsiteX5" fmla="*/ 134368 w 819454"/>
              <a:gd name="connsiteY5" fmla="*/ 2407268 h 2498494"/>
              <a:gd name="connsiteX6" fmla="*/ 683877 w 819454"/>
              <a:gd name="connsiteY6" fmla="*/ 2498494 h 2498494"/>
              <a:gd name="connsiteX0" fmla="*/ 465475 w 683877"/>
              <a:gd name="connsiteY0" fmla="*/ 0 h 2370417"/>
              <a:gd name="connsiteX1" fmla="*/ 219665 w 683877"/>
              <a:gd name="connsiteY1" fmla="*/ 555592 h 2370417"/>
              <a:gd name="connsiteX2" fmla="*/ 270944 w 683877"/>
              <a:gd name="connsiteY2" fmla="*/ 1250732 h 2370417"/>
              <a:gd name="connsiteX3" fmla="*/ 39515 w 683877"/>
              <a:gd name="connsiteY3" fmla="*/ 1786077 h 2370417"/>
              <a:gd name="connsiteX4" fmla="*/ 134368 w 683877"/>
              <a:gd name="connsiteY4" fmla="*/ 2279191 h 2370417"/>
              <a:gd name="connsiteX5" fmla="*/ 683877 w 683877"/>
              <a:gd name="connsiteY5" fmla="*/ 2370417 h 2370417"/>
              <a:gd name="connsiteX0" fmla="*/ 219665 w 683877"/>
              <a:gd name="connsiteY0" fmla="*/ 0 h 1814825"/>
              <a:gd name="connsiteX1" fmla="*/ 270944 w 683877"/>
              <a:gd name="connsiteY1" fmla="*/ 695140 h 1814825"/>
              <a:gd name="connsiteX2" fmla="*/ 39515 w 683877"/>
              <a:gd name="connsiteY2" fmla="*/ 1230485 h 1814825"/>
              <a:gd name="connsiteX3" fmla="*/ 134368 w 683877"/>
              <a:gd name="connsiteY3" fmla="*/ 1723599 h 1814825"/>
              <a:gd name="connsiteX4" fmla="*/ 683877 w 683877"/>
              <a:gd name="connsiteY4" fmla="*/ 1814825 h 1814825"/>
              <a:gd name="connsiteX0" fmla="*/ 603 w 1870434"/>
              <a:gd name="connsiteY0" fmla="*/ 0 h 1458569"/>
              <a:gd name="connsiteX1" fmla="*/ 1457501 w 1870434"/>
              <a:gd name="connsiteY1" fmla="*/ 338884 h 1458569"/>
              <a:gd name="connsiteX2" fmla="*/ 1226072 w 1870434"/>
              <a:gd name="connsiteY2" fmla="*/ 874229 h 1458569"/>
              <a:gd name="connsiteX3" fmla="*/ 1320925 w 1870434"/>
              <a:gd name="connsiteY3" fmla="*/ 1367343 h 1458569"/>
              <a:gd name="connsiteX4" fmla="*/ 1870434 w 1870434"/>
              <a:gd name="connsiteY4" fmla="*/ 1458569 h 1458569"/>
              <a:gd name="connsiteX0" fmla="*/ 1527 w 1871358"/>
              <a:gd name="connsiteY0" fmla="*/ 0 h 1458569"/>
              <a:gd name="connsiteX1" fmla="*/ 665279 w 1871358"/>
              <a:gd name="connsiteY1" fmla="*/ 493190 h 1458569"/>
              <a:gd name="connsiteX2" fmla="*/ 1226996 w 1871358"/>
              <a:gd name="connsiteY2" fmla="*/ 874229 h 1458569"/>
              <a:gd name="connsiteX3" fmla="*/ 1321849 w 1871358"/>
              <a:gd name="connsiteY3" fmla="*/ 1367343 h 1458569"/>
              <a:gd name="connsiteX4" fmla="*/ 1871358 w 1871358"/>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321751 w 1871260"/>
              <a:gd name="connsiteY3" fmla="*/ 1367343 h 1458569"/>
              <a:gd name="connsiteX4" fmla="*/ 1871260 w 1871260"/>
              <a:gd name="connsiteY4" fmla="*/ 1458569 h 1458569"/>
              <a:gd name="connsiteX0" fmla="*/ 1429 w 1871260"/>
              <a:gd name="connsiteY0" fmla="*/ 0 h 1458569"/>
              <a:gd name="connsiteX1" fmla="*/ 665181 w 1871260"/>
              <a:gd name="connsiteY1" fmla="*/ 493190 h 1458569"/>
              <a:gd name="connsiteX2" fmla="*/ 1008110 w 1871260"/>
              <a:gd name="connsiteY2" fmla="*/ 891597 h 1458569"/>
              <a:gd name="connsiteX3" fmla="*/ 1555268 w 1871260"/>
              <a:gd name="connsiteY3" fmla="*/ 1156328 h 1458569"/>
              <a:gd name="connsiteX4" fmla="*/ 1871260 w 1871260"/>
              <a:gd name="connsiteY4" fmla="*/ 1458569 h 1458569"/>
              <a:gd name="connsiteX0" fmla="*/ 1967 w 1690163"/>
              <a:gd name="connsiteY0" fmla="*/ 0 h 1375116"/>
              <a:gd name="connsiteX1" fmla="*/ 484084 w 1690163"/>
              <a:gd name="connsiteY1" fmla="*/ 409737 h 1375116"/>
              <a:gd name="connsiteX2" fmla="*/ 827013 w 1690163"/>
              <a:gd name="connsiteY2" fmla="*/ 808144 h 1375116"/>
              <a:gd name="connsiteX3" fmla="*/ 1374171 w 1690163"/>
              <a:gd name="connsiteY3" fmla="*/ 1072875 h 1375116"/>
              <a:gd name="connsiteX4" fmla="*/ 1690163 w 1690163"/>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688196"/>
              <a:gd name="connsiteY0" fmla="*/ 0 h 1375116"/>
              <a:gd name="connsiteX1" fmla="*/ 482117 w 1688196"/>
              <a:gd name="connsiteY1" fmla="*/ 409737 h 1375116"/>
              <a:gd name="connsiteX2" fmla="*/ 825046 w 1688196"/>
              <a:gd name="connsiteY2" fmla="*/ 808144 h 1375116"/>
              <a:gd name="connsiteX3" fmla="*/ 1372204 w 1688196"/>
              <a:gd name="connsiteY3" fmla="*/ 1072875 h 1375116"/>
              <a:gd name="connsiteX4" fmla="*/ 1688196 w 1688196"/>
              <a:gd name="connsiteY4" fmla="*/ 1375116 h 1375116"/>
              <a:gd name="connsiteX0" fmla="*/ 0 w 1835659"/>
              <a:gd name="connsiteY0" fmla="*/ 0 h 1340415"/>
              <a:gd name="connsiteX1" fmla="*/ 629580 w 1835659"/>
              <a:gd name="connsiteY1" fmla="*/ 375036 h 1340415"/>
              <a:gd name="connsiteX2" fmla="*/ 972509 w 1835659"/>
              <a:gd name="connsiteY2" fmla="*/ 773443 h 1340415"/>
              <a:gd name="connsiteX3" fmla="*/ 1519667 w 1835659"/>
              <a:gd name="connsiteY3" fmla="*/ 1038174 h 1340415"/>
              <a:gd name="connsiteX4" fmla="*/ 1835659 w 1835659"/>
              <a:gd name="connsiteY4" fmla="*/ 1340415 h 1340415"/>
              <a:gd name="connsiteX0" fmla="*/ 0 w 1835659"/>
              <a:gd name="connsiteY0" fmla="*/ 0 h 1340415"/>
              <a:gd name="connsiteX1" fmla="*/ 576268 w 1835659"/>
              <a:gd name="connsiteY1" fmla="*/ 417898 h 1340415"/>
              <a:gd name="connsiteX2" fmla="*/ 972509 w 1835659"/>
              <a:gd name="connsiteY2" fmla="*/ 773443 h 1340415"/>
              <a:gd name="connsiteX3" fmla="*/ 1519667 w 1835659"/>
              <a:gd name="connsiteY3" fmla="*/ 1038174 h 1340415"/>
              <a:gd name="connsiteX4" fmla="*/ 1835659 w 1835659"/>
              <a:gd name="connsiteY4" fmla="*/ 1340415 h 1340415"/>
              <a:gd name="connsiteX0" fmla="*/ 0 w 1861549"/>
              <a:gd name="connsiteY0" fmla="*/ 0 h 1363892"/>
              <a:gd name="connsiteX1" fmla="*/ 576268 w 1861549"/>
              <a:gd name="connsiteY1" fmla="*/ 417898 h 1363892"/>
              <a:gd name="connsiteX2" fmla="*/ 972509 w 1861549"/>
              <a:gd name="connsiteY2" fmla="*/ 773443 h 1363892"/>
              <a:gd name="connsiteX3" fmla="*/ 1519667 w 1861549"/>
              <a:gd name="connsiteY3" fmla="*/ 1038174 h 1363892"/>
              <a:gd name="connsiteX4" fmla="*/ 1861549 w 1861549"/>
              <a:gd name="connsiteY4" fmla="*/ 1363892 h 1363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549" h="1363892">
                <a:moveTo>
                  <a:pt x="0" y="0"/>
                </a:moveTo>
                <a:cubicBezTo>
                  <a:pt x="245563" y="168772"/>
                  <a:pt x="414183" y="288991"/>
                  <a:pt x="576268" y="417898"/>
                </a:cubicBezTo>
                <a:cubicBezTo>
                  <a:pt x="738353" y="546805"/>
                  <a:pt x="757507" y="560746"/>
                  <a:pt x="972509" y="773443"/>
                </a:cubicBezTo>
                <a:cubicBezTo>
                  <a:pt x="1209054" y="1000528"/>
                  <a:pt x="1361638" y="941368"/>
                  <a:pt x="1519667" y="1038174"/>
                </a:cubicBezTo>
                <a:cubicBezTo>
                  <a:pt x="1605946" y="1090864"/>
                  <a:pt x="1845553" y="1341594"/>
                  <a:pt x="1861549" y="1363892"/>
                </a:cubicBezTo>
              </a:path>
            </a:pathLst>
          </a:custGeom>
          <a:noFill/>
          <a:ln w="6350">
            <a:solidFill>
              <a:schemeClr val="tx1">
                <a:lumMod val="8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1F64584-B7DB-7FF6-29D2-D9EF54218613}"/>
              </a:ext>
            </a:extLst>
          </p:cNvPr>
          <p:cNvSpPr/>
          <p:nvPr userDrawn="1"/>
        </p:nvSpPr>
        <p:spPr>
          <a:xfrm rot="10800000" flipH="1">
            <a:off x="-2517" y="6380704"/>
            <a:ext cx="445546" cy="477296"/>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 name="connsiteX0" fmla="*/ 0 w 620932"/>
              <a:gd name="connsiteY0" fmla="*/ 730673 h 730673"/>
              <a:gd name="connsiteX1" fmla="*/ 245224 w 620932"/>
              <a:gd name="connsiteY1" fmla="*/ 384606 h 730673"/>
              <a:gd name="connsiteX2" fmla="*/ 517201 w 620932"/>
              <a:gd name="connsiteY2" fmla="*/ 412584 h 730673"/>
              <a:gd name="connsiteX3" fmla="*/ 617577 w 620932"/>
              <a:gd name="connsiteY3" fmla="*/ 212820 h 730673"/>
              <a:gd name="connsiteX4" fmla="*/ 568044 w 620932"/>
              <a:gd name="connsiteY4" fmla="*/ 0 h 730673"/>
              <a:gd name="connsiteX0" fmla="*/ 0 w 620932"/>
              <a:gd name="connsiteY0" fmla="*/ 730673 h 730673"/>
              <a:gd name="connsiteX1" fmla="*/ 245224 w 620932"/>
              <a:gd name="connsiteY1" fmla="*/ 384606 h 730673"/>
              <a:gd name="connsiteX2" fmla="*/ 455093 w 620932"/>
              <a:gd name="connsiteY2" fmla="*/ 362050 h 730673"/>
              <a:gd name="connsiteX3" fmla="*/ 617577 w 620932"/>
              <a:gd name="connsiteY3" fmla="*/ 212820 h 730673"/>
              <a:gd name="connsiteX4" fmla="*/ 568044 w 620932"/>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932" h="730673">
                <a:moveTo>
                  <a:pt x="0" y="730673"/>
                </a:moveTo>
                <a:cubicBezTo>
                  <a:pt x="123149" y="583977"/>
                  <a:pt x="169375" y="446043"/>
                  <a:pt x="245224" y="384606"/>
                </a:cubicBezTo>
                <a:cubicBezTo>
                  <a:pt x="321073" y="323169"/>
                  <a:pt x="393034" y="390681"/>
                  <a:pt x="455093" y="362050"/>
                </a:cubicBezTo>
                <a:cubicBezTo>
                  <a:pt x="517152" y="333419"/>
                  <a:pt x="609103" y="281584"/>
                  <a:pt x="617577" y="212820"/>
                </a:cubicBezTo>
                <a:cubicBezTo>
                  <a:pt x="626051" y="144056"/>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29" name="Freeform: Shape 28">
            <a:extLst>
              <a:ext uri="{FF2B5EF4-FFF2-40B4-BE49-F238E27FC236}">
                <a16:creationId xmlns:a16="http://schemas.microsoft.com/office/drawing/2014/main" id="{BE599363-2538-A3DA-CD16-AB78D92BF018}"/>
              </a:ext>
            </a:extLst>
          </p:cNvPr>
          <p:cNvSpPr/>
          <p:nvPr userDrawn="1"/>
        </p:nvSpPr>
        <p:spPr>
          <a:xfrm rot="10333989" flipH="1">
            <a:off x="177594" y="4033203"/>
            <a:ext cx="3895313" cy="3078227"/>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00281"/>
              <a:gd name="connsiteY0" fmla="*/ 2872818 h 2873348"/>
              <a:gd name="connsiteX1" fmla="*/ 295832 w 3200281"/>
              <a:gd name="connsiteY1" fmla="*/ 2861327 h 2873348"/>
              <a:gd name="connsiteX2" fmla="*/ 607384 w 3200281"/>
              <a:gd name="connsiteY2" fmla="*/ 2478772 h 2873348"/>
              <a:gd name="connsiteX3" fmla="*/ 653701 w 3200281"/>
              <a:gd name="connsiteY3" fmla="*/ 2120920 h 2873348"/>
              <a:gd name="connsiteX4" fmla="*/ 841475 w 3200281"/>
              <a:gd name="connsiteY4" fmla="*/ 1879294 h 2873348"/>
              <a:gd name="connsiteX5" fmla="*/ 1146884 w 3200281"/>
              <a:gd name="connsiteY5" fmla="*/ 1559335 h 2873348"/>
              <a:gd name="connsiteX6" fmla="*/ 1365849 w 3200281"/>
              <a:gd name="connsiteY6" fmla="*/ 1261329 h 2873348"/>
              <a:gd name="connsiteX7" fmla="*/ 1806191 w 3200281"/>
              <a:gd name="connsiteY7" fmla="*/ 1206460 h 2873348"/>
              <a:gd name="connsiteX8" fmla="*/ 2309860 w 3200281"/>
              <a:gd name="connsiteY8" fmla="*/ 1213613 h 2873348"/>
              <a:gd name="connsiteX9" fmla="*/ 2650678 w 3200281"/>
              <a:gd name="connsiteY9" fmla="*/ 1114639 h 2873348"/>
              <a:gd name="connsiteX10" fmla="*/ 2906329 w 3200281"/>
              <a:gd name="connsiteY10" fmla="*/ 979670 h 2873348"/>
              <a:gd name="connsiteX11" fmla="*/ 3116069 w 3200281"/>
              <a:gd name="connsiteY11" fmla="*/ 770024 h 2873348"/>
              <a:gd name="connsiteX12" fmla="*/ 3199885 w 3200281"/>
              <a:gd name="connsiteY12" fmla="*/ 371619 h 2873348"/>
              <a:gd name="connsiteX13" fmla="*/ 3139407 w 3200281"/>
              <a:gd name="connsiteY13" fmla="*/ 0 h 2873348"/>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199885 w 3555536"/>
              <a:gd name="connsiteY12" fmla="*/ 196067 h 2697796"/>
              <a:gd name="connsiteX13" fmla="*/ 3555536 w 3555536"/>
              <a:gd name="connsiteY13" fmla="*/ 0 h 2697796"/>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329027 w 3555536"/>
              <a:gd name="connsiteY12" fmla="*/ 199090 h 2697796"/>
              <a:gd name="connsiteX13" fmla="*/ 3555536 w 3555536"/>
              <a:gd name="connsiteY13" fmla="*/ 0 h 2697796"/>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365849 w 3555536"/>
              <a:gd name="connsiteY6" fmla="*/ 1085777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451227 w 3555536"/>
              <a:gd name="connsiteY6" fmla="*/ 1114720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764"/>
              <a:gd name="connsiteX1" fmla="*/ 295832 w 3555536"/>
              <a:gd name="connsiteY1" fmla="*/ 2685775 h 2730764"/>
              <a:gd name="connsiteX2" fmla="*/ 493310 w 3555536"/>
              <a:gd name="connsiteY2" fmla="*/ 2294331 h 2730764"/>
              <a:gd name="connsiteX3" fmla="*/ 653701 w 3555536"/>
              <a:gd name="connsiteY3" fmla="*/ 1945368 h 2730764"/>
              <a:gd name="connsiteX4" fmla="*/ 841475 w 3555536"/>
              <a:gd name="connsiteY4" fmla="*/ 1703742 h 2730764"/>
              <a:gd name="connsiteX5" fmla="*/ 1146884 w 3555536"/>
              <a:gd name="connsiteY5" fmla="*/ 1383783 h 2730764"/>
              <a:gd name="connsiteX6" fmla="*/ 1451227 w 3555536"/>
              <a:gd name="connsiteY6" fmla="*/ 1114720 h 2730764"/>
              <a:gd name="connsiteX7" fmla="*/ 1806191 w 3555536"/>
              <a:gd name="connsiteY7" fmla="*/ 1030908 h 2730764"/>
              <a:gd name="connsiteX8" fmla="*/ 2309860 w 3555536"/>
              <a:gd name="connsiteY8" fmla="*/ 1038061 h 2730764"/>
              <a:gd name="connsiteX9" fmla="*/ 2650678 w 3555536"/>
              <a:gd name="connsiteY9" fmla="*/ 939087 h 2730764"/>
              <a:gd name="connsiteX10" fmla="*/ 2906329 w 3555536"/>
              <a:gd name="connsiteY10" fmla="*/ 804118 h 2730764"/>
              <a:gd name="connsiteX11" fmla="*/ 3116069 w 3555536"/>
              <a:gd name="connsiteY11" fmla="*/ 594472 h 2730764"/>
              <a:gd name="connsiteX12" fmla="*/ 3329027 w 3555536"/>
              <a:gd name="connsiteY12" fmla="*/ 199090 h 2730764"/>
              <a:gd name="connsiteX13" fmla="*/ 3555536 w 3555536"/>
              <a:gd name="connsiteY13" fmla="*/ 0 h 2730764"/>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301139 w 3595477"/>
              <a:gd name="connsiteY5" fmla="*/ 1362970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12064"/>
              <a:gd name="connsiteY0" fmla="*/ 2423304 h 2687100"/>
              <a:gd name="connsiteX1" fmla="*/ 252360 w 3512064"/>
              <a:gd name="connsiteY1" fmla="*/ 2685775 h 2687100"/>
              <a:gd name="connsiteX2" fmla="*/ 449838 w 3512064"/>
              <a:gd name="connsiteY2" fmla="*/ 2294331 h 2687100"/>
              <a:gd name="connsiteX3" fmla="*/ 610229 w 3512064"/>
              <a:gd name="connsiteY3" fmla="*/ 1945368 h 2687100"/>
              <a:gd name="connsiteX4" fmla="*/ 789153 w 3512064"/>
              <a:gd name="connsiteY4" fmla="*/ 1683499 h 2687100"/>
              <a:gd name="connsiteX5" fmla="*/ 1217726 w 3512064"/>
              <a:gd name="connsiteY5" fmla="*/ 1362970 h 2687100"/>
              <a:gd name="connsiteX6" fmla="*/ 1407755 w 3512064"/>
              <a:gd name="connsiteY6" fmla="*/ 1114720 h 2687100"/>
              <a:gd name="connsiteX7" fmla="*/ 1762719 w 3512064"/>
              <a:gd name="connsiteY7" fmla="*/ 1030908 h 2687100"/>
              <a:gd name="connsiteX8" fmla="*/ 2266388 w 3512064"/>
              <a:gd name="connsiteY8" fmla="*/ 1038061 h 2687100"/>
              <a:gd name="connsiteX9" fmla="*/ 2607206 w 3512064"/>
              <a:gd name="connsiteY9" fmla="*/ 939087 h 2687100"/>
              <a:gd name="connsiteX10" fmla="*/ 2862857 w 3512064"/>
              <a:gd name="connsiteY10" fmla="*/ 804118 h 2687100"/>
              <a:gd name="connsiteX11" fmla="*/ 3072597 w 3512064"/>
              <a:gd name="connsiteY11" fmla="*/ 594472 h 2687100"/>
              <a:gd name="connsiteX12" fmla="*/ 3285555 w 3512064"/>
              <a:gd name="connsiteY12" fmla="*/ 199090 h 2687100"/>
              <a:gd name="connsiteX13" fmla="*/ 3512064 w 3512064"/>
              <a:gd name="connsiteY13" fmla="*/ 0 h 2687100"/>
              <a:gd name="connsiteX0" fmla="*/ 0 w 3512064"/>
              <a:gd name="connsiteY0" fmla="*/ 2423304 h 2433960"/>
              <a:gd name="connsiteX1" fmla="*/ 300811 w 3512064"/>
              <a:gd name="connsiteY1" fmla="*/ 2367890 h 2433960"/>
              <a:gd name="connsiteX2" fmla="*/ 449838 w 3512064"/>
              <a:gd name="connsiteY2" fmla="*/ 2294331 h 2433960"/>
              <a:gd name="connsiteX3" fmla="*/ 610229 w 3512064"/>
              <a:gd name="connsiteY3" fmla="*/ 1945368 h 2433960"/>
              <a:gd name="connsiteX4" fmla="*/ 789153 w 3512064"/>
              <a:gd name="connsiteY4" fmla="*/ 1683499 h 2433960"/>
              <a:gd name="connsiteX5" fmla="*/ 1217726 w 3512064"/>
              <a:gd name="connsiteY5" fmla="*/ 1362970 h 2433960"/>
              <a:gd name="connsiteX6" fmla="*/ 1407755 w 3512064"/>
              <a:gd name="connsiteY6" fmla="*/ 1114720 h 2433960"/>
              <a:gd name="connsiteX7" fmla="*/ 1762719 w 3512064"/>
              <a:gd name="connsiteY7" fmla="*/ 1030908 h 2433960"/>
              <a:gd name="connsiteX8" fmla="*/ 2266388 w 3512064"/>
              <a:gd name="connsiteY8" fmla="*/ 1038061 h 2433960"/>
              <a:gd name="connsiteX9" fmla="*/ 2607206 w 3512064"/>
              <a:gd name="connsiteY9" fmla="*/ 939087 h 2433960"/>
              <a:gd name="connsiteX10" fmla="*/ 2862857 w 3512064"/>
              <a:gd name="connsiteY10" fmla="*/ 804118 h 2433960"/>
              <a:gd name="connsiteX11" fmla="*/ 3072597 w 3512064"/>
              <a:gd name="connsiteY11" fmla="*/ 594472 h 2433960"/>
              <a:gd name="connsiteX12" fmla="*/ 3285555 w 3512064"/>
              <a:gd name="connsiteY12" fmla="*/ 199090 h 2433960"/>
              <a:gd name="connsiteX13" fmla="*/ 3512064 w 3512064"/>
              <a:gd name="connsiteY13" fmla="*/ 0 h 2433960"/>
              <a:gd name="connsiteX0" fmla="*/ 0 w 3512064"/>
              <a:gd name="connsiteY0" fmla="*/ 2423304 h 2435699"/>
              <a:gd name="connsiteX1" fmla="*/ 300811 w 3512064"/>
              <a:gd name="connsiteY1" fmla="*/ 2367890 h 2435699"/>
              <a:gd name="connsiteX2" fmla="*/ 565351 w 3512064"/>
              <a:gd name="connsiteY2" fmla="*/ 2200182 h 2435699"/>
              <a:gd name="connsiteX3" fmla="*/ 610229 w 3512064"/>
              <a:gd name="connsiteY3" fmla="*/ 1945368 h 2435699"/>
              <a:gd name="connsiteX4" fmla="*/ 789153 w 3512064"/>
              <a:gd name="connsiteY4" fmla="*/ 1683499 h 2435699"/>
              <a:gd name="connsiteX5" fmla="*/ 1217726 w 3512064"/>
              <a:gd name="connsiteY5" fmla="*/ 1362970 h 2435699"/>
              <a:gd name="connsiteX6" fmla="*/ 1407755 w 3512064"/>
              <a:gd name="connsiteY6" fmla="*/ 1114720 h 2435699"/>
              <a:gd name="connsiteX7" fmla="*/ 1762719 w 3512064"/>
              <a:gd name="connsiteY7" fmla="*/ 1030908 h 2435699"/>
              <a:gd name="connsiteX8" fmla="*/ 2266388 w 3512064"/>
              <a:gd name="connsiteY8" fmla="*/ 1038061 h 2435699"/>
              <a:gd name="connsiteX9" fmla="*/ 2607206 w 3512064"/>
              <a:gd name="connsiteY9" fmla="*/ 939087 h 2435699"/>
              <a:gd name="connsiteX10" fmla="*/ 2862857 w 3512064"/>
              <a:gd name="connsiteY10" fmla="*/ 804118 h 2435699"/>
              <a:gd name="connsiteX11" fmla="*/ 3072597 w 3512064"/>
              <a:gd name="connsiteY11" fmla="*/ 594472 h 2435699"/>
              <a:gd name="connsiteX12" fmla="*/ 3285555 w 3512064"/>
              <a:gd name="connsiteY12" fmla="*/ 199090 h 2435699"/>
              <a:gd name="connsiteX13" fmla="*/ 3512064 w 3512064"/>
              <a:gd name="connsiteY13" fmla="*/ 0 h 2435699"/>
              <a:gd name="connsiteX0" fmla="*/ 0 w 3512064"/>
              <a:gd name="connsiteY0" fmla="*/ 2423304 h 2435699"/>
              <a:gd name="connsiteX1" fmla="*/ 300811 w 3512064"/>
              <a:gd name="connsiteY1" fmla="*/ 2367890 h 2435699"/>
              <a:gd name="connsiteX2" fmla="*/ 565351 w 3512064"/>
              <a:gd name="connsiteY2" fmla="*/ 2200182 h 2435699"/>
              <a:gd name="connsiteX3" fmla="*/ 610229 w 3512064"/>
              <a:gd name="connsiteY3" fmla="*/ 1945368 h 2435699"/>
              <a:gd name="connsiteX4" fmla="*/ 858748 w 3512064"/>
              <a:gd name="connsiteY4" fmla="*/ 1653456 h 2435699"/>
              <a:gd name="connsiteX5" fmla="*/ 1217726 w 3512064"/>
              <a:gd name="connsiteY5" fmla="*/ 1362970 h 2435699"/>
              <a:gd name="connsiteX6" fmla="*/ 1407755 w 3512064"/>
              <a:gd name="connsiteY6" fmla="*/ 1114720 h 2435699"/>
              <a:gd name="connsiteX7" fmla="*/ 1762719 w 3512064"/>
              <a:gd name="connsiteY7" fmla="*/ 1030908 h 2435699"/>
              <a:gd name="connsiteX8" fmla="*/ 2266388 w 3512064"/>
              <a:gd name="connsiteY8" fmla="*/ 1038061 h 2435699"/>
              <a:gd name="connsiteX9" fmla="*/ 2607206 w 3512064"/>
              <a:gd name="connsiteY9" fmla="*/ 939087 h 2435699"/>
              <a:gd name="connsiteX10" fmla="*/ 2862857 w 3512064"/>
              <a:gd name="connsiteY10" fmla="*/ 804118 h 2435699"/>
              <a:gd name="connsiteX11" fmla="*/ 3072597 w 3512064"/>
              <a:gd name="connsiteY11" fmla="*/ 594472 h 2435699"/>
              <a:gd name="connsiteX12" fmla="*/ 3285555 w 3512064"/>
              <a:gd name="connsiteY12" fmla="*/ 199090 h 2435699"/>
              <a:gd name="connsiteX13" fmla="*/ 3512064 w 3512064"/>
              <a:gd name="connsiteY13" fmla="*/ 0 h 2435699"/>
              <a:gd name="connsiteX0" fmla="*/ 0 w 3512064"/>
              <a:gd name="connsiteY0" fmla="*/ 2423304 h 2435699"/>
              <a:gd name="connsiteX1" fmla="*/ 300811 w 3512064"/>
              <a:gd name="connsiteY1" fmla="*/ 2367890 h 2435699"/>
              <a:gd name="connsiteX2" fmla="*/ 565351 w 3512064"/>
              <a:gd name="connsiteY2" fmla="*/ 2200182 h 2435699"/>
              <a:gd name="connsiteX3" fmla="*/ 610229 w 3512064"/>
              <a:gd name="connsiteY3" fmla="*/ 1945368 h 2435699"/>
              <a:gd name="connsiteX4" fmla="*/ 858748 w 3512064"/>
              <a:gd name="connsiteY4" fmla="*/ 1653456 h 2435699"/>
              <a:gd name="connsiteX5" fmla="*/ 1217726 w 3512064"/>
              <a:gd name="connsiteY5" fmla="*/ 1362970 h 2435699"/>
              <a:gd name="connsiteX6" fmla="*/ 1407755 w 3512064"/>
              <a:gd name="connsiteY6" fmla="*/ 1114720 h 2435699"/>
              <a:gd name="connsiteX7" fmla="*/ 1762719 w 3512064"/>
              <a:gd name="connsiteY7" fmla="*/ 1030908 h 2435699"/>
              <a:gd name="connsiteX8" fmla="*/ 2266388 w 3512064"/>
              <a:gd name="connsiteY8" fmla="*/ 1038061 h 2435699"/>
              <a:gd name="connsiteX9" fmla="*/ 2607206 w 3512064"/>
              <a:gd name="connsiteY9" fmla="*/ 939087 h 2435699"/>
              <a:gd name="connsiteX10" fmla="*/ 2862857 w 3512064"/>
              <a:gd name="connsiteY10" fmla="*/ 804118 h 2435699"/>
              <a:gd name="connsiteX11" fmla="*/ 3207340 w 3512064"/>
              <a:gd name="connsiteY11" fmla="*/ 591200 h 2435699"/>
              <a:gd name="connsiteX12" fmla="*/ 3285555 w 3512064"/>
              <a:gd name="connsiteY12" fmla="*/ 199090 h 2435699"/>
              <a:gd name="connsiteX13" fmla="*/ 3512064 w 3512064"/>
              <a:gd name="connsiteY13" fmla="*/ 0 h 2435699"/>
              <a:gd name="connsiteX0" fmla="*/ 0 w 3512064"/>
              <a:gd name="connsiteY0" fmla="*/ 2423304 h 2435699"/>
              <a:gd name="connsiteX1" fmla="*/ 300811 w 3512064"/>
              <a:gd name="connsiteY1" fmla="*/ 2367890 h 2435699"/>
              <a:gd name="connsiteX2" fmla="*/ 565351 w 3512064"/>
              <a:gd name="connsiteY2" fmla="*/ 2200182 h 2435699"/>
              <a:gd name="connsiteX3" fmla="*/ 610229 w 3512064"/>
              <a:gd name="connsiteY3" fmla="*/ 1945368 h 2435699"/>
              <a:gd name="connsiteX4" fmla="*/ 858748 w 3512064"/>
              <a:gd name="connsiteY4" fmla="*/ 1653456 h 2435699"/>
              <a:gd name="connsiteX5" fmla="*/ 1217726 w 3512064"/>
              <a:gd name="connsiteY5" fmla="*/ 1362970 h 2435699"/>
              <a:gd name="connsiteX6" fmla="*/ 1407755 w 3512064"/>
              <a:gd name="connsiteY6" fmla="*/ 1114720 h 2435699"/>
              <a:gd name="connsiteX7" fmla="*/ 1762719 w 3512064"/>
              <a:gd name="connsiteY7" fmla="*/ 1030908 h 2435699"/>
              <a:gd name="connsiteX8" fmla="*/ 2266388 w 3512064"/>
              <a:gd name="connsiteY8" fmla="*/ 1038061 h 2435699"/>
              <a:gd name="connsiteX9" fmla="*/ 2607206 w 3512064"/>
              <a:gd name="connsiteY9" fmla="*/ 939087 h 2435699"/>
              <a:gd name="connsiteX10" fmla="*/ 2862857 w 3512064"/>
              <a:gd name="connsiteY10" fmla="*/ 804118 h 2435699"/>
              <a:gd name="connsiteX11" fmla="*/ 3207340 w 3512064"/>
              <a:gd name="connsiteY11" fmla="*/ 591200 h 2435699"/>
              <a:gd name="connsiteX12" fmla="*/ 3452240 w 3512064"/>
              <a:gd name="connsiteY12" fmla="*/ 319126 h 2435699"/>
              <a:gd name="connsiteX13" fmla="*/ 3512064 w 3512064"/>
              <a:gd name="connsiteY13" fmla="*/ 0 h 2435699"/>
              <a:gd name="connsiteX0" fmla="*/ 0 w 3742306"/>
              <a:gd name="connsiteY0" fmla="*/ 2327027 h 2339422"/>
              <a:gd name="connsiteX1" fmla="*/ 300811 w 3742306"/>
              <a:gd name="connsiteY1" fmla="*/ 2271613 h 2339422"/>
              <a:gd name="connsiteX2" fmla="*/ 565351 w 3742306"/>
              <a:gd name="connsiteY2" fmla="*/ 2103905 h 2339422"/>
              <a:gd name="connsiteX3" fmla="*/ 610229 w 3742306"/>
              <a:gd name="connsiteY3" fmla="*/ 1849091 h 2339422"/>
              <a:gd name="connsiteX4" fmla="*/ 858748 w 3742306"/>
              <a:gd name="connsiteY4" fmla="*/ 1557179 h 2339422"/>
              <a:gd name="connsiteX5" fmla="*/ 1217726 w 3742306"/>
              <a:gd name="connsiteY5" fmla="*/ 1266693 h 2339422"/>
              <a:gd name="connsiteX6" fmla="*/ 1407755 w 3742306"/>
              <a:gd name="connsiteY6" fmla="*/ 1018443 h 2339422"/>
              <a:gd name="connsiteX7" fmla="*/ 1762719 w 3742306"/>
              <a:gd name="connsiteY7" fmla="*/ 934631 h 2339422"/>
              <a:gd name="connsiteX8" fmla="*/ 2266388 w 3742306"/>
              <a:gd name="connsiteY8" fmla="*/ 941784 h 2339422"/>
              <a:gd name="connsiteX9" fmla="*/ 2607206 w 3742306"/>
              <a:gd name="connsiteY9" fmla="*/ 842810 h 2339422"/>
              <a:gd name="connsiteX10" fmla="*/ 2862857 w 3742306"/>
              <a:gd name="connsiteY10" fmla="*/ 707841 h 2339422"/>
              <a:gd name="connsiteX11" fmla="*/ 3207340 w 3742306"/>
              <a:gd name="connsiteY11" fmla="*/ 494923 h 2339422"/>
              <a:gd name="connsiteX12" fmla="*/ 3452240 w 3742306"/>
              <a:gd name="connsiteY12" fmla="*/ 222849 h 2339422"/>
              <a:gd name="connsiteX13" fmla="*/ 3742306 w 3742306"/>
              <a:gd name="connsiteY13" fmla="*/ 0 h 2339422"/>
              <a:gd name="connsiteX0" fmla="*/ 0 w 3742306"/>
              <a:gd name="connsiteY0" fmla="*/ 2327027 h 2339422"/>
              <a:gd name="connsiteX1" fmla="*/ 300811 w 3742306"/>
              <a:gd name="connsiteY1" fmla="*/ 2271613 h 2339422"/>
              <a:gd name="connsiteX2" fmla="*/ 565351 w 3742306"/>
              <a:gd name="connsiteY2" fmla="*/ 2103905 h 2339422"/>
              <a:gd name="connsiteX3" fmla="*/ 610229 w 3742306"/>
              <a:gd name="connsiteY3" fmla="*/ 1849091 h 2339422"/>
              <a:gd name="connsiteX4" fmla="*/ 858748 w 3742306"/>
              <a:gd name="connsiteY4" fmla="*/ 1557179 h 2339422"/>
              <a:gd name="connsiteX5" fmla="*/ 1217726 w 3742306"/>
              <a:gd name="connsiteY5" fmla="*/ 1266693 h 2339422"/>
              <a:gd name="connsiteX6" fmla="*/ 1407755 w 3742306"/>
              <a:gd name="connsiteY6" fmla="*/ 1018443 h 2339422"/>
              <a:gd name="connsiteX7" fmla="*/ 1762719 w 3742306"/>
              <a:gd name="connsiteY7" fmla="*/ 934631 h 2339422"/>
              <a:gd name="connsiteX8" fmla="*/ 2266388 w 3742306"/>
              <a:gd name="connsiteY8" fmla="*/ 941784 h 2339422"/>
              <a:gd name="connsiteX9" fmla="*/ 2607206 w 3742306"/>
              <a:gd name="connsiteY9" fmla="*/ 842810 h 2339422"/>
              <a:gd name="connsiteX10" fmla="*/ 2874300 w 3742306"/>
              <a:gd name="connsiteY10" fmla="*/ 774208 h 2339422"/>
              <a:gd name="connsiteX11" fmla="*/ 3207340 w 3742306"/>
              <a:gd name="connsiteY11" fmla="*/ 494923 h 2339422"/>
              <a:gd name="connsiteX12" fmla="*/ 3452240 w 3742306"/>
              <a:gd name="connsiteY12" fmla="*/ 222849 h 2339422"/>
              <a:gd name="connsiteX13" fmla="*/ 3742306 w 3742306"/>
              <a:gd name="connsiteY13" fmla="*/ 0 h 2339422"/>
              <a:gd name="connsiteX0" fmla="*/ 0 w 3742306"/>
              <a:gd name="connsiteY0" fmla="*/ 2327027 h 2339422"/>
              <a:gd name="connsiteX1" fmla="*/ 300811 w 3742306"/>
              <a:gd name="connsiteY1" fmla="*/ 2271613 h 2339422"/>
              <a:gd name="connsiteX2" fmla="*/ 565351 w 3742306"/>
              <a:gd name="connsiteY2" fmla="*/ 2103905 h 2339422"/>
              <a:gd name="connsiteX3" fmla="*/ 610229 w 3742306"/>
              <a:gd name="connsiteY3" fmla="*/ 1849091 h 2339422"/>
              <a:gd name="connsiteX4" fmla="*/ 858748 w 3742306"/>
              <a:gd name="connsiteY4" fmla="*/ 1557179 h 2339422"/>
              <a:gd name="connsiteX5" fmla="*/ 1217726 w 3742306"/>
              <a:gd name="connsiteY5" fmla="*/ 1266693 h 2339422"/>
              <a:gd name="connsiteX6" fmla="*/ 1407755 w 3742306"/>
              <a:gd name="connsiteY6" fmla="*/ 1018443 h 2339422"/>
              <a:gd name="connsiteX7" fmla="*/ 1710605 w 3742306"/>
              <a:gd name="connsiteY7" fmla="*/ 1024756 h 2339422"/>
              <a:gd name="connsiteX8" fmla="*/ 2266388 w 3742306"/>
              <a:gd name="connsiteY8" fmla="*/ 941784 h 2339422"/>
              <a:gd name="connsiteX9" fmla="*/ 2607206 w 3742306"/>
              <a:gd name="connsiteY9" fmla="*/ 842810 h 2339422"/>
              <a:gd name="connsiteX10" fmla="*/ 2874300 w 3742306"/>
              <a:gd name="connsiteY10" fmla="*/ 774208 h 2339422"/>
              <a:gd name="connsiteX11" fmla="*/ 3207340 w 3742306"/>
              <a:gd name="connsiteY11" fmla="*/ 494923 h 2339422"/>
              <a:gd name="connsiteX12" fmla="*/ 3452240 w 3742306"/>
              <a:gd name="connsiteY12" fmla="*/ 222849 h 2339422"/>
              <a:gd name="connsiteX13" fmla="*/ 3742306 w 3742306"/>
              <a:gd name="connsiteY13" fmla="*/ 0 h 2339422"/>
              <a:gd name="connsiteX0" fmla="*/ 0 w 3742306"/>
              <a:gd name="connsiteY0" fmla="*/ 2327027 h 2339422"/>
              <a:gd name="connsiteX1" fmla="*/ 300811 w 3742306"/>
              <a:gd name="connsiteY1" fmla="*/ 2271613 h 2339422"/>
              <a:gd name="connsiteX2" fmla="*/ 565351 w 3742306"/>
              <a:gd name="connsiteY2" fmla="*/ 2103905 h 2339422"/>
              <a:gd name="connsiteX3" fmla="*/ 610229 w 3742306"/>
              <a:gd name="connsiteY3" fmla="*/ 1849091 h 2339422"/>
              <a:gd name="connsiteX4" fmla="*/ 858748 w 3742306"/>
              <a:gd name="connsiteY4" fmla="*/ 1557179 h 2339422"/>
              <a:gd name="connsiteX5" fmla="*/ 1242037 w 3742306"/>
              <a:gd name="connsiteY5" fmla="*/ 1283788 h 2339422"/>
              <a:gd name="connsiteX6" fmla="*/ 1407755 w 3742306"/>
              <a:gd name="connsiteY6" fmla="*/ 1018443 h 2339422"/>
              <a:gd name="connsiteX7" fmla="*/ 1710605 w 3742306"/>
              <a:gd name="connsiteY7" fmla="*/ 1024756 h 2339422"/>
              <a:gd name="connsiteX8" fmla="*/ 2266388 w 3742306"/>
              <a:gd name="connsiteY8" fmla="*/ 941784 h 2339422"/>
              <a:gd name="connsiteX9" fmla="*/ 2607206 w 3742306"/>
              <a:gd name="connsiteY9" fmla="*/ 842810 h 2339422"/>
              <a:gd name="connsiteX10" fmla="*/ 2874300 w 3742306"/>
              <a:gd name="connsiteY10" fmla="*/ 774208 h 2339422"/>
              <a:gd name="connsiteX11" fmla="*/ 3207340 w 3742306"/>
              <a:gd name="connsiteY11" fmla="*/ 494923 h 2339422"/>
              <a:gd name="connsiteX12" fmla="*/ 3452240 w 3742306"/>
              <a:gd name="connsiteY12" fmla="*/ 222849 h 2339422"/>
              <a:gd name="connsiteX13" fmla="*/ 3742306 w 3742306"/>
              <a:gd name="connsiteY13" fmla="*/ 0 h 2339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42306" h="2339422">
                <a:moveTo>
                  <a:pt x="0" y="2327027"/>
                </a:moveTo>
                <a:cubicBezTo>
                  <a:pt x="93426" y="2364412"/>
                  <a:pt x="206586" y="2308800"/>
                  <a:pt x="300811" y="2271613"/>
                </a:cubicBezTo>
                <a:cubicBezTo>
                  <a:pt x="395036" y="2234426"/>
                  <a:pt x="513781" y="2174325"/>
                  <a:pt x="565351" y="2103905"/>
                </a:cubicBezTo>
                <a:cubicBezTo>
                  <a:pt x="616921" y="2033485"/>
                  <a:pt x="571214" y="1949004"/>
                  <a:pt x="610229" y="1849091"/>
                </a:cubicBezTo>
                <a:cubicBezTo>
                  <a:pt x="528948" y="1673129"/>
                  <a:pt x="753447" y="1651396"/>
                  <a:pt x="858748" y="1557179"/>
                </a:cubicBezTo>
                <a:cubicBezTo>
                  <a:pt x="964049" y="1462962"/>
                  <a:pt x="1150536" y="1373577"/>
                  <a:pt x="1242037" y="1283788"/>
                </a:cubicBezTo>
                <a:cubicBezTo>
                  <a:pt x="1333538" y="1193999"/>
                  <a:pt x="1329660" y="1061615"/>
                  <a:pt x="1407755" y="1018443"/>
                </a:cubicBezTo>
                <a:cubicBezTo>
                  <a:pt x="1485850" y="975271"/>
                  <a:pt x="1567500" y="1037533"/>
                  <a:pt x="1710605" y="1024756"/>
                </a:cubicBezTo>
                <a:cubicBezTo>
                  <a:pt x="1853711" y="1011980"/>
                  <a:pt x="2116955" y="972108"/>
                  <a:pt x="2266388" y="941784"/>
                </a:cubicBezTo>
                <a:cubicBezTo>
                  <a:pt x="2415821" y="911460"/>
                  <a:pt x="2505887" y="870739"/>
                  <a:pt x="2607206" y="842810"/>
                </a:cubicBezTo>
                <a:cubicBezTo>
                  <a:pt x="2708525" y="814881"/>
                  <a:pt x="2774278" y="832189"/>
                  <a:pt x="2874300" y="774208"/>
                </a:cubicBezTo>
                <a:cubicBezTo>
                  <a:pt x="2974322" y="716227"/>
                  <a:pt x="3111017" y="586816"/>
                  <a:pt x="3207340" y="494923"/>
                </a:cubicBezTo>
                <a:cubicBezTo>
                  <a:pt x="3303663" y="403030"/>
                  <a:pt x="3445573" y="352961"/>
                  <a:pt x="3452240" y="222849"/>
                </a:cubicBezTo>
                <a:cubicBezTo>
                  <a:pt x="3458431" y="102549"/>
                  <a:pt x="3740591" y="120491"/>
                  <a:pt x="374230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0" name="Freeform: Shape 29">
            <a:extLst>
              <a:ext uri="{FF2B5EF4-FFF2-40B4-BE49-F238E27FC236}">
                <a16:creationId xmlns:a16="http://schemas.microsoft.com/office/drawing/2014/main" id="{F3A9A515-8ACA-CD08-2793-AA4C29CEBEAF}"/>
              </a:ext>
            </a:extLst>
          </p:cNvPr>
          <p:cNvSpPr/>
          <p:nvPr userDrawn="1"/>
        </p:nvSpPr>
        <p:spPr>
          <a:xfrm rot="9371727" flipH="1">
            <a:off x="172539" y="5985363"/>
            <a:ext cx="544268" cy="945389"/>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1" name="Freeform: Shape 30">
            <a:extLst>
              <a:ext uri="{FF2B5EF4-FFF2-40B4-BE49-F238E27FC236}">
                <a16:creationId xmlns:a16="http://schemas.microsoft.com/office/drawing/2014/main" id="{05A1F237-6866-5B9B-FC70-5467F856A2A5}"/>
              </a:ext>
            </a:extLst>
          </p:cNvPr>
          <p:cNvSpPr/>
          <p:nvPr userDrawn="1"/>
        </p:nvSpPr>
        <p:spPr>
          <a:xfrm rot="8007661" flipH="1">
            <a:off x="-123986" y="4415906"/>
            <a:ext cx="1382523" cy="2442488"/>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 name="connsiteX0" fmla="*/ 1560321 w 2037899"/>
              <a:gd name="connsiteY0" fmla="*/ 2728694 h 2801010"/>
              <a:gd name="connsiteX1" fmla="*/ 1956566 w 2037899"/>
              <a:gd name="connsiteY1" fmla="*/ 2797018 h 2801010"/>
              <a:gd name="connsiteX2" fmla="*/ 2014281 w 2037899"/>
              <a:gd name="connsiteY2" fmla="*/ 2542282 h 2801010"/>
              <a:gd name="connsiteX3" fmla="*/ 1662715 w 2037899"/>
              <a:gd name="connsiteY3" fmla="*/ 1950659 h 2801010"/>
              <a:gd name="connsiteX4" fmla="*/ 1389060 w 2037899"/>
              <a:gd name="connsiteY4" fmla="*/ 1615192 h 2801010"/>
              <a:gd name="connsiteX5" fmla="*/ 1513123 w 2037899"/>
              <a:gd name="connsiteY5" fmla="*/ 1106206 h 2801010"/>
              <a:gd name="connsiteX6" fmla="*/ 1636108 w 2037899"/>
              <a:gd name="connsiteY6" fmla="*/ 708372 h 2801010"/>
              <a:gd name="connsiteX7" fmla="*/ 1443971 w 2037899"/>
              <a:gd name="connsiteY7" fmla="*/ 235383 h 2801010"/>
              <a:gd name="connsiteX8" fmla="*/ 885985 w 2037899"/>
              <a:gd name="connsiteY8" fmla="*/ 10466 h 2801010"/>
              <a:gd name="connsiteX9" fmla="*/ 398861 w 2037899"/>
              <a:gd name="connsiteY9" fmla="*/ 125712 h 2801010"/>
              <a:gd name="connsiteX10" fmla="*/ 286718 w 2037899"/>
              <a:gd name="connsiteY10" fmla="*/ 876912 h 2801010"/>
              <a:gd name="connsiteX11" fmla="*/ 143463 w 2037899"/>
              <a:gd name="connsiteY11" fmla="*/ 1116656 h 2801010"/>
              <a:gd name="connsiteX12" fmla="*/ 0 w 2037899"/>
              <a:gd name="connsiteY12" fmla="*/ 1409329 h 2801010"/>
              <a:gd name="connsiteX0" fmla="*/ 1560321 w 2014614"/>
              <a:gd name="connsiteY0" fmla="*/ 2728694 h 2728694"/>
              <a:gd name="connsiteX1" fmla="*/ 1723675 w 2014614"/>
              <a:gd name="connsiteY1" fmla="*/ 2595493 h 2728694"/>
              <a:gd name="connsiteX2" fmla="*/ 2014281 w 2014614"/>
              <a:gd name="connsiteY2" fmla="*/ 2542282 h 2728694"/>
              <a:gd name="connsiteX3" fmla="*/ 1662715 w 2014614"/>
              <a:gd name="connsiteY3" fmla="*/ 1950659 h 2728694"/>
              <a:gd name="connsiteX4" fmla="*/ 1389060 w 2014614"/>
              <a:gd name="connsiteY4" fmla="*/ 1615192 h 2728694"/>
              <a:gd name="connsiteX5" fmla="*/ 1513123 w 2014614"/>
              <a:gd name="connsiteY5" fmla="*/ 1106206 h 2728694"/>
              <a:gd name="connsiteX6" fmla="*/ 1636108 w 2014614"/>
              <a:gd name="connsiteY6" fmla="*/ 708372 h 2728694"/>
              <a:gd name="connsiteX7" fmla="*/ 1443971 w 2014614"/>
              <a:gd name="connsiteY7" fmla="*/ 235383 h 2728694"/>
              <a:gd name="connsiteX8" fmla="*/ 885985 w 2014614"/>
              <a:gd name="connsiteY8" fmla="*/ 10466 h 2728694"/>
              <a:gd name="connsiteX9" fmla="*/ 398861 w 2014614"/>
              <a:gd name="connsiteY9" fmla="*/ 125712 h 2728694"/>
              <a:gd name="connsiteX10" fmla="*/ 286718 w 2014614"/>
              <a:gd name="connsiteY10" fmla="*/ 876912 h 2728694"/>
              <a:gd name="connsiteX11" fmla="*/ 143463 w 2014614"/>
              <a:gd name="connsiteY11" fmla="*/ 1116656 h 2728694"/>
              <a:gd name="connsiteX12" fmla="*/ 0 w 2014614"/>
              <a:gd name="connsiteY12" fmla="*/ 1409329 h 2728694"/>
              <a:gd name="connsiteX0" fmla="*/ 1560321 w 1768795"/>
              <a:gd name="connsiteY0" fmla="*/ 2728694 h 2728694"/>
              <a:gd name="connsiteX1" fmla="*/ 1723675 w 1768795"/>
              <a:gd name="connsiteY1" fmla="*/ 2595493 h 2728694"/>
              <a:gd name="connsiteX2" fmla="*/ 1765990 w 1768795"/>
              <a:gd name="connsiteY2" fmla="*/ 2162534 h 2728694"/>
              <a:gd name="connsiteX3" fmla="*/ 1662715 w 1768795"/>
              <a:gd name="connsiteY3" fmla="*/ 1950659 h 2728694"/>
              <a:gd name="connsiteX4" fmla="*/ 1389060 w 1768795"/>
              <a:gd name="connsiteY4" fmla="*/ 1615192 h 2728694"/>
              <a:gd name="connsiteX5" fmla="*/ 1513123 w 1768795"/>
              <a:gd name="connsiteY5" fmla="*/ 1106206 h 2728694"/>
              <a:gd name="connsiteX6" fmla="*/ 1636108 w 1768795"/>
              <a:gd name="connsiteY6" fmla="*/ 708372 h 2728694"/>
              <a:gd name="connsiteX7" fmla="*/ 1443971 w 1768795"/>
              <a:gd name="connsiteY7" fmla="*/ 235383 h 2728694"/>
              <a:gd name="connsiteX8" fmla="*/ 885985 w 1768795"/>
              <a:gd name="connsiteY8" fmla="*/ 10466 h 2728694"/>
              <a:gd name="connsiteX9" fmla="*/ 398861 w 1768795"/>
              <a:gd name="connsiteY9" fmla="*/ 125712 h 2728694"/>
              <a:gd name="connsiteX10" fmla="*/ 286718 w 1768795"/>
              <a:gd name="connsiteY10" fmla="*/ 876912 h 2728694"/>
              <a:gd name="connsiteX11" fmla="*/ 143463 w 1768795"/>
              <a:gd name="connsiteY11" fmla="*/ 1116656 h 2728694"/>
              <a:gd name="connsiteX12" fmla="*/ 0 w 1768795"/>
              <a:gd name="connsiteY12" fmla="*/ 1409329 h 2728694"/>
              <a:gd name="connsiteX0" fmla="*/ 1560321 w 1768533"/>
              <a:gd name="connsiteY0" fmla="*/ 2728694 h 2728694"/>
              <a:gd name="connsiteX1" fmla="*/ 1723675 w 1768533"/>
              <a:gd name="connsiteY1" fmla="*/ 2595493 h 2728694"/>
              <a:gd name="connsiteX2" fmla="*/ 1765990 w 1768533"/>
              <a:gd name="connsiteY2" fmla="*/ 2162534 h 2728694"/>
              <a:gd name="connsiteX3" fmla="*/ 1666985 w 1768533"/>
              <a:gd name="connsiteY3" fmla="*/ 1876861 h 2728694"/>
              <a:gd name="connsiteX4" fmla="*/ 1389060 w 1768533"/>
              <a:gd name="connsiteY4" fmla="*/ 1615192 h 2728694"/>
              <a:gd name="connsiteX5" fmla="*/ 1513123 w 1768533"/>
              <a:gd name="connsiteY5" fmla="*/ 1106206 h 2728694"/>
              <a:gd name="connsiteX6" fmla="*/ 1636108 w 1768533"/>
              <a:gd name="connsiteY6" fmla="*/ 708372 h 2728694"/>
              <a:gd name="connsiteX7" fmla="*/ 1443971 w 1768533"/>
              <a:gd name="connsiteY7" fmla="*/ 235383 h 2728694"/>
              <a:gd name="connsiteX8" fmla="*/ 885985 w 1768533"/>
              <a:gd name="connsiteY8" fmla="*/ 10466 h 2728694"/>
              <a:gd name="connsiteX9" fmla="*/ 398861 w 1768533"/>
              <a:gd name="connsiteY9" fmla="*/ 125712 h 2728694"/>
              <a:gd name="connsiteX10" fmla="*/ 286718 w 1768533"/>
              <a:gd name="connsiteY10" fmla="*/ 876912 h 2728694"/>
              <a:gd name="connsiteX11" fmla="*/ 143463 w 1768533"/>
              <a:gd name="connsiteY11" fmla="*/ 1116656 h 2728694"/>
              <a:gd name="connsiteX12" fmla="*/ 0 w 1768533"/>
              <a:gd name="connsiteY12" fmla="*/ 1409329 h 2728694"/>
              <a:gd name="connsiteX0" fmla="*/ 1482809 w 1770016"/>
              <a:gd name="connsiteY0" fmla="*/ 2665296 h 2665296"/>
              <a:gd name="connsiteX1" fmla="*/ 1723675 w 1770016"/>
              <a:gd name="connsiteY1" fmla="*/ 2595493 h 2665296"/>
              <a:gd name="connsiteX2" fmla="*/ 1765990 w 1770016"/>
              <a:gd name="connsiteY2" fmla="*/ 2162534 h 2665296"/>
              <a:gd name="connsiteX3" fmla="*/ 1666985 w 1770016"/>
              <a:gd name="connsiteY3" fmla="*/ 1876861 h 2665296"/>
              <a:gd name="connsiteX4" fmla="*/ 1389060 w 1770016"/>
              <a:gd name="connsiteY4" fmla="*/ 1615192 h 2665296"/>
              <a:gd name="connsiteX5" fmla="*/ 1513123 w 1770016"/>
              <a:gd name="connsiteY5" fmla="*/ 1106206 h 2665296"/>
              <a:gd name="connsiteX6" fmla="*/ 1636108 w 1770016"/>
              <a:gd name="connsiteY6" fmla="*/ 708372 h 2665296"/>
              <a:gd name="connsiteX7" fmla="*/ 1443971 w 1770016"/>
              <a:gd name="connsiteY7" fmla="*/ 235383 h 2665296"/>
              <a:gd name="connsiteX8" fmla="*/ 885985 w 1770016"/>
              <a:gd name="connsiteY8" fmla="*/ 10466 h 2665296"/>
              <a:gd name="connsiteX9" fmla="*/ 398861 w 1770016"/>
              <a:gd name="connsiteY9" fmla="*/ 125712 h 2665296"/>
              <a:gd name="connsiteX10" fmla="*/ 286718 w 1770016"/>
              <a:gd name="connsiteY10" fmla="*/ 876912 h 2665296"/>
              <a:gd name="connsiteX11" fmla="*/ 143463 w 1770016"/>
              <a:gd name="connsiteY11" fmla="*/ 1116656 h 2665296"/>
              <a:gd name="connsiteX12" fmla="*/ 0 w 1770016"/>
              <a:gd name="connsiteY12" fmla="*/ 1409329 h 2665296"/>
              <a:gd name="connsiteX0" fmla="*/ 1482809 w 1766301"/>
              <a:gd name="connsiteY0" fmla="*/ 2665296 h 2665296"/>
              <a:gd name="connsiteX1" fmla="*/ 1690171 w 1766301"/>
              <a:gd name="connsiteY1" fmla="*/ 2468713 h 2665296"/>
              <a:gd name="connsiteX2" fmla="*/ 1765990 w 1766301"/>
              <a:gd name="connsiteY2" fmla="*/ 2162534 h 2665296"/>
              <a:gd name="connsiteX3" fmla="*/ 1666985 w 1766301"/>
              <a:gd name="connsiteY3" fmla="*/ 1876861 h 2665296"/>
              <a:gd name="connsiteX4" fmla="*/ 1389060 w 1766301"/>
              <a:gd name="connsiteY4" fmla="*/ 1615192 h 2665296"/>
              <a:gd name="connsiteX5" fmla="*/ 1513123 w 1766301"/>
              <a:gd name="connsiteY5" fmla="*/ 1106206 h 2665296"/>
              <a:gd name="connsiteX6" fmla="*/ 1636108 w 1766301"/>
              <a:gd name="connsiteY6" fmla="*/ 708372 h 2665296"/>
              <a:gd name="connsiteX7" fmla="*/ 1443971 w 1766301"/>
              <a:gd name="connsiteY7" fmla="*/ 235383 h 2665296"/>
              <a:gd name="connsiteX8" fmla="*/ 885985 w 1766301"/>
              <a:gd name="connsiteY8" fmla="*/ 10466 h 2665296"/>
              <a:gd name="connsiteX9" fmla="*/ 398861 w 1766301"/>
              <a:gd name="connsiteY9" fmla="*/ 125712 h 2665296"/>
              <a:gd name="connsiteX10" fmla="*/ 286718 w 1766301"/>
              <a:gd name="connsiteY10" fmla="*/ 876912 h 2665296"/>
              <a:gd name="connsiteX11" fmla="*/ 143463 w 1766301"/>
              <a:gd name="connsiteY11" fmla="*/ 1116656 h 2665296"/>
              <a:gd name="connsiteX12" fmla="*/ 0 w 1766301"/>
              <a:gd name="connsiteY12" fmla="*/ 1409329 h 2665296"/>
              <a:gd name="connsiteX0" fmla="*/ 1464482 w 1747974"/>
              <a:gd name="connsiteY0" fmla="*/ 2665296 h 2665296"/>
              <a:gd name="connsiteX1" fmla="*/ 1671844 w 1747974"/>
              <a:gd name="connsiteY1" fmla="*/ 2468713 h 2665296"/>
              <a:gd name="connsiteX2" fmla="*/ 1747663 w 1747974"/>
              <a:gd name="connsiteY2" fmla="*/ 2162534 h 2665296"/>
              <a:gd name="connsiteX3" fmla="*/ 1648658 w 1747974"/>
              <a:gd name="connsiteY3" fmla="*/ 1876861 h 2665296"/>
              <a:gd name="connsiteX4" fmla="*/ 1370733 w 1747974"/>
              <a:gd name="connsiteY4" fmla="*/ 1615192 h 2665296"/>
              <a:gd name="connsiteX5" fmla="*/ 1494796 w 1747974"/>
              <a:gd name="connsiteY5" fmla="*/ 1106206 h 2665296"/>
              <a:gd name="connsiteX6" fmla="*/ 1617781 w 1747974"/>
              <a:gd name="connsiteY6" fmla="*/ 708372 h 2665296"/>
              <a:gd name="connsiteX7" fmla="*/ 1425644 w 1747974"/>
              <a:gd name="connsiteY7" fmla="*/ 235383 h 2665296"/>
              <a:gd name="connsiteX8" fmla="*/ 867658 w 1747974"/>
              <a:gd name="connsiteY8" fmla="*/ 10466 h 2665296"/>
              <a:gd name="connsiteX9" fmla="*/ 380534 w 1747974"/>
              <a:gd name="connsiteY9" fmla="*/ 125712 h 2665296"/>
              <a:gd name="connsiteX10" fmla="*/ 268391 w 1747974"/>
              <a:gd name="connsiteY10" fmla="*/ 876912 h 2665296"/>
              <a:gd name="connsiteX11" fmla="*/ 125136 w 1747974"/>
              <a:gd name="connsiteY11" fmla="*/ 1116656 h 2665296"/>
              <a:gd name="connsiteX12" fmla="*/ 0 w 1747974"/>
              <a:gd name="connsiteY12" fmla="*/ 1476427 h 2665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47974" h="2665296">
                <a:moveTo>
                  <a:pt x="1464482" y="2665296"/>
                </a:moveTo>
                <a:cubicBezTo>
                  <a:pt x="1475167" y="2602229"/>
                  <a:pt x="1624647" y="2552507"/>
                  <a:pt x="1671844" y="2468713"/>
                </a:cubicBezTo>
                <a:cubicBezTo>
                  <a:pt x="1719041" y="2384919"/>
                  <a:pt x="1751527" y="2261176"/>
                  <a:pt x="1747663" y="2162534"/>
                </a:cubicBezTo>
                <a:cubicBezTo>
                  <a:pt x="1743799" y="2063892"/>
                  <a:pt x="1711480" y="1968085"/>
                  <a:pt x="1648658" y="1876861"/>
                </a:cubicBezTo>
                <a:cubicBezTo>
                  <a:pt x="1585836" y="1785637"/>
                  <a:pt x="1396377" y="1743634"/>
                  <a:pt x="1370733" y="1615192"/>
                </a:cubicBezTo>
                <a:cubicBezTo>
                  <a:pt x="1345089" y="1486750"/>
                  <a:pt x="1453621" y="1257343"/>
                  <a:pt x="1494796" y="1106206"/>
                </a:cubicBezTo>
                <a:cubicBezTo>
                  <a:pt x="1535971" y="955069"/>
                  <a:pt x="1588539" y="861058"/>
                  <a:pt x="1617781" y="708372"/>
                </a:cubicBezTo>
                <a:cubicBezTo>
                  <a:pt x="1643308" y="575593"/>
                  <a:pt x="1550665" y="351701"/>
                  <a:pt x="1425644" y="235383"/>
                </a:cubicBezTo>
                <a:cubicBezTo>
                  <a:pt x="1300624" y="119065"/>
                  <a:pt x="1041843" y="28745"/>
                  <a:pt x="867658" y="10466"/>
                </a:cubicBezTo>
                <a:cubicBezTo>
                  <a:pt x="693473" y="-7813"/>
                  <a:pt x="480412" y="-18696"/>
                  <a:pt x="380534" y="125712"/>
                </a:cubicBezTo>
                <a:cubicBezTo>
                  <a:pt x="280656" y="270120"/>
                  <a:pt x="310957" y="711755"/>
                  <a:pt x="268391" y="876912"/>
                </a:cubicBezTo>
                <a:cubicBezTo>
                  <a:pt x="225825" y="1042069"/>
                  <a:pt x="179286" y="1039298"/>
                  <a:pt x="125136" y="1116656"/>
                </a:cubicBezTo>
                <a:cubicBezTo>
                  <a:pt x="70986" y="1194014"/>
                  <a:pt x="56865" y="1383272"/>
                  <a:pt x="0" y="1476427"/>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2" name="Freeform: Shape 31">
            <a:extLst>
              <a:ext uri="{FF2B5EF4-FFF2-40B4-BE49-F238E27FC236}">
                <a16:creationId xmlns:a16="http://schemas.microsoft.com/office/drawing/2014/main" id="{903F5ED3-5A7F-097D-4BD8-548E95682CC2}"/>
              </a:ext>
            </a:extLst>
          </p:cNvPr>
          <p:cNvSpPr/>
          <p:nvPr userDrawn="1"/>
        </p:nvSpPr>
        <p:spPr>
          <a:xfrm rot="8007661" flipH="1">
            <a:off x="-103534" y="4553200"/>
            <a:ext cx="1157220" cy="2097528"/>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 name="connsiteX0" fmla="*/ 1667147 w 2192907"/>
              <a:gd name="connsiteY0" fmla="*/ 2332823 h 2412305"/>
              <a:gd name="connsiteX1" fmla="*/ 2188900 w 2192907"/>
              <a:gd name="connsiteY1" fmla="*/ 2358138 h 2412305"/>
              <a:gd name="connsiteX2" fmla="*/ 1904596 w 2192907"/>
              <a:gd name="connsiteY2" fmla="*/ 1970065 h 2412305"/>
              <a:gd name="connsiteX3" fmla="*/ 1726235 w 2192907"/>
              <a:gd name="connsiteY3" fmla="*/ 1699828 h 2412305"/>
              <a:gd name="connsiteX4" fmla="*/ 1518881 w 2192907"/>
              <a:gd name="connsiteY4" fmla="*/ 1398470 h 2412305"/>
              <a:gd name="connsiteX5" fmla="*/ 1539907 w 2192907"/>
              <a:gd name="connsiteY5" fmla="*/ 985487 h 2412305"/>
              <a:gd name="connsiteX6" fmla="*/ 1637731 w 2192907"/>
              <a:gd name="connsiteY6" fmla="*/ 534698 h 2412305"/>
              <a:gd name="connsiteX7" fmla="*/ 1681621 w 2192907"/>
              <a:gd name="connsiteY7" fmla="*/ 248086 h 2412305"/>
              <a:gd name="connsiteX8" fmla="*/ 1128634 w 2192907"/>
              <a:gd name="connsiteY8" fmla="*/ 505 h 2412305"/>
              <a:gd name="connsiteX9" fmla="*/ 654010 w 2192907"/>
              <a:gd name="connsiteY9" fmla="*/ 198719 h 2412305"/>
              <a:gd name="connsiteX10" fmla="*/ 428722 w 2192907"/>
              <a:gd name="connsiteY10" fmla="*/ 677478 h 2412305"/>
              <a:gd name="connsiteX11" fmla="*/ 217217 w 2192907"/>
              <a:gd name="connsiteY11" fmla="*/ 921229 h 2412305"/>
              <a:gd name="connsiteX12" fmla="*/ 0 w 2192907"/>
              <a:gd name="connsiteY12" fmla="*/ 1274293 h 2412305"/>
              <a:gd name="connsiteX0" fmla="*/ 1667147 w 1906589"/>
              <a:gd name="connsiteY0" fmla="*/ 2332823 h 2332823"/>
              <a:gd name="connsiteX1" fmla="*/ 1845255 w 1906589"/>
              <a:gd name="connsiteY1" fmla="*/ 2109295 h 2332823"/>
              <a:gd name="connsiteX2" fmla="*/ 1904596 w 1906589"/>
              <a:gd name="connsiteY2" fmla="*/ 1970065 h 2332823"/>
              <a:gd name="connsiteX3" fmla="*/ 1726235 w 1906589"/>
              <a:gd name="connsiteY3" fmla="*/ 1699828 h 2332823"/>
              <a:gd name="connsiteX4" fmla="*/ 1518881 w 1906589"/>
              <a:gd name="connsiteY4" fmla="*/ 1398470 h 2332823"/>
              <a:gd name="connsiteX5" fmla="*/ 1539907 w 1906589"/>
              <a:gd name="connsiteY5" fmla="*/ 985487 h 2332823"/>
              <a:gd name="connsiteX6" fmla="*/ 1637731 w 1906589"/>
              <a:gd name="connsiteY6" fmla="*/ 534698 h 2332823"/>
              <a:gd name="connsiteX7" fmla="*/ 1681621 w 1906589"/>
              <a:gd name="connsiteY7" fmla="*/ 248086 h 2332823"/>
              <a:gd name="connsiteX8" fmla="*/ 1128634 w 1906589"/>
              <a:gd name="connsiteY8" fmla="*/ 505 h 2332823"/>
              <a:gd name="connsiteX9" fmla="*/ 654010 w 1906589"/>
              <a:gd name="connsiteY9" fmla="*/ 198719 h 2332823"/>
              <a:gd name="connsiteX10" fmla="*/ 428722 w 1906589"/>
              <a:gd name="connsiteY10" fmla="*/ 677478 h 2332823"/>
              <a:gd name="connsiteX11" fmla="*/ 217217 w 1906589"/>
              <a:gd name="connsiteY11" fmla="*/ 921229 h 2332823"/>
              <a:gd name="connsiteX12" fmla="*/ 0 w 1906589"/>
              <a:gd name="connsiteY12" fmla="*/ 1274293 h 2332823"/>
              <a:gd name="connsiteX0" fmla="*/ 1667147 w 1914845"/>
              <a:gd name="connsiteY0" fmla="*/ 2332823 h 2332823"/>
              <a:gd name="connsiteX1" fmla="*/ 1845255 w 1914845"/>
              <a:gd name="connsiteY1" fmla="*/ 2109295 h 2332823"/>
              <a:gd name="connsiteX2" fmla="*/ 1912960 w 1914845"/>
              <a:gd name="connsiteY2" fmla="*/ 1865033 h 2332823"/>
              <a:gd name="connsiteX3" fmla="*/ 1726235 w 1914845"/>
              <a:gd name="connsiteY3" fmla="*/ 1699828 h 2332823"/>
              <a:gd name="connsiteX4" fmla="*/ 1518881 w 1914845"/>
              <a:gd name="connsiteY4" fmla="*/ 1398470 h 2332823"/>
              <a:gd name="connsiteX5" fmla="*/ 1539907 w 1914845"/>
              <a:gd name="connsiteY5" fmla="*/ 985487 h 2332823"/>
              <a:gd name="connsiteX6" fmla="*/ 1637731 w 1914845"/>
              <a:gd name="connsiteY6" fmla="*/ 534698 h 2332823"/>
              <a:gd name="connsiteX7" fmla="*/ 1681621 w 1914845"/>
              <a:gd name="connsiteY7" fmla="*/ 248086 h 2332823"/>
              <a:gd name="connsiteX8" fmla="*/ 1128634 w 1914845"/>
              <a:gd name="connsiteY8" fmla="*/ 505 h 2332823"/>
              <a:gd name="connsiteX9" fmla="*/ 654010 w 1914845"/>
              <a:gd name="connsiteY9" fmla="*/ 198719 h 2332823"/>
              <a:gd name="connsiteX10" fmla="*/ 428722 w 1914845"/>
              <a:gd name="connsiteY10" fmla="*/ 677478 h 2332823"/>
              <a:gd name="connsiteX11" fmla="*/ 217217 w 1914845"/>
              <a:gd name="connsiteY11" fmla="*/ 921229 h 2332823"/>
              <a:gd name="connsiteX12" fmla="*/ 0 w 1914845"/>
              <a:gd name="connsiteY12" fmla="*/ 1274293 h 2332823"/>
              <a:gd name="connsiteX0" fmla="*/ 1667147 w 1913290"/>
              <a:gd name="connsiteY0" fmla="*/ 2332823 h 2332823"/>
              <a:gd name="connsiteX1" fmla="*/ 1845255 w 1913290"/>
              <a:gd name="connsiteY1" fmla="*/ 2109295 h 2332823"/>
              <a:gd name="connsiteX2" fmla="*/ 1912960 w 1913290"/>
              <a:gd name="connsiteY2" fmla="*/ 1865033 h 2332823"/>
              <a:gd name="connsiteX3" fmla="*/ 1798599 w 1913290"/>
              <a:gd name="connsiteY3" fmla="*/ 1630478 h 2332823"/>
              <a:gd name="connsiteX4" fmla="*/ 1518881 w 1913290"/>
              <a:gd name="connsiteY4" fmla="*/ 1398470 h 2332823"/>
              <a:gd name="connsiteX5" fmla="*/ 1539907 w 1913290"/>
              <a:gd name="connsiteY5" fmla="*/ 985487 h 2332823"/>
              <a:gd name="connsiteX6" fmla="*/ 1637731 w 1913290"/>
              <a:gd name="connsiteY6" fmla="*/ 534698 h 2332823"/>
              <a:gd name="connsiteX7" fmla="*/ 1681621 w 1913290"/>
              <a:gd name="connsiteY7" fmla="*/ 248086 h 2332823"/>
              <a:gd name="connsiteX8" fmla="*/ 1128634 w 1913290"/>
              <a:gd name="connsiteY8" fmla="*/ 505 h 2332823"/>
              <a:gd name="connsiteX9" fmla="*/ 654010 w 1913290"/>
              <a:gd name="connsiteY9" fmla="*/ 198719 h 2332823"/>
              <a:gd name="connsiteX10" fmla="*/ 428722 w 1913290"/>
              <a:gd name="connsiteY10" fmla="*/ 677478 h 2332823"/>
              <a:gd name="connsiteX11" fmla="*/ 217217 w 1913290"/>
              <a:gd name="connsiteY11" fmla="*/ 921229 h 2332823"/>
              <a:gd name="connsiteX12" fmla="*/ 0 w 1913290"/>
              <a:gd name="connsiteY12" fmla="*/ 1274293 h 2332823"/>
              <a:gd name="connsiteX0" fmla="*/ 1667147 w 1913822"/>
              <a:gd name="connsiteY0" fmla="*/ 2332823 h 2332823"/>
              <a:gd name="connsiteX1" fmla="*/ 1845255 w 1913822"/>
              <a:gd name="connsiteY1" fmla="*/ 2109295 h 2332823"/>
              <a:gd name="connsiteX2" fmla="*/ 1912960 w 1913822"/>
              <a:gd name="connsiteY2" fmla="*/ 1865033 h 2332823"/>
              <a:gd name="connsiteX3" fmla="*/ 1798599 w 1913822"/>
              <a:gd name="connsiteY3" fmla="*/ 1630478 h 2332823"/>
              <a:gd name="connsiteX4" fmla="*/ 1518881 w 1913822"/>
              <a:gd name="connsiteY4" fmla="*/ 1398470 h 2332823"/>
              <a:gd name="connsiteX5" fmla="*/ 1539907 w 1913822"/>
              <a:gd name="connsiteY5" fmla="*/ 985487 h 2332823"/>
              <a:gd name="connsiteX6" fmla="*/ 1637731 w 1913822"/>
              <a:gd name="connsiteY6" fmla="*/ 534698 h 2332823"/>
              <a:gd name="connsiteX7" fmla="*/ 1681621 w 1913822"/>
              <a:gd name="connsiteY7" fmla="*/ 248086 h 2332823"/>
              <a:gd name="connsiteX8" fmla="*/ 1128634 w 1913822"/>
              <a:gd name="connsiteY8" fmla="*/ 505 h 2332823"/>
              <a:gd name="connsiteX9" fmla="*/ 654010 w 1913822"/>
              <a:gd name="connsiteY9" fmla="*/ 198719 h 2332823"/>
              <a:gd name="connsiteX10" fmla="*/ 428722 w 1913822"/>
              <a:gd name="connsiteY10" fmla="*/ 677478 h 2332823"/>
              <a:gd name="connsiteX11" fmla="*/ 217217 w 1913822"/>
              <a:gd name="connsiteY11" fmla="*/ 921229 h 2332823"/>
              <a:gd name="connsiteX12" fmla="*/ 0 w 1913822"/>
              <a:gd name="connsiteY12" fmla="*/ 1274293 h 2332823"/>
              <a:gd name="connsiteX0" fmla="*/ 1590303 w 1913822"/>
              <a:gd name="connsiteY0" fmla="*/ 2288871 h 2288871"/>
              <a:gd name="connsiteX1" fmla="*/ 1845255 w 1913822"/>
              <a:gd name="connsiteY1" fmla="*/ 2109295 h 2288871"/>
              <a:gd name="connsiteX2" fmla="*/ 1912960 w 1913822"/>
              <a:gd name="connsiteY2" fmla="*/ 1865033 h 2288871"/>
              <a:gd name="connsiteX3" fmla="*/ 1798599 w 1913822"/>
              <a:gd name="connsiteY3" fmla="*/ 1630478 h 2288871"/>
              <a:gd name="connsiteX4" fmla="*/ 1518881 w 1913822"/>
              <a:gd name="connsiteY4" fmla="*/ 1398470 h 2288871"/>
              <a:gd name="connsiteX5" fmla="*/ 1539907 w 1913822"/>
              <a:gd name="connsiteY5" fmla="*/ 985487 h 2288871"/>
              <a:gd name="connsiteX6" fmla="*/ 1637731 w 1913822"/>
              <a:gd name="connsiteY6" fmla="*/ 534698 h 2288871"/>
              <a:gd name="connsiteX7" fmla="*/ 1681621 w 1913822"/>
              <a:gd name="connsiteY7" fmla="*/ 248086 h 2288871"/>
              <a:gd name="connsiteX8" fmla="*/ 1128634 w 1913822"/>
              <a:gd name="connsiteY8" fmla="*/ 505 h 2288871"/>
              <a:gd name="connsiteX9" fmla="*/ 654010 w 1913822"/>
              <a:gd name="connsiteY9" fmla="*/ 198719 h 2288871"/>
              <a:gd name="connsiteX10" fmla="*/ 428722 w 1913822"/>
              <a:gd name="connsiteY10" fmla="*/ 677478 h 2288871"/>
              <a:gd name="connsiteX11" fmla="*/ 217217 w 1913822"/>
              <a:gd name="connsiteY11" fmla="*/ 921229 h 2288871"/>
              <a:gd name="connsiteX12" fmla="*/ 0 w 1913822"/>
              <a:gd name="connsiteY12" fmla="*/ 1274293 h 2288871"/>
              <a:gd name="connsiteX0" fmla="*/ 1590303 w 1912961"/>
              <a:gd name="connsiteY0" fmla="*/ 2288871 h 2288871"/>
              <a:gd name="connsiteX1" fmla="*/ 1800872 w 1912961"/>
              <a:gd name="connsiteY1" fmla="*/ 2042074 h 2288871"/>
              <a:gd name="connsiteX2" fmla="*/ 1912960 w 1912961"/>
              <a:gd name="connsiteY2" fmla="*/ 1865033 h 2288871"/>
              <a:gd name="connsiteX3" fmla="*/ 1798599 w 1912961"/>
              <a:gd name="connsiteY3" fmla="*/ 1630478 h 2288871"/>
              <a:gd name="connsiteX4" fmla="*/ 1518881 w 1912961"/>
              <a:gd name="connsiteY4" fmla="*/ 1398470 h 2288871"/>
              <a:gd name="connsiteX5" fmla="*/ 1539907 w 1912961"/>
              <a:gd name="connsiteY5" fmla="*/ 985487 h 2288871"/>
              <a:gd name="connsiteX6" fmla="*/ 1637731 w 1912961"/>
              <a:gd name="connsiteY6" fmla="*/ 534698 h 2288871"/>
              <a:gd name="connsiteX7" fmla="*/ 1681621 w 1912961"/>
              <a:gd name="connsiteY7" fmla="*/ 248086 h 2288871"/>
              <a:gd name="connsiteX8" fmla="*/ 1128634 w 1912961"/>
              <a:gd name="connsiteY8" fmla="*/ 505 h 2288871"/>
              <a:gd name="connsiteX9" fmla="*/ 654010 w 1912961"/>
              <a:gd name="connsiteY9" fmla="*/ 198719 h 2288871"/>
              <a:gd name="connsiteX10" fmla="*/ 428722 w 1912961"/>
              <a:gd name="connsiteY10" fmla="*/ 677478 h 2288871"/>
              <a:gd name="connsiteX11" fmla="*/ 217217 w 1912961"/>
              <a:gd name="connsiteY11" fmla="*/ 921229 h 2288871"/>
              <a:gd name="connsiteX12" fmla="*/ 0 w 1912961"/>
              <a:gd name="connsiteY12" fmla="*/ 1274293 h 2288871"/>
              <a:gd name="connsiteX0" fmla="*/ 1590303 w 1912961"/>
              <a:gd name="connsiteY0" fmla="*/ 2288871 h 2288871"/>
              <a:gd name="connsiteX1" fmla="*/ 1800872 w 1912961"/>
              <a:gd name="connsiteY1" fmla="*/ 2042074 h 2288871"/>
              <a:gd name="connsiteX2" fmla="*/ 1912960 w 1912961"/>
              <a:gd name="connsiteY2" fmla="*/ 1865033 h 2288871"/>
              <a:gd name="connsiteX3" fmla="*/ 1798599 w 1912961"/>
              <a:gd name="connsiteY3" fmla="*/ 1630478 h 2288871"/>
              <a:gd name="connsiteX4" fmla="*/ 1401488 w 1912961"/>
              <a:gd name="connsiteY4" fmla="*/ 1278724 h 2288871"/>
              <a:gd name="connsiteX5" fmla="*/ 1539907 w 1912961"/>
              <a:gd name="connsiteY5" fmla="*/ 985487 h 2288871"/>
              <a:gd name="connsiteX6" fmla="*/ 1637731 w 1912961"/>
              <a:gd name="connsiteY6" fmla="*/ 534698 h 2288871"/>
              <a:gd name="connsiteX7" fmla="*/ 1681621 w 1912961"/>
              <a:gd name="connsiteY7" fmla="*/ 248086 h 2288871"/>
              <a:gd name="connsiteX8" fmla="*/ 1128634 w 1912961"/>
              <a:gd name="connsiteY8" fmla="*/ 505 h 2288871"/>
              <a:gd name="connsiteX9" fmla="*/ 654010 w 1912961"/>
              <a:gd name="connsiteY9" fmla="*/ 198719 h 2288871"/>
              <a:gd name="connsiteX10" fmla="*/ 428722 w 1912961"/>
              <a:gd name="connsiteY10" fmla="*/ 677478 h 2288871"/>
              <a:gd name="connsiteX11" fmla="*/ 217217 w 1912961"/>
              <a:gd name="connsiteY11" fmla="*/ 921229 h 2288871"/>
              <a:gd name="connsiteX12" fmla="*/ 0 w 1912961"/>
              <a:gd name="connsiteY12" fmla="*/ 1274293 h 2288871"/>
              <a:gd name="connsiteX0" fmla="*/ 1590303 w 1912961"/>
              <a:gd name="connsiteY0" fmla="*/ 2288871 h 2288871"/>
              <a:gd name="connsiteX1" fmla="*/ 1800872 w 1912961"/>
              <a:gd name="connsiteY1" fmla="*/ 2042074 h 2288871"/>
              <a:gd name="connsiteX2" fmla="*/ 1912960 w 1912961"/>
              <a:gd name="connsiteY2" fmla="*/ 1865033 h 2288871"/>
              <a:gd name="connsiteX3" fmla="*/ 1798599 w 1912961"/>
              <a:gd name="connsiteY3" fmla="*/ 1630478 h 2288871"/>
              <a:gd name="connsiteX4" fmla="*/ 1401488 w 1912961"/>
              <a:gd name="connsiteY4" fmla="*/ 1278724 h 2288871"/>
              <a:gd name="connsiteX5" fmla="*/ 1539907 w 1912961"/>
              <a:gd name="connsiteY5" fmla="*/ 985487 h 2288871"/>
              <a:gd name="connsiteX6" fmla="*/ 1637731 w 1912961"/>
              <a:gd name="connsiteY6" fmla="*/ 534698 h 2288871"/>
              <a:gd name="connsiteX7" fmla="*/ 1681621 w 1912961"/>
              <a:gd name="connsiteY7" fmla="*/ 248086 h 2288871"/>
              <a:gd name="connsiteX8" fmla="*/ 1128634 w 1912961"/>
              <a:gd name="connsiteY8" fmla="*/ 505 h 2288871"/>
              <a:gd name="connsiteX9" fmla="*/ 654010 w 1912961"/>
              <a:gd name="connsiteY9" fmla="*/ 198719 h 2288871"/>
              <a:gd name="connsiteX10" fmla="*/ 428722 w 1912961"/>
              <a:gd name="connsiteY10" fmla="*/ 677478 h 2288871"/>
              <a:gd name="connsiteX11" fmla="*/ 217217 w 1912961"/>
              <a:gd name="connsiteY11" fmla="*/ 921229 h 2288871"/>
              <a:gd name="connsiteX12" fmla="*/ 0 w 1912961"/>
              <a:gd name="connsiteY12" fmla="*/ 1274293 h 2288871"/>
              <a:gd name="connsiteX0" fmla="*/ 1590303 w 1858818"/>
              <a:gd name="connsiteY0" fmla="*/ 2288871 h 2288871"/>
              <a:gd name="connsiteX1" fmla="*/ 1800872 w 1858818"/>
              <a:gd name="connsiteY1" fmla="*/ 2042074 h 2288871"/>
              <a:gd name="connsiteX2" fmla="*/ 1857300 w 1858818"/>
              <a:gd name="connsiteY2" fmla="*/ 1829200 h 2288871"/>
              <a:gd name="connsiteX3" fmla="*/ 1798599 w 1858818"/>
              <a:gd name="connsiteY3" fmla="*/ 1630478 h 2288871"/>
              <a:gd name="connsiteX4" fmla="*/ 1401488 w 1858818"/>
              <a:gd name="connsiteY4" fmla="*/ 1278724 h 2288871"/>
              <a:gd name="connsiteX5" fmla="*/ 1539907 w 1858818"/>
              <a:gd name="connsiteY5" fmla="*/ 985487 h 2288871"/>
              <a:gd name="connsiteX6" fmla="*/ 1637731 w 1858818"/>
              <a:gd name="connsiteY6" fmla="*/ 534698 h 2288871"/>
              <a:gd name="connsiteX7" fmla="*/ 1681621 w 1858818"/>
              <a:gd name="connsiteY7" fmla="*/ 248086 h 2288871"/>
              <a:gd name="connsiteX8" fmla="*/ 1128634 w 1858818"/>
              <a:gd name="connsiteY8" fmla="*/ 505 h 2288871"/>
              <a:gd name="connsiteX9" fmla="*/ 654010 w 1858818"/>
              <a:gd name="connsiteY9" fmla="*/ 198719 h 2288871"/>
              <a:gd name="connsiteX10" fmla="*/ 428722 w 1858818"/>
              <a:gd name="connsiteY10" fmla="*/ 677478 h 2288871"/>
              <a:gd name="connsiteX11" fmla="*/ 217217 w 1858818"/>
              <a:gd name="connsiteY11" fmla="*/ 921229 h 2288871"/>
              <a:gd name="connsiteX12" fmla="*/ 0 w 1858818"/>
              <a:gd name="connsiteY12" fmla="*/ 1274293 h 228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8818" h="2288871">
                <a:moveTo>
                  <a:pt x="1590303" y="2288871"/>
                </a:moveTo>
                <a:cubicBezTo>
                  <a:pt x="1606470" y="2250651"/>
                  <a:pt x="1861154" y="2221562"/>
                  <a:pt x="1800872" y="2042074"/>
                </a:cubicBezTo>
                <a:cubicBezTo>
                  <a:pt x="1829733" y="1942211"/>
                  <a:pt x="1857679" y="1897799"/>
                  <a:pt x="1857300" y="1829200"/>
                </a:cubicBezTo>
                <a:cubicBezTo>
                  <a:pt x="1856921" y="1760601"/>
                  <a:pt x="1874568" y="1722224"/>
                  <a:pt x="1798599" y="1630478"/>
                </a:cubicBezTo>
                <a:cubicBezTo>
                  <a:pt x="1722630" y="1538732"/>
                  <a:pt x="1401107" y="1389499"/>
                  <a:pt x="1401488" y="1278724"/>
                </a:cubicBezTo>
                <a:cubicBezTo>
                  <a:pt x="1401964" y="1133753"/>
                  <a:pt x="1500533" y="1109491"/>
                  <a:pt x="1539907" y="985487"/>
                </a:cubicBezTo>
                <a:cubicBezTo>
                  <a:pt x="1579281" y="861483"/>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3" name="Freeform: Shape 32">
            <a:extLst>
              <a:ext uri="{FF2B5EF4-FFF2-40B4-BE49-F238E27FC236}">
                <a16:creationId xmlns:a16="http://schemas.microsoft.com/office/drawing/2014/main" id="{19F48C02-A2E6-3373-A5F4-784D84D058D8}"/>
              </a:ext>
            </a:extLst>
          </p:cNvPr>
          <p:cNvSpPr/>
          <p:nvPr userDrawn="1"/>
        </p:nvSpPr>
        <p:spPr>
          <a:xfrm rot="8007661" flipH="1">
            <a:off x="-67685" y="4807944"/>
            <a:ext cx="821798" cy="1466004"/>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 name="connsiteX0" fmla="*/ 872290 w 959895"/>
              <a:gd name="connsiteY0" fmla="*/ 1599736 h 1599736"/>
              <a:gd name="connsiteX1" fmla="*/ 945719 w 959895"/>
              <a:gd name="connsiteY1" fmla="*/ 1473424 h 1599736"/>
              <a:gd name="connsiteX2" fmla="*/ 943141 w 959895"/>
              <a:gd name="connsiteY2" fmla="*/ 1253077 h 1599736"/>
              <a:gd name="connsiteX3" fmla="*/ 773918 w 959895"/>
              <a:gd name="connsiteY3" fmla="*/ 792778 h 1599736"/>
              <a:gd name="connsiteX4" fmla="*/ 811244 w 959895"/>
              <a:gd name="connsiteY4" fmla="*/ 395721 h 1599736"/>
              <a:gd name="connsiteX5" fmla="*/ 811244 w 959895"/>
              <a:gd name="connsiteY5" fmla="*/ 234558 h 1599736"/>
              <a:gd name="connsiteX6" fmla="*/ 802958 w 959895"/>
              <a:gd name="connsiteY6" fmla="*/ 65108 h 1599736"/>
              <a:gd name="connsiteX7" fmla="*/ 768001 w 959895"/>
              <a:gd name="connsiteY7" fmla="*/ 8625 h 1599736"/>
              <a:gd name="connsiteX8" fmla="*/ 616406 w 959895"/>
              <a:gd name="connsiteY8" fmla="*/ 19384 h 1599736"/>
              <a:gd name="connsiteX9" fmla="*/ 464976 w 959895"/>
              <a:gd name="connsiteY9" fmla="*/ 186963 h 1599736"/>
              <a:gd name="connsiteX10" fmla="*/ 173993 w 959895"/>
              <a:gd name="connsiteY10" fmla="*/ 511943 h 1599736"/>
              <a:gd name="connsiteX11" fmla="*/ 0 w 959895"/>
              <a:gd name="connsiteY11" fmla="*/ 859302 h 1599736"/>
              <a:gd name="connsiteX0" fmla="*/ 872290 w 1039030"/>
              <a:gd name="connsiteY0" fmla="*/ 1599736 h 1599736"/>
              <a:gd name="connsiteX1" fmla="*/ 945719 w 1039030"/>
              <a:gd name="connsiteY1" fmla="*/ 1473424 h 1599736"/>
              <a:gd name="connsiteX2" fmla="*/ 1033448 w 1039030"/>
              <a:gd name="connsiteY2" fmla="*/ 1199962 h 1599736"/>
              <a:gd name="connsiteX3" fmla="*/ 773918 w 1039030"/>
              <a:gd name="connsiteY3" fmla="*/ 792778 h 1599736"/>
              <a:gd name="connsiteX4" fmla="*/ 811244 w 1039030"/>
              <a:gd name="connsiteY4" fmla="*/ 395721 h 1599736"/>
              <a:gd name="connsiteX5" fmla="*/ 811244 w 1039030"/>
              <a:gd name="connsiteY5" fmla="*/ 234558 h 1599736"/>
              <a:gd name="connsiteX6" fmla="*/ 802958 w 1039030"/>
              <a:gd name="connsiteY6" fmla="*/ 65108 h 1599736"/>
              <a:gd name="connsiteX7" fmla="*/ 768001 w 1039030"/>
              <a:gd name="connsiteY7" fmla="*/ 8625 h 1599736"/>
              <a:gd name="connsiteX8" fmla="*/ 616406 w 1039030"/>
              <a:gd name="connsiteY8" fmla="*/ 19384 h 1599736"/>
              <a:gd name="connsiteX9" fmla="*/ 464976 w 1039030"/>
              <a:gd name="connsiteY9" fmla="*/ 186963 h 1599736"/>
              <a:gd name="connsiteX10" fmla="*/ 173993 w 1039030"/>
              <a:gd name="connsiteY10" fmla="*/ 511943 h 1599736"/>
              <a:gd name="connsiteX11" fmla="*/ 0 w 1039030"/>
              <a:gd name="connsiteY11" fmla="*/ 859302 h 1599736"/>
              <a:gd name="connsiteX0" fmla="*/ 872290 w 1039030"/>
              <a:gd name="connsiteY0" fmla="*/ 1599736 h 1599736"/>
              <a:gd name="connsiteX1" fmla="*/ 945719 w 1039030"/>
              <a:gd name="connsiteY1" fmla="*/ 1473424 h 1599736"/>
              <a:gd name="connsiteX2" fmla="*/ 1033448 w 1039030"/>
              <a:gd name="connsiteY2" fmla="*/ 1199962 h 1599736"/>
              <a:gd name="connsiteX3" fmla="*/ 773918 w 1039030"/>
              <a:gd name="connsiteY3" fmla="*/ 792778 h 1599736"/>
              <a:gd name="connsiteX4" fmla="*/ 930804 w 1039030"/>
              <a:gd name="connsiteY4" fmla="*/ 438302 h 1599736"/>
              <a:gd name="connsiteX5" fmla="*/ 811244 w 1039030"/>
              <a:gd name="connsiteY5" fmla="*/ 234558 h 1599736"/>
              <a:gd name="connsiteX6" fmla="*/ 802958 w 1039030"/>
              <a:gd name="connsiteY6" fmla="*/ 65108 h 1599736"/>
              <a:gd name="connsiteX7" fmla="*/ 768001 w 1039030"/>
              <a:gd name="connsiteY7" fmla="*/ 8625 h 1599736"/>
              <a:gd name="connsiteX8" fmla="*/ 616406 w 1039030"/>
              <a:gd name="connsiteY8" fmla="*/ 19384 h 1599736"/>
              <a:gd name="connsiteX9" fmla="*/ 464976 w 1039030"/>
              <a:gd name="connsiteY9" fmla="*/ 186963 h 1599736"/>
              <a:gd name="connsiteX10" fmla="*/ 173993 w 1039030"/>
              <a:gd name="connsiteY10" fmla="*/ 511943 h 1599736"/>
              <a:gd name="connsiteX11" fmla="*/ 0 w 1039030"/>
              <a:gd name="connsiteY11" fmla="*/ 859302 h 1599736"/>
              <a:gd name="connsiteX0" fmla="*/ 872290 w 1039030"/>
              <a:gd name="connsiteY0" fmla="*/ 1599736 h 1599736"/>
              <a:gd name="connsiteX1" fmla="*/ 945719 w 1039030"/>
              <a:gd name="connsiteY1" fmla="*/ 1473424 h 1599736"/>
              <a:gd name="connsiteX2" fmla="*/ 1033448 w 1039030"/>
              <a:gd name="connsiteY2" fmla="*/ 1199962 h 1599736"/>
              <a:gd name="connsiteX3" fmla="*/ 773918 w 1039030"/>
              <a:gd name="connsiteY3" fmla="*/ 792778 h 1599736"/>
              <a:gd name="connsiteX4" fmla="*/ 930804 w 1039030"/>
              <a:gd name="connsiteY4" fmla="*/ 438302 h 1599736"/>
              <a:gd name="connsiteX5" fmla="*/ 889483 w 1039030"/>
              <a:gd name="connsiteY5" fmla="*/ 215737 h 1599736"/>
              <a:gd name="connsiteX6" fmla="*/ 802958 w 1039030"/>
              <a:gd name="connsiteY6" fmla="*/ 65108 h 1599736"/>
              <a:gd name="connsiteX7" fmla="*/ 768001 w 1039030"/>
              <a:gd name="connsiteY7" fmla="*/ 8625 h 1599736"/>
              <a:gd name="connsiteX8" fmla="*/ 616406 w 1039030"/>
              <a:gd name="connsiteY8" fmla="*/ 19384 h 1599736"/>
              <a:gd name="connsiteX9" fmla="*/ 464976 w 1039030"/>
              <a:gd name="connsiteY9" fmla="*/ 186963 h 1599736"/>
              <a:gd name="connsiteX10" fmla="*/ 173993 w 1039030"/>
              <a:gd name="connsiteY10" fmla="*/ 511943 h 1599736"/>
              <a:gd name="connsiteX11" fmla="*/ 0 w 1039030"/>
              <a:gd name="connsiteY11" fmla="*/ 859302 h 159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9030" h="1599736">
                <a:moveTo>
                  <a:pt x="872290" y="1599736"/>
                </a:moveTo>
                <a:cubicBezTo>
                  <a:pt x="914577" y="1424928"/>
                  <a:pt x="918859" y="1540053"/>
                  <a:pt x="945719" y="1473424"/>
                </a:cubicBezTo>
                <a:cubicBezTo>
                  <a:pt x="972579" y="1406795"/>
                  <a:pt x="1062081" y="1313403"/>
                  <a:pt x="1033448" y="1199962"/>
                </a:cubicBezTo>
                <a:cubicBezTo>
                  <a:pt x="1004815" y="1086521"/>
                  <a:pt x="781990" y="926759"/>
                  <a:pt x="773918" y="792778"/>
                </a:cubicBezTo>
                <a:cubicBezTo>
                  <a:pt x="781634" y="692861"/>
                  <a:pt x="911543" y="534475"/>
                  <a:pt x="930804" y="438302"/>
                </a:cubicBezTo>
                <a:cubicBezTo>
                  <a:pt x="950065" y="342129"/>
                  <a:pt x="889102" y="269458"/>
                  <a:pt x="889483" y="215737"/>
                </a:cubicBezTo>
                <a:cubicBezTo>
                  <a:pt x="889864" y="158777"/>
                  <a:pt x="823205" y="99627"/>
                  <a:pt x="802958" y="65108"/>
                </a:cubicBezTo>
                <a:cubicBezTo>
                  <a:pt x="782711" y="30589"/>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4" name="Oval 55">
            <a:extLst>
              <a:ext uri="{FF2B5EF4-FFF2-40B4-BE49-F238E27FC236}">
                <a16:creationId xmlns:a16="http://schemas.microsoft.com/office/drawing/2014/main" id="{1DA60ACF-40EE-4DD1-8D47-269625048D37}"/>
              </a:ext>
            </a:extLst>
          </p:cNvPr>
          <p:cNvSpPr/>
          <p:nvPr userDrawn="1"/>
        </p:nvSpPr>
        <p:spPr>
          <a:xfrm rot="7164447" flipV="1">
            <a:off x="-53555" y="5004855"/>
            <a:ext cx="643193" cy="954860"/>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55">
            <a:extLst>
              <a:ext uri="{FF2B5EF4-FFF2-40B4-BE49-F238E27FC236}">
                <a16:creationId xmlns:a16="http://schemas.microsoft.com/office/drawing/2014/main" id="{E971CCDA-2A8C-7CCF-968D-F4F2FB0504D2}"/>
              </a:ext>
            </a:extLst>
          </p:cNvPr>
          <p:cNvSpPr/>
          <p:nvPr userDrawn="1"/>
        </p:nvSpPr>
        <p:spPr>
          <a:xfrm rot="7164447" flipV="1">
            <a:off x="62739" y="5305891"/>
            <a:ext cx="334921" cy="426190"/>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AD235F0C-2776-AE4E-042E-896222B12CE9}"/>
              </a:ext>
            </a:extLst>
          </p:cNvPr>
          <p:cNvSpPr/>
          <p:nvPr userDrawn="1"/>
        </p:nvSpPr>
        <p:spPr>
          <a:xfrm rot="11273519" flipH="1">
            <a:off x="1030992" y="5869816"/>
            <a:ext cx="2869514" cy="1198034"/>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16973 w 2735247"/>
              <a:gd name="connsiteY7" fmla="*/ 343657 h 910494"/>
              <a:gd name="connsiteX8" fmla="*/ 439794 w 2735247"/>
              <a:gd name="connsiteY8" fmla="*/ 138311 h 910494"/>
              <a:gd name="connsiteX9" fmla="*/ 112586 w 2735247"/>
              <a:gd name="connsiteY9" fmla="*/ 36576 h 910494"/>
              <a:gd name="connsiteX10" fmla="*/ 0 w 2735247"/>
              <a:gd name="connsiteY10" fmla="*/ 0 h 910494"/>
              <a:gd name="connsiteX0" fmla="*/ 2756802 w 2756802"/>
              <a:gd name="connsiteY0" fmla="*/ 305099 h 910494"/>
              <a:gd name="connsiteX1" fmla="*/ 2444563 w 2756802"/>
              <a:gd name="connsiteY1" fmla="*/ 608280 h 910494"/>
              <a:gd name="connsiteX2" fmla="*/ 2158780 w 2756802"/>
              <a:gd name="connsiteY2" fmla="*/ 788336 h 910494"/>
              <a:gd name="connsiteX3" fmla="*/ 1806492 w 2756802"/>
              <a:gd name="connsiteY3" fmla="*/ 905384 h 910494"/>
              <a:gd name="connsiteX4" fmla="*/ 1366619 w 2756802"/>
              <a:gd name="connsiteY4" fmla="*/ 880030 h 910494"/>
              <a:gd name="connsiteX5" fmla="*/ 792940 w 2756802"/>
              <a:gd name="connsiteY5" fmla="*/ 794250 h 910494"/>
              <a:gd name="connsiteX6" fmla="*/ 627577 w 2756802"/>
              <a:gd name="connsiteY6" fmla="*/ 525864 h 910494"/>
              <a:gd name="connsiteX7" fmla="*/ 616973 w 2756802"/>
              <a:gd name="connsiteY7" fmla="*/ 343657 h 910494"/>
              <a:gd name="connsiteX8" fmla="*/ 439794 w 2756802"/>
              <a:gd name="connsiteY8" fmla="*/ 138311 h 910494"/>
              <a:gd name="connsiteX9" fmla="*/ 112586 w 2756802"/>
              <a:gd name="connsiteY9" fmla="*/ 36576 h 910494"/>
              <a:gd name="connsiteX10" fmla="*/ 0 w 2756802"/>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6802" h="910494">
                <a:moveTo>
                  <a:pt x="2756802" y="305099"/>
                </a:moveTo>
                <a:cubicBezTo>
                  <a:pt x="2569190" y="378719"/>
                  <a:pt x="2544233" y="527741"/>
                  <a:pt x="2444563" y="608280"/>
                </a:cubicBezTo>
                <a:cubicBezTo>
                  <a:pt x="2344893" y="688820"/>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56905" y="600963"/>
                  <a:pt x="627577" y="525864"/>
                </a:cubicBezTo>
                <a:cubicBezTo>
                  <a:pt x="598249" y="450765"/>
                  <a:pt x="648270" y="408249"/>
                  <a:pt x="616973" y="343657"/>
                </a:cubicBezTo>
                <a:cubicBezTo>
                  <a:pt x="585676" y="279065"/>
                  <a:pt x="523859" y="189491"/>
                  <a:pt x="439794" y="138311"/>
                </a:cubicBezTo>
                <a:cubicBezTo>
                  <a:pt x="355730" y="87131"/>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7" name="Freeform: Shape 36">
            <a:extLst>
              <a:ext uri="{FF2B5EF4-FFF2-40B4-BE49-F238E27FC236}">
                <a16:creationId xmlns:a16="http://schemas.microsoft.com/office/drawing/2014/main" id="{0406B5ED-A3CD-6EFC-3348-038E9B1DF784}"/>
              </a:ext>
            </a:extLst>
          </p:cNvPr>
          <p:cNvSpPr/>
          <p:nvPr userDrawn="1"/>
        </p:nvSpPr>
        <p:spPr>
          <a:xfrm rot="10653850" flipH="1">
            <a:off x="1881333" y="6178863"/>
            <a:ext cx="1536882" cy="7210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8" name="Freeform: Shape 37">
            <a:extLst>
              <a:ext uri="{FF2B5EF4-FFF2-40B4-BE49-F238E27FC236}">
                <a16:creationId xmlns:a16="http://schemas.microsoft.com/office/drawing/2014/main" id="{D333B7A2-DEBD-FAAC-8CFC-153ACFCDB2A2}"/>
              </a:ext>
            </a:extLst>
          </p:cNvPr>
          <p:cNvSpPr/>
          <p:nvPr userDrawn="1"/>
        </p:nvSpPr>
        <p:spPr>
          <a:xfrm rot="10653850" flipH="1">
            <a:off x="2258629" y="6303091"/>
            <a:ext cx="1037343" cy="586260"/>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 name="connsiteX0" fmla="*/ 1172516 w 1177953"/>
              <a:gd name="connsiteY0" fmla="*/ 0 h 669935"/>
              <a:gd name="connsiteX1" fmla="*/ 1061246 w 1177953"/>
              <a:gd name="connsiteY1" fmla="*/ 378123 h 669935"/>
              <a:gd name="connsiteX2" fmla="*/ 848890 w 1177953"/>
              <a:gd name="connsiteY2" fmla="*/ 603632 h 669935"/>
              <a:gd name="connsiteX3" fmla="*/ 295326 w 1177953"/>
              <a:gd name="connsiteY3" fmla="*/ 653265 h 669935"/>
              <a:gd name="connsiteX4" fmla="*/ 184963 w 1177953"/>
              <a:gd name="connsiteY4" fmla="*/ 350122 h 669935"/>
              <a:gd name="connsiteX5" fmla="*/ 0 w 1177953"/>
              <a:gd name="connsiteY5" fmla="*/ 54912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7953" h="669935">
                <a:moveTo>
                  <a:pt x="1172516" y="0"/>
                </a:moveTo>
                <a:cubicBezTo>
                  <a:pt x="1200311" y="152507"/>
                  <a:pt x="1115184" y="277518"/>
                  <a:pt x="1061246" y="378123"/>
                </a:cubicBezTo>
                <a:cubicBezTo>
                  <a:pt x="1007308" y="478728"/>
                  <a:pt x="976543" y="557775"/>
                  <a:pt x="848890" y="603632"/>
                </a:cubicBezTo>
                <a:cubicBezTo>
                  <a:pt x="721237" y="649489"/>
                  <a:pt x="405980" y="695517"/>
                  <a:pt x="295326" y="653265"/>
                </a:cubicBezTo>
                <a:cubicBezTo>
                  <a:pt x="184672" y="611013"/>
                  <a:pt x="224283" y="444923"/>
                  <a:pt x="184963" y="350122"/>
                </a:cubicBezTo>
                <a:cubicBezTo>
                  <a:pt x="145643" y="255321"/>
                  <a:pt x="11000" y="128158"/>
                  <a:pt x="0" y="54912"/>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39" name="Freeform: Shape 38">
            <a:extLst>
              <a:ext uri="{FF2B5EF4-FFF2-40B4-BE49-F238E27FC236}">
                <a16:creationId xmlns:a16="http://schemas.microsoft.com/office/drawing/2014/main" id="{3F09FFBB-3589-6F00-E655-DA4C3784687F}"/>
              </a:ext>
            </a:extLst>
          </p:cNvPr>
          <p:cNvSpPr/>
          <p:nvPr userDrawn="1"/>
        </p:nvSpPr>
        <p:spPr>
          <a:xfrm rot="10653850" flipH="1">
            <a:off x="2420349" y="6443352"/>
            <a:ext cx="752169" cy="424805"/>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 name="connsiteX0" fmla="*/ 1389985 w 1390269"/>
              <a:gd name="connsiteY0" fmla="*/ 0 h 758374"/>
              <a:gd name="connsiteX1" fmla="*/ 1174085 w 1390269"/>
              <a:gd name="connsiteY1" fmla="*/ 478607 h 758374"/>
              <a:gd name="connsiteX2" fmla="*/ 1001973 w 1390269"/>
              <a:gd name="connsiteY2" fmla="*/ 753083 h 758374"/>
              <a:gd name="connsiteX3" fmla="*/ 463492 w 1390269"/>
              <a:gd name="connsiteY3" fmla="*/ 620431 h 758374"/>
              <a:gd name="connsiteX4" fmla="*/ 388604 w 1390269"/>
              <a:gd name="connsiteY4" fmla="*/ 160693 h 758374"/>
              <a:gd name="connsiteX5" fmla="*/ 0 w 1390269"/>
              <a:gd name="connsiteY5" fmla="*/ 43646 h 758374"/>
              <a:gd name="connsiteX0" fmla="*/ 1389985 w 1390269"/>
              <a:gd name="connsiteY0" fmla="*/ 0 h 783759"/>
              <a:gd name="connsiteX1" fmla="*/ 1174085 w 1390269"/>
              <a:gd name="connsiteY1" fmla="*/ 478607 h 783759"/>
              <a:gd name="connsiteX2" fmla="*/ 1001973 w 1390269"/>
              <a:gd name="connsiteY2" fmla="*/ 753083 h 783759"/>
              <a:gd name="connsiteX3" fmla="*/ 467489 w 1390269"/>
              <a:gd name="connsiteY3" fmla="*/ 710523 h 783759"/>
              <a:gd name="connsiteX4" fmla="*/ 388604 w 1390269"/>
              <a:gd name="connsiteY4" fmla="*/ 160693 h 783759"/>
              <a:gd name="connsiteX5" fmla="*/ 0 w 1390269"/>
              <a:gd name="connsiteY5" fmla="*/ 43646 h 783759"/>
              <a:gd name="connsiteX0" fmla="*/ 1389985 w 1390269"/>
              <a:gd name="connsiteY0" fmla="*/ 0 h 777181"/>
              <a:gd name="connsiteX1" fmla="*/ 1174085 w 1390269"/>
              <a:gd name="connsiteY1" fmla="*/ 478607 h 777181"/>
              <a:gd name="connsiteX2" fmla="*/ 1001973 w 1390269"/>
              <a:gd name="connsiteY2" fmla="*/ 753083 h 777181"/>
              <a:gd name="connsiteX3" fmla="*/ 467489 w 1390269"/>
              <a:gd name="connsiteY3" fmla="*/ 710523 h 777181"/>
              <a:gd name="connsiteX4" fmla="*/ 394198 w 1390269"/>
              <a:gd name="connsiteY4" fmla="*/ 286822 h 777181"/>
              <a:gd name="connsiteX5" fmla="*/ 0 w 1390269"/>
              <a:gd name="connsiteY5" fmla="*/ 43646 h 777181"/>
              <a:gd name="connsiteX0" fmla="*/ 1389985 w 1390609"/>
              <a:gd name="connsiteY0" fmla="*/ 0 h 778099"/>
              <a:gd name="connsiteX1" fmla="*/ 1264494 w 1390609"/>
              <a:gd name="connsiteY1" fmla="*/ 465892 h 778099"/>
              <a:gd name="connsiteX2" fmla="*/ 1001973 w 1390609"/>
              <a:gd name="connsiteY2" fmla="*/ 753083 h 778099"/>
              <a:gd name="connsiteX3" fmla="*/ 467489 w 1390609"/>
              <a:gd name="connsiteY3" fmla="*/ 710523 h 778099"/>
              <a:gd name="connsiteX4" fmla="*/ 394198 w 1390609"/>
              <a:gd name="connsiteY4" fmla="*/ 286822 h 778099"/>
              <a:gd name="connsiteX5" fmla="*/ 0 w 1390609"/>
              <a:gd name="connsiteY5" fmla="*/ 43646 h 778099"/>
              <a:gd name="connsiteX0" fmla="*/ 1427826 w 1428265"/>
              <a:gd name="connsiteY0" fmla="*/ -1 h 773623"/>
              <a:gd name="connsiteX1" fmla="*/ 1264494 w 1428265"/>
              <a:gd name="connsiteY1" fmla="*/ 461417 h 773623"/>
              <a:gd name="connsiteX2" fmla="*/ 1001973 w 1428265"/>
              <a:gd name="connsiteY2" fmla="*/ 748608 h 773623"/>
              <a:gd name="connsiteX3" fmla="*/ 467489 w 1428265"/>
              <a:gd name="connsiteY3" fmla="*/ 706048 h 773623"/>
              <a:gd name="connsiteX4" fmla="*/ 394198 w 1428265"/>
              <a:gd name="connsiteY4" fmla="*/ 282347 h 773623"/>
              <a:gd name="connsiteX5" fmla="*/ 0 w 1428265"/>
              <a:gd name="connsiteY5" fmla="*/ 39171 h 77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265" h="773623">
                <a:moveTo>
                  <a:pt x="1427826" y="-1"/>
                </a:moveTo>
                <a:cubicBezTo>
                  <a:pt x="1435734" y="130823"/>
                  <a:pt x="1335469" y="336649"/>
                  <a:pt x="1264494" y="461417"/>
                </a:cubicBezTo>
                <a:cubicBezTo>
                  <a:pt x="1193519" y="586185"/>
                  <a:pt x="1134807" y="707836"/>
                  <a:pt x="1001973" y="748608"/>
                </a:cubicBezTo>
                <a:cubicBezTo>
                  <a:pt x="869139" y="789380"/>
                  <a:pt x="568785" y="783758"/>
                  <a:pt x="467489" y="706048"/>
                </a:cubicBezTo>
                <a:cubicBezTo>
                  <a:pt x="366193" y="628338"/>
                  <a:pt x="471447" y="378478"/>
                  <a:pt x="394198" y="282347"/>
                </a:cubicBezTo>
                <a:cubicBezTo>
                  <a:pt x="316949" y="186216"/>
                  <a:pt x="133525" y="86012"/>
                  <a:pt x="0" y="39171"/>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0" name="Freeform: Shape 39">
            <a:extLst>
              <a:ext uri="{FF2B5EF4-FFF2-40B4-BE49-F238E27FC236}">
                <a16:creationId xmlns:a16="http://schemas.microsoft.com/office/drawing/2014/main" id="{E4C6267C-3386-D27E-668D-4A01C61B98FB}"/>
              </a:ext>
            </a:extLst>
          </p:cNvPr>
          <p:cNvSpPr/>
          <p:nvPr userDrawn="1"/>
        </p:nvSpPr>
        <p:spPr>
          <a:xfrm rot="11273519" flipH="1">
            <a:off x="1540329" y="5990922"/>
            <a:ext cx="2077072" cy="1021098"/>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330444 w 1995484"/>
              <a:gd name="connsiteY6" fmla="*/ 388152 h 776025"/>
              <a:gd name="connsiteX7" fmla="*/ 266912 w 1995484"/>
              <a:gd name="connsiteY7" fmla="*/ 201271 h 776025"/>
              <a:gd name="connsiteX8" fmla="*/ 0 w 1995484"/>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272733 w 1995484"/>
              <a:gd name="connsiteY6" fmla="*/ 416016 h 776025"/>
              <a:gd name="connsiteX7" fmla="*/ 266912 w 1995484"/>
              <a:gd name="connsiteY7" fmla="*/ 201271 h 776025"/>
              <a:gd name="connsiteX8" fmla="*/ 0 w 1995484"/>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272733 w 1995484"/>
              <a:gd name="connsiteY6" fmla="*/ 416016 h 776025"/>
              <a:gd name="connsiteX7" fmla="*/ 215079 w 1995484"/>
              <a:gd name="connsiteY7" fmla="*/ 195587 h 776025"/>
              <a:gd name="connsiteX8" fmla="*/ 0 w 1995484"/>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243900 w 1995484"/>
              <a:gd name="connsiteY6" fmla="*/ 434383 h 776025"/>
              <a:gd name="connsiteX7" fmla="*/ 215079 w 1995484"/>
              <a:gd name="connsiteY7" fmla="*/ 195587 h 776025"/>
              <a:gd name="connsiteX8" fmla="*/ 0 w 1995484"/>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243900 w 1995484"/>
              <a:gd name="connsiteY6" fmla="*/ 434383 h 776025"/>
              <a:gd name="connsiteX7" fmla="*/ 215079 w 1995484"/>
              <a:gd name="connsiteY7" fmla="*/ 195587 h 776025"/>
              <a:gd name="connsiteX8" fmla="*/ 0 w 1995484"/>
              <a:gd name="connsiteY8" fmla="*/ 0 h 776025"/>
              <a:gd name="connsiteX0" fmla="*/ 1995484 w 1995484"/>
              <a:gd name="connsiteY0" fmla="*/ 228481 h 776025"/>
              <a:gd name="connsiteX1" fmla="*/ 1830044 w 1995484"/>
              <a:gd name="connsiteY1" fmla="*/ 505496 h 776025"/>
              <a:gd name="connsiteX2" fmla="*/ 1566854 w 1995484"/>
              <a:gd name="connsiteY2" fmla="*/ 672771 h 776025"/>
              <a:gd name="connsiteX3" fmla="*/ 1337141 w 1995484"/>
              <a:gd name="connsiteY3" fmla="*/ 775819 h 776025"/>
              <a:gd name="connsiteX4" fmla="*/ 946333 w 1995484"/>
              <a:gd name="connsiteY4" fmla="*/ 698772 h 776025"/>
              <a:gd name="connsiteX5" fmla="*/ 385937 w 1995484"/>
              <a:gd name="connsiteY5" fmla="*/ 678267 h 776025"/>
              <a:gd name="connsiteX6" fmla="*/ 215627 w 1995484"/>
              <a:gd name="connsiteY6" fmla="*/ 431283 h 776025"/>
              <a:gd name="connsiteX7" fmla="*/ 215079 w 1995484"/>
              <a:gd name="connsiteY7" fmla="*/ 195587 h 776025"/>
              <a:gd name="connsiteX8" fmla="*/ 0 w 1995484"/>
              <a:gd name="connsiteY8" fmla="*/ 0 h 77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5484" h="776025">
                <a:moveTo>
                  <a:pt x="1995484" y="228481"/>
                </a:moveTo>
                <a:cubicBezTo>
                  <a:pt x="1961325" y="330638"/>
                  <a:pt x="1901482" y="431448"/>
                  <a:pt x="1830044" y="505496"/>
                </a:cubicBezTo>
                <a:cubicBezTo>
                  <a:pt x="1758606" y="579544"/>
                  <a:pt x="1649005" y="627717"/>
                  <a:pt x="1566854" y="672771"/>
                </a:cubicBezTo>
                <a:cubicBezTo>
                  <a:pt x="1484704" y="717825"/>
                  <a:pt x="1440561" y="771486"/>
                  <a:pt x="1337141" y="775819"/>
                </a:cubicBezTo>
                <a:cubicBezTo>
                  <a:pt x="1233721" y="780152"/>
                  <a:pt x="1104867" y="715031"/>
                  <a:pt x="946333" y="698772"/>
                </a:cubicBezTo>
                <a:cubicBezTo>
                  <a:pt x="787799" y="682513"/>
                  <a:pt x="507721" y="722848"/>
                  <a:pt x="385937" y="678267"/>
                </a:cubicBezTo>
                <a:cubicBezTo>
                  <a:pt x="264153" y="633686"/>
                  <a:pt x="207323" y="511497"/>
                  <a:pt x="215627" y="431283"/>
                </a:cubicBezTo>
                <a:cubicBezTo>
                  <a:pt x="223931" y="351069"/>
                  <a:pt x="270153" y="260279"/>
                  <a:pt x="215079" y="195587"/>
                </a:cubicBezTo>
                <a:cubicBezTo>
                  <a:pt x="160005" y="130895"/>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41" name="Freeform: Shape 40">
            <a:extLst>
              <a:ext uri="{FF2B5EF4-FFF2-40B4-BE49-F238E27FC236}">
                <a16:creationId xmlns:a16="http://schemas.microsoft.com/office/drawing/2014/main" id="{9329FD6A-4213-9AC1-4EBD-52141B73B1DE}"/>
              </a:ext>
            </a:extLst>
          </p:cNvPr>
          <p:cNvSpPr/>
          <p:nvPr userDrawn="1"/>
        </p:nvSpPr>
        <p:spPr>
          <a:xfrm rot="10653850" flipH="1">
            <a:off x="2703421" y="6607738"/>
            <a:ext cx="358247" cy="246364"/>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 name="connsiteX0" fmla="*/ 754401 w 769829"/>
              <a:gd name="connsiteY0" fmla="*/ 0 h 1392986"/>
              <a:gd name="connsiteX1" fmla="*/ 734637 w 769829"/>
              <a:gd name="connsiteY1" fmla="*/ 317888 h 1392986"/>
              <a:gd name="connsiteX2" fmla="*/ 762809 w 769829"/>
              <a:gd name="connsiteY2" fmla="*/ 817677 h 1392986"/>
              <a:gd name="connsiteX3" fmla="*/ 581333 w 769829"/>
              <a:gd name="connsiteY3" fmla="*/ 1389572 h 1392986"/>
              <a:gd name="connsiteX4" fmla="*/ 190351 w 769829"/>
              <a:gd name="connsiteY4" fmla="*/ 903855 h 1392986"/>
              <a:gd name="connsiteX5" fmla="*/ 83 w 769829"/>
              <a:gd name="connsiteY5" fmla="*/ 336725 h 1392986"/>
              <a:gd name="connsiteX6" fmla="*/ 156054 w 769829"/>
              <a:gd name="connsiteY6" fmla="*/ 32499 h 1392986"/>
              <a:gd name="connsiteX0" fmla="*/ 754401 w 842427"/>
              <a:gd name="connsiteY0" fmla="*/ 0 h 1392986"/>
              <a:gd name="connsiteX1" fmla="*/ 842388 w 842427"/>
              <a:gd name="connsiteY1" fmla="*/ 317702 h 1392986"/>
              <a:gd name="connsiteX2" fmla="*/ 762809 w 842427"/>
              <a:gd name="connsiteY2" fmla="*/ 817677 h 1392986"/>
              <a:gd name="connsiteX3" fmla="*/ 581333 w 842427"/>
              <a:gd name="connsiteY3" fmla="*/ 1389572 h 1392986"/>
              <a:gd name="connsiteX4" fmla="*/ 190351 w 842427"/>
              <a:gd name="connsiteY4" fmla="*/ 903855 h 1392986"/>
              <a:gd name="connsiteX5" fmla="*/ 83 w 842427"/>
              <a:gd name="connsiteY5" fmla="*/ 336725 h 1392986"/>
              <a:gd name="connsiteX6" fmla="*/ 156054 w 842427"/>
              <a:gd name="connsiteY6" fmla="*/ 32499 h 1392986"/>
              <a:gd name="connsiteX0" fmla="*/ 879891 w 886195"/>
              <a:gd name="connsiteY0" fmla="*/ 2 h 1403624"/>
              <a:gd name="connsiteX1" fmla="*/ 842388 w 886195"/>
              <a:gd name="connsiteY1" fmla="*/ 328340 h 1403624"/>
              <a:gd name="connsiteX2" fmla="*/ 762809 w 886195"/>
              <a:gd name="connsiteY2" fmla="*/ 828315 h 1403624"/>
              <a:gd name="connsiteX3" fmla="*/ 581333 w 886195"/>
              <a:gd name="connsiteY3" fmla="*/ 1400210 h 1403624"/>
              <a:gd name="connsiteX4" fmla="*/ 190351 w 886195"/>
              <a:gd name="connsiteY4" fmla="*/ 914493 h 1403624"/>
              <a:gd name="connsiteX5" fmla="*/ 83 w 886195"/>
              <a:gd name="connsiteY5" fmla="*/ 347363 h 1403624"/>
              <a:gd name="connsiteX6" fmla="*/ 156054 w 886195"/>
              <a:gd name="connsiteY6" fmla="*/ 43137 h 1403624"/>
              <a:gd name="connsiteX0" fmla="*/ 879807 w 886111"/>
              <a:gd name="connsiteY0" fmla="*/ 2 h 1403624"/>
              <a:gd name="connsiteX1" fmla="*/ 842304 w 886111"/>
              <a:gd name="connsiteY1" fmla="*/ 328340 h 1403624"/>
              <a:gd name="connsiteX2" fmla="*/ 762725 w 886111"/>
              <a:gd name="connsiteY2" fmla="*/ 828315 h 1403624"/>
              <a:gd name="connsiteX3" fmla="*/ 581249 w 886111"/>
              <a:gd name="connsiteY3" fmla="*/ 1400210 h 1403624"/>
              <a:gd name="connsiteX4" fmla="*/ 190267 w 886111"/>
              <a:gd name="connsiteY4" fmla="*/ 914493 h 1403624"/>
              <a:gd name="connsiteX5" fmla="*/ -1 w 886111"/>
              <a:gd name="connsiteY5" fmla="*/ 347363 h 1403624"/>
              <a:gd name="connsiteX0" fmla="*/ 967342 w 973646"/>
              <a:gd name="connsiteY0" fmla="*/ 2 h 1400753"/>
              <a:gd name="connsiteX1" fmla="*/ 929839 w 973646"/>
              <a:gd name="connsiteY1" fmla="*/ 328340 h 1400753"/>
              <a:gd name="connsiteX2" fmla="*/ 850260 w 973646"/>
              <a:gd name="connsiteY2" fmla="*/ 828315 h 1400753"/>
              <a:gd name="connsiteX3" fmla="*/ 668784 w 973646"/>
              <a:gd name="connsiteY3" fmla="*/ 1400210 h 1400753"/>
              <a:gd name="connsiteX4" fmla="*/ 277802 w 973646"/>
              <a:gd name="connsiteY4" fmla="*/ 914493 h 1400753"/>
              <a:gd name="connsiteX5" fmla="*/ 0 w 973646"/>
              <a:gd name="connsiteY5" fmla="*/ 32658 h 1400753"/>
              <a:gd name="connsiteX0" fmla="*/ 967342 w 973646"/>
              <a:gd name="connsiteY0" fmla="*/ 2 h 1400753"/>
              <a:gd name="connsiteX1" fmla="*/ 929839 w 973646"/>
              <a:gd name="connsiteY1" fmla="*/ 328340 h 1400753"/>
              <a:gd name="connsiteX2" fmla="*/ 850260 w 973646"/>
              <a:gd name="connsiteY2" fmla="*/ 828315 h 1400753"/>
              <a:gd name="connsiteX3" fmla="*/ 668784 w 973646"/>
              <a:gd name="connsiteY3" fmla="*/ 1400210 h 1400753"/>
              <a:gd name="connsiteX4" fmla="*/ 277802 w 973646"/>
              <a:gd name="connsiteY4" fmla="*/ 914493 h 1400753"/>
              <a:gd name="connsiteX5" fmla="*/ 0 w 973646"/>
              <a:gd name="connsiteY5" fmla="*/ 32658 h 1400753"/>
              <a:gd name="connsiteX0" fmla="*/ 967342 w 973646"/>
              <a:gd name="connsiteY0" fmla="*/ 2 h 1334376"/>
              <a:gd name="connsiteX1" fmla="*/ 929839 w 973646"/>
              <a:gd name="connsiteY1" fmla="*/ 328340 h 1334376"/>
              <a:gd name="connsiteX2" fmla="*/ 850260 w 973646"/>
              <a:gd name="connsiteY2" fmla="*/ 828315 h 1334376"/>
              <a:gd name="connsiteX3" fmla="*/ 608993 w 973646"/>
              <a:gd name="connsiteY3" fmla="*/ 1333700 h 1334376"/>
              <a:gd name="connsiteX4" fmla="*/ 277802 w 973646"/>
              <a:gd name="connsiteY4" fmla="*/ 914493 h 1334376"/>
              <a:gd name="connsiteX5" fmla="*/ 0 w 973646"/>
              <a:gd name="connsiteY5" fmla="*/ 32658 h 1334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3646" h="1334376">
                <a:moveTo>
                  <a:pt x="967342" y="2"/>
                </a:moveTo>
                <a:cubicBezTo>
                  <a:pt x="989031" y="102458"/>
                  <a:pt x="949353" y="190288"/>
                  <a:pt x="929839" y="328340"/>
                </a:cubicBezTo>
                <a:cubicBezTo>
                  <a:pt x="910325" y="466392"/>
                  <a:pt x="903734" y="660755"/>
                  <a:pt x="850260" y="828315"/>
                </a:cubicBezTo>
                <a:cubicBezTo>
                  <a:pt x="796786" y="995875"/>
                  <a:pt x="704403" y="1319337"/>
                  <a:pt x="608993" y="1333700"/>
                </a:cubicBezTo>
                <a:cubicBezTo>
                  <a:pt x="513583" y="1348063"/>
                  <a:pt x="379301" y="1131333"/>
                  <a:pt x="277802" y="914493"/>
                </a:cubicBezTo>
                <a:cubicBezTo>
                  <a:pt x="176303" y="697653"/>
                  <a:pt x="124530" y="275177"/>
                  <a:pt x="0" y="32658"/>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Tree>
    <p:extLst>
      <p:ext uri="{BB962C8B-B14F-4D97-AF65-F5344CB8AC3E}">
        <p14:creationId xmlns:p14="http://schemas.microsoft.com/office/powerpoint/2010/main" val="30694950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 preserve="1">
  <p:cSld name="Title and Table_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6FA3B-7E1B-0654-F1DE-8508A0EDA34C}"/>
              </a:ext>
            </a:extLst>
          </p:cNvPr>
          <p:cNvSpPr>
            <a:spLocks noGrp="1"/>
          </p:cNvSpPr>
          <p:nvPr>
            <p:ph type="title"/>
          </p:nvPr>
        </p:nvSpPr>
        <p:spPr>
          <a:xfrm>
            <a:off x="294065" y="933511"/>
            <a:ext cx="4028037" cy="3240615"/>
          </a:xfrm>
        </p:spPr>
        <p:txBody>
          <a:bodyPr anchor="t">
            <a:normAutofit/>
          </a:bodyPr>
          <a:lstStyle>
            <a:lvl1pPr>
              <a:defRPr sz="4000"/>
            </a:lvl1pPr>
          </a:lstStyle>
          <a:p>
            <a:r>
              <a:rPr lang="en-US"/>
              <a:t>Click to edit Master title style</a:t>
            </a:r>
          </a:p>
        </p:txBody>
      </p:sp>
      <p:sp>
        <p:nvSpPr>
          <p:cNvPr id="3" name="Content Placeholder 2">
            <a:extLst>
              <a:ext uri="{FF2B5EF4-FFF2-40B4-BE49-F238E27FC236}">
                <a16:creationId xmlns:a16="http://schemas.microsoft.com/office/drawing/2014/main" id="{F5B3BE18-808B-1505-ACC9-30227D5F5666}"/>
              </a:ext>
            </a:extLst>
          </p:cNvPr>
          <p:cNvSpPr>
            <a:spLocks noGrp="1"/>
          </p:cNvSpPr>
          <p:nvPr>
            <p:ph idx="1"/>
          </p:nvPr>
        </p:nvSpPr>
        <p:spPr>
          <a:xfrm>
            <a:off x="5105399" y="898589"/>
            <a:ext cx="5929745" cy="5214241"/>
          </a:xfrm>
        </p:spPr>
        <p:txBody>
          <a:bodyPr>
            <a:normAutofit/>
          </a:bodyPr>
          <a:lstStyle>
            <a:lvl1pPr>
              <a:defRPr sz="1800"/>
            </a:lvl1pPr>
            <a:lvl2pPr>
              <a:defRPr sz="1600"/>
            </a:lvl2pPr>
            <a:lvl3pPr>
              <a:defRPr sz="1400"/>
            </a:lvl3pPr>
            <a:lvl4pPr>
              <a:defRPr sz="1200"/>
            </a:lvl4pPr>
            <a:lvl5pP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9662340-0C4A-35B2-FDB1-314976AD35CA}"/>
              </a:ext>
            </a:extLst>
          </p:cNvPr>
          <p:cNvSpPr>
            <a:spLocks noGrp="1"/>
          </p:cNvSpPr>
          <p:nvPr>
            <p:ph type="dt" sz="half" idx="10"/>
          </p:nvPr>
        </p:nvSpPr>
        <p:spPr>
          <a:xfrm>
            <a:off x="5105401" y="6418800"/>
            <a:ext cx="1981200" cy="294462"/>
          </a:xfrm>
          <a:prstGeom prst="rect">
            <a:avLst/>
          </a:prstGeom>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11E25153-6ECB-C9CF-29A4-EF8916584983}"/>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F046163A-8129-03D7-10FB-6C0556C93DBA}"/>
              </a:ext>
            </a:extLst>
          </p:cNvPr>
          <p:cNvSpPr>
            <a:spLocks noGrp="1"/>
          </p:cNvSpPr>
          <p:nvPr>
            <p:ph type="sldNum" sz="quarter" idx="12"/>
          </p:nvPr>
        </p:nvSpPr>
        <p:spPr/>
        <p:txBody>
          <a:bodyPr/>
          <a:lstStyle/>
          <a:p>
            <a:fld id="{70FEC90E-E5BA-494A-9F79-6819593C9BFA}" type="slidenum">
              <a:rPr lang="en-US" smtClean="0"/>
              <a:t>‹#›</a:t>
            </a:fld>
            <a:endParaRPr lang="en-US"/>
          </a:p>
        </p:txBody>
      </p:sp>
      <p:grpSp>
        <p:nvGrpSpPr>
          <p:cNvPr id="93" name="Group 92">
            <a:extLst>
              <a:ext uri="{FF2B5EF4-FFF2-40B4-BE49-F238E27FC236}">
                <a16:creationId xmlns:a16="http://schemas.microsoft.com/office/drawing/2014/main" id="{8447FE52-8438-8391-C807-D824AEC485BD}"/>
              </a:ext>
            </a:extLst>
          </p:cNvPr>
          <p:cNvGrpSpPr/>
          <p:nvPr userDrawn="1"/>
        </p:nvGrpSpPr>
        <p:grpSpPr>
          <a:xfrm>
            <a:off x="-319839" y="2776946"/>
            <a:ext cx="3701928" cy="4866988"/>
            <a:chOff x="-319839" y="2776946"/>
            <a:chExt cx="3701928" cy="4866988"/>
          </a:xfrm>
        </p:grpSpPr>
        <p:sp>
          <p:nvSpPr>
            <p:cNvPr id="79" name="Freeform: Shape 78">
              <a:extLst>
                <a:ext uri="{FF2B5EF4-FFF2-40B4-BE49-F238E27FC236}">
                  <a16:creationId xmlns:a16="http://schemas.microsoft.com/office/drawing/2014/main" id="{5498AB06-9F6A-B73D-AD8C-AB64EB562A52}"/>
                </a:ext>
              </a:extLst>
            </p:cNvPr>
            <p:cNvSpPr/>
            <p:nvPr userDrawn="1"/>
          </p:nvSpPr>
          <p:spPr>
            <a:xfrm rot="5400000" flipH="1" flipV="1">
              <a:off x="-83419" y="6214415"/>
              <a:ext cx="701097" cy="592007"/>
            </a:xfrm>
            <a:custGeom>
              <a:avLst/>
              <a:gdLst>
                <a:gd name="connsiteX0" fmla="*/ 0 w 625711"/>
                <a:gd name="connsiteY0" fmla="*/ 2292382 h 2292381"/>
                <a:gd name="connsiteX1" fmla="*/ 181070 w 625711"/>
                <a:gd name="connsiteY1" fmla="*/ 2019967 h 2292381"/>
                <a:gd name="connsiteX2" fmla="*/ 385000 w 625711"/>
                <a:gd name="connsiteY2" fmla="*/ 1640967 h 2292381"/>
                <a:gd name="connsiteX3" fmla="*/ 514255 w 625711"/>
                <a:gd name="connsiteY3" fmla="*/ 1376839 h 2292381"/>
                <a:gd name="connsiteX4" fmla="*/ 606171 w 625711"/>
                <a:gd name="connsiteY4" fmla="*/ 1015079 h 2292381"/>
                <a:gd name="connsiteX5" fmla="*/ 606171 w 625711"/>
                <a:gd name="connsiteY5" fmla="*/ 673418 h 2292381"/>
                <a:gd name="connsiteX6" fmla="*/ 485489 w 625711"/>
                <a:gd name="connsiteY6" fmla="*/ 475297 h 2292381"/>
                <a:gd name="connsiteX7" fmla="*/ 313182 w 625711"/>
                <a:gd name="connsiteY7" fmla="*/ 328898 h 2292381"/>
                <a:gd name="connsiteX8" fmla="*/ 173831 w 625711"/>
                <a:gd name="connsiteY8" fmla="*/ 189643 h 2292381"/>
                <a:gd name="connsiteX9" fmla="*/ 0 w 625711"/>
                <a:gd name="connsiteY9" fmla="*/ 0 h 2292381"/>
                <a:gd name="connsiteX0" fmla="*/ 0 w 1066281"/>
                <a:gd name="connsiteY0" fmla="*/ 2380086 h 2380086"/>
                <a:gd name="connsiteX1" fmla="*/ 621640 w 1066281"/>
                <a:gd name="connsiteY1" fmla="*/ 2019967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825570 w 1066281"/>
                <a:gd name="connsiteY2" fmla="*/ 1640967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281"/>
                <a:gd name="connsiteY0" fmla="*/ 2380086 h 2380086"/>
                <a:gd name="connsiteX1" fmla="*/ 388067 w 1066281"/>
                <a:gd name="connsiteY1" fmla="*/ 2043693 h 2380086"/>
                <a:gd name="connsiteX2" fmla="*/ 731882 w 1066281"/>
                <a:gd name="connsiteY2" fmla="*/ 1719606 h 2380086"/>
                <a:gd name="connsiteX3" fmla="*/ 954825 w 1066281"/>
                <a:gd name="connsiteY3" fmla="*/ 1376839 h 2380086"/>
                <a:gd name="connsiteX4" fmla="*/ 1046741 w 1066281"/>
                <a:gd name="connsiteY4" fmla="*/ 1015079 h 2380086"/>
                <a:gd name="connsiteX5" fmla="*/ 1046741 w 1066281"/>
                <a:gd name="connsiteY5" fmla="*/ 673418 h 2380086"/>
                <a:gd name="connsiteX6" fmla="*/ 926059 w 1066281"/>
                <a:gd name="connsiteY6" fmla="*/ 475297 h 2380086"/>
                <a:gd name="connsiteX7" fmla="*/ 753752 w 1066281"/>
                <a:gd name="connsiteY7" fmla="*/ 328898 h 2380086"/>
                <a:gd name="connsiteX8" fmla="*/ 614401 w 1066281"/>
                <a:gd name="connsiteY8" fmla="*/ 189643 h 2380086"/>
                <a:gd name="connsiteX9" fmla="*/ 440570 w 1066281"/>
                <a:gd name="connsiteY9" fmla="*/ 0 h 2380086"/>
                <a:gd name="connsiteX0" fmla="*/ 0 w 1066009"/>
                <a:gd name="connsiteY0" fmla="*/ 2380086 h 2380086"/>
                <a:gd name="connsiteX1" fmla="*/ 388067 w 1066009"/>
                <a:gd name="connsiteY1" fmla="*/ 2043693 h 2380086"/>
                <a:gd name="connsiteX2" fmla="*/ 731882 w 1066009"/>
                <a:gd name="connsiteY2" fmla="*/ 1719606 h 2380086"/>
                <a:gd name="connsiteX3" fmla="*/ 938672 w 1066009"/>
                <a:gd name="connsiteY3" fmla="*/ 1288112 h 2380086"/>
                <a:gd name="connsiteX4" fmla="*/ 1046741 w 1066009"/>
                <a:gd name="connsiteY4" fmla="*/ 1015079 h 2380086"/>
                <a:gd name="connsiteX5" fmla="*/ 1046741 w 1066009"/>
                <a:gd name="connsiteY5" fmla="*/ 673418 h 2380086"/>
                <a:gd name="connsiteX6" fmla="*/ 926059 w 1066009"/>
                <a:gd name="connsiteY6" fmla="*/ 475297 h 2380086"/>
                <a:gd name="connsiteX7" fmla="*/ 753752 w 1066009"/>
                <a:gd name="connsiteY7" fmla="*/ 328898 h 2380086"/>
                <a:gd name="connsiteX8" fmla="*/ 614401 w 1066009"/>
                <a:gd name="connsiteY8" fmla="*/ 189643 h 2380086"/>
                <a:gd name="connsiteX9" fmla="*/ 440570 w 1066009"/>
                <a:gd name="connsiteY9" fmla="*/ 0 h 2380086"/>
                <a:gd name="connsiteX0" fmla="*/ 0 w 1052026"/>
                <a:gd name="connsiteY0" fmla="*/ 2380086 h 2380086"/>
                <a:gd name="connsiteX1" fmla="*/ 388067 w 1052026"/>
                <a:gd name="connsiteY1" fmla="*/ 2043693 h 2380086"/>
                <a:gd name="connsiteX2" fmla="*/ 731882 w 1052026"/>
                <a:gd name="connsiteY2" fmla="*/ 1719606 h 2380086"/>
                <a:gd name="connsiteX3" fmla="*/ 938672 w 1052026"/>
                <a:gd name="connsiteY3" fmla="*/ 1288112 h 2380086"/>
                <a:gd name="connsiteX4" fmla="*/ 1021338 w 1052026"/>
                <a:gd name="connsiteY4" fmla="*/ 924520 h 2380086"/>
                <a:gd name="connsiteX5" fmla="*/ 1046741 w 1052026"/>
                <a:gd name="connsiteY5" fmla="*/ 673418 h 2380086"/>
                <a:gd name="connsiteX6" fmla="*/ 926059 w 1052026"/>
                <a:gd name="connsiteY6" fmla="*/ 475297 h 2380086"/>
                <a:gd name="connsiteX7" fmla="*/ 753752 w 1052026"/>
                <a:gd name="connsiteY7" fmla="*/ 328898 h 2380086"/>
                <a:gd name="connsiteX8" fmla="*/ 614401 w 1052026"/>
                <a:gd name="connsiteY8" fmla="*/ 189643 h 2380086"/>
                <a:gd name="connsiteX9" fmla="*/ 440570 w 1052026"/>
                <a:gd name="connsiteY9" fmla="*/ 0 h 2380086"/>
                <a:gd name="connsiteX0" fmla="*/ 0 w 1052026"/>
                <a:gd name="connsiteY0" fmla="*/ 2190443 h 2190443"/>
                <a:gd name="connsiteX1" fmla="*/ 388067 w 1052026"/>
                <a:gd name="connsiteY1" fmla="*/ 1854050 h 2190443"/>
                <a:gd name="connsiteX2" fmla="*/ 731882 w 1052026"/>
                <a:gd name="connsiteY2" fmla="*/ 1529963 h 2190443"/>
                <a:gd name="connsiteX3" fmla="*/ 938672 w 1052026"/>
                <a:gd name="connsiteY3" fmla="*/ 1098469 h 2190443"/>
                <a:gd name="connsiteX4" fmla="*/ 1021338 w 1052026"/>
                <a:gd name="connsiteY4" fmla="*/ 734877 h 2190443"/>
                <a:gd name="connsiteX5" fmla="*/ 1046741 w 1052026"/>
                <a:gd name="connsiteY5" fmla="*/ 483775 h 2190443"/>
                <a:gd name="connsiteX6" fmla="*/ 926059 w 1052026"/>
                <a:gd name="connsiteY6" fmla="*/ 285654 h 2190443"/>
                <a:gd name="connsiteX7" fmla="*/ 753752 w 1052026"/>
                <a:gd name="connsiteY7" fmla="*/ 139255 h 2190443"/>
                <a:gd name="connsiteX8" fmla="*/ 614401 w 1052026"/>
                <a:gd name="connsiteY8" fmla="*/ 0 h 2190443"/>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753752 w 1052026"/>
                <a:gd name="connsiteY7" fmla="*/ 337707 h 2388895"/>
                <a:gd name="connsiteX8" fmla="*/ 750916 w 1052026"/>
                <a:gd name="connsiteY8" fmla="*/ 0 h 2388895"/>
                <a:gd name="connsiteX0" fmla="*/ 0 w 1052026"/>
                <a:gd name="connsiteY0" fmla="*/ 2388895 h 2388895"/>
                <a:gd name="connsiteX1" fmla="*/ 388067 w 1052026"/>
                <a:gd name="connsiteY1" fmla="*/ 2052502 h 2388895"/>
                <a:gd name="connsiteX2" fmla="*/ 731882 w 1052026"/>
                <a:gd name="connsiteY2" fmla="*/ 1728415 h 2388895"/>
                <a:gd name="connsiteX3" fmla="*/ 938672 w 1052026"/>
                <a:gd name="connsiteY3" fmla="*/ 1296921 h 2388895"/>
                <a:gd name="connsiteX4" fmla="*/ 1021338 w 1052026"/>
                <a:gd name="connsiteY4" fmla="*/ 933329 h 2388895"/>
                <a:gd name="connsiteX5" fmla="*/ 1046741 w 1052026"/>
                <a:gd name="connsiteY5" fmla="*/ 682227 h 2388895"/>
                <a:gd name="connsiteX6" fmla="*/ 926059 w 1052026"/>
                <a:gd name="connsiteY6" fmla="*/ 484106 h 2388895"/>
                <a:gd name="connsiteX7" fmla="*/ 928369 w 1052026"/>
                <a:gd name="connsiteY7" fmla="*/ 282868 h 2388895"/>
                <a:gd name="connsiteX8" fmla="*/ 750916 w 1052026"/>
                <a:gd name="connsiteY8" fmla="*/ 0 h 2388895"/>
                <a:gd name="connsiteX0" fmla="*/ 0 w 1046756"/>
                <a:gd name="connsiteY0" fmla="*/ 2388895 h 2388895"/>
                <a:gd name="connsiteX1" fmla="*/ 388067 w 1046756"/>
                <a:gd name="connsiteY1" fmla="*/ 2052502 h 2388895"/>
                <a:gd name="connsiteX2" fmla="*/ 731882 w 1046756"/>
                <a:gd name="connsiteY2" fmla="*/ 1728415 h 2388895"/>
                <a:gd name="connsiteX3" fmla="*/ 938672 w 1046756"/>
                <a:gd name="connsiteY3" fmla="*/ 1296921 h 2388895"/>
                <a:gd name="connsiteX4" fmla="*/ 1021338 w 1046756"/>
                <a:gd name="connsiteY4" fmla="*/ 933329 h 2388895"/>
                <a:gd name="connsiteX5" fmla="*/ 1046741 w 1046756"/>
                <a:gd name="connsiteY5" fmla="*/ 682227 h 2388895"/>
                <a:gd name="connsiteX6" fmla="*/ 1023190 w 1046756"/>
                <a:gd name="connsiteY6" fmla="*/ 472239 h 2388895"/>
                <a:gd name="connsiteX7" fmla="*/ 928369 w 1046756"/>
                <a:gd name="connsiteY7" fmla="*/ 282868 h 2388895"/>
                <a:gd name="connsiteX8" fmla="*/ 750916 w 1046756"/>
                <a:gd name="connsiteY8" fmla="*/ 0 h 2388895"/>
                <a:gd name="connsiteX0" fmla="*/ 0 w 1145156"/>
                <a:gd name="connsiteY0" fmla="*/ 2388895 h 2388895"/>
                <a:gd name="connsiteX1" fmla="*/ 388067 w 1145156"/>
                <a:gd name="connsiteY1" fmla="*/ 2052502 h 2388895"/>
                <a:gd name="connsiteX2" fmla="*/ 731882 w 1145156"/>
                <a:gd name="connsiteY2" fmla="*/ 1728415 h 2388895"/>
                <a:gd name="connsiteX3" fmla="*/ 938672 w 1145156"/>
                <a:gd name="connsiteY3" fmla="*/ 1296921 h 2388895"/>
                <a:gd name="connsiteX4" fmla="*/ 1021338 w 1145156"/>
                <a:gd name="connsiteY4" fmla="*/ 933329 h 2388895"/>
                <a:gd name="connsiteX5" fmla="*/ 1046741 w 1145156"/>
                <a:gd name="connsiteY5" fmla="*/ 682227 h 2388895"/>
                <a:gd name="connsiteX6" fmla="*/ 1142483 w 1145156"/>
                <a:gd name="connsiteY6" fmla="*/ 429240 h 2388895"/>
                <a:gd name="connsiteX7" fmla="*/ 928369 w 1145156"/>
                <a:gd name="connsiteY7" fmla="*/ 282868 h 2388895"/>
                <a:gd name="connsiteX8" fmla="*/ 750916 w 1145156"/>
                <a:gd name="connsiteY8" fmla="*/ 0 h 2388895"/>
                <a:gd name="connsiteX0" fmla="*/ 0 w 1143812"/>
                <a:gd name="connsiteY0" fmla="*/ 2388895 h 2388895"/>
                <a:gd name="connsiteX1" fmla="*/ 388067 w 1143812"/>
                <a:gd name="connsiteY1" fmla="*/ 2052502 h 2388895"/>
                <a:gd name="connsiteX2" fmla="*/ 731882 w 1143812"/>
                <a:gd name="connsiteY2" fmla="*/ 1728415 h 2388895"/>
                <a:gd name="connsiteX3" fmla="*/ 938672 w 1143812"/>
                <a:gd name="connsiteY3" fmla="*/ 1296921 h 2388895"/>
                <a:gd name="connsiteX4" fmla="*/ 1021338 w 1143812"/>
                <a:gd name="connsiteY4" fmla="*/ 933329 h 2388895"/>
                <a:gd name="connsiteX5" fmla="*/ 1046741 w 1143812"/>
                <a:gd name="connsiteY5" fmla="*/ 682227 h 2388895"/>
                <a:gd name="connsiteX6" fmla="*/ 1142483 w 1143812"/>
                <a:gd name="connsiteY6" fmla="*/ 429240 h 2388895"/>
                <a:gd name="connsiteX7" fmla="*/ 967624 w 1143812"/>
                <a:gd name="connsiteY7" fmla="*/ 247533 h 2388895"/>
                <a:gd name="connsiteX8" fmla="*/ 750916 w 1143812"/>
                <a:gd name="connsiteY8" fmla="*/ 0 h 2388895"/>
                <a:gd name="connsiteX0" fmla="*/ 1 w 755746"/>
                <a:gd name="connsiteY0" fmla="*/ 2052502 h 2052502"/>
                <a:gd name="connsiteX1" fmla="*/ 343816 w 755746"/>
                <a:gd name="connsiteY1" fmla="*/ 1728415 h 2052502"/>
                <a:gd name="connsiteX2" fmla="*/ 550606 w 755746"/>
                <a:gd name="connsiteY2" fmla="*/ 1296921 h 2052502"/>
                <a:gd name="connsiteX3" fmla="*/ 633272 w 755746"/>
                <a:gd name="connsiteY3" fmla="*/ 933329 h 2052502"/>
                <a:gd name="connsiteX4" fmla="*/ 658675 w 755746"/>
                <a:gd name="connsiteY4" fmla="*/ 682227 h 2052502"/>
                <a:gd name="connsiteX5" fmla="*/ 754417 w 755746"/>
                <a:gd name="connsiteY5" fmla="*/ 429240 h 2052502"/>
                <a:gd name="connsiteX6" fmla="*/ 579558 w 755746"/>
                <a:gd name="connsiteY6" fmla="*/ 247533 h 2052502"/>
                <a:gd name="connsiteX7" fmla="*/ 362850 w 755746"/>
                <a:gd name="connsiteY7" fmla="*/ 0 h 2052502"/>
                <a:gd name="connsiteX0" fmla="*/ -1 w 874974"/>
                <a:gd name="connsiteY0" fmla="*/ 2210205 h 2210205"/>
                <a:gd name="connsiteX1" fmla="*/ 463044 w 874974"/>
                <a:gd name="connsiteY1" fmla="*/ 1728415 h 2210205"/>
                <a:gd name="connsiteX2" fmla="*/ 669834 w 874974"/>
                <a:gd name="connsiteY2" fmla="*/ 1296921 h 2210205"/>
                <a:gd name="connsiteX3" fmla="*/ 752500 w 874974"/>
                <a:gd name="connsiteY3" fmla="*/ 933329 h 2210205"/>
                <a:gd name="connsiteX4" fmla="*/ 777903 w 874974"/>
                <a:gd name="connsiteY4" fmla="*/ 682227 h 2210205"/>
                <a:gd name="connsiteX5" fmla="*/ 873645 w 874974"/>
                <a:gd name="connsiteY5" fmla="*/ 429240 h 2210205"/>
                <a:gd name="connsiteX6" fmla="*/ 698786 w 874974"/>
                <a:gd name="connsiteY6" fmla="*/ 247533 h 2210205"/>
                <a:gd name="connsiteX7" fmla="*/ 482078 w 874974"/>
                <a:gd name="connsiteY7" fmla="*/ 0 h 2210205"/>
                <a:gd name="connsiteX0" fmla="*/ 0 w 1021933"/>
                <a:gd name="connsiteY0" fmla="*/ 2210205 h 2210205"/>
                <a:gd name="connsiteX1" fmla="*/ 463045 w 1021933"/>
                <a:gd name="connsiteY1" fmla="*/ 1728415 h 2210205"/>
                <a:gd name="connsiteX2" fmla="*/ 669835 w 1021933"/>
                <a:gd name="connsiteY2" fmla="*/ 1296921 h 2210205"/>
                <a:gd name="connsiteX3" fmla="*/ 752501 w 1021933"/>
                <a:gd name="connsiteY3" fmla="*/ 933329 h 2210205"/>
                <a:gd name="connsiteX4" fmla="*/ 1019539 w 1021933"/>
                <a:gd name="connsiteY4" fmla="*/ 757148 h 2210205"/>
                <a:gd name="connsiteX5" fmla="*/ 873646 w 1021933"/>
                <a:gd name="connsiteY5" fmla="*/ 429240 h 2210205"/>
                <a:gd name="connsiteX6" fmla="*/ 698787 w 1021933"/>
                <a:gd name="connsiteY6" fmla="*/ 247533 h 2210205"/>
                <a:gd name="connsiteX7" fmla="*/ 482079 w 1021933"/>
                <a:gd name="connsiteY7" fmla="*/ 0 h 2210205"/>
                <a:gd name="connsiteX0" fmla="*/ 0 w 1019900"/>
                <a:gd name="connsiteY0" fmla="*/ 2210205 h 2210205"/>
                <a:gd name="connsiteX1" fmla="*/ 463045 w 1019900"/>
                <a:gd name="connsiteY1" fmla="*/ 1728415 h 2210205"/>
                <a:gd name="connsiteX2" fmla="*/ 669835 w 1019900"/>
                <a:gd name="connsiteY2" fmla="*/ 1296921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1019900"/>
                <a:gd name="connsiteY0" fmla="*/ 2210205 h 2210205"/>
                <a:gd name="connsiteX1" fmla="*/ 463045 w 1019900"/>
                <a:gd name="connsiteY1" fmla="*/ 1728415 h 2210205"/>
                <a:gd name="connsiteX2" fmla="*/ 738894 w 1019900"/>
                <a:gd name="connsiteY2" fmla="*/ 1330029 h 2210205"/>
                <a:gd name="connsiteX3" fmla="*/ 830953 w 1019900"/>
                <a:gd name="connsiteY3" fmla="*/ 1123959 h 2210205"/>
                <a:gd name="connsiteX4" fmla="*/ 1019539 w 1019900"/>
                <a:gd name="connsiteY4" fmla="*/ 757148 h 2210205"/>
                <a:gd name="connsiteX5" fmla="*/ 873646 w 1019900"/>
                <a:gd name="connsiteY5" fmla="*/ 429240 h 2210205"/>
                <a:gd name="connsiteX6" fmla="*/ 698787 w 1019900"/>
                <a:gd name="connsiteY6" fmla="*/ 247533 h 2210205"/>
                <a:gd name="connsiteX7" fmla="*/ 482079 w 1019900"/>
                <a:gd name="connsiteY7" fmla="*/ 0 h 2210205"/>
                <a:gd name="connsiteX0" fmla="*/ 0 w 556855"/>
                <a:gd name="connsiteY0" fmla="*/ 1728415 h 1728415"/>
                <a:gd name="connsiteX1" fmla="*/ 275849 w 556855"/>
                <a:gd name="connsiteY1" fmla="*/ 1330029 h 1728415"/>
                <a:gd name="connsiteX2" fmla="*/ 367908 w 556855"/>
                <a:gd name="connsiteY2" fmla="*/ 1123959 h 1728415"/>
                <a:gd name="connsiteX3" fmla="*/ 556494 w 556855"/>
                <a:gd name="connsiteY3" fmla="*/ 757148 h 1728415"/>
                <a:gd name="connsiteX4" fmla="*/ 410601 w 556855"/>
                <a:gd name="connsiteY4" fmla="*/ 429240 h 1728415"/>
                <a:gd name="connsiteX5" fmla="*/ 235742 w 556855"/>
                <a:gd name="connsiteY5" fmla="*/ 247533 h 1728415"/>
                <a:gd name="connsiteX6" fmla="*/ 19034 w 556855"/>
                <a:gd name="connsiteY6" fmla="*/ 0 h 1728415"/>
                <a:gd name="connsiteX0" fmla="*/ 0 w 556855"/>
                <a:gd name="connsiteY0" fmla="*/ 1590918 h 1590918"/>
                <a:gd name="connsiteX1" fmla="*/ 275849 w 556855"/>
                <a:gd name="connsiteY1" fmla="*/ 1330029 h 1590918"/>
                <a:gd name="connsiteX2" fmla="*/ 367908 w 556855"/>
                <a:gd name="connsiteY2" fmla="*/ 1123959 h 1590918"/>
                <a:gd name="connsiteX3" fmla="*/ 556494 w 556855"/>
                <a:gd name="connsiteY3" fmla="*/ 757148 h 1590918"/>
                <a:gd name="connsiteX4" fmla="*/ 410601 w 556855"/>
                <a:gd name="connsiteY4" fmla="*/ 429240 h 1590918"/>
                <a:gd name="connsiteX5" fmla="*/ 235742 w 556855"/>
                <a:gd name="connsiteY5" fmla="*/ 247533 h 1590918"/>
                <a:gd name="connsiteX6" fmla="*/ 19034 w 556855"/>
                <a:gd name="connsiteY6" fmla="*/ 0 h 1590918"/>
                <a:gd name="connsiteX0" fmla="*/ 0 w 559064"/>
                <a:gd name="connsiteY0" fmla="*/ 1590918 h 1590918"/>
                <a:gd name="connsiteX1" fmla="*/ 275849 w 559064"/>
                <a:gd name="connsiteY1" fmla="*/ 1330029 h 1590918"/>
                <a:gd name="connsiteX2" fmla="*/ 486570 w 559064"/>
                <a:gd name="connsiteY2" fmla="*/ 1173459 h 1590918"/>
                <a:gd name="connsiteX3" fmla="*/ 556494 w 559064"/>
                <a:gd name="connsiteY3" fmla="*/ 757148 h 1590918"/>
                <a:gd name="connsiteX4" fmla="*/ 410601 w 559064"/>
                <a:gd name="connsiteY4" fmla="*/ 429240 h 1590918"/>
                <a:gd name="connsiteX5" fmla="*/ 235742 w 559064"/>
                <a:gd name="connsiteY5" fmla="*/ 247533 h 1590918"/>
                <a:gd name="connsiteX6" fmla="*/ 19034 w 559064"/>
                <a:gd name="connsiteY6" fmla="*/ 0 h 1590918"/>
                <a:gd name="connsiteX0" fmla="*/ 0 w 562285"/>
                <a:gd name="connsiteY0" fmla="*/ 1590918 h 1590918"/>
                <a:gd name="connsiteX1" fmla="*/ 275849 w 562285"/>
                <a:gd name="connsiteY1" fmla="*/ 1330029 h 1590918"/>
                <a:gd name="connsiteX2" fmla="*/ 486570 w 562285"/>
                <a:gd name="connsiteY2" fmla="*/ 1173459 h 1590918"/>
                <a:gd name="connsiteX3" fmla="*/ 556494 w 562285"/>
                <a:gd name="connsiteY3" fmla="*/ 757148 h 1590918"/>
                <a:gd name="connsiteX4" fmla="*/ 353644 w 562285"/>
                <a:gd name="connsiteY4" fmla="*/ 533739 h 1590918"/>
                <a:gd name="connsiteX5" fmla="*/ 235742 w 562285"/>
                <a:gd name="connsiteY5" fmla="*/ 247533 h 1590918"/>
                <a:gd name="connsiteX6" fmla="*/ 19034 w 562285"/>
                <a:gd name="connsiteY6" fmla="*/ 0 h 1590918"/>
                <a:gd name="connsiteX0" fmla="*/ 0 w 592916"/>
                <a:gd name="connsiteY0" fmla="*/ 1491548 h 1491548"/>
                <a:gd name="connsiteX1" fmla="*/ 306480 w 592916"/>
                <a:gd name="connsiteY1" fmla="*/ 1330029 h 1491548"/>
                <a:gd name="connsiteX2" fmla="*/ 517201 w 592916"/>
                <a:gd name="connsiteY2" fmla="*/ 1173459 h 1491548"/>
                <a:gd name="connsiteX3" fmla="*/ 587125 w 592916"/>
                <a:gd name="connsiteY3" fmla="*/ 757148 h 1491548"/>
                <a:gd name="connsiteX4" fmla="*/ 384275 w 592916"/>
                <a:gd name="connsiteY4" fmla="*/ 533739 h 1491548"/>
                <a:gd name="connsiteX5" fmla="*/ 266373 w 592916"/>
                <a:gd name="connsiteY5" fmla="*/ 247533 h 1491548"/>
                <a:gd name="connsiteX6" fmla="*/ 49665 w 592916"/>
                <a:gd name="connsiteY6" fmla="*/ 0 h 1491548"/>
                <a:gd name="connsiteX0" fmla="*/ 0 w 593837"/>
                <a:gd name="connsiteY0" fmla="*/ 1491548 h 1491548"/>
                <a:gd name="connsiteX1" fmla="*/ 245224 w 593837"/>
                <a:gd name="connsiteY1" fmla="*/ 1145481 h 1491548"/>
                <a:gd name="connsiteX2" fmla="*/ 517201 w 593837"/>
                <a:gd name="connsiteY2" fmla="*/ 1173459 h 1491548"/>
                <a:gd name="connsiteX3" fmla="*/ 587125 w 593837"/>
                <a:gd name="connsiteY3" fmla="*/ 757148 h 1491548"/>
                <a:gd name="connsiteX4" fmla="*/ 384275 w 593837"/>
                <a:gd name="connsiteY4" fmla="*/ 533739 h 1491548"/>
                <a:gd name="connsiteX5" fmla="*/ 266373 w 593837"/>
                <a:gd name="connsiteY5" fmla="*/ 247533 h 1491548"/>
                <a:gd name="connsiteX6" fmla="*/ 49665 w 593837"/>
                <a:gd name="connsiteY6" fmla="*/ 0 h 1491548"/>
                <a:gd name="connsiteX0" fmla="*/ 0 w 593837"/>
                <a:gd name="connsiteY0" fmla="*/ 1244014 h 1244014"/>
                <a:gd name="connsiteX1" fmla="*/ 245224 w 593837"/>
                <a:gd name="connsiteY1" fmla="*/ 897947 h 1244014"/>
                <a:gd name="connsiteX2" fmla="*/ 517201 w 593837"/>
                <a:gd name="connsiteY2" fmla="*/ 925925 h 1244014"/>
                <a:gd name="connsiteX3" fmla="*/ 587125 w 593837"/>
                <a:gd name="connsiteY3" fmla="*/ 509614 h 1244014"/>
                <a:gd name="connsiteX4" fmla="*/ 384275 w 593837"/>
                <a:gd name="connsiteY4" fmla="*/ 286205 h 1244014"/>
                <a:gd name="connsiteX5" fmla="*/ 266373 w 593837"/>
                <a:gd name="connsiteY5" fmla="*/ -1 h 1244014"/>
                <a:gd name="connsiteX0" fmla="*/ 0 w 593837"/>
                <a:gd name="connsiteY0" fmla="*/ 957810 h 957810"/>
                <a:gd name="connsiteX1" fmla="*/ 245224 w 593837"/>
                <a:gd name="connsiteY1" fmla="*/ 611743 h 957810"/>
                <a:gd name="connsiteX2" fmla="*/ 517201 w 593837"/>
                <a:gd name="connsiteY2" fmla="*/ 639721 h 957810"/>
                <a:gd name="connsiteX3" fmla="*/ 587125 w 593837"/>
                <a:gd name="connsiteY3" fmla="*/ 223410 h 957810"/>
                <a:gd name="connsiteX4" fmla="*/ 384275 w 593837"/>
                <a:gd name="connsiteY4" fmla="*/ 1 h 957810"/>
                <a:gd name="connsiteX0" fmla="*/ 0 w 748387"/>
                <a:gd name="connsiteY0" fmla="*/ 957809 h 957809"/>
                <a:gd name="connsiteX1" fmla="*/ 245224 w 748387"/>
                <a:gd name="connsiteY1" fmla="*/ 611742 h 957809"/>
                <a:gd name="connsiteX2" fmla="*/ 517201 w 748387"/>
                <a:gd name="connsiteY2" fmla="*/ 639720 h 957809"/>
                <a:gd name="connsiteX3" fmla="*/ 746392 w 748387"/>
                <a:gd name="connsiteY3" fmla="*/ 457643 h 957809"/>
                <a:gd name="connsiteX4" fmla="*/ 384275 w 748387"/>
                <a:gd name="connsiteY4" fmla="*/ 0 h 957809"/>
                <a:gd name="connsiteX0" fmla="*/ 0 w 746776"/>
                <a:gd name="connsiteY0" fmla="*/ 730673 h 730673"/>
                <a:gd name="connsiteX1" fmla="*/ 245224 w 746776"/>
                <a:gd name="connsiteY1" fmla="*/ 384606 h 730673"/>
                <a:gd name="connsiteX2" fmla="*/ 517201 w 746776"/>
                <a:gd name="connsiteY2" fmla="*/ 412584 h 730673"/>
                <a:gd name="connsiteX3" fmla="*/ 746392 w 746776"/>
                <a:gd name="connsiteY3" fmla="*/ 230507 h 730673"/>
                <a:gd name="connsiteX4" fmla="*/ 568044 w 746776"/>
                <a:gd name="connsiteY4" fmla="*/ 0 h 730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76" h="730673">
                  <a:moveTo>
                    <a:pt x="0" y="730673"/>
                  </a:moveTo>
                  <a:cubicBezTo>
                    <a:pt x="123149" y="583977"/>
                    <a:pt x="159024" y="437621"/>
                    <a:pt x="245224" y="384606"/>
                  </a:cubicBezTo>
                  <a:cubicBezTo>
                    <a:pt x="331424" y="331591"/>
                    <a:pt x="433673" y="438267"/>
                    <a:pt x="517201" y="412584"/>
                  </a:cubicBezTo>
                  <a:cubicBezTo>
                    <a:pt x="600729" y="386901"/>
                    <a:pt x="737918" y="299271"/>
                    <a:pt x="746392" y="230507"/>
                  </a:cubicBezTo>
                  <a:cubicBezTo>
                    <a:pt x="754866" y="161743"/>
                    <a:pt x="621503" y="84936"/>
                    <a:pt x="568044"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0" name="Freeform: Shape 79">
              <a:extLst>
                <a:ext uri="{FF2B5EF4-FFF2-40B4-BE49-F238E27FC236}">
                  <a16:creationId xmlns:a16="http://schemas.microsoft.com/office/drawing/2014/main" id="{D337767B-FFE7-ED4E-F38B-AD278E127894}"/>
                </a:ext>
              </a:extLst>
            </p:cNvPr>
            <p:cNvSpPr/>
            <p:nvPr userDrawn="1"/>
          </p:nvSpPr>
          <p:spPr>
            <a:xfrm rot="5866011" flipH="1" flipV="1">
              <a:off x="-415891" y="2872998"/>
              <a:ext cx="3894032" cy="3701928"/>
            </a:xfrm>
            <a:custGeom>
              <a:avLst/>
              <a:gdLst>
                <a:gd name="connsiteX0" fmla="*/ 545711 w 2478714"/>
                <a:gd name="connsiteY0" fmla="*/ 3799523 h 3799522"/>
                <a:gd name="connsiteX1" fmla="*/ 280820 w 2478714"/>
                <a:gd name="connsiteY1" fmla="*/ 3178874 h 3799522"/>
                <a:gd name="connsiteX2" fmla="*/ 43076 w 2478714"/>
                <a:gd name="connsiteY2" fmla="*/ 2663762 h 3799522"/>
                <a:gd name="connsiteX3" fmla="*/ 3167 w 2478714"/>
                <a:gd name="connsiteY3" fmla="*/ 2344769 h 3799522"/>
                <a:gd name="connsiteX4" fmla="*/ 117943 w 2478714"/>
                <a:gd name="connsiteY4" fmla="*/ 1976723 h 3799522"/>
                <a:gd name="connsiteX5" fmla="*/ 224242 w 2478714"/>
                <a:gd name="connsiteY5" fmla="*/ 1744123 h 3799522"/>
                <a:gd name="connsiteX6" fmla="*/ 447222 w 2478714"/>
                <a:gd name="connsiteY6" fmla="*/ 1569244 h 3799522"/>
                <a:gd name="connsiteX7" fmla="*/ 708588 w 2478714"/>
                <a:gd name="connsiteY7" fmla="*/ 1598295 h 3799522"/>
                <a:gd name="connsiteX8" fmla="*/ 1024532 w 2478714"/>
                <a:gd name="connsiteY8" fmla="*/ 1741837 h 3799522"/>
                <a:gd name="connsiteX9" fmla="*/ 1538692 w 2478714"/>
                <a:gd name="connsiteY9" fmla="*/ 1773460 h 3799522"/>
                <a:gd name="connsiteX10" fmla="*/ 1869019 w 2478714"/>
                <a:gd name="connsiteY10" fmla="*/ 1650016 h 3799522"/>
                <a:gd name="connsiteX11" fmla="*/ 2124670 w 2478714"/>
                <a:gd name="connsiteY11" fmla="*/ 1515047 h 3799522"/>
                <a:gd name="connsiteX12" fmla="*/ 2334410 w 2478714"/>
                <a:gd name="connsiteY12" fmla="*/ 1305401 h 3799522"/>
                <a:gd name="connsiteX13" fmla="*/ 2430232 w 2478714"/>
                <a:gd name="connsiteY13" fmla="*/ 933164 h 3799522"/>
                <a:gd name="connsiteX14" fmla="*/ 2430232 w 2478714"/>
                <a:gd name="connsiteY14" fmla="*/ 571786 h 3799522"/>
                <a:gd name="connsiteX15" fmla="*/ 2445472 w 2478714"/>
                <a:gd name="connsiteY15" fmla="*/ 315659 h 3799522"/>
                <a:gd name="connsiteX16" fmla="*/ 2478714 w 2478714"/>
                <a:gd name="connsiteY16" fmla="*/ 0 h 3799522"/>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280820 w 2478714"/>
                <a:gd name="connsiteY1" fmla="*/ 3178874 h 4491016"/>
                <a:gd name="connsiteX2" fmla="*/ 43076 w 2478714"/>
                <a:gd name="connsiteY2" fmla="*/ 2663762 h 4491016"/>
                <a:gd name="connsiteX3" fmla="*/ 3167 w 2478714"/>
                <a:gd name="connsiteY3" fmla="*/ 2344769 h 4491016"/>
                <a:gd name="connsiteX4" fmla="*/ 117943 w 2478714"/>
                <a:gd name="connsiteY4" fmla="*/ 1976723 h 4491016"/>
                <a:gd name="connsiteX5" fmla="*/ 224242 w 2478714"/>
                <a:gd name="connsiteY5" fmla="*/ 1744123 h 4491016"/>
                <a:gd name="connsiteX6" fmla="*/ 447222 w 2478714"/>
                <a:gd name="connsiteY6" fmla="*/ 1569244 h 4491016"/>
                <a:gd name="connsiteX7" fmla="*/ 708588 w 2478714"/>
                <a:gd name="connsiteY7" fmla="*/ 1598295 h 4491016"/>
                <a:gd name="connsiteX8" fmla="*/ 1024532 w 2478714"/>
                <a:gd name="connsiteY8" fmla="*/ 1741837 h 4491016"/>
                <a:gd name="connsiteX9" fmla="*/ 1538692 w 2478714"/>
                <a:gd name="connsiteY9" fmla="*/ 1773460 h 4491016"/>
                <a:gd name="connsiteX10" fmla="*/ 1869019 w 2478714"/>
                <a:gd name="connsiteY10" fmla="*/ 1650016 h 4491016"/>
                <a:gd name="connsiteX11" fmla="*/ 2124670 w 2478714"/>
                <a:gd name="connsiteY11" fmla="*/ 1515047 h 4491016"/>
                <a:gd name="connsiteX12" fmla="*/ 2334410 w 2478714"/>
                <a:gd name="connsiteY12" fmla="*/ 1305401 h 4491016"/>
                <a:gd name="connsiteX13" fmla="*/ 2430232 w 2478714"/>
                <a:gd name="connsiteY13" fmla="*/ 933164 h 4491016"/>
                <a:gd name="connsiteX14" fmla="*/ 2430232 w 2478714"/>
                <a:gd name="connsiteY14" fmla="*/ 571786 h 4491016"/>
                <a:gd name="connsiteX15" fmla="*/ 2445472 w 2478714"/>
                <a:gd name="connsiteY15" fmla="*/ 315659 h 4491016"/>
                <a:gd name="connsiteX16" fmla="*/ 2478714 w 2478714"/>
                <a:gd name="connsiteY16" fmla="*/ 0 h 4491016"/>
                <a:gd name="connsiteX0" fmla="*/ 543134 w 2478714"/>
                <a:gd name="connsiteY0" fmla="*/ 4491016 h 4491016"/>
                <a:gd name="connsiteX1" fmla="*/ 524993 w 2478714"/>
                <a:gd name="connsiteY1" fmla="*/ 3906089 h 4491016"/>
                <a:gd name="connsiteX2" fmla="*/ 280820 w 2478714"/>
                <a:gd name="connsiteY2" fmla="*/ 3178874 h 4491016"/>
                <a:gd name="connsiteX3" fmla="*/ 43076 w 2478714"/>
                <a:gd name="connsiteY3" fmla="*/ 2663762 h 4491016"/>
                <a:gd name="connsiteX4" fmla="*/ 3167 w 2478714"/>
                <a:gd name="connsiteY4" fmla="*/ 2344769 h 4491016"/>
                <a:gd name="connsiteX5" fmla="*/ 117943 w 2478714"/>
                <a:gd name="connsiteY5" fmla="*/ 1976723 h 4491016"/>
                <a:gd name="connsiteX6" fmla="*/ 224242 w 2478714"/>
                <a:gd name="connsiteY6" fmla="*/ 1744123 h 4491016"/>
                <a:gd name="connsiteX7" fmla="*/ 447222 w 2478714"/>
                <a:gd name="connsiteY7" fmla="*/ 1569244 h 4491016"/>
                <a:gd name="connsiteX8" fmla="*/ 708588 w 2478714"/>
                <a:gd name="connsiteY8" fmla="*/ 1598295 h 4491016"/>
                <a:gd name="connsiteX9" fmla="*/ 1024532 w 2478714"/>
                <a:gd name="connsiteY9" fmla="*/ 1741837 h 4491016"/>
                <a:gd name="connsiteX10" fmla="*/ 1538692 w 2478714"/>
                <a:gd name="connsiteY10" fmla="*/ 1773460 h 4491016"/>
                <a:gd name="connsiteX11" fmla="*/ 1869019 w 2478714"/>
                <a:gd name="connsiteY11" fmla="*/ 1650016 h 4491016"/>
                <a:gd name="connsiteX12" fmla="*/ 2124670 w 2478714"/>
                <a:gd name="connsiteY12" fmla="*/ 1515047 h 4491016"/>
                <a:gd name="connsiteX13" fmla="*/ 2334410 w 2478714"/>
                <a:gd name="connsiteY13" fmla="*/ 1305401 h 4491016"/>
                <a:gd name="connsiteX14" fmla="*/ 2430232 w 2478714"/>
                <a:gd name="connsiteY14" fmla="*/ 933164 h 4491016"/>
                <a:gd name="connsiteX15" fmla="*/ 2430232 w 2478714"/>
                <a:gd name="connsiteY15" fmla="*/ 571786 h 4491016"/>
                <a:gd name="connsiteX16" fmla="*/ 2445472 w 2478714"/>
                <a:gd name="connsiteY16" fmla="*/ 315659 h 4491016"/>
                <a:gd name="connsiteX17" fmla="*/ 2478714 w 2478714"/>
                <a:gd name="connsiteY17" fmla="*/ 0 h 4491016"/>
                <a:gd name="connsiteX0" fmla="*/ 495498 w 2478714"/>
                <a:gd name="connsiteY0" fmla="*/ 4507553 h 4507553"/>
                <a:gd name="connsiteX1" fmla="*/ 524993 w 2478714"/>
                <a:gd name="connsiteY1" fmla="*/ 3906089 h 4507553"/>
                <a:gd name="connsiteX2" fmla="*/ 280820 w 2478714"/>
                <a:gd name="connsiteY2" fmla="*/ 3178874 h 4507553"/>
                <a:gd name="connsiteX3" fmla="*/ 43076 w 2478714"/>
                <a:gd name="connsiteY3" fmla="*/ 2663762 h 4507553"/>
                <a:gd name="connsiteX4" fmla="*/ 3167 w 2478714"/>
                <a:gd name="connsiteY4" fmla="*/ 2344769 h 4507553"/>
                <a:gd name="connsiteX5" fmla="*/ 117943 w 2478714"/>
                <a:gd name="connsiteY5" fmla="*/ 1976723 h 4507553"/>
                <a:gd name="connsiteX6" fmla="*/ 224242 w 2478714"/>
                <a:gd name="connsiteY6" fmla="*/ 1744123 h 4507553"/>
                <a:gd name="connsiteX7" fmla="*/ 447222 w 2478714"/>
                <a:gd name="connsiteY7" fmla="*/ 1569244 h 4507553"/>
                <a:gd name="connsiteX8" fmla="*/ 708588 w 2478714"/>
                <a:gd name="connsiteY8" fmla="*/ 1598295 h 4507553"/>
                <a:gd name="connsiteX9" fmla="*/ 1024532 w 2478714"/>
                <a:gd name="connsiteY9" fmla="*/ 1741837 h 4507553"/>
                <a:gd name="connsiteX10" fmla="*/ 1538692 w 2478714"/>
                <a:gd name="connsiteY10" fmla="*/ 1773460 h 4507553"/>
                <a:gd name="connsiteX11" fmla="*/ 1869019 w 2478714"/>
                <a:gd name="connsiteY11" fmla="*/ 1650016 h 4507553"/>
                <a:gd name="connsiteX12" fmla="*/ 2124670 w 2478714"/>
                <a:gd name="connsiteY12" fmla="*/ 1515047 h 4507553"/>
                <a:gd name="connsiteX13" fmla="*/ 2334410 w 2478714"/>
                <a:gd name="connsiteY13" fmla="*/ 1305401 h 4507553"/>
                <a:gd name="connsiteX14" fmla="*/ 2430232 w 2478714"/>
                <a:gd name="connsiteY14" fmla="*/ 933164 h 4507553"/>
                <a:gd name="connsiteX15" fmla="*/ 2430232 w 2478714"/>
                <a:gd name="connsiteY15" fmla="*/ 571786 h 4507553"/>
                <a:gd name="connsiteX16" fmla="*/ 2445472 w 2478714"/>
                <a:gd name="connsiteY16" fmla="*/ 315659 h 4507553"/>
                <a:gd name="connsiteX17" fmla="*/ 2478714 w 2478714"/>
                <a:gd name="connsiteY17" fmla="*/ 0 h 4507553"/>
                <a:gd name="connsiteX0" fmla="*/ 495498 w 2478714"/>
                <a:gd name="connsiteY0" fmla="*/ 4507553 h 4507553"/>
                <a:gd name="connsiteX1" fmla="*/ 584020 w 2478714"/>
                <a:gd name="connsiteY1" fmla="*/ 4220393 h 4507553"/>
                <a:gd name="connsiteX2" fmla="*/ 524993 w 2478714"/>
                <a:gd name="connsiteY2" fmla="*/ 3906089 h 4507553"/>
                <a:gd name="connsiteX3" fmla="*/ 280820 w 2478714"/>
                <a:gd name="connsiteY3" fmla="*/ 3178874 h 4507553"/>
                <a:gd name="connsiteX4" fmla="*/ 43076 w 2478714"/>
                <a:gd name="connsiteY4" fmla="*/ 2663762 h 4507553"/>
                <a:gd name="connsiteX5" fmla="*/ 3167 w 2478714"/>
                <a:gd name="connsiteY5" fmla="*/ 2344769 h 4507553"/>
                <a:gd name="connsiteX6" fmla="*/ 117943 w 2478714"/>
                <a:gd name="connsiteY6" fmla="*/ 1976723 h 4507553"/>
                <a:gd name="connsiteX7" fmla="*/ 224242 w 2478714"/>
                <a:gd name="connsiteY7" fmla="*/ 1744123 h 4507553"/>
                <a:gd name="connsiteX8" fmla="*/ 447222 w 2478714"/>
                <a:gd name="connsiteY8" fmla="*/ 1569244 h 4507553"/>
                <a:gd name="connsiteX9" fmla="*/ 708588 w 2478714"/>
                <a:gd name="connsiteY9" fmla="*/ 1598295 h 4507553"/>
                <a:gd name="connsiteX10" fmla="*/ 1024532 w 2478714"/>
                <a:gd name="connsiteY10" fmla="*/ 1741837 h 4507553"/>
                <a:gd name="connsiteX11" fmla="*/ 1538692 w 2478714"/>
                <a:gd name="connsiteY11" fmla="*/ 1773460 h 4507553"/>
                <a:gd name="connsiteX12" fmla="*/ 1869019 w 2478714"/>
                <a:gd name="connsiteY12" fmla="*/ 1650016 h 4507553"/>
                <a:gd name="connsiteX13" fmla="*/ 2124670 w 2478714"/>
                <a:gd name="connsiteY13" fmla="*/ 1515047 h 4507553"/>
                <a:gd name="connsiteX14" fmla="*/ 2334410 w 2478714"/>
                <a:gd name="connsiteY14" fmla="*/ 1305401 h 4507553"/>
                <a:gd name="connsiteX15" fmla="*/ 2430232 w 2478714"/>
                <a:gd name="connsiteY15" fmla="*/ 933164 h 4507553"/>
                <a:gd name="connsiteX16" fmla="*/ 2430232 w 2478714"/>
                <a:gd name="connsiteY16" fmla="*/ 571786 h 4507553"/>
                <a:gd name="connsiteX17" fmla="*/ 2445472 w 2478714"/>
                <a:gd name="connsiteY17" fmla="*/ 315659 h 4507553"/>
                <a:gd name="connsiteX18" fmla="*/ 2478714 w 2478714"/>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22721 w 2477193"/>
                <a:gd name="connsiteY7" fmla="*/ 1744123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37171 w 2477193"/>
                <a:gd name="connsiteY11" fmla="*/ 1773460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477193"/>
                <a:gd name="connsiteY0" fmla="*/ 4507553 h 4507553"/>
                <a:gd name="connsiteX1" fmla="*/ 582499 w 2477193"/>
                <a:gd name="connsiteY1" fmla="*/ 4220393 h 4507553"/>
                <a:gd name="connsiteX2" fmla="*/ 523472 w 2477193"/>
                <a:gd name="connsiteY2" fmla="*/ 3906089 h 4507553"/>
                <a:gd name="connsiteX3" fmla="*/ 279299 w 2477193"/>
                <a:gd name="connsiteY3" fmla="*/ 3178874 h 4507553"/>
                <a:gd name="connsiteX4" fmla="*/ 41555 w 2477193"/>
                <a:gd name="connsiteY4" fmla="*/ 2663762 h 4507553"/>
                <a:gd name="connsiteX5" fmla="*/ 1646 w 2477193"/>
                <a:gd name="connsiteY5" fmla="*/ 2344769 h 4507553"/>
                <a:gd name="connsiteX6" fmla="*/ 82642 w 2477193"/>
                <a:gd name="connsiteY6" fmla="*/ 1945147 h 4507553"/>
                <a:gd name="connsiteX7" fmla="*/ 252968 w 2477193"/>
                <a:gd name="connsiteY7" fmla="*/ 1756605 h 4507553"/>
                <a:gd name="connsiteX8" fmla="*/ 445701 w 2477193"/>
                <a:gd name="connsiteY8" fmla="*/ 1569244 h 4507553"/>
                <a:gd name="connsiteX9" fmla="*/ 707067 w 2477193"/>
                <a:gd name="connsiteY9" fmla="*/ 1598295 h 4507553"/>
                <a:gd name="connsiteX10" fmla="*/ 1023011 w 2477193"/>
                <a:gd name="connsiteY10" fmla="*/ 1741837 h 4507553"/>
                <a:gd name="connsiteX11" fmla="*/ 1565798 w 2477193"/>
                <a:gd name="connsiteY11" fmla="*/ 1817001 h 4507553"/>
                <a:gd name="connsiteX12" fmla="*/ 1867498 w 2477193"/>
                <a:gd name="connsiteY12" fmla="*/ 1650016 h 4507553"/>
                <a:gd name="connsiteX13" fmla="*/ 2123149 w 2477193"/>
                <a:gd name="connsiteY13" fmla="*/ 1515047 h 4507553"/>
                <a:gd name="connsiteX14" fmla="*/ 2332889 w 2477193"/>
                <a:gd name="connsiteY14" fmla="*/ 1305401 h 4507553"/>
                <a:gd name="connsiteX15" fmla="*/ 2428711 w 2477193"/>
                <a:gd name="connsiteY15" fmla="*/ 933164 h 4507553"/>
                <a:gd name="connsiteX16" fmla="*/ 2428711 w 2477193"/>
                <a:gd name="connsiteY16" fmla="*/ 571786 h 4507553"/>
                <a:gd name="connsiteX17" fmla="*/ 2443951 w 2477193"/>
                <a:gd name="connsiteY17" fmla="*/ 315659 h 4507553"/>
                <a:gd name="connsiteX18" fmla="*/ 2477193 w 2477193"/>
                <a:gd name="connsiteY18" fmla="*/ 0 h 4507553"/>
                <a:gd name="connsiteX0" fmla="*/ 493977 w 2507886"/>
                <a:gd name="connsiteY0" fmla="*/ 4507553 h 4507553"/>
                <a:gd name="connsiteX1" fmla="*/ 582499 w 2507886"/>
                <a:gd name="connsiteY1" fmla="*/ 4220393 h 4507553"/>
                <a:gd name="connsiteX2" fmla="*/ 523472 w 2507886"/>
                <a:gd name="connsiteY2" fmla="*/ 3906089 h 4507553"/>
                <a:gd name="connsiteX3" fmla="*/ 279299 w 2507886"/>
                <a:gd name="connsiteY3" fmla="*/ 3178874 h 4507553"/>
                <a:gd name="connsiteX4" fmla="*/ 41555 w 2507886"/>
                <a:gd name="connsiteY4" fmla="*/ 2663762 h 4507553"/>
                <a:gd name="connsiteX5" fmla="*/ 1646 w 2507886"/>
                <a:gd name="connsiteY5" fmla="*/ 2344769 h 4507553"/>
                <a:gd name="connsiteX6" fmla="*/ 82642 w 2507886"/>
                <a:gd name="connsiteY6" fmla="*/ 1945147 h 4507553"/>
                <a:gd name="connsiteX7" fmla="*/ 252968 w 2507886"/>
                <a:gd name="connsiteY7" fmla="*/ 1756605 h 4507553"/>
                <a:gd name="connsiteX8" fmla="*/ 445701 w 2507886"/>
                <a:gd name="connsiteY8" fmla="*/ 1569244 h 4507553"/>
                <a:gd name="connsiteX9" fmla="*/ 707067 w 2507886"/>
                <a:gd name="connsiteY9" fmla="*/ 1598295 h 4507553"/>
                <a:gd name="connsiteX10" fmla="*/ 1023011 w 2507886"/>
                <a:gd name="connsiteY10" fmla="*/ 1741837 h 4507553"/>
                <a:gd name="connsiteX11" fmla="*/ 1565798 w 2507886"/>
                <a:gd name="connsiteY11" fmla="*/ 1817001 h 4507553"/>
                <a:gd name="connsiteX12" fmla="*/ 1867498 w 2507886"/>
                <a:gd name="connsiteY12" fmla="*/ 1650016 h 4507553"/>
                <a:gd name="connsiteX13" fmla="*/ 2123149 w 2507886"/>
                <a:gd name="connsiteY13" fmla="*/ 1515047 h 4507553"/>
                <a:gd name="connsiteX14" fmla="*/ 2332889 w 2507886"/>
                <a:gd name="connsiteY14" fmla="*/ 1305401 h 4507553"/>
                <a:gd name="connsiteX15" fmla="*/ 2507570 w 2507886"/>
                <a:gd name="connsiteY15" fmla="*/ 904415 h 4507553"/>
                <a:gd name="connsiteX16" fmla="*/ 2428711 w 2507886"/>
                <a:gd name="connsiteY16" fmla="*/ 571786 h 4507553"/>
                <a:gd name="connsiteX17" fmla="*/ 2443951 w 2507886"/>
                <a:gd name="connsiteY17" fmla="*/ 315659 h 4507553"/>
                <a:gd name="connsiteX18" fmla="*/ 2477193 w 2507886"/>
                <a:gd name="connsiteY18" fmla="*/ 0 h 4507553"/>
                <a:gd name="connsiteX0" fmla="*/ 493977 w 2614913"/>
                <a:gd name="connsiteY0" fmla="*/ 4449984 h 4449984"/>
                <a:gd name="connsiteX1" fmla="*/ 582499 w 2614913"/>
                <a:gd name="connsiteY1" fmla="*/ 4162824 h 4449984"/>
                <a:gd name="connsiteX2" fmla="*/ 523472 w 2614913"/>
                <a:gd name="connsiteY2" fmla="*/ 3848520 h 4449984"/>
                <a:gd name="connsiteX3" fmla="*/ 279299 w 2614913"/>
                <a:gd name="connsiteY3" fmla="*/ 3121305 h 4449984"/>
                <a:gd name="connsiteX4" fmla="*/ 41555 w 2614913"/>
                <a:gd name="connsiteY4" fmla="*/ 2606193 h 4449984"/>
                <a:gd name="connsiteX5" fmla="*/ 1646 w 2614913"/>
                <a:gd name="connsiteY5" fmla="*/ 2287200 h 4449984"/>
                <a:gd name="connsiteX6" fmla="*/ 82642 w 2614913"/>
                <a:gd name="connsiteY6" fmla="*/ 1887578 h 4449984"/>
                <a:gd name="connsiteX7" fmla="*/ 252968 w 2614913"/>
                <a:gd name="connsiteY7" fmla="*/ 1699036 h 4449984"/>
                <a:gd name="connsiteX8" fmla="*/ 445701 w 2614913"/>
                <a:gd name="connsiteY8" fmla="*/ 1511675 h 4449984"/>
                <a:gd name="connsiteX9" fmla="*/ 707067 w 2614913"/>
                <a:gd name="connsiteY9" fmla="*/ 1540726 h 4449984"/>
                <a:gd name="connsiteX10" fmla="*/ 1023011 w 2614913"/>
                <a:gd name="connsiteY10" fmla="*/ 1684268 h 4449984"/>
                <a:gd name="connsiteX11" fmla="*/ 1565798 w 2614913"/>
                <a:gd name="connsiteY11" fmla="*/ 1759432 h 4449984"/>
                <a:gd name="connsiteX12" fmla="*/ 1867498 w 2614913"/>
                <a:gd name="connsiteY12" fmla="*/ 1592447 h 4449984"/>
                <a:gd name="connsiteX13" fmla="*/ 2123149 w 2614913"/>
                <a:gd name="connsiteY13" fmla="*/ 1457478 h 4449984"/>
                <a:gd name="connsiteX14" fmla="*/ 2332889 w 2614913"/>
                <a:gd name="connsiteY14" fmla="*/ 1247832 h 4449984"/>
                <a:gd name="connsiteX15" fmla="*/ 2507570 w 2614913"/>
                <a:gd name="connsiteY15" fmla="*/ 846846 h 4449984"/>
                <a:gd name="connsiteX16" fmla="*/ 2428711 w 2614913"/>
                <a:gd name="connsiteY16" fmla="*/ 514217 h 4449984"/>
                <a:gd name="connsiteX17" fmla="*/ 2443951 w 2614913"/>
                <a:gd name="connsiteY17" fmla="*/ 258090 h 4449984"/>
                <a:gd name="connsiteX18" fmla="*/ 2614913 w 2614913"/>
                <a:gd name="connsiteY18" fmla="*/ 0 h 4449984"/>
                <a:gd name="connsiteX0" fmla="*/ 461490 w 2582426"/>
                <a:gd name="connsiteY0" fmla="*/ 4449984 h 4449984"/>
                <a:gd name="connsiteX1" fmla="*/ 550012 w 2582426"/>
                <a:gd name="connsiteY1" fmla="*/ 4162824 h 4449984"/>
                <a:gd name="connsiteX2" fmla="*/ 490985 w 2582426"/>
                <a:gd name="connsiteY2" fmla="*/ 3848520 h 4449984"/>
                <a:gd name="connsiteX3" fmla="*/ 246812 w 2582426"/>
                <a:gd name="connsiteY3" fmla="*/ 3121305 h 4449984"/>
                <a:gd name="connsiteX4" fmla="*/ 9068 w 2582426"/>
                <a:gd name="connsiteY4" fmla="*/ 2606193 h 4449984"/>
                <a:gd name="connsiteX5" fmla="*/ 49595 w 2582426"/>
                <a:gd name="connsiteY5" fmla="*/ 2339919 h 4449984"/>
                <a:gd name="connsiteX6" fmla="*/ 50155 w 2582426"/>
                <a:gd name="connsiteY6" fmla="*/ 1887578 h 4449984"/>
                <a:gd name="connsiteX7" fmla="*/ 220481 w 2582426"/>
                <a:gd name="connsiteY7" fmla="*/ 1699036 h 4449984"/>
                <a:gd name="connsiteX8" fmla="*/ 413214 w 2582426"/>
                <a:gd name="connsiteY8" fmla="*/ 1511675 h 4449984"/>
                <a:gd name="connsiteX9" fmla="*/ 674580 w 2582426"/>
                <a:gd name="connsiteY9" fmla="*/ 1540726 h 4449984"/>
                <a:gd name="connsiteX10" fmla="*/ 990524 w 2582426"/>
                <a:gd name="connsiteY10" fmla="*/ 1684268 h 4449984"/>
                <a:gd name="connsiteX11" fmla="*/ 1533311 w 2582426"/>
                <a:gd name="connsiteY11" fmla="*/ 1759432 h 4449984"/>
                <a:gd name="connsiteX12" fmla="*/ 1835011 w 2582426"/>
                <a:gd name="connsiteY12" fmla="*/ 1592447 h 4449984"/>
                <a:gd name="connsiteX13" fmla="*/ 2090662 w 2582426"/>
                <a:gd name="connsiteY13" fmla="*/ 1457478 h 4449984"/>
                <a:gd name="connsiteX14" fmla="*/ 2300402 w 2582426"/>
                <a:gd name="connsiteY14" fmla="*/ 1247832 h 4449984"/>
                <a:gd name="connsiteX15" fmla="*/ 2475083 w 2582426"/>
                <a:gd name="connsiteY15" fmla="*/ 846846 h 4449984"/>
                <a:gd name="connsiteX16" fmla="*/ 2396224 w 2582426"/>
                <a:gd name="connsiteY16" fmla="*/ 514217 h 4449984"/>
                <a:gd name="connsiteX17" fmla="*/ 2411464 w 2582426"/>
                <a:gd name="connsiteY17" fmla="*/ 258090 h 4449984"/>
                <a:gd name="connsiteX18" fmla="*/ 2582426 w 2582426"/>
                <a:gd name="connsiteY18" fmla="*/ 0 h 4449984"/>
                <a:gd name="connsiteX0" fmla="*/ 450172 w 2571108"/>
                <a:gd name="connsiteY0" fmla="*/ 4449984 h 4449984"/>
                <a:gd name="connsiteX1" fmla="*/ 538694 w 2571108"/>
                <a:gd name="connsiteY1" fmla="*/ 4162824 h 4449984"/>
                <a:gd name="connsiteX2" fmla="*/ 479667 w 2571108"/>
                <a:gd name="connsiteY2" fmla="*/ 3848520 h 4449984"/>
                <a:gd name="connsiteX3" fmla="*/ 235494 w 2571108"/>
                <a:gd name="connsiteY3" fmla="*/ 3121305 h 4449984"/>
                <a:gd name="connsiteX4" fmla="*/ 10271 w 2571108"/>
                <a:gd name="connsiteY4" fmla="*/ 2687663 h 4449984"/>
                <a:gd name="connsiteX5" fmla="*/ 38277 w 2571108"/>
                <a:gd name="connsiteY5" fmla="*/ 2339919 h 4449984"/>
                <a:gd name="connsiteX6" fmla="*/ 38837 w 2571108"/>
                <a:gd name="connsiteY6" fmla="*/ 1887578 h 4449984"/>
                <a:gd name="connsiteX7" fmla="*/ 209163 w 2571108"/>
                <a:gd name="connsiteY7" fmla="*/ 1699036 h 4449984"/>
                <a:gd name="connsiteX8" fmla="*/ 401896 w 2571108"/>
                <a:gd name="connsiteY8" fmla="*/ 1511675 h 4449984"/>
                <a:gd name="connsiteX9" fmla="*/ 663262 w 2571108"/>
                <a:gd name="connsiteY9" fmla="*/ 1540726 h 4449984"/>
                <a:gd name="connsiteX10" fmla="*/ 979206 w 2571108"/>
                <a:gd name="connsiteY10" fmla="*/ 1684268 h 4449984"/>
                <a:gd name="connsiteX11" fmla="*/ 1521993 w 2571108"/>
                <a:gd name="connsiteY11" fmla="*/ 1759432 h 4449984"/>
                <a:gd name="connsiteX12" fmla="*/ 1823693 w 2571108"/>
                <a:gd name="connsiteY12" fmla="*/ 1592447 h 4449984"/>
                <a:gd name="connsiteX13" fmla="*/ 2079344 w 2571108"/>
                <a:gd name="connsiteY13" fmla="*/ 1457478 h 4449984"/>
                <a:gd name="connsiteX14" fmla="*/ 2289084 w 2571108"/>
                <a:gd name="connsiteY14" fmla="*/ 1247832 h 4449984"/>
                <a:gd name="connsiteX15" fmla="*/ 2463765 w 2571108"/>
                <a:gd name="connsiteY15" fmla="*/ 846846 h 4449984"/>
                <a:gd name="connsiteX16" fmla="*/ 2384906 w 2571108"/>
                <a:gd name="connsiteY16" fmla="*/ 514217 h 4449984"/>
                <a:gd name="connsiteX17" fmla="*/ 2400146 w 2571108"/>
                <a:gd name="connsiteY17" fmla="*/ 258090 h 4449984"/>
                <a:gd name="connsiteX18" fmla="*/ 2571108 w 2571108"/>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195681 w 2568626"/>
                <a:gd name="connsiteY3" fmla="*/ 3118241 h 4449984"/>
                <a:gd name="connsiteX4" fmla="*/ 7789 w 2568626"/>
                <a:gd name="connsiteY4" fmla="*/ 2687663 h 4449984"/>
                <a:gd name="connsiteX5" fmla="*/ 35795 w 2568626"/>
                <a:gd name="connsiteY5" fmla="*/ 2339919 h 4449984"/>
                <a:gd name="connsiteX6" fmla="*/ 36355 w 2568626"/>
                <a:gd name="connsiteY6" fmla="*/ 1887578 h 4449984"/>
                <a:gd name="connsiteX7" fmla="*/ 206681 w 2568626"/>
                <a:gd name="connsiteY7" fmla="*/ 1699036 h 4449984"/>
                <a:gd name="connsiteX8" fmla="*/ 399414 w 2568626"/>
                <a:gd name="connsiteY8" fmla="*/ 1511675 h 4449984"/>
                <a:gd name="connsiteX9" fmla="*/ 660780 w 2568626"/>
                <a:gd name="connsiteY9" fmla="*/ 1540726 h 4449984"/>
                <a:gd name="connsiteX10" fmla="*/ 976724 w 2568626"/>
                <a:gd name="connsiteY10" fmla="*/ 1684268 h 4449984"/>
                <a:gd name="connsiteX11" fmla="*/ 1519511 w 2568626"/>
                <a:gd name="connsiteY11" fmla="*/ 1759432 h 4449984"/>
                <a:gd name="connsiteX12" fmla="*/ 1821211 w 2568626"/>
                <a:gd name="connsiteY12" fmla="*/ 1592447 h 4449984"/>
                <a:gd name="connsiteX13" fmla="*/ 2076862 w 2568626"/>
                <a:gd name="connsiteY13" fmla="*/ 1457478 h 4449984"/>
                <a:gd name="connsiteX14" fmla="*/ 2286602 w 2568626"/>
                <a:gd name="connsiteY14" fmla="*/ 1247832 h 4449984"/>
                <a:gd name="connsiteX15" fmla="*/ 2461283 w 2568626"/>
                <a:gd name="connsiteY15" fmla="*/ 846846 h 4449984"/>
                <a:gd name="connsiteX16" fmla="*/ 2382424 w 2568626"/>
                <a:gd name="connsiteY16" fmla="*/ 514217 h 4449984"/>
                <a:gd name="connsiteX17" fmla="*/ 2397664 w 2568626"/>
                <a:gd name="connsiteY17" fmla="*/ 258090 h 4449984"/>
                <a:gd name="connsiteX18" fmla="*/ 2568626 w 2568626"/>
                <a:gd name="connsiteY18" fmla="*/ 0 h 4449984"/>
                <a:gd name="connsiteX0" fmla="*/ 447690 w 2568626"/>
                <a:gd name="connsiteY0" fmla="*/ 4449984 h 4449984"/>
                <a:gd name="connsiteX1" fmla="*/ 536212 w 2568626"/>
                <a:gd name="connsiteY1" fmla="*/ 4162824 h 4449984"/>
                <a:gd name="connsiteX2" fmla="*/ 477185 w 2568626"/>
                <a:gd name="connsiteY2" fmla="*/ 3848520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47690 w 2568626"/>
                <a:gd name="connsiteY0" fmla="*/ 4449984 h 4449984"/>
                <a:gd name="connsiteX1" fmla="*/ 536212 w 2568626"/>
                <a:gd name="connsiteY1" fmla="*/ 4162824 h 4449984"/>
                <a:gd name="connsiteX2" fmla="*/ 574322 w 2568626"/>
                <a:gd name="connsiteY2" fmla="*/ 3991111 h 4449984"/>
                <a:gd name="connsiteX3" fmla="*/ 518336 w 2568626"/>
                <a:gd name="connsiteY3" fmla="*/ 3782724 h 4449984"/>
                <a:gd name="connsiteX4" fmla="*/ 195681 w 2568626"/>
                <a:gd name="connsiteY4" fmla="*/ 3118241 h 4449984"/>
                <a:gd name="connsiteX5" fmla="*/ 7789 w 2568626"/>
                <a:gd name="connsiteY5" fmla="*/ 2687663 h 4449984"/>
                <a:gd name="connsiteX6" fmla="*/ 35795 w 2568626"/>
                <a:gd name="connsiteY6" fmla="*/ 2339919 h 4449984"/>
                <a:gd name="connsiteX7" fmla="*/ 36355 w 2568626"/>
                <a:gd name="connsiteY7" fmla="*/ 1887578 h 4449984"/>
                <a:gd name="connsiteX8" fmla="*/ 206681 w 2568626"/>
                <a:gd name="connsiteY8" fmla="*/ 1699036 h 4449984"/>
                <a:gd name="connsiteX9" fmla="*/ 399414 w 2568626"/>
                <a:gd name="connsiteY9" fmla="*/ 1511675 h 4449984"/>
                <a:gd name="connsiteX10" fmla="*/ 660780 w 2568626"/>
                <a:gd name="connsiteY10" fmla="*/ 1540726 h 4449984"/>
                <a:gd name="connsiteX11" fmla="*/ 976724 w 2568626"/>
                <a:gd name="connsiteY11" fmla="*/ 1684268 h 4449984"/>
                <a:gd name="connsiteX12" fmla="*/ 1519511 w 2568626"/>
                <a:gd name="connsiteY12" fmla="*/ 1759432 h 4449984"/>
                <a:gd name="connsiteX13" fmla="*/ 1821211 w 2568626"/>
                <a:gd name="connsiteY13" fmla="*/ 1592447 h 4449984"/>
                <a:gd name="connsiteX14" fmla="*/ 2076862 w 2568626"/>
                <a:gd name="connsiteY14" fmla="*/ 1457478 h 4449984"/>
                <a:gd name="connsiteX15" fmla="*/ 2286602 w 2568626"/>
                <a:gd name="connsiteY15" fmla="*/ 1247832 h 4449984"/>
                <a:gd name="connsiteX16" fmla="*/ 2461283 w 2568626"/>
                <a:gd name="connsiteY16" fmla="*/ 846846 h 4449984"/>
                <a:gd name="connsiteX17" fmla="*/ 2382424 w 2568626"/>
                <a:gd name="connsiteY17" fmla="*/ 514217 h 4449984"/>
                <a:gd name="connsiteX18" fmla="*/ 2397664 w 2568626"/>
                <a:gd name="connsiteY18" fmla="*/ 258090 h 4449984"/>
                <a:gd name="connsiteX19" fmla="*/ 2568626 w 2568626"/>
                <a:gd name="connsiteY19" fmla="*/ 0 h 4449984"/>
                <a:gd name="connsiteX0" fmla="*/ 439924 w 2560860"/>
                <a:gd name="connsiteY0" fmla="*/ 4449984 h 4449984"/>
                <a:gd name="connsiteX1" fmla="*/ 528446 w 2560860"/>
                <a:gd name="connsiteY1" fmla="*/ 4162824 h 4449984"/>
                <a:gd name="connsiteX2" fmla="*/ 566556 w 2560860"/>
                <a:gd name="connsiteY2" fmla="*/ 3991111 h 4449984"/>
                <a:gd name="connsiteX3" fmla="*/ 510570 w 2560860"/>
                <a:gd name="connsiteY3" fmla="*/ 3782724 h 4449984"/>
                <a:gd name="connsiteX4" fmla="*/ 187915 w 2560860"/>
                <a:gd name="connsiteY4" fmla="*/ 3118241 h 4449984"/>
                <a:gd name="connsiteX5" fmla="*/ 23 w 2560860"/>
                <a:gd name="connsiteY5" fmla="*/ 2687663 h 4449984"/>
                <a:gd name="connsiteX6" fmla="*/ 174244 w 2560860"/>
                <a:gd name="connsiteY6" fmla="*/ 2301369 h 4449984"/>
                <a:gd name="connsiteX7" fmla="*/ 28589 w 2560860"/>
                <a:gd name="connsiteY7" fmla="*/ 1887578 h 4449984"/>
                <a:gd name="connsiteX8" fmla="*/ 198915 w 2560860"/>
                <a:gd name="connsiteY8" fmla="*/ 1699036 h 4449984"/>
                <a:gd name="connsiteX9" fmla="*/ 391648 w 2560860"/>
                <a:gd name="connsiteY9" fmla="*/ 1511675 h 4449984"/>
                <a:gd name="connsiteX10" fmla="*/ 653014 w 2560860"/>
                <a:gd name="connsiteY10" fmla="*/ 1540726 h 4449984"/>
                <a:gd name="connsiteX11" fmla="*/ 968958 w 2560860"/>
                <a:gd name="connsiteY11" fmla="*/ 1684268 h 4449984"/>
                <a:gd name="connsiteX12" fmla="*/ 1511745 w 2560860"/>
                <a:gd name="connsiteY12" fmla="*/ 1759432 h 4449984"/>
                <a:gd name="connsiteX13" fmla="*/ 1813445 w 2560860"/>
                <a:gd name="connsiteY13" fmla="*/ 1592447 h 4449984"/>
                <a:gd name="connsiteX14" fmla="*/ 2069096 w 2560860"/>
                <a:gd name="connsiteY14" fmla="*/ 1457478 h 4449984"/>
                <a:gd name="connsiteX15" fmla="*/ 2278836 w 2560860"/>
                <a:gd name="connsiteY15" fmla="*/ 1247832 h 4449984"/>
                <a:gd name="connsiteX16" fmla="*/ 2453517 w 2560860"/>
                <a:gd name="connsiteY16" fmla="*/ 846846 h 4449984"/>
                <a:gd name="connsiteX17" fmla="*/ 2374658 w 2560860"/>
                <a:gd name="connsiteY17" fmla="*/ 514217 h 4449984"/>
                <a:gd name="connsiteX18" fmla="*/ 2389898 w 2560860"/>
                <a:gd name="connsiteY18" fmla="*/ 258090 h 4449984"/>
                <a:gd name="connsiteX19" fmla="*/ 2560860 w 2560860"/>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198919 w 2560864"/>
                <a:gd name="connsiteY8" fmla="*/ 1699036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391652 w 2560864"/>
                <a:gd name="connsiteY9" fmla="*/ 1511675 h 4449984"/>
                <a:gd name="connsiteX10" fmla="*/ 653018 w 2560864"/>
                <a:gd name="connsiteY10" fmla="*/ 1540726 h 4449984"/>
                <a:gd name="connsiteX11" fmla="*/ 968962 w 2560864"/>
                <a:gd name="connsiteY11" fmla="*/ 1684268 h 4449984"/>
                <a:gd name="connsiteX12" fmla="*/ 1511749 w 2560864"/>
                <a:gd name="connsiteY12" fmla="*/ 1759432 h 4449984"/>
                <a:gd name="connsiteX13" fmla="*/ 1813449 w 2560864"/>
                <a:gd name="connsiteY13" fmla="*/ 1592447 h 4449984"/>
                <a:gd name="connsiteX14" fmla="*/ 2069100 w 2560864"/>
                <a:gd name="connsiteY14" fmla="*/ 1457478 h 4449984"/>
                <a:gd name="connsiteX15" fmla="*/ 2278840 w 2560864"/>
                <a:gd name="connsiteY15" fmla="*/ 1247832 h 4449984"/>
                <a:gd name="connsiteX16" fmla="*/ 2453521 w 2560864"/>
                <a:gd name="connsiteY16" fmla="*/ 846846 h 4449984"/>
                <a:gd name="connsiteX17" fmla="*/ 2374662 w 2560864"/>
                <a:gd name="connsiteY17" fmla="*/ 514217 h 4449984"/>
                <a:gd name="connsiteX18" fmla="*/ 2389902 w 2560864"/>
                <a:gd name="connsiteY18" fmla="*/ 258090 h 4449984"/>
                <a:gd name="connsiteX19" fmla="*/ 2560864 w 2560864"/>
                <a:gd name="connsiteY19" fmla="*/ 0 h 4449984"/>
                <a:gd name="connsiteX0" fmla="*/ 439928 w 2560864"/>
                <a:gd name="connsiteY0" fmla="*/ 4449984 h 4449984"/>
                <a:gd name="connsiteX1" fmla="*/ 528450 w 2560864"/>
                <a:gd name="connsiteY1" fmla="*/ 4162824 h 4449984"/>
                <a:gd name="connsiteX2" fmla="*/ 566560 w 2560864"/>
                <a:gd name="connsiteY2" fmla="*/ 3991111 h 4449984"/>
                <a:gd name="connsiteX3" fmla="*/ 510574 w 2560864"/>
                <a:gd name="connsiteY3" fmla="*/ 3782724 h 4449984"/>
                <a:gd name="connsiteX4" fmla="*/ 187919 w 2560864"/>
                <a:gd name="connsiteY4" fmla="*/ 3118241 h 4449984"/>
                <a:gd name="connsiteX5" fmla="*/ 27 w 2560864"/>
                <a:gd name="connsiteY5" fmla="*/ 2687663 h 4449984"/>
                <a:gd name="connsiteX6" fmla="*/ 174248 w 2560864"/>
                <a:gd name="connsiteY6" fmla="*/ 2301369 h 4449984"/>
                <a:gd name="connsiteX7" fmla="*/ 224014 w 2560864"/>
                <a:gd name="connsiteY7" fmla="*/ 1896822 h 4449984"/>
                <a:gd name="connsiteX8" fmla="*/ 308758 w 2560864"/>
                <a:gd name="connsiteY8" fmla="*/ 1727642 h 4449984"/>
                <a:gd name="connsiteX9" fmla="*/ 653018 w 2560864"/>
                <a:gd name="connsiteY9" fmla="*/ 1540726 h 4449984"/>
                <a:gd name="connsiteX10" fmla="*/ 968962 w 2560864"/>
                <a:gd name="connsiteY10" fmla="*/ 1684268 h 4449984"/>
                <a:gd name="connsiteX11" fmla="*/ 1511749 w 2560864"/>
                <a:gd name="connsiteY11" fmla="*/ 1759432 h 4449984"/>
                <a:gd name="connsiteX12" fmla="*/ 1813449 w 2560864"/>
                <a:gd name="connsiteY12" fmla="*/ 1592447 h 4449984"/>
                <a:gd name="connsiteX13" fmla="*/ 2069100 w 2560864"/>
                <a:gd name="connsiteY13" fmla="*/ 1457478 h 4449984"/>
                <a:gd name="connsiteX14" fmla="*/ 2278840 w 2560864"/>
                <a:gd name="connsiteY14" fmla="*/ 1247832 h 4449984"/>
                <a:gd name="connsiteX15" fmla="*/ 2453521 w 2560864"/>
                <a:gd name="connsiteY15" fmla="*/ 846846 h 4449984"/>
                <a:gd name="connsiteX16" fmla="*/ 2374662 w 2560864"/>
                <a:gd name="connsiteY16" fmla="*/ 514217 h 4449984"/>
                <a:gd name="connsiteX17" fmla="*/ 2389902 w 2560864"/>
                <a:gd name="connsiteY17" fmla="*/ 258090 h 4449984"/>
                <a:gd name="connsiteX18" fmla="*/ 2560864 w 256086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22949 w 2395894"/>
                <a:gd name="connsiteY4" fmla="*/ 3118241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395894"/>
                <a:gd name="connsiteY0" fmla="*/ 4449984 h 4449984"/>
                <a:gd name="connsiteX1" fmla="*/ 363480 w 2395894"/>
                <a:gd name="connsiteY1" fmla="*/ 4162824 h 4449984"/>
                <a:gd name="connsiteX2" fmla="*/ 401590 w 2395894"/>
                <a:gd name="connsiteY2" fmla="*/ 3991111 h 4449984"/>
                <a:gd name="connsiteX3" fmla="*/ 345604 w 2395894"/>
                <a:gd name="connsiteY3" fmla="*/ 3782724 h 4449984"/>
                <a:gd name="connsiteX4" fmla="*/ 185356 w 2395894"/>
                <a:gd name="connsiteY4" fmla="*/ 3168626 h 4449984"/>
                <a:gd name="connsiteX5" fmla="*/ 251187 w 2395894"/>
                <a:gd name="connsiteY5" fmla="*/ 2681911 h 4449984"/>
                <a:gd name="connsiteX6" fmla="*/ 9278 w 2395894"/>
                <a:gd name="connsiteY6" fmla="*/ 2301369 h 4449984"/>
                <a:gd name="connsiteX7" fmla="*/ 59044 w 2395894"/>
                <a:gd name="connsiteY7" fmla="*/ 1896822 h 4449984"/>
                <a:gd name="connsiteX8" fmla="*/ 143788 w 2395894"/>
                <a:gd name="connsiteY8" fmla="*/ 1727642 h 4449984"/>
                <a:gd name="connsiteX9" fmla="*/ 488048 w 2395894"/>
                <a:gd name="connsiteY9" fmla="*/ 1540726 h 4449984"/>
                <a:gd name="connsiteX10" fmla="*/ 803992 w 2395894"/>
                <a:gd name="connsiteY10" fmla="*/ 1684268 h 4449984"/>
                <a:gd name="connsiteX11" fmla="*/ 1346779 w 2395894"/>
                <a:gd name="connsiteY11" fmla="*/ 1759432 h 4449984"/>
                <a:gd name="connsiteX12" fmla="*/ 1648479 w 2395894"/>
                <a:gd name="connsiteY12" fmla="*/ 1592447 h 4449984"/>
                <a:gd name="connsiteX13" fmla="*/ 1904130 w 2395894"/>
                <a:gd name="connsiteY13" fmla="*/ 1457478 h 4449984"/>
                <a:gd name="connsiteX14" fmla="*/ 2113870 w 2395894"/>
                <a:gd name="connsiteY14" fmla="*/ 1247832 h 4449984"/>
                <a:gd name="connsiteX15" fmla="*/ 2288551 w 2395894"/>
                <a:gd name="connsiteY15" fmla="*/ 846846 h 4449984"/>
                <a:gd name="connsiteX16" fmla="*/ 2209692 w 2395894"/>
                <a:gd name="connsiteY16" fmla="*/ 514217 h 4449984"/>
                <a:gd name="connsiteX17" fmla="*/ 2224932 w 2395894"/>
                <a:gd name="connsiteY17" fmla="*/ 258090 h 4449984"/>
                <a:gd name="connsiteX18" fmla="*/ 2395894 w 2395894"/>
                <a:gd name="connsiteY18" fmla="*/ 0 h 4449984"/>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24932 w 2636666"/>
                <a:gd name="connsiteY17" fmla="*/ 385376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209692 w 2636666"/>
                <a:gd name="connsiteY16" fmla="*/ 641503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88048 w 2636666"/>
                <a:gd name="connsiteY9" fmla="*/ 1668012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74958 w 2636666"/>
                <a:gd name="connsiteY0" fmla="*/ 4577270 h 4577270"/>
                <a:gd name="connsiteX1" fmla="*/ 363480 w 2636666"/>
                <a:gd name="connsiteY1" fmla="*/ 4290110 h 4577270"/>
                <a:gd name="connsiteX2" fmla="*/ 401590 w 2636666"/>
                <a:gd name="connsiteY2" fmla="*/ 4118397 h 4577270"/>
                <a:gd name="connsiteX3" fmla="*/ 345604 w 2636666"/>
                <a:gd name="connsiteY3" fmla="*/ 3910010 h 4577270"/>
                <a:gd name="connsiteX4" fmla="*/ 185356 w 2636666"/>
                <a:gd name="connsiteY4" fmla="*/ 3295912 h 4577270"/>
                <a:gd name="connsiteX5" fmla="*/ 251187 w 2636666"/>
                <a:gd name="connsiteY5" fmla="*/ 2809197 h 4577270"/>
                <a:gd name="connsiteX6" fmla="*/ 9278 w 2636666"/>
                <a:gd name="connsiteY6" fmla="*/ 2428655 h 4577270"/>
                <a:gd name="connsiteX7" fmla="*/ 59044 w 2636666"/>
                <a:gd name="connsiteY7" fmla="*/ 2024108 h 4577270"/>
                <a:gd name="connsiteX8" fmla="*/ 143788 w 2636666"/>
                <a:gd name="connsiteY8" fmla="*/ 1854928 h 4577270"/>
                <a:gd name="connsiteX9" fmla="*/ 456030 w 2636666"/>
                <a:gd name="connsiteY9" fmla="*/ 1744284 h 4577270"/>
                <a:gd name="connsiteX10" fmla="*/ 803992 w 2636666"/>
                <a:gd name="connsiteY10" fmla="*/ 1811554 h 4577270"/>
                <a:gd name="connsiteX11" fmla="*/ 1346779 w 2636666"/>
                <a:gd name="connsiteY11" fmla="*/ 1886718 h 4577270"/>
                <a:gd name="connsiteX12" fmla="*/ 1648479 w 2636666"/>
                <a:gd name="connsiteY12" fmla="*/ 1719733 h 4577270"/>
                <a:gd name="connsiteX13" fmla="*/ 1904130 w 2636666"/>
                <a:gd name="connsiteY13" fmla="*/ 1584764 h 4577270"/>
                <a:gd name="connsiteX14" fmla="*/ 2113870 w 2636666"/>
                <a:gd name="connsiteY14" fmla="*/ 1375118 h 4577270"/>
                <a:gd name="connsiteX15" fmla="*/ 2288551 w 2636666"/>
                <a:gd name="connsiteY15" fmla="*/ 974132 h 4577270"/>
                <a:gd name="connsiteX16" fmla="*/ 2336663 w 2636666"/>
                <a:gd name="connsiteY16" fmla="*/ 623301 h 4577270"/>
                <a:gd name="connsiteX17" fmla="*/ 2283389 w 2636666"/>
                <a:gd name="connsiteY17" fmla="*/ 361629 h 4577270"/>
                <a:gd name="connsiteX18" fmla="*/ 2636666 w 2636666"/>
                <a:gd name="connsiteY18" fmla="*/ 0 h 4577270"/>
                <a:gd name="connsiteX0" fmla="*/ 283669 w 2645377"/>
                <a:gd name="connsiteY0" fmla="*/ 4577270 h 4577270"/>
                <a:gd name="connsiteX1" fmla="*/ 372191 w 2645377"/>
                <a:gd name="connsiteY1" fmla="*/ 4290110 h 4577270"/>
                <a:gd name="connsiteX2" fmla="*/ 410301 w 2645377"/>
                <a:gd name="connsiteY2" fmla="*/ 4118397 h 4577270"/>
                <a:gd name="connsiteX3" fmla="*/ 354315 w 2645377"/>
                <a:gd name="connsiteY3" fmla="*/ 3910010 h 4577270"/>
                <a:gd name="connsiteX4" fmla="*/ 194067 w 2645377"/>
                <a:gd name="connsiteY4" fmla="*/ 3295912 h 4577270"/>
                <a:gd name="connsiteX5" fmla="*/ 259898 w 2645377"/>
                <a:gd name="connsiteY5" fmla="*/ 2809197 h 4577270"/>
                <a:gd name="connsiteX6" fmla="*/ 17989 w 2645377"/>
                <a:gd name="connsiteY6" fmla="*/ 2428655 h 4577270"/>
                <a:gd name="connsiteX7" fmla="*/ 67755 w 2645377"/>
                <a:gd name="connsiteY7" fmla="*/ 2024108 h 4577270"/>
                <a:gd name="connsiteX8" fmla="*/ 464741 w 2645377"/>
                <a:gd name="connsiteY8" fmla="*/ 1744284 h 4577270"/>
                <a:gd name="connsiteX9" fmla="*/ 812703 w 2645377"/>
                <a:gd name="connsiteY9" fmla="*/ 1811554 h 4577270"/>
                <a:gd name="connsiteX10" fmla="*/ 1355490 w 2645377"/>
                <a:gd name="connsiteY10" fmla="*/ 1886718 h 4577270"/>
                <a:gd name="connsiteX11" fmla="*/ 1657190 w 2645377"/>
                <a:gd name="connsiteY11" fmla="*/ 1719733 h 4577270"/>
                <a:gd name="connsiteX12" fmla="*/ 1912841 w 2645377"/>
                <a:gd name="connsiteY12" fmla="*/ 1584764 h 4577270"/>
                <a:gd name="connsiteX13" fmla="*/ 2122581 w 2645377"/>
                <a:gd name="connsiteY13" fmla="*/ 1375118 h 4577270"/>
                <a:gd name="connsiteX14" fmla="*/ 2297262 w 2645377"/>
                <a:gd name="connsiteY14" fmla="*/ 974132 h 4577270"/>
                <a:gd name="connsiteX15" fmla="*/ 2345374 w 2645377"/>
                <a:gd name="connsiteY15" fmla="*/ 623301 h 4577270"/>
                <a:gd name="connsiteX16" fmla="*/ 2292100 w 2645377"/>
                <a:gd name="connsiteY16" fmla="*/ 361629 h 4577270"/>
                <a:gd name="connsiteX17" fmla="*/ 2645377 w 2645377"/>
                <a:gd name="connsiteY17" fmla="*/ 0 h 4577270"/>
                <a:gd name="connsiteX0" fmla="*/ 306239 w 2667947"/>
                <a:gd name="connsiteY0" fmla="*/ 4577270 h 4577270"/>
                <a:gd name="connsiteX1" fmla="*/ 394761 w 2667947"/>
                <a:gd name="connsiteY1" fmla="*/ 4290110 h 4577270"/>
                <a:gd name="connsiteX2" fmla="*/ 432871 w 2667947"/>
                <a:gd name="connsiteY2" fmla="*/ 4118397 h 4577270"/>
                <a:gd name="connsiteX3" fmla="*/ 376885 w 2667947"/>
                <a:gd name="connsiteY3" fmla="*/ 3910010 h 4577270"/>
                <a:gd name="connsiteX4" fmla="*/ 216637 w 2667947"/>
                <a:gd name="connsiteY4" fmla="*/ 3295912 h 4577270"/>
                <a:gd name="connsiteX5" fmla="*/ 282468 w 2667947"/>
                <a:gd name="connsiteY5" fmla="*/ 2809197 h 4577270"/>
                <a:gd name="connsiteX6" fmla="*/ 40559 w 2667947"/>
                <a:gd name="connsiteY6" fmla="*/ 2428655 h 4577270"/>
                <a:gd name="connsiteX7" fmla="*/ 45824 w 2667947"/>
                <a:gd name="connsiteY7" fmla="*/ 2122386 h 4577270"/>
                <a:gd name="connsiteX8" fmla="*/ 487311 w 2667947"/>
                <a:gd name="connsiteY8" fmla="*/ 1744284 h 4577270"/>
                <a:gd name="connsiteX9" fmla="*/ 835273 w 2667947"/>
                <a:gd name="connsiteY9" fmla="*/ 1811554 h 4577270"/>
                <a:gd name="connsiteX10" fmla="*/ 1378060 w 2667947"/>
                <a:gd name="connsiteY10" fmla="*/ 1886718 h 4577270"/>
                <a:gd name="connsiteX11" fmla="*/ 1679760 w 2667947"/>
                <a:gd name="connsiteY11" fmla="*/ 1719733 h 4577270"/>
                <a:gd name="connsiteX12" fmla="*/ 1935411 w 2667947"/>
                <a:gd name="connsiteY12" fmla="*/ 1584764 h 4577270"/>
                <a:gd name="connsiteX13" fmla="*/ 2145151 w 2667947"/>
                <a:gd name="connsiteY13" fmla="*/ 1375118 h 4577270"/>
                <a:gd name="connsiteX14" fmla="*/ 2319832 w 2667947"/>
                <a:gd name="connsiteY14" fmla="*/ 974132 h 4577270"/>
                <a:gd name="connsiteX15" fmla="*/ 2367944 w 2667947"/>
                <a:gd name="connsiteY15" fmla="*/ 623301 h 4577270"/>
                <a:gd name="connsiteX16" fmla="*/ 2314670 w 2667947"/>
                <a:gd name="connsiteY16" fmla="*/ 361629 h 4577270"/>
                <a:gd name="connsiteX17" fmla="*/ 2667947 w 2667947"/>
                <a:gd name="connsiteY17" fmla="*/ 0 h 4577270"/>
                <a:gd name="connsiteX0" fmla="*/ 300065 w 2661773"/>
                <a:gd name="connsiteY0" fmla="*/ 4577270 h 4577270"/>
                <a:gd name="connsiteX1" fmla="*/ 388587 w 2661773"/>
                <a:gd name="connsiteY1" fmla="*/ 4290110 h 4577270"/>
                <a:gd name="connsiteX2" fmla="*/ 426697 w 2661773"/>
                <a:gd name="connsiteY2" fmla="*/ 4118397 h 4577270"/>
                <a:gd name="connsiteX3" fmla="*/ 370711 w 2661773"/>
                <a:gd name="connsiteY3" fmla="*/ 3910010 h 4577270"/>
                <a:gd name="connsiteX4" fmla="*/ 210463 w 2661773"/>
                <a:gd name="connsiteY4" fmla="*/ 3295912 h 4577270"/>
                <a:gd name="connsiteX5" fmla="*/ 276294 w 2661773"/>
                <a:gd name="connsiteY5" fmla="*/ 2809197 h 4577270"/>
                <a:gd name="connsiteX6" fmla="*/ 34385 w 2661773"/>
                <a:gd name="connsiteY6" fmla="*/ 2428655 h 4577270"/>
                <a:gd name="connsiteX7" fmla="*/ 39650 w 2661773"/>
                <a:gd name="connsiteY7" fmla="*/ 2122386 h 4577270"/>
                <a:gd name="connsiteX8" fmla="*/ 388757 w 2661773"/>
                <a:gd name="connsiteY8" fmla="*/ 1866423 h 4577270"/>
                <a:gd name="connsiteX9" fmla="*/ 829099 w 2661773"/>
                <a:gd name="connsiteY9" fmla="*/ 1811554 h 4577270"/>
                <a:gd name="connsiteX10" fmla="*/ 1371886 w 2661773"/>
                <a:gd name="connsiteY10" fmla="*/ 1886718 h 4577270"/>
                <a:gd name="connsiteX11" fmla="*/ 1673586 w 2661773"/>
                <a:gd name="connsiteY11" fmla="*/ 1719733 h 4577270"/>
                <a:gd name="connsiteX12" fmla="*/ 1929237 w 2661773"/>
                <a:gd name="connsiteY12" fmla="*/ 1584764 h 4577270"/>
                <a:gd name="connsiteX13" fmla="*/ 2138977 w 2661773"/>
                <a:gd name="connsiteY13" fmla="*/ 1375118 h 4577270"/>
                <a:gd name="connsiteX14" fmla="*/ 2313658 w 2661773"/>
                <a:gd name="connsiteY14" fmla="*/ 974132 h 4577270"/>
                <a:gd name="connsiteX15" fmla="*/ 2361770 w 2661773"/>
                <a:gd name="connsiteY15" fmla="*/ 623301 h 4577270"/>
                <a:gd name="connsiteX16" fmla="*/ 2308496 w 2661773"/>
                <a:gd name="connsiteY16" fmla="*/ 361629 h 4577270"/>
                <a:gd name="connsiteX17" fmla="*/ 2661773 w 2661773"/>
                <a:gd name="connsiteY17" fmla="*/ 0 h 4577270"/>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602286"/>
                <a:gd name="connsiteY0" fmla="*/ 4757805 h 4757805"/>
                <a:gd name="connsiteX1" fmla="*/ 388587 w 2602286"/>
                <a:gd name="connsiteY1" fmla="*/ 4470645 h 4757805"/>
                <a:gd name="connsiteX2" fmla="*/ 426697 w 2602286"/>
                <a:gd name="connsiteY2" fmla="*/ 4298932 h 4757805"/>
                <a:gd name="connsiteX3" fmla="*/ 370711 w 2602286"/>
                <a:gd name="connsiteY3" fmla="*/ 4090545 h 4757805"/>
                <a:gd name="connsiteX4" fmla="*/ 210463 w 2602286"/>
                <a:gd name="connsiteY4" fmla="*/ 3476447 h 4757805"/>
                <a:gd name="connsiteX5" fmla="*/ 276294 w 2602286"/>
                <a:gd name="connsiteY5" fmla="*/ 2989732 h 4757805"/>
                <a:gd name="connsiteX6" fmla="*/ 34385 w 2602286"/>
                <a:gd name="connsiteY6" fmla="*/ 2609190 h 4757805"/>
                <a:gd name="connsiteX7" fmla="*/ 39650 w 2602286"/>
                <a:gd name="connsiteY7" fmla="*/ 2302921 h 4757805"/>
                <a:gd name="connsiteX8" fmla="*/ 388757 w 2602286"/>
                <a:gd name="connsiteY8" fmla="*/ 2046958 h 4757805"/>
                <a:gd name="connsiteX9" fmla="*/ 829099 w 2602286"/>
                <a:gd name="connsiteY9" fmla="*/ 1992089 h 4757805"/>
                <a:gd name="connsiteX10" fmla="*/ 1371886 w 2602286"/>
                <a:gd name="connsiteY10" fmla="*/ 2067253 h 4757805"/>
                <a:gd name="connsiteX11" fmla="*/ 1673586 w 2602286"/>
                <a:gd name="connsiteY11" fmla="*/ 1900268 h 4757805"/>
                <a:gd name="connsiteX12" fmla="*/ 1929237 w 2602286"/>
                <a:gd name="connsiteY12" fmla="*/ 1765299 h 4757805"/>
                <a:gd name="connsiteX13" fmla="*/ 2138977 w 2602286"/>
                <a:gd name="connsiteY13" fmla="*/ 1555653 h 4757805"/>
                <a:gd name="connsiteX14" fmla="*/ 2313658 w 2602286"/>
                <a:gd name="connsiteY14" fmla="*/ 1154667 h 4757805"/>
                <a:gd name="connsiteX15" fmla="*/ 2361770 w 2602286"/>
                <a:gd name="connsiteY15" fmla="*/ 803836 h 4757805"/>
                <a:gd name="connsiteX16" fmla="*/ 2308496 w 2602286"/>
                <a:gd name="connsiteY16" fmla="*/ 542164 h 4757805"/>
                <a:gd name="connsiteX17" fmla="*/ 2602286 w 2602286"/>
                <a:gd name="connsiteY17" fmla="*/ 0 h 4757805"/>
                <a:gd name="connsiteX0" fmla="*/ 300065 w 2469827"/>
                <a:gd name="connsiteY0" fmla="*/ 4758470 h 4758470"/>
                <a:gd name="connsiteX1" fmla="*/ 388587 w 2469827"/>
                <a:gd name="connsiteY1" fmla="*/ 4471310 h 4758470"/>
                <a:gd name="connsiteX2" fmla="*/ 426697 w 2469827"/>
                <a:gd name="connsiteY2" fmla="*/ 4299597 h 4758470"/>
                <a:gd name="connsiteX3" fmla="*/ 370711 w 2469827"/>
                <a:gd name="connsiteY3" fmla="*/ 4091210 h 4758470"/>
                <a:gd name="connsiteX4" fmla="*/ 210463 w 2469827"/>
                <a:gd name="connsiteY4" fmla="*/ 3477112 h 4758470"/>
                <a:gd name="connsiteX5" fmla="*/ 276294 w 2469827"/>
                <a:gd name="connsiteY5" fmla="*/ 2990397 h 4758470"/>
                <a:gd name="connsiteX6" fmla="*/ 34385 w 2469827"/>
                <a:gd name="connsiteY6" fmla="*/ 2609855 h 4758470"/>
                <a:gd name="connsiteX7" fmla="*/ 39650 w 2469827"/>
                <a:gd name="connsiteY7" fmla="*/ 2303586 h 4758470"/>
                <a:gd name="connsiteX8" fmla="*/ 388757 w 2469827"/>
                <a:gd name="connsiteY8" fmla="*/ 2047623 h 4758470"/>
                <a:gd name="connsiteX9" fmla="*/ 829099 w 2469827"/>
                <a:gd name="connsiteY9" fmla="*/ 1992754 h 4758470"/>
                <a:gd name="connsiteX10" fmla="*/ 1371886 w 2469827"/>
                <a:gd name="connsiteY10" fmla="*/ 2067918 h 4758470"/>
                <a:gd name="connsiteX11" fmla="*/ 1673586 w 2469827"/>
                <a:gd name="connsiteY11" fmla="*/ 1900933 h 4758470"/>
                <a:gd name="connsiteX12" fmla="*/ 1929237 w 2469827"/>
                <a:gd name="connsiteY12" fmla="*/ 1765964 h 4758470"/>
                <a:gd name="connsiteX13" fmla="*/ 2138977 w 2469827"/>
                <a:gd name="connsiteY13" fmla="*/ 1556318 h 4758470"/>
                <a:gd name="connsiteX14" fmla="*/ 2313658 w 2469827"/>
                <a:gd name="connsiteY14" fmla="*/ 1155332 h 4758470"/>
                <a:gd name="connsiteX15" fmla="*/ 2361770 w 2469827"/>
                <a:gd name="connsiteY15" fmla="*/ 804501 h 4758470"/>
                <a:gd name="connsiteX16" fmla="*/ 2308496 w 2469827"/>
                <a:gd name="connsiteY16" fmla="*/ 542829 h 4758470"/>
                <a:gd name="connsiteX17" fmla="*/ 2469827 w 2469827"/>
                <a:gd name="connsiteY17" fmla="*/ 0 h 4758470"/>
                <a:gd name="connsiteX0" fmla="*/ 0 w 3363398"/>
                <a:gd name="connsiteY0" fmla="*/ 4195534 h 4472936"/>
                <a:gd name="connsiteX1" fmla="*/ 1282158 w 3363398"/>
                <a:gd name="connsiteY1" fmla="*/ 4471310 h 4472936"/>
                <a:gd name="connsiteX2" fmla="*/ 1320268 w 3363398"/>
                <a:gd name="connsiteY2" fmla="*/ 4299597 h 4472936"/>
                <a:gd name="connsiteX3" fmla="*/ 1264282 w 3363398"/>
                <a:gd name="connsiteY3" fmla="*/ 4091210 h 4472936"/>
                <a:gd name="connsiteX4" fmla="*/ 1104034 w 3363398"/>
                <a:gd name="connsiteY4" fmla="*/ 3477112 h 4472936"/>
                <a:gd name="connsiteX5" fmla="*/ 1169865 w 3363398"/>
                <a:gd name="connsiteY5" fmla="*/ 2990397 h 4472936"/>
                <a:gd name="connsiteX6" fmla="*/ 927956 w 3363398"/>
                <a:gd name="connsiteY6" fmla="*/ 2609855 h 4472936"/>
                <a:gd name="connsiteX7" fmla="*/ 933221 w 3363398"/>
                <a:gd name="connsiteY7" fmla="*/ 2303586 h 4472936"/>
                <a:gd name="connsiteX8" fmla="*/ 1282328 w 3363398"/>
                <a:gd name="connsiteY8" fmla="*/ 2047623 h 4472936"/>
                <a:gd name="connsiteX9" fmla="*/ 1722670 w 3363398"/>
                <a:gd name="connsiteY9" fmla="*/ 1992754 h 4472936"/>
                <a:gd name="connsiteX10" fmla="*/ 2265457 w 3363398"/>
                <a:gd name="connsiteY10" fmla="*/ 2067918 h 4472936"/>
                <a:gd name="connsiteX11" fmla="*/ 2567157 w 3363398"/>
                <a:gd name="connsiteY11" fmla="*/ 1900933 h 4472936"/>
                <a:gd name="connsiteX12" fmla="*/ 2822808 w 3363398"/>
                <a:gd name="connsiteY12" fmla="*/ 1765964 h 4472936"/>
                <a:gd name="connsiteX13" fmla="*/ 3032548 w 3363398"/>
                <a:gd name="connsiteY13" fmla="*/ 1556318 h 4472936"/>
                <a:gd name="connsiteX14" fmla="*/ 3207229 w 3363398"/>
                <a:gd name="connsiteY14" fmla="*/ 1155332 h 4472936"/>
                <a:gd name="connsiteX15" fmla="*/ 3255341 w 3363398"/>
                <a:gd name="connsiteY15" fmla="*/ 804501 h 4472936"/>
                <a:gd name="connsiteX16" fmla="*/ 3202067 w 3363398"/>
                <a:gd name="connsiteY16" fmla="*/ 542829 h 4472936"/>
                <a:gd name="connsiteX17" fmla="*/ 3363398 w 3363398"/>
                <a:gd name="connsiteY17" fmla="*/ 0 h 4472936"/>
                <a:gd name="connsiteX0" fmla="*/ 0 w 3363398"/>
                <a:gd name="connsiteY0" fmla="*/ 4195534 h 4301620"/>
                <a:gd name="connsiteX1" fmla="*/ 1320268 w 3363398"/>
                <a:gd name="connsiteY1" fmla="*/ 4299597 h 4301620"/>
                <a:gd name="connsiteX2" fmla="*/ 1264282 w 3363398"/>
                <a:gd name="connsiteY2" fmla="*/ 4091210 h 4301620"/>
                <a:gd name="connsiteX3" fmla="*/ 1104034 w 3363398"/>
                <a:gd name="connsiteY3" fmla="*/ 3477112 h 4301620"/>
                <a:gd name="connsiteX4" fmla="*/ 1169865 w 3363398"/>
                <a:gd name="connsiteY4" fmla="*/ 2990397 h 4301620"/>
                <a:gd name="connsiteX5" fmla="*/ 927956 w 3363398"/>
                <a:gd name="connsiteY5" fmla="*/ 2609855 h 4301620"/>
                <a:gd name="connsiteX6" fmla="*/ 933221 w 3363398"/>
                <a:gd name="connsiteY6" fmla="*/ 2303586 h 4301620"/>
                <a:gd name="connsiteX7" fmla="*/ 1282328 w 3363398"/>
                <a:gd name="connsiteY7" fmla="*/ 2047623 h 4301620"/>
                <a:gd name="connsiteX8" fmla="*/ 1722670 w 3363398"/>
                <a:gd name="connsiteY8" fmla="*/ 1992754 h 4301620"/>
                <a:gd name="connsiteX9" fmla="*/ 2265457 w 3363398"/>
                <a:gd name="connsiteY9" fmla="*/ 2067918 h 4301620"/>
                <a:gd name="connsiteX10" fmla="*/ 2567157 w 3363398"/>
                <a:gd name="connsiteY10" fmla="*/ 1900933 h 4301620"/>
                <a:gd name="connsiteX11" fmla="*/ 2822808 w 3363398"/>
                <a:gd name="connsiteY11" fmla="*/ 1765964 h 4301620"/>
                <a:gd name="connsiteX12" fmla="*/ 3032548 w 3363398"/>
                <a:gd name="connsiteY12" fmla="*/ 1556318 h 4301620"/>
                <a:gd name="connsiteX13" fmla="*/ 3207229 w 3363398"/>
                <a:gd name="connsiteY13" fmla="*/ 1155332 h 4301620"/>
                <a:gd name="connsiteX14" fmla="*/ 3255341 w 3363398"/>
                <a:gd name="connsiteY14" fmla="*/ 804501 h 4301620"/>
                <a:gd name="connsiteX15" fmla="*/ 3202067 w 3363398"/>
                <a:gd name="connsiteY15" fmla="*/ 542829 h 4301620"/>
                <a:gd name="connsiteX16" fmla="*/ 3363398 w 3363398"/>
                <a:gd name="connsiteY16" fmla="*/ 0 h 4301620"/>
                <a:gd name="connsiteX0" fmla="*/ 0 w 3363398"/>
                <a:gd name="connsiteY0" fmla="*/ 4195534 h 4197751"/>
                <a:gd name="connsiteX1" fmla="*/ 356550 w 3363398"/>
                <a:gd name="connsiteY1" fmla="*/ 4055846 h 4197751"/>
                <a:gd name="connsiteX2" fmla="*/ 1264282 w 3363398"/>
                <a:gd name="connsiteY2" fmla="*/ 4091210 h 4197751"/>
                <a:gd name="connsiteX3" fmla="*/ 1104034 w 3363398"/>
                <a:gd name="connsiteY3" fmla="*/ 3477112 h 4197751"/>
                <a:gd name="connsiteX4" fmla="*/ 1169865 w 3363398"/>
                <a:gd name="connsiteY4" fmla="*/ 2990397 h 4197751"/>
                <a:gd name="connsiteX5" fmla="*/ 927956 w 3363398"/>
                <a:gd name="connsiteY5" fmla="*/ 2609855 h 4197751"/>
                <a:gd name="connsiteX6" fmla="*/ 933221 w 3363398"/>
                <a:gd name="connsiteY6" fmla="*/ 2303586 h 4197751"/>
                <a:gd name="connsiteX7" fmla="*/ 1282328 w 3363398"/>
                <a:gd name="connsiteY7" fmla="*/ 2047623 h 4197751"/>
                <a:gd name="connsiteX8" fmla="*/ 1722670 w 3363398"/>
                <a:gd name="connsiteY8" fmla="*/ 1992754 h 4197751"/>
                <a:gd name="connsiteX9" fmla="*/ 2265457 w 3363398"/>
                <a:gd name="connsiteY9" fmla="*/ 2067918 h 4197751"/>
                <a:gd name="connsiteX10" fmla="*/ 2567157 w 3363398"/>
                <a:gd name="connsiteY10" fmla="*/ 1900933 h 4197751"/>
                <a:gd name="connsiteX11" fmla="*/ 2822808 w 3363398"/>
                <a:gd name="connsiteY11" fmla="*/ 1765964 h 4197751"/>
                <a:gd name="connsiteX12" fmla="*/ 3032548 w 3363398"/>
                <a:gd name="connsiteY12" fmla="*/ 1556318 h 4197751"/>
                <a:gd name="connsiteX13" fmla="*/ 3207229 w 3363398"/>
                <a:gd name="connsiteY13" fmla="*/ 1155332 h 4197751"/>
                <a:gd name="connsiteX14" fmla="*/ 3255341 w 3363398"/>
                <a:gd name="connsiteY14" fmla="*/ 804501 h 4197751"/>
                <a:gd name="connsiteX15" fmla="*/ 3202067 w 3363398"/>
                <a:gd name="connsiteY15" fmla="*/ 542829 h 4197751"/>
                <a:gd name="connsiteX16" fmla="*/ 3363398 w 3363398"/>
                <a:gd name="connsiteY16" fmla="*/ 0 h 4197751"/>
                <a:gd name="connsiteX0" fmla="*/ 0 w 3363398"/>
                <a:gd name="connsiteY0" fmla="*/ 4195534 h 4201029"/>
                <a:gd name="connsiteX1" fmla="*/ 356550 w 3363398"/>
                <a:gd name="connsiteY1" fmla="*/ 4055846 h 4201029"/>
                <a:gd name="connsiteX2" fmla="*/ 1104034 w 3363398"/>
                <a:gd name="connsiteY2" fmla="*/ 3477112 h 4201029"/>
                <a:gd name="connsiteX3" fmla="*/ 1169865 w 3363398"/>
                <a:gd name="connsiteY3" fmla="*/ 2990397 h 4201029"/>
                <a:gd name="connsiteX4" fmla="*/ 927956 w 3363398"/>
                <a:gd name="connsiteY4" fmla="*/ 2609855 h 4201029"/>
                <a:gd name="connsiteX5" fmla="*/ 933221 w 3363398"/>
                <a:gd name="connsiteY5" fmla="*/ 2303586 h 4201029"/>
                <a:gd name="connsiteX6" fmla="*/ 1282328 w 3363398"/>
                <a:gd name="connsiteY6" fmla="*/ 2047623 h 4201029"/>
                <a:gd name="connsiteX7" fmla="*/ 1722670 w 3363398"/>
                <a:gd name="connsiteY7" fmla="*/ 1992754 h 4201029"/>
                <a:gd name="connsiteX8" fmla="*/ 2265457 w 3363398"/>
                <a:gd name="connsiteY8" fmla="*/ 2067918 h 4201029"/>
                <a:gd name="connsiteX9" fmla="*/ 2567157 w 3363398"/>
                <a:gd name="connsiteY9" fmla="*/ 1900933 h 4201029"/>
                <a:gd name="connsiteX10" fmla="*/ 2822808 w 3363398"/>
                <a:gd name="connsiteY10" fmla="*/ 1765964 h 4201029"/>
                <a:gd name="connsiteX11" fmla="*/ 3032548 w 3363398"/>
                <a:gd name="connsiteY11" fmla="*/ 1556318 h 4201029"/>
                <a:gd name="connsiteX12" fmla="*/ 3207229 w 3363398"/>
                <a:gd name="connsiteY12" fmla="*/ 1155332 h 4201029"/>
                <a:gd name="connsiteX13" fmla="*/ 3255341 w 3363398"/>
                <a:gd name="connsiteY13" fmla="*/ 804501 h 4201029"/>
                <a:gd name="connsiteX14" fmla="*/ 3202067 w 3363398"/>
                <a:gd name="connsiteY14" fmla="*/ 542829 h 4201029"/>
                <a:gd name="connsiteX15" fmla="*/ 3363398 w 3363398"/>
                <a:gd name="connsiteY15" fmla="*/ 0 h 4201029"/>
                <a:gd name="connsiteX0" fmla="*/ 0 w 3363398"/>
                <a:gd name="connsiteY0" fmla="*/ 4195534 h 4213838"/>
                <a:gd name="connsiteX1" fmla="*/ 356550 w 3363398"/>
                <a:gd name="connsiteY1" fmla="*/ 4055846 h 4213838"/>
                <a:gd name="connsiteX2" fmla="*/ 1169865 w 3363398"/>
                <a:gd name="connsiteY2" fmla="*/ 2990397 h 4213838"/>
                <a:gd name="connsiteX3" fmla="*/ 927956 w 3363398"/>
                <a:gd name="connsiteY3" fmla="*/ 2609855 h 4213838"/>
                <a:gd name="connsiteX4" fmla="*/ 933221 w 3363398"/>
                <a:gd name="connsiteY4" fmla="*/ 2303586 h 4213838"/>
                <a:gd name="connsiteX5" fmla="*/ 1282328 w 3363398"/>
                <a:gd name="connsiteY5" fmla="*/ 2047623 h 4213838"/>
                <a:gd name="connsiteX6" fmla="*/ 1722670 w 3363398"/>
                <a:gd name="connsiteY6" fmla="*/ 1992754 h 4213838"/>
                <a:gd name="connsiteX7" fmla="*/ 2265457 w 3363398"/>
                <a:gd name="connsiteY7" fmla="*/ 2067918 h 4213838"/>
                <a:gd name="connsiteX8" fmla="*/ 2567157 w 3363398"/>
                <a:gd name="connsiteY8" fmla="*/ 1900933 h 4213838"/>
                <a:gd name="connsiteX9" fmla="*/ 2822808 w 3363398"/>
                <a:gd name="connsiteY9" fmla="*/ 1765964 h 4213838"/>
                <a:gd name="connsiteX10" fmla="*/ 3032548 w 3363398"/>
                <a:gd name="connsiteY10" fmla="*/ 1556318 h 4213838"/>
                <a:gd name="connsiteX11" fmla="*/ 3207229 w 3363398"/>
                <a:gd name="connsiteY11" fmla="*/ 1155332 h 4213838"/>
                <a:gd name="connsiteX12" fmla="*/ 3255341 w 3363398"/>
                <a:gd name="connsiteY12" fmla="*/ 804501 h 4213838"/>
                <a:gd name="connsiteX13" fmla="*/ 3202067 w 3363398"/>
                <a:gd name="connsiteY13" fmla="*/ 542829 h 4213838"/>
                <a:gd name="connsiteX14" fmla="*/ 3363398 w 3363398"/>
                <a:gd name="connsiteY14" fmla="*/ 0 h 4213838"/>
                <a:gd name="connsiteX0" fmla="*/ 0 w 3363398"/>
                <a:gd name="connsiteY0" fmla="*/ 4195534 h 4202973"/>
                <a:gd name="connsiteX1" fmla="*/ 356550 w 3363398"/>
                <a:gd name="connsiteY1" fmla="*/ 4055846 h 4202973"/>
                <a:gd name="connsiteX2" fmla="*/ 578873 w 3363398"/>
                <a:gd name="connsiteY2" fmla="*/ 3345809 h 4202973"/>
                <a:gd name="connsiteX3" fmla="*/ 927956 w 3363398"/>
                <a:gd name="connsiteY3" fmla="*/ 2609855 h 4202973"/>
                <a:gd name="connsiteX4" fmla="*/ 933221 w 3363398"/>
                <a:gd name="connsiteY4" fmla="*/ 2303586 h 4202973"/>
                <a:gd name="connsiteX5" fmla="*/ 1282328 w 3363398"/>
                <a:gd name="connsiteY5" fmla="*/ 2047623 h 4202973"/>
                <a:gd name="connsiteX6" fmla="*/ 1722670 w 3363398"/>
                <a:gd name="connsiteY6" fmla="*/ 1992754 h 4202973"/>
                <a:gd name="connsiteX7" fmla="*/ 2265457 w 3363398"/>
                <a:gd name="connsiteY7" fmla="*/ 2067918 h 4202973"/>
                <a:gd name="connsiteX8" fmla="*/ 2567157 w 3363398"/>
                <a:gd name="connsiteY8" fmla="*/ 1900933 h 4202973"/>
                <a:gd name="connsiteX9" fmla="*/ 2822808 w 3363398"/>
                <a:gd name="connsiteY9" fmla="*/ 1765964 h 4202973"/>
                <a:gd name="connsiteX10" fmla="*/ 3032548 w 3363398"/>
                <a:gd name="connsiteY10" fmla="*/ 1556318 h 4202973"/>
                <a:gd name="connsiteX11" fmla="*/ 3207229 w 3363398"/>
                <a:gd name="connsiteY11" fmla="*/ 1155332 h 4202973"/>
                <a:gd name="connsiteX12" fmla="*/ 3255341 w 3363398"/>
                <a:gd name="connsiteY12" fmla="*/ 804501 h 4202973"/>
                <a:gd name="connsiteX13" fmla="*/ 3202067 w 3363398"/>
                <a:gd name="connsiteY13" fmla="*/ 542829 h 4202973"/>
                <a:gd name="connsiteX14" fmla="*/ 3363398 w 3363398"/>
                <a:gd name="connsiteY14" fmla="*/ 0 h 4202973"/>
                <a:gd name="connsiteX0" fmla="*/ 0 w 3363398"/>
                <a:gd name="connsiteY0" fmla="*/ 4195534 h 4197555"/>
                <a:gd name="connsiteX1" fmla="*/ 309297 w 3363398"/>
                <a:gd name="connsiteY1" fmla="*/ 3918860 h 4197555"/>
                <a:gd name="connsiteX2" fmla="*/ 578873 w 3363398"/>
                <a:gd name="connsiteY2" fmla="*/ 3345809 h 4197555"/>
                <a:gd name="connsiteX3" fmla="*/ 927956 w 3363398"/>
                <a:gd name="connsiteY3" fmla="*/ 2609855 h 4197555"/>
                <a:gd name="connsiteX4" fmla="*/ 933221 w 3363398"/>
                <a:gd name="connsiteY4" fmla="*/ 2303586 h 4197555"/>
                <a:gd name="connsiteX5" fmla="*/ 1282328 w 3363398"/>
                <a:gd name="connsiteY5" fmla="*/ 2047623 h 4197555"/>
                <a:gd name="connsiteX6" fmla="*/ 1722670 w 3363398"/>
                <a:gd name="connsiteY6" fmla="*/ 1992754 h 4197555"/>
                <a:gd name="connsiteX7" fmla="*/ 2265457 w 3363398"/>
                <a:gd name="connsiteY7" fmla="*/ 2067918 h 4197555"/>
                <a:gd name="connsiteX8" fmla="*/ 2567157 w 3363398"/>
                <a:gd name="connsiteY8" fmla="*/ 1900933 h 4197555"/>
                <a:gd name="connsiteX9" fmla="*/ 2822808 w 3363398"/>
                <a:gd name="connsiteY9" fmla="*/ 1765964 h 4197555"/>
                <a:gd name="connsiteX10" fmla="*/ 3032548 w 3363398"/>
                <a:gd name="connsiteY10" fmla="*/ 1556318 h 4197555"/>
                <a:gd name="connsiteX11" fmla="*/ 3207229 w 3363398"/>
                <a:gd name="connsiteY11" fmla="*/ 1155332 h 4197555"/>
                <a:gd name="connsiteX12" fmla="*/ 3255341 w 3363398"/>
                <a:gd name="connsiteY12" fmla="*/ 804501 h 4197555"/>
                <a:gd name="connsiteX13" fmla="*/ 3202067 w 3363398"/>
                <a:gd name="connsiteY13" fmla="*/ 542829 h 4197555"/>
                <a:gd name="connsiteX14" fmla="*/ 3363398 w 3363398"/>
                <a:gd name="connsiteY14" fmla="*/ 0 h 4197555"/>
                <a:gd name="connsiteX0" fmla="*/ 0 w 3332596"/>
                <a:gd name="connsiteY0" fmla="*/ 4401598 h 4402620"/>
                <a:gd name="connsiteX1" fmla="*/ 278495 w 3332596"/>
                <a:gd name="connsiteY1" fmla="*/ 3918860 h 4402620"/>
                <a:gd name="connsiteX2" fmla="*/ 548071 w 3332596"/>
                <a:gd name="connsiteY2" fmla="*/ 3345809 h 4402620"/>
                <a:gd name="connsiteX3" fmla="*/ 897154 w 3332596"/>
                <a:gd name="connsiteY3" fmla="*/ 2609855 h 4402620"/>
                <a:gd name="connsiteX4" fmla="*/ 902419 w 3332596"/>
                <a:gd name="connsiteY4" fmla="*/ 2303586 h 4402620"/>
                <a:gd name="connsiteX5" fmla="*/ 1251526 w 3332596"/>
                <a:gd name="connsiteY5" fmla="*/ 2047623 h 4402620"/>
                <a:gd name="connsiteX6" fmla="*/ 1691868 w 3332596"/>
                <a:gd name="connsiteY6" fmla="*/ 1992754 h 4402620"/>
                <a:gd name="connsiteX7" fmla="*/ 2234655 w 3332596"/>
                <a:gd name="connsiteY7" fmla="*/ 2067918 h 4402620"/>
                <a:gd name="connsiteX8" fmla="*/ 2536355 w 3332596"/>
                <a:gd name="connsiteY8" fmla="*/ 1900933 h 4402620"/>
                <a:gd name="connsiteX9" fmla="*/ 2792006 w 3332596"/>
                <a:gd name="connsiteY9" fmla="*/ 1765964 h 4402620"/>
                <a:gd name="connsiteX10" fmla="*/ 3001746 w 3332596"/>
                <a:gd name="connsiteY10" fmla="*/ 1556318 h 4402620"/>
                <a:gd name="connsiteX11" fmla="*/ 3176427 w 3332596"/>
                <a:gd name="connsiteY11" fmla="*/ 1155332 h 4402620"/>
                <a:gd name="connsiteX12" fmla="*/ 3224539 w 3332596"/>
                <a:gd name="connsiteY12" fmla="*/ 804501 h 4402620"/>
                <a:gd name="connsiteX13" fmla="*/ 3171265 w 3332596"/>
                <a:gd name="connsiteY13" fmla="*/ 542829 h 4402620"/>
                <a:gd name="connsiteX14" fmla="*/ 3332596 w 3332596"/>
                <a:gd name="connsiteY14" fmla="*/ 0 h 4402620"/>
                <a:gd name="connsiteX0" fmla="*/ 0 w 3332596"/>
                <a:gd name="connsiteY0" fmla="*/ 4401598 h 4401598"/>
                <a:gd name="connsiteX1" fmla="*/ 278495 w 3332596"/>
                <a:gd name="connsiteY1" fmla="*/ 3918860 h 4401598"/>
                <a:gd name="connsiteX2" fmla="*/ 548071 w 3332596"/>
                <a:gd name="connsiteY2" fmla="*/ 3345809 h 4401598"/>
                <a:gd name="connsiteX3" fmla="*/ 897154 w 3332596"/>
                <a:gd name="connsiteY3" fmla="*/ 2609855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902419 w 3332596"/>
                <a:gd name="connsiteY4" fmla="*/ 2303586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58998 w 3332596"/>
                <a:gd name="connsiteY3" fmla="*/ 2576154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32596"/>
                <a:gd name="connsiteY0" fmla="*/ 4401598 h 4401598"/>
                <a:gd name="connsiteX1" fmla="*/ 278495 w 3332596"/>
                <a:gd name="connsiteY1" fmla="*/ 3918860 h 4401598"/>
                <a:gd name="connsiteX2" fmla="*/ 548071 w 3332596"/>
                <a:gd name="connsiteY2" fmla="*/ 3345809 h 4401598"/>
                <a:gd name="connsiteX3" fmla="*/ 727152 w 3332596"/>
                <a:gd name="connsiteY3" fmla="*/ 2665588 h 4401598"/>
                <a:gd name="connsiteX4" fmla="*/ 1032561 w 3332596"/>
                <a:gd name="connsiteY4" fmla="*/ 2345629 h 4401598"/>
                <a:gd name="connsiteX5" fmla="*/ 1251526 w 3332596"/>
                <a:gd name="connsiteY5" fmla="*/ 2047623 h 4401598"/>
                <a:gd name="connsiteX6" fmla="*/ 1691868 w 3332596"/>
                <a:gd name="connsiteY6" fmla="*/ 1992754 h 4401598"/>
                <a:gd name="connsiteX7" fmla="*/ 2234655 w 3332596"/>
                <a:gd name="connsiteY7" fmla="*/ 2067918 h 4401598"/>
                <a:gd name="connsiteX8" fmla="*/ 2536355 w 3332596"/>
                <a:gd name="connsiteY8" fmla="*/ 1900933 h 4401598"/>
                <a:gd name="connsiteX9" fmla="*/ 2792006 w 3332596"/>
                <a:gd name="connsiteY9" fmla="*/ 1765964 h 4401598"/>
                <a:gd name="connsiteX10" fmla="*/ 3001746 w 3332596"/>
                <a:gd name="connsiteY10" fmla="*/ 1556318 h 4401598"/>
                <a:gd name="connsiteX11" fmla="*/ 3176427 w 3332596"/>
                <a:gd name="connsiteY11" fmla="*/ 1155332 h 4401598"/>
                <a:gd name="connsiteX12" fmla="*/ 3224539 w 3332596"/>
                <a:gd name="connsiteY12" fmla="*/ 804501 h 4401598"/>
                <a:gd name="connsiteX13" fmla="*/ 3171265 w 3332596"/>
                <a:gd name="connsiteY13" fmla="*/ 542829 h 4401598"/>
                <a:gd name="connsiteX14" fmla="*/ 3332596 w 3332596"/>
                <a:gd name="connsiteY14" fmla="*/ 0 h 4401598"/>
                <a:gd name="connsiteX0" fmla="*/ 0 w 3386191"/>
                <a:gd name="connsiteY0" fmla="*/ 4064280 h 4064280"/>
                <a:gd name="connsiteX1" fmla="*/ 332090 w 3386191"/>
                <a:gd name="connsiteY1" fmla="*/ 3918860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386191"/>
                <a:gd name="connsiteY0" fmla="*/ 4064280 h 4064280"/>
                <a:gd name="connsiteX1" fmla="*/ 244273 w 3386191"/>
                <a:gd name="connsiteY1" fmla="*/ 3700805 h 4064280"/>
                <a:gd name="connsiteX2" fmla="*/ 601666 w 3386191"/>
                <a:gd name="connsiteY2" fmla="*/ 3345809 h 4064280"/>
                <a:gd name="connsiteX3" fmla="*/ 780747 w 3386191"/>
                <a:gd name="connsiteY3" fmla="*/ 2665588 h 4064280"/>
                <a:gd name="connsiteX4" fmla="*/ 1086156 w 3386191"/>
                <a:gd name="connsiteY4" fmla="*/ 2345629 h 4064280"/>
                <a:gd name="connsiteX5" fmla="*/ 1305121 w 3386191"/>
                <a:gd name="connsiteY5" fmla="*/ 2047623 h 4064280"/>
                <a:gd name="connsiteX6" fmla="*/ 1745463 w 3386191"/>
                <a:gd name="connsiteY6" fmla="*/ 1992754 h 4064280"/>
                <a:gd name="connsiteX7" fmla="*/ 2288250 w 3386191"/>
                <a:gd name="connsiteY7" fmla="*/ 2067918 h 4064280"/>
                <a:gd name="connsiteX8" fmla="*/ 2589950 w 3386191"/>
                <a:gd name="connsiteY8" fmla="*/ 1900933 h 4064280"/>
                <a:gd name="connsiteX9" fmla="*/ 2845601 w 3386191"/>
                <a:gd name="connsiteY9" fmla="*/ 1765964 h 4064280"/>
                <a:gd name="connsiteX10" fmla="*/ 3055341 w 3386191"/>
                <a:gd name="connsiteY10" fmla="*/ 1556318 h 4064280"/>
                <a:gd name="connsiteX11" fmla="*/ 3230022 w 3386191"/>
                <a:gd name="connsiteY11" fmla="*/ 1155332 h 4064280"/>
                <a:gd name="connsiteX12" fmla="*/ 3278134 w 3386191"/>
                <a:gd name="connsiteY12" fmla="*/ 804501 h 4064280"/>
                <a:gd name="connsiteX13" fmla="*/ 3224860 w 3386191"/>
                <a:gd name="connsiteY13" fmla="*/ 542829 h 4064280"/>
                <a:gd name="connsiteX14" fmla="*/ 3386191 w 3386191"/>
                <a:gd name="connsiteY14" fmla="*/ 0 h 4064280"/>
                <a:gd name="connsiteX0" fmla="*/ 0 w 3278152"/>
                <a:gd name="connsiteY0" fmla="*/ 3521451 h 3521451"/>
                <a:gd name="connsiteX1" fmla="*/ 244273 w 3278152"/>
                <a:gd name="connsiteY1" fmla="*/ 3157976 h 3521451"/>
                <a:gd name="connsiteX2" fmla="*/ 601666 w 3278152"/>
                <a:gd name="connsiteY2" fmla="*/ 2802980 h 3521451"/>
                <a:gd name="connsiteX3" fmla="*/ 780747 w 3278152"/>
                <a:gd name="connsiteY3" fmla="*/ 2122759 h 3521451"/>
                <a:gd name="connsiteX4" fmla="*/ 1086156 w 3278152"/>
                <a:gd name="connsiteY4" fmla="*/ 1802800 h 3521451"/>
                <a:gd name="connsiteX5" fmla="*/ 1305121 w 3278152"/>
                <a:gd name="connsiteY5" fmla="*/ 1504794 h 3521451"/>
                <a:gd name="connsiteX6" fmla="*/ 1745463 w 3278152"/>
                <a:gd name="connsiteY6" fmla="*/ 1449925 h 3521451"/>
                <a:gd name="connsiteX7" fmla="*/ 2288250 w 3278152"/>
                <a:gd name="connsiteY7" fmla="*/ 1525089 h 3521451"/>
                <a:gd name="connsiteX8" fmla="*/ 2589950 w 3278152"/>
                <a:gd name="connsiteY8" fmla="*/ 1358104 h 3521451"/>
                <a:gd name="connsiteX9" fmla="*/ 2845601 w 3278152"/>
                <a:gd name="connsiteY9" fmla="*/ 1223135 h 3521451"/>
                <a:gd name="connsiteX10" fmla="*/ 3055341 w 3278152"/>
                <a:gd name="connsiteY10" fmla="*/ 1013489 h 3521451"/>
                <a:gd name="connsiteX11" fmla="*/ 3230022 w 3278152"/>
                <a:gd name="connsiteY11" fmla="*/ 612503 h 3521451"/>
                <a:gd name="connsiteX12" fmla="*/ 3278134 w 3278152"/>
                <a:gd name="connsiteY12" fmla="*/ 261672 h 3521451"/>
                <a:gd name="connsiteX13" fmla="*/ 3224860 w 3278152"/>
                <a:gd name="connsiteY13" fmla="*/ 0 h 3521451"/>
                <a:gd name="connsiteX0" fmla="*/ 0 w 3274084"/>
                <a:gd name="connsiteY0" fmla="*/ 3333210 h 3333210"/>
                <a:gd name="connsiteX1" fmla="*/ 240205 w 3274084"/>
                <a:gd name="connsiteY1" fmla="*/ 3157976 h 3333210"/>
                <a:gd name="connsiteX2" fmla="*/ 597598 w 3274084"/>
                <a:gd name="connsiteY2" fmla="*/ 2802980 h 3333210"/>
                <a:gd name="connsiteX3" fmla="*/ 776679 w 3274084"/>
                <a:gd name="connsiteY3" fmla="*/ 2122759 h 3333210"/>
                <a:gd name="connsiteX4" fmla="*/ 1082088 w 3274084"/>
                <a:gd name="connsiteY4" fmla="*/ 1802800 h 3333210"/>
                <a:gd name="connsiteX5" fmla="*/ 1301053 w 3274084"/>
                <a:gd name="connsiteY5" fmla="*/ 1504794 h 3333210"/>
                <a:gd name="connsiteX6" fmla="*/ 1741395 w 3274084"/>
                <a:gd name="connsiteY6" fmla="*/ 1449925 h 3333210"/>
                <a:gd name="connsiteX7" fmla="*/ 2284182 w 3274084"/>
                <a:gd name="connsiteY7" fmla="*/ 1525089 h 3333210"/>
                <a:gd name="connsiteX8" fmla="*/ 2585882 w 3274084"/>
                <a:gd name="connsiteY8" fmla="*/ 1358104 h 3333210"/>
                <a:gd name="connsiteX9" fmla="*/ 2841533 w 3274084"/>
                <a:gd name="connsiteY9" fmla="*/ 1223135 h 3333210"/>
                <a:gd name="connsiteX10" fmla="*/ 3051273 w 3274084"/>
                <a:gd name="connsiteY10" fmla="*/ 1013489 h 3333210"/>
                <a:gd name="connsiteX11" fmla="*/ 3225954 w 3274084"/>
                <a:gd name="connsiteY11" fmla="*/ 612503 h 3333210"/>
                <a:gd name="connsiteX12" fmla="*/ 3274066 w 3274084"/>
                <a:gd name="connsiteY12" fmla="*/ 261672 h 3333210"/>
                <a:gd name="connsiteX13" fmla="*/ 3220792 w 3274084"/>
                <a:gd name="connsiteY13" fmla="*/ 0 h 3333210"/>
                <a:gd name="connsiteX0" fmla="*/ 0 w 3299758"/>
                <a:gd name="connsiteY0" fmla="*/ 3263749 h 3263749"/>
                <a:gd name="connsiteX1" fmla="*/ 265879 w 3299758"/>
                <a:gd name="connsiteY1" fmla="*/ 3157976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299758"/>
                <a:gd name="connsiteY0" fmla="*/ 3263749 h 3263749"/>
                <a:gd name="connsiteX1" fmla="*/ 256710 w 3299758"/>
                <a:gd name="connsiteY1" fmla="*/ 3104792 h 3263749"/>
                <a:gd name="connsiteX2" fmla="*/ 623272 w 3299758"/>
                <a:gd name="connsiteY2" fmla="*/ 2802980 h 3263749"/>
                <a:gd name="connsiteX3" fmla="*/ 802353 w 3299758"/>
                <a:gd name="connsiteY3" fmla="*/ 2122759 h 3263749"/>
                <a:gd name="connsiteX4" fmla="*/ 1107762 w 3299758"/>
                <a:gd name="connsiteY4" fmla="*/ 1802800 h 3263749"/>
                <a:gd name="connsiteX5" fmla="*/ 1326727 w 3299758"/>
                <a:gd name="connsiteY5" fmla="*/ 1504794 h 3263749"/>
                <a:gd name="connsiteX6" fmla="*/ 1767069 w 3299758"/>
                <a:gd name="connsiteY6" fmla="*/ 1449925 h 3263749"/>
                <a:gd name="connsiteX7" fmla="*/ 2309856 w 3299758"/>
                <a:gd name="connsiteY7" fmla="*/ 1525089 h 3263749"/>
                <a:gd name="connsiteX8" fmla="*/ 2611556 w 3299758"/>
                <a:gd name="connsiteY8" fmla="*/ 1358104 h 3263749"/>
                <a:gd name="connsiteX9" fmla="*/ 2867207 w 3299758"/>
                <a:gd name="connsiteY9" fmla="*/ 1223135 h 3263749"/>
                <a:gd name="connsiteX10" fmla="*/ 3076947 w 3299758"/>
                <a:gd name="connsiteY10" fmla="*/ 1013489 h 3263749"/>
                <a:gd name="connsiteX11" fmla="*/ 3251628 w 3299758"/>
                <a:gd name="connsiteY11" fmla="*/ 612503 h 3263749"/>
                <a:gd name="connsiteX12" fmla="*/ 3299740 w 3299758"/>
                <a:gd name="connsiteY12" fmla="*/ 261672 h 3263749"/>
                <a:gd name="connsiteX13" fmla="*/ 3246466 w 3299758"/>
                <a:gd name="connsiteY13" fmla="*/ 0 h 3263749"/>
                <a:gd name="connsiteX0" fmla="*/ 0 w 3338880"/>
                <a:gd name="connsiteY0" fmla="*/ 3116283 h 3116283"/>
                <a:gd name="connsiteX1" fmla="*/ 295832 w 3338880"/>
                <a:gd name="connsiteY1" fmla="*/ 3104792 h 3116283"/>
                <a:gd name="connsiteX2" fmla="*/ 662394 w 3338880"/>
                <a:gd name="connsiteY2" fmla="*/ 2802980 h 3116283"/>
                <a:gd name="connsiteX3" fmla="*/ 841475 w 3338880"/>
                <a:gd name="connsiteY3" fmla="*/ 2122759 h 3116283"/>
                <a:gd name="connsiteX4" fmla="*/ 1146884 w 3338880"/>
                <a:gd name="connsiteY4" fmla="*/ 1802800 h 3116283"/>
                <a:gd name="connsiteX5" fmla="*/ 1365849 w 3338880"/>
                <a:gd name="connsiteY5" fmla="*/ 1504794 h 3116283"/>
                <a:gd name="connsiteX6" fmla="*/ 1806191 w 3338880"/>
                <a:gd name="connsiteY6" fmla="*/ 1449925 h 3116283"/>
                <a:gd name="connsiteX7" fmla="*/ 2348978 w 3338880"/>
                <a:gd name="connsiteY7" fmla="*/ 1525089 h 3116283"/>
                <a:gd name="connsiteX8" fmla="*/ 2650678 w 3338880"/>
                <a:gd name="connsiteY8" fmla="*/ 1358104 h 3116283"/>
                <a:gd name="connsiteX9" fmla="*/ 2906329 w 3338880"/>
                <a:gd name="connsiteY9" fmla="*/ 1223135 h 3116283"/>
                <a:gd name="connsiteX10" fmla="*/ 3116069 w 3338880"/>
                <a:gd name="connsiteY10" fmla="*/ 1013489 h 3116283"/>
                <a:gd name="connsiteX11" fmla="*/ 3290750 w 3338880"/>
                <a:gd name="connsiteY11" fmla="*/ 612503 h 3116283"/>
                <a:gd name="connsiteX12" fmla="*/ 3338862 w 3338880"/>
                <a:gd name="connsiteY12" fmla="*/ 261672 h 3116283"/>
                <a:gd name="connsiteX13" fmla="*/ 3285588 w 3338880"/>
                <a:gd name="connsiteY13" fmla="*/ 0 h 311628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48978 w 3338880"/>
                <a:gd name="connsiteY7" fmla="*/ 1525089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338880"/>
                <a:gd name="connsiteY0" fmla="*/ 3116283 h 3116813"/>
                <a:gd name="connsiteX1" fmla="*/ 295832 w 3338880"/>
                <a:gd name="connsiteY1" fmla="*/ 3104792 h 3116813"/>
                <a:gd name="connsiteX2" fmla="*/ 607384 w 3338880"/>
                <a:gd name="connsiteY2" fmla="*/ 2722237 h 3116813"/>
                <a:gd name="connsiteX3" fmla="*/ 841475 w 3338880"/>
                <a:gd name="connsiteY3" fmla="*/ 2122759 h 3116813"/>
                <a:gd name="connsiteX4" fmla="*/ 1146884 w 3338880"/>
                <a:gd name="connsiteY4" fmla="*/ 1802800 h 3116813"/>
                <a:gd name="connsiteX5" fmla="*/ 1365849 w 3338880"/>
                <a:gd name="connsiteY5" fmla="*/ 1504794 h 3116813"/>
                <a:gd name="connsiteX6" fmla="*/ 1806191 w 3338880"/>
                <a:gd name="connsiteY6" fmla="*/ 1449925 h 3116813"/>
                <a:gd name="connsiteX7" fmla="*/ 2309860 w 3338880"/>
                <a:gd name="connsiteY7" fmla="*/ 1457078 h 3116813"/>
                <a:gd name="connsiteX8" fmla="*/ 2650678 w 3338880"/>
                <a:gd name="connsiteY8" fmla="*/ 1358104 h 3116813"/>
                <a:gd name="connsiteX9" fmla="*/ 2906329 w 3338880"/>
                <a:gd name="connsiteY9" fmla="*/ 1223135 h 3116813"/>
                <a:gd name="connsiteX10" fmla="*/ 3116069 w 3338880"/>
                <a:gd name="connsiteY10" fmla="*/ 1013489 h 3116813"/>
                <a:gd name="connsiteX11" fmla="*/ 3290750 w 3338880"/>
                <a:gd name="connsiteY11" fmla="*/ 612503 h 3116813"/>
                <a:gd name="connsiteX12" fmla="*/ 3338862 w 3338880"/>
                <a:gd name="connsiteY12" fmla="*/ 261672 h 3116813"/>
                <a:gd name="connsiteX13" fmla="*/ 3285588 w 3338880"/>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841475 w 3290925"/>
                <a:gd name="connsiteY3" fmla="*/ 2122759 h 3116813"/>
                <a:gd name="connsiteX4" fmla="*/ 1146884 w 3290925"/>
                <a:gd name="connsiteY4" fmla="*/ 1802800 h 3116813"/>
                <a:gd name="connsiteX5" fmla="*/ 1365849 w 3290925"/>
                <a:gd name="connsiteY5" fmla="*/ 1504794 h 3116813"/>
                <a:gd name="connsiteX6" fmla="*/ 1806191 w 3290925"/>
                <a:gd name="connsiteY6" fmla="*/ 1449925 h 3116813"/>
                <a:gd name="connsiteX7" fmla="*/ 2309860 w 3290925"/>
                <a:gd name="connsiteY7" fmla="*/ 1457078 h 3116813"/>
                <a:gd name="connsiteX8" fmla="*/ 2650678 w 3290925"/>
                <a:gd name="connsiteY8" fmla="*/ 1358104 h 3116813"/>
                <a:gd name="connsiteX9" fmla="*/ 2906329 w 3290925"/>
                <a:gd name="connsiteY9" fmla="*/ 1223135 h 3116813"/>
                <a:gd name="connsiteX10" fmla="*/ 3116069 w 3290925"/>
                <a:gd name="connsiteY10" fmla="*/ 1013489 h 3116813"/>
                <a:gd name="connsiteX11" fmla="*/ 3290750 w 3290925"/>
                <a:gd name="connsiteY11" fmla="*/ 612503 h 3116813"/>
                <a:gd name="connsiteX12" fmla="*/ 3139407 w 3290925"/>
                <a:gd name="connsiteY12" fmla="*/ 243465 h 3116813"/>
                <a:gd name="connsiteX13" fmla="*/ 3285588 w 3290925"/>
                <a:gd name="connsiteY13" fmla="*/ 0 h 3116813"/>
                <a:gd name="connsiteX0" fmla="*/ 0 w 3290925"/>
                <a:gd name="connsiteY0" fmla="*/ 3116283 h 3116813"/>
                <a:gd name="connsiteX1" fmla="*/ 295832 w 3290925"/>
                <a:gd name="connsiteY1" fmla="*/ 3104792 h 3116813"/>
                <a:gd name="connsiteX2" fmla="*/ 607384 w 3290925"/>
                <a:gd name="connsiteY2" fmla="*/ 2722237 h 3116813"/>
                <a:gd name="connsiteX3" fmla="*/ 653701 w 3290925"/>
                <a:gd name="connsiteY3" fmla="*/ 2364385 h 3116813"/>
                <a:gd name="connsiteX4" fmla="*/ 841475 w 3290925"/>
                <a:gd name="connsiteY4" fmla="*/ 2122759 h 3116813"/>
                <a:gd name="connsiteX5" fmla="*/ 1146884 w 3290925"/>
                <a:gd name="connsiteY5" fmla="*/ 1802800 h 3116813"/>
                <a:gd name="connsiteX6" fmla="*/ 1365849 w 3290925"/>
                <a:gd name="connsiteY6" fmla="*/ 1504794 h 3116813"/>
                <a:gd name="connsiteX7" fmla="*/ 1806191 w 3290925"/>
                <a:gd name="connsiteY7" fmla="*/ 1449925 h 3116813"/>
                <a:gd name="connsiteX8" fmla="*/ 2309860 w 3290925"/>
                <a:gd name="connsiteY8" fmla="*/ 1457078 h 3116813"/>
                <a:gd name="connsiteX9" fmla="*/ 2650678 w 3290925"/>
                <a:gd name="connsiteY9" fmla="*/ 1358104 h 3116813"/>
                <a:gd name="connsiteX10" fmla="*/ 2906329 w 3290925"/>
                <a:gd name="connsiteY10" fmla="*/ 1223135 h 3116813"/>
                <a:gd name="connsiteX11" fmla="*/ 3116069 w 3290925"/>
                <a:gd name="connsiteY11" fmla="*/ 1013489 h 3116813"/>
                <a:gd name="connsiteX12" fmla="*/ 3290750 w 3290925"/>
                <a:gd name="connsiteY12" fmla="*/ 612503 h 3116813"/>
                <a:gd name="connsiteX13" fmla="*/ 3139407 w 3290925"/>
                <a:gd name="connsiteY13" fmla="*/ 243465 h 3116813"/>
                <a:gd name="connsiteX14" fmla="*/ 3285588 w 3290925"/>
                <a:gd name="connsiteY14" fmla="*/ 0 h 3116813"/>
                <a:gd name="connsiteX0" fmla="*/ 0 w 3285588"/>
                <a:gd name="connsiteY0" fmla="*/ 3116283 h 3116813"/>
                <a:gd name="connsiteX1" fmla="*/ 295832 w 3285588"/>
                <a:gd name="connsiteY1" fmla="*/ 3104792 h 3116813"/>
                <a:gd name="connsiteX2" fmla="*/ 607384 w 3285588"/>
                <a:gd name="connsiteY2" fmla="*/ 2722237 h 3116813"/>
                <a:gd name="connsiteX3" fmla="*/ 653701 w 3285588"/>
                <a:gd name="connsiteY3" fmla="*/ 2364385 h 3116813"/>
                <a:gd name="connsiteX4" fmla="*/ 841475 w 3285588"/>
                <a:gd name="connsiteY4" fmla="*/ 2122759 h 3116813"/>
                <a:gd name="connsiteX5" fmla="*/ 1146884 w 3285588"/>
                <a:gd name="connsiteY5" fmla="*/ 1802800 h 3116813"/>
                <a:gd name="connsiteX6" fmla="*/ 1365849 w 3285588"/>
                <a:gd name="connsiteY6" fmla="*/ 1504794 h 3116813"/>
                <a:gd name="connsiteX7" fmla="*/ 1806191 w 3285588"/>
                <a:gd name="connsiteY7" fmla="*/ 1449925 h 3116813"/>
                <a:gd name="connsiteX8" fmla="*/ 2309860 w 3285588"/>
                <a:gd name="connsiteY8" fmla="*/ 1457078 h 3116813"/>
                <a:gd name="connsiteX9" fmla="*/ 2650678 w 3285588"/>
                <a:gd name="connsiteY9" fmla="*/ 1358104 h 3116813"/>
                <a:gd name="connsiteX10" fmla="*/ 2906329 w 3285588"/>
                <a:gd name="connsiteY10" fmla="*/ 1223135 h 3116813"/>
                <a:gd name="connsiteX11" fmla="*/ 3116069 w 3285588"/>
                <a:gd name="connsiteY11" fmla="*/ 1013489 h 3116813"/>
                <a:gd name="connsiteX12" fmla="*/ 3199885 w 3285588"/>
                <a:gd name="connsiteY12" fmla="*/ 615084 h 3116813"/>
                <a:gd name="connsiteX13" fmla="*/ 3139407 w 3285588"/>
                <a:gd name="connsiteY13" fmla="*/ 243465 h 3116813"/>
                <a:gd name="connsiteX14" fmla="*/ 3285588 w 3285588"/>
                <a:gd name="connsiteY14" fmla="*/ 0 h 3116813"/>
                <a:gd name="connsiteX0" fmla="*/ 0 w 3200281"/>
                <a:gd name="connsiteY0" fmla="*/ 2872818 h 2873348"/>
                <a:gd name="connsiteX1" fmla="*/ 295832 w 3200281"/>
                <a:gd name="connsiteY1" fmla="*/ 2861327 h 2873348"/>
                <a:gd name="connsiteX2" fmla="*/ 607384 w 3200281"/>
                <a:gd name="connsiteY2" fmla="*/ 2478772 h 2873348"/>
                <a:gd name="connsiteX3" fmla="*/ 653701 w 3200281"/>
                <a:gd name="connsiteY3" fmla="*/ 2120920 h 2873348"/>
                <a:gd name="connsiteX4" fmla="*/ 841475 w 3200281"/>
                <a:gd name="connsiteY4" fmla="*/ 1879294 h 2873348"/>
                <a:gd name="connsiteX5" fmla="*/ 1146884 w 3200281"/>
                <a:gd name="connsiteY5" fmla="*/ 1559335 h 2873348"/>
                <a:gd name="connsiteX6" fmla="*/ 1365849 w 3200281"/>
                <a:gd name="connsiteY6" fmla="*/ 1261329 h 2873348"/>
                <a:gd name="connsiteX7" fmla="*/ 1806191 w 3200281"/>
                <a:gd name="connsiteY7" fmla="*/ 1206460 h 2873348"/>
                <a:gd name="connsiteX8" fmla="*/ 2309860 w 3200281"/>
                <a:gd name="connsiteY8" fmla="*/ 1213613 h 2873348"/>
                <a:gd name="connsiteX9" fmla="*/ 2650678 w 3200281"/>
                <a:gd name="connsiteY9" fmla="*/ 1114639 h 2873348"/>
                <a:gd name="connsiteX10" fmla="*/ 2906329 w 3200281"/>
                <a:gd name="connsiteY10" fmla="*/ 979670 h 2873348"/>
                <a:gd name="connsiteX11" fmla="*/ 3116069 w 3200281"/>
                <a:gd name="connsiteY11" fmla="*/ 770024 h 2873348"/>
                <a:gd name="connsiteX12" fmla="*/ 3199885 w 3200281"/>
                <a:gd name="connsiteY12" fmla="*/ 371619 h 2873348"/>
                <a:gd name="connsiteX13" fmla="*/ 3139407 w 3200281"/>
                <a:gd name="connsiteY13" fmla="*/ 0 h 2873348"/>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199885 w 3555536"/>
                <a:gd name="connsiteY12" fmla="*/ 196067 h 2697796"/>
                <a:gd name="connsiteX13" fmla="*/ 3555536 w 3555536"/>
                <a:gd name="connsiteY13" fmla="*/ 0 h 2697796"/>
                <a:gd name="connsiteX0" fmla="*/ 0 w 3555536"/>
                <a:gd name="connsiteY0" fmla="*/ 2697266 h 2697796"/>
                <a:gd name="connsiteX1" fmla="*/ 295832 w 3555536"/>
                <a:gd name="connsiteY1" fmla="*/ 2685775 h 2697796"/>
                <a:gd name="connsiteX2" fmla="*/ 607384 w 3555536"/>
                <a:gd name="connsiteY2" fmla="*/ 2303220 h 2697796"/>
                <a:gd name="connsiteX3" fmla="*/ 653701 w 3555536"/>
                <a:gd name="connsiteY3" fmla="*/ 1945368 h 2697796"/>
                <a:gd name="connsiteX4" fmla="*/ 841475 w 3555536"/>
                <a:gd name="connsiteY4" fmla="*/ 1703742 h 2697796"/>
                <a:gd name="connsiteX5" fmla="*/ 1146884 w 3555536"/>
                <a:gd name="connsiteY5" fmla="*/ 1383783 h 2697796"/>
                <a:gd name="connsiteX6" fmla="*/ 1365849 w 3555536"/>
                <a:gd name="connsiteY6" fmla="*/ 1085777 h 2697796"/>
                <a:gd name="connsiteX7" fmla="*/ 1806191 w 3555536"/>
                <a:gd name="connsiteY7" fmla="*/ 1030908 h 2697796"/>
                <a:gd name="connsiteX8" fmla="*/ 2309860 w 3555536"/>
                <a:gd name="connsiteY8" fmla="*/ 1038061 h 2697796"/>
                <a:gd name="connsiteX9" fmla="*/ 2650678 w 3555536"/>
                <a:gd name="connsiteY9" fmla="*/ 939087 h 2697796"/>
                <a:gd name="connsiteX10" fmla="*/ 2906329 w 3555536"/>
                <a:gd name="connsiteY10" fmla="*/ 804118 h 2697796"/>
                <a:gd name="connsiteX11" fmla="*/ 3116069 w 3555536"/>
                <a:gd name="connsiteY11" fmla="*/ 594472 h 2697796"/>
                <a:gd name="connsiteX12" fmla="*/ 3329027 w 3555536"/>
                <a:gd name="connsiteY12" fmla="*/ 199090 h 2697796"/>
                <a:gd name="connsiteX13" fmla="*/ 3555536 w 3555536"/>
                <a:gd name="connsiteY13" fmla="*/ 0 h 2697796"/>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365849 w 3555536"/>
                <a:gd name="connsiteY6" fmla="*/ 1085777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193"/>
                <a:gd name="connsiteX1" fmla="*/ 295832 w 3555536"/>
                <a:gd name="connsiteY1" fmla="*/ 2685775 h 2730193"/>
                <a:gd name="connsiteX2" fmla="*/ 607384 w 3555536"/>
                <a:gd name="connsiteY2" fmla="*/ 2303220 h 2730193"/>
                <a:gd name="connsiteX3" fmla="*/ 653701 w 3555536"/>
                <a:gd name="connsiteY3" fmla="*/ 1945368 h 2730193"/>
                <a:gd name="connsiteX4" fmla="*/ 841475 w 3555536"/>
                <a:gd name="connsiteY4" fmla="*/ 1703742 h 2730193"/>
                <a:gd name="connsiteX5" fmla="*/ 1146884 w 3555536"/>
                <a:gd name="connsiteY5" fmla="*/ 1383783 h 2730193"/>
                <a:gd name="connsiteX6" fmla="*/ 1451227 w 3555536"/>
                <a:gd name="connsiteY6" fmla="*/ 1114720 h 2730193"/>
                <a:gd name="connsiteX7" fmla="*/ 1806191 w 3555536"/>
                <a:gd name="connsiteY7" fmla="*/ 1030908 h 2730193"/>
                <a:gd name="connsiteX8" fmla="*/ 2309860 w 3555536"/>
                <a:gd name="connsiteY8" fmla="*/ 1038061 h 2730193"/>
                <a:gd name="connsiteX9" fmla="*/ 2650678 w 3555536"/>
                <a:gd name="connsiteY9" fmla="*/ 939087 h 2730193"/>
                <a:gd name="connsiteX10" fmla="*/ 2906329 w 3555536"/>
                <a:gd name="connsiteY10" fmla="*/ 804118 h 2730193"/>
                <a:gd name="connsiteX11" fmla="*/ 3116069 w 3555536"/>
                <a:gd name="connsiteY11" fmla="*/ 594472 h 2730193"/>
                <a:gd name="connsiteX12" fmla="*/ 3329027 w 3555536"/>
                <a:gd name="connsiteY12" fmla="*/ 199090 h 2730193"/>
                <a:gd name="connsiteX13" fmla="*/ 3555536 w 3555536"/>
                <a:gd name="connsiteY13" fmla="*/ 0 h 2730193"/>
                <a:gd name="connsiteX0" fmla="*/ 0 w 3555536"/>
                <a:gd name="connsiteY0" fmla="*/ 2697266 h 2730764"/>
                <a:gd name="connsiteX1" fmla="*/ 295832 w 3555536"/>
                <a:gd name="connsiteY1" fmla="*/ 2685775 h 2730764"/>
                <a:gd name="connsiteX2" fmla="*/ 493310 w 3555536"/>
                <a:gd name="connsiteY2" fmla="*/ 2294331 h 2730764"/>
                <a:gd name="connsiteX3" fmla="*/ 653701 w 3555536"/>
                <a:gd name="connsiteY3" fmla="*/ 1945368 h 2730764"/>
                <a:gd name="connsiteX4" fmla="*/ 841475 w 3555536"/>
                <a:gd name="connsiteY4" fmla="*/ 1703742 h 2730764"/>
                <a:gd name="connsiteX5" fmla="*/ 1146884 w 3555536"/>
                <a:gd name="connsiteY5" fmla="*/ 1383783 h 2730764"/>
                <a:gd name="connsiteX6" fmla="*/ 1451227 w 3555536"/>
                <a:gd name="connsiteY6" fmla="*/ 1114720 h 2730764"/>
                <a:gd name="connsiteX7" fmla="*/ 1806191 w 3555536"/>
                <a:gd name="connsiteY7" fmla="*/ 1030908 h 2730764"/>
                <a:gd name="connsiteX8" fmla="*/ 2309860 w 3555536"/>
                <a:gd name="connsiteY8" fmla="*/ 1038061 h 2730764"/>
                <a:gd name="connsiteX9" fmla="*/ 2650678 w 3555536"/>
                <a:gd name="connsiteY9" fmla="*/ 939087 h 2730764"/>
                <a:gd name="connsiteX10" fmla="*/ 2906329 w 3555536"/>
                <a:gd name="connsiteY10" fmla="*/ 804118 h 2730764"/>
                <a:gd name="connsiteX11" fmla="*/ 3116069 w 3555536"/>
                <a:gd name="connsiteY11" fmla="*/ 594472 h 2730764"/>
                <a:gd name="connsiteX12" fmla="*/ 3329027 w 3555536"/>
                <a:gd name="connsiteY12" fmla="*/ 199090 h 2730764"/>
                <a:gd name="connsiteX13" fmla="*/ 3555536 w 3555536"/>
                <a:gd name="connsiteY13" fmla="*/ 0 h 2730764"/>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81416 w 3595477"/>
                <a:gd name="connsiteY4" fmla="*/ 1703742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186825 w 3595477"/>
                <a:gd name="connsiteY5" fmla="*/ 1383783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 name="connsiteX0" fmla="*/ 0 w 3595477"/>
                <a:gd name="connsiteY0" fmla="*/ 2621026 h 2703932"/>
                <a:gd name="connsiteX1" fmla="*/ 335773 w 3595477"/>
                <a:gd name="connsiteY1" fmla="*/ 2685775 h 2703932"/>
                <a:gd name="connsiteX2" fmla="*/ 533251 w 3595477"/>
                <a:gd name="connsiteY2" fmla="*/ 2294331 h 2703932"/>
                <a:gd name="connsiteX3" fmla="*/ 693642 w 3595477"/>
                <a:gd name="connsiteY3" fmla="*/ 1945368 h 2703932"/>
                <a:gd name="connsiteX4" fmla="*/ 872566 w 3595477"/>
                <a:gd name="connsiteY4" fmla="*/ 1683499 h 2703932"/>
                <a:gd name="connsiteX5" fmla="*/ 1301139 w 3595477"/>
                <a:gd name="connsiteY5" fmla="*/ 1362970 h 2703932"/>
                <a:gd name="connsiteX6" fmla="*/ 1491168 w 3595477"/>
                <a:gd name="connsiteY6" fmla="*/ 1114720 h 2703932"/>
                <a:gd name="connsiteX7" fmla="*/ 1846132 w 3595477"/>
                <a:gd name="connsiteY7" fmla="*/ 1030908 h 2703932"/>
                <a:gd name="connsiteX8" fmla="*/ 2349801 w 3595477"/>
                <a:gd name="connsiteY8" fmla="*/ 1038061 h 2703932"/>
                <a:gd name="connsiteX9" fmla="*/ 2690619 w 3595477"/>
                <a:gd name="connsiteY9" fmla="*/ 939087 h 2703932"/>
                <a:gd name="connsiteX10" fmla="*/ 2946270 w 3595477"/>
                <a:gd name="connsiteY10" fmla="*/ 804118 h 2703932"/>
                <a:gd name="connsiteX11" fmla="*/ 3156010 w 3595477"/>
                <a:gd name="connsiteY11" fmla="*/ 594472 h 2703932"/>
                <a:gd name="connsiteX12" fmla="*/ 3368968 w 3595477"/>
                <a:gd name="connsiteY12" fmla="*/ 199090 h 2703932"/>
                <a:gd name="connsiteX13" fmla="*/ 3595477 w 3595477"/>
                <a:gd name="connsiteY13" fmla="*/ 0 h 270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5477" h="2703932">
                  <a:moveTo>
                    <a:pt x="0" y="2621026"/>
                  </a:moveTo>
                  <a:cubicBezTo>
                    <a:pt x="93426" y="2658411"/>
                    <a:pt x="246898" y="2740224"/>
                    <a:pt x="335773" y="2685775"/>
                  </a:cubicBezTo>
                  <a:cubicBezTo>
                    <a:pt x="424648" y="2631326"/>
                    <a:pt x="473606" y="2417732"/>
                    <a:pt x="533251" y="2294331"/>
                  </a:cubicBezTo>
                  <a:cubicBezTo>
                    <a:pt x="592896" y="2170930"/>
                    <a:pt x="654627" y="2045281"/>
                    <a:pt x="693642" y="1945368"/>
                  </a:cubicBezTo>
                  <a:cubicBezTo>
                    <a:pt x="612361" y="1769406"/>
                    <a:pt x="771317" y="1780565"/>
                    <a:pt x="872566" y="1683499"/>
                  </a:cubicBezTo>
                  <a:cubicBezTo>
                    <a:pt x="973815" y="1586433"/>
                    <a:pt x="1198039" y="1457767"/>
                    <a:pt x="1301139" y="1362970"/>
                  </a:cubicBezTo>
                  <a:cubicBezTo>
                    <a:pt x="1404239" y="1268174"/>
                    <a:pt x="1400336" y="1170064"/>
                    <a:pt x="1491168" y="1114720"/>
                  </a:cubicBezTo>
                  <a:cubicBezTo>
                    <a:pt x="1582000" y="1059376"/>
                    <a:pt x="1703027" y="1043685"/>
                    <a:pt x="1846132" y="1030908"/>
                  </a:cubicBezTo>
                  <a:cubicBezTo>
                    <a:pt x="1989238" y="1018132"/>
                    <a:pt x="2178923" y="1076351"/>
                    <a:pt x="2349801" y="1038061"/>
                  </a:cubicBezTo>
                  <a:cubicBezTo>
                    <a:pt x="2464768" y="1012248"/>
                    <a:pt x="2591208" y="978078"/>
                    <a:pt x="2690619" y="939087"/>
                  </a:cubicBezTo>
                  <a:cubicBezTo>
                    <a:pt x="2790031" y="900097"/>
                    <a:pt x="2865879" y="857362"/>
                    <a:pt x="2946270" y="804118"/>
                  </a:cubicBezTo>
                  <a:cubicBezTo>
                    <a:pt x="3029804" y="748777"/>
                    <a:pt x="3085560" y="695310"/>
                    <a:pt x="3156010" y="594472"/>
                  </a:cubicBezTo>
                  <a:cubicBezTo>
                    <a:pt x="3226460" y="493634"/>
                    <a:pt x="3362301" y="329202"/>
                    <a:pt x="3368968" y="199090"/>
                  </a:cubicBezTo>
                  <a:cubicBezTo>
                    <a:pt x="3375159" y="78790"/>
                    <a:pt x="3593762" y="120491"/>
                    <a:pt x="3595477"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1" name="Freeform: Shape 80">
              <a:extLst>
                <a:ext uri="{FF2B5EF4-FFF2-40B4-BE49-F238E27FC236}">
                  <a16:creationId xmlns:a16="http://schemas.microsoft.com/office/drawing/2014/main" id="{6077FAA2-2E70-62F2-33EE-1CE38F459273}"/>
                </a:ext>
              </a:extLst>
            </p:cNvPr>
            <p:cNvSpPr/>
            <p:nvPr userDrawn="1"/>
          </p:nvSpPr>
          <p:spPr>
            <a:xfrm rot="6828273" flipH="1" flipV="1">
              <a:off x="143748" y="5903620"/>
              <a:ext cx="566308" cy="983673"/>
            </a:xfrm>
            <a:custGeom>
              <a:avLst/>
              <a:gdLst>
                <a:gd name="connsiteX0" fmla="*/ 0 w 1271168"/>
                <a:gd name="connsiteY0" fmla="*/ 2861882 h 2861881"/>
                <a:gd name="connsiteX1" fmla="*/ 115157 w 1271168"/>
                <a:gd name="connsiteY1" fmla="*/ 2685002 h 2861881"/>
                <a:gd name="connsiteX2" fmla="*/ 277178 w 1271168"/>
                <a:gd name="connsiteY2" fmla="*/ 2461070 h 2861881"/>
                <a:gd name="connsiteX3" fmla="*/ 421958 w 1271168"/>
                <a:gd name="connsiteY3" fmla="*/ 2209514 h 2861881"/>
                <a:gd name="connsiteX4" fmla="*/ 690848 w 1271168"/>
                <a:gd name="connsiteY4" fmla="*/ 1751267 h 2861881"/>
                <a:gd name="connsiteX5" fmla="*/ 830580 w 1271168"/>
                <a:gd name="connsiteY5" fmla="*/ 1451039 h 2861881"/>
                <a:gd name="connsiteX6" fmla="*/ 917067 w 1271168"/>
                <a:gd name="connsiteY6" fmla="*/ 1276541 h 2861881"/>
                <a:gd name="connsiteX7" fmla="*/ 1114901 w 1271168"/>
                <a:gd name="connsiteY7" fmla="*/ 965835 h 2861881"/>
                <a:gd name="connsiteX8" fmla="*/ 1204627 w 1271168"/>
                <a:gd name="connsiteY8" fmla="*/ 819626 h 2861881"/>
                <a:gd name="connsiteX9" fmla="*/ 1271111 w 1271168"/>
                <a:gd name="connsiteY9" fmla="*/ 585311 h 2861881"/>
                <a:gd name="connsiteX10" fmla="*/ 1128141 w 1271168"/>
                <a:gd name="connsiteY10" fmla="*/ 292894 h 2861881"/>
                <a:gd name="connsiteX11" fmla="*/ 882110 w 1271168"/>
                <a:gd name="connsiteY11" fmla="*/ 135065 h 2861881"/>
                <a:gd name="connsiteX12" fmla="*/ 574929 w 1271168"/>
                <a:gd name="connsiteY12" fmla="*/ 0 h 2861881"/>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2885730 h 2885730"/>
                <a:gd name="connsiteX1" fmla="*/ 115157 w 1271168"/>
                <a:gd name="connsiteY1" fmla="*/ 2708850 h 2885730"/>
                <a:gd name="connsiteX2" fmla="*/ 277178 w 1271168"/>
                <a:gd name="connsiteY2" fmla="*/ 2484918 h 2885730"/>
                <a:gd name="connsiteX3" fmla="*/ 421958 w 1271168"/>
                <a:gd name="connsiteY3" fmla="*/ 2233362 h 2885730"/>
                <a:gd name="connsiteX4" fmla="*/ 690848 w 1271168"/>
                <a:gd name="connsiteY4" fmla="*/ 1775115 h 2885730"/>
                <a:gd name="connsiteX5" fmla="*/ 830580 w 1271168"/>
                <a:gd name="connsiteY5" fmla="*/ 1474887 h 2885730"/>
                <a:gd name="connsiteX6" fmla="*/ 917067 w 1271168"/>
                <a:gd name="connsiteY6" fmla="*/ 1300389 h 2885730"/>
                <a:gd name="connsiteX7" fmla="*/ 1114901 w 1271168"/>
                <a:gd name="connsiteY7" fmla="*/ 989683 h 2885730"/>
                <a:gd name="connsiteX8" fmla="*/ 1204627 w 1271168"/>
                <a:gd name="connsiteY8" fmla="*/ 843474 h 2885730"/>
                <a:gd name="connsiteX9" fmla="*/ 1271111 w 1271168"/>
                <a:gd name="connsiteY9" fmla="*/ 609159 h 2885730"/>
                <a:gd name="connsiteX10" fmla="*/ 1128141 w 1271168"/>
                <a:gd name="connsiteY10" fmla="*/ 316742 h 2885730"/>
                <a:gd name="connsiteX11" fmla="*/ 882110 w 1271168"/>
                <a:gd name="connsiteY11" fmla="*/ 158913 h 2885730"/>
                <a:gd name="connsiteX12" fmla="*/ 550098 w 1271168"/>
                <a:gd name="connsiteY12" fmla="*/ 0 h 2885730"/>
                <a:gd name="connsiteX0" fmla="*/ 0 w 1271168"/>
                <a:gd name="connsiteY0" fmla="*/ 3023577 h 3023577"/>
                <a:gd name="connsiteX1" fmla="*/ 115157 w 1271168"/>
                <a:gd name="connsiteY1" fmla="*/ 2846697 h 3023577"/>
                <a:gd name="connsiteX2" fmla="*/ 277178 w 1271168"/>
                <a:gd name="connsiteY2" fmla="*/ 2622765 h 3023577"/>
                <a:gd name="connsiteX3" fmla="*/ 421958 w 1271168"/>
                <a:gd name="connsiteY3" fmla="*/ 2371209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271168"/>
                <a:gd name="connsiteY0" fmla="*/ 3023577 h 3023577"/>
                <a:gd name="connsiteX1" fmla="*/ 115157 w 1271168"/>
                <a:gd name="connsiteY1" fmla="*/ 2846697 h 3023577"/>
                <a:gd name="connsiteX2" fmla="*/ 277178 w 1271168"/>
                <a:gd name="connsiteY2" fmla="*/ 2622765 h 3023577"/>
                <a:gd name="connsiteX3" fmla="*/ 377887 w 1271168"/>
                <a:gd name="connsiteY3" fmla="*/ 2320281 h 3023577"/>
                <a:gd name="connsiteX4" fmla="*/ 690848 w 1271168"/>
                <a:gd name="connsiteY4" fmla="*/ 1912962 h 3023577"/>
                <a:gd name="connsiteX5" fmla="*/ 830580 w 1271168"/>
                <a:gd name="connsiteY5" fmla="*/ 1612734 h 3023577"/>
                <a:gd name="connsiteX6" fmla="*/ 917067 w 1271168"/>
                <a:gd name="connsiteY6" fmla="*/ 1438236 h 3023577"/>
                <a:gd name="connsiteX7" fmla="*/ 1114901 w 1271168"/>
                <a:gd name="connsiteY7" fmla="*/ 1127530 h 3023577"/>
                <a:gd name="connsiteX8" fmla="*/ 1204627 w 1271168"/>
                <a:gd name="connsiteY8" fmla="*/ 981321 h 3023577"/>
                <a:gd name="connsiteX9" fmla="*/ 1271111 w 1271168"/>
                <a:gd name="connsiteY9" fmla="*/ 747006 h 3023577"/>
                <a:gd name="connsiteX10" fmla="*/ 1128141 w 1271168"/>
                <a:gd name="connsiteY10" fmla="*/ 454589 h 3023577"/>
                <a:gd name="connsiteX11" fmla="*/ 882110 w 1271168"/>
                <a:gd name="connsiteY11" fmla="*/ 296760 h 3023577"/>
                <a:gd name="connsiteX12" fmla="*/ 421973 w 1271168"/>
                <a:gd name="connsiteY12" fmla="*/ 0 h 3023577"/>
                <a:gd name="connsiteX0" fmla="*/ 0 w 1922029"/>
                <a:gd name="connsiteY0" fmla="*/ 3359982 h 3359982"/>
                <a:gd name="connsiteX1" fmla="*/ 766018 w 1922029"/>
                <a:gd name="connsiteY1" fmla="*/ 2846697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67928 w 1922029"/>
                <a:gd name="connsiteY6" fmla="*/ 1438236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29"/>
                <a:gd name="connsiteY0" fmla="*/ 3359982 h 3359982"/>
                <a:gd name="connsiteX1" fmla="*/ 707734 w 1922029"/>
                <a:gd name="connsiteY1" fmla="*/ 2935788 h 3359982"/>
                <a:gd name="connsiteX2" fmla="*/ 928039 w 1922029"/>
                <a:gd name="connsiteY2" fmla="*/ 2622765 h 3359982"/>
                <a:gd name="connsiteX3" fmla="*/ 1028748 w 1922029"/>
                <a:gd name="connsiteY3" fmla="*/ 2320281 h 3359982"/>
                <a:gd name="connsiteX4" fmla="*/ 1341709 w 1922029"/>
                <a:gd name="connsiteY4" fmla="*/ 1912962 h 3359982"/>
                <a:gd name="connsiteX5" fmla="*/ 1481441 w 1922029"/>
                <a:gd name="connsiteY5" fmla="*/ 1612734 h 3359982"/>
                <a:gd name="connsiteX6" fmla="*/ 1532236 w 1922029"/>
                <a:gd name="connsiteY6" fmla="*/ 1360834 h 3359982"/>
                <a:gd name="connsiteX7" fmla="*/ 1765762 w 1922029"/>
                <a:gd name="connsiteY7" fmla="*/ 1127530 h 3359982"/>
                <a:gd name="connsiteX8" fmla="*/ 1855488 w 1922029"/>
                <a:gd name="connsiteY8" fmla="*/ 981321 h 3359982"/>
                <a:gd name="connsiteX9" fmla="*/ 1921972 w 1922029"/>
                <a:gd name="connsiteY9" fmla="*/ 747006 h 3359982"/>
                <a:gd name="connsiteX10" fmla="*/ 1779002 w 1922029"/>
                <a:gd name="connsiteY10" fmla="*/ 454589 h 3359982"/>
                <a:gd name="connsiteX11" fmla="*/ 1532971 w 1922029"/>
                <a:gd name="connsiteY11" fmla="*/ 296760 h 3359982"/>
                <a:gd name="connsiteX12" fmla="*/ 1072834 w 1922029"/>
                <a:gd name="connsiteY12" fmla="*/ 0 h 3359982"/>
                <a:gd name="connsiteX0" fmla="*/ 0 w 1922017"/>
                <a:gd name="connsiteY0" fmla="*/ 3359982 h 3359982"/>
                <a:gd name="connsiteX1" fmla="*/ 707734 w 1922017"/>
                <a:gd name="connsiteY1" fmla="*/ 2935788 h 3359982"/>
                <a:gd name="connsiteX2" fmla="*/ 928039 w 1922017"/>
                <a:gd name="connsiteY2" fmla="*/ 2622765 h 3359982"/>
                <a:gd name="connsiteX3" fmla="*/ 1028748 w 1922017"/>
                <a:gd name="connsiteY3" fmla="*/ 2320281 h 3359982"/>
                <a:gd name="connsiteX4" fmla="*/ 1341709 w 1922017"/>
                <a:gd name="connsiteY4" fmla="*/ 1912962 h 3359982"/>
                <a:gd name="connsiteX5" fmla="*/ 1481441 w 1922017"/>
                <a:gd name="connsiteY5" fmla="*/ 1612734 h 3359982"/>
                <a:gd name="connsiteX6" fmla="*/ 1532236 w 1922017"/>
                <a:gd name="connsiteY6" fmla="*/ 1360834 h 3359982"/>
                <a:gd name="connsiteX7" fmla="*/ 1735853 w 1922017"/>
                <a:gd name="connsiteY7" fmla="*/ 1070751 h 3359982"/>
                <a:gd name="connsiteX8" fmla="*/ 1855488 w 1922017"/>
                <a:gd name="connsiteY8" fmla="*/ 981321 h 3359982"/>
                <a:gd name="connsiteX9" fmla="*/ 1921972 w 1922017"/>
                <a:gd name="connsiteY9" fmla="*/ 747006 h 3359982"/>
                <a:gd name="connsiteX10" fmla="*/ 1779002 w 1922017"/>
                <a:gd name="connsiteY10" fmla="*/ 454589 h 3359982"/>
                <a:gd name="connsiteX11" fmla="*/ 1532971 w 1922017"/>
                <a:gd name="connsiteY11" fmla="*/ 296760 h 3359982"/>
                <a:gd name="connsiteX12" fmla="*/ 1072834 w 1922017"/>
                <a:gd name="connsiteY12" fmla="*/ 0 h 3359982"/>
                <a:gd name="connsiteX0" fmla="*/ 0 w 1921972"/>
                <a:gd name="connsiteY0" fmla="*/ 3359982 h 3359982"/>
                <a:gd name="connsiteX1" fmla="*/ 707734 w 1921972"/>
                <a:gd name="connsiteY1" fmla="*/ 2935788 h 3359982"/>
                <a:gd name="connsiteX2" fmla="*/ 928039 w 1921972"/>
                <a:gd name="connsiteY2" fmla="*/ 2622765 h 3359982"/>
                <a:gd name="connsiteX3" fmla="*/ 1028748 w 1921972"/>
                <a:gd name="connsiteY3" fmla="*/ 2320281 h 3359982"/>
                <a:gd name="connsiteX4" fmla="*/ 1341709 w 1921972"/>
                <a:gd name="connsiteY4" fmla="*/ 1912962 h 3359982"/>
                <a:gd name="connsiteX5" fmla="*/ 1481441 w 1921972"/>
                <a:gd name="connsiteY5" fmla="*/ 1612734 h 3359982"/>
                <a:gd name="connsiteX6" fmla="*/ 1532236 w 1921972"/>
                <a:gd name="connsiteY6" fmla="*/ 1360834 h 3359982"/>
                <a:gd name="connsiteX7" fmla="*/ 1735853 w 1921972"/>
                <a:gd name="connsiteY7" fmla="*/ 1070751 h 3359982"/>
                <a:gd name="connsiteX8" fmla="*/ 1921972 w 1921972"/>
                <a:gd name="connsiteY8" fmla="*/ 747006 h 3359982"/>
                <a:gd name="connsiteX9" fmla="*/ 1779002 w 1921972"/>
                <a:gd name="connsiteY9" fmla="*/ 454589 h 3359982"/>
                <a:gd name="connsiteX10" fmla="*/ 1532971 w 1921972"/>
                <a:gd name="connsiteY10" fmla="*/ 296760 h 3359982"/>
                <a:gd name="connsiteX11" fmla="*/ 1072834 w 1921972"/>
                <a:gd name="connsiteY11" fmla="*/ 0 h 3359982"/>
                <a:gd name="connsiteX0" fmla="*/ 0 w 1921972"/>
                <a:gd name="connsiteY0" fmla="*/ 3637071 h 3637071"/>
                <a:gd name="connsiteX1" fmla="*/ 707734 w 1921972"/>
                <a:gd name="connsiteY1" fmla="*/ 3212877 h 3637071"/>
                <a:gd name="connsiteX2" fmla="*/ 928039 w 1921972"/>
                <a:gd name="connsiteY2" fmla="*/ 2899854 h 3637071"/>
                <a:gd name="connsiteX3" fmla="*/ 1028748 w 1921972"/>
                <a:gd name="connsiteY3" fmla="*/ 2597370 h 3637071"/>
                <a:gd name="connsiteX4" fmla="*/ 1341709 w 1921972"/>
                <a:gd name="connsiteY4" fmla="*/ 2190051 h 3637071"/>
                <a:gd name="connsiteX5" fmla="*/ 1481441 w 1921972"/>
                <a:gd name="connsiteY5" fmla="*/ 1889823 h 3637071"/>
                <a:gd name="connsiteX6" fmla="*/ 1532236 w 1921972"/>
                <a:gd name="connsiteY6" fmla="*/ 1637923 h 3637071"/>
                <a:gd name="connsiteX7" fmla="*/ 1735853 w 1921972"/>
                <a:gd name="connsiteY7" fmla="*/ 1347840 h 3637071"/>
                <a:gd name="connsiteX8" fmla="*/ 1921972 w 1921972"/>
                <a:gd name="connsiteY8" fmla="*/ 1024095 h 3637071"/>
                <a:gd name="connsiteX9" fmla="*/ 1779002 w 1921972"/>
                <a:gd name="connsiteY9" fmla="*/ 731678 h 3637071"/>
                <a:gd name="connsiteX10" fmla="*/ 1532971 w 1921972"/>
                <a:gd name="connsiteY10" fmla="*/ 573849 h 3637071"/>
                <a:gd name="connsiteX11" fmla="*/ 998754 w 1921972"/>
                <a:gd name="connsiteY11" fmla="*/ 0 h 3637071"/>
                <a:gd name="connsiteX0" fmla="*/ 0 w 1356608"/>
                <a:gd name="connsiteY0" fmla="*/ 3762219 h 3762219"/>
                <a:gd name="connsiteX1" fmla="*/ 142370 w 1356608"/>
                <a:gd name="connsiteY1" fmla="*/ 3212877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356608"/>
                <a:gd name="connsiteY0" fmla="*/ 3762219 h 3762219"/>
                <a:gd name="connsiteX1" fmla="*/ 194135 w 1356608"/>
                <a:gd name="connsiteY1" fmla="*/ 3298841 h 3762219"/>
                <a:gd name="connsiteX2" fmla="*/ 362675 w 1356608"/>
                <a:gd name="connsiteY2" fmla="*/ 2899854 h 3762219"/>
                <a:gd name="connsiteX3" fmla="*/ 463384 w 1356608"/>
                <a:gd name="connsiteY3" fmla="*/ 2597370 h 3762219"/>
                <a:gd name="connsiteX4" fmla="*/ 776345 w 1356608"/>
                <a:gd name="connsiteY4" fmla="*/ 2190051 h 3762219"/>
                <a:gd name="connsiteX5" fmla="*/ 916077 w 1356608"/>
                <a:gd name="connsiteY5" fmla="*/ 1889823 h 3762219"/>
                <a:gd name="connsiteX6" fmla="*/ 966872 w 1356608"/>
                <a:gd name="connsiteY6" fmla="*/ 1637923 h 3762219"/>
                <a:gd name="connsiteX7" fmla="*/ 1170489 w 1356608"/>
                <a:gd name="connsiteY7" fmla="*/ 1347840 h 3762219"/>
                <a:gd name="connsiteX8" fmla="*/ 1356608 w 1356608"/>
                <a:gd name="connsiteY8" fmla="*/ 1024095 h 3762219"/>
                <a:gd name="connsiteX9" fmla="*/ 1213638 w 1356608"/>
                <a:gd name="connsiteY9" fmla="*/ 731678 h 3762219"/>
                <a:gd name="connsiteX10" fmla="*/ 967607 w 1356608"/>
                <a:gd name="connsiteY10" fmla="*/ 573849 h 3762219"/>
                <a:gd name="connsiteX11" fmla="*/ 433390 w 1356608"/>
                <a:gd name="connsiteY11" fmla="*/ 0 h 3762219"/>
                <a:gd name="connsiteX0" fmla="*/ 0 w 1441230"/>
                <a:gd name="connsiteY0" fmla="*/ 3762219 h 3762219"/>
                <a:gd name="connsiteX1" fmla="*/ 194135 w 1441230"/>
                <a:gd name="connsiteY1" fmla="*/ 3298841 h 3762219"/>
                <a:gd name="connsiteX2" fmla="*/ 362675 w 1441230"/>
                <a:gd name="connsiteY2" fmla="*/ 2899854 h 3762219"/>
                <a:gd name="connsiteX3" fmla="*/ 463384 w 1441230"/>
                <a:gd name="connsiteY3" fmla="*/ 2597370 h 3762219"/>
                <a:gd name="connsiteX4" fmla="*/ 776345 w 1441230"/>
                <a:gd name="connsiteY4" fmla="*/ 2190051 h 3762219"/>
                <a:gd name="connsiteX5" fmla="*/ 916077 w 1441230"/>
                <a:gd name="connsiteY5" fmla="*/ 1889823 h 3762219"/>
                <a:gd name="connsiteX6" fmla="*/ 966872 w 1441230"/>
                <a:gd name="connsiteY6" fmla="*/ 1637923 h 3762219"/>
                <a:gd name="connsiteX7" fmla="*/ 1170489 w 1441230"/>
                <a:gd name="connsiteY7" fmla="*/ 1347840 h 3762219"/>
                <a:gd name="connsiteX8" fmla="*/ 1441230 w 1441230"/>
                <a:gd name="connsiteY8" fmla="*/ 961746 h 3762219"/>
                <a:gd name="connsiteX9" fmla="*/ 1213638 w 1441230"/>
                <a:gd name="connsiteY9" fmla="*/ 731678 h 3762219"/>
                <a:gd name="connsiteX10" fmla="*/ 967607 w 1441230"/>
                <a:gd name="connsiteY10" fmla="*/ 573849 h 3762219"/>
                <a:gd name="connsiteX11" fmla="*/ 433390 w 1441230"/>
                <a:gd name="connsiteY11" fmla="*/ 0 h 3762219"/>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967607 w 1441230"/>
                <a:gd name="connsiteY10" fmla="*/ 544550 h 3732920"/>
                <a:gd name="connsiteX11" fmla="*/ 19796 w 1441230"/>
                <a:gd name="connsiteY11" fmla="*/ 0 h 3732920"/>
                <a:gd name="connsiteX0" fmla="*/ 0 w 1441230"/>
                <a:gd name="connsiteY0" fmla="*/ 3732920 h 3732920"/>
                <a:gd name="connsiteX1" fmla="*/ 194135 w 1441230"/>
                <a:gd name="connsiteY1" fmla="*/ 3269542 h 3732920"/>
                <a:gd name="connsiteX2" fmla="*/ 362675 w 1441230"/>
                <a:gd name="connsiteY2" fmla="*/ 2870555 h 3732920"/>
                <a:gd name="connsiteX3" fmla="*/ 463384 w 1441230"/>
                <a:gd name="connsiteY3" fmla="*/ 2568071 h 3732920"/>
                <a:gd name="connsiteX4" fmla="*/ 776345 w 1441230"/>
                <a:gd name="connsiteY4" fmla="*/ 2160752 h 3732920"/>
                <a:gd name="connsiteX5" fmla="*/ 916077 w 1441230"/>
                <a:gd name="connsiteY5" fmla="*/ 1860524 h 3732920"/>
                <a:gd name="connsiteX6" fmla="*/ 966872 w 1441230"/>
                <a:gd name="connsiteY6" fmla="*/ 1608624 h 3732920"/>
                <a:gd name="connsiteX7" fmla="*/ 1170489 w 1441230"/>
                <a:gd name="connsiteY7" fmla="*/ 1318541 h 3732920"/>
                <a:gd name="connsiteX8" fmla="*/ 1441230 w 1441230"/>
                <a:gd name="connsiteY8" fmla="*/ 932447 h 3732920"/>
                <a:gd name="connsiteX9" fmla="*/ 1213638 w 1441230"/>
                <a:gd name="connsiteY9" fmla="*/ 702379 h 3732920"/>
                <a:gd name="connsiteX10" fmla="*/ 728627 w 1441230"/>
                <a:gd name="connsiteY10" fmla="*/ 449428 h 3732920"/>
                <a:gd name="connsiteX11" fmla="*/ 19796 w 1441230"/>
                <a:gd name="connsiteY11" fmla="*/ 0 h 3732920"/>
                <a:gd name="connsiteX0" fmla="*/ 174339 w 1421434"/>
                <a:gd name="connsiteY0" fmla="*/ 3269542 h 3269542"/>
                <a:gd name="connsiteX1" fmla="*/ 342879 w 1421434"/>
                <a:gd name="connsiteY1" fmla="*/ 2870555 h 3269542"/>
                <a:gd name="connsiteX2" fmla="*/ 443588 w 1421434"/>
                <a:gd name="connsiteY2" fmla="*/ 2568071 h 3269542"/>
                <a:gd name="connsiteX3" fmla="*/ 756549 w 1421434"/>
                <a:gd name="connsiteY3" fmla="*/ 2160752 h 3269542"/>
                <a:gd name="connsiteX4" fmla="*/ 896281 w 1421434"/>
                <a:gd name="connsiteY4" fmla="*/ 1860524 h 3269542"/>
                <a:gd name="connsiteX5" fmla="*/ 947076 w 1421434"/>
                <a:gd name="connsiteY5" fmla="*/ 1608624 h 3269542"/>
                <a:gd name="connsiteX6" fmla="*/ 1150693 w 1421434"/>
                <a:gd name="connsiteY6" fmla="*/ 1318541 h 3269542"/>
                <a:gd name="connsiteX7" fmla="*/ 1421434 w 1421434"/>
                <a:gd name="connsiteY7" fmla="*/ 932447 h 3269542"/>
                <a:gd name="connsiteX8" fmla="*/ 1193842 w 1421434"/>
                <a:gd name="connsiteY8" fmla="*/ 702379 h 3269542"/>
                <a:gd name="connsiteX9" fmla="*/ 708831 w 1421434"/>
                <a:gd name="connsiteY9" fmla="*/ 449428 h 3269542"/>
                <a:gd name="connsiteX10" fmla="*/ 0 w 1421434"/>
                <a:gd name="connsiteY10" fmla="*/ 0 h 3269542"/>
                <a:gd name="connsiteX0" fmla="*/ 342879 w 1421434"/>
                <a:gd name="connsiteY0" fmla="*/ 2870555 h 2870555"/>
                <a:gd name="connsiteX1" fmla="*/ 443588 w 1421434"/>
                <a:gd name="connsiteY1" fmla="*/ 2568071 h 2870555"/>
                <a:gd name="connsiteX2" fmla="*/ 756549 w 1421434"/>
                <a:gd name="connsiteY2" fmla="*/ 2160752 h 2870555"/>
                <a:gd name="connsiteX3" fmla="*/ 896281 w 1421434"/>
                <a:gd name="connsiteY3" fmla="*/ 1860524 h 2870555"/>
                <a:gd name="connsiteX4" fmla="*/ 947076 w 1421434"/>
                <a:gd name="connsiteY4" fmla="*/ 1608624 h 2870555"/>
                <a:gd name="connsiteX5" fmla="*/ 1150693 w 1421434"/>
                <a:gd name="connsiteY5" fmla="*/ 1318541 h 2870555"/>
                <a:gd name="connsiteX6" fmla="*/ 1421434 w 1421434"/>
                <a:gd name="connsiteY6" fmla="*/ 932447 h 2870555"/>
                <a:gd name="connsiteX7" fmla="*/ 1193842 w 1421434"/>
                <a:gd name="connsiteY7" fmla="*/ 702379 h 2870555"/>
                <a:gd name="connsiteX8" fmla="*/ 708831 w 1421434"/>
                <a:gd name="connsiteY8" fmla="*/ 449428 h 2870555"/>
                <a:gd name="connsiteX9" fmla="*/ 0 w 1421434"/>
                <a:gd name="connsiteY9" fmla="*/ 0 h 2870555"/>
                <a:gd name="connsiteX0" fmla="*/ 443588 w 1421434"/>
                <a:gd name="connsiteY0" fmla="*/ 2568071 h 2568071"/>
                <a:gd name="connsiteX1" fmla="*/ 756549 w 1421434"/>
                <a:gd name="connsiteY1" fmla="*/ 2160752 h 2568071"/>
                <a:gd name="connsiteX2" fmla="*/ 896281 w 1421434"/>
                <a:gd name="connsiteY2" fmla="*/ 1860524 h 2568071"/>
                <a:gd name="connsiteX3" fmla="*/ 947076 w 1421434"/>
                <a:gd name="connsiteY3" fmla="*/ 1608624 h 2568071"/>
                <a:gd name="connsiteX4" fmla="*/ 1150693 w 1421434"/>
                <a:gd name="connsiteY4" fmla="*/ 1318541 h 2568071"/>
                <a:gd name="connsiteX5" fmla="*/ 1421434 w 1421434"/>
                <a:gd name="connsiteY5" fmla="*/ 932447 h 2568071"/>
                <a:gd name="connsiteX6" fmla="*/ 1193842 w 1421434"/>
                <a:gd name="connsiteY6" fmla="*/ 702379 h 2568071"/>
                <a:gd name="connsiteX7" fmla="*/ 708831 w 1421434"/>
                <a:gd name="connsiteY7" fmla="*/ 449428 h 2568071"/>
                <a:gd name="connsiteX8" fmla="*/ 0 w 1421434"/>
                <a:gd name="connsiteY8" fmla="*/ 0 h 2568071"/>
                <a:gd name="connsiteX0" fmla="*/ 756549 w 1421434"/>
                <a:gd name="connsiteY0" fmla="*/ 2160752 h 2160752"/>
                <a:gd name="connsiteX1" fmla="*/ 896281 w 1421434"/>
                <a:gd name="connsiteY1" fmla="*/ 1860524 h 2160752"/>
                <a:gd name="connsiteX2" fmla="*/ 947076 w 1421434"/>
                <a:gd name="connsiteY2" fmla="*/ 1608624 h 2160752"/>
                <a:gd name="connsiteX3" fmla="*/ 1150693 w 1421434"/>
                <a:gd name="connsiteY3" fmla="*/ 1318541 h 2160752"/>
                <a:gd name="connsiteX4" fmla="*/ 1421434 w 1421434"/>
                <a:gd name="connsiteY4" fmla="*/ 932447 h 2160752"/>
                <a:gd name="connsiteX5" fmla="*/ 1193842 w 1421434"/>
                <a:gd name="connsiteY5" fmla="*/ 702379 h 2160752"/>
                <a:gd name="connsiteX6" fmla="*/ 708831 w 1421434"/>
                <a:gd name="connsiteY6" fmla="*/ 449428 h 2160752"/>
                <a:gd name="connsiteX7" fmla="*/ 0 w 1421434"/>
                <a:gd name="connsiteY7" fmla="*/ 0 h 2160752"/>
                <a:gd name="connsiteX0" fmla="*/ 896281 w 1421434"/>
                <a:gd name="connsiteY0" fmla="*/ 1860524 h 1860524"/>
                <a:gd name="connsiteX1" fmla="*/ 947076 w 1421434"/>
                <a:gd name="connsiteY1" fmla="*/ 1608624 h 1860524"/>
                <a:gd name="connsiteX2" fmla="*/ 1150693 w 1421434"/>
                <a:gd name="connsiteY2" fmla="*/ 1318541 h 1860524"/>
                <a:gd name="connsiteX3" fmla="*/ 1421434 w 1421434"/>
                <a:gd name="connsiteY3" fmla="*/ 932447 h 1860524"/>
                <a:gd name="connsiteX4" fmla="*/ 1193842 w 1421434"/>
                <a:gd name="connsiteY4" fmla="*/ 702379 h 1860524"/>
                <a:gd name="connsiteX5" fmla="*/ 708831 w 1421434"/>
                <a:gd name="connsiteY5" fmla="*/ 449428 h 1860524"/>
                <a:gd name="connsiteX6" fmla="*/ 0 w 1421434"/>
                <a:gd name="connsiteY6" fmla="*/ 0 h 1860524"/>
                <a:gd name="connsiteX0" fmla="*/ 810365 w 1421434"/>
                <a:gd name="connsiteY0" fmla="*/ 1951561 h 1951561"/>
                <a:gd name="connsiteX1" fmla="*/ 947076 w 1421434"/>
                <a:gd name="connsiteY1" fmla="*/ 160862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150693 w 1421434"/>
                <a:gd name="connsiteY2" fmla="*/ 1318541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810365 w 1421434"/>
                <a:gd name="connsiteY0" fmla="*/ 1951561 h 1951561"/>
                <a:gd name="connsiteX1" fmla="*/ 1096974 w 1421434"/>
                <a:gd name="connsiteY1" fmla="*/ 1602544 h 1951561"/>
                <a:gd name="connsiteX2" fmla="*/ 1239584 w 1421434"/>
                <a:gd name="connsiteY2" fmla="*/ 1304717 h 1951561"/>
                <a:gd name="connsiteX3" fmla="*/ 1421434 w 1421434"/>
                <a:gd name="connsiteY3" fmla="*/ 932447 h 1951561"/>
                <a:gd name="connsiteX4" fmla="*/ 1193842 w 1421434"/>
                <a:gd name="connsiteY4" fmla="*/ 702379 h 1951561"/>
                <a:gd name="connsiteX5" fmla="*/ 708831 w 1421434"/>
                <a:gd name="connsiteY5" fmla="*/ 449428 h 1951561"/>
                <a:gd name="connsiteX6" fmla="*/ 0 w 1421434"/>
                <a:gd name="connsiteY6" fmla="*/ 0 h 19515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396858 w 1007927"/>
                <a:gd name="connsiteY0" fmla="*/ 1609061 h 1609061"/>
                <a:gd name="connsiteX1" fmla="*/ 683467 w 1007927"/>
                <a:gd name="connsiteY1" fmla="*/ 1260044 h 1609061"/>
                <a:gd name="connsiteX2" fmla="*/ 826077 w 1007927"/>
                <a:gd name="connsiteY2" fmla="*/ 962217 h 1609061"/>
                <a:gd name="connsiteX3" fmla="*/ 1007927 w 1007927"/>
                <a:gd name="connsiteY3" fmla="*/ 589947 h 1609061"/>
                <a:gd name="connsiteX4" fmla="*/ 780335 w 1007927"/>
                <a:gd name="connsiteY4" fmla="*/ 359879 h 1609061"/>
                <a:gd name="connsiteX5" fmla="*/ 295324 w 1007927"/>
                <a:gd name="connsiteY5" fmla="*/ 106928 h 1609061"/>
                <a:gd name="connsiteX6" fmla="*/ 0 w 1007927"/>
                <a:gd name="connsiteY6" fmla="*/ 0 h 1609061"/>
                <a:gd name="connsiteX0" fmla="*/ 101534 w 712603"/>
                <a:gd name="connsiteY0" fmla="*/ 1502133 h 1502133"/>
                <a:gd name="connsiteX1" fmla="*/ 388143 w 712603"/>
                <a:gd name="connsiteY1" fmla="*/ 1153116 h 1502133"/>
                <a:gd name="connsiteX2" fmla="*/ 530753 w 712603"/>
                <a:gd name="connsiteY2" fmla="*/ 855289 h 1502133"/>
                <a:gd name="connsiteX3" fmla="*/ 712603 w 712603"/>
                <a:gd name="connsiteY3" fmla="*/ 483019 h 1502133"/>
                <a:gd name="connsiteX4" fmla="*/ 485011 w 712603"/>
                <a:gd name="connsiteY4" fmla="*/ 252951 h 1502133"/>
                <a:gd name="connsiteX5" fmla="*/ 0 w 712603"/>
                <a:gd name="connsiteY5" fmla="*/ 0 h 1502133"/>
                <a:gd name="connsiteX0" fmla="*/ 0 w 611069"/>
                <a:gd name="connsiteY0" fmla="*/ 1249182 h 1249182"/>
                <a:gd name="connsiteX1" fmla="*/ 286609 w 611069"/>
                <a:gd name="connsiteY1" fmla="*/ 900165 h 1249182"/>
                <a:gd name="connsiteX2" fmla="*/ 429219 w 611069"/>
                <a:gd name="connsiteY2" fmla="*/ 602338 h 1249182"/>
                <a:gd name="connsiteX3" fmla="*/ 611069 w 611069"/>
                <a:gd name="connsiteY3" fmla="*/ 230068 h 1249182"/>
                <a:gd name="connsiteX4" fmla="*/ 383477 w 611069"/>
                <a:gd name="connsiteY4" fmla="*/ 0 h 1249182"/>
                <a:gd name="connsiteX0" fmla="*/ 0 w 611069"/>
                <a:gd name="connsiteY0" fmla="*/ 1134100 h 1134100"/>
                <a:gd name="connsiteX1" fmla="*/ 286609 w 611069"/>
                <a:gd name="connsiteY1" fmla="*/ 785083 h 1134100"/>
                <a:gd name="connsiteX2" fmla="*/ 429219 w 611069"/>
                <a:gd name="connsiteY2" fmla="*/ 487256 h 1134100"/>
                <a:gd name="connsiteX3" fmla="*/ 611069 w 611069"/>
                <a:gd name="connsiteY3" fmla="*/ 114986 h 1134100"/>
                <a:gd name="connsiteX4" fmla="*/ 369946 w 611069"/>
                <a:gd name="connsiteY4" fmla="*/ 0 h 113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069" h="1134100">
                  <a:moveTo>
                    <a:pt x="0" y="1134100"/>
                  </a:moveTo>
                  <a:cubicBezTo>
                    <a:pt x="31754" y="1042079"/>
                    <a:pt x="215073" y="892890"/>
                    <a:pt x="286609" y="785083"/>
                  </a:cubicBezTo>
                  <a:cubicBezTo>
                    <a:pt x="358145" y="677276"/>
                    <a:pt x="375142" y="598939"/>
                    <a:pt x="429219" y="487256"/>
                  </a:cubicBezTo>
                  <a:cubicBezTo>
                    <a:pt x="483296" y="375573"/>
                    <a:pt x="603878" y="217680"/>
                    <a:pt x="611069" y="114986"/>
                  </a:cubicBezTo>
                  <a:cubicBezTo>
                    <a:pt x="609069" y="2687"/>
                    <a:pt x="488713" y="80503"/>
                    <a:pt x="369946"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2" name="Freeform: Shape 81">
              <a:extLst>
                <a:ext uri="{FF2B5EF4-FFF2-40B4-BE49-F238E27FC236}">
                  <a16:creationId xmlns:a16="http://schemas.microsoft.com/office/drawing/2014/main" id="{F5CC93D7-C873-3EAF-2C45-C55EFCA01F27}"/>
                </a:ext>
              </a:extLst>
            </p:cNvPr>
            <p:cNvSpPr/>
            <p:nvPr userDrawn="1"/>
          </p:nvSpPr>
          <p:spPr>
            <a:xfrm rot="8192339" flipH="1" flipV="1">
              <a:off x="605509" y="4921618"/>
              <a:ext cx="1672669" cy="2722316"/>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2811959 w 2871080"/>
                <a:gd name="connsiteY0" fmla="*/ 3593540 h 3593540"/>
                <a:gd name="connsiteX1" fmla="*/ 2612523 w 2871080"/>
                <a:gd name="connsiteY1" fmla="*/ 2442309 h 3593540"/>
                <a:gd name="connsiteX2" fmla="*/ 2423833 w 2871080"/>
                <a:gd name="connsiteY2" fmla="*/ 1937199 h 3593540"/>
                <a:gd name="connsiteX3" fmla="*/ 2379542 w 2871080"/>
                <a:gd name="connsiteY3" fmla="*/ 1609063 h 3593540"/>
                <a:gd name="connsiteX4" fmla="*/ 2459933 w 2871080"/>
                <a:gd name="connsiteY4" fmla="*/ 1183962 h 3593540"/>
                <a:gd name="connsiteX5" fmla="*/ 2610904 w 2871080"/>
                <a:gd name="connsiteY5" fmla="*/ 743621 h 3593540"/>
                <a:gd name="connsiteX6" fmla="*/ 2599855 w 2871080"/>
                <a:gd name="connsiteY6" fmla="*/ 342047 h 3593540"/>
                <a:gd name="connsiteX7" fmla="*/ 2457170 w 2871080"/>
                <a:gd name="connsiteY7" fmla="*/ 55440 h 3593540"/>
                <a:gd name="connsiteX8" fmla="*/ 2242477 w 2871080"/>
                <a:gd name="connsiteY8" fmla="*/ 2862 h 3593540"/>
                <a:gd name="connsiteX9" fmla="*/ 1885099 w 2871080"/>
                <a:gd name="connsiteY9" fmla="*/ 234129 h 3593540"/>
                <a:gd name="connsiteX10" fmla="*/ 1401895 w 2871080"/>
                <a:gd name="connsiteY10" fmla="*/ 886401 h 3593540"/>
                <a:gd name="connsiteX11" fmla="*/ 1258640 w 2871080"/>
                <a:gd name="connsiteY11" fmla="*/ 1126145 h 3593540"/>
                <a:gd name="connsiteX12" fmla="*/ 1088237 w 2871080"/>
                <a:gd name="connsiteY12" fmla="*/ 1405799 h 3593540"/>
                <a:gd name="connsiteX13" fmla="*/ 945553 w 2871080"/>
                <a:gd name="connsiteY13" fmla="*/ 1634304 h 3593540"/>
                <a:gd name="connsiteX14" fmla="*/ 762384 w 2871080"/>
                <a:gd name="connsiteY14" fmla="*/ 1994223 h 3593540"/>
                <a:gd name="connsiteX15" fmla="*/ 383219 w 2871080"/>
                <a:gd name="connsiteY15" fmla="*/ 2487553 h 3593540"/>
                <a:gd name="connsiteX16" fmla="*/ 0 w 2871080"/>
                <a:gd name="connsiteY16" fmla="*/ 2699630 h 3593540"/>
                <a:gd name="connsiteX0" fmla="*/ 3017423 w 3076544"/>
                <a:gd name="connsiteY0" fmla="*/ 3593540 h 3593540"/>
                <a:gd name="connsiteX1" fmla="*/ 2817987 w 3076544"/>
                <a:gd name="connsiteY1" fmla="*/ 2442309 h 3593540"/>
                <a:gd name="connsiteX2" fmla="*/ 2629297 w 3076544"/>
                <a:gd name="connsiteY2" fmla="*/ 1937199 h 3593540"/>
                <a:gd name="connsiteX3" fmla="*/ 2585006 w 3076544"/>
                <a:gd name="connsiteY3" fmla="*/ 1609063 h 3593540"/>
                <a:gd name="connsiteX4" fmla="*/ 2665397 w 3076544"/>
                <a:gd name="connsiteY4" fmla="*/ 1183962 h 3593540"/>
                <a:gd name="connsiteX5" fmla="*/ 2816368 w 3076544"/>
                <a:gd name="connsiteY5" fmla="*/ 743621 h 3593540"/>
                <a:gd name="connsiteX6" fmla="*/ 2805319 w 3076544"/>
                <a:gd name="connsiteY6" fmla="*/ 342047 h 3593540"/>
                <a:gd name="connsiteX7" fmla="*/ 2662634 w 3076544"/>
                <a:gd name="connsiteY7" fmla="*/ 55440 h 3593540"/>
                <a:gd name="connsiteX8" fmla="*/ 2447941 w 3076544"/>
                <a:gd name="connsiteY8" fmla="*/ 2862 h 3593540"/>
                <a:gd name="connsiteX9" fmla="*/ 2090563 w 3076544"/>
                <a:gd name="connsiteY9" fmla="*/ 234129 h 3593540"/>
                <a:gd name="connsiteX10" fmla="*/ 1607359 w 3076544"/>
                <a:gd name="connsiteY10" fmla="*/ 886401 h 3593540"/>
                <a:gd name="connsiteX11" fmla="*/ 1464104 w 3076544"/>
                <a:gd name="connsiteY11" fmla="*/ 1126145 h 3593540"/>
                <a:gd name="connsiteX12" fmla="*/ 1293701 w 3076544"/>
                <a:gd name="connsiteY12" fmla="*/ 1405799 h 3593540"/>
                <a:gd name="connsiteX13" fmla="*/ 1151017 w 3076544"/>
                <a:gd name="connsiteY13" fmla="*/ 1634304 h 3593540"/>
                <a:gd name="connsiteX14" fmla="*/ 967848 w 3076544"/>
                <a:gd name="connsiteY14" fmla="*/ 1994223 h 3593540"/>
                <a:gd name="connsiteX15" fmla="*/ 588683 w 3076544"/>
                <a:gd name="connsiteY15" fmla="*/ 2487553 h 3593540"/>
                <a:gd name="connsiteX16" fmla="*/ 0 w 3076544"/>
                <a:gd name="connsiteY16" fmla="*/ 2773660 h 3593540"/>
                <a:gd name="connsiteX0" fmla="*/ 3071124 w 3125028"/>
                <a:gd name="connsiteY0" fmla="*/ 3638345 h 3638345"/>
                <a:gd name="connsiteX1" fmla="*/ 2817987 w 3125028"/>
                <a:gd name="connsiteY1" fmla="*/ 2442309 h 3638345"/>
                <a:gd name="connsiteX2" fmla="*/ 2629297 w 3125028"/>
                <a:gd name="connsiteY2" fmla="*/ 1937199 h 3638345"/>
                <a:gd name="connsiteX3" fmla="*/ 2585006 w 3125028"/>
                <a:gd name="connsiteY3" fmla="*/ 1609063 h 3638345"/>
                <a:gd name="connsiteX4" fmla="*/ 2665397 w 3125028"/>
                <a:gd name="connsiteY4" fmla="*/ 1183962 h 3638345"/>
                <a:gd name="connsiteX5" fmla="*/ 2816368 w 3125028"/>
                <a:gd name="connsiteY5" fmla="*/ 743621 h 3638345"/>
                <a:gd name="connsiteX6" fmla="*/ 2805319 w 3125028"/>
                <a:gd name="connsiteY6" fmla="*/ 342047 h 3638345"/>
                <a:gd name="connsiteX7" fmla="*/ 2662634 w 3125028"/>
                <a:gd name="connsiteY7" fmla="*/ 55440 h 3638345"/>
                <a:gd name="connsiteX8" fmla="*/ 2447941 w 3125028"/>
                <a:gd name="connsiteY8" fmla="*/ 2862 h 3638345"/>
                <a:gd name="connsiteX9" fmla="*/ 2090563 w 3125028"/>
                <a:gd name="connsiteY9" fmla="*/ 234129 h 3638345"/>
                <a:gd name="connsiteX10" fmla="*/ 1607359 w 3125028"/>
                <a:gd name="connsiteY10" fmla="*/ 886401 h 3638345"/>
                <a:gd name="connsiteX11" fmla="*/ 1464104 w 3125028"/>
                <a:gd name="connsiteY11" fmla="*/ 1126145 h 3638345"/>
                <a:gd name="connsiteX12" fmla="*/ 1293701 w 3125028"/>
                <a:gd name="connsiteY12" fmla="*/ 1405799 h 3638345"/>
                <a:gd name="connsiteX13" fmla="*/ 1151017 w 3125028"/>
                <a:gd name="connsiteY13" fmla="*/ 1634304 h 3638345"/>
                <a:gd name="connsiteX14" fmla="*/ 967848 w 3125028"/>
                <a:gd name="connsiteY14" fmla="*/ 1994223 h 3638345"/>
                <a:gd name="connsiteX15" fmla="*/ 588683 w 3125028"/>
                <a:gd name="connsiteY15" fmla="*/ 2487553 h 3638345"/>
                <a:gd name="connsiteX16" fmla="*/ 0 w 3125028"/>
                <a:gd name="connsiteY16" fmla="*/ 2773660 h 3638345"/>
                <a:gd name="connsiteX0" fmla="*/ 3071124 w 3110030"/>
                <a:gd name="connsiteY0" fmla="*/ 3638345 h 3638345"/>
                <a:gd name="connsiteX1" fmla="*/ 2817987 w 3110030"/>
                <a:gd name="connsiteY1" fmla="*/ 2442309 h 3638345"/>
                <a:gd name="connsiteX2" fmla="*/ 2629297 w 3110030"/>
                <a:gd name="connsiteY2" fmla="*/ 1937199 h 3638345"/>
                <a:gd name="connsiteX3" fmla="*/ 2585006 w 3110030"/>
                <a:gd name="connsiteY3" fmla="*/ 1609063 h 3638345"/>
                <a:gd name="connsiteX4" fmla="*/ 2665397 w 3110030"/>
                <a:gd name="connsiteY4" fmla="*/ 1183962 h 3638345"/>
                <a:gd name="connsiteX5" fmla="*/ 2816368 w 3110030"/>
                <a:gd name="connsiteY5" fmla="*/ 743621 h 3638345"/>
                <a:gd name="connsiteX6" fmla="*/ 2805319 w 3110030"/>
                <a:gd name="connsiteY6" fmla="*/ 342047 h 3638345"/>
                <a:gd name="connsiteX7" fmla="*/ 2662634 w 3110030"/>
                <a:gd name="connsiteY7" fmla="*/ 55440 h 3638345"/>
                <a:gd name="connsiteX8" fmla="*/ 2447941 w 3110030"/>
                <a:gd name="connsiteY8" fmla="*/ 2862 h 3638345"/>
                <a:gd name="connsiteX9" fmla="*/ 2090563 w 3110030"/>
                <a:gd name="connsiteY9" fmla="*/ 234129 h 3638345"/>
                <a:gd name="connsiteX10" fmla="*/ 1607359 w 3110030"/>
                <a:gd name="connsiteY10" fmla="*/ 886401 h 3638345"/>
                <a:gd name="connsiteX11" fmla="*/ 1464104 w 3110030"/>
                <a:gd name="connsiteY11" fmla="*/ 1126145 h 3638345"/>
                <a:gd name="connsiteX12" fmla="*/ 1293701 w 3110030"/>
                <a:gd name="connsiteY12" fmla="*/ 1405799 h 3638345"/>
                <a:gd name="connsiteX13" fmla="*/ 1151017 w 3110030"/>
                <a:gd name="connsiteY13" fmla="*/ 1634304 h 3638345"/>
                <a:gd name="connsiteX14" fmla="*/ 967848 w 3110030"/>
                <a:gd name="connsiteY14" fmla="*/ 1994223 h 3638345"/>
                <a:gd name="connsiteX15" fmla="*/ 588683 w 3110030"/>
                <a:gd name="connsiteY15" fmla="*/ 2487553 h 3638345"/>
                <a:gd name="connsiteX16" fmla="*/ 0 w 3110030"/>
                <a:gd name="connsiteY16" fmla="*/ 2773660 h 3638345"/>
                <a:gd name="connsiteX0" fmla="*/ 3071124 w 3115181"/>
                <a:gd name="connsiteY0" fmla="*/ 3638345 h 3638345"/>
                <a:gd name="connsiteX1" fmla="*/ 2870201 w 3115181"/>
                <a:gd name="connsiteY1" fmla="*/ 2579568 h 3638345"/>
                <a:gd name="connsiteX2" fmla="*/ 2629297 w 3115181"/>
                <a:gd name="connsiteY2" fmla="*/ 1937199 h 3638345"/>
                <a:gd name="connsiteX3" fmla="*/ 2585006 w 3115181"/>
                <a:gd name="connsiteY3" fmla="*/ 1609063 h 3638345"/>
                <a:gd name="connsiteX4" fmla="*/ 2665397 w 3115181"/>
                <a:gd name="connsiteY4" fmla="*/ 1183962 h 3638345"/>
                <a:gd name="connsiteX5" fmla="*/ 2816368 w 3115181"/>
                <a:gd name="connsiteY5" fmla="*/ 743621 h 3638345"/>
                <a:gd name="connsiteX6" fmla="*/ 2805319 w 3115181"/>
                <a:gd name="connsiteY6" fmla="*/ 342047 h 3638345"/>
                <a:gd name="connsiteX7" fmla="*/ 2662634 w 3115181"/>
                <a:gd name="connsiteY7" fmla="*/ 55440 h 3638345"/>
                <a:gd name="connsiteX8" fmla="*/ 2447941 w 3115181"/>
                <a:gd name="connsiteY8" fmla="*/ 2862 h 3638345"/>
                <a:gd name="connsiteX9" fmla="*/ 2090563 w 3115181"/>
                <a:gd name="connsiteY9" fmla="*/ 234129 h 3638345"/>
                <a:gd name="connsiteX10" fmla="*/ 1607359 w 3115181"/>
                <a:gd name="connsiteY10" fmla="*/ 886401 h 3638345"/>
                <a:gd name="connsiteX11" fmla="*/ 1464104 w 3115181"/>
                <a:gd name="connsiteY11" fmla="*/ 1126145 h 3638345"/>
                <a:gd name="connsiteX12" fmla="*/ 1293701 w 3115181"/>
                <a:gd name="connsiteY12" fmla="*/ 1405799 h 3638345"/>
                <a:gd name="connsiteX13" fmla="*/ 1151017 w 3115181"/>
                <a:gd name="connsiteY13" fmla="*/ 1634304 h 3638345"/>
                <a:gd name="connsiteX14" fmla="*/ 967848 w 3115181"/>
                <a:gd name="connsiteY14" fmla="*/ 1994223 h 3638345"/>
                <a:gd name="connsiteX15" fmla="*/ 588683 w 3115181"/>
                <a:gd name="connsiteY15" fmla="*/ 2487553 h 3638345"/>
                <a:gd name="connsiteX16" fmla="*/ 0 w 3115181"/>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88683 w 3119879"/>
                <a:gd name="connsiteY15" fmla="*/ 2487553 h 3638345"/>
                <a:gd name="connsiteX16" fmla="*/ 0 w 3119879"/>
                <a:gd name="connsiteY16" fmla="*/ 2773660 h 3638345"/>
                <a:gd name="connsiteX0" fmla="*/ 3071124 w 3119879"/>
                <a:gd name="connsiteY0" fmla="*/ 3638345 h 3638345"/>
                <a:gd name="connsiteX1" fmla="*/ 2870201 w 3119879"/>
                <a:gd name="connsiteY1" fmla="*/ 2579568 h 3638345"/>
                <a:gd name="connsiteX2" fmla="*/ 2629297 w 3119879"/>
                <a:gd name="connsiteY2" fmla="*/ 1937199 h 3638345"/>
                <a:gd name="connsiteX3" fmla="*/ 2585006 w 3119879"/>
                <a:gd name="connsiteY3" fmla="*/ 1609063 h 3638345"/>
                <a:gd name="connsiteX4" fmla="*/ 2665397 w 3119879"/>
                <a:gd name="connsiteY4" fmla="*/ 1183962 h 3638345"/>
                <a:gd name="connsiteX5" fmla="*/ 2816368 w 3119879"/>
                <a:gd name="connsiteY5" fmla="*/ 743621 h 3638345"/>
                <a:gd name="connsiteX6" fmla="*/ 2805319 w 3119879"/>
                <a:gd name="connsiteY6" fmla="*/ 342047 h 3638345"/>
                <a:gd name="connsiteX7" fmla="*/ 2662634 w 3119879"/>
                <a:gd name="connsiteY7" fmla="*/ 55440 h 3638345"/>
                <a:gd name="connsiteX8" fmla="*/ 2447941 w 3119879"/>
                <a:gd name="connsiteY8" fmla="*/ 2862 h 3638345"/>
                <a:gd name="connsiteX9" fmla="*/ 2090563 w 3119879"/>
                <a:gd name="connsiteY9" fmla="*/ 234129 h 3638345"/>
                <a:gd name="connsiteX10" fmla="*/ 1607359 w 3119879"/>
                <a:gd name="connsiteY10" fmla="*/ 886401 h 3638345"/>
                <a:gd name="connsiteX11" fmla="*/ 1464104 w 3119879"/>
                <a:gd name="connsiteY11" fmla="*/ 1126145 h 3638345"/>
                <a:gd name="connsiteX12" fmla="*/ 1293701 w 3119879"/>
                <a:gd name="connsiteY12" fmla="*/ 1405799 h 3638345"/>
                <a:gd name="connsiteX13" fmla="*/ 1151017 w 3119879"/>
                <a:gd name="connsiteY13" fmla="*/ 1634304 h 3638345"/>
                <a:gd name="connsiteX14" fmla="*/ 967848 w 3119879"/>
                <a:gd name="connsiteY14" fmla="*/ 1994223 h 3638345"/>
                <a:gd name="connsiteX15" fmla="*/ 505202 w 3119879"/>
                <a:gd name="connsiteY15" fmla="*/ 2488108 h 3638345"/>
                <a:gd name="connsiteX16" fmla="*/ 0 w 3119879"/>
                <a:gd name="connsiteY16" fmla="*/ 2773660 h 3638345"/>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65397 w 3119879"/>
                <a:gd name="connsiteY4" fmla="*/ 1185450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39833 h 3639833"/>
                <a:gd name="connsiteX1" fmla="*/ 2870201 w 3119879"/>
                <a:gd name="connsiteY1" fmla="*/ 2581056 h 3639833"/>
                <a:gd name="connsiteX2" fmla="*/ 2629297 w 3119879"/>
                <a:gd name="connsiteY2" fmla="*/ 1938687 h 3639833"/>
                <a:gd name="connsiteX3" fmla="*/ 2585006 w 3119879"/>
                <a:gd name="connsiteY3" fmla="*/ 1610551 h 3639833"/>
                <a:gd name="connsiteX4" fmla="*/ 2693041 w 3119879"/>
                <a:gd name="connsiteY4" fmla="*/ 1270998 h 3639833"/>
                <a:gd name="connsiteX5" fmla="*/ 2816368 w 3119879"/>
                <a:gd name="connsiteY5" fmla="*/ 745109 h 3639833"/>
                <a:gd name="connsiteX6" fmla="*/ 2860345 w 3119879"/>
                <a:gd name="connsiteY6" fmla="*/ 359842 h 3639833"/>
                <a:gd name="connsiteX7" fmla="*/ 2662634 w 3119879"/>
                <a:gd name="connsiteY7" fmla="*/ 56928 h 3639833"/>
                <a:gd name="connsiteX8" fmla="*/ 2447941 w 3119879"/>
                <a:gd name="connsiteY8" fmla="*/ 4350 h 3639833"/>
                <a:gd name="connsiteX9" fmla="*/ 2090563 w 3119879"/>
                <a:gd name="connsiteY9" fmla="*/ 235617 h 3639833"/>
                <a:gd name="connsiteX10" fmla="*/ 1607359 w 3119879"/>
                <a:gd name="connsiteY10" fmla="*/ 887889 h 3639833"/>
                <a:gd name="connsiteX11" fmla="*/ 1464104 w 3119879"/>
                <a:gd name="connsiteY11" fmla="*/ 1127633 h 3639833"/>
                <a:gd name="connsiteX12" fmla="*/ 1293701 w 3119879"/>
                <a:gd name="connsiteY12" fmla="*/ 1407287 h 3639833"/>
                <a:gd name="connsiteX13" fmla="*/ 1151017 w 3119879"/>
                <a:gd name="connsiteY13" fmla="*/ 1635792 h 3639833"/>
                <a:gd name="connsiteX14" fmla="*/ 967848 w 3119879"/>
                <a:gd name="connsiteY14" fmla="*/ 1995711 h 3639833"/>
                <a:gd name="connsiteX15" fmla="*/ 505202 w 3119879"/>
                <a:gd name="connsiteY15" fmla="*/ 2489596 h 3639833"/>
                <a:gd name="connsiteX16" fmla="*/ 0 w 3119879"/>
                <a:gd name="connsiteY16" fmla="*/ 2775148 h 363983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67848 w 3119879"/>
                <a:gd name="connsiteY14" fmla="*/ 2002621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85006 w 3119879"/>
                <a:gd name="connsiteY3" fmla="*/ 161746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9879"/>
                <a:gd name="connsiteY0" fmla="*/ 3646743 h 3646743"/>
                <a:gd name="connsiteX1" fmla="*/ 2870201 w 3119879"/>
                <a:gd name="connsiteY1" fmla="*/ 2587966 h 3646743"/>
                <a:gd name="connsiteX2" fmla="*/ 2629297 w 3119879"/>
                <a:gd name="connsiteY2" fmla="*/ 1945597 h 3646743"/>
                <a:gd name="connsiteX3" fmla="*/ 2574017 w 3119879"/>
                <a:gd name="connsiteY3" fmla="*/ 1738641 h 3646743"/>
                <a:gd name="connsiteX4" fmla="*/ 2693041 w 3119879"/>
                <a:gd name="connsiteY4" fmla="*/ 1277908 h 3646743"/>
                <a:gd name="connsiteX5" fmla="*/ 2816368 w 3119879"/>
                <a:gd name="connsiteY5" fmla="*/ 752019 h 3646743"/>
                <a:gd name="connsiteX6" fmla="*/ 2860345 w 3119879"/>
                <a:gd name="connsiteY6" fmla="*/ 366752 h 3646743"/>
                <a:gd name="connsiteX7" fmla="*/ 2662634 w 3119879"/>
                <a:gd name="connsiteY7" fmla="*/ 63838 h 3646743"/>
                <a:gd name="connsiteX8" fmla="*/ 2447941 w 3119879"/>
                <a:gd name="connsiteY8" fmla="*/ 11260 h 3646743"/>
                <a:gd name="connsiteX9" fmla="*/ 2021379 w 3119879"/>
                <a:gd name="connsiteY9" fmla="*/ 219089 h 3646743"/>
                <a:gd name="connsiteX10" fmla="*/ 1607359 w 3119879"/>
                <a:gd name="connsiteY10" fmla="*/ 894799 h 3646743"/>
                <a:gd name="connsiteX11" fmla="*/ 1464104 w 3119879"/>
                <a:gd name="connsiteY11" fmla="*/ 1134543 h 3646743"/>
                <a:gd name="connsiteX12" fmla="*/ 1293701 w 3119879"/>
                <a:gd name="connsiteY12" fmla="*/ 1414197 h 3646743"/>
                <a:gd name="connsiteX13" fmla="*/ 1151017 w 3119879"/>
                <a:gd name="connsiteY13" fmla="*/ 1642702 h 3646743"/>
                <a:gd name="connsiteX14" fmla="*/ 926965 w 3119879"/>
                <a:gd name="connsiteY14" fmla="*/ 2032398 h 3646743"/>
                <a:gd name="connsiteX15" fmla="*/ 505202 w 3119879"/>
                <a:gd name="connsiteY15" fmla="*/ 2496506 h 3646743"/>
                <a:gd name="connsiteX16" fmla="*/ 0 w 3119879"/>
                <a:gd name="connsiteY16" fmla="*/ 2782058 h 3646743"/>
                <a:gd name="connsiteX0" fmla="*/ 3071124 w 3113288"/>
                <a:gd name="connsiteY0" fmla="*/ 3646743 h 3646743"/>
                <a:gd name="connsiteX1" fmla="*/ 2870201 w 3113288"/>
                <a:gd name="connsiteY1" fmla="*/ 2587966 h 3646743"/>
                <a:gd name="connsiteX2" fmla="*/ 2744565 w 3113288"/>
                <a:gd name="connsiteY2" fmla="*/ 2358869 h 3646743"/>
                <a:gd name="connsiteX3" fmla="*/ 2629297 w 3113288"/>
                <a:gd name="connsiteY3" fmla="*/ 1945597 h 3646743"/>
                <a:gd name="connsiteX4" fmla="*/ 2574017 w 3113288"/>
                <a:gd name="connsiteY4" fmla="*/ 1738641 h 3646743"/>
                <a:gd name="connsiteX5" fmla="*/ 2693041 w 3113288"/>
                <a:gd name="connsiteY5" fmla="*/ 1277908 h 3646743"/>
                <a:gd name="connsiteX6" fmla="*/ 2816368 w 3113288"/>
                <a:gd name="connsiteY6" fmla="*/ 752019 h 3646743"/>
                <a:gd name="connsiteX7" fmla="*/ 2860345 w 3113288"/>
                <a:gd name="connsiteY7" fmla="*/ 366752 h 3646743"/>
                <a:gd name="connsiteX8" fmla="*/ 2662634 w 3113288"/>
                <a:gd name="connsiteY8" fmla="*/ 63838 h 3646743"/>
                <a:gd name="connsiteX9" fmla="*/ 2447941 w 3113288"/>
                <a:gd name="connsiteY9" fmla="*/ 11260 h 3646743"/>
                <a:gd name="connsiteX10" fmla="*/ 2021379 w 3113288"/>
                <a:gd name="connsiteY10" fmla="*/ 219089 h 3646743"/>
                <a:gd name="connsiteX11" fmla="*/ 1607359 w 3113288"/>
                <a:gd name="connsiteY11" fmla="*/ 894799 h 3646743"/>
                <a:gd name="connsiteX12" fmla="*/ 1464104 w 3113288"/>
                <a:gd name="connsiteY12" fmla="*/ 1134543 h 3646743"/>
                <a:gd name="connsiteX13" fmla="*/ 1293701 w 3113288"/>
                <a:gd name="connsiteY13" fmla="*/ 1414197 h 3646743"/>
                <a:gd name="connsiteX14" fmla="*/ 1151017 w 3113288"/>
                <a:gd name="connsiteY14" fmla="*/ 1642702 h 3646743"/>
                <a:gd name="connsiteX15" fmla="*/ 926965 w 3113288"/>
                <a:gd name="connsiteY15" fmla="*/ 2032398 h 3646743"/>
                <a:gd name="connsiteX16" fmla="*/ 505202 w 3113288"/>
                <a:gd name="connsiteY16" fmla="*/ 2496506 h 3646743"/>
                <a:gd name="connsiteX17" fmla="*/ 0 w 3113288"/>
                <a:gd name="connsiteY17" fmla="*/ 2782058 h 3646743"/>
                <a:gd name="connsiteX0" fmla="*/ 3071124 w 3136628"/>
                <a:gd name="connsiteY0" fmla="*/ 3646743 h 3646743"/>
                <a:gd name="connsiteX1" fmla="*/ 3018478 w 3136628"/>
                <a:gd name="connsiteY1" fmla="*/ 2811017 h 3646743"/>
                <a:gd name="connsiteX2" fmla="*/ 2744565 w 3136628"/>
                <a:gd name="connsiteY2" fmla="*/ 2358869 h 3646743"/>
                <a:gd name="connsiteX3" fmla="*/ 2629297 w 3136628"/>
                <a:gd name="connsiteY3" fmla="*/ 1945597 h 3646743"/>
                <a:gd name="connsiteX4" fmla="*/ 2574017 w 3136628"/>
                <a:gd name="connsiteY4" fmla="*/ 1738641 h 3646743"/>
                <a:gd name="connsiteX5" fmla="*/ 2693041 w 3136628"/>
                <a:gd name="connsiteY5" fmla="*/ 1277908 h 3646743"/>
                <a:gd name="connsiteX6" fmla="*/ 2816368 w 3136628"/>
                <a:gd name="connsiteY6" fmla="*/ 752019 h 3646743"/>
                <a:gd name="connsiteX7" fmla="*/ 2860345 w 3136628"/>
                <a:gd name="connsiteY7" fmla="*/ 366752 h 3646743"/>
                <a:gd name="connsiteX8" fmla="*/ 2662634 w 3136628"/>
                <a:gd name="connsiteY8" fmla="*/ 63838 h 3646743"/>
                <a:gd name="connsiteX9" fmla="*/ 2447941 w 3136628"/>
                <a:gd name="connsiteY9" fmla="*/ 11260 h 3646743"/>
                <a:gd name="connsiteX10" fmla="*/ 2021379 w 3136628"/>
                <a:gd name="connsiteY10" fmla="*/ 219089 h 3646743"/>
                <a:gd name="connsiteX11" fmla="*/ 1607359 w 3136628"/>
                <a:gd name="connsiteY11" fmla="*/ 894799 h 3646743"/>
                <a:gd name="connsiteX12" fmla="*/ 1464104 w 3136628"/>
                <a:gd name="connsiteY12" fmla="*/ 1134543 h 3646743"/>
                <a:gd name="connsiteX13" fmla="*/ 1293701 w 3136628"/>
                <a:gd name="connsiteY13" fmla="*/ 1414197 h 3646743"/>
                <a:gd name="connsiteX14" fmla="*/ 1151017 w 3136628"/>
                <a:gd name="connsiteY14" fmla="*/ 1642702 h 3646743"/>
                <a:gd name="connsiteX15" fmla="*/ 926965 w 3136628"/>
                <a:gd name="connsiteY15" fmla="*/ 2032398 h 3646743"/>
                <a:gd name="connsiteX16" fmla="*/ 505202 w 3136628"/>
                <a:gd name="connsiteY16" fmla="*/ 2496506 h 3646743"/>
                <a:gd name="connsiteX17" fmla="*/ 0 w 3136628"/>
                <a:gd name="connsiteY17"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574017 w 3183669"/>
                <a:gd name="connsiteY5" fmla="*/ 1738641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629297 w 3183669"/>
                <a:gd name="connsiteY4" fmla="*/ 1945597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16368 w 3183669"/>
                <a:gd name="connsiteY7" fmla="*/ 752019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93701 w 3183669"/>
                <a:gd name="connsiteY14" fmla="*/ 1414197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46743 h 3646743"/>
                <a:gd name="connsiteX1" fmla="*/ 3183172 w 3183669"/>
                <a:gd name="connsiteY1" fmla="*/ 3311375 h 3646743"/>
                <a:gd name="connsiteX2" fmla="*/ 3018478 w 3183669"/>
                <a:gd name="connsiteY2" fmla="*/ 2811017 h 3646743"/>
                <a:gd name="connsiteX3" fmla="*/ 2744565 w 3183669"/>
                <a:gd name="connsiteY3" fmla="*/ 2358869 h 3646743"/>
                <a:gd name="connsiteX4" fmla="*/ 2599688 w 3183669"/>
                <a:gd name="connsiteY4" fmla="*/ 1948391 h 3646743"/>
                <a:gd name="connsiteX5" fmla="*/ 2628407 w 3183669"/>
                <a:gd name="connsiteY5" fmla="*/ 1735344 h 3646743"/>
                <a:gd name="connsiteX6" fmla="*/ 2693041 w 3183669"/>
                <a:gd name="connsiteY6" fmla="*/ 1277908 h 3646743"/>
                <a:gd name="connsiteX7" fmla="*/ 2836319 w 3183669"/>
                <a:gd name="connsiteY7" fmla="*/ 758134 h 3646743"/>
                <a:gd name="connsiteX8" fmla="*/ 2860345 w 3183669"/>
                <a:gd name="connsiteY8" fmla="*/ 366752 h 3646743"/>
                <a:gd name="connsiteX9" fmla="*/ 2662634 w 3183669"/>
                <a:gd name="connsiteY9" fmla="*/ 63838 h 3646743"/>
                <a:gd name="connsiteX10" fmla="*/ 2447941 w 3183669"/>
                <a:gd name="connsiteY10" fmla="*/ 11260 h 3646743"/>
                <a:gd name="connsiteX11" fmla="*/ 2021379 w 3183669"/>
                <a:gd name="connsiteY11" fmla="*/ 219089 h 3646743"/>
                <a:gd name="connsiteX12" fmla="*/ 1607359 w 3183669"/>
                <a:gd name="connsiteY12" fmla="*/ 894799 h 3646743"/>
                <a:gd name="connsiteX13" fmla="*/ 1464104 w 3183669"/>
                <a:gd name="connsiteY13" fmla="*/ 1134543 h 3646743"/>
                <a:gd name="connsiteX14" fmla="*/ 1282459 w 3183669"/>
                <a:gd name="connsiteY14" fmla="*/ 1358949 h 3646743"/>
                <a:gd name="connsiteX15" fmla="*/ 1151017 w 3183669"/>
                <a:gd name="connsiteY15" fmla="*/ 1642702 h 3646743"/>
                <a:gd name="connsiteX16" fmla="*/ 926965 w 3183669"/>
                <a:gd name="connsiteY16" fmla="*/ 2032398 h 3646743"/>
                <a:gd name="connsiteX17" fmla="*/ 505202 w 3183669"/>
                <a:gd name="connsiteY17" fmla="*/ 2496506 h 3646743"/>
                <a:gd name="connsiteX18" fmla="*/ 0 w 3183669"/>
                <a:gd name="connsiteY18" fmla="*/ 2782058 h 3646743"/>
                <a:gd name="connsiteX0" fmla="*/ 3071124 w 3183669"/>
                <a:gd name="connsiteY0" fmla="*/ 3614893 h 3614893"/>
                <a:gd name="connsiteX1" fmla="*/ 3183172 w 3183669"/>
                <a:gd name="connsiteY1" fmla="*/ 3279525 h 3614893"/>
                <a:gd name="connsiteX2" fmla="*/ 3018478 w 3183669"/>
                <a:gd name="connsiteY2" fmla="*/ 2779167 h 3614893"/>
                <a:gd name="connsiteX3" fmla="*/ 2744565 w 3183669"/>
                <a:gd name="connsiteY3" fmla="*/ 2327019 h 3614893"/>
                <a:gd name="connsiteX4" fmla="*/ 2599688 w 3183669"/>
                <a:gd name="connsiteY4" fmla="*/ 1916541 h 3614893"/>
                <a:gd name="connsiteX5" fmla="*/ 2628407 w 3183669"/>
                <a:gd name="connsiteY5" fmla="*/ 1703494 h 3614893"/>
                <a:gd name="connsiteX6" fmla="*/ 2693041 w 3183669"/>
                <a:gd name="connsiteY6" fmla="*/ 1246058 h 3614893"/>
                <a:gd name="connsiteX7" fmla="*/ 2836319 w 3183669"/>
                <a:gd name="connsiteY7" fmla="*/ 726284 h 3614893"/>
                <a:gd name="connsiteX8" fmla="*/ 2860345 w 3183669"/>
                <a:gd name="connsiteY8" fmla="*/ 334902 h 3614893"/>
                <a:gd name="connsiteX9" fmla="*/ 2662634 w 3183669"/>
                <a:gd name="connsiteY9" fmla="*/ 31988 h 3614893"/>
                <a:gd name="connsiteX10" fmla="*/ 2216920 w 3183669"/>
                <a:gd name="connsiteY10" fmla="*/ 26471 h 3614893"/>
                <a:gd name="connsiteX11" fmla="*/ 2021379 w 3183669"/>
                <a:gd name="connsiteY11" fmla="*/ 187239 h 3614893"/>
                <a:gd name="connsiteX12" fmla="*/ 1607359 w 3183669"/>
                <a:gd name="connsiteY12" fmla="*/ 862949 h 3614893"/>
                <a:gd name="connsiteX13" fmla="*/ 1464104 w 3183669"/>
                <a:gd name="connsiteY13" fmla="*/ 1102693 h 3614893"/>
                <a:gd name="connsiteX14" fmla="*/ 1282459 w 3183669"/>
                <a:gd name="connsiteY14" fmla="*/ 1327099 h 3614893"/>
                <a:gd name="connsiteX15" fmla="*/ 1151017 w 3183669"/>
                <a:gd name="connsiteY15" fmla="*/ 1610852 h 3614893"/>
                <a:gd name="connsiteX16" fmla="*/ 926965 w 3183669"/>
                <a:gd name="connsiteY16" fmla="*/ 2000548 h 3614893"/>
                <a:gd name="connsiteX17" fmla="*/ 505202 w 3183669"/>
                <a:gd name="connsiteY17" fmla="*/ 2464656 h 3614893"/>
                <a:gd name="connsiteX18" fmla="*/ 0 w 3183669"/>
                <a:gd name="connsiteY18" fmla="*/ 2750208 h 3614893"/>
                <a:gd name="connsiteX0" fmla="*/ 3071124 w 3183669"/>
                <a:gd name="connsiteY0" fmla="*/ 3589049 h 3589049"/>
                <a:gd name="connsiteX1" fmla="*/ 3183172 w 3183669"/>
                <a:gd name="connsiteY1" fmla="*/ 3253681 h 3589049"/>
                <a:gd name="connsiteX2" fmla="*/ 3018478 w 3183669"/>
                <a:gd name="connsiteY2" fmla="*/ 2753323 h 3589049"/>
                <a:gd name="connsiteX3" fmla="*/ 2744565 w 3183669"/>
                <a:gd name="connsiteY3" fmla="*/ 2301175 h 3589049"/>
                <a:gd name="connsiteX4" fmla="*/ 2599688 w 3183669"/>
                <a:gd name="connsiteY4" fmla="*/ 1890697 h 3589049"/>
                <a:gd name="connsiteX5" fmla="*/ 2628407 w 3183669"/>
                <a:gd name="connsiteY5" fmla="*/ 1677650 h 3589049"/>
                <a:gd name="connsiteX6" fmla="*/ 2693041 w 3183669"/>
                <a:gd name="connsiteY6" fmla="*/ 1220214 h 3589049"/>
                <a:gd name="connsiteX7" fmla="*/ 2836319 w 3183669"/>
                <a:gd name="connsiteY7" fmla="*/ 700440 h 3589049"/>
                <a:gd name="connsiteX8" fmla="*/ 2860345 w 3183669"/>
                <a:gd name="connsiteY8" fmla="*/ 309058 h 3589049"/>
                <a:gd name="connsiteX9" fmla="*/ 2668294 w 3183669"/>
                <a:gd name="connsiteY9" fmla="*/ 113623 h 3589049"/>
                <a:gd name="connsiteX10" fmla="*/ 2216920 w 3183669"/>
                <a:gd name="connsiteY10" fmla="*/ 627 h 3589049"/>
                <a:gd name="connsiteX11" fmla="*/ 2021379 w 3183669"/>
                <a:gd name="connsiteY11" fmla="*/ 161395 h 3589049"/>
                <a:gd name="connsiteX12" fmla="*/ 1607359 w 3183669"/>
                <a:gd name="connsiteY12" fmla="*/ 837105 h 3589049"/>
                <a:gd name="connsiteX13" fmla="*/ 1464104 w 3183669"/>
                <a:gd name="connsiteY13" fmla="*/ 1076849 h 3589049"/>
                <a:gd name="connsiteX14" fmla="*/ 1282459 w 3183669"/>
                <a:gd name="connsiteY14" fmla="*/ 1301255 h 3589049"/>
                <a:gd name="connsiteX15" fmla="*/ 1151017 w 3183669"/>
                <a:gd name="connsiteY15" fmla="*/ 1585008 h 3589049"/>
                <a:gd name="connsiteX16" fmla="*/ 926965 w 3183669"/>
                <a:gd name="connsiteY16" fmla="*/ 1974704 h 3589049"/>
                <a:gd name="connsiteX17" fmla="*/ 505202 w 3183669"/>
                <a:gd name="connsiteY17" fmla="*/ 2438812 h 3589049"/>
                <a:gd name="connsiteX18" fmla="*/ 0 w 3183669"/>
                <a:gd name="connsiteY18" fmla="*/ 2724364 h 3589049"/>
                <a:gd name="connsiteX0" fmla="*/ 3071124 w 3183669"/>
                <a:gd name="connsiteY0" fmla="*/ 3594741 h 3594741"/>
                <a:gd name="connsiteX1" fmla="*/ 3183172 w 3183669"/>
                <a:gd name="connsiteY1" fmla="*/ 3259373 h 3594741"/>
                <a:gd name="connsiteX2" fmla="*/ 3018478 w 3183669"/>
                <a:gd name="connsiteY2" fmla="*/ 2759015 h 3594741"/>
                <a:gd name="connsiteX3" fmla="*/ 2744565 w 3183669"/>
                <a:gd name="connsiteY3" fmla="*/ 2306867 h 3594741"/>
                <a:gd name="connsiteX4" fmla="*/ 2599688 w 3183669"/>
                <a:gd name="connsiteY4" fmla="*/ 1896389 h 3594741"/>
                <a:gd name="connsiteX5" fmla="*/ 2628407 w 3183669"/>
                <a:gd name="connsiteY5" fmla="*/ 1683342 h 3594741"/>
                <a:gd name="connsiteX6" fmla="*/ 2693041 w 3183669"/>
                <a:gd name="connsiteY6" fmla="*/ 1225906 h 3594741"/>
                <a:gd name="connsiteX7" fmla="*/ 2836319 w 3183669"/>
                <a:gd name="connsiteY7" fmla="*/ 706132 h 3594741"/>
                <a:gd name="connsiteX8" fmla="*/ 2860345 w 3183669"/>
                <a:gd name="connsiteY8" fmla="*/ 314750 h 3594741"/>
                <a:gd name="connsiteX9" fmla="*/ 2216920 w 3183669"/>
                <a:gd name="connsiteY9" fmla="*/ 6319 h 3594741"/>
                <a:gd name="connsiteX10" fmla="*/ 2021379 w 3183669"/>
                <a:gd name="connsiteY10" fmla="*/ 167087 h 3594741"/>
                <a:gd name="connsiteX11" fmla="*/ 1607359 w 3183669"/>
                <a:gd name="connsiteY11" fmla="*/ 842797 h 3594741"/>
                <a:gd name="connsiteX12" fmla="*/ 1464104 w 3183669"/>
                <a:gd name="connsiteY12" fmla="*/ 1082541 h 3594741"/>
                <a:gd name="connsiteX13" fmla="*/ 1282459 w 3183669"/>
                <a:gd name="connsiteY13" fmla="*/ 1306947 h 3594741"/>
                <a:gd name="connsiteX14" fmla="*/ 1151017 w 3183669"/>
                <a:gd name="connsiteY14" fmla="*/ 1590700 h 3594741"/>
                <a:gd name="connsiteX15" fmla="*/ 926965 w 3183669"/>
                <a:gd name="connsiteY15" fmla="*/ 1980396 h 3594741"/>
                <a:gd name="connsiteX16" fmla="*/ 505202 w 3183669"/>
                <a:gd name="connsiteY16" fmla="*/ 2444504 h 3594741"/>
                <a:gd name="connsiteX17" fmla="*/ 0 w 3183669"/>
                <a:gd name="connsiteY17" fmla="*/ 2730056 h 3594741"/>
                <a:gd name="connsiteX0" fmla="*/ 3071124 w 3183669"/>
                <a:gd name="connsiteY0" fmla="*/ 3596116 h 3596116"/>
                <a:gd name="connsiteX1" fmla="*/ 3183172 w 3183669"/>
                <a:gd name="connsiteY1" fmla="*/ 3260748 h 3596116"/>
                <a:gd name="connsiteX2" fmla="*/ 3018478 w 3183669"/>
                <a:gd name="connsiteY2" fmla="*/ 2760390 h 3596116"/>
                <a:gd name="connsiteX3" fmla="*/ 2744565 w 3183669"/>
                <a:gd name="connsiteY3" fmla="*/ 2308242 h 3596116"/>
                <a:gd name="connsiteX4" fmla="*/ 2599688 w 3183669"/>
                <a:gd name="connsiteY4" fmla="*/ 1897764 h 3596116"/>
                <a:gd name="connsiteX5" fmla="*/ 2628407 w 3183669"/>
                <a:gd name="connsiteY5" fmla="*/ 1684717 h 3596116"/>
                <a:gd name="connsiteX6" fmla="*/ 2693041 w 3183669"/>
                <a:gd name="connsiteY6" fmla="*/ 1227281 h 3596116"/>
                <a:gd name="connsiteX7" fmla="*/ 2836319 w 3183669"/>
                <a:gd name="connsiteY7" fmla="*/ 707507 h 3596116"/>
                <a:gd name="connsiteX8" fmla="*/ 2795417 w 3183669"/>
                <a:gd name="connsiteY8" fmla="*/ 339237 h 3596116"/>
                <a:gd name="connsiteX9" fmla="*/ 2216920 w 3183669"/>
                <a:gd name="connsiteY9" fmla="*/ 7694 h 3596116"/>
                <a:gd name="connsiteX10" fmla="*/ 2021379 w 3183669"/>
                <a:gd name="connsiteY10" fmla="*/ 168462 h 3596116"/>
                <a:gd name="connsiteX11" fmla="*/ 1607359 w 3183669"/>
                <a:gd name="connsiteY11" fmla="*/ 844172 h 3596116"/>
                <a:gd name="connsiteX12" fmla="*/ 1464104 w 3183669"/>
                <a:gd name="connsiteY12" fmla="*/ 1083916 h 3596116"/>
                <a:gd name="connsiteX13" fmla="*/ 1282459 w 3183669"/>
                <a:gd name="connsiteY13" fmla="*/ 1308322 h 3596116"/>
                <a:gd name="connsiteX14" fmla="*/ 1151017 w 3183669"/>
                <a:gd name="connsiteY14" fmla="*/ 1592075 h 3596116"/>
                <a:gd name="connsiteX15" fmla="*/ 926965 w 3183669"/>
                <a:gd name="connsiteY15" fmla="*/ 1981771 h 3596116"/>
                <a:gd name="connsiteX16" fmla="*/ 505202 w 3183669"/>
                <a:gd name="connsiteY16" fmla="*/ 2445879 h 3596116"/>
                <a:gd name="connsiteX17" fmla="*/ 0 w 3183669"/>
                <a:gd name="connsiteY17" fmla="*/ 2731431 h 3596116"/>
                <a:gd name="connsiteX0" fmla="*/ 3071124 w 3183669"/>
                <a:gd name="connsiteY0" fmla="*/ 3588424 h 3588424"/>
                <a:gd name="connsiteX1" fmla="*/ 3183172 w 3183669"/>
                <a:gd name="connsiteY1" fmla="*/ 3253056 h 3588424"/>
                <a:gd name="connsiteX2" fmla="*/ 3018478 w 3183669"/>
                <a:gd name="connsiteY2" fmla="*/ 2752698 h 3588424"/>
                <a:gd name="connsiteX3" fmla="*/ 2744565 w 3183669"/>
                <a:gd name="connsiteY3" fmla="*/ 2300550 h 3588424"/>
                <a:gd name="connsiteX4" fmla="*/ 2599688 w 3183669"/>
                <a:gd name="connsiteY4" fmla="*/ 1890072 h 3588424"/>
                <a:gd name="connsiteX5" fmla="*/ 2628407 w 3183669"/>
                <a:gd name="connsiteY5" fmla="*/ 1677025 h 3588424"/>
                <a:gd name="connsiteX6" fmla="*/ 2693041 w 3183669"/>
                <a:gd name="connsiteY6" fmla="*/ 1219589 h 3588424"/>
                <a:gd name="connsiteX7" fmla="*/ 2836319 w 3183669"/>
                <a:gd name="connsiteY7" fmla="*/ 699815 h 3588424"/>
                <a:gd name="connsiteX8" fmla="*/ 2795417 w 3183669"/>
                <a:gd name="connsiteY8" fmla="*/ 331545 h 3588424"/>
                <a:gd name="connsiteX9" fmla="*/ 2216920 w 3183669"/>
                <a:gd name="connsiteY9" fmla="*/ 2 h 3588424"/>
                <a:gd name="connsiteX10" fmla="*/ 1829358 w 3183669"/>
                <a:gd name="connsiteY10" fmla="*/ 334770 h 3588424"/>
                <a:gd name="connsiteX11" fmla="*/ 1607359 w 3183669"/>
                <a:gd name="connsiteY11" fmla="*/ 836480 h 3588424"/>
                <a:gd name="connsiteX12" fmla="*/ 1464104 w 3183669"/>
                <a:gd name="connsiteY12" fmla="*/ 1076224 h 3588424"/>
                <a:gd name="connsiteX13" fmla="*/ 1282459 w 3183669"/>
                <a:gd name="connsiteY13" fmla="*/ 1300630 h 3588424"/>
                <a:gd name="connsiteX14" fmla="*/ 1151017 w 3183669"/>
                <a:gd name="connsiteY14" fmla="*/ 1584383 h 3588424"/>
                <a:gd name="connsiteX15" fmla="*/ 926965 w 3183669"/>
                <a:gd name="connsiteY15" fmla="*/ 1974079 h 3588424"/>
                <a:gd name="connsiteX16" fmla="*/ 505202 w 3183669"/>
                <a:gd name="connsiteY16" fmla="*/ 2438187 h 3588424"/>
                <a:gd name="connsiteX17" fmla="*/ 0 w 3183669"/>
                <a:gd name="connsiteY17" fmla="*/ 2723739 h 3588424"/>
                <a:gd name="connsiteX0" fmla="*/ 3071124 w 3183669"/>
                <a:gd name="connsiteY0" fmla="*/ 3517459 h 3517459"/>
                <a:gd name="connsiteX1" fmla="*/ 3183172 w 3183669"/>
                <a:gd name="connsiteY1" fmla="*/ 3182091 h 3517459"/>
                <a:gd name="connsiteX2" fmla="*/ 3018478 w 3183669"/>
                <a:gd name="connsiteY2" fmla="*/ 2681733 h 3517459"/>
                <a:gd name="connsiteX3" fmla="*/ 2744565 w 3183669"/>
                <a:gd name="connsiteY3" fmla="*/ 2229585 h 3517459"/>
                <a:gd name="connsiteX4" fmla="*/ 2599688 w 3183669"/>
                <a:gd name="connsiteY4" fmla="*/ 1819107 h 3517459"/>
                <a:gd name="connsiteX5" fmla="*/ 2628407 w 3183669"/>
                <a:gd name="connsiteY5" fmla="*/ 1606060 h 3517459"/>
                <a:gd name="connsiteX6" fmla="*/ 2693041 w 3183669"/>
                <a:gd name="connsiteY6" fmla="*/ 1148624 h 3517459"/>
                <a:gd name="connsiteX7" fmla="*/ 2836319 w 3183669"/>
                <a:gd name="connsiteY7" fmla="*/ 628850 h 3517459"/>
                <a:gd name="connsiteX8" fmla="*/ 2795417 w 3183669"/>
                <a:gd name="connsiteY8" fmla="*/ 260580 h 3517459"/>
                <a:gd name="connsiteX9" fmla="*/ 2217522 w 3183669"/>
                <a:gd name="connsiteY9" fmla="*/ 2 h 3517459"/>
                <a:gd name="connsiteX10" fmla="*/ 1829358 w 3183669"/>
                <a:gd name="connsiteY10" fmla="*/ 263805 h 3517459"/>
                <a:gd name="connsiteX11" fmla="*/ 1607359 w 3183669"/>
                <a:gd name="connsiteY11" fmla="*/ 765515 h 3517459"/>
                <a:gd name="connsiteX12" fmla="*/ 1464104 w 3183669"/>
                <a:gd name="connsiteY12" fmla="*/ 1005259 h 3517459"/>
                <a:gd name="connsiteX13" fmla="*/ 1282459 w 3183669"/>
                <a:gd name="connsiteY13" fmla="*/ 1229665 h 3517459"/>
                <a:gd name="connsiteX14" fmla="*/ 1151017 w 3183669"/>
                <a:gd name="connsiteY14" fmla="*/ 1513418 h 3517459"/>
                <a:gd name="connsiteX15" fmla="*/ 926965 w 3183669"/>
                <a:gd name="connsiteY15" fmla="*/ 1903114 h 3517459"/>
                <a:gd name="connsiteX16" fmla="*/ 505202 w 3183669"/>
                <a:gd name="connsiteY16" fmla="*/ 2367222 h 3517459"/>
                <a:gd name="connsiteX17" fmla="*/ 0 w 3183669"/>
                <a:gd name="connsiteY17" fmla="*/ 2652774 h 3517459"/>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693041 w 3183669"/>
                <a:gd name="connsiteY6" fmla="*/ 1148868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628407 w 3183669"/>
                <a:gd name="connsiteY5" fmla="*/ 1606304 h 3517703"/>
                <a:gd name="connsiteX6" fmla="*/ 2834492 w 3183669"/>
                <a:gd name="connsiteY6" fmla="*/ 1147173 h 3517703"/>
                <a:gd name="connsiteX7" fmla="*/ 2836319 w 3183669"/>
                <a:gd name="connsiteY7" fmla="*/ 629094 h 3517703"/>
                <a:gd name="connsiteX8" fmla="*/ 2748819 w 3183669"/>
                <a:gd name="connsiteY8" fmla="*/ 306049 h 3517703"/>
                <a:gd name="connsiteX9" fmla="*/ 2217522 w 3183669"/>
                <a:gd name="connsiteY9" fmla="*/ 246 h 3517703"/>
                <a:gd name="connsiteX10" fmla="*/ 1829358 w 3183669"/>
                <a:gd name="connsiteY10" fmla="*/ 264049 h 3517703"/>
                <a:gd name="connsiteX11" fmla="*/ 1607359 w 3183669"/>
                <a:gd name="connsiteY11" fmla="*/ 765759 h 3517703"/>
                <a:gd name="connsiteX12" fmla="*/ 1464104 w 3183669"/>
                <a:gd name="connsiteY12" fmla="*/ 1005503 h 3517703"/>
                <a:gd name="connsiteX13" fmla="*/ 1282459 w 3183669"/>
                <a:gd name="connsiteY13" fmla="*/ 1229909 h 3517703"/>
                <a:gd name="connsiteX14" fmla="*/ 1151017 w 3183669"/>
                <a:gd name="connsiteY14" fmla="*/ 1513662 h 3517703"/>
                <a:gd name="connsiteX15" fmla="*/ 926965 w 3183669"/>
                <a:gd name="connsiteY15" fmla="*/ 1903358 h 3517703"/>
                <a:gd name="connsiteX16" fmla="*/ 505202 w 3183669"/>
                <a:gd name="connsiteY16" fmla="*/ 2367466 h 3517703"/>
                <a:gd name="connsiteX17" fmla="*/ 0 w 3183669"/>
                <a:gd name="connsiteY17"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599688 w 3183669"/>
                <a:gd name="connsiteY4" fmla="*/ 181935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744565 w 3183669"/>
                <a:gd name="connsiteY3" fmla="*/ 2229829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08040 w 3183669"/>
                <a:gd name="connsiteY3" fmla="*/ 2100668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79200 w 3183669"/>
                <a:gd name="connsiteY4" fmla="*/ 1737491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836319 w 3183669"/>
                <a:gd name="connsiteY6" fmla="*/ 629094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703 h 3517703"/>
                <a:gd name="connsiteX1" fmla="*/ 3183172 w 3183669"/>
                <a:gd name="connsiteY1" fmla="*/ 3182335 h 3517703"/>
                <a:gd name="connsiteX2" fmla="*/ 3018478 w 3183669"/>
                <a:gd name="connsiteY2" fmla="*/ 2681977 h 3517703"/>
                <a:gd name="connsiteX3" fmla="*/ 2983356 w 3183669"/>
                <a:gd name="connsiteY3" fmla="*/ 1839506 h 3517703"/>
                <a:gd name="connsiteX4" fmla="*/ 2709701 w 3183669"/>
                <a:gd name="connsiteY4" fmla="*/ 1504039 h 3517703"/>
                <a:gd name="connsiteX5" fmla="*/ 2834492 w 3183669"/>
                <a:gd name="connsiteY5" fmla="*/ 1147173 h 3517703"/>
                <a:gd name="connsiteX6" fmla="*/ 2956749 w 3183669"/>
                <a:gd name="connsiteY6" fmla="*/ 597219 h 3517703"/>
                <a:gd name="connsiteX7" fmla="*/ 2748819 w 3183669"/>
                <a:gd name="connsiteY7" fmla="*/ 306049 h 3517703"/>
                <a:gd name="connsiteX8" fmla="*/ 2217522 w 3183669"/>
                <a:gd name="connsiteY8" fmla="*/ 246 h 3517703"/>
                <a:gd name="connsiteX9" fmla="*/ 1829358 w 3183669"/>
                <a:gd name="connsiteY9" fmla="*/ 264049 h 3517703"/>
                <a:gd name="connsiteX10" fmla="*/ 1607359 w 3183669"/>
                <a:gd name="connsiteY10" fmla="*/ 765759 h 3517703"/>
                <a:gd name="connsiteX11" fmla="*/ 1464104 w 3183669"/>
                <a:gd name="connsiteY11" fmla="*/ 1005503 h 3517703"/>
                <a:gd name="connsiteX12" fmla="*/ 1282459 w 3183669"/>
                <a:gd name="connsiteY12" fmla="*/ 1229909 h 3517703"/>
                <a:gd name="connsiteX13" fmla="*/ 1151017 w 3183669"/>
                <a:gd name="connsiteY13" fmla="*/ 1513662 h 3517703"/>
                <a:gd name="connsiteX14" fmla="*/ 926965 w 3183669"/>
                <a:gd name="connsiteY14" fmla="*/ 1903358 h 3517703"/>
                <a:gd name="connsiteX15" fmla="*/ 505202 w 3183669"/>
                <a:gd name="connsiteY15" fmla="*/ 2367466 h 3517703"/>
                <a:gd name="connsiteX16" fmla="*/ 0 w 3183669"/>
                <a:gd name="connsiteY16" fmla="*/ 2653018 h 3517703"/>
                <a:gd name="connsiteX0" fmla="*/ 3071124 w 3183669"/>
                <a:gd name="connsiteY0" fmla="*/ 3517468 h 3517468"/>
                <a:gd name="connsiteX1" fmla="*/ 3183172 w 3183669"/>
                <a:gd name="connsiteY1" fmla="*/ 3182100 h 3517468"/>
                <a:gd name="connsiteX2" fmla="*/ 3018478 w 3183669"/>
                <a:gd name="connsiteY2" fmla="*/ 2681742 h 3517468"/>
                <a:gd name="connsiteX3" fmla="*/ 2983356 w 3183669"/>
                <a:gd name="connsiteY3" fmla="*/ 1839271 h 3517468"/>
                <a:gd name="connsiteX4" fmla="*/ 2709701 w 3183669"/>
                <a:gd name="connsiteY4" fmla="*/ 1503804 h 3517468"/>
                <a:gd name="connsiteX5" fmla="*/ 2834492 w 3183669"/>
                <a:gd name="connsiteY5" fmla="*/ 1146938 h 3517468"/>
                <a:gd name="connsiteX6" fmla="*/ 2956749 w 3183669"/>
                <a:gd name="connsiteY6" fmla="*/ 596984 h 3517468"/>
                <a:gd name="connsiteX7" fmla="*/ 2822380 w 3183669"/>
                <a:gd name="connsiteY7" fmla="*/ 272336 h 3517468"/>
                <a:gd name="connsiteX8" fmla="*/ 2217522 w 3183669"/>
                <a:gd name="connsiteY8" fmla="*/ 11 h 3517468"/>
                <a:gd name="connsiteX9" fmla="*/ 1829358 w 3183669"/>
                <a:gd name="connsiteY9" fmla="*/ 263814 h 3517468"/>
                <a:gd name="connsiteX10" fmla="*/ 1607359 w 3183669"/>
                <a:gd name="connsiteY10" fmla="*/ 765524 h 3517468"/>
                <a:gd name="connsiteX11" fmla="*/ 1464104 w 3183669"/>
                <a:gd name="connsiteY11" fmla="*/ 1005268 h 3517468"/>
                <a:gd name="connsiteX12" fmla="*/ 1282459 w 3183669"/>
                <a:gd name="connsiteY12" fmla="*/ 1229674 h 3517468"/>
                <a:gd name="connsiteX13" fmla="*/ 1151017 w 3183669"/>
                <a:gd name="connsiteY13" fmla="*/ 1513427 h 3517468"/>
                <a:gd name="connsiteX14" fmla="*/ 926965 w 3183669"/>
                <a:gd name="connsiteY14" fmla="*/ 1903123 h 3517468"/>
                <a:gd name="connsiteX15" fmla="*/ 505202 w 3183669"/>
                <a:gd name="connsiteY15" fmla="*/ 2367231 h 3517468"/>
                <a:gd name="connsiteX16" fmla="*/ 0 w 3183669"/>
                <a:gd name="connsiteY16" fmla="*/ 2652783 h 3517468"/>
                <a:gd name="connsiteX0" fmla="*/ 2565922 w 2678467"/>
                <a:gd name="connsiteY0" fmla="*/ 3517468 h 3517468"/>
                <a:gd name="connsiteX1" fmla="*/ 2677970 w 2678467"/>
                <a:gd name="connsiteY1" fmla="*/ 3182100 h 3517468"/>
                <a:gd name="connsiteX2" fmla="*/ 2513276 w 2678467"/>
                <a:gd name="connsiteY2" fmla="*/ 2681742 h 3517468"/>
                <a:gd name="connsiteX3" fmla="*/ 2478154 w 2678467"/>
                <a:gd name="connsiteY3" fmla="*/ 1839271 h 3517468"/>
                <a:gd name="connsiteX4" fmla="*/ 2204499 w 2678467"/>
                <a:gd name="connsiteY4" fmla="*/ 1503804 h 3517468"/>
                <a:gd name="connsiteX5" fmla="*/ 2329290 w 2678467"/>
                <a:gd name="connsiteY5" fmla="*/ 1146938 h 3517468"/>
                <a:gd name="connsiteX6" fmla="*/ 2451547 w 2678467"/>
                <a:gd name="connsiteY6" fmla="*/ 596984 h 3517468"/>
                <a:gd name="connsiteX7" fmla="*/ 2317178 w 2678467"/>
                <a:gd name="connsiteY7" fmla="*/ 272336 h 3517468"/>
                <a:gd name="connsiteX8" fmla="*/ 1712320 w 2678467"/>
                <a:gd name="connsiteY8" fmla="*/ 11 h 3517468"/>
                <a:gd name="connsiteX9" fmla="*/ 1324156 w 2678467"/>
                <a:gd name="connsiteY9" fmla="*/ 263814 h 3517468"/>
                <a:gd name="connsiteX10" fmla="*/ 1102157 w 2678467"/>
                <a:gd name="connsiteY10" fmla="*/ 765524 h 3517468"/>
                <a:gd name="connsiteX11" fmla="*/ 958902 w 2678467"/>
                <a:gd name="connsiteY11" fmla="*/ 1005268 h 3517468"/>
                <a:gd name="connsiteX12" fmla="*/ 777257 w 2678467"/>
                <a:gd name="connsiteY12" fmla="*/ 1229674 h 3517468"/>
                <a:gd name="connsiteX13" fmla="*/ 645815 w 2678467"/>
                <a:gd name="connsiteY13" fmla="*/ 1513427 h 3517468"/>
                <a:gd name="connsiteX14" fmla="*/ 421763 w 2678467"/>
                <a:gd name="connsiteY14" fmla="*/ 1903123 h 3517468"/>
                <a:gd name="connsiteX15" fmla="*/ 0 w 2678467"/>
                <a:gd name="connsiteY15" fmla="*/ 2367231 h 3517468"/>
                <a:gd name="connsiteX0" fmla="*/ 2144159 w 2256704"/>
                <a:gd name="connsiteY0" fmla="*/ 3517468 h 3517468"/>
                <a:gd name="connsiteX1" fmla="*/ 2256207 w 2256704"/>
                <a:gd name="connsiteY1" fmla="*/ 3182100 h 3517468"/>
                <a:gd name="connsiteX2" fmla="*/ 2091513 w 2256704"/>
                <a:gd name="connsiteY2" fmla="*/ 2681742 h 3517468"/>
                <a:gd name="connsiteX3" fmla="*/ 2056391 w 2256704"/>
                <a:gd name="connsiteY3" fmla="*/ 1839271 h 3517468"/>
                <a:gd name="connsiteX4" fmla="*/ 1782736 w 2256704"/>
                <a:gd name="connsiteY4" fmla="*/ 1503804 h 3517468"/>
                <a:gd name="connsiteX5" fmla="*/ 1907527 w 2256704"/>
                <a:gd name="connsiteY5" fmla="*/ 1146938 h 3517468"/>
                <a:gd name="connsiteX6" fmla="*/ 2029784 w 2256704"/>
                <a:gd name="connsiteY6" fmla="*/ 596984 h 3517468"/>
                <a:gd name="connsiteX7" fmla="*/ 1895415 w 2256704"/>
                <a:gd name="connsiteY7" fmla="*/ 272336 h 3517468"/>
                <a:gd name="connsiteX8" fmla="*/ 1290557 w 2256704"/>
                <a:gd name="connsiteY8" fmla="*/ 11 h 3517468"/>
                <a:gd name="connsiteX9" fmla="*/ 902393 w 2256704"/>
                <a:gd name="connsiteY9" fmla="*/ 263814 h 3517468"/>
                <a:gd name="connsiteX10" fmla="*/ 680394 w 2256704"/>
                <a:gd name="connsiteY10" fmla="*/ 765524 h 3517468"/>
                <a:gd name="connsiteX11" fmla="*/ 537139 w 2256704"/>
                <a:gd name="connsiteY11" fmla="*/ 1005268 h 3517468"/>
                <a:gd name="connsiteX12" fmla="*/ 355494 w 2256704"/>
                <a:gd name="connsiteY12" fmla="*/ 1229674 h 3517468"/>
                <a:gd name="connsiteX13" fmla="*/ 224052 w 2256704"/>
                <a:gd name="connsiteY13" fmla="*/ 1513427 h 3517468"/>
                <a:gd name="connsiteX14" fmla="*/ 0 w 2256704"/>
                <a:gd name="connsiteY14" fmla="*/ 1903123 h 3517468"/>
                <a:gd name="connsiteX0" fmla="*/ 1920107 w 2032652"/>
                <a:gd name="connsiteY0" fmla="*/ 3517468 h 3517468"/>
                <a:gd name="connsiteX1" fmla="*/ 2032155 w 2032652"/>
                <a:gd name="connsiteY1" fmla="*/ 3182100 h 3517468"/>
                <a:gd name="connsiteX2" fmla="*/ 1867461 w 2032652"/>
                <a:gd name="connsiteY2" fmla="*/ 2681742 h 3517468"/>
                <a:gd name="connsiteX3" fmla="*/ 1832339 w 2032652"/>
                <a:gd name="connsiteY3" fmla="*/ 1839271 h 3517468"/>
                <a:gd name="connsiteX4" fmla="*/ 1558684 w 2032652"/>
                <a:gd name="connsiteY4" fmla="*/ 1503804 h 3517468"/>
                <a:gd name="connsiteX5" fmla="*/ 1683475 w 2032652"/>
                <a:gd name="connsiteY5" fmla="*/ 1146938 h 3517468"/>
                <a:gd name="connsiteX6" fmla="*/ 1805732 w 2032652"/>
                <a:gd name="connsiteY6" fmla="*/ 596984 h 3517468"/>
                <a:gd name="connsiteX7" fmla="*/ 1671363 w 2032652"/>
                <a:gd name="connsiteY7" fmla="*/ 272336 h 3517468"/>
                <a:gd name="connsiteX8" fmla="*/ 1066505 w 2032652"/>
                <a:gd name="connsiteY8" fmla="*/ 11 h 3517468"/>
                <a:gd name="connsiteX9" fmla="*/ 678341 w 2032652"/>
                <a:gd name="connsiteY9" fmla="*/ 263814 h 3517468"/>
                <a:gd name="connsiteX10" fmla="*/ 456342 w 2032652"/>
                <a:gd name="connsiteY10" fmla="*/ 765524 h 3517468"/>
                <a:gd name="connsiteX11" fmla="*/ 313087 w 2032652"/>
                <a:gd name="connsiteY11" fmla="*/ 1005268 h 3517468"/>
                <a:gd name="connsiteX12" fmla="*/ 131442 w 2032652"/>
                <a:gd name="connsiteY12" fmla="*/ 1229674 h 3517468"/>
                <a:gd name="connsiteX13" fmla="*/ 0 w 2032652"/>
                <a:gd name="connsiteY13" fmla="*/ 1513427 h 3517468"/>
                <a:gd name="connsiteX0" fmla="*/ 1788665 w 1901210"/>
                <a:gd name="connsiteY0" fmla="*/ 3517468 h 3517468"/>
                <a:gd name="connsiteX1" fmla="*/ 1900713 w 1901210"/>
                <a:gd name="connsiteY1" fmla="*/ 3182100 h 3517468"/>
                <a:gd name="connsiteX2" fmla="*/ 1736019 w 1901210"/>
                <a:gd name="connsiteY2" fmla="*/ 2681742 h 3517468"/>
                <a:gd name="connsiteX3" fmla="*/ 1700897 w 1901210"/>
                <a:gd name="connsiteY3" fmla="*/ 1839271 h 3517468"/>
                <a:gd name="connsiteX4" fmla="*/ 1427242 w 1901210"/>
                <a:gd name="connsiteY4" fmla="*/ 1503804 h 3517468"/>
                <a:gd name="connsiteX5" fmla="*/ 1552033 w 1901210"/>
                <a:gd name="connsiteY5" fmla="*/ 1146938 h 3517468"/>
                <a:gd name="connsiteX6" fmla="*/ 1674290 w 1901210"/>
                <a:gd name="connsiteY6" fmla="*/ 596984 h 3517468"/>
                <a:gd name="connsiteX7" fmla="*/ 1539921 w 1901210"/>
                <a:gd name="connsiteY7" fmla="*/ 272336 h 3517468"/>
                <a:gd name="connsiteX8" fmla="*/ 935063 w 1901210"/>
                <a:gd name="connsiteY8" fmla="*/ 11 h 3517468"/>
                <a:gd name="connsiteX9" fmla="*/ 546899 w 1901210"/>
                <a:gd name="connsiteY9" fmla="*/ 263814 h 3517468"/>
                <a:gd name="connsiteX10" fmla="*/ 324900 w 1901210"/>
                <a:gd name="connsiteY10" fmla="*/ 765524 h 3517468"/>
                <a:gd name="connsiteX11" fmla="*/ 181645 w 1901210"/>
                <a:gd name="connsiteY11" fmla="*/ 1005268 h 3517468"/>
                <a:gd name="connsiteX12" fmla="*/ 0 w 1901210"/>
                <a:gd name="connsiteY12" fmla="*/ 1229674 h 3517468"/>
                <a:gd name="connsiteX0" fmla="*/ 1788665 w 1901210"/>
                <a:gd name="connsiteY0" fmla="*/ 3618396 h 3618396"/>
                <a:gd name="connsiteX1" fmla="*/ 1900713 w 1901210"/>
                <a:gd name="connsiteY1" fmla="*/ 3283028 h 3618396"/>
                <a:gd name="connsiteX2" fmla="*/ 1736019 w 1901210"/>
                <a:gd name="connsiteY2" fmla="*/ 2782670 h 3618396"/>
                <a:gd name="connsiteX3" fmla="*/ 1700897 w 1901210"/>
                <a:gd name="connsiteY3" fmla="*/ 1940199 h 3618396"/>
                <a:gd name="connsiteX4" fmla="*/ 1427242 w 1901210"/>
                <a:gd name="connsiteY4" fmla="*/ 1604732 h 3618396"/>
                <a:gd name="connsiteX5" fmla="*/ 1552033 w 1901210"/>
                <a:gd name="connsiteY5" fmla="*/ 1247866 h 3618396"/>
                <a:gd name="connsiteX6" fmla="*/ 1674290 w 1901210"/>
                <a:gd name="connsiteY6" fmla="*/ 697912 h 3618396"/>
                <a:gd name="connsiteX7" fmla="*/ 1539921 w 1901210"/>
                <a:gd name="connsiteY7" fmla="*/ 373264 h 3618396"/>
                <a:gd name="connsiteX8" fmla="*/ 924167 w 1901210"/>
                <a:gd name="connsiteY8" fmla="*/ 6 h 3618396"/>
                <a:gd name="connsiteX9" fmla="*/ 546899 w 1901210"/>
                <a:gd name="connsiteY9" fmla="*/ 364742 h 3618396"/>
                <a:gd name="connsiteX10" fmla="*/ 324900 w 1901210"/>
                <a:gd name="connsiteY10" fmla="*/ 866452 h 3618396"/>
                <a:gd name="connsiteX11" fmla="*/ 181645 w 1901210"/>
                <a:gd name="connsiteY11" fmla="*/ 1106196 h 3618396"/>
                <a:gd name="connsiteX12" fmla="*/ 0 w 1901210"/>
                <a:gd name="connsiteY12" fmla="*/ 1330602 h 3618396"/>
                <a:gd name="connsiteX0" fmla="*/ 1746864 w 1900729"/>
                <a:gd name="connsiteY0" fmla="*/ 3891916 h 3891916"/>
                <a:gd name="connsiteX1" fmla="*/ 1900713 w 1900729"/>
                <a:gd name="connsiteY1" fmla="*/ 3283028 h 3891916"/>
                <a:gd name="connsiteX2" fmla="*/ 1736019 w 1900729"/>
                <a:gd name="connsiteY2" fmla="*/ 2782670 h 3891916"/>
                <a:gd name="connsiteX3" fmla="*/ 1700897 w 1900729"/>
                <a:gd name="connsiteY3" fmla="*/ 1940199 h 3891916"/>
                <a:gd name="connsiteX4" fmla="*/ 1427242 w 1900729"/>
                <a:gd name="connsiteY4" fmla="*/ 1604732 h 3891916"/>
                <a:gd name="connsiteX5" fmla="*/ 1552033 w 1900729"/>
                <a:gd name="connsiteY5" fmla="*/ 1247866 h 3891916"/>
                <a:gd name="connsiteX6" fmla="*/ 1674290 w 1900729"/>
                <a:gd name="connsiteY6" fmla="*/ 697912 h 3891916"/>
                <a:gd name="connsiteX7" fmla="*/ 1539921 w 1900729"/>
                <a:gd name="connsiteY7" fmla="*/ 373264 h 3891916"/>
                <a:gd name="connsiteX8" fmla="*/ 924167 w 1900729"/>
                <a:gd name="connsiteY8" fmla="*/ 6 h 3891916"/>
                <a:gd name="connsiteX9" fmla="*/ 546899 w 1900729"/>
                <a:gd name="connsiteY9" fmla="*/ 364742 h 3891916"/>
                <a:gd name="connsiteX10" fmla="*/ 324900 w 1900729"/>
                <a:gd name="connsiteY10" fmla="*/ 866452 h 3891916"/>
                <a:gd name="connsiteX11" fmla="*/ 181645 w 1900729"/>
                <a:gd name="connsiteY11" fmla="*/ 1106196 h 3891916"/>
                <a:gd name="connsiteX12" fmla="*/ 0 w 1900729"/>
                <a:gd name="connsiteY12" fmla="*/ 1330602 h 3891916"/>
                <a:gd name="connsiteX0" fmla="*/ 1746864 w 2057710"/>
                <a:gd name="connsiteY0" fmla="*/ 3891916 h 3891916"/>
                <a:gd name="connsiteX1" fmla="*/ 1900713 w 2057710"/>
                <a:gd name="connsiteY1" fmla="*/ 3283028 h 3891916"/>
                <a:gd name="connsiteX2" fmla="*/ 2052463 w 2057710"/>
                <a:gd name="connsiteY2" fmla="*/ 2531822 h 3891916"/>
                <a:gd name="connsiteX3" fmla="*/ 1700897 w 2057710"/>
                <a:gd name="connsiteY3" fmla="*/ 1940199 h 3891916"/>
                <a:gd name="connsiteX4" fmla="*/ 1427242 w 2057710"/>
                <a:gd name="connsiteY4" fmla="*/ 1604732 h 3891916"/>
                <a:gd name="connsiteX5" fmla="*/ 1552033 w 2057710"/>
                <a:gd name="connsiteY5" fmla="*/ 1247866 h 3891916"/>
                <a:gd name="connsiteX6" fmla="*/ 1674290 w 2057710"/>
                <a:gd name="connsiteY6" fmla="*/ 697912 h 3891916"/>
                <a:gd name="connsiteX7" fmla="*/ 1539921 w 2057710"/>
                <a:gd name="connsiteY7" fmla="*/ 373264 h 3891916"/>
                <a:gd name="connsiteX8" fmla="*/ 924167 w 2057710"/>
                <a:gd name="connsiteY8" fmla="*/ 6 h 3891916"/>
                <a:gd name="connsiteX9" fmla="*/ 546899 w 2057710"/>
                <a:gd name="connsiteY9" fmla="*/ 364742 h 3891916"/>
                <a:gd name="connsiteX10" fmla="*/ 324900 w 2057710"/>
                <a:gd name="connsiteY10" fmla="*/ 866452 h 3891916"/>
                <a:gd name="connsiteX11" fmla="*/ 181645 w 2057710"/>
                <a:gd name="connsiteY11" fmla="*/ 1106196 h 3891916"/>
                <a:gd name="connsiteX12" fmla="*/ 0 w 2057710"/>
                <a:gd name="connsiteY12" fmla="*/ 1330602 h 3891916"/>
                <a:gd name="connsiteX0" fmla="*/ 1746864 w 2121335"/>
                <a:gd name="connsiteY0" fmla="*/ 3891916 h 3891916"/>
                <a:gd name="connsiteX1" fmla="*/ 2095037 w 2121335"/>
                <a:gd name="connsiteY1" fmla="*/ 2896902 h 3891916"/>
                <a:gd name="connsiteX2" fmla="*/ 2052463 w 2121335"/>
                <a:gd name="connsiteY2" fmla="*/ 2531822 h 3891916"/>
                <a:gd name="connsiteX3" fmla="*/ 1700897 w 2121335"/>
                <a:gd name="connsiteY3" fmla="*/ 1940199 h 3891916"/>
                <a:gd name="connsiteX4" fmla="*/ 1427242 w 2121335"/>
                <a:gd name="connsiteY4" fmla="*/ 1604732 h 3891916"/>
                <a:gd name="connsiteX5" fmla="*/ 1552033 w 2121335"/>
                <a:gd name="connsiteY5" fmla="*/ 1247866 h 3891916"/>
                <a:gd name="connsiteX6" fmla="*/ 1674290 w 2121335"/>
                <a:gd name="connsiteY6" fmla="*/ 697912 h 3891916"/>
                <a:gd name="connsiteX7" fmla="*/ 1539921 w 2121335"/>
                <a:gd name="connsiteY7" fmla="*/ 373264 h 3891916"/>
                <a:gd name="connsiteX8" fmla="*/ 924167 w 2121335"/>
                <a:gd name="connsiteY8" fmla="*/ 6 h 3891916"/>
                <a:gd name="connsiteX9" fmla="*/ 546899 w 2121335"/>
                <a:gd name="connsiteY9" fmla="*/ 364742 h 3891916"/>
                <a:gd name="connsiteX10" fmla="*/ 324900 w 2121335"/>
                <a:gd name="connsiteY10" fmla="*/ 866452 h 3891916"/>
                <a:gd name="connsiteX11" fmla="*/ 181645 w 2121335"/>
                <a:gd name="connsiteY11" fmla="*/ 1106196 h 3891916"/>
                <a:gd name="connsiteX12" fmla="*/ 0 w 2121335"/>
                <a:gd name="connsiteY12" fmla="*/ 1330602 h 3891916"/>
                <a:gd name="connsiteX0" fmla="*/ 2205325 w 2206155"/>
                <a:gd name="connsiteY0" fmla="*/ 3198004 h 3198004"/>
                <a:gd name="connsiteX1" fmla="*/ 2095037 w 2206155"/>
                <a:gd name="connsiteY1" fmla="*/ 2896902 h 3198004"/>
                <a:gd name="connsiteX2" fmla="*/ 2052463 w 2206155"/>
                <a:gd name="connsiteY2" fmla="*/ 2531822 h 3198004"/>
                <a:gd name="connsiteX3" fmla="*/ 1700897 w 2206155"/>
                <a:gd name="connsiteY3" fmla="*/ 1940199 h 3198004"/>
                <a:gd name="connsiteX4" fmla="*/ 1427242 w 2206155"/>
                <a:gd name="connsiteY4" fmla="*/ 1604732 h 3198004"/>
                <a:gd name="connsiteX5" fmla="*/ 1552033 w 2206155"/>
                <a:gd name="connsiteY5" fmla="*/ 1247866 h 3198004"/>
                <a:gd name="connsiteX6" fmla="*/ 1674290 w 2206155"/>
                <a:gd name="connsiteY6" fmla="*/ 697912 h 3198004"/>
                <a:gd name="connsiteX7" fmla="*/ 1539921 w 2206155"/>
                <a:gd name="connsiteY7" fmla="*/ 373264 h 3198004"/>
                <a:gd name="connsiteX8" fmla="*/ 924167 w 2206155"/>
                <a:gd name="connsiteY8" fmla="*/ 6 h 3198004"/>
                <a:gd name="connsiteX9" fmla="*/ 546899 w 2206155"/>
                <a:gd name="connsiteY9" fmla="*/ 364742 h 3198004"/>
                <a:gd name="connsiteX10" fmla="*/ 324900 w 2206155"/>
                <a:gd name="connsiteY10" fmla="*/ 866452 h 3198004"/>
                <a:gd name="connsiteX11" fmla="*/ 181645 w 2206155"/>
                <a:gd name="connsiteY11" fmla="*/ 1106196 h 3198004"/>
                <a:gd name="connsiteX12" fmla="*/ 0 w 2206155"/>
                <a:gd name="connsiteY12" fmla="*/ 1330602 h 3198004"/>
                <a:gd name="connsiteX0" fmla="*/ 2205325 w 2206155"/>
                <a:gd name="connsiteY0" fmla="*/ 3201084 h 3201084"/>
                <a:gd name="connsiteX1" fmla="*/ 2095037 w 2206155"/>
                <a:gd name="connsiteY1" fmla="*/ 2899982 h 3201084"/>
                <a:gd name="connsiteX2" fmla="*/ 2052463 w 2206155"/>
                <a:gd name="connsiteY2" fmla="*/ 2534902 h 3201084"/>
                <a:gd name="connsiteX3" fmla="*/ 1700897 w 2206155"/>
                <a:gd name="connsiteY3" fmla="*/ 1943279 h 3201084"/>
                <a:gd name="connsiteX4" fmla="*/ 1427242 w 2206155"/>
                <a:gd name="connsiteY4" fmla="*/ 1607812 h 3201084"/>
                <a:gd name="connsiteX5" fmla="*/ 1552033 w 2206155"/>
                <a:gd name="connsiteY5" fmla="*/ 1250946 h 3201084"/>
                <a:gd name="connsiteX6" fmla="*/ 1674290 w 2206155"/>
                <a:gd name="connsiteY6" fmla="*/ 700992 h 3201084"/>
                <a:gd name="connsiteX7" fmla="*/ 1539921 w 2206155"/>
                <a:gd name="connsiteY7" fmla="*/ 376344 h 3201084"/>
                <a:gd name="connsiteX8" fmla="*/ 924167 w 2206155"/>
                <a:gd name="connsiteY8" fmla="*/ 3086 h 3201084"/>
                <a:gd name="connsiteX9" fmla="*/ 420683 w 2206155"/>
                <a:gd name="connsiteY9" fmla="*/ 236272 h 3201084"/>
                <a:gd name="connsiteX10" fmla="*/ 324900 w 2206155"/>
                <a:gd name="connsiteY10" fmla="*/ 869532 h 3201084"/>
                <a:gd name="connsiteX11" fmla="*/ 181645 w 2206155"/>
                <a:gd name="connsiteY11" fmla="*/ 1109276 h 3201084"/>
                <a:gd name="connsiteX12" fmla="*/ 0 w 2206155"/>
                <a:gd name="connsiteY12" fmla="*/ 1333682 h 3201084"/>
                <a:gd name="connsiteX0" fmla="*/ 2205325 w 2206155"/>
                <a:gd name="connsiteY0" fmla="*/ 3198045 h 3198045"/>
                <a:gd name="connsiteX1" fmla="*/ 2095037 w 2206155"/>
                <a:gd name="connsiteY1" fmla="*/ 2896943 h 3198045"/>
                <a:gd name="connsiteX2" fmla="*/ 2052463 w 2206155"/>
                <a:gd name="connsiteY2" fmla="*/ 2531863 h 3198045"/>
                <a:gd name="connsiteX3" fmla="*/ 1700897 w 2206155"/>
                <a:gd name="connsiteY3" fmla="*/ 1940240 h 3198045"/>
                <a:gd name="connsiteX4" fmla="*/ 1427242 w 2206155"/>
                <a:gd name="connsiteY4" fmla="*/ 1604773 h 3198045"/>
                <a:gd name="connsiteX5" fmla="*/ 1552033 w 2206155"/>
                <a:gd name="connsiteY5" fmla="*/ 1247907 h 3198045"/>
                <a:gd name="connsiteX6" fmla="*/ 1674290 w 2206155"/>
                <a:gd name="connsiteY6" fmla="*/ 697953 h 3198045"/>
                <a:gd name="connsiteX7" fmla="*/ 1472844 w 2206155"/>
                <a:gd name="connsiteY7" fmla="*/ 247654 h 3198045"/>
                <a:gd name="connsiteX8" fmla="*/ 924167 w 2206155"/>
                <a:gd name="connsiteY8" fmla="*/ 47 h 3198045"/>
                <a:gd name="connsiteX9" fmla="*/ 420683 w 2206155"/>
                <a:gd name="connsiteY9" fmla="*/ 233233 h 3198045"/>
                <a:gd name="connsiteX10" fmla="*/ 324900 w 2206155"/>
                <a:gd name="connsiteY10" fmla="*/ 866493 h 3198045"/>
                <a:gd name="connsiteX11" fmla="*/ 181645 w 2206155"/>
                <a:gd name="connsiteY11" fmla="*/ 1106237 h 3198045"/>
                <a:gd name="connsiteX12" fmla="*/ 0 w 2206155"/>
                <a:gd name="connsiteY12" fmla="*/ 1330643 h 3198045"/>
                <a:gd name="connsiteX0" fmla="*/ 1773217 w 2119391"/>
                <a:gd name="connsiteY0" fmla="*/ 2844616 h 2907157"/>
                <a:gd name="connsiteX1" fmla="*/ 2095037 w 2119391"/>
                <a:gd name="connsiteY1" fmla="*/ 2896943 h 2907157"/>
                <a:gd name="connsiteX2" fmla="*/ 2052463 w 2119391"/>
                <a:gd name="connsiteY2" fmla="*/ 2531863 h 2907157"/>
                <a:gd name="connsiteX3" fmla="*/ 1700897 w 2119391"/>
                <a:gd name="connsiteY3" fmla="*/ 1940240 h 2907157"/>
                <a:gd name="connsiteX4" fmla="*/ 1427242 w 2119391"/>
                <a:gd name="connsiteY4" fmla="*/ 1604773 h 2907157"/>
                <a:gd name="connsiteX5" fmla="*/ 1552033 w 2119391"/>
                <a:gd name="connsiteY5" fmla="*/ 1247907 h 2907157"/>
                <a:gd name="connsiteX6" fmla="*/ 1674290 w 2119391"/>
                <a:gd name="connsiteY6" fmla="*/ 697953 h 2907157"/>
                <a:gd name="connsiteX7" fmla="*/ 1472844 w 2119391"/>
                <a:gd name="connsiteY7" fmla="*/ 247654 h 2907157"/>
                <a:gd name="connsiteX8" fmla="*/ 924167 w 2119391"/>
                <a:gd name="connsiteY8" fmla="*/ 47 h 2907157"/>
                <a:gd name="connsiteX9" fmla="*/ 420683 w 2119391"/>
                <a:gd name="connsiteY9" fmla="*/ 233233 h 2907157"/>
                <a:gd name="connsiteX10" fmla="*/ 324900 w 2119391"/>
                <a:gd name="connsiteY10" fmla="*/ 866493 h 2907157"/>
                <a:gd name="connsiteX11" fmla="*/ 181645 w 2119391"/>
                <a:gd name="connsiteY11" fmla="*/ 1106237 h 2907157"/>
                <a:gd name="connsiteX12" fmla="*/ 0 w 2119391"/>
                <a:gd name="connsiteY12" fmla="*/ 1330643 h 2907157"/>
                <a:gd name="connsiteX0" fmla="*/ 1773217 w 2070692"/>
                <a:gd name="connsiteY0" fmla="*/ 2844616 h 2844616"/>
                <a:gd name="connsiteX1" fmla="*/ 1994748 w 2070692"/>
                <a:gd name="connsiteY1" fmla="*/ 2786599 h 2844616"/>
                <a:gd name="connsiteX2" fmla="*/ 2052463 w 2070692"/>
                <a:gd name="connsiteY2" fmla="*/ 2531863 h 2844616"/>
                <a:gd name="connsiteX3" fmla="*/ 1700897 w 2070692"/>
                <a:gd name="connsiteY3" fmla="*/ 1940240 h 2844616"/>
                <a:gd name="connsiteX4" fmla="*/ 1427242 w 2070692"/>
                <a:gd name="connsiteY4" fmla="*/ 1604773 h 2844616"/>
                <a:gd name="connsiteX5" fmla="*/ 1552033 w 2070692"/>
                <a:gd name="connsiteY5" fmla="*/ 1247907 h 2844616"/>
                <a:gd name="connsiteX6" fmla="*/ 1674290 w 2070692"/>
                <a:gd name="connsiteY6" fmla="*/ 697953 h 2844616"/>
                <a:gd name="connsiteX7" fmla="*/ 1472844 w 2070692"/>
                <a:gd name="connsiteY7" fmla="*/ 247654 h 2844616"/>
                <a:gd name="connsiteX8" fmla="*/ 924167 w 2070692"/>
                <a:gd name="connsiteY8" fmla="*/ 47 h 2844616"/>
                <a:gd name="connsiteX9" fmla="*/ 420683 w 2070692"/>
                <a:gd name="connsiteY9" fmla="*/ 233233 h 2844616"/>
                <a:gd name="connsiteX10" fmla="*/ 324900 w 2070692"/>
                <a:gd name="connsiteY10" fmla="*/ 866493 h 2844616"/>
                <a:gd name="connsiteX11" fmla="*/ 181645 w 2070692"/>
                <a:gd name="connsiteY11" fmla="*/ 1106237 h 2844616"/>
                <a:gd name="connsiteX12" fmla="*/ 0 w 2070692"/>
                <a:gd name="connsiteY12" fmla="*/ 1330643 h 2844616"/>
                <a:gd name="connsiteX0" fmla="*/ 1735035 w 2032510"/>
                <a:gd name="connsiteY0" fmla="*/ 2844616 h 2844616"/>
                <a:gd name="connsiteX1" fmla="*/ 1956566 w 2032510"/>
                <a:gd name="connsiteY1" fmla="*/ 2786599 h 2844616"/>
                <a:gd name="connsiteX2" fmla="*/ 2014281 w 2032510"/>
                <a:gd name="connsiteY2" fmla="*/ 2531863 h 2844616"/>
                <a:gd name="connsiteX3" fmla="*/ 1662715 w 2032510"/>
                <a:gd name="connsiteY3" fmla="*/ 1940240 h 2844616"/>
                <a:gd name="connsiteX4" fmla="*/ 1389060 w 2032510"/>
                <a:gd name="connsiteY4" fmla="*/ 1604773 h 2844616"/>
                <a:gd name="connsiteX5" fmla="*/ 1513851 w 2032510"/>
                <a:gd name="connsiteY5" fmla="*/ 1247907 h 2844616"/>
                <a:gd name="connsiteX6" fmla="*/ 1636108 w 2032510"/>
                <a:gd name="connsiteY6" fmla="*/ 697953 h 2844616"/>
                <a:gd name="connsiteX7" fmla="*/ 1434662 w 2032510"/>
                <a:gd name="connsiteY7" fmla="*/ 247654 h 2844616"/>
                <a:gd name="connsiteX8" fmla="*/ 885985 w 2032510"/>
                <a:gd name="connsiteY8" fmla="*/ 47 h 2844616"/>
                <a:gd name="connsiteX9" fmla="*/ 382501 w 2032510"/>
                <a:gd name="connsiteY9" fmla="*/ 233233 h 2844616"/>
                <a:gd name="connsiteX10" fmla="*/ 286718 w 2032510"/>
                <a:gd name="connsiteY10" fmla="*/ 866493 h 2844616"/>
                <a:gd name="connsiteX11" fmla="*/ 143463 w 2032510"/>
                <a:gd name="connsiteY11" fmla="*/ 1106237 h 2844616"/>
                <a:gd name="connsiteX12" fmla="*/ 0 w 2032510"/>
                <a:gd name="connsiteY12" fmla="*/ 1398910 h 2844616"/>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851 w 2032510"/>
                <a:gd name="connsiteY5" fmla="*/ 125999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6705 h 2856705"/>
                <a:gd name="connsiteX1" fmla="*/ 1956566 w 2032510"/>
                <a:gd name="connsiteY1" fmla="*/ 2798688 h 2856705"/>
                <a:gd name="connsiteX2" fmla="*/ 2014281 w 2032510"/>
                <a:gd name="connsiteY2" fmla="*/ 2543952 h 2856705"/>
                <a:gd name="connsiteX3" fmla="*/ 1662715 w 2032510"/>
                <a:gd name="connsiteY3" fmla="*/ 1952329 h 2856705"/>
                <a:gd name="connsiteX4" fmla="*/ 1389060 w 2032510"/>
                <a:gd name="connsiteY4" fmla="*/ 1616862 h 2856705"/>
                <a:gd name="connsiteX5" fmla="*/ 1513123 w 2032510"/>
                <a:gd name="connsiteY5" fmla="*/ 1107876 h 2856705"/>
                <a:gd name="connsiteX6" fmla="*/ 1636108 w 2032510"/>
                <a:gd name="connsiteY6" fmla="*/ 710042 h 2856705"/>
                <a:gd name="connsiteX7" fmla="*/ 1434662 w 2032510"/>
                <a:gd name="connsiteY7" fmla="*/ 259743 h 2856705"/>
                <a:gd name="connsiteX8" fmla="*/ 885985 w 2032510"/>
                <a:gd name="connsiteY8" fmla="*/ 12136 h 2856705"/>
                <a:gd name="connsiteX9" fmla="*/ 398861 w 2032510"/>
                <a:gd name="connsiteY9" fmla="*/ 127382 h 2856705"/>
                <a:gd name="connsiteX10" fmla="*/ 286718 w 2032510"/>
                <a:gd name="connsiteY10" fmla="*/ 878582 h 2856705"/>
                <a:gd name="connsiteX11" fmla="*/ 143463 w 2032510"/>
                <a:gd name="connsiteY11" fmla="*/ 1118326 h 2856705"/>
                <a:gd name="connsiteX12" fmla="*/ 0 w 2032510"/>
                <a:gd name="connsiteY12" fmla="*/ 1410999 h 2856705"/>
                <a:gd name="connsiteX0" fmla="*/ 1735035 w 2032510"/>
                <a:gd name="connsiteY0" fmla="*/ 2855035 h 2855035"/>
                <a:gd name="connsiteX1" fmla="*/ 1956566 w 2032510"/>
                <a:gd name="connsiteY1" fmla="*/ 2797018 h 2855035"/>
                <a:gd name="connsiteX2" fmla="*/ 2014281 w 2032510"/>
                <a:gd name="connsiteY2" fmla="*/ 2542282 h 2855035"/>
                <a:gd name="connsiteX3" fmla="*/ 1662715 w 2032510"/>
                <a:gd name="connsiteY3" fmla="*/ 1950659 h 2855035"/>
                <a:gd name="connsiteX4" fmla="*/ 1389060 w 2032510"/>
                <a:gd name="connsiteY4" fmla="*/ 1615192 h 2855035"/>
                <a:gd name="connsiteX5" fmla="*/ 1513123 w 2032510"/>
                <a:gd name="connsiteY5" fmla="*/ 1106206 h 2855035"/>
                <a:gd name="connsiteX6" fmla="*/ 1636108 w 2032510"/>
                <a:gd name="connsiteY6" fmla="*/ 708372 h 2855035"/>
                <a:gd name="connsiteX7" fmla="*/ 1443971 w 2032510"/>
                <a:gd name="connsiteY7" fmla="*/ 235383 h 2855035"/>
                <a:gd name="connsiteX8" fmla="*/ 885985 w 2032510"/>
                <a:gd name="connsiteY8" fmla="*/ 10466 h 2855035"/>
                <a:gd name="connsiteX9" fmla="*/ 398861 w 2032510"/>
                <a:gd name="connsiteY9" fmla="*/ 125712 h 2855035"/>
                <a:gd name="connsiteX10" fmla="*/ 286718 w 2032510"/>
                <a:gd name="connsiteY10" fmla="*/ 876912 h 2855035"/>
                <a:gd name="connsiteX11" fmla="*/ 143463 w 2032510"/>
                <a:gd name="connsiteY11" fmla="*/ 1116656 h 2855035"/>
                <a:gd name="connsiteX12" fmla="*/ 0 w 2032510"/>
                <a:gd name="connsiteY12" fmla="*/ 1409329 h 285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510" h="2855035">
                  <a:moveTo>
                    <a:pt x="1735035" y="2855035"/>
                  </a:moveTo>
                  <a:cubicBezTo>
                    <a:pt x="1745720" y="2791968"/>
                    <a:pt x="1910025" y="2849143"/>
                    <a:pt x="1956566" y="2797018"/>
                  </a:cubicBezTo>
                  <a:cubicBezTo>
                    <a:pt x="2003107" y="2744893"/>
                    <a:pt x="2063256" y="2683342"/>
                    <a:pt x="2014281" y="2542282"/>
                  </a:cubicBezTo>
                  <a:cubicBezTo>
                    <a:pt x="1965306" y="2401222"/>
                    <a:pt x="1766918" y="2105174"/>
                    <a:pt x="1662715" y="1950659"/>
                  </a:cubicBezTo>
                  <a:cubicBezTo>
                    <a:pt x="1558512" y="1796144"/>
                    <a:pt x="1413992" y="1755934"/>
                    <a:pt x="1389060" y="1615192"/>
                  </a:cubicBezTo>
                  <a:cubicBezTo>
                    <a:pt x="1364128" y="1474450"/>
                    <a:pt x="1471948" y="1257343"/>
                    <a:pt x="1513123" y="1106206"/>
                  </a:cubicBezTo>
                  <a:cubicBezTo>
                    <a:pt x="1554298" y="955069"/>
                    <a:pt x="1606866" y="861058"/>
                    <a:pt x="1636108" y="708372"/>
                  </a:cubicBezTo>
                  <a:cubicBezTo>
                    <a:pt x="1661635" y="575593"/>
                    <a:pt x="1568992" y="351701"/>
                    <a:pt x="1443971" y="235383"/>
                  </a:cubicBezTo>
                  <a:cubicBezTo>
                    <a:pt x="1318951" y="119065"/>
                    <a:pt x="1060170" y="28745"/>
                    <a:pt x="885985" y="10466"/>
                  </a:cubicBezTo>
                  <a:cubicBezTo>
                    <a:pt x="711800" y="-7813"/>
                    <a:pt x="498739" y="-18696"/>
                    <a:pt x="398861" y="125712"/>
                  </a:cubicBezTo>
                  <a:cubicBezTo>
                    <a:pt x="298983" y="270120"/>
                    <a:pt x="329284" y="711755"/>
                    <a:pt x="286718" y="876912"/>
                  </a:cubicBezTo>
                  <a:cubicBezTo>
                    <a:pt x="244152" y="1042069"/>
                    <a:pt x="197613" y="1039298"/>
                    <a:pt x="143463" y="1116656"/>
                  </a:cubicBezTo>
                  <a:cubicBezTo>
                    <a:pt x="89313" y="1194014"/>
                    <a:pt x="56865" y="1316174"/>
                    <a:pt x="0" y="1409329"/>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3" name="Freeform: Shape 82">
              <a:extLst>
                <a:ext uri="{FF2B5EF4-FFF2-40B4-BE49-F238E27FC236}">
                  <a16:creationId xmlns:a16="http://schemas.microsoft.com/office/drawing/2014/main" id="{27B4372D-AD4C-E966-E36D-8FAF2E5194C3}"/>
                </a:ext>
              </a:extLst>
            </p:cNvPr>
            <p:cNvSpPr/>
            <p:nvPr userDrawn="1"/>
          </p:nvSpPr>
          <p:spPr>
            <a:xfrm rot="8192339" flipH="1" flipV="1">
              <a:off x="754087" y="5170661"/>
              <a:ext cx="1421356" cy="2380900"/>
            </a:xfrm>
            <a:custGeom>
              <a:avLst/>
              <a:gdLst>
                <a:gd name="connsiteX0" fmla="*/ 2302193 w 2302192"/>
                <a:gd name="connsiteY0" fmla="*/ 2952373 h 2952373"/>
                <a:gd name="connsiteX1" fmla="*/ 2022729 w 2302192"/>
                <a:gd name="connsiteY1" fmla="*/ 2442309 h 2952373"/>
                <a:gd name="connsiteX2" fmla="*/ 1834039 w 2302192"/>
                <a:gd name="connsiteY2" fmla="*/ 1937199 h 2952373"/>
                <a:gd name="connsiteX3" fmla="*/ 1789748 w 2302192"/>
                <a:gd name="connsiteY3" fmla="*/ 1609063 h 2952373"/>
                <a:gd name="connsiteX4" fmla="*/ 1870139 w 2302192"/>
                <a:gd name="connsiteY4" fmla="*/ 1183962 h 2952373"/>
                <a:gd name="connsiteX5" fmla="*/ 2021110 w 2302192"/>
                <a:gd name="connsiteY5" fmla="*/ 743621 h 2952373"/>
                <a:gd name="connsiteX6" fmla="*/ 2010061 w 2302192"/>
                <a:gd name="connsiteY6" fmla="*/ 342047 h 2952373"/>
                <a:gd name="connsiteX7" fmla="*/ 1867376 w 2302192"/>
                <a:gd name="connsiteY7" fmla="*/ 55440 h 2952373"/>
                <a:gd name="connsiteX8" fmla="*/ 1652683 w 2302192"/>
                <a:gd name="connsiteY8" fmla="*/ 2862 h 2952373"/>
                <a:gd name="connsiteX9" fmla="*/ 1295305 w 2302192"/>
                <a:gd name="connsiteY9" fmla="*/ 234129 h 2952373"/>
                <a:gd name="connsiteX10" fmla="*/ 812101 w 2302192"/>
                <a:gd name="connsiteY10" fmla="*/ 886401 h 2952373"/>
                <a:gd name="connsiteX11" fmla="*/ 668846 w 2302192"/>
                <a:gd name="connsiteY11" fmla="*/ 1126145 h 2952373"/>
                <a:gd name="connsiteX12" fmla="*/ 498443 w 2302192"/>
                <a:gd name="connsiteY12" fmla="*/ 1405799 h 2952373"/>
                <a:gd name="connsiteX13" fmla="*/ 355759 w 2302192"/>
                <a:gd name="connsiteY13" fmla="*/ 1634304 h 2952373"/>
                <a:gd name="connsiteX14" fmla="*/ 161449 w 2302192"/>
                <a:gd name="connsiteY14" fmla="*/ 1913576 h 2952373"/>
                <a:gd name="connsiteX15" fmla="*/ 0 w 2302192"/>
                <a:gd name="connsiteY15" fmla="*/ 2189802 h 2952373"/>
                <a:gd name="connsiteX0" fmla="*/ 2302193 w 2302193"/>
                <a:gd name="connsiteY0" fmla="*/ 2952373 h 2952373"/>
                <a:gd name="connsiteX1" fmla="*/ 2022729 w 2302193"/>
                <a:gd name="connsiteY1" fmla="*/ 2442309 h 2952373"/>
                <a:gd name="connsiteX2" fmla="*/ 1834039 w 2302193"/>
                <a:gd name="connsiteY2" fmla="*/ 1937199 h 2952373"/>
                <a:gd name="connsiteX3" fmla="*/ 1789748 w 2302193"/>
                <a:gd name="connsiteY3" fmla="*/ 1609063 h 2952373"/>
                <a:gd name="connsiteX4" fmla="*/ 1870139 w 2302193"/>
                <a:gd name="connsiteY4" fmla="*/ 1183962 h 2952373"/>
                <a:gd name="connsiteX5" fmla="*/ 2021110 w 2302193"/>
                <a:gd name="connsiteY5" fmla="*/ 743621 h 2952373"/>
                <a:gd name="connsiteX6" fmla="*/ 2010061 w 2302193"/>
                <a:gd name="connsiteY6" fmla="*/ 342047 h 2952373"/>
                <a:gd name="connsiteX7" fmla="*/ 1867376 w 2302193"/>
                <a:gd name="connsiteY7" fmla="*/ 55440 h 2952373"/>
                <a:gd name="connsiteX8" fmla="*/ 1652683 w 2302193"/>
                <a:gd name="connsiteY8" fmla="*/ 2862 h 2952373"/>
                <a:gd name="connsiteX9" fmla="*/ 1295305 w 2302193"/>
                <a:gd name="connsiteY9" fmla="*/ 234129 h 2952373"/>
                <a:gd name="connsiteX10" fmla="*/ 812101 w 2302193"/>
                <a:gd name="connsiteY10" fmla="*/ 886401 h 2952373"/>
                <a:gd name="connsiteX11" fmla="*/ 668846 w 2302193"/>
                <a:gd name="connsiteY11" fmla="*/ 1126145 h 2952373"/>
                <a:gd name="connsiteX12" fmla="*/ 498443 w 2302193"/>
                <a:gd name="connsiteY12" fmla="*/ 1405799 h 2952373"/>
                <a:gd name="connsiteX13" fmla="*/ 355759 w 2302193"/>
                <a:gd name="connsiteY13" fmla="*/ 1634304 h 2952373"/>
                <a:gd name="connsiteX14" fmla="*/ 161449 w 2302193"/>
                <a:gd name="connsiteY14" fmla="*/ 1913576 h 2952373"/>
                <a:gd name="connsiteX15" fmla="*/ 72878 w 2302193"/>
                <a:gd name="connsiteY15" fmla="*/ 2042409 h 2952373"/>
                <a:gd name="connsiteX16" fmla="*/ 0 w 2302193"/>
                <a:gd name="connsiteY16" fmla="*/ 2189802 h 2952373"/>
                <a:gd name="connsiteX0" fmla="*/ 2792567 w 2792567"/>
                <a:gd name="connsiteY0" fmla="*/ 2952373 h 2952373"/>
                <a:gd name="connsiteX1" fmla="*/ 2513103 w 2792567"/>
                <a:gd name="connsiteY1" fmla="*/ 2442309 h 2952373"/>
                <a:gd name="connsiteX2" fmla="*/ 2324413 w 2792567"/>
                <a:gd name="connsiteY2" fmla="*/ 1937199 h 2952373"/>
                <a:gd name="connsiteX3" fmla="*/ 2280122 w 2792567"/>
                <a:gd name="connsiteY3" fmla="*/ 1609063 h 2952373"/>
                <a:gd name="connsiteX4" fmla="*/ 2360513 w 2792567"/>
                <a:gd name="connsiteY4" fmla="*/ 1183962 h 2952373"/>
                <a:gd name="connsiteX5" fmla="*/ 2511484 w 2792567"/>
                <a:gd name="connsiteY5" fmla="*/ 743621 h 2952373"/>
                <a:gd name="connsiteX6" fmla="*/ 2500435 w 2792567"/>
                <a:gd name="connsiteY6" fmla="*/ 342047 h 2952373"/>
                <a:gd name="connsiteX7" fmla="*/ 2357750 w 2792567"/>
                <a:gd name="connsiteY7" fmla="*/ 55440 h 2952373"/>
                <a:gd name="connsiteX8" fmla="*/ 2143057 w 2792567"/>
                <a:gd name="connsiteY8" fmla="*/ 2862 h 2952373"/>
                <a:gd name="connsiteX9" fmla="*/ 1785679 w 2792567"/>
                <a:gd name="connsiteY9" fmla="*/ 234129 h 2952373"/>
                <a:gd name="connsiteX10" fmla="*/ 1302475 w 2792567"/>
                <a:gd name="connsiteY10" fmla="*/ 886401 h 2952373"/>
                <a:gd name="connsiteX11" fmla="*/ 1159220 w 2792567"/>
                <a:gd name="connsiteY11" fmla="*/ 1126145 h 2952373"/>
                <a:gd name="connsiteX12" fmla="*/ 988817 w 2792567"/>
                <a:gd name="connsiteY12" fmla="*/ 1405799 h 2952373"/>
                <a:gd name="connsiteX13" fmla="*/ 846133 w 2792567"/>
                <a:gd name="connsiteY13" fmla="*/ 1634304 h 2952373"/>
                <a:gd name="connsiteX14" fmla="*/ 651823 w 2792567"/>
                <a:gd name="connsiteY14" fmla="*/ 1913576 h 2952373"/>
                <a:gd name="connsiteX15" fmla="*/ 563252 w 2792567"/>
                <a:gd name="connsiteY15" fmla="*/ 2042409 h 2952373"/>
                <a:gd name="connsiteX16" fmla="*/ 0 w 2792567"/>
                <a:gd name="connsiteY16" fmla="*/ 266732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72514 w 3113258"/>
                <a:gd name="connsiteY14" fmla="*/ 1913576 h 2952373"/>
                <a:gd name="connsiteX15" fmla="*/ 883943 w 3113258"/>
                <a:gd name="connsiteY15" fmla="*/ 2042409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883943 w 3113258"/>
                <a:gd name="connsiteY14" fmla="*/ 2042409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233854 w 3113258"/>
                <a:gd name="connsiteY15" fmla="*/ 2708803 h 2952373"/>
                <a:gd name="connsiteX16" fmla="*/ 0 w 3113258"/>
                <a:gd name="connsiteY16"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113258 w 3113258"/>
                <a:gd name="connsiteY0" fmla="*/ 2952373 h 2952373"/>
                <a:gd name="connsiteX1" fmla="*/ 2833794 w 3113258"/>
                <a:gd name="connsiteY1" fmla="*/ 2442309 h 2952373"/>
                <a:gd name="connsiteX2" fmla="*/ 2645104 w 3113258"/>
                <a:gd name="connsiteY2" fmla="*/ 1937199 h 2952373"/>
                <a:gd name="connsiteX3" fmla="*/ 2600813 w 3113258"/>
                <a:gd name="connsiteY3" fmla="*/ 1609063 h 2952373"/>
                <a:gd name="connsiteX4" fmla="*/ 2681204 w 3113258"/>
                <a:gd name="connsiteY4" fmla="*/ 1183962 h 2952373"/>
                <a:gd name="connsiteX5" fmla="*/ 2832175 w 3113258"/>
                <a:gd name="connsiteY5" fmla="*/ 743621 h 2952373"/>
                <a:gd name="connsiteX6" fmla="*/ 2821126 w 3113258"/>
                <a:gd name="connsiteY6" fmla="*/ 342047 h 2952373"/>
                <a:gd name="connsiteX7" fmla="*/ 2678441 w 3113258"/>
                <a:gd name="connsiteY7" fmla="*/ 55440 h 2952373"/>
                <a:gd name="connsiteX8" fmla="*/ 2463748 w 3113258"/>
                <a:gd name="connsiteY8" fmla="*/ 2862 h 2952373"/>
                <a:gd name="connsiteX9" fmla="*/ 2106370 w 3113258"/>
                <a:gd name="connsiteY9" fmla="*/ 234129 h 2952373"/>
                <a:gd name="connsiteX10" fmla="*/ 1623166 w 3113258"/>
                <a:gd name="connsiteY10" fmla="*/ 886401 h 2952373"/>
                <a:gd name="connsiteX11" fmla="*/ 1479911 w 3113258"/>
                <a:gd name="connsiteY11" fmla="*/ 1126145 h 2952373"/>
                <a:gd name="connsiteX12" fmla="*/ 1309508 w 3113258"/>
                <a:gd name="connsiteY12" fmla="*/ 1405799 h 2952373"/>
                <a:gd name="connsiteX13" fmla="*/ 1166824 w 3113258"/>
                <a:gd name="connsiteY13" fmla="*/ 1634304 h 2952373"/>
                <a:gd name="connsiteX14" fmla="*/ 983655 w 3113258"/>
                <a:gd name="connsiteY14" fmla="*/ 1994223 h 2952373"/>
                <a:gd name="connsiteX15" fmla="*/ 694704 w 3113258"/>
                <a:gd name="connsiteY15" fmla="*/ 2419888 h 2952373"/>
                <a:gd name="connsiteX16" fmla="*/ 233854 w 3113258"/>
                <a:gd name="connsiteY16" fmla="*/ 2708803 h 2952373"/>
                <a:gd name="connsiteX17" fmla="*/ 0 w 3113258"/>
                <a:gd name="connsiteY17" fmla="*/ 2875546 h 295237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202783 w 3082187"/>
                <a:gd name="connsiteY16" fmla="*/ 2708803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82187 w 3082187"/>
                <a:gd name="connsiteY0" fmla="*/ 2952373 h 3039833"/>
                <a:gd name="connsiteX1" fmla="*/ 2802723 w 3082187"/>
                <a:gd name="connsiteY1" fmla="*/ 2442309 h 3039833"/>
                <a:gd name="connsiteX2" fmla="*/ 2614033 w 3082187"/>
                <a:gd name="connsiteY2" fmla="*/ 1937199 h 3039833"/>
                <a:gd name="connsiteX3" fmla="*/ 2569742 w 3082187"/>
                <a:gd name="connsiteY3" fmla="*/ 1609063 h 3039833"/>
                <a:gd name="connsiteX4" fmla="*/ 2650133 w 3082187"/>
                <a:gd name="connsiteY4" fmla="*/ 1183962 h 3039833"/>
                <a:gd name="connsiteX5" fmla="*/ 2801104 w 3082187"/>
                <a:gd name="connsiteY5" fmla="*/ 743621 h 3039833"/>
                <a:gd name="connsiteX6" fmla="*/ 2790055 w 3082187"/>
                <a:gd name="connsiteY6" fmla="*/ 342047 h 3039833"/>
                <a:gd name="connsiteX7" fmla="*/ 2647370 w 3082187"/>
                <a:gd name="connsiteY7" fmla="*/ 55440 h 3039833"/>
                <a:gd name="connsiteX8" fmla="*/ 2432677 w 3082187"/>
                <a:gd name="connsiteY8" fmla="*/ 2862 h 3039833"/>
                <a:gd name="connsiteX9" fmla="*/ 2075299 w 3082187"/>
                <a:gd name="connsiteY9" fmla="*/ 234129 h 3039833"/>
                <a:gd name="connsiteX10" fmla="*/ 1592095 w 3082187"/>
                <a:gd name="connsiteY10" fmla="*/ 886401 h 3039833"/>
                <a:gd name="connsiteX11" fmla="*/ 1448840 w 3082187"/>
                <a:gd name="connsiteY11" fmla="*/ 1126145 h 3039833"/>
                <a:gd name="connsiteX12" fmla="*/ 1278437 w 3082187"/>
                <a:gd name="connsiteY12" fmla="*/ 1405799 h 3039833"/>
                <a:gd name="connsiteX13" fmla="*/ 1135753 w 3082187"/>
                <a:gd name="connsiteY13" fmla="*/ 1634304 h 3039833"/>
                <a:gd name="connsiteX14" fmla="*/ 952584 w 3082187"/>
                <a:gd name="connsiteY14" fmla="*/ 1994223 h 3039833"/>
                <a:gd name="connsiteX15" fmla="*/ 663633 w 3082187"/>
                <a:gd name="connsiteY15" fmla="*/ 2419888 h 3039833"/>
                <a:gd name="connsiteX16" fmla="*/ 190200 w 3082187"/>
                <a:gd name="connsiteY16" fmla="*/ 2699630 h 3039833"/>
                <a:gd name="connsiteX17" fmla="*/ 0 w 3082187"/>
                <a:gd name="connsiteY17" fmla="*/ 3039833 h 3039833"/>
                <a:gd name="connsiteX0" fmla="*/ 3002159 w 3002159"/>
                <a:gd name="connsiteY0" fmla="*/ 3593540 h 3593540"/>
                <a:gd name="connsiteX1" fmla="*/ 2802723 w 3002159"/>
                <a:gd name="connsiteY1" fmla="*/ 2442309 h 3593540"/>
                <a:gd name="connsiteX2" fmla="*/ 2614033 w 3002159"/>
                <a:gd name="connsiteY2" fmla="*/ 1937199 h 3593540"/>
                <a:gd name="connsiteX3" fmla="*/ 2569742 w 3002159"/>
                <a:gd name="connsiteY3" fmla="*/ 1609063 h 3593540"/>
                <a:gd name="connsiteX4" fmla="*/ 2650133 w 3002159"/>
                <a:gd name="connsiteY4" fmla="*/ 1183962 h 3593540"/>
                <a:gd name="connsiteX5" fmla="*/ 2801104 w 3002159"/>
                <a:gd name="connsiteY5" fmla="*/ 743621 h 3593540"/>
                <a:gd name="connsiteX6" fmla="*/ 2790055 w 3002159"/>
                <a:gd name="connsiteY6" fmla="*/ 342047 h 3593540"/>
                <a:gd name="connsiteX7" fmla="*/ 2647370 w 3002159"/>
                <a:gd name="connsiteY7" fmla="*/ 55440 h 3593540"/>
                <a:gd name="connsiteX8" fmla="*/ 2432677 w 3002159"/>
                <a:gd name="connsiteY8" fmla="*/ 2862 h 3593540"/>
                <a:gd name="connsiteX9" fmla="*/ 2075299 w 3002159"/>
                <a:gd name="connsiteY9" fmla="*/ 234129 h 3593540"/>
                <a:gd name="connsiteX10" fmla="*/ 1592095 w 3002159"/>
                <a:gd name="connsiteY10" fmla="*/ 886401 h 3593540"/>
                <a:gd name="connsiteX11" fmla="*/ 1448840 w 3002159"/>
                <a:gd name="connsiteY11" fmla="*/ 1126145 h 3593540"/>
                <a:gd name="connsiteX12" fmla="*/ 1278437 w 3002159"/>
                <a:gd name="connsiteY12" fmla="*/ 1405799 h 3593540"/>
                <a:gd name="connsiteX13" fmla="*/ 1135753 w 3002159"/>
                <a:gd name="connsiteY13" fmla="*/ 1634304 h 3593540"/>
                <a:gd name="connsiteX14" fmla="*/ 952584 w 3002159"/>
                <a:gd name="connsiteY14" fmla="*/ 1994223 h 3593540"/>
                <a:gd name="connsiteX15" fmla="*/ 663633 w 3002159"/>
                <a:gd name="connsiteY15" fmla="*/ 2419888 h 3593540"/>
                <a:gd name="connsiteX16" fmla="*/ 190200 w 3002159"/>
                <a:gd name="connsiteY16" fmla="*/ 2699630 h 3593540"/>
                <a:gd name="connsiteX17" fmla="*/ 0 w 3002159"/>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663633 w 3061280"/>
                <a:gd name="connsiteY15" fmla="*/ 2419888 h 3593540"/>
                <a:gd name="connsiteX16" fmla="*/ 190200 w 3061280"/>
                <a:gd name="connsiteY16" fmla="*/ 2699630 h 3593540"/>
                <a:gd name="connsiteX17" fmla="*/ 0 w 3061280"/>
                <a:gd name="connsiteY17" fmla="*/ 3039833 h 3593540"/>
                <a:gd name="connsiteX0" fmla="*/ 3002159 w 3061280"/>
                <a:gd name="connsiteY0" fmla="*/ 3593540 h 3593540"/>
                <a:gd name="connsiteX1" fmla="*/ 2802723 w 3061280"/>
                <a:gd name="connsiteY1" fmla="*/ 2442309 h 3593540"/>
                <a:gd name="connsiteX2" fmla="*/ 2614033 w 3061280"/>
                <a:gd name="connsiteY2" fmla="*/ 1937199 h 3593540"/>
                <a:gd name="connsiteX3" fmla="*/ 2569742 w 3061280"/>
                <a:gd name="connsiteY3" fmla="*/ 1609063 h 3593540"/>
                <a:gd name="connsiteX4" fmla="*/ 2650133 w 3061280"/>
                <a:gd name="connsiteY4" fmla="*/ 1183962 h 3593540"/>
                <a:gd name="connsiteX5" fmla="*/ 2801104 w 3061280"/>
                <a:gd name="connsiteY5" fmla="*/ 743621 h 3593540"/>
                <a:gd name="connsiteX6" fmla="*/ 2790055 w 3061280"/>
                <a:gd name="connsiteY6" fmla="*/ 342047 h 3593540"/>
                <a:gd name="connsiteX7" fmla="*/ 2647370 w 3061280"/>
                <a:gd name="connsiteY7" fmla="*/ 55440 h 3593540"/>
                <a:gd name="connsiteX8" fmla="*/ 2432677 w 3061280"/>
                <a:gd name="connsiteY8" fmla="*/ 2862 h 3593540"/>
                <a:gd name="connsiteX9" fmla="*/ 2075299 w 3061280"/>
                <a:gd name="connsiteY9" fmla="*/ 234129 h 3593540"/>
                <a:gd name="connsiteX10" fmla="*/ 1592095 w 3061280"/>
                <a:gd name="connsiteY10" fmla="*/ 886401 h 3593540"/>
                <a:gd name="connsiteX11" fmla="*/ 1448840 w 3061280"/>
                <a:gd name="connsiteY11" fmla="*/ 1126145 h 3593540"/>
                <a:gd name="connsiteX12" fmla="*/ 1278437 w 3061280"/>
                <a:gd name="connsiteY12" fmla="*/ 1405799 h 3593540"/>
                <a:gd name="connsiteX13" fmla="*/ 1135753 w 3061280"/>
                <a:gd name="connsiteY13" fmla="*/ 1634304 h 3593540"/>
                <a:gd name="connsiteX14" fmla="*/ 952584 w 3061280"/>
                <a:gd name="connsiteY14" fmla="*/ 1994223 h 3593540"/>
                <a:gd name="connsiteX15" fmla="*/ 573419 w 3061280"/>
                <a:gd name="connsiteY15" fmla="*/ 2487553 h 3593540"/>
                <a:gd name="connsiteX16" fmla="*/ 190200 w 3061280"/>
                <a:gd name="connsiteY16" fmla="*/ 2699630 h 3593540"/>
                <a:gd name="connsiteX17" fmla="*/ 0 w 3061280"/>
                <a:gd name="connsiteY17" fmla="*/ 3039833 h 359354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1135753 w 3212843"/>
                <a:gd name="connsiteY13" fmla="*/ 1634304 h 3494800"/>
                <a:gd name="connsiteX14" fmla="*/ 952584 w 3212843"/>
                <a:gd name="connsiteY14" fmla="*/ 1994223 h 3494800"/>
                <a:gd name="connsiteX15" fmla="*/ 573419 w 3212843"/>
                <a:gd name="connsiteY15" fmla="*/ 2487553 h 3494800"/>
                <a:gd name="connsiteX16" fmla="*/ 190200 w 3212843"/>
                <a:gd name="connsiteY16" fmla="*/ 2699630 h 3494800"/>
                <a:gd name="connsiteX17" fmla="*/ 0 w 3212843"/>
                <a:gd name="connsiteY17"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448840 w 3212843"/>
                <a:gd name="connsiteY11" fmla="*/ 1126145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278437 w 3212843"/>
                <a:gd name="connsiteY12" fmla="*/ 1405799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952584 w 3212843"/>
                <a:gd name="connsiteY13" fmla="*/ 1994223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573419 w 3212843"/>
                <a:gd name="connsiteY14" fmla="*/ 2487553 h 3494800"/>
                <a:gd name="connsiteX15" fmla="*/ 190200 w 3212843"/>
                <a:gd name="connsiteY15" fmla="*/ 2699630 h 3494800"/>
                <a:gd name="connsiteX16" fmla="*/ 0 w 3212843"/>
                <a:gd name="connsiteY16" fmla="*/ 3039833 h 3494800"/>
                <a:gd name="connsiteX0" fmla="*/ 3167289 w 3212843"/>
                <a:gd name="connsiteY0" fmla="*/ 3494800 h 3494800"/>
                <a:gd name="connsiteX1" fmla="*/ 2802723 w 3212843"/>
                <a:gd name="connsiteY1" fmla="*/ 2442309 h 3494800"/>
                <a:gd name="connsiteX2" fmla="*/ 2614033 w 3212843"/>
                <a:gd name="connsiteY2" fmla="*/ 1937199 h 3494800"/>
                <a:gd name="connsiteX3" fmla="*/ 2569742 w 3212843"/>
                <a:gd name="connsiteY3" fmla="*/ 1609063 h 3494800"/>
                <a:gd name="connsiteX4" fmla="*/ 2650133 w 3212843"/>
                <a:gd name="connsiteY4" fmla="*/ 1183962 h 3494800"/>
                <a:gd name="connsiteX5" fmla="*/ 2801104 w 3212843"/>
                <a:gd name="connsiteY5" fmla="*/ 743621 h 3494800"/>
                <a:gd name="connsiteX6" fmla="*/ 2790055 w 3212843"/>
                <a:gd name="connsiteY6" fmla="*/ 342047 h 3494800"/>
                <a:gd name="connsiteX7" fmla="*/ 2647370 w 3212843"/>
                <a:gd name="connsiteY7" fmla="*/ 55440 h 3494800"/>
                <a:gd name="connsiteX8" fmla="*/ 2432677 w 3212843"/>
                <a:gd name="connsiteY8" fmla="*/ 2862 h 3494800"/>
                <a:gd name="connsiteX9" fmla="*/ 2075299 w 3212843"/>
                <a:gd name="connsiteY9" fmla="*/ 234129 h 3494800"/>
                <a:gd name="connsiteX10" fmla="*/ 1592095 w 3212843"/>
                <a:gd name="connsiteY10" fmla="*/ 886401 h 3494800"/>
                <a:gd name="connsiteX11" fmla="*/ 1380590 w 3212843"/>
                <a:gd name="connsiteY11" fmla="*/ 1130152 h 3494800"/>
                <a:gd name="connsiteX12" fmla="*/ 1105039 w 3212843"/>
                <a:gd name="connsiteY12" fmla="*/ 1437350 h 3494800"/>
                <a:gd name="connsiteX13" fmla="*/ 652840 w 3212843"/>
                <a:gd name="connsiteY13" fmla="*/ 2018284 h 3494800"/>
                <a:gd name="connsiteX14" fmla="*/ 148283 w 3212843"/>
                <a:gd name="connsiteY14" fmla="*/ 2443257 h 3494800"/>
                <a:gd name="connsiteX15" fmla="*/ 190200 w 3212843"/>
                <a:gd name="connsiteY15" fmla="*/ 2699630 h 3494800"/>
                <a:gd name="connsiteX16" fmla="*/ 0 w 3212843"/>
                <a:gd name="connsiteY16" fmla="*/ 3039833 h 3494800"/>
                <a:gd name="connsiteX0" fmla="*/ 3490720 w 3536274"/>
                <a:gd name="connsiteY0" fmla="*/ 3494800 h 3494800"/>
                <a:gd name="connsiteX1" fmla="*/ 3126154 w 3536274"/>
                <a:gd name="connsiteY1" fmla="*/ 2442309 h 3494800"/>
                <a:gd name="connsiteX2" fmla="*/ 2937464 w 3536274"/>
                <a:gd name="connsiteY2" fmla="*/ 1937199 h 3494800"/>
                <a:gd name="connsiteX3" fmla="*/ 2893173 w 3536274"/>
                <a:gd name="connsiteY3" fmla="*/ 1609063 h 3494800"/>
                <a:gd name="connsiteX4" fmla="*/ 2973564 w 3536274"/>
                <a:gd name="connsiteY4" fmla="*/ 1183962 h 3494800"/>
                <a:gd name="connsiteX5" fmla="*/ 3124535 w 3536274"/>
                <a:gd name="connsiteY5" fmla="*/ 743621 h 3494800"/>
                <a:gd name="connsiteX6" fmla="*/ 3113486 w 3536274"/>
                <a:gd name="connsiteY6" fmla="*/ 342047 h 3494800"/>
                <a:gd name="connsiteX7" fmla="*/ 2970801 w 3536274"/>
                <a:gd name="connsiteY7" fmla="*/ 55440 h 3494800"/>
                <a:gd name="connsiteX8" fmla="*/ 2756108 w 3536274"/>
                <a:gd name="connsiteY8" fmla="*/ 2862 h 3494800"/>
                <a:gd name="connsiteX9" fmla="*/ 2398730 w 3536274"/>
                <a:gd name="connsiteY9" fmla="*/ 234129 h 3494800"/>
                <a:gd name="connsiteX10" fmla="*/ 1915526 w 3536274"/>
                <a:gd name="connsiteY10" fmla="*/ 886401 h 3494800"/>
                <a:gd name="connsiteX11" fmla="*/ 1704021 w 3536274"/>
                <a:gd name="connsiteY11" fmla="*/ 1130152 h 3494800"/>
                <a:gd name="connsiteX12" fmla="*/ 1428470 w 3536274"/>
                <a:gd name="connsiteY12" fmla="*/ 1437350 h 3494800"/>
                <a:gd name="connsiteX13" fmla="*/ 976271 w 3536274"/>
                <a:gd name="connsiteY13" fmla="*/ 2018284 h 3494800"/>
                <a:gd name="connsiteX14" fmla="*/ 471714 w 3536274"/>
                <a:gd name="connsiteY14" fmla="*/ 2443257 h 3494800"/>
                <a:gd name="connsiteX15" fmla="*/ 10994 w 3536274"/>
                <a:gd name="connsiteY15" fmla="*/ 2721357 h 3494800"/>
                <a:gd name="connsiteX16" fmla="*/ 323431 w 3536274"/>
                <a:gd name="connsiteY16" fmla="*/ 3039833 h 3494800"/>
                <a:gd name="connsiteX0" fmla="*/ 3572106 w 3617660"/>
                <a:gd name="connsiteY0" fmla="*/ 3494800 h 3494800"/>
                <a:gd name="connsiteX1" fmla="*/ 3207540 w 3617660"/>
                <a:gd name="connsiteY1" fmla="*/ 2442309 h 3494800"/>
                <a:gd name="connsiteX2" fmla="*/ 3018850 w 3617660"/>
                <a:gd name="connsiteY2" fmla="*/ 1937199 h 3494800"/>
                <a:gd name="connsiteX3" fmla="*/ 2974559 w 3617660"/>
                <a:gd name="connsiteY3" fmla="*/ 1609063 h 3494800"/>
                <a:gd name="connsiteX4" fmla="*/ 3054950 w 3617660"/>
                <a:gd name="connsiteY4" fmla="*/ 1183962 h 3494800"/>
                <a:gd name="connsiteX5" fmla="*/ 3205921 w 3617660"/>
                <a:gd name="connsiteY5" fmla="*/ 743621 h 3494800"/>
                <a:gd name="connsiteX6" fmla="*/ 3194872 w 3617660"/>
                <a:gd name="connsiteY6" fmla="*/ 342047 h 3494800"/>
                <a:gd name="connsiteX7" fmla="*/ 3052187 w 3617660"/>
                <a:gd name="connsiteY7" fmla="*/ 55440 h 3494800"/>
                <a:gd name="connsiteX8" fmla="*/ 2837494 w 3617660"/>
                <a:gd name="connsiteY8" fmla="*/ 2862 h 3494800"/>
                <a:gd name="connsiteX9" fmla="*/ 2480116 w 3617660"/>
                <a:gd name="connsiteY9" fmla="*/ 234129 h 3494800"/>
                <a:gd name="connsiteX10" fmla="*/ 1996912 w 3617660"/>
                <a:gd name="connsiteY10" fmla="*/ 886401 h 3494800"/>
                <a:gd name="connsiteX11" fmla="*/ 1785407 w 3617660"/>
                <a:gd name="connsiteY11" fmla="*/ 1130152 h 3494800"/>
                <a:gd name="connsiteX12" fmla="*/ 1509856 w 3617660"/>
                <a:gd name="connsiteY12" fmla="*/ 1437350 h 3494800"/>
                <a:gd name="connsiteX13" fmla="*/ 1057657 w 3617660"/>
                <a:gd name="connsiteY13" fmla="*/ 2018284 h 3494800"/>
                <a:gd name="connsiteX14" fmla="*/ 553100 w 3617660"/>
                <a:gd name="connsiteY14" fmla="*/ 2443257 h 3494800"/>
                <a:gd name="connsiteX15" fmla="*/ 92380 w 3617660"/>
                <a:gd name="connsiteY15" fmla="*/ 2721357 h 3494800"/>
                <a:gd name="connsiteX16" fmla="*/ 0 w 3617660"/>
                <a:gd name="connsiteY16" fmla="*/ 2935243 h 3494800"/>
                <a:gd name="connsiteX0" fmla="*/ 3572106 w 3617660"/>
                <a:gd name="connsiteY0" fmla="*/ 3442539 h 3442539"/>
                <a:gd name="connsiteX1" fmla="*/ 3207540 w 3617660"/>
                <a:gd name="connsiteY1" fmla="*/ 2390048 h 3442539"/>
                <a:gd name="connsiteX2" fmla="*/ 3018850 w 3617660"/>
                <a:gd name="connsiteY2" fmla="*/ 1884938 h 3442539"/>
                <a:gd name="connsiteX3" fmla="*/ 2974559 w 3617660"/>
                <a:gd name="connsiteY3" fmla="*/ 1556802 h 3442539"/>
                <a:gd name="connsiteX4" fmla="*/ 3054950 w 3617660"/>
                <a:gd name="connsiteY4" fmla="*/ 1131701 h 3442539"/>
                <a:gd name="connsiteX5" fmla="*/ 3205921 w 3617660"/>
                <a:gd name="connsiteY5" fmla="*/ 691360 h 3442539"/>
                <a:gd name="connsiteX6" fmla="*/ 3194872 w 3617660"/>
                <a:gd name="connsiteY6" fmla="*/ 289786 h 3442539"/>
                <a:gd name="connsiteX7" fmla="*/ 3052187 w 3617660"/>
                <a:gd name="connsiteY7" fmla="*/ 3179 h 3442539"/>
                <a:gd name="connsiteX8" fmla="*/ 2480116 w 3617660"/>
                <a:gd name="connsiteY8" fmla="*/ 181868 h 3442539"/>
                <a:gd name="connsiteX9" fmla="*/ 1996912 w 3617660"/>
                <a:gd name="connsiteY9" fmla="*/ 834140 h 3442539"/>
                <a:gd name="connsiteX10" fmla="*/ 1785407 w 3617660"/>
                <a:gd name="connsiteY10" fmla="*/ 1077891 h 3442539"/>
                <a:gd name="connsiteX11" fmla="*/ 1509856 w 3617660"/>
                <a:gd name="connsiteY11" fmla="*/ 1385089 h 3442539"/>
                <a:gd name="connsiteX12" fmla="*/ 1057657 w 3617660"/>
                <a:gd name="connsiteY12" fmla="*/ 1966023 h 3442539"/>
                <a:gd name="connsiteX13" fmla="*/ 553100 w 3617660"/>
                <a:gd name="connsiteY13" fmla="*/ 2390996 h 3442539"/>
                <a:gd name="connsiteX14" fmla="*/ 92380 w 3617660"/>
                <a:gd name="connsiteY14" fmla="*/ 2669096 h 3442539"/>
                <a:gd name="connsiteX15" fmla="*/ 0 w 3617660"/>
                <a:gd name="connsiteY15" fmla="*/ 2882982 h 3442539"/>
                <a:gd name="connsiteX0" fmla="*/ 3572106 w 3617660"/>
                <a:gd name="connsiteY0" fmla="*/ 3364821 h 3364821"/>
                <a:gd name="connsiteX1" fmla="*/ 3207540 w 3617660"/>
                <a:gd name="connsiteY1" fmla="*/ 2312330 h 3364821"/>
                <a:gd name="connsiteX2" fmla="*/ 3018850 w 3617660"/>
                <a:gd name="connsiteY2" fmla="*/ 1807220 h 3364821"/>
                <a:gd name="connsiteX3" fmla="*/ 2974559 w 3617660"/>
                <a:gd name="connsiteY3" fmla="*/ 1479084 h 3364821"/>
                <a:gd name="connsiteX4" fmla="*/ 3054950 w 3617660"/>
                <a:gd name="connsiteY4" fmla="*/ 1053983 h 3364821"/>
                <a:gd name="connsiteX5" fmla="*/ 3205921 w 3617660"/>
                <a:gd name="connsiteY5" fmla="*/ 613642 h 3364821"/>
                <a:gd name="connsiteX6" fmla="*/ 3194872 w 3617660"/>
                <a:gd name="connsiteY6" fmla="*/ 212068 h 3364821"/>
                <a:gd name="connsiteX7" fmla="*/ 2962687 w 3617660"/>
                <a:gd name="connsiteY7" fmla="*/ 11583 h 3364821"/>
                <a:gd name="connsiteX8" fmla="*/ 2480116 w 3617660"/>
                <a:gd name="connsiteY8" fmla="*/ 104150 h 3364821"/>
                <a:gd name="connsiteX9" fmla="*/ 1996912 w 3617660"/>
                <a:gd name="connsiteY9" fmla="*/ 756422 h 3364821"/>
                <a:gd name="connsiteX10" fmla="*/ 1785407 w 3617660"/>
                <a:gd name="connsiteY10" fmla="*/ 1000173 h 3364821"/>
                <a:gd name="connsiteX11" fmla="*/ 1509856 w 3617660"/>
                <a:gd name="connsiteY11" fmla="*/ 1307371 h 3364821"/>
                <a:gd name="connsiteX12" fmla="*/ 1057657 w 3617660"/>
                <a:gd name="connsiteY12" fmla="*/ 1888305 h 3364821"/>
                <a:gd name="connsiteX13" fmla="*/ 553100 w 3617660"/>
                <a:gd name="connsiteY13" fmla="*/ 2313278 h 3364821"/>
                <a:gd name="connsiteX14" fmla="*/ 92380 w 3617660"/>
                <a:gd name="connsiteY14" fmla="*/ 2591378 h 3364821"/>
                <a:gd name="connsiteX15" fmla="*/ 0 w 3617660"/>
                <a:gd name="connsiteY15" fmla="*/ 2805264 h 3364821"/>
                <a:gd name="connsiteX0" fmla="*/ 3572106 w 3617660"/>
                <a:gd name="connsiteY0" fmla="*/ 3354477 h 3354477"/>
                <a:gd name="connsiteX1" fmla="*/ 3207540 w 3617660"/>
                <a:gd name="connsiteY1" fmla="*/ 2301986 h 3354477"/>
                <a:gd name="connsiteX2" fmla="*/ 3018850 w 3617660"/>
                <a:gd name="connsiteY2" fmla="*/ 1796876 h 3354477"/>
                <a:gd name="connsiteX3" fmla="*/ 2974559 w 3617660"/>
                <a:gd name="connsiteY3" fmla="*/ 1468740 h 3354477"/>
                <a:gd name="connsiteX4" fmla="*/ 3054950 w 3617660"/>
                <a:gd name="connsiteY4" fmla="*/ 1043639 h 3354477"/>
                <a:gd name="connsiteX5" fmla="*/ 3205921 w 3617660"/>
                <a:gd name="connsiteY5" fmla="*/ 603298 h 3354477"/>
                <a:gd name="connsiteX6" fmla="*/ 3194872 w 3617660"/>
                <a:gd name="connsiteY6" fmla="*/ 201724 h 3354477"/>
                <a:gd name="connsiteX7" fmla="*/ 2962687 w 3617660"/>
                <a:gd name="connsiteY7" fmla="*/ 1239 h 3354477"/>
                <a:gd name="connsiteX8" fmla="*/ 2563090 w 3617660"/>
                <a:gd name="connsiteY8" fmla="*/ 150673 h 3354477"/>
                <a:gd name="connsiteX9" fmla="*/ 1996912 w 3617660"/>
                <a:gd name="connsiteY9" fmla="*/ 746078 h 3354477"/>
                <a:gd name="connsiteX10" fmla="*/ 1785407 w 3617660"/>
                <a:gd name="connsiteY10" fmla="*/ 989829 h 3354477"/>
                <a:gd name="connsiteX11" fmla="*/ 1509856 w 3617660"/>
                <a:gd name="connsiteY11" fmla="*/ 1297027 h 3354477"/>
                <a:gd name="connsiteX12" fmla="*/ 1057657 w 3617660"/>
                <a:gd name="connsiteY12" fmla="*/ 1877961 h 3354477"/>
                <a:gd name="connsiteX13" fmla="*/ 553100 w 3617660"/>
                <a:gd name="connsiteY13" fmla="*/ 2302934 h 3354477"/>
                <a:gd name="connsiteX14" fmla="*/ 92380 w 3617660"/>
                <a:gd name="connsiteY14" fmla="*/ 2581034 h 3354477"/>
                <a:gd name="connsiteX15" fmla="*/ 0 w 3617660"/>
                <a:gd name="connsiteY15" fmla="*/ 2794920 h 3354477"/>
                <a:gd name="connsiteX0" fmla="*/ 3675145 w 3720699"/>
                <a:gd name="connsiteY0" fmla="*/ 3354477 h 3354477"/>
                <a:gd name="connsiteX1" fmla="*/ 3310579 w 3720699"/>
                <a:gd name="connsiteY1" fmla="*/ 2301986 h 3354477"/>
                <a:gd name="connsiteX2" fmla="*/ 3121889 w 3720699"/>
                <a:gd name="connsiteY2" fmla="*/ 1796876 h 3354477"/>
                <a:gd name="connsiteX3" fmla="*/ 3077598 w 3720699"/>
                <a:gd name="connsiteY3" fmla="*/ 1468740 h 3354477"/>
                <a:gd name="connsiteX4" fmla="*/ 3157989 w 3720699"/>
                <a:gd name="connsiteY4" fmla="*/ 1043639 h 3354477"/>
                <a:gd name="connsiteX5" fmla="*/ 3308960 w 3720699"/>
                <a:gd name="connsiteY5" fmla="*/ 603298 h 3354477"/>
                <a:gd name="connsiteX6" fmla="*/ 3297911 w 3720699"/>
                <a:gd name="connsiteY6" fmla="*/ 201724 h 3354477"/>
                <a:gd name="connsiteX7" fmla="*/ 3065726 w 3720699"/>
                <a:gd name="connsiteY7" fmla="*/ 1239 h 3354477"/>
                <a:gd name="connsiteX8" fmla="*/ 2666129 w 3720699"/>
                <a:gd name="connsiteY8" fmla="*/ 150673 h 3354477"/>
                <a:gd name="connsiteX9" fmla="*/ 2099951 w 3720699"/>
                <a:gd name="connsiteY9" fmla="*/ 746078 h 3354477"/>
                <a:gd name="connsiteX10" fmla="*/ 1888446 w 3720699"/>
                <a:gd name="connsiteY10" fmla="*/ 989829 h 3354477"/>
                <a:gd name="connsiteX11" fmla="*/ 1612895 w 3720699"/>
                <a:gd name="connsiteY11" fmla="*/ 1297027 h 3354477"/>
                <a:gd name="connsiteX12" fmla="*/ 1160696 w 3720699"/>
                <a:gd name="connsiteY12" fmla="*/ 1877961 h 3354477"/>
                <a:gd name="connsiteX13" fmla="*/ 656139 w 3720699"/>
                <a:gd name="connsiteY13" fmla="*/ 2302934 h 3354477"/>
                <a:gd name="connsiteX14" fmla="*/ 195419 w 3720699"/>
                <a:gd name="connsiteY14" fmla="*/ 2581034 h 3354477"/>
                <a:gd name="connsiteX15" fmla="*/ 0 w 3720699"/>
                <a:gd name="connsiteY15" fmla="*/ 2804830 h 3354477"/>
                <a:gd name="connsiteX0" fmla="*/ 3672272 w 3718008"/>
                <a:gd name="connsiteY0" fmla="*/ 3378917 h 3378917"/>
                <a:gd name="connsiteX1" fmla="*/ 3310579 w 3718008"/>
                <a:gd name="connsiteY1" fmla="*/ 2301986 h 3378917"/>
                <a:gd name="connsiteX2" fmla="*/ 3121889 w 3718008"/>
                <a:gd name="connsiteY2" fmla="*/ 1796876 h 3378917"/>
                <a:gd name="connsiteX3" fmla="*/ 3077598 w 3718008"/>
                <a:gd name="connsiteY3" fmla="*/ 1468740 h 3378917"/>
                <a:gd name="connsiteX4" fmla="*/ 3157989 w 3718008"/>
                <a:gd name="connsiteY4" fmla="*/ 1043639 h 3378917"/>
                <a:gd name="connsiteX5" fmla="*/ 3308960 w 3718008"/>
                <a:gd name="connsiteY5" fmla="*/ 603298 h 3378917"/>
                <a:gd name="connsiteX6" fmla="*/ 3297911 w 3718008"/>
                <a:gd name="connsiteY6" fmla="*/ 201724 h 3378917"/>
                <a:gd name="connsiteX7" fmla="*/ 3065726 w 3718008"/>
                <a:gd name="connsiteY7" fmla="*/ 1239 h 3378917"/>
                <a:gd name="connsiteX8" fmla="*/ 2666129 w 3718008"/>
                <a:gd name="connsiteY8" fmla="*/ 150673 h 3378917"/>
                <a:gd name="connsiteX9" fmla="*/ 2099951 w 3718008"/>
                <a:gd name="connsiteY9" fmla="*/ 746078 h 3378917"/>
                <a:gd name="connsiteX10" fmla="*/ 1888446 w 3718008"/>
                <a:gd name="connsiteY10" fmla="*/ 989829 h 3378917"/>
                <a:gd name="connsiteX11" fmla="*/ 1612895 w 3718008"/>
                <a:gd name="connsiteY11" fmla="*/ 1297027 h 3378917"/>
                <a:gd name="connsiteX12" fmla="*/ 1160696 w 3718008"/>
                <a:gd name="connsiteY12" fmla="*/ 1877961 h 3378917"/>
                <a:gd name="connsiteX13" fmla="*/ 656139 w 3718008"/>
                <a:gd name="connsiteY13" fmla="*/ 2302934 h 3378917"/>
                <a:gd name="connsiteX14" fmla="*/ 195419 w 3718008"/>
                <a:gd name="connsiteY14" fmla="*/ 2581034 h 3378917"/>
                <a:gd name="connsiteX15" fmla="*/ 0 w 3718008"/>
                <a:gd name="connsiteY15"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77598 w 3770818"/>
                <a:gd name="connsiteY4" fmla="*/ 1468740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157989 w 3770818"/>
                <a:gd name="connsiteY5" fmla="*/ 1043639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8917 h 3378917"/>
                <a:gd name="connsiteX1" fmla="*/ 3756271 w 3770818"/>
                <a:gd name="connsiteY1" fmla="*/ 2912019 h 3378917"/>
                <a:gd name="connsiteX2" fmla="*/ 3310579 w 3770818"/>
                <a:gd name="connsiteY2" fmla="*/ 2301986 h 3378917"/>
                <a:gd name="connsiteX3" fmla="*/ 3121889 w 3770818"/>
                <a:gd name="connsiteY3" fmla="*/ 1796876 h 3378917"/>
                <a:gd name="connsiteX4" fmla="*/ 3040396 w 3770818"/>
                <a:gd name="connsiteY4" fmla="*/ 1457532 h 3378917"/>
                <a:gd name="connsiteX5" fmla="*/ 3211136 w 3770818"/>
                <a:gd name="connsiteY5" fmla="*/ 1054087 h 3378917"/>
                <a:gd name="connsiteX6" fmla="*/ 3308960 w 3770818"/>
                <a:gd name="connsiteY6" fmla="*/ 603298 h 3378917"/>
                <a:gd name="connsiteX7" fmla="*/ 3297911 w 3770818"/>
                <a:gd name="connsiteY7" fmla="*/ 201724 h 3378917"/>
                <a:gd name="connsiteX8" fmla="*/ 3065726 w 3770818"/>
                <a:gd name="connsiteY8" fmla="*/ 1239 h 3378917"/>
                <a:gd name="connsiteX9" fmla="*/ 2666129 w 3770818"/>
                <a:gd name="connsiteY9" fmla="*/ 150673 h 3378917"/>
                <a:gd name="connsiteX10" fmla="*/ 2099951 w 3770818"/>
                <a:gd name="connsiteY10" fmla="*/ 746078 h 3378917"/>
                <a:gd name="connsiteX11" fmla="*/ 1888446 w 3770818"/>
                <a:gd name="connsiteY11" fmla="*/ 989829 h 3378917"/>
                <a:gd name="connsiteX12" fmla="*/ 1612895 w 3770818"/>
                <a:gd name="connsiteY12" fmla="*/ 1297027 h 3378917"/>
                <a:gd name="connsiteX13" fmla="*/ 1160696 w 3770818"/>
                <a:gd name="connsiteY13" fmla="*/ 1877961 h 3378917"/>
                <a:gd name="connsiteX14" fmla="*/ 656139 w 3770818"/>
                <a:gd name="connsiteY14" fmla="*/ 2302934 h 3378917"/>
                <a:gd name="connsiteX15" fmla="*/ 195419 w 3770818"/>
                <a:gd name="connsiteY15" fmla="*/ 2581034 h 3378917"/>
                <a:gd name="connsiteX16" fmla="*/ 0 w 3770818"/>
                <a:gd name="connsiteY16" fmla="*/ 2804830 h 3378917"/>
                <a:gd name="connsiteX0" fmla="*/ 3672272 w 3770818"/>
                <a:gd name="connsiteY0" fmla="*/ 3379241 h 3379241"/>
                <a:gd name="connsiteX1" fmla="*/ 3756271 w 3770818"/>
                <a:gd name="connsiteY1" fmla="*/ 2912343 h 3379241"/>
                <a:gd name="connsiteX2" fmla="*/ 3310579 w 3770818"/>
                <a:gd name="connsiteY2" fmla="*/ 2302310 h 3379241"/>
                <a:gd name="connsiteX3" fmla="*/ 3121889 w 3770818"/>
                <a:gd name="connsiteY3" fmla="*/ 1797200 h 3379241"/>
                <a:gd name="connsiteX4" fmla="*/ 3040396 w 3770818"/>
                <a:gd name="connsiteY4" fmla="*/ 1457856 h 3379241"/>
                <a:gd name="connsiteX5" fmla="*/ 3211136 w 3770818"/>
                <a:gd name="connsiteY5" fmla="*/ 1054411 h 3379241"/>
                <a:gd name="connsiteX6" fmla="*/ 3308960 w 3770818"/>
                <a:gd name="connsiteY6" fmla="*/ 603622 h 3379241"/>
                <a:gd name="connsiteX7" fmla="*/ 3297911 w 3770818"/>
                <a:gd name="connsiteY7" fmla="*/ 202048 h 3379241"/>
                <a:gd name="connsiteX8" fmla="*/ 3065726 w 3770818"/>
                <a:gd name="connsiteY8" fmla="*/ 1563 h 3379241"/>
                <a:gd name="connsiteX9" fmla="*/ 2574136 w 3770818"/>
                <a:gd name="connsiteY9" fmla="*/ 146397 h 3379241"/>
                <a:gd name="connsiteX10" fmla="*/ 2099951 w 3770818"/>
                <a:gd name="connsiteY10" fmla="*/ 746402 h 3379241"/>
                <a:gd name="connsiteX11" fmla="*/ 1888446 w 3770818"/>
                <a:gd name="connsiteY11" fmla="*/ 990153 h 3379241"/>
                <a:gd name="connsiteX12" fmla="*/ 1612895 w 3770818"/>
                <a:gd name="connsiteY12" fmla="*/ 1297351 h 3379241"/>
                <a:gd name="connsiteX13" fmla="*/ 1160696 w 3770818"/>
                <a:gd name="connsiteY13" fmla="*/ 1878285 h 3379241"/>
                <a:gd name="connsiteX14" fmla="*/ 656139 w 3770818"/>
                <a:gd name="connsiteY14" fmla="*/ 2303258 h 3379241"/>
                <a:gd name="connsiteX15" fmla="*/ 195419 w 3770818"/>
                <a:gd name="connsiteY15" fmla="*/ 2581358 h 3379241"/>
                <a:gd name="connsiteX16" fmla="*/ 0 w 3770818"/>
                <a:gd name="connsiteY16" fmla="*/ 2805154 h 3379241"/>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79444 h 3379444"/>
                <a:gd name="connsiteX1" fmla="*/ 3756271 w 3770818"/>
                <a:gd name="connsiteY1" fmla="*/ 2912546 h 3379444"/>
                <a:gd name="connsiteX2" fmla="*/ 3310579 w 3770818"/>
                <a:gd name="connsiteY2" fmla="*/ 2302513 h 3379444"/>
                <a:gd name="connsiteX3" fmla="*/ 3121889 w 3770818"/>
                <a:gd name="connsiteY3" fmla="*/ 1797403 h 3379444"/>
                <a:gd name="connsiteX4" fmla="*/ 3040396 w 3770818"/>
                <a:gd name="connsiteY4" fmla="*/ 1458059 h 3379444"/>
                <a:gd name="connsiteX5" fmla="*/ 3211136 w 3770818"/>
                <a:gd name="connsiteY5" fmla="*/ 1054614 h 3379444"/>
                <a:gd name="connsiteX6" fmla="*/ 3308960 w 3770818"/>
                <a:gd name="connsiteY6" fmla="*/ 603825 h 3379444"/>
                <a:gd name="connsiteX7" fmla="*/ 3348200 w 3770818"/>
                <a:gd name="connsiteY7" fmla="*/ 206843 h 3379444"/>
                <a:gd name="connsiteX8" fmla="*/ 3065726 w 3770818"/>
                <a:gd name="connsiteY8" fmla="*/ 1766 h 3379444"/>
                <a:gd name="connsiteX9" fmla="*/ 2574136 w 3770818"/>
                <a:gd name="connsiteY9" fmla="*/ 146600 h 3379444"/>
                <a:gd name="connsiteX10" fmla="*/ 2099951 w 3770818"/>
                <a:gd name="connsiteY10" fmla="*/ 746605 h 3379444"/>
                <a:gd name="connsiteX11" fmla="*/ 1888446 w 3770818"/>
                <a:gd name="connsiteY11" fmla="*/ 990356 h 3379444"/>
                <a:gd name="connsiteX12" fmla="*/ 1612895 w 3770818"/>
                <a:gd name="connsiteY12" fmla="*/ 1297554 h 3379444"/>
                <a:gd name="connsiteX13" fmla="*/ 1160696 w 3770818"/>
                <a:gd name="connsiteY13" fmla="*/ 1878488 h 3379444"/>
                <a:gd name="connsiteX14" fmla="*/ 656139 w 3770818"/>
                <a:gd name="connsiteY14" fmla="*/ 2303461 h 3379444"/>
                <a:gd name="connsiteX15" fmla="*/ 195419 w 3770818"/>
                <a:gd name="connsiteY15" fmla="*/ 2581561 h 3379444"/>
                <a:gd name="connsiteX16" fmla="*/ 0 w 3770818"/>
                <a:gd name="connsiteY16" fmla="*/ 2805357 h 3379444"/>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092 h 3395092"/>
                <a:gd name="connsiteX1" fmla="*/ 3756271 w 3770818"/>
                <a:gd name="connsiteY1" fmla="*/ 2928194 h 3395092"/>
                <a:gd name="connsiteX2" fmla="*/ 3310579 w 3770818"/>
                <a:gd name="connsiteY2" fmla="*/ 2318161 h 3395092"/>
                <a:gd name="connsiteX3" fmla="*/ 3121889 w 3770818"/>
                <a:gd name="connsiteY3" fmla="*/ 1813051 h 3395092"/>
                <a:gd name="connsiteX4" fmla="*/ 3040396 w 3770818"/>
                <a:gd name="connsiteY4" fmla="*/ 1473707 h 3395092"/>
                <a:gd name="connsiteX5" fmla="*/ 3211136 w 3770818"/>
                <a:gd name="connsiteY5" fmla="*/ 1070262 h 3395092"/>
                <a:gd name="connsiteX6" fmla="*/ 3308960 w 3770818"/>
                <a:gd name="connsiteY6" fmla="*/ 619473 h 3395092"/>
                <a:gd name="connsiteX7" fmla="*/ 3348200 w 3770818"/>
                <a:gd name="connsiteY7" fmla="*/ 222491 h 3395092"/>
                <a:gd name="connsiteX8" fmla="*/ 3060010 w 3770818"/>
                <a:gd name="connsiteY8" fmla="*/ 1374 h 3395092"/>
                <a:gd name="connsiteX9" fmla="*/ 2574136 w 3770818"/>
                <a:gd name="connsiteY9" fmla="*/ 162248 h 3395092"/>
                <a:gd name="connsiteX10" fmla="*/ 2099951 w 3770818"/>
                <a:gd name="connsiteY10" fmla="*/ 762253 h 3395092"/>
                <a:gd name="connsiteX11" fmla="*/ 1888446 w 3770818"/>
                <a:gd name="connsiteY11" fmla="*/ 1006004 h 3395092"/>
                <a:gd name="connsiteX12" fmla="*/ 1612895 w 3770818"/>
                <a:gd name="connsiteY12" fmla="*/ 1313202 h 3395092"/>
                <a:gd name="connsiteX13" fmla="*/ 1160696 w 3770818"/>
                <a:gd name="connsiteY13" fmla="*/ 1894136 h 3395092"/>
                <a:gd name="connsiteX14" fmla="*/ 656139 w 3770818"/>
                <a:gd name="connsiteY14" fmla="*/ 2319109 h 3395092"/>
                <a:gd name="connsiteX15" fmla="*/ 195419 w 3770818"/>
                <a:gd name="connsiteY15" fmla="*/ 2597209 h 3395092"/>
                <a:gd name="connsiteX16" fmla="*/ 0 w 3770818"/>
                <a:gd name="connsiteY16" fmla="*/ 2821005 h 3395092"/>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70818"/>
                <a:gd name="connsiteY0" fmla="*/ 3395179 h 3395179"/>
                <a:gd name="connsiteX1" fmla="*/ 3756271 w 3770818"/>
                <a:gd name="connsiteY1" fmla="*/ 2928281 h 3395179"/>
                <a:gd name="connsiteX2" fmla="*/ 3310579 w 3770818"/>
                <a:gd name="connsiteY2" fmla="*/ 2318248 h 3395179"/>
                <a:gd name="connsiteX3" fmla="*/ 3121889 w 3770818"/>
                <a:gd name="connsiteY3" fmla="*/ 1813138 h 3395179"/>
                <a:gd name="connsiteX4" fmla="*/ 3040396 w 3770818"/>
                <a:gd name="connsiteY4" fmla="*/ 1473794 h 3395179"/>
                <a:gd name="connsiteX5" fmla="*/ 3211136 w 3770818"/>
                <a:gd name="connsiteY5" fmla="*/ 1070349 h 3395179"/>
                <a:gd name="connsiteX6" fmla="*/ 3308960 w 3770818"/>
                <a:gd name="connsiteY6" fmla="*/ 619560 h 3395179"/>
                <a:gd name="connsiteX7" fmla="*/ 3376820 w 3770818"/>
                <a:gd name="connsiteY7" fmla="*/ 224875 h 3395179"/>
                <a:gd name="connsiteX8" fmla="*/ 3060010 w 3770818"/>
                <a:gd name="connsiteY8" fmla="*/ 1461 h 3395179"/>
                <a:gd name="connsiteX9" fmla="*/ 2574136 w 3770818"/>
                <a:gd name="connsiteY9" fmla="*/ 162335 h 3395179"/>
                <a:gd name="connsiteX10" fmla="*/ 2099951 w 3770818"/>
                <a:gd name="connsiteY10" fmla="*/ 762340 h 3395179"/>
                <a:gd name="connsiteX11" fmla="*/ 1888446 w 3770818"/>
                <a:gd name="connsiteY11" fmla="*/ 1006091 h 3395179"/>
                <a:gd name="connsiteX12" fmla="*/ 1612895 w 3770818"/>
                <a:gd name="connsiteY12" fmla="*/ 1313289 h 3395179"/>
                <a:gd name="connsiteX13" fmla="*/ 1160696 w 3770818"/>
                <a:gd name="connsiteY13" fmla="*/ 1894223 h 3395179"/>
                <a:gd name="connsiteX14" fmla="*/ 656139 w 3770818"/>
                <a:gd name="connsiteY14" fmla="*/ 2319196 h 3395179"/>
                <a:gd name="connsiteX15" fmla="*/ 195419 w 3770818"/>
                <a:gd name="connsiteY15" fmla="*/ 2597296 h 3395179"/>
                <a:gd name="connsiteX16" fmla="*/ 0 w 3770818"/>
                <a:gd name="connsiteY16" fmla="*/ 2821092 h 3395179"/>
                <a:gd name="connsiteX0" fmla="*/ 3672272 w 3767601"/>
                <a:gd name="connsiteY0" fmla="*/ 3395179 h 3395179"/>
                <a:gd name="connsiteX1" fmla="*/ 3756271 w 3767601"/>
                <a:gd name="connsiteY1" fmla="*/ 2928281 h 3395179"/>
                <a:gd name="connsiteX2" fmla="*/ 3310579 w 3767601"/>
                <a:gd name="connsiteY2" fmla="*/ 2318248 h 3395179"/>
                <a:gd name="connsiteX3" fmla="*/ 3121889 w 3767601"/>
                <a:gd name="connsiteY3" fmla="*/ 1813138 h 3395179"/>
                <a:gd name="connsiteX4" fmla="*/ 3040396 w 3767601"/>
                <a:gd name="connsiteY4" fmla="*/ 1473794 h 3395179"/>
                <a:gd name="connsiteX5" fmla="*/ 3211136 w 3767601"/>
                <a:gd name="connsiteY5" fmla="*/ 1070349 h 3395179"/>
                <a:gd name="connsiteX6" fmla="*/ 3308960 w 3767601"/>
                <a:gd name="connsiteY6" fmla="*/ 619560 h 3395179"/>
                <a:gd name="connsiteX7" fmla="*/ 3376820 w 3767601"/>
                <a:gd name="connsiteY7" fmla="*/ 224875 h 3395179"/>
                <a:gd name="connsiteX8" fmla="*/ 3060010 w 3767601"/>
                <a:gd name="connsiteY8" fmla="*/ 1461 h 3395179"/>
                <a:gd name="connsiteX9" fmla="*/ 2574136 w 3767601"/>
                <a:gd name="connsiteY9" fmla="*/ 162335 h 3395179"/>
                <a:gd name="connsiteX10" fmla="*/ 2099951 w 3767601"/>
                <a:gd name="connsiteY10" fmla="*/ 762340 h 3395179"/>
                <a:gd name="connsiteX11" fmla="*/ 1888446 w 3767601"/>
                <a:gd name="connsiteY11" fmla="*/ 1006091 h 3395179"/>
                <a:gd name="connsiteX12" fmla="*/ 1612895 w 3767601"/>
                <a:gd name="connsiteY12" fmla="*/ 1313289 h 3395179"/>
                <a:gd name="connsiteX13" fmla="*/ 1160696 w 3767601"/>
                <a:gd name="connsiteY13" fmla="*/ 1894223 h 3395179"/>
                <a:gd name="connsiteX14" fmla="*/ 656139 w 3767601"/>
                <a:gd name="connsiteY14" fmla="*/ 2319196 h 3395179"/>
                <a:gd name="connsiteX15" fmla="*/ 195419 w 3767601"/>
                <a:gd name="connsiteY15" fmla="*/ 2597296 h 3395179"/>
                <a:gd name="connsiteX16" fmla="*/ 0 w 3767601"/>
                <a:gd name="connsiteY16" fmla="*/ 2821092 h 3395179"/>
                <a:gd name="connsiteX0" fmla="*/ 3672272 w 3767601"/>
                <a:gd name="connsiteY0" fmla="*/ 3341463 h 3341463"/>
                <a:gd name="connsiteX1" fmla="*/ 3756271 w 3767601"/>
                <a:gd name="connsiteY1" fmla="*/ 2874565 h 3341463"/>
                <a:gd name="connsiteX2" fmla="*/ 3310579 w 3767601"/>
                <a:gd name="connsiteY2" fmla="*/ 2264532 h 3341463"/>
                <a:gd name="connsiteX3" fmla="*/ 3121889 w 3767601"/>
                <a:gd name="connsiteY3" fmla="*/ 1759422 h 3341463"/>
                <a:gd name="connsiteX4" fmla="*/ 3040396 w 3767601"/>
                <a:gd name="connsiteY4" fmla="*/ 1420078 h 3341463"/>
                <a:gd name="connsiteX5" fmla="*/ 3211136 w 3767601"/>
                <a:gd name="connsiteY5" fmla="*/ 1016633 h 3341463"/>
                <a:gd name="connsiteX6" fmla="*/ 3308960 w 3767601"/>
                <a:gd name="connsiteY6" fmla="*/ 565844 h 3341463"/>
                <a:gd name="connsiteX7" fmla="*/ 3376820 w 3767601"/>
                <a:gd name="connsiteY7" fmla="*/ 171159 h 3341463"/>
                <a:gd name="connsiteX8" fmla="*/ 2961617 w 3767601"/>
                <a:gd name="connsiteY8" fmla="*/ 4656 h 3341463"/>
                <a:gd name="connsiteX9" fmla="*/ 2574136 w 3767601"/>
                <a:gd name="connsiteY9" fmla="*/ 108619 h 3341463"/>
                <a:gd name="connsiteX10" fmla="*/ 2099951 w 3767601"/>
                <a:gd name="connsiteY10" fmla="*/ 708624 h 3341463"/>
                <a:gd name="connsiteX11" fmla="*/ 1888446 w 3767601"/>
                <a:gd name="connsiteY11" fmla="*/ 952375 h 3341463"/>
                <a:gd name="connsiteX12" fmla="*/ 1612895 w 3767601"/>
                <a:gd name="connsiteY12" fmla="*/ 1259573 h 3341463"/>
                <a:gd name="connsiteX13" fmla="*/ 1160696 w 3767601"/>
                <a:gd name="connsiteY13" fmla="*/ 1840507 h 3341463"/>
                <a:gd name="connsiteX14" fmla="*/ 656139 w 3767601"/>
                <a:gd name="connsiteY14" fmla="*/ 2265480 h 3341463"/>
                <a:gd name="connsiteX15" fmla="*/ 195419 w 3767601"/>
                <a:gd name="connsiteY15" fmla="*/ 2543580 h 3341463"/>
                <a:gd name="connsiteX16" fmla="*/ 0 w 3767601"/>
                <a:gd name="connsiteY16" fmla="*/ 2767376 h 3341463"/>
                <a:gd name="connsiteX0" fmla="*/ 3672272 w 3767601"/>
                <a:gd name="connsiteY0" fmla="*/ 3349174 h 3349174"/>
                <a:gd name="connsiteX1" fmla="*/ 3756271 w 3767601"/>
                <a:gd name="connsiteY1" fmla="*/ 2882276 h 3349174"/>
                <a:gd name="connsiteX2" fmla="*/ 3310579 w 3767601"/>
                <a:gd name="connsiteY2" fmla="*/ 2272243 h 3349174"/>
                <a:gd name="connsiteX3" fmla="*/ 3121889 w 3767601"/>
                <a:gd name="connsiteY3" fmla="*/ 1767133 h 3349174"/>
                <a:gd name="connsiteX4" fmla="*/ 3040396 w 3767601"/>
                <a:gd name="connsiteY4" fmla="*/ 1427789 h 3349174"/>
                <a:gd name="connsiteX5" fmla="*/ 3211136 w 3767601"/>
                <a:gd name="connsiteY5" fmla="*/ 1024344 h 3349174"/>
                <a:gd name="connsiteX6" fmla="*/ 3308960 w 3767601"/>
                <a:gd name="connsiteY6" fmla="*/ 573555 h 3349174"/>
                <a:gd name="connsiteX7" fmla="*/ 3352850 w 3767601"/>
                <a:gd name="connsiteY7" fmla="*/ 286943 h 3349174"/>
                <a:gd name="connsiteX8" fmla="*/ 2961617 w 3767601"/>
                <a:gd name="connsiteY8" fmla="*/ 12367 h 3349174"/>
                <a:gd name="connsiteX9" fmla="*/ 2574136 w 3767601"/>
                <a:gd name="connsiteY9" fmla="*/ 116330 h 3349174"/>
                <a:gd name="connsiteX10" fmla="*/ 2099951 w 3767601"/>
                <a:gd name="connsiteY10" fmla="*/ 716335 h 3349174"/>
                <a:gd name="connsiteX11" fmla="*/ 1888446 w 3767601"/>
                <a:gd name="connsiteY11" fmla="*/ 960086 h 3349174"/>
                <a:gd name="connsiteX12" fmla="*/ 1612895 w 3767601"/>
                <a:gd name="connsiteY12" fmla="*/ 1267284 h 3349174"/>
                <a:gd name="connsiteX13" fmla="*/ 1160696 w 3767601"/>
                <a:gd name="connsiteY13" fmla="*/ 1848218 h 3349174"/>
                <a:gd name="connsiteX14" fmla="*/ 656139 w 3767601"/>
                <a:gd name="connsiteY14" fmla="*/ 2273191 h 3349174"/>
                <a:gd name="connsiteX15" fmla="*/ 195419 w 3767601"/>
                <a:gd name="connsiteY15" fmla="*/ 2551291 h 3349174"/>
                <a:gd name="connsiteX16" fmla="*/ 0 w 3767601"/>
                <a:gd name="connsiteY16" fmla="*/ 2775087 h 3349174"/>
                <a:gd name="connsiteX0" fmla="*/ 3672272 w 3767601"/>
                <a:gd name="connsiteY0" fmla="*/ 3297355 h 3297355"/>
                <a:gd name="connsiteX1" fmla="*/ 3756271 w 3767601"/>
                <a:gd name="connsiteY1" fmla="*/ 2830457 h 3297355"/>
                <a:gd name="connsiteX2" fmla="*/ 3310579 w 3767601"/>
                <a:gd name="connsiteY2" fmla="*/ 2220424 h 3297355"/>
                <a:gd name="connsiteX3" fmla="*/ 3121889 w 3767601"/>
                <a:gd name="connsiteY3" fmla="*/ 1715314 h 3297355"/>
                <a:gd name="connsiteX4" fmla="*/ 3040396 w 3767601"/>
                <a:gd name="connsiteY4" fmla="*/ 1375970 h 3297355"/>
                <a:gd name="connsiteX5" fmla="*/ 3211136 w 3767601"/>
                <a:gd name="connsiteY5" fmla="*/ 972525 h 3297355"/>
                <a:gd name="connsiteX6" fmla="*/ 3308960 w 3767601"/>
                <a:gd name="connsiteY6" fmla="*/ 521736 h 3297355"/>
                <a:gd name="connsiteX7" fmla="*/ 3352850 w 3767601"/>
                <a:gd name="connsiteY7" fmla="*/ 235124 h 3297355"/>
                <a:gd name="connsiteX8" fmla="*/ 2990654 w 3767601"/>
                <a:gd name="connsiteY8" fmla="*/ 35893 h 3297355"/>
                <a:gd name="connsiteX9" fmla="*/ 2574136 w 3767601"/>
                <a:gd name="connsiteY9" fmla="*/ 64511 h 3297355"/>
                <a:gd name="connsiteX10" fmla="*/ 2099951 w 3767601"/>
                <a:gd name="connsiteY10" fmla="*/ 664516 h 3297355"/>
                <a:gd name="connsiteX11" fmla="*/ 1888446 w 3767601"/>
                <a:gd name="connsiteY11" fmla="*/ 908267 h 3297355"/>
                <a:gd name="connsiteX12" fmla="*/ 1612895 w 3767601"/>
                <a:gd name="connsiteY12" fmla="*/ 1215465 h 3297355"/>
                <a:gd name="connsiteX13" fmla="*/ 1160696 w 3767601"/>
                <a:gd name="connsiteY13" fmla="*/ 1796399 h 3297355"/>
                <a:gd name="connsiteX14" fmla="*/ 656139 w 3767601"/>
                <a:gd name="connsiteY14" fmla="*/ 2221372 h 3297355"/>
                <a:gd name="connsiteX15" fmla="*/ 195419 w 3767601"/>
                <a:gd name="connsiteY15" fmla="*/ 2499472 h 3297355"/>
                <a:gd name="connsiteX16" fmla="*/ 0 w 3767601"/>
                <a:gd name="connsiteY16" fmla="*/ 2723268 h 3297355"/>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040396 w 3767601"/>
                <a:gd name="connsiteY4" fmla="*/ 1348631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121889 w 3767601"/>
                <a:gd name="connsiteY3" fmla="*/ 1687975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310579 w 3767601"/>
                <a:gd name="connsiteY2" fmla="*/ 2193085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290162 w 3767601"/>
                <a:gd name="connsiteY3" fmla="*/ 1670216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0016 h 3270016"/>
                <a:gd name="connsiteX1" fmla="*/ 3756271 w 3767601"/>
                <a:gd name="connsiteY1" fmla="*/ 2803118 h 3270016"/>
                <a:gd name="connsiteX2" fmla="*/ 3477233 w 3767601"/>
                <a:gd name="connsiteY2" fmla="*/ 2142364 h 3270016"/>
                <a:gd name="connsiteX3" fmla="*/ 3397464 w 3767601"/>
                <a:gd name="connsiteY3" fmla="*/ 1659527 h 3270016"/>
                <a:gd name="connsiteX4" fmla="*/ 3190110 w 3767601"/>
                <a:gd name="connsiteY4" fmla="*/ 1358169 h 3270016"/>
                <a:gd name="connsiteX5" fmla="*/ 3211136 w 3767601"/>
                <a:gd name="connsiteY5" fmla="*/ 945186 h 3270016"/>
                <a:gd name="connsiteX6" fmla="*/ 3308960 w 3767601"/>
                <a:gd name="connsiteY6" fmla="*/ 494397 h 3270016"/>
                <a:gd name="connsiteX7" fmla="*/ 3352850 w 3767601"/>
                <a:gd name="connsiteY7" fmla="*/ 207785 h 3270016"/>
                <a:gd name="connsiteX8" fmla="*/ 2990654 w 3767601"/>
                <a:gd name="connsiteY8" fmla="*/ 8554 h 3270016"/>
                <a:gd name="connsiteX9" fmla="*/ 2479211 w 3767601"/>
                <a:gd name="connsiteY9" fmla="*/ 98173 h 3270016"/>
                <a:gd name="connsiteX10" fmla="*/ 2099951 w 3767601"/>
                <a:gd name="connsiteY10" fmla="*/ 637177 h 3270016"/>
                <a:gd name="connsiteX11" fmla="*/ 1888446 w 3767601"/>
                <a:gd name="connsiteY11" fmla="*/ 880928 h 3270016"/>
                <a:gd name="connsiteX12" fmla="*/ 1612895 w 3767601"/>
                <a:gd name="connsiteY12" fmla="*/ 1188126 h 3270016"/>
                <a:gd name="connsiteX13" fmla="*/ 1160696 w 3767601"/>
                <a:gd name="connsiteY13" fmla="*/ 1769060 h 3270016"/>
                <a:gd name="connsiteX14" fmla="*/ 656139 w 3767601"/>
                <a:gd name="connsiteY14" fmla="*/ 2194033 h 3270016"/>
                <a:gd name="connsiteX15" fmla="*/ 195419 w 3767601"/>
                <a:gd name="connsiteY15" fmla="*/ 2472133 h 3270016"/>
                <a:gd name="connsiteX16" fmla="*/ 0 w 3767601"/>
                <a:gd name="connsiteY16" fmla="*/ 2695929 h 3270016"/>
                <a:gd name="connsiteX0" fmla="*/ 3672272 w 3767601"/>
                <a:gd name="connsiteY0" fmla="*/ 3274957 h 3274957"/>
                <a:gd name="connsiteX1" fmla="*/ 3756271 w 3767601"/>
                <a:gd name="connsiteY1" fmla="*/ 2808059 h 3274957"/>
                <a:gd name="connsiteX2" fmla="*/ 3477233 w 3767601"/>
                <a:gd name="connsiteY2" fmla="*/ 2147305 h 3274957"/>
                <a:gd name="connsiteX3" fmla="*/ 3397464 w 3767601"/>
                <a:gd name="connsiteY3" fmla="*/ 1664468 h 3274957"/>
                <a:gd name="connsiteX4" fmla="*/ 3190110 w 3767601"/>
                <a:gd name="connsiteY4" fmla="*/ 1363110 h 3274957"/>
                <a:gd name="connsiteX5" fmla="*/ 3211136 w 3767601"/>
                <a:gd name="connsiteY5" fmla="*/ 950127 h 3274957"/>
                <a:gd name="connsiteX6" fmla="*/ 3308960 w 3767601"/>
                <a:gd name="connsiteY6" fmla="*/ 499338 h 3274957"/>
                <a:gd name="connsiteX7" fmla="*/ 3352850 w 3767601"/>
                <a:gd name="connsiteY7" fmla="*/ 212726 h 3274957"/>
                <a:gd name="connsiteX8" fmla="*/ 2990654 w 3767601"/>
                <a:gd name="connsiteY8" fmla="*/ 13495 h 3274957"/>
                <a:gd name="connsiteX9" fmla="*/ 2369221 w 3767601"/>
                <a:gd name="connsiteY9" fmla="*/ 87344 h 3274957"/>
                <a:gd name="connsiteX10" fmla="*/ 2099951 w 3767601"/>
                <a:gd name="connsiteY10" fmla="*/ 642118 h 3274957"/>
                <a:gd name="connsiteX11" fmla="*/ 1888446 w 3767601"/>
                <a:gd name="connsiteY11" fmla="*/ 885869 h 3274957"/>
                <a:gd name="connsiteX12" fmla="*/ 1612895 w 3767601"/>
                <a:gd name="connsiteY12" fmla="*/ 1193067 h 3274957"/>
                <a:gd name="connsiteX13" fmla="*/ 1160696 w 3767601"/>
                <a:gd name="connsiteY13" fmla="*/ 1774001 h 3274957"/>
                <a:gd name="connsiteX14" fmla="*/ 656139 w 3767601"/>
                <a:gd name="connsiteY14" fmla="*/ 2198974 h 3274957"/>
                <a:gd name="connsiteX15" fmla="*/ 195419 w 3767601"/>
                <a:gd name="connsiteY15" fmla="*/ 2477074 h 3274957"/>
                <a:gd name="connsiteX16" fmla="*/ 0 w 3767601"/>
                <a:gd name="connsiteY16" fmla="*/ 2700870 h 3274957"/>
                <a:gd name="connsiteX0" fmla="*/ 3476853 w 3572182"/>
                <a:gd name="connsiteY0" fmla="*/ 3274957 h 3274957"/>
                <a:gd name="connsiteX1" fmla="*/ 3560852 w 3572182"/>
                <a:gd name="connsiteY1" fmla="*/ 2808059 h 3274957"/>
                <a:gd name="connsiteX2" fmla="*/ 3281814 w 3572182"/>
                <a:gd name="connsiteY2" fmla="*/ 2147305 h 3274957"/>
                <a:gd name="connsiteX3" fmla="*/ 3202045 w 3572182"/>
                <a:gd name="connsiteY3" fmla="*/ 1664468 h 3274957"/>
                <a:gd name="connsiteX4" fmla="*/ 2994691 w 3572182"/>
                <a:gd name="connsiteY4" fmla="*/ 1363110 h 3274957"/>
                <a:gd name="connsiteX5" fmla="*/ 3015717 w 3572182"/>
                <a:gd name="connsiteY5" fmla="*/ 950127 h 3274957"/>
                <a:gd name="connsiteX6" fmla="*/ 3113541 w 3572182"/>
                <a:gd name="connsiteY6" fmla="*/ 499338 h 3274957"/>
                <a:gd name="connsiteX7" fmla="*/ 3157431 w 3572182"/>
                <a:gd name="connsiteY7" fmla="*/ 212726 h 3274957"/>
                <a:gd name="connsiteX8" fmla="*/ 2795235 w 3572182"/>
                <a:gd name="connsiteY8" fmla="*/ 13495 h 3274957"/>
                <a:gd name="connsiteX9" fmla="*/ 2173802 w 3572182"/>
                <a:gd name="connsiteY9" fmla="*/ 87344 h 3274957"/>
                <a:gd name="connsiteX10" fmla="*/ 1904532 w 3572182"/>
                <a:gd name="connsiteY10" fmla="*/ 642118 h 3274957"/>
                <a:gd name="connsiteX11" fmla="*/ 1693027 w 3572182"/>
                <a:gd name="connsiteY11" fmla="*/ 885869 h 3274957"/>
                <a:gd name="connsiteX12" fmla="*/ 1417476 w 3572182"/>
                <a:gd name="connsiteY12" fmla="*/ 1193067 h 3274957"/>
                <a:gd name="connsiteX13" fmla="*/ 965277 w 3572182"/>
                <a:gd name="connsiteY13" fmla="*/ 1774001 h 3274957"/>
                <a:gd name="connsiteX14" fmla="*/ 460720 w 3572182"/>
                <a:gd name="connsiteY14" fmla="*/ 2198974 h 3274957"/>
                <a:gd name="connsiteX15" fmla="*/ 0 w 3572182"/>
                <a:gd name="connsiteY15" fmla="*/ 24770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504557 w 3111462"/>
                <a:gd name="connsiteY13" fmla="*/ 1774001 h 3274957"/>
                <a:gd name="connsiteX14" fmla="*/ 0 w 3111462"/>
                <a:gd name="connsiteY14" fmla="*/ 2198974 h 3274957"/>
                <a:gd name="connsiteX0" fmla="*/ 3016133 w 3111462"/>
                <a:gd name="connsiteY0" fmla="*/ 3274957 h 3274957"/>
                <a:gd name="connsiteX1" fmla="*/ 3100132 w 3111462"/>
                <a:gd name="connsiteY1" fmla="*/ 2808059 h 3274957"/>
                <a:gd name="connsiteX2" fmla="*/ 2821094 w 3111462"/>
                <a:gd name="connsiteY2" fmla="*/ 2147305 h 3274957"/>
                <a:gd name="connsiteX3" fmla="*/ 2741325 w 3111462"/>
                <a:gd name="connsiteY3" fmla="*/ 1664468 h 3274957"/>
                <a:gd name="connsiteX4" fmla="*/ 2533971 w 3111462"/>
                <a:gd name="connsiteY4" fmla="*/ 1363110 h 3274957"/>
                <a:gd name="connsiteX5" fmla="*/ 2554997 w 3111462"/>
                <a:gd name="connsiteY5" fmla="*/ 950127 h 3274957"/>
                <a:gd name="connsiteX6" fmla="*/ 2652821 w 3111462"/>
                <a:gd name="connsiteY6" fmla="*/ 499338 h 3274957"/>
                <a:gd name="connsiteX7" fmla="*/ 2696711 w 3111462"/>
                <a:gd name="connsiteY7" fmla="*/ 212726 h 3274957"/>
                <a:gd name="connsiteX8" fmla="*/ 2334515 w 3111462"/>
                <a:gd name="connsiteY8" fmla="*/ 13495 h 3274957"/>
                <a:gd name="connsiteX9" fmla="*/ 1713082 w 3111462"/>
                <a:gd name="connsiteY9" fmla="*/ 87344 h 3274957"/>
                <a:gd name="connsiteX10" fmla="*/ 1443812 w 3111462"/>
                <a:gd name="connsiteY10" fmla="*/ 642118 h 3274957"/>
                <a:gd name="connsiteX11" fmla="*/ 1232307 w 3111462"/>
                <a:gd name="connsiteY11" fmla="*/ 885869 h 3274957"/>
                <a:gd name="connsiteX12" fmla="*/ 956756 w 3111462"/>
                <a:gd name="connsiteY12" fmla="*/ 1193067 h 3274957"/>
                <a:gd name="connsiteX13" fmla="*/ 637863 w 3111462"/>
                <a:gd name="connsiteY13" fmla="*/ 1605051 h 3274957"/>
                <a:gd name="connsiteX14" fmla="*/ 0 w 3111462"/>
                <a:gd name="connsiteY14" fmla="*/ 2198974 h 3274957"/>
                <a:gd name="connsiteX0" fmla="*/ 2652985 w 2748314"/>
                <a:gd name="connsiteY0" fmla="*/ 3274957 h 3274957"/>
                <a:gd name="connsiteX1" fmla="*/ 2736984 w 2748314"/>
                <a:gd name="connsiteY1" fmla="*/ 2808059 h 3274957"/>
                <a:gd name="connsiteX2" fmla="*/ 2457946 w 2748314"/>
                <a:gd name="connsiteY2" fmla="*/ 2147305 h 3274957"/>
                <a:gd name="connsiteX3" fmla="*/ 2378177 w 2748314"/>
                <a:gd name="connsiteY3" fmla="*/ 1664468 h 3274957"/>
                <a:gd name="connsiteX4" fmla="*/ 2170823 w 2748314"/>
                <a:gd name="connsiteY4" fmla="*/ 1363110 h 3274957"/>
                <a:gd name="connsiteX5" fmla="*/ 2191849 w 2748314"/>
                <a:gd name="connsiteY5" fmla="*/ 950127 h 3274957"/>
                <a:gd name="connsiteX6" fmla="*/ 2289673 w 2748314"/>
                <a:gd name="connsiteY6" fmla="*/ 499338 h 3274957"/>
                <a:gd name="connsiteX7" fmla="*/ 2333563 w 2748314"/>
                <a:gd name="connsiteY7" fmla="*/ 212726 h 3274957"/>
                <a:gd name="connsiteX8" fmla="*/ 1971367 w 2748314"/>
                <a:gd name="connsiteY8" fmla="*/ 13495 h 3274957"/>
                <a:gd name="connsiteX9" fmla="*/ 1349934 w 2748314"/>
                <a:gd name="connsiteY9" fmla="*/ 87344 h 3274957"/>
                <a:gd name="connsiteX10" fmla="*/ 1080664 w 2748314"/>
                <a:gd name="connsiteY10" fmla="*/ 642118 h 3274957"/>
                <a:gd name="connsiteX11" fmla="*/ 869159 w 2748314"/>
                <a:gd name="connsiteY11" fmla="*/ 885869 h 3274957"/>
                <a:gd name="connsiteX12" fmla="*/ 593608 w 2748314"/>
                <a:gd name="connsiteY12" fmla="*/ 1193067 h 3274957"/>
                <a:gd name="connsiteX13" fmla="*/ 274715 w 2748314"/>
                <a:gd name="connsiteY13" fmla="*/ 1605051 h 3274957"/>
                <a:gd name="connsiteX14" fmla="*/ 0 w 2748314"/>
                <a:gd name="connsiteY14" fmla="*/ 1937326 h 3274957"/>
                <a:gd name="connsiteX0" fmla="*/ 2378270 w 2473599"/>
                <a:gd name="connsiteY0" fmla="*/ 3274957 h 3274957"/>
                <a:gd name="connsiteX1" fmla="*/ 2462269 w 2473599"/>
                <a:gd name="connsiteY1" fmla="*/ 2808059 h 3274957"/>
                <a:gd name="connsiteX2" fmla="*/ 2183231 w 2473599"/>
                <a:gd name="connsiteY2" fmla="*/ 2147305 h 3274957"/>
                <a:gd name="connsiteX3" fmla="*/ 2103462 w 2473599"/>
                <a:gd name="connsiteY3" fmla="*/ 1664468 h 3274957"/>
                <a:gd name="connsiteX4" fmla="*/ 1896108 w 2473599"/>
                <a:gd name="connsiteY4" fmla="*/ 1363110 h 3274957"/>
                <a:gd name="connsiteX5" fmla="*/ 1917134 w 2473599"/>
                <a:gd name="connsiteY5" fmla="*/ 950127 h 3274957"/>
                <a:gd name="connsiteX6" fmla="*/ 2014958 w 2473599"/>
                <a:gd name="connsiteY6" fmla="*/ 499338 h 3274957"/>
                <a:gd name="connsiteX7" fmla="*/ 2058848 w 2473599"/>
                <a:gd name="connsiteY7" fmla="*/ 212726 h 3274957"/>
                <a:gd name="connsiteX8" fmla="*/ 1696652 w 2473599"/>
                <a:gd name="connsiteY8" fmla="*/ 13495 h 3274957"/>
                <a:gd name="connsiteX9" fmla="*/ 1075219 w 2473599"/>
                <a:gd name="connsiteY9" fmla="*/ 87344 h 3274957"/>
                <a:gd name="connsiteX10" fmla="*/ 805949 w 2473599"/>
                <a:gd name="connsiteY10" fmla="*/ 642118 h 3274957"/>
                <a:gd name="connsiteX11" fmla="*/ 594444 w 2473599"/>
                <a:gd name="connsiteY11" fmla="*/ 885869 h 3274957"/>
                <a:gd name="connsiteX12" fmla="*/ 318893 w 2473599"/>
                <a:gd name="connsiteY12" fmla="*/ 1193067 h 3274957"/>
                <a:gd name="connsiteX13" fmla="*/ 0 w 2473599"/>
                <a:gd name="connsiteY13" fmla="*/ 1605051 h 3274957"/>
                <a:gd name="connsiteX0" fmla="*/ 2059376 w 2154705"/>
                <a:gd name="connsiteY0" fmla="*/ 3274957 h 3274957"/>
                <a:gd name="connsiteX1" fmla="*/ 2143375 w 2154705"/>
                <a:gd name="connsiteY1" fmla="*/ 2808059 h 3274957"/>
                <a:gd name="connsiteX2" fmla="*/ 1864337 w 2154705"/>
                <a:gd name="connsiteY2" fmla="*/ 2147305 h 3274957"/>
                <a:gd name="connsiteX3" fmla="*/ 1784568 w 2154705"/>
                <a:gd name="connsiteY3" fmla="*/ 1664468 h 3274957"/>
                <a:gd name="connsiteX4" fmla="*/ 1577214 w 2154705"/>
                <a:gd name="connsiteY4" fmla="*/ 1363110 h 3274957"/>
                <a:gd name="connsiteX5" fmla="*/ 1598240 w 2154705"/>
                <a:gd name="connsiteY5" fmla="*/ 950127 h 3274957"/>
                <a:gd name="connsiteX6" fmla="*/ 1696064 w 2154705"/>
                <a:gd name="connsiteY6" fmla="*/ 499338 h 3274957"/>
                <a:gd name="connsiteX7" fmla="*/ 1739954 w 2154705"/>
                <a:gd name="connsiteY7" fmla="*/ 212726 h 3274957"/>
                <a:gd name="connsiteX8" fmla="*/ 1377758 w 2154705"/>
                <a:gd name="connsiteY8" fmla="*/ 13495 h 3274957"/>
                <a:gd name="connsiteX9" fmla="*/ 756325 w 2154705"/>
                <a:gd name="connsiteY9" fmla="*/ 87344 h 3274957"/>
                <a:gd name="connsiteX10" fmla="*/ 487055 w 2154705"/>
                <a:gd name="connsiteY10" fmla="*/ 642118 h 3274957"/>
                <a:gd name="connsiteX11" fmla="*/ 275550 w 2154705"/>
                <a:gd name="connsiteY11" fmla="*/ 885869 h 3274957"/>
                <a:gd name="connsiteX12" fmla="*/ -1 w 2154705"/>
                <a:gd name="connsiteY12" fmla="*/ 1193067 h 3274957"/>
                <a:gd name="connsiteX0" fmla="*/ 2014321 w 2152906"/>
                <a:gd name="connsiteY0" fmla="*/ 3386543 h 3386543"/>
                <a:gd name="connsiteX1" fmla="*/ 2143376 w 2152906"/>
                <a:gd name="connsiteY1" fmla="*/ 2808059 h 3386543"/>
                <a:gd name="connsiteX2" fmla="*/ 1864338 w 2152906"/>
                <a:gd name="connsiteY2" fmla="*/ 2147305 h 3386543"/>
                <a:gd name="connsiteX3" fmla="*/ 1784569 w 2152906"/>
                <a:gd name="connsiteY3" fmla="*/ 1664468 h 3386543"/>
                <a:gd name="connsiteX4" fmla="*/ 1577215 w 2152906"/>
                <a:gd name="connsiteY4" fmla="*/ 1363110 h 3386543"/>
                <a:gd name="connsiteX5" fmla="*/ 1598241 w 2152906"/>
                <a:gd name="connsiteY5" fmla="*/ 950127 h 3386543"/>
                <a:gd name="connsiteX6" fmla="*/ 1696065 w 2152906"/>
                <a:gd name="connsiteY6" fmla="*/ 499338 h 3386543"/>
                <a:gd name="connsiteX7" fmla="*/ 1739955 w 2152906"/>
                <a:gd name="connsiteY7" fmla="*/ 212726 h 3386543"/>
                <a:gd name="connsiteX8" fmla="*/ 1377759 w 2152906"/>
                <a:gd name="connsiteY8" fmla="*/ 13495 h 3386543"/>
                <a:gd name="connsiteX9" fmla="*/ 756326 w 2152906"/>
                <a:gd name="connsiteY9" fmla="*/ 87344 h 3386543"/>
                <a:gd name="connsiteX10" fmla="*/ 487056 w 2152906"/>
                <a:gd name="connsiteY10" fmla="*/ 642118 h 3386543"/>
                <a:gd name="connsiteX11" fmla="*/ 275551 w 2152906"/>
                <a:gd name="connsiteY11" fmla="*/ 885869 h 3386543"/>
                <a:gd name="connsiteX12" fmla="*/ 0 w 2152906"/>
                <a:gd name="connsiteY12" fmla="*/ 1193067 h 3386543"/>
                <a:gd name="connsiteX0" fmla="*/ 2014321 w 2193961"/>
                <a:gd name="connsiteY0" fmla="*/ 3386543 h 3386543"/>
                <a:gd name="connsiteX1" fmla="*/ 2185667 w 2193961"/>
                <a:gd name="connsiteY1" fmla="*/ 2389323 h 3386543"/>
                <a:gd name="connsiteX2" fmla="*/ 1864338 w 2193961"/>
                <a:gd name="connsiteY2" fmla="*/ 21473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014321 w 2193961"/>
                <a:gd name="connsiteY0" fmla="*/ 3386543 h 3386543"/>
                <a:gd name="connsiteX1" fmla="*/ 2185667 w 2193961"/>
                <a:gd name="connsiteY1" fmla="*/ 2389323 h 3386543"/>
                <a:gd name="connsiteX2" fmla="*/ 1962930 w 2193961"/>
                <a:gd name="connsiteY2" fmla="*/ 1934705 h 3386543"/>
                <a:gd name="connsiteX3" fmla="*/ 1784569 w 2193961"/>
                <a:gd name="connsiteY3" fmla="*/ 1664468 h 3386543"/>
                <a:gd name="connsiteX4" fmla="*/ 1577215 w 2193961"/>
                <a:gd name="connsiteY4" fmla="*/ 1363110 h 3386543"/>
                <a:gd name="connsiteX5" fmla="*/ 1598241 w 2193961"/>
                <a:gd name="connsiteY5" fmla="*/ 950127 h 3386543"/>
                <a:gd name="connsiteX6" fmla="*/ 1696065 w 2193961"/>
                <a:gd name="connsiteY6" fmla="*/ 499338 h 3386543"/>
                <a:gd name="connsiteX7" fmla="*/ 1739955 w 2193961"/>
                <a:gd name="connsiteY7" fmla="*/ 212726 h 3386543"/>
                <a:gd name="connsiteX8" fmla="*/ 1377759 w 2193961"/>
                <a:gd name="connsiteY8" fmla="*/ 13495 h 3386543"/>
                <a:gd name="connsiteX9" fmla="*/ 756326 w 2193961"/>
                <a:gd name="connsiteY9" fmla="*/ 87344 h 3386543"/>
                <a:gd name="connsiteX10" fmla="*/ 487056 w 2193961"/>
                <a:gd name="connsiteY10" fmla="*/ 642118 h 3386543"/>
                <a:gd name="connsiteX11" fmla="*/ 275551 w 2193961"/>
                <a:gd name="connsiteY11" fmla="*/ 885869 h 3386543"/>
                <a:gd name="connsiteX12" fmla="*/ 0 w 2193961"/>
                <a:gd name="connsiteY12" fmla="*/ 1193067 h 3386543"/>
                <a:gd name="connsiteX0" fmla="*/ 2371088 w 2371089"/>
                <a:gd name="connsiteY0" fmla="*/ 2667673 h 2667673"/>
                <a:gd name="connsiteX1" fmla="*/ 2185667 w 2371089"/>
                <a:gd name="connsiteY1" fmla="*/ 2389323 h 2667673"/>
                <a:gd name="connsiteX2" fmla="*/ 1962930 w 2371089"/>
                <a:gd name="connsiteY2" fmla="*/ 1934705 h 2667673"/>
                <a:gd name="connsiteX3" fmla="*/ 1784569 w 2371089"/>
                <a:gd name="connsiteY3" fmla="*/ 1664468 h 2667673"/>
                <a:gd name="connsiteX4" fmla="*/ 1577215 w 2371089"/>
                <a:gd name="connsiteY4" fmla="*/ 1363110 h 2667673"/>
                <a:gd name="connsiteX5" fmla="*/ 1598241 w 2371089"/>
                <a:gd name="connsiteY5" fmla="*/ 950127 h 2667673"/>
                <a:gd name="connsiteX6" fmla="*/ 1696065 w 2371089"/>
                <a:gd name="connsiteY6" fmla="*/ 499338 h 2667673"/>
                <a:gd name="connsiteX7" fmla="*/ 1739955 w 2371089"/>
                <a:gd name="connsiteY7" fmla="*/ 212726 h 2667673"/>
                <a:gd name="connsiteX8" fmla="*/ 1377759 w 2371089"/>
                <a:gd name="connsiteY8" fmla="*/ 13495 h 2667673"/>
                <a:gd name="connsiteX9" fmla="*/ 756326 w 2371089"/>
                <a:gd name="connsiteY9" fmla="*/ 87344 h 2667673"/>
                <a:gd name="connsiteX10" fmla="*/ 487056 w 2371089"/>
                <a:gd name="connsiteY10" fmla="*/ 642118 h 2667673"/>
                <a:gd name="connsiteX11" fmla="*/ 275551 w 2371089"/>
                <a:gd name="connsiteY11" fmla="*/ 885869 h 2667673"/>
                <a:gd name="connsiteX12" fmla="*/ 0 w 2371089"/>
                <a:gd name="connsiteY12" fmla="*/ 1193067 h 2667673"/>
                <a:gd name="connsiteX0" fmla="*/ 1911674 w 2191980"/>
                <a:gd name="connsiteY0" fmla="*/ 2414377 h 2450638"/>
                <a:gd name="connsiteX1" fmla="*/ 2185667 w 2191980"/>
                <a:gd name="connsiteY1" fmla="*/ 2389323 h 2450638"/>
                <a:gd name="connsiteX2" fmla="*/ 1962930 w 2191980"/>
                <a:gd name="connsiteY2" fmla="*/ 1934705 h 2450638"/>
                <a:gd name="connsiteX3" fmla="*/ 1784569 w 2191980"/>
                <a:gd name="connsiteY3" fmla="*/ 1664468 h 2450638"/>
                <a:gd name="connsiteX4" fmla="*/ 1577215 w 2191980"/>
                <a:gd name="connsiteY4" fmla="*/ 1363110 h 2450638"/>
                <a:gd name="connsiteX5" fmla="*/ 1598241 w 2191980"/>
                <a:gd name="connsiteY5" fmla="*/ 950127 h 2450638"/>
                <a:gd name="connsiteX6" fmla="*/ 1696065 w 2191980"/>
                <a:gd name="connsiteY6" fmla="*/ 499338 h 2450638"/>
                <a:gd name="connsiteX7" fmla="*/ 1739955 w 2191980"/>
                <a:gd name="connsiteY7" fmla="*/ 212726 h 2450638"/>
                <a:gd name="connsiteX8" fmla="*/ 1377759 w 2191980"/>
                <a:gd name="connsiteY8" fmla="*/ 13495 h 2450638"/>
                <a:gd name="connsiteX9" fmla="*/ 756326 w 2191980"/>
                <a:gd name="connsiteY9" fmla="*/ 87344 h 2450638"/>
                <a:gd name="connsiteX10" fmla="*/ 487056 w 2191980"/>
                <a:gd name="connsiteY10" fmla="*/ 642118 h 2450638"/>
                <a:gd name="connsiteX11" fmla="*/ 275551 w 2191980"/>
                <a:gd name="connsiteY11" fmla="*/ 885869 h 2450638"/>
                <a:gd name="connsiteX12" fmla="*/ 0 w 2191980"/>
                <a:gd name="connsiteY12" fmla="*/ 1193067 h 2450638"/>
                <a:gd name="connsiteX0" fmla="*/ 1911674 w 2252757"/>
                <a:gd name="connsiteY0" fmla="*/ 2414377 h 2414377"/>
                <a:gd name="connsiteX1" fmla="*/ 2247234 w 2252757"/>
                <a:gd name="connsiteY1" fmla="*/ 2322778 h 2414377"/>
                <a:gd name="connsiteX2" fmla="*/ 1962930 w 2252757"/>
                <a:gd name="connsiteY2" fmla="*/ 1934705 h 2414377"/>
                <a:gd name="connsiteX3" fmla="*/ 1784569 w 2252757"/>
                <a:gd name="connsiteY3" fmla="*/ 1664468 h 2414377"/>
                <a:gd name="connsiteX4" fmla="*/ 1577215 w 2252757"/>
                <a:gd name="connsiteY4" fmla="*/ 1363110 h 2414377"/>
                <a:gd name="connsiteX5" fmla="*/ 1598241 w 2252757"/>
                <a:gd name="connsiteY5" fmla="*/ 950127 h 2414377"/>
                <a:gd name="connsiteX6" fmla="*/ 1696065 w 2252757"/>
                <a:gd name="connsiteY6" fmla="*/ 499338 h 2414377"/>
                <a:gd name="connsiteX7" fmla="*/ 1739955 w 2252757"/>
                <a:gd name="connsiteY7" fmla="*/ 212726 h 2414377"/>
                <a:gd name="connsiteX8" fmla="*/ 1377759 w 2252757"/>
                <a:gd name="connsiteY8" fmla="*/ 13495 h 2414377"/>
                <a:gd name="connsiteX9" fmla="*/ 756326 w 2252757"/>
                <a:gd name="connsiteY9" fmla="*/ 87344 h 2414377"/>
                <a:gd name="connsiteX10" fmla="*/ 487056 w 2252757"/>
                <a:gd name="connsiteY10" fmla="*/ 642118 h 2414377"/>
                <a:gd name="connsiteX11" fmla="*/ 275551 w 2252757"/>
                <a:gd name="connsiteY11" fmla="*/ 885869 h 2414377"/>
                <a:gd name="connsiteX12" fmla="*/ 0 w 2252757"/>
                <a:gd name="connsiteY12" fmla="*/ 1193067 h 2414377"/>
                <a:gd name="connsiteX0" fmla="*/ 1911674 w 2252757"/>
                <a:gd name="connsiteY0" fmla="*/ 2495260 h 2495260"/>
                <a:gd name="connsiteX1" fmla="*/ 2247234 w 2252757"/>
                <a:gd name="connsiteY1" fmla="*/ 2403661 h 2495260"/>
                <a:gd name="connsiteX2" fmla="*/ 1962930 w 2252757"/>
                <a:gd name="connsiteY2" fmla="*/ 2015588 h 2495260"/>
                <a:gd name="connsiteX3" fmla="*/ 1784569 w 2252757"/>
                <a:gd name="connsiteY3" fmla="*/ 1745351 h 2495260"/>
                <a:gd name="connsiteX4" fmla="*/ 1577215 w 2252757"/>
                <a:gd name="connsiteY4" fmla="*/ 1443993 h 2495260"/>
                <a:gd name="connsiteX5" fmla="*/ 1598241 w 2252757"/>
                <a:gd name="connsiteY5" fmla="*/ 1031010 h 2495260"/>
                <a:gd name="connsiteX6" fmla="*/ 1696065 w 2252757"/>
                <a:gd name="connsiteY6" fmla="*/ 580221 h 2495260"/>
                <a:gd name="connsiteX7" fmla="*/ 1739955 w 2252757"/>
                <a:gd name="connsiteY7" fmla="*/ 293609 h 2495260"/>
                <a:gd name="connsiteX8" fmla="*/ 1160180 w 2252757"/>
                <a:gd name="connsiteY8" fmla="*/ 3853 h 2495260"/>
                <a:gd name="connsiteX9" fmla="*/ 756326 w 2252757"/>
                <a:gd name="connsiteY9" fmla="*/ 168227 h 2495260"/>
                <a:gd name="connsiteX10" fmla="*/ 487056 w 2252757"/>
                <a:gd name="connsiteY10" fmla="*/ 723001 h 2495260"/>
                <a:gd name="connsiteX11" fmla="*/ 275551 w 2252757"/>
                <a:gd name="connsiteY11" fmla="*/ 966752 h 2495260"/>
                <a:gd name="connsiteX12" fmla="*/ 0 w 2252757"/>
                <a:gd name="connsiteY12" fmla="*/ 1273950 h 2495260"/>
                <a:gd name="connsiteX0" fmla="*/ 1911674 w 2252757"/>
                <a:gd name="connsiteY0" fmla="*/ 2500318 h 2500318"/>
                <a:gd name="connsiteX1" fmla="*/ 2247234 w 2252757"/>
                <a:gd name="connsiteY1" fmla="*/ 2408719 h 2500318"/>
                <a:gd name="connsiteX2" fmla="*/ 1962930 w 2252757"/>
                <a:gd name="connsiteY2" fmla="*/ 2020646 h 2500318"/>
                <a:gd name="connsiteX3" fmla="*/ 1784569 w 2252757"/>
                <a:gd name="connsiteY3" fmla="*/ 1750409 h 2500318"/>
                <a:gd name="connsiteX4" fmla="*/ 1577215 w 2252757"/>
                <a:gd name="connsiteY4" fmla="*/ 1449051 h 2500318"/>
                <a:gd name="connsiteX5" fmla="*/ 1598241 w 2252757"/>
                <a:gd name="connsiteY5" fmla="*/ 1036068 h 2500318"/>
                <a:gd name="connsiteX6" fmla="*/ 1696065 w 2252757"/>
                <a:gd name="connsiteY6" fmla="*/ 585279 h 2500318"/>
                <a:gd name="connsiteX7" fmla="*/ 1739955 w 2252757"/>
                <a:gd name="connsiteY7" fmla="*/ 298667 h 2500318"/>
                <a:gd name="connsiteX8" fmla="*/ 1160180 w 2252757"/>
                <a:gd name="connsiteY8" fmla="*/ 8911 h 2500318"/>
                <a:gd name="connsiteX9" fmla="*/ 663863 w 2252757"/>
                <a:gd name="connsiteY9" fmla="*/ 134993 h 2500318"/>
                <a:gd name="connsiteX10" fmla="*/ 487056 w 2252757"/>
                <a:gd name="connsiteY10" fmla="*/ 728059 h 2500318"/>
                <a:gd name="connsiteX11" fmla="*/ 275551 w 2252757"/>
                <a:gd name="connsiteY11" fmla="*/ 971810 h 2500318"/>
                <a:gd name="connsiteX12" fmla="*/ 0 w 2252757"/>
                <a:gd name="connsiteY12" fmla="*/ 1279008 h 2500318"/>
                <a:gd name="connsiteX0" fmla="*/ 1911674 w 2252757"/>
                <a:gd name="connsiteY0" fmla="*/ 2491782 h 2491782"/>
                <a:gd name="connsiteX1" fmla="*/ 2247234 w 2252757"/>
                <a:gd name="connsiteY1" fmla="*/ 2400183 h 2491782"/>
                <a:gd name="connsiteX2" fmla="*/ 1962930 w 2252757"/>
                <a:gd name="connsiteY2" fmla="*/ 2012110 h 2491782"/>
                <a:gd name="connsiteX3" fmla="*/ 1784569 w 2252757"/>
                <a:gd name="connsiteY3" fmla="*/ 1741873 h 2491782"/>
                <a:gd name="connsiteX4" fmla="*/ 1577215 w 2252757"/>
                <a:gd name="connsiteY4" fmla="*/ 1440515 h 2491782"/>
                <a:gd name="connsiteX5" fmla="*/ 1598241 w 2252757"/>
                <a:gd name="connsiteY5" fmla="*/ 1027532 h 2491782"/>
                <a:gd name="connsiteX6" fmla="*/ 1696065 w 2252757"/>
                <a:gd name="connsiteY6" fmla="*/ 576743 h 2491782"/>
                <a:gd name="connsiteX7" fmla="*/ 1739955 w 2252757"/>
                <a:gd name="connsiteY7" fmla="*/ 290131 h 2491782"/>
                <a:gd name="connsiteX8" fmla="*/ 1160180 w 2252757"/>
                <a:gd name="connsiteY8" fmla="*/ 375 h 2491782"/>
                <a:gd name="connsiteX9" fmla="*/ 712344 w 2252757"/>
                <a:gd name="connsiteY9" fmla="*/ 240764 h 2491782"/>
                <a:gd name="connsiteX10" fmla="*/ 487056 w 2252757"/>
                <a:gd name="connsiteY10" fmla="*/ 719523 h 2491782"/>
                <a:gd name="connsiteX11" fmla="*/ 275551 w 2252757"/>
                <a:gd name="connsiteY11" fmla="*/ 963274 h 2491782"/>
                <a:gd name="connsiteX12" fmla="*/ 0 w 2252757"/>
                <a:gd name="connsiteY12" fmla="*/ 1270472 h 2491782"/>
                <a:gd name="connsiteX0" fmla="*/ 1911674 w 2252757"/>
                <a:gd name="connsiteY0" fmla="*/ 2449738 h 2449738"/>
                <a:gd name="connsiteX1" fmla="*/ 2247234 w 2252757"/>
                <a:gd name="connsiteY1" fmla="*/ 2358139 h 2449738"/>
                <a:gd name="connsiteX2" fmla="*/ 1962930 w 2252757"/>
                <a:gd name="connsiteY2" fmla="*/ 1970066 h 2449738"/>
                <a:gd name="connsiteX3" fmla="*/ 1784569 w 2252757"/>
                <a:gd name="connsiteY3" fmla="*/ 1699829 h 2449738"/>
                <a:gd name="connsiteX4" fmla="*/ 1577215 w 2252757"/>
                <a:gd name="connsiteY4" fmla="*/ 1398471 h 2449738"/>
                <a:gd name="connsiteX5" fmla="*/ 1598241 w 2252757"/>
                <a:gd name="connsiteY5" fmla="*/ 985488 h 2449738"/>
                <a:gd name="connsiteX6" fmla="*/ 1696065 w 2252757"/>
                <a:gd name="connsiteY6" fmla="*/ 534699 h 2449738"/>
                <a:gd name="connsiteX7" fmla="*/ 1739955 w 2252757"/>
                <a:gd name="connsiteY7" fmla="*/ 248087 h 2449738"/>
                <a:gd name="connsiteX8" fmla="*/ 1186968 w 2252757"/>
                <a:gd name="connsiteY8" fmla="*/ 506 h 2449738"/>
                <a:gd name="connsiteX9" fmla="*/ 712344 w 2252757"/>
                <a:gd name="connsiteY9" fmla="*/ 198720 h 2449738"/>
                <a:gd name="connsiteX10" fmla="*/ 487056 w 2252757"/>
                <a:gd name="connsiteY10" fmla="*/ 677479 h 2449738"/>
                <a:gd name="connsiteX11" fmla="*/ 275551 w 2252757"/>
                <a:gd name="connsiteY11" fmla="*/ 921230 h 2449738"/>
                <a:gd name="connsiteX12" fmla="*/ 0 w 2252757"/>
                <a:gd name="connsiteY12" fmla="*/ 1228428 h 2449738"/>
                <a:gd name="connsiteX0" fmla="*/ 1894702 w 2252573"/>
                <a:gd name="connsiteY0" fmla="*/ 2496976 h 2496976"/>
                <a:gd name="connsiteX1" fmla="*/ 2247234 w 2252573"/>
                <a:gd name="connsiteY1" fmla="*/ 2358138 h 2496976"/>
                <a:gd name="connsiteX2" fmla="*/ 1962930 w 2252573"/>
                <a:gd name="connsiteY2" fmla="*/ 1970065 h 2496976"/>
                <a:gd name="connsiteX3" fmla="*/ 1784569 w 2252573"/>
                <a:gd name="connsiteY3" fmla="*/ 1699828 h 2496976"/>
                <a:gd name="connsiteX4" fmla="*/ 1577215 w 2252573"/>
                <a:gd name="connsiteY4" fmla="*/ 1398470 h 2496976"/>
                <a:gd name="connsiteX5" fmla="*/ 1598241 w 2252573"/>
                <a:gd name="connsiteY5" fmla="*/ 985487 h 2496976"/>
                <a:gd name="connsiteX6" fmla="*/ 1696065 w 2252573"/>
                <a:gd name="connsiteY6" fmla="*/ 534698 h 2496976"/>
                <a:gd name="connsiteX7" fmla="*/ 1739955 w 2252573"/>
                <a:gd name="connsiteY7" fmla="*/ 248086 h 2496976"/>
                <a:gd name="connsiteX8" fmla="*/ 1186968 w 2252573"/>
                <a:gd name="connsiteY8" fmla="*/ 505 h 2496976"/>
                <a:gd name="connsiteX9" fmla="*/ 712344 w 2252573"/>
                <a:gd name="connsiteY9" fmla="*/ 198719 h 2496976"/>
                <a:gd name="connsiteX10" fmla="*/ 487056 w 2252573"/>
                <a:gd name="connsiteY10" fmla="*/ 677478 h 2496976"/>
                <a:gd name="connsiteX11" fmla="*/ 275551 w 2252573"/>
                <a:gd name="connsiteY11" fmla="*/ 921229 h 2496976"/>
                <a:gd name="connsiteX12" fmla="*/ 0 w 2252573"/>
                <a:gd name="connsiteY12" fmla="*/ 1228427 h 2496976"/>
                <a:gd name="connsiteX0" fmla="*/ 1836368 w 2194239"/>
                <a:gd name="connsiteY0" fmla="*/ 2496976 h 2496976"/>
                <a:gd name="connsiteX1" fmla="*/ 2188900 w 2194239"/>
                <a:gd name="connsiteY1" fmla="*/ 2358138 h 2496976"/>
                <a:gd name="connsiteX2" fmla="*/ 1904596 w 2194239"/>
                <a:gd name="connsiteY2" fmla="*/ 1970065 h 2496976"/>
                <a:gd name="connsiteX3" fmla="*/ 1726235 w 2194239"/>
                <a:gd name="connsiteY3" fmla="*/ 1699828 h 2496976"/>
                <a:gd name="connsiteX4" fmla="*/ 1518881 w 2194239"/>
                <a:gd name="connsiteY4" fmla="*/ 1398470 h 2496976"/>
                <a:gd name="connsiteX5" fmla="*/ 1539907 w 2194239"/>
                <a:gd name="connsiteY5" fmla="*/ 985487 h 2496976"/>
                <a:gd name="connsiteX6" fmla="*/ 1637731 w 2194239"/>
                <a:gd name="connsiteY6" fmla="*/ 534698 h 2496976"/>
                <a:gd name="connsiteX7" fmla="*/ 1681621 w 2194239"/>
                <a:gd name="connsiteY7" fmla="*/ 248086 h 2496976"/>
                <a:gd name="connsiteX8" fmla="*/ 1128634 w 2194239"/>
                <a:gd name="connsiteY8" fmla="*/ 505 h 2496976"/>
                <a:gd name="connsiteX9" fmla="*/ 654010 w 2194239"/>
                <a:gd name="connsiteY9" fmla="*/ 198719 h 2496976"/>
                <a:gd name="connsiteX10" fmla="*/ 428722 w 2194239"/>
                <a:gd name="connsiteY10" fmla="*/ 677478 h 2496976"/>
                <a:gd name="connsiteX11" fmla="*/ 217217 w 2194239"/>
                <a:gd name="connsiteY11" fmla="*/ 921229 h 2496976"/>
                <a:gd name="connsiteX12" fmla="*/ 0 w 2194239"/>
                <a:gd name="connsiteY12" fmla="*/ 1274293 h 249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4239" h="2496976">
                  <a:moveTo>
                    <a:pt x="1836368" y="2496976"/>
                  </a:moveTo>
                  <a:cubicBezTo>
                    <a:pt x="1777956" y="2366576"/>
                    <a:pt x="2249182" y="2537626"/>
                    <a:pt x="2188900" y="2358138"/>
                  </a:cubicBezTo>
                  <a:cubicBezTo>
                    <a:pt x="2131931" y="2092601"/>
                    <a:pt x="1981707" y="2079783"/>
                    <a:pt x="1904596" y="1970065"/>
                  </a:cubicBezTo>
                  <a:cubicBezTo>
                    <a:pt x="1827485" y="1860347"/>
                    <a:pt x="1790521" y="1795094"/>
                    <a:pt x="1726235" y="1699828"/>
                  </a:cubicBezTo>
                  <a:cubicBezTo>
                    <a:pt x="1661949" y="1604562"/>
                    <a:pt x="1518500" y="1509245"/>
                    <a:pt x="1518881" y="1398470"/>
                  </a:cubicBezTo>
                  <a:cubicBezTo>
                    <a:pt x="1519357" y="1253499"/>
                    <a:pt x="1520099" y="1129449"/>
                    <a:pt x="1539907" y="985487"/>
                  </a:cubicBezTo>
                  <a:cubicBezTo>
                    <a:pt x="1559715" y="841525"/>
                    <a:pt x="1608489" y="687384"/>
                    <a:pt x="1637731" y="534698"/>
                  </a:cubicBezTo>
                  <a:cubicBezTo>
                    <a:pt x="1663258" y="401919"/>
                    <a:pt x="1766470" y="337118"/>
                    <a:pt x="1681621" y="248086"/>
                  </a:cubicBezTo>
                  <a:cubicBezTo>
                    <a:pt x="1596772" y="159054"/>
                    <a:pt x="1299902" y="8733"/>
                    <a:pt x="1128634" y="505"/>
                  </a:cubicBezTo>
                  <a:cubicBezTo>
                    <a:pt x="957366" y="-7723"/>
                    <a:pt x="770662" y="85890"/>
                    <a:pt x="654010" y="198719"/>
                  </a:cubicBezTo>
                  <a:cubicBezTo>
                    <a:pt x="537358" y="311548"/>
                    <a:pt x="501521" y="557060"/>
                    <a:pt x="428722" y="677478"/>
                  </a:cubicBezTo>
                  <a:cubicBezTo>
                    <a:pt x="355923" y="797896"/>
                    <a:pt x="359310" y="837817"/>
                    <a:pt x="217217" y="921229"/>
                  </a:cubicBezTo>
                  <a:cubicBezTo>
                    <a:pt x="75124" y="1004641"/>
                    <a:pt x="99074" y="1154429"/>
                    <a:pt x="0" y="1274293"/>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4" name="Freeform: Shape 83">
              <a:extLst>
                <a:ext uri="{FF2B5EF4-FFF2-40B4-BE49-F238E27FC236}">
                  <a16:creationId xmlns:a16="http://schemas.microsoft.com/office/drawing/2014/main" id="{2456134A-CF73-3A07-5805-B53B5C828DFF}"/>
                </a:ext>
              </a:extLst>
            </p:cNvPr>
            <p:cNvSpPr/>
            <p:nvPr userDrawn="1"/>
          </p:nvSpPr>
          <p:spPr>
            <a:xfrm rot="8192339" flipH="1" flipV="1">
              <a:off x="1005150" y="5699429"/>
              <a:ext cx="901169" cy="1693583"/>
            </a:xfrm>
            <a:custGeom>
              <a:avLst/>
              <a:gdLst>
                <a:gd name="connsiteX0" fmla="*/ 1604296 w 1604295"/>
                <a:gd name="connsiteY0" fmla="*/ 1847472 h 1847472"/>
                <a:gd name="connsiteX1" fmla="*/ 1517809 w 1604295"/>
                <a:gd name="connsiteY1" fmla="*/ 1544292 h 1847472"/>
                <a:gd name="connsiteX2" fmla="*/ 1394841 w 1604295"/>
                <a:gd name="connsiteY2" fmla="*/ 1183771 h 1847472"/>
                <a:gd name="connsiteX3" fmla="*/ 1318355 w 1604295"/>
                <a:gd name="connsiteY3" fmla="*/ 695233 h 1847472"/>
                <a:gd name="connsiteX4" fmla="*/ 1359884 w 1604295"/>
                <a:gd name="connsiteY4" fmla="*/ 397863 h 1847472"/>
                <a:gd name="connsiteX5" fmla="*/ 1359884 w 1604295"/>
                <a:gd name="connsiteY5" fmla="*/ 236700 h 1847472"/>
                <a:gd name="connsiteX6" fmla="*/ 1351598 w 1604295"/>
                <a:gd name="connsiteY6" fmla="*/ 67250 h 1847472"/>
                <a:gd name="connsiteX7" fmla="*/ 1316641 w 1604295"/>
                <a:gd name="connsiteY7" fmla="*/ 10767 h 1847472"/>
                <a:gd name="connsiteX8" fmla="*/ 1195292 w 1604295"/>
                <a:gd name="connsiteY8" fmla="*/ 34008 h 1847472"/>
                <a:gd name="connsiteX9" fmla="*/ 1005745 w 1604295"/>
                <a:gd name="connsiteY9" fmla="*/ 254988 h 1847472"/>
                <a:gd name="connsiteX10" fmla="*/ 763048 w 1604295"/>
                <a:gd name="connsiteY10" fmla="*/ 587315 h 1847472"/>
                <a:gd name="connsiteX11" fmla="*/ 548640 w 1604295"/>
                <a:gd name="connsiteY11" fmla="*/ 861444 h 1847472"/>
                <a:gd name="connsiteX12" fmla="*/ 328803 w 1604295"/>
                <a:gd name="connsiteY12" fmla="*/ 1145480 h 1847472"/>
                <a:gd name="connsiteX13" fmla="*/ 0 w 1604295"/>
                <a:gd name="connsiteY13" fmla="*/ 1607157 h 1847472"/>
                <a:gd name="connsiteX0" fmla="*/ 1568623 w 1568623"/>
                <a:gd name="connsiteY0" fmla="*/ 1847472 h 1863671"/>
                <a:gd name="connsiteX1" fmla="*/ 1482136 w 1568623"/>
                <a:gd name="connsiteY1" fmla="*/ 1544292 h 1863671"/>
                <a:gd name="connsiteX2" fmla="*/ 1359168 w 1568623"/>
                <a:gd name="connsiteY2" fmla="*/ 1183771 h 1863671"/>
                <a:gd name="connsiteX3" fmla="*/ 1282682 w 1568623"/>
                <a:gd name="connsiteY3" fmla="*/ 695233 h 1863671"/>
                <a:gd name="connsiteX4" fmla="*/ 1324211 w 1568623"/>
                <a:gd name="connsiteY4" fmla="*/ 397863 h 1863671"/>
                <a:gd name="connsiteX5" fmla="*/ 1324211 w 1568623"/>
                <a:gd name="connsiteY5" fmla="*/ 236700 h 1863671"/>
                <a:gd name="connsiteX6" fmla="*/ 1315925 w 1568623"/>
                <a:gd name="connsiteY6" fmla="*/ 67250 h 1863671"/>
                <a:gd name="connsiteX7" fmla="*/ 1280968 w 1568623"/>
                <a:gd name="connsiteY7" fmla="*/ 10767 h 1863671"/>
                <a:gd name="connsiteX8" fmla="*/ 1159619 w 1568623"/>
                <a:gd name="connsiteY8" fmla="*/ 34008 h 1863671"/>
                <a:gd name="connsiteX9" fmla="*/ 970072 w 1568623"/>
                <a:gd name="connsiteY9" fmla="*/ 254988 h 1863671"/>
                <a:gd name="connsiteX10" fmla="*/ 727375 w 1568623"/>
                <a:gd name="connsiteY10" fmla="*/ 587315 h 1863671"/>
                <a:gd name="connsiteX11" fmla="*/ 512967 w 1568623"/>
                <a:gd name="connsiteY11" fmla="*/ 861444 h 1863671"/>
                <a:gd name="connsiteX12" fmla="*/ 293130 w 1568623"/>
                <a:gd name="connsiteY12" fmla="*/ 1145480 h 1863671"/>
                <a:gd name="connsiteX13" fmla="*/ 0 w 1568623"/>
                <a:gd name="connsiteY13" fmla="*/ 1863671 h 1863671"/>
                <a:gd name="connsiteX0" fmla="*/ 1595372 w 1595372"/>
                <a:gd name="connsiteY0" fmla="*/ 1847472 h 1863671"/>
                <a:gd name="connsiteX1" fmla="*/ 1508885 w 1595372"/>
                <a:gd name="connsiteY1" fmla="*/ 1544292 h 1863671"/>
                <a:gd name="connsiteX2" fmla="*/ 1385917 w 1595372"/>
                <a:gd name="connsiteY2" fmla="*/ 1183771 h 1863671"/>
                <a:gd name="connsiteX3" fmla="*/ 1309431 w 1595372"/>
                <a:gd name="connsiteY3" fmla="*/ 695233 h 1863671"/>
                <a:gd name="connsiteX4" fmla="*/ 1350960 w 1595372"/>
                <a:gd name="connsiteY4" fmla="*/ 397863 h 1863671"/>
                <a:gd name="connsiteX5" fmla="*/ 1350960 w 1595372"/>
                <a:gd name="connsiteY5" fmla="*/ 236700 h 1863671"/>
                <a:gd name="connsiteX6" fmla="*/ 1342674 w 1595372"/>
                <a:gd name="connsiteY6" fmla="*/ 67250 h 1863671"/>
                <a:gd name="connsiteX7" fmla="*/ 1307717 w 1595372"/>
                <a:gd name="connsiteY7" fmla="*/ 10767 h 1863671"/>
                <a:gd name="connsiteX8" fmla="*/ 1186368 w 1595372"/>
                <a:gd name="connsiteY8" fmla="*/ 34008 h 1863671"/>
                <a:gd name="connsiteX9" fmla="*/ 996821 w 1595372"/>
                <a:gd name="connsiteY9" fmla="*/ 254988 h 1863671"/>
                <a:gd name="connsiteX10" fmla="*/ 754124 w 1595372"/>
                <a:gd name="connsiteY10" fmla="*/ 587315 h 1863671"/>
                <a:gd name="connsiteX11" fmla="*/ 539716 w 1595372"/>
                <a:gd name="connsiteY11" fmla="*/ 861444 h 1863671"/>
                <a:gd name="connsiteX12" fmla="*/ 319879 w 1595372"/>
                <a:gd name="connsiteY12" fmla="*/ 1145480 h 1863671"/>
                <a:gd name="connsiteX13" fmla="*/ 26749 w 1595372"/>
                <a:gd name="connsiteY13" fmla="*/ 1863671 h 1863671"/>
                <a:gd name="connsiteX0" fmla="*/ 1593274 w 1593274"/>
                <a:gd name="connsiteY0" fmla="*/ 1847472 h 2114676"/>
                <a:gd name="connsiteX1" fmla="*/ 1506787 w 1593274"/>
                <a:gd name="connsiteY1" fmla="*/ 1544292 h 2114676"/>
                <a:gd name="connsiteX2" fmla="*/ 1383819 w 1593274"/>
                <a:gd name="connsiteY2" fmla="*/ 1183771 h 2114676"/>
                <a:gd name="connsiteX3" fmla="*/ 1307333 w 1593274"/>
                <a:gd name="connsiteY3" fmla="*/ 695233 h 2114676"/>
                <a:gd name="connsiteX4" fmla="*/ 1348862 w 1593274"/>
                <a:gd name="connsiteY4" fmla="*/ 397863 h 2114676"/>
                <a:gd name="connsiteX5" fmla="*/ 1348862 w 1593274"/>
                <a:gd name="connsiteY5" fmla="*/ 236700 h 2114676"/>
                <a:gd name="connsiteX6" fmla="*/ 1340576 w 1593274"/>
                <a:gd name="connsiteY6" fmla="*/ 67250 h 2114676"/>
                <a:gd name="connsiteX7" fmla="*/ 1305619 w 1593274"/>
                <a:gd name="connsiteY7" fmla="*/ 10767 h 2114676"/>
                <a:gd name="connsiteX8" fmla="*/ 1184270 w 1593274"/>
                <a:gd name="connsiteY8" fmla="*/ 34008 h 2114676"/>
                <a:gd name="connsiteX9" fmla="*/ 994723 w 1593274"/>
                <a:gd name="connsiteY9" fmla="*/ 254988 h 2114676"/>
                <a:gd name="connsiteX10" fmla="*/ 752026 w 1593274"/>
                <a:gd name="connsiteY10" fmla="*/ 587315 h 2114676"/>
                <a:gd name="connsiteX11" fmla="*/ 537618 w 1593274"/>
                <a:gd name="connsiteY11" fmla="*/ 861444 h 2114676"/>
                <a:gd name="connsiteX12" fmla="*/ 317781 w 1593274"/>
                <a:gd name="connsiteY12" fmla="*/ 1145480 h 2114676"/>
                <a:gd name="connsiteX13" fmla="*/ 26874 w 1593274"/>
                <a:gd name="connsiteY13" fmla="*/ 2114676 h 2114676"/>
                <a:gd name="connsiteX0" fmla="*/ 1624617 w 1624617"/>
                <a:gd name="connsiteY0" fmla="*/ 1847472 h 2114676"/>
                <a:gd name="connsiteX1" fmla="*/ 1538130 w 1624617"/>
                <a:gd name="connsiteY1" fmla="*/ 1544292 h 2114676"/>
                <a:gd name="connsiteX2" fmla="*/ 1415162 w 1624617"/>
                <a:gd name="connsiteY2" fmla="*/ 1183771 h 2114676"/>
                <a:gd name="connsiteX3" fmla="*/ 1338676 w 1624617"/>
                <a:gd name="connsiteY3" fmla="*/ 695233 h 2114676"/>
                <a:gd name="connsiteX4" fmla="*/ 1380205 w 1624617"/>
                <a:gd name="connsiteY4" fmla="*/ 397863 h 2114676"/>
                <a:gd name="connsiteX5" fmla="*/ 1380205 w 1624617"/>
                <a:gd name="connsiteY5" fmla="*/ 236700 h 2114676"/>
                <a:gd name="connsiteX6" fmla="*/ 1371919 w 1624617"/>
                <a:gd name="connsiteY6" fmla="*/ 67250 h 2114676"/>
                <a:gd name="connsiteX7" fmla="*/ 1336962 w 1624617"/>
                <a:gd name="connsiteY7" fmla="*/ 10767 h 2114676"/>
                <a:gd name="connsiteX8" fmla="*/ 1215613 w 1624617"/>
                <a:gd name="connsiteY8" fmla="*/ 34008 h 2114676"/>
                <a:gd name="connsiteX9" fmla="*/ 1026066 w 1624617"/>
                <a:gd name="connsiteY9" fmla="*/ 254988 h 2114676"/>
                <a:gd name="connsiteX10" fmla="*/ 783369 w 1624617"/>
                <a:gd name="connsiteY10" fmla="*/ 587315 h 2114676"/>
                <a:gd name="connsiteX11" fmla="*/ 568961 w 1624617"/>
                <a:gd name="connsiteY11" fmla="*/ 861444 h 2114676"/>
                <a:gd name="connsiteX12" fmla="*/ 349124 w 1624617"/>
                <a:gd name="connsiteY12" fmla="*/ 1145480 h 2114676"/>
                <a:gd name="connsiteX13" fmla="*/ 58217 w 1624617"/>
                <a:gd name="connsiteY13" fmla="*/ 2114676 h 2114676"/>
                <a:gd name="connsiteX0" fmla="*/ 1638428 w 1638428"/>
                <a:gd name="connsiteY0" fmla="*/ 1847472 h 2114676"/>
                <a:gd name="connsiteX1" fmla="*/ 1551941 w 1638428"/>
                <a:gd name="connsiteY1" fmla="*/ 1544292 h 2114676"/>
                <a:gd name="connsiteX2" fmla="*/ 1428973 w 1638428"/>
                <a:gd name="connsiteY2" fmla="*/ 1183771 h 2114676"/>
                <a:gd name="connsiteX3" fmla="*/ 1352487 w 1638428"/>
                <a:gd name="connsiteY3" fmla="*/ 695233 h 2114676"/>
                <a:gd name="connsiteX4" fmla="*/ 1394016 w 1638428"/>
                <a:gd name="connsiteY4" fmla="*/ 397863 h 2114676"/>
                <a:gd name="connsiteX5" fmla="*/ 1394016 w 1638428"/>
                <a:gd name="connsiteY5" fmla="*/ 236700 h 2114676"/>
                <a:gd name="connsiteX6" fmla="*/ 1385730 w 1638428"/>
                <a:gd name="connsiteY6" fmla="*/ 67250 h 2114676"/>
                <a:gd name="connsiteX7" fmla="*/ 1350773 w 1638428"/>
                <a:gd name="connsiteY7" fmla="*/ 10767 h 2114676"/>
                <a:gd name="connsiteX8" fmla="*/ 1229424 w 1638428"/>
                <a:gd name="connsiteY8" fmla="*/ 34008 h 2114676"/>
                <a:gd name="connsiteX9" fmla="*/ 1039877 w 1638428"/>
                <a:gd name="connsiteY9" fmla="*/ 254988 h 2114676"/>
                <a:gd name="connsiteX10" fmla="*/ 797180 w 1638428"/>
                <a:gd name="connsiteY10" fmla="*/ 587315 h 2114676"/>
                <a:gd name="connsiteX11" fmla="*/ 582772 w 1638428"/>
                <a:gd name="connsiteY11" fmla="*/ 861444 h 2114676"/>
                <a:gd name="connsiteX12" fmla="*/ 362935 w 1638428"/>
                <a:gd name="connsiteY12" fmla="*/ 1145480 h 2114676"/>
                <a:gd name="connsiteX13" fmla="*/ 72028 w 1638428"/>
                <a:gd name="connsiteY13" fmla="*/ 2114676 h 2114676"/>
                <a:gd name="connsiteX0" fmla="*/ 1665503 w 1665503"/>
                <a:gd name="connsiteY0" fmla="*/ 1847472 h 2114676"/>
                <a:gd name="connsiteX1" fmla="*/ 1579016 w 1665503"/>
                <a:gd name="connsiteY1" fmla="*/ 1544292 h 2114676"/>
                <a:gd name="connsiteX2" fmla="*/ 1456048 w 1665503"/>
                <a:gd name="connsiteY2" fmla="*/ 1183771 h 2114676"/>
                <a:gd name="connsiteX3" fmla="*/ 1379562 w 1665503"/>
                <a:gd name="connsiteY3" fmla="*/ 695233 h 2114676"/>
                <a:gd name="connsiteX4" fmla="*/ 1421091 w 1665503"/>
                <a:gd name="connsiteY4" fmla="*/ 397863 h 2114676"/>
                <a:gd name="connsiteX5" fmla="*/ 1421091 w 1665503"/>
                <a:gd name="connsiteY5" fmla="*/ 236700 h 2114676"/>
                <a:gd name="connsiteX6" fmla="*/ 1412805 w 1665503"/>
                <a:gd name="connsiteY6" fmla="*/ 67250 h 2114676"/>
                <a:gd name="connsiteX7" fmla="*/ 1377848 w 1665503"/>
                <a:gd name="connsiteY7" fmla="*/ 10767 h 2114676"/>
                <a:gd name="connsiteX8" fmla="*/ 1256499 w 1665503"/>
                <a:gd name="connsiteY8" fmla="*/ 34008 h 2114676"/>
                <a:gd name="connsiteX9" fmla="*/ 1066952 w 1665503"/>
                <a:gd name="connsiteY9" fmla="*/ 254988 h 2114676"/>
                <a:gd name="connsiteX10" fmla="*/ 824255 w 1665503"/>
                <a:gd name="connsiteY10" fmla="*/ 587315 h 2114676"/>
                <a:gd name="connsiteX11" fmla="*/ 609847 w 1665503"/>
                <a:gd name="connsiteY11" fmla="*/ 861444 h 2114676"/>
                <a:gd name="connsiteX12" fmla="*/ 390010 w 1665503"/>
                <a:gd name="connsiteY12" fmla="*/ 1145480 h 2114676"/>
                <a:gd name="connsiteX13" fmla="*/ 99103 w 1665503"/>
                <a:gd name="connsiteY13" fmla="*/ 2114676 h 2114676"/>
                <a:gd name="connsiteX0" fmla="*/ 1722912 w 1722912"/>
                <a:gd name="connsiteY0" fmla="*/ 2426786 h 2426786"/>
                <a:gd name="connsiteX1" fmla="*/ 1579016 w 1722912"/>
                <a:gd name="connsiteY1" fmla="*/ 1544292 h 2426786"/>
                <a:gd name="connsiteX2" fmla="*/ 1456048 w 1722912"/>
                <a:gd name="connsiteY2" fmla="*/ 1183771 h 2426786"/>
                <a:gd name="connsiteX3" fmla="*/ 1379562 w 1722912"/>
                <a:gd name="connsiteY3" fmla="*/ 695233 h 2426786"/>
                <a:gd name="connsiteX4" fmla="*/ 1421091 w 1722912"/>
                <a:gd name="connsiteY4" fmla="*/ 397863 h 2426786"/>
                <a:gd name="connsiteX5" fmla="*/ 1421091 w 1722912"/>
                <a:gd name="connsiteY5" fmla="*/ 236700 h 2426786"/>
                <a:gd name="connsiteX6" fmla="*/ 1412805 w 1722912"/>
                <a:gd name="connsiteY6" fmla="*/ 67250 h 2426786"/>
                <a:gd name="connsiteX7" fmla="*/ 1377848 w 1722912"/>
                <a:gd name="connsiteY7" fmla="*/ 10767 h 2426786"/>
                <a:gd name="connsiteX8" fmla="*/ 1256499 w 1722912"/>
                <a:gd name="connsiteY8" fmla="*/ 34008 h 2426786"/>
                <a:gd name="connsiteX9" fmla="*/ 1066952 w 1722912"/>
                <a:gd name="connsiteY9" fmla="*/ 254988 h 2426786"/>
                <a:gd name="connsiteX10" fmla="*/ 824255 w 1722912"/>
                <a:gd name="connsiteY10" fmla="*/ 587315 h 2426786"/>
                <a:gd name="connsiteX11" fmla="*/ 609847 w 1722912"/>
                <a:gd name="connsiteY11" fmla="*/ 861444 h 2426786"/>
                <a:gd name="connsiteX12" fmla="*/ 390010 w 1722912"/>
                <a:gd name="connsiteY12" fmla="*/ 1145480 h 2426786"/>
                <a:gd name="connsiteX13" fmla="*/ 99103 w 1722912"/>
                <a:gd name="connsiteY13" fmla="*/ 2114676 h 2426786"/>
                <a:gd name="connsiteX0" fmla="*/ 1722912 w 1799557"/>
                <a:gd name="connsiteY0" fmla="*/ 2426786 h 2426786"/>
                <a:gd name="connsiteX1" fmla="*/ 1579016 w 1799557"/>
                <a:gd name="connsiteY1" fmla="*/ 1544292 h 2426786"/>
                <a:gd name="connsiteX2" fmla="*/ 1456048 w 1799557"/>
                <a:gd name="connsiteY2" fmla="*/ 1183771 h 2426786"/>
                <a:gd name="connsiteX3" fmla="*/ 1379562 w 1799557"/>
                <a:gd name="connsiteY3" fmla="*/ 695233 h 2426786"/>
                <a:gd name="connsiteX4" fmla="*/ 1421091 w 1799557"/>
                <a:gd name="connsiteY4" fmla="*/ 397863 h 2426786"/>
                <a:gd name="connsiteX5" fmla="*/ 1421091 w 1799557"/>
                <a:gd name="connsiteY5" fmla="*/ 236700 h 2426786"/>
                <a:gd name="connsiteX6" fmla="*/ 1412805 w 1799557"/>
                <a:gd name="connsiteY6" fmla="*/ 67250 h 2426786"/>
                <a:gd name="connsiteX7" fmla="*/ 1377848 w 1799557"/>
                <a:gd name="connsiteY7" fmla="*/ 10767 h 2426786"/>
                <a:gd name="connsiteX8" fmla="*/ 1256499 w 1799557"/>
                <a:gd name="connsiteY8" fmla="*/ 34008 h 2426786"/>
                <a:gd name="connsiteX9" fmla="*/ 1066952 w 1799557"/>
                <a:gd name="connsiteY9" fmla="*/ 254988 h 2426786"/>
                <a:gd name="connsiteX10" fmla="*/ 824255 w 1799557"/>
                <a:gd name="connsiteY10" fmla="*/ 587315 h 2426786"/>
                <a:gd name="connsiteX11" fmla="*/ 609847 w 1799557"/>
                <a:gd name="connsiteY11" fmla="*/ 861444 h 2426786"/>
                <a:gd name="connsiteX12" fmla="*/ 390010 w 1799557"/>
                <a:gd name="connsiteY12" fmla="*/ 1145480 h 2426786"/>
                <a:gd name="connsiteX13" fmla="*/ 99103 w 1799557"/>
                <a:gd name="connsiteY13" fmla="*/ 2114676 h 2426786"/>
                <a:gd name="connsiteX0" fmla="*/ 1722912 w 1749599"/>
                <a:gd name="connsiteY0" fmla="*/ 2426786 h 2426786"/>
                <a:gd name="connsiteX1" fmla="*/ 1579016 w 1749599"/>
                <a:gd name="connsiteY1" fmla="*/ 1544292 h 2426786"/>
                <a:gd name="connsiteX2" fmla="*/ 1456048 w 1749599"/>
                <a:gd name="connsiteY2" fmla="*/ 1183771 h 2426786"/>
                <a:gd name="connsiteX3" fmla="*/ 1379562 w 1749599"/>
                <a:gd name="connsiteY3" fmla="*/ 695233 h 2426786"/>
                <a:gd name="connsiteX4" fmla="*/ 1421091 w 1749599"/>
                <a:gd name="connsiteY4" fmla="*/ 397863 h 2426786"/>
                <a:gd name="connsiteX5" fmla="*/ 1421091 w 1749599"/>
                <a:gd name="connsiteY5" fmla="*/ 236700 h 2426786"/>
                <a:gd name="connsiteX6" fmla="*/ 1412805 w 1749599"/>
                <a:gd name="connsiteY6" fmla="*/ 67250 h 2426786"/>
                <a:gd name="connsiteX7" fmla="*/ 1377848 w 1749599"/>
                <a:gd name="connsiteY7" fmla="*/ 10767 h 2426786"/>
                <a:gd name="connsiteX8" fmla="*/ 1256499 w 1749599"/>
                <a:gd name="connsiteY8" fmla="*/ 34008 h 2426786"/>
                <a:gd name="connsiteX9" fmla="*/ 1066952 w 1749599"/>
                <a:gd name="connsiteY9" fmla="*/ 254988 h 2426786"/>
                <a:gd name="connsiteX10" fmla="*/ 824255 w 1749599"/>
                <a:gd name="connsiteY10" fmla="*/ 587315 h 2426786"/>
                <a:gd name="connsiteX11" fmla="*/ 609847 w 1749599"/>
                <a:gd name="connsiteY11" fmla="*/ 861444 h 2426786"/>
                <a:gd name="connsiteX12" fmla="*/ 390010 w 1749599"/>
                <a:gd name="connsiteY12" fmla="*/ 1145480 h 2426786"/>
                <a:gd name="connsiteX13" fmla="*/ 99103 w 1749599"/>
                <a:gd name="connsiteY13" fmla="*/ 2114676 h 2426786"/>
                <a:gd name="connsiteX0" fmla="*/ 1722912 w 1741735"/>
                <a:gd name="connsiteY0" fmla="*/ 2426786 h 2426786"/>
                <a:gd name="connsiteX1" fmla="*/ 1466394 w 1741735"/>
                <a:gd name="connsiteY1" fmla="*/ 1570991 h 2426786"/>
                <a:gd name="connsiteX2" fmla="*/ 1456048 w 1741735"/>
                <a:gd name="connsiteY2" fmla="*/ 1183771 h 2426786"/>
                <a:gd name="connsiteX3" fmla="*/ 1379562 w 1741735"/>
                <a:gd name="connsiteY3" fmla="*/ 695233 h 2426786"/>
                <a:gd name="connsiteX4" fmla="*/ 1421091 w 1741735"/>
                <a:gd name="connsiteY4" fmla="*/ 397863 h 2426786"/>
                <a:gd name="connsiteX5" fmla="*/ 1421091 w 1741735"/>
                <a:gd name="connsiteY5" fmla="*/ 236700 h 2426786"/>
                <a:gd name="connsiteX6" fmla="*/ 1412805 w 1741735"/>
                <a:gd name="connsiteY6" fmla="*/ 67250 h 2426786"/>
                <a:gd name="connsiteX7" fmla="*/ 1377848 w 1741735"/>
                <a:gd name="connsiteY7" fmla="*/ 10767 h 2426786"/>
                <a:gd name="connsiteX8" fmla="*/ 1256499 w 1741735"/>
                <a:gd name="connsiteY8" fmla="*/ 34008 h 2426786"/>
                <a:gd name="connsiteX9" fmla="*/ 1066952 w 1741735"/>
                <a:gd name="connsiteY9" fmla="*/ 254988 h 2426786"/>
                <a:gd name="connsiteX10" fmla="*/ 824255 w 1741735"/>
                <a:gd name="connsiteY10" fmla="*/ 587315 h 2426786"/>
                <a:gd name="connsiteX11" fmla="*/ 609847 w 1741735"/>
                <a:gd name="connsiteY11" fmla="*/ 861444 h 2426786"/>
                <a:gd name="connsiteX12" fmla="*/ 390010 w 1741735"/>
                <a:gd name="connsiteY12" fmla="*/ 1145480 h 2426786"/>
                <a:gd name="connsiteX13" fmla="*/ 99103 w 1741735"/>
                <a:gd name="connsiteY13" fmla="*/ 2114676 h 2426786"/>
                <a:gd name="connsiteX0" fmla="*/ 1722912 w 1746232"/>
                <a:gd name="connsiteY0" fmla="*/ 2426786 h 2426786"/>
                <a:gd name="connsiteX1" fmla="*/ 1466394 w 1746232"/>
                <a:gd name="connsiteY1" fmla="*/ 1570991 h 2426786"/>
                <a:gd name="connsiteX2" fmla="*/ 1456048 w 1746232"/>
                <a:gd name="connsiteY2" fmla="*/ 1183771 h 2426786"/>
                <a:gd name="connsiteX3" fmla="*/ 1379562 w 1746232"/>
                <a:gd name="connsiteY3" fmla="*/ 695233 h 2426786"/>
                <a:gd name="connsiteX4" fmla="*/ 1421091 w 1746232"/>
                <a:gd name="connsiteY4" fmla="*/ 397863 h 2426786"/>
                <a:gd name="connsiteX5" fmla="*/ 1421091 w 1746232"/>
                <a:gd name="connsiteY5" fmla="*/ 236700 h 2426786"/>
                <a:gd name="connsiteX6" fmla="*/ 1412805 w 1746232"/>
                <a:gd name="connsiteY6" fmla="*/ 67250 h 2426786"/>
                <a:gd name="connsiteX7" fmla="*/ 1377848 w 1746232"/>
                <a:gd name="connsiteY7" fmla="*/ 10767 h 2426786"/>
                <a:gd name="connsiteX8" fmla="*/ 1256499 w 1746232"/>
                <a:gd name="connsiteY8" fmla="*/ 34008 h 2426786"/>
                <a:gd name="connsiteX9" fmla="*/ 1066952 w 1746232"/>
                <a:gd name="connsiteY9" fmla="*/ 254988 h 2426786"/>
                <a:gd name="connsiteX10" fmla="*/ 824255 w 1746232"/>
                <a:gd name="connsiteY10" fmla="*/ 587315 h 2426786"/>
                <a:gd name="connsiteX11" fmla="*/ 609847 w 1746232"/>
                <a:gd name="connsiteY11" fmla="*/ 861444 h 2426786"/>
                <a:gd name="connsiteX12" fmla="*/ 390010 w 1746232"/>
                <a:gd name="connsiteY12" fmla="*/ 1145480 h 2426786"/>
                <a:gd name="connsiteX13" fmla="*/ 99103 w 1746232"/>
                <a:gd name="connsiteY13" fmla="*/ 2114676 h 2426786"/>
                <a:gd name="connsiteX0" fmla="*/ 1775133 w 1792008"/>
                <a:gd name="connsiteY0" fmla="*/ 2544520 h 2544520"/>
                <a:gd name="connsiteX1" fmla="*/ 1466394 w 1792008"/>
                <a:gd name="connsiteY1" fmla="*/ 1570991 h 2544520"/>
                <a:gd name="connsiteX2" fmla="*/ 1456048 w 1792008"/>
                <a:gd name="connsiteY2" fmla="*/ 1183771 h 2544520"/>
                <a:gd name="connsiteX3" fmla="*/ 1379562 w 1792008"/>
                <a:gd name="connsiteY3" fmla="*/ 695233 h 2544520"/>
                <a:gd name="connsiteX4" fmla="*/ 1421091 w 1792008"/>
                <a:gd name="connsiteY4" fmla="*/ 397863 h 2544520"/>
                <a:gd name="connsiteX5" fmla="*/ 1421091 w 1792008"/>
                <a:gd name="connsiteY5" fmla="*/ 236700 h 2544520"/>
                <a:gd name="connsiteX6" fmla="*/ 1412805 w 1792008"/>
                <a:gd name="connsiteY6" fmla="*/ 67250 h 2544520"/>
                <a:gd name="connsiteX7" fmla="*/ 1377848 w 1792008"/>
                <a:gd name="connsiteY7" fmla="*/ 10767 h 2544520"/>
                <a:gd name="connsiteX8" fmla="*/ 1256499 w 1792008"/>
                <a:gd name="connsiteY8" fmla="*/ 34008 h 2544520"/>
                <a:gd name="connsiteX9" fmla="*/ 1066952 w 1792008"/>
                <a:gd name="connsiteY9" fmla="*/ 254988 h 2544520"/>
                <a:gd name="connsiteX10" fmla="*/ 824255 w 1792008"/>
                <a:gd name="connsiteY10" fmla="*/ 587315 h 2544520"/>
                <a:gd name="connsiteX11" fmla="*/ 609847 w 1792008"/>
                <a:gd name="connsiteY11" fmla="*/ 861444 h 2544520"/>
                <a:gd name="connsiteX12" fmla="*/ 390010 w 1792008"/>
                <a:gd name="connsiteY12" fmla="*/ 1145480 h 2544520"/>
                <a:gd name="connsiteX13" fmla="*/ 99103 w 1792008"/>
                <a:gd name="connsiteY13" fmla="*/ 2114676 h 2544520"/>
                <a:gd name="connsiteX0" fmla="*/ 1822520 w 1839395"/>
                <a:gd name="connsiteY0" fmla="*/ 2544520 h 2544520"/>
                <a:gd name="connsiteX1" fmla="*/ 1513781 w 1839395"/>
                <a:gd name="connsiteY1" fmla="*/ 1570991 h 2544520"/>
                <a:gd name="connsiteX2" fmla="*/ 1503435 w 1839395"/>
                <a:gd name="connsiteY2" fmla="*/ 1183771 h 2544520"/>
                <a:gd name="connsiteX3" fmla="*/ 1426949 w 1839395"/>
                <a:gd name="connsiteY3" fmla="*/ 695233 h 2544520"/>
                <a:gd name="connsiteX4" fmla="*/ 1468478 w 1839395"/>
                <a:gd name="connsiteY4" fmla="*/ 397863 h 2544520"/>
                <a:gd name="connsiteX5" fmla="*/ 1468478 w 1839395"/>
                <a:gd name="connsiteY5" fmla="*/ 236700 h 2544520"/>
                <a:gd name="connsiteX6" fmla="*/ 1460192 w 1839395"/>
                <a:gd name="connsiteY6" fmla="*/ 67250 h 2544520"/>
                <a:gd name="connsiteX7" fmla="*/ 1425235 w 1839395"/>
                <a:gd name="connsiteY7" fmla="*/ 10767 h 2544520"/>
                <a:gd name="connsiteX8" fmla="*/ 1303886 w 1839395"/>
                <a:gd name="connsiteY8" fmla="*/ 34008 h 2544520"/>
                <a:gd name="connsiteX9" fmla="*/ 1114339 w 1839395"/>
                <a:gd name="connsiteY9" fmla="*/ 254988 h 2544520"/>
                <a:gd name="connsiteX10" fmla="*/ 871642 w 1839395"/>
                <a:gd name="connsiteY10" fmla="*/ 587315 h 2544520"/>
                <a:gd name="connsiteX11" fmla="*/ 657234 w 1839395"/>
                <a:gd name="connsiteY11" fmla="*/ 861444 h 2544520"/>
                <a:gd name="connsiteX12" fmla="*/ 437397 w 1839395"/>
                <a:gd name="connsiteY12" fmla="*/ 1145480 h 2544520"/>
                <a:gd name="connsiteX13" fmla="*/ 91286 w 1839395"/>
                <a:gd name="connsiteY13" fmla="*/ 2201375 h 2544520"/>
                <a:gd name="connsiteX0" fmla="*/ 1822520 w 1868294"/>
                <a:gd name="connsiteY0" fmla="*/ 2544520 h 2544520"/>
                <a:gd name="connsiteX1" fmla="*/ 1852596 w 1868294"/>
                <a:gd name="connsiteY1" fmla="*/ 2106878 h 2544520"/>
                <a:gd name="connsiteX2" fmla="*/ 1513781 w 1868294"/>
                <a:gd name="connsiteY2" fmla="*/ 1570991 h 2544520"/>
                <a:gd name="connsiteX3" fmla="*/ 1503435 w 1868294"/>
                <a:gd name="connsiteY3" fmla="*/ 1183771 h 2544520"/>
                <a:gd name="connsiteX4" fmla="*/ 1426949 w 1868294"/>
                <a:gd name="connsiteY4" fmla="*/ 695233 h 2544520"/>
                <a:gd name="connsiteX5" fmla="*/ 1468478 w 1868294"/>
                <a:gd name="connsiteY5" fmla="*/ 397863 h 2544520"/>
                <a:gd name="connsiteX6" fmla="*/ 1468478 w 1868294"/>
                <a:gd name="connsiteY6" fmla="*/ 236700 h 2544520"/>
                <a:gd name="connsiteX7" fmla="*/ 1460192 w 1868294"/>
                <a:gd name="connsiteY7" fmla="*/ 67250 h 2544520"/>
                <a:gd name="connsiteX8" fmla="*/ 1425235 w 1868294"/>
                <a:gd name="connsiteY8" fmla="*/ 10767 h 2544520"/>
                <a:gd name="connsiteX9" fmla="*/ 1303886 w 1868294"/>
                <a:gd name="connsiteY9" fmla="*/ 34008 h 2544520"/>
                <a:gd name="connsiteX10" fmla="*/ 1114339 w 1868294"/>
                <a:gd name="connsiteY10" fmla="*/ 254988 h 2544520"/>
                <a:gd name="connsiteX11" fmla="*/ 871642 w 1868294"/>
                <a:gd name="connsiteY11" fmla="*/ 587315 h 2544520"/>
                <a:gd name="connsiteX12" fmla="*/ 657234 w 1868294"/>
                <a:gd name="connsiteY12" fmla="*/ 861444 h 2544520"/>
                <a:gd name="connsiteX13" fmla="*/ 437397 w 1868294"/>
                <a:gd name="connsiteY13" fmla="*/ 1145480 h 2544520"/>
                <a:gd name="connsiteX14" fmla="*/ 91286 w 1868294"/>
                <a:gd name="connsiteY14"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03435 w 1868294"/>
                <a:gd name="connsiteY4" fmla="*/ 1183771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71642 w 1868294"/>
                <a:gd name="connsiteY12" fmla="*/ 587315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4520 h 2544520"/>
                <a:gd name="connsiteX1" fmla="*/ 1852596 w 1868294"/>
                <a:gd name="connsiteY1" fmla="*/ 2106878 h 2544520"/>
                <a:gd name="connsiteX2" fmla="*/ 1606481 w 1868294"/>
                <a:gd name="connsiteY2" fmla="*/ 1890423 h 2544520"/>
                <a:gd name="connsiteX3" fmla="*/ 1513781 w 1868294"/>
                <a:gd name="connsiteY3" fmla="*/ 1570991 h 2544520"/>
                <a:gd name="connsiteX4" fmla="*/ 1530466 w 1868294"/>
                <a:gd name="connsiteY4" fmla="*/ 1189123 h 2544520"/>
                <a:gd name="connsiteX5" fmla="*/ 1426949 w 1868294"/>
                <a:gd name="connsiteY5" fmla="*/ 695233 h 2544520"/>
                <a:gd name="connsiteX6" fmla="*/ 1468478 w 1868294"/>
                <a:gd name="connsiteY6" fmla="*/ 397863 h 2544520"/>
                <a:gd name="connsiteX7" fmla="*/ 1468478 w 1868294"/>
                <a:gd name="connsiteY7" fmla="*/ 236700 h 2544520"/>
                <a:gd name="connsiteX8" fmla="*/ 1460192 w 1868294"/>
                <a:gd name="connsiteY8" fmla="*/ 67250 h 2544520"/>
                <a:gd name="connsiteX9" fmla="*/ 1425235 w 1868294"/>
                <a:gd name="connsiteY9" fmla="*/ 10767 h 2544520"/>
                <a:gd name="connsiteX10" fmla="*/ 1303886 w 1868294"/>
                <a:gd name="connsiteY10" fmla="*/ 34008 h 2544520"/>
                <a:gd name="connsiteX11" fmla="*/ 1114339 w 1868294"/>
                <a:gd name="connsiteY11" fmla="*/ 254988 h 2544520"/>
                <a:gd name="connsiteX12" fmla="*/ 845597 w 1868294"/>
                <a:gd name="connsiteY12" fmla="*/ 531300 h 2544520"/>
                <a:gd name="connsiteX13" fmla="*/ 657234 w 1868294"/>
                <a:gd name="connsiteY13" fmla="*/ 861444 h 2544520"/>
                <a:gd name="connsiteX14" fmla="*/ 437397 w 1868294"/>
                <a:gd name="connsiteY14" fmla="*/ 1145480 h 2544520"/>
                <a:gd name="connsiteX15" fmla="*/ 91286 w 1868294"/>
                <a:gd name="connsiteY15" fmla="*/ 2201375 h 254452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26949 w 1868294"/>
                <a:gd name="connsiteY5" fmla="*/ 691623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530466 w 1868294"/>
                <a:gd name="connsiteY4" fmla="*/ 1185513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405993 w 1868294"/>
                <a:gd name="connsiteY5" fmla="*/ 788105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868294"/>
                <a:gd name="connsiteY0" fmla="*/ 2540910 h 2540910"/>
                <a:gd name="connsiteX1" fmla="*/ 1852596 w 1868294"/>
                <a:gd name="connsiteY1" fmla="*/ 2103268 h 2540910"/>
                <a:gd name="connsiteX2" fmla="*/ 1606481 w 1868294"/>
                <a:gd name="connsiteY2" fmla="*/ 1886813 h 2540910"/>
                <a:gd name="connsiteX3" fmla="*/ 1513781 w 1868294"/>
                <a:gd name="connsiteY3" fmla="*/ 1567381 h 2540910"/>
                <a:gd name="connsiteX4" fmla="*/ 1600375 w 1868294"/>
                <a:gd name="connsiteY4" fmla="*/ 1251609 h 2540910"/>
                <a:gd name="connsiteX5" fmla="*/ 1360928 w 1868294"/>
                <a:gd name="connsiteY5" fmla="*/ 779182 h 2540910"/>
                <a:gd name="connsiteX6" fmla="*/ 1468478 w 1868294"/>
                <a:gd name="connsiteY6" fmla="*/ 394253 h 2540910"/>
                <a:gd name="connsiteX7" fmla="*/ 1468478 w 1868294"/>
                <a:gd name="connsiteY7" fmla="*/ 233090 h 2540910"/>
                <a:gd name="connsiteX8" fmla="*/ 1460192 w 1868294"/>
                <a:gd name="connsiteY8" fmla="*/ 63640 h 2540910"/>
                <a:gd name="connsiteX9" fmla="*/ 1425235 w 1868294"/>
                <a:gd name="connsiteY9" fmla="*/ 7157 h 2540910"/>
                <a:gd name="connsiteX10" fmla="*/ 1273640 w 1868294"/>
                <a:gd name="connsiteY10" fmla="*/ 17916 h 2540910"/>
                <a:gd name="connsiteX11" fmla="*/ 1114339 w 1868294"/>
                <a:gd name="connsiteY11" fmla="*/ 251378 h 2540910"/>
                <a:gd name="connsiteX12" fmla="*/ 845597 w 1868294"/>
                <a:gd name="connsiteY12" fmla="*/ 527690 h 2540910"/>
                <a:gd name="connsiteX13" fmla="*/ 657234 w 1868294"/>
                <a:gd name="connsiteY13" fmla="*/ 857834 h 2540910"/>
                <a:gd name="connsiteX14" fmla="*/ 437397 w 1868294"/>
                <a:gd name="connsiteY14" fmla="*/ 1141870 h 2540910"/>
                <a:gd name="connsiteX15" fmla="*/ 91286 w 1868294"/>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45597 w 1916500"/>
                <a:gd name="connsiteY12" fmla="*/ 527690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822520 w 1916500"/>
                <a:gd name="connsiteY0" fmla="*/ 2540910 h 2540910"/>
                <a:gd name="connsiteX1" fmla="*/ 1905433 w 1916500"/>
                <a:gd name="connsiteY1" fmla="*/ 2113731 h 2540910"/>
                <a:gd name="connsiteX2" fmla="*/ 1606481 w 1916500"/>
                <a:gd name="connsiteY2" fmla="*/ 1886813 h 2540910"/>
                <a:gd name="connsiteX3" fmla="*/ 1513781 w 1916500"/>
                <a:gd name="connsiteY3" fmla="*/ 1567381 h 2540910"/>
                <a:gd name="connsiteX4" fmla="*/ 1600375 w 1916500"/>
                <a:gd name="connsiteY4" fmla="*/ 1251609 h 2540910"/>
                <a:gd name="connsiteX5" fmla="*/ 1360928 w 1916500"/>
                <a:gd name="connsiteY5" fmla="*/ 779182 h 2540910"/>
                <a:gd name="connsiteX6" fmla="*/ 1468478 w 1916500"/>
                <a:gd name="connsiteY6" fmla="*/ 394253 h 2540910"/>
                <a:gd name="connsiteX7" fmla="*/ 1468478 w 1916500"/>
                <a:gd name="connsiteY7" fmla="*/ 233090 h 2540910"/>
                <a:gd name="connsiteX8" fmla="*/ 1460192 w 1916500"/>
                <a:gd name="connsiteY8" fmla="*/ 63640 h 2540910"/>
                <a:gd name="connsiteX9" fmla="*/ 1425235 w 1916500"/>
                <a:gd name="connsiteY9" fmla="*/ 7157 h 2540910"/>
                <a:gd name="connsiteX10" fmla="*/ 1273640 w 1916500"/>
                <a:gd name="connsiteY10" fmla="*/ 17916 h 2540910"/>
                <a:gd name="connsiteX11" fmla="*/ 1114339 w 1916500"/>
                <a:gd name="connsiteY11" fmla="*/ 251378 h 2540910"/>
                <a:gd name="connsiteX12" fmla="*/ 831227 w 1916500"/>
                <a:gd name="connsiteY12" fmla="*/ 510475 h 2540910"/>
                <a:gd name="connsiteX13" fmla="*/ 657234 w 1916500"/>
                <a:gd name="connsiteY13" fmla="*/ 857834 h 2540910"/>
                <a:gd name="connsiteX14" fmla="*/ 437397 w 1916500"/>
                <a:gd name="connsiteY14" fmla="*/ 1141870 h 2540910"/>
                <a:gd name="connsiteX15" fmla="*/ 91286 w 1916500"/>
                <a:gd name="connsiteY15"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731234 w 1825214"/>
                <a:gd name="connsiteY0" fmla="*/ 2540910 h 2540910"/>
                <a:gd name="connsiteX1" fmla="*/ 1814147 w 1825214"/>
                <a:gd name="connsiteY1" fmla="*/ 2113731 h 2540910"/>
                <a:gd name="connsiteX2" fmla="*/ 1515195 w 1825214"/>
                <a:gd name="connsiteY2" fmla="*/ 1886813 h 2540910"/>
                <a:gd name="connsiteX3" fmla="*/ 1422495 w 1825214"/>
                <a:gd name="connsiteY3" fmla="*/ 1567381 h 2540910"/>
                <a:gd name="connsiteX4" fmla="*/ 1509089 w 1825214"/>
                <a:gd name="connsiteY4" fmla="*/ 1251609 h 2540910"/>
                <a:gd name="connsiteX5" fmla="*/ 1269642 w 1825214"/>
                <a:gd name="connsiteY5" fmla="*/ 779182 h 2540910"/>
                <a:gd name="connsiteX6" fmla="*/ 1377192 w 1825214"/>
                <a:gd name="connsiteY6" fmla="*/ 394253 h 2540910"/>
                <a:gd name="connsiteX7" fmla="*/ 1377192 w 1825214"/>
                <a:gd name="connsiteY7" fmla="*/ 233090 h 2540910"/>
                <a:gd name="connsiteX8" fmla="*/ 1368906 w 1825214"/>
                <a:gd name="connsiteY8" fmla="*/ 63640 h 2540910"/>
                <a:gd name="connsiteX9" fmla="*/ 1333949 w 1825214"/>
                <a:gd name="connsiteY9" fmla="*/ 7157 h 2540910"/>
                <a:gd name="connsiteX10" fmla="*/ 1182354 w 1825214"/>
                <a:gd name="connsiteY10" fmla="*/ 17916 h 2540910"/>
                <a:gd name="connsiteX11" fmla="*/ 1023053 w 1825214"/>
                <a:gd name="connsiteY11" fmla="*/ 251378 h 2540910"/>
                <a:gd name="connsiteX12" fmla="*/ 739941 w 1825214"/>
                <a:gd name="connsiteY12" fmla="*/ 510475 h 2540910"/>
                <a:gd name="connsiteX13" fmla="*/ 565948 w 1825214"/>
                <a:gd name="connsiteY13" fmla="*/ 857834 h 2540910"/>
                <a:gd name="connsiteX14" fmla="*/ 346111 w 1825214"/>
                <a:gd name="connsiteY14" fmla="*/ 1141870 h 2540910"/>
                <a:gd name="connsiteX15" fmla="*/ 245309 w 1825214"/>
                <a:gd name="connsiteY15" fmla="*/ 1446269 h 2540910"/>
                <a:gd name="connsiteX16" fmla="*/ 0 w 1825214"/>
                <a:gd name="connsiteY16" fmla="*/ 2197765 h 2540910"/>
                <a:gd name="connsiteX0" fmla="*/ 1656316 w 1750296"/>
                <a:gd name="connsiteY0" fmla="*/ 2540910 h 2540910"/>
                <a:gd name="connsiteX1" fmla="*/ 1739229 w 1750296"/>
                <a:gd name="connsiteY1" fmla="*/ 2113731 h 2540910"/>
                <a:gd name="connsiteX2" fmla="*/ 1440277 w 1750296"/>
                <a:gd name="connsiteY2" fmla="*/ 1886813 h 2540910"/>
                <a:gd name="connsiteX3" fmla="*/ 1347577 w 1750296"/>
                <a:gd name="connsiteY3" fmla="*/ 1567381 h 2540910"/>
                <a:gd name="connsiteX4" fmla="*/ 1434171 w 1750296"/>
                <a:gd name="connsiteY4" fmla="*/ 1251609 h 2540910"/>
                <a:gd name="connsiteX5" fmla="*/ 1194724 w 1750296"/>
                <a:gd name="connsiteY5" fmla="*/ 779182 h 2540910"/>
                <a:gd name="connsiteX6" fmla="*/ 1302274 w 1750296"/>
                <a:gd name="connsiteY6" fmla="*/ 394253 h 2540910"/>
                <a:gd name="connsiteX7" fmla="*/ 1302274 w 1750296"/>
                <a:gd name="connsiteY7" fmla="*/ 233090 h 2540910"/>
                <a:gd name="connsiteX8" fmla="*/ 1293988 w 1750296"/>
                <a:gd name="connsiteY8" fmla="*/ 63640 h 2540910"/>
                <a:gd name="connsiteX9" fmla="*/ 1259031 w 1750296"/>
                <a:gd name="connsiteY9" fmla="*/ 7157 h 2540910"/>
                <a:gd name="connsiteX10" fmla="*/ 1107436 w 1750296"/>
                <a:gd name="connsiteY10" fmla="*/ 17916 h 2540910"/>
                <a:gd name="connsiteX11" fmla="*/ 948135 w 1750296"/>
                <a:gd name="connsiteY11" fmla="*/ 251378 h 2540910"/>
                <a:gd name="connsiteX12" fmla="*/ 665023 w 1750296"/>
                <a:gd name="connsiteY12" fmla="*/ 510475 h 2540910"/>
                <a:gd name="connsiteX13" fmla="*/ 491030 w 1750296"/>
                <a:gd name="connsiteY13" fmla="*/ 857834 h 2540910"/>
                <a:gd name="connsiteX14" fmla="*/ 271193 w 1750296"/>
                <a:gd name="connsiteY14" fmla="*/ 1141870 h 2540910"/>
                <a:gd name="connsiteX15" fmla="*/ 170391 w 1750296"/>
                <a:gd name="connsiteY15" fmla="*/ 1446269 h 2540910"/>
                <a:gd name="connsiteX16" fmla="*/ 0 w 1750296"/>
                <a:gd name="connsiteY16" fmla="*/ 2453562 h 2540910"/>
                <a:gd name="connsiteX0" fmla="*/ 1691260 w 1785240"/>
                <a:gd name="connsiteY0" fmla="*/ 2540910 h 2540910"/>
                <a:gd name="connsiteX1" fmla="*/ 1774173 w 1785240"/>
                <a:gd name="connsiteY1" fmla="*/ 2113731 h 2540910"/>
                <a:gd name="connsiteX2" fmla="*/ 1475221 w 1785240"/>
                <a:gd name="connsiteY2" fmla="*/ 1886813 h 2540910"/>
                <a:gd name="connsiteX3" fmla="*/ 1382521 w 1785240"/>
                <a:gd name="connsiteY3" fmla="*/ 1567381 h 2540910"/>
                <a:gd name="connsiteX4" fmla="*/ 1469115 w 1785240"/>
                <a:gd name="connsiteY4" fmla="*/ 1251609 h 2540910"/>
                <a:gd name="connsiteX5" fmla="*/ 1229668 w 1785240"/>
                <a:gd name="connsiteY5" fmla="*/ 779182 h 2540910"/>
                <a:gd name="connsiteX6" fmla="*/ 1337218 w 1785240"/>
                <a:gd name="connsiteY6" fmla="*/ 394253 h 2540910"/>
                <a:gd name="connsiteX7" fmla="*/ 1337218 w 1785240"/>
                <a:gd name="connsiteY7" fmla="*/ 233090 h 2540910"/>
                <a:gd name="connsiteX8" fmla="*/ 1328932 w 1785240"/>
                <a:gd name="connsiteY8" fmla="*/ 63640 h 2540910"/>
                <a:gd name="connsiteX9" fmla="*/ 1293975 w 1785240"/>
                <a:gd name="connsiteY9" fmla="*/ 7157 h 2540910"/>
                <a:gd name="connsiteX10" fmla="*/ 1142380 w 1785240"/>
                <a:gd name="connsiteY10" fmla="*/ 17916 h 2540910"/>
                <a:gd name="connsiteX11" fmla="*/ 983079 w 1785240"/>
                <a:gd name="connsiteY11" fmla="*/ 251378 h 2540910"/>
                <a:gd name="connsiteX12" fmla="*/ 699967 w 1785240"/>
                <a:gd name="connsiteY12" fmla="*/ 510475 h 2540910"/>
                <a:gd name="connsiteX13" fmla="*/ 525974 w 1785240"/>
                <a:gd name="connsiteY13" fmla="*/ 857834 h 2540910"/>
                <a:gd name="connsiteX14" fmla="*/ 306137 w 1785240"/>
                <a:gd name="connsiteY14" fmla="*/ 1141870 h 2540910"/>
                <a:gd name="connsiteX15" fmla="*/ 205335 w 1785240"/>
                <a:gd name="connsiteY15" fmla="*/ 1446269 h 2540910"/>
                <a:gd name="connsiteX16" fmla="*/ 34944 w 1785240"/>
                <a:gd name="connsiteY16" fmla="*/ 2453562 h 2540910"/>
                <a:gd name="connsiteX0" fmla="*/ 1564641 w 1780659"/>
                <a:gd name="connsiteY0" fmla="*/ 2315622 h 2453562"/>
                <a:gd name="connsiteX1" fmla="*/ 1774173 w 1780659"/>
                <a:gd name="connsiteY1" fmla="*/ 2113731 h 2453562"/>
                <a:gd name="connsiteX2" fmla="*/ 1475221 w 1780659"/>
                <a:gd name="connsiteY2" fmla="*/ 1886813 h 2453562"/>
                <a:gd name="connsiteX3" fmla="*/ 1382521 w 1780659"/>
                <a:gd name="connsiteY3" fmla="*/ 1567381 h 2453562"/>
                <a:gd name="connsiteX4" fmla="*/ 1469115 w 1780659"/>
                <a:gd name="connsiteY4" fmla="*/ 1251609 h 2453562"/>
                <a:gd name="connsiteX5" fmla="*/ 1229668 w 1780659"/>
                <a:gd name="connsiteY5" fmla="*/ 779182 h 2453562"/>
                <a:gd name="connsiteX6" fmla="*/ 1337218 w 1780659"/>
                <a:gd name="connsiteY6" fmla="*/ 394253 h 2453562"/>
                <a:gd name="connsiteX7" fmla="*/ 1337218 w 1780659"/>
                <a:gd name="connsiteY7" fmla="*/ 233090 h 2453562"/>
                <a:gd name="connsiteX8" fmla="*/ 1328932 w 1780659"/>
                <a:gd name="connsiteY8" fmla="*/ 63640 h 2453562"/>
                <a:gd name="connsiteX9" fmla="*/ 1293975 w 1780659"/>
                <a:gd name="connsiteY9" fmla="*/ 7157 h 2453562"/>
                <a:gd name="connsiteX10" fmla="*/ 1142380 w 1780659"/>
                <a:gd name="connsiteY10" fmla="*/ 17916 h 2453562"/>
                <a:gd name="connsiteX11" fmla="*/ 983079 w 1780659"/>
                <a:gd name="connsiteY11" fmla="*/ 251378 h 2453562"/>
                <a:gd name="connsiteX12" fmla="*/ 699967 w 1780659"/>
                <a:gd name="connsiteY12" fmla="*/ 510475 h 2453562"/>
                <a:gd name="connsiteX13" fmla="*/ 525974 w 1780659"/>
                <a:gd name="connsiteY13" fmla="*/ 857834 h 2453562"/>
                <a:gd name="connsiteX14" fmla="*/ 306137 w 1780659"/>
                <a:gd name="connsiteY14" fmla="*/ 1141870 h 2453562"/>
                <a:gd name="connsiteX15" fmla="*/ 205335 w 1780659"/>
                <a:gd name="connsiteY15" fmla="*/ 1446269 h 2453562"/>
                <a:gd name="connsiteX16" fmla="*/ 34944 w 1780659"/>
                <a:gd name="connsiteY16" fmla="*/ 2453562 h 2453562"/>
                <a:gd name="connsiteX0" fmla="*/ 1359306 w 1575324"/>
                <a:gd name="connsiteY0" fmla="*/ 2315622 h 2315622"/>
                <a:gd name="connsiteX1" fmla="*/ 1568838 w 1575324"/>
                <a:gd name="connsiteY1" fmla="*/ 2113731 h 2315622"/>
                <a:gd name="connsiteX2" fmla="*/ 1269886 w 1575324"/>
                <a:gd name="connsiteY2" fmla="*/ 1886813 h 2315622"/>
                <a:gd name="connsiteX3" fmla="*/ 1177186 w 1575324"/>
                <a:gd name="connsiteY3" fmla="*/ 1567381 h 2315622"/>
                <a:gd name="connsiteX4" fmla="*/ 1263780 w 1575324"/>
                <a:gd name="connsiteY4" fmla="*/ 1251609 h 2315622"/>
                <a:gd name="connsiteX5" fmla="*/ 1024333 w 1575324"/>
                <a:gd name="connsiteY5" fmla="*/ 779182 h 2315622"/>
                <a:gd name="connsiteX6" fmla="*/ 1131883 w 1575324"/>
                <a:gd name="connsiteY6" fmla="*/ 394253 h 2315622"/>
                <a:gd name="connsiteX7" fmla="*/ 1131883 w 1575324"/>
                <a:gd name="connsiteY7" fmla="*/ 233090 h 2315622"/>
                <a:gd name="connsiteX8" fmla="*/ 1123597 w 1575324"/>
                <a:gd name="connsiteY8" fmla="*/ 63640 h 2315622"/>
                <a:gd name="connsiteX9" fmla="*/ 1088640 w 1575324"/>
                <a:gd name="connsiteY9" fmla="*/ 7157 h 2315622"/>
                <a:gd name="connsiteX10" fmla="*/ 937045 w 1575324"/>
                <a:gd name="connsiteY10" fmla="*/ 17916 h 2315622"/>
                <a:gd name="connsiteX11" fmla="*/ 777744 w 1575324"/>
                <a:gd name="connsiteY11" fmla="*/ 251378 h 2315622"/>
                <a:gd name="connsiteX12" fmla="*/ 494632 w 1575324"/>
                <a:gd name="connsiteY12" fmla="*/ 510475 h 2315622"/>
                <a:gd name="connsiteX13" fmla="*/ 320639 w 1575324"/>
                <a:gd name="connsiteY13" fmla="*/ 857834 h 2315622"/>
                <a:gd name="connsiteX14" fmla="*/ 100802 w 1575324"/>
                <a:gd name="connsiteY14" fmla="*/ 1141870 h 2315622"/>
                <a:gd name="connsiteX15" fmla="*/ 0 w 1575324"/>
                <a:gd name="connsiteY15" fmla="*/ 1446269 h 2315622"/>
                <a:gd name="connsiteX0" fmla="*/ 1258504 w 1474522"/>
                <a:gd name="connsiteY0" fmla="*/ 2315622 h 2315622"/>
                <a:gd name="connsiteX1" fmla="*/ 1468036 w 1474522"/>
                <a:gd name="connsiteY1" fmla="*/ 2113731 h 2315622"/>
                <a:gd name="connsiteX2" fmla="*/ 1169084 w 1474522"/>
                <a:gd name="connsiteY2" fmla="*/ 1886813 h 2315622"/>
                <a:gd name="connsiteX3" fmla="*/ 1076384 w 1474522"/>
                <a:gd name="connsiteY3" fmla="*/ 1567381 h 2315622"/>
                <a:gd name="connsiteX4" fmla="*/ 1162978 w 1474522"/>
                <a:gd name="connsiteY4" fmla="*/ 1251609 h 2315622"/>
                <a:gd name="connsiteX5" fmla="*/ 923531 w 1474522"/>
                <a:gd name="connsiteY5" fmla="*/ 779182 h 2315622"/>
                <a:gd name="connsiteX6" fmla="*/ 1031081 w 1474522"/>
                <a:gd name="connsiteY6" fmla="*/ 394253 h 2315622"/>
                <a:gd name="connsiteX7" fmla="*/ 1031081 w 1474522"/>
                <a:gd name="connsiteY7" fmla="*/ 233090 h 2315622"/>
                <a:gd name="connsiteX8" fmla="*/ 1022795 w 1474522"/>
                <a:gd name="connsiteY8" fmla="*/ 63640 h 2315622"/>
                <a:gd name="connsiteX9" fmla="*/ 987838 w 1474522"/>
                <a:gd name="connsiteY9" fmla="*/ 7157 h 2315622"/>
                <a:gd name="connsiteX10" fmla="*/ 836243 w 1474522"/>
                <a:gd name="connsiteY10" fmla="*/ 17916 h 2315622"/>
                <a:gd name="connsiteX11" fmla="*/ 676942 w 1474522"/>
                <a:gd name="connsiteY11" fmla="*/ 251378 h 2315622"/>
                <a:gd name="connsiteX12" fmla="*/ 393830 w 1474522"/>
                <a:gd name="connsiteY12" fmla="*/ 510475 h 2315622"/>
                <a:gd name="connsiteX13" fmla="*/ 219837 w 1474522"/>
                <a:gd name="connsiteY13" fmla="*/ 857834 h 2315622"/>
                <a:gd name="connsiteX14" fmla="*/ 0 w 1474522"/>
                <a:gd name="connsiteY14" fmla="*/ 1141870 h 2315622"/>
                <a:gd name="connsiteX0" fmla="*/ 1038667 w 1254685"/>
                <a:gd name="connsiteY0" fmla="*/ 2315622 h 2315622"/>
                <a:gd name="connsiteX1" fmla="*/ 1248199 w 1254685"/>
                <a:gd name="connsiteY1" fmla="*/ 2113731 h 2315622"/>
                <a:gd name="connsiteX2" fmla="*/ 949247 w 1254685"/>
                <a:gd name="connsiteY2" fmla="*/ 1886813 h 2315622"/>
                <a:gd name="connsiteX3" fmla="*/ 856547 w 1254685"/>
                <a:gd name="connsiteY3" fmla="*/ 1567381 h 2315622"/>
                <a:gd name="connsiteX4" fmla="*/ 943141 w 1254685"/>
                <a:gd name="connsiteY4" fmla="*/ 1251609 h 2315622"/>
                <a:gd name="connsiteX5" fmla="*/ 703694 w 1254685"/>
                <a:gd name="connsiteY5" fmla="*/ 779182 h 2315622"/>
                <a:gd name="connsiteX6" fmla="*/ 811244 w 1254685"/>
                <a:gd name="connsiteY6" fmla="*/ 394253 h 2315622"/>
                <a:gd name="connsiteX7" fmla="*/ 811244 w 1254685"/>
                <a:gd name="connsiteY7" fmla="*/ 233090 h 2315622"/>
                <a:gd name="connsiteX8" fmla="*/ 802958 w 1254685"/>
                <a:gd name="connsiteY8" fmla="*/ 63640 h 2315622"/>
                <a:gd name="connsiteX9" fmla="*/ 768001 w 1254685"/>
                <a:gd name="connsiteY9" fmla="*/ 7157 h 2315622"/>
                <a:gd name="connsiteX10" fmla="*/ 616406 w 1254685"/>
                <a:gd name="connsiteY10" fmla="*/ 17916 h 2315622"/>
                <a:gd name="connsiteX11" fmla="*/ 457105 w 1254685"/>
                <a:gd name="connsiteY11" fmla="*/ 251378 h 2315622"/>
                <a:gd name="connsiteX12" fmla="*/ 173993 w 1254685"/>
                <a:gd name="connsiteY12" fmla="*/ 510475 h 2315622"/>
                <a:gd name="connsiteX13" fmla="*/ 0 w 1254685"/>
                <a:gd name="connsiteY13" fmla="*/ 857834 h 2315622"/>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03694 w 1254685"/>
                <a:gd name="connsiteY5" fmla="*/ 780650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038667 w 1254685"/>
                <a:gd name="connsiteY0" fmla="*/ 2317090 h 2317090"/>
                <a:gd name="connsiteX1" fmla="*/ 1248199 w 1254685"/>
                <a:gd name="connsiteY1" fmla="*/ 2115199 h 2317090"/>
                <a:gd name="connsiteX2" fmla="*/ 949247 w 1254685"/>
                <a:gd name="connsiteY2" fmla="*/ 1888281 h 2317090"/>
                <a:gd name="connsiteX3" fmla="*/ 856547 w 1254685"/>
                <a:gd name="connsiteY3" fmla="*/ 1568849 h 2317090"/>
                <a:gd name="connsiteX4" fmla="*/ 943141 w 1254685"/>
                <a:gd name="connsiteY4" fmla="*/ 1253077 h 2317090"/>
                <a:gd name="connsiteX5" fmla="*/ 773918 w 1254685"/>
                <a:gd name="connsiteY5" fmla="*/ 792778 h 2317090"/>
                <a:gd name="connsiteX6" fmla="*/ 811244 w 1254685"/>
                <a:gd name="connsiteY6" fmla="*/ 395721 h 2317090"/>
                <a:gd name="connsiteX7" fmla="*/ 811244 w 1254685"/>
                <a:gd name="connsiteY7" fmla="*/ 234558 h 2317090"/>
                <a:gd name="connsiteX8" fmla="*/ 802958 w 1254685"/>
                <a:gd name="connsiteY8" fmla="*/ 65108 h 2317090"/>
                <a:gd name="connsiteX9" fmla="*/ 768001 w 1254685"/>
                <a:gd name="connsiteY9" fmla="*/ 8625 h 2317090"/>
                <a:gd name="connsiteX10" fmla="*/ 616406 w 1254685"/>
                <a:gd name="connsiteY10" fmla="*/ 19384 h 2317090"/>
                <a:gd name="connsiteX11" fmla="*/ 464976 w 1254685"/>
                <a:gd name="connsiteY11" fmla="*/ 186963 h 2317090"/>
                <a:gd name="connsiteX12" fmla="*/ 173993 w 1254685"/>
                <a:gd name="connsiteY12" fmla="*/ 511943 h 2317090"/>
                <a:gd name="connsiteX13" fmla="*/ 0 w 1254685"/>
                <a:gd name="connsiteY13" fmla="*/ 859302 h 2317090"/>
                <a:gd name="connsiteX0" fmla="*/ 1248199 w 1248200"/>
                <a:gd name="connsiteY0" fmla="*/ 2115199 h 2115199"/>
                <a:gd name="connsiteX1" fmla="*/ 949247 w 1248200"/>
                <a:gd name="connsiteY1" fmla="*/ 1888281 h 2115199"/>
                <a:gd name="connsiteX2" fmla="*/ 856547 w 1248200"/>
                <a:gd name="connsiteY2" fmla="*/ 1568849 h 2115199"/>
                <a:gd name="connsiteX3" fmla="*/ 943141 w 1248200"/>
                <a:gd name="connsiteY3" fmla="*/ 1253077 h 2115199"/>
                <a:gd name="connsiteX4" fmla="*/ 773918 w 1248200"/>
                <a:gd name="connsiteY4" fmla="*/ 792778 h 2115199"/>
                <a:gd name="connsiteX5" fmla="*/ 811244 w 1248200"/>
                <a:gd name="connsiteY5" fmla="*/ 395721 h 2115199"/>
                <a:gd name="connsiteX6" fmla="*/ 811244 w 1248200"/>
                <a:gd name="connsiteY6" fmla="*/ 234558 h 2115199"/>
                <a:gd name="connsiteX7" fmla="*/ 802958 w 1248200"/>
                <a:gd name="connsiteY7" fmla="*/ 65108 h 2115199"/>
                <a:gd name="connsiteX8" fmla="*/ 768001 w 1248200"/>
                <a:gd name="connsiteY8" fmla="*/ 8625 h 2115199"/>
                <a:gd name="connsiteX9" fmla="*/ 616406 w 1248200"/>
                <a:gd name="connsiteY9" fmla="*/ 19384 h 2115199"/>
                <a:gd name="connsiteX10" fmla="*/ 464976 w 1248200"/>
                <a:gd name="connsiteY10" fmla="*/ 186963 h 2115199"/>
                <a:gd name="connsiteX11" fmla="*/ 173993 w 1248200"/>
                <a:gd name="connsiteY11" fmla="*/ 511943 h 2115199"/>
                <a:gd name="connsiteX12" fmla="*/ 0 w 1248200"/>
                <a:gd name="connsiteY12" fmla="*/ 859302 h 2115199"/>
                <a:gd name="connsiteX0" fmla="*/ 949247 w 949247"/>
                <a:gd name="connsiteY0" fmla="*/ 1888281 h 1888281"/>
                <a:gd name="connsiteX1" fmla="*/ 856547 w 949247"/>
                <a:gd name="connsiteY1" fmla="*/ 1568849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949247 w 949247"/>
                <a:gd name="connsiteY0" fmla="*/ 1888281 h 1888281"/>
                <a:gd name="connsiteX1" fmla="*/ 891393 w 949247"/>
                <a:gd name="connsiteY1" fmla="*/ 1530007 h 1888281"/>
                <a:gd name="connsiteX2" fmla="*/ 943141 w 949247"/>
                <a:gd name="connsiteY2" fmla="*/ 1253077 h 1888281"/>
                <a:gd name="connsiteX3" fmla="*/ 773918 w 949247"/>
                <a:gd name="connsiteY3" fmla="*/ 792778 h 1888281"/>
                <a:gd name="connsiteX4" fmla="*/ 811244 w 949247"/>
                <a:gd name="connsiteY4" fmla="*/ 395721 h 1888281"/>
                <a:gd name="connsiteX5" fmla="*/ 811244 w 949247"/>
                <a:gd name="connsiteY5" fmla="*/ 234558 h 1888281"/>
                <a:gd name="connsiteX6" fmla="*/ 802958 w 949247"/>
                <a:gd name="connsiteY6" fmla="*/ 65108 h 1888281"/>
                <a:gd name="connsiteX7" fmla="*/ 768001 w 949247"/>
                <a:gd name="connsiteY7" fmla="*/ 8625 h 1888281"/>
                <a:gd name="connsiteX8" fmla="*/ 616406 w 949247"/>
                <a:gd name="connsiteY8" fmla="*/ 19384 h 1888281"/>
                <a:gd name="connsiteX9" fmla="*/ 464976 w 949247"/>
                <a:gd name="connsiteY9" fmla="*/ 186963 h 1888281"/>
                <a:gd name="connsiteX10" fmla="*/ 173993 w 949247"/>
                <a:gd name="connsiteY10" fmla="*/ 511943 h 1888281"/>
                <a:gd name="connsiteX11" fmla="*/ 0 w 949247"/>
                <a:gd name="connsiteY11" fmla="*/ 859302 h 1888281"/>
                <a:gd name="connsiteX0" fmla="*/ 1087976 w 1087976"/>
                <a:gd name="connsiteY0" fmla="*/ 1776149 h 1776149"/>
                <a:gd name="connsiteX1" fmla="*/ 891393 w 1087976"/>
                <a:gd name="connsiteY1" fmla="*/ 1530007 h 1776149"/>
                <a:gd name="connsiteX2" fmla="*/ 943141 w 1087976"/>
                <a:gd name="connsiteY2" fmla="*/ 1253077 h 1776149"/>
                <a:gd name="connsiteX3" fmla="*/ 773918 w 1087976"/>
                <a:gd name="connsiteY3" fmla="*/ 792778 h 1776149"/>
                <a:gd name="connsiteX4" fmla="*/ 811244 w 1087976"/>
                <a:gd name="connsiteY4" fmla="*/ 395721 h 1776149"/>
                <a:gd name="connsiteX5" fmla="*/ 811244 w 1087976"/>
                <a:gd name="connsiteY5" fmla="*/ 234558 h 1776149"/>
                <a:gd name="connsiteX6" fmla="*/ 802958 w 1087976"/>
                <a:gd name="connsiteY6" fmla="*/ 65108 h 1776149"/>
                <a:gd name="connsiteX7" fmla="*/ 768001 w 1087976"/>
                <a:gd name="connsiteY7" fmla="*/ 8625 h 1776149"/>
                <a:gd name="connsiteX8" fmla="*/ 616406 w 1087976"/>
                <a:gd name="connsiteY8" fmla="*/ 19384 h 1776149"/>
                <a:gd name="connsiteX9" fmla="*/ 464976 w 1087976"/>
                <a:gd name="connsiteY9" fmla="*/ 186963 h 1776149"/>
                <a:gd name="connsiteX10" fmla="*/ 173993 w 1087976"/>
                <a:gd name="connsiteY10" fmla="*/ 511943 h 1776149"/>
                <a:gd name="connsiteX11" fmla="*/ 0 w 1087976"/>
                <a:gd name="connsiteY11" fmla="*/ 859302 h 1776149"/>
                <a:gd name="connsiteX0" fmla="*/ 1087976 w 1093474"/>
                <a:gd name="connsiteY0" fmla="*/ 1776149 h 1776149"/>
                <a:gd name="connsiteX1" fmla="*/ 891393 w 1093474"/>
                <a:gd name="connsiteY1" fmla="*/ 1530007 h 1776149"/>
                <a:gd name="connsiteX2" fmla="*/ 943141 w 1093474"/>
                <a:gd name="connsiteY2" fmla="*/ 1253077 h 1776149"/>
                <a:gd name="connsiteX3" fmla="*/ 773918 w 1093474"/>
                <a:gd name="connsiteY3" fmla="*/ 792778 h 1776149"/>
                <a:gd name="connsiteX4" fmla="*/ 811244 w 1093474"/>
                <a:gd name="connsiteY4" fmla="*/ 395721 h 1776149"/>
                <a:gd name="connsiteX5" fmla="*/ 811244 w 1093474"/>
                <a:gd name="connsiteY5" fmla="*/ 234558 h 1776149"/>
                <a:gd name="connsiteX6" fmla="*/ 802958 w 1093474"/>
                <a:gd name="connsiteY6" fmla="*/ 65108 h 1776149"/>
                <a:gd name="connsiteX7" fmla="*/ 768001 w 1093474"/>
                <a:gd name="connsiteY7" fmla="*/ 8625 h 1776149"/>
                <a:gd name="connsiteX8" fmla="*/ 616406 w 1093474"/>
                <a:gd name="connsiteY8" fmla="*/ 19384 h 1776149"/>
                <a:gd name="connsiteX9" fmla="*/ 464976 w 1093474"/>
                <a:gd name="connsiteY9" fmla="*/ 186963 h 1776149"/>
                <a:gd name="connsiteX10" fmla="*/ 173993 w 1093474"/>
                <a:gd name="connsiteY10" fmla="*/ 511943 h 1776149"/>
                <a:gd name="connsiteX11" fmla="*/ 0 w 1093474"/>
                <a:gd name="connsiteY11" fmla="*/ 859302 h 1776149"/>
                <a:gd name="connsiteX0" fmla="*/ 1087976 w 1095038"/>
                <a:gd name="connsiteY0" fmla="*/ 1776149 h 1776149"/>
                <a:gd name="connsiteX1" fmla="*/ 945719 w 1095038"/>
                <a:gd name="connsiteY1" fmla="*/ 1473424 h 1776149"/>
                <a:gd name="connsiteX2" fmla="*/ 943141 w 1095038"/>
                <a:gd name="connsiteY2" fmla="*/ 1253077 h 1776149"/>
                <a:gd name="connsiteX3" fmla="*/ 773918 w 1095038"/>
                <a:gd name="connsiteY3" fmla="*/ 792778 h 1776149"/>
                <a:gd name="connsiteX4" fmla="*/ 811244 w 1095038"/>
                <a:gd name="connsiteY4" fmla="*/ 395721 h 1776149"/>
                <a:gd name="connsiteX5" fmla="*/ 811244 w 1095038"/>
                <a:gd name="connsiteY5" fmla="*/ 234558 h 1776149"/>
                <a:gd name="connsiteX6" fmla="*/ 802958 w 1095038"/>
                <a:gd name="connsiteY6" fmla="*/ 65108 h 1776149"/>
                <a:gd name="connsiteX7" fmla="*/ 768001 w 1095038"/>
                <a:gd name="connsiteY7" fmla="*/ 8625 h 1776149"/>
                <a:gd name="connsiteX8" fmla="*/ 616406 w 1095038"/>
                <a:gd name="connsiteY8" fmla="*/ 19384 h 1776149"/>
                <a:gd name="connsiteX9" fmla="*/ 464976 w 1095038"/>
                <a:gd name="connsiteY9" fmla="*/ 186963 h 1776149"/>
                <a:gd name="connsiteX10" fmla="*/ 173993 w 1095038"/>
                <a:gd name="connsiteY10" fmla="*/ 511943 h 1776149"/>
                <a:gd name="connsiteX11" fmla="*/ 0 w 1095038"/>
                <a:gd name="connsiteY11" fmla="*/ 859302 h 177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5038" h="1776149">
                  <a:moveTo>
                    <a:pt x="1087976" y="1776149"/>
                  </a:moveTo>
                  <a:cubicBezTo>
                    <a:pt x="1130263" y="1601341"/>
                    <a:pt x="969858" y="1560603"/>
                    <a:pt x="945719" y="1473424"/>
                  </a:cubicBezTo>
                  <a:cubicBezTo>
                    <a:pt x="921580" y="1386245"/>
                    <a:pt x="971774" y="1366518"/>
                    <a:pt x="943141" y="1253077"/>
                  </a:cubicBezTo>
                  <a:cubicBezTo>
                    <a:pt x="914508" y="1139636"/>
                    <a:pt x="781990" y="926759"/>
                    <a:pt x="773918" y="792778"/>
                  </a:cubicBezTo>
                  <a:cubicBezTo>
                    <a:pt x="781634" y="692861"/>
                    <a:pt x="805023" y="488758"/>
                    <a:pt x="811244" y="395721"/>
                  </a:cubicBezTo>
                  <a:cubicBezTo>
                    <a:pt x="817465" y="302684"/>
                    <a:pt x="810863" y="288279"/>
                    <a:pt x="811244" y="234558"/>
                  </a:cubicBezTo>
                  <a:cubicBezTo>
                    <a:pt x="811625" y="177598"/>
                    <a:pt x="817436" y="119972"/>
                    <a:pt x="802958" y="65108"/>
                  </a:cubicBezTo>
                  <a:cubicBezTo>
                    <a:pt x="797052" y="42724"/>
                    <a:pt x="799093" y="16246"/>
                    <a:pt x="768001" y="8625"/>
                  </a:cubicBezTo>
                  <a:cubicBezTo>
                    <a:pt x="736909" y="1004"/>
                    <a:pt x="666910" y="-10339"/>
                    <a:pt x="616406" y="19384"/>
                  </a:cubicBezTo>
                  <a:cubicBezTo>
                    <a:pt x="565902" y="49107"/>
                    <a:pt x="538712" y="104870"/>
                    <a:pt x="464976" y="186963"/>
                  </a:cubicBezTo>
                  <a:cubicBezTo>
                    <a:pt x="391241" y="269056"/>
                    <a:pt x="251489" y="399887"/>
                    <a:pt x="173993" y="511943"/>
                  </a:cubicBezTo>
                  <a:cubicBezTo>
                    <a:pt x="96497" y="623999"/>
                    <a:pt x="65638" y="754070"/>
                    <a:pt x="0" y="859302"/>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5" name="Oval 55">
              <a:extLst>
                <a:ext uri="{FF2B5EF4-FFF2-40B4-BE49-F238E27FC236}">
                  <a16:creationId xmlns:a16="http://schemas.microsoft.com/office/drawing/2014/main" id="{27ABF865-7592-711A-34D5-59C0950A72BA}"/>
                </a:ext>
              </a:extLst>
            </p:cNvPr>
            <p:cNvSpPr/>
            <p:nvPr userDrawn="1"/>
          </p:nvSpPr>
          <p:spPr>
            <a:xfrm rot="9035553">
              <a:off x="1107570" y="6082478"/>
              <a:ext cx="669239" cy="993527"/>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189154 w 639022"/>
                <a:gd name="connsiteY0" fmla="*/ 620421 h 1078975"/>
                <a:gd name="connsiteX1" fmla="*/ 4647 w 639022"/>
                <a:gd name="connsiteY1" fmla="*/ 52102 h 1078975"/>
                <a:gd name="connsiteX2" fmla="*/ 380023 w 639022"/>
                <a:gd name="connsiteY2" fmla="*/ 268450 h 1078975"/>
                <a:gd name="connsiteX3" fmla="*/ 634194 w 639022"/>
                <a:gd name="connsiteY3" fmla="*/ 343193 h 1078975"/>
                <a:gd name="connsiteX4" fmla="*/ 507954 w 639022"/>
                <a:gd name="connsiteY4" fmla="*/ 720730 h 1078975"/>
                <a:gd name="connsiteX5" fmla="*/ 490672 w 639022"/>
                <a:gd name="connsiteY5" fmla="*/ 955288 h 1078975"/>
                <a:gd name="connsiteX6" fmla="*/ 342603 w 639022"/>
                <a:gd name="connsiteY6" fmla="*/ 1063292 h 1078975"/>
                <a:gd name="connsiteX7" fmla="*/ 189154 w 639022"/>
                <a:gd name="connsiteY7" fmla="*/ 620421 h 1078975"/>
                <a:gd name="connsiteX0" fmla="*/ 200281 w 650149"/>
                <a:gd name="connsiteY0" fmla="*/ 620421 h 1078975"/>
                <a:gd name="connsiteX1" fmla="*/ 73977 w 650149"/>
                <a:gd name="connsiteY1" fmla="*/ 434308 h 1078975"/>
                <a:gd name="connsiteX2" fmla="*/ 15774 w 650149"/>
                <a:gd name="connsiteY2" fmla="*/ 52102 h 1078975"/>
                <a:gd name="connsiteX3" fmla="*/ 391150 w 650149"/>
                <a:gd name="connsiteY3" fmla="*/ 268450 h 1078975"/>
                <a:gd name="connsiteX4" fmla="*/ 645321 w 650149"/>
                <a:gd name="connsiteY4" fmla="*/ 343193 h 1078975"/>
                <a:gd name="connsiteX5" fmla="*/ 519081 w 650149"/>
                <a:gd name="connsiteY5" fmla="*/ 720730 h 1078975"/>
                <a:gd name="connsiteX6" fmla="*/ 501799 w 650149"/>
                <a:gd name="connsiteY6" fmla="*/ 955288 h 1078975"/>
                <a:gd name="connsiteX7" fmla="*/ 353730 w 650149"/>
                <a:gd name="connsiteY7" fmla="*/ 1063292 h 1078975"/>
                <a:gd name="connsiteX8" fmla="*/ 200281 w 650149"/>
                <a:gd name="connsiteY8" fmla="*/ 620421 h 1078975"/>
                <a:gd name="connsiteX0" fmla="*/ 391150 w 650149"/>
                <a:gd name="connsiteY0" fmla="*/ 267817 h 1078342"/>
                <a:gd name="connsiteX1" fmla="*/ 645321 w 650149"/>
                <a:gd name="connsiteY1" fmla="*/ 342560 h 1078342"/>
                <a:gd name="connsiteX2" fmla="*/ 519081 w 650149"/>
                <a:gd name="connsiteY2" fmla="*/ 720097 h 1078342"/>
                <a:gd name="connsiteX3" fmla="*/ 501799 w 650149"/>
                <a:gd name="connsiteY3" fmla="*/ 954655 h 1078342"/>
                <a:gd name="connsiteX4" fmla="*/ 353730 w 650149"/>
                <a:gd name="connsiteY4" fmla="*/ 1062659 h 1078342"/>
                <a:gd name="connsiteX5" fmla="*/ 200281 w 650149"/>
                <a:gd name="connsiteY5" fmla="*/ 619788 h 1078342"/>
                <a:gd name="connsiteX6" fmla="*/ 73977 w 650149"/>
                <a:gd name="connsiteY6" fmla="*/ 433675 h 1078342"/>
                <a:gd name="connsiteX7" fmla="*/ 15774 w 650149"/>
                <a:gd name="connsiteY7" fmla="*/ 51469 h 1078342"/>
                <a:gd name="connsiteX8" fmla="*/ 462406 w 650149"/>
                <a:gd name="connsiteY8" fmla="*/ 345330 h 1078342"/>
                <a:gd name="connsiteX0" fmla="*/ 391150 w 650149"/>
                <a:gd name="connsiteY0" fmla="*/ 216348 h 1026873"/>
                <a:gd name="connsiteX1" fmla="*/ 645321 w 650149"/>
                <a:gd name="connsiteY1" fmla="*/ 291091 h 1026873"/>
                <a:gd name="connsiteX2" fmla="*/ 519081 w 650149"/>
                <a:gd name="connsiteY2" fmla="*/ 668628 h 1026873"/>
                <a:gd name="connsiteX3" fmla="*/ 501799 w 650149"/>
                <a:gd name="connsiteY3" fmla="*/ 903186 h 1026873"/>
                <a:gd name="connsiteX4" fmla="*/ 353730 w 650149"/>
                <a:gd name="connsiteY4" fmla="*/ 1011190 h 1026873"/>
                <a:gd name="connsiteX5" fmla="*/ 200281 w 650149"/>
                <a:gd name="connsiteY5" fmla="*/ 568319 h 1026873"/>
                <a:gd name="connsiteX6" fmla="*/ 73977 w 650149"/>
                <a:gd name="connsiteY6" fmla="*/ 382206 h 1026873"/>
                <a:gd name="connsiteX7" fmla="*/ 15774 w 650149"/>
                <a:gd name="connsiteY7" fmla="*/ 0 h 1026873"/>
                <a:gd name="connsiteX0" fmla="*/ 645321 w 650149"/>
                <a:gd name="connsiteY0" fmla="*/ 291091 h 1026873"/>
                <a:gd name="connsiteX1" fmla="*/ 519081 w 650149"/>
                <a:gd name="connsiteY1" fmla="*/ 668628 h 1026873"/>
                <a:gd name="connsiteX2" fmla="*/ 501799 w 650149"/>
                <a:gd name="connsiteY2" fmla="*/ 903186 h 1026873"/>
                <a:gd name="connsiteX3" fmla="*/ 353730 w 650149"/>
                <a:gd name="connsiteY3" fmla="*/ 1011190 h 1026873"/>
                <a:gd name="connsiteX4" fmla="*/ 200281 w 650149"/>
                <a:gd name="connsiteY4" fmla="*/ 568319 h 1026873"/>
                <a:gd name="connsiteX5" fmla="*/ 73977 w 650149"/>
                <a:gd name="connsiteY5" fmla="*/ 382206 h 1026873"/>
                <a:gd name="connsiteX6" fmla="*/ 15774 w 650149"/>
                <a:gd name="connsiteY6" fmla="*/ 0 h 1026873"/>
                <a:gd name="connsiteX0" fmla="*/ 560050 w 568608"/>
                <a:gd name="connsiteY0" fmla="*/ 451570 h 1026873"/>
                <a:gd name="connsiteX1" fmla="*/ 519081 w 568608"/>
                <a:gd name="connsiteY1" fmla="*/ 668628 h 1026873"/>
                <a:gd name="connsiteX2" fmla="*/ 501799 w 568608"/>
                <a:gd name="connsiteY2" fmla="*/ 903186 h 1026873"/>
                <a:gd name="connsiteX3" fmla="*/ 353730 w 568608"/>
                <a:gd name="connsiteY3" fmla="*/ 1011190 h 1026873"/>
                <a:gd name="connsiteX4" fmla="*/ 200281 w 568608"/>
                <a:gd name="connsiteY4" fmla="*/ 568319 h 1026873"/>
                <a:gd name="connsiteX5" fmla="*/ 73977 w 568608"/>
                <a:gd name="connsiteY5" fmla="*/ 382206 h 1026873"/>
                <a:gd name="connsiteX6" fmla="*/ 15774 w 568608"/>
                <a:gd name="connsiteY6" fmla="*/ 0 h 1026873"/>
                <a:gd name="connsiteX0" fmla="*/ 496761 w 505319"/>
                <a:gd name="connsiteY0" fmla="*/ 457860 h 1033163"/>
                <a:gd name="connsiteX1" fmla="*/ 455792 w 505319"/>
                <a:gd name="connsiteY1" fmla="*/ 674918 h 1033163"/>
                <a:gd name="connsiteX2" fmla="*/ 438510 w 505319"/>
                <a:gd name="connsiteY2" fmla="*/ 909476 h 1033163"/>
                <a:gd name="connsiteX3" fmla="*/ 290441 w 505319"/>
                <a:gd name="connsiteY3" fmla="*/ 1017480 h 1033163"/>
                <a:gd name="connsiteX4" fmla="*/ 136992 w 505319"/>
                <a:gd name="connsiteY4" fmla="*/ 574609 h 1033163"/>
                <a:gd name="connsiteX5" fmla="*/ 10688 w 505319"/>
                <a:gd name="connsiteY5" fmla="*/ 388496 h 1033163"/>
                <a:gd name="connsiteX6" fmla="*/ 69039 w 505319"/>
                <a:gd name="connsiteY6" fmla="*/ 0 h 1033163"/>
                <a:gd name="connsiteX0" fmla="*/ 516098 w 524656"/>
                <a:gd name="connsiteY0" fmla="*/ 457860 h 1033163"/>
                <a:gd name="connsiteX1" fmla="*/ 475129 w 524656"/>
                <a:gd name="connsiteY1" fmla="*/ 674918 h 1033163"/>
                <a:gd name="connsiteX2" fmla="*/ 457847 w 524656"/>
                <a:gd name="connsiteY2" fmla="*/ 909476 h 1033163"/>
                <a:gd name="connsiteX3" fmla="*/ 309778 w 524656"/>
                <a:gd name="connsiteY3" fmla="*/ 1017480 h 1033163"/>
                <a:gd name="connsiteX4" fmla="*/ 156329 w 524656"/>
                <a:gd name="connsiteY4" fmla="*/ 574609 h 1033163"/>
                <a:gd name="connsiteX5" fmla="*/ 30025 w 524656"/>
                <a:gd name="connsiteY5" fmla="*/ 388496 h 1033163"/>
                <a:gd name="connsiteX6" fmla="*/ 88376 w 524656"/>
                <a:gd name="connsiteY6" fmla="*/ 0 h 1033163"/>
                <a:gd name="connsiteX0" fmla="*/ 593567 w 602125"/>
                <a:gd name="connsiteY0" fmla="*/ 317831 h 893134"/>
                <a:gd name="connsiteX1" fmla="*/ 552598 w 602125"/>
                <a:gd name="connsiteY1" fmla="*/ 534889 h 893134"/>
                <a:gd name="connsiteX2" fmla="*/ 535316 w 602125"/>
                <a:gd name="connsiteY2" fmla="*/ 769447 h 893134"/>
                <a:gd name="connsiteX3" fmla="*/ 387247 w 602125"/>
                <a:gd name="connsiteY3" fmla="*/ 877451 h 893134"/>
                <a:gd name="connsiteX4" fmla="*/ 233798 w 602125"/>
                <a:gd name="connsiteY4" fmla="*/ 434580 h 893134"/>
                <a:gd name="connsiteX5" fmla="*/ 107494 w 602125"/>
                <a:gd name="connsiteY5" fmla="*/ 248467 h 893134"/>
                <a:gd name="connsiteX6" fmla="*/ 49076 w 602125"/>
                <a:gd name="connsiteY6" fmla="*/ 0 h 893134"/>
                <a:gd name="connsiteX0" fmla="*/ 544491 w 553049"/>
                <a:gd name="connsiteY0" fmla="*/ 317831 h 893134"/>
                <a:gd name="connsiteX1" fmla="*/ 503522 w 553049"/>
                <a:gd name="connsiteY1" fmla="*/ 534889 h 893134"/>
                <a:gd name="connsiteX2" fmla="*/ 486240 w 553049"/>
                <a:gd name="connsiteY2" fmla="*/ 769447 h 893134"/>
                <a:gd name="connsiteX3" fmla="*/ 338171 w 553049"/>
                <a:gd name="connsiteY3" fmla="*/ 877451 h 893134"/>
                <a:gd name="connsiteX4" fmla="*/ 184722 w 553049"/>
                <a:gd name="connsiteY4" fmla="*/ 434580 h 893134"/>
                <a:gd name="connsiteX5" fmla="*/ 58418 w 553049"/>
                <a:gd name="connsiteY5" fmla="*/ 248467 h 893134"/>
                <a:gd name="connsiteX6" fmla="*/ 0 w 553049"/>
                <a:gd name="connsiteY6" fmla="*/ 0 h 8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049" h="893134">
                  <a:moveTo>
                    <a:pt x="544491" y="317831"/>
                  </a:moveTo>
                  <a:cubicBezTo>
                    <a:pt x="575441" y="382233"/>
                    <a:pt x="513230" y="459620"/>
                    <a:pt x="503522" y="534889"/>
                  </a:cubicBezTo>
                  <a:cubicBezTo>
                    <a:pt x="493814" y="610158"/>
                    <a:pt x="513799" y="712353"/>
                    <a:pt x="486240" y="769447"/>
                  </a:cubicBezTo>
                  <a:cubicBezTo>
                    <a:pt x="458681" y="826541"/>
                    <a:pt x="388424" y="933262"/>
                    <a:pt x="338171" y="877451"/>
                  </a:cubicBezTo>
                  <a:cubicBezTo>
                    <a:pt x="287918" y="821640"/>
                    <a:pt x="231347" y="539411"/>
                    <a:pt x="184722" y="434580"/>
                  </a:cubicBezTo>
                  <a:cubicBezTo>
                    <a:pt x="138097" y="329749"/>
                    <a:pt x="89169" y="343187"/>
                    <a:pt x="58418" y="248467"/>
                  </a:cubicBezTo>
                  <a:cubicBezTo>
                    <a:pt x="27667" y="153747"/>
                    <a:pt x="98661" y="146733"/>
                    <a:pt x="0" y="0"/>
                  </a:cubicBezTo>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55">
              <a:extLst>
                <a:ext uri="{FF2B5EF4-FFF2-40B4-BE49-F238E27FC236}">
                  <a16:creationId xmlns:a16="http://schemas.microsoft.com/office/drawing/2014/main" id="{A7FE8613-D0A1-72F9-80BD-F5E34DFE82F2}"/>
                </a:ext>
              </a:extLst>
            </p:cNvPr>
            <p:cNvSpPr/>
            <p:nvPr userDrawn="1"/>
          </p:nvSpPr>
          <p:spPr>
            <a:xfrm rot="9035553">
              <a:off x="1229760" y="6396891"/>
              <a:ext cx="348484" cy="443449"/>
            </a:xfrm>
            <a:custGeom>
              <a:avLst/>
              <a:gdLst>
                <a:gd name="connsiteX0" fmla="*/ 0 w 371405"/>
                <a:gd name="connsiteY0" fmla="*/ 386412 h 772823"/>
                <a:gd name="connsiteX1" fmla="*/ 185703 w 371405"/>
                <a:gd name="connsiteY1" fmla="*/ 0 h 772823"/>
                <a:gd name="connsiteX2" fmla="*/ 371406 w 371405"/>
                <a:gd name="connsiteY2" fmla="*/ 386412 h 772823"/>
                <a:gd name="connsiteX3" fmla="*/ 185703 w 371405"/>
                <a:gd name="connsiteY3" fmla="*/ 772824 h 772823"/>
                <a:gd name="connsiteX4" fmla="*/ 0 w 371405"/>
                <a:gd name="connsiteY4" fmla="*/ 386412 h 772823"/>
                <a:gd name="connsiteX0" fmla="*/ 0 w 425681"/>
                <a:gd name="connsiteY0" fmla="*/ 395330 h 781742"/>
                <a:gd name="connsiteX1" fmla="*/ 185703 w 425681"/>
                <a:gd name="connsiteY1" fmla="*/ 8918 h 781742"/>
                <a:gd name="connsiteX2" fmla="*/ 415766 w 425681"/>
                <a:gd name="connsiteY2" fmla="*/ 145655 h 781742"/>
                <a:gd name="connsiteX3" fmla="*/ 371406 w 425681"/>
                <a:gd name="connsiteY3" fmla="*/ 395330 h 781742"/>
                <a:gd name="connsiteX4" fmla="*/ 185703 w 425681"/>
                <a:gd name="connsiteY4" fmla="*/ 781742 h 781742"/>
                <a:gd name="connsiteX5" fmla="*/ 0 w 425681"/>
                <a:gd name="connsiteY5" fmla="*/ 395330 h 781742"/>
                <a:gd name="connsiteX0" fmla="*/ 107717 w 533398"/>
                <a:gd name="connsiteY0" fmla="*/ 427585 h 813997"/>
                <a:gd name="connsiteX1" fmla="*/ 6666 w 533398"/>
                <a:gd name="connsiteY1" fmla="*/ 31774 h 813997"/>
                <a:gd name="connsiteX2" fmla="*/ 293420 w 533398"/>
                <a:gd name="connsiteY2" fmla="*/ 41173 h 813997"/>
                <a:gd name="connsiteX3" fmla="*/ 523483 w 533398"/>
                <a:gd name="connsiteY3" fmla="*/ 177910 h 813997"/>
                <a:gd name="connsiteX4" fmla="*/ 479123 w 533398"/>
                <a:gd name="connsiteY4" fmla="*/ 427585 h 813997"/>
                <a:gd name="connsiteX5" fmla="*/ 293420 w 533398"/>
                <a:gd name="connsiteY5" fmla="*/ 813997 h 813997"/>
                <a:gd name="connsiteX6" fmla="*/ 107717 w 533398"/>
                <a:gd name="connsiteY6" fmla="*/ 427585 h 813997"/>
                <a:gd name="connsiteX0" fmla="*/ 107717 w 533398"/>
                <a:gd name="connsiteY0" fmla="*/ 413669 h 800081"/>
                <a:gd name="connsiteX1" fmla="*/ 6666 w 533398"/>
                <a:gd name="connsiteY1" fmla="*/ 17858 h 800081"/>
                <a:gd name="connsiteX2" fmla="*/ 298586 w 533398"/>
                <a:gd name="connsiteY2" fmla="*/ 106471 h 800081"/>
                <a:gd name="connsiteX3" fmla="*/ 523483 w 533398"/>
                <a:gd name="connsiteY3" fmla="*/ 163994 h 800081"/>
                <a:gd name="connsiteX4" fmla="*/ 479123 w 533398"/>
                <a:gd name="connsiteY4" fmla="*/ 413669 h 800081"/>
                <a:gd name="connsiteX5" fmla="*/ 293420 w 533398"/>
                <a:gd name="connsiteY5" fmla="*/ 800081 h 800081"/>
                <a:gd name="connsiteX6" fmla="*/ 107717 w 533398"/>
                <a:gd name="connsiteY6" fmla="*/ 413669 h 800081"/>
                <a:gd name="connsiteX0" fmla="*/ 107701 w 533382"/>
                <a:gd name="connsiteY0" fmla="*/ 413669 h 893071"/>
                <a:gd name="connsiteX1" fmla="*/ 6650 w 533382"/>
                <a:gd name="connsiteY1" fmla="*/ 17858 h 893071"/>
                <a:gd name="connsiteX2" fmla="*/ 298570 w 533382"/>
                <a:gd name="connsiteY2" fmla="*/ 106471 h 893071"/>
                <a:gd name="connsiteX3" fmla="*/ 523467 w 533382"/>
                <a:gd name="connsiteY3" fmla="*/ 163994 h 893071"/>
                <a:gd name="connsiteX4" fmla="*/ 479107 w 533382"/>
                <a:gd name="connsiteY4" fmla="*/ 413669 h 893071"/>
                <a:gd name="connsiteX5" fmla="*/ 291682 w 533382"/>
                <a:gd name="connsiteY5" fmla="*/ 893071 h 893071"/>
                <a:gd name="connsiteX6" fmla="*/ 107701 w 533382"/>
                <a:gd name="connsiteY6" fmla="*/ 413669 h 893071"/>
                <a:gd name="connsiteX0" fmla="*/ 107701 w 530969"/>
                <a:gd name="connsiteY0" fmla="*/ 413669 h 894598"/>
                <a:gd name="connsiteX1" fmla="*/ 6650 w 530969"/>
                <a:gd name="connsiteY1" fmla="*/ 17858 h 894598"/>
                <a:gd name="connsiteX2" fmla="*/ 298570 w 530969"/>
                <a:gd name="connsiteY2" fmla="*/ 106471 h 894598"/>
                <a:gd name="connsiteX3" fmla="*/ 523467 w 530969"/>
                <a:gd name="connsiteY3" fmla="*/ 163994 h 894598"/>
                <a:gd name="connsiteX4" fmla="*/ 454998 w 530969"/>
                <a:gd name="connsiteY4" fmla="*/ 556597 h 894598"/>
                <a:gd name="connsiteX5" fmla="*/ 291682 w 530969"/>
                <a:gd name="connsiteY5" fmla="*/ 893071 h 894598"/>
                <a:gd name="connsiteX6" fmla="*/ 107701 w 530969"/>
                <a:gd name="connsiteY6" fmla="*/ 413669 h 894598"/>
                <a:gd name="connsiteX0" fmla="*/ 107701 w 530969"/>
                <a:gd name="connsiteY0" fmla="*/ 413669 h 918583"/>
                <a:gd name="connsiteX1" fmla="*/ 6650 w 530969"/>
                <a:gd name="connsiteY1" fmla="*/ 17858 h 918583"/>
                <a:gd name="connsiteX2" fmla="*/ 298570 w 530969"/>
                <a:gd name="connsiteY2" fmla="*/ 106471 h 918583"/>
                <a:gd name="connsiteX3" fmla="*/ 523467 w 530969"/>
                <a:gd name="connsiteY3" fmla="*/ 163994 h 918583"/>
                <a:gd name="connsiteX4" fmla="*/ 454998 w 530969"/>
                <a:gd name="connsiteY4" fmla="*/ 556597 h 918583"/>
                <a:gd name="connsiteX5" fmla="*/ 291682 w 530969"/>
                <a:gd name="connsiteY5" fmla="*/ 893071 h 918583"/>
                <a:gd name="connsiteX6" fmla="*/ 107701 w 530969"/>
                <a:gd name="connsiteY6" fmla="*/ 413669 h 918583"/>
                <a:gd name="connsiteX0" fmla="*/ 107701 w 558510"/>
                <a:gd name="connsiteY0" fmla="*/ 413250 h 918164"/>
                <a:gd name="connsiteX1" fmla="*/ 6650 w 558510"/>
                <a:gd name="connsiteY1" fmla="*/ 17439 h 918164"/>
                <a:gd name="connsiteX2" fmla="*/ 298570 w 558510"/>
                <a:gd name="connsiteY2" fmla="*/ 106052 h 918164"/>
                <a:gd name="connsiteX3" fmla="*/ 552741 w 558510"/>
                <a:gd name="connsiteY3" fmla="*/ 136022 h 918164"/>
                <a:gd name="connsiteX4" fmla="*/ 454998 w 558510"/>
                <a:gd name="connsiteY4" fmla="*/ 556178 h 918164"/>
                <a:gd name="connsiteX5" fmla="*/ 291682 w 558510"/>
                <a:gd name="connsiteY5" fmla="*/ 892652 h 918164"/>
                <a:gd name="connsiteX6" fmla="*/ 107701 w 558510"/>
                <a:gd name="connsiteY6" fmla="*/ 413250 h 918164"/>
                <a:gd name="connsiteX0" fmla="*/ 107701 w 558510"/>
                <a:gd name="connsiteY0" fmla="*/ 418935 h 923849"/>
                <a:gd name="connsiteX1" fmla="*/ 6650 w 558510"/>
                <a:gd name="connsiteY1" fmla="*/ 23124 h 923849"/>
                <a:gd name="connsiteX2" fmla="*/ 298570 w 558510"/>
                <a:gd name="connsiteY2" fmla="*/ 66964 h 923849"/>
                <a:gd name="connsiteX3" fmla="*/ 552741 w 558510"/>
                <a:gd name="connsiteY3" fmla="*/ 141707 h 923849"/>
                <a:gd name="connsiteX4" fmla="*/ 454998 w 558510"/>
                <a:gd name="connsiteY4" fmla="*/ 561863 h 923849"/>
                <a:gd name="connsiteX5" fmla="*/ 291682 w 558510"/>
                <a:gd name="connsiteY5" fmla="*/ 898337 h 923849"/>
                <a:gd name="connsiteX6" fmla="*/ 107701 w 558510"/>
                <a:gd name="connsiteY6" fmla="*/ 418935 h 923849"/>
                <a:gd name="connsiteX0" fmla="*/ 188570 w 639379"/>
                <a:gd name="connsiteY0" fmla="*/ 579519 h 1084433"/>
                <a:gd name="connsiteX1" fmla="*/ 4063 w 639379"/>
                <a:gd name="connsiteY1" fmla="*/ 11200 h 1084433"/>
                <a:gd name="connsiteX2" fmla="*/ 379439 w 639379"/>
                <a:gd name="connsiteY2" fmla="*/ 227548 h 1084433"/>
                <a:gd name="connsiteX3" fmla="*/ 633610 w 639379"/>
                <a:gd name="connsiteY3" fmla="*/ 302291 h 1084433"/>
                <a:gd name="connsiteX4" fmla="*/ 535867 w 639379"/>
                <a:gd name="connsiteY4" fmla="*/ 722447 h 1084433"/>
                <a:gd name="connsiteX5" fmla="*/ 372551 w 639379"/>
                <a:gd name="connsiteY5" fmla="*/ 1058921 h 1084433"/>
                <a:gd name="connsiteX6" fmla="*/ 188570 w 639379"/>
                <a:gd name="connsiteY6" fmla="*/ 579519 h 1084433"/>
                <a:gd name="connsiteX0" fmla="*/ 188462 w 639271"/>
                <a:gd name="connsiteY0" fmla="*/ 579519 h 1050115"/>
                <a:gd name="connsiteX1" fmla="*/ 3955 w 639271"/>
                <a:gd name="connsiteY1" fmla="*/ 11200 h 1050115"/>
                <a:gd name="connsiteX2" fmla="*/ 379331 w 639271"/>
                <a:gd name="connsiteY2" fmla="*/ 227548 h 1050115"/>
                <a:gd name="connsiteX3" fmla="*/ 633502 w 639271"/>
                <a:gd name="connsiteY3" fmla="*/ 302291 h 1050115"/>
                <a:gd name="connsiteX4" fmla="*/ 535759 w 639271"/>
                <a:gd name="connsiteY4" fmla="*/ 722447 h 1050115"/>
                <a:gd name="connsiteX5" fmla="*/ 341911 w 639271"/>
                <a:gd name="connsiteY5" fmla="*/ 1022390 h 1050115"/>
                <a:gd name="connsiteX6" fmla="*/ 188462 w 639271"/>
                <a:gd name="connsiteY6" fmla="*/ 579519 h 1050115"/>
                <a:gd name="connsiteX0" fmla="*/ 188462 w 638206"/>
                <a:gd name="connsiteY0" fmla="*/ 579519 h 1023159"/>
                <a:gd name="connsiteX1" fmla="*/ 3955 w 638206"/>
                <a:gd name="connsiteY1" fmla="*/ 11200 h 1023159"/>
                <a:gd name="connsiteX2" fmla="*/ 379331 w 638206"/>
                <a:gd name="connsiteY2" fmla="*/ 227548 h 1023159"/>
                <a:gd name="connsiteX3" fmla="*/ 633502 w 638206"/>
                <a:gd name="connsiteY3" fmla="*/ 302291 h 1023159"/>
                <a:gd name="connsiteX4" fmla="*/ 507262 w 638206"/>
                <a:gd name="connsiteY4" fmla="*/ 679828 h 1023159"/>
                <a:gd name="connsiteX5" fmla="*/ 341911 w 638206"/>
                <a:gd name="connsiteY5" fmla="*/ 1022390 h 1023159"/>
                <a:gd name="connsiteX6" fmla="*/ 188462 w 638206"/>
                <a:gd name="connsiteY6" fmla="*/ 579519 h 1023159"/>
                <a:gd name="connsiteX0" fmla="*/ 188462 w 638206"/>
                <a:gd name="connsiteY0" fmla="*/ 620421 h 1064061"/>
                <a:gd name="connsiteX1" fmla="*/ 3955 w 638206"/>
                <a:gd name="connsiteY1" fmla="*/ 52102 h 1064061"/>
                <a:gd name="connsiteX2" fmla="*/ 379331 w 638206"/>
                <a:gd name="connsiteY2" fmla="*/ 268450 h 1064061"/>
                <a:gd name="connsiteX3" fmla="*/ 633502 w 638206"/>
                <a:gd name="connsiteY3" fmla="*/ 343193 h 1064061"/>
                <a:gd name="connsiteX4" fmla="*/ 507262 w 638206"/>
                <a:gd name="connsiteY4" fmla="*/ 720730 h 1064061"/>
                <a:gd name="connsiteX5" fmla="*/ 341911 w 638206"/>
                <a:gd name="connsiteY5" fmla="*/ 1063292 h 1064061"/>
                <a:gd name="connsiteX6" fmla="*/ 188462 w 638206"/>
                <a:gd name="connsiteY6" fmla="*/ 620421 h 1064061"/>
                <a:gd name="connsiteX0" fmla="*/ 189154 w 638898"/>
                <a:gd name="connsiteY0" fmla="*/ 620421 h 1064061"/>
                <a:gd name="connsiteX1" fmla="*/ 4647 w 638898"/>
                <a:gd name="connsiteY1" fmla="*/ 52102 h 1064061"/>
                <a:gd name="connsiteX2" fmla="*/ 380023 w 638898"/>
                <a:gd name="connsiteY2" fmla="*/ 268450 h 1064061"/>
                <a:gd name="connsiteX3" fmla="*/ 634194 w 638898"/>
                <a:gd name="connsiteY3" fmla="*/ 343193 h 1064061"/>
                <a:gd name="connsiteX4" fmla="*/ 507954 w 638898"/>
                <a:gd name="connsiteY4" fmla="*/ 720730 h 1064061"/>
                <a:gd name="connsiteX5" fmla="*/ 342603 w 638898"/>
                <a:gd name="connsiteY5" fmla="*/ 1063292 h 1064061"/>
                <a:gd name="connsiteX6" fmla="*/ 189154 w 638898"/>
                <a:gd name="connsiteY6" fmla="*/ 620421 h 1064061"/>
                <a:gd name="connsiteX0" fmla="*/ 0 w 449744"/>
                <a:gd name="connsiteY0" fmla="*/ 368848 h 812488"/>
                <a:gd name="connsiteX1" fmla="*/ 190869 w 449744"/>
                <a:gd name="connsiteY1" fmla="*/ 16877 h 812488"/>
                <a:gd name="connsiteX2" fmla="*/ 445040 w 449744"/>
                <a:gd name="connsiteY2" fmla="*/ 91620 h 812488"/>
                <a:gd name="connsiteX3" fmla="*/ 318800 w 449744"/>
                <a:gd name="connsiteY3" fmla="*/ 469157 h 812488"/>
                <a:gd name="connsiteX4" fmla="*/ 153449 w 449744"/>
                <a:gd name="connsiteY4" fmla="*/ 811719 h 812488"/>
                <a:gd name="connsiteX5" fmla="*/ 0 w 449744"/>
                <a:gd name="connsiteY5" fmla="*/ 368848 h 812488"/>
                <a:gd name="connsiteX0" fmla="*/ 0 w 416447"/>
                <a:gd name="connsiteY0" fmla="*/ 211430 h 805642"/>
                <a:gd name="connsiteX1" fmla="*/ 157572 w 416447"/>
                <a:gd name="connsiteY1" fmla="*/ 6743 h 805642"/>
                <a:gd name="connsiteX2" fmla="*/ 411743 w 416447"/>
                <a:gd name="connsiteY2" fmla="*/ 81486 h 805642"/>
                <a:gd name="connsiteX3" fmla="*/ 285503 w 416447"/>
                <a:gd name="connsiteY3" fmla="*/ 459023 h 805642"/>
                <a:gd name="connsiteX4" fmla="*/ 120152 w 416447"/>
                <a:gd name="connsiteY4" fmla="*/ 801585 h 805642"/>
                <a:gd name="connsiteX5" fmla="*/ 0 w 416447"/>
                <a:gd name="connsiteY5" fmla="*/ 211430 h 805642"/>
                <a:gd name="connsiteX0" fmla="*/ 64 w 416511"/>
                <a:gd name="connsiteY0" fmla="*/ 211430 h 658387"/>
                <a:gd name="connsiteX1" fmla="*/ 157636 w 416511"/>
                <a:gd name="connsiteY1" fmla="*/ 6743 h 658387"/>
                <a:gd name="connsiteX2" fmla="*/ 411807 w 416511"/>
                <a:gd name="connsiteY2" fmla="*/ 81486 h 658387"/>
                <a:gd name="connsiteX3" fmla="*/ 285567 w 416511"/>
                <a:gd name="connsiteY3" fmla="*/ 459023 h 658387"/>
                <a:gd name="connsiteX4" fmla="*/ 174701 w 416511"/>
                <a:gd name="connsiteY4" fmla="*/ 650708 h 658387"/>
                <a:gd name="connsiteX5" fmla="*/ 64 w 416511"/>
                <a:gd name="connsiteY5" fmla="*/ 211430 h 658387"/>
                <a:gd name="connsiteX0" fmla="*/ 64 w 411841"/>
                <a:gd name="connsiteY0" fmla="*/ 218888 h 659119"/>
                <a:gd name="connsiteX1" fmla="*/ 157636 w 411841"/>
                <a:gd name="connsiteY1" fmla="*/ 14201 h 659119"/>
                <a:gd name="connsiteX2" fmla="*/ 411807 w 411841"/>
                <a:gd name="connsiteY2" fmla="*/ 88944 h 659119"/>
                <a:gd name="connsiteX3" fmla="*/ 174701 w 411841"/>
                <a:gd name="connsiteY3" fmla="*/ 658166 h 659119"/>
                <a:gd name="connsiteX4" fmla="*/ 64 w 411841"/>
                <a:gd name="connsiteY4" fmla="*/ 218888 h 659119"/>
                <a:gd name="connsiteX0" fmla="*/ 64 w 411807"/>
                <a:gd name="connsiteY0" fmla="*/ 218888 h 659118"/>
                <a:gd name="connsiteX1" fmla="*/ 157636 w 411807"/>
                <a:gd name="connsiteY1" fmla="*/ 14201 h 659118"/>
                <a:gd name="connsiteX2" fmla="*/ 411807 w 411807"/>
                <a:gd name="connsiteY2" fmla="*/ 88944 h 659118"/>
                <a:gd name="connsiteX3" fmla="*/ 174701 w 411807"/>
                <a:gd name="connsiteY3" fmla="*/ 658166 h 659118"/>
                <a:gd name="connsiteX4" fmla="*/ 64 w 411807"/>
                <a:gd name="connsiteY4" fmla="*/ 218888 h 659118"/>
                <a:gd name="connsiteX0" fmla="*/ 64 w 411807"/>
                <a:gd name="connsiteY0" fmla="*/ 218888 h 569553"/>
                <a:gd name="connsiteX1" fmla="*/ 157636 w 411807"/>
                <a:gd name="connsiteY1" fmla="*/ 14201 h 569553"/>
                <a:gd name="connsiteX2" fmla="*/ 411807 w 411807"/>
                <a:gd name="connsiteY2" fmla="*/ 88944 h 569553"/>
                <a:gd name="connsiteX3" fmla="*/ 174701 w 411807"/>
                <a:gd name="connsiteY3" fmla="*/ 568359 h 569553"/>
                <a:gd name="connsiteX4" fmla="*/ 64 w 411807"/>
                <a:gd name="connsiteY4" fmla="*/ 218888 h 569553"/>
                <a:gd name="connsiteX0" fmla="*/ 64 w 411807"/>
                <a:gd name="connsiteY0" fmla="*/ 218888 h 589154"/>
                <a:gd name="connsiteX1" fmla="*/ 157636 w 411807"/>
                <a:gd name="connsiteY1" fmla="*/ 14201 h 589154"/>
                <a:gd name="connsiteX2" fmla="*/ 411807 w 411807"/>
                <a:gd name="connsiteY2" fmla="*/ 88944 h 589154"/>
                <a:gd name="connsiteX3" fmla="*/ 174701 w 411807"/>
                <a:gd name="connsiteY3" fmla="*/ 568359 h 589154"/>
                <a:gd name="connsiteX4" fmla="*/ 64 w 411807"/>
                <a:gd name="connsiteY4" fmla="*/ 218888 h 589154"/>
                <a:gd name="connsiteX0" fmla="*/ 824 w 412567"/>
                <a:gd name="connsiteY0" fmla="*/ 218888 h 592608"/>
                <a:gd name="connsiteX1" fmla="*/ 158396 w 412567"/>
                <a:gd name="connsiteY1" fmla="*/ 14201 h 592608"/>
                <a:gd name="connsiteX2" fmla="*/ 412567 w 412567"/>
                <a:gd name="connsiteY2" fmla="*/ 88944 h 592608"/>
                <a:gd name="connsiteX3" fmla="*/ 223893 w 412567"/>
                <a:gd name="connsiteY3" fmla="*/ 571951 h 592608"/>
                <a:gd name="connsiteX4" fmla="*/ 824 w 412567"/>
                <a:gd name="connsiteY4" fmla="*/ 218888 h 592608"/>
                <a:gd name="connsiteX0" fmla="*/ 1177 w 373569"/>
                <a:gd name="connsiteY0" fmla="*/ 245889 h 575597"/>
                <a:gd name="connsiteX1" fmla="*/ 119398 w 373569"/>
                <a:gd name="connsiteY1" fmla="*/ 16055 h 575597"/>
                <a:gd name="connsiteX2" fmla="*/ 373569 w 373569"/>
                <a:gd name="connsiteY2" fmla="*/ 90798 h 575597"/>
                <a:gd name="connsiteX3" fmla="*/ 184895 w 373569"/>
                <a:gd name="connsiteY3" fmla="*/ 573805 h 575597"/>
                <a:gd name="connsiteX4" fmla="*/ 1177 w 373569"/>
                <a:gd name="connsiteY4" fmla="*/ 245889 h 575597"/>
                <a:gd name="connsiteX0" fmla="*/ 26159 w 398551"/>
                <a:gd name="connsiteY0" fmla="*/ 259494 h 589221"/>
                <a:gd name="connsiteX1" fmla="*/ 41464 w 398551"/>
                <a:gd name="connsiteY1" fmla="*/ 11699 h 589221"/>
                <a:gd name="connsiteX2" fmla="*/ 398551 w 398551"/>
                <a:gd name="connsiteY2" fmla="*/ 104403 h 589221"/>
                <a:gd name="connsiteX3" fmla="*/ 209877 w 398551"/>
                <a:gd name="connsiteY3" fmla="*/ 587410 h 589221"/>
                <a:gd name="connsiteX4" fmla="*/ 26159 w 398551"/>
                <a:gd name="connsiteY4" fmla="*/ 259494 h 589221"/>
                <a:gd name="connsiteX0" fmla="*/ 41929 w 414321"/>
                <a:gd name="connsiteY0" fmla="*/ 452251 h 782222"/>
                <a:gd name="connsiteX1" fmla="*/ 32920 w 414321"/>
                <a:gd name="connsiteY1" fmla="*/ 2151 h 782222"/>
                <a:gd name="connsiteX2" fmla="*/ 414321 w 414321"/>
                <a:gd name="connsiteY2" fmla="*/ 297160 h 782222"/>
                <a:gd name="connsiteX3" fmla="*/ 225647 w 414321"/>
                <a:gd name="connsiteY3" fmla="*/ 780167 h 782222"/>
                <a:gd name="connsiteX4" fmla="*/ 41929 w 414321"/>
                <a:gd name="connsiteY4" fmla="*/ 452251 h 782222"/>
                <a:gd name="connsiteX0" fmla="*/ 38897 w 369481"/>
                <a:gd name="connsiteY0" fmla="*/ 451000 h 779958"/>
                <a:gd name="connsiteX1" fmla="*/ 29888 w 369481"/>
                <a:gd name="connsiteY1" fmla="*/ 900 h 779958"/>
                <a:gd name="connsiteX2" fmla="*/ 369481 w 369481"/>
                <a:gd name="connsiteY2" fmla="*/ 343725 h 779958"/>
                <a:gd name="connsiteX3" fmla="*/ 222615 w 369481"/>
                <a:gd name="connsiteY3" fmla="*/ 778916 h 779958"/>
                <a:gd name="connsiteX4" fmla="*/ 38897 w 369481"/>
                <a:gd name="connsiteY4" fmla="*/ 451000 h 779958"/>
                <a:gd name="connsiteX0" fmla="*/ 91861 w 350954"/>
                <a:gd name="connsiteY0" fmla="*/ 409673 h 778734"/>
                <a:gd name="connsiteX1" fmla="*/ 11361 w 350954"/>
                <a:gd name="connsiteY1" fmla="*/ 361 h 778734"/>
                <a:gd name="connsiteX2" fmla="*/ 350954 w 350954"/>
                <a:gd name="connsiteY2" fmla="*/ 343186 h 778734"/>
                <a:gd name="connsiteX3" fmla="*/ 204088 w 350954"/>
                <a:gd name="connsiteY3" fmla="*/ 778377 h 778734"/>
                <a:gd name="connsiteX4" fmla="*/ 91861 w 350954"/>
                <a:gd name="connsiteY4" fmla="*/ 409673 h 77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54" h="778734">
                  <a:moveTo>
                    <a:pt x="91861" y="409673"/>
                  </a:moveTo>
                  <a:cubicBezTo>
                    <a:pt x="59740" y="280004"/>
                    <a:pt x="-31821" y="11442"/>
                    <a:pt x="11361" y="361"/>
                  </a:cubicBezTo>
                  <a:cubicBezTo>
                    <a:pt x="54543" y="-10720"/>
                    <a:pt x="348110" y="235859"/>
                    <a:pt x="350954" y="343186"/>
                  </a:cubicBezTo>
                  <a:cubicBezTo>
                    <a:pt x="229692" y="547505"/>
                    <a:pt x="247270" y="767296"/>
                    <a:pt x="204088" y="778377"/>
                  </a:cubicBezTo>
                  <a:cubicBezTo>
                    <a:pt x="160906" y="789458"/>
                    <a:pt x="123982" y="539342"/>
                    <a:pt x="91861" y="409673"/>
                  </a:cubicBezTo>
                  <a:close/>
                </a:path>
              </a:pathLst>
            </a:custGeom>
            <a:noFill/>
            <a:ln w="6350">
              <a:solidFill>
                <a:schemeClr val="tx1">
                  <a:lumMod val="95000"/>
                  <a:alpha val="3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FB043CC6-A974-72C9-C4FD-39D84198E3D0}"/>
                </a:ext>
              </a:extLst>
            </p:cNvPr>
            <p:cNvSpPr/>
            <p:nvPr userDrawn="1"/>
          </p:nvSpPr>
          <p:spPr>
            <a:xfrm rot="4926481" flipH="1" flipV="1">
              <a:off x="-1063893" y="3680824"/>
              <a:ext cx="2962371" cy="1246549"/>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77356 w 3892695"/>
                <a:gd name="connsiteY10" fmla="*/ 1104818 h 2063888"/>
                <a:gd name="connsiteX11" fmla="*/ 1324194 w 3892695"/>
                <a:gd name="connsiteY11" fmla="*/ 1083291 h 2063888"/>
                <a:gd name="connsiteX12" fmla="*/ 1132646 w 3892695"/>
                <a:gd name="connsiteY12" fmla="*/ 1096626 h 2063888"/>
                <a:gd name="connsiteX13" fmla="*/ 1020060 w 3892695"/>
                <a:gd name="connsiteY13" fmla="*/ 1060050 h 2063888"/>
                <a:gd name="connsiteX14" fmla="*/ 879566 w 3892695"/>
                <a:gd name="connsiteY14" fmla="*/ 919652 h 2063888"/>
                <a:gd name="connsiteX15" fmla="*/ 692019 w 3892695"/>
                <a:gd name="connsiteY15" fmla="*/ 685051 h 2063888"/>
                <a:gd name="connsiteX16" fmla="*/ 419644 w 3892695"/>
                <a:gd name="connsiteY16" fmla="*/ 248407 h 2063888"/>
                <a:gd name="connsiteX17" fmla="*/ 0 w 3892695"/>
                <a:gd name="connsiteY17"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324194 w 3892695"/>
                <a:gd name="connsiteY10" fmla="*/ 108329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647637 w 3892695"/>
                <a:gd name="connsiteY8" fmla="*/ 1585914 h 2063888"/>
                <a:gd name="connsiteX9" fmla="*/ 1750342 w 3892695"/>
                <a:gd name="connsiteY9" fmla="*/ 1375899 h 2063888"/>
                <a:gd name="connsiteX10" fmla="*/ 1459854 w 3892695"/>
                <a:gd name="connsiteY10" fmla="*/ 1198361 h 2063888"/>
                <a:gd name="connsiteX11" fmla="*/ 1132646 w 3892695"/>
                <a:gd name="connsiteY11" fmla="*/ 1096626 h 2063888"/>
                <a:gd name="connsiteX12" fmla="*/ 1020060 w 3892695"/>
                <a:gd name="connsiteY12" fmla="*/ 1060050 h 2063888"/>
                <a:gd name="connsiteX13" fmla="*/ 879566 w 3892695"/>
                <a:gd name="connsiteY13" fmla="*/ 919652 h 2063888"/>
                <a:gd name="connsiteX14" fmla="*/ 692019 w 3892695"/>
                <a:gd name="connsiteY14" fmla="*/ 685051 h 2063888"/>
                <a:gd name="connsiteX15" fmla="*/ 419644 w 3892695"/>
                <a:gd name="connsiteY15" fmla="*/ 248407 h 2063888"/>
                <a:gd name="connsiteX16" fmla="*/ 0 w 3892695"/>
                <a:gd name="connsiteY16" fmla="*/ 6805 h 2063888"/>
                <a:gd name="connsiteX0" fmla="*/ 3892695 w 3892695"/>
                <a:gd name="connsiteY0" fmla="*/ 412206 h 2068293"/>
                <a:gd name="connsiteX1" fmla="*/ 3669627 w 3892695"/>
                <a:gd name="connsiteY1" fmla="*/ 589419 h 2068293"/>
                <a:gd name="connsiteX2" fmla="*/ 3535574 w 3892695"/>
                <a:gd name="connsiteY2" fmla="*/ 1204934 h 2068293"/>
                <a:gd name="connsiteX3" fmla="*/ 3483830 w 3892695"/>
                <a:gd name="connsiteY3" fmla="*/ 1522988 h 2068293"/>
                <a:gd name="connsiteX4" fmla="*/ 3075651 w 3892695"/>
                <a:gd name="connsiteY4" fmla="*/ 1824717 h 2068293"/>
                <a:gd name="connsiteX5" fmla="*/ 2820571 w 3892695"/>
                <a:gd name="connsiteY5" fmla="*/ 1950447 h 2068293"/>
                <a:gd name="connsiteX6" fmla="*/ 2504674 w 3892695"/>
                <a:gd name="connsiteY6" fmla="*/ 2063795 h 2068293"/>
                <a:gd name="connsiteX7" fmla="*/ 1921233 w 3892695"/>
                <a:gd name="connsiteY7" fmla="*/ 1789418 h 2068293"/>
                <a:gd name="connsiteX8" fmla="*/ 1647637 w 3892695"/>
                <a:gd name="connsiteY8" fmla="*/ 1585914 h 2068293"/>
                <a:gd name="connsiteX9" fmla="*/ 1750342 w 3892695"/>
                <a:gd name="connsiteY9" fmla="*/ 1375899 h 2068293"/>
                <a:gd name="connsiteX10" fmla="*/ 1459854 w 3892695"/>
                <a:gd name="connsiteY10" fmla="*/ 1198361 h 2068293"/>
                <a:gd name="connsiteX11" fmla="*/ 1132646 w 3892695"/>
                <a:gd name="connsiteY11" fmla="*/ 1096626 h 2068293"/>
                <a:gd name="connsiteX12" fmla="*/ 1020060 w 3892695"/>
                <a:gd name="connsiteY12" fmla="*/ 1060050 h 2068293"/>
                <a:gd name="connsiteX13" fmla="*/ 879566 w 3892695"/>
                <a:gd name="connsiteY13" fmla="*/ 919652 h 2068293"/>
                <a:gd name="connsiteX14" fmla="*/ 692019 w 3892695"/>
                <a:gd name="connsiteY14" fmla="*/ 685051 h 2068293"/>
                <a:gd name="connsiteX15" fmla="*/ 419644 w 3892695"/>
                <a:gd name="connsiteY15" fmla="*/ 248407 h 2068293"/>
                <a:gd name="connsiteX16" fmla="*/ 0 w 3892695"/>
                <a:gd name="connsiteY16" fmla="*/ 6805 h 2068293"/>
                <a:gd name="connsiteX0" fmla="*/ 3892695 w 3892695"/>
                <a:gd name="connsiteY0" fmla="*/ 412206 h 2069679"/>
                <a:gd name="connsiteX1" fmla="*/ 3669627 w 3892695"/>
                <a:gd name="connsiteY1" fmla="*/ 589419 h 2069679"/>
                <a:gd name="connsiteX2" fmla="*/ 3535574 w 3892695"/>
                <a:gd name="connsiteY2" fmla="*/ 1204934 h 2069679"/>
                <a:gd name="connsiteX3" fmla="*/ 3483830 w 3892695"/>
                <a:gd name="connsiteY3" fmla="*/ 1522988 h 2069679"/>
                <a:gd name="connsiteX4" fmla="*/ 3075651 w 3892695"/>
                <a:gd name="connsiteY4" fmla="*/ 1824717 h 2069679"/>
                <a:gd name="connsiteX5" fmla="*/ 2826552 w 3892695"/>
                <a:gd name="connsiteY5" fmla="*/ 1965434 h 2069679"/>
                <a:gd name="connsiteX6" fmla="*/ 2504674 w 3892695"/>
                <a:gd name="connsiteY6" fmla="*/ 2063795 h 2069679"/>
                <a:gd name="connsiteX7" fmla="*/ 1921233 w 3892695"/>
                <a:gd name="connsiteY7" fmla="*/ 1789418 h 2069679"/>
                <a:gd name="connsiteX8" fmla="*/ 1647637 w 3892695"/>
                <a:gd name="connsiteY8" fmla="*/ 1585914 h 2069679"/>
                <a:gd name="connsiteX9" fmla="*/ 1750342 w 3892695"/>
                <a:gd name="connsiteY9" fmla="*/ 1375899 h 2069679"/>
                <a:gd name="connsiteX10" fmla="*/ 1459854 w 3892695"/>
                <a:gd name="connsiteY10" fmla="*/ 1198361 h 2069679"/>
                <a:gd name="connsiteX11" fmla="*/ 1132646 w 3892695"/>
                <a:gd name="connsiteY11" fmla="*/ 1096626 h 2069679"/>
                <a:gd name="connsiteX12" fmla="*/ 1020060 w 3892695"/>
                <a:gd name="connsiteY12" fmla="*/ 1060050 h 2069679"/>
                <a:gd name="connsiteX13" fmla="*/ 879566 w 3892695"/>
                <a:gd name="connsiteY13" fmla="*/ 919652 h 2069679"/>
                <a:gd name="connsiteX14" fmla="*/ 692019 w 3892695"/>
                <a:gd name="connsiteY14" fmla="*/ 685051 h 2069679"/>
                <a:gd name="connsiteX15" fmla="*/ 419644 w 3892695"/>
                <a:gd name="connsiteY15" fmla="*/ 248407 h 2069679"/>
                <a:gd name="connsiteX16" fmla="*/ 0 w 3892695"/>
                <a:gd name="connsiteY16" fmla="*/ 6805 h 2069679"/>
                <a:gd name="connsiteX0" fmla="*/ 3892695 w 3892695"/>
                <a:gd name="connsiteY0" fmla="*/ 412206 h 2069488"/>
                <a:gd name="connsiteX1" fmla="*/ 3669627 w 3892695"/>
                <a:gd name="connsiteY1" fmla="*/ 589419 h 2069488"/>
                <a:gd name="connsiteX2" fmla="*/ 3535574 w 3892695"/>
                <a:gd name="connsiteY2" fmla="*/ 1204934 h 2069488"/>
                <a:gd name="connsiteX3" fmla="*/ 3483830 w 3892695"/>
                <a:gd name="connsiteY3" fmla="*/ 1522988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35574 w 3892695"/>
                <a:gd name="connsiteY2" fmla="*/ 1204934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669627 w 3892695"/>
                <a:gd name="connsiteY1" fmla="*/ 589419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3892695 w 3892695"/>
                <a:gd name="connsiteY0" fmla="*/ 412206 h 2069488"/>
                <a:gd name="connsiteX1" fmla="*/ 3792527 w 3892695"/>
                <a:gd name="connsiteY1" fmla="*/ 606264 h 2069488"/>
                <a:gd name="connsiteX2" fmla="*/ 3586847 w 3892695"/>
                <a:gd name="connsiteY2" fmla="*/ 1166776 h 2069488"/>
                <a:gd name="connsiteX3" fmla="*/ 3576327 w 3892695"/>
                <a:gd name="connsiteY3" fmla="*/ 1489747 h 2069488"/>
                <a:gd name="connsiteX4" fmla="*/ 3178840 w 3892695"/>
                <a:gd name="connsiteY4" fmla="*/ 1848386 h 2069488"/>
                <a:gd name="connsiteX5" fmla="*/ 2826552 w 3892695"/>
                <a:gd name="connsiteY5" fmla="*/ 1965434 h 2069488"/>
                <a:gd name="connsiteX6" fmla="*/ 2504674 w 3892695"/>
                <a:gd name="connsiteY6" fmla="*/ 2063795 h 2069488"/>
                <a:gd name="connsiteX7" fmla="*/ 1921233 w 3892695"/>
                <a:gd name="connsiteY7" fmla="*/ 1789418 h 2069488"/>
                <a:gd name="connsiteX8" fmla="*/ 1647637 w 3892695"/>
                <a:gd name="connsiteY8" fmla="*/ 1585914 h 2069488"/>
                <a:gd name="connsiteX9" fmla="*/ 1750342 w 3892695"/>
                <a:gd name="connsiteY9" fmla="*/ 1375899 h 2069488"/>
                <a:gd name="connsiteX10" fmla="*/ 1459854 w 3892695"/>
                <a:gd name="connsiteY10" fmla="*/ 1198361 h 2069488"/>
                <a:gd name="connsiteX11" fmla="*/ 1132646 w 3892695"/>
                <a:gd name="connsiteY11" fmla="*/ 1096626 h 2069488"/>
                <a:gd name="connsiteX12" fmla="*/ 1020060 w 3892695"/>
                <a:gd name="connsiteY12" fmla="*/ 1060050 h 2069488"/>
                <a:gd name="connsiteX13" fmla="*/ 879566 w 3892695"/>
                <a:gd name="connsiteY13" fmla="*/ 919652 h 2069488"/>
                <a:gd name="connsiteX14" fmla="*/ 692019 w 3892695"/>
                <a:gd name="connsiteY14" fmla="*/ 685051 h 2069488"/>
                <a:gd name="connsiteX15" fmla="*/ 419644 w 3892695"/>
                <a:gd name="connsiteY15" fmla="*/ 248407 h 2069488"/>
                <a:gd name="connsiteX16" fmla="*/ 0 w 3892695"/>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750342 w 4005279"/>
                <a:gd name="connsiteY9" fmla="*/ 1375899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2069488"/>
                <a:gd name="connsiteX1" fmla="*/ 3792527 w 4005279"/>
                <a:gd name="connsiteY1" fmla="*/ 606264 h 2069488"/>
                <a:gd name="connsiteX2" fmla="*/ 3586847 w 4005279"/>
                <a:gd name="connsiteY2" fmla="*/ 1166776 h 2069488"/>
                <a:gd name="connsiteX3" fmla="*/ 3576327 w 4005279"/>
                <a:gd name="connsiteY3" fmla="*/ 1489747 h 2069488"/>
                <a:gd name="connsiteX4" fmla="*/ 3178840 w 4005279"/>
                <a:gd name="connsiteY4" fmla="*/ 1848386 h 2069488"/>
                <a:gd name="connsiteX5" fmla="*/ 2826552 w 4005279"/>
                <a:gd name="connsiteY5" fmla="*/ 1965434 h 2069488"/>
                <a:gd name="connsiteX6" fmla="*/ 2504674 w 4005279"/>
                <a:gd name="connsiteY6" fmla="*/ 2063795 h 2069488"/>
                <a:gd name="connsiteX7" fmla="*/ 1921233 w 4005279"/>
                <a:gd name="connsiteY7" fmla="*/ 1789418 h 2069488"/>
                <a:gd name="connsiteX8" fmla="*/ 1647637 w 4005279"/>
                <a:gd name="connsiteY8" fmla="*/ 1585914 h 2069488"/>
                <a:gd name="connsiteX9" fmla="*/ 1587468 w 4005279"/>
                <a:gd name="connsiteY9" fmla="*/ 1394033 h 2069488"/>
                <a:gd name="connsiteX10" fmla="*/ 1459854 w 4005279"/>
                <a:gd name="connsiteY10" fmla="*/ 1198361 h 2069488"/>
                <a:gd name="connsiteX11" fmla="*/ 1132646 w 4005279"/>
                <a:gd name="connsiteY11" fmla="*/ 1096626 h 2069488"/>
                <a:gd name="connsiteX12" fmla="*/ 1020060 w 4005279"/>
                <a:gd name="connsiteY12" fmla="*/ 1060050 h 2069488"/>
                <a:gd name="connsiteX13" fmla="*/ 879566 w 4005279"/>
                <a:gd name="connsiteY13" fmla="*/ 919652 h 2069488"/>
                <a:gd name="connsiteX14" fmla="*/ 692019 w 4005279"/>
                <a:gd name="connsiteY14" fmla="*/ 685051 h 2069488"/>
                <a:gd name="connsiteX15" fmla="*/ 419644 w 4005279"/>
                <a:gd name="connsiteY15" fmla="*/ 248407 h 2069488"/>
                <a:gd name="connsiteX16" fmla="*/ 0 w 4005279"/>
                <a:gd name="connsiteY16" fmla="*/ 6805 h 2069488"/>
                <a:gd name="connsiteX0" fmla="*/ 4005279 w 4005279"/>
                <a:gd name="connsiteY0" fmla="*/ 449375 h 1972241"/>
                <a:gd name="connsiteX1" fmla="*/ 3792527 w 4005279"/>
                <a:gd name="connsiteY1" fmla="*/ 606264 h 1972241"/>
                <a:gd name="connsiteX2" fmla="*/ 3586847 w 4005279"/>
                <a:gd name="connsiteY2" fmla="*/ 1166776 h 1972241"/>
                <a:gd name="connsiteX3" fmla="*/ 3576327 w 4005279"/>
                <a:gd name="connsiteY3" fmla="*/ 1489747 h 1972241"/>
                <a:gd name="connsiteX4" fmla="*/ 3178840 w 4005279"/>
                <a:gd name="connsiteY4" fmla="*/ 1848386 h 1972241"/>
                <a:gd name="connsiteX5" fmla="*/ 2826552 w 4005279"/>
                <a:gd name="connsiteY5" fmla="*/ 1965434 h 1972241"/>
                <a:gd name="connsiteX6" fmla="*/ 2386679 w 4005279"/>
                <a:gd name="connsiteY6" fmla="*/ 1940080 h 1972241"/>
                <a:gd name="connsiteX7" fmla="*/ 1921233 w 4005279"/>
                <a:gd name="connsiteY7" fmla="*/ 1789418 h 1972241"/>
                <a:gd name="connsiteX8" fmla="*/ 1647637 w 4005279"/>
                <a:gd name="connsiteY8" fmla="*/ 1585914 h 1972241"/>
                <a:gd name="connsiteX9" fmla="*/ 1587468 w 4005279"/>
                <a:gd name="connsiteY9" fmla="*/ 1394033 h 1972241"/>
                <a:gd name="connsiteX10" fmla="*/ 1459854 w 4005279"/>
                <a:gd name="connsiteY10" fmla="*/ 1198361 h 1972241"/>
                <a:gd name="connsiteX11" fmla="*/ 1132646 w 4005279"/>
                <a:gd name="connsiteY11" fmla="*/ 1096626 h 1972241"/>
                <a:gd name="connsiteX12" fmla="*/ 1020060 w 4005279"/>
                <a:gd name="connsiteY12" fmla="*/ 1060050 h 1972241"/>
                <a:gd name="connsiteX13" fmla="*/ 879566 w 4005279"/>
                <a:gd name="connsiteY13" fmla="*/ 919652 h 1972241"/>
                <a:gd name="connsiteX14" fmla="*/ 692019 w 4005279"/>
                <a:gd name="connsiteY14" fmla="*/ 685051 h 1972241"/>
                <a:gd name="connsiteX15" fmla="*/ 419644 w 4005279"/>
                <a:gd name="connsiteY15" fmla="*/ 248407 h 1972241"/>
                <a:gd name="connsiteX16" fmla="*/ 0 w 4005279"/>
                <a:gd name="connsiteY16" fmla="*/ 6805 h 1972241"/>
                <a:gd name="connsiteX0" fmla="*/ 4005279 w 4005279"/>
                <a:gd name="connsiteY0" fmla="*/ 449375 h 1970544"/>
                <a:gd name="connsiteX1" fmla="*/ 3792527 w 4005279"/>
                <a:gd name="connsiteY1" fmla="*/ 606264 h 1970544"/>
                <a:gd name="connsiteX2" fmla="*/ 3586847 w 4005279"/>
                <a:gd name="connsiteY2" fmla="*/ 1166776 h 1970544"/>
                <a:gd name="connsiteX3" fmla="*/ 3576327 w 4005279"/>
                <a:gd name="connsiteY3" fmla="*/ 1489747 h 1970544"/>
                <a:gd name="connsiteX4" fmla="*/ 3178840 w 4005279"/>
                <a:gd name="connsiteY4" fmla="*/ 1848386 h 1970544"/>
                <a:gd name="connsiteX5" fmla="*/ 2826552 w 4005279"/>
                <a:gd name="connsiteY5" fmla="*/ 1965434 h 1970544"/>
                <a:gd name="connsiteX6" fmla="*/ 2386679 w 4005279"/>
                <a:gd name="connsiteY6" fmla="*/ 1940080 h 1970544"/>
                <a:gd name="connsiteX7" fmla="*/ 1813000 w 4005279"/>
                <a:gd name="connsiteY7" fmla="*/ 1854300 h 1970544"/>
                <a:gd name="connsiteX8" fmla="*/ 1647637 w 4005279"/>
                <a:gd name="connsiteY8" fmla="*/ 1585914 h 1970544"/>
                <a:gd name="connsiteX9" fmla="*/ 1587468 w 4005279"/>
                <a:gd name="connsiteY9" fmla="*/ 1394033 h 1970544"/>
                <a:gd name="connsiteX10" fmla="*/ 1459854 w 4005279"/>
                <a:gd name="connsiteY10" fmla="*/ 1198361 h 1970544"/>
                <a:gd name="connsiteX11" fmla="*/ 1132646 w 4005279"/>
                <a:gd name="connsiteY11" fmla="*/ 1096626 h 1970544"/>
                <a:gd name="connsiteX12" fmla="*/ 1020060 w 4005279"/>
                <a:gd name="connsiteY12" fmla="*/ 1060050 h 1970544"/>
                <a:gd name="connsiteX13" fmla="*/ 879566 w 4005279"/>
                <a:gd name="connsiteY13" fmla="*/ 919652 h 1970544"/>
                <a:gd name="connsiteX14" fmla="*/ 692019 w 4005279"/>
                <a:gd name="connsiteY14" fmla="*/ 685051 h 1970544"/>
                <a:gd name="connsiteX15" fmla="*/ 419644 w 4005279"/>
                <a:gd name="connsiteY15" fmla="*/ 248407 h 1970544"/>
                <a:gd name="connsiteX16" fmla="*/ 0 w 4005279"/>
                <a:gd name="connsiteY16" fmla="*/ 6805 h 1970544"/>
                <a:gd name="connsiteX0" fmla="*/ 4227253 w 4227253"/>
                <a:gd name="connsiteY0" fmla="*/ 391568 h 1970544"/>
                <a:gd name="connsiteX1" fmla="*/ 3792527 w 4227253"/>
                <a:gd name="connsiteY1" fmla="*/ 60626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586847 w 4227253"/>
                <a:gd name="connsiteY2" fmla="*/ 1166776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227253 w 4227253"/>
                <a:gd name="connsiteY0" fmla="*/ 391568 h 1970544"/>
                <a:gd name="connsiteX1" fmla="*/ 3916851 w 4227253"/>
                <a:gd name="connsiteY1" fmla="*/ 679044 h 1970544"/>
                <a:gd name="connsiteX2" fmla="*/ 3647094 w 4227253"/>
                <a:gd name="connsiteY2" fmla="*/ 1060017 h 1970544"/>
                <a:gd name="connsiteX3" fmla="*/ 3576327 w 4227253"/>
                <a:gd name="connsiteY3" fmla="*/ 1489747 h 1970544"/>
                <a:gd name="connsiteX4" fmla="*/ 3178840 w 4227253"/>
                <a:gd name="connsiteY4" fmla="*/ 1848386 h 1970544"/>
                <a:gd name="connsiteX5" fmla="*/ 2826552 w 4227253"/>
                <a:gd name="connsiteY5" fmla="*/ 1965434 h 1970544"/>
                <a:gd name="connsiteX6" fmla="*/ 2386679 w 4227253"/>
                <a:gd name="connsiteY6" fmla="*/ 1940080 h 1970544"/>
                <a:gd name="connsiteX7" fmla="*/ 1813000 w 4227253"/>
                <a:gd name="connsiteY7" fmla="*/ 1854300 h 1970544"/>
                <a:gd name="connsiteX8" fmla="*/ 1647637 w 4227253"/>
                <a:gd name="connsiteY8" fmla="*/ 1585914 h 1970544"/>
                <a:gd name="connsiteX9" fmla="*/ 1587468 w 4227253"/>
                <a:gd name="connsiteY9" fmla="*/ 1394033 h 1970544"/>
                <a:gd name="connsiteX10" fmla="*/ 1459854 w 4227253"/>
                <a:gd name="connsiteY10" fmla="*/ 1198361 h 1970544"/>
                <a:gd name="connsiteX11" fmla="*/ 1132646 w 4227253"/>
                <a:gd name="connsiteY11" fmla="*/ 1096626 h 1970544"/>
                <a:gd name="connsiteX12" fmla="*/ 1020060 w 4227253"/>
                <a:gd name="connsiteY12" fmla="*/ 1060050 h 1970544"/>
                <a:gd name="connsiteX13" fmla="*/ 879566 w 4227253"/>
                <a:gd name="connsiteY13" fmla="*/ 919652 h 1970544"/>
                <a:gd name="connsiteX14" fmla="*/ 692019 w 4227253"/>
                <a:gd name="connsiteY14" fmla="*/ 685051 h 1970544"/>
                <a:gd name="connsiteX15" fmla="*/ 419644 w 4227253"/>
                <a:gd name="connsiteY15" fmla="*/ 248407 h 1970544"/>
                <a:gd name="connsiteX16" fmla="*/ 0 w 4227253"/>
                <a:gd name="connsiteY16" fmla="*/ 6805 h 1970544"/>
                <a:gd name="connsiteX0" fmla="*/ 4002736 w 4002736"/>
                <a:gd name="connsiteY0" fmla="*/ 302885 h 1881861"/>
                <a:gd name="connsiteX1" fmla="*/ 3692334 w 4002736"/>
                <a:gd name="connsiteY1" fmla="*/ 590361 h 1881861"/>
                <a:gd name="connsiteX2" fmla="*/ 3422577 w 4002736"/>
                <a:gd name="connsiteY2" fmla="*/ 971334 h 1881861"/>
                <a:gd name="connsiteX3" fmla="*/ 3351810 w 4002736"/>
                <a:gd name="connsiteY3" fmla="*/ 1401064 h 1881861"/>
                <a:gd name="connsiteX4" fmla="*/ 2954323 w 4002736"/>
                <a:gd name="connsiteY4" fmla="*/ 1759703 h 1881861"/>
                <a:gd name="connsiteX5" fmla="*/ 2602035 w 4002736"/>
                <a:gd name="connsiteY5" fmla="*/ 1876751 h 1881861"/>
                <a:gd name="connsiteX6" fmla="*/ 2162162 w 4002736"/>
                <a:gd name="connsiteY6" fmla="*/ 1851397 h 1881861"/>
                <a:gd name="connsiteX7" fmla="*/ 1588483 w 4002736"/>
                <a:gd name="connsiteY7" fmla="*/ 1765617 h 1881861"/>
                <a:gd name="connsiteX8" fmla="*/ 1423120 w 4002736"/>
                <a:gd name="connsiteY8" fmla="*/ 1497231 h 1881861"/>
                <a:gd name="connsiteX9" fmla="*/ 1362951 w 4002736"/>
                <a:gd name="connsiteY9" fmla="*/ 1305350 h 1881861"/>
                <a:gd name="connsiteX10" fmla="*/ 1235337 w 4002736"/>
                <a:gd name="connsiteY10" fmla="*/ 1109678 h 1881861"/>
                <a:gd name="connsiteX11" fmla="*/ 908129 w 4002736"/>
                <a:gd name="connsiteY11" fmla="*/ 1007943 h 1881861"/>
                <a:gd name="connsiteX12" fmla="*/ 795543 w 4002736"/>
                <a:gd name="connsiteY12" fmla="*/ 971367 h 1881861"/>
                <a:gd name="connsiteX13" fmla="*/ 655049 w 4002736"/>
                <a:gd name="connsiteY13" fmla="*/ 830969 h 1881861"/>
                <a:gd name="connsiteX14" fmla="*/ 467502 w 4002736"/>
                <a:gd name="connsiteY14" fmla="*/ 596368 h 1881861"/>
                <a:gd name="connsiteX15" fmla="*/ 195127 w 4002736"/>
                <a:gd name="connsiteY15" fmla="*/ 159724 h 1881861"/>
                <a:gd name="connsiteX16" fmla="*/ 0 w 4002736"/>
                <a:gd name="connsiteY16" fmla="*/ 11747 h 1881861"/>
                <a:gd name="connsiteX0" fmla="*/ 4002736 w 4002736"/>
                <a:gd name="connsiteY0" fmla="*/ 291138 h 1870114"/>
                <a:gd name="connsiteX1" fmla="*/ 3692334 w 4002736"/>
                <a:gd name="connsiteY1" fmla="*/ 578614 h 1870114"/>
                <a:gd name="connsiteX2" fmla="*/ 3422577 w 4002736"/>
                <a:gd name="connsiteY2" fmla="*/ 959587 h 1870114"/>
                <a:gd name="connsiteX3" fmla="*/ 3351810 w 4002736"/>
                <a:gd name="connsiteY3" fmla="*/ 1389317 h 1870114"/>
                <a:gd name="connsiteX4" fmla="*/ 2954323 w 4002736"/>
                <a:gd name="connsiteY4" fmla="*/ 1747956 h 1870114"/>
                <a:gd name="connsiteX5" fmla="*/ 2602035 w 4002736"/>
                <a:gd name="connsiteY5" fmla="*/ 1865004 h 1870114"/>
                <a:gd name="connsiteX6" fmla="*/ 2162162 w 4002736"/>
                <a:gd name="connsiteY6" fmla="*/ 1839650 h 1870114"/>
                <a:gd name="connsiteX7" fmla="*/ 1588483 w 4002736"/>
                <a:gd name="connsiteY7" fmla="*/ 1753870 h 1870114"/>
                <a:gd name="connsiteX8" fmla="*/ 1423120 w 4002736"/>
                <a:gd name="connsiteY8" fmla="*/ 1485484 h 1870114"/>
                <a:gd name="connsiteX9" fmla="*/ 1362951 w 4002736"/>
                <a:gd name="connsiteY9" fmla="*/ 1293603 h 1870114"/>
                <a:gd name="connsiteX10" fmla="*/ 1235337 w 4002736"/>
                <a:gd name="connsiteY10" fmla="*/ 1097931 h 1870114"/>
                <a:gd name="connsiteX11" fmla="*/ 908129 w 4002736"/>
                <a:gd name="connsiteY11" fmla="*/ 996196 h 1870114"/>
                <a:gd name="connsiteX12" fmla="*/ 795543 w 4002736"/>
                <a:gd name="connsiteY12" fmla="*/ 959620 h 1870114"/>
                <a:gd name="connsiteX13" fmla="*/ 655049 w 4002736"/>
                <a:gd name="connsiteY13" fmla="*/ 819222 h 1870114"/>
                <a:gd name="connsiteX14" fmla="*/ 467502 w 4002736"/>
                <a:gd name="connsiteY14" fmla="*/ 584621 h 1870114"/>
                <a:gd name="connsiteX15" fmla="*/ 195127 w 4002736"/>
                <a:gd name="connsiteY15" fmla="*/ 147977 h 1870114"/>
                <a:gd name="connsiteX16" fmla="*/ 0 w 4002736"/>
                <a:gd name="connsiteY16" fmla="*/ 0 h 1870114"/>
                <a:gd name="connsiteX0" fmla="*/ 3807609 w 3807609"/>
                <a:gd name="connsiteY0" fmla="*/ 143161 h 1722137"/>
                <a:gd name="connsiteX1" fmla="*/ 3497207 w 3807609"/>
                <a:gd name="connsiteY1" fmla="*/ 430637 h 1722137"/>
                <a:gd name="connsiteX2" fmla="*/ 3227450 w 3807609"/>
                <a:gd name="connsiteY2" fmla="*/ 811610 h 1722137"/>
                <a:gd name="connsiteX3" fmla="*/ 3156683 w 3807609"/>
                <a:gd name="connsiteY3" fmla="*/ 1241340 h 1722137"/>
                <a:gd name="connsiteX4" fmla="*/ 2759196 w 3807609"/>
                <a:gd name="connsiteY4" fmla="*/ 1599979 h 1722137"/>
                <a:gd name="connsiteX5" fmla="*/ 2406908 w 3807609"/>
                <a:gd name="connsiteY5" fmla="*/ 1717027 h 1722137"/>
                <a:gd name="connsiteX6" fmla="*/ 1967035 w 3807609"/>
                <a:gd name="connsiteY6" fmla="*/ 1691673 h 1722137"/>
                <a:gd name="connsiteX7" fmla="*/ 1393356 w 3807609"/>
                <a:gd name="connsiteY7" fmla="*/ 1605893 h 1722137"/>
                <a:gd name="connsiteX8" fmla="*/ 1227993 w 3807609"/>
                <a:gd name="connsiteY8" fmla="*/ 1337507 h 1722137"/>
                <a:gd name="connsiteX9" fmla="*/ 1167824 w 3807609"/>
                <a:gd name="connsiteY9" fmla="*/ 1145626 h 1722137"/>
                <a:gd name="connsiteX10" fmla="*/ 1040210 w 3807609"/>
                <a:gd name="connsiteY10" fmla="*/ 949954 h 1722137"/>
                <a:gd name="connsiteX11" fmla="*/ 713002 w 3807609"/>
                <a:gd name="connsiteY11" fmla="*/ 848219 h 1722137"/>
                <a:gd name="connsiteX12" fmla="*/ 600416 w 3807609"/>
                <a:gd name="connsiteY12" fmla="*/ 811643 h 1722137"/>
                <a:gd name="connsiteX13" fmla="*/ 459922 w 3807609"/>
                <a:gd name="connsiteY13" fmla="*/ 671245 h 1722137"/>
                <a:gd name="connsiteX14" fmla="*/ 272375 w 3807609"/>
                <a:gd name="connsiteY14" fmla="*/ 436644 h 1722137"/>
                <a:gd name="connsiteX15" fmla="*/ 0 w 3807609"/>
                <a:gd name="connsiteY15" fmla="*/ 0 h 1722137"/>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365801 w 3676203"/>
                <a:gd name="connsiteY1" fmla="*/ 287476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676203 w 3676203"/>
                <a:gd name="connsiteY0" fmla="*/ 0 h 1578976"/>
                <a:gd name="connsiteX1" fmla="*/ 3212952 w 3676203"/>
                <a:gd name="connsiteY1" fmla="*/ 502707 h 1578976"/>
                <a:gd name="connsiteX2" fmla="*/ 3096044 w 3676203"/>
                <a:gd name="connsiteY2" fmla="*/ 668449 h 1578976"/>
                <a:gd name="connsiteX3" fmla="*/ 3025277 w 3676203"/>
                <a:gd name="connsiteY3" fmla="*/ 1098179 h 1578976"/>
                <a:gd name="connsiteX4" fmla="*/ 2627790 w 3676203"/>
                <a:gd name="connsiteY4" fmla="*/ 1456818 h 1578976"/>
                <a:gd name="connsiteX5" fmla="*/ 2275502 w 3676203"/>
                <a:gd name="connsiteY5" fmla="*/ 1573866 h 1578976"/>
                <a:gd name="connsiteX6" fmla="*/ 1835629 w 3676203"/>
                <a:gd name="connsiteY6" fmla="*/ 1548512 h 1578976"/>
                <a:gd name="connsiteX7" fmla="*/ 1261950 w 3676203"/>
                <a:gd name="connsiteY7" fmla="*/ 1462732 h 1578976"/>
                <a:gd name="connsiteX8" fmla="*/ 1096587 w 3676203"/>
                <a:gd name="connsiteY8" fmla="*/ 1194346 h 1578976"/>
                <a:gd name="connsiteX9" fmla="*/ 1036418 w 3676203"/>
                <a:gd name="connsiteY9" fmla="*/ 1002465 h 1578976"/>
                <a:gd name="connsiteX10" fmla="*/ 908804 w 3676203"/>
                <a:gd name="connsiteY10" fmla="*/ 806793 h 1578976"/>
                <a:gd name="connsiteX11" fmla="*/ 581596 w 3676203"/>
                <a:gd name="connsiteY11" fmla="*/ 705058 h 1578976"/>
                <a:gd name="connsiteX12" fmla="*/ 469010 w 3676203"/>
                <a:gd name="connsiteY12" fmla="*/ 668482 h 1578976"/>
                <a:gd name="connsiteX13" fmla="*/ 328516 w 3676203"/>
                <a:gd name="connsiteY13" fmla="*/ 528084 h 1578976"/>
                <a:gd name="connsiteX14" fmla="*/ 140969 w 3676203"/>
                <a:gd name="connsiteY14" fmla="*/ 293483 h 1578976"/>
                <a:gd name="connsiteX15" fmla="*/ 0 w 3676203"/>
                <a:gd name="connsiteY15" fmla="*/ 135891 h 1578976"/>
                <a:gd name="connsiteX0" fmla="*/ 3212952 w 3212952"/>
                <a:gd name="connsiteY0" fmla="*/ 366816 h 1443085"/>
                <a:gd name="connsiteX1" fmla="*/ 3096044 w 3212952"/>
                <a:gd name="connsiteY1" fmla="*/ 532558 h 1443085"/>
                <a:gd name="connsiteX2" fmla="*/ 3025277 w 3212952"/>
                <a:gd name="connsiteY2" fmla="*/ 962288 h 1443085"/>
                <a:gd name="connsiteX3" fmla="*/ 2627790 w 3212952"/>
                <a:gd name="connsiteY3" fmla="*/ 1320927 h 1443085"/>
                <a:gd name="connsiteX4" fmla="*/ 2275502 w 3212952"/>
                <a:gd name="connsiteY4" fmla="*/ 1437975 h 1443085"/>
                <a:gd name="connsiteX5" fmla="*/ 1835629 w 3212952"/>
                <a:gd name="connsiteY5" fmla="*/ 1412621 h 1443085"/>
                <a:gd name="connsiteX6" fmla="*/ 1261950 w 3212952"/>
                <a:gd name="connsiteY6" fmla="*/ 1326841 h 1443085"/>
                <a:gd name="connsiteX7" fmla="*/ 1096587 w 3212952"/>
                <a:gd name="connsiteY7" fmla="*/ 1058455 h 1443085"/>
                <a:gd name="connsiteX8" fmla="*/ 1036418 w 3212952"/>
                <a:gd name="connsiteY8" fmla="*/ 866574 h 1443085"/>
                <a:gd name="connsiteX9" fmla="*/ 908804 w 3212952"/>
                <a:gd name="connsiteY9" fmla="*/ 670902 h 1443085"/>
                <a:gd name="connsiteX10" fmla="*/ 581596 w 3212952"/>
                <a:gd name="connsiteY10" fmla="*/ 569167 h 1443085"/>
                <a:gd name="connsiteX11" fmla="*/ 469010 w 3212952"/>
                <a:gd name="connsiteY11" fmla="*/ 532591 h 1443085"/>
                <a:gd name="connsiteX12" fmla="*/ 328516 w 3212952"/>
                <a:gd name="connsiteY12" fmla="*/ 392193 h 1443085"/>
                <a:gd name="connsiteX13" fmla="*/ 140969 w 3212952"/>
                <a:gd name="connsiteY13" fmla="*/ 157592 h 1443085"/>
                <a:gd name="connsiteX14" fmla="*/ 0 w 3212952"/>
                <a:gd name="connsiteY14" fmla="*/ 0 h 1443085"/>
                <a:gd name="connsiteX0" fmla="*/ 3071983 w 3071983"/>
                <a:gd name="connsiteY0" fmla="*/ 209224 h 1285493"/>
                <a:gd name="connsiteX1" fmla="*/ 2955075 w 3071983"/>
                <a:gd name="connsiteY1" fmla="*/ 374966 h 1285493"/>
                <a:gd name="connsiteX2" fmla="*/ 2884308 w 3071983"/>
                <a:gd name="connsiteY2" fmla="*/ 804696 h 1285493"/>
                <a:gd name="connsiteX3" fmla="*/ 2486821 w 3071983"/>
                <a:gd name="connsiteY3" fmla="*/ 1163335 h 1285493"/>
                <a:gd name="connsiteX4" fmla="*/ 2134533 w 3071983"/>
                <a:gd name="connsiteY4" fmla="*/ 1280383 h 1285493"/>
                <a:gd name="connsiteX5" fmla="*/ 1694660 w 3071983"/>
                <a:gd name="connsiteY5" fmla="*/ 1255029 h 1285493"/>
                <a:gd name="connsiteX6" fmla="*/ 1120981 w 3071983"/>
                <a:gd name="connsiteY6" fmla="*/ 1169249 h 1285493"/>
                <a:gd name="connsiteX7" fmla="*/ 955618 w 3071983"/>
                <a:gd name="connsiteY7" fmla="*/ 900863 h 1285493"/>
                <a:gd name="connsiteX8" fmla="*/ 895449 w 3071983"/>
                <a:gd name="connsiteY8" fmla="*/ 708982 h 1285493"/>
                <a:gd name="connsiteX9" fmla="*/ 767835 w 3071983"/>
                <a:gd name="connsiteY9" fmla="*/ 513310 h 1285493"/>
                <a:gd name="connsiteX10" fmla="*/ 440627 w 3071983"/>
                <a:gd name="connsiteY10" fmla="*/ 411575 h 1285493"/>
                <a:gd name="connsiteX11" fmla="*/ 328041 w 3071983"/>
                <a:gd name="connsiteY11" fmla="*/ 374999 h 1285493"/>
                <a:gd name="connsiteX12" fmla="*/ 187547 w 3071983"/>
                <a:gd name="connsiteY12" fmla="*/ 234601 h 1285493"/>
                <a:gd name="connsiteX13" fmla="*/ 0 w 3071983"/>
                <a:gd name="connsiteY13" fmla="*/ 0 h 1285493"/>
                <a:gd name="connsiteX0" fmla="*/ 2884436 w 2884436"/>
                <a:gd name="connsiteY0" fmla="*/ 0 h 1076269"/>
                <a:gd name="connsiteX1" fmla="*/ 2767528 w 2884436"/>
                <a:gd name="connsiteY1" fmla="*/ 165742 h 1076269"/>
                <a:gd name="connsiteX2" fmla="*/ 2696761 w 2884436"/>
                <a:gd name="connsiteY2" fmla="*/ 595472 h 1076269"/>
                <a:gd name="connsiteX3" fmla="*/ 2299274 w 2884436"/>
                <a:gd name="connsiteY3" fmla="*/ 954111 h 1076269"/>
                <a:gd name="connsiteX4" fmla="*/ 1946986 w 2884436"/>
                <a:gd name="connsiteY4" fmla="*/ 1071159 h 1076269"/>
                <a:gd name="connsiteX5" fmla="*/ 1507113 w 2884436"/>
                <a:gd name="connsiteY5" fmla="*/ 1045805 h 1076269"/>
                <a:gd name="connsiteX6" fmla="*/ 933434 w 2884436"/>
                <a:gd name="connsiteY6" fmla="*/ 960025 h 1076269"/>
                <a:gd name="connsiteX7" fmla="*/ 768071 w 2884436"/>
                <a:gd name="connsiteY7" fmla="*/ 691639 h 1076269"/>
                <a:gd name="connsiteX8" fmla="*/ 707902 w 2884436"/>
                <a:gd name="connsiteY8" fmla="*/ 499758 h 1076269"/>
                <a:gd name="connsiteX9" fmla="*/ 580288 w 2884436"/>
                <a:gd name="connsiteY9" fmla="*/ 304086 h 1076269"/>
                <a:gd name="connsiteX10" fmla="*/ 253080 w 2884436"/>
                <a:gd name="connsiteY10" fmla="*/ 202351 h 1076269"/>
                <a:gd name="connsiteX11" fmla="*/ 140494 w 2884436"/>
                <a:gd name="connsiteY11" fmla="*/ 165775 h 1076269"/>
                <a:gd name="connsiteX12" fmla="*/ 0 w 2884436"/>
                <a:gd name="connsiteY12" fmla="*/ 25377 h 1076269"/>
                <a:gd name="connsiteX0" fmla="*/ 2743942 w 2743942"/>
                <a:gd name="connsiteY0" fmla="*/ 0 h 1076269"/>
                <a:gd name="connsiteX1" fmla="*/ 2627034 w 2743942"/>
                <a:gd name="connsiteY1" fmla="*/ 165742 h 1076269"/>
                <a:gd name="connsiteX2" fmla="*/ 2556267 w 2743942"/>
                <a:gd name="connsiteY2" fmla="*/ 595472 h 1076269"/>
                <a:gd name="connsiteX3" fmla="*/ 2158780 w 2743942"/>
                <a:gd name="connsiteY3" fmla="*/ 954111 h 1076269"/>
                <a:gd name="connsiteX4" fmla="*/ 1806492 w 2743942"/>
                <a:gd name="connsiteY4" fmla="*/ 1071159 h 1076269"/>
                <a:gd name="connsiteX5" fmla="*/ 1366619 w 2743942"/>
                <a:gd name="connsiteY5" fmla="*/ 1045805 h 1076269"/>
                <a:gd name="connsiteX6" fmla="*/ 792940 w 2743942"/>
                <a:gd name="connsiteY6" fmla="*/ 960025 h 1076269"/>
                <a:gd name="connsiteX7" fmla="*/ 627577 w 2743942"/>
                <a:gd name="connsiteY7" fmla="*/ 691639 h 1076269"/>
                <a:gd name="connsiteX8" fmla="*/ 567408 w 2743942"/>
                <a:gd name="connsiteY8" fmla="*/ 499758 h 1076269"/>
                <a:gd name="connsiteX9" fmla="*/ 439794 w 2743942"/>
                <a:gd name="connsiteY9" fmla="*/ 304086 h 1076269"/>
                <a:gd name="connsiteX10" fmla="*/ 112586 w 2743942"/>
                <a:gd name="connsiteY10" fmla="*/ 202351 h 1076269"/>
                <a:gd name="connsiteX11" fmla="*/ 0 w 2743942"/>
                <a:gd name="connsiteY11" fmla="*/ 165775 h 1076269"/>
                <a:gd name="connsiteX0" fmla="*/ 2627034 w 2627034"/>
                <a:gd name="connsiteY0" fmla="*/ 0 h 910527"/>
                <a:gd name="connsiteX1" fmla="*/ 2556267 w 2627034"/>
                <a:gd name="connsiteY1" fmla="*/ 429730 h 910527"/>
                <a:gd name="connsiteX2" fmla="*/ 2158780 w 2627034"/>
                <a:gd name="connsiteY2" fmla="*/ 788369 h 910527"/>
                <a:gd name="connsiteX3" fmla="*/ 1806492 w 2627034"/>
                <a:gd name="connsiteY3" fmla="*/ 905417 h 910527"/>
                <a:gd name="connsiteX4" fmla="*/ 1366619 w 2627034"/>
                <a:gd name="connsiteY4" fmla="*/ 880063 h 910527"/>
                <a:gd name="connsiteX5" fmla="*/ 792940 w 2627034"/>
                <a:gd name="connsiteY5" fmla="*/ 794283 h 910527"/>
                <a:gd name="connsiteX6" fmla="*/ 627577 w 2627034"/>
                <a:gd name="connsiteY6" fmla="*/ 525897 h 910527"/>
                <a:gd name="connsiteX7" fmla="*/ 567408 w 2627034"/>
                <a:gd name="connsiteY7" fmla="*/ 334016 h 910527"/>
                <a:gd name="connsiteX8" fmla="*/ 439794 w 2627034"/>
                <a:gd name="connsiteY8" fmla="*/ 138344 h 910527"/>
                <a:gd name="connsiteX9" fmla="*/ 112586 w 2627034"/>
                <a:gd name="connsiteY9" fmla="*/ 36609 h 910527"/>
                <a:gd name="connsiteX10" fmla="*/ 0 w 2627034"/>
                <a:gd name="connsiteY10" fmla="*/ 33 h 910527"/>
                <a:gd name="connsiteX0" fmla="*/ 2615003 w 2615003"/>
                <a:gd name="connsiteY0" fmla="*/ 282777 h 910494"/>
                <a:gd name="connsiteX1" fmla="*/ 2556267 w 2615003"/>
                <a:gd name="connsiteY1" fmla="*/ 429697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615003 w 2615003"/>
                <a:gd name="connsiteY0" fmla="*/ 282777 h 910494"/>
                <a:gd name="connsiteX1" fmla="*/ 2444563 w 2615003"/>
                <a:gd name="connsiteY1" fmla="*/ 608280 h 910494"/>
                <a:gd name="connsiteX2" fmla="*/ 2158780 w 2615003"/>
                <a:gd name="connsiteY2" fmla="*/ 788336 h 910494"/>
                <a:gd name="connsiteX3" fmla="*/ 1806492 w 2615003"/>
                <a:gd name="connsiteY3" fmla="*/ 905384 h 910494"/>
                <a:gd name="connsiteX4" fmla="*/ 1366619 w 2615003"/>
                <a:gd name="connsiteY4" fmla="*/ 880030 h 910494"/>
                <a:gd name="connsiteX5" fmla="*/ 792940 w 2615003"/>
                <a:gd name="connsiteY5" fmla="*/ 794250 h 910494"/>
                <a:gd name="connsiteX6" fmla="*/ 627577 w 2615003"/>
                <a:gd name="connsiteY6" fmla="*/ 525864 h 910494"/>
                <a:gd name="connsiteX7" fmla="*/ 567408 w 2615003"/>
                <a:gd name="connsiteY7" fmla="*/ 333983 h 910494"/>
                <a:gd name="connsiteX8" fmla="*/ 439794 w 2615003"/>
                <a:gd name="connsiteY8" fmla="*/ 138311 h 910494"/>
                <a:gd name="connsiteX9" fmla="*/ 112586 w 2615003"/>
                <a:gd name="connsiteY9" fmla="*/ 36576 h 910494"/>
                <a:gd name="connsiteX10" fmla="*/ 0 w 2615003"/>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567408 w 2735247"/>
                <a:gd name="connsiteY7" fmla="*/ 333983 h 910494"/>
                <a:gd name="connsiteX8" fmla="*/ 439794 w 2735247"/>
                <a:gd name="connsiteY8" fmla="*/ 138311 h 910494"/>
                <a:gd name="connsiteX9" fmla="*/ 112586 w 2735247"/>
                <a:gd name="connsiteY9" fmla="*/ 36576 h 910494"/>
                <a:gd name="connsiteX10" fmla="*/ 0 w 2735247"/>
                <a:gd name="connsiteY10" fmla="*/ 0 h 910494"/>
                <a:gd name="connsiteX0" fmla="*/ 2735247 w 2735247"/>
                <a:gd name="connsiteY0" fmla="*/ 300203 h 910494"/>
                <a:gd name="connsiteX1" fmla="*/ 2444563 w 2735247"/>
                <a:gd name="connsiteY1" fmla="*/ 608280 h 910494"/>
                <a:gd name="connsiteX2" fmla="*/ 2158780 w 2735247"/>
                <a:gd name="connsiteY2" fmla="*/ 788336 h 910494"/>
                <a:gd name="connsiteX3" fmla="*/ 1806492 w 2735247"/>
                <a:gd name="connsiteY3" fmla="*/ 905384 h 910494"/>
                <a:gd name="connsiteX4" fmla="*/ 1366619 w 2735247"/>
                <a:gd name="connsiteY4" fmla="*/ 880030 h 910494"/>
                <a:gd name="connsiteX5" fmla="*/ 792940 w 2735247"/>
                <a:gd name="connsiteY5" fmla="*/ 794250 h 910494"/>
                <a:gd name="connsiteX6" fmla="*/ 627577 w 2735247"/>
                <a:gd name="connsiteY6" fmla="*/ 525864 h 910494"/>
                <a:gd name="connsiteX7" fmla="*/ 687653 w 2735247"/>
                <a:gd name="connsiteY7" fmla="*/ 351409 h 910494"/>
                <a:gd name="connsiteX8" fmla="*/ 439794 w 2735247"/>
                <a:gd name="connsiteY8" fmla="*/ 138311 h 910494"/>
                <a:gd name="connsiteX9" fmla="*/ 112586 w 2735247"/>
                <a:gd name="connsiteY9" fmla="*/ 36576 h 910494"/>
                <a:gd name="connsiteX10" fmla="*/ 0 w 2735247"/>
                <a:gd name="connsiteY10" fmla="*/ 0 h 91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247" h="910494">
                  <a:moveTo>
                    <a:pt x="2735247" y="300203"/>
                  </a:moveTo>
                  <a:cubicBezTo>
                    <a:pt x="2547635" y="373823"/>
                    <a:pt x="2540641" y="526925"/>
                    <a:pt x="2444563" y="608280"/>
                  </a:cubicBezTo>
                  <a:cubicBezTo>
                    <a:pt x="2348485" y="689635"/>
                    <a:pt x="2265125" y="738819"/>
                    <a:pt x="2158780" y="788336"/>
                  </a:cubicBezTo>
                  <a:cubicBezTo>
                    <a:pt x="2052435" y="837853"/>
                    <a:pt x="1938519" y="890102"/>
                    <a:pt x="1806492" y="905384"/>
                  </a:cubicBezTo>
                  <a:cubicBezTo>
                    <a:pt x="1674465" y="920666"/>
                    <a:pt x="1535544" y="898552"/>
                    <a:pt x="1366619" y="880030"/>
                  </a:cubicBezTo>
                  <a:cubicBezTo>
                    <a:pt x="1197694" y="861508"/>
                    <a:pt x="916114" y="853278"/>
                    <a:pt x="792940" y="794250"/>
                  </a:cubicBezTo>
                  <a:cubicBezTo>
                    <a:pt x="669766" y="735222"/>
                    <a:pt x="645125" y="599671"/>
                    <a:pt x="627577" y="525864"/>
                  </a:cubicBezTo>
                  <a:cubicBezTo>
                    <a:pt x="610029" y="452057"/>
                    <a:pt x="718950" y="416001"/>
                    <a:pt x="687653" y="351409"/>
                  </a:cubicBezTo>
                  <a:cubicBezTo>
                    <a:pt x="656356" y="286817"/>
                    <a:pt x="535638" y="190783"/>
                    <a:pt x="439794" y="138311"/>
                  </a:cubicBezTo>
                  <a:cubicBezTo>
                    <a:pt x="343950" y="85839"/>
                    <a:pt x="185885" y="59628"/>
                    <a:pt x="112586" y="36576"/>
                  </a:cubicBezTo>
                  <a:cubicBezTo>
                    <a:pt x="39287" y="13524"/>
                    <a:pt x="34290" y="20574"/>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8" name="Freeform: Shape 87">
              <a:extLst>
                <a:ext uri="{FF2B5EF4-FFF2-40B4-BE49-F238E27FC236}">
                  <a16:creationId xmlns:a16="http://schemas.microsoft.com/office/drawing/2014/main" id="{BA4B4BC5-1BBE-FC11-14E9-DF6385C58520}"/>
                </a:ext>
              </a:extLst>
            </p:cNvPr>
            <p:cNvSpPr/>
            <p:nvPr userDrawn="1"/>
          </p:nvSpPr>
          <p:spPr>
            <a:xfrm rot="5546150" flipH="1" flipV="1">
              <a:off x="-457298" y="3725918"/>
              <a:ext cx="1599118" cy="750285"/>
            </a:xfrm>
            <a:custGeom>
              <a:avLst/>
              <a:gdLst>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07063 w 2607257"/>
                <a:gd name="connsiteY5" fmla="*/ 126234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568702 w 2607257"/>
                <a:gd name="connsiteY4" fmla="*/ 1001554 h 1468691"/>
                <a:gd name="connsiteX5" fmla="*/ 2468760 w 2607257"/>
                <a:gd name="connsiteY5" fmla="*/ 1281888 h 1468691"/>
                <a:gd name="connsiteX6" fmla="*/ 2211896 w 2607257"/>
                <a:gd name="connsiteY6" fmla="*/ 1390078 h 1468691"/>
                <a:gd name="connsiteX7" fmla="*/ 1936623 w 2607257"/>
                <a:gd name="connsiteY7" fmla="*/ 1466660 h 1468691"/>
                <a:gd name="connsiteX8" fmla="*/ 1749933 w 2607257"/>
                <a:gd name="connsiteY8" fmla="*/ 1447514 h 1468691"/>
                <a:gd name="connsiteX9" fmla="*/ 1594295 w 2607257"/>
                <a:gd name="connsiteY9" fmla="*/ 1351788 h 1468691"/>
                <a:gd name="connsiteX10" fmla="*/ 1512951 w 2607257"/>
                <a:gd name="connsiteY10" fmla="*/ 1227392 h 1468691"/>
                <a:gd name="connsiteX11" fmla="*/ 1500949 w 2607257"/>
                <a:gd name="connsiteY11" fmla="*/ 992886 h 1468691"/>
                <a:gd name="connsiteX12" fmla="*/ 1541621 w 2607257"/>
                <a:gd name="connsiteY12" fmla="*/ 803910 h 1468691"/>
                <a:gd name="connsiteX13" fmla="*/ 1541621 w 2607257"/>
                <a:gd name="connsiteY13" fmla="*/ 665131 h 1468691"/>
                <a:gd name="connsiteX14" fmla="*/ 1429131 w 2607257"/>
                <a:gd name="connsiteY14" fmla="*/ 526352 h 1468691"/>
                <a:gd name="connsiteX15" fmla="*/ 1163383 w 2607257"/>
                <a:gd name="connsiteY15" fmla="*/ 449771 h 1468691"/>
                <a:gd name="connsiteX16" fmla="*/ 811530 w 2607257"/>
                <a:gd name="connsiteY16" fmla="*/ 406718 h 1468691"/>
                <a:gd name="connsiteX17" fmla="*/ 574548 w 2607257"/>
                <a:gd name="connsiteY17" fmla="*/ 354044 h 1468691"/>
                <a:gd name="connsiteX18" fmla="*/ 284893 w 2607257"/>
                <a:gd name="connsiteY18" fmla="*/ 224885 h 1468691"/>
                <a:gd name="connsiteX19" fmla="*/ 0 w 2607257"/>
                <a:gd name="connsiteY19" fmla="*/ 0 h 1468691"/>
                <a:gd name="connsiteX0" fmla="*/ 2568321 w 2607257"/>
                <a:gd name="connsiteY0" fmla="*/ 18002 h 1468691"/>
                <a:gd name="connsiteX1" fmla="*/ 2590609 w 2607257"/>
                <a:gd name="connsiteY1" fmla="*/ 258509 h 1468691"/>
                <a:gd name="connsiteX2" fmla="*/ 2606802 w 2607257"/>
                <a:gd name="connsiteY2" fmla="*/ 563118 h 1468691"/>
                <a:gd name="connsiteX3" fmla="*/ 2587181 w 2607257"/>
                <a:gd name="connsiteY3" fmla="*/ 910400 h 1468691"/>
                <a:gd name="connsiteX4" fmla="*/ 2468760 w 2607257"/>
                <a:gd name="connsiteY4" fmla="*/ 1281888 h 1468691"/>
                <a:gd name="connsiteX5" fmla="*/ 2211896 w 2607257"/>
                <a:gd name="connsiteY5" fmla="*/ 1390078 h 1468691"/>
                <a:gd name="connsiteX6" fmla="*/ 1936623 w 2607257"/>
                <a:gd name="connsiteY6" fmla="*/ 1466660 h 1468691"/>
                <a:gd name="connsiteX7" fmla="*/ 1749933 w 2607257"/>
                <a:gd name="connsiteY7" fmla="*/ 1447514 h 1468691"/>
                <a:gd name="connsiteX8" fmla="*/ 1594295 w 2607257"/>
                <a:gd name="connsiteY8" fmla="*/ 1351788 h 1468691"/>
                <a:gd name="connsiteX9" fmla="*/ 1512951 w 2607257"/>
                <a:gd name="connsiteY9" fmla="*/ 1227392 h 1468691"/>
                <a:gd name="connsiteX10" fmla="*/ 1500949 w 2607257"/>
                <a:gd name="connsiteY10" fmla="*/ 992886 h 1468691"/>
                <a:gd name="connsiteX11" fmla="*/ 1541621 w 2607257"/>
                <a:gd name="connsiteY11" fmla="*/ 803910 h 1468691"/>
                <a:gd name="connsiteX12" fmla="*/ 1541621 w 2607257"/>
                <a:gd name="connsiteY12" fmla="*/ 665131 h 1468691"/>
                <a:gd name="connsiteX13" fmla="*/ 1429131 w 2607257"/>
                <a:gd name="connsiteY13" fmla="*/ 526352 h 1468691"/>
                <a:gd name="connsiteX14" fmla="*/ 1163383 w 2607257"/>
                <a:gd name="connsiteY14" fmla="*/ 449771 h 1468691"/>
                <a:gd name="connsiteX15" fmla="*/ 811530 w 2607257"/>
                <a:gd name="connsiteY15" fmla="*/ 406718 h 1468691"/>
                <a:gd name="connsiteX16" fmla="*/ 574548 w 2607257"/>
                <a:gd name="connsiteY16" fmla="*/ 354044 h 1468691"/>
                <a:gd name="connsiteX17" fmla="*/ 284893 w 2607257"/>
                <a:gd name="connsiteY17" fmla="*/ 224885 h 1468691"/>
                <a:gd name="connsiteX18" fmla="*/ 0 w 2607257"/>
                <a:gd name="connsiteY18" fmla="*/ 0 h 1468691"/>
                <a:gd name="connsiteX0" fmla="*/ 2568321 w 2606802"/>
                <a:gd name="connsiteY0" fmla="*/ 18002 h 1468691"/>
                <a:gd name="connsiteX1" fmla="*/ 2590609 w 2606802"/>
                <a:gd name="connsiteY1" fmla="*/ 258509 h 1468691"/>
                <a:gd name="connsiteX2" fmla="*/ 2606802 w 2606802"/>
                <a:gd name="connsiteY2" fmla="*/ 563118 h 1468691"/>
                <a:gd name="connsiteX3" fmla="*/ 2468760 w 2606802"/>
                <a:gd name="connsiteY3" fmla="*/ 1281888 h 1468691"/>
                <a:gd name="connsiteX4" fmla="*/ 2211896 w 2606802"/>
                <a:gd name="connsiteY4" fmla="*/ 1390078 h 1468691"/>
                <a:gd name="connsiteX5" fmla="*/ 1936623 w 2606802"/>
                <a:gd name="connsiteY5" fmla="*/ 1466660 h 1468691"/>
                <a:gd name="connsiteX6" fmla="*/ 1749933 w 2606802"/>
                <a:gd name="connsiteY6" fmla="*/ 1447514 h 1468691"/>
                <a:gd name="connsiteX7" fmla="*/ 1594295 w 2606802"/>
                <a:gd name="connsiteY7" fmla="*/ 1351788 h 1468691"/>
                <a:gd name="connsiteX8" fmla="*/ 1512951 w 2606802"/>
                <a:gd name="connsiteY8" fmla="*/ 1227392 h 1468691"/>
                <a:gd name="connsiteX9" fmla="*/ 1500949 w 2606802"/>
                <a:gd name="connsiteY9" fmla="*/ 992886 h 1468691"/>
                <a:gd name="connsiteX10" fmla="*/ 1541621 w 2606802"/>
                <a:gd name="connsiteY10" fmla="*/ 803910 h 1468691"/>
                <a:gd name="connsiteX11" fmla="*/ 1541621 w 2606802"/>
                <a:gd name="connsiteY11" fmla="*/ 665131 h 1468691"/>
                <a:gd name="connsiteX12" fmla="*/ 1429131 w 2606802"/>
                <a:gd name="connsiteY12" fmla="*/ 526352 h 1468691"/>
                <a:gd name="connsiteX13" fmla="*/ 1163383 w 2606802"/>
                <a:gd name="connsiteY13" fmla="*/ 449771 h 1468691"/>
                <a:gd name="connsiteX14" fmla="*/ 811530 w 2606802"/>
                <a:gd name="connsiteY14" fmla="*/ 406718 h 1468691"/>
                <a:gd name="connsiteX15" fmla="*/ 574548 w 2606802"/>
                <a:gd name="connsiteY15" fmla="*/ 354044 h 1468691"/>
                <a:gd name="connsiteX16" fmla="*/ 284893 w 2606802"/>
                <a:gd name="connsiteY16" fmla="*/ 224885 h 1468691"/>
                <a:gd name="connsiteX17" fmla="*/ 0 w 2606802"/>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468760 w 2613330"/>
                <a:gd name="connsiteY3" fmla="*/ 1281888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68321 w 2613330"/>
                <a:gd name="connsiteY0" fmla="*/ 18002 h 1468691"/>
                <a:gd name="connsiteX1" fmla="*/ 2590609 w 2613330"/>
                <a:gd name="connsiteY1" fmla="*/ 258509 h 1468691"/>
                <a:gd name="connsiteX2" fmla="*/ 2613330 w 2613330"/>
                <a:gd name="connsiteY2" fmla="*/ 571733 h 1468691"/>
                <a:gd name="connsiteX3" fmla="*/ 2567545 w 2613330"/>
                <a:gd name="connsiteY3" fmla="*/ 1125716 h 1468691"/>
                <a:gd name="connsiteX4" fmla="*/ 2211896 w 2613330"/>
                <a:gd name="connsiteY4" fmla="*/ 1390078 h 1468691"/>
                <a:gd name="connsiteX5" fmla="*/ 1936623 w 2613330"/>
                <a:gd name="connsiteY5" fmla="*/ 1466660 h 1468691"/>
                <a:gd name="connsiteX6" fmla="*/ 1749933 w 2613330"/>
                <a:gd name="connsiteY6" fmla="*/ 1447514 h 1468691"/>
                <a:gd name="connsiteX7" fmla="*/ 1594295 w 2613330"/>
                <a:gd name="connsiteY7" fmla="*/ 1351788 h 1468691"/>
                <a:gd name="connsiteX8" fmla="*/ 1512951 w 2613330"/>
                <a:gd name="connsiteY8" fmla="*/ 1227392 h 1468691"/>
                <a:gd name="connsiteX9" fmla="*/ 1500949 w 2613330"/>
                <a:gd name="connsiteY9" fmla="*/ 992886 h 1468691"/>
                <a:gd name="connsiteX10" fmla="*/ 1541621 w 2613330"/>
                <a:gd name="connsiteY10" fmla="*/ 803910 h 1468691"/>
                <a:gd name="connsiteX11" fmla="*/ 1541621 w 2613330"/>
                <a:gd name="connsiteY11" fmla="*/ 665131 h 1468691"/>
                <a:gd name="connsiteX12" fmla="*/ 1429131 w 2613330"/>
                <a:gd name="connsiteY12" fmla="*/ 526352 h 1468691"/>
                <a:gd name="connsiteX13" fmla="*/ 1163383 w 2613330"/>
                <a:gd name="connsiteY13" fmla="*/ 449771 h 1468691"/>
                <a:gd name="connsiteX14" fmla="*/ 811530 w 2613330"/>
                <a:gd name="connsiteY14" fmla="*/ 406718 h 1468691"/>
                <a:gd name="connsiteX15" fmla="*/ 574548 w 2613330"/>
                <a:gd name="connsiteY15" fmla="*/ 354044 h 1468691"/>
                <a:gd name="connsiteX16" fmla="*/ 284893 w 2613330"/>
                <a:gd name="connsiteY16" fmla="*/ 224885 h 1468691"/>
                <a:gd name="connsiteX17" fmla="*/ 0 w 2613330"/>
                <a:gd name="connsiteY17" fmla="*/ 0 h 1468691"/>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3330"/>
                <a:gd name="connsiteY0" fmla="*/ 0 h 1523050"/>
                <a:gd name="connsiteX1" fmla="*/ 2590609 w 2613330"/>
                <a:gd name="connsiteY1" fmla="*/ 312868 h 1523050"/>
                <a:gd name="connsiteX2" fmla="*/ 2613330 w 2613330"/>
                <a:gd name="connsiteY2" fmla="*/ 626092 h 1523050"/>
                <a:gd name="connsiteX3" fmla="*/ 2567545 w 2613330"/>
                <a:gd name="connsiteY3" fmla="*/ 1180075 h 1523050"/>
                <a:gd name="connsiteX4" fmla="*/ 2211896 w 2613330"/>
                <a:gd name="connsiteY4" fmla="*/ 1444437 h 1523050"/>
                <a:gd name="connsiteX5" fmla="*/ 1936623 w 2613330"/>
                <a:gd name="connsiteY5" fmla="*/ 1521019 h 1523050"/>
                <a:gd name="connsiteX6" fmla="*/ 1749933 w 2613330"/>
                <a:gd name="connsiteY6" fmla="*/ 1501873 h 1523050"/>
                <a:gd name="connsiteX7" fmla="*/ 1594295 w 2613330"/>
                <a:gd name="connsiteY7" fmla="*/ 1406147 h 1523050"/>
                <a:gd name="connsiteX8" fmla="*/ 1512951 w 2613330"/>
                <a:gd name="connsiteY8" fmla="*/ 1281751 h 1523050"/>
                <a:gd name="connsiteX9" fmla="*/ 1500949 w 2613330"/>
                <a:gd name="connsiteY9" fmla="*/ 1047245 h 1523050"/>
                <a:gd name="connsiteX10" fmla="*/ 1541621 w 2613330"/>
                <a:gd name="connsiteY10" fmla="*/ 858269 h 1523050"/>
                <a:gd name="connsiteX11" fmla="*/ 1541621 w 2613330"/>
                <a:gd name="connsiteY11" fmla="*/ 719490 h 1523050"/>
                <a:gd name="connsiteX12" fmla="*/ 1429131 w 2613330"/>
                <a:gd name="connsiteY12" fmla="*/ 580711 h 1523050"/>
                <a:gd name="connsiteX13" fmla="*/ 1163383 w 2613330"/>
                <a:gd name="connsiteY13" fmla="*/ 504130 h 1523050"/>
                <a:gd name="connsiteX14" fmla="*/ 811530 w 2613330"/>
                <a:gd name="connsiteY14" fmla="*/ 461077 h 1523050"/>
                <a:gd name="connsiteX15" fmla="*/ 574548 w 2613330"/>
                <a:gd name="connsiteY15" fmla="*/ 408403 h 1523050"/>
                <a:gd name="connsiteX16" fmla="*/ 284893 w 2613330"/>
                <a:gd name="connsiteY16" fmla="*/ 279244 h 1523050"/>
                <a:gd name="connsiteX17" fmla="*/ 0 w 2613330"/>
                <a:gd name="connsiteY17" fmla="*/ 54359 h 1523050"/>
                <a:gd name="connsiteX0" fmla="*/ 2548023 w 2617916"/>
                <a:gd name="connsiteY0" fmla="*/ 0 h 1523050"/>
                <a:gd name="connsiteX1" fmla="*/ 2613330 w 2617916"/>
                <a:gd name="connsiteY1" fmla="*/ 626092 h 1523050"/>
                <a:gd name="connsiteX2" fmla="*/ 2567545 w 2617916"/>
                <a:gd name="connsiteY2" fmla="*/ 1180075 h 1523050"/>
                <a:gd name="connsiteX3" fmla="*/ 2211896 w 2617916"/>
                <a:gd name="connsiteY3" fmla="*/ 1444437 h 1523050"/>
                <a:gd name="connsiteX4" fmla="*/ 1936623 w 2617916"/>
                <a:gd name="connsiteY4" fmla="*/ 1521019 h 1523050"/>
                <a:gd name="connsiteX5" fmla="*/ 1749933 w 2617916"/>
                <a:gd name="connsiteY5" fmla="*/ 1501873 h 1523050"/>
                <a:gd name="connsiteX6" fmla="*/ 1594295 w 2617916"/>
                <a:gd name="connsiteY6" fmla="*/ 1406147 h 1523050"/>
                <a:gd name="connsiteX7" fmla="*/ 1512951 w 2617916"/>
                <a:gd name="connsiteY7" fmla="*/ 1281751 h 1523050"/>
                <a:gd name="connsiteX8" fmla="*/ 1500949 w 2617916"/>
                <a:gd name="connsiteY8" fmla="*/ 1047245 h 1523050"/>
                <a:gd name="connsiteX9" fmla="*/ 1541621 w 2617916"/>
                <a:gd name="connsiteY9" fmla="*/ 858269 h 1523050"/>
                <a:gd name="connsiteX10" fmla="*/ 1541621 w 2617916"/>
                <a:gd name="connsiteY10" fmla="*/ 719490 h 1523050"/>
                <a:gd name="connsiteX11" fmla="*/ 1429131 w 2617916"/>
                <a:gd name="connsiteY11" fmla="*/ 580711 h 1523050"/>
                <a:gd name="connsiteX12" fmla="*/ 1163383 w 2617916"/>
                <a:gd name="connsiteY12" fmla="*/ 504130 h 1523050"/>
                <a:gd name="connsiteX13" fmla="*/ 811530 w 2617916"/>
                <a:gd name="connsiteY13" fmla="*/ 461077 h 1523050"/>
                <a:gd name="connsiteX14" fmla="*/ 574548 w 2617916"/>
                <a:gd name="connsiteY14" fmla="*/ 408403 h 1523050"/>
                <a:gd name="connsiteX15" fmla="*/ 284893 w 2617916"/>
                <a:gd name="connsiteY15" fmla="*/ 279244 h 1523050"/>
                <a:gd name="connsiteX16" fmla="*/ 0 w 2617916"/>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2548023 w 2625243"/>
                <a:gd name="connsiteY0" fmla="*/ 0 h 1523050"/>
                <a:gd name="connsiteX1" fmla="*/ 2622793 w 2625243"/>
                <a:gd name="connsiteY1" fmla="*/ 557185 h 1523050"/>
                <a:gd name="connsiteX2" fmla="*/ 2567545 w 2625243"/>
                <a:gd name="connsiteY2" fmla="*/ 1180075 h 1523050"/>
                <a:gd name="connsiteX3" fmla="*/ 2211896 w 2625243"/>
                <a:gd name="connsiteY3" fmla="*/ 1444437 h 1523050"/>
                <a:gd name="connsiteX4" fmla="*/ 1936623 w 2625243"/>
                <a:gd name="connsiteY4" fmla="*/ 1521019 h 1523050"/>
                <a:gd name="connsiteX5" fmla="*/ 1749933 w 2625243"/>
                <a:gd name="connsiteY5" fmla="*/ 1501873 h 1523050"/>
                <a:gd name="connsiteX6" fmla="*/ 1594295 w 2625243"/>
                <a:gd name="connsiteY6" fmla="*/ 1406147 h 1523050"/>
                <a:gd name="connsiteX7" fmla="*/ 1512951 w 2625243"/>
                <a:gd name="connsiteY7" fmla="*/ 1281751 h 1523050"/>
                <a:gd name="connsiteX8" fmla="*/ 1500949 w 2625243"/>
                <a:gd name="connsiteY8" fmla="*/ 1047245 h 1523050"/>
                <a:gd name="connsiteX9" fmla="*/ 1541621 w 2625243"/>
                <a:gd name="connsiteY9" fmla="*/ 858269 h 1523050"/>
                <a:gd name="connsiteX10" fmla="*/ 1541621 w 2625243"/>
                <a:gd name="connsiteY10" fmla="*/ 719490 h 1523050"/>
                <a:gd name="connsiteX11" fmla="*/ 1429131 w 2625243"/>
                <a:gd name="connsiteY11" fmla="*/ 580711 h 1523050"/>
                <a:gd name="connsiteX12" fmla="*/ 1163383 w 2625243"/>
                <a:gd name="connsiteY12" fmla="*/ 504130 h 1523050"/>
                <a:gd name="connsiteX13" fmla="*/ 811530 w 2625243"/>
                <a:gd name="connsiteY13" fmla="*/ 461077 h 1523050"/>
                <a:gd name="connsiteX14" fmla="*/ 574548 w 2625243"/>
                <a:gd name="connsiteY14" fmla="*/ 408403 h 1523050"/>
                <a:gd name="connsiteX15" fmla="*/ 284893 w 2625243"/>
                <a:gd name="connsiteY15" fmla="*/ 279244 h 1523050"/>
                <a:gd name="connsiteX16" fmla="*/ 0 w 2625243"/>
                <a:gd name="connsiteY16" fmla="*/ 54359 h 152305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0 w 3576875"/>
                <a:gd name="connsiteY16" fmla="*/ 0 h 1999395"/>
                <a:gd name="connsiteX0" fmla="*/ 3499655 w 3576875"/>
                <a:gd name="connsiteY0" fmla="*/ 478610 h 2001660"/>
                <a:gd name="connsiteX1" fmla="*/ 3574425 w 3576875"/>
                <a:gd name="connsiteY1" fmla="*/ 1035795 h 2001660"/>
                <a:gd name="connsiteX2" fmla="*/ 3519177 w 3576875"/>
                <a:gd name="connsiteY2" fmla="*/ 1658685 h 2001660"/>
                <a:gd name="connsiteX3" fmla="*/ 3163528 w 3576875"/>
                <a:gd name="connsiteY3" fmla="*/ 1923047 h 2001660"/>
                <a:gd name="connsiteX4" fmla="*/ 2888255 w 3576875"/>
                <a:gd name="connsiteY4" fmla="*/ 1999629 h 2001660"/>
                <a:gd name="connsiteX5" fmla="*/ 2701565 w 3576875"/>
                <a:gd name="connsiteY5" fmla="*/ 1980483 h 2001660"/>
                <a:gd name="connsiteX6" fmla="*/ 2545927 w 3576875"/>
                <a:gd name="connsiteY6" fmla="*/ 1884757 h 2001660"/>
                <a:gd name="connsiteX7" fmla="*/ 2464583 w 3576875"/>
                <a:gd name="connsiteY7" fmla="*/ 1760361 h 2001660"/>
                <a:gd name="connsiteX8" fmla="*/ 2452581 w 3576875"/>
                <a:gd name="connsiteY8" fmla="*/ 1525855 h 2001660"/>
                <a:gd name="connsiteX9" fmla="*/ 2493253 w 3576875"/>
                <a:gd name="connsiteY9" fmla="*/ 1336879 h 2001660"/>
                <a:gd name="connsiteX10" fmla="*/ 2493253 w 3576875"/>
                <a:gd name="connsiteY10" fmla="*/ 1198100 h 2001660"/>
                <a:gd name="connsiteX11" fmla="*/ 2380763 w 3576875"/>
                <a:gd name="connsiteY11" fmla="*/ 1059321 h 2001660"/>
                <a:gd name="connsiteX12" fmla="*/ 2115015 w 3576875"/>
                <a:gd name="connsiteY12" fmla="*/ 982740 h 2001660"/>
                <a:gd name="connsiteX13" fmla="*/ 1763162 w 3576875"/>
                <a:gd name="connsiteY13" fmla="*/ 939687 h 2001660"/>
                <a:gd name="connsiteX14" fmla="*/ 1526180 w 3576875"/>
                <a:gd name="connsiteY14" fmla="*/ 887013 h 2001660"/>
                <a:gd name="connsiteX15" fmla="*/ 1236525 w 3576875"/>
                <a:gd name="connsiteY15" fmla="*/ 757854 h 2001660"/>
                <a:gd name="connsiteX16" fmla="*/ 0 w 3576875"/>
                <a:gd name="connsiteY16" fmla="*/ 2265 h 2001660"/>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436980 w 3576875"/>
                <a:gd name="connsiteY16" fmla="*/ 280290 h 1999395"/>
                <a:gd name="connsiteX17" fmla="*/ 0 w 3576875"/>
                <a:gd name="connsiteY17" fmla="*/ 0 h 1999395"/>
                <a:gd name="connsiteX0" fmla="*/ 3499655 w 3576875"/>
                <a:gd name="connsiteY0" fmla="*/ 476345 h 1999395"/>
                <a:gd name="connsiteX1" fmla="*/ 3574425 w 3576875"/>
                <a:gd name="connsiteY1" fmla="*/ 1033530 h 1999395"/>
                <a:gd name="connsiteX2" fmla="*/ 3519177 w 3576875"/>
                <a:gd name="connsiteY2" fmla="*/ 1656420 h 1999395"/>
                <a:gd name="connsiteX3" fmla="*/ 3163528 w 3576875"/>
                <a:gd name="connsiteY3" fmla="*/ 1920782 h 1999395"/>
                <a:gd name="connsiteX4" fmla="*/ 2888255 w 3576875"/>
                <a:gd name="connsiteY4" fmla="*/ 1997364 h 1999395"/>
                <a:gd name="connsiteX5" fmla="*/ 2701565 w 3576875"/>
                <a:gd name="connsiteY5" fmla="*/ 1978218 h 1999395"/>
                <a:gd name="connsiteX6" fmla="*/ 2545927 w 3576875"/>
                <a:gd name="connsiteY6" fmla="*/ 1882492 h 1999395"/>
                <a:gd name="connsiteX7" fmla="*/ 2464583 w 3576875"/>
                <a:gd name="connsiteY7" fmla="*/ 1758096 h 1999395"/>
                <a:gd name="connsiteX8" fmla="*/ 2452581 w 3576875"/>
                <a:gd name="connsiteY8" fmla="*/ 1523590 h 1999395"/>
                <a:gd name="connsiteX9" fmla="*/ 2493253 w 3576875"/>
                <a:gd name="connsiteY9" fmla="*/ 1334614 h 1999395"/>
                <a:gd name="connsiteX10" fmla="*/ 2493253 w 3576875"/>
                <a:gd name="connsiteY10" fmla="*/ 1195835 h 1999395"/>
                <a:gd name="connsiteX11" fmla="*/ 2380763 w 3576875"/>
                <a:gd name="connsiteY11" fmla="*/ 1057056 h 1999395"/>
                <a:gd name="connsiteX12" fmla="*/ 2115015 w 3576875"/>
                <a:gd name="connsiteY12" fmla="*/ 980475 h 1999395"/>
                <a:gd name="connsiteX13" fmla="*/ 1763162 w 3576875"/>
                <a:gd name="connsiteY13" fmla="*/ 937422 h 1999395"/>
                <a:gd name="connsiteX14" fmla="*/ 1526180 w 3576875"/>
                <a:gd name="connsiteY14" fmla="*/ 884748 h 1999395"/>
                <a:gd name="connsiteX15" fmla="*/ 1236525 w 3576875"/>
                <a:gd name="connsiteY15" fmla="*/ 755589 h 1999395"/>
                <a:gd name="connsiteX16" fmla="*/ 894413 w 3576875"/>
                <a:gd name="connsiteY16" fmla="*/ 596693 h 1999395"/>
                <a:gd name="connsiteX17" fmla="*/ 436980 w 3576875"/>
                <a:gd name="connsiteY17" fmla="*/ 280290 h 1999395"/>
                <a:gd name="connsiteX18" fmla="*/ 0 w 3576875"/>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605668 w 3605668"/>
                <a:gd name="connsiteY0" fmla="*/ 406062 h 1999395"/>
                <a:gd name="connsiteX1" fmla="*/ 3574425 w 3605668"/>
                <a:gd name="connsiteY1" fmla="*/ 1033530 h 1999395"/>
                <a:gd name="connsiteX2" fmla="*/ 3519177 w 3605668"/>
                <a:gd name="connsiteY2" fmla="*/ 1656420 h 1999395"/>
                <a:gd name="connsiteX3" fmla="*/ 3163528 w 3605668"/>
                <a:gd name="connsiteY3" fmla="*/ 1920782 h 1999395"/>
                <a:gd name="connsiteX4" fmla="*/ 2888255 w 3605668"/>
                <a:gd name="connsiteY4" fmla="*/ 1997364 h 1999395"/>
                <a:gd name="connsiteX5" fmla="*/ 2701565 w 3605668"/>
                <a:gd name="connsiteY5" fmla="*/ 1978218 h 1999395"/>
                <a:gd name="connsiteX6" fmla="*/ 2545927 w 3605668"/>
                <a:gd name="connsiteY6" fmla="*/ 1882492 h 1999395"/>
                <a:gd name="connsiteX7" fmla="*/ 2464583 w 3605668"/>
                <a:gd name="connsiteY7" fmla="*/ 1758096 h 1999395"/>
                <a:gd name="connsiteX8" fmla="*/ 2452581 w 3605668"/>
                <a:gd name="connsiteY8" fmla="*/ 1523590 h 1999395"/>
                <a:gd name="connsiteX9" fmla="*/ 2493253 w 3605668"/>
                <a:gd name="connsiteY9" fmla="*/ 1334614 h 1999395"/>
                <a:gd name="connsiteX10" fmla="*/ 2493253 w 3605668"/>
                <a:gd name="connsiteY10" fmla="*/ 1195835 h 1999395"/>
                <a:gd name="connsiteX11" fmla="*/ 2380763 w 3605668"/>
                <a:gd name="connsiteY11" fmla="*/ 1057056 h 1999395"/>
                <a:gd name="connsiteX12" fmla="*/ 2115015 w 3605668"/>
                <a:gd name="connsiteY12" fmla="*/ 980475 h 1999395"/>
                <a:gd name="connsiteX13" fmla="*/ 1763162 w 3605668"/>
                <a:gd name="connsiteY13" fmla="*/ 937422 h 1999395"/>
                <a:gd name="connsiteX14" fmla="*/ 1526180 w 3605668"/>
                <a:gd name="connsiteY14" fmla="*/ 884748 h 1999395"/>
                <a:gd name="connsiteX15" fmla="*/ 1236525 w 3605668"/>
                <a:gd name="connsiteY15" fmla="*/ 755589 h 1999395"/>
                <a:gd name="connsiteX16" fmla="*/ 894413 w 3605668"/>
                <a:gd name="connsiteY16" fmla="*/ 596693 h 1999395"/>
                <a:gd name="connsiteX17" fmla="*/ 436980 w 3605668"/>
                <a:gd name="connsiteY17" fmla="*/ 280290 h 1999395"/>
                <a:gd name="connsiteX18" fmla="*/ 0 w 3605668"/>
                <a:gd name="connsiteY18" fmla="*/ 0 h 1999395"/>
                <a:gd name="connsiteX0" fmla="*/ 3168688 w 3168688"/>
                <a:gd name="connsiteY0" fmla="*/ 125772 h 1719105"/>
                <a:gd name="connsiteX1" fmla="*/ 3137445 w 3168688"/>
                <a:gd name="connsiteY1" fmla="*/ 753240 h 1719105"/>
                <a:gd name="connsiteX2" fmla="*/ 3082197 w 3168688"/>
                <a:gd name="connsiteY2" fmla="*/ 1376130 h 1719105"/>
                <a:gd name="connsiteX3" fmla="*/ 2726548 w 3168688"/>
                <a:gd name="connsiteY3" fmla="*/ 1640492 h 1719105"/>
                <a:gd name="connsiteX4" fmla="*/ 2451275 w 3168688"/>
                <a:gd name="connsiteY4" fmla="*/ 1717074 h 1719105"/>
                <a:gd name="connsiteX5" fmla="*/ 2264585 w 3168688"/>
                <a:gd name="connsiteY5" fmla="*/ 1697928 h 1719105"/>
                <a:gd name="connsiteX6" fmla="*/ 2108947 w 3168688"/>
                <a:gd name="connsiteY6" fmla="*/ 1602202 h 1719105"/>
                <a:gd name="connsiteX7" fmla="*/ 2027603 w 3168688"/>
                <a:gd name="connsiteY7" fmla="*/ 1477806 h 1719105"/>
                <a:gd name="connsiteX8" fmla="*/ 2015601 w 3168688"/>
                <a:gd name="connsiteY8" fmla="*/ 1243300 h 1719105"/>
                <a:gd name="connsiteX9" fmla="*/ 2056273 w 3168688"/>
                <a:gd name="connsiteY9" fmla="*/ 1054324 h 1719105"/>
                <a:gd name="connsiteX10" fmla="*/ 2056273 w 3168688"/>
                <a:gd name="connsiteY10" fmla="*/ 915545 h 1719105"/>
                <a:gd name="connsiteX11" fmla="*/ 1943783 w 3168688"/>
                <a:gd name="connsiteY11" fmla="*/ 776766 h 1719105"/>
                <a:gd name="connsiteX12" fmla="*/ 1678035 w 3168688"/>
                <a:gd name="connsiteY12" fmla="*/ 700185 h 1719105"/>
                <a:gd name="connsiteX13" fmla="*/ 1326182 w 3168688"/>
                <a:gd name="connsiteY13" fmla="*/ 657132 h 1719105"/>
                <a:gd name="connsiteX14" fmla="*/ 1089200 w 3168688"/>
                <a:gd name="connsiteY14" fmla="*/ 604458 h 1719105"/>
                <a:gd name="connsiteX15" fmla="*/ 799545 w 3168688"/>
                <a:gd name="connsiteY15" fmla="*/ 475299 h 1719105"/>
                <a:gd name="connsiteX16" fmla="*/ 457433 w 3168688"/>
                <a:gd name="connsiteY16" fmla="*/ 316403 h 1719105"/>
                <a:gd name="connsiteX17" fmla="*/ 0 w 3168688"/>
                <a:gd name="connsiteY17" fmla="*/ 0 h 1719105"/>
                <a:gd name="connsiteX0" fmla="*/ 3064447 w 3064447"/>
                <a:gd name="connsiteY0" fmla="*/ 246583 h 1839916"/>
                <a:gd name="connsiteX1" fmla="*/ 3033204 w 3064447"/>
                <a:gd name="connsiteY1" fmla="*/ 874051 h 1839916"/>
                <a:gd name="connsiteX2" fmla="*/ 2977956 w 3064447"/>
                <a:gd name="connsiteY2" fmla="*/ 1496941 h 1839916"/>
                <a:gd name="connsiteX3" fmla="*/ 2622307 w 3064447"/>
                <a:gd name="connsiteY3" fmla="*/ 1761303 h 1839916"/>
                <a:gd name="connsiteX4" fmla="*/ 2347034 w 3064447"/>
                <a:gd name="connsiteY4" fmla="*/ 1837885 h 1839916"/>
                <a:gd name="connsiteX5" fmla="*/ 2160344 w 3064447"/>
                <a:gd name="connsiteY5" fmla="*/ 1818739 h 1839916"/>
                <a:gd name="connsiteX6" fmla="*/ 2004706 w 3064447"/>
                <a:gd name="connsiteY6" fmla="*/ 1723013 h 1839916"/>
                <a:gd name="connsiteX7" fmla="*/ 1923362 w 3064447"/>
                <a:gd name="connsiteY7" fmla="*/ 1598617 h 1839916"/>
                <a:gd name="connsiteX8" fmla="*/ 1911360 w 3064447"/>
                <a:gd name="connsiteY8" fmla="*/ 1364111 h 1839916"/>
                <a:gd name="connsiteX9" fmla="*/ 1952032 w 3064447"/>
                <a:gd name="connsiteY9" fmla="*/ 1175135 h 1839916"/>
                <a:gd name="connsiteX10" fmla="*/ 1952032 w 3064447"/>
                <a:gd name="connsiteY10" fmla="*/ 1036356 h 1839916"/>
                <a:gd name="connsiteX11" fmla="*/ 1839542 w 3064447"/>
                <a:gd name="connsiteY11" fmla="*/ 897577 h 1839916"/>
                <a:gd name="connsiteX12" fmla="*/ 1573794 w 3064447"/>
                <a:gd name="connsiteY12" fmla="*/ 820996 h 1839916"/>
                <a:gd name="connsiteX13" fmla="*/ 1221941 w 3064447"/>
                <a:gd name="connsiteY13" fmla="*/ 777943 h 1839916"/>
                <a:gd name="connsiteX14" fmla="*/ 984959 w 3064447"/>
                <a:gd name="connsiteY14" fmla="*/ 725269 h 1839916"/>
                <a:gd name="connsiteX15" fmla="*/ 695304 w 3064447"/>
                <a:gd name="connsiteY15" fmla="*/ 596110 h 1839916"/>
                <a:gd name="connsiteX16" fmla="*/ 353192 w 3064447"/>
                <a:gd name="connsiteY16" fmla="*/ 437214 h 1839916"/>
                <a:gd name="connsiteX17" fmla="*/ 0 w 3064447"/>
                <a:gd name="connsiteY17" fmla="*/ 0 h 1839916"/>
                <a:gd name="connsiteX0" fmla="*/ 3064447 w 3064447"/>
                <a:gd name="connsiteY0" fmla="*/ 246583 h 1838826"/>
                <a:gd name="connsiteX1" fmla="*/ 3033204 w 3064447"/>
                <a:gd name="connsiteY1" fmla="*/ 874051 h 1838826"/>
                <a:gd name="connsiteX2" fmla="*/ 2977956 w 3064447"/>
                <a:gd name="connsiteY2" fmla="*/ 1496941 h 1838826"/>
                <a:gd name="connsiteX3" fmla="*/ 2622307 w 3064447"/>
                <a:gd name="connsiteY3" fmla="*/ 1761303 h 1838826"/>
                <a:gd name="connsiteX4" fmla="*/ 2347034 w 3064447"/>
                <a:gd name="connsiteY4" fmla="*/ 1837885 h 1838826"/>
                <a:gd name="connsiteX5" fmla="*/ 2004706 w 3064447"/>
                <a:gd name="connsiteY5" fmla="*/ 1723013 h 1838826"/>
                <a:gd name="connsiteX6" fmla="*/ 1923362 w 3064447"/>
                <a:gd name="connsiteY6" fmla="*/ 1598617 h 1838826"/>
                <a:gd name="connsiteX7" fmla="*/ 1911360 w 3064447"/>
                <a:gd name="connsiteY7" fmla="*/ 1364111 h 1838826"/>
                <a:gd name="connsiteX8" fmla="*/ 1952032 w 3064447"/>
                <a:gd name="connsiteY8" fmla="*/ 1175135 h 1838826"/>
                <a:gd name="connsiteX9" fmla="*/ 1952032 w 3064447"/>
                <a:gd name="connsiteY9" fmla="*/ 1036356 h 1838826"/>
                <a:gd name="connsiteX10" fmla="*/ 1839542 w 3064447"/>
                <a:gd name="connsiteY10" fmla="*/ 897577 h 1838826"/>
                <a:gd name="connsiteX11" fmla="*/ 1573794 w 3064447"/>
                <a:gd name="connsiteY11" fmla="*/ 820996 h 1838826"/>
                <a:gd name="connsiteX12" fmla="*/ 1221941 w 3064447"/>
                <a:gd name="connsiteY12" fmla="*/ 777943 h 1838826"/>
                <a:gd name="connsiteX13" fmla="*/ 984959 w 3064447"/>
                <a:gd name="connsiteY13" fmla="*/ 725269 h 1838826"/>
                <a:gd name="connsiteX14" fmla="*/ 695304 w 3064447"/>
                <a:gd name="connsiteY14" fmla="*/ 596110 h 1838826"/>
                <a:gd name="connsiteX15" fmla="*/ 353192 w 3064447"/>
                <a:gd name="connsiteY15" fmla="*/ 437214 h 1838826"/>
                <a:gd name="connsiteX16" fmla="*/ 0 w 3064447"/>
                <a:gd name="connsiteY16" fmla="*/ 0 h 1838826"/>
                <a:gd name="connsiteX0" fmla="*/ 3064447 w 3064447"/>
                <a:gd name="connsiteY0" fmla="*/ 246583 h 1775046"/>
                <a:gd name="connsiteX1" fmla="*/ 3033204 w 3064447"/>
                <a:gd name="connsiteY1" fmla="*/ 874051 h 1775046"/>
                <a:gd name="connsiteX2" fmla="*/ 2977956 w 3064447"/>
                <a:gd name="connsiteY2" fmla="*/ 1496941 h 1775046"/>
                <a:gd name="connsiteX3" fmla="*/ 2622307 w 3064447"/>
                <a:gd name="connsiteY3" fmla="*/ 1761303 h 1775046"/>
                <a:gd name="connsiteX4" fmla="*/ 2004706 w 3064447"/>
                <a:gd name="connsiteY4" fmla="*/ 1723013 h 1775046"/>
                <a:gd name="connsiteX5" fmla="*/ 1923362 w 3064447"/>
                <a:gd name="connsiteY5" fmla="*/ 1598617 h 1775046"/>
                <a:gd name="connsiteX6" fmla="*/ 1911360 w 3064447"/>
                <a:gd name="connsiteY6" fmla="*/ 1364111 h 1775046"/>
                <a:gd name="connsiteX7" fmla="*/ 1952032 w 3064447"/>
                <a:gd name="connsiteY7" fmla="*/ 1175135 h 1775046"/>
                <a:gd name="connsiteX8" fmla="*/ 1952032 w 3064447"/>
                <a:gd name="connsiteY8" fmla="*/ 1036356 h 1775046"/>
                <a:gd name="connsiteX9" fmla="*/ 1839542 w 3064447"/>
                <a:gd name="connsiteY9" fmla="*/ 897577 h 1775046"/>
                <a:gd name="connsiteX10" fmla="*/ 1573794 w 3064447"/>
                <a:gd name="connsiteY10" fmla="*/ 820996 h 1775046"/>
                <a:gd name="connsiteX11" fmla="*/ 1221941 w 3064447"/>
                <a:gd name="connsiteY11" fmla="*/ 777943 h 1775046"/>
                <a:gd name="connsiteX12" fmla="*/ 984959 w 3064447"/>
                <a:gd name="connsiteY12" fmla="*/ 725269 h 1775046"/>
                <a:gd name="connsiteX13" fmla="*/ 695304 w 3064447"/>
                <a:gd name="connsiteY13" fmla="*/ 596110 h 1775046"/>
                <a:gd name="connsiteX14" fmla="*/ 353192 w 3064447"/>
                <a:gd name="connsiteY14" fmla="*/ 437214 h 1775046"/>
                <a:gd name="connsiteX15" fmla="*/ 0 w 3064447"/>
                <a:gd name="connsiteY15" fmla="*/ 0 h 1775046"/>
                <a:gd name="connsiteX0" fmla="*/ 3064447 w 3064447"/>
                <a:gd name="connsiteY0" fmla="*/ 246583 h 1776778"/>
                <a:gd name="connsiteX1" fmla="*/ 3033204 w 3064447"/>
                <a:gd name="connsiteY1" fmla="*/ 874051 h 1776778"/>
                <a:gd name="connsiteX2" fmla="*/ 2977956 w 3064447"/>
                <a:gd name="connsiteY2" fmla="*/ 1496941 h 1776778"/>
                <a:gd name="connsiteX3" fmla="*/ 2622307 w 3064447"/>
                <a:gd name="connsiteY3" fmla="*/ 1761303 h 1776778"/>
                <a:gd name="connsiteX4" fmla="*/ 2004706 w 3064447"/>
                <a:gd name="connsiteY4" fmla="*/ 1723013 h 1776778"/>
                <a:gd name="connsiteX5" fmla="*/ 1873381 w 3064447"/>
                <a:gd name="connsiteY5" fmla="*/ 1535425 h 1776778"/>
                <a:gd name="connsiteX6" fmla="*/ 1911360 w 3064447"/>
                <a:gd name="connsiteY6" fmla="*/ 1364111 h 1776778"/>
                <a:gd name="connsiteX7" fmla="*/ 1952032 w 3064447"/>
                <a:gd name="connsiteY7" fmla="*/ 1175135 h 1776778"/>
                <a:gd name="connsiteX8" fmla="*/ 1952032 w 3064447"/>
                <a:gd name="connsiteY8" fmla="*/ 1036356 h 1776778"/>
                <a:gd name="connsiteX9" fmla="*/ 1839542 w 3064447"/>
                <a:gd name="connsiteY9" fmla="*/ 897577 h 1776778"/>
                <a:gd name="connsiteX10" fmla="*/ 1573794 w 3064447"/>
                <a:gd name="connsiteY10" fmla="*/ 820996 h 1776778"/>
                <a:gd name="connsiteX11" fmla="*/ 1221941 w 3064447"/>
                <a:gd name="connsiteY11" fmla="*/ 777943 h 1776778"/>
                <a:gd name="connsiteX12" fmla="*/ 984959 w 3064447"/>
                <a:gd name="connsiteY12" fmla="*/ 725269 h 1776778"/>
                <a:gd name="connsiteX13" fmla="*/ 695304 w 3064447"/>
                <a:gd name="connsiteY13" fmla="*/ 596110 h 1776778"/>
                <a:gd name="connsiteX14" fmla="*/ 353192 w 3064447"/>
                <a:gd name="connsiteY14" fmla="*/ 437214 h 1776778"/>
                <a:gd name="connsiteX15" fmla="*/ 0 w 3064447"/>
                <a:gd name="connsiteY15" fmla="*/ 0 h 1776778"/>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952032 w 3064447"/>
                <a:gd name="connsiteY8" fmla="*/ 1036356 h 1752081"/>
                <a:gd name="connsiteX9" fmla="*/ 1839542 w 3064447"/>
                <a:gd name="connsiteY9" fmla="*/ 897577 h 1752081"/>
                <a:gd name="connsiteX10" fmla="*/ 1573794 w 3064447"/>
                <a:gd name="connsiteY10" fmla="*/ 820996 h 1752081"/>
                <a:gd name="connsiteX11" fmla="*/ 1221941 w 3064447"/>
                <a:gd name="connsiteY11" fmla="*/ 777943 h 1752081"/>
                <a:gd name="connsiteX12" fmla="*/ 984959 w 3064447"/>
                <a:gd name="connsiteY12" fmla="*/ 725269 h 1752081"/>
                <a:gd name="connsiteX13" fmla="*/ 695304 w 3064447"/>
                <a:gd name="connsiteY13" fmla="*/ 596110 h 1752081"/>
                <a:gd name="connsiteX14" fmla="*/ 353192 w 3064447"/>
                <a:gd name="connsiteY14" fmla="*/ 437214 h 1752081"/>
                <a:gd name="connsiteX15" fmla="*/ 0 w 3064447"/>
                <a:gd name="connsiteY15"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952032 w 3064447"/>
                <a:gd name="connsiteY7" fmla="*/ 1175135 h 1752081"/>
                <a:gd name="connsiteX8" fmla="*/ 1839542 w 3064447"/>
                <a:gd name="connsiteY8" fmla="*/ 897577 h 1752081"/>
                <a:gd name="connsiteX9" fmla="*/ 1573794 w 3064447"/>
                <a:gd name="connsiteY9" fmla="*/ 820996 h 1752081"/>
                <a:gd name="connsiteX10" fmla="*/ 1221941 w 3064447"/>
                <a:gd name="connsiteY10" fmla="*/ 777943 h 1752081"/>
                <a:gd name="connsiteX11" fmla="*/ 984959 w 3064447"/>
                <a:gd name="connsiteY11" fmla="*/ 725269 h 1752081"/>
                <a:gd name="connsiteX12" fmla="*/ 695304 w 3064447"/>
                <a:gd name="connsiteY12" fmla="*/ 596110 h 1752081"/>
                <a:gd name="connsiteX13" fmla="*/ 353192 w 3064447"/>
                <a:gd name="connsiteY13" fmla="*/ 437214 h 1752081"/>
                <a:gd name="connsiteX14" fmla="*/ 0 w 3064447"/>
                <a:gd name="connsiteY14"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911360 w 3064447"/>
                <a:gd name="connsiteY6" fmla="*/ 1364111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839542 w 3064447"/>
                <a:gd name="connsiteY7" fmla="*/ 897577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73794 w 3064447"/>
                <a:gd name="connsiteY8" fmla="*/ 820996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695304 w 3064447"/>
                <a:gd name="connsiteY11" fmla="*/ 596110 h 1752081"/>
                <a:gd name="connsiteX12" fmla="*/ 353192 w 3064447"/>
                <a:gd name="connsiteY12" fmla="*/ 437214 h 1752081"/>
                <a:gd name="connsiteX13" fmla="*/ 0 w 3064447"/>
                <a:gd name="connsiteY13" fmla="*/ 0 h 1752081"/>
                <a:gd name="connsiteX0" fmla="*/ 3064447 w 3064447"/>
                <a:gd name="connsiteY0" fmla="*/ 246583 h 1752081"/>
                <a:gd name="connsiteX1" fmla="*/ 3033204 w 3064447"/>
                <a:gd name="connsiteY1" fmla="*/ 874051 h 1752081"/>
                <a:gd name="connsiteX2" fmla="*/ 2977956 w 3064447"/>
                <a:gd name="connsiteY2" fmla="*/ 1496941 h 1752081"/>
                <a:gd name="connsiteX3" fmla="*/ 2510287 w 3064447"/>
                <a:gd name="connsiteY3" fmla="*/ 1728140 h 1752081"/>
                <a:gd name="connsiteX4" fmla="*/ 2004706 w 3064447"/>
                <a:gd name="connsiteY4" fmla="*/ 1723013 h 1752081"/>
                <a:gd name="connsiteX5" fmla="*/ 1873381 w 3064447"/>
                <a:gd name="connsiteY5" fmla="*/ 1535425 h 1752081"/>
                <a:gd name="connsiteX6" fmla="*/ 1769322 w 3064447"/>
                <a:gd name="connsiteY6" fmla="*/ 1284705 h 1752081"/>
                <a:gd name="connsiteX7" fmla="*/ 1726301 w 3064447"/>
                <a:gd name="connsiteY7" fmla="*/ 1002325 h 1752081"/>
                <a:gd name="connsiteX8" fmla="*/ 1533400 w 3064447"/>
                <a:gd name="connsiteY8" fmla="*/ 854968 h 1752081"/>
                <a:gd name="connsiteX9" fmla="*/ 1221941 w 3064447"/>
                <a:gd name="connsiteY9" fmla="*/ 777943 h 1752081"/>
                <a:gd name="connsiteX10" fmla="*/ 984959 w 3064447"/>
                <a:gd name="connsiteY10" fmla="*/ 725269 h 1752081"/>
                <a:gd name="connsiteX11" fmla="*/ 576457 w 3064447"/>
                <a:gd name="connsiteY11" fmla="*/ 744216 h 1752081"/>
                <a:gd name="connsiteX12" fmla="*/ 353192 w 3064447"/>
                <a:gd name="connsiteY12" fmla="*/ 437214 h 1752081"/>
                <a:gd name="connsiteX13" fmla="*/ 0 w 3064447"/>
                <a:gd name="connsiteY13" fmla="*/ 0 h 1752081"/>
                <a:gd name="connsiteX0" fmla="*/ 3064447 w 3064447"/>
                <a:gd name="connsiteY0" fmla="*/ 246583 h 1753306"/>
                <a:gd name="connsiteX1" fmla="*/ 3033204 w 3064447"/>
                <a:gd name="connsiteY1" fmla="*/ 874051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64447 w 3064447"/>
                <a:gd name="connsiteY0" fmla="*/ 246583 h 1753306"/>
                <a:gd name="connsiteX1" fmla="*/ 2950273 w 3064447"/>
                <a:gd name="connsiteY1" fmla="*/ 830098 h 1753306"/>
                <a:gd name="connsiteX2" fmla="*/ 2977956 w 3064447"/>
                <a:gd name="connsiteY2" fmla="*/ 1496941 h 1753306"/>
                <a:gd name="connsiteX3" fmla="*/ 2510287 w 3064447"/>
                <a:gd name="connsiteY3" fmla="*/ 1728140 h 1753306"/>
                <a:gd name="connsiteX4" fmla="*/ 2004706 w 3064447"/>
                <a:gd name="connsiteY4" fmla="*/ 1723013 h 1753306"/>
                <a:gd name="connsiteX5" fmla="*/ 1765441 w 3064447"/>
                <a:gd name="connsiteY5" fmla="*/ 1513545 h 1753306"/>
                <a:gd name="connsiteX6" fmla="*/ 1769322 w 3064447"/>
                <a:gd name="connsiteY6" fmla="*/ 1284705 h 1753306"/>
                <a:gd name="connsiteX7" fmla="*/ 1726301 w 3064447"/>
                <a:gd name="connsiteY7" fmla="*/ 1002325 h 1753306"/>
                <a:gd name="connsiteX8" fmla="*/ 1533400 w 3064447"/>
                <a:gd name="connsiteY8" fmla="*/ 854968 h 1753306"/>
                <a:gd name="connsiteX9" fmla="*/ 1221941 w 3064447"/>
                <a:gd name="connsiteY9" fmla="*/ 777943 h 1753306"/>
                <a:gd name="connsiteX10" fmla="*/ 984959 w 3064447"/>
                <a:gd name="connsiteY10" fmla="*/ 725269 h 1753306"/>
                <a:gd name="connsiteX11" fmla="*/ 576457 w 3064447"/>
                <a:gd name="connsiteY11" fmla="*/ 744216 h 1753306"/>
                <a:gd name="connsiteX12" fmla="*/ 353192 w 3064447"/>
                <a:gd name="connsiteY12" fmla="*/ 437214 h 1753306"/>
                <a:gd name="connsiteX13" fmla="*/ 0 w 3064447"/>
                <a:gd name="connsiteY13" fmla="*/ 0 h 1753306"/>
                <a:gd name="connsiteX0" fmla="*/ 3010694 w 3010694"/>
                <a:gd name="connsiteY0" fmla="*/ 255376 h 1753306"/>
                <a:gd name="connsiteX1" fmla="*/ 2950273 w 3010694"/>
                <a:gd name="connsiteY1" fmla="*/ 830098 h 1753306"/>
                <a:gd name="connsiteX2" fmla="*/ 2977956 w 3010694"/>
                <a:gd name="connsiteY2" fmla="*/ 1496941 h 1753306"/>
                <a:gd name="connsiteX3" fmla="*/ 2510287 w 3010694"/>
                <a:gd name="connsiteY3" fmla="*/ 1728140 h 1753306"/>
                <a:gd name="connsiteX4" fmla="*/ 2004706 w 3010694"/>
                <a:gd name="connsiteY4" fmla="*/ 1723013 h 1753306"/>
                <a:gd name="connsiteX5" fmla="*/ 1765441 w 3010694"/>
                <a:gd name="connsiteY5" fmla="*/ 1513545 h 1753306"/>
                <a:gd name="connsiteX6" fmla="*/ 1769322 w 3010694"/>
                <a:gd name="connsiteY6" fmla="*/ 1284705 h 1753306"/>
                <a:gd name="connsiteX7" fmla="*/ 1726301 w 3010694"/>
                <a:gd name="connsiteY7" fmla="*/ 1002325 h 1753306"/>
                <a:gd name="connsiteX8" fmla="*/ 1533400 w 3010694"/>
                <a:gd name="connsiteY8" fmla="*/ 854968 h 1753306"/>
                <a:gd name="connsiteX9" fmla="*/ 1221941 w 3010694"/>
                <a:gd name="connsiteY9" fmla="*/ 777943 h 1753306"/>
                <a:gd name="connsiteX10" fmla="*/ 984959 w 3010694"/>
                <a:gd name="connsiteY10" fmla="*/ 725269 h 1753306"/>
                <a:gd name="connsiteX11" fmla="*/ 576457 w 3010694"/>
                <a:gd name="connsiteY11" fmla="*/ 744216 h 1753306"/>
                <a:gd name="connsiteX12" fmla="*/ 353192 w 3010694"/>
                <a:gd name="connsiteY12" fmla="*/ 437214 h 1753306"/>
                <a:gd name="connsiteX13" fmla="*/ 0 w 3010694"/>
                <a:gd name="connsiteY13" fmla="*/ 0 h 1753306"/>
                <a:gd name="connsiteX0" fmla="*/ 3010694 w 3019238"/>
                <a:gd name="connsiteY0" fmla="*/ 255376 h 1753306"/>
                <a:gd name="connsiteX1" fmla="*/ 2950273 w 3019238"/>
                <a:gd name="connsiteY1" fmla="*/ 830098 h 1753306"/>
                <a:gd name="connsiteX2" fmla="*/ 2977956 w 3019238"/>
                <a:gd name="connsiteY2" fmla="*/ 1496941 h 1753306"/>
                <a:gd name="connsiteX3" fmla="*/ 2510287 w 3019238"/>
                <a:gd name="connsiteY3" fmla="*/ 1728140 h 1753306"/>
                <a:gd name="connsiteX4" fmla="*/ 2004706 w 3019238"/>
                <a:gd name="connsiteY4" fmla="*/ 1723013 h 1753306"/>
                <a:gd name="connsiteX5" fmla="*/ 1765441 w 3019238"/>
                <a:gd name="connsiteY5" fmla="*/ 1513545 h 1753306"/>
                <a:gd name="connsiteX6" fmla="*/ 1769322 w 3019238"/>
                <a:gd name="connsiteY6" fmla="*/ 1284705 h 1753306"/>
                <a:gd name="connsiteX7" fmla="*/ 1726301 w 3019238"/>
                <a:gd name="connsiteY7" fmla="*/ 1002325 h 1753306"/>
                <a:gd name="connsiteX8" fmla="*/ 1533400 w 3019238"/>
                <a:gd name="connsiteY8" fmla="*/ 854968 h 1753306"/>
                <a:gd name="connsiteX9" fmla="*/ 1221941 w 3019238"/>
                <a:gd name="connsiteY9" fmla="*/ 777943 h 1753306"/>
                <a:gd name="connsiteX10" fmla="*/ 984959 w 3019238"/>
                <a:gd name="connsiteY10" fmla="*/ 725269 h 1753306"/>
                <a:gd name="connsiteX11" fmla="*/ 576457 w 3019238"/>
                <a:gd name="connsiteY11" fmla="*/ 744216 h 1753306"/>
                <a:gd name="connsiteX12" fmla="*/ 353192 w 3019238"/>
                <a:gd name="connsiteY12" fmla="*/ 437214 h 1753306"/>
                <a:gd name="connsiteX13" fmla="*/ 0 w 3019238"/>
                <a:gd name="connsiteY13" fmla="*/ 0 h 1753306"/>
                <a:gd name="connsiteX0" fmla="*/ 3034752 w 3043296"/>
                <a:gd name="connsiteY0" fmla="*/ 0 h 1497930"/>
                <a:gd name="connsiteX1" fmla="*/ 2974331 w 3043296"/>
                <a:gd name="connsiteY1" fmla="*/ 574722 h 1497930"/>
                <a:gd name="connsiteX2" fmla="*/ 3002014 w 3043296"/>
                <a:gd name="connsiteY2" fmla="*/ 1241565 h 1497930"/>
                <a:gd name="connsiteX3" fmla="*/ 2534345 w 3043296"/>
                <a:gd name="connsiteY3" fmla="*/ 1472764 h 1497930"/>
                <a:gd name="connsiteX4" fmla="*/ 2028764 w 3043296"/>
                <a:gd name="connsiteY4" fmla="*/ 1467637 h 1497930"/>
                <a:gd name="connsiteX5" fmla="*/ 1789499 w 3043296"/>
                <a:gd name="connsiteY5" fmla="*/ 1258169 h 1497930"/>
                <a:gd name="connsiteX6" fmla="*/ 1793380 w 3043296"/>
                <a:gd name="connsiteY6" fmla="*/ 1029329 h 1497930"/>
                <a:gd name="connsiteX7" fmla="*/ 1750359 w 3043296"/>
                <a:gd name="connsiteY7" fmla="*/ 746949 h 1497930"/>
                <a:gd name="connsiteX8" fmla="*/ 1557458 w 3043296"/>
                <a:gd name="connsiteY8" fmla="*/ 599592 h 1497930"/>
                <a:gd name="connsiteX9" fmla="*/ 1245999 w 3043296"/>
                <a:gd name="connsiteY9" fmla="*/ 522567 h 1497930"/>
                <a:gd name="connsiteX10" fmla="*/ 1009017 w 3043296"/>
                <a:gd name="connsiteY10" fmla="*/ 469893 h 1497930"/>
                <a:gd name="connsiteX11" fmla="*/ 600515 w 3043296"/>
                <a:gd name="connsiteY11" fmla="*/ 488840 h 1497930"/>
                <a:gd name="connsiteX12" fmla="*/ 377250 w 3043296"/>
                <a:gd name="connsiteY12" fmla="*/ 181838 h 1497930"/>
                <a:gd name="connsiteX13" fmla="*/ 0 w 3043296"/>
                <a:gd name="connsiteY13" fmla="*/ 63065 h 1497930"/>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3091166 w 3091166"/>
                <a:gd name="connsiteY0" fmla="*/ 0 h 1521004"/>
                <a:gd name="connsiteX1" fmla="*/ 2974331 w 3091166"/>
                <a:gd name="connsiteY1" fmla="*/ 597796 h 1521004"/>
                <a:gd name="connsiteX2" fmla="*/ 3002014 w 3091166"/>
                <a:gd name="connsiteY2" fmla="*/ 1264639 h 1521004"/>
                <a:gd name="connsiteX3" fmla="*/ 2534345 w 3091166"/>
                <a:gd name="connsiteY3" fmla="*/ 1495838 h 1521004"/>
                <a:gd name="connsiteX4" fmla="*/ 2028764 w 3091166"/>
                <a:gd name="connsiteY4" fmla="*/ 1490711 h 1521004"/>
                <a:gd name="connsiteX5" fmla="*/ 1789499 w 3091166"/>
                <a:gd name="connsiteY5" fmla="*/ 1281243 h 1521004"/>
                <a:gd name="connsiteX6" fmla="*/ 1793380 w 3091166"/>
                <a:gd name="connsiteY6" fmla="*/ 1052403 h 1521004"/>
                <a:gd name="connsiteX7" fmla="*/ 1750359 w 3091166"/>
                <a:gd name="connsiteY7" fmla="*/ 770023 h 1521004"/>
                <a:gd name="connsiteX8" fmla="*/ 1557458 w 3091166"/>
                <a:gd name="connsiteY8" fmla="*/ 622666 h 1521004"/>
                <a:gd name="connsiteX9" fmla="*/ 1245999 w 3091166"/>
                <a:gd name="connsiteY9" fmla="*/ 545641 h 1521004"/>
                <a:gd name="connsiteX10" fmla="*/ 1009017 w 3091166"/>
                <a:gd name="connsiteY10" fmla="*/ 492967 h 1521004"/>
                <a:gd name="connsiteX11" fmla="*/ 600515 w 3091166"/>
                <a:gd name="connsiteY11" fmla="*/ 511914 h 1521004"/>
                <a:gd name="connsiteX12" fmla="*/ 377250 w 3091166"/>
                <a:gd name="connsiteY12" fmla="*/ 204912 h 1521004"/>
                <a:gd name="connsiteX13" fmla="*/ 0 w 3091166"/>
                <a:gd name="connsiteY13" fmla="*/ 86139 h 1521004"/>
                <a:gd name="connsiteX0" fmla="*/ 2713916 w 2713916"/>
                <a:gd name="connsiteY0" fmla="*/ 0 h 1521004"/>
                <a:gd name="connsiteX1" fmla="*/ 2597081 w 2713916"/>
                <a:gd name="connsiteY1" fmla="*/ 597796 h 1521004"/>
                <a:gd name="connsiteX2" fmla="*/ 2624764 w 2713916"/>
                <a:gd name="connsiteY2" fmla="*/ 1264639 h 1521004"/>
                <a:gd name="connsiteX3" fmla="*/ 2157095 w 2713916"/>
                <a:gd name="connsiteY3" fmla="*/ 1495838 h 1521004"/>
                <a:gd name="connsiteX4" fmla="*/ 1651514 w 2713916"/>
                <a:gd name="connsiteY4" fmla="*/ 1490711 h 1521004"/>
                <a:gd name="connsiteX5" fmla="*/ 1412249 w 2713916"/>
                <a:gd name="connsiteY5" fmla="*/ 1281243 h 1521004"/>
                <a:gd name="connsiteX6" fmla="*/ 1416130 w 2713916"/>
                <a:gd name="connsiteY6" fmla="*/ 1052403 h 1521004"/>
                <a:gd name="connsiteX7" fmla="*/ 1373109 w 2713916"/>
                <a:gd name="connsiteY7" fmla="*/ 770023 h 1521004"/>
                <a:gd name="connsiteX8" fmla="*/ 1180208 w 2713916"/>
                <a:gd name="connsiteY8" fmla="*/ 622666 h 1521004"/>
                <a:gd name="connsiteX9" fmla="*/ 868749 w 2713916"/>
                <a:gd name="connsiteY9" fmla="*/ 545641 h 1521004"/>
                <a:gd name="connsiteX10" fmla="*/ 631767 w 2713916"/>
                <a:gd name="connsiteY10" fmla="*/ 492967 h 1521004"/>
                <a:gd name="connsiteX11" fmla="*/ 223265 w 2713916"/>
                <a:gd name="connsiteY11" fmla="*/ 511914 h 1521004"/>
                <a:gd name="connsiteX12" fmla="*/ 0 w 2713916"/>
                <a:gd name="connsiteY12" fmla="*/ 204912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463074 w 2760860"/>
                <a:gd name="connsiteY6" fmla="*/ 1052403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60860"/>
                <a:gd name="connsiteY0" fmla="*/ 0 h 1521004"/>
                <a:gd name="connsiteX1" fmla="*/ 2644025 w 2760860"/>
                <a:gd name="connsiteY1" fmla="*/ 597796 h 1521004"/>
                <a:gd name="connsiteX2" fmla="*/ 2671708 w 2760860"/>
                <a:gd name="connsiteY2" fmla="*/ 1264639 h 1521004"/>
                <a:gd name="connsiteX3" fmla="*/ 2204039 w 2760860"/>
                <a:gd name="connsiteY3" fmla="*/ 1495838 h 1521004"/>
                <a:gd name="connsiteX4" fmla="*/ 1698458 w 2760860"/>
                <a:gd name="connsiteY4" fmla="*/ 1490711 h 1521004"/>
                <a:gd name="connsiteX5" fmla="*/ 1459193 w 2760860"/>
                <a:gd name="connsiteY5" fmla="*/ 1281243 h 1521004"/>
                <a:gd name="connsiteX6" fmla="*/ 1306816 w 2760860"/>
                <a:gd name="connsiteY6" fmla="*/ 1009148 h 1521004"/>
                <a:gd name="connsiteX7" fmla="*/ 1420053 w 2760860"/>
                <a:gd name="connsiteY7" fmla="*/ 770023 h 1521004"/>
                <a:gd name="connsiteX8" fmla="*/ 1227152 w 2760860"/>
                <a:gd name="connsiteY8" fmla="*/ 622666 h 1521004"/>
                <a:gd name="connsiteX9" fmla="*/ 915693 w 2760860"/>
                <a:gd name="connsiteY9" fmla="*/ 545641 h 1521004"/>
                <a:gd name="connsiteX10" fmla="*/ 678711 w 2760860"/>
                <a:gd name="connsiteY10" fmla="*/ 492967 h 1521004"/>
                <a:gd name="connsiteX11" fmla="*/ 270209 w 2760860"/>
                <a:gd name="connsiteY11" fmla="*/ 511914 h 1521004"/>
                <a:gd name="connsiteX12" fmla="*/ 0 w 2760860"/>
                <a:gd name="connsiteY12" fmla="*/ 269887 h 1521004"/>
                <a:gd name="connsiteX0" fmla="*/ 2760860 w 2781179"/>
                <a:gd name="connsiteY0" fmla="*/ 0 h 1521004"/>
                <a:gd name="connsiteX1" fmla="*/ 2644025 w 2781179"/>
                <a:gd name="connsiteY1" fmla="*/ 597796 h 1521004"/>
                <a:gd name="connsiteX2" fmla="*/ 2780507 w 2781179"/>
                <a:gd name="connsiteY2" fmla="*/ 894974 h 1521004"/>
                <a:gd name="connsiteX3" fmla="*/ 2671708 w 2781179"/>
                <a:gd name="connsiteY3" fmla="*/ 1264639 h 1521004"/>
                <a:gd name="connsiteX4" fmla="*/ 2204039 w 2781179"/>
                <a:gd name="connsiteY4" fmla="*/ 1495838 h 1521004"/>
                <a:gd name="connsiteX5" fmla="*/ 1698458 w 2781179"/>
                <a:gd name="connsiteY5" fmla="*/ 1490711 h 1521004"/>
                <a:gd name="connsiteX6" fmla="*/ 1459193 w 2781179"/>
                <a:gd name="connsiteY6" fmla="*/ 1281243 h 1521004"/>
                <a:gd name="connsiteX7" fmla="*/ 1306816 w 2781179"/>
                <a:gd name="connsiteY7" fmla="*/ 1009148 h 1521004"/>
                <a:gd name="connsiteX8" fmla="*/ 1420053 w 2781179"/>
                <a:gd name="connsiteY8" fmla="*/ 770023 h 1521004"/>
                <a:gd name="connsiteX9" fmla="*/ 1227152 w 2781179"/>
                <a:gd name="connsiteY9" fmla="*/ 622666 h 1521004"/>
                <a:gd name="connsiteX10" fmla="*/ 915693 w 2781179"/>
                <a:gd name="connsiteY10" fmla="*/ 545641 h 1521004"/>
                <a:gd name="connsiteX11" fmla="*/ 678711 w 2781179"/>
                <a:gd name="connsiteY11" fmla="*/ 492967 h 1521004"/>
                <a:gd name="connsiteX12" fmla="*/ 270209 w 2781179"/>
                <a:gd name="connsiteY12" fmla="*/ 511914 h 1521004"/>
                <a:gd name="connsiteX13" fmla="*/ 0 w 2781179"/>
                <a:gd name="connsiteY13" fmla="*/ 269887 h 1521004"/>
                <a:gd name="connsiteX0" fmla="*/ 2776992 w 2781179"/>
                <a:gd name="connsiteY0" fmla="*/ 0 h 1372966"/>
                <a:gd name="connsiteX1" fmla="*/ 2644025 w 2781179"/>
                <a:gd name="connsiteY1" fmla="*/ 449758 h 1372966"/>
                <a:gd name="connsiteX2" fmla="*/ 2780507 w 2781179"/>
                <a:gd name="connsiteY2" fmla="*/ 746936 h 1372966"/>
                <a:gd name="connsiteX3" fmla="*/ 2671708 w 2781179"/>
                <a:gd name="connsiteY3" fmla="*/ 1116601 h 1372966"/>
                <a:gd name="connsiteX4" fmla="*/ 2204039 w 2781179"/>
                <a:gd name="connsiteY4" fmla="*/ 1347800 h 1372966"/>
                <a:gd name="connsiteX5" fmla="*/ 1698458 w 2781179"/>
                <a:gd name="connsiteY5" fmla="*/ 1342673 h 1372966"/>
                <a:gd name="connsiteX6" fmla="*/ 1459193 w 2781179"/>
                <a:gd name="connsiteY6" fmla="*/ 1133205 h 1372966"/>
                <a:gd name="connsiteX7" fmla="*/ 1306816 w 2781179"/>
                <a:gd name="connsiteY7" fmla="*/ 861110 h 1372966"/>
                <a:gd name="connsiteX8" fmla="*/ 1420053 w 2781179"/>
                <a:gd name="connsiteY8" fmla="*/ 621985 h 1372966"/>
                <a:gd name="connsiteX9" fmla="*/ 1227152 w 2781179"/>
                <a:gd name="connsiteY9" fmla="*/ 474628 h 1372966"/>
                <a:gd name="connsiteX10" fmla="*/ 915693 w 2781179"/>
                <a:gd name="connsiteY10" fmla="*/ 397603 h 1372966"/>
                <a:gd name="connsiteX11" fmla="*/ 678711 w 2781179"/>
                <a:gd name="connsiteY11" fmla="*/ 344929 h 1372966"/>
                <a:gd name="connsiteX12" fmla="*/ 270209 w 2781179"/>
                <a:gd name="connsiteY12" fmla="*/ 363876 h 1372966"/>
                <a:gd name="connsiteX13" fmla="*/ 0 w 2781179"/>
                <a:gd name="connsiteY13" fmla="*/ 121849 h 1372966"/>
                <a:gd name="connsiteX0" fmla="*/ 2776992 w 2780968"/>
                <a:gd name="connsiteY0" fmla="*/ 0 h 1376623"/>
                <a:gd name="connsiteX1" fmla="*/ 2644025 w 2780968"/>
                <a:gd name="connsiteY1" fmla="*/ 449758 h 1376623"/>
                <a:gd name="connsiteX2" fmla="*/ 2780507 w 2780968"/>
                <a:gd name="connsiteY2" fmla="*/ 746936 h 1376623"/>
                <a:gd name="connsiteX3" fmla="*/ 2659809 w 2780968"/>
                <a:gd name="connsiteY3" fmla="*/ 1063013 h 1376623"/>
                <a:gd name="connsiteX4" fmla="*/ 2204039 w 2780968"/>
                <a:gd name="connsiteY4" fmla="*/ 1347800 h 1376623"/>
                <a:gd name="connsiteX5" fmla="*/ 1698458 w 2780968"/>
                <a:gd name="connsiteY5" fmla="*/ 1342673 h 1376623"/>
                <a:gd name="connsiteX6" fmla="*/ 1459193 w 2780968"/>
                <a:gd name="connsiteY6" fmla="*/ 1133205 h 1376623"/>
                <a:gd name="connsiteX7" fmla="*/ 1306816 w 2780968"/>
                <a:gd name="connsiteY7" fmla="*/ 861110 h 1376623"/>
                <a:gd name="connsiteX8" fmla="*/ 1420053 w 2780968"/>
                <a:gd name="connsiteY8" fmla="*/ 621985 h 1376623"/>
                <a:gd name="connsiteX9" fmla="*/ 1227152 w 2780968"/>
                <a:gd name="connsiteY9" fmla="*/ 474628 h 1376623"/>
                <a:gd name="connsiteX10" fmla="*/ 915693 w 2780968"/>
                <a:gd name="connsiteY10" fmla="*/ 397603 h 1376623"/>
                <a:gd name="connsiteX11" fmla="*/ 678711 w 2780968"/>
                <a:gd name="connsiteY11" fmla="*/ 344929 h 1376623"/>
                <a:gd name="connsiteX12" fmla="*/ 270209 w 2780968"/>
                <a:gd name="connsiteY12" fmla="*/ 363876 h 1376623"/>
                <a:gd name="connsiteX13" fmla="*/ 0 w 2780968"/>
                <a:gd name="connsiteY13" fmla="*/ 121849 h 1376623"/>
                <a:gd name="connsiteX0" fmla="*/ 2776992 w 2780795"/>
                <a:gd name="connsiteY0" fmla="*/ 0 h 1364628"/>
                <a:gd name="connsiteX1" fmla="*/ 2644025 w 2780795"/>
                <a:gd name="connsiteY1" fmla="*/ 449758 h 1364628"/>
                <a:gd name="connsiteX2" fmla="*/ 2780507 w 2780795"/>
                <a:gd name="connsiteY2" fmla="*/ 746936 h 1364628"/>
                <a:gd name="connsiteX3" fmla="*/ 2659809 w 2780795"/>
                <a:gd name="connsiteY3" fmla="*/ 1063013 h 1364628"/>
                <a:gd name="connsiteX4" fmla="*/ 2336045 w 2780795"/>
                <a:gd name="connsiteY4" fmla="*/ 1326701 h 1364628"/>
                <a:gd name="connsiteX5" fmla="*/ 1698458 w 2780795"/>
                <a:gd name="connsiteY5" fmla="*/ 1342673 h 1364628"/>
                <a:gd name="connsiteX6" fmla="*/ 1459193 w 2780795"/>
                <a:gd name="connsiteY6" fmla="*/ 1133205 h 1364628"/>
                <a:gd name="connsiteX7" fmla="*/ 1306816 w 2780795"/>
                <a:gd name="connsiteY7" fmla="*/ 861110 h 1364628"/>
                <a:gd name="connsiteX8" fmla="*/ 1420053 w 2780795"/>
                <a:gd name="connsiteY8" fmla="*/ 621985 h 1364628"/>
                <a:gd name="connsiteX9" fmla="*/ 1227152 w 2780795"/>
                <a:gd name="connsiteY9" fmla="*/ 474628 h 1364628"/>
                <a:gd name="connsiteX10" fmla="*/ 915693 w 2780795"/>
                <a:gd name="connsiteY10" fmla="*/ 397603 h 1364628"/>
                <a:gd name="connsiteX11" fmla="*/ 678711 w 2780795"/>
                <a:gd name="connsiteY11" fmla="*/ 344929 h 1364628"/>
                <a:gd name="connsiteX12" fmla="*/ 270209 w 2780795"/>
                <a:gd name="connsiteY12" fmla="*/ 363876 h 1364628"/>
                <a:gd name="connsiteX13" fmla="*/ 0 w 2780795"/>
                <a:gd name="connsiteY13" fmla="*/ 121849 h 1364628"/>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20053 w 2780795"/>
                <a:gd name="connsiteY8" fmla="*/ 621985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152 w 2780795"/>
                <a:gd name="connsiteY9" fmla="*/ 474628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412895 w 2780795"/>
                <a:gd name="connsiteY8" fmla="*/ 5682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64965"/>
                <a:gd name="connsiteX1" fmla="*/ 2644025 w 2780795"/>
                <a:gd name="connsiteY1" fmla="*/ 449758 h 1364965"/>
                <a:gd name="connsiteX2" fmla="*/ 2780507 w 2780795"/>
                <a:gd name="connsiteY2" fmla="*/ 746936 h 1364965"/>
                <a:gd name="connsiteX3" fmla="*/ 2659809 w 2780795"/>
                <a:gd name="connsiteY3" fmla="*/ 1063013 h 1364965"/>
                <a:gd name="connsiteX4" fmla="*/ 2336045 w 2780795"/>
                <a:gd name="connsiteY4" fmla="*/ 1326701 h 1364965"/>
                <a:gd name="connsiteX5" fmla="*/ 1629633 w 2780795"/>
                <a:gd name="connsiteY5" fmla="*/ 1343199 h 1364965"/>
                <a:gd name="connsiteX6" fmla="*/ 1459193 w 2780795"/>
                <a:gd name="connsiteY6" fmla="*/ 1133205 h 1364965"/>
                <a:gd name="connsiteX7" fmla="*/ 1306816 w 2780795"/>
                <a:gd name="connsiteY7" fmla="*/ 861110 h 1364965"/>
                <a:gd name="connsiteX8" fmla="*/ 1298538 w 2780795"/>
                <a:gd name="connsiteY8" fmla="*/ 559307 h 1364965"/>
                <a:gd name="connsiteX9" fmla="*/ 1227254 w 2780795"/>
                <a:gd name="connsiteY9" fmla="*/ 370992 h 1364965"/>
                <a:gd name="connsiteX10" fmla="*/ 915693 w 2780795"/>
                <a:gd name="connsiteY10" fmla="*/ 397603 h 1364965"/>
                <a:gd name="connsiteX11" fmla="*/ 678711 w 2780795"/>
                <a:gd name="connsiteY11" fmla="*/ 344929 h 1364965"/>
                <a:gd name="connsiteX12" fmla="*/ 270209 w 2780795"/>
                <a:gd name="connsiteY12" fmla="*/ 363876 h 1364965"/>
                <a:gd name="connsiteX13" fmla="*/ 0 w 2780795"/>
                <a:gd name="connsiteY13" fmla="*/ 121849 h 1364965"/>
                <a:gd name="connsiteX0" fmla="*/ 2776992 w 2780795"/>
                <a:gd name="connsiteY0" fmla="*/ 0 h 1359185"/>
                <a:gd name="connsiteX1" fmla="*/ 2644025 w 2780795"/>
                <a:gd name="connsiteY1" fmla="*/ 449758 h 1359185"/>
                <a:gd name="connsiteX2" fmla="*/ 2780507 w 2780795"/>
                <a:gd name="connsiteY2" fmla="*/ 746936 h 1359185"/>
                <a:gd name="connsiteX3" fmla="*/ 2659809 w 2780795"/>
                <a:gd name="connsiteY3" fmla="*/ 1063013 h 1359185"/>
                <a:gd name="connsiteX4" fmla="*/ 2336045 w 2780795"/>
                <a:gd name="connsiteY4" fmla="*/ 1326701 h 1359185"/>
                <a:gd name="connsiteX5" fmla="*/ 2000065 w 2780795"/>
                <a:gd name="connsiteY5" fmla="*/ 1342632 h 1359185"/>
                <a:gd name="connsiteX6" fmla="*/ 1629633 w 2780795"/>
                <a:gd name="connsiteY6" fmla="*/ 1343199 h 1359185"/>
                <a:gd name="connsiteX7" fmla="*/ 1459193 w 2780795"/>
                <a:gd name="connsiteY7" fmla="*/ 1133205 h 1359185"/>
                <a:gd name="connsiteX8" fmla="*/ 1306816 w 2780795"/>
                <a:gd name="connsiteY8" fmla="*/ 861110 h 1359185"/>
                <a:gd name="connsiteX9" fmla="*/ 1298538 w 2780795"/>
                <a:gd name="connsiteY9" fmla="*/ 559307 h 1359185"/>
                <a:gd name="connsiteX10" fmla="*/ 1227254 w 2780795"/>
                <a:gd name="connsiteY10" fmla="*/ 370992 h 1359185"/>
                <a:gd name="connsiteX11" fmla="*/ 915693 w 2780795"/>
                <a:gd name="connsiteY11" fmla="*/ 397603 h 1359185"/>
                <a:gd name="connsiteX12" fmla="*/ 678711 w 2780795"/>
                <a:gd name="connsiteY12" fmla="*/ 344929 h 1359185"/>
                <a:gd name="connsiteX13" fmla="*/ 270209 w 2780795"/>
                <a:gd name="connsiteY13" fmla="*/ 363876 h 1359185"/>
                <a:gd name="connsiteX14" fmla="*/ 0 w 2780795"/>
                <a:gd name="connsiteY14" fmla="*/ 121849 h 1359185"/>
                <a:gd name="connsiteX0" fmla="*/ 2776992 w 2780796"/>
                <a:gd name="connsiteY0" fmla="*/ 0 h 1359185"/>
                <a:gd name="connsiteX1" fmla="*/ 2644025 w 2780796"/>
                <a:gd name="connsiteY1" fmla="*/ 449758 h 1359185"/>
                <a:gd name="connsiteX2" fmla="*/ 2780507 w 2780796"/>
                <a:gd name="connsiteY2" fmla="*/ 746936 h 1359185"/>
                <a:gd name="connsiteX3" fmla="*/ 2659809 w 2780796"/>
                <a:gd name="connsiteY3" fmla="*/ 1063013 h 1359185"/>
                <a:gd name="connsiteX4" fmla="*/ 2336045 w 2780796"/>
                <a:gd name="connsiteY4" fmla="*/ 1326701 h 1359185"/>
                <a:gd name="connsiteX5" fmla="*/ 2000065 w 2780796"/>
                <a:gd name="connsiteY5" fmla="*/ 1342632 h 1359185"/>
                <a:gd name="connsiteX6" fmla="*/ 1629633 w 2780796"/>
                <a:gd name="connsiteY6" fmla="*/ 1343199 h 1359185"/>
                <a:gd name="connsiteX7" fmla="*/ 1459193 w 2780796"/>
                <a:gd name="connsiteY7" fmla="*/ 1133205 h 1359185"/>
                <a:gd name="connsiteX8" fmla="*/ 1306816 w 2780796"/>
                <a:gd name="connsiteY8" fmla="*/ 861110 h 1359185"/>
                <a:gd name="connsiteX9" fmla="*/ 1298538 w 2780796"/>
                <a:gd name="connsiteY9" fmla="*/ 559307 h 1359185"/>
                <a:gd name="connsiteX10" fmla="*/ 1227254 w 2780796"/>
                <a:gd name="connsiteY10" fmla="*/ 370992 h 1359185"/>
                <a:gd name="connsiteX11" fmla="*/ 915693 w 2780796"/>
                <a:gd name="connsiteY11" fmla="*/ 397603 h 1359185"/>
                <a:gd name="connsiteX12" fmla="*/ 678711 w 2780796"/>
                <a:gd name="connsiteY12" fmla="*/ 344929 h 1359185"/>
                <a:gd name="connsiteX13" fmla="*/ 270209 w 2780796"/>
                <a:gd name="connsiteY13" fmla="*/ 363876 h 1359185"/>
                <a:gd name="connsiteX14" fmla="*/ 0 w 2780796"/>
                <a:gd name="connsiteY14" fmla="*/ 121849 h 1359185"/>
                <a:gd name="connsiteX0" fmla="*/ 2776992 w 2780776"/>
                <a:gd name="connsiteY0" fmla="*/ 0 h 1359185"/>
                <a:gd name="connsiteX1" fmla="*/ 2644025 w 2780776"/>
                <a:gd name="connsiteY1" fmla="*/ 449758 h 1359185"/>
                <a:gd name="connsiteX2" fmla="*/ 2780507 w 2780776"/>
                <a:gd name="connsiteY2" fmla="*/ 746936 h 1359185"/>
                <a:gd name="connsiteX3" fmla="*/ 2659809 w 2780776"/>
                <a:gd name="connsiteY3" fmla="*/ 1063013 h 1359185"/>
                <a:gd name="connsiteX4" fmla="*/ 2359526 w 2780776"/>
                <a:gd name="connsiteY4" fmla="*/ 1328922 h 1359185"/>
                <a:gd name="connsiteX5" fmla="*/ 2000065 w 2780776"/>
                <a:gd name="connsiteY5" fmla="*/ 1342632 h 1359185"/>
                <a:gd name="connsiteX6" fmla="*/ 1629633 w 2780776"/>
                <a:gd name="connsiteY6" fmla="*/ 1343199 h 1359185"/>
                <a:gd name="connsiteX7" fmla="*/ 1459193 w 2780776"/>
                <a:gd name="connsiteY7" fmla="*/ 1133205 h 1359185"/>
                <a:gd name="connsiteX8" fmla="*/ 1306816 w 2780776"/>
                <a:gd name="connsiteY8" fmla="*/ 861110 h 1359185"/>
                <a:gd name="connsiteX9" fmla="*/ 1298538 w 2780776"/>
                <a:gd name="connsiteY9" fmla="*/ 559307 h 1359185"/>
                <a:gd name="connsiteX10" fmla="*/ 1227254 w 2780776"/>
                <a:gd name="connsiteY10" fmla="*/ 370992 h 1359185"/>
                <a:gd name="connsiteX11" fmla="*/ 915693 w 2780776"/>
                <a:gd name="connsiteY11" fmla="*/ 397603 h 1359185"/>
                <a:gd name="connsiteX12" fmla="*/ 678711 w 2780776"/>
                <a:gd name="connsiteY12" fmla="*/ 344929 h 1359185"/>
                <a:gd name="connsiteX13" fmla="*/ 270209 w 2780776"/>
                <a:gd name="connsiteY13" fmla="*/ 363876 h 1359185"/>
                <a:gd name="connsiteX14" fmla="*/ 0 w 2780776"/>
                <a:gd name="connsiteY14" fmla="*/ 121849 h 1359185"/>
                <a:gd name="connsiteX0" fmla="*/ 2776992 w 2780776"/>
                <a:gd name="connsiteY0" fmla="*/ 0 h 1360591"/>
                <a:gd name="connsiteX1" fmla="*/ 2644025 w 2780776"/>
                <a:gd name="connsiteY1" fmla="*/ 449758 h 1360591"/>
                <a:gd name="connsiteX2" fmla="*/ 2780507 w 2780776"/>
                <a:gd name="connsiteY2" fmla="*/ 746936 h 1360591"/>
                <a:gd name="connsiteX3" fmla="*/ 2659809 w 2780776"/>
                <a:gd name="connsiteY3" fmla="*/ 1063013 h 1360591"/>
                <a:gd name="connsiteX4" fmla="*/ 2359526 w 2780776"/>
                <a:gd name="connsiteY4" fmla="*/ 1328922 h 1360591"/>
                <a:gd name="connsiteX5" fmla="*/ 2000065 w 2780776"/>
                <a:gd name="connsiteY5" fmla="*/ 1342632 h 1360591"/>
                <a:gd name="connsiteX6" fmla="*/ 1629633 w 2780776"/>
                <a:gd name="connsiteY6" fmla="*/ 1343199 h 1360591"/>
                <a:gd name="connsiteX7" fmla="*/ 1459193 w 2780776"/>
                <a:gd name="connsiteY7" fmla="*/ 1133205 h 1360591"/>
                <a:gd name="connsiteX8" fmla="*/ 1306816 w 2780776"/>
                <a:gd name="connsiteY8" fmla="*/ 861110 h 1360591"/>
                <a:gd name="connsiteX9" fmla="*/ 1298538 w 2780776"/>
                <a:gd name="connsiteY9" fmla="*/ 559307 h 1360591"/>
                <a:gd name="connsiteX10" fmla="*/ 1227254 w 2780776"/>
                <a:gd name="connsiteY10" fmla="*/ 370992 h 1360591"/>
                <a:gd name="connsiteX11" fmla="*/ 915693 w 2780776"/>
                <a:gd name="connsiteY11" fmla="*/ 397603 h 1360591"/>
                <a:gd name="connsiteX12" fmla="*/ 678711 w 2780776"/>
                <a:gd name="connsiteY12" fmla="*/ 344929 h 1360591"/>
                <a:gd name="connsiteX13" fmla="*/ 270209 w 2780776"/>
                <a:gd name="connsiteY13" fmla="*/ 363876 h 1360591"/>
                <a:gd name="connsiteX14" fmla="*/ 0 w 2780776"/>
                <a:gd name="connsiteY14" fmla="*/ 121849 h 1360591"/>
                <a:gd name="connsiteX0" fmla="*/ 2776992 w 2780772"/>
                <a:gd name="connsiteY0" fmla="*/ 0 h 1359185"/>
                <a:gd name="connsiteX1" fmla="*/ 2644025 w 2780772"/>
                <a:gd name="connsiteY1" fmla="*/ 449758 h 1359185"/>
                <a:gd name="connsiteX2" fmla="*/ 2780507 w 2780772"/>
                <a:gd name="connsiteY2" fmla="*/ 746936 h 1359185"/>
                <a:gd name="connsiteX3" fmla="*/ 2658888 w 2780772"/>
                <a:gd name="connsiteY3" fmla="*/ 1042448 h 1359185"/>
                <a:gd name="connsiteX4" fmla="*/ 2359526 w 2780772"/>
                <a:gd name="connsiteY4" fmla="*/ 1328922 h 1359185"/>
                <a:gd name="connsiteX5" fmla="*/ 2000065 w 2780772"/>
                <a:gd name="connsiteY5" fmla="*/ 1342632 h 1359185"/>
                <a:gd name="connsiteX6" fmla="*/ 1629633 w 2780772"/>
                <a:gd name="connsiteY6" fmla="*/ 1343199 h 1359185"/>
                <a:gd name="connsiteX7" fmla="*/ 1459193 w 2780772"/>
                <a:gd name="connsiteY7" fmla="*/ 1133205 h 1359185"/>
                <a:gd name="connsiteX8" fmla="*/ 1306816 w 2780772"/>
                <a:gd name="connsiteY8" fmla="*/ 861110 h 1359185"/>
                <a:gd name="connsiteX9" fmla="*/ 1298538 w 2780772"/>
                <a:gd name="connsiteY9" fmla="*/ 559307 h 1359185"/>
                <a:gd name="connsiteX10" fmla="*/ 1227254 w 2780772"/>
                <a:gd name="connsiteY10" fmla="*/ 370992 h 1359185"/>
                <a:gd name="connsiteX11" fmla="*/ 915693 w 2780772"/>
                <a:gd name="connsiteY11" fmla="*/ 397603 h 1359185"/>
                <a:gd name="connsiteX12" fmla="*/ 678711 w 2780772"/>
                <a:gd name="connsiteY12" fmla="*/ 344929 h 1359185"/>
                <a:gd name="connsiteX13" fmla="*/ 270209 w 2780772"/>
                <a:gd name="connsiteY13" fmla="*/ 363876 h 1359185"/>
                <a:gd name="connsiteX14" fmla="*/ 0 w 2780772"/>
                <a:gd name="connsiteY14" fmla="*/ 121849 h 1359185"/>
                <a:gd name="connsiteX0" fmla="*/ 2776992 w 2781476"/>
                <a:gd name="connsiteY0" fmla="*/ 0 h 1359185"/>
                <a:gd name="connsiteX1" fmla="*/ 2644025 w 2781476"/>
                <a:gd name="connsiteY1" fmla="*/ 449758 h 1359185"/>
                <a:gd name="connsiteX2" fmla="*/ 2780507 w 2781476"/>
                <a:gd name="connsiteY2" fmla="*/ 746936 h 1359185"/>
                <a:gd name="connsiteX3" fmla="*/ 2658888 w 2781476"/>
                <a:gd name="connsiteY3" fmla="*/ 1042448 h 1359185"/>
                <a:gd name="connsiteX4" fmla="*/ 2359526 w 2781476"/>
                <a:gd name="connsiteY4" fmla="*/ 1328922 h 1359185"/>
                <a:gd name="connsiteX5" fmla="*/ 2000065 w 2781476"/>
                <a:gd name="connsiteY5" fmla="*/ 1342632 h 1359185"/>
                <a:gd name="connsiteX6" fmla="*/ 1629633 w 2781476"/>
                <a:gd name="connsiteY6" fmla="*/ 1343199 h 1359185"/>
                <a:gd name="connsiteX7" fmla="*/ 1459193 w 2781476"/>
                <a:gd name="connsiteY7" fmla="*/ 1133205 h 1359185"/>
                <a:gd name="connsiteX8" fmla="*/ 1306816 w 2781476"/>
                <a:gd name="connsiteY8" fmla="*/ 861110 h 1359185"/>
                <a:gd name="connsiteX9" fmla="*/ 1298538 w 2781476"/>
                <a:gd name="connsiteY9" fmla="*/ 559307 h 1359185"/>
                <a:gd name="connsiteX10" fmla="*/ 1227254 w 2781476"/>
                <a:gd name="connsiteY10" fmla="*/ 370992 h 1359185"/>
                <a:gd name="connsiteX11" fmla="*/ 915693 w 2781476"/>
                <a:gd name="connsiteY11" fmla="*/ 397603 h 1359185"/>
                <a:gd name="connsiteX12" fmla="*/ 678711 w 2781476"/>
                <a:gd name="connsiteY12" fmla="*/ 344929 h 1359185"/>
                <a:gd name="connsiteX13" fmla="*/ 270209 w 2781476"/>
                <a:gd name="connsiteY13" fmla="*/ 363876 h 1359185"/>
                <a:gd name="connsiteX14" fmla="*/ 0 w 2781476"/>
                <a:gd name="connsiteY14" fmla="*/ 121849 h 1359185"/>
                <a:gd name="connsiteX0" fmla="*/ 2644025 w 2781476"/>
                <a:gd name="connsiteY0" fmla="*/ 327909 h 1237336"/>
                <a:gd name="connsiteX1" fmla="*/ 2780507 w 2781476"/>
                <a:gd name="connsiteY1" fmla="*/ 625087 h 1237336"/>
                <a:gd name="connsiteX2" fmla="*/ 2658888 w 2781476"/>
                <a:gd name="connsiteY2" fmla="*/ 920599 h 1237336"/>
                <a:gd name="connsiteX3" fmla="*/ 2359526 w 2781476"/>
                <a:gd name="connsiteY3" fmla="*/ 1207073 h 1237336"/>
                <a:gd name="connsiteX4" fmla="*/ 2000065 w 2781476"/>
                <a:gd name="connsiteY4" fmla="*/ 1220783 h 1237336"/>
                <a:gd name="connsiteX5" fmla="*/ 1629633 w 2781476"/>
                <a:gd name="connsiteY5" fmla="*/ 1221350 h 1237336"/>
                <a:gd name="connsiteX6" fmla="*/ 1459193 w 2781476"/>
                <a:gd name="connsiteY6" fmla="*/ 1011356 h 1237336"/>
                <a:gd name="connsiteX7" fmla="*/ 1306816 w 2781476"/>
                <a:gd name="connsiteY7" fmla="*/ 739261 h 1237336"/>
                <a:gd name="connsiteX8" fmla="*/ 1298538 w 2781476"/>
                <a:gd name="connsiteY8" fmla="*/ 437458 h 1237336"/>
                <a:gd name="connsiteX9" fmla="*/ 1227254 w 2781476"/>
                <a:gd name="connsiteY9" fmla="*/ 249143 h 1237336"/>
                <a:gd name="connsiteX10" fmla="*/ 915693 w 2781476"/>
                <a:gd name="connsiteY10" fmla="*/ 275754 h 1237336"/>
                <a:gd name="connsiteX11" fmla="*/ 678711 w 2781476"/>
                <a:gd name="connsiteY11" fmla="*/ 223080 h 1237336"/>
                <a:gd name="connsiteX12" fmla="*/ 270209 w 2781476"/>
                <a:gd name="connsiteY12" fmla="*/ 242027 h 1237336"/>
                <a:gd name="connsiteX13" fmla="*/ 0 w 2781476"/>
                <a:gd name="connsiteY13" fmla="*/ 0 h 1237336"/>
                <a:gd name="connsiteX0" fmla="*/ 2780507 w 2781476"/>
                <a:gd name="connsiteY0" fmla="*/ 625087 h 1237336"/>
                <a:gd name="connsiteX1" fmla="*/ 2658888 w 2781476"/>
                <a:gd name="connsiteY1" fmla="*/ 920599 h 1237336"/>
                <a:gd name="connsiteX2" fmla="*/ 2359526 w 2781476"/>
                <a:gd name="connsiteY2" fmla="*/ 1207073 h 1237336"/>
                <a:gd name="connsiteX3" fmla="*/ 2000065 w 2781476"/>
                <a:gd name="connsiteY3" fmla="*/ 1220783 h 1237336"/>
                <a:gd name="connsiteX4" fmla="*/ 1629633 w 2781476"/>
                <a:gd name="connsiteY4" fmla="*/ 1221350 h 1237336"/>
                <a:gd name="connsiteX5" fmla="*/ 1459193 w 2781476"/>
                <a:gd name="connsiteY5" fmla="*/ 1011356 h 1237336"/>
                <a:gd name="connsiteX6" fmla="*/ 1306816 w 2781476"/>
                <a:gd name="connsiteY6" fmla="*/ 739261 h 1237336"/>
                <a:gd name="connsiteX7" fmla="*/ 1298538 w 2781476"/>
                <a:gd name="connsiteY7" fmla="*/ 437458 h 1237336"/>
                <a:gd name="connsiteX8" fmla="*/ 1227254 w 2781476"/>
                <a:gd name="connsiteY8" fmla="*/ 249143 h 1237336"/>
                <a:gd name="connsiteX9" fmla="*/ 915693 w 2781476"/>
                <a:gd name="connsiteY9" fmla="*/ 275754 h 1237336"/>
                <a:gd name="connsiteX10" fmla="*/ 678711 w 2781476"/>
                <a:gd name="connsiteY10" fmla="*/ 223080 h 1237336"/>
                <a:gd name="connsiteX11" fmla="*/ 270209 w 2781476"/>
                <a:gd name="connsiteY11" fmla="*/ 242027 h 1237336"/>
                <a:gd name="connsiteX12" fmla="*/ 0 w 2781476"/>
                <a:gd name="connsiteY12" fmla="*/ 0 h 1237336"/>
                <a:gd name="connsiteX0" fmla="*/ 2810620 w 2810807"/>
                <a:gd name="connsiteY0" fmla="*/ 512683 h 1237336"/>
                <a:gd name="connsiteX1" fmla="*/ 2658888 w 2810807"/>
                <a:gd name="connsiteY1" fmla="*/ 920599 h 1237336"/>
                <a:gd name="connsiteX2" fmla="*/ 2359526 w 2810807"/>
                <a:gd name="connsiteY2" fmla="*/ 1207073 h 1237336"/>
                <a:gd name="connsiteX3" fmla="*/ 2000065 w 2810807"/>
                <a:gd name="connsiteY3" fmla="*/ 1220783 h 1237336"/>
                <a:gd name="connsiteX4" fmla="*/ 1629633 w 2810807"/>
                <a:gd name="connsiteY4" fmla="*/ 1221350 h 1237336"/>
                <a:gd name="connsiteX5" fmla="*/ 1459193 w 2810807"/>
                <a:gd name="connsiteY5" fmla="*/ 1011356 h 1237336"/>
                <a:gd name="connsiteX6" fmla="*/ 1306816 w 2810807"/>
                <a:gd name="connsiteY6" fmla="*/ 739261 h 1237336"/>
                <a:gd name="connsiteX7" fmla="*/ 1298538 w 2810807"/>
                <a:gd name="connsiteY7" fmla="*/ 437458 h 1237336"/>
                <a:gd name="connsiteX8" fmla="*/ 1227254 w 2810807"/>
                <a:gd name="connsiteY8" fmla="*/ 249143 h 1237336"/>
                <a:gd name="connsiteX9" fmla="*/ 915693 w 2810807"/>
                <a:gd name="connsiteY9" fmla="*/ 275754 h 1237336"/>
                <a:gd name="connsiteX10" fmla="*/ 678711 w 2810807"/>
                <a:gd name="connsiteY10" fmla="*/ 223080 h 1237336"/>
                <a:gd name="connsiteX11" fmla="*/ 270209 w 2810807"/>
                <a:gd name="connsiteY11" fmla="*/ 242027 h 1237336"/>
                <a:gd name="connsiteX12" fmla="*/ 0 w 2810807"/>
                <a:gd name="connsiteY12" fmla="*/ 0 h 1237336"/>
                <a:gd name="connsiteX0" fmla="*/ 2540411 w 2540598"/>
                <a:gd name="connsiteY0" fmla="*/ 289887 h 1014540"/>
                <a:gd name="connsiteX1" fmla="*/ 2388679 w 2540598"/>
                <a:gd name="connsiteY1" fmla="*/ 697803 h 1014540"/>
                <a:gd name="connsiteX2" fmla="*/ 2089317 w 2540598"/>
                <a:gd name="connsiteY2" fmla="*/ 984277 h 1014540"/>
                <a:gd name="connsiteX3" fmla="*/ 1729856 w 2540598"/>
                <a:gd name="connsiteY3" fmla="*/ 997987 h 1014540"/>
                <a:gd name="connsiteX4" fmla="*/ 1359424 w 2540598"/>
                <a:gd name="connsiteY4" fmla="*/ 998554 h 1014540"/>
                <a:gd name="connsiteX5" fmla="*/ 1188984 w 2540598"/>
                <a:gd name="connsiteY5" fmla="*/ 788560 h 1014540"/>
                <a:gd name="connsiteX6" fmla="*/ 1036607 w 2540598"/>
                <a:gd name="connsiteY6" fmla="*/ 516465 h 1014540"/>
                <a:gd name="connsiteX7" fmla="*/ 1028329 w 2540598"/>
                <a:gd name="connsiteY7" fmla="*/ 214662 h 1014540"/>
                <a:gd name="connsiteX8" fmla="*/ 957045 w 2540598"/>
                <a:gd name="connsiteY8" fmla="*/ 26347 h 1014540"/>
                <a:gd name="connsiteX9" fmla="*/ 645484 w 2540598"/>
                <a:gd name="connsiteY9" fmla="*/ 52958 h 1014540"/>
                <a:gd name="connsiteX10" fmla="*/ 408502 w 2540598"/>
                <a:gd name="connsiteY10" fmla="*/ 284 h 1014540"/>
                <a:gd name="connsiteX11" fmla="*/ 0 w 2540598"/>
                <a:gd name="connsiteY11" fmla="*/ 19231 h 1014540"/>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236982 w 2132096"/>
                <a:gd name="connsiteY9" fmla="*/ 52674 h 1014256"/>
                <a:gd name="connsiteX10" fmla="*/ 0 w 2132096"/>
                <a:gd name="connsiteY10" fmla="*/ 0 h 1014256"/>
                <a:gd name="connsiteX0" fmla="*/ 2131909 w 2132096"/>
                <a:gd name="connsiteY0" fmla="*/ 289603 h 1014256"/>
                <a:gd name="connsiteX1" fmla="*/ 1980177 w 2132096"/>
                <a:gd name="connsiteY1" fmla="*/ 697519 h 1014256"/>
                <a:gd name="connsiteX2" fmla="*/ 1680815 w 2132096"/>
                <a:gd name="connsiteY2" fmla="*/ 983993 h 1014256"/>
                <a:gd name="connsiteX3" fmla="*/ 1321354 w 2132096"/>
                <a:gd name="connsiteY3" fmla="*/ 997703 h 1014256"/>
                <a:gd name="connsiteX4" fmla="*/ 950922 w 2132096"/>
                <a:gd name="connsiteY4" fmla="*/ 998270 h 1014256"/>
                <a:gd name="connsiteX5" fmla="*/ 780482 w 2132096"/>
                <a:gd name="connsiteY5" fmla="*/ 788276 h 1014256"/>
                <a:gd name="connsiteX6" fmla="*/ 628105 w 2132096"/>
                <a:gd name="connsiteY6" fmla="*/ 516181 h 1014256"/>
                <a:gd name="connsiteX7" fmla="*/ 619827 w 2132096"/>
                <a:gd name="connsiteY7" fmla="*/ 214378 h 1014256"/>
                <a:gd name="connsiteX8" fmla="*/ 548543 w 2132096"/>
                <a:gd name="connsiteY8" fmla="*/ 26063 h 1014256"/>
                <a:gd name="connsiteX9" fmla="*/ 0 w 2132096"/>
                <a:gd name="connsiteY9" fmla="*/ 0 h 1014256"/>
                <a:gd name="connsiteX0" fmla="*/ 1583366 w 1583553"/>
                <a:gd name="connsiteY0" fmla="*/ 263540 h 988193"/>
                <a:gd name="connsiteX1" fmla="*/ 1431634 w 1583553"/>
                <a:gd name="connsiteY1" fmla="*/ 671456 h 988193"/>
                <a:gd name="connsiteX2" fmla="*/ 1132272 w 1583553"/>
                <a:gd name="connsiteY2" fmla="*/ 957930 h 988193"/>
                <a:gd name="connsiteX3" fmla="*/ 772811 w 1583553"/>
                <a:gd name="connsiteY3" fmla="*/ 971640 h 988193"/>
                <a:gd name="connsiteX4" fmla="*/ 402379 w 1583553"/>
                <a:gd name="connsiteY4" fmla="*/ 972207 h 988193"/>
                <a:gd name="connsiteX5" fmla="*/ 231939 w 1583553"/>
                <a:gd name="connsiteY5" fmla="*/ 762213 h 988193"/>
                <a:gd name="connsiteX6" fmla="*/ 79562 w 1583553"/>
                <a:gd name="connsiteY6" fmla="*/ 490118 h 988193"/>
                <a:gd name="connsiteX7" fmla="*/ 71284 w 1583553"/>
                <a:gd name="connsiteY7" fmla="*/ 188315 h 988193"/>
                <a:gd name="connsiteX8" fmla="*/ 0 w 1583553"/>
                <a:gd name="connsiteY8" fmla="*/ 0 h 988193"/>
                <a:gd name="connsiteX0" fmla="*/ 1514921 w 1515108"/>
                <a:gd name="connsiteY0" fmla="*/ 75225 h 799878"/>
                <a:gd name="connsiteX1" fmla="*/ 1363189 w 1515108"/>
                <a:gd name="connsiteY1" fmla="*/ 483141 h 799878"/>
                <a:gd name="connsiteX2" fmla="*/ 1063827 w 1515108"/>
                <a:gd name="connsiteY2" fmla="*/ 769615 h 799878"/>
                <a:gd name="connsiteX3" fmla="*/ 704366 w 1515108"/>
                <a:gd name="connsiteY3" fmla="*/ 783325 h 799878"/>
                <a:gd name="connsiteX4" fmla="*/ 333934 w 1515108"/>
                <a:gd name="connsiteY4" fmla="*/ 783892 h 799878"/>
                <a:gd name="connsiteX5" fmla="*/ 163494 w 1515108"/>
                <a:gd name="connsiteY5" fmla="*/ 573898 h 799878"/>
                <a:gd name="connsiteX6" fmla="*/ 11117 w 1515108"/>
                <a:gd name="connsiteY6" fmla="*/ 301803 h 799878"/>
                <a:gd name="connsiteX7" fmla="*/ 2839 w 1515108"/>
                <a:gd name="connsiteY7" fmla="*/ 0 h 799878"/>
                <a:gd name="connsiteX0" fmla="*/ 1627430 w 1627617"/>
                <a:gd name="connsiteY0" fmla="*/ 0 h 724653"/>
                <a:gd name="connsiteX1" fmla="*/ 1475698 w 1627617"/>
                <a:gd name="connsiteY1" fmla="*/ 407916 h 724653"/>
                <a:gd name="connsiteX2" fmla="*/ 1176336 w 1627617"/>
                <a:gd name="connsiteY2" fmla="*/ 694390 h 724653"/>
                <a:gd name="connsiteX3" fmla="*/ 816875 w 1627617"/>
                <a:gd name="connsiteY3" fmla="*/ 708100 h 724653"/>
                <a:gd name="connsiteX4" fmla="*/ 446443 w 1627617"/>
                <a:gd name="connsiteY4" fmla="*/ 708667 h 724653"/>
                <a:gd name="connsiteX5" fmla="*/ 276003 w 1627617"/>
                <a:gd name="connsiteY5" fmla="*/ 498673 h 724653"/>
                <a:gd name="connsiteX6" fmla="*/ 123626 w 1627617"/>
                <a:gd name="connsiteY6" fmla="*/ 226578 h 724653"/>
                <a:gd name="connsiteX7" fmla="*/ 0 w 1627617"/>
                <a:gd name="connsiteY7" fmla="*/ 96215 h 72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617" h="724653">
                  <a:moveTo>
                    <a:pt x="1627430" y="0"/>
                  </a:moveTo>
                  <a:cubicBezTo>
                    <a:pt x="1632044" y="111140"/>
                    <a:pt x="1550880" y="292184"/>
                    <a:pt x="1475698" y="407916"/>
                  </a:cubicBezTo>
                  <a:cubicBezTo>
                    <a:pt x="1400516" y="523648"/>
                    <a:pt x="1286140" y="644359"/>
                    <a:pt x="1176336" y="694390"/>
                  </a:cubicBezTo>
                  <a:cubicBezTo>
                    <a:pt x="1066532" y="744421"/>
                    <a:pt x="934610" y="705350"/>
                    <a:pt x="816875" y="708100"/>
                  </a:cubicBezTo>
                  <a:cubicBezTo>
                    <a:pt x="699140" y="710850"/>
                    <a:pt x="536588" y="743571"/>
                    <a:pt x="446443" y="708667"/>
                  </a:cubicBezTo>
                  <a:cubicBezTo>
                    <a:pt x="356298" y="673763"/>
                    <a:pt x="329806" y="579021"/>
                    <a:pt x="276003" y="498673"/>
                  </a:cubicBezTo>
                  <a:cubicBezTo>
                    <a:pt x="222200" y="418325"/>
                    <a:pt x="169627" y="293654"/>
                    <a:pt x="123626" y="226578"/>
                  </a:cubicBezTo>
                  <a:cubicBezTo>
                    <a:pt x="77625" y="159502"/>
                    <a:pt x="13260" y="177901"/>
                    <a:pt x="0" y="96215"/>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89" name="Freeform: Shape 88">
              <a:extLst>
                <a:ext uri="{FF2B5EF4-FFF2-40B4-BE49-F238E27FC236}">
                  <a16:creationId xmlns:a16="http://schemas.microsoft.com/office/drawing/2014/main" id="{344B1442-D0D8-6C9C-68EA-A2C4C1F147C0}"/>
                </a:ext>
              </a:extLst>
            </p:cNvPr>
            <p:cNvSpPr/>
            <p:nvPr userDrawn="1"/>
          </p:nvSpPr>
          <p:spPr>
            <a:xfrm rot="5546150" flipH="1" flipV="1">
              <a:off x="-240589" y="3741506"/>
              <a:ext cx="1024918" cy="61000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49855 w 2394621"/>
                <a:gd name="connsiteY8" fmla="*/ 683000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793735 w 2394621"/>
                <a:gd name="connsiteY7" fmla="*/ 922921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394621"/>
                <a:gd name="connsiteY0" fmla="*/ 433492 h 1821145"/>
                <a:gd name="connsiteX1" fmla="*/ 2234651 w 2394621"/>
                <a:gd name="connsiteY1" fmla="*/ 642065 h 1821145"/>
                <a:gd name="connsiteX2" fmla="*/ 2354718 w 2394621"/>
                <a:gd name="connsiteY2" fmla="*/ 998190 h 1821145"/>
                <a:gd name="connsiteX3" fmla="*/ 2390620 w 2394621"/>
                <a:gd name="connsiteY3" fmla="*/ 1447734 h 1821145"/>
                <a:gd name="connsiteX4" fmla="*/ 2272856 w 2394621"/>
                <a:gd name="connsiteY4" fmla="*/ 1812939 h 1821145"/>
                <a:gd name="connsiteX5" fmla="*/ 1831289 w 2394621"/>
                <a:gd name="connsiteY5" fmla="*/ 1674073 h 1821145"/>
                <a:gd name="connsiteX6" fmla="*/ 1769444 w 2394621"/>
                <a:gd name="connsiteY6" fmla="*/ 1355120 h 1821145"/>
                <a:gd name="connsiteX7" fmla="*/ 1687642 w 2394621"/>
                <a:gd name="connsiteY7" fmla="*/ 1012639 h 1821145"/>
                <a:gd name="connsiteX8" fmla="*/ 1181026 w 2394621"/>
                <a:gd name="connsiteY8" fmla="*/ 744324 h 1821145"/>
                <a:gd name="connsiteX9" fmla="*/ 747935 w 2394621"/>
                <a:gd name="connsiteY9" fmla="*/ 749562 h 1821145"/>
                <a:gd name="connsiteX10" fmla="*/ 304009 w 2394621"/>
                <a:gd name="connsiteY10" fmla="*/ 448702 h 1821145"/>
                <a:gd name="connsiteX11" fmla="*/ 1894 w 2394621"/>
                <a:gd name="connsiteY11" fmla="*/ 0 h 1821145"/>
                <a:gd name="connsiteX0" fmla="*/ 2065489 w 2470503"/>
                <a:gd name="connsiteY0" fmla="*/ 433492 h 1817159"/>
                <a:gd name="connsiteX1" fmla="*/ 2234651 w 2470503"/>
                <a:gd name="connsiteY1" fmla="*/ 642065 h 1817159"/>
                <a:gd name="connsiteX2" fmla="*/ 2354718 w 2470503"/>
                <a:gd name="connsiteY2" fmla="*/ 998190 h 1817159"/>
                <a:gd name="connsiteX3" fmla="*/ 2469094 w 2470503"/>
                <a:gd name="connsiteY3" fmla="*/ 1526937 h 1817159"/>
                <a:gd name="connsiteX4" fmla="*/ 2272856 w 2470503"/>
                <a:gd name="connsiteY4" fmla="*/ 1812939 h 1817159"/>
                <a:gd name="connsiteX5" fmla="*/ 1831289 w 2470503"/>
                <a:gd name="connsiteY5" fmla="*/ 1674073 h 1817159"/>
                <a:gd name="connsiteX6" fmla="*/ 1769444 w 2470503"/>
                <a:gd name="connsiteY6" fmla="*/ 1355120 h 1817159"/>
                <a:gd name="connsiteX7" fmla="*/ 1687642 w 2470503"/>
                <a:gd name="connsiteY7" fmla="*/ 1012639 h 1817159"/>
                <a:gd name="connsiteX8" fmla="*/ 1181026 w 2470503"/>
                <a:gd name="connsiteY8" fmla="*/ 744324 h 1817159"/>
                <a:gd name="connsiteX9" fmla="*/ 747935 w 2470503"/>
                <a:gd name="connsiteY9" fmla="*/ 749562 h 1817159"/>
                <a:gd name="connsiteX10" fmla="*/ 304009 w 2470503"/>
                <a:gd name="connsiteY10" fmla="*/ 448702 h 1817159"/>
                <a:gd name="connsiteX11" fmla="*/ 1894 w 2470503"/>
                <a:gd name="connsiteY11" fmla="*/ 0 h 1817159"/>
                <a:gd name="connsiteX0" fmla="*/ 2065489 w 2492672"/>
                <a:gd name="connsiteY0" fmla="*/ 433492 h 1817159"/>
                <a:gd name="connsiteX1" fmla="*/ 2234651 w 2492672"/>
                <a:gd name="connsiteY1" fmla="*/ 642065 h 1817159"/>
                <a:gd name="connsiteX2" fmla="*/ 2354718 w 2492672"/>
                <a:gd name="connsiteY2" fmla="*/ 998190 h 1817159"/>
                <a:gd name="connsiteX3" fmla="*/ 2469094 w 2492672"/>
                <a:gd name="connsiteY3" fmla="*/ 1526937 h 1817159"/>
                <a:gd name="connsiteX4" fmla="*/ 2272856 w 2492672"/>
                <a:gd name="connsiteY4" fmla="*/ 1812939 h 1817159"/>
                <a:gd name="connsiteX5" fmla="*/ 1831289 w 2492672"/>
                <a:gd name="connsiteY5" fmla="*/ 1674073 h 1817159"/>
                <a:gd name="connsiteX6" fmla="*/ 1769444 w 2492672"/>
                <a:gd name="connsiteY6" fmla="*/ 1355120 h 1817159"/>
                <a:gd name="connsiteX7" fmla="*/ 1687642 w 2492672"/>
                <a:gd name="connsiteY7" fmla="*/ 1012639 h 1817159"/>
                <a:gd name="connsiteX8" fmla="*/ 1181026 w 2492672"/>
                <a:gd name="connsiteY8" fmla="*/ 744324 h 1817159"/>
                <a:gd name="connsiteX9" fmla="*/ 747935 w 2492672"/>
                <a:gd name="connsiteY9" fmla="*/ 749562 h 1817159"/>
                <a:gd name="connsiteX10" fmla="*/ 304009 w 2492672"/>
                <a:gd name="connsiteY10" fmla="*/ 448702 h 1817159"/>
                <a:gd name="connsiteX11" fmla="*/ 1894 w 2492672"/>
                <a:gd name="connsiteY11" fmla="*/ 0 h 1817159"/>
                <a:gd name="connsiteX0" fmla="*/ 2060235 w 2487418"/>
                <a:gd name="connsiteY0" fmla="*/ 248996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87418"/>
                <a:gd name="connsiteY0" fmla="*/ 187155 h 1632663"/>
                <a:gd name="connsiteX1" fmla="*/ 2229397 w 2487418"/>
                <a:gd name="connsiteY1" fmla="*/ 457569 h 1632663"/>
                <a:gd name="connsiteX2" fmla="*/ 2349464 w 2487418"/>
                <a:gd name="connsiteY2" fmla="*/ 813694 h 1632663"/>
                <a:gd name="connsiteX3" fmla="*/ 2463840 w 2487418"/>
                <a:gd name="connsiteY3" fmla="*/ 1342441 h 1632663"/>
                <a:gd name="connsiteX4" fmla="*/ 2267602 w 2487418"/>
                <a:gd name="connsiteY4" fmla="*/ 1628443 h 1632663"/>
                <a:gd name="connsiteX5" fmla="*/ 1826035 w 2487418"/>
                <a:gd name="connsiteY5" fmla="*/ 1489577 h 1632663"/>
                <a:gd name="connsiteX6" fmla="*/ 1764190 w 2487418"/>
                <a:gd name="connsiteY6" fmla="*/ 1170624 h 1632663"/>
                <a:gd name="connsiteX7" fmla="*/ 1682388 w 2487418"/>
                <a:gd name="connsiteY7" fmla="*/ 828143 h 1632663"/>
                <a:gd name="connsiteX8" fmla="*/ 1175772 w 2487418"/>
                <a:gd name="connsiteY8" fmla="*/ 559828 h 1632663"/>
                <a:gd name="connsiteX9" fmla="*/ 742681 w 2487418"/>
                <a:gd name="connsiteY9" fmla="*/ 565066 h 1632663"/>
                <a:gd name="connsiteX10" fmla="*/ 298755 w 2487418"/>
                <a:gd name="connsiteY10" fmla="*/ 264206 h 1632663"/>
                <a:gd name="connsiteX11" fmla="*/ 1930 w 2487418"/>
                <a:gd name="connsiteY11" fmla="*/ 0 h 1632663"/>
                <a:gd name="connsiteX0" fmla="*/ 2150164 w 2469722"/>
                <a:gd name="connsiteY0" fmla="*/ 187155 h 1619694"/>
                <a:gd name="connsiteX1" fmla="*/ 2229397 w 2469722"/>
                <a:gd name="connsiteY1" fmla="*/ 457569 h 1619694"/>
                <a:gd name="connsiteX2" fmla="*/ 2349464 w 2469722"/>
                <a:gd name="connsiteY2" fmla="*/ 813694 h 1619694"/>
                <a:gd name="connsiteX3" fmla="*/ 2463840 w 2469722"/>
                <a:gd name="connsiteY3" fmla="*/ 1342441 h 1619694"/>
                <a:gd name="connsiteX4" fmla="*/ 2157350 w 2469722"/>
                <a:gd name="connsiteY4" fmla="*/ 1614996 h 1619694"/>
                <a:gd name="connsiteX5" fmla="*/ 1826035 w 2469722"/>
                <a:gd name="connsiteY5" fmla="*/ 1489577 h 1619694"/>
                <a:gd name="connsiteX6" fmla="*/ 1764190 w 2469722"/>
                <a:gd name="connsiteY6" fmla="*/ 1170624 h 1619694"/>
                <a:gd name="connsiteX7" fmla="*/ 1682388 w 2469722"/>
                <a:gd name="connsiteY7" fmla="*/ 828143 h 1619694"/>
                <a:gd name="connsiteX8" fmla="*/ 1175772 w 2469722"/>
                <a:gd name="connsiteY8" fmla="*/ 559828 h 1619694"/>
                <a:gd name="connsiteX9" fmla="*/ 742681 w 2469722"/>
                <a:gd name="connsiteY9" fmla="*/ 565066 h 1619694"/>
                <a:gd name="connsiteX10" fmla="*/ 298755 w 2469722"/>
                <a:gd name="connsiteY10" fmla="*/ 264206 h 1619694"/>
                <a:gd name="connsiteX11" fmla="*/ 1930 w 2469722"/>
                <a:gd name="connsiteY11" fmla="*/ 0 h 1619694"/>
                <a:gd name="connsiteX0" fmla="*/ 2150164 w 2367577"/>
                <a:gd name="connsiteY0" fmla="*/ 187155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7577"/>
                <a:gd name="connsiteY0" fmla="*/ 231364 h 1619878"/>
                <a:gd name="connsiteX1" fmla="*/ 2229397 w 2367577"/>
                <a:gd name="connsiteY1" fmla="*/ 457569 h 1619878"/>
                <a:gd name="connsiteX2" fmla="*/ 2349464 w 2367577"/>
                <a:gd name="connsiteY2" fmla="*/ 813694 h 1619878"/>
                <a:gd name="connsiteX3" fmla="*/ 2346815 w 2367577"/>
                <a:gd name="connsiteY3" fmla="*/ 1338726 h 1619878"/>
                <a:gd name="connsiteX4" fmla="*/ 2157350 w 2367577"/>
                <a:gd name="connsiteY4" fmla="*/ 1614996 h 1619878"/>
                <a:gd name="connsiteX5" fmla="*/ 1826035 w 2367577"/>
                <a:gd name="connsiteY5" fmla="*/ 1489577 h 1619878"/>
                <a:gd name="connsiteX6" fmla="*/ 1764190 w 2367577"/>
                <a:gd name="connsiteY6" fmla="*/ 1170624 h 1619878"/>
                <a:gd name="connsiteX7" fmla="*/ 1682388 w 2367577"/>
                <a:gd name="connsiteY7" fmla="*/ 828143 h 1619878"/>
                <a:gd name="connsiteX8" fmla="*/ 1175772 w 2367577"/>
                <a:gd name="connsiteY8" fmla="*/ 559828 h 1619878"/>
                <a:gd name="connsiteX9" fmla="*/ 742681 w 2367577"/>
                <a:gd name="connsiteY9" fmla="*/ 565066 h 1619878"/>
                <a:gd name="connsiteX10" fmla="*/ 298755 w 2367577"/>
                <a:gd name="connsiteY10" fmla="*/ 264206 h 1619878"/>
                <a:gd name="connsiteX11" fmla="*/ 1930 w 2367577"/>
                <a:gd name="connsiteY11" fmla="*/ 0 h 1619878"/>
                <a:gd name="connsiteX0" fmla="*/ 2249924 w 2364316"/>
                <a:gd name="connsiteY0" fmla="*/ 231364 h 1619878"/>
                <a:gd name="connsiteX1" fmla="*/ 2289926 w 2364316"/>
                <a:gd name="connsiteY1" fmla="*/ 451756 h 1619878"/>
                <a:gd name="connsiteX2" fmla="*/ 2349464 w 2364316"/>
                <a:gd name="connsiteY2" fmla="*/ 813694 h 1619878"/>
                <a:gd name="connsiteX3" fmla="*/ 2346815 w 2364316"/>
                <a:gd name="connsiteY3" fmla="*/ 1338726 h 1619878"/>
                <a:gd name="connsiteX4" fmla="*/ 2157350 w 2364316"/>
                <a:gd name="connsiteY4" fmla="*/ 1614996 h 1619878"/>
                <a:gd name="connsiteX5" fmla="*/ 1826035 w 2364316"/>
                <a:gd name="connsiteY5" fmla="*/ 1489577 h 1619878"/>
                <a:gd name="connsiteX6" fmla="*/ 1764190 w 2364316"/>
                <a:gd name="connsiteY6" fmla="*/ 1170624 h 1619878"/>
                <a:gd name="connsiteX7" fmla="*/ 1682388 w 2364316"/>
                <a:gd name="connsiteY7" fmla="*/ 828143 h 1619878"/>
                <a:gd name="connsiteX8" fmla="*/ 1175772 w 2364316"/>
                <a:gd name="connsiteY8" fmla="*/ 559828 h 1619878"/>
                <a:gd name="connsiteX9" fmla="*/ 742681 w 2364316"/>
                <a:gd name="connsiteY9" fmla="*/ 565066 h 1619878"/>
                <a:gd name="connsiteX10" fmla="*/ 298755 w 2364316"/>
                <a:gd name="connsiteY10" fmla="*/ 264206 h 1619878"/>
                <a:gd name="connsiteX11" fmla="*/ 1930 w 2364316"/>
                <a:gd name="connsiteY11" fmla="*/ 0 h 1619878"/>
                <a:gd name="connsiteX0" fmla="*/ 1951169 w 2065561"/>
                <a:gd name="connsiteY0" fmla="*/ 0 h 1388514"/>
                <a:gd name="connsiteX1" fmla="*/ 1991171 w 2065561"/>
                <a:gd name="connsiteY1" fmla="*/ 220392 h 1388514"/>
                <a:gd name="connsiteX2" fmla="*/ 2050709 w 2065561"/>
                <a:gd name="connsiteY2" fmla="*/ 582330 h 1388514"/>
                <a:gd name="connsiteX3" fmla="*/ 2048060 w 2065561"/>
                <a:gd name="connsiteY3" fmla="*/ 1107362 h 1388514"/>
                <a:gd name="connsiteX4" fmla="*/ 1858595 w 2065561"/>
                <a:gd name="connsiteY4" fmla="*/ 1383632 h 1388514"/>
                <a:gd name="connsiteX5" fmla="*/ 1527280 w 2065561"/>
                <a:gd name="connsiteY5" fmla="*/ 1258213 h 1388514"/>
                <a:gd name="connsiteX6" fmla="*/ 1465435 w 2065561"/>
                <a:gd name="connsiteY6" fmla="*/ 939260 h 1388514"/>
                <a:gd name="connsiteX7" fmla="*/ 1383633 w 2065561"/>
                <a:gd name="connsiteY7" fmla="*/ 596779 h 1388514"/>
                <a:gd name="connsiteX8" fmla="*/ 877017 w 2065561"/>
                <a:gd name="connsiteY8" fmla="*/ 328464 h 1388514"/>
                <a:gd name="connsiteX9" fmla="*/ 443926 w 2065561"/>
                <a:gd name="connsiteY9" fmla="*/ 333702 h 1388514"/>
                <a:gd name="connsiteX10" fmla="*/ 0 w 2065561"/>
                <a:gd name="connsiteY10" fmla="*/ 32842 h 1388514"/>
                <a:gd name="connsiteX0" fmla="*/ 2139733 w 2254125"/>
                <a:gd name="connsiteY0" fmla="*/ 0 h 1388514"/>
                <a:gd name="connsiteX1" fmla="*/ 2179735 w 2254125"/>
                <a:gd name="connsiteY1" fmla="*/ 220392 h 1388514"/>
                <a:gd name="connsiteX2" fmla="*/ 2239273 w 2254125"/>
                <a:gd name="connsiteY2" fmla="*/ 582330 h 1388514"/>
                <a:gd name="connsiteX3" fmla="*/ 2236624 w 2254125"/>
                <a:gd name="connsiteY3" fmla="*/ 1107362 h 1388514"/>
                <a:gd name="connsiteX4" fmla="*/ 2047159 w 2254125"/>
                <a:gd name="connsiteY4" fmla="*/ 1383632 h 1388514"/>
                <a:gd name="connsiteX5" fmla="*/ 1715844 w 2254125"/>
                <a:gd name="connsiteY5" fmla="*/ 1258213 h 1388514"/>
                <a:gd name="connsiteX6" fmla="*/ 1653999 w 2254125"/>
                <a:gd name="connsiteY6" fmla="*/ 939260 h 1388514"/>
                <a:gd name="connsiteX7" fmla="*/ 1572197 w 2254125"/>
                <a:gd name="connsiteY7" fmla="*/ 596779 h 1388514"/>
                <a:gd name="connsiteX8" fmla="*/ 1065581 w 2254125"/>
                <a:gd name="connsiteY8" fmla="*/ 328464 h 1388514"/>
                <a:gd name="connsiteX9" fmla="*/ 632490 w 2254125"/>
                <a:gd name="connsiteY9" fmla="*/ 333702 h 1388514"/>
                <a:gd name="connsiteX10" fmla="*/ 0 w 2254125"/>
                <a:gd name="connsiteY10" fmla="*/ 56215 h 1388514"/>
                <a:gd name="connsiteX0" fmla="*/ 2139733 w 2254125"/>
                <a:gd name="connsiteY0" fmla="*/ 0 h 1388114"/>
                <a:gd name="connsiteX1" fmla="*/ 2179735 w 2254125"/>
                <a:gd name="connsiteY1" fmla="*/ 220392 h 1388114"/>
                <a:gd name="connsiteX2" fmla="*/ 2239273 w 2254125"/>
                <a:gd name="connsiteY2" fmla="*/ 582330 h 1388114"/>
                <a:gd name="connsiteX3" fmla="*/ 2236624 w 2254125"/>
                <a:gd name="connsiteY3" fmla="*/ 1107362 h 1388114"/>
                <a:gd name="connsiteX4" fmla="*/ 2047159 w 2254125"/>
                <a:gd name="connsiteY4" fmla="*/ 1383632 h 1388114"/>
                <a:gd name="connsiteX5" fmla="*/ 1715844 w 2254125"/>
                <a:gd name="connsiteY5" fmla="*/ 1258213 h 1388114"/>
                <a:gd name="connsiteX6" fmla="*/ 1509263 w 2254125"/>
                <a:gd name="connsiteY6" fmla="*/ 995877 h 1388114"/>
                <a:gd name="connsiteX7" fmla="*/ 1572197 w 2254125"/>
                <a:gd name="connsiteY7" fmla="*/ 596779 h 1388114"/>
                <a:gd name="connsiteX8" fmla="*/ 1065581 w 2254125"/>
                <a:gd name="connsiteY8" fmla="*/ 328464 h 1388114"/>
                <a:gd name="connsiteX9" fmla="*/ 632490 w 2254125"/>
                <a:gd name="connsiteY9" fmla="*/ 333702 h 1388114"/>
                <a:gd name="connsiteX10" fmla="*/ 0 w 2254125"/>
                <a:gd name="connsiteY10" fmla="*/ 56215 h 1388114"/>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572197 w 2254125"/>
                <a:gd name="connsiteY7" fmla="*/ 596779 h 1395966"/>
                <a:gd name="connsiteX8" fmla="*/ 1065581 w 2254125"/>
                <a:gd name="connsiteY8" fmla="*/ 328464 h 1395966"/>
                <a:gd name="connsiteX9" fmla="*/ 632490 w 2254125"/>
                <a:gd name="connsiteY9" fmla="*/ 333702 h 1395966"/>
                <a:gd name="connsiteX10" fmla="*/ 0 w 2254125"/>
                <a:gd name="connsiteY10" fmla="*/ 56215 h 1395966"/>
                <a:gd name="connsiteX0" fmla="*/ 2139733 w 2254125"/>
                <a:gd name="connsiteY0" fmla="*/ 0 h 1395966"/>
                <a:gd name="connsiteX1" fmla="*/ 2179735 w 2254125"/>
                <a:gd name="connsiteY1" fmla="*/ 220392 h 1395966"/>
                <a:gd name="connsiteX2" fmla="*/ 2239273 w 2254125"/>
                <a:gd name="connsiteY2" fmla="*/ 582330 h 1395966"/>
                <a:gd name="connsiteX3" fmla="*/ 2236624 w 2254125"/>
                <a:gd name="connsiteY3" fmla="*/ 1107362 h 1395966"/>
                <a:gd name="connsiteX4" fmla="*/ 2047159 w 2254125"/>
                <a:gd name="connsiteY4" fmla="*/ 1383632 h 1395966"/>
                <a:gd name="connsiteX5" fmla="*/ 1605078 w 2254125"/>
                <a:gd name="connsiteY5" fmla="*/ 1312221 h 1395966"/>
                <a:gd name="connsiteX6" fmla="*/ 1509263 w 2254125"/>
                <a:gd name="connsiteY6" fmla="*/ 995877 h 1395966"/>
                <a:gd name="connsiteX7" fmla="*/ 1412770 w 2254125"/>
                <a:gd name="connsiteY7" fmla="*/ 557669 h 1395966"/>
                <a:gd name="connsiteX8" fmla="*/ 1065581 w 2254125"/>
                <a:gd name="connsiteY8" fmla="*/ 328464 h 1395966"/>
                <a:gd name="connsiteX9" fmla="*/ 632490 w 2254125"/>
                <a:gd name="connsiteY9" fmla="*/ 333702 h 1395966"/>
                <a:gd name="connsiteX10" fmla="*/ 0 w 2254125"/>
                <a:gd name="connsiteY10" fmla="*/ 56215 h 1395966"/>
                <a:gd name="connsiteX0" fmla="*/ 1507243 w 1621635"/>
                <a:gd name="connsiteY0" fmla="*/ 0 h 1395966"/>
                <a:gd name="connsiteX1" fmla="*/ 1547245 w 1621635"/>
                <a:gd name="connsiteY1" fmla="*/ 220392 h 1395966"/>
                <a:gd name="connsiteX2" fmla="*/ 1606783 w 1621635"/>
                <a:gd name="connsiteY2" fmla="*/ 582330 h 1395966"/>
                <a:gd name="connsiteX3" fmla="*/ 1604134 w 1621635"/>
                <a:gd name="connsiteY3" fmla="*/ 1107362 h 1395966"/>
                <a:gd name="connsiteX4" fmla="*/ 1414669 w 1621635"/>
                <a:gd name="connsiteY4" fmla="*/ 1383632 h 1395966"/>
                <a:gd name="connsiteX5" fmla="*/ 972588 w 1621635"/>
                <a:gd name="connsiteY5" fmla="*/ 1312221 h 1395966"/>
                <a:gd name="connsiteX6" fmla="*/ 876773 w 1621635"/>
                <a:gd name="connsiteY6" fmla="*/ 995877 h 1395966"/>
                <a:gd name="connsiteX7" fmla="*/ 780280 w 1621635"/>
                <a:gd name="connsiteY7" fmla="*/ 557669 h 1395966"/>
                <a:gd name="connsiteX8" fmla="*/ 433091 w 1621635"/>
                <a:gd name="connsiteY8" fmla="*/ 328464 h 1395966"/>
                <a:gd name="connsiteX9" fmla="*/ 0 w 1621635"/>
                <a:gd name="connsiteY9" fmla="*/ 333702 h 1395966"/>
                <a:gd name="connsiteX0" fmla="*/ 1435931 w 1550323"/>
                <a:gd name="connsiteY0" fmla="*/ 0 h 1395966"/>
                <a:gd name="connsiteX1" fmla="*/ 1475933 w 1550323"/>
                <a:gd name="connsiteY1" fmla="*/ 220392 h 1395966"/>
                <a:gd name="connsiteX2" fmla="*/ 1535471 w 1550323"/>
                <a:gd name="connsiteY2" fmla="*/ 582330 h 1395966"/>
                <a:gd name="connsiteX3" fmla="*/ 1532822 w 1550323"/>
                <a:gd name="connsiteY3" fmla="*/ 1107362 h 1395966"/>
                <a:gd name="connsiteX4" fmla="*/ 1343357 w 1550323"/>
                <a:gd name="connsiteY4" fmla="*/ 1383632 h 1395966"/>
                <a:gd name="connsiteX5" fmla="*/ 901276 w 1550323"/>
                <a:gd name="connsiteY5" fmla="*/ 1312221 h 1395966"/>
                <a:gd name="connsiteX6" fmla="*/ 805461 w 1550323"/>
                <a:gd name="connsiteY6" fmla="*/ 995877 h 1395966"/>
                <a:gd name="connsiteX7" fmla="*/ 708968 w 1550323"/>
                <a:gd name="connsiteY7" fmla="*/ 557669 h 1395966"/>
                <a:gd name="connsiteX8" fmla="*/ 361779 w 1550323"/>
                <a:gd name="connsiteY8" fmla="*/ 328464 h 1395966"/>
                <a:gd name="connsiteX9" fmla="*/ 0 w 1550323"/>
                <a:gd name="connsiteY9" fmla="*/ 275874 h 1395966"/>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50323"/>
                <a:gd name="connsiteY0" fmla="*/ 0 h 1175574"/>
                <a:gd name="connsiteX1" fmla="*/ 1535471 w 1550323"/>
                <a:gd name="connsiteY1" fmla="*/ 361938 h 1175574"/>
                <a:gd name="connsiteX2" fmla="*/ 1532822 w 1550323"/>
                <a:gd name="connsiteY2" fmla="*/ 886970 h 1175574"/>
                <a:gd name="connsiteX3" fmla="*/ 1343357 w 1550323"/>
                <a:gd name="connsiteY3" fmla="*/ 1163240 h 1175574"/>
                <a:gd name="connsiteX4" fmla="*/ 901276 w 1550323"/>
                <a:gd name="connsiteY4" fmla="*/ 1091829 h 1175574"/>
                <a:gd name="connsiteX5" fmla="*/ 805461 w 1550323"/>
                <a:gd name="connsiteY5" fmla="*/ 775485 h 1175574"/>
                <a:gd name="connsiteX6" fmla="*/ 708968 w 1550323"/>
                <a:gd name="connsiteY6" fmla="*/ 337277 h 1175574"/>
                <a:gd name="connsiteX7" fmla="*/ 361779 w 1550323"/>
                <a:gd name="connsiteY7" fmla="*/ 108072 h 1175574"/>
                <a:gd name="connsiteX8" fmla="*/ 0 w 1550323"/>
                <a:gd name="connsiteY8" fmla="*/ 55482 h 1175574"/>
                <a:gd name="connsiteX0" fmla="*/ 1475933 w 1547654"/>
                <a:gd name="connsiteY0" fmla="*/ 0 h 1175574"/>
                <a:gd name="connsiteX1" fmla="*/ 1528763 w 1547654"/>
                <a:gd name="connsiteY1" fmla="*/ 559204 h 1175574"/>
                <a:gd name="connsiteX2" fmla="*/ 1532822 w 1547654"/>
                <a:gd name="connsiteY2" fmla="*/ 886970 h 1175574"/>
                <a:gd name="connsiteX3" fmla="*/ 1343357 w 1547654"/>
                <a:gd name="connsiteY3" fmla="*/ 1163240 h 1175574"/>
                <a:gd name="connsiteX4" fmla="*/ 901276 w 1547654"/>
                <a:gd name="connsiteY4" fmla="*/ 1091829 h 1175574"/>
                <a:gd name="connsiteX5" fmla="*/ 805461 w 1547654"/>
                <a:gd name="connsiteY5" fmla="*/ 775485 h 1175574"/>
                <a:gd name="connsiteX6" fmla="*/ 708968 w 1547654"/>
                <a:gd name="connsiteY6" fmla="*/ 337277 h 1175574"/>
                <a:gd name="connsiteX7" fmla="*/ 361779 w 1547654"/>
                <a:gd name="connsiteY7" fmla="*/ 108072 h 1175574"/>
                <a:gd name="connsiteX8" fmla="*/ 0 w 1547654"/>
                <a:gd name="connsiteY8" fmla="*/ 55482 h 1175574"/>
                <a:gd name="connsiteX0" fmla="*/ 1475933 w 1599005"/>
                <a:gd name="connsiteY0" fmla="*/ 0 h 1175221"/>
                <a:gd name="connsiteX1" fmla="*/ 1528763 w 1599005"/>
                <a:gd name="connsiteY1" fmla="*/ 559204 h 1175221"/>
                <a:gd name="connsiteX2" fmla="*/ 1591591 w 1599005"/>
                <a:gd name="connsiteY2" fmla="*/ 892002 h 1175221"/>
                <a:gd name="connsiteX3" fmla="*/ 1343357 w 1599005"/>
                <a:gd name="connsiteY3" fmla="*/ 1163240 h 1175221"/>
                <a:gd name="connsiteX4" fmla="*/ 901276 w 1599005"/>
                <a:gd name="connsiteY4" fmla="*/ 1091829 h 1175221"/>
                <a:gd name="connsiteX5" fmla="*/ 805461 w 1599005"/>
                <a:gd name="connsiteY5" fmla="*/ 775485 h 1175221"/>
                <a:gd name="connsiteX6" fmla="*/ 708968 w 1599005"/>
                <a:gd name="connsiteY6" fmla="*/ 337277 h 1175221"/>
                <a:gd name="connsiteX7" fmla="*/ 361779 w 1599005"/>
                <a:gd name="connsiteY7" fmla="*/ 108072 h 1175221"/>
                <a:gd name="connsiteX8" fmla="*/ 0 w 1599005"/>
                <a:gd name="connsiteY8" fmla="*/ 55482 h 1175221"/>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361779 w 1599005"/>
                <a:gd name="connsiteY7" fmla="*/ 108072 h 1175192"/>
                <a:gd name="connsiteX8" fmla="*/ 0 w 1599005"/>
                <a:gd name="connsiteY8" fmla="*/ 55482 h 1175192"/>
                <a:gd name="connsiteX0" fmla="*/ 1475933 w 1599005"/>
                <a:gd name="connsiteY0" fmla="*/ 0 h 1175192"/>
                <a:gd name="connsiteX1" fmla="*/ 1528763 w 1599005"/>
                <a:gd name="connsiteY1" fmla="*/ 559204 h 1175192"/>
                <a:gd name="connsiteX2" fmla="*/ 1591591 w 1599005"/>
                <a:gd name="connsiteY2" fmla="*/ 892002 h 1175192"/>
                <a:gd name="connsiteX3" fmla="*/ 1343357 w 1599005"/>
                <a:gd name="connsiteY3" fmla="*/ 1163240 h 1175192"/>
                <a:gd name="connsiteX4" fmla="*/ 901276 w 1599005"/>
                <a:gd name="connsiteY4" fmla="*/ 1091829 h 1175192"/>
                <a:gd name="connsiteX5" fmla="*/ 774968 w 1599005"/>
                <a:gd name="connsiteY5" fmla="*/ 776756 h 1175192"/>
                <a:gd name="connsiteX6" fmla="*/ 708968 w 1599005"/>
                <a:gd name="connsiteY6" fmla="*/ 337277 h 1175192"/>
                <a:gd name="connsiteX7" fmla="*/ 443417 w 1599005"/>
                <a:gd name="connsiteY7" fmla="*/ 112151 h 1175192"/>
                <a:gd name="connsiteX8" fmla="*/ 0 w 1599005"/>
                <a:gd name="connsiteY8" fmla="*/ 55482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663879 w 1553916"/>
                <a:gd name="connsiteY6" fmla="*/ 337277 h 1175192"/>
                <a:gd name="connsiteX7" fmla="*/ 398328 w 1553916"/>
                <a:gd name="connsiteY7" fmla="*/ 112151 h 1175192"/>
                <a:gd name="connsiteX8" fmla="*/ 0 w 1553916"/>
                <a:gd name="connsiteY8" fmla="*/ 38643 h 1175192"/>
                <a:gd name="connsiteX0" fmla="*/ 1430844 w 1553916"/>
                <a:gd name="connsiteY0" fmla="*/ 0 h 1175192"/>
                <a:gd name="connsiteX1" fmla="*/ 1483674 w 1553916"/>
                <a:gd name="connsiteY1" fmla="*/ 559204 h 1175192"/>
                <a:gd name="connsiteX2" fmla="*/ 1546502 w 1553916"/>
                <a:gd name="connsiteY2" fmla="*/ 892002 h 1175192"/>
                <a:gd name="connsiteX3" fmla="*/ 1298268 w 1553916"/>
                <a:gd name="connsiteY3" fmla="*/ 1163240 h 1175192"/>
                <a:gd name="connsiteX4" fmla="*/ 856187 w 1553916"/>
                <a:gd name="connsiteY4" fmla="*/ 1091829 h 1175192"/>
                <a:gd name="connsiteX5" fmla="*/ 729879 w 1553916"/>
                <a:gd name="connsiteY5" fmla="*/ 776756 h 1175192"/>
                <a:gd name="connsiteX6" fmla="*/ 583260 w 1553916"/>
                <a:gd name="connsiteY6" fmla="*/ 621915 h 1175192"/>
                <a:gd name="connsiteX7" fmla="*/ 663879 w 1553916"/>
                <a:gd name="connsiteY7" fmla="*/ 337277 h 1175192"/>
                <a:gd name="connsiteX8" fmla="*/ 398328 w 1553916"/>
                <a:gd name="connsiteY8" fmla="*/ 112151 h 1175192"/>
                <a:gd name="connsiteX9" fmla="*/ 0 w 1553916"/>
                <a:gd name="connsiteY9" fmla="*/ 38643 h 1175192"/>
                <a:gd name="connsiteX0" fmla="*/ 1281309 w 1404381"/>
                <a:gd name="connsiteY0" fmla="*/ 0 h 1175192"/>
                <a:gd name="connsiteX1" fmla="*/ 1334139 w 1404381"/>
                <a:gd name="connsiteY1" fmla="*/ 559204 h 1175192"/>
                <a:gd name="connsiteX2" fmla="*/ 1396967 w 1404381"/>
                <a:gd name="connsiteY2" fmla="*/ 892002 h 1175192"/>
                <a:gd name="connsiteX3" fmla="*/ 1148733 w 1404381"/>
                <a:gd name="connsiteY3" fmla="*/ 1163240 h 1175192"/>
                <a:gd name="connsiteX4" fmla="*/ 706652 w 1404381"/>
                <a:gd name="connsiteY4" fmla="*/ 1091829 h 1175192"/>
                <a:gd name="connsiteX5" fmla="*/ 580344 w 1404381"/>
                <a:gd name="connsiteY5" fmla="*/ 776756 h 1175192"/>
                <a:gd name="connsiteX6" fmla="*/ 433725 w 1404381"/>
                <a:gd name="connsiteY6" fmla="*/ 621915 h 1175192"/>
                <a:gd name="connsiteX7" fmla="*/ 514344 w 1404381"/>
                <a:gd name="connsiteY7" fmla="*/ 337277 h 1175192"/>
                <a:gd name="connsiteX8" fmla="*/ 248793 w 1404381"/>
                <a:gd name="connsiteY8" fmla="*/ 112151 h 1175192"/>
                <a:gd name="connsiteX9" fmla="*/ 0 w 1404381"/>
                <a:gd name="connsiteY9" fmla="*/ 17825 h 1175192"/>
                <a:gd name="connsiteX0" fmla="*/ 1281309 w 1404381"/>
                <a:gd name="connsiteY0" fmla="*/ 0 h 1173540"/>
                <a:gd name="connsiteX1" fmla="*/ 1334139 w 1404381"/>
                <a:gd name="connsiteY1" fmla="*/ 559204 h 1173540"/>
                <a:gd name="connsiteX2" fmla="*/ 1396967 w 1404381"/>
                <a:gd name="connsiteY2" fmla="*/ 892002 h 1173540"/>
                <a:gd name="connsiteX3" fmla="*/ 1148733 w 1404381"/>
                <a:gd name="connsiteY3" fmla="*/ 1163240 h 1173540"/>
                <a:gd name="connsiteX4" fmla="*/ 706652 w 1404381"/>
                <a:gd name="connsiteY4" fmla="*/ 1091829 h 1173540"/>
                <a:gd name="connsiteX5" fmla="*/ 461992 w 1404381"/>
                <a:gd name="connsiteY5" fmla="*/ 857505 h 1173540"/>
                <a:gd name="connsiteX6" fmla="*/ 433725 w 1404381"/>
                <a:gd name="connsiteY6" fmla="*/ 621915 h 1173540"/>
                <a:gd name="connsiteX7" fmla="*/ 514344 w 1404381"/>
                <a:gd name="connsiteY7" fmla="*/ 337277 h 1173540"/>
                <a:gd name="connsiteX8" fmla="*/ 248793 w 1404381"/>
                <a:gd name="connsiteY8" fmla="*/ 112151 h 1173540"/>
                <a:gd name="connsiteX9" fmla="*/ 0 w 1404381"/>
                <a:gd name="connsiteY9" fmla="*/ 17825 h 1173540"/>
                <a:gd name="connsiteX0" fmla="*/ 1281309 w 1404381"/>
                <a:gd name="connsiteY0" fmla="*/ 0 h 1217155"/>
                <a:gd name="connsiteX1" fmla="*/ 1334139 w 1404381"/>
                <a:gd name="connsiteY1" fmla="*/ 559204 h 1217155"/>
                <a:gd name="connsiteX2" fmla="*/ 1396967 w 1404381"/>
                <a:gd name="connsiteY2" fmla="*/ 892002 h 1217155"/>
                <a:gd name="connsiteX3" fmla="*/ 1148733 w 1404381"/>
                <a:gd name="connsiteY3" fmla="*/ 1163240 h 1217155"/>
                <a:gd name="connsiteX4" fmla="*/ 682159 w 1404381"/>
                <a:gd name="connsiteY4" fmla="*/ 1190183 h 1217155"/>
                <a:gd name="connsiteX5" fmla="*/ 461992 w 1404381"/>
                <a:gd name="connsiteY5" fmla="*/ 857505 h 1217155"/>
                <a:gd name="connsiteX6" fmla="*/ 433725 w 1404381"/>
                <a:gd name="connsiteY6" fmla="*/ 621915 h 1217155"/>
                <a:gd name="connsiteX7" fmla="*/ 514344 w 1404381"/>
                <a:gd name="connsiteY7" fmla="*/ 337277 h 1217155"/>
                <a:gd name="connsiteX8" fmla="*/ 248793 w 1404381"/>
                <a:gd name="connsiteY8" fmla="*/ 112151 h 1217155"/>
                <a:gd name="connsiteX9" fmla="*/ 0 w 1404381"/>
                <a:gd name="connsiteY9" fmla="*/ 17825 h 1217155"/>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33725 w 1453230"/>
                <a:gd name="connsiteY6" fmla="*/ 621915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6174"/>
                <a:gd name="connsiteX1" fmla="*/ 1334139 w 1453230"/>
                <a:gd name="connsiteY1" fmla="*/ 559204 h 1216174"/>
                <a:gd name="connsiteX2" fmla="*/ 1448079 w 1453230"/>
                <a:gd name="connsiteY2" fmla="*/ 915041 h 1216174"/>
                <a:gd name="connsiteX3" fmla="*/ 1148733 w 1453230"/>
                <a:gd name="connsiteY3" fmla="*/ 1163240 h 1216174"/>
                <a:gd name="connsiteX4" fmla="*/ 682159 w 1453230"/>
                <a:gd name="connsiteY4" fmla="*/ 1190183 h 1216174"/>
                <a:gd name="connsiteX5" fmla="*/ 461992 w 1453230"/>
                <a:gd name="connsiteY5" fmla="*/ 857505 h 1216174"/>
                <a:gd name="connsiteX6" fmla="*/ 446238 w 1453230"/>
                <a:gd name="connsiteY6" fmla="*/ 621379 h 1216174"/>
                <a:gd name="connsiteX7" fmla="*/ 514344 w 1453230"/>
                <a:gd name="connsiteY7" fmla="*/ 337277 h 1216174"/>
                <a:gd name="connsiteX8" fmla="*/ 248793 w 1453230"/>
                <a:gd name="connsiteY8" fmla="*/ 112151 h 1216174"/>
                <a:gd name="connsiteX9" fmla="*/ 0 w 1453230"/>
                <a:gd name="connsiteY9" fmla="*/ 17825 h 1216174"/>
                <a:gd name="connsiteX0" fmla="*/ 1281309 w 1453230"/>
                <a:gd name="connsiteY0" fmla="*/ 0 h 1213701"/>
                <a:gd name="connsiteX1" fmla="*/ 1334139 w 1453230"/>
                <a:gd name="connsiteY1" fmla="*/ 559204 h 1213701"/>
                <a:gd name="connsiteX2" fmla="*/ 1448079 w 1453230"/>
                <a:gd name="connsiteY2" fmla="*/ 915041 h 1213701"/>
                <a:gd name="connsiteX3" fmla="*/ 1148733 w 1453230"/>
                <a:gd name="connsiteY3" fmla="*/ 1163240 h 1213701"/>
                <a:gd name="connsiteX4" fmla="*/ 682159 w 1453230"/>
                <a:gd name="connsiteY4" fmla="*/ 1190183 h 1213701"/>
                <a:gd name="connsiteX5" fmla="*/ 477737 w 1453230"/>
                <a:gd name="connsiteY5" fmla="*/ 891067 h 1213701"/>
                <a:gd name="connsiteX6" fmla="*/ 446238 w 1453230"/>
                <a:gd name="connsiteY6" fmla="*/ 621379 h 1213701"/>
                <a:gd name="connsiteX7" fmla="*/ 514344 w 1453230"/>
                <a:gd name="connsiteY7" fmla="*/ 337277 h 1213701"/>
                <a:gd name="connsiteX8" fmla="*/ 248793 w 1453230"/>
                <a:gd name="connsiteY8" fmla="*/ 112151 h 1213701"/>
                <a:gd name="connsiteX9" fmla="*/ 0 w 1453230"/>
                <a:gd name="connsiteY9" fmla="*/ 17825 h 1213701"/>
                <a:gd name="connsiteX0" fmla="*/ 1334139 w 1453230"/>
                <a:gd name="connsiteY0" fmla="*/ 541379 h 1195876"/>
                <a:gd name="connsiteX1" fmla="*/ 1448079 w 1453230"/>
                <a:gd name="connsiteY1" fmla="*/ 897216 h 1195876"/>
                <a:gd name="connsiteX2" fmla="*/ 1148733 w 1453230"/>
                <a:gd name="connsiteY2" fmla="*/ 1145415 h 1195876"/>
                <a:gd name="connsiteX3" fmla="*/ 682159 w 1453230"/>
                <a:gd name="connsiteY3" fmla="*/ 1172358 h 1195876"/>
                <a:gd name="connsiteX4" fmla="*/ 477737 w 1453230"/>
                <a:gd name="connsiteY4" fmla="*/ 873242 h 1195876"/>
                <a:gd name="connsiteX5" fmla="*/ 446238 w 1453230"/>
                <a:gd name="connsiteY5" fmla="*/ 603554 h 1195876"/>
                <a:gd name="connsiteX6" fmla="*/ 514344 w 1453230"/>
                <a:gd name="connsiteY6" fmla="*/ 319452 h 1195876"/>
                <a:gd name="connsiteX7" fmla="*/ 248793 w 1453230"/>
                <a:gd name="connsiteY7" fmla="*/ 94326 h 1195876"/>
                <a:gd name="connsiteX8" fmla="*/ 0 w 1453230"/>
                <a:gd name="connsiteY8" fmla="*/ 0 h 1195876"/>
                <a:gd name="connsiteX0" fmla="*/ 1559349 w 1565555"/>
                <a:gd name="connsiteY0" fmla="*/ 519093 h 1195876"/>
                <a:gd name="connsiteX1" fmla="*/ 1448079 w 1565555"/>
                <a:gd name="connsiteY1" fmla="*/ 897216 h 1195876"/>
                <a:gd name="connsiteX2" fmla="*/ 1148733 w 1565555"/>
                <a:gd name="connsiteY2" fmla="*/ 1145415 h 1195876"/>
                <a:gd name="connsiteX3" fmla="*/ 682159 w 1565555"/>
                <a:gd name="connsiteY3" fmla="*/ 1172358 h 1195876"/>
                <a:gd name="connsiteX4" fmla="*/ 477737 w 1565555"/>
                <a:gd name="connsiteY4" fmla="*/ 873242 h 1195876"/>
                <a:gd name="connsiteX5" fmla="*/ 446238 w 1565555"/>
                <a:gd name="connsiteY5" fmla="*/ 603554 h 1195876"/>
                <a:gd name="connsiteX6" fmla="*/ 514344 w 1565555"/>
                <a:gd name="connsiteY6" fmla="*/ 319452 h 1195876"/>
                <a:gd name="connsiteX7" fmla="*/ 248793 w 1565555"/>
                <a:gd name="connsiteY7" fmla="*/ 94326 h 1195876"/>
                <a:gd name="connsiteX8" fmla="*/ 0 w 1565555"/>
                <a:gd name="connsiteY8" fmla="*/ 0 h 1195876"/>
                <a:gd name="connsiteX0" fmla="*/ 1310556 w 1316762"/>
                <a:gd name="connsiteY0" fmla="*/ 424767 h 1101550"/>
                <a:gd name="connsiteX1" fmla="*/ 1199286 w 1316762"/>
                <a:gd name="connsiteY1" fmla="*/ 802890 h 1101550"/>
                <a:gd name="connsiteX2" fmla="*/ 899940 w 1316762"/>
                <a:gd name="connsiteY2" fmla="*/ 1051089 h 1101550"/>
                <a:gd name="connsiteX3" fmla="*/ 433366 w 1316762"/>
                <a:gd name="connsiteY3" fmla="*/ 1078032 h 1101550"/>
                <a:gd name="connsiteX4" fmla="*/ 228944 w 1316762"/>
                <a:gd name="connsiteY4" fmla="*/ 778916 h 1101550"/>
                <a:gd name="connsiteX5" fmla="*/ 197445 w 1316762"/>
                <a:gd name="connsiteY5" fmla="*/ 509228 h 1101550"/>
                <a:gd name="connsiteX6" fmla="*/ 265551 w 1316762"/>
                <a:gd name="connsiteY6" fmla="*/ 225126 h 1101550"/>
                <a:gd name="connsiteX7" fmla="*/ 0 w 1316762"/>
                <a:gd name="connsiteY7" fmla="*/ 0 h 1101550"/>
                <a:gd name="connsiteX0" fmla="*/ 1113111 w 1119317"/>
                <a:gd name="connsiteY0" fmla="*/ 199641 h 876424"/>
                <a:gd name="connsiteX1" fmla="*/ 1001841 w 1119317"/>
                <a:gd name="connsiteY1" fmla="*/ 577764 h 876424"/>
                <a:gd name="connsiteX2" fmla="*/ 702495 w 1119317"/>
                <a:gd name="connsiteY2" fmla="*/ 825963 h 876424"/>
                <a:gd name="connsiteX3" fmla="*/ 235921 w 1119317"/>
                <a:gd name="connsiteY3" fmla="*/ 852906 h 876424"/>
                <a:gd name="connsiteX4" fmla="*/ 31499 w 1119317"/>
                <a:gd name="connsiteY4" fmla="*/ 553790 h 876424"/>
                <a:gd name="connsiteX5" fmla="*/ 0 w 1119317"/>
                <a:gd name="connsiteY5" fmla="*/ 284102 h 876424"/>
                <a:gd name="connsiteX6" fmla="*/ 68106 w 1119317"/>
                <a:gd name="connsiteY6" fmla="*/ 0 h 876424"/>
                <a:gd name="connsiteX0" fmla="*/ 1113111 w 1119317"/>
                <a:gd name="connsiteY0" fmla="*/ 0 h 676783"/>
                <a:gd name="connsiteX1" fmla="*/ 1001841 w 1119317"/>
                <a:gd name="connsiteY1" fmla="*/ 378123 h 676783"/>
                <a:gd name="connsiteX2" fmla="*/ 702495 w 1119317"/>
                <a:gd name="connsiteY2" fmla="*/ 626322 h 676783"/>
                <a:gd name="connsiteX3" fmla="*/ 235921 w 1119317"/>
                <a:gd name="connsiteY3" fmla="*/ 653265 h 676783"/>
                <a:gd name="connsiteX4" fmla="*/ 31499 w 1119317"/>
                <a:gd name="connsiteY4" fmla="*/ 354149 h 676783"/>
                <a:gd name="connsiteX5" fmla="*/ 0 w 1119317"/>
                <a:gd name="connsiteY5" fmla="*/ 84461 h 676783"/>
                <a:gd name="connsiteX0" fmla="*/ 1113111 w 1119317"/>
                <a:gd name="connsiteY0" fmla="*/ 0 h 677080"/>
                <a:gd name="connsiteX1" fmla="*/ 1001841 w 1119317"/>
                <a:gd name="connsiteY1" fmla="*/ 378123 h 677080"/>
                <a:gd name="connsiteX2" fmla="*/ 702495 w 1119317"/>
                <a:gd name="connsiteY2" fmla="*/ 626322 h 677080"/>
                <a:gd name="connsiteX3" fmla="*/ 235921 w 1119317"/>
                <a:gd name="connsiteY3" fmla="*/ 653265 h 677080"/>
                <a:gd name="connsiteX4" fmla="*/ 125558 w 1119317"/>
                <a:gd name="connsiteY4" fmla="*/ 350122 h 677080"/>
                <a:gd name="connsiteX5" fmla="*/ 0 w 1119317"/>
                <a:gd name="connsiteY5" fmla="*/ 84461 h 677080"/>
                <a:gd name="connsiteX0" fmla="*/ 1113111 w 1118548"/>
                <a:gd name="connsiteY0" fmla="*/ 0 h 669935"/>
                <a:gd name="connsiteX1" fmla="*/ 1001841 w 1118548"/>
                <a:gd name="connsiteY1" fmla="*/ 378123 h 669935"/>
                <a:gd name="connsiteX2" fmla="*/ 789485 w 1118548"/>
                <a:gd name="connsiteY2" fmla="*/ 603632 h 669935"/>
                <a:gd name="connsiteX3" fmla="*/ 235921 w 1118548"/>
                <a:gd name="connsiteY3" fmla="*/ 653265 h 669935"/>
                <a:gd name="connsiteX4" fmla="*/ 125558 w 1118548"/>
                <a:gd name="connsiteY4" fmla="*/ 350122 h 669935"/>
                <a:gd name="connsiteX5" fmla="*/ 0 w 1118548"/>
                <a:gd name="connsiteY5" fmla="*/ 84461 h 66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548" h="669935">
                  <a:moveTo>
                    <a:pt x="1113111" y="0"/>
                  </a:moveTo>
                  <a:cubicBezTo>
                    <a:pt x="1140906" y="152507"/>
                    <a:pt x="1055779" y="277518"/>
                    <a:pt x="1001841" y="378123"/>
                  </a:cubicBezTo>
                  <a:cubicBezTo>
                    <a:pt x="947903" y="478728"/>
                    <a:pt x="917138" y="557775"/>
                    <a:pt x="789485" y="603632"/>
                  </a:cubicBezTo>
                  <a:cubicBezTo>
                    <a:pt x="661832" y="649489"/>
                    <a:pt x="346575" y="695517"/>
                    <a:pt x="235921" y="653265"/>
                  </a:cubicBezTo>
                  <a:cubicBezTo>
                    <a:pt x="125267" y="611013"/>
                    <a:pt x="164878" y="444923"/>
                    <a:pt x="125558" y="350122"/>
                  </a:cubicBezTo>
                  <a:cubicBezTo>
                    <a:pt x="86238" y="255321"/>
                    <a:pt x="11000" y="157707"/>
                    <a:pt x="0" y="84461"/>
                  </a:cubicBezTo>
                </a:path>
              </a:pathLst>
            </a:custGeom>
            <a:noFill/>
            <a:ln w="9525" cap="rnd">
              <a:solidFill>
                <a:schemeClr val="tx1">
                  <a:lumMod val="95000"/>
                  <a:alpha val="3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0" name="Freeform: Shape 89">
              <a:extLst>
                <a:ext uri="{FF2B5EF4-FFF2-40B4-BE49-F238E27FC236}">
                  <a16:creationId xmlns:a16="http://schemas.microsoft.com/office/drawing/2014/main" id="{4A51686D-51B9-EB5C-266C-196B0A2DBD57}"/>
                </a:ext>
              </a:extLst>
            </p:cNvPr>
            <p:cNvSpPr/>
            <p:nvPr userDrawn="1"/>
          </p:nvSpPr>
          <p:spPr>
            <a:xfrm rot="5546150" flipH="1" flipV="1">
              <a:off x="-175960" y="3870591"/>
              <a:ext cx="761803" cy="462331"/>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1169560 w 1238003"/>
                <a:gd name="connsiteY0" fmla="*/ 197063 h 995387"/>
                <a:gd name="connsiteX1" fmla="*/ 1236774 w 1238003"/>
                <a:gd name="connsiteY1" fmla="*/ 664121 h 995387"/>
                <a:gd name="connsiteX2" fmla="*/ 1101503 w 1238003"/>
                <a:gd name="connsiteY2" fmla="*/ 991249 h 995387"/>
                <a:gd name="connsiteX3" fmla="*/ 526181 w 1238003"/>
                <a:gd name="connsiteY3" fmla="*/ 805945 h 995387"/>
                <a:gd name="connsiteX4" fmla="*/ 435006 w 1238003"/>
                <a:gd name="connsiteY4" fmla="*/ 215900 h 995387"/>
                <a:gd name="connsiteX5" fmla="*/ 0 w 1238003"/>
                <a:gd name="connsiteY5" fmla="*/ -1 h 995387"/>
                <a:gd name="connsiteX0" fmla="*/ 1452674 w 1452949"/>
                <a:gd name="connsiteY0" fmla="*/ 185516 h 995389"/>
                <a:gd name="connsiteX1" fmla="*/ 1236774 w 1452949"/>
                <a:gd name="connsiteY1" fmla="*/ 664123 h 995389"/>
                <a:gd name="connsiteX2" fmla="*/ 1101503 w 1452949"/>
                <a:gd name="connsiteY2" fmla="*/ 991251 h 995389"/>
                <a:gd name="connsiteX3" fmla="*/ 526181 w 1452949"/>
                <a:gd name="connsiteY3" fmla="*/ 805947 h 995389"/>
                <a:gd name="connsiteX4" fmla="*/ 435006 w 1452949"/>
                <a:gd name="connsiteY4" fmla="*/ 215902 h 995389"/>
                <a:gd name="connsiteX5" fmla="*/ 0 w 1452949"/>
                <a:gd name="connsiteY5" fmla="*/ 1 h 995389"/>
                <a:gd name="connsiteX0" fmla="*/ 1389985 w 1390258"/>
                <a:gd name="connsiteY0" fmla="*/ 1524 h 811397"/>
                <a:gd name="connsiteX1" fmla="*/ 1174085 w 1390258"/>
                <a:gd name="connsiteY1" fmla="*/ 480131 h 811397"/>
                <a:gd name="connsiteX2" fmla="*/ 1038814 w 1390258"/>
                <a:gd name="connsiteY2" fmla="*/ 807259 h 811397"/>
                <a:gd name="connsiteX3" fmla="*/ 463492 w 1390258"/>
                <a:gd name="connsiteY3" fmla="*/ 621955 h 811397"/>
                <a:gd name="connsiteX4" fmla="*/ 372317 w 1390258"/>
                <a:gd name="connsiteY4" fmla="*/ 31910 h 811397"/>
                <a:gd name="connsiteX5" fmla="*/ 0 w 1390258"/>
                <a:gd name="connsiteY5" fmla="*/ 45170 h 811397"/>
                <a:gd name="connsiteX0" fmla="*/ 1389985 w 1390260"/>
                <a:gd name="connsiteY0" fmla="*/ 0 h 809192"/>
                <a:gd name="connsiteX1" fmla="*/ 1174085 w 1390260"/>
                <a:gd name="connsiteY1" fmla="*/ 478607 h 809192"/>
                <a:gd name="connsiteX2" fmla="*/ 1038814 w 1390260"/>
                <a:gd name="connsiteY2" fmla="*/ 805735 h 809192"/>
                <a:gd name="connsiteX3" fmla="*/ 463492 w 1390260"/>
                <a:gd name="connsiteY3" fmla="*/ 620431 h 809192"/>
                <a:gd name="connsiteX4" fmla="*/ 388604 w 1390260"/>
                <a:gd name="connsiteY4" fmla="*/ 160693 h 809192"/>
                <a:gd name="connsiteX5" fmla="*/ 0 w 1390260"/>
                <a:gd name="connsiteY5" fmla="*/ 43646 h 80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60" h="809192">
                  <a:moveTo>
                    <a:pt x="1389985" y="0"/>
                  </a:moveTo>
                  <a:cubicBezTo>
                    <a:pt x="1397893" y="130824"/>
                    <a:pt x="1232613" y="344318"/>
                    <a:pt x="1174085" y="478607"/>
                  </a:cubicBezTo>
                  <a:cubicBezTo>
                    <a:pt x="1115557" y="612896"/>
                    <a:pt x="1157246" y="782098"/>
                    <a:pt x="1038814" y="805735"/>
                  </a:cubicBezTo>
                  <a:cubicBezTo>
                    <a:pt x="920382" y="829372"/>
                    <a:pt x="571860" y="727938"/>
                    <a:pt x="463492" y="620431"/>
                  </a:cubicBezTo>
                  <a:cubicBezTo>
                    <a:pt x="355124" y="512924"/>
                    <a:pt x="465853" y="256824"/>
                    <a:pt x="388604" y="160693"/>
                  </a:cubicBezTo>
                  <a:cubicBezTo>
                    <a:pt x="311355" y="64562"/>
                    <a:pt x="133525" y="90487"/>
                    <a:pt x="0" y="43646"/>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1" name="Freeform: Shape 90">
              <a:extLst>
                <a:ext uri="{FF2B5EF4-FFF2-40B4-BE49-F238E27FC236}">
                  <a16:creationId xmlns:a16="http://schemas.microsoft.com/office/drawing/2014/main" id="{A650EEE0-B30B-8647-7050-275DA4CD13D3}"/>
                </a:ext>
              </a:extLst>
            </p:cNvPr>
            <p:cNvSpPr/>
            <p:nvPr userDrawn="1"/>
          </p:nvSpPr>
          <p:spPr>
            <a:xfrm rot="4926481" flipH="1" flipV="1">
              <a:off x="-731413" y="3617447"/>
              <a:ext cx="2144660" cy="1062448"/>
            </a:xfrm>
            <a:custGeom>
              <a:avLst/>
              <a:gdLst>
                <a:gd name="connsiteX0" fmla="*/ 3076099 w 3076098"/>
                <a:gd name="connsiteY0" fmla="*/ 12287 h 1677721"/>
                <a:gd name="connsiteX1" fmla="*/ 3054287 w 3076098"/>
                <a:gd name="connsiteY1" fmla="*/ 609029 h 1677721"/>
                <a:gd name="connsiteX2" fmla="*/ 3054287 w 3076098"/>
                <a:gd name="connsiteY2" fmla="*/ 824770 h 1677721"/>
                <a:gd name="connsiteX3" fmla="*/ 3002375 w 3076098"/>
                <a:gd name="connsiteY3" fmla="*/ 1158240 h 1677721"/>
                <a:gd name="connsiteX4" fmla="*/ 2945797 w 3076098"/>
                <a:gd name="connsiteY4" fmla="*/ 1277112 h 1677721"/>
                <a:gd name="connsiteX5" fmla="*/ 2706815 w 3076098"/>
                <a:gd name="connsiteY5" fmla="*/ 1492853 h 1677721"/>
                <a:gd name="connsiteX6" fmla="*/ 2451735 w 3076098"/>
                <a:gd name="connsiteY6" fmla="*/ 1618583 h 1677721"/>
                <a:gd name="connsiteX7" fmla="*/ 2128457 w 3076098"/>
                <a:gd name="connsiteY7" fmla="*/ 1677448 h 1677721"/>
                <a:gd name="connsiteX8" fmla="*/ 1672495 w 3076098"/>
                <a:gd name="connsiteY8" fmla="*/ 1505522 h 1677721"/>
                <a:gd name="connsiteX9" fmla="*/ 1445038 w 3076098"/>
                <a:gd name="connsiteY9" fmla="*/ 1230916 h 1677721"/>
                <a:gd name="connsiteX10" fmla="*/ 1381506 w 3076098"/>
                <a:gd name="connsiteY10" fmla="*/ 1044035 h 1677721"/>
                <a:gd name="connsiteX11" fmla="*/ 1260253 w 3076098"/>
                <a:gd name="connsiteY11" fmla="*/ 837533 h 1677721"/>
                <a:gd name="connsiteX12" fmla="*/ 1108520 w 3076098"/>
                <a:gd name="connsiteY12" fmla="*/ 772954 h 1677721"/>
                <a:gd name="connsiteX13" fmla="*/ 955358 w 3076098"/>
                <a:gd name="connsiteY13" fmla="*/ 751427 h 1677721"/>
                <a:gd name="connsiteX14" fmla="*/ 763810 w 3076098"/>
                <a:gd name="connsiteY14" fmla="*/ 764762 h 1677721"/>
                <a:gd name="connsiteX15" fmla="*/ 651224 w 3076098"/>
                <a:gd name="connsiteY15" fmla="*/ 728186 h 1677721"/>
                <a:gd name="connsiteX16" fmla="*/ 510730 w 3076098"/>
                <a:gd name="connsiteY16" fmla="*/ 587788 h 1677721"/>
                <a:gd name="connsiteX17" fmla="*/ 323183 w 3076098"/>
                <a:gd name="connsiteY17" fmla="*/ 353187 h 1677721"/>
                <a:gd name="connsiteX18" fmla="*/ 0 w 3076098"/>
                <a:gd name="connsiteY18" fmla="*/ 0 h 1677721"/>
                <a:gd name="connsiteX0" fmla="*/ 3791407 w 3791406"/>
                <a:gd name="connsiteY0" fmla="*/ 292020 h 1957454"/>
                <a:gd name="connsiteX1" fmla="*/ 3769595 w 3791406"/>
                <a:gd name="connsiteY1" fmla="*/ 888762 h 1957454"/>
                <a:gd name="connsiteX2" fmla="*/ 3769595 w 3791406"/>
                <a:gd name="connsiteY2" fmla="*/ 1104503 h 1957454"/>
                <a:gd name="connsiteX3" fmla="*/ 3717683 w 3791406"/>
                <a:gd name="connsiteY3" fmla="*/ 1437973 h 1957454"/>
                <a:gd name="connsiteX4" fmla="*/ 3661105 w 3791406"/>
                <a:gd name="connsiteY4" fmla="*/ 1556845 h 1957454"/>
                <a:gd name="connsiteX5" fmla="*/ 3422123 w 3791406"/>
                <a:gd name="connsiteY5" fmla="*/ 1772586 h 1957454"/>
                <a:gd name="connsiteX6" fmla="*/ 3167043 w 3791406"/>
                <a:gd name="connsiteY6" fmla="*/ 1898316 h 1957454"/>
                <a:gd name="connsiteX7" fmla="*/ 2843765 w 3791406"/>
                <a:gd name="connsiteY7" fmla="*/ 1957181 h 1957454"/>
                <a:gd name="connsiteX8" fmla="*/ 2387803 w 3791406"/>
                <a:gd name="connsiteY8" fmla="*/ 1785255 h 1957454"/>
                <a:gd name="connsiteX9" fmla="*/ 2160346 w 3791406"/>
                <a:gd name="connsiteY9" fmla="*/ 1510649 h 1957454"/>
                <a:gd name="connsiteX10" fmla="*/ 2096814 w 3791406"/>
                <a:gd name="connsiteY10" fmla="*/ 1323768 h 1957454"/>
                <a:gd name="connsiteX11" fmla="*/ 1975561 w 3791406"/>
                <a:gd name="connsiteY11" fmla="*/ 1117266 h 1957454"/>
                <a:gd name="connsiteX12" fmla="*/ 1823828 w 3791406"/>
                <a:gd name="connsiteY12" fmla="*/ 1052687 h 1957454"/>
                <a:gd name="connsiteX13" fmla="*/ 1670666 w 3791406"/>
                <a:gd name="connsiteY13" fmla="*/ 1031160 h 1957454"/>
                <a:gd name="connsiteX14" fmla="*/ 1479118 w 3791406"/>
                <a:gd name="connsiteY14" fmla="*/ 1044495 h 1957454"/>
                <a:gd name="connsiteX15" fmla="*/ 1366532 w 3791406"/>
                <a:gd name="connsiteY15" fmla="*/ 1007919 h 1957454"/>
                <a:gd name="connsiteX16" fmla="*/ 1226038 w 3791406"/>
                <a:gd name="connsiteY16" fmla="*/ 867521 h 1957454"/>
                <a:gd name="connsiteX17" fmla="*/ 1038491 w 3791406"/>
                <a:gd name="connsiteY17" fmla="*/ 632920 h 1957454"/>
                <a:gd name="connsiteX18" fmla="*/ 0 w 3791406"/>
                <a:gd name="connsiteY18" fmla="*/ 0 h 1957454"/>
                <a:gd name="connsiteX0" fmla="*/ 3791407 w 3791407"/>
                <a:gd name="connsiteY0" fmla="*/ 292020 h 1957454"/>
                <a:gd name="connsiteX1" fmla="*/ 3769595 w 3791407"/>
                <a:gd name="connsiteY1" fmla="*/ 888762 h 1957454"/>
                <a:gd name="connsiteX2" fmla="*/ 3769595 w 3791407"/>
                <a:gd name="connsiteY2" fmla="*/ 1104503 h 1957454"/>
                <a:gd name="connsiteX3" fmla="*/ 3717683 w 3791407"/>
                <a:gd name="connsiteY3" fmla="*/ 1437973 h 1957454"/>
                <a:gd name="connsiteX4" fmla="*/ 3661105 w 3791407"/>
                <a:gd name="connsiteY4" fmla="*/ 1556845 h 1957454"/>
                <a:gd name="connsiteX5" fmla="*/ 3422123 w 3791407"/>
                <a:gd name="connsiteY5" fmla="*/ 1772586 h 1957454"/>
                <a:gd name="connsiteX6" fmla="*/ 3167043 w 3791407"/>
                <a:gd name="connsiteY6" fmla="*/ 1898316 h 1957454"/>
                <a:gd name="connsiteX7" fmla="*/ 2843765 w 3791407"/>
                <a:gd name="connsiteY7" fmla="*/ 1957181 h 1957454"/>
                <a:gd name="connsiteX8" fmla="*/ 2387803 w 3791407"/>
                <a:gd name="connsiteY8" fmla="*/ 1785255 h 1957454"/>
                <a:gd name="connsiteX9" fmla="*/ 2160346 w 3791407"/>
                <a:gd name="connsiteY9" fmla="*/ 1510649 h 1957454"/>
                <a:gd name="connsiteX10" fmla="*/ 2096814 w 3791407"/>
                <a:gd name="connsiteY10" fmla="*/ 1323768 h 1957454"/>
                <a:gd name="connsiteX11" fmla="*/ 1975561 w 3791407"/>
                <a:gd name="connsiteY11" fmla="*/ 1117266 h 1957454"/>
                <a:gd name="connsiteX12" fmla="*/ 1823828 w 3791407"/>
                <a:gd name="connsiteY12" fmla="*/ 1052687 h 1957454"/>
                <a:gd name="connsiteX13" fmla="*/ 1670666 w 3791407"/>
                <a:gd name="connsiteY13" fmla="*/ 1031160 h 1957454"/>
                <a:gd name="connsiteX14" fmla="*/ 1479118 w 3791407"/>
                <a:gd name="connsiteY14" fmla="*/ 1044495 h 1957454"/>
                <a:gd name="connsiteX15" fmla="*/ 1366532 w 3791407"/>
                <a:gd name="connsiteY15" fmla="*/ 1007919 h 1957454"/>
                <a:gd name="connsiteX16" fmla="*/ 1226038 w 3791407"/>
                <a:gd name="connsiteY16" fmla="*/ 867521 h 1957454"/>
                <a:gd name="connsiteX17" fmla="*/ 1038491 w 3791407"/>
                <a:gd name="connsiteY17" fmla="*/ 632920 h 1957454"/>
                <a:gd name="connsiteX18" fmla="*/ 0 w 3791407"/>
                <a:gd name="connsiteY18" fmla="*/ 0 h 1957454"/>
                <a:gd name="connsiteX0" fmla="*/ 3791407 w 3791407"/>
                <a:gd name="connsiteY0" fmla="*/ 292020 h 1957454"/>
                <a:gd name="connsiteX1" fmla="*/ 3755191 w 3791407"/>
                <a:gd name="connsiteY1" fmla="*/ 497865 h 1957454"/>
                <a:gd name="connsiteX2" fmla="*/ 3769595 w 3791407"/>
                <a:gd name="connsiteY2" fmla="*/ 888762 h 1957454"/>
                <a:gd name="connsiteX3" fmla="*/ 3769595 w 3791407"/>
                <a:gd name="connsiteY3" fmla="*/ 1104503 h 1957454"/>
                <a:gd name="connsiteX4" fmla="*/ 3717683 w 3791407"/>
                <a:gd name="connsiteY4" fmla="*/ 1437973 h 1957454"/>
                <a:gd name="connsiteX5" fmla="*/ 3661105 w 3791407"/>
                <a:gd name="connsiteY5" fmla="*/ 1556845 h 1957454"/>
                <a:gd name="connsiteX6" fmla="*/ 3422123 w 3791407"/>
                <a:gd name="connsiteY6" fmla="*/ 1772586 h 1957454"/>
                <a:gd name="connsiteX7" fmla="*/ 3167043 w 3791407"/>
                <a:gd name="connsiteY7" fmla="*/ 1898316 h 1957454"/>
                <a:gd name="connsiteX8" fmla="*/ 2843765 w 3791407"/>
                <a:gd name="connsiteY8" fmla="*/ 1957181 h 1957454"/>
                <a:gd name="connsiteX9" fmla="*/ 2387803 w 3791407"/>
                <a:gd name="connsiteY9" fmla="*/ 1785255 h 1957454"/>
                <a:gd name="connsiteX10" fmla="*/ 2160346 w 3791407"/>
                <a:gd name="connsiteY10" fmla="*/ 1510649 h 1957454"/>
                <a:gd name="connsiteX11" fmla="*/ 2096814 w 3791407"/>
                <a:gd name="connsiteY11" fmla="*/ 1323768 h 1957454"/>
                <a:gd name="connsiteX12" fmla="*/ 1975561 w 3791407"/>
                <a:gd name="connsiteY12" fmla="*/ 1117266 h 1957454"/>
                <a:gd name="connsiteX13" fmla="*/ 1823828 w 3791407"/>
                <a:gd name="connsiteY13" fmla="*/ 1052687 h 1957454"/>
                <a:gd name="connsiteX14" fmla="*/ 1670666 w 3791407"/>
                <a:gd name="connsiteY14" fmla="*/ 1031160 h 1957454"/>
                <a:gd name="connsiteX15" fmla="*/ 1479118 w 3791407"/>
                <a:gd name="connsiteY15" fmla="*/ 1044495 h 1957454"/>
                <a:gd name="connsiteX16" fmla="*/ 1366532 w 3791407"/>
                <a:gd name="connsiteY16" fmla="*/ 1007919 h 1957454"/>
                <a:gd name="connsiteX17" fmla="*/ 1226038 w 3791407"/>
                <a:gd name="connsiteY17" fmla="*/ 867521 h 1957454"/>
                <a:gd name="connsiteX18" fmla="*/ 1038491 w 3791407"/>
                <a:gd name="connsiteY18" fmla="*/ 632920 h 1957454"/>
                <a:gd name="connsiteX19" fmla="*/ 0 w 3791407"/>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69595 w 3867662"/>
                <a:gd name="connsiteY3" fmla="*/ 110450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1957454"/>
                <a:gd name="connsiteX1" fmla="*/ 3755191 w 3867662"/>
                <a:gd name="connsiteY1" fmla="*/ 497865 h 1957454"/>
                <a:gd name="connsiteX2" fmla="*/ 3769595 w 3867662"/>
                <a:gd name="connsiteY2" fmla="*/ 888762 h 1957454"/>
                <a:gd name="connsiteX3" fmla="*/ 3789863 w 3867662"/>
                <a:gd name="connsiteY3" fmla="*/ 1122583 h 1957454"/>
                <a:gd name="connsiteX4" fmla="*/ 3717683 w 3867662"/>
                <a:gd name="connsiteY4" fmla="*/ 1437973 h 1957454"/>
                <a:gd name="connsiteX5" fmla="*/ 3661105 w 3867662"/>
                <a:gd name="connsiteY5" fmla="*/ 1556845 h 1957454"/>
                <a:gd name="connsiteX6" fmla="*/ 3422123 w 3867662"/>
                <a:gd name="connsiteY6" fmla="*/ 1772586 h 1957454"/>
                <a:gd name="connsiteX7" fmla="*/ 3167043 w 3867662"/>
                <a:gd name="connsiteY7" fmla="*/ 1898316 h 1957454"/>
                <a:gd name="connsiteX8" fmla="*/ 2843765 w 3867662"/>
                <a:gd name="connsiteY8" fmla="*/ 1957181 h 1957454"/>
                <a:gd name="connsiteX9" fmla="*/ 2387803 w 3867662"/>
                <a:gd name="connsiteY9" fmla="*/ 1785255 h 1957454"/>
                <a:gd name="connsiteX10" fmla="*/ 2160346 w 3867662"/>
                <a:gd name="connsiteY10" fmla="*/ 1510649 h 1957454"/>
                <a:gd name="connsiteX11" fmla="*/ 2096814 w 3867662"/>
                <a:gd name="connsiteY11" fmla="*/ 1323768 h 1957454"/>
                <a:gd name="connsiteX12" fmla="*/ 1975561 w 3867662"/>
                <a:gd name="connsiteY12" fmla="*/ 1117266 h 1957454"/>
                <a:gd name="connsiteX13" fmla="*/ 1823828 w 3867662"/>
                <a:gd name="connsiteY13" fmla="*/ 1052687 h 1957454"/>
                <a:gd name="connsiteX14" fmla="*/ 1670666 w 3867662"/>
                <a:gd name="connsiteY14" fmla="*/ 1031160 h 1957454"/>
                <a:gd name="connsiteX15" fmla="*/ 1479118 w 3867662"/>
                <a:gd name="connsiteY15" fmla="*/ 1044495 h 1957454"/>
                <a:gd name="connsiteX16" fmla="*/ 1366532 w 3867662"/>
                <a:gd name="connsiteY16" fmla="*/ 1007919 h 1957454"/>
                <a:gd name="connsiteX17" fmla="*/ 1226038 w 3867662"/>
                <a:gd name="connsiteY17" fmla="*/ 867521 h 1957454"/>
                <a:gd name="connsiteX18" fmla="*/ 1038491 w 3867662"/>
                <a:gd name="connsiteY18" fmla="*/ 632920 h 1957454"/>
                <a:gd name="connsiteX19" fmla="*/ 0 w 3867662"/>
                <a:gd name="connsiteY19" fmla="*/ 0 h 1957454"/>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0 w 3867662"/>
                <a:gd name="connsiteY19" fmla="*/ 0 h 2011757"/>
                <a:gd name="connsiteX0" fmla="*/ 3867662 w 3867662"/>
                <a:gd name="connsiteY0" fmla="*/ 340664 h 2011757"/>
                <a:gd name="connsiteX1" fmla="*/ 3755191 w 3867662"/>
                <a:gd name="connsiteY1" fmla="*/ 497865 h 2011757"/>
                <a:gd name="connsiteX2" fmla="*/ 3769595 w 3867662"/>
                <a:gd name="connsiteY2" fmla="*/ 888762 h 2011757"/>
                <a:gd name="connsiteX3" fmla="*/ 3789863 w 3867662"/>
                <a:gd name="connsiteY3" fmla="*/ 1122583 h 2011757"/>
                <a:gd name="connsiteX4" fmla="*/ 3717683 w 3867662"/>
                <a:gd name="connsiteY4" fmla="*/ 1437973 h 2011757"/>
                <a:gd name="connsiteX5" fmla="*/ 3661105 w 3867662"/>
                <a:gd name="connsiteY5" fmla="*/ 1556845 h 2011757"/>
                <a:gd name="connsiteX6" fmla="*/ 3422123 w 3867662"/>
                <a:gd name="connsiteY6" fmla="*/ 1772586 h 2011757"/>
                <a:gd name="connsiteX7" fmla="*/ 3167043 w 3867662"/>
                <a:gd name="connsiteY7" fmla="*/ 1898316 h 2011757"/>
                <a:gd name="connsiteX8" fmla="*/ 2851146 w 3867662"/>
                <a:gd name="connsiteY8" fmla="*/ 2011664 h 2011757"/>
                <a:gd name="connsiteX9" fmla="*/ 2387803 w 3867662"/>
                <a:gd name="connsiteY9" fmla="*/ 1785255 h 2011757"/>
                <a:gd name="connsiteX10" fmla="*/ 2160346 w 3867662"/>
                <a:gd name="connsiteY10" fmla="*/ 1510649 h 2011757"/>
                <a:gd name="connsiteX11" fmla="*/ 2096814 w 3867662"/>
                <a:gd name="connsiteY11" fmla="*/ 1323768 h 2011757"/>
                <a:gd name="connsiteX12" fmla="*/ 1975561 w 3867662"/>
                <a:gd name="connsiteY12" fmla="*/ 1117266 h 2011757"/>
                <a:gd name="connsiteX13" fmla="*/ 1823828 w 3867662"/>
                <a:gd name="connsiteY13" fmla="*/ 1052687 h 2011757"/>
                <a:gd name="connsiteX14" fmla="*/ 1670666 w 3867662"/>
                <a:gd name="connsiteY14" fmla="*/ 1031160 h 2011757"/>
                <a:gd name="connsiteX15" fmla="*/ 1479118 w 3867662"/>
                <a:gd name="connsiteY15" fmla="*/ 1044495 h 2011757"/>
                <a:gd name="connsiteX16" fmla="*/ 1366532 w 3867662"/>
                <a:gd name="connsiteY16" fmla="*/ 1007919 h 2011757"/>
                <a:gd name="connsiteX17" fmla="*/ 1226038 w 3867662"/>
                <a:gd name="connsiteY17" fmla="*/ 867521 h 2011757"/>
                <a:gd name="connsiteX18" fmla="*/ 1038491 w 3867662"/>
                <a:gd name="connsiteY18" fmla="*/ 632920 h 2011757"/>
                <a:gd name="connsiteX19" fmla="*/ 480687 w 3867662"/>
                <a:gd name="connsiteY19" fmla="*/ 294177 h 2011757"/>
                <a:gd name="connsiteX20" fmla="*/ 0 w 3867662"/>
                <a:gd name="connsiteY20" fmla="*/ 0 h 2011757"/>
                <a:gd name="connsiteX0" fmla="*/ 3867662 w 3867662"/>
                <a:gd name="connsiteY0" fmla="*/ 346144 h 2017237"/>
                <a:gd name="connsiteX1" fmla="*/ 3755191 w 3867662"/>
                <a:gd name="connsiteY1" fmla="*/ 503345 h 2017237"/>
                <a:gd name="connsiteX2" fmla="*/ 3769595 w 3867662"/>
                <a:gd name="connsiteY2" fmla="*/ 894242 h 2017237"/>
                <a:gd name="connsiteX3" fmla="*/ 3789863 w 3867662"/>
                <a:gd name="connsiteY3" fmla="*/ 1128063 h 2017237"/>
                <a:gd name="connsiteX4" fmla="*/ 3717683 w 3867662"/>
                <a:gd name="connsiteY4" fmla="*/ 1443453 h 2017237"/>
                <a:gd name="connsiteX5" fmla="*/ 3661105 w 3867662"/>
                <a:gd name="connsiteY5" fmla="*/ 1562325 h 2017237"/>
                <a:gd name="connsiteX6" fmla="*/ 3422123 w 3867662"/>
                <a:gd name="connsiteY6" fmla="*/ 1778066 h 2017237"/>
                <a:gd name="connsiteX7" fmla="*/ 3167043 w 3867662"/>
                <a:gd name="connsiteY7" fmla="*/ 1903796 h 2017237"/>
                <a:gd name="connsiteX8" fmla="*/ 2851146 w 3867662"/>
                <a:gd name="connsiteY8" fmla="*/ 2017144 h 2017237"/>
                <a:gd name="connsiteX9" fmla="*/ 2387803 w 3867662"/>
                <a:gd name="connsiteY9" fmla="*/ 1790735 h 2017237"/>
                <a:gd name="connsiteX10" fmla="*/ 2160346 w 3867662"/>
                <a:gd name="connsiteY10" fmla="*/ 1516129 h 2017237"/>
                <a:gd name="connsiteX11" fmla="*/ 2096814 w 3867662"/>
                <a:gd name="connsiteY11" fmla="*/ 1329248 h 2017237"/>
                <a:gd name="connsiteX12" fmla="*/ 1975561 w 3867662"/>
                <a:gd name="connsiteY12" fmla="*/ 1122746 h 2017237"/>
                <a:gd name="connsiteX13" fmla="*/ 1823828 w 3867662"/>
                <a:gd name="connsiteY13" fmla="*/ 1058167 h 2017237"/>
                <a:gd name="connsiteX14" fmla="*/ 1670666 w 3867662"/>
                <a:gd name="connsiteY14" fmla="*/ 1036640 h 2017237"/>
                <a:gd name="connsiteX15" fmla="*/ 1479118 w 3867662"/>
                <a:gd name="connsiteY15" fmla="*/ 1049975 h 2017237"/>
                <a:gd name="connsiteX16" fmla="*/ 1366532 w 3867662"/>
                <a:gd name="connsiteY16" fmla="*/ 1013399 h 2017237"/>
                <a:gd name="connsiteX17" fmla="*/ 1226038 w 3867662"/>
                <a:gd name="connsiteY17" fmla="*/ 873001 h 2017237"/>
                <a:gd name="connsiteX18" fmla="*/ 1038491 w 3867662"/>
                <a:gd name="connsiteY18" fmla="*/ 638400 h 2017237"/>
                <a:gd name="connsiteX19" fmla="*/ 480687 w 3867662"/>
                <a:gd name="connsiteY19" fmla="*/ 299657 h 2017237"/>
                <a:gd name="connsiteX20" fmla="*/ 0 w 3867662"/>
                <a:gd name="connsiteY20" fmla="*/ 5480 h 2017237"/>
                <a:gd name="connsiteX0" fmla="*/ 3521190 w 3521190"/>
                <a:gd name="connsiteY0" fmla="*/ 390679 h 2061772"/>
                <a:gd name="connsiteX1" fmla="*/ 3408719 w 3521190"/>
                <a:gd name="connsiteY1" fmla="*/ 547880 h 2061772"/>
                <a:gd name="connsiteX2" fmla="*/ 3423123 w 3521190"/>
                <a:gd name="connsiteY2" fmla="*/ 938777 h 2061772"/>
                <a:gd name="connsiteX3" fmla="*/ 3443391 w 3521190"/>
                <a:gd name="connsiteY3" fmla="*/ 1172598 h 2061772"/>
                <a:gd name="connsiteX4" fmla="*/ 3371211 w 3521190"/>
                <a:gd name="connsiteY4" fmla="*/ 1487988 h 2061772"/>
                <a:gd name="connsiteX5" fmla="*/ 3314633 w 3521190"/>
                <a:gd name="connsiteY5" fmla="*/ 1606860 h 2061772"/>
                <a:gd name="connsiteX6" fmla="*/ 3075651 w 3521190"/>
                <a:gd name="connsiteY6" fmla="*/ 1822601 h 2061772"/>
                <a:gd name="connsiteX7" fmla="*/ 2820571 w 3521190"/>
                <a:gd name="connsiteY7" fmla="*/ 1948331 h 2061772"/>
                <a:gd name="connsiteX8" fmla="*/ 2504674 w 3521190"/>
                <a:gd name="connsiteY8" fmla="*/ 2061679 h 2061772"/>
                <a:gd name="connsiteX9" fmla="*/ 2041331 w 3521190"/>
                <a:gd name="connsiteY9" fmla="*/ 1835270 h 2061772"/>
                <a:gd name="connsiteX10" fmla="*/ 1813874 w 3521190"/>
                <a:gd name="connsiteY10" fmla="*/ 1560664 h 2061772"/>
                <a:gd name="connsiteX11" fmla="*/ 1750342 w 3521190"/>
                <a:gd name="connsiteY11" fmla="*/ 1373783 h 2061772"/>
                <a:gd name="connsiteX12" fmla="*/ 1629089 w 3521190"/>
                <a:gd name="connsiteY12" fmla="*/ 1167281 h 2061772"/>
                <a:gd name="connsiteX13" fmla="*/ 1477356 w 3521190"/>
                <a:gd name="connsiteY13" fmla="*/ 1102702 h 2061772"/>
                <a:gd name="connsiteX14" fmla="*/ 1324194 w 3521190"/>
                <a:gd name="connsiteY14" fmla="*/ 1081175 h 2061772"/>
                <a:gd name="connsiteX15" fmla="*/ 1132646 w 3521190"/>
                <a:gd name="connsiteY15" fmla="*/ 1094510 h 2061772"/>
                <a:gd name="connsiteX16" fmla="*/ 1020060 w 3521190"/>
                <a:gd name="connsiteY16" fmla="*/ 1057934 h 2061772"/>
                <a:gd name="connsiteX17" fmla="*/ 879566 w 3521190"/>
                <a:gd name="connsiteY17" fmla="*/ 917536 h 2061772"/>
                <a:gd name="connsiteX18" fmla="*/ 692019 w 3521190"/>
                <a:gd name="connsiteY18" fmla="*/ 682935 h 2061772"/>
                <a:gd name="connsiteX19" fmla="*/ 134215 w 3521190"/>
                <a:gd name="connsiteY19" fmla="*/ 344192 h 2061772"/>
                <a:gd name="connsiteX20" fmla="*/ 0 w 3521190"/>
                <a:gd name="connsiteY20" fmla="*/ 4689 h 2061772"/>
                <a:gd name="connsiteX0" fmla="*/ 3521190 w 3521190"/>
                <a:gd name="connsiteY0" fmla="*/ 392795 h 2063888"/>
                <a:gd name="connsiteX1" fmla="*/ 3408719 w 3521190"/>
                <a:gd name="connsiteY1" fmla="*/ 549996 h 2063888"/>
                <a:gd name="connsiteX2" fmla="*/ 3423123 w 3521190"/>
                <a:gd name="connsiteY2" fmla="*/ 940893 h 2063888"/>
                <a:gd name="connsiteX3" fmla="*/ 3443391 w 3521190"/>
                <a:gd name="connsiteY3" fmla="*/ 1174714 h 2063888"/>
                <a:gd name="connsiteX4" fmla="*/ 3371211 w 3521190"/>
                <a:gd name="connsiteY4" fmla="*/ 1490104 h 2063888"/>
                <a:gd name="connsiteX5" fmla="*/ 3314633 w 3521190"/>
                <a:gd name="connsiteY5" fmla="*/ 1608976 h 2063888"/>
                <a:gd name="connsiteX6" fmla="*/ 3075651 w 3521190"/>
                <a:gd name="connsiteY6" fmla="*/ 1824717 h 2063888"/>
                <a:gd name="connsiteX7" fmla="*/ 2820571 w 3521190"/>
                <a:gd name="connsiteY7" fmla="*/ 1950447 h 2063888"/>
                <a:gd name="connsiteX8" fmla="*/ 2504674 w 3521190"/>
                <a:gd name="connsiteY8" fmla="*/ 2063795 h 2063888"/>
                <a:gd name="connsiteX9" fmla="*/ 2041331 w 3521190"/>
                <a:gd name="connsiteY9" fmla="*/ 1837386 h 2063888"/>
                <a:gd name="connsiteX10" fmla="*/ 1813874 w 3521190"/>
                <a:gd name="connsiteY10" fmla="*/ 1562780 h 2063888"/>
                <a:gd name="connsiteX11" fmla="*/ 1750342 w 3521190"/>
                <a:gd name="connsiteY11" fmla="*/ 1375899 h 2063888"/>
                <a:gd name="connsiteX12" fmla="*/ 1629089 w 3521190"/>
                <a:gd name="connsiteY12" fmla="*/ 1169397 h 2063888"/>
                <a:gd name="connsiteX13" fmla="*/ 1477356 w 3521190"/>
                <a:gd name="connsiteY13" fmla="*/ 1104818 h 2063888"/>
                <a:gd name="connsiteX14" fmla="*/ 1324194 w 3521190"/>
                <a:gd name="connsiteY14" fmla="*/ 1083291 h 2063888"/>
                <a:gd name="connsiteX15" fmla="*/ 1132646 w 3521190"/>
                <a:gd name="connsiteY15" fmla="*/ 1096626 h 2063888"/>
                <a:gd name="connsiteX16" fmla="*/ 1020060 w 3521190"/>
                <a:gd name="connsiteY16" fmla="*/ 1060050 h 2063888"/>
                <a:gd name="connsiteX17" fmla="*/ 879566 w 3521190"/>
                <a:gd name="connsiteY17" fmla="*/ 919652 h 2063888"/>
                <a:gd name="connsiteX18" fmla="*/ 692019 w 3521190"/>
                <a:gd name="connsiteY18" fmla="*/ 685051 h 2063888"/>
                <a:gd name="connsiteX19" fmla="*/ 419644 w 3521190"/>
                <a:gd name="connsiteY19" fmla="*/ 248407 h 2063888"/>
                <a:gd name="connsiteX20" fmla="*/ 0 w 3521190"/>
                <a:gd name="connsiteY20" fmla="*/ 6805 h 2063888"/>
                <a:gd name="connsiteX0" fmla="*/ 3892695 w 3892695"/>
                <a:gd name="connsiteY0" fmla="*/ 412206 h 2063888"/>
                <a:gd name="connsiteX1" fmla="*/ 3408719 w 3892695"/>
                <a:gd name="connsiteY1" fmla="*/ 549996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23123 w 3892695"/>
                <a:gd name="connsiteY2" fmla="*/ 940893 h 2063888"/>
                <a:gd name="connsiteX3" fmla="*/ 3443391 w 3892695"/>
                <a:gd name="connsiteY3" fmla="*/ 1174714 h 2063888"/>
                <a:gd name="connsiteX4" fmla="*/ 3371211 w 3892695"/>
                <a:gd name="connsiteY4" fmla="*/ 1490104 h 2063888"/>
                <a:gd name="connsiteX5" fmla="*/ 3314633 w 3892695"/>
                <a:gd name="connsiteY5" fmla="*/ 1608976 h 2063888"/>
                <a:gd name="connsiteX6" fmla="*/ 3075651 w 3892695"/>
                <a:gd name="connsiteY6" fmla="*/ 1824717 h 2063888"/>
                <a:gd name="connsiteX7" fmla="*/ 2820571 w 3892695"/>
                <a:gd name="connsiteY7" fmla="*/ 1950447 h 2063888"/>
                <a:gd name="connsiteX8" fmla="*/ 2504674 w 3892695"/>
                <a:gd name="connsiteY8" fmla="*/ 2063795 h 2063888"/>
                <a:gd name="connsiteX9" fmla="*/ 2041331 w 3892695"/>
                <a:gd name="connsiteY9" fmla="*/ 1837386 h 2063888"/>
                <a:gd name="connsiteX10" fmla="*/ 1813874 w 3892695"/>
                <a:gd name="connsiteY10" fmla="*/ 1562780 h 2063888"/>
                <a:gd name="connsiteX11" fmla="*/ 1750342 w 3892695"/>
                <a:gd name="connsiteY11" fmla="*/ 1375899 h 2063888"/>
                <a:gd name="connsiteX12" fmla="*/ 1629089 w 3892695"/>
                <a:gd name="connsiteY12" fmla="*/ 1169397 h 2063888"/>
                <a:gd name="connsiteX13" fmla="*/ 1477356 w 3892695"/>
                <a:gd name="connsiteY13" fmla="*/ 1104818 h 2063888"/>
                <a:gd name="connsiteX14" fmla="*/ 1324194 w 3892695"/>
                <a:gd name="connsiteY14" fmla="*/ 1083291 h 2063888"/>
                <a:gd name="connsiteX15" fmla="*/ 1132646 w 3892695"/>
                <a:gd name="connsiteY15" fmla="*/ 1096626 h 2063888"/>
                <a:gd name="connsiteX16" fmla="*/ 1020060 w 3892695"/>
                <a:gd name="connsiteY16" fmla="*/ 1060050 h 2063888"/>
                <a:gd name="connsiteX17" fmla="*/ 879566 w 3892695"/>
                <a:gd name="connsiteY17" fmla="*/ 919652 h 2063888"/>
                <a:gd name="connsiteX18" fmla="*/ 692019 w 3892695"/>
                <a:gd name="connsiteY18" fmla="*/ 685051 h 2063888"/>
                <a:gd name="connsiteX19" fmla="*/ 419644 w 3892695"/>
                <a:gd name="connsiteY19" fmla="*/ 248407 h 2063888"/>
                <a:gd name="connsiteX20" fmla="*/ 0 w 3892695"/>
                <a:gd name="connsiteY20" fmla="*/ 6805 h 2063888"/>
                <a:gd name="connsiteX0" fmla="*/ 3892695 w 3892695"/>
                <a:gd name="connsiteY0" fmla="*/ 412206 h 2063888"/>
                <a:gd name="connsiteX1" fmla="*/ 3669627 w 3892695"/>
                <a:gd name="connsiteY1" fmla="*/ 589419 h 2063888"/>
                <a:gd name="connsiteX2" fmla="*/ 3443391 w 3892695"/>
                <a:gd name="connsiteY2" fmla="*/ 117471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71211 w 3892695"/>
                <a:gd name="connsiteY3" fmla="*/ 1490104 h 2063888"/>
                <a:gd name="connsiteX4" fmla="*/ 3314633 w 3892695"/>
                <a:gd name="connsiteY4" fmla="*/ 1608976 h 2063888"/>
                <a:gd name="connsiteX5" fmla="*/ 3075651 w 3892695"/>
                <a:gd name="connsiteY5" fmla="*/ 1824717 h 2063888"/>
                <a:gd name="connsiteX6" fmla="*/ 2820571 w 3892695"/>
                <a:gd name="connsiteY6" fmla="*/ 1950447 h 2063888"/>
                <a:gd name="connsiteX7" fmla="*/ 2504674 w 3892695"/>
                <a:gd name="connsiteY7" fmla="*/ 2063795 h 2063888"/>
                <a:gd name="connsiteX8" fmla="*/ 2041331 w 3892695"/>
                <a:gd name="connsiteY8" fmla="*/ 1837386 h 2063888"/>
                <a:gd name="connsiteX9" fmla="*/ 1813874 w 3892695"/>
                <a:gd name="connsiteY9" fmla="*/ 1562780 h 2063888"/>
                <a:gd name="connsiteX10" fmla="*/ 1750342 w 3892695"/>
                <a:gd name="connsiteY10" fmla="*/ 1375899 h 2063888"/>
                <a:gd name="connsiteX11" fmla="*/ 1629089 w 3892695"/>
                <a:gd name="connsiteY11" fmla="*/ 1169397 h 2063888"/>
                <a:gd name="connsiteX12" fmla="*/ 1477356 w 3892695"/>
                <a:gd name="connsiteY12" fmla="*/ 1104818 h 2063888"/>
                <a:gd name="connsiteX13" fmla="*/ 1324194 w 3892695"/>
                <a:gd name="connsiteY13" fmla="*/ 1083291 h 2063888"/>
                <a:gd name="connsiteX14" fmla="*/ 1132646 w 3892695"/>
                <a:gd name="connsiteY14" fmla="*/ 1096626 h 2063888"/>
                <a:gd name="connsiteX15" fmla="*/ 1020060 w 3892695"/>
                <a:gd name="connsiteY15" fmla="*/ 1060050 h 2063888"/>
                <a:gd name="connsiteX16" fmla="*/ 879566 w 3892695"/>
                <a:gd name="connsiteY16" fmla="*/ 919652 h 2063888"/>
                <a:gd name="connsiteX17" fmla="*/ 692019 w 3892695"/>
                <a:gd name="connsiteY17" fmla="*/ 685051 h 2063888"/>
                <a:gd name="connsiteX18" fmla="*/ 419644 w 3892695"/>
                <a:gd name="connsiteY18" fmla="*/ 248407 h 2063888"/>
                <a:gd name="connsiteX19" fmla="*/ 0 w 3892695"/>
                <a:gd name="connsiteY19"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314633 w 3892695"/>
                <a:gd name="connsiteY3" fmla="*/ 1608976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483830 w 3892695"/>
                <a:gd name="connsiteY3" fmla="*/ 1522988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535574 w 3892695"/>
                <a:gd name="connsiteY2" fmla="*/ 1204934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669627 w 3892695"/>
                <a:gd name="connsiteY1" fmla="*/ 589419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892695 w 3892695"/>
                <a:gd name="connsiteY0" fmla="*/ 412206 h 2063888"/>
                <a:gd name="connsiteX1" fmla="*/ 3496909 w 3892695"/>
                <a:gd name="connsiteY1" fmla="*/ 622411 h 2063888"/>
                <a:gd name="connsiteX2" fmla="*/ 3348092 w 3892695"/>
                <a:gd name="connsiteY2" fmla="*/ 1239077 h 2063888"/>
                <a:gd name="connsiteX3" fmla="*/ 3281427 w 3892695"/>
                <a:gd name="connsiteY3" fmla="*/ 1590013 h 2063888"/>
                <a:gd name="connsiteX4" fmla="*/ 3075651 w 3892695"/>
                <a:gd name="connsiteY4" fmla="*/ 1824717 h 2063888"/>
                <a:gd name="connsiteX5" fmla="*/ 2820571 w 3892695"/>
                <a:gd name="connsiteY5" fmla="*/ 1950447 h 2063888"/>
                <a:gd name="connsiteX6" fmla="*/ 2504674 w 3892695"/>
                <a:gd name="connsiteY6" fmla="*/ 2063795 h 2063888"/>
                <a:gd name="connsiteX7" fmla="*/ 2041331 w 3892695"/>
                <a:gd name="connsiteY7" fmla="*/ 1837386 h 2063888"/>
                <a:gd name="connsiteX8" fmla="*/ 1813874 w 3892695"/>
                <a:gd name="connsiteY8" fmla="*/ 1562780 h 2063888"/>
                <a:gd name="connsiteX9" fmla="*/ 1750342 w 3892695"/>
                <a:gd name="connsiteY9" fmla="*/ 1375899 h 2063888"/>
                <a:gd name="connsiteX10" fmla="*/ 1629089 w 3892695"/>
                <a:gd name="connsiteY10" fmla="*/ 1169397 h 2063888"/>
                <a:gd name="connsiteX11" fmla="*/ 1477356 w 3892695"/>
                <a:gd name="connsiteY11" fmla="*/ 1104818 h 2063888"/>
                <a:gd name="connsiteX12" fmla="*/ 1324194 w 3892695"/>
                <a:gd name="connsiteY12" fmla="*/ 1083291 h 2063888"/>
                <a:gd name="connsiteX13" fmla="*/ 1132646 w 3892695"/>
                <a:gd name="connsiteY13" fmla="*/ 1096626 h 2063888"/>
                <a:gd name="connsiteX14" fmla="*/ 1020060 w 3892695"/>
                <a:gd name="connsiteY14" fmla="*/ 1060050 h 2063888"/>
                <a:gd name="connsiteX15" fmla="*/ 879566 w 3892695"/>
                <a:gd name="connsiteY15" fmla="*/ 919652 h 2063888"/>
                <a:gd name="connsiteX16" fmla="*/ 692019 w 3892695"/>
                <a:gd name="connsiteY16" fmla="*/ 685051 h 2063888"/>
                <a:gd name="connsiteX17" fmla="*/ 419644 w 3892695"/>
                <a:gd name="connsiteY17" fmla="*/ 248407 h 2063888"/>
                <a:gd name="connsiteX18" fmla="*/ 0 w 3892695"/>
                <a:gd name="connsiteY18" fmla="*/ 6805 h 2063888"/>
                <a:gd name="connsiteX0" fmla="*/ 3610759 w 3610759"/>
                <a:gd name="connsiteY0" fmla="*/ 492757 h 2063888"/>
                <a:gd name="connsiteX1" fmla="*/ 3496909 w 3610759"/>
                <a:gd name="connsiteY1" fmla="*/ 622411 h 2063888"/>
                <a:gd name="connsiteX2" fmla="*/ 3348092 w 3610759"/>
                <a:gd name="connsiteY2" fmla="*/ 1239077 h 2063888"/>
                <a:gd name="connsiteX3" fmla="*/ 3281427 w 3610759"/>
                <a:gd name="connsiteY3" fmla="*/ 1590013 h 2063888"/>
                <a:gd name="connsiteX4" fmla="*/ 3075651 w 3610759"/>
                <a:gd name="connsiteY4" fmla="*/ 1824717 h 2063888"/>
                <a:gd name="connsiteX5" fmla="*/ 2820571 w 3610759"/>
                <a:gd name="connsiteY5" fmla="*/ 1950447 h 2063888"/>
                <a:gd name="connsiteX6" fmla="*/ 2504674 w 3610759"/>
                <a:gd name="connsiteY6" fmla="*/ 2063795 h 2063888"/>
                <a:gd name="connsiteX7" fmla="*/ 2041331 w 3610759"/>
                <a:gd name="connsiteY7" fmla="*/ 1837386 h 2063888"/>
                <a:gd name="connsiteX8" fmla="*/ 1813874 w 3610759"/>
                <a:gd name="connsiteY8" fmla="*/ 1562780 h 2063888"/>
                <a:gd name="connsiteX9" fmla="*/ 1750342 w 3610759"/>
                <a:gd name="connsiteY9" fmla="*/ 1375899 h 2063888"/>
                <a:gd name="connsiteX10" fmla="*/ 1629089 w 3610759"/>
                <a:gd name="connsiteY10" fmla="*/ 1169397 h 2063888"/>
                <a:gd name="connsiteX11" fmla="*/ 1477356 w 3610759"/>
                <a:gd name="connsiteY11" fmla="*/ 1104818 h 2063888"/>
                <a:gd name="connsiteX12" fmla="*/ 1324194 w 3610759"/>
                <a:gd name="connsiteY12" fmla="*/ 1083291 h 2063888"/>
                <a:gd name="connsiteX13" fmla="*/ 1132646 w 3610759"/>
                <a:gd name="connsiteY13" fmla="*/ 1096626 h 2063888"/>
                <a:gd name="connsiteX14" fmla="*/ 1020060 w 3610759"/>
                <a:gd name="connsiteY14" fmla="*/ 1060050 h 2063888"/>
                <a:gd name="connsiteX15" fmla="*/ 879566 w 3610759"/>
                <a:gd name="connsiteY15" fmla="*/ 919652 h 2063888"/>
                <a:gd name="connsiteX16" fmla="*/ 692019 w 3610759"/>
                <a:gd name="connsiteY16" fmla="*/ 685051 h 2063888"/>
                <a:gd name="connsiteX17" fmla="*/ 419644 w 3610759"/>
                <a:gd name="connsiteY17" fmla="*/ 248407 h 2063888"/>
                <a:gd name="connsiteX18" fmla="*/ 0 w 3610759"/>
                <a:gd name="connsiteY18" fmla="*/ 6805 h 2063888"/>
                <a:gd name="connsiteX0" fmla="*/ 3610759 w 3610759"/>
                <a:gd name="connsiteY0" fmla="*/ 492757 h 1952032"/>
                <a:gd name="connsiteX1" fmla="*/ 3496909 w 3610759"/>
                <a:gd name="connsiteY1" fmla="*/ 622411 h 1952032"/>
                <a:gd name="connsiteX2" fmla="*/ 3348092 w 3610759"/>
                <a:gd name="connsiteY2" fmla="*/ 1239077 h 1952032"/>
                <a:gd name="connsiteX3" fmla="*/ 3281427 w 3610759"/>
                <a:gd name="connsiteY3" fmla="*/ 1590013 h 1952032"/>
                <a:gd name="connsiteX4" fmla="*/ 3075651 w 3610759"/>
                <a:gd name="connsiteY4" fmla="*/ 1824717 h 1952032"/>
                <a:gd name="connsiteX5" fmla="*/ 2820571 w 3610759"/>
                <a:gd name="connsiteY5" fmla="*/ 1950447 h 1952032"/>
                <a:gd name="connsiteX6" fmla="*/ 2397997 w 3610759"/>
                <a:gd name="connsiteY6" fmla="*/ 1897719 h 1952032"/>
                <a:gd name="connsiteX7" fmla="*/ 2041331 w 3610759"/>
                <a:gd name="connsiteY7" fmla="*/ 1837386 h 1952032"/>
                <a:gd name="connsiteX8" fmla="*/ 1813874 w 3610759"/>
                <a:gd name="connsiteY8" fmla="*/ 1562780 h 1952032"/>
                <a:gd name="connsiteX9" fmla="*/ 1750342 w 3610759"/>
                <a:gd name="connsiteY9" fmla="*/ 1375899 h 1952032"/>
                <a:gd name="connsiteX10" fmla="*/ 1629089 w 3610759"/>
                <a:gd name="connsiteY10" fmla="*/ 1169397 h 1952032"/>
                <a:gd name="connsiteX11" fmla="*/ 1477356 w 3610759"/>
                <a:gd name="connsiteY11" fmla="*/ 1104818 h 1952032"/>
                <a:gd name="connsiteX12" fmla="*/ 1324194 w 3610759"/>
                <a:gd name="connsiteY12" fmla="*/ 1083291 h 1952032"/>
                <a:gd name="connsiteX13" fmla="*/ 1132646 w 3610759"/>
                <a:gd name="connsiteY13" fmla="*/ 1096626 h 1952032"/>
                <a:gd name="connsiteX14" fmla="*/ 1020060 w 3610759"/>
                <a:gd name="connsiteY14" fmla="*/ 1060050 h 1952032"/>
                <a:gd name="connsiteX15" fmla="*/ 879566 w 3610759"/>
                <a:gd name="connsiteY15" fmla="*/ 919652 h 1952032"/>
                <a:gd name="connsiteX16" fmla="*/ 692019 w 3610759"/>
                <a:gd name="connsiteY16" fmla="*/ 685051 h 1952032"/>
                <a:gd name="connsiteX17" fmla="*/ 419644 w 3610759"/>
                <a:gd name="connsiteY17" fmla="*/ 248407 h 1952032"/>
                <a:gd name="connsiteX18" fmla="*/ 0 w 3610759"/>
                <a:gd name="connsiteY18" fmla="*/ 6805 h 1952032"/>
                <a:gd name="connsiteX0" fmla="*/ 3610759 w 3610759"/>
                <a:gd name="connsiteY0" fmla="*/ 492757 h 1952379"/>
                <a:gd name="connsiteX1" fmla="*/ 3496909 w 3610759"/>
                <a:gd name="connsiteY1" fmla="*/ 622411 h 1952379"/>
                <a:gd name="connsiteX2" fmla="*/ 3348092 w 3610759"/>
                <a:gd name="connsiteY2" fmla="*/ 1239077 h 1952379"/>
                <a:gd name="connsiteX3" fmla="*/ 3281427 w 3610759"/>
                <a:gd name="connsiteY3" fmla="*/ 1590013 h 1952379"/>
                <a:gd name="connsiteX4" fmla="*/ 3075651 w 3610759"/>
                <a:gd name="connsiteY4" fmla="*/ 1824717 h 1952379"/>
                <a:gd name="connsiteX5" fmla="*/ 2820571 w 3610759"/>
                <a:gd name="connsiteY5" fmla="*/ 1950447 h 1952379"/>
                <a:gd name="connsiteX6" fmla="*/ 2397997 w 3610759"/>
                <a:gd name="connsiteY6" fmla="*/ 1897719 h 1952379"/>
                <a:gd name="connsiteX7" fmla="*/ 1869367 w 3610759"/>
                <a:gd name="connsiteY7" fmla="*/ 1852895 h 1952379"/>
                <a:gd name="connsiteX8" fmla="*/ 1813874 w 3610759"/>
                <a:gd name="connsiteY8" fmla="*/ 1562780 h 1952379"/>
                <a:gd name="connsiteX9" fmla="*/ 1750342 w 3610759"/>
                <a:gd name="connsiteY9" fmla="*/ 1375899 h 1952379"/>
                <a:gd name="connsiteX10" fmla="*/ 1629089 w 3610759"/>
                <a:gd name="connsiteY10" fmla="*/ 1169397 h 1952379"/>
                <a:gd name="connsiteX11" fmla="*/ 1477356 w 3610759"/>
                <a:gd name="connsiteY11" fmla="*/ 1104818 h 1952379"/>
                <a:gd name="connsiteX12" fmla="*/ 1324194 w 3610759"/>
                <a:gd name="connsiteY12" fmla="*/ 1083291 h 1952379"/>
                <a:gd name="connsiteX13" fmla="*/ 1132646 w 3610759"/>
                <a:gd name="connsiteY13" fmla="*/ 1096626 h 1952379"/>
                <a:gd name="connsiteX14" fmla="*/ 1020060 w 3610759"/>
                <a:gd name="connsiteY14" fmla="*/ 1060050 h 1952379"/>
                <a:gd name="connsiteX15" fmla="*/ 879566 w 3610759"/>
                <a:gd name="connsiteY15" fmla="*/ 919652 h 1952379"/>
                <a:gd name="connsiteX16" fmla="*/ 692019 w 3610759"/>
                <a:gd name="connsiteY16" fmla="*/ 685051 h 1952379"/>
                <a:gd name="connsiteX17" fmla="*/ 419644 w 3610759"/>
                <a:gd name="connsiteY17" fmla="*/ 248407 h 1952379"/>
                <a:gd name="connsiteX18" fmla="*/ 0 w 3610759"/>
                <a:gd name="connsiteY18" fmla="*/ 6805 h 1952379"/>
                <a:gd name="connsiteX0" fmla="*/ 3395704 w 3395704"/>
                <a:gd name="connsiteY0" fmla="*/ 430920 h 1890542"/>
                <a:gd name="connsiteX1" fmla="*/ 3281854 w 3395704"/>
                <a:gd name="connsiteY1" fmla="*/ 560574 h 1890542"/>
                <a:gd name="connsiteX2" fmla="*/ 3133037 w 3395704"/>
                <a:gd name="connsiteY2" fmla="*/ 1177240 h 1890542"/>
                <a:gd name="connsiteX3" fmla="*/ 3066372 w 3395704"/>
                <a:gd name="connsiteY3" fmla="*/ 1528176 h 1890542"/>
                <a:gd name="connsiteX4" fmla="*/ 2860596 w 3395704"/>
                <a:gd name="connsiteY4" fmla="*/ 1762880 h 1890542"/>
                <a:gd name="connsiteX5" fmla="*/ 2605516 w 3395704"/>
                <a:gd name="connsiteY5" fmla="*/ 1888610 h 1890542"/>
                <a:gd name="connsiteX6" fmla="*/ 2182942 w 3395704"/>
                <a:gd name="connsiteY6" fmla="*/ 1835882 h 1890542"/>
                <a:gd name="connsiteX7" fmla="*/ 1654312 w 3395704"/>
                <a:gd name="connsiteY7" fmla="*/ 1791058 h 1890542"/>
                <a:gd name="connsiteX8" fmla="*/ 1598819 w 3395704"/>
                <a:gd name="connsiteY8" fmla="*/ 1500943 h 1890542"/>
                <a:gd name="connsiteX9" fmla="*/ 1535287 w 3395704"/>
                <a:gd name="connsiteY9" fmla="*/ 1314062 h 1890542"/>
                <a:gd name="connsiteX10" fmla="*/ 1414034 w 3395704"/>
                <a:gd name="connsiteY10" fmla="*/ 1107560 h 1890542"/>
                <a:gd name="connsiteX11" fmla="*/ 1262301 w 3395704"/>
                <a:gd name="connsiteY11" fmla="*/ 1042981 h 1890542"/>
                <a:gd name="connsiteX12" fmla="*/ 1109139 w 3395704"/>
                <a:gd name="connsiteY12" fmla="*/ 1021454 h 1890542"/>
                <a:gd name="connsiteX13" fmla="*/ 917591 w 3395704"/>
                <a:gd name="connsiteY13" fmla="*/ 1034789 h 1890542"/>
                <a:gd name="connsiteX14" fmla="*/ 805005 w 3395704"/>
                <a:gd name="connsiteY14" fmla="*/ 998213 h 1890542"/>
                <a:gd name="connsiteX15" fmla="*/ 664511 w 3395704"/>
                <a:gd name="connsiteY15" fmla="*/ 857815 h 1890542"/>
                <a:gd name="connsiteX16" fmla="*/ 476964 w 3395704"/>
                <a:gd name="connsiteY16" fmla="*/ 623214 h 1890542"/>
                <a:gd name="connsiteX17" fmla="*/ 204589 w 3395704"/>
                <a:gd name="connsiteY17" fmla="*/ 186570 h 1890542"/>
                <a:gd name="connsiteX18" fmla="*/ 0 w 3395704"/>
                <a:gd name="connsiteY18" fmla="*/ 9624 h 1890542"/>
                <a:gd name="connsiteX0" fmla="*/ 3395704 w 3395704"/>
                <a:gd name="connsiteY0" fmla="*/ 421296 h 1880918"/>
                <a:gd name="connsiteX1" fmla="*/ 3281854 w 3395704"/>
                <a:gd name="connsiteY1" fmla="*/ 550950 h 1880918"/>
                <a:gd name="connsiteX2" fmla="*/ 3133037 w 3395704"/>
                <a:gd name="connsiteY2" fmla="*/ 1167616 h 1880918"/>
                <a:gd name="connsiteX3" fmla="*/ 3066372 w 3395704"/>
                <a:gd name="connsiteY3" fmla="*/ 1518552 h 1880918"/>
                <a:gd name="connsiteX4" fmla="*/ 2860596 w 3395704"/>
                <a:gd name="connsiteY4" fmla="*/ 1753256 h 1880918"/>
                <a:gd name="connsiteX5" fmla="*/ 2605516 w 3395704"/>
                <a:gd name="connsiteY5" fmla="*/ 1878986 h 1880918"/>
                <a:gd name="connsiteX6" fmla="*/ 2182942 w 3395704"/>
                <a:gd name="connsiteY6" fmla="*/ 1826258 h 1880918"/>
                <a:gd name="connsiteX7" fmla="*/ 1654312 w 3395704"/>
                <a:gd name="connsiteY7" fmla="*/ 1781434 h 1880918"/>
                <a:gd name="connsiteX8" fmla="*/ 1598819 w 3395704"/>
                <a:gd name="connsiteY8" fmla="*/ 1491319 h 1880918"/>
                <a:gd name="connsiteX9" fmla="*/ 1535287 w 3395704"/>
                <a:gd name="connsiteY9" fmla="*/ 1304438 h 1880918"/>
                <a:gd name="connsiteX10" fmla="*/ 1414034 w 3395704"/>
                <a:gd name="connsiteY10" fmla="*/ 1097936 h 1880918"/>
                <a:gd name="connsiteX11" fmla="*/ 1262301 w 3395704"/>
                <a:gd name="connsiteY11" fmla="*/ 1033357 h 1880918"/>
                <a:gd name="connsiteX12" fmla="*/ 1109139 w 3395704"/>
                <a:gd name="connsiteY12" fmla="*/ 1011830 h 1880918"/>
                <a:gd name="connsiteX13" fmla="*/ 917591 w 3395704"/>
                <a:gd name="connsiteY13" fmla="*/ 1025165 h 1880918"/>
                <a:gd name="connsiteX14" fmla="*/ 805005 w 3395704"/>
                <a:gd name="connsiteY14" fmla="*/ 988589 h 1880918"/>
                <a:gd name="connsiteX15" fmla="*/ 664511 w 3395704"/>
                <a:gd name="connsiteY15" fmla="*/ 848191 h 1880918"/>
                <a:gd name="connsiteX16" fmla="*/ 476964 w 3395704"/>
                <a:gd name="connsiteY16" fmla="*/ 613590 h 1880918"/>
                <a:gd name="connsiteX17" fmla="*/ 204589 w 3395704"/>
                <a:gd name="connsiteY17" fmla="*/ 176946 h 1880918"/>
                <a:gd name="connsiteX18" fmla="*/ 0 w 3395704"/>
                <a:gd name="connsiteY18" fmla="*/ 0 h 1880918"/>
                <a:gd name="connsiteX0" fmla="*/ 3862049 w 3862049"/>
                <a:gd name="connsiteY0" fmla="*/ 414929 h 1880918"/>
                <a:gd name="connsiteX1" fmla="*/ 3281854 w 3862049"/>
                <a:gd name="connsiteY1" fmla="*/ 550950 h 1880918"/>
                <a:gd name="connsiteX2" fmla="*/ 3133037 w 3862049"/>
                <a:gd name="connsiteY2" fmla="*/ 1167616 h 1880918"/>
                <a:gd name="connsiteX3" fmla="*/ 3066372 w 3862049"/>
                <a:gd name="connsiteY3" fmla="*/ 1518552 h 1880918"/>
                <a:gd name="connsiteX4" fmla="*/ 2860596 w 3862049"/>
                <a:gd name="connsiteY4" fmla="*/ 1753256 h 1880918"/>
                <a:gd name="connsiteX5" fmla="*/ 2605516 w 3862049"/>
                <a:gd name="connsiteY5" fmla="*/ 1878986 h 1880918"/>
                <a:gd name="connsiteX6" fmla="*/ 2182942 w 3862049"/>
                <a:gd name="connsiteY6" fmla="*/ 1826258 h 1880918"/>
                <a:gd name="connsiteX7" fmla="*/ 1654312 w 3862049"/>
                <a:gd name="connsiteY7" fmla="*/ 1781434 h 1880918"/>
                <a:gd name="connsiteX8" fmla="*/ 1598819 w 3862049"/>
                <a:gd name="connsiteY8" fmla="*/ 1491319 h 1880918"/>
                <a:gd name="connsiteX9" fmla="*/ 1535287 w 3862049"/>
                <a:gd name="connsiteY9" fmla="*/ 1304438 h 1880918"/>
                <a:gd name="connsiteX10" fmla="*/ 1414034 w 3862049"/>
                <a:gd name="connsiteY10" fmla="*/ 1097936 h 1880918"/>
                <a:gd name="connsiteX11" fmla="*/ 1262301 w 3862049"/>
                <a:gd name="connsiteY11" fmla="*/ 1033357 h 1880918"/>
                <a:gd name="connsiteX12" fmla="*/ 1109139 w 3862049"/>
                <a:gd name="connsiteY12" fmla="*/ 1011830 h 1880918"/>
                <a:gd name="connsiteX13" fmla="*/ 917591 w 3862049"/>
                <a:gd name="connsiteY13" fmla="*/ 1025165 h 1880918"/>
                <a:gd name="connsiteX14" fmla="*/ 805005 w 3862049"/>
                <a:gd name="connsiteY14" fmla="*/ 988589 h 1880918"/>
                <a:gd name="connsiteX15" fmla="*/ 664511 w 3862049"/>
                <a:gd name="connsiteY15" fmla="*/ 848191 h 1880918"/>
                <a:gd name="connsiteX16" fmla="*/ 476964 w 3862049"/>
                <a:gd name="connsiteY16" fmla="*/ 613590 h 1880918"/>
                <a:gd name="connsiteX17" fmla="*/ 204589 w 3862049"/>
                <a:gd name="connsiteY17" fmla="*/ 176946 h 1880918"/>
                <a:gd name="connsiteX18" fmla="*/ 0 w 3862049"/>
                <a:gd name="connsiteY18" fmla="*/ 0 h 1880918"/>
                <a:gd name="connsiteX0" fmla="*/ 3788347 w 3788347"/>
                <a:gd name="connsiteY0" fmla="*/ 396989 h 1880918"/>
                <a:gd name="connsiteX1" fmla="*/ 3281854 w 3788347"/>
                <a:gd name="connsiteY1" fmla="*/ 550950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33037 w 3788347"/>
                <a:gd name="connsiteY2" fmla="*/ 1167616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066372 w 3788347"/>
                <a:gd name="connsiteY3" fmla="*/ 1518552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8347 w 3788347"/>
                <a:gd name="connsiteY0" fmla="*/ 396989 h 1880918"/>
                <a:gd name="connsiteX1" fmla="*/ 3383964 w 3788347"/>
                <a:gd name="connsiteY1" fmla="*/ 549003 h 1880918"/>
                <a:gd name="connsiteX2" fmla="*/ 3195077 w 3788347"/>
                <a:gd name="connsiteY2" fmla="*/ 1180991 h 1880918"/>
                <a:gd name="connsiteX3" fmla="*/ 3144594 w 3788347"/>
                <a:gd name="connsiteY3" fmla="*/ 1510701 h 1880918"/>
                <a:gd name="connsiteX4" fmla="*/ 2860596 w 3788347"/>
                <a:gd name="connsiteY4" fmla="*/ 1753256 h 1880918"/>
                <a:gd name="connsiteX5" fmla="*/ 2605516 w 3788347"/>
                <a:gd name="connsiteY5" fmla="*/ 1878986 h 1880918"/>
                <a:gd name="connsiteX6" fmla="*/ 2182942 w 3788347"/>
                <a:gd name="connsiteY6" fmla="*/ 1826258 h 1880918"/>
                <a:gd name="connsiteX7" fmla="*/ 1654312 w 3788347"/>
                <a:gd name="connsiteY7" fmla="*/ 1781434 h 1880918"/>
                <a:gd name="connsiteX8" fmla="*/ 1598819 w 3788347"/>
                <a:gd name="connsiteY8" fmla="*/ 1491319 h 1880918"/>
                <a:gd name="connsiteX9" fmla="*/ 1535287 w 3788347"/>
                <a:gd name="connsiteY9" fmla="*/ 1304438 h 1880918"/>
                <a:gd name="connsiteX10" fmla="*/ 1414034 w 3788347"/>
                <a:gd name="connsiteY10" fmla="*/ 1097936 h 1880918"/>
                <a:gd name="connsiteX11" fmla="*/ 1262301 w 3788347"/>
                <a:gd name="connsiteY11" fmla="*/ 1033357 h 1880918"/>
                <a:gd name="connsiteX12" fmla="*/ 1109139 w 3788347"/>
                <a:gd name="connsiteY12" fmla="*/ 1011830 h 1880918"/>
                <a:gd name="connsiteX13" fmla="*/ 917591 w 3788347"/>
                <a:gd name="connsiteY13" fmla="*/ 1025165 h 1880918"/>
                <a:gd name="connsiteX14" fmla="*/ 805005 w 3788347"/>
                <a:gd name="connsiteY14" fmla="*/ 988589 h 1880918"/>
                <a:gd name="connsiteX15" fmla="*/ 664511 w 3788347"/>
                <a:gd name="connsiteY15" fmla="*/ 848191 h 1880918"/>
                <a:gd name="connsiteX16" fmla="*/ 476964 w 3788347"/>
                <a:gd name="connsiteY16" fmla="*/ 613590 h 1880918"/>
                <a:gd name="connsiteX17" fmla="*/ 204589 w 3788347"/>
                <a:gd name="connsiteY17" fmla="*/ 176946 h 1880918"/>
                <a:gd name="connsiteX18" fmla="*/ 0 w 3788347"/>
                <a:gd name="connsiteY18" fmla="*/ 0 h 1880918"/>
                <a:gd name="connsiteX0" fmla="*/ 3789598 w 3789598"/>
                <a:gd name="connsiteY0" fmla="*/ 413556 h 1880918"/>
                <a:gd name="connsiteX1" fmla="*/ 3383964 w 3789598"/>
                <a:gd name="connsiteY1" fmla="*/ 549003 h 1880918"/>
                <a:gd name="connsiteX2" fmla="*/ 3195077 w 3789598"/>
                <a:gd name="connsiteY2" fmla="*/ 1180991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789598 w 3789598"/>
                <a:gd name="connsiteY0" fmla="*/ 413556 h 1880918"/>
                <a:gd name="connsiteX1" fmla="*/ 3383964 w 3789598"/>
                <a:gd name="connsiteY1" fmla="*/ 549003 h 1880918"/>
                <a:gd name="connsiteX2" fmla="*/ 3219753 w 3789598"/>
                <a:gd name="connsiteY2" fmla="*/ 1170552 h 1880918"/>
                <a:gd name="connsiteX3" fmla="*/ 3144594 w 3789598"/>
                <a:gd name="connsiteY3" fmla="*/ 1510701 h 1880918"/>
                <a:gd name="connsiteX4" fmla="*/ 2860596 w 3789598"/>
                <a:gd name="connsiteY4" fmla="*/ 1753256 h 1880918"/>
                <a:gd name="connsiteX5" fmla="*/ 2605516 w 3789598"/>
                <a:gd name="connsiteY5" fmla="*/ 1878986 h 1880918"/>
                <a:gd name="connsiteX6" fmla="*/ 2182942 w 3789598"/>
                <a:gd name="connsiteY6" fmla="*/ 1826258 h 1880918"/>
                <a:gd name="connsiteX7" fmla="*/ 1654312 w 3789598"/>
                <a:gd name="connsiteY7" fmla="*/ 1781434 h 1880918"/>
                <a:gd name="connsiteX8" fmla="*/ 1598819 w 3789598"/>
                <a:gd name="connsiteY8" fmla="*/ 1491319 h 1880918"/>
                <a:gd name="connsiteX9" fmla="*/ 1535287 w 3789598"/>
                <a:gd name="connsiteY9" fmla="*/ 1304438 h 1880918"/>
                <a:gd name="connsiteX10" fmla="*/ 1414034 w 3789598"/>
                <a:gd name="connsiteY10" fmla="*/ 1097936 h 1880918"/>
                <a:gd name="connsiteX11" fmla="*/ 1262301 w 3789598"/>
                <a:gd name="connsiteY11" fmla="*/ 1033357 h 1880918"/>
                <a:gd name="connsiteX12" fmla="*/ 1109139 w 3789598"/>
                <a:gd name="connsiteY12" fmla="*/ 1011830 h 1880918"/>
                <a:gd name="connsiteX13" fmla="*/ 917591 w 3789598"/>
                <a:gd name="connsiteY13" fmla="*/ 1025165 h 1880918"/>
                <a:gd name="connsiteX14" fmla="*/ 805005 w 3789598"/>
                <a:gd name="connsiteY14" fmla="*/ 988589 h 1880918"/>
                <a:gd name="connsiteX15" fmla="*/ 664511 w 3789598"/>
                <a:gd name="connsiteY15" fmla="*/ 848191 h 1880918"/>
                <a:gd name="connsiteX16" fmla="*/ 476964 w 3789598"/>
                <a:gd name="connsiteY16" fmla="*/ 613590 h 1880918"/>
                <a:gd name="connsiteX17" fmla="*/ 204589 w 3789598"/>
                <a:gd name="connsiteY17" fmla="*/ 176946 h 1880918"/>
                <a:gd name="connsiteX18" fmla="*/ 0 w 3789598"/>
                <a:gd name="connsiteY18" fmla="*/ 0 h 1880918"/>
                <a:gd name="connsiteX0" fmla="*/ 3383964 w 3383964"/>
                <a:gd name="connsiteY0" fmla="*/ 549003 h 1880918"/>
                <a:gd name="connsiteX1" fmla="*/ 3219753 w 3383964"/>
                <a:gd name="connsiteY1" fmla="*/ 1170552 h 1880918"/>
                <a:gd name="connsiteX2" fmla="*/ 3144594 w 3383964"/>
                <a:gd name="connsiteY2" fmla="*/ 1510701 h 1880918"/>
                <a:gd name="connsiteX3" fmla="*/ 2860596 w 3383964"/>
                <a:gd name="connsiteY3" fmla="*/ 1753256 h 1880918"/>
                <a:gd name="connsiteX4" fmla="*/ 2605516 w 3383964"/>
                <a:gd name="connsiteY4" fmla="*/ 1878986 h 1880918"/>
                <a:gd name="connsiteX5" fmla="*/ 2182942 w 3383964"/>
                <a:gd name="connsiteY5" fmla="*/ 1826258 h 1880918"/>
                <a:gd name="connsiteX6" fmla="*/ 1654312 w 3383964"/>
                <a:gd name="connsiteY6" fmla="*/ 1781434 h 1880918"/>
                <a:gd name="connsiteX7" fmla="*/ 1598819 w 3383964"/>
                <a:gd name="connsiteY7" fmla="*/ 1491319 h 1880918"/>
                <a:gd name="connsiteX8" fmla="*/ 1535287 w 3383964"/>
                <a:gd name="connsiteY8" fmla="*/ 1304438 h 1880918"/>
                <a:gd name="connsiteX9" fmla="*/ 1414034 w 3383964"/>
                <a:gd name="connsiteY9" fmla="*/ 1097936 h 1880918"/>
                <a:gd name="connsiteX10" fmla="*/ 1262301 w 3383964"/>
                <a:gd name="connsiteY10" fmla="*/ 1033357 h 1880918"/>
                <a:gd name="connsiteX11" fmla="*/ 1109139 w 3383964"/>
                <a:gd name="connsiteY11" fmla="*/ 1011830 h 1880918"/>
                <a:gd name="connsiteX12" fmla="*/ 917591 w 3383964"/>
                <a:gd name="connsiteY12" fmla="*/ 1025165 h 1880918"/>
                <a:gd name="connsiteX13" fmla="*/ 805005 w 3383964"/>
                <a:gd name="connsiteY13" fmla="*/ 988589 h 1880918"/>
                <a:gd name="connsiteX14" fmla="*/ 664511 w 3383964"/>
                <a:gd name="connsiteY14" fmla="*/ 848191 h 1880918"/>
                <a:gd name="connsiteX15" fmla="*/ 476964 w 3383964"/>
                <a:gd name="connsiteY15" fmla="*/ 613590 h 1880918"/>
                <a:gd name="connsiteX16" fmla="*/ 204589 w 3383964"/>
                <a:gd name="connsiteY16" fmla="*/ 176946 h 1880918"/>
                <a:gd name="connsiteX17" fmla="*/ 0 w 3383964"/>
                <a:gd name="connsiteY17" fmla="*/ 0 h 1880918"/>
                <a:gd name="connsiteX0" fmla="*/ 3313268 w 3313268"/>
                <a:gd name="connsiteY0" fmla="*/ 878069 h 1880918"/>
                <a:gd name="connsiteX1" fmla="*/ 3219753 w 3313268"/>
                <a:gd name="connsiteY1" fmla="*/ 1170552 h 1880918"/>
                <a:gd name="connsiteX2" fmla="*/ 3144594 w 3313268"/>
                <a:gd name="connsiteY2" fmla="*/ 1510701 h 1880918"/>
                <a:gd name="connsiteX3" fmla="*/ 2860596 w 3313268"/>
                <a:gd name="connsiteY3" fmla="*/ 1753256 h 1880918"/>
                <a:gd name="connsiteX4" fmla="*/ 2605516 w 3313268"/>
                <a:gd name="connsiteY4" fmla="*/ 1878986 h 1880918"/>
                <a:gd name="connsiteX5" fmla="*/ 2182942 w 3313268"/>
                <a:gd name="connsiteY5" fmla="*/ 1826258 h 1880918"/>
                <a:gd name="connsiteX6" fmla="*/ 1654312 w 3313268"/>
                <a:gd name="connsiteY6" fmla="*/ 1781434 h 1880918"/>
                <a:gd name="connsiteX7" fmla="*/ 1598819 w 3313268"/>
                <a:gd name="connsiteY7" fmla="*/ 1491319 h 1880918"/>
                <a:gd name="connsiteX8" fmla="*/ 1535287 w 3313268"/>
                <a:gd name="connsiteY8" fmla="*/ 1304438 h 1880918"/>
                <a:gd name="connsiteX9" fmla="*/ 1414034 w 3313268"/>
                <a:gd name="connsiteY9" fmla="*/ 1097936 h 1880918"/>
                <a:gd name="connsiteX10" fmla="*/ 1262301 w 3313268"/>
                <a:gd name="connsiteY10" fmla="*/ 1033357 h 1880918"/>
                <a:gd name="connsiteX11" fmla="*/ 1109139 w 3313268"/>
                <a:gd name="connsiteY11" fmla="*/ 1011830 h 1880918"/>
                <a:gd name="connsiteX12" fmla="*/ 917591 w 3313268"/>
                <a:gd name="connsiteY12" fmla="*/ 1025165 h 1880918"/>
                <a:gd name="connsiteX13" fmla="*/ 805005 w 3313268"/>
                <a:gd name="connsiteY13" fmla="*/ 988589 h 1880918"/>
                <a:gd name="connsiteX14" fmla="*/ 664511 w 3313268"/>
                <a:gd name="connsiteY14" fmla="*/ 848191 h 1880918"/>
                <a:gd name="connsiteX15" fmla="*/ 476964 w 3313268"/>
                <a:gd name="connsiteY15" fmla="*/ 613590 h 1880918"/>
                <a:gd name="connsiteX16" fmla="*/ 204589 w 3313268"/>
                <a:gd name="connsiteY16" fmla="*/ 176946 h 1880918"/>
                <a:gd name="connsiteX17" fmla="*/ 0 w 3313268"/>
                <a:gd name="connsiteY17" fmla="*/ 0 h 1880918"/>
                <a:gd name="connsiteX0" fmla="*/ 3108679 w 3108679"/>
                <a:gd name="connsiteY0" fmla="*/ 701123 h 1703972"/>
                <a:gd name="connsiteX1" fmla="*/ 3015164 w 3108679"/>
                <a:gd name="connsiteY1" fmla="*/ 993606 h 1703972"/>
                <a:gd name="connsiteX2" fmla="*/ 2940005 w 3108679"/>
                <a:gd name="connsiteY2" fmla="*/ 1333755 h 1703972"/>
                <a:gd name="connsiteX3" fmla="*/ 2656007 w 3108679"/>
                <a:gd name="connsiteY3" fmla="*/ 1576310 h 1703972"/>
                <a:gd name="connsiteX4" fmla="*/ 2400927 w 3108679"/>
                <a:gd name="connsiteY4" fmla="*/ 1702040 h 1703972"/>
                <a:gd name="connsiteX5" fmla="*/ 1978353 w 3108679"/>
                <a:gd name="connsiteY5" fmla="*/ 1649312 h 1703972"/>
                <a:gd name="connsiteX6" fmla="*/ 1449723 w 3108679"/>
                <a:gd name="connsiteY6" fmla="*/ 1604488 h 1703972"/>
                <a:gd name="connsiteX7" fmla="*/ 1394230 w 3108679"/>
                <a:gd name="connsiteY7" fmla="*/ 1314373 h 1703972"/>
                <a:gd name="connsiteX8" fmla="*/ 1330698 w 3108679"/>
                <a:gd name="connsiteY8" fmla="*/ 1127492 h 1703972"/>
                <a:gd name="connsiteX9" fmla="*/ 1209445 w 3108679"/>
                <a:gd name="connsiteY9" fmla="*/ 920990 h 1703972"/>
                <a:gd name="connsiteX10" fmla="*/ 1057712 w 3108679"/>
                <a:gd name="connsiteY10" fmla="*/ 856411 h 1703972"/>
                <a:gd name="connsiteX11" fmla="*/ 904550 w 3108679"/>
                <a:gd name="connsiteY11" fmla="*/ 834884 h 1703972"/>
                <a:gd name="connsiteX12" fmla="*/ 713002 w 3108679"/>
                <a:gd name="connsiteY12" fmla="*/ 848219 h 1703972"/>
                <a:gd name="connsiteX13" fmla="*/ 600416 w 3108679"/>
                <a:gd name="connsiteY13" fmla="*/ 811643 h 1703972"/>
                <a:gd name="connsiteX14" fmla="*/ 459922 w 3108679"/>
                <a:gd name="connsiteY14" fmla="*/ 671245 h 1703972"/>
                <a:gd name="connsiteX15" fmla="*/ 272375 w 3108679"/>
                <a:gd name="connsiteY15" fmla="*/ 436644 h 1703972"/>
                <a:gd name="connsiteX16" fmla="*/ 0 w 3108679"/>
                <a:gd name="connsiteY16" fmla="*/ 0 h 1703972"/>
                <a:gd name="connsiteX0" fmla="*/ 2836304 w 2836304"/>
                <a:gd name="connsiteY0" fmla="*/ 264479 h 1267328"/>
                <a:gd name="connsiteX1" fmla="*/ 2742789 w 2836304"/>
                <a:gd name="connsiteY1" fmla="*/ 556962 h 1267328"/>
                <a:gd name="connsiteX2" fmla="*/ 2667630 w 2836304"/>
                <a:gd name="connsiteY2" fmla="*/ 897111 h 1267328"/>
                <a:gd name="connsiteX3" fmla="*/ 2383632 w 2836304"/>
                <a:gd name="connsiteY3" fmla="*/ 1139666 h 1267328"/>
                <a:gd name="connsiteX4" fmla="*/ 2128552 w 2836304"/>
                <a:gd name="connsiteY4" fmla="*/ 1265396 h 1267328"/>
                <a:gd name="connsiteX5" fmla="*/ 1705978 w 2836304"/>
                <a:gd name="connsiteY5" fmla="*/ 1212668 h 1267328"/>
                <a:gd name="connsiteX6" fmla="*/ 1177348 w 2836304"/>
                <a:gd name="connsiteY6" fmla="*/ 1167844 h 1267328"/>
                <a:gd name="connsiteX7" fmla="*/ 1121855 w 2836304"/>
                <a:gd name="connsiteY7" fmla="*/ 877729 h 1267328"/>
                <a:gd name="connsiteX8" fmla="*/ 1058323 w 2836304"/>
                <a:gd name="connsiteY8" fmla="*/ 690848 h 1267328"/>
                <a:gd name="connsiteX9" fmla="*/ 937070 w 2836304"/>
                <a:gd name="connsiteY9" fmla="*/ 484346 h 1267328"/>
                <a:gd name="connsiteX10" fmla="*/ 785337 w 2836304"/>
                <a:gd name="connsiteY10" fmla="*/ 419767 h 1267328"/>
                <a:gd name="connsiteX11" fmla="*/ 632175 w 2836304"/>
                <a:gd name="connsiteY11" fmla="*/ 398240 h 1267328"/>
                <a:gd name="connsiteX12" fmla="*/ 440627 w 2836304"/>
                <a:gd name="connsiteY12" fmla="*/ 411575 h 1267328"/>
                <a:gd name="connsiteX13" fmla="*/ 328041 w 2836304"/>
                <a:gd name="connsiteY13" fmla="*/ 374999 h 1267328"/>
                <a:gd name="connsiteX14" fmla="*/ 187547 w 2836304"/>
                <a:gd name="connsiteY14" fmla="*/ 234601 h 1267328"/>
                <a:gd name="connsiteX15" fmla="*/ 0 w 2836304"/>
                <a:gd name="connsiteY15" fmla="*/ 0 h 1267328"/>
                <a:gd name="connsiteX0" fmla="*/ 2792093 w 2792093"/>
                <a:gd name="connsiteY0" fmla="*/ 306029 h 1308878"/>
                <a:gd name="connsiteX1" fmla="*/ 2698578 w 2792093"/>
                <a:gd name="connsiteY1" fmla="*/ 598512 h 1308878"/>
                <a:gd name="connsiteX2" fmla="*/ 2623419 w 2792093"/>
                <a:gd name="connsiteY2" fmla="*/ 938661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8878"/>
                <a:gd name="connsiteX1" fmla="*/ 2698578 w 2792093"/>
                <a:gd name="connsiteY1" fmla="*/ 598512 h 1308878"/>
                <a:gd name="connsiteX2" fmla="*/ 2587140 w 2792093"/>
                <a:gd name="connsiteY2" fmla="*/ 918968 h 1308878"/>
                <a:gd name="connsiteX3" fmla="*/ 2339421 w 2792093"/>
                <a:gd name="connsiteY3" fmla="*/ 1181216 h 1308878"/>
                <a:gd name="connsiteX4" fmla="*/ 2084341 w 2792093"/>
                <a:gd name="connsiteY4" fmla="*/ 1306946 h 1308878"/>
                <a:gd name="connsiteX5" fmla="*/ 1661767 w 2792093"/>
                <a:gd name="connsiteY5" fmla="*/ 1254218 h 1308878"/>
                <a:gd name="connsiteX6" fmla="*/ 1133137 w 2792093"/>
                <a:gd name="connsiteY6" fmla="*/ 1209394 h 1308878"/>
                <a:gd name="connsiteX7" fmla="*/ 1077644 w 2792093"/>
                <a:gd name="connsiteY7" fmla="*/ 919279 h 1308878"/>
                <a:gd name="connsiteX8" fmla="*/ 1014112 w 2792093"/>
                <a:gd name="connsiteY8" fmla="*/ 732398 h 1308878"/>
                <a:gd name="connsiteX9" fmla="*/ 892859 w 2792093"/>
                <a:gd name="connsiteY9" fmla="*/ 525896 h 1308878"/>
                <a:gd name="connsiteX10" fmla="*/ 741126 w 2792093"/>
                <a:gd name="connsiteY10" fmla="*/ 461317 h 1308878"/>
                <a:gd name="connsiteX11" fmla="*/ 587964 w 2792093"/>
                <a:gd name="connsiteY11" fmla="*/ 439790 h 1308878"/>
                <a:gd name="connsiteX12" fmla="*/ 396416 w 2792093"/>
                <a:gd name="connsiteY12" fmla="*/ 453125 h 1308878"/>
                <a:gd name="connsiteX13" fmla="*/ 283830 w 2792093"/>
                <a:gd name="connsiteY13" fmla="*/ 416549 h 1308878"/>
                <a:gd name="connsiteX14" fmla="*/ 143336 w 2792093"/>
                <a:gd name="connsiteY14" fmla="*/ 276151 h 1308878"/>
                <a:gd name="connsiteX15" fmla="*/ 0 w 2792093"/>
                <a:gd name="connsiteY15" fmla="*/ 0 h 1308878"/>
                <a:gd name="connsiteX0" fmla="*/ 2792093 w 2792093"/>
                <a:gd name="connsiteY0" fmla="*/ 306029 h 1309353"/>
                <a:gd name="connsiteX1" fmla="*/ 2698578 w 2792093"/>
                <a:gd name="connsiteY1" fmla="*/ 598512 h 1309353"/>
                <a:gd name="connsiteX2" fmla="*/ 2587140 w 2792093"/>
                <a:gd name="connsiteY2" fmla="*/ 918968 h 1309353"/>
                <a:gd name="connsiteX3" fmla="*/ 2319887 w 2792093"/>
                <a:gd name="connsiteY3" fmla="*/ 1170612 h 1309353"/>
                <a:gd name="connsiteX4" fmla="*/ 2084341 w 2792093"/>
                <a:gd name="connsiteY4" fmla="*/ 1306946 h 1309353"/>
                <a:gd name="connsiteX5" fmla="*/ 1661767 w 2792093"/>
                <a:gd name="connsiteY5" fmla="*/ 1254218 h 1309353"/>
                <a:gd name="connsiteX6" fmla="*/ 1133137 w 2792093"/>
                <a:gd name="connsiteY6" fmla="*/ 1209394 h 1309353"/>
                <a:gd name="connsiteX7" fmla="*/ 1077644 w 2792093"/>
                <a:gd name="connsiteY7" fmla="*/ 919279 h 1309353"/>
                <a:gd name="connsiteX8" fmla="*/ 1014112 w 2792093"/>
                <a:gd name="connsiteY8" fmla="*/ 732398 h 1309353"/>
                <a:gd name="connsiteX9" fmla="*/ 892859 w 2792093"/>
                <a:gd name="connsiteY9" fmla="*/ 525896 h 1309353"/>
                <a:gd name="connsiteX10" fmla="*/ 741126 w 2792093"/>
                <a:gd name="connsiteY10" fmla="*/ 461317 h 1309353"/>
                <a:gd name="connsiteX11" fmla="*/ 587964 w 2792093"/>
                <a:gd name="connsiteY11" fmla="*/ 439790 h 1309353"/>
                <a:gd name="connsiteX12" fmla="*/ 396416 w 2792093"/>
                <a:gd name="connsiteY12" fmla="*/ 453125 h 1309353"/>
                <a:gd name="connsiteX13" fmla="*/ 283830 w 2792093"/>
                <a:gd name="connsiteY13" fmla="*/ 416549 h 1309353"/>
                <a:gd name="connsiteX14" fmla="*/ 143336 w 2792093"/>
                <a:gd name="connsiteY14" fmla="*/ 276151 h 1309353"/>
                <a:gd name="connsiteX15" fmla="*/ 0 w 2792093"/>
                <a:gd name="connsiteY15" fmla="*/ 0 h 1309353"/>
                <a:gd name="connsiteX0" fmla="*/ 2792093 w 2792093"/>
                <a:gd name="connsiteY0" fmla="*/ 306029 h 1307888"/>
                <a:gd name="connsiteX1" fmla="*/ 2698578 w 2792093"/>
                <a:gd name="connsiteY1" fmla="*/ 598512 h 1307888"/>
                <a:gd name="connsiteX2" fmla="*/ 2587140 w 2792093"/>
                <a:gd name="connsiteY2" fmla="*/ 918968 h 1307888"/>
                <a:gd name="connsiteX3" fmla="*/ 2319887 w 2792093"/>
                <a:gd name="connsiteY3" fmla="*/ 1170612 h 1307888"/>
                <a:gd name="connsiteX4" fmla="*/ 2084341 w 2792093"/>
                <a:gd name="connsiteY4" fmla="*/ 1306946 h 1307888"/>
                <a:gd name="connsiteX5" fmla="*/ 1693533 w 2792093"/>
                <a:gd name="connsiteY5" fmla="*/ 1229899 h 1307888"/>
                <a:gd name="connsiteX6" fmla="*/ 1133137 w 2792093"/>
                <a:gd name="connsiteY6" fmla="*/ 1209394 h 1307888"/>
                <a:gd name="connsiteX7" fmla="*/ 1077644 w 2792093"/>
                <a:gd name="connsiteY7" fmla="*/ 919279 h 1307888"/>
                <a:gd name="connsiteX8" fmla="*/ 1014112 w 2792093"/>
                <a:gd name="connsiteY8" fmla="*/ 732398 h 1307888"/>
                <a:gd name="connsiteX9" fmla="*/ 892859 w 2792093"/>
                <a:gd name="connsiteY9" fmla="*/ 525896 h 1307888"/>
                <a:gd name="connsiteX10" fmla="*/ 741126 w 2792093"/>
                <a:gd name="connsiteY10" fmla="*/ 461317 h 1307888"/>
                <a:gd name="connsiteX11" fmla="*/ 587964 w 2792093"/>
                <a:gd name="connsiteY11" fmla="*/ 439790 h 1307888"/>
                <a:gd name="connsiteX12" fmla="*/ 396416 w 2792093"/>
                <a:gd name="connsiteY12" fmla="*/ 453125 h 1307888"/>
                <a:gd name="connsiteX13" fmla="*/ 283830 w 2792093"/>
                <a:gd name="connsiteY13" fmla="*/ 416549 h 1307888"/>
                <a:gd name="connsiteX14" fmla="*/ 143336 w 2792093"/>
                <a:gd name="connsiteY14" fmla="*/ 276151 h 1307888"/>
                <a:gd name="connsiteX15" fmla="*/ 0 w 2792093"/>
                <a:gd name="connsiteY15" fmla="*/ 0 h 1307888"/>
                <a:gd name="connsiteX0" fmla="*/ 2698578 w 2698578"/>
                <a:gd name="connsiteY0" fmla="*/ 598512 h 1307888"/>
                <a:gd name="connsiteX1" fmla="*/ 2587140 w 2698578"/>
                <a:gd name="connsiteY1" fmla="*/ 918968 h 1307888"/>
                <a:gd name="connsiteX2" fmla="*/ 2319887 w 2698578"/>
                <a:gd name="connsiteY2" fmla="*/ 1170612 h 1307888"/>
                <a:gd name="connsiteX3" fmla="*/ 2084341 w 2698578"/>
                <a:gd name="connsiteY3" fmla="*/ 1306946 h 1307888"/>
                <a:gd name="connsiteX4" fmla="*/ 1693533 w 2698578"/>
                <a:gd name="connsiteY4" fmla="*/ 1229899 h 1307888"/>
                <a:gd name="connsiteX5" fmla="*/ 1133137 w 2698578"/>
                <a:gd name="connsiteY5" fmla="*/ 1209394 h 1307888"/>
                <a:gd name="connsiteX6" fmla="*/ 1077644 w 2698578"/>
                <a:gd name="connsiteY6" fmla="*/ 919279 h 1307888"/>
                <a:gd name="connsiteX7" fmla="*/ 1014112 w 2698578"/>
                <a:gd name="connsiteY7" fmla="*/ 732398 h 1307888"/>
                <a:gd name="connsiteX8" fmla="*/ 892859 w 2698578"/>
                <a:gd name="connsiteY8" fmla="*/ 525896 h 1307888"/>
                <a:gd name="connsiteX9" fmla="*/ 741126 w 2698578"/>
                <a:gd name="connsiteY9" fmla="*/ 461317 h 1307888"/>
                <a:gd name="connsiteX10" fmla="*/ 587964 w 2698578"/>
                <a:gd name="connsiteY10" fmla="*/ 439790 h 1307888"/>
                <a:gd name="connsiteX11" fmla="*/ 396416 w 2698578"/>
                <a:gd name="connsiteY11" fmla="*/ 453125 h 1307888"/>
                <a:gd name="connsiteX12" fmla="*/ 283830 w 2698578"/>
                <a:gd name="connsiteY12" fmla="*/ 416549 h 1307888"/>
                <a:gd name="connsiteX13" fmla="*/ 143336 w 2698578"/>
                <a:gd name="connsiteY13" fmla="*/ 276151 h 1307888"/>
                <a:gd name="connsiteX14" fmla="*/ 0 w 2698578"/>
                <a:gd name="connsiteY14" fmla="*/ 0 h 1307888"/>
                <a:gd name="connsiteX0" fmla="*/ 2727428 w 2727428"/>
                <a:gd name="connsiteY0" fmla="*/ 800991 h 1307888"/>
                <a:gd name="connsiteX1" fmla="*/ 2587140 w 2727428"/>
                <a:gd name="connsiteY1" fmla="*/ 918968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888"/>
                <a:gd name="connsiteX1" fmla="*/ 2577244 w 2727428"/>
                <a:gd name="connsiteY1" fmla="*/ 1036623 h 1307888"/>
                <a:gd name="connsiteX2" fmla="*/ 2319887 w 2727428"/>
                <a:gd name="connsiteY2" fmla="*/ 1170612 h 1307888"/>
                <a:gd name="connsiteX3" fmla="*/ 2084341 w 2727428"/>
                <a:gd name="connsiteY3" fmla="*/ 1306946 h 1307888"/>
                <a:gd name="connsiteX4" fmla="*/ 1693533 w 2727428"/>
                <a:gd name="connsiteY4" fmla="*/ 1229899 h 1307888"/>
                <a:gd name="connsiteX5" fmla="*/ 1133137 w 2727428"/>
                <a:gd name="connsiteY5" fmla="*/ 1209394 h 1307888"/>
                <a:gd name="connsiteX6" fmla="*/ 1077644 w 2727428"/>
                <a:gd name="connsiteY6" fmla="*/ 919279 h 1307888"/>
                <a:gd name="connsiteX7" fmla="*/ 1014112 w 2727428"/>
                <a:gd name="connsiteY7" fmla="*/ 732398 h 1307888"/>
                <a:gd name="connsiteX8" fmla="*/ 892859 w 2727428"/>
                <a:gd name="connsiteY8" fmla="*/ 525896 h 1307888"/>
                <a:gd name="connsiteX9" fmla="*/ 741126 w 2727428"/>
                <a:gd name="connsiteY9" fmla="*/ 461317 h 1307888"/>
                <a:gd name="connsiteX10" fmla="*/ 587964 w 2727428"/>
                <a:gd name="connsiteY10" fmla="*/ 439790 h 1307888"/>
                <a:gd name="connsiteX11" fmla="*/ 396416 w 2727428"/>
                <a:gd name="connsiteY11" fmla="*/ 453125 h 1307888"/>
                <a:gd name="connsiteX12" fmla="*/ 283830 w 2727428"/>
                <a:gd name="connsiteY12" fmla="*/ 416549 h 1307888"/>
                <a:gd name="connsiteX13" fmla="*/ 143336 w 2727428"/>
                <a:gd name="connsiteY13" fmla="*/ 276151 h 1307888"/>
                <a:gd name="connsiteX14" fmla="*/ 0 w 2727428"/>
                <a:gd name="connsiteY14" fmla="*/ 0 h 1307888"/>
                <a:gd name="connsiteX0" fmla="*/ 2727428 w 2727428"/>
                <a:gd name="connsiteY0" fmla="*/ 800991 h 1307152"/>
                <a:gd name="connsiteX1" fmla="*/ 2577244 w 2727428"/>
                <a:gd name="connsiteY1" fmla="*/ 1036623 h 1307152"/>
                <a:gd name="connsiteX2" fmla="*/ 2314054 w 2727428"/>
                <a:gd name="connsiteY2" fmla="*/ 1203898 h 1307152"/>
                <a:gd name="connsiteX3" fmla="*/ 2084341 w 2727428"/>
                <a:gd name="connsiteY3" fmla="*/ 1306946 h 1307152"/>
                <a:gd name="connsiteX4" fmla="*/ 1693533 w 2727428"/>
                <a:gd name="connsiteY4" fmla="*/ 1229899 h 1307152"/>
                <a:gd name="connsiteX5" fmla="*/ 1133137 w 2727428"/>
                <a:gd name="connsiteY5" fmla="*/ 1209394 h 1307152"/>
                <a:gd name="connsiteX6" fmla="*/ 1077644 w 2727428"/>
                <a:gd name="connsiteY6" fmla="*/ 919279 h 1307152"/>
                <a:gd name="connsiteX7" fmla="*/ 1014112 w 2727428"/>
                <a:gd name="connsiteY7" fmla="*/ 732398 h 1307152"/>
                <a:gd name="connsiteX8" fmla="*/ 892859 w 2727428"/>
                <a:gd name="connsiteY8" fmla="*/ 525896 h 1307152"/>
                <a:gd name="connsiteX9" fmla="*/ 741126 w 2727428"/>
                <a:gd name="connsiteY9" fmla="*/ 461317 h 1307152"/>
                <a:gd name="connsiteX10" fmla="*/ 587964 w 2727428"/>
                <a:gd name="connsiteY10" fmla="*/ 439790 h 1307152"/>
                <a:gd name="connsiteX11" fmla="*/ 396416 w 2727428"/>
                <a:gd name="connsiteY11" fmla="*/ 453125 h 1307152"/>
                <a:gd name="connsiteX12" fmla="*/ 283830 w 2727428"/>
                <a:gd name="connsiteY12" fmla="*/ 416549 h 1307152"/>
                <a:gd name="connsiteX13" fmla="*/ 143336 w 2727428"/>
                <a:gd name="connsiteY13" fmla="*/ 276151 h 1307152"/>
                <a:gd name="connsiteX14" fmla="*/ 0 w 2727428"/>
                <a:gd name="connsiteY14" fmla="*/ 0 h 1307152"/>
                <a:gd name="connsiteX0" fmla="*/ 2584092 w 2584092"/>
                <a:gd name="connsiteY0" fmla="*/ 524840 h 1031001"/>
                <a:gd name="connsiteX1" fmla="*/ 2433908 w 2584092"/>
                <a:gd name="connsiteY1" fmla="*/ 760472 h 1031001"/>
                <a:gd name="connsiteX2" fmla="*/ 2170718 w 2584092"/>
                <a:gd name="connsiteY2" fmla="*/ 927747 h 1031001"/>
                <a:gd name="connsiteX3" fmla="*/ 1941005 w 2584092"/>
                <a:gd name="connsiteY3" fmla="*/ 1030795 h 1031001"/>
                <a:gd name="connsiteX4" fmla="*/ 1550197 w 2584092"/>
                <a:gd name="connsiteY4" fmla="*/ 953748 h 1031001"/>
                <a:gd name="connsiteX5" fmla="*/ 989801 w 2584092"/>
                <a:gd name="connsiteY5" fmla="*/ 933243 h 1031001"/>
                <a:gd name="connsiteX6" fmla="*/ 934308 w 2584092"/>
                <a:gd name="connsiteY6" fmla="*/ 643128 h 1031001"/>
                <a:gd name="connsiteX7" fmla="*/ 870776 w 2584092"/>
                <a:gd name="connsiteY7" fmla="*/ 456247 h 1031001"/>
                <a:gd name="connsiteX8" fmla="*/ 749523 w 2584092"/>
                <a:gd name="connsiteY8" fmla="*/ 249745 h 1031001"/>
                <a:gd name="connsiteX9" fmla="*/ 597790 w 2584092"/>
                <a:gd name="connsiteY9" fmla="*/ 185166 h 1031001"/>
                <a:gd name="connsiteX10" fmla="*/ 444628 w 2584092"/>
                <a:gd name="connsiteY10" fmla="*/ 163639 h 1031001"/>
                <a:gd name="connsiteX11" fmla="*/ 253080 w 2584092"/>
                <a:gd name="connsiteY11" fmla="*/ 176974 h 1031001"/>
                <a:gd name="connsiteX12" fmla="*/ 140494 w 2584092"/>
                <a:gd name="connsiteY12" fmla="*/ 140398 h 1031001"/>
                <a:gd name="connsiteX13" fmla="*/ 0 w 2584092"/>
                <a:gd name="connsiteY13" fmla="*/ 0 h 1031001"/>
                <a:gd name="connsiteX0" fmla="*/ 2443598 w 2443598"/>
                <a:gd name="connsiteY0" fmla="*/ 384442 h 890603"/>
                <a:gd name="connsiteX1" fmla="*/ 2293414 w 2443598"/>
                <a:gd name="connsiteY1" fmla="*/ 620074 h 890603"/>
                <a:gd name="connsiteX2" fmla="*/ 2030224 w 2443598"/>
                <a:gd name="connsiteY2" fmla="*/ 787349 h 890603"/>
                <a:gd name="connsiteX3" fmla="*/ 1800511 w 2443598"/>
                <a:gd name="connsiteY3" fmla="*/ 890397 h 890603"/>
                <a:gd name="connsiteX4" fmla="*/ 1409703 w 2443598"/>
                <a:gd name="connsiteY4" fmla="*/ 813350 h 890603"/>
                <a:gd name="connsiteX5" fmla="*/ 849307 w 2443598"/>
                <a:gd name="connsiteY5" fmla="*/ 792845 h 890603"/>
                <a:gd name="connsiteX6" fmla="*/ 793814 w 2443598"/>
                <a:gd name="connsiteY6" fmla="*/ 502730 h 890603"/>
                <a:gd name="connsiteX7" fmla="*/ 730282 w 2443598"/>
                <a:gd name="connsiteY7" fmla="*/ 315849 h 890603"/>
                <a:gd name="connsiteX8" fmla="*/ 609029 w 2443598"/>
                <a:gd name="connsiteY8" fmla="*/ 109347 h 890603"/>
                <a:gd name="connsiteX9" fmla="*/ 457296 w 2443598"/>
                <a:gd name="connsiteY9" fmla="*/ 44768 h 890603"/>
                <a:gd name="connsiteX10" fmla="*/ 304134 w 2443598"/>
                <a:gd name="connsiteY10" fmla="*/ 23241 h 890603"/>
                <a:gd name="connsiteX11" fmla="*/ 112586 w 2443598"/>
                <a:gd name="connsiteY11" fmla="*/ 36576 h 890603"/>
                <a:gd name="connsiteX12" fmla="*/ 0 w 2443598"/>
                <a:gd name="connsiteY12" fmla="*/ 0 h 890603"/>
                <a:gd name="connsiteX0" fmla="*/ 2331012 w 2331012"/>
                <a:gd name="connsiteY0" fmla="*/ 361252 h 867413"/>
                <a:gd name="connsiteX1" fmla="*/ 2180828 w 2331012"/>
                <a:gd name="connsiteY1" fmla="*/ 596884 h 867413"/>
                <a:gd name="connsiteX2" fmla="*/ 1917638 w 2331012"/>
                <a:gd name="connsiteY2" fmla="*/ 764159 h 867413"/>
                <a:gd name="connsiteX3" fmla="*/ 1687925 w 2331012"/>
                <a:gd name="connsiteY3" fmla="*/ 867207 h 867413"/>
                <a:gd name="connsiteX4" fmla="*/ 1297117 w 2331012"/>
                <a:gd name="connsiteY4" fmla="*/ 790160 h 867413"/>
                <a:gd name="connsiteX5" fmla="*/ 736721 w 2331012"/>
                <a:gd name="connsiteY5" fmla="*/ 769655 h 867413"/>
                <a:gd name="connsiteX6" fmla="*/ 681228 w 2331012"/>
                <a:gd name="connsiteY6" fmla="*/ 479540 h 867413"/>
                <a:gd name="connsiteX7" fmla="*/ 617696 w 2331012"/>
                <a:gd name="connsiteY7" fmla="*/ 292659 h 867413"/>
                <a:gd name="connsiteX8" fmla="*/ 496443 w 2331012"/>
                <a:gd name="connsiteY8" fmla="*/ 86157 h 867413"/>
                <a:gd name="connsiteX9" fmla="*/ 344710 w 2331012"/>
                <a:gd name="connsiteY9" fmla="*/ 21578 h 867413"/>
                <a:gd name="connsiteX10" fmla="*/ 191548 w 2331012"/>
                <a:gd name="connsiteY10" fmla="*/ 51 h 867413"/>
                <a:gd name="connsiteX11" fmla="*/ 0 w 2331012"/>
                <a:gd name="connsiteY11" fmla="*/ 13386 h 867413"/>
                <a:gd name="connsiteX0" fmla="*/ 2139464 w 2139464"/>
                <a:gd name="connsiteY0" fmla="*/ 361252 h 867413"/>
                <a:gd name="connsiteX1" fmla="*/ 1989280 w 2139464"/>
                <a:gd name="connsiteY1" fmla="*/ 596884 h 867413"/>
                <a:gd name="connsiteX2" fmla="*/ 1726090 w 2139464"/>
                <a:gd name="connsiteY2" fmla="*/ 764159 h 867413"/>
                <a:gd name="connsiteX3" fmla="*/ 1496377 w 2139464"/>
                <a:gd name="connsiteY3" fmla="*/ 867207 h 867413"/>
                <a:gd name="connsiteX4" fmla="*/ 1105569 w 2139464"/>
                <a:gd name="connsiteY4" fmla="*/ 790160 h 867413"/>
                <a:gd name="connsiteX5" fmla="*/ 545173 w 2139464"/>
                <a:gd name="connsiteY5" fmla="*/ 769655 h 867413"/>
                <a:gd name="connsiteX6" fmla="*/ 489680 w 2139464"/>
                <a:gd name="connsiteY6" fmla="*/ 479540 h 867413"/>
                <a:gd name="connsiteX7" fmla="*/ 426148 w 2139464"/>
                <a:gd name="connsiteY7" fmla="*/ 292659 h 867413"/>
                <a:gd name="connsiteX8" fmla="*/ 304895 w 2139464"/>
                <a:gd name="connsiteY8" fmla="*/ 86157 h 867413"/>
                <a:gd name="connsiteX9" fmla="*/ 153162 w 2139464"/>
                <a:gd name="connsiteY9" fmla="*/ 21578 h 867413"/>
                <a:gd name="connsiteX10" fmla="*/ 0 w 2139464"/>
                <a:gd name="connsiteY10" fmla="*/ 51 h 867413"/>
                <a:gd name="connsiteX0" fmla="*/ 1986302 w 1986302"/>
                <a:gd name="connsiteY0" fmla="*/ 339674 h 845835"/>
                <a:gd name="connsiteX1" fmla="*/ 1836118 w 1986302"/>
                <a:gd name="connsiteY1" fmla="*/ 575306 h 845835"/>
                <a:gd name="connsiteX2" fmla="*/ 1572928 w 1986302"/>
                <a:gd name="connsiteY2" fmla="*/ 742581 h 845835"/>
                <a:gd name="connsiteX3" fmla="*/ 1343215 w 1986302"/>
                <a:gd name="connsiteY3" fmla="*/ 845629 h 845835"/>
                <a:gd name="connsiteX4" fmla="*/ 952407 w 1986302"/>
                <a:gd name="connsiteY4" fmla="*/ 768582 h 845835"/>
                <a:gd name="connsiteX5" fmla="*/ 392011 w 1986302"/>
                <a:gd name="connsiteY5" fmla="*/ 748077 h 845835"/>
                <a:gd name="connsiteX6" fmla="*/ 336518 w 1986302"/>
                <a:gd name="connsiteY6" fmla="*/ 457962 h 845835"/>
                <a:gd name="connsiteX7" fmla="*/ 272986 w 1986302"/>
                <a:gd name="connsiteY7" fmla="*/ 271081 h 845835"/>
                <a:gd name="connsiteX8" fmla="*/ 151733 w 1986302"/>
                <a:gd name="connsiteY8" fmla="*/ 64579 h 845835"/>
                <a:gd name="connsiteX9" fmla="*/ 0 w 1986302"/>
                <a:gd name="connsiteY9" fmla="*/ 0 h 845835"/>
                <a:gd name="connsiteX0" fmla="*/ 1834569 w 1834569"/>
                <a:gd name="connsiteY0" fmla="*/ 275095 h 781256"/>
                <a:gd name="connsiteX1" fmla="*/ 1684385 w 1834569"/>
                <a:gd name="connsiteY1" fmla="*/ 510727 h 781256"/>
                <a:gd name="connsiteX2" fmla="*/ 1421195 w 1834569"/>
                <a:gd name="connsiteY2" fmla="*/ 678002 h 781256"/>
                <a:gd name="connsiteX3" fmla="*/ 1191482 w 1834569"/>
                <a:gd name="connsiteY3" fmla="*/ 781050 h 781256"/>
                <a:gd name="connsiteX4" fmla="*/ 800674 w 1834569"/>
                <a:gd name="connsiteY4" fmla="*/ 704003 h 781256"/>
                <a:gd name="connsiteX5" fmla="*/ 240278 w 1834569"/>
                <a:gd name="connsiteY5" fmla="*/ 683498 h 781256"/>
                <a:gd name="connsiteX6" fmla="*/ 184785 w 1834569"/>
                <a:gd name="connsiteY6" fmla="*/ 393383 h 781256"/>
                <a:gd name="connsiteX7" fmla="*/ 121253 w 1834569"/>
                <a:gd name="connsiteY7" fmla="*/ 206502 h 781256"/>
                <a:gd name="connsiteX8" fmla="*/ 0 w 1834569"/>
                <a:gd name="connsiteY8" fmla="*/ 0 h 781256"/>
                <a:gd name="connsiteX0" fmla="*/ 1980228 w 1980228"/>
                <a:gd name="connsiteY0" fmla="*/ 269864 h 776025"/>
                <a:gd name="connsiteX1" fmla="*/ 1830044 w 1980228"/>
                <a:gd name="connsiteY1" fmla="*/ 505496 h 776025"/>
                <a:gd name="connsiteX2" fmla="*/ 1566854 w 1980228"/>
                <a:gd name="connsiteY2" fmla="*/ 672771 h 776025"/>
                <a:gd name="connsiteX3" fmla="*/ 1337141 w 1980228"/>
                <a:gd name="connsiteY3" fmla="*/ 775819 h 776025"/>
                <a:gd name="connsiteX4" fmla="*/ 946333 w 1980228"/>
                <a:gd name="connsiteY4" fmla="*/ 698772 h 776025"/>
                <a:gd name="connsiteX5" fmla="*/ 385937 w 1980228"/>
                <a:gd name="connsiteY5" fmla="*/ 678267 h 776025"/>
                <a:gd name="connsiteX6" fmla="*/ 330444 w 1980228"/>
                <a:gd name="connsiteY6" fmla="*/ 388152 h 776025"/>
                <a:gd name="connsiteX7" fmla="*/ 266912 w 1980228"/>
                <a:gd name="connsiteY7" fmla="*/ 201271 h 776025"/>
                <a:gd name="connsiteX8" fmla="*/ 0 w 1980228"/>
                <a:gd name="connsiteY8" fmla="*/ 0 h 77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228" h="776025">
                  <a:moveTo>
                    <a:pt x="1980228" y="269864"/>
                  </a:moveTo>
                  <a:cubicBezTo>
                    <a:pt x="1946069" y="372021"/>
                    <a:pt x="1898940" y="438345"/>
                    <a:pt x="1830044" y="505496"/>
                  </a:cubicBezTo>
                  <a:cubicBezTo>
                    <a:pt x="1761148" y="572647"/>
                    <a:pt x="1649005" y="627717"/>
                    <a:pt x="1566854" y="672771"/>
                  </a:cubicBezTo>
                  <a:cubicBezTo>
                    <a:pt x="1484704" y="717825"/>
                    <a:pt x="1440561" y="771486"/>
                    <a:pt x="1337141" y="775819"/>
                  </a:cubicBezTo>
                  <a:cubicBezTo>
                    <a:pt x="1233721" y="780152"/>
                    <a:pt x="1104867" y="715031"/>
                    <a:pt x="946333" y="698772"/>
                  </a:cubicBezTo>
                  <a:cubicBezTo>
                    <a:pt x="787799" y="682513"/>
                    <a:pt x="488585" y="730037"/>
                    <a:pt x="385937" y="678267"/>
                  </a:cubicBezTo>
                  <a:cubicBezTo>
                    <a:pt x="283289" y="626497"/>
                    <a:pt x="350282" y="467651"/>
                    <a:pt x="330444" y="388152"/>
                  </a:cubicBezTo>
                  <a:cubicBezTo>
                    <a:pt x="310606" y="308653"/>
                    <a:pt x="321986" y="265963"/>
                    <a:pt x="266912" y="201271"/>
                  </a:cubicBezTo>
                  <a:cubicBezTo>
                    <a:pt x="211838" y="136579"/>
                    <a:pt x="64008" y="50197"/>
                    <a:pt x="0" y="0"/>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92" name="Freeform: Shape 91">
              <a:extLst>
                <a:ext uri="{FF2B5EF4-FFF2-40B4-BE49-F238E27FC236}">
                  <a16:creationId xmlns:a16="http://schemas.microsoft.com/office/drawing/2014/main" id="{2322E524-4FF9-5BE4-8A81-297FB9B52C6D}"/>
                </a:ext>
              </a:extLst>
            </p:cNvPr>
            <p:cNvSpPr/>
            <p:nvPr userDrawn="1"/>
          </p:nvSpPr>
          <p:spPr>
            <a:xfrm rot="5546150" flipH="1" flipV="1">
              <a:off x="-25094" y="3915308"/>
              <a:ext cx="292368" cy="267576"/>
            </a:xfrm>
            <a:custGeom>
              <a:avLst/>
              <a:gdLst>
                <a:gd name="connsiteX0" fmla="*/ 1950434 w 2095685"/>
                <a:gd name="connsiteY0" fmla="*/ 0 h 1175182"/>
                <a:gd name="connsiteX1" fmla="*/ 2077307 w 2095685"/>
                <a:gd name="connsiteY1" fmla="*/ 479108 h 1175182"/>
                <a:gd name="connsiteX2" fmla="*/ 2089309 w 2095685"/>
                <a:gd name="connsiteY2" fmla="*/ 826008 h 1175182"/>
                <a:gd name="connsiteX3" fmla="*/ 1987582 w 2095685"/>
                <a:gd name="connsiteY3" fmla="*/ 1101185 h 1175182"/>
                <a:gd name="connsiteX4" fmla="*/ 1818037 w 2095685"/>
                <a:gd name="connsiteY4" fmla="*/ 1173004 h 1175182"/>
                <a:gd name="connsiteX5" fmla="*/ 1694402 w 2095685"/>
                <a:gd name="connsiteY5" fmla="*/ 1157097 h 1175182"/>
                <a:gd name="connsiteX6" fmla="*/ 1594676 w 2095685"/>
                <a:gd name="connsiteY6" fmla="*/ 1013555 h 1175182"/>
                <a:gd name="connsiteX7" fmla="*/ 1664494 w 2095685"/>
                <a:gd name="connsiteY7" fmla="*/ 790289 h 1175182"/>
                <a:gd name="connsiteX8" fmla="*/ 1684401 w 2095685"/>
                <a:gd name="connsiteY8" fmla="*/ 527114 h 1175182"/>
                <a:gd name="connsiteX9" fmla="*/ 1550765 w 2095685"/>
                <a:gd name="connsiteY9" fmla="*/ 343662 h 1175182"/>
                <a:gd name="connsiteX10" fmla="*/ 1315402 w 2095685"/>
                <a:gd name="connsiteY10" fmla="*/ 265938 h 1175182"/>
                <a:gd name="connsiteX11" fmla="*/ 876586 w 2095685"/>
                <a:gd name="connsiteY11" fmla="*/ 200120 h 1175182"/>
                <a:gd name="connsiteX12" fmla="*/ 591312 w 2095685"/>
                <a:gd name="connsiteY12" fmla="*/ 186119 h 1175182"/>
                <a:gd name="connsiteX13" fmla="*/ 0 w 2095685"/>
                <a:gd name="connsiteY13" fmla="*/ 16669 h 1175182"/>
                <a:gd name="connsiteX0" fmla="*/ 1473675 w 1618926"/>
                <a:gd name="connsiteY0" fmla="*/ 368892 h 1544074"/>
                <a:gd name="connsiteX1" fmla="*/ 1600548 w 1618926"/>
                <a:gd name="connsiteY1" fmla="*/ 848000 h 1544074"/>
                <a:gd name="connsiteX2" fmla="*/ 1612550 w 1618926"/>
                <a:gd name="connsiteY2" fmla="*/ 1194900 h 1544074"/>
                <a:gd name="connsiteX3" fmla="*/ 1510823 w 1618926"/>
                <a:gd name="connsiteY3" fmla="*/ 1470077 h 1544074"/>
                <a:gd name="connsiteX4" fmla="*/ 1341278 w 1618926"/>
                <a:gd name="connsiteY4" fmla="*/ 1541896 h 1544074"/>
                <a:gd name="connsiteX5" fmla="*/ 1217643 w 1618926"/>
                <a:gd name="connsiteY5" fmla="*/ 1525989 h 1544074"/>
                <a:gd name="connsiteX6" fmla="*/ 1117917 w 1618926"/>
                <a:gd name="connsiteY6" fmla="*/ 1382447 h 1544074"/>
                <a:gd name="connsiteX7" fmla="*/ 1187735 w 1618926"/>
                <a:gd name="connsiteY7" fmla="*/ 1159181 h 1544074"/>
                <a:gd name="connsiteX8" fmla="*/ 1207642 w 1618926"/>
                <a:gd name="connsiteY8" fmla="*/ 896006 h 1544074"/>
                <a:gd name="connsiteX9" fmla="*/ 1074006 w 1618926"/>
                <a:gd name="connsiteY9" fmla="*/ 712554 h 1544074"/>
                <a:gd name="connsiteX10" fmla="*/ 838643 w 1618926"/>
                <a:gd name="connsiteY10" fmla="*/ 634830 h 1544074"/>
                <a:gd name="connsiteX11" fmla="*/ 399827 w 1618926"/>
                <a:gd name="connsiteY11" fmla="*/ 569012 h 1544074"/>
                <a:gd name="connsiteX12" fmla="*/ 114553 w 1618926"/>
                <a:gd name="connsiteY12" fmla="*/ 555011 h 1544074"/>
                <a:gd name="connsiteX13" fmla="*/ 0 w 1618926"/>
                <a:gd name="connsiteY13" fmla="*/ 0 h 1544074"/>
                <a:gd name="connsiteX0" fmla="*/ 1602674 w 1747925"/>
                <a:gd name="connsiteY0" fmla="*/ 368892 h 1544074"/>
                <a:gd name="connsiteX1" fmla="*/ 1729547 w 1747925"/>
                <a:gd name="connsiteY1" fmla="*/ 848000 h 1544074"/>
                <a:gd name="connsiteX2" fmla="*/ 1741549 w 1747925"/>
                <a:gd name="connsiteY2" fmla="*/ 1194900 h 1544074"/>
                <a:gd name="connsiteX3" fmla="*/ 1639822 w 1747925"/>
                <a:gd name="connsiteY3" fmla="*/ 1470077 h 1544074"/>
                <a:gd name="connsiteX4" fmla="*/ 1470277 w 1747925"/>
                <a:gd name="connsiteY4" fmla="*/ 1541896 h 1544074"/>
                <a:gd name="connsiteX5" fmla="*/ 1346642 w 1747925"/>
                <a:gd name="connsiteY5" fmla="*/ 1525989 h 1544074"/>
                <a:gd name="connsiteX6" fmla="*/ 1246916 w 1747925"/>
                <a:gd name="connsiteY6" fmla="*/ 1382447 h 1544074"/>
                <a:gd name="connsiteX7" fmla="*/ 1316734 w 1747925"/>
                <a:gd name="connsiteY7" fmla="*/ 1159181 h 1544074"/>
                <a:gd name="connsiteX8" fmla="*/ 1336641 w 1747925"/>
                <a:gd name="connsiteY8" fmla="*/ 896006 h 1544074"/>
                <a:gd name="connsiteX9" fmla="*/ 1203005 w 1747925"/>
                <a:gd name="connsiteY9" fmla="*/ 712554 h 1544074"/>
                <a:gd name="connsiteX10" fmla="*/ 967642 w 1747925"/>
                <a:gd name="connsiteY10" fmla="*/ 634830 h 1544074"/>
                <a:gd name="connsiteX11" fmla="*/ 528826 w 1747925"/>
                <a:gd name="connsiteY11" fmla="*/ 569012 h 1544074"/>
                <a:gd name="connsiteX12" fmla="*/ 243552 w 1747925"/>
                <a:gd name="connsiteY12" fmla="*/ 555011 h 1544074"/>
                <a:gd name="connsiteX13" fmla="*/ 128999 w 1747925"/>
                <a:gd name="connsiteY13" fmla="*/ 0 h 1544074"/>
                <a:gd name="connsiteX0" fmla="*/ 1506830 w 1652081"/>
                <a:gd name="connsiteY0" fmla="*/ 343444 h 1518626"/>
                <a:gd name="connsiteX1" fmla="*/ 1633703 w 1652081"/>
                <a:gd name="connsiteY1" fmla="*/ 822552 h 1518626"/>
                <a:gd name="connsiteX2" fmla="*/ 1645705 w 1652081"/>
                <a:gd name="connsiteY2" fmla="*/ 1169452 h 1518626"/>
                <a:gd name="connsiteX3" fmla="*/ 1543978 w 1652081"/>
                <a:gd name="connsiteY3" fmla="*/ 1444629 h 1518626"/>
                <a:gd name="connsiteX4" fmla="*/ 1374433 w 1652081"/>
                <a:gd name="connsiteY4" fmla="*/ 1516448 h 1518626"/>
                <a:gd name="connsiteX5" fmla="*/ 1250798 w 1652081"/>
                <a:gd name="connsiteY5" fmla="*/ 1500541 h 1518626"/>
                <a:gd name="connsiteX6" fmla="*/ 1151072 w 1652081"/>
                <a:gd name="connsiteY6" fmla="*/ 1356999 h 1518626"/>
                <a:gd name="connsiteX7" fmla="*/ 1220890 w 1652081"/>
                <a:gd name="connsiteY7" fmla="*/ 1133733 h 1518626"/>
                <a:gd name="connsiteX8" fmla="*/ 1240797 w 1652081"/>
                <a:gd name="connsiteY8" fmla="*/ 870558 h 1518626"/>
                <a:gd name="connsiteX9" fmla="*/ 1107161 w 1652081"/>
                <a:gd name="connsiteY9" fmla="*/ 687106 h 1518626"/>
                <a:gd name="connsiteX10" fmla="*/ 871798 w 1652081"/>
                <a:gd name="connsiteY10" fmla="*/ 609382 h 1518626"/>
                <a:gd name="connsiteX11" fmla="*/ 432982 w 1652081"/>
                <a:gd name="connsiteY11" fmla="*/ 543564 h 1518626"/>
                <a:gd name="connsiteX12" fmla="*/ 147708 w 1652081"/>
                <a:gd name="connsiteY12" fmla="*/ 529563 h 1518626"/>
                <a:gd name="connsiteX13" fmla="*/ 172916 w 1652081"/>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387721 w 1606820"/>
                <a:gd name="connsiteY11" fmla="*/ 543564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826537 w 1606820"/>
                <a:gd name="connsiteY10" fmla="*/ 609382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95536 w 1606820"/>
                <a:gd name="connsiteY8" fmla="*/ 870558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175629 w 1606820"/>
                <a:gd name="connsiteY7" fmla="*/ 113373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61569 w 1606820"/>
                <a:gd name="connsiteY0" fmla="*/ 343444 h 1518626"/>
                <a:gd name="connsiteX1" fmla="*/ 1588442 w 1606820"/>
                <a:gd name="connsiteY1" fmla="*/ 822552 h 1518626"/>
                <a:gd name="connsiteX2" fmla="*/ 1600444 w 1606820"/>
                <a:gd name="connsiteY2" fmla="*/ 1169452 h 1518626"/>
                <a:gd name="connsiteX3" fmla="*/ 1498717 w 1606820"/>
                <a:gd name="connsiteY3" fmla="*/ 1444629 h 1518626"/>
                <a:gd name="connsiteX4" fmla="*/ 1329172 w 1606820"/>
                <a:gd name="connsiteY4" fmla="*/ 1516448 h 1518626"/>
                <a:gd name="connsiteX5" fmla="*/ 1205537 w 1606820"/>
                <a:gd name="connsiteY5" fmla="*/ 1500541 h 1518626"/>
                <a:gd name="connsiteX6" fmla="*/ 1105811 w 1606820"/>
                <a:gd name="connsiteY6" fmla="*/ 1356999 h 1518626"/>
                <a:gd name="connsiteX7" fmla="*/ 1073275 w 1606820"/>
                <a:gd name="connsiteY7" fmla="*/ 1159123 h 1518626"/>
                <a:gd name="connsiteX8" fmla="*/ 1101132 w 1606820"/>
                <a:gd name="connsiteY8" fmla="*/ 897523 h 1518626"/>
                <a:gd name="connsiteX9" fmla="*/ 1061900 w 1606820"/>
                <a:gd name="connsiteY9" fmla="*/ 687106 h 1518626"/>
                <a:gd name="connsiteX10" fmla="*/ 925573 w 1606820"/>
                <a:gd name="connsiteY10" fmla="*/ 594471 h 1518626"/>
                <a:gd name="connsiteX11" fmla="*/ 628843 w 1606820"/>
                <a:gd name="connsiteY11" fmla="*/ 542312 h 1518626"/>
                <a:gd name="connsiteX12" fmla="*/ 247825 w 1606820"/>
                <a:gd name="connsiteY12" fmla="*/ 590646 h 1518626"/>
                <a:gd name="connsiteX13" fmla="*/ 127655 w 1606820"/>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435434 w 1608963"/>
                <a:gd name="connsiteY0" fmla="*/ 261430 h 1518626"/>
                <a:gd name="connsiteX1" fmla="*/ 1588442 w 1608963"/>
                <a:gd name="connsiteY1" fmla="*/ 822552 h 1518626"/>
                <a:gd name="connsiteX2" fmla="*/ 1600444 w 1608963"/>
                <a:gd name="connsiteY2" fmla="*/ 1169452 h 1518626"/>
                <a:gd name="connsiteX3" fmla="*/ 1498717 w 1608963"/>
                <a:gd name="connsiteY3" fmla="*/ 1444629 h 1518626"/>
                <a:gd name="connsiteX4" fmla="*/ 1329172 w 1608963"/>
                <a:gd name="connsiteY4" fmla="*/ 1516448 h 1518626"/>
                <a:gd name="connsiteX5" fmla="*/ 1205537 w 1608963"/>
                <a:gd name="connsiteY5" fmla="*/ 1500541 h 1518626"/>
                <a:gd name="connsiteX6" fmla="*/ 1105811 w 1608963"/>
                <a:gd name="connsiteY6" fmla="*/ 1356999 h 1518626"/>
                <a:gd name="connsiteX7" fmla="*/ 1073275 w 1608963"/>
                <a:gd name="connsiteY7" fmla="*/ 1159123 h 1518626"/>
                <a:gd name="connsiteX8" fmla="*/ 1101132 w 1608963"/>
                <a:gd name="connsiteY8" fmla="*/ 897523 h 1518626"/>
                <a:gd name="connsiteX9" fmla="*/ 1061900 w 1608963"/>
                <a:gd name="connsiteY9" fmla="*/ 687106 h 1518626"/>
                <a:gd name="connsiteX10" fmla="*/ 925573 w 1608963"/>
                <a:gd name="connsiteY10" fmla="*/ 594471 h 1518626"/>
                <a:gd name="connsiteX11" fmla="*/ 628843 w 1608963"/>
                <a:gd name="connsiteY11" fmla="*/ 542312 h 1518626"/>
                <a:gd name="connsiteX12" fmla="*/ 247825 w 1608963"/>
                <a:gd name="connsiteY12" fmla="*/ 590646 h 1518626"/>
                <a:gd name="connsiteX13" fmla="*/ 127655 w 1608963"/>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61900 w 1617880"/>
                <a:gd name="connsiteY9" fmla="*/ 687106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925573 w 1617880"/>
                <a:gd name="connsiteY10" fmla="*/ 594471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628843 w 1617880"/>
                <a:gd name="connsiteY11" fmla="*/ 542312 h 1518626"/>
                <a:gd name="connsiteX12" fmla="*/ 247825 w 1617880"/>
                <a:gd name="connsiteY12" fmla="*/ 590646 h 1518626"/>
                <a:gd name="connsiteX13" fmla="*/ 127655 w 1617880"/>
                <a:gd name="connsiteY13" fmla="*/ 0 h 1518626"/>
                <a:gd name="connsiteX0" fmla="*/ 1296339 w 1617880"/>
                <a:gd name="connsiteY0" fmla="*/ 224978 h 1518626"/>
                <a:gd name="connsiteX1" fmla="*/ 1588442 w 1617880"/>
                <a:gd name="connsiteY1" fmla="*/ 822552 h 1518626"/>
                <a:gd name="connsiteX2" fmla="*/ 1600444 w 1617880"/>
                <a:gd name="connsiteY2" fmla="*/ 1169452 h 1518626"/>
                <a:gd name="connsiteX3" fmla="*/ 1498717 w 1617880"/>
                <a:gd name="connsiteY3" fmla="*/ 1444629 h 1518626"/>
                <a:gd name="connsiteX4" fmla="*/ 1329172 w 1617880"/>
                <a:gd name="connsiteY4" fmla="*/ 1516448 h 1518626"/>
                <a:gd name="connsiteX5" fmla="*/ 1205537 w 1617880"/>
                <a:gd name="connsiteY5" fmla="*/ 1500541 h 1518626"/>
                <a:gd name="connsiteX6" fmla="*/ 1105811 w 1617880"/>
                <a:gd name="connsiteY6" fmla="*/ 1356999 h 1518626"/>
                <a:gd name="connsiteX7" fmla="*/ 1073275 w 1617880"/>
                <a:gd name="connsiteY7" fmla="*/ 1159123 h 1518626"/>
                <a:gd name="connsiteX8" fmla="*/ 1101132 w 1617880"/>
                <a:gd name="connsiteY8" fmla="*/ 897523 h 1518626"/>
                <a:gd name="connsiteX9" fmla="*/ 1044991 w 1617880"/>
                <a:gd name="connsiteY9" fmla="*/ 731644 h 1518626"/>
                <a:gd name="connsiteX10" fmla="*/ 888801 w 1617880"/>
                <a:gd name="connsiteY10" fmla="*/ 612802 h 1518626"/>
                <a:gd name="connsiteX11" fmla="*/ 573860 w 1617880"/>
                <a:gd name="connsiteY11" fmla="*/ 547014 h 1518626"/>
                <a:gd name="connsiteX12" fmla="*/ 247825 w 1617880"/>
                <a:gd name="connsiteY12" fmla="*/ 590646 h 1518626"/>
                <a:gd name="connsiteX13" fmla="*/ 127655 w 1617880"/>
                <a:gd name="connsiteY13" fmla="*/ 0 h 1518626"/>
                <a:gd name="connsiteX0" fmla="*/ 1296339 w 1617681"/>
                <a:gd name="connsiteY0" fmla="*/ 224978 h 1541818"/>
                <a:gd name="connsiteX1" fmla="*/ 1588442 w 1617681"/>
                <a:gd name="connsiteY1" fmla="*/ 822552 h 1541818"/>
                <a:gd name="connsiteX2" fmla="*/ 1600444 w 1617681"/>
                <a:gd name="connsiteY2" fmla="*/ 1169452 h 1541818"/>
                <a:gd name="connsiteX3" fmla="*/ 1578538 w 1617681"/>
                <a:gd name="connsiteY3" fmla="*/ 1523895 h 1541818"/>
                <a:gd name="connsiteX4" fmla="*/ 1329172 w 1617681"/>
                <a:gd name="connsiteY4" fmla="*/ 1516448 h 1541818"/>
                <a:gd name="connsiteX5" fmla="*/ 1205537 w 1617681"/>
                <a:gd name="connsiteY5" fmla="*/ 1500541 h 1541818"/>
                <a:gd name="connsiteX6" fmla="*/ 1105811 w 1617681"/>
                <a:gd name="connsiteY6" fmla="*/ 1356999 h 1541818"/>
                <a:gd name="connsiteX7" fmla="*/ 1073275 w 1617681"/>
                <a:gd name="connsiteY7" fmla="*/ 1159123 h 1541818"/>
                <a:gd name="connsiteX8" fmla="*/ 1101132 w 1617681"/>
                <a:gd name="connsiteY8" fmla="*/ 897523 h 1541818"/>
                <a:gd name="connsiteX9" fmla="*/ 1044991 w 1617681"/>
                <a:gd name="connsiteY9" fmla="*/ 731644 h 1541818"/>
                <a:gd name="connsiteX10" fmla="*/ 888801 w 1617681"/>
                <a:gd name="connsiteY10" fmla="*/ 612802 h 1541818"/>
                <a:gd name="connsiteX11" fmla="*/ 573860 w 1617681"/>
                <a:gd name="connsiteY11" fmla="*/ 547014 h 1541818"/>
                <a:gd name="connsiteX12" fmla="*/ 247825 w 1617681"/>
                <a:gd name="connsiteY12" fmla="*/ 590646 h 1541818"/>
                <a:gd name="connsiteX13" fmla="*/ 127655 w 1617681"/>
                <a:gd name="connsiteY13" fmla="*/ 0 h 1541818"/>
                <a:gd name="connsiteX0" fmla="*/ 1296339 w 1615038"/>
                <a:gd name="connsiteY0" fmla="*/ 224978 h 1635016"/>
                <a:gd name="connsiteX1" fmla="*/ 1588442 w 1615038"/>
                <a:gd name="connsiteY1" fmla="*/ 822552 h 1635016"/>
                <a:gd name="connsiteX2" fmla="*/ 1600444 w 1615038"/>
                <a:gd name="connsiteY2" fmla="*/ 1169452 h 1635016"/>
                <a:gd name="connsiteX3" fmla="*/ 1578538 w 1615038"/>
                <a:gd name="connsiteY3" fmla="*/ 1523895 h 1635016"/>
                <a:gd name="connsiteX4" fmla="*/ 1310253 w 1615038"/>
                <a:gd name="connsiteY4" fmla="*/ 1634740 h 1635016"/>
                <a:gd name="connsiteX5" fmla="*/ 1205537 w 1615038"/>
                <a:gd name="connsiteY5" fmla="*/ 1500541 h 1635016"/>
                <a:gd name="connsiteX6" fmla="*/ 1105811 w 1615038"/>
                <a:gd name="connsiteY6" fmla="*/ 1356999 h 1635016"/>
                <a:gd name="connsiteX7" fmla="*/ 1073275 w 1615038"/>
                <a:gd name="connsiteY7" fmla="*/ 1159123 h 1635016"/>
                <a:gd name="connsiteX8" fmla="*/ 1101132 w 1615038"/>
                <a:gd name="connsiteY8" fmla="*/ 897523 h 1635016"/>
                <a:gd name="connsiteX9" fmla="*/ 1044991 w 1615038"/>
                <a:gd name="connsiteY9" fmla="*/ 731644 h 1635016"/>
                <a:gd name="connsiteX10" fmla="*/ 888801 w 1615038"/>
                <a:gd name="connsiteY10" fmla="*/ 612802 h 1635016"/>
                <a:gd name="connsiteX11" fmla="*/ 573860 w 1615038"/>
                <a:gd name="connsiteY11" fmla="*/ 547014 h 1635016"/>
                <a:gd name="connsiteX12" fmla="*/ 247825 w 1615038"/>
                <a:gd name="connsiteY12" fmla="*/ 590646 h 1635016"/>
                <a:gd name="connsiteX13" fmla="*/ 127655 w 1615038"/>
                <a:gd name="connsiteY13" fmla="*/ 0 h 1635016"/>
                <a:gd name="connsiteX0" fmla="*/ 1296339 w 1689074"/>
                <a:gd name="connsiteY0" fmla="*/ 224978 h 1635061"/>
                <a:gd name="connsiteX1" fmla="*/ 1588442 w 1689074"/>
                <a:gd name="connsiteY1" fmla="*/ 822552 h 1635061"/>
                <a:gd name="connsiteX2" fmla="*/ 1689021 w 1689074"/>
                <a:gd name="connsiteY2" fmla="*/ 1133295 h 1635061"/>
                <a:gd name="connsiteX3" fmla="*/ 1578538 w 1689074"/>
                <a:gd name="connsiteY3" fmla="*/ 1523895 h 1635061"/>
                <a:gd name="connsiteX4" fmla="*/ 1310253 w 1689074"/>
                <a:gd name="connsiteY4" fmla="*/ 1634740 h 1635061"/>
                <a:gd name="connsiteX5" fmla="*/ 1205537 w 1689074"/>
                <a:gd name="connsiteY5" fmla="*/ 1500541 h 1635061"/>
                <a:gd name="connsiteX6" fmla="*/ 1105811 w 1689074"/>
                <a:gd name="connsiteY6" fmla="*/ 1356999 h 1635061"/>
                <a:gd name="connsiteX7" fmla="*/ 1073275 w 1689074"/>
                <a:gd name="connsiteY7" fmla="*/ 1159123 h 1635061"/>
                <a:gd name="connsiteX8" fmla="*/ 1101132 w 1689074"/>
                <a:gd name="connsiteY8" fmla="*/ 897523 h 1635061"/>
                <a:gd name="connsiteX9" fmla="*/ 1044991 w 1689074"/>
                <a:gd name="connsiteY9" fmla="*/ 731644 h 1635061"/>
                <a:gd name="connsiteX10" fmla="*/ 888801 w 1689074"/>
                <a:gd name="connsiteY10" fmla="*/ 612802 h 1635061"/>
                <a:gd name="connsiteX11" fmla="*/ 573860 w 1689074"/>
                <a:gd name="connsiteY11" fmla="*/ 547014 h 1635061"/>
                <a:gd name="connsiteX12" fmla="*/ 247825 w 1689074"/>
                <a:gd name="connsiteY12" fmla="*/ 590646 h 1635061"/>
                <a:gd name="connsiteX13" fmla="*/ 127655 w 1689074"/>
                <a:gd name="connsiteY13" fmla="*/ 0 h 1635061"/>
                <a:gd name="connsiteX0" fmla="*/ 1544578 w 1689046"/>
                <a:gd name="connsiteY0" fmla="*/ 298541 h 1635061"/>
                <a:gd name="connsiteX1" fmla="*/ 1588442 w 1689046"/>
                <a:gd name="connsiteY1" fmla="*/ 822552 h 1635061"/>
                <a:gd name="connsiteX2" fmla="*/ 1689021 w 1689046"/>
                <a:gd name="connsiteY2" fmla="*/ 1133295 h 1635061"/>
                <a:gd name="connsiteX3" fmla="*/ 1578538 w 1689046"/>
                <a:gd name="connsiteY3" fmla="*/ 1523895 h 1635061"/>
                <a:gd name="connsiteX4" fmla="*/ 1310253 w 1689046"/>
                <a:gd name="connsiteY4" fmla="*/ 1634740 h 1635061"/>
                <a:gd name="connsiteX5" fmla="*/ 1205537 w 1689046"/>
                <a:gd name="connsiteY5" fmla="*/ 1500541 h 1635061"/>
                <a:gd name="connsiteX6" fmla="*/ 1105811 w 1689046"/>
                <a:gd name="connsiteY6" fmla="*/ 1356999 h 1635061"/>
                <a:gd name="connsiteX7" fmla="*/ 1073275 w 1689046"/>
                <a:gd name="connsiteY7" fmla="*/ 1159123 h 1635061"/>
                <a:gd name="connsiteX8" fmla="*/ 1101132 w 1689046"/>
                <a:gd name="connsiteY8" fmla="*/ 897523 h 1635061"/>
                <a:gd name="connsiteX9" fmla="*/ 1044991 w 1689046"/>
                <a:gd name="connsiteY9" fmla="*/ 731644 h 1635061"/>
                <a:gd name="connsiteX10" fmla="*/ 888801 w 1689046"/>
                <a:gd name="connsiteY10" fmla="*/ 612802 h 1635061"/>
                <a:gd name="connsiteX11" fmla="*/ 573860 w 1689046"/>
                <a:gd name="connsiteY11" fmla="*/ 547014 h 1635061"/>
                <a:gd name="connsiteX12" fmla="*/ 247825 w 1689046"/>
                <a:gd name="connsiteY12" fmla="*/ 590646 h 1635061"/>
                <a:gd name="connsiteX13" fmla="*/ 127655 w 1689046"/>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1044991 w 1691768"/>
                <a:gd name="connsiteY9" fmla="*/ 731644 h 1635061"/>
                <a:gd name="connsiteX10" fmla="*/ 888801 w 1691768"/>
                <a:gd name="connsiteY10" fmla="*/ 612802 h 1635061"/>
                <a:gd name="connsiteX11" fmla="*/ 573860 w 1691768"/>
                <a:gd name="connsiteY11" fmla="*/ 547014 h 1635061"/>
                <a:gd name="connsiteX12" fmla="*/ 247825 w 1691768"/>
                <a:gd name="connsiteY12" fmla="*/ 590646 h 1635061"/>
                <a:gd name="connsiteX13" fmla="*/ 127655 w 1691768"/>
                <a:gd name="connsiteY13"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1101132 w 1691768"/>
                <a:gd name="connsiteY8" fmla="*/ 897523 h 1635061"/>
                <a:gd name="connsiteX9" fmla="*/ 888801 w 1691768"/>
                <a:gd name="connsiteY9" fmla="*/ 612802 h 1635061"/>
                <a:gd name="connsiteX10" fmla="*/ 573860 w 1691768"/>
                <a:gd name="connsiteY10" fmla="*/ 547014 h 1635061"/>
                <a:gd name="connsiteX11" fmla="*/ 247825 w 1691768"/>
                <a:gd name="connsiteY11" fmla="*/ 590646 h 1635061"/>
                <a:gd name="connsiteX12" fmla="*/ 127655 w 1691768"/>
                <a:gd name="connsiteY12"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73275 w 1691768"/>
                <a:gd name="connsiteY7" fmla="*/ 1159123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105811 w 1691768"/>
                <a:gd name="connsiteY6" fmla="*/ 1356999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35061"/>
                <a:gd name="connsiteX1" fmla="*/ 1648700 w 1691768"/>
                <a:gd name="connsiteY1" fmla="*/ 807636 h 1635061"/>
                <a:gd name="connsiteX2" fmla="*/ 1689021 w 1691768"/>
                <a:gd name="connsiteY2" fmla="*/ 1133295 h 1635061"/>
                <a:gd name="connsiteX3" fmla="*/ 1578538 w 1691768"/>
                <a:gd name="connsiteY3" fmla="*/ 1523895 h 1635061"/>
                <a:gd name="connsiteX4" fmla="*/ 1310253 w 1691768"/>
                <a:gd name="connsiteY4" fmla="*/ 1634740 h 1635061"/>
                <a:gd name="connsiteX5" fmla="*/ 1205537 w 1691768"/>
                <a:gd name="connsiteY5" fmla="*/ 1500541 h 1635061"/>
                <a:gd name="connsiteX6" fmla="*/ 1007787 w 1691768"/>
                <a:gd name="connsiteY6" fmla="*/ 1423014 h 1635061"/>
                <a:gd name="connsiteX7" fmla="*/ 1069742 w 1691768"/>
                <a:gd name="connsiteY7" fmla="*/ 907026 h 1635061"/>
                <a:gd name="connsiteX8" fmla="*/ 888801 w 1691768"/>
                <a:gd name="connsiteY8" fmla="*/ 612802 h 1635061"/>
                <a:gd name="connsiteX9" fmla="*/ 573860 w 1691768"/>
                <a:gd name="connsiteY9" fmla="*/ 547014 h 1635061"/>
                <a:gd name="connsiteX10" fmla="*/ 247825 w 1691768"/>
                <a:gd name="connsiteY10" fmla="*/ 590646 h 1635061"/>
                <a:gd name="connsiteX11" fmla="*/ 127655 w 1691768"/>
                <a:gd name="connsiteY11" fmla="*/ 0 h 1635061"/>
                <a:gd name="connsiteX0" fmla="*/ 1544578 w 1691768"/>
                <a:gd name="connsiteY0" fmla="*/ 298541 h 1674525"/>
                <a:gd name="connsiteX1" fmla="*/ 1648700 w 1691768"/>
                <a:gd name="connsiteY1" fmla="*/ 807636 h 1674525"/>
                <a:gd name="connsiteX2" fmla="*/ 1689021 w 1691768"/>
                <a:gd name="connsiteY2" fmla="*/ 1133295 h 1674525"/>
                <a:gd name="connsiteX3" fmla="*/ 1578538 w 1691768"/>
                <a:gd name="connsiteY3" fmla="*/ 1523895 h 1674525"/>
                <a:gd name="connsiteX4" fmla="*/ 1310253 w 1691768"/>
                <a:gd name="connsiteY4" fmla="*/ 1634740 h 1674525"/>
                <a:gd name="connsiteX5" fmla="*/ 1074810 w 1691768"/>
                <a:gd name="connsiteY5" fmla="*/ 1660152 h 1674525"/>
                <a:gd name="connsiteX6" fmla="*/ 1007787 w 1691768"/>
                <a:gd name="connsiteY6" fmla="*/ 1423014 h 1674525"/>
                <a:gd name="connsiteX7" fmla="*/ 1069742 w 1691768"/>
                <a:gd name="connsiteY7" fmla="*/ 907026 h 1674525"/>
                <a:gd name="connsiteX8" fmla="*/ 888801 w 1691768"/>
                <a:gd name="connsiteY8" fmla="*/ 612802 h 1674525"/>
                <a:gd name="connsiteX9" fmla="*/ 573860 w 1691768"/>
                <a:gd name="connsiteY9" fmla="*/ 547014 h 1674525"/>
                <a:gd name="connsiteX10" fmla="*/ 247825 w 1691768"/>
                <a:gd name="connsiteY10" fmla="*/ 590646 h 1674525"/>
                <a:gd name="connsiteX11" fmla="*/ 127655 w 1691768"/>
                <a:gd name="connsiteY11" fmla="*/ 0 h 1674525"/>
                <a:gd name="connsiteX0" fmla="*/ 1544578 w 1691768"/>
                <a:gd name="connsiteY0" fmla="*/ 298541 h 1691260"/>
                <a:gd name="connsiteX1" fmla="*/ 1648700 w 1691768"/>
                <a:gd name="connsiteY1" fmla="*/ 807636 h 1691260"/>
                <a:gd name="connsiteX2" fmla="*/ 1689021 w 1691768"/>
                <a:gd name="connsiteY2" fmla="*/ 1133295 h 1691260"/>
                <a:gd name="connsiteX3" fmla="*/ 1578538 w 1691768"/>
                <a:gd name="connsiteY3" fmla="*/ 1523895 h 1691260"/>
                <a:gd name="connsiteX4" fmla="*/ 1322578 w 1691768"/>
                <a:gd name="connsiteY4" fmla="*/ 1673792 h 1691260"/>
                <a:gd name="connsiteX5" fmla="*/ 1074810 w 1691768"/>
                <a:gd name="connsiteY5" fmla="*/ 1660152 h 1691260"/>
                <a:gd name="connsiteX6" fmla="*/ 1007787 w 1691768"/>
                <a:gd name="connsiteY6" fmla="*/ 1423014 h 1691260"/>
                <a:gd name="connsiteX7" fmla="*/ 1069742 w 1691768"/>
                <a:gd name="connsiteY7" fmla="*/ 907026 h 1691260"/>
                <a:gd name="connsiteX8" fmla="*/ 888801 w 1691768"/>
                <a:gd name="connsiteY8" fmla="*/ 612802 h 1691260"/>
                <a:gd name="connsiteX9" fmla="*/ 573860 w 1691768"/>
                <a:gd name="connsiteY9" fmla="*/ 547014 h 1691260"/>
                <a:gd name="connsiteX10" fmla="*/ 247825 w 1691768"/>
                <a:gd name="connsiteY10" fmla="*/ 590646 h 1691260"/>
                <a:gd name="connsiteX11" fmla="*/ 127655 w 1691768"/>
                <a:gd name="connsiteY11" fmla="*/ 0 h 1691260"/>
                <a:gd name="connsiteX0" fmla="*/ 1544578 w 1691768"/>
                <a:gd name="connsiteY0" fmla="*/ 298541 h 1690731"/>
                <a:gd name="connsiteX1" fmla="*/ 1648700 w 1691768"/>
                <a:gd name="connsiteY1" fmla="*/ 807636 h 1690731"/>
                <a:gd name="connsiteX2" fmla="*/ 1689021 w 1691768"/>
                <a:gd name="connsiteY2" fmla="*/ 1133295 h 1690731"/>
                <a:gd name="connsiteX3" fmla="*/ 1578538 w 1691768"/>
                <a:gd name="connsiteY3" fmla="*/ 1523895 h 1690731"/>
                <a:gd name="connsiteX4" fmla="*/ 1322578 w 1691768"/>
                <a:gd name="connsiteY4" fmla="*/ 1673792 h 1690731"/>
                <a:gd name="connsiteX5" fmla="*/ 1074810 w 1691768"/>
                <a:gd name="connsiteY5" fmla="*/ 1660152 h 1690731"/>
                <a:gd name="connsiteX6" fmla="*/ 893814 w 1691768"/>
                <a:gd name="connsiteY6" fmla="*/ 1432175 h 1690731"/>
                <a:gd name="connsiteX7" fmla="*/ 1069742 w 1691768"/>
                <a:gd name="connsiteY7" fmla="*/ 907026 h 1690731"/>
                <a:gd name="connsiteX8" fmla="*/ 888801 w 1691768"/>
                <a:gd name="connsiteY8" fmla="*/ 612802 h 1690731"/>
                <a:gd name="connsiteX9" fmla="*/ 573860 w 1691768"/>
                <a:gd name="connsiteY9" fmla="*/ 547014 h 1690731"/>
                <a:gd name="connsiteX10" fmla="*/ 247825 w 1691768"/>
                <a:gd name="connsiteY10" fmla="*/ 590646 h 1690731"/>
                <a:gd name="connsiteX11" fmla="*/ 127655 w 1691768"/>
                <a:gd name="connsiteY11" fmla="*/ 0 h 1690731"/>
                <a:gd name="connsiteX0" fmla="*/ 1544578 w 1691768"/>
                <a:gd name="connsiteY0" fmla="*/ 298541 h 1689699"/>
                <a:gd name="connsiteX1" fmla="*/ 1648700 w 1691768"/>
                <a:gd name="connsiteY1" fmla="*/ 807636 h 1689699"/>
                <a:gd name="connsiteX2" fmla="*/ 1689021 w 1691768"/>
                <a:gd name="connsiteY2" fmla="*/ 1133295 h 1689699"/>
                <a:gd name="connsiteX3" fmla="*/ 1578538 w 1691768"/>
                <a:gd name="connsiteY3" fmla="*/ 1523895 h 1689699"/>
                <a:gd name="connsiteX4" fmla="*/ 1322578 w 1691768"/>
                <a:gd name="connsiteY4" fmla="*/ 1673792 h 1689699"/>
                <a:gd name="connsiteX5" fmla="*/ 1074810 w 1691768"/>
                <a:gd name="connsiteY5" fmla="*/ 1660152 h 1689699"/>
                <a:gd name="connsiteX6" fmla="*/ 840700 w 1691768"/>
                <a:gd name="connsiteY6" fmla="*/ 1450538 h 1689699"/>
                <a:gd name="connsiteX7" fmla="*/ 1069742 w 1691768"/>
                <a:gd name="connsiteY7" fmla="*/ 907026 h 1689699"/>
                <a:gd name="connsiteX8" fmla="*/ 888801 w 1691768"/>
                <a:gd name="connsiteY8" fmla="*/ 612802 h 1689699"/>
                <a:gd name="connsiteX9" fmla="*/ 573860 w 1691768"/>
                <a:gd name="connsiteY9" fmla="*/ 547014 h 1689699"/>
                <a:gd name="connsiteX10" fmla="*/ 247825 w 1691768"/>
                <a:gd name="connsiteY10" fmla="*/ 590646 h 1689699"/>
                <a:gd name="connsiteX11" fmla="*/ 127655 w 1691768"/>
                <a:gd name="connsiteY11" fmla="*/ 0 h 1689699"/>
                <a:gd name="connsiteX0" fmla="*/ 1544578 w 1691768"/>
                <a:gd name="connsiteY0" fmla="*/ 298541 h 1661717"/>
                <a:gd name="connsiteX1" fmla="*/ 1648700 w 1691768"/>
                <a:gd name="connsiteY1" fmla="*/ 807636 h 1661717"/>
                <a:gd name="connsiteX2" fmla="*/ 1689021 w 1691768"/>
                <a:gd name="connsiteY2" fmla="*/ 1133295 h 1661717"/>
                <a:gd name="connsiteX3" fmla="*/ 1578538 w 1691768"/>
                <a:gd name="connsiteY3" fmla="*/ 1523895 h 1661717"/>
                <a:gd name="connsiteX4" fmla="*/ 1074810 w 1691768"/>
                <a:gd name="connsiteY4" fmla="*/ 1660152 h 1661717"/>
                <a:gd name="connsiteX5" fmla="*/ 840700 w 1691768"/>
                <a:gd name="connsiteY5" fmla="*/ 1450538 h 1661717"/>
                <a:gd name="connsiteX6" fmla="*/ 1069742 w 1691768"/>
                <a:gd name="connsiteY6" fmla="*/ 907026 h 1661717"/>
                <a:gd name="connsiteX7" fmla="*/ 888801 w 1691768"/>
                <a:gd name="connsiteY7" fmla="*/ 612802 h 1661717"/>
                <a:gd name="connsiteX8" fmla="*/ 573860 w 1691768"/>
                <a:gd name="connsiteY8" fmla="*/ 547014 h 1661717"/>
                <a:gd name="connsiteX9" fmla="*/ 247825 w 1691768"/>
                <a:gd name="connsiteY9" fmla="*/ 590646 h 1661717"/>
                <a:gd name="connsiteX10" fmla="*/ 127655 w 1691768"/>
                <a:gd name="connsiteY10" fmla="*/ 0 h 1661717"/>
                <a:gd name="connsiteX0" fmla="*/ 1544578 w 1696966"/>
                <a:gd name="connsiteY0" fmla="*/ 298541 h 1665305"/>
                <a:gd name="connsiteX1" fmla="*/ 1648700 w 1696966"/>
                <a:gd name="connsiteY1" fmla="*/ 807636 h 1665305"/>
                <a:gd name="connsiteX2" fmla="*/ 1689021 w 1696966"/>
                <a:gd name="connsiteY2" fmla="*/ 1133295 h 1665305"/>
                <a:gd name="connsiteX3" fmla="*/ 1496068 w 1696966"/>
                <a:gd name="connsiteY3" fmla="*/ 1560626 h 1665305"/>
                <a:gd name="connsiteX4" fmla="*/ 1074810 w 1696966"/>
                <a:gd name="connsiteY4" fmla="*/ 1660152 h 1665305"/>
                <a:gd name="connsiteX5" fmla="*/ 840700 w 1696966"/>
                <a:gd name="connsiteY5" fmla="*/ 1450538 h 1665305"/>
                <a:gd name="connsiteX6" fmla="*/ 1069742 w 1696966"/>
                <a:gd name="connsiteY6" fmla="*/ 907026 h 1665305"/>
                <a:gd name="connsiteX7" fmla="*/ 888801 w 1696966"/>
                <a:gd name="connsiteY7" fmla="*/ 612802 h 1665305"/>
                <a:gd name="connsiteX8" fmla="*/ 573860 w 1696966"/>
                <a:gd name="connsiteY8" fmla="*/ 547014 h 1665305"/>
                <a:gd name="connsiteX9" fmla="*/ 247825 w 1696966"/>
                <a:gd name="connsiteY9" fmla="*/ 590646 h 1665305"/>
                <a:gd name="connsiteX10" fmla="*/ 127655 w 1696966"/>
                <a:gd name="connsiteY10" fmla="*/ 0 h 1665305"/>
                <a:gd name="connsiteX0" fmla="*/ 1544578 w 1657796"/>
                <a:gd name="connsiteY0" fmla="*/ 298541 h 1664456"/>
                <a:gd name="connsiteX1" fmla="*/ 1648700 w 1657796"/>
                <a:gd name="connsiteY1" fmla="*/ 807636 h 1664456"/>
                <a:gd name="connsiteX2" fmla="*/ 1635191 w 1657796"/>
                <a:gd name="connsiteY2" fmla="*/ 1202766 h 1664456"/>
                <a:gd name="connsiteX3" fmla="*/ 1496068 w 1657796"/>
                <a:gd name="connsiteY3" fmla="*/ 1560626 h 1664456"/>
                <a:gd name="connsiteX4" fmla="*/ 1074810 w 1657796"/>
                <a:gd name="connsiteY4" fmla="*/ 1660152 h 1664456"/>
                <a:gd name="connsiteX5" fmla="*/ 840700 w 1657796"/>
                <a:gd name="connsiteY5" fmla="*/ 1450538 h 1664456"/>
                <a:gd name="connsiteX6" fmla="*/ 1069742 w 1657796"/>
                <a:gd name="connsiteY6" fmla="*/ 907026 h 1664456"/>
                <a:gd name="connsiteX7" fmla="*/ 888801 w 1657796"/>
                <a:gd name="connsiteY7" fmla="*/ 612802 h 1664456"/>
                <a:gd name="connsiteX8" fmla="*/ 573860 w 1657796"/>
                <a:gd name="connsiteY8" fmla="*/ 547014 h 1664456"/>
                <a:gd name="connsiteX9" fmla="*/ 247825 w 1657796"/>
                <a:gd name="connsiteY9" fmla="*/ 590646 h 1664456"/>
                <a:gd name="connsiteX10" fmla="*/ 127655 w 1657796"/>
                <a:gd name="connsiteY10" fmla="*/ 0 h 1664456"/>
                <a:gd name="connsiteX0" fmla="*/ 1084508 w 1691690"/>
                <a:gd name="connsiteY0" fmla="*/ 171500 h 1664456"/>
                <a:gd name="connsiteX1" fmla="*/ 1648700 w 1691690"/>
                <a:gd name="connsiteY1" fmla="*/ 807636 h 1664456"/>
                <a:gd name="connsiteX2" fmla="*/ 1635191 w 1691690"/>
                <a:gd name="connsiteY2" fmla="*/ 1202766 h 1664456"/>
                <a:gd name="connsiteX3" fmla="*/ 1496068 w 1691690"/>
                <a:gd name="connsiteY3" fmla="*/ 1560626 h 1664456"/>
                <a:gd name="connsiteX4" fmla="*/ 1074810 w 1691690"/>
                <a:gd name="connsiteY4" fmla="*/ 1660152 h 1664456"/>
                <a:gd name="connsiteX5" fmla="*/ 840700 w 1691690"/>
                <a:gd name="connsiteY5" fmla="*/ 1450538 h 1664456"/>
                <a:gd name="connsiteX6" fmla="*/ 1069742 w 1691690"/>
                <a:gd name="connsiteY6" fmla="*/ 907026 h 1664456"/>
                <a:gd name="connsiteX7" fmla="*/ 888801 w 1691690"/>
                <a:gd name="connsiteY7" fmla="*/ 612802 h 1664456"/>
                <a:gd name="connsiteX8" fmla="*/ 573860 w 1691690"/>
                <a:gd name="connsiteY8" fmla="*/ 547014 h 1664456"/>
                <a:gd name="connsiteX9" fmla="*/ 247825 w 1691690"/>
                <a:gd name="connsiteY9" fmla="*/ 590646 h 1664456"/>
                <a:gd name="connsiteX10" fmla="*/ 127655 w 1691690"/>
                <a:gd name="connsiteY10" fmla="*/ 0 h 1664456"/>
                <a:gd name="connsiteX0" fmla="*/ 1084508 w 1691690"/>
                <a:gd name="connsiteY0" fmla="*/ 171500 h 1701495"/>
                <a:gd name="connsiteX1" fmla="*/ 1648700 w 1691690"/>
                <a:gd name="connsiteY1" fmla="*/ 807636 h 1701495"/>
                <a:gd name="connsiteX2" fmla="*/ 1635191 w 1691690"/>
                <a:gd name="connsiteY2" fmla="*/ 1202766 h 1701495"/>
                <a:gd name="connsiteX3" fmla="*/ 1496068 w 1691690"/>
                <a:gd name="connsiteY3" fmla="*/ 1560626 h 1701495"/>
                <a:gd name="connsiteX4" fmla="*/ 1074810 w 1691690"/>
                <a:gd name="connsiteY4" fmla="*/ 1660152 h 1701495"/>
                <a:gd name="connsiteX5" fmla="*/ 1069742 w 1691690"/>
                <a:gd name="connsiteY5" fmla="*/ 907026 h 1701495"/>
                <a:gd name="connsiteX6" fmla="*/ 888801 w 1691690"/>
                <a:gd name="connsiteY6" fmla="*/ 612802 h 1701495"/>
                <a:gd name="connsiteX7" fmla="*/ 573860 w 1691690"/>
                <a:gd name="connsiteY7" fmla="*/ 547014 h 1701495"/>
                <a:gd name="connsiteX8" fmla="*/ 247825 w 1691690"/>
                <a:gd name="connsiteY8" fmla="*/ 590646 h 1701495"/>
                <a:gd name="connsiteX9" fmla="*/ 127655 w 1691690"/>
                <a:gd name="connsiteY9" fmla="*/ 0 h 1701495"/>
                <a:gd name="connsiteX0" fmla="*/ 1084508 w 1691690"/>
                <a:gd name="connsiteY0" fmla="*/ 171500 h 1706196"/>
                <a:gd name="connsiteX1" fmla="*/ 1648700 w 1691690"/>
                <a:gd name="connsiteY1" fmla="*/ 807636 h 1706196"/>
                <a:gd name="connsiteX2" fmla="*/ 1635191 w 1691690"/>
                <a:gd name="connsiteY2" fmla="*/ 1202766 h 1706196"/>
                <a:gd name="connsiteX3" fmla="*/ 1496068 w 1691690"/>
                <a:gd name="connsiteY3" fmla="*/ 1560626 h 1706196"/>
                <a:gd name="connsiteX4" fmla="*/ 1074810 w 1691690"/>
                <a:gd name="connsiteY4" fmla="*/ 1660152 h 1706196"/>
                <a:gd name="connsiteX5" fmla="*/ 1121106 w 1691690"/>
                <a:gd name="connsiteY5" fmla="*/ 841887 h 1706196"/>
                <a:gd name="connsiteX6" fmla="*/ 888801 w 1691690"/>
                <a:gd name="connsiteY6" fmla="*/ 612802 h 1706196"/>
                <a:gd name="connsiteX7" fmla="*/ 573860 w 1691690"/>
                <a:gd name="connsiteY7" fmla="*/ 547014 h 1706196"/>
                <a:gd name="connsiteX8" fmla="*/ 247825 w 1691690"/>
                <a:gd name="connsiteY8" fmla="*/ 590646 h 1706196"/>
                <a:gd name="connsiteX9" fmla="*/ 127655 w 1691690"/>
                <a:gd name="connsiteY9" fmla="*/ 0 h 1706196"/>
                <a:gd name="connsiteX0" fmla="*/ 1084508 w 1691690"/>
                <a:gd name="connsiteY0" fmla="*/ 171500 h 1579856"/>
                <a:gd name="connsiteX1" fmla="*/ 1648700 w 1691690"/>
                <a:gd name="connsiteY1" fmla="*/ 807636 h 1579856"/>
                <a:gd name="connsiteX2" fmla="*/ 1635191 w 1691690"/>
                <a:gd name="connsiteY2" fmla="*/ 1202766 h 1579856"/>
                <a:gd name="connsiteX3" fmla="*/ 1496068 w 1691690"/>
                <a:gd name="connsiteY3" fmla="*/ 1560626 h 1579856"/>
                <a:gd name="connsiteX4" fmla="*/ 1045426 w 1691690"/>
                <a:gd name="connsiteY4" fmla="*/ 1457979 h 1579856"/>
                <a:gd name="connsiteX5" fmla="*/ 1121106 w 1691690"/>
                <a:gd name="connsiteY5" fmla="*/ 841887 h 1579856"/>
                <a:gd name="connsiteX6" fmla="*/ 888801 w 1691690"/>
                <a:gd name="connsiteY6" fmla="*/ 612802 h 1579856"/>
                <a:gd name="connsiteX7" fmla="*/ 573860 w 1691690"/>
                <a:gd name="connsiteY7" fmla="*/ 547014 h 1579856"/>
                <a:gd name="connsiteX8" fmla="*/ 247825 w 1691690"/>
                <a:gd name="connsiteY8" fmla="*/ 590646 h 1579856"/>
                <a:gd name="connsiteX9" fmla="*/ 127655 w 1691690"/>
                <a:gd name="connsiteY9" fmla="*/ 0 h 1579856"/>
                <a:gd name="connsiteX0" fmla="*/ 1084508 w 1695144"/>
                <a:gd name="connsiteY0" fmla="*/ 171500 h 1529747"/>
                <a:gd name="connsiteX1" fmla="*/ 1648700 w 1695144"/>
                <a:gd name="connsiteY1" fmla="*/ 807636 h 1529747"/>
                <a:gd name="connsiteX2" fmla="*/ 1635191 w 1695144"/>
                <a:gd name="connsiteY2" fmla="*/ 1202766 h 1529747"/>
                <a:gd name="connsiteX3" fmla="*/ 1412440 w 1695144"/>
                <a:gd name="connsiteY3" fmla="*/ 1488741 h 1529747"/>
                <a:gd name="connsiteX4" fmla="*/ 1045426 w 1695144"/>
                <a:gd name="connsiteY4" fmla="*/ 1457979 h 1529747"/>
                <a:gd name="connsiteX5" fmla="*/ 1121106 w 1695144"/>
                <a:gd name="connsiteY5" fmla="*/ 841887 h 1529747"/>
                <a:gd name="connsiteX6" fmla="*/ 888801 w 1695144"/>
                <a:gd name="connsiteY6" fmla="*/ 612802 h 1529747"/>
                <a:gd name="connsiteX7" fmla="*/ 573860 w 1695144"/>
                <a:gd name="connsiteY7" fmla="*/ 547014 h 1529747"/>
                <a:gd name="connsiteX8" fmla="*/ 247825 w 1695144"/>
                <a:gd name="connsiteY8" fmla="*/ 590646 h 1529747"/>
                <a:gd name="connsiteX9" fmla="*/ 127655 w 1695144"/>
                <a:gd name="connsiteY9" fmla="*/ 0 h 1529747"/>
                <a:gd name="connsiteX0" fmla="*/ 1144041 w 1754677"/>
                <a:gd name="connsiteY0" fmla="*/ 171500 h 1529747"/>
                <a:gd name="connsiteX1" fmla="*/ 1708233 w 1754677"/>
                <a:gd name="connsiteY1" fmla="*/ 807636 h 1529747"/>
                <a:gd name="connsiteX2" fmla="*/ 1694724 w 1754677"/>
                <a:gd name="connsiteY2" fmla="*/ 1202766 h 1529747"/>
                <a:gd name="connsiteX3" fmla="*/ 1471973 w 1754677"/>
                <a:gd name="connsiteY3" fmla="*/ 1488741 h 1529747"/>
                <a:gd name="connsiteX4" fmla="*/ 1104959 w 1754677"/>
                <a:gd name="connsiteY4" fmla="*/ 1457979 h 1529747"/>
                <a:gd name="connsiteX5" fmla="*/ 1180639 w 1754677"/>
                <a:gd name="connsiteY5" fmla="*/ 841887 h 1529747"/>
                <a:gd name="connsiteX6" fmla="*/ 948334 w 1754677"/>
                <a:gd name="connsiteY6" fmla="*/ 612802 h 1529747"/>
                <a:gd name="connsiteX7" fmla="*/ 633393 w 1754677"/>
                <a:gd name="connsiteY7" fmla="*/ 547014 h 1529747"/>
                <a:gd name="connsiteX8" fmla="*/ 128699 w 1754677"/>
                <a:gd name="connsiteY8" fmla="*/ 433442 h 1529747"/>
                <a:gd name="connsiteX9" fmla="*/ 187188 w 1754677"/>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47447 w 1768731"/>
                <a:gd name="connsiteY7" fmla="*/ 54701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962388 w 1768731"/>
                <a:gd name="connsiteY6" fmla="*/ 612802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68731"/>
                <a:gd name="connsiteY0" fmla="*/ 171500 h 1529747"/>
                <a:gd name="connsiteX1" fmla="*/ 1722287 w 1768731"/>
                <a:gd name="connsiteY1" fmla="*/ 807636 h 1529747"/>
                <a:gd name="connsiteX2" fmla="*/ 1708778 w 1768731"/>
                <a:gd name="connsiteY2" fmla="*/ 1202766 h 1529747"/>
                <a:gd name="connsiteX3" fmla="*/ 1486027 w 1768731"/>
                <a:gd name="connsiteY3" fmla="*/ 1488741 h 1529747"/>
                <a:gd name="connsiteX4" fmla="*/ 1119013 w 1768731"/>
                <a:gd name="connsiteY4" fmla="*/ 1457979 h 1529747"/>
                <a:gd name="connsiteX5" fmla="*/ 1194693 w 1768731"/>
                <a:gd name="connsiteY5" fmla="*/ 841887 h 1529747"/>
                <a:gd name="connsiteX6" fmla="*/ 1024197 w 1768731"/>
                <a:gd name="connsiteY6" fmla="*/ 575203 h 1529747"/>
                <a:gd name="connsiteX7" fmla="*/ 684568 w 1768731"/>
                <a:gd name="connsiteY7" fmla="*/ 442244 h 1529747"/>
                <a:gd name="connsiteX8" fmla="*/ 142753 w 1768731"/>
                <a:gd name="connsiteY8" fmla="*/ 433442 h 1529747"/>
                <a:gd name="connsiteX9" fmla="*/ 201242 w 1768731"/>
                <a:gd name="connsiteY9" fmla="*/ 0 h 1529747"/>
                <a:gd name="connsiteX0" fmla="*/ 1158095 w 1758478"/>
                <a:gd name="connsiteY0" fmla="*/ 171500 h 1527981"/>
                <a:gd name="connsiteX1" fmla="*/ 1722287 w 1758478"/>
                <a:gd name="connsiteY1" fmla="*/ 807636 h 1527981"/>
                <a:gd name="connsiteX2" fmla="*/ 1678344 w 1758478"/>
                <a:gd name="connsiteY2" fmla="*/ 1231640 h 1527981"/>
                <a:gd name="connsiteX3" fmla="*/ 1486027 w 1758478"/>
                <a:gd name="connsiteY3" fmla="*/ 1488741 h 1527981"/>
                <a:gd name="connsiteX4" fmla="*/ 1119013 w 1758478"/>
                <a:gd name="connsiteY4" fmla="*/ 1457979 h 1527981"/>
                <a:gd name="connsiteX5" fmla="*/ 1194693 w 1758478"/>
                <a:gd name="connsiteY5" fmla="*/ 841887 h 1527981"/>
                <a:gd name="connsiteX6" fmla="*/ 1024197 w 1758478"/>
                <a:gd name="connsiteY6" fmla="*/ 575203 h 1527981"/>
                <a:gd name="connsiteX7" fmla="*/ 684568 w 1758478"/>
                <a:gd name="connsiteY7" fmla="*/ 442244 h 1527981"/>
                <a:gd name="connsiteX8" fmla="*/ 142753 w 1758478"/>
                <a:gd name="connsiteY8" fmla="*/ 433442 h 1527981"/>
                <a:gd name="connsiteX9" fmla="*/ 201242 w 1758478"/>
                <a:gd name="connsiteY9" fmla="*/ 0 h 1527981"/>
                <a:gd name="connsiteX0" fmla="*/ 1158095 w 1702789"/>
                <a:gd name="connsiteY0" fmla="*/ 171500 h 1527981"/>
                <a:gd name="connsiteX1" fmla="*/ 1642442 w 1702789"/>
                <a:gd name="connsiteY1" fmla="*/ 782096 h 1527981"/>
                <a:gd name="connsiteX2" fmla="*/ 1678344 w 1702789"/>
                <a:gd name="connsiteY2" fmla="*/ 1231640 h 1527981"/>
                <a:gd name="connsiteX3" fmla="*/ 1486027 w 1702789"/>
                <a:gd name="connsiteY3" fmla="*/ 1488741 h 1527981"/>
                <a:gd name="connsiteX4" fmla="*/ 1119013 w 1702789"/>
                <a:gd name="connsiteY4" fmla="*/ 1457979 h 1527981"/>
                <a:gd name="connsiteX5" fmla="*/ 1194693 w 1702789"/>
                <a:gd name="connsiteY5" fmla="*/ 841887 h 1527981"/>
                <a:gd name="connsiteX6" fmla="*/ 1024197 w 1702789"/>
                <a:gd name="connsiteY6" fmla="*/ 575203 h 1527981"/>
                <a:gd name="connsiteX7" fmla="*/ 684568 w 1702789"/>
                <a:gd name="connsiteY7" fmla="*/ 442244 h 1527981"/>
                <a:gd name="connsiteX8" fmla="*/ 142753 w 1702789"/>
                <a:gd name="connsiteY8" fmla="*/ 433442 h 1527981"/>
                <a:gd name="connsiteX9" fmla="*/ 201242 w 1702789"/>
                <a:gd name="connsiteY9" fmla="*/ 0 h 1527981"/>
                <a:gd name="connsiteX0" fmla="*/ 1158095 w 1687391"/>
                <a:gd name="connsiteY0" fmla="*/ 171500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7391"/>
                <a:gd name="connsiteY0" fmla="*/ 193259 h 1527981"/>
                <a:gd name="connsiteX1" fmla="*/ 1522375 w 1687391"/>
                <a:gd name="connsiteY1" fmla="*/ 425971 h 1527981"/>
                <a:gd name="connsiteX2" fmla="*/ 1642442 w 1687391"/>
                <a:gd name="connsiteY2" fmla="*/ 782096 h 1527981"/>
                <a:gd name="connsiteX3" fmla="*/ 1678344 w 1687391"/>
                <a:gd name="connsiteY3" fmla="*/ 1231640 h 1527981"/>
                <a:gd name="connsiteX4" fmla="*/ 1486027 w 1687391"/>
                <a:gd name="connsiteY4" fmla="*/ 1488741 h 1527981"/>
                <a:gd name="connsiteX5" fmla="*/ 1119013 w 1687391"/>
                <a:gd name="connsiteY5" fmla="*/ 1457979 h 1527981"/>
                <a:gd name="connsiteX6" fmla="*/ 1194693 w 1687391"/>
                <a:gd name="connsiteY6" fmla="*/ 841887 h 1527981"/>
                <a:gd name="connsiteX7" fmla="*/ 1024197 w 1687391"/>
                <a:gd name="connsiteY7" fmla="*/ 575203 h 1527981"/>
                <a:gd name="connsiteX8" fmla="*/ 684568 w 1687391"/>
                <a:gd name="connsiteY8" fmla="*/ 442244 h 1527981"/>
                <a:gd name="connsiteX9" fmla="*/ 142753 w 1687391"/>
                <a:gd name="connsiteY9" fmla="*/ 433442 h 1527981"/>
                <a:gd name="connsiteX10" fmla="*/ 201242 w 1687391"/>
                <a:gd name="connsiteY10" fmla="*/ 0 h 1527981"/>
                <a:gd name="connsiteX0" fmla="*/ 1259659 w 1682345"/>
                <a:gd name="connsiteY0" fmla="*/ 193259 h 1609039"/>
                <a:gd name="connsiteX1" fmla="*/ 1522375 w 1682345"/>
                <a:gd name="connsiteY1" fmla="*/ 425971 h 1609039"/>
                <a:gd name="connsiteX2" fmla="*/ 1642442 w 1682345"/>
                <a:gd name="connsiteY2" fmla="*/ 782096 h 1609039"/>
                <a:gd name="connsiteX3" fmla="*/ 1678344 w 1682345"/>
                <a:gd name="connsiteY3" fmla="*/ 1231640 h 1609039"/>
                <a:gd name="connsiteX4" fmla="*/ 1560580 w 1682345"/>
                <a:gd name="connsiteY4" fmla="*/ 1596845 h 1609039"/>
                <a:gd name="connsiteX5" fmla="*/ 1119013 w 1682345"/>
                <a:gd name="connsiteY5" fmla="*/ 1457979 h 1609039"/>
                <a:gd name="connsiteX6" fmla="*/ 1194693 w 1682345"/>
                <a:gd name="connsiteY6" fmla="*/ 841887 h 1609039"/>
                <a:gd name="connsiteX7" fmla="*/ 1024197 w 1682345"/>
                <a:gd name="connsiteY7" fmla="*/ 575203 h 1609039"/>
                <a:gd name="connsiteX8" fmla="*/ 684568 w 1682345"/>
                <a:gd name="connsiteY8" fmla="*/ 442244 h 1609039"/>
                <a:gd name="connsiteX9" fmla="*/ 142753 w 1682345"/>
                <a:gd name="connsiteY9" fmla="*/ 433442 h 1609039"/>
                <a:gd name="connsiteX10" fmla="*/ 201242 w 1682345"/>
                <a:gd name="connsiteY10" fmla="*/ 0 h 1609039"/>
                <a:gd name="connsiteX0" fmla="*/ 1259659 w 1682345"/>
                <a:gd name="connsiteY0" fmla="*/ 193259 h 1606798"/>
                <a:gd name="connsiteX1" fmla="*/ 1522375 w 1682345"/>
                <a:gd name="connsiteY1" fmla="*/ 425971 h 1606798"/>
                <a:gd name="connsiteX2" fmla="*/ 1642442 w 1682345"/>
                <a:gd name="connsiteY2" fmla="*/ 782096 h 1606798"/>
                <a:gd name="connsiteX3" fmla="*/ 1678344 w 1682345"/>
                <a:gd name="connsiteY3" fmla="*/ 1231640 h 1606798"/>
                <a:gd name="connsiteX4" fmla="*/ 1560580 w 1682345"/>
                <a:gd name="connsiteY4" fmla="*/ 1596845 h 1606798"/>
                <a:gd name="connsiteX5" fmla="*/ 1119013 w 1682345"/>
                <a:gd name="connsiteY5" fmla="*/ 1457979 h 1606798"/>
                <a:gd name="connsiteX6" fmla="*/ 1077886 w 1682345"/>
                <a:gd name="connsiteY6" fmla="*/ 984491 h 1606798"/>
                <a:gd name="connsiteX7" fmla="*/ 1024197 w 1682345"/>
                <a:gd name="connsiteY7" fmla="*/ 575203 h 1606798"/>
                <a:gd name="connsiteX8" fmla="*/ 684568 w 1682345"/>
                <a:gd name="connsiteY8" fmla="*/ 442244 h 1606798"/>
                <a:gd name="connsiteX9" fmla="*/ 142753 w 1682345"/>
                <a:gd name="connsiteY9" fmla="*/ 433442 h 1606798"/>
                <a:gd name="connsiteX10" fmla="*/ 201242 w 1682345"/>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740153 w 1737930"/>
                <a:gd name="connsiteY8" fmla="*/ 442244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079782 w 1737930"/>
                <a:gd name="connsiteY7" fmla="*/ 575203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6798"/>
                <a:gd name="connsiteX1" fmla="*/ 1577960 w 1737930"/>
                <a:gd name="connsiteY1" fmla="*/ 425971 h 1606798"/>
                <a:gd name="connsiteX2" fmla="*/ 1698027 w 1737930"/>
                <a:gd name="connsiteY2" fmla="*/ 782096 h 1606798"/>
                <a:gd name="connsiteX3" fmla="*/ 1733929 w 1737930"/>
                <a:gd name="connsiteY3" fmla="*/ 1231640 h 1606798"/>
                <a:gd name="connsiteX4" fmla="*/ 1616165 w 1737930"/>
                <a:gd name="connsiteY4" fmla="*/ 1596845 h 1606798"/>
                <a:gd name="connsiteX5" fmla="*/ 1174598 w 1737930"/>
                <a:gd name="connsiteY5" fmla="*/ 1457979 h 1606798"/>
                <a:gd name="connsiteX6" fmla="*/ 1133471 w 1737930"/>
                <a:gd name="connsiteY6" fmla="*/ 984491 h 1606798"/>
                <a:gd name="connsiteX7" fmla="*/ 1137044 w 1737930"/>
                <a:gd name="connsiteY7" fmla="*/ 706827 h 1606798"/>
                <a:gd name="connsiteX8" fmla="*/ 493164 w 1737930"/>
                <a:gd name="connsiteY8" fmla="*/ 466906 h 1606798"/>
                <a:gd name="connsiteX9" fmla="*/ 91244 w 1737930"/>
                <a:gd name="connsiteY9" fmla="*/ 533468 h 1606798"/>
                <a:gd name="connsiteX10" fmla="*/ 256827 w 1737930"/>
                <a:gd name="connsiteY10" fmla="*/ 0 h 1606798"/>
                <a:gd name="connsiteX0" fmla="*/ 1315244 w 1737930"/>
                <a:gd name="connsiteY0" fmla="*/ 193259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408798 w 1737930"/>
                <a:gd name="connsiteY0" fmla="*/ 217398 h 1605051"/>
                <a:gd name="connsiteX1" fmla="*/ 1577960 w 1737930"/>
                <a:gd name="connsiteY1" fmla="*/ 425971 h 1605051"/>
                <a:gd name="connsiteX2" fmla="*/ 1698027 w 1737930"/>
                <a:gd name="connsiteY2" fmla="*/ 782096 h 1605051"/>
                <a:gd name="connsiteX3" fmla="*/ 1733929 w 1737930"/>
                <a:gd name="connsiteY3" fmla="*/ 1231640 h 1605051"/>
                <a:gd name="connsiteX4" fmla="*/ 1616165 w 1737930"/>
                <a:gd name="connsiteY4" fmla="*/ 1596845 h 1605051"/>
                <a:gd name="connsiteX5" fmla="*/ 1174598 w 1737930"/>
                <a:gd name="connsiteY5" fmla="*/ 1457979 h 1605051"/>
                <a:gd name="connsiteX6" fmla="*/ 1112753 w 1737930"/>
                <a:gd name="connsiteY6" fmla="*/ 1139026 h 1605051"/>
                <a:gd name="connsiteX7" fmla="*/ 1137044 w 1737930"/>
                <a:gd name="connsiteY7" fmla="*/ 706827 h 1605051"/>
                <a:gd name="connsiteX8" fmla="*/ 493164 w 1737930"/>
                <a:gd name="connsiteY8" fmla="*/ 466906 h 1605051"/>
                <a:gd name="connsiteX9" fmla="*/ 91244 w 1737930"/>
                <a:gd name="connsiteY9" fmla="*/ 533468 h 1605051"/>
                <a:gd name="connsiteX10" fmla="*/ 256827 w 1737930"/>
                <a:gd name="connsiteY10" fmla="*/ 0 h 1605051"/>
                <a:gd name="connsiteX0" fmla="*/ 1781749 w 2110881"/>
                <a:gd name="connsiteY0" fmla="*/ 323515 h 1711168"/>
                <a:gd name="connsiteX1" fmla="*/ 1950911 w 2110881"/>
                <a:gd name="connsiteY1" fmla="*/ 532088 h 1711168"/>
                <a:gd name="connsiteX2" fmla="*/ 2070978 w 2110881"/>
                <a:gd name="connsiteY2" fmla="*/ 888213 h 1711168"/>
                <a:gd name="connsiteX3" fmla="*/ 2106880 w 2110881"/>
                <a:gd name="connsiteY3" fmla="*/ 1337757 h 1711168"/>
                <a:gd name="connsiteX4" fmla="*/ 1989116 w 2110881"/>
                <a:gd name="connsiteY4" fmla="*/ 1702962 h 1711168"/>
                <a:gd name="connsiteX5" fmla="*/ 1547549 w 2110881"/>
                <a:gd name="connsiteY5" fmla="*/ 1564096 h 1711168"/>
                <a:gd name="connsiteX6" fmla="*/ 1485704 w 2110881"/>
                <a:gd name="connsiteY6" fmla="*/ 1245143 h 1711168"/>
                <a:gd name="connsiteX7" fmla="*/ 1509995 w 2110881"/>
                <a:gd name="connsiteY7" fmla="*/ 812944 h 1711168"/>
                <a:gd name="connsiteX8" fmla="*/ 866115 w 2110881"/>
                <a:gd name="connsiteY8" fmla="*/ 573023 h 1711168"/>
                <a:gd name="connsiteX9" fmla="*/ 464195 w 2110881"/>
                <a:gd name="connsiteY9" fmla="*/ 639585 h 1711168"/>
                <a:gd name="connsiteX10" fmla="*/ 101309 w 2110881"/>
                <a:gd name="connsiteY10" fmla="*/ 0 h 1711168"/>
                <a:gd name="connsiteX0" fmla="*/ 1756406 w 2085538"/>
                <a:gd name="connsiteY0" fmla="*/ 299389 h 1687042"/>
                <a:gd name="connsiteX1" fmla="*/ 1925568 w 2085538"/>
                <a:gd name="connsiteY1" fmla="*/ 507962 h 1687042"/>
                <a:gd name="connsiteX2" fmla="*/ 2045635 w 2085538"/>
                <a:gd name="connsiteY2" fmla="*/ 864087 h 1687042"/>
                <a:gd name="connsiteX3" fmla="*/ 2081537 w 2085538"/>
                <a:gd name="connsiteY3" fmla="*/ 1313631 h 1687042"/>
                <a:gd name="connsiteX4" fmla="*/ 1963773 w 2085538"/>
                <a:gd name="connsiteY4" fmla="*/ 1678836 h 1687042"/>
                <a:gd name="connsiteX5" fmla="*/ 1522206 w 2085538"/>
                <a:gd name="connsiteY5" fmla="*/ 1539970 h 1687042"/>
                <a:gd name="connsiteX6" fmla="*/ 1460361 w 2085538"/>
                <a:gd name="connsiteY6" fmla="*/ 1221017 h 1687042"/>
                <a:gd name="connsiteX7" fmla="*/ 1484652 w 2085538"/>
                <a:gd name="connsiteY7" fmla="*/ 788818 h 1687042"/>
                <a:gd name="connsiteX8" fmla="*/ 840772 w 2085538"/>
                <a:gd name="connsiteY8" fmla="*/ 548897 h 1687042"/>
                <a:gd name="connsiteX9" fmla="*/ 438852 w 2085538"/>
                <a:gd name="connsiteY9" fmla="*/ 615459 h 1687042"/>
                <a:gd name="connsiteX10" fmla="*/ 105035 w 2085538"/>
                <a:gd name="connsiteY10" fmla="*/ 0 h 1687042"/>
                <a:gd name="connsiteX0" fmla="*/ 1808802 w 2137934"/>
                <a:gd name="connsiteY0" fmla="*/ 299389 h 1687042"/>
                <a:gd name="connsiteX1" fmla="*/ 1977964 w 2137934"/>
                <a:gd name="connsiteY1" fmla="*/ 507962 h 1687042"/>
                <a:gd name="connsiteX2" fmla="*/ 2098031 w 2137934"/>
                <a:gd name="connsiteY2" fmla="*/ 864087 h 1687042"/>
                <a:gd name="connsiteX3" fmla="*/ 2133933 w 2137934"/>
                <a:gd name="connsiteY3" fmla="*/ 1313631 h 1687042"/>
                <a:gd name="connsiteX4" fmla="*/ 2016169 w 2137934"/>
                <a:gd name="connsiteY4" fmla="*/ 1678836 h 1687042"/>
                <a:gd name="connsiteX5" fmla="*/ 1574602 w 2137934"/>
                <a:gd name="connsiteY5" fmla="*/ 1539970 h 1687042"/>
                <a:gd name="connsiteX6" fmla="*/ 1512757 w 2137934"/>
                <a:gd name="connsiteY6" fmla="*/ 1221017 h 1687042"/>
                <a:gd name="connsiteX7" fmla="*/ 1537048 w 2137934"/>
                <a:gd name="connsiteY7" fmla="*/ 788818 h 1687042"/>
                <a:gd name="connsiteX8" fmla="*/ 893168 w 2137934"/>
                <a:gd name="connsiteY8" fmla="*/ 548897 h 1687042"/>
                <a:gd name="connsiteX9" fmla="*/ 491248 w 2137934"/>
                <a:gd name="connsiteY9" fmla="*/ 615459 h 1687042"/>
                <a:gd name="connsiteX10" fmla="*/ 157431 w 2137934"/>
                <a:gd name="connsiteY10" fmla="*/ 0 h 1687042"/>
                <a:gd name="connsiteX0" fmla="*/ 1774533 w 2103665"/>
                <a:gd name="connsiteY0" fmla="*/ 299389 h 1687042"/>
                <a:gd name="connsiteX1" fmla="*/ 1943695 w 2103665"/>
                <a:gd name="connsiteY1" fmla="*/ 507962 h 1687042"/>
                <a:gd name="connsiteX2" fmla="*/ 2063762 w 2103665"/>
                <a:gd name="connsiteY2" fmla="*/ 864087 h 1687042"/>
                <a:gd name="connsiteX3" fmla="*/ 2099664 w 2103665"/>
                <a:gd name="connsiteY3" fmla="*/ 1313631 h 1687042"/>
                <a:gd name="connsiteX4" fmla="*/ 1981900 w 2103665"/>
                <a:gd name="connsiteY4" fmla="*/ 1678836 h 1687042"/>
                <a:gd name="connsiteX5" fmla="*/ 1540333 w 2103665"/>
                <a:gd name="connsiteY5" fmla="*/ 1539970 h 1687042"/>
                <a:gd name="connsiteX6" fmla="*/ 1478488 w 2103665"/>
                <a:gd name="connsiteY6" fmla="*/ 1221017 h 1687042"/>
                <a:gd name="connsiteX7" fmla="*/ 1502779 w 2103665"/>
                <a:gd name="connsiteY7" fmla="*/ 788818 h 1687042"/>
                <a:gd name="connsiteX8" fmla="*/ 858899 w 2103665"/>
                <a:gd name="connsiteY8" fmla="*/ 548897 h 1687042"/>
                <a:gd name="connsiteX9" fmla="*/ 456979 w 2103665"/>
                <a:gd name="connsiteY9" fmla="*/ 615459 h 1687042"/>
                <a:gd name="connsiteX10" fmla="*/ 13053 w 2103665"/>
                <a:gd name="connsiteY10" fmla="*/ 314599 h 1687042"/>
                <a:gd name="connsiteX11" fmla="*/ 123162 w 2103665"/>
                <a:gd name="connsiteY11" fmla="*/ 0 h 1687042"/>
                <a:gd name="connsiteX0" fmla="*/ 1774533 w 2103665"/>
                <a:gd name="connsiteY0" fmla="*/ 299389 h 1679533"/>
                <a:gd name="connsiteX1" fmla="*/ 1943695 w 2103665"/>
                <a:gd name="connsiteY1" fmla="*/ 507962 h 1679533"/>
                <a:gd name="connsiteX2" fmla="*/ 2063762 w 2103665"/>
                <a:gd name="connsiteY2" fmla="*/ 864087 h 1679533"/>
                <a:gd name="connsiteX3" fmla="*/ 2099664 w 2103665"/>
                <a:gd name="connsiteY3" fmla="*/ 1313631 h 1679533"/>
                <a:gd name="connsiteX4" fmla="*/ 1981900 w 2103665"/>
                <a:gd name="connsiteY4" fmla="*/ 1678836 h 1679533"/>
                <a:gd name="connsiteX5" fmla="*/ 1478488 w 2103665"/>
                <a:gd name="connsiteY5" fmla="*/ 1221017 h 1679533"/>
                <a:gd name="connsiteX6" fmla="*/ 1502779 w 2103665"/>
                <a:gd name="connsiteY6" fmla="*/ 788818 h 1679533"/>
                <a:gd name="connsiteX7" fmla="*/ 858899 w 2103665"/>
                <a:gd name="connsiteY7" fmla="*/ 548897 h 1679533"/>
                <a:gd name="connsiteX8" fmla="*/ 456979 w 2103665"/>
                <a:gd name="connsiteY8" fmla="*/ 615459 h 1679533"/>
                <a:gd name="connsiteX9" fmla="*/ 13053 w 2103665"/>
                <a:gd name="connsiteY9" fmla="*/ 314599 h 1679533"/>
                <a:gd name="connsiteX10" fmla="*/ 123162 w 2103665"/>
                <a:gd name="connsiteY10" fmla="*/ 0 h 1679533"/>
                <a:gd name="connsiteX0" fmla="*/ 1774533 w 2103665"/>
                <a:gd name="connsiteY0" fmla="*/ 299389 h 1683870"/>
                <a:gd name="connsiteX1" fmla="*/ 1943695 w 2103665"/>
                <a:gd name="connsiteY1" fmla="*/ 507962 h 1683870"/>
                <a:gd name="connsiteX2" fmla="*/ 2063762 w 2103665"/>
                <a:gd name="connsiteY2" fmla="*/ 864087 h 1683870"/>
                <a:gd name="connsiteX3" fmla="*/ 2099664 w 2103665"/>
                <a:gd name="connsiteY3" fmla="*/ 1313631 h 1683870"/>
                <a:gd name="connsiteX4" fmla="*/ 1981900 w 2103665"/>
                <a:gd name="connsiteY4" fmla="*/ 1678836 h 1683870"/>
                <a:gd name="connsiteX5" fmla="*/ 1767531 w 2103665"/>
                <a:gd name="connsiteY5" fmla="*/ 1040300 h 1683870"/>
                <a:gd name="connsiteX6" fmla="*/ 1502779 w 2103665"/>
                <a:gd name="connsiteY6" fmla="*/ 788818 h 1683870"/>
                <a:gd name="connsiteX7" fmla="*/ 858899 w 2103665"/>
                <a:gd name="connsiteY7" fmla="*/ 548897 h 1683870"/>
                <a:gd name="connsiteX8" fmla="*/ 456979 w 2103665"/>
                <a:gd name="connsiteY8" fmla="*/ 615459 h 1683870"/>
                <a:gd name="connsiteX9" fmla="*/ 13053 w 2103665"/>
                <a:gd name="connsiteY9" fmla="*/ 314599 h 1683870"/>
                <a:gd name="connsiteX10" fmla="*/ 123162 w 2103665"/>
                <a:gd name="connsiteY10" fmla="*/ 0 h 1683870"/>
                <a:gd name="connsiteX0" fmla="*/ 1774533 w 2111581"/>
                <a:gd name="connsiteY0" fmla="*/ 299389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1581"/>
                <a:gd name="connsiteY0" fmla="*/ 194938 h 1442225"/>
                <a:gd name="connsiteX1" fmla="*/ 1943695 w 2111581"/>
                <a:gd name="connsiteY1" fmla="*/ 507962 h 1442225"/>
                <a:gd name="connsiteX2" fmla="*/ 2063762 w 2111581"/>
                <a:gd name="connsiteY2" fmla="*/ 864087 h 1442225"/>
                <a:gd name="connsiteX3" fmla="*/ 2099664 w 2111581"/>
                <a:gd name="connsiteY3" fmla="*/ 1313631 h 1442225"/>
                <a:gd name="connsiteX4" fmla="*/ 1866621 w 2111581"/>
                <a:gd name="connsiteY4" fmla="*/ 1427391 h 1442225"/>
                <a:gd name="connsiteX5" fmla="*/ 1767531 w 2111581"/>
                <a:gd name="connsiteY5" fmla="*/ 1040300 h 1442225"/>
                <a:gd name="connsiteX6" fmla="*/ 1502779 w 2111581"/>
                <a:gd name="connsiteY6" fmla="*/ 788818 h 1442225"/>
                <a:gd name="connsiteX7" fmla="*/ 858899 w 2111581"/>
                <a:gd name="connsiteY7" fmla="*/ 548897 h 1442225"/>
                <a:gd name="connsiteX8" fmla="*/ 456979 w 2111581"/>
                <a:gd name="connsiteY8" fmla="*/ 615459 h 1442225"/>
                <a:gd name="connsiteX9" fmla="*/ 13053 w 2111581"/>
                <a:gd name="connsiteY9" fmla="*/ 314599 h 1442225"/>
                <a:gd name="connsiteX10" fmla="*/ 123162 w 2111581"/>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858899 w 2115406"/>
                <a:gd name="connsiteY7" fmla="*/ 548897 h 1442225"/>
                <a:gd name="connsiteX8" fmla="*/ 456979 w 2115406"/>
                <a:gd name="connsiteY8" fmla="*/ 615459 h 1442225"/>
                <a:gd name="connsiteX9" fmla="*/ 13053 w 2115406"/>
                <a:gd name="connsiteY9" fmla="*/ 314599 h 1442225"/>
                <a:gd name="connsiteX10" fmla="*/ 123162 w 2115406"/>
                <a:gd name="connsiteY10" fmla="*/ 0 h 1442225"/>
                <a:gd name="connsiteX0" fmla="*/ 999523 w 2115406"/>
                <a:gd name="connsiteY0" fmla="*/ 194938 h 1442225"/>
                <a:gd name="connsiteX1" fmla="*/ 1817636 w 2115406"/>
                <a:gd name="connsiteY1" fmla="*/ 504570 h 1442225"/>
                <a:gd name="connsiteX2" fmla="*/ 2063762 w 2115406"/>
                <a:gd name="connsiteY2" fmla="*/ 864087 h 1442225"/>
                <a:gd name="connsiteX3" fmla="*/ 2099664 w 2115406"/>
                <a:gd name="connsiteY3" fmla="*/ 1313631 h 1442225"/>
                <a:gd name="connsiteX4" fmla="*/ 1866621 w 2115406"/>
                <a:gd name="connsiteY4" fmla="*/ 1427391 h 1442225"/>
                <a:gd name="connsiteX5" fmla="*/ 1767531 w 2115406"/>
                <a:gd name="connsiteY5" fmla="*/ 1040300 h 1442225"/>
                <a:gd name="connsiteX6" fmla="*/ 1502779 w 2115406"/>
                <a:gd name="connsiteY6" fmla="*/ 788818 h 1442225"/>
                <a:gd name="connsiteX7" fmla="*/ 988717 w 2115406"/>
                <a:gd name="connsiteY7" fmla="*/ 497636 h 1442225"/>
                <a:gd name="connsiteX8" fmla="*/ 456979 w 2115406"/>
                <a:gd name="connsiteY8" fmla="*/ 615459 h 1442225"/>
                <a:gd name="connsiteX9" fmla="*/ 13053 w 2115406"/>
                <a:gd name="connsiteY9" fmla="*/ 314599 h 1442225"/>
                <a:gd name="connsiteX10" fmla="*/ 123162 w 2115406"/>
                <a:gd name="connsiteY10" fmla="*/ 0 h 1442225"/>
                <a:gd name="connsiteX0" fmla="*/ 991118 w 2107001"/>
                <a:gd name="connsiteY0" fmla="*/ 125911 h 1373198"/>
                <a:gd name="connsiteX1" fmla="*/ 1809231 w 2107001"/>
                <a:gd name="connsiteY1" fmla="*/ 435543 h 1373198"/>
                <a:gd name="connsiteX2" fmla="*/ 2055357 w 2107001"/>
                <a:gd name="connsiteY2" fmla="*/ 795060 h 1373198"/>
                <a:gd name="connsiteX3" fmla="*/ 2091259 w 2107001"/>
                <a:gd name="connsiteY3" fmla="*/ 1244604 h 1373198"/>
                <a:gd name="connsiteX4" fmla="*/ 1858216 w 2107001"/>
                <a:gd name="connsiteY4" fmla="*/ 1358364 h 1373198"/>
                <a:gd name="connsiteX5" fmla="*/ 1759126 w 2107001"/>
                <a:gd name="connsiteY5" fmla="*/ 971273 h 1373198"/>
                <a:gd name="connsiteX6" fmla="*/ 1494374 w 2107001"/>
                <a:gd name="connsiteY6" fmla="*/ 719791 h 1373198"/>
                <a:gd name="connsiteX7" fmla="*/ 980312 w 2107001"/>
                <a:gd name="connsiteY7" fmla="*/ 428609 h 1373198"/>
                <a:gd name="connsiteX8" fmla="*/ 448574 w 2107001"/>
                <a:gd name="connsiteY8" fmla="*/ 546432 h 1373198"/>
                <a:gd name="connsiteX9" fmla="*/ 4648 w 2107001"/>
                <a:gd name="connsiteY9" fmla="*/ 245572 h 1373198"/>
                <a:gd name="connsiteX10" fmla="*/ 437891 w 2107001"/>
                <a:gd name="connsiteY10" fmla="*/ 0 h 1373198"/>
                <a:gd name="connsiteX0" fmla="*/ 991745 w 2107628"/>
                <a:gd name="connsiteY0" fmla="*/ 125911 h 1373198"/>
                <a:gd name="connsiteX1" fmla="*/ 1809858 w 2107628"/>
                <a:gd name="connsiteY1" fmla="*/ 435543 h 1373198"/>
                <a:gd name="connsiteX2" fmla="*/ 2055984 w 2107628"/>
                <a:gd name="connsiteY2" fmla="*/ 795060 h 1373198"/>
                <a:gd name="connsiteX3" fmla="*/ 2091886 w 2107628"/>
                <a:gd name="connsiteY3" fmla="*/ 1244604 h 1373198"/>
                <a:gd name="connsiteX4" fmla="*/ 1858843 w 2107628"/>
                <a:gd name="connsiteY4" fmla="*/ 1358364 h 1373198"/>
                <a:gd name="connsiteX5" fmla="*/ 1759753 w 2107628"/>
                <a:gd name="connsiteY5" fmla="*/ 971273 h 1373198"/>
                <a:gd name="connsiteX6" fmla="*/ 1495001 w 2107628"/>
                <a:gd name="connsiteY6" fmla="*/ 719791 h 1373198"/>
                <a:gd name="connsiteX7" fmla="*/ 980939 w 2107628"/>
                <a:gd name="connsiteY7" fmla="*/ 428609 h 1373198"/>
                <a:gd name="connsiteX8" fmla="*/ 449201 w 2107628"/>
                <a:gd name="connsiteY8" fmla="*/ 546432 h 1373198"/>
                <a:gd name="connsiteX9" fmla="*/ 5275 w 2107628"/>
                <a:gd name="connsiteY9" fmla="*/ 245572 h 1373198"/>
                <a:gd name="connsiteX10" fmla="*/ 438518 w 2107628"/>
                <a:gd name="connsiteY10" fmla="*/ 0 h 1373198"/>
                <a:gd name="connsiteX0" fmla="*/ 991745 w 2157518"/>
                <a:gd name="connsiteY0" fmla="*/ 125911 h 1372956"/>
                <a:gd name="connsiteX1" fmla="*/ 1809858 w 2157518"/>
                <a:gd name="connsiteY1" fmla="*/ 435543 h 1372956"/>
                <a:gd name="connsiteX2" fmla="*/ 2055984 w 2157518"/>
                <a:gd name="connsiteY2" fmla="*/ 795060 h 1372956"/>
                <a:gd name="connsiteX3" fmla="*/ 2149041 w 2157518"/>
                <a:gd name="connsiteY3" fmla="*/ 1243358 h 1372956"/>
                <a:gd name="connsiteX4" fmla="*/ 1858843 w 2157518"/>
                <a:gd name="connsiteY4" fmla="*/ 1358364 h 1372956"/>
                <a:gd name="connsiteX5" fmla="*/ 1759753 w 2157518"/>
                <a:gd name="connsiteY5" fmla="*/ 971273 h 1372956"/>
                <a:gd name="connsiteX6" fmla="*/ 1495001 w 2157518"/>
                <a:gd name="connsiteY6" fmla="*/ 719791 h 1372956"/>
                <a:gd name="connsiteX7" fmla="*/ 980939 w 2157518"/>
                <a:gd name="connsiteY7" fmla="*/ 428609 h 1372956"/>
                <a:gd name="connsiteX8" fmla="*/ 449201 w 2157518"/>
                <a:gd name="connsiteY8" fmla="*/ 546432 h 1372956"/>
                <a:gd name="connsiteX9" fmla="*/ 5275 w 2157518"/>
                <a:gd name="connsiteY9" fmla="*/ 245572 h 1372956"/>
                <a:gd name="connsiteX10" fmla="*/ 438518 w 2157518"/>
                <a:gd name="connsiteY10" fmla="*/ 0 h 1372956"/>
                <a:gd name="connsiteX0" fmla="*/ 991745 w 2157517"/>
                <a:gd name="connsiteY0" fmla="*/ 125911 h 1372956"/>
                <a:gd name="connsiteX1" fmla="*/ 1809858 w 2157517"/>
                <a:gd name="connsiteY1" fmla="*/ 435543 h 1372956"/>
                <a:gd name="connsiteX2" fmla="*/ 2055984 w 2157517"/>
                <a:gd name="connsiteY2" fmla="*/ 795060 h 1372956"/>
                <a:gd name="connsiteX3" fmla="*/ 2149041 w 2157517"/>
                <a:gd name="connsiteY3" fmla="*/ 1243358 h 1372956"/>
                <a:gd name="connsiteX4" fmla="*/ 1858843 w 2157517"/>
                <a:gd name="connsiteY4" fmla="*/ 1358364 h 1372956"/>
                <a:gd name="connsiteX5" fmla="*/ 1759753 w 2157517"/>
                <a:gd name="connsiteY5" fmla="*/ 971273 h 1372956"/>
                <a:gd name="connsiteX6" fmla="*/ 1490709 w 2157517"/>
                <a:gd name="connsiteY6" fmla="*/ 768980 h 1372956"/>
                <a:gd name="connsiteX7" fmla="*/ 980939 w 2157517"/>
                <a:gd name="connsiteY7" fmla="*/ 428609 h 1372956"/>
                <a:gd name="connsiteX8" fmla="*/ 449201 w 2157517"/>
                <a:gd name="connsiteY8" fmla="*/ 546432 h 1372956"/>
                <a:gd name="connsiteX9" fmla="*/ 5275 w 2157517"/>
                <a:gd name="connsiteY9" fmla="*/ 245572 h 1372956"/>
                <a:gd name="connsiteX10" fmla="*/ 438518 w 2157517"/>
                <a:gd name="connsiteY10" fmla="*/ 0 h 1372956"/>
                <a:gd name="connsiteX0" fmla="*/ 991745 w 2157517"/>
                <a:gd name="connsiteY0" fmla="*/ 125911 h 1371638"/>
                <a:gd name="connsiteX1" fmla="*/ 1809858 w 2157517"/>
                <a:gd name="connsiteY1" fmla="*/ 435543 h 1371638"/>
                <a:gd name="connsiteX2" fmla="*/ 2055984 w 2157517"/>
                <a:gd name="connsiteY2" fmla="*/ 795060 h 1371638"/>
                <a:gd name="connsiteX3" fmla="*/ 2149041 w 2157517"/>
                <a:gd name="connsiteY3" fmla="*/ 1243358 h 1371638"/>
                <a:gd name="connsiteX4" fmla="*/ 1858843 w 2157517"/>
                <a:gd name="connsiteY4" fmla="*/ 1358364 h 1371638"/>
                <a:gd name="connsiteX5" fmla="*/ 1705797 w 2157517"/>
                <a:gd name="connsiteY5" fmla="*/ 991020 h 1371638"/>
                <a:gd name="connsiteX6" fmla="*/ 1490709 w 2157517"/>
                <a:gd name="connsiteY6" fmla="*/ 768980 h 1371638"/>
                <a:gd name="connsiteX7" fmla="*/ 980939 w 2157517"/>
                <a:gd name="connsiteY7" fmla="*/ 428609 h 1371638"/>
                <a:gd name="connsiteX8" fmla="*/ 449201 w 2157517"/>
                <a:gd name="connsiteY8" fmla="*/ 546432 h 1371638"/>
                <a:gd name="connsiteX9" fmla="*/ 5275 w 2157517"/>
                <a:gd name="connsiteY9" fmla="*/ 245572 h 1371638"/>
                <a:gd name="connsiteX10" fmla="*/ 438518 w 2157517"/>
                <a:gd name="connsiteY10" fmla="*/ 0 h 1371638"/>
                <a:gd name="connsiteX0" fmla="*/ 991745 w 2157173"/>
                <a:gd name="connsiteY0" fmla="*/ 125911 h 1371638"/>
                <a:gd name="connsiteX1" fmla="*/ 1837097 w 2157173"/>
                <a:gd name="connsiteY1" fmla="*/ 442696 h 1371638"/>
                <a:gd name="connsiteX2" fmla="*/ 2055984 w 2157173"/>
                <a:gd name="connsiteY2" fmla="*/ 795060 h 1371638"/>
                <a:gd name="connsiteX3" fmla="*/ 2149041 w 2157173"/>
                <a:gd name="connsiteY3" fmla="*/ 1243358 h 1371638"/>
                <a:gd name="connsiteX4" fmla="*/ 1858843 w 2157173"/>
                <a:gd name="connsiteY4" fmla="*/ 1358364 h 1371638"/>
                <a:gd name="connsiteX5" fmla="*/ 1705797 w 2157173"/>
                <a:gd name="connsiteY5" fmla="*/ 991020 h 1371638"/>
                <a:gd name="connsiteX6" fmla="*/ 1490709 w 2157173"/>
                <a:gd name="connsiteY6" fmla="*/ 768980 h 1371638"/>
                <a:gd name="connsiteX7" fmla="*/ 980939 w 2157173"/>
                <a:gd name="connsiteY7" fmla="*/ 428609 h 1371638"/>
                <a:gd name="connsiteX8" fmla="*/ 449201 w 2157173"/>
                <a:gd name="connsiteY8" fmla="*/ 546432 h 1371638"/>
                <a:gd name="connsiteX9" fmla="*/ 5275 w 2157173"/>
                <a:gd name="connsiteY9" fmla="*/ 245572 h 1371638"/>
                <a:gd name="connsiteX10" fmla="*/ 438518 w 2157173"/>
                <a:gd name="connsiteY10" fmla="*/ 0 h 1371638"/>
                <a:gd name="connsiteX0" fmla="*/ 991745 w 2166719"/>
                <a:gd name="connsiteY0" fmla="*/ 125911 h 1372826"/>
                <a:gd name="connsiteX1" fmla="*/ 1837097 w 2166719"/>
                <a:gd name="connsiteY1" fmla="*/ 442696 h 1372826"/>
                <a:gd name="connsiteX2" fmla="*/ 2102480 w 2166719"/>
                <a:gd name="connsiteY2" fmla="*/ 734529 h 1372826"/>
                <a:gd name="connsiteX3" fmla="*/ 2149041 w 2166719"/>
                <a:gd name="connsiteY3" fmla="*/ 1243358 h 1372826"/>
                <a:gd name="connsiteX4" fmla="*/ 1858843 w 2166719"/>
                <a:gd name="connsiteY4" fmla="*/ 1358364 h 1372826"/>
                <a:gd name="connsiteX5" fmla="*/ 1705797 w 2166719"/>
                <a:gd name="connsiteY5" fmla="*/ 991020 h 1372826"/>
                <a:gd name="connsiteX6" fmla="*/ 1490709 w 2166719"/>
                <a:gd name="connsiteY6" fmla="*/ 768980 h 1372826"/>
                <a:gd name="connsiteX7" fmla="*/ 980939 w 2166719"/>
                <a:gd name="connsiteY7" fmla="*/ 428609 h 1372826"/>
                <a:gd name="connsiteX8" fmla="*/ 449201 w 2166719"/>
                <a:gd name="connsiteY8" fmla="*/ 546432 h 1372826"/>
                <a:gd name="connsiteX9" fmla="*/ 5275 w 2166719"/>
                <a:gd name="connsiteY9" fmla="*/ 245572 h 1372826"/>
                <a:gd name="connsiteX10" fmla="*/ 438518 w 2166719"/>
                <a:gd name="connsiteY10" fmla="*/ 0 h 1372826"/>
                <a:gd name="connsiteX0" fmla="*/ 1037492 w 2212466"/>
                <a:gd name="connsiteY0" fmla="*/ 216225 h 1463139"/>
                <a:gd name="connsiteX1" fmla="*/ 1882844 w 2212466"/>
                <a:gd name="connsiteY1" fmla="*/ 533010 h 1463139"/>
                <a:gd name="connsiteX2" fmla="*/ 2148227 w 2212466"/>
                <a:gd name="connsiteY2" fmla="*/ 824843 h 1463139"/>
                <a:gd name="connsiteX3" fmla="*/ 2194788 w 2212466"/>
                <a:gd name="connsiteY3" fmla="*/ 1333672 h 1463139"/>
                <a:gd name="connsiteX4" fmla="*/ 1904590 w 2212466"/>
                <a:gd name="connsiteY4" fmla="*/ 1448678 h 1463139"/>
                <a:gd name="connsiteX5" fmla="*/ 1751544 w 2212466"/>
                <a:gd name="connsiteY5" fmla="*/ 1081334 h 1463139"/>
                <a:gd name="connsiteX6" fmla="*/ 1536456 w 2212466"/>
                <a:gd name="connsiteY6" fmla="*/ 859294 h 1463139"/>
                <a:gd name="connsiteX7" fmla="*/ 1026686 w 2212466"/>
                <a:gd name="connsiteY7" fmla="*/ 518923 h 1463139"/>
                <a:gd name="connsiteX8" fmla="*/ 494948 w 2212466"/>
                <a:gd name="connsiteY8" fmla="*/ 636746 h 1463139"/>
                <a:gd name="connsiteX9" fmla="*/ 51022 w 2212466"/>
                <a:gd name="connsiteY9" fmla="*/ 335886 h 1463139"/>
                <a:gd name="connsiteX10" fmla="*/ 57275 w 2212466"/>
                <a:gd name="connsiteY10" fmla="*/ -1 h 1463139"/>
                <a:gd name="connsiteX0" fmla="*/ 1012733 w 2187707"/>
                <a:gd name="connsiteY0" fmla="*/ 216226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7707"/>
                <a:gd name="connsiteY0" fmla="*/ 239392 h 1463140"/>
                <a:gd name="connsiteX1" fmla="*/ 1858085 w 2187707"/>
                <a:gd name="connsiteY1" fmla="*/ 533011 h 1463140"/>
                <a:gd name="connsiteX2" fmla="*/ 2123468 w 2187707"/>
                <a:gd name="connsiteY2" fmla="*/ 824844 h 1463140"/>
                <a:gd name="connsiteX3" fmla="*/ 2170029 w 2187707"/>
                <a:gd name="connsiteY3" fmla="*/ 1333673 h 1463140"/>
                <a:gd name="connsiteX4" fmla="*/ 1879831 w 2187707"/>
                <a:gd name="connsiteY4" fmla="*/ 1448679 h 1463140"/>
                <a:gd name="connsiteX5" fmla="*/ 1726785 w 2187707"/>
                <a:gd name="connsiteY5" fmla="*/ 1081335 h 1463140"/>
                <a:gd name="connsiteX6" fmla="*/ 1511697 w 2187707"/>
                <a:gd name="connsiteY6" fmla="*/ 859295 h 1463140"/>
                <a:gd name="connsiteX7" fmla="*/ 1001927 w 2187707"/>
                <a:gd name="connsiteY7" fmla="*/ 518924 h 1463140"/>
                <a:gd name="connsiteX8" fmla="*/ 470189 w 2187707"/>
                <a:gd name="connsiteY8" fmla="*/ 636747 h 1463140"/>
                <a:gd name="connsiteX9" fmla="*/ 26263 w 2187707"/>
                <a:gd name="connsiteY9" fmla="*/ 335887 h 1463140"/>
                <a:gd name="connsiteX10" fmla="*/ 32516 w 2187707"/>
                <a:gd name="connsiteY10" fmla="*/ 0 h 1463140"/>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01927 w 2180767"/>
                <a:gd name="connsiteY7" fmla="*/ 518924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45440 w 2180767"/>
                <a:gd name="connsiteY7" fmla="*/ 617030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511697 w 2180767"/>
                <a:gd name="connsiteY6" fmla="*/ 85929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207712 w 2180767"/>
                <a:gd name="connsiteY0" fmla="*/ 239392 h 1462219"/>
                <a:gd name="connsiteX1" fmla="*/ 1858085 w 2180767"/>
                <a:gd name="connsiteY1" fmla="*/ 533011 h 1462219"/>
                <a:gd name="connsiteX2" fmla="*/ 2093557 w 2180767"/>
                <a:gd name="connsiteY2" fmla="*/ 871066 h 1462219"/>
                <a:gd name="connsiteX3" fmla="*/ 2170029 w 2180767"/>
                <a:gd name="connsiteY3" fmla="*/ 1333673 h 1462219"/>
                <a:gd name="connsiteX4" fmla="*/ 1879831 w 2180767"/>
                <a:gd name="connsiteY4" fmla="*/ 1448679 h 1462219"/>
                <a:gd name="connsiteX5" fmla="*/ 1726785 w 2180767"/>
                <a:gd name="connsiteY5" fmla="*/ 1081335 h 1462219"/>
                <a:gd name="connsiteX6" fmla="*/ 1472671 w 2180767"/>
                <a:gd name="connsiteY6" fmla="*/ 937085 h 1462219"/>
                <a:gd name="connsiteX7" fmla="*/ 1039567 w 2180767"/>
                <a:gd name="connsiteY7" fmla="*/ 685245 h 1462219"/>
                <a:gd name="connsiteX8" fmla="*/ 470189 w 2180767"/>
                <a:gd name="connsiteY8" fmla="*/ 636747 h 1462219"/>
                <a:gd name="connsiteX9" fmla="*/ 26263 w 2180767"/>
                <a:gd name="connsiteY9" fmla="*/ 335887 h 1462219"/>
                <a:gd name="connsiteX10" fmla="*/ 32516 w 2180767"/>
                <a:gd name="connsiteY10" fmla="*/ 0 h 1462219"/>
                <a:gd name="connsiteX0" fmla="*/ 1181449 w 2154504"/>
                <a:gd name="connsiteY0" fmla="*/ -1 h 1222826"/>
                <a:gd name="connsiteX1" fmla="*/ 1831822 w 2154504"/>
                <a:gd name="connsiteY1" fmla="*/ 293618 h 1222826"/>
                <a:gd name="connsiteX2" fmla="*/ 2067294 w 2154504"/>
                <a:gd name="connsiteY2" fmla="*/ 631673 h 1222826"/>
                <a:gd name="connsiteX3" fmla="*/ 2143766 w 2154504"/>
                <a:gd name="connsiteY3" fmla="*/ 1094280 h 1222826"/>
                <a:gd name="connsiteX4" fmla="*/ 1853568 w 2154504"/>
                <a:gd name="connsiteY4" fmla="*/ 1209286 h 1222826"/>
                <a:gd name="connsiteX5" fmla="*/ 1700522 w 2154504"/>
                <a:gd name="connsiteY5" fmla="*/ 841942 h 1222826"/>
                <a:gd name="connsiteX6" fmla="*/ 1446408 w 2154504"/>
                <a:gd name="connsiteY6" fmla="*/ 697692 h 1222826"/>
                <a:gd name="connsiteX7" fmla="*/ 1013304 w 2154504"/>
                <a:gd name="connsiteY7" fmla="*/ 445852 h 1222826"/>
                <a:gd name="connsiteX8" fmla="*/ 443926 w 2154504"/>
                <a:gd name="connsiteY8" fmla="*/ 397354 h 1222826"/>
                <a:gd name="connsiteX9" fmla="*/ 0 w 2154504"/>
                <a:gd name="connsiteY9" fmla="*/ 96494 h 1222826"/>
                <a:gd name="connsiteX0" fmla="*/ 1222036 w 2195091"/>
                <a:gd name="connsiteY0" fmla="*/ 0 h 1222827"/>
                <a:gd name="connsiteX1" fmla="*/ 1872409 w 2195091"/>
                <a:gd name="connsiteY1" fmla="*/ 293619 h 1222827"/>
                <a:gd name="connsiteX2" fmla="*/ 2107881 w 2195091"/>
                <a:gd name="connsiteY2" fmla="*/ 631674 h 1222827"/>
                <a:gd name="connsiteX3" fmla="*/ 2184353 w 2195091"/>
                <a:gd name="connsiteY3" fmla="*/ 1094281 h 1222827"/>
                <a:gd name="connsiteX4" fmla="*/ 1894155 w 2195091"/>
                <a:gd name="connsiteY4" fmla="*/ 1209287 h 1222827"/>
                <a:gd name="connsiteX5" fmla="*/ 1741109 w 2195091"/>
                <a:gd name="connsiteY5" fmla="*/ 841943 h 1222827"/>
                <a:gd name="connsiteX6" fmla="*/ 1486995 w 2195091"/>
                <a:gd name="connsiteY6" fmla="*/ 697693 h 1222827"/>
                <a:gd name="connsiteX7" fmla="*/ 1053891 w 2195091"/>
                <a:gd name="connsiteY7" fmla="*/ 445853 h 1222827"/>
                <a:gd name="connsiteX8" fmla="*/ 484513 w 2195091"/>
                <a:gd name="connsiteY8" fmla="*/ 397355 h 1222827"/>
                <a:gd name="connsiteX9" fmla="*/ 1 w 2195091"/>
                <a:gd name="connsiteY9" fmla="*/ 137580 h 1222827"/>
                <a:gd name="connsiteX0" fmla="*/ 2012666 w 2195090"/>
                <a:gd name="connsiteY0" fmla="*/ 1 h 1170186"/>
                <a:gd name="connsiteX1" fmla="*/ 1872408 w 2195090"/>
                <a:gd name="connsiteY1" fmla="*/ 240978 h 1170186"/>
                <a:gd name="connsiteX2" fmla="*/ 2107880 w 2195090"/>
                <a:gd name="connsiteY2" fmla="*/ 579033 h 1170186"/>
                <a:gd name="connsiteX3" fmla="*/ 2184352 w 2195090"/>
                <a:gd name="connsiteY3" fmla="*/ 1041640 h 1170186"/>
                <a:gd name="connsiteX4" fmla="*/ 1894154 w 2195090"/>
                <a:gd name="connsiteY4" fmla="*/ 1156646 h 1170186"/>
                <a:gd name="connsiteX5" fmla="*/ 1741108 w 2195090"/>
                <a:gd name="connsiteY5" fmla="*/ 789302 h 1170186"/>
                <a:gd name="connsiteX6" fmla="*/ 1486994 w 2195090"/>
                <a:gd name="connsiteY6" fmla="*/ 645052 h 1170186"/>
                <a:gd name="connsiteX7" fmla="*/ 1053890 w 2195090"/>
                <a:gd name="connsiteY7" fmla="*/ 393212 h 1170186"/>
                <a:gd name="connsiteX8" fmla="*/ 484512 w 2195090"/>
                <a:gd name="connsiteY8" fmla="*/ 344714 h 1170186"/>
                <a:gd name="connsiteX9" fmla="*/ 0 w 2195090"/>
                <a:gd name="connsiteY9" fmla="*/ 84939 h 1170186"/>
                <a:gd name="connsiteX0" fmla="*/ 2012666 w 2193448"/>
                <a:gd name="connsiteY0" fmla="*/ 0 h 1170185"/>
                <a:gd name="connsiteX1" fmla="*/ 1980843 w 2193448"/>
                <a:gd name="connsiteY1" fmla="*/ 218501 h 1170185"/>
                <a:gd name="connsiteX2" fmla="*/ 2107880 w 2193448"/>
                <a:gd name="connsiteY2" fmla="*/ 579032 h 1170185"/>
                <a:gd name="connsiteX3" fmla="*/ 2184352 w 2193448"/>
                <a:gd name="connsiteY3" fmla="*/ 1041639 h 1170185"/>
                <a:gd name="connsiteX4" fmla="*/ 1894154 w 2193448"/>
                <a:gd name="connsiteY4" fmla="*/ 1156645 h 1170185"/>
                <a:gd name="connsiteX5" fmla="*/ 1741108 w 2193448"/>
                <a:gd name="connsiteY5" fmla="*/ 789301 h 1170185"/>
                <a:gd name="connsiteX6" fmla="*/ 1486994 w 2193448"/>
                <a:gd name="connsiteY6" fmla="*/ 645051 h 1170185"/>
                <a:gd name="connsiteX7" fmla="*/ 1053890 w 2193448"/>
                <a:gd name="connsiteY7" fmla="*/ 393211 h 1170185"/>
                <a:gd name="connsiteX8" fmla="*/ 484512 w 2193448"/>
                <a:gd name="connsiteY8" fmla="*/ 344713 h 1170185"/>
                <a:gd name="connsiteX9" fmla="*/ 0 w 2193448"/>
                <a:gd name="connsiteY9" fmla="*/ 84938 h 1170185"/>
                <a:gd name="connsiteX0" fmla="*/ 2012666 w 2193448"/>
                <a:gd name="connsiteY0" fmla="*/ 0 h 1263404"/>
                <a:gd name="connsiteX1" fmla="*/ 1980843 w 2193448"/>
                <a:gd name="connsiteY1" fmla="*/ 218501 h 1263404"/>
                <a:gd name="connsiteX2" fmla="*/ 2107880 w 2193448"/>
                <a:gd name="connsiteY2" fmla="*/ 579032 h 1263404"/>
                <a:gd name="connsiteX3" fmla="*/ 2184352 w 2193448"/>
                <a:gd name="connsiteY3" fmla="*/ 1041639 h 1263404"/>
                <a:gd name="connsiteX4" fmla="*/ 1894154 w 2193448"/>
                <a:gd name="connsiteY4" fmla="*/ 1156645 h 1263404"/>
                <a:gd name="connsiteX5" fmla="*/ 1578169 w 2193448"/>
                <a:gd name="connsiteY5" fmla="*/ 1235096 h 1263404"/>
                <a:gd name="connsiteX6" fmla="*/ 1486994 w 2193448"/>
                <a:gd name="connsiteY6" fmla="*/ 645051 h 1263404"/>
                <a:gd name="connsiteX7" fmla="*/ 1053890 w 2193448"/>
                <a:gd name="connsiteY7" fmla="*/ 393211 h 1263404"/>
                <a:gd name="connsiteX8" fmla="*/ 484512 w 2193448"/>
                <a:gd name="connsiteY8" fmla="*/ 344713 h 1263404"/>
                <a:gd name="connsiteX9" fmla="*/ 0 w 2193448"/>
                <a:gd name="connsiteY9" fmla="*/ 84938 h 1263404"/>
                <a:gd name="connsiteX0" fmla="*/ 2012666 w 2184999"/>
                <a:gd name="connsiteY0" fmla="*/ 0 h 1290152"/>
                <a:gd name="connsiteX1" fmla="*/ 1980843 w 2184999"/>
                <a:gd name="connsiteY1" fmla="*/ 218501 h 1290152"/>
                <a:gd name="connsiteX2" fmla="*/ 2107880 w 2184999"/>
                <a:gd name="connsiteY2" fmla="*/ 579032 h 1290152"/>
                <a:gd name="connsiteX3" fmla="*/ 2184352 w 2184999"/>
                <a:gd name="connsiteY3" fmla="*/ 1041639 h 1290152"/>
                <a:gd name="connsiteX4" fmla="*/ 2066594 w 2184999"/>
                <a:gd name="connsiteY4" fmla="*/ 1242761 h 1290152"/>
                <a:gd name="connsiteX5" fmla="*/ 1578169 w 2184999"/>
                <a:gd name="connsiteY5" fmla="*/ 1235096 h 1290152"/>
                <a:gd name="connsiteX6" fmla="*/ 1486994 w 2184999"/>
                <a:gd name="connsiteY6" fmla="*/ 645051 h 1290152"/>
                <a:gd name="connsiteX7" fmla="*/ 1053890 w 2184999"/>
                <a:gd name="connsiteY7" fmla="*/ 393211 h 1290152"/>
                <a:gd name="connsiteX8" fmla="*/ 484512 w 2184999"/>
                <a:gd name="connsiteY8" fmla="*/ 344713 h 1290152"/>
                <a:gd name="connsiteX9" fmla="*/ 0 w 2184999"/>
                <a:gd name="connsiteY9" fmla="*/ 84938 h 1290152"/>
                <a:gd name="connsiteX0" fmla="*/ 2012666 w 2233679"/>
                <a:gd name="connsiteY0" fmla="*/ 0 h 1290152"/>
                <a:gd name="connsiteX1" fmla="*/ 1980843 w 2233679"/>
                <a:gd name="connsiteY1" fmla="*/ 218501 h 1290152"/>
                <a:gd name="connsiteX2" fmla="*/ 2221548 w 2233679"/>
                <a:gd name="connsiteY2" fmla="*/ 626214 h 1290152"/>
                <a:gd name="connsiteX3" fmla="*/ 2184352 w 2233679"/>
                <a:gd name="connsiteY3" fmla="*/ 1041639 h 1290152"/>
                <a:gd name="connsiteX4" fmla="*/ 2066594 w 2233679"/>
                <a:gd name="connsiteY4" fmla="*/ 1242761 h 1290152"/>
                <a:gd name="connsiteX5" fmla="*/ 1578169 w 2233679"/>
                <a:gd name="connsiteY5" fmla="*/ 1235096 h 1290152"/>
                <a:gd name="connsiteX6" fmla="*/ 1486994 w 2233679"/>
                <a:gd name="connsiteY6" fmla="*/ 645051 h 1290152"/>
                <a:gd name="connsiteX7" fmla="*/ 1053890 w 2233679"/>
                <a:gd name="connsiteY7" fmla="*/ 393211 h 1290152"/>
                <a:gd name="connsiteX8" fmla="*/ 484512 w 2233679"/>
                <a:gd name="connsiteY8" fmla="*/ 344713 h 1290152"/>
                <a:gd name="connsiteX9" fmla="*/ 0 w 2233679"/>
                <a:gd name="connsiteY9" fmla="*/ 84938 h 1290152"/>
                <a:gd name="connsiteX0" fmla="*/ 2091412 w 2233680"/>
                <a:gd name="connsiteY0" fmla="*/ 0 h 1278672"/>
                <a:gd name="connsiteX1" fmla="*/ 1980843 w 2233680"/>
                <a:gd name="connsiteY1" fmla="*/ 207021 h 1278672"/>
                <a:gd name="connsiteX2" fmla="*/ 2221548 w 2233680"/>
                <a:gd name="connsiteY2" fmla="*/ 614734 h 1278672"/>
                <a:gd name="connsiteX3" fmla="*/ 2184352 w 2233680"/>
                <a:gd name="connsiteY3" fmla="*/ 1030159 h 1278672"/>
                <a:gd name="connsiteX4" fmla="*/ 2066594 w 2233680"/>
                <a:gd name="connsiteY4" fmla="*/ 1231281 h 1278672"/>
                <a:gd name="connsiteX5" fmla="*/ 1578169 w 2233680"/>
                <a:gd name="connsiteY5" fmla="*/ 1223616 h 1278672"/>
                <a:gd name="connsiteX6" fmla="*/ 1486994 w 2233680"/>
                <a:gd name="connsiteY6" fmla="*/ 633571 h 1278672"/>
                <a:gd name="connsiteX7" fmla="*/ 1053890 w 2233680"/>
                <a:gd name="connsiteY7" fmla="*/ 381731 h 1278672"/>
                <a:gd name="connsiteX8" fmla="*/ 484512 w 2233680"/>
                <a:gd name="connsiteY8" fmla="*/ 333233 h 1278672"/>
                <a:gd name="connsiteX9" fmla="*/ 0 w 2233680"/>
                <a:gd name="connsiteY9" fmla="*/ 73458 h 1278672"/>
                <a:gd name="connsiteX0" fmla="*/ 2091412 w 2231362"/>
                <a:gd name="connsiteY0" fmla="*/ 0 h 1278672"/>
                <a:gd name="connsiteX1" fmla="*/ 2013852 w 2231362"/>
                <a:gd name="connsiteY1" fmla="*/ 203747 h 1278672"/>
                <a:gd name="connsiteX2" fmla="*/ 2221548 w 2231362"/>
                <a:gd name="connsiteY2" fmla="*/ 614734 h 1278672"/>
                <a:gd name="connsiteX3" fmla="*/ 2184352 w 2231362"/>
                <a:gd name="connsiteY3" fmla="*/ 1030159 h 1278672"/>
                <a:gd name="connsiteX4" fmla="*/ 2066594 w 2231362"/>
                <a:gd name="connsiteY4" fmla="*/ 1231281 h 1278672"/>
                <a:gd name="connsiteX5" fmla="*/ 1578169 w 2231362"/>
                <a:gd name="connsiteY5" fmla="*/ 1223616 h 1278672"/>
                <a:gd name="connsiteX6" fmla="*/ 1486994 w 2231362"/>
                <a:gd name="connsiteY6" fmla="*/ 633571 h 1278672"/>
                <a:gd name="connsiteX7" fmla="*/ 1053890 w 2231362"/>
                <a:gd name="connsiteY7" fmla="*/ 381731 h 1278672"/>
                <a:gd name="connsiteX8" fmla="*/ 484512 w 2231362"/>
                <a:gd name="connsiteY8" fmla="*/ 333233 h 1278672"/>
                <a:gd name="connsiteX9" fmla="*/ 0 w 2231362"/>
                <a:gd name="connsiteY9" fmla="*/ 73458 h 1278672"/>
                <a:gd name="connsiteX0" fmla="*/ 2091412 w 2296089"/>
                <a:gd name="connsiteY0" fmla="*/ 0 h 1276161"/>
                <a:gd name="connsiteX1" fmla="*/ 2013852 w 2296089"/>
                <a:gd name="connsiteY1" fmla="*/ 203747 h 1276161"/>
                <a:gd name="connsiteX2" fmla="*/ 2221548 w 2296089"/>
                <a:gd name="connsiteY2" fmla="*/ 614734 h 1276161"/>
                <a:gd name="connsiteX3" fmla="*/ 2288762 w 2296089"/>
                <a:gd name="connsiteY3" fmla="*/ 1081792 h 1276161"/>
                <a:gd name="connsiteX4" fmla="*/ 2066594 w 2296089"/>
                <a:gd name="connsiteY4" fmla="*/ 1231281 h 1276161"/>
                <a:gd name="connsiteX5" fmla="*/ 1578169 w 2296089"/>
                <a:gd name="connsiteY5" fmla="*/ 1223616 h 1276161"/>
                <a:gd name="connsiteX6" fmla="*/ 1486994 w 2296089"/>
                <a:gd name="connsiteY6" fmla="*/ 633571 h 1276161"/>
                <a:gd name="connsiteX7" fmla="*/ 1053890 w 2296089"/>
                <a:gd name="connsiteY7" fmla="*/ 381731 h 1276161"/>
                <a:gd name="connsiteX8" fmla="*/ 484512 w 2296089"/>
                <a:gd name="connsiteY8" fmla="*/ 333233 h 1276161"/>
                <a:gd name="connsiteX9" fmla="*/ 0 w 2296089"/>
                <a:gd name="connsiteY9" fmla="*/ 73458 h 1276161"/>
                <a:gd name="connsiteX0" fmla="*/ 2091412 w 2291022"/>
                <a:gd name="connsiteY0" fmla="*/ 0 h 1413058"/>
                <a:gd name="connsiteX1" fmla="*/ 2013852 w 2291022"/>
                <a:gd name="connsiteY1" fmla="*/ 203747 h 1413058"/>
                <a:gd name="connsiteX2" fmla="*/ 2221548 w 2291022"/>
                <a:gd name="connsiteY2" fmla="*/ 614734 h 1413058"/>
                <a:gd name="connsiteX3" fmla="*/ 2288762 w 2291022"/>
                <a:gd name="connsiteY3" fmla="*/ 1081792 h 1413058"/>
                <a:gd name="connsiteX4" fmla="*/ 2153491 w 2291022"/>
                <a:gd name="connsiteY4" fmla="*/ 1408920 h 1413058"/>
                <a:gd name="connsiteX5" fmla="*/ 1578169 w 2291022"/>
                <a:gd name="connsiteY5" fmla="*/ 1223616 h 1413058"/>
                <a:gd name="connsiteX6" fmla="*/ 1486994 w 2291022"/>
                <a:gd name="connsiteY6" fmla="*/ 633571 h 1413058"/>
                <a:gd name="connsiteX7" fmla="*/ 1053890 w 2291022"/>
                <a:gd name="connsiteY7" fmla="*/ 381731 h 1413058"/>
                <a:gd name="connsiteX8" fmla="*/ 484512 w 2291022"/>
                <a:gd name="connsiteY8" fmla="*/ 333233 h 1413058"/>
                <a:gd name="connsiteX9" fmla="*/ 0 w 2291022"/>
                <a:gd name="connsiteY9" fmla="*/ 73458 h 1413058"/>
                <a:gd name="connsiteX0" fmla="*/ 1606900 w 1806510"/>
                <a:gd name="connsiteY0" fmla="*/ 0 h 1413058"/>
                <a:gd name="connsiteX1" fmla="*/ 1529340 w 1806510"/>
                <a:gd name="connsiteY1" fmla="*/ 203747 h 1413058"/>
                <a:gd name="connsiteX2" fmla="*/ 1737036 w 1806510"/>
                <a:gd name="connsiteY2" fmla="*/ 614734 h 1413058"/>
                <a:gd name="connsiteX3" fmla="*/ 1804250 w 1806510"/>
                <a:gd name="connsiteY3" fmla="*/ 1081792 h 1413058"/>
                <a:gd name="connsiteX4" fmla="*/ 1668979 w 1806510"/>
                <a:gd name="connsiteY4" fmla="*/ 1408920 h 1413058"/>
                <a:gd name="connsiteX5" fmla="*/ 1093657 w 1806510"/>
                <a:gd name="connsiteY5" fmla="*/ 1223616 h 1413058"/>
                <a:gd name="connsiteX6" fmla="*/ 1002482 w 1806510"/>
                <a:gd name="connsiteY6" fmla="*/ 633571 h 1413058"/>
                <a:gd name="connsiteX7" fmla="*/ 569378 w 1806510"/>
                <a:gd name="connsiteY7" fmla="*/ 381731 h 1413058"/>
                <a:gd name="connsiteX8" fmla="*/ 0 w 1806510"/>
                <a:gd name="connsiteY8" fmla="*/ 333233 h 1413058"/>
                <a:gd name="connsiteX0" fmla="*/ 1529340 w 1806510"/>
                <a:gd name="connsiteY0" fmla="*/ 0 h 1209311"/>
                <a:gd name="connsiteX1" fmla="*/ 1737036 w 1806510"/>
                <a:gd name="connsiteY1" fmla="*/ 410987 h 1209311"/>
                <a:gd name="connsiteX2" fmla="*/ 1804250 w 1806510"/>
                <a:gd name="connsiteY2" fmla="*/ 878045 h 1209311"/>
                <a:gd name="connsiteX3" fmla="*/ 1668979 w 1806510"/>
                <a:gd name="connsiteY3" fmla="*/ 1205173 h 1209311"/>
                <a:gd name="connsiteX4" fmla="*/ 1093657 w 1806510"/>
                <a:gd name="connsiteY4" fmla="*/ 1019869 h 1209311"/>
                <a:gd name="connsiteX5" fmla="*/ 1002482 w 1806510"/>
                <a:gd name="connsiteY5" fmla="*/ 429824 h 1209311"/>
                <a:gd name="connsiteX6" fmla="*/ 569378 w 1806510"/>
                <a:gd name="connsiteY6" fmla="*/ 177984 h 1209311"/>
                <a:gd name="connsiteX7" fmla="*/ 0 w 1806510"/>
                <a:gd name="connsiteY7" fmla="*/ 129486 h 1209311"/>
                <a:gd name="connsiteX0" fmla="*/ 1568213 w 1806236"/>
                <a:gd name="connsiteY0" fmla="*/ 0 h 1135853"/>
                <a:gd name="connsiteX1" fmla="*/ 1737036 w 1806236"/>
                <a:gd name="connsiteY1" fmla="*/ 337529 h 1135853"/>
                <a:gd name="connsiteX2" fmla="*/ 1804250 w 1806236"/>
                <a:gd name="connsiteY2" fmla="*/ 804587 h 1135853"/>
                <a:gd name="connsiteX3" fmla="*/ 1668979 w 1806236"/>
                <a:gd name="connsiteY3" fmla="*/ 1131715 h 1135853"/>
                <a:gd name="connsiteX4" fmla="*/ 1093657 w 1806236"/>
                <a:gd name="connsiteY4" fmla="*/ 946411 h 1135853"/>
                <a:gd name="connsiteX5" fmla="*/ 1002482 w 1806236"/>
                <a:gd name="connsiteY5" fmla="*/ 356366 h 1135853"/>
                <a:gd name="connsiteX6" fmla="*/ 569378 w 1806236"/>
                <a:gd name="connsiteY6" fmla="*/ 104526 h 1135853"/>
                <a:gd name="connsiteX7" fmla="*/ 0 w 1806236"/>
                <a:gd name="connsiteY7" fmla="*/ 56028 h 1135853"/>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9378 w 1805479"/>
                <a:gd name="connsiteY6" fmla="*/ 84885 h 1116212"/>
                <a:gd name="connsiteX7" fmla="*/ 0 w 1805479"/>
                <a:gd name="connsiteY7" fmla="*/ 36387 h 1116212"/>
                <a:gd name="connsiteX0" fmla="*/ 1756800 w 1805479"/>
                <a:gd name="connsiteY0" fmla="*/ 0 h 1116212"/>
                <a:gd name="connsiteX1" fmla="*/ 1737036 w 1805479"/>
                <a:gd name="connsiteY1" fmla="*/ 317888 h 1116212"/>
                <a:gd name="connsiteX2" fmla="*/ 1804250 w 1805479"/>
                <a:gd name="connsiteY2" fmla="*/ 784946 h 1116212"/>
                <a:gd name="connsiteX3" fmla="*/ 1668979 w 1805479"/>
                <a:gd name="connsiteY3" fmla="*/ 1112074 h 1116212"/>
                <a:gd name="connsiteX4" fmla="*/ 1093657 w 1805479"/>
                <a:gd name="connsiteY4" fmla="*/ 926770 h 1116212"/>
                <a:gd name="connsiteX5" fmla="*/ 1002482 w 1805479"/>
                <a:gd name="connsiteY5" fmla="*/ 336725 h 1116212"/>
                <a:gd name="connsiteX6" fmla="*/ 567476 w 1805479"/>
                <a:gd name="connsiteY6" fmla="*/ 120824 h 1116212"/>
                <a:gd name="connsiteX7" fmla="*/ 0 w 1805479"/>
                <a:gd name="connsiteY7" fmla="*/ 36387 h 1116212"/>
                <a:gd name="connsiteX0" fmla="*/ 1555466 w 1604145"/>
                <a:gd name="connsiteY0" fmla="*/ 0 h 1116212"/>
                <a:gd name="connsiteX1" fmla="*/ 1535702 w 1604145"/>
                <a:gd name="connsiteY1" fmla="*/ 317888 h 1116212"/>
                <a:gd name="connsiteX2" fmla="*/ 1602916 w 1604145"/>
                <a:gd name="connsiteY2" fmla="*/ 784946 h 1116212"/>
                <a:gd name="connsiteX3" fmla="*/ 1467645 w 1604145"/>
                <a:gd name="connsiteY3" fmla="*/ 1112074 h 1116212"/>
                <a:gd name="connsiteX4" fmla="*/ 892323 w 1604145"/>
                <a:gd name="connsiteY4" fmla="*/ 926770 h 1116212"/>
                <a:gd name="connsiteX5" fmla="*/ 801148 w 1604145"/>
                <a:gd name="connsiteY5" fmla="*/ 336725 h 1116212"/>
                <a:gd name="connsiteX6" fmla="*/ 366142 w 1604145"/>
                <a:gd name="connsiteY6" fmla="*/ 120824 h 1116212"/>
                <a:gd name="connsiteX7" fmla="*/ 0 w 1604145"/>
                <a:gd name="connsiteY7" fmla="*/ 55677 h 1116212"/>
                <a:gd name="connsiteX0" fmla="*/ 1189324 w 1238003"/>
                <a:gd name="connsiteY0" fmla="*/ 0 h 1116212"/>
                <a:gd name="connsiteX1" fmla="*/ 1169560 w 1238003"/>
                <a:gd name="connsiteY1" fmla="*/ 317888 h 1116212"/>
                <a:gd name="connsiteX2" fmla="*/ 1236774 w 1238003"/>
                <a:gd name="connsiteY2" fmla="*/ 784946 h 1116212"/>
                <a:gd name="connsiteX3" fmla="*/ 1101503 w 1238003"/>
                <a:gd name="connsiteY3" fmla="*/ 1112074 h 1116212"/>
                <a:gd name="connsiteX4" fmla="*/ 526181 w 1238003"/>
                <a:gd name="connsiteY4" fmla="*/ 926770 h 1116212"/>
                <a:gd name="connsiteX5" fmla="*/ 435006 w 1238003"/>
                <a:gd name="connsiteY5" fmla="*/ 336725 h 1116212"/>
                <a:gd name="connsiteX6" fmla="*/ 0 w 1238003"/>
                <a:gd name="connsiteY6" fmla="*/ 120824 h 1116212"/>
                <a:gd name="connsiteX0" fmla="*/ 760397 w 809076"/>
                <a:gd name="connsiteY0" fmla="*/ 0 h 1116212"/>
                <a:gd name="connsiteX1" fmla="*/ 740633 w 809076"/>
                <a:gd name="connsiteY1" fmla="*/ 317888 h 1116212"/>
                <a:gd name="connsiteX2" fmla="*/ 807847 w 809076"/>
                <a:gd name="connsiteY2" fmla="*/ 784946 h 1116212"/>
                <a:gd name="connsiteX3" fmla="*/ 672576 w 809076"/>
                <a:gd name="connsiteY3" fmla="*/ 1112074 h 1116212"/>
                <a:gd name="connsiteX4" fmla="*/ 97254 w 809076"/>
                <a:gd name="connsiteY4" fmla="*/ 926770 h 1116212"/>
                <a:gd name="connsiteX5" fmla="*/ 6079 w 809076"/>
                <a:gd name="connsiteY5" fmla="*/ 336725 h 1116212"/>
                <a:gd name="connsiteX6" fmla="*/ 162050 w 809076"/>
                <a:gd name="connsiteY6" fmla="*/ 32499 h 1116212"/>
                <a:gd name="connsiteX0" fmla="*/ 758331 w 810559"/>
                <a:gd name="connsiteY0" fmla="*/ 0 h 1390846"/>
                <a:gd name="connsiteX1" fmla="*/ 738567 w 810559"/>
                <a:gd name="connsiteY1" fmla="*/ 317888 h 1390846"/>
                <a:gd name="connsiteX2" fmla="*/ 805781 w 810559"/>
                <a:gd name="connsiteY2" fmla="*/ 784946 h 1390846"/>
                <a:gd name="connsiteX3" fmla="*/ 585263 w 810559"/>
                <a:gd name="connsiteY3" fmla="*/ 1389572 h 1390846"/>
                <a:gd name="connsiteX4" fmla="*/ 95188 w 810559"/>
                <a:gd name="connsiteY4" fmla="*/ 926770 h 1390846"/>
                <a:gd name="connsiteX5" fmla="*/ 4013 w 810559"/>
                <a:gd name="connsiteY5" fmla="*/ 336725 h 1390846"/>
                <a:gd name="connsiteX6" fmla="*/ 159984 w 810559"/>
                <a:gd name="connsiteY6" fmla="*/ 32499 h 1390846"/>
                <a:gd name="connsiteX0" fmla="*/ 758331 w 767603"/>
                <a:gd name="connsiteY0" fmla="*/ 0 h 1390315"/>
                <a:gd name="connsiteX1" fmla="*/ 738567 w 767603"/>
                <a:gd name="connsiteY1" fmla="*/ 317888 h 1390315"/>
                <a:gd name="connsiteX2" fmla="*/ 632096 w 767603"/>
                <a:gd name="connsiteY2" fmla="*/ 820149 h 1390315"/>
                <a:gd name="connsiteX3" fmla="*/ 585263 w 767603"/>
                <a:gd name="connsiteY3" fmla="*/ 1389572 h 1390315"/>
                <a:gd name="connsiteX4" fmla="*/ 95188 w 767603"/>
                <a:gd name="connsiteY4" fmla="*/ 926770 h 1390315"/>
                <a:gd name="connsiteX5" fmla="*/ 4013 w 767603"/>
                <a:gd name="connsiteY5" fmla="*/ 336725 h 1390315"/>
                <a:gd name="connsiteX6" fmla="*/ 159984 w 767603"/>
                <a:gd name="connsiteY6" fmla="*/ 32499 h 1390315"/>
                <a:gd name="connsiteX0" fmla="*/ 754401 w 763673"/>
                <a:gd name="connsiteY0" fmla="*/ 0 h 1390008"/>
                <a:gd name="connsiteX1" fmla="*/ 734637 w 763673"/>
                <a:gd name="connsiteY1" fmla="*/ 317888 h 1390008"/>
                <a:gd name="connsiteX2" fmla="*/ 628166 w 763673"/>
                <a:gd name="connsiteY2" fmla="*/ 820149 h 1390008"/>
                <a:gd name="connsiteX3" fmla="*/ 581333 w 763673"/>
                <a:gd name="connsiteY3" fmla="*/ 1389572 h 1390008"/>
                <a:gd name="connsiteX4" fmla="*/ 190351 w 763673"/>
                <a:gd name="connsiteY4" fmla="*/ 903855 h 1390008"/>
                <a:gd name="connsiteX5" fmla="*/ 83 w 763673"/>
                <a:gd name="connsiteY5" fmla="*/ 336725 h 1390008"/>
                <a:gd name="connsiteX6" fmla="*/ 156054 w 763673"/>
                <a:gd name="connsiteY6" fmla="*/ 32499 h 1390008"/>
                <a:gd name="connsiteX0" fmla="*/ 754401 w 763673"/>
                <a:gd name="connsiteY0" fmla="*/ 0 h 1392861"/>
                <a:gd name="connsiteX1" fmla="*/ 734637 w 763673"/>
                <a:gd name="connsiteY1" fmla="*/ 317888 h 1392861"/>
                <a:gd name="connsiteX2" fmla="*/ 628166 w 763673"/>
                <a:gd name="connsiteY2" fmla="*/ 820149 h 1392861"/>
                <a:gd name="connsiteX3" fmla="*/ 581333 w 763673"/>
                <a:gd name="connsiteY3" fmla="*/ 1389572 h 1392861"/>
                <a:gd name="connsiteX4" fmla="*/ 190351 w 763673"/>
                <a:gd name="connsiteY4" fmla="*/ 903855 h 1392861"/>
                <a:gd name="connsiteX5" fmla="*/ 83 w 763673"/>
                <a:gd name="connsiteY5" fmla="*/ 336725 h 1392861"/>
                <a:gd name="connsiteX6" fmla="*/ 156054 w 763673"/>
                <a:gd name="connsiteY6" fmla="*/ 32499 h 139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673" h="1392861">
                  <a:moveTo>
                    <a:pt x="754401" y="0"/>
                  </a:moveTo>
                  <a:cubicBezTo>
                    <a:pt x="776090" y="102456"/>
                    <a:pt x="755676" y="181197"/>
                    <a:pt x="734637" y="317888"/>
                  </a:cubicBezTo>
                  <a:cubicBezTo>
                    <a:pt x="713598" y="454579"/>
                    <a:pt x="653717" y="641535"/>
                    <a:pt x="628166" y="820149"/>
                  </a:cubicBezTo>
                  <a:cubicBezTo>
                    <a:pt x="602615" y="998763"/>
                    <a:pt x="654302" y="1375621"/>
                    <a:pt x="581333" y="1389572"/>
                  </a:cubicBezTo>
                  <a:cubicBezTo>
                    <a:pt x="508364" y="1403523"/>
                    <a:pt x="235407" y="1394950"/>
                    <a:pt x="190351" y="903855"/>
                  </a:cubicBezTo>
                  <a:cubicBezTo>
                    <a:pt x="145295" y="412760"/>
                    <a:pt x="5799" y="481951"/>
                    <a:pt x="83" y="336725"/>
                  </a:cubicBezTo>
                  <a:cubicBezTo>
                    <a:pt x="-5633" y="191499"/>
                    <a:pt x="289579" y="79340"/>
                    <a:pt x="156054" y="32499"/>
                  </a:cubicBezTo>
                </a:path>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pSp>
    </p:spTree>
    <p:extLst>
      <p:ext uri="{BB962C8B-B14F-4D97-AF65-F5344CB8AC3E}">
        <p14:creationId xmlns:p14="http://schemas.microsoft.com/office/powerpoint/2010/main" val="101510967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8BE7DCB-39C7-0D19-9D13-5A3DD9C6807A}"/>
              </a:ext>
            </a:extLst>
          </p:cNvPr>
          <p:cNvSpPr>
            <a:spLocks noGrp="1"/>
          </p:cNvSpPr>
          <p:nvPr>
            <p:ph type="dt" sz="half" idx="10"/>
          </p:nvPr>
        </p:nvSpPr>
        <p:spPr>
          <a:xfrm>
            <a:off x="5105401" y="6418800"/>
            <a:ext cx="1981200" cy="294462"/>
          </a:xfrm>
          <a:prstGeom prst="rect">
            <a:avLst/>
          </a:prstGeom>
        </p:spPr>
        <p:txBody>
          <a:bodyPr/>
          <a:lstStyle/>
          <a:p>
            <a:fld id="{F88438E3-55DA-403F-8F09-C52C1C6FD7BB}" type="datetime1">
              <a:rPr lang="en-US" smtClean="0"/>
              <a:t>3/25/2026</a:t>
            </a:fld>
            <a:endParaRPr lang="en-US"/>
          </a:p>
        </p:txBody>
      </p:sp>
      <p:sp>
        <p:nvSpPr>
          <p:cNvPr id="3" name="Footer Placeholder 2">
            <a:extLst>
              <a:ext uri="{FF2B5EF4-FFF2-40B4-BE49-F238E27FC236}">
                <a16:creationId xmlns:a16="http://schemas.microsoft.com/office/drawing/2014/main" id="{674479BB-2620-5C08-7F7F-54F61786680F}"/>
              </a:ext>
            </a:extLst>
          </p:cNvPr>
          <p:cNvSpPr>
            <a:spLocks noGrp="1"/>
          </p:cNvSpPr>
          <p:nvPr>
            <p:ph type="ftr" sz="quarter" idx="11"/>
          </p:nvPr>
        </p:nvSpPr>
        <p:spPr/>
        <p:txBody>
          <a:bodyPr/>
          <a:lstStyle/>
          <a:p>
            <a:r>
              <a:rPr lang="en-US"/>
              <a:t>F25 Sales Meeting </a:t>
            </a:r>
          </a:p>
        </p:txBody>
      </p:sp>
      <p:sp>
        <p:nvSpPr>
          <p:cNvPr id="4" name="Slide Number Placeholder 3">
            <a:extLst>
              <a:ext uri="{FF2B5EF4-FFF2-40B4-BE49-F238E27FC236}">
                <a16:creationId xmlns:a16="http://schemas.microsoft.com/office/drawing/2014/main" id="{43672ED8-22E8-2807-A88E-182F62769098}"/>
              </a:ext>
            </a:extLst>
          </p:cNvPr>
          <p:cNvSpPr>
            <a:spLocks noGrp="1"/>
          </p:cNvSpPr>
          <p:nvPr>
            <p:ph type="sldNum" sz="quarter" idx="12"/>
          </p:nvPr>
        </p:nvSpPr>
        <p:spPr/>
        <p:txBody>
          <a:bodyPr/>
          <a:lstStyle/>
          <a:p>
            <a:fld id="{70FEC90E-E5BA-494A-9F79-6819593C9BFA}" type="slidenum">
              <a:rPr lang="en-US" smtClean="0"/>
              <a:t>‹#›</a:t>
            </a:fld>
            <a:endParaRPr lang="en-US"/>
          </a:p>
        </p:txBody>
      </p:sp>
    </p:spTree>
    <p:extLst>
      <p:ext uri="{BB962C8B-B14F-4D97-AF65-F5344CB8AC3E}">
        <p14:creationId xmlns:p14="http://schemas.microsoft.com/office/powerpoint/2010/main" val="413920765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3">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BA67BF7-944B-9142-9E1D-EC31293CF373}"/>
              </a:ext>
            </a:extLst>
          </p:cNvPr>
          <p:cNvSpPr/>
          <p:nvPr userDrawn="1"/>
        </p:nvSpPr>
        <p:spPr>
          <a:xfrm>
            <a:off x="0" y="0"/>
            <a:ext cx="12192000" cy="68580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Graphic 7">
            <a:extLst>
              <a:ext uri="{FF2B5EF4-FFF2-40B4-BE49-F238E27FC236}">
                <a16:creationId xmlns:a16="http://schemas.microsoft.com/office/drawing/2014/main" id="{EA4B4CAF-A0E8-F09F-D6AB-040C9D9C0D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rot="10800000">
            <a:off x="0" y="0"/>
            <a:ext cx="12192000" cy="6858000"/>
          </a:xfrm>
          <a:prstGeom prst="rect">
            <a:avLst/>
          </a:prstGeom>
        </p:spPr>
      </p:pic>
      <p:sp>
        <p:nvSpPr>
          <p:cNvPr id="9" name="Title 1">
            <a:extLst>
              <a:ext uri="{FF2B5EF4-FFF2-40B4-BE49-F238E27FC236}">
                <a16:creationId xmlns:a16="http://schemas.microsoft.com/office/drawing/2014/main" id="{828725B4-D968-BAAF-19B1-9A4719C72B48}"/>
              </a:ext>
            </a:extLst>
          </p:cNvPr>
          <p:cNvSpPr>
            <a:spLocks noGrp="1"/>
          </p:cNvSpPr>
          <p:nvPr>
            <p:ph type="ctrTitle"/>
          </p:nvPr>
        </p:nvSpPr>
        <p:spPr>
          <a:xfrm>
            <a:off x="609600" y="1215884"/>
            <a:ext cx="10972800" cy="2379013"/>
          </a:xfrm>
        </p:spPr>
        <p:txBody>
          <a:bodyPr anchor="b">
            <a:normAutofit/>
          </a:bodyPr>
          <a:lstStyle>
            <a:lvl1pPr algn="ctr">
              <a:defRPr sz="6000">
                <a:solidFill>
                  <a:schemeClr val="tx1"/>
                </a:solidFill>
              </a:defRPr>
            </a:lvl1pPr>
          </a:lstStyle>
          <a:p>
            <a:r>
              <a:rPr lang="en-US"/>
              <a:t>Click to edit Master title style</a:t>
            </a:r>
          </a:p>
        </p:txBody>
      </p:sp>
      <p:sp>
        <p:nvSpPr>
          <p:cNvPr id="10" name="Subtitle 2">
            <a:extLst>
              <a:ext uri="{FF2B5EF4-FFF2-40B4-BE49-F238E27FC236}">
                <a16:creationId xmlns:a16="http://schemas.microsoft.com/office/drawing/2014/main" id="{B61B9004-3C8A-9454-2377-0A58ADD11064}"/>
              </a:ext>
            </a:extLst>
          </p:cNvPr>
          <p:cNvSpPr>
            <a:spLocks noGrp="1"/>
          </p:cNvSpPr>
          <p:nvPr>
            <p:ph type="subTitle" idx="1"/>
          </p:nvPr>
        </p:nvSpPr>
        <p:spPr>
          <a:xfrm>
            <a:off x="1524000" y="3695090"/>
            <a:ext cx="9144000" cy="1029310"/>
          </a:xfrm>
        </p:spPr>
        <p:txBody>
          <a:bodyPr>
            <a:normAutofit/>
          </a:bodyPr>
          <a:lstStyle>
            <a:lvl1pPr marL="0" indent="0" algn="ctr">
              <a:buNone/>
              <a:defRPr sz="20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Footer Placeholder 5">
            <a:extLst>
              <a:ext uri="{FF2B5EF4-FFF2-40B4-BE49-F238E27FC236}">
                <a16:creationId xmlns:a16="http://schemas.microsoft.com/office/drawing/2014/main" id="{A0D1CDF6-EB44-5678-B0EF-08B581B13232}"/>
              </a:ext>
            </a:extLst>
          </p:cNvPr>
          <p:cNvSpPr>
            <a:spLocks noGrp="1"/>
          </p:cNvSpPr>
          <p:nvPr>
            <p:ph type="ftr" sz="quarter" idx="11"/>
          </p:nvPr>
        </p:nvSpPr>
        <p:spPr/>
        <p:txBody>
          <a:bodyPr/>
          <a:lstStyle>
            <a:lvl1pPr>
              <a:defRPr>
                <a:solidFill>
                  <a:schemeClr val="tx1"/>
                </a:solidFill>
              </a:defRPr>
            </a:lvl1pPr>
          </a:lstStyle>
          <a:p>
            <a:r>
              <a:rPr lang="en-US"/>
              <a:t>Sample Footer Text</a:t>
            </a:r>
          </a:p>
        </p:txBody>
      </p:sp>
      <p:sp>
        <p:nvSpPr>
          <p:cNvPr id="5" name="Date Placeholder 4">
            <a:extLst>
              <a:ext uri="{FF2B5EF4-FFF2-40B4-BE49-F238E27FC236}">
                <a16:creationId xmlns:a16="http://schemas.microsoft.com/office/drawing/2014/main" id="{261C10FD-386D-733D-548B-ABCCE0CD112E}"/>
              </a:ext>
            </a:extLst>
          </p:cNvPr>
          <p:cNvSpPr>
            <a:spLocks noGrp="1"/>
          </p:cNvSpPr>
          <p:nvPr>
            <p:ph type="dt" sz="half" idx="10"/>
          </p:nvPr>
        </p:nvSpPr>
        <p:spPr/>
        <p:txBody>
          <a:bodyPr/>
          <a:lstStyle>
            <a:lvl1pPr>
              <a:defRPr>
                <a:solidFill>
                  <a:schemeClr val="tx1"/>
                </a:solidFill>
              </a:defRPr>
            </a:lvl1pPr>
          </a:lstStyle>
          <a:p>
            <a:fld id="{55872412-C725-2842-8141-6F8DA99B275E}" type="datetime1">
              <a:rPr lang="en-US" smtClean="0"/>
              <a:t>3/25/2026</a:t>
            </a:fld>
            <a:endParaRPr lang="en-US"/>
          </a:p>
        </p:txBody>
      </p:sp>
      <p:sp>
        <p:nvSpPr>
          <p:cNvPr id="11" name="Slide Number Placeholder 10">
            <a:extLst>
              <a:ext uri="{FF2B5EF4-FFF2-40B4-BE49-F238E27FC236}">
                <a16:creationId xmlns:a16="http://schemas.microsoft.com/office/drawing/2014/main" id="{C99647C5-B8C9-C91C-8056-A758BA2C5D55}"/>
              </a:ext>
            </a:extLst>
          </p:cNvPr>
          <p:cNvSpPr>
            <a:spLocks noGrp="1"/>
          </p:cNvSpPr>
          <p:nvPr>
            <p:ph type="sldNum" sz="quarter" idx="12"/>
          </p:nvPr>
        </p:nvSpPr>
        <p:spPr/>
        <p:txBody>
          <a:bodyPr/>
          <a:lstStyle>
            <a:lvl1pPr>
              <a:defRPr>
                <a:solidFill>
                  <a:schemeClr val="tx1"/>
                </a:solidFill>
              </a:defRPr>
            </a:lvl1pPr>
          </a:lstStyle>
          <a:p>
            <a:fld id="{AEAA3239-9EA4-4A65-A281-97F994456D9F}" type="slidenum">
              <a:rPr lang="en-US" smtClean="0"/>
              <a:pPr/>
              <a:t>‹#›</a:t>
            </a:fld>
            <a:endParaRPr lang="en-US"/>
          </a:p>
        </p:txBody>
      </p:sp>
    </p:spTree>
    <p:extLst>
      <p:ext uri="{BB962C8B-B14F-4D97-AF65-F5344CB8AC3E}">
        <p14:creationId xmlns:p14="http://schemas.microsoft.com/office/powerpoint/2010/main" val="2457874267"/>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ontent">
    <p:bg>
      <p:bgPr>
        <a:solidFill>
          <a:schemeClr val="bg1"/>
        </a:solidFill>
        <a:effectLst/>
      </p:bgPr>
    </p:bg>
    <p:spTree>
      <p:nvGrpSpPr>
        <p:cNvPr id="1" name=""/>
        <p:cNvGrpSpPr/>
        <p:nvPr/>
      </p:nvGrpSpPr>
      <p:grpSpPr>
        <a:xfrm>
          <a:off x="0" y="0"/>
          <a:ext cx="0" cy="0"/>
          <a:chOff x="0" y="0"/>
          <a:chExt cx="0" cy="0"/>
        </a:xfrm>
      </p:grpSpPr>
      <p:sp>
        <p:nvSpPr>
          <p:cNvPr id="19" name="Title Placeholder 1">
            <a:extLst>
              <a:ext uri="{FF2B5EF4-FFF2-40B4-BE49-F238E27FC236}">
                <a16:creationId xmlns:a16="http://schemas.microsoft.com/office/drawing/2014/main" id="{9E3969EE-7732-41DD-2DC3-A2E1AAB30881}"/>
              </a:ext>
            </a:extLst>
          </p:cNvPr>
          <p:cNvSpPr>
            <a:spLocks noGrp="1"/>
          </p:cNvSpPr>
          <p:nvPr>
            <p:ph type="title"/>
          </p:nvPr>
        </p:nvSpPr>
        <p:spPr>
          <a:xfrm>
            <a:off x="381000" y="691835"/>
            <a:ext cx="11429999" cy="755965"/>
          </a:xfrm>
          <a:prstGeom prst="rect">
            <a:avLst/>
          </a:prstGeom>
        </p:spPr>
        <p:txBody>
          <a:bodyPr vert="horz" lIns="91440" tIns="45720" rIns="91440" bIns="45720" rtlCol="0" anchor="t">
            <a:normAutofit/>
          </a:bodyPr>
          <a:lstStyle/>
          <a:p>
            <a:r>
              <a:rPr lang="en-US"/>
              <a:t>Click to edit Master title style</a:t>
            </a:r>
          </a:p>
        </p:txBody>
      </p:sp>
      <p:sp>
        <p:nvSpPr>
          <p:cNvPr id="18" name="Text Placeholder 2">
            <a:extLst>
              <a:ext uri="{FF2B5EF4-FFF2-40B4-BE49-F238E27FC236}">
                <a16:creationId xmlns:a16="http://schemas.microsoft.com/office/drawing/2014/main" id="{AEDD6D2F-5C2F-17BF-DEBA-0E6F06D22442}"/>
              </a:ext>
            </a:extLst>
          </p:cNvPr>
          <p:cNvSpPr>
            <a:spLocks noGrp="1"/>
          </p:cNvSpPr>
          <p:nvPr>
            <p:ph idx="1"/>
          </p:nvPr>
        </p:nvSpPr>
        <p:spPr>
          <a:xfrm>
            <a:off x="380999" y="1447799"/>
            <a:ext cx="11430000" cy="4718365"/>
          </a:xfrm>
          <a:prstGeom prst="rect">
            <a:avLst/>
          </a:prstGeom>
        </p:spPr>
        <p:txBody>
          <a:bodyPr vert="horz" lIns="91440" tIns="45720" rIns="91440" bIns="45720" rtlCol="0">
            <a:normAutofit/>
          </a:bodyPr>
          <a:lstStyle>
            <a:lvl1pPr>
              <a:defRPr b="0" i="0">
                <a:latin typeface="Segoe UI Semilight" panose="020B0402040204020203" pitchFamily="34" charset="0"/>
                <a:cs typeface="Segoe UI Semilight" panose="020B0402040204020203" pitchFamily="34" charset="0"/>
              </a:defRPr>
            </a:lvl1pPr>
            <a:lvl2pPr>
              <a:defRPr b="0" i="0">
                <a:latin typeface="Segoe UI Semilight" panose="020B0402040204020203" pitchFamily="34" charset="0"/>
                <a:cs typeface="Segoe UI Semilight" panose="020B0402040204020203" pitchFamily="34" charset="0"/>
              </a:defRPr>
            </a:lvl2pPr>
            <a:lvl3pPr>
              <a:defRPr b="0" i="0">
                <a:latin typeface="Segoe UI Semilight" panose="020B0402040204020203" pitchFamily="34" charset="0"/>
                <a:cs typeface="Segoe UI Semilight" panose="020B0402040204020203" pitchFamily="34" charset="0"/>
              </a:defRPr>
            </a:lvl3pPr>
            <a:lvl4pPr>
              <a:defRPr b="0" i="0">
                <a:latin typeface="Segoe UI Semilight" panose="020B0402040204020203" pitchFamily="34" charset="0"/>
                <a:cs typeface="Segoe UI Semilight" panose="020B0402040204020203" pitchFamily="34" charset="0"/>
              </a:defRPr>
            </a:lvl4pPr>
            <a:lvl5pPr>
              <a:defRPr b="0" i="0">
                <a:latin typeface="Segoe UI Semilight" panose="020B0402040204020203" pitchFamily="34" charset="0"/>
                <a:cs typeface="Segoe UI Semilight" panose="020B04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a:extLst>
              <a:ext uri="{FF2B5EF4-FFF2-40B4-BE49-F238E27FC236}">
                <a16:creationId xmlns:a16="http://schemas.microsoft.com/office/drawing/2014/main" id="{07626418-29B4-84BA-F111-4F7708DEFA81}"/>
              </a:ext>
            </a:extLst>
          </p:cNvPr>
          <p:cNvSpPr>
            <a:spLocks noGrp="1"/>
          </p:cNvSpPr>
          <p:nvPr>
            <p:ph type="ftr" sz="quarter" idx="11"/>
          </p:nvPr>
        </p:nvSpPr>
        <p:spPr/>
        <p:txBody>
          <a:bodyPr/>
          <a:lstStyle/>
          <a:p>
            <a:r>
              <a:rPr lang="en-US"/>
              <a:t>Sample Footer Text</a:t>
            </a:r>
          </a:p>
        </p:txBody>
      </p:sp>
      <p:sp>
        <p:nvSpPr>
          <p:cNvPr id="5" name="Date Placeholder 4">
            <a:extLst>
              <a:ext uri="{FF2B5EF4-FFF2-40B4-BE49-F238E27FC236}">
                <a16:creationId xmlns:a16="http://schemas.microsoft.com/office/drawing/2014/main" id="{29095984-255C-540F-7973-72A8D1E34440}"/>
              </a:ext>
            </a:extLst>
          </p:cNvPr>
          <p:cNvSpPr>
            <a:spLocks noGrp="1"/>
          </p:cNvSpPr>
          <p:nvPr>
            <p:ph type="dt" sz="half" idx="10"/>
          </p:nvPr>
        </p:nvSpPr>
        <p:spPr/>
        <p:txBody>
          <a:bodyPr/>
          <a:lstStyle/>
          <a:p>
            <a:fld id="{192DDA33-D578-2640-B42E-CEBF81697F81}" type="datetime1">
              <a:rPr lang="en-US" smtClean="0"/>
              <a:t>3/25/2026</a:t>
            </a:fld>
            <a:endParaRPr lang="en-US"/>
          </a:p>
        </p:txBody>
      </p:sp>
      <p:sp>
        <p:nvSpPr>
          <p:cNvPr id="7" name="Slide Number Placeholder 6">
            <a:extLst>
              <a:ext uri="{FF2B5EF4-FFF2-40B4-BE49-F238E27FC236}">
                <a16:creationId xmlns:a16="http://schemas.microsoft.com/office/drawing/2014/main" id="{72FF646D-D3BB-C299-5B27-DE0157DD1EBC}"/>
              </a:ext>
            </a:extLst>
          </p:cNvPr>
          <p:cNvSpPr>
            <a:spLocks noGrp="1"/>
          </p:cNvSpPr>
          <p:nvPr>
            <p:ph type="sldNum" sz="quarter" idx="12"/>
          </p:nvPr>
        </p:nvSpPr>
        <p:spPr/>
        <p:txBody>
          <a:bodyPr/>
          <a:lstStyle/>
          <a:p>
            <a:fld id="{AEAA3239-9EA4-4A65-A281-97F994456D9F}" type="slidenum">
              <a:rPr lang="en-US" smtClean="0"/>
              <a:pPr/>
              <a:t>‹#›</a:t>
            </a:fld>
            <a:endParaRPr lang="en-US"/>
          </a:p>
        </p:txBody>
      </p:sp>
    </p:spTree>
    <p:extLst>
      <p:ext uri="{BB962C8B-B14F-4D97-AF65-F5344CB8AC3E}">
        <p14:creationId xmlns:p14="http://schemas.microsoft.com/office/powerpoint/2010/main" val="271495385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ontent with Picture 9">
    <p:bg>
      <p:bgPr>
        <a:solidFill>
          <a:schemeClr val="bg1"/>
        </a:solidFill>
        <a:effectLst/>
      </p:bgPr>
    </p:bg>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D47B94B1-4C38-393F-A72D-C7C641B0A979}"/>
              </a:ext>
            </a:extLst>
          </p:cNvPr>
          <p:cNvSpPr>
            <a:spLocks noGrp="1"/>
          </p:cNvSpPr>
          <p:nvPr>
            <p:ph type="title"/>
          </p:nvPr>
        </p:nvSpPr>
        <p:spPr>
          <a:xfrm>
            <a:off x="381000" y="685800"/>
            <a:ext cx="2971800" cy="1826669"/>
          </a:xfrm>
        </p:spPr>
        <p:txBody>
          <a:bodyPr anchor="t">
            <a:normAutofit/>
          </a:bodyPr>
          <a:lstStyle>
            <a:lvl1pPr>
              <a:defRPr sz="3000"/>
            </a:lvl1pPr>
          </a:lstStyle>
          <a:p>
            <a:r>
              <a:rPr lang="en-US"/>
              <a:t>Click to edit Master title style</a:t>
            </a:r>
          </a:p>
        </p:txBody>
      </p:sp>
      <p:sp>
        <p:nvSpPr>
          <p:cNvPr id="13" name="Content Placeholder 7">
            <a:extLst>
              <a:ext uri="{FF2B5EF4-FFF2-40B4-BE49-F238E27FC236}">
                <a16:creationId xmlns:a16="http://schemas.microsoft.com/office/drawing/2014/main" id="{545D6F5E-CDF1-973E-993B-489A3F29246A}"/>
              </a:ext>
            </a:extLst>
          </p:cNvPr>
          <p:cNvSpPr>
            <a:spLocks noGrp="1"/>
          </p:cNvSpPr>
          <p:nvPr>
            <p:ph sz="quarter" idx="14"/>
          </p:nvPr>
        </p:nvSpPr>
        <p:spPr>
          <a:xfrm>
            <a:off x="4082939" y="685799"/>
            <a:ext cx="7728061" cy="1826671"/>
          </a:xfrm>
        </p:spPr>
        <p:txBody>
          <a:bodyPr vert="horz" lIns="91440" tIns="45720" rIns="91440" bIns="45720" rtlCol="0" anchor="t">
            <a:normAutofit/>
          </a:bodyPr>
          <a:lstStyle>
            <a:lvl1pPr marL="0" indent="0">
              <a:buNone/>
              <a:defRPr lang="en-US" b="0" dirty="0"/>
            </a:lvl1pPr>
            <a:lvl2pPr marL="228600" indent="0">
              <a:buNone/>
              <a:defRPr lang="en-US" b="0" dirty="0"/>
            </a:lvl2pPr>
            <a:lvl3pPr marL="457200" indent="0">
              <a:buNone/>
              <a:defRPr lang="en-US" b="0" dirty="0"/>
            </a:lvl3pPr>
            <a:lvl4pPr marL="685800" indent="0">
              <a:buNone/>
              <a:defRPr lang="en-US" b="0" dirty="0"/>
            </a:lvl4pPr>
            <a:lvl5pPr marL="914400" indent="0">
              <a:buNone/>
              <a:defRPr lang="en-US" b="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Picture Placeholder 4">
            <a:extLst>
              <a:ext uri="{FF2B5EF4-FFF2-40B4-BE49-F238E27FC236}">
                <a16:creationId xmlns:a16="http://schemas.microsoft.com/office/drawing/2014/main" id="{DB02DF14-5E7A-A865-A415-188A8F69716F}"/>
              </a:ext>
            </a:extLst>
          </p:cNvPr>
          <p:cNvSpPr>
            <a:spLocks noGrp="1"/>
          </p:cNvSpPr>
          <p:nvPr>
            <p:ph type="pic" sz="quarter" idx="15"/>
          </p:nvPr>
        </p:nvSpPr>
        <p:spPr>
          <a:xfrm>
            <a:off x="152401" y="3054854"/>
            <a:ext cx="11887199" cy="3657600"/>
          </a:xfrm>
          <a:custGeom>
            <a:avLst/>
            <a:gdLst>
              <a:gd name="connsiteX0" fmla="*/ 349240 w 11887199"/>
              <a:gd name="connsiteY0" fmla="*/ 0 h 3657600"/>
              <a:gd name="connsiteX1" fmla="*/ 11537959 w 11887199"/>
              <a:gd name="connsiteY1" fmla="*/ 0 h 3657600"/>
              <a:gd name="connsiteX2" fmla="*/ 11608343 w 11887199"/>
              <a:gd name="connsiteY2" fmla="*/ 7096 h 3657600"/>
              <a:gd name="connsiteX3" fmla="*/ 11887199 w 11887199"/>
              <a:gd name="connsiteY3" fmla="*/ 349299 h 3657600"/>
              <a:gd name="connsiteX4" fmla="*/ 11887199 w 11887199"/>
              <a:gd name="connsiteY4" fmla="*/ 2766893 h 3657600"/>
              <a:gd name="connsiteX5" fmla="*/ 11537949 w 11887199"/>
              <a:gd name="connsiteY5" fmla="*/ 3116193 h 3657600"/>
              <a:gd name="connsiteX6" fmla="*/ 6214268 w 11887199"/>
              <a:gd name="connsiteY6" fmla="*/ 3116193 h 3657600"/>
              <a:gd name="connsiteX7" fmla="*/ 5943600 w 11887199"/>
              <a:gd name="connsiteY7" fmla="*/ 3386896 h 3657600"/>
              <a:gd name="connsiteX8" fmla="*/ 5672932 w 11887199"/>
              <a:gd name="connsiteY8" fmla="*/ 3657600 h 3657600"/>
              <a:gd name="connsiteX9" fmla="*/ 349250 w 11887199"/>
              <a:gd name="connsiteY9" fmla="*/ 3657600 h 3657600"/>
              <a:gd name="connsiteX10" fmla="*/ 0 w 11887199"/>
              <a:gd name="connsiteY10" fmla="*/ 3308301 h 3657600"/>
              <a:gd name="connsiteX11" fmla="*/ 0 w 11887199"/>
              <a:gd name="connsiteY11" fmla="*/ 349299 h 3657600"/>
              <a:gd name="connsiteX12" fmla="*/ 278864 w 11887199"/>
              <a:gd name="connsiteY12" fmla="*/ 7096 h 365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87199" h="3657600">
                <a:moveTo>
                  <a:pt x="349240" y="0"/>
                </a:moveTo>
                <a:lnTo>
                  <a:pt x="11537959" y="0"/>
                </a:lnTo>
                <a:lnTo>
                  <a:pt x="11608343" y="7096"/>
                </a:lnTo>
                <a:cubicBezTo>
                  <a:pt x="11767503" y="39666"/>
                  <a:pt x="11887199" y="180498"/>
                  <a:pt x="11887199" y="349299"/>
                </a:cubicBezTo>
                <a:lnTo>
                  <a:pt x="11887199" y="2766893"/>
                </a:lnTo>
                <a:cubicBezTo>
                  <a:pt x="11887199" y="2959808"/>
                  <a:pt x="11730862" y="3116193"/>
                  <a:pt x="11537949" y="3116193"/>
                </a:cubicBezTo>
                <a:lnTo>
                  <a:pt x="6214268" y="3116193"/>
                </a:lnTo>
                <a:cubicBezTo>
                  <a:pt x="6064783" y="3116193"/>
                  <a:pt x="5943600" y="3237391"/>
                  <a:pt x="5943600" y="3386896"/>
                </a:cubicBezTo>
                <a:cubicBezTo>
                  <a:pt x="5943600" y="3536402"/>
                  <a:pt x="5822416" y="3657600"/>
                  <a:pt x="5672932" y="3657600"/>
                </a:cubicBezTo>
                <a:lnTo>
                  <a:pt x="349250" y="3657600"/>
                </a:lnTo>
                <a:cubicBezTo>
                  <a:pt x="156364" y="3657600"/>
                  <a:pt x="0" y="3501213"/>
                  <a:pt x="0" y="3308301"/>
                </a:cubicBezTo>
                <a:lnTo>
                  <a:pt x="0" y="349299"/>
                </a:lnTo>
                <a:cubicBezTo>
                  <a:pt x="0" y="180498"/>
                  <a:pt x="119716" y="39666"/>
                  <a:pt x="278864" y="7096"/>
                </a:cubicBezTo>
                <a:close/>
              </a:path>
            </a:pathLst>
          </a:custGeom>
          <a:noFill/>
        </p:spPr>
        <p:txBody>
          <a:bodyPr wrap="square">
            <a:noAutofit/>
          </a:bodyPr>
          <a:lstStyle/>
          <a:p>
            <a:r>
              <a:rPr lang="en-US"/>
              <a:t>Click icon to add picture</a:t>
            </a:r>
          </a:p>
        </p:txBody>
      </p:sp>
      <p:sp>
        <p:nvSpPr>
          <p:cNvPr id="6" name="Footer Placeholder 10">
            <a:extLst>
              <a:ext uri="{FF2B5EF4-FFF2-40B4-BE49-F238E27FC236}">
                <a16:creationId xmlns:a16="http://schemas.microsoft.com/office/drawing/2014/main" id="{5B89C830-D686-4689-2593-4D5E5A4B0AB4}"/>
              </a:ext>
            </a:extLst>
          </p:cNvPr>
          <p:cNvSpPr>
            <a:spLocks noGrp="1"/>
          </p:cNvSpPr>
          <p:nvPr>
            <p:ph type="ftr" sz="quarter" idx="11"/>
          </p:nvPr>
        </p:nvSpPr>
        <p:spPr>
          <a:xfrm>
            <a:off x="6280176" y="6340475"/>
            <a:ext cx="3200400" cy="365125"/>
          </a:xfrm>
        </p:spPr>
        <p:txBody>
          <a:bodyPr/>
          <a:lstStyle>
            <a:lvl1pPr>
              <a:defRPr>
                <a:solidFill>
                  <a:schemeClr val="tx1"/>
                </a:solidFill>
              </a:defRPr>
            </a:lvl1pPr>
          </a:lstStyle>
          <a:p>
            <a:r>
              <a:rPr lang="en-US"/>
              <a:t>Sample Footer Text</a:t>
            </a:r>
          </a:p>
        </p:txBody>
      </p:sp>
      <p:sp>
        <p:nvSpPr>
          <p:cNvPr id="7" name="Date Placeholder 5">
            <a:extLst>
              <a:ext uri="{FF2B5EF4-FFF2-40B4-BE49-F238E27FC236}">
                <a16:creationId xmlns:a16="http://schemas.microsoft.com/office/drawing/2014/main" id="{883CE0EE-3E85-AAD1-D853-82A253F49445}"/>
              </a:ext>
            </a:extLst>
          </p:cNvPr>
          <p:cNvSpPr>
            <a:spLocks noGrp="1"/>
          </p:cNvSpPr>
          <p:nvPr>
            <p:ph type="dt" sz="half" idx="10"/>
          </p:nvPr>
        </p:nvSpPr>
        <p:spPr>
          <a:xfrm>
            <a:off x="9531099" y="6340475"/>
            <a:ext cx="1800171" cy="365125"/>
          </a:xfrm>
        </p:spPr>
        <p:txBody>
          <a:bodyPr/>
          <a:lstStyle>
            <a:lvl1pPr>
              <a:defRPr>
                <a:solidFill>
                  <a:schemeClr val="tx1"/>
                </a:solidFill>
              </a:defRPr>
            </a:lvl1pPr>
          </a:lstStyle>
          <a:p>
            <a:fld id="{BE0F28E2-1197-1343-806E-BC1F6DA16A33}" type="datetime1">
              <a:rPr lang="en-US" smtClean="0"/>
              <a:t>3/25/2026</a:t>
            </a:fld>
            <a:endParaRPr lang="en-US"/>
          </a:p>
        </p:txBody>
      </p:sp>
      <p:sp>
        <p:nvSpPr>
          <p:cNvPr id="8" name="Slide Number Placeholder 11">
            <a:extLst>
              <a:ext uri="{FF2B5EF4-FFF2-40B4-BE49-F238E27FC236}">
                <a16:creationId xmlns:a16="http://schemas.microsoft.com/office/drawing/2014/main" id="{D8AE04DF-032A-5A39-9A01-03B5A033761D}"/>
              </a:ext>
            </a:extLst>
          </p:cNvPr>
          <p:cNvSpPr>
            <a:spLocks noGrp="1"/>
          </p:cNvSpPr>
          <p:nvPr>
            <p:ph type="sldNum" sz="quarter" idx="12"/>
          </p:nvPr>
        </p:nvSpPr>
        <p:spPr>
          <a:xfrm>
            <a:off x="11381793" y="6340475"/>
            <a:ext cx="429207" cy="365125"/>
          </a:xfrm>
        </p:spPr>
        <p:txBody>
          <a:bodyPr/>
          <a:lstStyle>
            <a:lvl1pPr>
              <a:defRPr>
                <a:solidFill>
                  <a:schemeClr val="tx1"/>
                </a:solidFill>
              </a:defRPr>
            </a:lvl1pPr>
          </a:lstStyle>
          <a:p>
            <a:fld id="{AEAA3239-9EA4-4A65-A281-97F994456D9F}" type="slidenum">
              <a:rPr lang="en-US" smtClean="0"/>
              <a:pPr/>
              <a:t>‹#›</a:t>
            </a:fld>
            <a:endParaRPr lang="en-US"/>
          </a:p>
        </p:txBody>
      </p:sp>
    </p:spTree>
    <p:extLst>
      <p:ext uri="{BB962C8B-B14F-4D97-AF65-F5344CB8AC3E}">
        <p14:creationId xmlns:p14="http://schemas.microsoft.com/office/powerpoint/2010/main" val="14376877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6485A-FA89-9E58-7052-7C2CA2D16BD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FD2C157-BDF7-C5C6-A519-1A91080C580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63C05298-57F8-49EB-940A-CEDAB79C0CF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8706408-841B-248F-37EA-0CBE2CCC874B}"/>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6" name="Footer Placeholder 5">
            <a:extLst>
              <a:ext uri="{FF2B5EF4-FFF2-40B4-BE49-F238E27FC236}">
                <a16:creationId xmlns:a16="http://schemas.microsoft.com/office/drawing/2014/main" id="{1F94705E-46C3-7A27-6A5B-5A0498A6C83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8C050E1-F262-BFED-1FA7-0E19E0D409D8}"/>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25496210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30F4E-216F-CF42-1839-5F78E984B5CE}"/>
              </a:ext>
            </a:extLst>
          </p:cNvPr>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a16="http://schemas.microsoft.com/office/drawing/2014/main" id="{2C3FFAA2-9B14-8F7B-3C94-49A26A5F07DA}"/>
              </a:ext>
            </a:extLst>
          </p:cNvPr>
          <p:cNvSpPr>
            <a:spLocks noGrp="1"/>
          </p:cNvSpPr>
          <p:nvPr>
            <p:ph type="ftr" sz="quarter" idx="10"/>
          </p:nvPr>
        </p:nvSpPr>
        <p:spPr/>
        <p:txBody>
          <a:bodyPr/>
          <a:lstStyle/>
          <a:p>
            <a:r>
              <a:rPr lang="en-US"/>
              <a:t>Sample Footer Text</a:t>
            </a:r>
            <a:endParaRPr lang="en-US">
              <a:latin typeface="Segoe UI Semilight" panose="020B0402040204020203" pitchFamily="34" charset="0"/>
              <a:cs typeface="Segoe UI Semilight" panose="020B0402040204020203" pitchFamily="34" charset="0"/>
            </a:endParaRPr>
          </a:p>
        </p:txBody>
      </p:sp>
      <p:sp>
        <p:nvSpPr>
          <p:cNvPr id="4" name="Date Placeholder 3">
            <a:extLst>
              <a:ext uri="{FF2B5EF4-FFF2-40B4-BE49-F238E27FC236}">
                <a16:creationId xmlns:a16="http://schemas.microsoft.com/office/drawing/2014/main" id="{91DDB4AE-608B-414E-598D-EB8F5417CF27}"/>
              </a:ext>
            </a:extLst>
          </p:cNvPr>
          <p:cNvSpPr>
            <a:spLocks noGrp="1"/>
          </p:cNvSpPr>
          <p:nvPr>
            <p:ph type="dt" sz="half" idx="11"/>
          </p:nvPr>
        </p:nvSpPr>
        <p:spPr/>
        <p:txBody>
          <a:bodyPr/>
          <a:lstStyle/>
          <a:p>
            <a:fld id="{93274EE0-8EE6-BB42-BF21-111D3EB8AA70}" type="datetime1">
              <a:rPr lang="en-US" smtClean="0"/>
              <a:pPr/>
              <a:t>3/25/2026</a:t>
            </a:fld>
            <a:endParaRPr lang="en-US">
              <a:latin typeface="Segoe UI Semilight" panose="020B0402040204020203" pitchFamily="34" charset="0"/>
              <a:cs typeface="Segoe UI Semilight" panose="020B0402040204020203" pitchFamily="34" charset="0"/>
            </a:endParaRPr>
          </a:p>
        </p:txBody>
      </p:sp>
      <p:sp>
        <p:nvSpPr>
          <p:cNvPr id="5" name="Slide Number Placeholder 4">
            <a:extLst>
              <a:ext uri="{FF2B5EF4-FFF2-40B4-BE49-F238E27FC236}">
                <a16:creationId xmlns:a16="http://schemas.microsoft.com/office/drawing/2014/main" id="{2528D1FC-A8DA-F065-3DC6-982C40A45460}"/>
              </a:ext>
            </a:extLst>
          </p:cNvPr>
          <p:cNvSpPr>
            <a:spLocks noGrp="1"/>
          </p:cNvSpPr>
          <p:nvPr>
            <p:ph type="sldNum" sz="quarter" idx="12"/>
          </p:nvPr>
        </p:nvSpPr>
        <p:spPr/>
        <p:txBody>
          <a:bodyPr/>
          <a:lstStyle/>
          <a:p>
            <a:fld id="{AEAA3239-9EA4-4A65-A281-97F994456D9F}" type="slidenum">
              <a:rPr lang="en-US" smtClean="0"/>
              <a:pPr/>
              <a:t>‹#›</a:t>
            </a:fld>
            <a:endParaRPr lang="en-US">
              <a:latin typeface="Segoe UI Semilight" panose="020B0402040204020203" pitchFamily="34" charset="0"/>
              <a:cs typeface="Segoe UI Semilight" panose="020B0402040204020203" pitchFamily="34" charset="0"/>
            </a:endParaRPr>
          </a:p>
        </p:txBody>
      </p:sp>
    </p:spTree>
    <p:extLst>
      <p:ext uri="{BB962C8B-B14F-4D97-AF65-F5344CB8AC3E}">
        <p14:creationId xmlns:p14="http://schemas.microsoft.com/office/powerpoint/2010/main" val="255005012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CDB167-ECEE-C57A-5DB5-4EB6282EBA90}"/>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2FF73D55-14DE-3397-33EB-DE25A8E8BE4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5FDDD83-B8AA-2C1C-A3C2-BE3F81D89E5A}"/>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5" name="Footer Placeholder 4">
            <a:extLst>
              <a:ext uri="{FF2B5EF4-FFF2-40B4-BE49-F238E27FC236}">
                <a16:creationId xmlns:a16="http://schemas.microsoft.com/office/drawing/2014/main" id="{58C9A046-70C1-BD71-7FD5-EC8164A0051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5D1338B-E660-E54E-CDFB-379536A2FE64}"/>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223415182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A0EBDC-1D9F-9C96-9120-F23EF7B6355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EABDFCC-C0FD-C24D-DCC6-923FA4B7CDA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769054C9-C41E-2474-21DD-C56AE1EB55B0}"/>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5" name="Footer Placeholder 4">
            <a:extLst>
              <a:ext uri="{FF2B5EF4-FFF2-40B4-BE49-F238E27FC236}">
                <a16:creationId xmlns:a16="http://schemas.microsoft.com/office/drawing/2014/main" id="{EFF221E6-CA2B-4F75-FCA4-C92364BA2C0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C031EFE-E8FA-17E9-3AA7-3AC2D1EA0FF1}"/>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348990980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BAA37-4169-2659-52F0-C7C8BE36AC60}"/>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E254329-BDAC-3090-9C48-F3ACFBA8FC7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3B827B8-920F-7C85-88FA-A380A99D992F}"/>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5" name="Footer Placeholder 4">
            <a:extLst>
              <a:ext uri="{FF2B5EF4-FFF2-40B4-BE49-F238E27FC236}">
                <a16:creationId xmlns:a16="http://schemas.microsoft.com/office/drawing/2014/main" id="{FA14A73B-E01D-6297-CFEF-22BF08C990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9BB4758-7EFF-B55A-EDE5-F8F946B7F5D6}"/>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376243936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C3E185-92CE-1D61-2657-72529E976AEB}"/>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CC9434E-AE79-34A3-F917-FB3F49D67C7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0E1A0A4-86B8-A63B-E453-2B7A391EE187}"/>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6C6BD86-04F1-1C4E-25F0-9D740C9C80E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F856424-72D2-1DE1-3AF2-021B62327566}"/>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12431E5-2AAA-4D1E-4489-6D52B8A23138}"/>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8" name="Footer Placeholder 7">
            <a:extLst>
              <a:ext uri="{FF2B5EF4-FFF2-40B4-BE49-F238E27FC236}">
                <a16:creationId xmlns:a16="http://schemas.microsoft.com/office/drawing/2014/main" id="{B4EB1FB5-A903-3A0C-196F-1B925081CE11}"/>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AF0105F-F536-D479-A9F3-B62DE0F1DC32}"/>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279608479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42E4FC-3BC7-E237-C7AD-C8899C6BB79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359CAEDF-CFD0-3F5F-ACD3-98A6E06C5C9E}"/>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4" name="Footer Placeholder 3">
            <a:extLst>
              <a:ext uri="{FF2B5EF4-FFF2-40B4-BE49-F238E27FC236}">
                <a16:creationId xmlns:a16="http://schemas.microsoft.com/office/drawing/2014/main" id="{F0C9F15C-B523-B6AA-E15D-0D9758F73E4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4BE54EF8-4CFB-45FD-0BAF-F2E01B54D506}"/>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225949680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38E9A34-08C6-B35E-B9D8-245DFE4EBEC0}"/>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3" name="Footer Placeholder 2">
            <a:extLst>
              <a:ext uri="{FF2B5EF4-FFF2-40B4-BE49-F238E27FC236}">
                <a16:creationId xmlns:a16="http://schemas.microsoft.com/office/drawing/2014/main" id="{40E87067-B615-B489-8E45-A3179D4A797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46372C07-3059-3AC6-6277-E43D2151CD8F}"/>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367073965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C6CC827-4D14-D807-AA16-F3C823C857F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B7BE7CC-5510-9D97-AE2D-77A7D62E080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66ED60D-4A2F-DEA2-9F32-D06D57CD8AA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56741B6-4190-E7F3-FDAF-872FFC49A52E}"/>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6" name="Footer Placeholder 5">
            <a:extLst>
              <a:ext uri="{FF2B5EF4-FFF2-40B4-BE49-F238E27FC236}">
                <a16:creationId xmlns:a16="http://schemas.microsoft.com/office/drawing/2014/main" id="{19F78C7B-EBBF-F201-150B-72012833F1A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9CF69B3-0E5A-C96C-B92D-70E1116480F8}"/>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13572688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055982-B1BD-3453-DF64-3A55029298C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CDAFC4F-8ED7-6277-881A-13F7813F96D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B97DCDE2-0436-3C44-69DC-DD5A1809523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A46CEF2-3556-2F8C-CD81-270D36227CE6}"/>
              </a:ext>
            </a:extLst>
          </p:cNvPr>
          <p:cNvSpPr>
            <a:spLocks noGrp="1"/>
          </p:cNvSpPr>
          <p:nvPr>
            <p:ph type="dt" sz="half" idx="10"/>
          </p:nvPr>
        </p:nvSpPr>
        <p:spPr/>
        <p:txBody>
          <a:bodyPr/>
          <a:lstStyle/>
          <a:p>
            <a:fld id="{44C614D3-E046-4DBE-B321-1E917933652F}" type="datetimeFigureOut">
              <a:rPr lang="en-US" smtClean="0"/>
              <a:t>3/25/2026</a:t>
            </a:fld>
            <a:endParaRPr lang="en-US"/>
          </a:p>
        </p:txBody>
      </p:sp>
      <p:sp>
        <p:nvSpPr>
          <p:cNvPr id="6" name="Footer Placeholder 5">
            <a:extLst>
              <a:ext uri="{FF2B5EF4-FFF2-40B4-BE49-F238E27FC236}">
                <a16:creationId xmlns:a16="http://schemas.microsoft.com/office/drawing/2014/main" id="{27AD905A-C78F-8EA8-26F4-DF5F062A60C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3CAE344-A8CC-ADFE-C854-E69ECB5716C0}"/>
              </a:ext>
            </a:extLst>
          </p:cNvPr>
          <p:cNvSpPr>
            <a:spLocks noGrp="1"/>
          </p:cNvSpPr>
          <p:nvPr>
            <p:ph type="sldNum" sz="quarter" idx="12"/>
          </p:nvPr>
        </p:nvSpPr>
        <p:spPr/>
        <p:txBody>
          <a:bodyPr/>
          <a:lstStyle/>
          <a:p>
            <a:fld id="{C34DCAF9-D116-468F-BB7C-1D97AF160455}" type="slidenum">
              <a:rPr lang="en-US" smtClean="0"/>
              <a:t>‹#›</a:t>
            </a:fld>
            <a:endParaRPr lang="en-US"/>
          </a:p>
        </p:txBody>
      </p:sp>
    </p:spTree>
    <p:extLst>
      <p:ext uri="{BB962C8B-B14F-4D97-AF65-F5344CB8AC3E}">
        <p14:creationId xmlns:p14="http://schemas.microsoft.com/office/powerpoint/2010/main" val="4099497596"/>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52.xml"/><Relationship Id="rId7" Type="http://schemas.openxmlformats.org/officeDocument/2006/relationships/slideLayout" Target="../slideLayouts/slideLayout56.xml"/><Relationship Id="rId2" Type="http://schemas.openxmlformats.org/officeDocument/2006/relationships/slideLayout" Target="../slideLayouts/slideLayout51.xml"/><Relationship Id="rId1" Type="http://schemas.openxmlformats.org/officeDocument/2006/relationships/slideLayout" Target="../slideLayouts/slideLayout50.xml"/><Relationship Id="rId6" Type="http://schemas.openxmlformats.org/officeDocument/2006/relationships/slideLayout" Target="../slideLayouts/slideLayout55.xml"/><Relationship Id="rId5" Type="http://schemas.openxmlformats.org/officeDocument/2006/relationships/slideLayout" Target="../slideLayouts/slideLayout54.xml"/><Relationship Id="rId4"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2F2C1E0-51C1-D59E-9A7D-092CE9B5E529}"/>
              </a:ext>
            </a:extLst>
          </p:cNvPr>
          <p:cNvSpPr>
            <a:spLocks noGrp="1"/>
          </p:cNvSpPr>
          <p:nvPr>
            <p:ph type="title"/>
          </p:nvPr>
        </p:nvSpPr>
        <p:spPr>
          <a:xfrm>
            <a:off x="294064" y="496944"/>
            <a:ext cx="9972040" cy="1959928"/>
          </a:xfrm>
          <a:prstGeom prst="rect">
            <a:avLst/>
          </a:prstGeom>
        </p:spPr>
        <p:txBody>
          <a:bodyPr vert="horz" lIns="91440" tIns="45720" rIns="91440" bIns="45720" rtlCol="0" anchor="b">
            <a:normAutofit/>
          </a:bodyPr>
          <a:lstStyle/>
          <a:p>
            <a:r>
              <a:rPr lang="en-US"/>
              <a:t>Click to edit Master title style</a:t>
            </a:r>
          </a:p>
        </p:txBody>
      </p:sp>
      <p:sp>
        <p:nvSpPr>
          <p:cNvPr id="3" name="Text Placeholder 2">
            <a:extLst>
              <a:ext uri="{FF2B5EF4-FFF2-40B4-BE49-F238E27FC236}">
                <a16:creationId xmlns:a16="http://schemas.microsoft.com/office/drawing/2014/main" id="{90A662E4-F672-44D3-DC19-C1A19B6E5812}"/>
              </a:ext>
            </a:extLst>
          </p:cNvPr>
          <p:cNvSpPr>
            <a:spLocks noGrp="1"/>
          </p:cNvSpPr>
          <p:nvPr>
            <p:ph type="body" idx="1"/>
          </p:nvPr>
        </p:nvSpPr>
        <p:spPr>
          <a:xfrm>
            <a:off x="294064" y="2542903"/>
            <a:ext cx="9972040" cy="345657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BA8DD87-9218-11E6-9D90-EB953DE79B2A}"/>
              </a:ext>
            </a:extLst>
          </p:cNvPr>
          <p:cNvSpPr>
            <a:spLocks noGrp="1"/>
          </p:cNvSpPr>
          <p:nvPr>
            <p:ph type="dt" sz="half" idx="2"/>
          </p:nvPr>
        </p:nvSpPr>
        <p:spPr>
          <a:xfrm>
            <a:off x="5105401" y="6418800"/>
            <a:ext cx="1981200" cy="294462"/>
          </a:xfrm>
          <a:prstGeom prst="rect">
            <a:avLst/>
          </a:prstGeom>
        </p:spPr>
        <p:txBody>
          <a:bodyPr vert="horz" lIns="91440" tIns="45720" rIns="91440" bIns="45720" rtlCol="0" anchor="ctr"/>
          <a:lstStyle>
            <a:lvl1pPr algn="l">
              <a:defRPr sz="750">
                <a:solidFill>
                  <a:schemeClr val="tx1">
                    <a:lumMod val="85000"/>
                    <a:lumOff val="15000"/>
                  </a:schemeClr>
                </a:solidFill>
              </a:defRPr>
            </a:lvl1pPr>
          </a:lstStyle>
          <a:p>
            <a:fld id="{FFBFE277-E57F-4CB3-BBCB-ED00AB77CC68}" type="datetime1">
              <a:rPr lang="en-US" smtClean="0"/>
              <a:t>3/25/2026</a:t>
            </a:fld>
            <a:endParaRPr lang="en-US"/>
          </a:p>
        </p:txBody>
      </p:sp>
      <p:sp>
        <p:nvSpPr>
          <p:cNvPr id="5" name="Footer Placeholder 4">
            <a:extLst>
              <a:ext uri="{FF2B5EF4-FFF2-40B4-BE49-F238E27FC236}">
                <a16:creationId xmlns:a16="http://schemas.microsoft.com/office/drawing/2014/main" id="{0033C093-BCBE-1019-2061-9C8C964F7197}"/>
              </a:ext>
            </a:extLst>
          </p:cNvPr>
          <p:cNvSpPr>
            <a:spLocks noGrp="1"/>
          </p:cNvSpPr>
          <p:nvPr>
            <p:ph type="ftr" sz="quarter" idx="3"/>
          </p:nvPr>
        </p:nvSpPr>
        <p:spPr>
          <a:xfrm>
            <a:off x="1714500" y="6418800"/>
            <a:ext cx="2607602" cy="294462"/>
          </a:xfrm>
          <a:prstGeom prst="rect">
            <a:avLst/>
          </a:prstGeom>
        </p:spPr>
        <p:txBody>
          <a:bodyPr vert="horz" lIns="91440" tIns="45720" rIns="91440" bIns="45720" rtlCol="0" anchor="ctr"/>
          <a:lstStyle>
            <a:lvl1pPr algn="l">
              <a:defRPr sz="750">
                <a:solidFill>
                  <a:schemeClr val="tx1">
                    <a:lumMod val="85000"/>
                    <a:lumOff val="15000"/>
                  </a:schemeClr>
                </a:solidFill>
              </a:defRPr>
            </a:lvl1pPr>
          </a:lstStyle>
          <a:p>
            <a:r>
              <a:rPr lang="en-US"/>
              <a:t>Fiscal Year 2026</a:t>
            </a:r>
          </a:p>
        </p:txBody>
      </p:sp>
      <p:sp>
        <p:nvSpPr>
          <p:cNvPr id="6" name="Slide Number Placeholder 5">
            <a:extLst>
              <a:ext uri="{FF2B5EF4-FFF2-40B4-BE49-F238E27FC236}">
                <a16:creationId xmlns:a16="http://schemas.microsoft.com/office/drawing/2014/main" id="{5FECE3D6-E7F6-56B6-8F86-BDF69E2843F9}"/>
              </a:ext>
            </a:extLst>
          </p:cNvPr>
          <p:cNvSpPr>
            <a:spLocks noGrp="1"/>
          </p:cNvSpPr>
          <p:nvPr>
            <p:ph type="sldNum" sz="quarter" idx="4"/>
          </p:nvPr>
        </p:nvSpPr>
        <p:spPr>
          <a:xfrm>
            <a:off x="294065" y="6418800"/>
            <a:ext cx="779656" cy="294462"/>
          </a:xfrm>
          <a:prstGeom prst="rect">
            <a:avLst/>
          </a:prstGeom>
        </p:spPr>
        <p:txBody>
          <a:bodyPr vert="horz" lIns="91440" tIns="45720" rIns="91440" bIns="45720" rtlCol="0" anchor="ctr"/>
          <a:lstStyle>
            <a:lvl1pPr algn="l">
              <a:defRPr sz="750">
                <a:solidFill>
                  <a:schemeClr val="tx1">
                    <a:lumMod val="85000"/>
                    <a:lumOff val="15000"/>
                  </a:schemeClr>
                </a:solidFill>
              </a:defRPr>
            </a:lvl1pPr>
          </a:lstStyle>
          <a:p>
            <a:fld id="{70FEC90E-E5BA-494A-9F79-6819593C9BFA}" type="slidenum">
              <a:rPr lang="en-US" smtClean="0"/>
              <a:pPr/>
              <a:t>‹#›</a:t>
            </a:fld>
            <a:endParaRPr lang="en-US"/>
          </a:p>
        </p:txBody>
      </p:sp>
      <p:grpSp>
        <p:nvGrpSpPr>
          <p:cNvPr id="30" name="Group 29">
            <a:extLst>
              <a:ext uri="{FF2B5EF4-FFF2-40B4-BE49-F238E27FC236}">
                <a16:creationId xmlns:a16="http://schemas.microsoft.com/office/drawing/2014/main" id="{E274893C-3139-6EB6-07FC-8C2915456F3D}"/>
              </a:ext>
            </a:extLst>
          </p:cNvPr>
          <p:cNvGrpSpPr/>
          <p:nvPr userDrawn="1"/>
        </p:nvGrpSpPr>
        <p:grpSpPr>
          <a:xfrm>
            <a:off x="10717175" y="6292721"/>
            <a:ext cx="1159651" cy="339792"/>
            <a:chOff x="10717175" y="6292721"/>
            <a:chExt cx="1159651" cy="339792"/>
          </a:xfrm>
        </p:grpSpPr>
        <p:sp>
          <p:nvSpPr>
            <p:cNvPr id="11" name="Freeform 24">
              <a:extLst>
                <a:ext uri="{FF2B5EF4-FFF2-40B4-BE49-F238E27FC236}">
                  <a16:creationId xmlns:a16="http://schemas.microsoft.com/office/drawing/2014/main" id="{33632127-A9AE-4550-8C86-57286865E2CA}"/>
                </a:ext>
              </a:extLst>
            </p:cNvPr>
            <p:cNvSpPr/>
            <p:nvPr/>
          </p:nvSpPr>
          <p:spPr>
            <a:xfrm>
              <a:off x="10717175" y="6351860"/>
              <a:ext cx="130548" cy="170100"/>
            </a:xfrm>
            <a:custGeom>
              <a:avLst/>
              <a:gdLst>
                <a:gd name="connsiteX0" fmla="*/ 95 w 337601"/>
                <a:gd name="connsiteY0" fmla="*/ 277341 h 439884"/>
                <a:gd name="connsiteX1" fmla="*/ 63217 w 337601"/>
                <a:gd name="connsiteY1" fmla="*/ 181946 h 439884"/>
                <a:gd name="connsiteX2" fmla="*/ 159471 w 337601"/>
                <a:gd name="connsiteY2" fmla="*/ 144948 h 439884"/>
                <a:gd name="connsiteX3" fmla="*/ 169753 w 337601"/>
                <a:gd name="connsiteY3" fmla="*/ 130016 h 439884"/>
                <a:gd name="connsiteX4" fmla="*/ 169753 w 337601"/>
                <a:gd name="connsiteY4" fmla="*/ 107950 h 439884"/>
                <a:gd name="connsiteX5" fmla="*/ 157090 w 337601"/>
                <a:gd name="connsiteY5" fmla="*/ 93779 h 439884"/>
                <a:gd name="connsiteX6" fmla="*/ 155472 w 337601"/>
                <a:gd name="connsiteY6" fmla="*/ 93779 h 439884"/>
                <a:gd name="connsiteX7" fmla="*/ 142048 w 337601"/>
                <a:gd name="connsiteY7" fmla="*/ 107950 h 439884"/>
                <a:gd name="connsiteX8" fmla="*/ 142048 w 337601"/>
                <a:gd name="connsiteY8" fmla="*/ 144187 h 439884"/>
                <a:gd name="connsiteX9" fmla="*/ 5617 w 337601"/>
                <a:gd name="connsiteY9" fmla="*/ 144187 h 439884"/>
                <a:gd name="connsiteX10" fmla="*/ 5617 w 337601"/>
                <a:gd name="connsiteY10" fmla="*/ 107950 h 439884"/>
                <a:gd name="connsiteX11" fmla="*/ 147570 w 337601"/>
                <a:gd name="connsiteY11" fmla="*/ 0 h 439884"/>
                <a:gd name="connsiteX12" fmla="*/ 164897 w 337601"/>
                <a:gd name="connsiteY12" fmla="*/ 0 h 439884"/>
                <a:gd name="connsiteX13" fmla="*/ 317894 w 337601"/>
                <a:gd name="connsiteY13" fmla="*/ 107189 h 439884"/>
                <a:gd name="connsiteX14" fmla="*/ 317894 w 337601"/>
                <a:gd name="connsiteY14" fmla="*/ 308157 h 439884"/>
                <a:gd name="connsiteX15" fmla="*/ 326558 w 337601"/>
                <a:gd name="connsiteY15" fmla="*/ 316051 h 439884"/>
                <a:gd name="connsiteX16" fmla="*/ 337602 w 337601"/>
                <a:gd name="connsiteY16" fmla="*/ 316051 h 439884"/>
                <a:gd name="connsiteX17" fmla="*/ 337602 w 337601"/>
                <a:gd name="connsiteY17" fmla="*/ 433512 h 439884"/>
                <a:gd name="connsiteX18" fmla="*/ 207454 w 337601"/>
                <a:gd name="connsiteY18" fmla="*/ 433512 h 439884"/>
                <a:gd name="connsiteX19" fmla="*/ 171181 w 337601"/>
                <a:gd name="connsiteY19" fmla="*/ 385481 h 439884"/>
                <a:gd name="connsiteX20" fmla="*/ 79688 w 337601"/>
                <a:gd name="connsiteY20" fmla="*/ 439884 h 439884"/>
                <a:gd name="connsiteX21" fmla="*/ 77307 w 337601"/>
                <a:gd name="connsiteY21" fmla="*/ 439884 h 439884"/>
                <a:gd name="connsiteX22" fmla="*/ 0 w 337601"/>
                <a:gd name="connsiteY22" fmla="*/ 350861 h 439884"/>
                <a:gd name="connsiteX23" fmla="*/ 0 w 337601"/>
                <a:gd name="connsiteY23" fmla="*/ 277626 h 439884"/>
                <a:gd name="connsiteX24" fmla="*/ 169657 w 337601"/>
                <a:gd name="connsiteY24" fmla="*/ 234827 h 439884"/>
                <a:gd name="connsiteX25" fmla="*/ 152330 w 337601"/>
                <a:gd name="connsiteY25" fmla="*/ 248237 h 439884"/>
                <a:gd name="connsiteX26" fmla="*/ 145190 w 337601"/>
                <a:gd name="connsiteY26" fmla="*/ 277436 h 439884"/>
                <a:gd name="connsiteX27" fmla="*/ 145190 w 337601"/>
                <a:gd name="connsiteY27" fmla="*/ 324706 h 439884"/>
                <a:gd name="connsiteX28" fmla="*/ 157852 w 337601"/>
                <a:gd name="connsiteY28" fmla="*/ 340494 h 439884"/>
                <a:gd name="connsiteX29" fmla="*/ 169657 w 337601"/>
                <a:gd name="connsiteY29" fmla="*/ 323945 h 439884"/>
                <a:gd name="connsiteX30" fmla="*/ 169657 w 337601"/>
                <a:gd name="connsiteY30" fmla="*/ 234922 h 439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7601" h="439884">
                  <a:moveTo>
                    <a:pt x="95" y="277341"/>
                  </a:moveTo>
                  <a:cubicBezTo>
                    <a:pt x="95" y="228455"/>
                    <a:pt x="22944" y="200112"/>
                    <a:pt x="63217" y="181946"/>
                  </a:cubicBezTo>
                  <a:cubicBezTo>
                    <a:pt x="88446" y="170913"/>
                    <a:pt x="146046" y="150464"/>
                    <a:pt x="159471" y="144948"/>
                  </a:cubicBezTo>
                  <a:cubicBezTo>
                    <a:pt x="167373" y="141048"/>
                    <a:pt x="169753" y="140192"/>
                    <a:pt x="169753" y="130016"/>
                  </a:cubicBezTo>
                  <a:lnTo>
                    <a:pt x="169753" y="107950"/>
                  </a:lnTo>
                  <a:cubicBezTo>
                    <a:pt x="169753" y="99295"/>
                    <a:pt x="166611" y="93779"/>
                    <a:pt x="157090" y="93779"/>
                  </a:cubicBezTo>
                  <a:lnTo>
                    <a:pt x="155472" y="93779"/>
                  </a:lnTo>
                  <a:cubicBezTo>
                    <a:pt x="145190" y="93779"/>
                    <a:pt x="142048" y="99295"/>
                    <a:pt x="142048" y="107950"/>
                  </a:cubicBezTo>
                  <a:lnTo>
                    <a:pt x="142048" y="144187"/>
                  </a:lnTo>
                  <a:lnTo>
                    <a:pt x="5617" y="144187"/>
                  </a:lnTo>
                  <a:lnTo>
                    <a:pt x="5617" y="107950"/>
                  </a:lnTo>
                  <a:cubicBezTo>
                    <a:pt x="5617" y="33098"/>
                    <a:pt x="61599" y="0"/>
                    <a:pt x="147570" y="0"/>
                  </a:cubicBezTo>
                  <a:lnTo>
                    <a:pt x="164897" y="0"/>
                  </a:lnTo>
                  <a:cubicBezTo>
                    <a:pt x="261151" y="0"/>
                    <a:pt x="317894" y="29199"/>
                    <a:pt x="317894" y="107189"/>
                  </a:cubicBezTo>
                  <a:lnTo>
                    <a:pt x="317894" y="308157"/>
                  </a:lnTo>
                  <a:cubicBezTo>
                    <a:pt x="317894" y="313673"/>
                    <a:pt x="320274" y="316051"/>
                    <a:pt x="326558" y="316051"/>
                  </a:cubicBezTo>
                  <a:lnTo>
                    <a:pt x="337602" y="316051"/>
                  </a:lnTo>
                  <a:lnTo>
                    <a:pt x="337602" y="433512"/>
                  </a:lnTo>
                  <a:lnTo>
                    <a:pt x="207454" y="433512"/>
                  </a:lnTo>
                  <a:cubicBezTo>
                    <a:pt x="184605" y="433512"/>
                    <a:pt x="171181" y="413063"/>
                    <a:pt x="171181" y="385481"/>
                  </a:cubicBezTo>
                  <a:cubicBezTo>
                    <a:pt x="156233" y="407547"/>
                    <a:pt x="126243" y="439884"/>
                    <a:pt x="79688" y="439884"/>
                  </a:cubicBezTo>
                  <a:lnTo>
                    <a:pt x="77307" y="439884"/>
                  </a:lnTo>
                  <a:cubicBezTo>
                    <a:pt x="26848" y="439884"/>
                    <a:pt x="0" y="398131"/>
                    <a:pt x="0" y="350861"/>
                  </a:cubicBezTo>
                  <a:lnTo>
                    <a:pt x="0" y="277626"/>
                  </a:lnTo>
                  <a:close/>
                  <a:moveTo>
                    <a:pt x="169657" y="234827"/>
                  </a:moveTo>
                  <a:cubicBezTo>
                    <a:pt x="164897" y="237205"/>
                    <a:pt x="157852" y="241960"/>
                    <a:pt x="152330" y="248237"/>
                  </a:cubicBezTo>
                  <a:cubicBezTo>
                    <a:pt x="146808" y="255371"/>
                    <a:pt x="145190" y="261648"/>
                    <a:pt x="145190" y="277436"/>
                  </a:cubicBezTo>
                  <a:lnTo>
                    <a:pt x="145190" y="324706"/>
                  </a:lnTo>
                  <a:cubicBezTo>
                    <a:pt x="145190" y="333361"/>
                    <a:pt x="147570" y="340494"/>
                    <a:pt x="157852" y="340494"/>
                  </a:cubicBezTo>
                  <a:cubicBezTo>
                    <a:pt x="167277" y="340494"/>
                    <a:pt x="169657" y="332600"/>
                    <a:pt x="169657" y="323945"/>
                  </a:cubicBezTo>
                  <a:lnTo>
                    <a:pt x="169657" y="234922"/>
                  </a:lnTo>
                  <a:close/>
                </a:path>
              </a:pathLst>
            </a:custGeom>
            <a:solidFill>
              <a:schemeClr val="accent2"/>
            </a:solidFill>
            <a:ln w="0" cap="flat">
              <a:noFill/>
              <a:prstDash val="solid"/>
              <a:miter/>
            </a:ln>
          </p:spPr>
          <p:txBody>
            <a:bodyPr rtlCol="0" anchor="ctr"/>
            <a:lstStyle/>
            <a:p>
              <a:endParaRPr lang="en-US"/>
            </a:p>
          </p:txBody>
        </p:sp>
        <p:sp>
          <p:nvSpPr>
            <p:cNvPr id="12" name="Freeform 25">
              <a:extLst>
                <a:ext uri="{FF2B5EF4-FFF2-40B4-BE49-F238E27FC236}">
                  <a16:creationId xmlns:a16="http://schemas.microsoft.com/office/drawing/2014/main" id="{AA0A5F6C-9ED1-F67D-46A5-B5B28F015F83}"/>
                </a:ext>
              </a:extLst>
            </p:cNvPr>
            <p:cNvSpPr/>
            <p:nvPr/>
          </p:nvSpPr>
          <p:spPr>
            <a:xfrm>
              <a:off x="10852361" y="6292721"/>
              <a:ext cx="131136" cy="230048"/>
            </a:xfrm>
            <a:custGeom>
              <a:avLst/>
              <a:gdLst>
                <a:gd name="connsiteX0" fmla="*/ 339125 w 339124"/>
                <a:gd name="connsiteY0" fmla="*/ 0 h 594913"/>
                <a:gd name="connsiteX1" fmla="*/ 339125 w 339124"/>
                <a:gd name="connsiteY1" fmla="*/ 586259 h 594913"/>
                <a:gd name="connsiteX2" fmla="*/ 187652 w 339124"/>
                <a:gd name="connsiteY2" fmla="*/ 586259 h 594913"/>
                <a:gd name="connsiteX3" fmla="*/ 187652 w 339124"/>
                <a:gd name="connsiteY3" fmla="*/ 538989 h 594913"/>
                <a:gd name="connsiteX4" fmla="*/ 95397 w 339124"/>
                <a:gd name="connsiteY4" fmla="*/ 594914 h 594913"/>
                <a:gd name="connsiteX5" fmla="*/ 91493 w 339124"/>
                <a:gd name="connsiteY5" fmla="*/ 594914 h 594913"/>
                <a:gd name="connsiteX6" fmla="*/ 0 w 339124"/>
                <a:gd name="connsiteY6" fmla="*/ 481447 h 594913"/>
                <a:gd name="connsiteX7" fmla="*/ 0 w 339124"/>
                <a:gd name="connsiteY7" fmla="*/ 264692 h 594913"/>
                <a:gd name="connsiteX8" fmla="*/ 83591 w 339124"/>
                <a:gd name="connsiteY8" fmla="*/ 157502 h 594913"/>
                <a:gd name="connsiteX9" fmla="*/ 88351 w 339124"/>
                <a:gd name="connsiteY9" fmla="*/ 157502 h 594913"/>
                <a:gd name="connsiteX10" fmla="*/ 186128 w 339124"/>
                <a:gd name="connsiteY10" fmla="*/ 211905 h 594913"/>
                <a:gd name="connsiteX11" fmla="*/ 186128 w 339124"/>
                <a:gd name="connsiteY11" fmla="*/ 0 h 594913"/>
                <a:gd name="connsiteX12" fmla="*/ 339125 w 339124"/>
                <a:gd name="connsiteY12" fmla="*/ 0 h 594913"/>
                <a:gd name="connsiteX13" fmla="*/ 186128 w 339124"/>
                <a:gd name="connsiteY13" fmla="*/ 468893 h 594913"/>
                <a:gd name="connsiteX14" fmla="*/ 186128 w 339124"/>
                <a:gd name="connsiteY14" fmla="*/ 288469 h 594913"/>
                <a:gd name="connsiteX15" fmla="*/ 171181 w 339124"/>
                <a:gd name="connsiteY15" fmla="*/ 265643 h 594913"/>
                <a:gd name="connsiteX16" fmla="*/ 155377 w 339124"/>
                <a:gd name="connsiteY16" fmla="*/ 286947 h 594913"/>
                <a:gd name="connsiteX17" fmla="*/ 155377 w 339124"/>
                <a:gd name="connsiteY17" fmla="*/ 469749 h 594913"/>
                <a:gd name="connsiteX18" fmla="*/ 171181 w 339124"/>
                <a:gd name="connsiteY18" fmla="*/ 491054 h 594913"/>
                <a:gd name="connsiteX19" fmla="*/ 186128 w 339124"/>
                <a:gd name="connsiteY19" fmla="*/ 468988 h 59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124" h="594913">
                  <a:moveTo>
                    <a:pt x="339125" y="0"/>
                  </a:moveTo>
                  <a:lnTo>
                    <a:pt x="339125" y="586259"/>
                  </a:lnTo>
                  <a:lnTo>
                    <a:pt x="187652" y="586259"/>
                  </a:lnTo>
                  <a:lnTo>
                    <a:pt x="187652" y="538989"/>
                  </a:lnTo>
                  <a:cubicBezTo>
                    <a:pt x="167182" y="564193"/>
                    <a:pt x="137192" y="594914"/>
                    <a:pt x="95397" y="594914"/>
                  </a:cubicBezTo>
                  <a:lnTo>
                    <a:pt x="91493" y="594914"/>
                  </a:lnTo>
                  <a:cubicBezTo>
                    <a:pt x="37035" y="594914"/>
                    <a:pt x="0" y="542889"/>
                    <a:pt x="0" y="481447"/>
                  </a:cubicBezTo>
                  <a:lnTo>
                    <a:pt x="0" y="264692"/>
                  </a:lnTo>
                  <a:cubicBezTo>
                    <a:pt x="0" y="204011"/>
                    <a:pt x="33893" y="157502"/>
                    <a:pt x="83591" y="157502"/>
                  </a:cubicBezTo>
                  <a:lnTo>
                    <a:pt x="88351" y="157502"/>
                  </a:lnTo>
                  <a:cubicBezTo>
                    <a:pt x="134907" y="157502"/>
                    <a:pt x="163279" y="185845"/>
                    <a:pt x="186128" y="211905"/>
                  </a:cubicBezTo>
                  <a:lnTo>
                    <a:pt x="186128" y="0"/>
                  </a:lnTo>
                  <a:lnTo>
                    <a:pt x="339125" y="0"/>
                  </a:lnTo>
                  <a:close/>
                  <a:moveTo>
                    <a:pt x="186128" y="468893"/>
                  </a:moveTo>
                  <a:lnTo>
                    <a:pt x="186128" y="288469"/>
                  </a:lnTo>
                  <a:cubicBezTo>
                    <a:pt x="186128" y="275819"/>
                    <a:pt x="182986" y="265643"/>
                    <a:pt x="171181" y="265643"/>
                  </a:cubicBezTo>
                  <a:cubicBezTo>
                    <a:pt x="157757" y="265643"/>
                    <a:pt x="155377" y="275915"/>
                    <a:pt x="155377" y="286947"/>
                  </a:cubicBezTo>
                  <a:lnTo>
                    <a:pt x="155377" y="469749"/>
                  </a:lnTo>
                  <a:cubicBezTo>
                    <a:pt x="155377" y="480782"/>
                    <a:pt x="157757" y="491054"/>
                    <a:pt x="171181" y="491054"/>
                  </a:cubicBezTo>
                  <a:cubicBezTo>
                    <a:pt x="182986" y="491054"/>
                    <a:pt x="186128" y="480021"/>
                    <a:pt x="186128" y="468988"/>
                  </a:cubicBezTo>
                  <a:close/>
                </a:path>
              </a:pathLst>
            </a:custGeom>
            <a:solidFill>
              <a:schemeClr val="accent2"/>
            </a:solidFill>
            <a:ln w="0" cap="flat">
              <a:noFill/>
              <a:prstDash val="solid"/>
              <a:miter/>
            </a:ln>
          </p:spPr>
          <p:txBody>
            <a:bodyPr rtlCol="0" anchor="ctr"/>
            <a:lstStyle/>
            <a:p>
              <a:endParaRPr lang="en-US"/>
            </a:p>
          </p:txBody>
        </p:sp>
        <p:sp>
          <p:nvSpPr>
            <p:cNvPr id="13" name="Freeform 26">
              <a:extLst>
                <a:ext uri="{FF2B5EF4-FFF2-40B4-BE49-F238E27FC236}">
                  <a16:creationId xmlns:a16="http://schemas.microsoft.com/office/drawing/2014/main" id="{7B2888B3-3102-FBB4-0C1E-52B92E46A825}"/>
                </a:ext>
              </a:extLst>
            </p:cNvPr>
            <p:cNvSpPr/>
            <p:nvPr/>
          </p:nvSpPr>
          <p:spPr>
            <a:xfrm>
              <a:off x="10986517" y="6355501"/>
              <a:ext cx="131763" cy="163957"/>
            </a:xfrm>
            <a:custGeom>
              <a:avLst/>
              <a:gdLst>
                <a:gd name="connsiteX0" fmla="*/ 0 w 340743"/>
                <a:gd name="connsiteY0" fmla="*/ 0 h 424000"/>
                <a:gd name="connsiteX1" fmla="*/ 152997 w 340743"/>
                <a:gd name="connsiteY1" fmla="*/ 0 h 424000"/>
                <a:gd name="connsiteX2" fmla="*/ 171943 w 340743"/>
                <a:gd name="connsiteY2" fmla="*/ 237966 h 424000"/>
                <a:gd name="connsiteX3" fmla="*/ 190889 w 340743"/>
                <a:gd name="connsiteY3" fmla="*/ 0 h 424000"/>
                <a:gd name="connsiteX4" fmla="*/ 340744 w 340743"/>
                <a:gd name="connsiteY4" fmla="*/ 0 h 424000"/>
                <a:gd name="connsiteX5" fmla="*/ 268958 w 340743"/>
                <a:gd name="connsiteY5" fmla="*/ 424001 h 424000"/>
                <a:gd name="connsiteX6" fmla="*/ 71786 w 340743"/>
                <a:gd name="connsiteY6" fmla="*/ 424001 h 424000"/>
                <a:gd name="connsiteX7" fmla="*/ 0 w 340743"/>
                <a:gd name="connsiteY7" fmla="*/ 0 h 4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743" h="424000">
                  <a:moveTo>
                    <a:pt x="0" y="0"/>
                  </a:moveTo>
                  <a:lnTo>
                    <a:pt x="152997" y="0"/>
                  </a:lnTo>
                  <a:lnTo>
                    <a:pt x="171943" y="237966"/>
                  </a:lnTo>
                  <a:lnTo>
                    <a:pt x="190889" y="0"/>
                  </a:lnTo>
                  <a:lnTo>
                    <a:pt x="340744" y="0"/>
                  </a:lnTo>
                  <a:lnTo>
                    <a:pt x="268958" y="424001"/>
                  </a:lnTo>
                  <a:lnTo>
                    <a:pt x="71786" y="424001"/>
                  </a:lnTo>
                  <a:lnTo>
                    <a:pt x="0" y="0"/>
                  </a:lnTo>
                  <a:close/>
                </a:path>
              </a:pathLst>
            </a:custGeom>
            <a:solidFill>
              <a:schemeClr val="accent2"/>
            </a:solidFill>
            <a:ln w="0" cap="flat">
              <a:noFill/>
              <a:prstDash val="solid"/>
              <a:miter/>
            </a:ln>
          </p:spPr>
          <p:txBody>
            <a:bodyPr rtlCol="0" anchor="ctr"/>
            <a:lstStyle/>
            <a:p>
              <a:endParaRPr lang="en-US"/>
            </a:p>
          </p:txBody>
        </p:sp>
        <p:sp>
          <p:nvSpPr>
            <p:cNvPr id="14" name="Freeform 27">
              <a:extLst>
                <a:ext uri="{FF2B5EF4-FFF2-40B4-BE49-F238E27FC236}">
                  <a16:creationId xmlns:a16="http://schemas.microsoft.com/office/drawing/2014/main" id="{5E5550DE-E849-BDBF-91D8-BBAF00C35106}"/>
                </a:ext>
              </a:extLst>
            </p:cNvPr>
            <p:cNvSpPr/>
            <p:nvPr/>
          </p:nvSpPr>
          <p:spPr>
            <a:xfrm>
              <a:off x="11116770" y="6351529"/>
              <a:ext cx="125062" cy="171865"/>
            </a:xfrm>
            <a:custGeom>
              <a:avLst/>
              <a:gdLst>
                <a:gd name="connsiteX0" fmla="*/ 179083 w 323415"/>
                <a:gd name="connsiteY0" fmla="*/ 444450 h 444449"/>
                <a:gd name="connsiteX1" fmla="*/ 149855 w 323415"/>
                <a:gd name="connsiteY1" fmla="*/ 444450 h 444449"/>
                <a:gd name="connsiteX2" fmla="*/ 0 w 323415"/>
                <a:gd name="connsiteY2" fmla="*/ 299502 h 444449"/>
                <a:gd name="connsiteX3" fmla="*/ 0 w 323415"/>
                <a:gd name="connsiteY3" fmla="*/ 148182 h 444449"/>
                <a:gd name="connsiteX4" fmla="*/ 149855 w 323415"/>
                <a:gd name="connsiteY4" fmla="*/ 0 h 444449"/>
                <a:gd name="connsiteX5" fmla="*/ 179083 w 323415"/>
                <a:gd name="connsiteY5" fmla="*/ 0 h 444449"/>
                <a:gd name="connsiteX6" fmla="*/ 323416 w 323415"/>
                <a:gd name="connsiteY6" fmla="*/ 145804 h 444449"/>
                <a:gd name="connsiteX7" fmla="*/ 323416 w 323415"/>
                <a:gd name="connsiteY7" fmla="*/ 237966 h 444449"/>
                <a:gd name="connsiteX8" fmla="*/ 149855 w 323415"/>
                <a:gd name="connsiteY8" fmla="*/ 237966 h 444449"/>
                <a:gd name="connsiteX9" fmla="*/ 149855 w 323415"/>
                <a:gd name="connsiteY9" fmla="*/ 323089 h 444449"/>
                <a:gd name="connsiteX10" fmla="*/ 164040 w 323415"/>
                <a:gd name="connsiteY10" fmla="*/ 343538 h 444449"/>
                <a:gd name="connsiteX11" fmla="*/ 178988 w 323415"/>
                <a:gd name="connsiteY11" fmla="*/ 323089 h 444449"/>
                <a:gd name="connsiteX12" fmla="*/ 178988 w 323415"/>
                <a:gd name="connsiteY12" fmla="*/ 266308 h 444449"/>
                <a:gd name="connsiteX13" fmla="*/ 323320 w 323415"/>
                <a:gd name="connsiteY13" fmla="*/ 266308 h 444449"/>
                <a:gd name="connsiteX14" fmla="*/ 323320 w 323415"/>
                <a:gd name="connsiteY14" fmla="*/ 304923 h 444449"/>
                <a:gd name="connsiteX15" fmla="*/ 178988 w 323415"/>
                <a:gd name="connsiteY15" fmla="*/ 444450 h 444449"/>
                <a:gd name="connsiteX16" fmla="*/ 149855 w 323415"/>
                <a:gd name="connsiteY16" fmla="*/ 157598 h 444449"/>
                <a:gd name="connsiteX17" fmla="*/ 179083 w 323415"/>
                <a:gd name="connsiteY17" fmla="*/ 157598 h 444449"/>
                <a:gd name="connsiteX18" fmla="*/ 179083 w 323415"/>
                <a:gd name="connsiteY18" fmla="*/ 114227 h 444449"/>
                <a:gd name="connsiteX19" fmla="*/ 164136 w 323415"/>
                <a:gd name="connsiteY19" fmla="*/ 89784 h 444449"/>
                <a:gd name="connsiteX20" fmla="*/ 149950 w 323415"/>
                <a:gd name="connsiteY20" fmla="*/ 114227 h 444449"/>
                <a:gd name="connsiteX21" fmla="*/ 149950 w 323415"/>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415" h="444449">
                  <a:moveTo>
                    <a:pt x="179083" y="444450"/>
                  </a:moveTo>
                  <a:lnTo>
                    <a:pt x="149855" y="444450"/>
                  </a:lnTo>
                  <a:cubicBezTo>
                    <a:pt x="55981" y="444450"/>
                    <a:pt x="0" y="399558"/>
                    <a:pt x="0" y="299502"/>
                  </a:cubicBezTo>
                  <a:lnTo>
                    <a:pt x="0" y="148182"/>
                  </a:lnTo>
                  <a:cubicBezTo>
                    <a:pt x="0" y="56781"/>
                    <a:pt x="50459" y="0"/>
                    <a:pt x="149855" y="0"/>
                  </a:cubicBezTo>
                  <a:lnTo>
                    <a:pt x="179083" y="0"/>
                  </a:lnTo>
                  <a:cubicBezTo>
                    <a:pt x="261151" y="0"/>
                    <a:pt x="323416" y="38615"/>
                    <a:pt x="323416" y="145804"/>
                  </a:cubicBezTo>
                  <a:lnTo>
                    <a:pt x="323416" y="237966"/>
                  </a:lnTo>
                  <a:lnTo>
                    <a:pt x="149855" y="237966"/>
                  </a:lnTo>
                  <a:lnTo>
                    <a:pt x="149855" y="323089"/>
                  </a:lnTo>
                  <a:cubicBezTo>
                    <a:pt x="149855" y="338877"/>
                    <a:pt x="154615" y="343538"/>
                    <a:pt x="164040" y="343538"/>
                  </a:cubicBezTo>
                  <a:cubicBezTo>
                    <a:pt x="176703" y="343538"/>
                    <a:pt x="178988" y="335644"/>
                    <a:pt x="178988" y="323089"/>
                  </a:cubicBezTo>
                  <a:lnTo>
                    <a:pt x="178988" y="266308"/>
                  </a:lnTo>
                  <a:lnTo>
                    <a:pt x="323320" y="266308"/>
                  </a:lnTo>
                  <a:lnTo>
                    <a:pt x="323320" y="304923"/>
                  </a:lnTo>
                  <a:cubicBezTo>
                    <a:pt x="323320" y="392424"/>
                    <a:pt x="268101" y="444450"/>
                    <a:pt x="178988" y="444450"/>
                  </a:cubicBezTo>
                  <a:close/>
                  <a:moveTo>
                    <a:pt x="149855" y="157598"/>
                  </a:moveTo>
                  <a:lnTo>
                    <a:pt x="179083" y="157598"/>
                  </a:lnTo>
                  <a:lnTo>
                    <a:pt x="179083" y="114227"/>
                  </a:lnTo>
                  <a:cubicBezTo>
                    <a:pt x="179083" y="96061"/>
                    <a:pt x="177464" y="89784"/>
                    <a:pt x="164136" y="89784"/>
                  </a:cubicBezTo>
                  <a:cubicBezTo>
                    <a:pt x="152330" y="89784"/>
                    <a:pt x="149950" y="96917"/>
                    <a:pt x="149950" y="114227"/>
                  </a:cubicBezTo>
                  <a:lnTo>
                    <a:pt x="149950" y="157598"/>
                  </a:lnTo>
                  <a:close/>
                </a:path>
              </a:pathLst>
            </a:custGeom>
            <a:solidFill>
              <a:schemeClr val="accent2"/>
            </a:solidFill>
            <a:ln w="0" cap="flat">
              <a:noFill/>
              <a:prstDash val="solid"/>
              <a:miter/>
            </a:ln>
          </p:spPr>
          <p:txBody>
            <a:bodyPr rtlCol="0" anchor="ctr"/>
            <a:lstStyle/>
            <a:p>
              <a:endParaRPr lang="en-US"/>
            </a:p>
          </p:txBody>
        </p:sp>
        <p:sp>
          <p:nvSpPr>
            <p:cNvPr id="15" name="Freeform 28">
              <a:extLst>
                <a:ext uri="{FF2B5EF4-FFF2-40B4-BE49-F238E27FC236}">
                  <a16:creationId xmlns:a16="http://schemas.microsoft.com/office/drawing/2014/main" id="{902D359B-27AE-F9E4-66F6-77F2366A3C62}"/>
                </a:ext>
              </a:extLst>
            </p:cNvPr>
            <p:cNvSpPr/>
            <p:nvPr/>
          </p:nvSpPr>
          <p:spPr>
            <a:xfrm>
              <a:off x="11248533" y="6353037"/>
              <a:ext cx="131763" cy="166422"/>
            </a:xfrm>
            <a:custGeom>
              <a:avLst/>
              <a:gdLst>
                <a:gd name="connsiteX0" fmla="*/ 0 w 340743"/>
                <a:gd name="connsiteY0" fmla="*/ 6372 h 430373"/>
                <a:gd name="connsiteX1" fmla="*/ 152235 w 340743"/>
                <a:gd name="connsiteY1" fmla="*/ 6372 h 430373"/>
                <a:gd name="connsiteX2" fmla="*/ 152235 w 340743"/>
                <a:gd name="connsiteY2" fmla="*/ 62297 h 430373"/>
                <a:gd name="connsiteX3" fmla="*/ 252392 w 340743"/>
                <a:gd name="connsiteY3" fmla="*/ 0 h 430373"/>
                <a:gd name="connsiteX4" fmla="*/ 258675 w 340743"/>
                <a:gd name="connsiteY4" fmla="*/ 0 h 430373"/>
                <a:gd name="connsiteX5" fmla="*/ 340743 w 340743"/>
                <a:gd name="connsiteY5" fmla="*/ 87501 h 430373"/>
                <a:gd name="connsiteX6" fmla="*/ 340743 w 340743"/>
                <a:gd name="connsiteY6" fmla="*/ 430278 h 430373"/>
                <a:gd name="connsiteX7" fmla="*/ 185366 w 340743"/>
                <a:gd name="connsiteY7" fmla="*/ 430278 h 430373"/>
                <a:gd name="connsiteX8" fmla="*/ 185366 w 340743"/>
                <a:gd name="connsiteY8" fmla="*/ 134771 h 430373"/>
                <a:gd name="connsiteX9" fmla="*/ 168801 w 340743"/>
                <a:gd name="connsiteY9" fmla="*/ 114322 h 430373"/>
                <a:gd name="connsiteX10" fmla="*/ 153853 w 340743"/>
                <a:gd name="connsiteY10" fmla="*/ 135627 h 430373"/>
                <a:gd name="connsiteX11" fmla="*/ 153853 w 340743"/>
                <a:gd name="connsiteY11" fmla="*/ 430373 h 430373"/>
                <a:gd name="connsiteX12" fmla="*/ 0 w 340743"/>
                <a:gd name="connsiteY12" fmla="*/ 430373 h 430373"/>
                <a:gd name="connsiteX13" fmla="*/ 0 w 340743"/>
                <a:gd name="connsiteY13" fmla="*/ 6372 h 43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0743" h="430373">
                  <a:moveTo>
                    <a:pt x="0" y="6372"/>
                  </a:moveTo>
                  <a:lnTo>
                    <a:pt x="152235" y="6372"/>
                  </a:lnTo>
                  <a:lnTo>
                    <a:pt x="152235" y="62297"/>
                  </a:lnTo>
                  <a:cubicBezTo>
                    <a:pt x="175085" y="31577"/>
                    <a:pt x="205836" y="0"/>
                    <a:pt x="252392" y="0"/>
                  </a:cubicBezTo>
                  <a:lnTo>
                    <a:pt x="258675" y="0"/>
                  </a:lnTo>
                  <a:cubicBezTo>
                    <a:pt x="323321" y="0"/>
                    <a:pt x="340743" y="55925"/>
                    <a:pt x="340743" y="87501"/>
                  </a:cubicBezTo>
                  <a:lnTo>
                    <a:pt x="340743" y="430278"/>
                  </a:lnTo>
                  <a:lnTo>
                    <a:pt x="185366" y="430278"/>
                  </a:lnTo>
                  <a:lnTo>
                    <a:pt x="185366" y="134771"/>
                  </a:lnTo>
                  <a:cubicBezTo>
                    <a:pt x="185366" y="124499"/>
                    <a:pt x="182225" y="114322"/>
                    <a:pt x="168801" y="114322"/>
                  </a:cubicBezTo>
                  <a:cubicBezTo>
                    <a:pt x="156139" y="114322"/>
                    <a:pt x="153853" y="124594"/>
                    <a:pt x="153853" y="135627"/>
                  </a:cubicBezTo>
                  <a:lnTo>
                    <a:pt x="153853" y="430373"/>
                  </a:lnTo>
                  <a:lnTo>
                    <a:pt x="0" y="430373"/>
                  </a:lnTo>
                  <a:lnTo>
                    <a:pt x="0" y="6372"/>
                  </a:lnTo>
                  <a:close/>
                </a:path>
              </a:pathLst>
            </a:custGeom>
            <a:solidFill>
              <a:schemeClr val="accent2"/>
            </a:solidFill>
            <a:ln w="0" cap="flat">
              <a:noFill/>
              <a:prstDash val="solid"/>
              <a:miter/>
            </a:ln>
          </p:spPr>
          <p:txBody>
            <a:bodyPr rtlCol="0" anchor="ctr"/>
            <a:lstStyle/>
            <a:p>
              <a:endParaRPr lang="en-US"/>
            </a:p>
          </p:txBody>
        </p:sp>
        <p:sp>
          <p:nvSpPr>
            <p:cNvPr id="16" name="Freeform 29">
              <a:extLst>
                <a:ext uri="{FF2B5EF4-FFF2-40B4-BE49-F238E27FC236}">
                  <a16:creationId xmlns:a16="http://schemas.microsoft.com/office/drawing/2014/main" id="{B959FA22-8D45-F518-D2B8-AC26BBC518C5}"/>
                </a:ext>
              </a:extLst>
            </p:cNvPr>
            <p:cNvSpPr/>
            <p:nvPr/>
          </p:nvSpPr>
          <p:spPr>
            <a:xfrm>
              <a:off x="11386112" y="6300959"/>
              <a:ext cx="94873" cy="218463"/>
            </a:xfrm>
            <a:custGeom>
              <a:avLst/>
              <a:gdLst>
                <a:gd name="connsiteX0" fmla="*/ 100918 w 245346"/>
                <a:gd name="connsiteY0" fmla="*/ 564954 h 564954"/>
                <a:gd name="connsiteX1" fmla="*/ 47318 w 245346"/>
                <a:gd name="connsiteY1" fmla="*/ 504274 h 564954"/>
                <a:gd name="connsiteX2" fmla="*/ 47318 w 245346"/>
                <a:gd name="connsiteY2" fmla="*/ 261553 h 564954"/>
                <a:gd name="connsiteX3" fmla="*/ 0 w 245346"/>
                <a:gd name="connsiteY3" fmla="*/ 261553 h 564954"/>
                <a:gd name="connsiteX4" fmla="*/ 0 w 245346"/>
                <a:gd name="connsiteY4" fmla="*/ 140953 h 564954"/>
                <a:gd name="connsiteX5" fmla="*/ 47318 w 245346"/>
                <a:gd name="connsiteY5" fmla="*/ 140953 h 564954"/>
                <a:gd name="connsiteX6" fmla="*/ 47318 w 245346"/>
                <a:gd name="connsiteY6" fmla="*/ 0 h 564954"/>
                <a:gd name="connsiteX7" fmla="*/ 201171 w 245346"/>
                <a:gd name="connsiteY7" fmla="*/ 0 h 564954"/>
                <a:gd name="connsiteX8" fmla="*/ 201171 w 245346"/>
                <a:gd name="connsiteY8" fmla="*/ 141048 h 564954"/>
                <a:gd name="connsiteX9" fmla="*/ 245347 w 245346"/>
                <a:gd name="connsiteY9" fmla="*/ 141048 h 564954"/>
                <a:gd name="connsiteX10" fmla="*/ 245347 w 245346"/>
                <a:gd name="connsiteY10" fmla="*/ 261648 h 564954"/>
                <a:gd name="connsiteX11" fmla="*/ 201171 w 245346"/>
                <a:gd name="connsiteY11" fmla="*/ 261648 h 564954"/>
                <a:gd name="connsiteX12" fmla="*/ 201171 w 245346"/>
                <a:gd name="connsiteY12" fmla="*/ 427900 h 564954"/>
                <a:gd name="connsiteX13" fmla="*/ 214595 w 245346"/>
                <a:gd name="connsiteY13" fmla="*/ 442072 h 564954"/>
                <a:gd name="connsiteX14" fmla="*/ 245347 w 245346"/>
                <a:gd name="connsiteY14" fmla="*/ 442072 h 564954"/>
                <a:gd name="connsiteX15" fmla="*/ 245347 w 245346"/>
                <a:gd name="connsiteY15" fmla="*/ 564954 h 564954"/>
                <a:gd name="connsiteX16" fmla="*/ 101014 w 245346"/>
                <a:gd name="connsiteY16" fmla="*/ 564954 h 56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6" h="564954">
                  <a:moveTo>
                    <a:pt x="100918" y="564954"/>
                  </a:moveTo>
                  <a:cubicBezTo>
                    <a:pt x="76451" y="564954"/>
                    <a:pt x="47318" y="548405"/>
                    <a:pt x="47318" y="504274"/>
                  </a:cubicBezTo>
                  <a:lnTo>
                    <a:pt x="47318" y="261553"/>
                  </a:lnTo>
                  <a:lnTo>
                    <a:pt x="0" y="261553"/>
                  </a:lnTo>
                  <a:lnTo>
                    <a:pt x="0" y="140953"/>
                  </a:lnTo>
                  <a:lnTo>
                    <a:pt x="47318" y="140953"/>
                  </a:lnTo>
                  <a:lnTo>
                    <a:pt x="47318" y="0"/>
                  </a:lnTo>
                  <a:lnTo>
                    <a:pt x="201171" y="0"/>
                  </a:lnTo>
                  <a:lnTo>
                    <a:pt x="201171" y="141048"/>
                  </a:lnTo>
                  <a:lnTo>
                    <a:pt x="245347" y="141048"/>
                  </a:lnTo>
                  <a:lnTo>
                    <a:pt x="245347" y="261648"/>
                  </a:lnTo>
                  <a:lnTo>
                    <a:pt x="201171" y="261648"/>
                  </a:lnTo>
                  <a:lnTo>
                    <a:pt x="201171" y="427900"/>
                  </a:lnTo>
                  <a:cubicBezTo>
                    <a:pt x="201171" y="438172"/>
                    <a:pt x="203551" y="442072"/>
                    <a:pt x="214595" y="442072"/>
                  </a:cubicBezTo>
                  <a:lnTo>
                    <a:pt x="245347" y="442072"/>
                  </a:lnTo>
                  <a:lnTo>
                    <a:pt x="245347" y="564954"/>
                  </a:lnTo>
                  <a:lnTo>
                    <a:pt x="101014" y="564954"/>
                  </a:lnTo>
                  <a:close/>
                </a:path>
              </a:pathLst>
            </a:custGeom>
            <a:solidFill>
              <a:schemeClr val="accent2"/>
            </a:solidFill>
            <a:ln w="0" cap="flat">
              <a:noFill/>
              <a:prstDash val="solid"/>
              <a:miter/>
            </a:ln>
          </p:spPr>
          <p:txBody>
            <a:bodyPr rtlCol="0" anchor="ctr"/>
            <a:lstStyle/>
            <a:p>
              <a:endParaRPr lang="en-US"/>
            </a:p>
          </p:txBody>
        </p:sp>
        <p:sp>
          <p:nvSpPr>
            <p:cNvPr id="17" name="Freeform 30">
              <a:extLst>
                <a:ext uri="{FF2B5EF4-FFF2-40B4-BE49-F238E27FC236}">
                  <a16:creationId xmlns:a16="http://schemas.microsoft.com/office/drawing/2014/main" id="{8F0946BE-C95F-4B92-25C1-3EE89C3087ED}"/>
                </a:ext>
              </a:extLst>
            </p:cNvPr>
            <p:cNvSpPr/>
            <p:nvPr/>
          </p:nvSpPr>
          <p:spPr>
            <a:xfrm>
              <a:off x="11487650" y="6355501"/>
              <a:ext cx="130879" cy="165723"/>
            </a:xfrm>
            <a:custGeom>
              <a:avLst/>
              <a:gdLst>
                <a:gd name="connsiteX0" fmla="*/ 338458 w 338458"/>
                <a:gd name="connsiteY0" fmla="*/ 423906 h 428566"/>
                <a:gd name="connsiteX1" fmla="*/ 186985 w 338458"/>
                <a:gd name="connsiteY1" fmla="*/ 423906 h 428566"/>
                <a:gd name="connsiteX2" fmla="*/ 186985 w 338458"/>
                <a:gd name="connsiteY2" fmla="*/ 367125 h 428566"/>
                <a:gd name="connsiteX3" fmla="*/ 85210 w 338458"/>
                <a:gd name="connsiteY3" fmla="*/ 428566 h 428566"/>
                <a:gd name="connsiteX4" fmla="*/ 80449 w 338458"/>
                <a:gd name="connsiteY4" fmla="*/ 428566 h 428566"/>
                <a:gd name="connsiteX5" fmla="*/ 0 w 338458"/>
                <a:gd name="connsiteY5" fmla="*/ 342682 h 428566"/>
                <a:gd name="connsiteX6" fmla="*/ 0 w 338458"/>
                <a:gd name="connsiteY6" fmla="*/ 0 h 428566"/>
                <a:gd name="connsiteX7" fmla="*/ 155377 w 338458"/>
                <a:gd name="connsiteY7" fmla="*/ 0 h 428566"/>
                <a:gd name="connsiteX8" fmla="*/ 155377 w 338458"/>
                <a:gd name="connsiteY8" fmla="*/ 296268 h 428566"/>
                <a:gd name="connsiteX9" fmla="*/ 171181 w 338458"/>
                <a:gd name="connsiteY9" fmla="*/ 315956 h 428566"/>
                <a:gd name="connsiteX10" fmla="*/ 185366 w 338458"/>
                <a:gd name="connsiteY10" fmla="*/ 295507 h 428566"/>
                <a:gd name="connsiteX11" fmla="*/ 185366 w 338458"/>
                <a:gd name="connsiteY11" fmla="*/ 0 h 428566"/>
                <a:gd name="connsiteX12" fmla="*/ 338363 w 338458"/>
                <a:gd name="connsiteY12" fmla="*/ 0 h 428566"/>
                <a:gd name="connsiteX13" fmla="*/ 338363 w 338458"/>
                <a:gd name="connsiteY13" fmla="*/ 424001 h 42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8458" h="428566">
                  <a:moveTo>
                    <a:pt x="338458" y="423906"/>
                  </a:moveTo>
                  <a:lnTo>
                    <a:pt x="186985" y="423906"/>
                  </a:lnTo>
                  <a:lnTo>
                    <a:pt x="186985" y="367125"/>
                  </a:lnTo>
                  <a:cubicBezTo>
                    <a:pt x="164136" y="398607"/>
                    <a:pt x="132527" y="428566"/>
                    <a:pt x="85210" y="428566"/>
                  </a:cubicBezTo>
                  <a:lnTo>
                    <a:pt x="80449" y="428566"/>
                  </a:lnTo>
                  <a:cubicBezTo>
                    <a:pt x="18946" y="428566"/>
                    <a:pt x="0" y="374163"/>
                    <a:pt x="0" y="342682"/>
                  </a:cubicBezTo>
                  <a:lnTo>
                    <a:pt x="0" y="0"/>
                  </a:lnTo>
                  <a:lnTo>
                    <a:pt x="155377" y="0"/>
                  </a:lnTo>
                  <a:lnTo>
                    <a:pt x="155377" y="296268"/>
                  </a:lnTo>
                  <a:cubicBezTo>
                    <a:pt x="155377" y="306540"/>
                    <a:pt x="159280" y="315956"/>
                    <a:pt x="171181" y="315956"/>
                  </a:cubicBezTo>
                  <a:cubicBezTo>
                    <a:pt x="183082" y="315956"/>
                    <a:pt x="185366" y="306540"/>
                    <a:pt x="185366" y="295507"/>
                  </a:cubicBezTo>
                  <a:lnTo>
                    <a:pt x="185366" y="0"/>
                  </a:lnTo>
                  <a:lnTo>
                    <a:pt x="338363" y="0"/>
                  </a:lnTo>
                  <a:lnTo>
                    <a:pt x="338363" y="424001"/>
                  </a:lnTo>
                  <a:close/>
                </a:path>
              </a:pathLst>
            </a:custGeom>
            <a:solidFill>
              <a:schemeClr val="accent2"/>
            </a:solidFill>
            <a:ln w="0" cap="flat">
              <a:noFill/>
              <a:prstDash val="solid"/>
              <a:miter/>
            </a:ln>
          </p:spPr>
          <p:txBody>
            <a:bodyPr rtlCol="0" anchor="ctr"/>
            <a:lstStyle/>
            <a:p>
              <a:endParaRPr lang="en-US"/>
            </a:p>
          </p:txBody>
        </p:sp>
        <p:sp>
          <p:nvSpPr>
            <p:cNvPr id="18" name="Freeform 31">
              <a:extLst>
                <a:ext uri="{FF2B5EF4-FFF2-40B4-BE49-F238E27FC236}">
                  <a16:creationId xmlns:a16="http://schemas.microsoft.com/office/drawing/2014/main" id="{9E4C0B20-A1B4-19A5-8970-62E8AF4D379B}"/>
                </a:ext>
              </a:extLst>
            </p:cNvPr>
            <p:cNvSpPr/>
            <p:nvPr/>
          </p:nvSpPr>
          <p:spPr>
            <a:xfrm>
              <a:off x="11626407" y="6354288"/>
              <a:ext cx="119576" cy="165134"/>
            </a:xfrm>
            <a:custGeom>
              <a:avLst/>
              <a:gdLst>
                <a:gd name="connsiteX0" fmla="*/ 153853 w 309229"/>
                <a:gd name="connsiteY0" fmla="*/ 427045 h 427044"/>
                <a:gd name="connsiteX1" fmla="*/ 0 w 309229"/>
                <a:gd name="connsiteY1" fmla="*/ 427045 h 427044"/>
                <a:gd name="connsiteX2" fmla="*/ 0 w 309229"/>
                <a:gd name="connsiteY2" fmla="*/ 3139 h 427044"/>
                <a:gd name="connsiteX3" fmla="*/ 152235 w 309229"/>
                <a:gd name="connsiteY3" fmla="*/ 3139 h 427044"/>
                <a:gd name="connsiteX4" fmla="*/ 152235 w 309229"/>
                <a:gd name="connsiteY4" fmla="*/ 59919 h 427044"/>
                <a:gd name="connsiteX5" fmla="*/ 236683 w 309229"/>
                <a:gd name="connsiteY5" fmla="*/ 0 h 427044"/>
                <a:gd name="connsiteX6" fmla="*/ 246108 w 309229"/>
                <a:gd name="connsiteY6" fmla="*/ 0 h 427044"/>
                <a:gd name="connsiteX7" fmla="*/ 309230 w 309229"/>
                <a:gd name="connsiteY7" fmla="*/ 63819 h 427044"/>
                <a:gd name="connsiteX8" fmla="*/ 309230 w 309229"/>
                <a:gd name="connsiteY8" fmla="*/ 216661 h 427044"/>
                <a:gd name="connsiteX9" fmla="*/ 175085 w 309229"/>
                <a:gd name="connsiteY9" fmla="*/ 216661 h 427044"/>
                <a:gd name="connsiteX10" fmla="*/ 175085 w 309229"/>
                <a:gd name="connsiteY10" fmla="*/ 121265 h 427044"/>
                <a:gd name="connsiteX11" fmla="*/ 164040 w 309229"/>
                <a:gd name="connsiteY11" fmla="*/ 107094 h 427044"/>
                <a:gd name="connsiteX12" fmla="*/ 153758 w 309229"/>
                <a:gd name="connsiteY12" fmla="*/ 121265 h 427044"/>
                <a:gd name="connsiteX13" fmla="*/ 153758 w 309229"/>
                <a:gd name="connsiteY13" fmla="*/ 427045 h 42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229" h="427044">
                  <a:moveTo>
                    <a:pt x="153853" y="427045"/>
                  </a:moveTo>
                  <a:lnTo>
                    <a:pt x="0" y="427045"/>
                  </a:lnTo>
                  <a:lnTo>
                    <a:pt x="0" y="3139"/>
                  </a:lnTo>
                  <a:lnTo>
                    <a:pt x="152235" y="3139"/>
                  </a:lnTo>
                  <a:lnTo>
                    <a:pt x="152235" y="59919"/>
                  </a:lnTo>
                  <a:cubicBezTo>
                    <a:pt x="164897" y="38615"/>
                    <a:pt x="193269" y="0"/>
                    <a:pt x="236683" y="0"/>
                  </a:cubicBezTo>
                  <a:lnTo>
                    <a:pt x="246108" y="0"/>
                  </a:lnTo>
                  <a:cubicBezTo>
                    <a:pt x="287904" y="0"/>
                    <a:pt x="309230" y="29960"/>
                    <a:pt x="309230" y="63819"/>
                  </a:cubicBezTo>
                  <a:lnTo>
                    <a:pt x="309230" y="216661"/>
                  </a:lnTo>
                  <a:lnTo>
                    <a:pt x="175085" y="216661"/>
                  </a:lnTo>
                  <a:lnTo>
                    <a:pt x="175085" y="121265"/>
                  </a:lnTo>
                  <a:cubicBezTo>
                    <a:pt x="175085" y="111850"/>
                    <a:pt x="171943" y="107094"/>
                    <a:pt x="164040" y="107094"/>
                  </a:cubicBezTo>
                  <a:cubicBezTo>
                    <a:pt x="156900" y="107094"/>
                    <a:pt x="153758" y="110994"/>
                    <a:pt x="153758" y="121265"/>
                  </a:cubicBezTo>
                  <a:lnTo>
                    <a:pt x="153758" y="427045"/>
                  </a:lnTo>
                  <a:close/>
                </a:path>
              </a:pathLst>
            </a:custGeom>
            <a:solidFill>
              <a:schemeClr val="accent2"/>
            </a:solidFill>
            <a:ln w="0" cap="flat">
              <a:noFill/>
              <a:prstDash val="solid"/>
              <a:miter/>
            </a:ln>
          </p:spPr>
          <p:txBody>
            <a:bodyPr rtlCol="0" anchor="ctr"/>
            <a:lstStyle/>
            <a:p>
              <a:endParaRPr lang="en-US"/>
            </a:p>
          </p:txBody>
        </p:sp>
        <p:sp>
          <p:nvSpPr>
            <p:cNvPr id="19" name="Freeform 32">
              <a:extLst>
                <a:ext uri="{FF2B5EF4-FFF2-40B4-BE49-F238E27FC236}">
                  <a16:creationId xmlns:a16="http://schemas.microsoft.com/office/drawing/2014/main" id="{EB1DD915-E8C5-0150-9DB1-88FF85FACB25}"/>
                </a:ext>
              </a:extLst>
            </p:cNvPr>
            <p:cNvSpPr/>
            <p:nvPr/>
          </p:nvSpPr>
          <p:spPr>
            <a:xfrm>
              <a:off x="11751801" y="6351529"/>
              <a:ext cx="125025" cy="171865"/>
            </a:xfrm>
            <a:custGeom>
              <a:avLst/>
              <a:gdLst>
                <a:gd name="connsiteX0" fmla="*/ 178988 w 323320"/>
                <a:gd name="connsiteY0" fmla="*/ 444450 h 444449"/>
                <a:gd name="connsiteX1" fmla="*/ 149855 w 323320"/>
                <a:gd name="connsiteY1" fmla="*/ 444450 h 444449"/>
                <a:gd name="connsiteX2" fmla="*/ 0 w 323320"/>
                <a:gd name="connsiteY2" fmla="*/ 299502 h 444449"/>
                <a:gd name="connsiteX3" fmla="*/ 0 w 323320"/>
                <a:gd name="connsiteY3" fmla="*/ 148182 h 444449"/>
                <a:gd name="connsiteX4" fmla="*/ 149855 w 323320"/>
                <a:gd name="connsiteY4" fmla="*/ 0 h 444449"/>
                <a:gd name="connsiteX5" fmla="*/ 178988 w 323320"/>
                <a:gd name="connsiteY5" fmla="*/ 0 h 444449"/>
                <a:gd name="connsiteX6" fmla="*/ 323320 w 323320"/>
                <a:gd name="connsiteY6" fmla="*/ 145804 h 444449"/>
                <a:gd name="connsiteX7" fmla="*/ 323320 w 323320"/>
                <a:gd name="connsiteY7" fmla="*/ 237966 h 444449"/>
                <a:gd name="connsiteX8" fmla="*/ 149759 w 323320"/>
                <a:gd name="connsiteY8" fmla="*/ 237966 h 444449"/>
                <a:gd name="connsiteX9" fmla="*/ 149759 w 323320"/>
                <a:gd name="connsiteY9" fmla="*/ 323089 h 444449"/>
                <a:gd name="connsiteX10" fmla="*/ 163945 w 323320"/>
                <a:gd name="connsiteY10" fmla="*/ 343538 h 444449"/>
                <a:gd name="connsiteX11" fmla="*/ 178892 w 323320"/>
                <a:gd name="connsiteY11" fmla="*/ 323089 h 444449"/>
                <a:gd name="connsiteX12" fmla="*/ 178892 w 323320"/>
                <a:gd name="connsiteY12" fmla="*/ 266308 h 444449"/>
                <a:gd name="connsiteX13" fmla="*/ 323226 w 323320"/>
                <a:gd name="connsiteY13" fmla="*/ 266308 h 444449"/>
                <a:gd name="connsiteX14" fmla="*/ 323226 w 323320"/>
                <a:gd name="connsiteY14" fmla="*/ 304923 h 444449"/>
                <a:gd name="connsiteX15" fmla="*/ 178892 w 323320"/>
                <a:gd name="connsiteY15" fmla="*/ 444450 h 444449"/>
                <a:gd name="connsiteX16" fmla="*/ 149855 w 323320"/>
                <a:gd name="connsiteY16" fmla="*/ 157598 h 444449"/>
                <a:gd name="connsiteX17" fmla="*/ 178988 w 323320"/>
                <a:gd name="connsiteY17" fmla="*/ 157598 h 444449"/>
                <a:gd name="connsiteX18" fmla="*/ 178988 w 323320"/>
                <a:gd name="connsiteY18" fmla="*/ 114227 h 444449"/>
                <a:gd name="connsiteX19" fmla="*/ 164040 w 323320"/>
                <a:gd name="connsiteY19" fmla="*/ 89784 h 444449"/>
                <a:gd name="connsiteX20" fmla="*/ 149855 w 323320"/>
                <a:gd name="connsiteY20" fmla="*/ 114227 h 444449"/>
                <a:gd name="connsiteX21" fmla="*/ 149855 w 323320"/>
                <a:gd name="connsiteY21" fmla="*/ 157598 h 4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320" h="444449">
                  <a:moveTo>
                    <a:pt x="178988" y="444450"/>
                  </a:moveTo>
                  <a:lnTo>
                    <a:pt x="149855" y="444450"/>
                  </a:lnTo>
                  <a:cubicBezTo>
                    <a:pt x="55981" y="444450"/>
                    <a:pt x="0" y="399558"/>
                    <a:pt x="0" y="299502"/>
                  </a:cubicBezTo>
                  <a:lnTo>
                    <a:pt x="0" y="148182"/>
                  </a:lnTo>
                  <a:cubicBezTo>
                    <a:pt x="0" y="56781"/>
                    <a:pt x="50459" y="0"/>
                    <a:pt x="149855" y="0"/>
                  </a:cubicBezTo>
                  <a:lnTo>
                    <a:pt x="178988" y="0"/>
                  </a:lnTo>
                  <a:cubicBezTo>
                    <a:pt x="261056" y="0"/>
                    <a:pt x="323320" y="38615"/>
                    <a:pt x="323320" y="145804"/>
                  </a:cubicBezTo>
                  <a:lnTo>
                    <a:pt x="323320" y="237966"/>
                  </a:lnTo>
                  <a:lnTo>
                    <a:pt x="149759" y="237966"/>
                  </a:lnTo>
                  <a:lnTo>
                    <a:pt x="149759" y="323089"/>
                  </a:lnTo>
                  <a:cubicBezTo>
                    <a:pt x="149759" y="338877"/>
                    <a:pt x="154520" y="343538"/>
                    <a:pt x="163945" y="343538"/>
                  </a:cubicBezTo>
                  <a:cubicBezTo>
                    <a:pt x="176608" y="343538"/>
                    <a:pt x="178892" y="335644"/>
                    <a:pt x="178892" y="323089"/>
                  </a:cubicBezTo>
                  <a:lnTo>
                    <a:pt x="178892" y="266308"/>
                  </a:lnTo>
                  <a:lnTo>
                    <a:pt x="323226" y="266308"/>
                  </a:lnTo>
                  <a:lnTo>
                    <a:pt x="323226" y="304923"/>
                  </a:lnTo>
                  <a:cubicBezTo>
                    <a:pt x="323226" y="392424"/>
                    <a:pt x="268005" y="444450"/>
                    <a:pt x="178892" y="444450"/>
                  </a:cubicBezTo>
                  <a:close/>
                  <a:moveTo>
                    <a:pt x="149855" y="157598"/>
                  </a:moveTo>
                  <a:lnTo>
                    <a:pt x="178988" y="157598"/>
                  </a:lnTo>
                  <a:lnTo>
                    <a:pt x="178988" y="114227"/>
                  </a:lnTo>
                  <a:cubicBezTo>
                    <a:pt x="178988" y="96061"/>
                    <a:pt x="177369" y="89784"/>
                    <a:pt x="164040" y="89784"/>
                  </a:cubicBezTo>
                  <a:cubicBezTo>
                    <a:pt x="152235" y="89784"/>
                    <a:pt x="149855" y="96917"/>
                    <a:pt x="149855" y="114227"/>
                  </a:cubicBezTo>
                  <a:lnTo>
                    <a:pt x="149855" y="157598"/>
                  </a:lnTo>
                  <a:close/>
                </a:path>
              </a:pathLst>
            </a:custGeom>
            <a:solidFill>
              <a:schemeClr val="accent2"/>
            </a:solidFill>
            <a:ln w="0" cap="flat">
              <a:noFill/>
              <a:prstDash val="solid"/>
              <a:miter/>
            </a:ln>
          </p:spPr>
          <p:txBody>
            <a:bodyPr rtlCol="0" anchor="ctr"/>
            <a:lstStyle/>
            <a:p>
              <a:endParaRPr lang="en-US"/>
            </a:p>
          </p:txBody>
        </p:sp>
        <p:grpSp>
          <p:nvGrpSpPr>
            <p:cNvPr id="10" name="Group 9">
              <a:extLst>
                <a:ext uri="{FF2B5EF4-FFF2-40B4-BE49-F238E27FC236}">
                  <a16:creationId xmlns:a16="http://schemas.microsoft.com/office/drawing/2014/main" id="{90D57729-C4F9-9448-5AF0-F20126015D8C}"/>
                </a:ext>
              </a:extLst>
            </p:cNvPr>
            <p:cNvGrpSpPr/>
            <p:nvPr userDrawn="1"/>
          </p:nvGrpSpPr>
          <p:grpSpPr>
            <a:xfrm>
              <a:off x="10717905" y="6554391"/>
              <a:ext cx="1158921" cy="78122"/>
              <a:chOff x="10717904" y="6548918"/>
              <a:chExt cx="1248337" cy="84149"/>
            </a:xfrm>
          </p:grpSpPr>
          <p:grpSp>
            <p:nvGrpSpPr>
              <p:cNvPr id="7" name="Group 6">
                <a:extLst>
                  <a:ext uri="{FF2B5EF4-FFF2-40B4-BE49-F238E27FC236}">
                    <a16:creationId xmlns:a16="http://schemas.microsoft.com/office/drawing/2014/main" id="{20C118DC-22D6-3086-7920-8169598E13EB}"/>
                  </a:ext>
                </a:extLst>
              </p:cNvPr>
              <p:cNvGrpSpPr/>
              <p:nvPr userDrawn="1"/>
            </p:nvGrpSpPr>
            <p:grpSpPr>
              <a:xfrm>
                <a:off x="11365302" y="6551088"/>
                <a:ext cx="491266" cy="81979"/>
                <a:chOff x="10719494" y="6551088"/>
                <a:chExt cx="491266" cy="81979"/>
              </a:xfrm>
            </p:grpSpPr>
            <p:sp>
              <p:nvSpPr>
                <p:cNvPr id="20" name="Freeform 33">
                  <a:extLst>
                    <a:ext uri="{FF2B5EF4-FFF2-40B4-BE49-F238E27FC236}">
                      <a16:creationId xmlns:a16="http://schemas.microsoft.com/office/drawing/2014/main" id="{74916208-227C-806C-200B-F85E4945D809}"/>
                    </a:ext>
                  </a:extLst>
                </p:cNvPr>
                <p:cNvSpPr/>
                <p:nvPr/>
              </p:nvSpPr>
              <p:spPr>
                <a:xfrm>
                  <a:off x="1071949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6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8" y="0"/>
                        <a:pt x="131194" y="0"/>
                      </a:cubicBezTo>
                      <a:cubicBezTo>
                        <a:pt x="199933" y="0"/>
                        <a:pt x="250488" y="34905"/>
                        <a:pt x="256486" y="81414"/>
                      </a:cubicBezTo>
                      <a:lnTo>
                        <a:pt x="216404" y="81414"/>
                      </a:lnTo>
                      <a:cubicBezTo>
                        <a:pt x="211548" y="57542"/>
                        <a:pt x="180321" y="32052"/>
                        <a:pt x="131194" y="32052"/>
                      </a:cubicBezTo>
                      <a:cubicBezTo>
                        <a:pt x="75499" y="32052"/>
                        <a:pt x="39416" y="62678"/>
                        <a:pt x="39416" y="105572"/>
                      </a:cubicBezTo>
                      <a:cubicBezTo>
                        <a:pt x="39416" y="148467"/>
                        <a:pt x="75499" y="179663"/>
                        <a:pt x="131194" y="179663"/>
                      </a:cubicBezTo>
                      <a:cubicBezTo>
                        <a:pt x="180321" y="179663"/>
                        <a:pt x="211548" y="153793"/>
                        <a:pt x="216404" y="129730"/>
                      </a:cubicBezTo>
                      <a:lnTo>
                        <a:pt x="256486" y="129730"/>
                      </a:lnTo>
                      <a:cubicBezTo>
                        <a:pt x="250774"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21" name="Freeform 34">
                  <a:extLst>
                    <a:ext uri="{FF2B5EF4-FFF2-40B4-BE49-F238E27FC236}">
                      <a16:creationId xmlns:a16="http://schemas.microsoft.com/office/drawing/2014/main" id="{641AAD10-3406-5282-BA40-E8916B9F923C}"/>
                    </a:ext>
                  </a:extLst>
                </p:cNvPr>
                <p:cNvSpPr/>
                <p:nvPr/>
              </p:nvSpPr>
              <p:spPr>
                <a:xfrm>
                  <a:off x="10821620" y="6553074"/>
                  <a:ext cx="102678" cy="77786"/>
                </a:xfrm>
                <a:custGeom>
                  <a:avLst/>
                  <a:gdLst>
                    <a:gd name="connsiteX0" fmla="*/ 113867 w 265530"/>
                    <a:gd name="connsiteY0" fmla="*/ 133344 h 201157"/>
                    <a:gd name="connsiteX1" fmla="*/ 0 w 265530"/>
                    <a:gd name="connsiteY1" fmla="*/ 0 h 201157"/>
                    <a:gd name="connsiteX2" fmla="*/ 47698 w 265530"/>
                    <a:gd name="connsiteY2" fmla="*/ 0 h 201157"/>
                    <a:gd name="connsiteX3" fmla="*/ 132908 w 265530"/>
                    <a:gd name="connsiteY3" fmla="*/ 101863 h 201157"/>
                    <a:gd name="connsiteX4" fmla="*/ 218403 w 265530"/>
                    <a:gd name="connsiteY4" fmla="*/ 0 h 201157"/>
                    <a:gd name="connsiteX5" fmla="*/ 265530 w 265530"/>
                    <a:gd name="connsiteY5" fmla="*/ 0 h 201157"/>
                    <a:gd name="connsiteX6" fmla="*/ 151949 w 265530"/>
                    <a:gd name="connsiteY6" fmla="*/ 133344 h 201157"/>
                    <a:gd name="connsiteX7" fmla="*/ 151949 w 265530"/>
                    <a:gd name="connsiteY7" fmla="*/ 201158 h 201157"/>
                    <a:gd name="connsiteX8" fmla="*/ 113867 w 265530"/>
                    <a:gd name="connsiteY8" fmla="*/ 201158 h 201157"/>
                    <a:gd name="connsiteX9" fmla="*/ 113867 w 265530"/>
                    <a:gd name="connsiteY9" fmla="*/ 133344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530" h="201157">
                      <a:moveTo>
                        <a:pt x="113867" y="133344"/>
                      </a:moveTo>
                      <a:lnTo>
                        <a:pt x="0" y="0"/>
                      </a:lnTo>
                      <a:lnTo>
                        <a:pt x="47698" y="0"/>
                      </a:lnTo>
                      <a:lnTo>
                        <a:pt x="132908" y="101863"/>
                      </a:lnTo>
                      <a:lnTo>
                        <a:pt x="218403" y="0"/>
                      </a:lnTo>
                      <a:lnTo>
                        <a:pt x="265530" y="0"/>
                      </a:lnTo>
                      <a:lnTo>
                        <a:pt x="151949" y="133344"/>
                      </a:lnTo>
                      <a:lnTo>
                        <a:pt x="151949" y="201158"/>
                      </a:lnTo>
                      <a:lnTo>
                        <a:pt x="113867" y="201158"/>
                      </a:lnTo>
                      <a:lnTo>
                        <a:pt x="113867" y="133344"/>
                      </a:lnTo>
                      <a:close/>
                    </a:path>
                  </a:pathLst>
                </a:custGeom>
                <a:solidFill>
                  <a:schemeClr val="tx1">
                    <a:lumMod val="85000"/>
                  </a:schemeClr>
                </a:solidFill>
                <a:ln w="0" cap="flat">
                  <a:noFill/>
                  <a:prstDash val="solid"/>
                  <a:miter/>
                </a:ln>
              </p:spPr>
              <p:txBody>
                <a:bodyPr rtlCol="0" anchor="ctr"/>
                <a:lstStyle/>
                <a:p>
                  <a:endParaRPr lang="en-US"/>
                </a:p>
              </p:txBody>
            </p:sp>
            <p:sp>
              <p:nvSpPr>
                <p:cNvPr id="22" name="Freeform 35">
                  <a:extLst>
                    <a:ext uri="{FF2B5EF4-FFF2-40B4-BE49-F238E27FC236}">
                      <a16:creationId xmlns:a16="http://schemas.microsoft.com/office/drawing/2014/main" id="{065DE6ED-FB1B-F1EC-371B-FA98994C8E90}"/>
                    </a:ext>
                  </a:extLst>
                </p:cNvPr>
                <p:cNvSpPr/>
                <p:nvPr/>
              </p:nvSpPr>
              <p:spPr>
                <a:xfrm>
                  <a:off x="10927354" y="6551088"/>
                  <a:ext cx="99181" cy="81979"/>
                </a:xfrm>
                <a:custGeom>
                  <a:avLst/>
                  <a:gdLst>
                    <a:gd name="connsiteX0" fmla="*/ 0 w 256485"/>
                    <a:gd name="connsiteY0" fmla="*/ 105572 h 212000"/>
                    <a:gd name="connsiteX1" fmla="*/ 131194 w 256485"/>
                    <a:gd name="connsiteY1" fmla="*/ 0 h 212000"/>
                    <a:gd name="connsiteX2" fmla="*/ 256486 w 256485"/>
                    <a:gd name="connsiteY2" fmla="*/ 81414 h 212000"/>
                    <a:gd name="connsiteX3" fmla="*/ 216404 w 256485"/>
                    <a:gd name="connsiteY3" fmla="*/ 81414 h 212000"/>
                    <a:gd name="connsiteX4" fmla="*/ 131194 w 256485"/>
                    <a:gd name="connsiteY4" fmla="*/ 32052 h 212000"/>
                    <a:gd name="connsiteX5" fmla="*/ 39415 w 256485"/>
                    <a:gd name="connsiteY5" fmla="*/ 105572 h 212000"/>
                    <a:gd name="connsiteX6" fmla="*/ 131194 w 256485"/>
                    <a:gd name="connsiteY6" fmla="*/ 179663 h 212000"/>
                    <a:gd name="connsiteX7" fmla="*/ 216404 w 256485"/>
                    <a:gd name="connsiteY7" fmla="*/ 129730 h 212000"/>
                    <a:gd name="connsiteX8" fmla="*/ 256486 w 256485"/>
                    <a:gd name="connsiteY8" fmla="*/ 129730 h 212000"/>
                    <a:gd name="connsiteX9" fmla="*/ 131194 w 256485"/>
                    <a:gd name="connsiteY9" fmla="*/ 212001 h 212000"/>
                    <a:gd name="connsiteX10" fmla="*/ 0 w 256485"/>
                    <a:gd name="connsiteY10" fmla="*/ 105572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485" h="212000">
                      <a:moveTo>
                        <a:pt x="0" y="105572"/>
                      </a:moveTo>
                      <a:cubicBezTo>
                        <a:pt x="0" y="41468"/>
                        <a:pt x="54267" y="0"/>
                        <a:pt x="131194" y="0"/>
                      </a:cubicBezTo>
                      <a:cubicBezTo>
                        <a:pt x="199933" y="0"/>
                        <a:pt x="250488" y="34905"/>
                        <a:pt x="256486" y="81414"/>
                      </a:cubicBezTo>
                      <a:lnTo>
                        <a:pt x="216404" y="81414"/>
                      </a:lnTo>
                      <a:cubicBezTo>
                        <a:pt x="211548" y="57542"/>
                        <a:pt x="180321" y="32052"/>
                        <a:pt x="131194" y="32052"/>
                      </a:cubicBezTo>
                      <a:cubicBezTo>
                        <a:pt x="75499" y="32052"/>
                        <a:pt x="39415" y="62678"/>
                        <a:pt x="39415" y="105572"/>
                      </a:cubicBezTo>
                      <a:cubicBezTo>
                        <a:pt x="39415" y="148467"/>
                        <a:pt x="75499" y="179663"/>
                        <a:pt x="131194" y="179663"/>
                      </a:cubicBezTo>
                      <a:cubicBezTo>
                        <a:pt x="180321" y="179663"/>
                        <a:pt x="211548" y="153793"/>
                        <a:pt x="216404" y="129730"/>
                      </a:cubicBezTo>
                      <a:lnTo>
                        <a:pt x="256486" y="129730"/>
                      </a:lnTo>
                      <a:cubicBezTo>
                        <a:pt x="250773" y="176810"/>
                        <a:pt x="199933" y="212001"/>
                        <a:pt x="131194" y="212001"/>
                      </a:cubicBezTo>
                      <a:cubicBezTo>
                        <a:pt x="54172" y="212001"/>
                        <a:pt x="0" y="169962"/>
                        <a:pt x="0" y="105572"/>
                      </a:cubicBezTo>
                      <a:close/>
                    </a:path>
                  </a:pathLst>
                </a:custGeom>
                <a:solidFill>
                  <a:schemeClr val="tx1">
                    <a:lumMod val="85000"/>
                  </a:schemeClr>
                </a:solidFill>
                <a:ln w="0" cap="flat">
                  <a:noFill/>
                  <a:prstDash val="solid"/>
                  <a:miter/>
                </a:ln>
              </p:spPr>
              <p:txBody>
                <a:bodyPr rtlCol="0" anchor="ctr"/>
                <a:lstStyle/>
                <a:p>
                  <a:endParaRPr lang="en-US"/>
                </a:p>
              </p:txBody>
            </p:sp>
            <p:sp>
              <p:nvSpPr>
                <p:cNvPr id="23" name="Freeform 36">
                  <a:extLst>
                    <a:ext uri="{FF2B5EF4-FFF2-40B4-BE49-F238E27FC236}">
                      <a16:creationId xmlns:a16="http://schemas.microsoft.com/office/drawing/2014/main" id="{1950F05B-8D29-22A4-EEC5-E941FBBA2C39}"/>
                    </a:ext>
                  </a:extLst>
                </p:cNvPr>
                <p:cNvSpPr/>
                <p:nvPr/>
              </p:nvSpPr>
              <p:spPr>
                <a:xfrm>
                  <a:off x="11044280" y="6553074"/>
                  <a:ext cx="73263" cy="77786"/>
                </a:xfrm>
                <a:custGeom>
                  <a:avLst/>
                  <a:gdLst>
                    <a:gd name="connsiteX0" fmla="*/ 0 w 189460"/>
                    <a:gd name="connsiteY0" fmla="*/ 0 h 201157"/>
                    <a:gd name="connsiteX1" fmla="*/ 38083 w 189460"/>
                    <a:gd name="connsiteY1" fmla="*/ 0 h 201157"/>
                    <a:gd name="connsiteX2" fmla="*/ 38083 w 189460"/>
                    <a:gd name="connsiteY2" fmla="*/ 168820 h 201157"/>
                    <a:gd name="connsiteX3" fmla="*/ 189461 w 189460"/>
                    <a:gd name="connsiteY3" fmla="*/ 168820 h 201157"/>
                    <a:gd name="connsiteX4" fmla="*/ 189461 w 189460"/>
                    <a:gd name="connsiteY4" fmla="*/ 201158 h 201157"/>
                    <a:gd name="connsiteX5" fmla="*/ 0 w 189460"/>
                    <a:gd name="connsiteY5" fmla="*/ 201158 h 201157"/>
                    <a:gd name="connsiteX6" fmla="*/ 0 w 189460"/>
                    <a:gd name="connsiteY6"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60" h="201157">
                      <a:moveTo>
                        <a:pt x="0" y="0"/>
                      </a:moveTo>
                      <a:lnTo>
                        <a:pt x="38083" y="0"/>
                      </a:lnTo>
                      <a:lnTo>
                        <a:pt x="38083" y="168820"/>
                      </a:lnTo>
                      <a:lnTo>
                        <a:pt x="189461" y="168820"/>
                      </a:lnTo>
                      <a:lnTo>
                        <a:pt x="189461"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sp>
              <p:nvSpPr>
                <p:cNvPr id="24" name="Freeform 37">
                  <a:extLst>
                    <a:ext uri="{FF2B5EF4-FFF2-40B4-BE49-F238E27FC236}">
                      <a16:creationId xmlns:a16="http://schemas.microsoft.com/office/drawing/2014/main" id="{FC9EE7BC-ED5E-5667-A8EF-E7AC5B7FA2EB}"/>
                    </a:ext>
                  </a:extLst>
                </p:cNvPr>
                <p:cNvSpPr/>
                <p:nvPr/>
              </p:nvSpPr>
              <p:spPr>
                <a:xfrm>
                  <a:off x="11134110" y="6553074"/>
                  <a:ext cx="76650" cy="77786"/>
                </a:xfrm>
                <a:custGeom>
                  <a:avLst/>
                  <a:gdLst>
                    <a:gd name="connsiteX0" fmla="*/ 0 w 198219"/>
                    <a:gd name="connsiteY0" fmla="*/ 0 h 201157"/>
                    <a:gd name="connsiteX1" fmla="*/ 198220 w 198219"/>
                    <a:gd name="connsiteY1" fmla="*/ 0 h 201157"/>
                    <a:gd name="connsiteX2" fmla="*/ 198220 w 198219"/>
                    <a:gd name="connsiteY2" fmla="*/ 29199 h 201157"/>
                    <a:gd name="connsiteX3" fmla="*/ 37987 w 198219"/>
                    <a:gd name="connsiteY3" fmla="*/ 29199 h 201157"/>
                    <a:gd name="connsiteX4" fmla="*/ 37987 w 198219"/>
                    <a:gd name="connsiteY4" fmla="*/ 86836 h 201157"/>
                    <a:gd name="connsiteX5" fmla="*/ 192508 w 198219"/>
                    <a:gd name="connsiteY5" fmla="*/ 86836 h 201157"/>
                    <a:gd name="connsiteX6" fmla="*/ 192508 w 198219"/>
                    <a:gd name="connsiteY6" fmla="*/ 114037 h 201157"/>
                    <a:gd name="connsiteX7" fmla="*/ 37987 w 198219"/>
                    <a:gd name="connsiteY7" fmla="*/ 114037 h 201157"/>
                    <a:gd name="connsiteX8" fmla="*/ 37987 w 198219"/>
                    <a:gd name="connsiteY8" fmla="*/ 171674 h 201157"/>
                    <a:gd name="connsiteX9" fmla="*/ 198220 w 198219"/>
                    <a:gd name="connsiteY9" fmla="*/ 171674 h 201157"/>
                    <a:gd name="connsiteX10" fmla="*/ 198220 w 198219"/>
                    <a:gd name="connsiteY10" fmla="*/ 201158 h 201157"/>
                    <a:gd name="connsiteX11" fmla="*/ 0 w 198219"/>
                    <a:gd name="connsiteY11" fmla="*/ 201158 h 201157"/>
                    <a:gd name="connsiteX12" fmla="*/ 0 w 198219"/>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219" h="201157">
                      <a:moveTo>
                        <a:pt x="0" y="0"/>
                      </a:moveTo>
                      <a:lnTo>
                        <a:pt x="198220" y="0"/>
                      </a:lnTo>
                      <a:lnTo>
                        <a:pt x="198220" y="29199"/>
                      </a:lnTo>
                      <a:lnTo>
                        <a:pt x="37987" y="29199"/>
                      </a:lnTo>
                      <a:lnTo>
                        <a:pt x="37987" y="86836"/>
                      </a:lnTo>
                      <a:lnTo>
                        <a:pt x="192508" y="86836"/>
                      </a:lnTo>
                      <a:lnTo>
                        <a:pt x="192508" y="114037"/>
                      </a:lnTo>
                      <a:lnTo>
                        <a:pt x="37987" y="114037"/>
                      </a:lnTo>
                      <a:lnTo>
                        <a:pt x="37987" y="171674"/>
                      </a:lnTo>
                      <a:lnTo>
                        <a:pt x="198220" y="171674"/>
                      </a:lnTo>
                      <a:lnTo>
                        <a:pt x="198220" y="201158"/>
                      </a:lnTo>
                      <a:lnTo>
                        <a:pt x="0" y="201158"/>
                      </a:lnTo>
                      <a:lnTo>
                        <a:pt x="0" y="0"/>
                      </a:lnTo>
                      <a:close/>
                    </a:path>
                  </a:pathLst>
                </a:custGeom>
                <a:solidFill>
                  <a:schemeClr val="tx1">
                    <a:lumMod val="85000"/>
                  </a:schemeClr>
                </a:solidFill>
                <a:ln w="0" cap="flat">
                  <a:noFill/>
                  <a:prstDash val="solid"/>
                  <a:miter/>
                </a:ln>
              </p:spPr>
              <p:txBody>
                <a:bodyPr rtlCol="0" anchor="ctr"/>
                <a:lstStyle/>
                <a:p>
                  <a:endParaRPr lang="en-US"/>
                </a:p>
              </p:txBody>
            </p:sp>
          </p:grpSp>
          <p:sp>
            <p:nvSpPr>
              <p:cNvPr id="25" name="Freeform 38">
                <a:extLst>
                  <a:ext uri="{FF2B5EF4-FFF2-40B4-BE49-F238E27FC236}">
                    <a16:creationId xmlns:a16="http://schemas.microsoft.com/office/drawing/2014/main" id="{1AD9305F-C8FF-9A7C-CF7B-9680846C2CF1}"/>
                  </a:ext>
                </a:extLst>
              </p:cNvPr>
              <p:cNvSpPr/>
              <p:nvPr/>
            </p:nvSpPr>
            <p:spPr>
              <a:xfrm>
                <a:off x="10717904" y="6553074"/>
                <a:ext cx="165081" cy="77786"/>
              </a:xfrm>
              <a:custGeom>
                <a:avLst/>
                <a:gdLst>
                  <a:gd name="connsiteX0" fmla="*/ 0 w 426905"/>
                  <a:gd name="connsiteY0" fmla="*/ 0 h 201157"/>
                  <a:gd name="connsiteX1" fmla="*/ 38940 w 426905"/>
                  <a:gd name="connsiteY1" fmla="*/ 0 h 201157"/>
                  <a:gd name="connsiteX2" fmla="*/ 106250 w 426905"/>
                  <a:gd name="connsiteY2" fmla="*/ 173100 h 201157"/>
                  <a:gd name="connsiteX3" fmla="*/ 188604 w 426905"/>
                  <a:gd name="connsiteY3" fmla="*/ 0 h 201157"/>
                  <a:gd name="connsiteX4" fmla="*/ 238302 w 426905"/>
                  <a:gd name="connsiteY4" fmla="*/ 0 h 201157"/>
                  <a:gd name="connsiteX5" fmla="*/ 320941 w 426905"/>
                  <a:gd name="connsiteY5" fmla="*/ 173100 h 201157"/>
                  <a:gd name="connsiteX6" fmla="*/ 388252 w 426905"/>
                  <a:gd name="connsiteY6" fmla="*/ 0 h 201157"/>
                  <a:gd name="connsiteX7" fmla="*/ 426905 w 426905"/>
                  <a:gd name="connsiteY7" fmla="*/ 0 h 201157"/>
                  <a:gd name="connsiteX8" fmla="*/ 348265 w 426905"/>
                  <a:gd name="connsiteY8" fmla="*/ 201158 h 201157"/>
                  <a:gd name="connsiteX9" fmla="*/ 295140 w 426905"/>
                  <a:gd name="connsiteY9" fmla="*/ 201158 h 201157"/>
                  <a:gd name="connsiteX10" fmla="*/ 213643 w 426905"/>
                  <a:gd name="connsiteY10" fmla="*/ 28628 h 201157"/>
                  <a:gd name="connsiteX11" fmla="*/ 132146 w 426905"/>
                  <a:gd name="connsiteY11" fmla="*/ 201158 h 201157"/>
                  <a:gd name="connsiteX12" fmla="*/ 79021 w 426905"/>
                  <a:gd name="connsiteY12" fmla="*/ 201158 h 201157"/>
                  <a:gd name="connsiteX13" fmla="*/ 95 w 426905"/>
                  <a:gd name="connsiteY13"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905" h="201157">
                    <a:moveTo>
                      <a:pt x="0" y="0"/>
                    </a:moveTo>
                    <a:lnTo>
                      <a:pt x="38940" y="0"/>
                    </a:lnTo>
                    <a:lnTo>
                      <a:pt x="106250" y="173100"/>
                    </a:lnTo>
                    <a:lnTo>
                      <a:pt x="188604" y="0"/>
                    </a:lnTo>
                    <a:lnTo>
                      <a:pt x="238302" y="0"/>
                    </a:lnTo>
                    <a:lnTo>
                      <a:pt x="320941" y="173100"/>
                    </a:lnTo>
                    <a:lnTo>
                      <a:pt x="388252" y="0"/>
                    </a:lnTo>
                    <a:lnTo>
                      <a:pt x="426905" y="0"/>
                    </a:lnTo>
                    <a:lnTo>
                      <a:pt x="348265" y="201158"/>
                    </a:lnTo>
                    <a:lnTo>
                      <a:pt x="295140" y="201158"/>
                    </a:lnTo>
                    <a:lnTo>
                      <a:pt x="213643" y="28628"/>
                    </a:lnTo>
                    <a:lnTo>
                      <a:pt x="132146" y="201158"/>
                    </a:lnTo>
                    <a:lnTo>
                      <a:pt x="79021"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6" name="Freeform 39">
                <a:extLst>
                  <a:ext uri="{FF2B5EF4-FFF2-40B4-BE49-F238E27FC236}">
                    <a16:creationId xmlns:a16="http://schemas.microsoft.com/office/drawing/2014/main" id="{F30949CC-B8A7-2DF3-6839-E794E6D30304}"/>
                  </a:ext>
                </a:extLst>
              </p:cNvPr>
              <p:cNvSpPr/>
              <p:nvPr/>
            </p:nvSpPr>
            <p:spPr>
              <a:xfrm>
                <a:off x="10891084" y="6551088"/>
                <a:ext cx="103120" cy="81979"/>
              </a:xfrm>
              <a:custGeom>
                <a:avLst/>
                <a:gdLst>
                  <a:gd name="connsiteX0" fmla="*/ 0 w 266673"/>
                  <a:gd name="connsiteY0" fmla="*/ 105572 h 212000"/>
                  <a:gd name="connsiteX1" fmla="*/ 133479 w 266673"/>
                  <a:gd name="connsiteY1" fmla="*/ 0 h 212000"/>
                  <a:gd name="connsiteX2" fmla="*/ 266673 w 266673"/>
                  <a:gd name="connsiteY2" fmla="*/ 105572 h 212000"/>
                  <a:gd name="connsiteX3" fmla="*/ 133479 w 266673"/>
                  <a:gd name="connsiteY3" fmla="*/ 212001 h 212000"/>
                  <a:gd name="connsiteX4" fmla="*/ 0 w 266673"/>
                  <a:gd name="connsiteY4" fmla="*/ 105572 h 212000"/>
                  <a:gd name="connsiteX5" fmla="*/ 133479 w 266673"/>
                  <a:gd name="connsiteY5" fmla="*/ 179663 h 212000"/>
                  <a:gd name="connsiteX6" fmla="*/ 227543 w 266673"/>
                  <a:gd name="connsiteY6" fmla="*/ 105572 h 212000"/>
                  <a:gd name="connsiteX7" fmla="*/ 133479 w 266673"/>
                  <a:gd name="connsiteY7" fmla="*/ 32052 h 212000"/>
                  <a:gd name="connsiteX8" fmla="*/ 39416 w 266673"/>
                  <a:gd name="connsiteY8" fmla="*/ 105572 h 212000"/>
                  <a:gd name="connsiteX9" fmla="*/ 133479 w 266673"/>
                  <a:gd name="connsiteY9" fmla="*/ 179663 h 21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673" h="212000">
                    <a:moveTo>
                      <a:pt x="0" y="105572"/>
                    </a:moveTo>
                    <a:cubicBezTo>
                      <a:pt x="0" y="41468"/>
                      <a:pt x="51983" y="0"/>
                      <a:pt x="133479" y="0"/>
                    </a:cubicBezTo>
                    <a:cubicBezTo>
                      <a:pt x="214976" y="0"/>
                      <a:pt x="266673" y="41753"/>
                      <a:pt x="266673" y="105572"/>
                    </a:cubicBezTo>
                    <a:cubicBezTo>
                      <a:pt x="266673" y="169391"/>
                      <a:pt x="214691" y="212001"/>
                      <a:pt x="133479" y="212001"/>
                    </a:cubicBezTo>
                    <a:cubicBezTo>
                      <a:pt x="52269" y="212001"/>
                      <a:pt x="0" y="169962"/>
                      <a:pt x="0" y="105572"/>
                    </a:cubicBezTo>
                    <a:close/>
                    <a:moveTo>
                      <a:pt x="133479" y="179663"/>
                    </a:moveTo>
                    <a:cubicBezTo>
                      <a:pt x="191746" y="179663"/>
                      <a:pt x="227543" y="149323"/>
                      <a:pt x="227543" y="105572"/>
                    </a:cubicBezTo>
                    <a:cubicBezTo>
                      <a:pt x="227543" y="61822"/>
                      <a:pt x="192032" y="32052"/>
                      <a:pt x="133479" y="32052"/>
                    </a:cubicBezTo>
                    <a:cubicBezTo>
                      <a:pt x="74927" y="32052"/>
                      <a:pt x="39416" y="62107"/>
                      <a:pt x="39416" y="105572"/>
                    </a:cubicBezTo>
                    <a:cubicBezTo>
                      <a:pt x="39416" y="149038"/>
                      <a:pt x="74927" y="179663"/>
                      <a:pt x="133479" y="179663"/>
                    </a:cubicBezTo>
                    <a:close/>
                  </a:path>
                </a:pathLst>
              </a:custGeom>
              <a:solidFill>
                <a:schemeClr val="tx1">
                  <a:lumMod val="85000"/>
                </a:schemeClr>
              </a:solidFill>
              <a:ln w="0" cap="flat">
                <a:noFill/>
                <a:prstDash val="solid"/>
                <a:miter/>
              </a:ln>
            </p:spPr>
            <p:txBody>
              <a:bodyPr rtlCol="0" anchor="ctr"/>
              <a:lstStyle/>
              <a:p>
                <a:endParaRPr lang="en-US"/>
              </a:p>
            </p:txBody>
          </p:sp>
          <p:sp>
            <p:nvSpPr>
              <p:cNvPr id="27" name="Freeform 40">
                <a:extLst>
                  <a:ext uri="{FF2B5EF4-FFF2-40B4-BE49-F238E27FC236}">
                    <a16:creationId xmlns:a16="http://schemas.microsoft.com/office/drawing/2014/main" id="{138A3067-18F2-15F1-F483-F52D1E4903E1}"/>
                  </a:ext>
                </a:extLst>
              </p:cNvPr>
              <p:cNvSpPr/>
              <p:nvPr/>
            </p:nvSpPr>
            <p:spPr>
              <a:xfrm>
                <a:off x="11012096" y="6553074"/>
                <a:ext cx="89940" cy="77823"/>
              </a:xfrm>
              <a:custGeom>
                <a:avLst/>
                <a:gdLst>
                  <a:gd name="connsiteX0" fmla="*/ 0 w 232589"/>
                  <a:gd name="connsiteY0" fmla="*/ 0 h 201253"/>
                  <a:gd name="connsiteX1" fmla="*/ 154234 w 232589"/>
                  <a:gd name="connsiteY1" fmla="*/ 0 h 201253"/>
                  <a:gd name="connsiteX2" fmla="*/ 232590 w 232589"/>
                  <a:gd name="connsiteY2" fmla="*/ 57922 h 201253"/>
                  <a:gd name="connsiteX3" fmla="*/ 190508 w 232589"/>
                  <a:gd name="connsiteY3" fmla="*/ 109852 h 201253"/>
                  <a:gd name="connsiteX4" fmla="*/ 231161 w 232589"/>
                  <a:gd name="connsiteY4" fmla="*/ 148467 h 201253"/>
                  <a:gd name="connsiteX5" fmla="*/ 231161 w 232589"/>
                  <a:gd name="connsiteY5" fmla="*/ 201253 h 201253"/>
                  <a:gd name="connsiteX6" fmla="*/ 193365 w 232589"/>
                  <a:gd name="connsiteY6" fmla="*/ 201253 h 201253"/>
                  <a:gd name="connsiteX7" fmla="*/ 193365 w 232589"/>
                  <a:gd name="connsiteY7" fmla="*/ 153888 h 201253"/>
                  <a:gd name="connsiteX8" fmla="*/ 166135 w 232589"/>
                  <a:gd name="connsiteY8" fmla="*/ 128018 h 201253"/>
                  <a:gd name="connsiteX9" fmla="*/ 38083 w 232589"/>
                  <a:gd name="connsiteY9" fmla="*/ 128018 h 201253"/>
                  <a:gd name="connsiteX10" fmla="*/ 38083 w 232589"/>
                  <a:gd name="connsiteY10" fmla="*/ 201253 h 201253"/>
                  <a:gd name="connsiteX11" fmla="*/ 0 w 232589"/>
                  <a:gd name="connsiteY11" fmla="*/ 201253 h 201253"/>
                  <a:gd name="connsiteX12" fmla="*/ 0 w 232589"/>
                  <a:gd name="connsiteY12" fmla="*/ 95 h 201253"/>
                  <a:gd name="connsiteX13" fmla="*/ 146237 w 232589"/>
                  <a:gd name="connsiteY13" fmla="*/ 96727 h 201253"/>
                  <a:gd name="connsiteX14" fmla="*/ 193365 w 232589"/>
                  <a:gd name="connsiteY14" fmla="*/ 62963 h 201253"/>
                  <a:gd name="connsiteX15" fmla="*/ 146237 w 232589"/>
                  <a:gd name="connsiteY15" fmla="*/ 30911 h 201253"/>
                  <a:gd name="connsiteX16" fmla="*/ 37988 w 232589"/>
                  <a:gd name="connsiteY16" fmla="*/ 30911 h 201253"/>
                  <a:gd name="connsiteX17" fmla="*/ 37988 w 232589"/>
                  <a:gd name="connsiteY17" fmla="*/ 96727 h 201253"/>
                  <a:gd name="connsiteX18" fmla="*/ 146237 w 232589"/>
                  <a:gd name="connsiteY18" fmla="*/ 96727 h 20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2589" h="201253">
                    <a:moveTo>
                      <a:pt x="0" y="0"/>
                    </a:moveTo>
                    <a:lnTo>
                      <a:pt x="154234" y="0"/>
                    </a:lnTo>
                    <a:cubicBezTo>
                      <a:pt x="207646" y="0"/>
                      <a:pt x="232590" y="20163"/>
                      <a:pt x="232590" y="57922"/>
                    </a:cubicBezTo>
                    <a:cubicBezTo>
                      <a:pt x="232590" y="84553"/>
                      <a:pt x="218118" y="102719"/>
                      <a:pt x="190508" y="109852"/>
                    </a:cubicBezTo>
                    <a:cubicBezTo>
                      <a:pt x="214976" y="110708"/>
                      <a:pt x="231161" y="124594"/>
                      <a:pt x="231161" y="148467"/>
                    </a:cubicBezTo>
                    <a:lnTo>
                      <a:pt x="231161" y="201253"/>
                    </a:lnTo>
                    <a:lnTo>
                      <a:pt x="193365" y="201253"/>
                    </a:lnTo>
                    <a:lnTo>
                      <a:pt x="193365" y="153888"/>
                    </a:lnTo>
                    <a:cubicBezTo>
                      <a:pt x="193365" y="135722"/>
                      <a:pt x="184320" y="128018"/>
                      <a:pt x="166135" y="128018"/>
                    </a:cubicBezTo>
                    <a:lnTo>
                      <a:pt x="38083" y="128018"/>
                    </a:lnTo>
                    <a:lnTo>
                      <a:pt x="38083" y="201253"/>
                    </a:lnTo>
                    <a:lnTo>
                      <a:pt x="0" y="201253"/>
                    </a:lnTo>
                    <a:lnTo>
                      <a:pt x="0" y="95"/>
                    </a:lnTo>
                    <a:close/>
                    <a:moveTo>
                      <a:pt x="146237" y="96727"/>
                    </a:moveTo>
                    <a:cubicBezTo>
                      <a:pt x="176894" y="96727"/>
                      <a:pt x="193365" y="87406"/>
                      <a:pt x="193365" y="62963"/>
                    </a:cubicBezTo>
                    <a:cubicBezTo>
                      <a:pt x="193365" y="38520"/>
                      <a:pt x="176894" y="30911"/>
                      <a:pt x="146237" y="30911"/>
                    </a:cubicBezTo>
                    <a:lnTo>
                      <a:pt x="37988" y="30911"/>
                    </a:lnTo>
                    <a:lnTo>
                      <a:pt x="37988" y="96727"/>
                    </a:lnTo>
                    <a:lnTo>
                      <a:pt x="146237" y="96727"/>
                    </a:lnTo>
                    <a:close/>
                  </a:path>
                </a:pathLst>
              </a:custGeom>
              <a:solidFill>
                <a:schemeClr val="tx1">
                  <a:lumMod val="85000"/>
                </a:schemeClr>
              </a:solidFill>
              <a:ln w="0" cap="flat">
                <a:noFill/>
                <a:prstDash val="solid"/>
                <a:miter/>
              </a:ln>
            </p:spPr>
            <p:txBody>
              <a:bodyPr rtlCol="0" anchor="ctr"/>
              <a:lstStyle/>
              <a:p>
                <a:endParaRPr lang="en-US"/>
              </a:p>
            </p:txBody>
          </p:sp>
          <p:sp>
            <p:nvSpPr>
              <p:cNvPr id="28" name="Freeform 41">
                <a:extLst>
                  <a:ext uri="{FF2B5EF4-FFF2-40B4-BE49-F238E27FC236}">
                    <a16:creationId xmlns:a16="http://schemas.microsoft.com/office/drawing/2014/main" id="{C52DA492-7BC7-9310-C6E2-E0ED1BA83DF3}"/>
                  </a:ext>
                </a:extLst>
              </p:cNvPr>
              <p:cNvSpPr/>
              <p:nvPr/>
            </p:nvSpPr>
            <p:spPr>
              <a:xfrm>
                <a:off x="11122101" y="6553074"/>
                <a:ext cx="90529" cy="77786"/>
              </a:xfrm>
              <a:custGeom>
                <a:avLst/>
                <a:gdLst>
                  <a:gd name="connsiteX0" fmla="*/ 0 w 234112"/>
                  <a:gd name="connsiteY0" fmla="*/ 0 h 201157"/>
                  <a:gd name="connsiteX1" fmla="*/ 38083 w 234112"/>
                  <a:gd name="connsiteY1" fmla="*/ 0 h 201157"/>
                  <a:gd name="connsiteX2" fmla="*/ 38083 w 234112"/>
                  <a:gd name="connsiteY2" fmla="*/ 108711 h 201157"/>
                  <a:gd name="connsiteX3" fmla="*/ 177274 w 234112"/>
                  <a:gd name="connsiteY3" fmla="*/ 0 h 201157"/>
                  <a:gd name="connsiteX4" fmla="*/ 234113 w 234112"/>
                  <a:gd name="connsiteY4" fmla="*/ 0 h 201157"/>
                  <a:gd name="connsiteX5" fmla="*/ 129290 w 234112"/>
                  <a:gd name="connsiteY5" fmla="*/ 82556 h 201157"/>
                  <a:gd name="connsiteX6" fmla="*/ 234113 w 234112"/>
                  <a:gd name="connsiteY6" fmla="*/ 201158 h 201157"/>
                  <a:gd name="connsiteX7" fmla="*/ 187271 w 234112"/>
                  <a:gd name="connsiteY7" fmla="*/ 201158 h 201157"/>
                  <a:gd name="connsiteX8" fmla="*/ 101204 w 234112"/>
                  <a:gd name="connsiteY8" fmla="*/ 104716 h 201157"/>
                  <a:gd name="connsiteX9" fmla="*/ 38178 w 234112"/>
                  <a:gd name="connsiteY9" fmla="*/ 154364 h 201157"/>
                  <a:gd name="connsiteX10" fmla="*/ 38178 w 234112"/>
                  <a:gd name="connsiteY10" fmla="*/ 201158 h 201157"/>
                  <a:gd name="connsiteX11" fmla="*/ 95 w 234112"/>
                  <a:gd name="connsiteY11" fmla="*/ 201158 h 201157"/>
                  <a:gd name="connsiteX12" fmla="*/ 95 w 234112"/>
                  <a:gd name="connsiteY12" fmla="*/ 0 h 20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112" h="201157">
                    <a:moveTo>
                      <a:pt x="0" y="0"/>
                    </a:moveTo>
                    <a:lnTo>
                      <a:pt x="38083" y="0"/>
                    </a:lnTo>
                    <a:lnTo>
                      <a:pt x="38083" y="108711"/>
                    </a:lnTo>
                    <a:lnTo>
                      <a:pt x="177274" y="0"/>
                    </a:lnTo>
                    <a:lnTo>
                      <a:pt x="234113" y="0"/>
                    </a:lnTo>
                    <a:lnTo>
                      <a:pt x="129290" y="82556"/>
                    </a:lnTo>
                    <a:lnTo>
                      <a:pt x="234113" y="201158"/>
                    </a:lnTo>
                    <a:lnTo>
                      <a:pt x="187271" y="201158"/>
                    </a:lnTo>
                    <a:lnTo>
                      <a:pt x="101204" y="104716"/>
                    </a:lnTo>
                    <a:lnTo>
                      <a:pt x="38178" y="154364"/>
                    </a:lnTo>
                    <a:lnTo>
                      <a:pt x="38178" y="201158"/>
                    </a:lnTo>
                    <a:lnTo>
                      <a:pt x="95" y="201158"/>
                    </a:lnTo>
                    <a:lnTo>
                      <a:pt x="95" y="0"/>
                    </a:lnTo>
                    <a:close/>
                  </a:path>
                </a:pathLst>
              </a:custGeom>
              <a:solidFill>
                <a:schemeClr val="tx1">
                  <a:lumMod val="85000"/>
                </a:schemeClr>
              </a:solidFill>
              <a:ln w="0" cap="flat">
                <a:noFill/>
                <a:prstDash val="solid"/>
                <a:miter/>
              </a:ln>
            </p:spPr>
            <p:txBody>
              <a:bodyPr rtlCol="0" anchor="ctr"/>
              <a:lstStyle/>
              <a:p>
                <a:endParaRPr lang="en-US"/>
              </a:p>
            </p:txBody>
          </p:sp>
          <p:sp>
            <p:nvSpPr>
              <p:cNvPr id="29" name="Freeform 42">
                <a:extLst>
                  <a:ext uri="{FF2B5EF4-FFF2-40B4-BE49-F238E27FC236}">
                    <a16:creationId xmlns:a16="http://schemas.microsoft.com/office/drawing/2014/main" id="{04D86EF5-40FA-E450-FC7B-67E8774190E0}"/>
                  </a:ext>
                </a:extLst>
              </p:cNvPr>
              <p:cNvSpPr/>
              <p:nvPr/>
            </p:nvSpPr>
            <p:spPr>
              <a:xfrm>
                <a:off x="11222350" y="655108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sp>
            <p:nvSpPr>
              <p:cNvPr id="9" name="Freeform 42">
                <a:extLst>
                  <a:ext uri="{FF2B5EF4-FFF2-40B4-BE49-F238E27FC236}">
                    <a16:creationId xmlns:a16="http://schemas.microsoft.com/office/drawing/2014/main" id="{D64606F1-636E-7A5E-B9CD-3F98D8B10D09}"/>
                  </a:ext>
                </a:extLst>
              </p:cNvPr>
              <p:cNvSpPr/>
              <p:nvPr userDrawn="1"/>
            </p:nvSpPr>
            <p:spPr>
              <a:xfrm>
                <a:off x="11873135" y="6548918"/>
                <a:ext cx="93106" cy="81942"/>
              </a:xfrm>
              <a:custGeom>
                <a:avLst/>
                <a:gdLst>
                  <a:gd name="connsiteX0" fmla="*/ 0 w 240776"/>
                  <a:gd name="connsiteY0" fmla="*/ 139051 h 211905"/>
                  <a:gd name="connsiteX1" fmla="*/ 39510 w 240776"/>
                  <a:gd name="connsiteY1" fmla="*/ 139051 h 211905"/>
                  <a:gd name="connsiteX2" fmla="*/ 126148 w 240776"/>
                  <a:gd name="connsiteY2" fmla="*/ 183563 h 211905"/>
                  <a:gd name="connsiteX3" fmla="*/ 201456 w 240776"/>
                  <a:gd name="connsiteY3" fmla="*/ 150654 h 211905"/>
                  <a:gd name="connsiteX4" fmla="*/ 124244 w 240776"/>
                  <a:gd name="connsiteY4" fmla="*/ 119458 h 211905"/>
                  <a:gd name="connsiteX5" fmla="*/ 112915 w 240776"/>
                  <a:gd name="connsiteY5" fmla="*/ 118602 h 211905"/>
                  <a:gd name="connsiteX6" fmla="*/ 6093 w 240776"/>
                  <a:gd name="connsiteY6" fmla="*/ 57066 h 211905"/>
                  <a:gd name="connsiteX7" fmla="*/ 115771 w 240776"/>
                  <a:gd name="connsiteY7" fmla="*/ 0 h 211905"/>
                  <a:gd name="connsiteX8" fmla="*/ 232208 w 240776"/>
                  <a:gd name="connsiteY8" fmla="*/ 69525 h 211905"/>
                  <a:gd name="connsiteX9" fmla="*/ 192983 w 240776"/>
                  <a:gd name="connsiteY9" fmla="*/ 69525 h 211905"/>
                  <a:gd name="connsiteX10" fmla="*/ 112629 w 240776"/>
                  <a:gd name="connsiteY10" fmla="*/ 28343 h 211905"/>
                  <a:gd name="connsiteX11" fmla="*/ 45318 w 240776"/>
                  <a:gd name="connsiteY11" fmla="*/ 56971 h 211905"/>
                  <a:gd name="connsiteX12" fmla="*/ 118056 w 240776"/>
                  <a:gd name="connsiteY12" fmla="*/ 89594 h 211905"/>
                  <a:gd name="connsiteX13" fmla="*/ 129956 w 240776"/>
                  <a:gd name="connsiteY13" fmla="*/ 90450 h 211905"/>
                  <a:gd name="connsiteX14" fmla="*/ 240777 w 240776"/>
                  <a:gd name="connsiteY14" fmla="*/ 149513 h 211905"/>
                  <a:gd name="connsiteX15" fmla="*/ 126338 w 240776"/>
                  <a:gd name="connsiteY15" fmla="*/ 211905 h 211905"/>
                  <a:gd name="connsiteX16" fmla="*/ 190 w 240776"/>
                  <a:gd name="connsiteY16" fmla="*/ 138956 h 2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776" h="211905">
                    <a:moveTo>
                      <a:pt x="0" y="139051"/>
                    </a:moveTo>
                    <a:lnTo>
                      <a:pt x="39510" y="139051"/>
                    </a:lnTo>
                    <a:cubicBezTo>
                      <a:pt x="39510" y="171103"/>
                      <a:pt x="65026" y="183563"/>
                      <a:pt x="126148" y="183563"/>
                    </a:cubicBezTo>
                    <a:cubicBezTo>
                      <a:pt x="179273" y="183563"/>
                      <a:pt x="201456" y="174812"/>
                      <a:pt x="201456" y="150654"/>
                    </a:cubicBezTo>
                    <a:cubicBezTo>
                      <a:pt x="201456" y="126497"/>
                      <a:pt x="184986" y="123453"/>
                      <a:pt x="124244" y="119458"/>
                    </a:cubicBezTo>
                    <a:lnTo>
                      <a:pt x="112915" y="118602"/>
                    </a:lnTo>
                    <a:cubicBezTo>
                      <a:pt x="33989" y="113752"/>
                      <a:pt x="6093" y="97868"/>
                      <a:pt x="6093" y="57066"/>
                    </a:cubicBezTo>
                    <a:cubicBezTo>
                      <a:pt x="6093" y="16264"/>
                      <a:pt x="45032" y="0"/>
                      <a:pt x="115771" y="0"/>
                    </a:cubicBezTo>
                    <a:cubicBezTo>
                      <a:pt x="192507" y="0"/>
                      <a:pt x="231065" y="22731"/>
                      <a:pt x="232208" y="69525"/>
                    </a:cubicBezTo>
                    <a:lnTo>
                      <a:pt x="192983" y="69525"/>
                    </a:lnTo>
                    <a:cubicBezTo>
                      <a:pt x="192983" y="38044"/>
                      <a:pt x="164897" y="28343"/>
                      <a:pt x="112629" y="28343"/>
                    </a:cubicBezTo>
                    <a:cubicBezTo>
                      <a:pt x="63788" y="28343"/>
                      <a:pt x="45318" y="36332"/>
                      <a:pt x="45318" y="56971"/>
                    </a:cubicBezTo>
                    <a:cubicBezTo>
                      <a:pt x="45318" y="80558"/>
                      <a:pt x="62360" y="85599"/>
                      <a:pt x="118056" y="89594"/>
                    </a:cubicBezTo>
                    <a:lnTo>
                      <a:pt x="129956" y="90450"/>
                    </a:lnTo>
                    <a:cubicBezTo>
                      <a:pt x="201266" y="95586"/>
                      <a:pt x="240777" y="101197"/>
                      <a:pt x="240777" y="149513"/>
                    </a:cubicBezTo>
                    <a:cubicBezTo>
                      <a:pt x="240777" y="197829"/>
                      <a:pt x="197553" y="211905"/>
                      <a:pt x="126338" y="211905"/>
                    </a:cubicBezTo>
                    <a:cubicBezTo>
                      <a:pt x="44556" y="211905"/>
                      <a:pt x="1618" y="193739"/>
                      <a:pt x="190" y="138956"/>
                    </a:cubicBezTo>
                    <a:close/>
                  </a:path>
                </a:pathLst>
              </a:custGeom>
              <a:solidFill>
                <a:schemeClr val="tx1">
                  <a:lumMod val="85000"/>
                </a:schemeClr>
              </a:solidFill>
              <a:ln w="0"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570129871"/>
      </p:ext>
    </p:extLst>
  </p:cSld>
  <p:clrMap bg1="dk1" tx1="lt1" bg2="dk2" tx2="lt2" accent1="accent1" accent2="accent2" accent3="accent3" accent4="accent4" accent5="accent5" accent6="accent6" hlink="hlink" folHlink="folHlink"/>
  <p:sldLayoutIdLst>
    <p:sldLayoutId id="2147483654"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3649" r:id="rId11"/>
    <p:sldLayoutId id="2147484045" r:id="rId12"/>
    <p:sldLayoutId id="2147484046" r:id="rId13"/>
    <p:sldLayoutId id="2147484047" r:id="rId14"/>
    <p:sldLayoutId id="2147483651" r:id="rId15"/>
    <p:sldLayoutId id="2147484048" r:id="rId16"/>
    <p:sldLayoutId id="2147484049" r:id="rId17"/>
    <p:sldLayoutId id="2147484050" r:id="rId18"/>
    <p:sldLayoutId id="2147484051" r:id="rId19"/>
    <p:sldLayoutId id="2147484052" r:id="rId20"/>
    <p:sldLayoutId id="2147484053" r:id="rId21"/>
    <p:sldLayoutId id="2147484054" r:id="rId22"/>
    <p:sldLayoutId id="2147484055" r:id="rId23"/>
    <p:sldLayoutId id="2147484056" r:id="rId24"/>
    <p:sldLayoutId id="2147484057" r:id="rId25"/>
    <p:sldLayoutId id="2147484058" r:id="rId26"/>
    <p:sldLayoutId id="2147484059" r:id="rId27"/>
    <p:sldLayoutId id="2147484060" r:id="rId28"/>
    <p:sldLayoutId id="2147484061" r:id="rId29"/>
    <p:sldLayoutId id="2147484062" r:id="rId30"/>
    <p:sldLayoutId id="2147484063" r:id="rId31"/>
    <p:sldLayoutId id="2147483652" r:id="rId32"/>
    <p:sldLayoutId id="2147484064" r:id="rId33"/>
    <p:sldLayoutId id="2147484065" r:id="rId34"/>
    <p:sldLayoutId id="2147484066" r:id="rId35"/>
    <p:sldLayoutId id="2147484067" r:id="rId36"/>
    <p:sldLayoutId id="2147483653" r:id="rId37"/>
    <p:sldLayoutId id="2147484068" r:id="rId38"/>
    <p:sldLayoutId id="2147484069" r:id="rId39"/>
    <p:sldLayoutId id="2147484070" r:id="rId40"/>
    <p:sldLayoutId id="2147484071" r:id="rId41"/>
    <p:sldLayoutId id="2147484072" r:id="rId42"/>
    <p:sldLayoutId id="2147483655" r:id="rId43"/>
    <p:sldLayoutId id="2147484073" r:id="rId44"/>
    <p:sldLayoutId id="2147484074" r:id="rId45"/>
    <p:sldLayoutId id="2147484075" r:id="rId46"/>
    <p:sldLayoutId id="2147484076" r:id="rId47"/>
    <p:sldLayoutId id="2147484077" r:id="rId48"/>
    <p:sldLayoutId id="2147484078" r:id="rId49"/>
  </p:sldLayoutIdLst>
  <p:hf hdr="0"/>
  <p:txStyles>
    <p:titleStyle>
      <a:lvl1pPr algn="l" defTabSz="914400" rtl="0" eaLnBrk="1" latinLnBrk="0" hangingPunct="1">
        <a:lnSpc>
          <a:spcPct val="80000"/>
        </a:lnSpc>
        <a:spcBef>
          <a:spcPct val="0"/>
        </a:spcBef>
        <a:buNone/>
        <a:defRPr sz="4400" kern="1200" cap="all" baseline="0">
          <a:solidFill>
            <a:schemeClr val="tx1"/>
          </a:solidFill>
          <a:latin typeface="+mj-lt"/>
          <a:ea typeface="+mj-ea"/>
          <a:cs typeface="+mj-cs"/>
        </a:defRPr>
      </a:lvl1pPr>
    </p:titleStyle>
    <p:bodyStyle>
      <a:lvl1pPr marL="228600" indent="-228600" algn="l" defTabSz="914400" rtl="0" eaLnBrk="1" latinLnBrk="0" hangingPunct="1">
        <a:lnSpc>
          <a:spcPct val="120000"/>
        </a:lnSpc>
        <a:spcBef>
          <a:spcPts val="1000"/>
        </a:spcBef>
        <a:buClr>
          <a:schemeClr val="accent1"/>
        </a:buClr>
        <a:buFont typeface="Avenir Next LT Pro" panose="020B0504020202020204" pitchFamily="34" charset="0"/>
        <a:buChar char="+"/>
        <a:defRPr sz="1600" kern="1200">
          <a:solidFill>
            <a:schemeClr val="tx1"/>
          </a:solidFill>
          <a:latin typeface="+mn-lt"/>
          <a:ea typeface="+mn-ea"/>
          <a:cs typeface="+mn-cs"/>
        </a:defRPr>
      </a:lvl1pPr>
      <a:lvl2pPr marL="457200" indent="-228600" algn="l" defTabSz="914400" rtl="0" eaLnBrk="1" latinLnBrk="0" hangingPunct="1">
        <a:lnSpc>
          <a:spcPct val="120000"/>
        </a:lnSpc>
        <a:spcBef>
          <a:spcPts val="500"/>
        </a:spcBef>
        <a:buClr>
          <a:schemeClr val="accent1"/>
        </a:buClr>
        <a:buFont typeface="Avenir Next LT Pro" panose="020B0504020202020204" pitchFamily="34" charset="0"/>
        <a:buChar char="+"/>
        <a:defRPr sz="1400" kern="1200">
          <a:solidFill>
            <a:schemeClr val="tx1"/>
          </a:solidFill>
          <a:latin typeface="+mn-lt"/>
          <a:ea typeface="+mn-ea"/>
          <a:cs typeface="+mn-cs"/>
        </a:defRPr>
      </a:lvl2pPr>
      <a:lvl3pPr marL="685800" indent="-228600" algn="l" defTabSz="914400" rtl="0" eaLnBrk="1" latinLnBrk="0" hangingPunct="1">
        <a:lnSpc>
          <a:spcPct val="120000"/>
        </a:lnSpc>
        <a:spcBef>
          <a:spcPts val="500"/>
        </a:spcBef>
        <a:buClr>
          <a:schemeClr val="accent1"/>
        </a:buClr>
        <a:buFont typeface="Avenir Next LT Pro" panose="020B0504020202020204" pitchFamily="34" charset="0"/>
        <a:buChar char="+"/>
        <a:defRPr sz="1200" kern="1200">
          <a:solidFill>
            <a:schemeClr val="tx1"/>
          </a:solidFill>
          <a:latin typeface="+mn-lt"/>
          <a:ea typeface="+mn-ea"/>
          <a:cs typeface="+mn-cs"/>
        </a:defRPr>
      </a:lvl3pPr>
      <a:lvl4pPr marL="914400" indent="-228600" algn="l" defTabSz="914400" rtl="0" eaLnBrk="1" latinLnBrk="0" hangingPunct="1">
        <a:lnSpc>
          <a:spcPct val="120000"/>
        </a:lnSpc>
        <a:spcBef>
          <a:spcPts val="500"/>
        </a:spcBef>
        <a:buClr>
          <a:schemeClr val="accent1"/>
        </a:buClr>
        <a:buFont typeface="Avenir Next LT Pro" panose="020B0504020202020204" pitchFamily="34" charset="0"/>
        <a:buChar char="+"/>
        <a:defRPr sz="1100" kern="1200">
          <a:solidFill>
            <a:schemeClr val="tx1"/>
          </a:solidFill>
          <a:latin typeface="+mn-lt"/>
          <a:ea typeface="+mn-ea"/>
          <a:cs typeface="+mn-cs"/>
        </a:defRPr>
      </a:lvl4pPr>
      <a:lvl5pPr marL="1143000" indent="-228600" algn="l" defTabSz="914400" rtl="0" eaLnBrk="1" latinLnBrk="0" hangingPunct="1">
        <a:lnSpc>
          <a:spcPct val="120000"/>
        </a:lnSpc>
        <a:spcBef>
          <a:spcPts val="500"/>
        </a:spcBef>
        <a:buClr>
          <a:schemeClr val="accent1"/>
        </a:buClr>
        <a:buFont typeface="Avenir Next LT Pro" panose="020B05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216" userDrawn="1">
          <p15:clr>
            <a:srgbClr val="F26B43"/>
          </p15:clr>
        </p15:guide>
        <p15:guide id="3" pos="7488" userDrawn="1">
          <p15:clr>
            <a:srgbClr val="F26B43"/>
          </p15:clr>
        </p15:guide>
        <p15:guide id="4" pos="192" userDrawn="1">
          <p15:clr>
            <a:srgbClr val="F26B43"/>
          </p15:clr>
        </p15:guide>
        <p15:guide id="5" orient="horz" pos="192" userDrawn="1">
          <p15:clr>
            <a:srgbClr val="F26B43"/>
          </p15:clr>
        </p15:guide>
        <p15:guide id="6" orient="horz" pos="4128" userDrawn="1">
          <p15:clr>
            <a:srgbClr val="F26B43"/>
          </p15:clr>
        </p15:guide>
        <p15:guide id="7" orient="horz" pos="3840" userDrawn="1">
          <p15:clr>
            <a:srgbClr val="F26B43"/>
          </p15:clr>
        </p15:guide>
        <p15:guide id="12" pos="2328" userDrawn="1">
          <p15:clr>
            <a:srgbClr val="F26B43"/>
          </p15:clr>
        </p15:guide>
        <p15:guide id="15" pos="1080" userDrawn="1">
          <p15:clr>
            <a:srgbClr val="F26B43"/>
          </p15:clr>
        </p15:guide>
        <p15:guide id="17" orient="horz" pos="1416" userDrawn="1">
          <p15:clr>
            <a:srgbClr val="F26B43"/>
          </p15:clr>
        </p15:guide>
        <p15:guide id="18" pos="446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A9F69A5-5501-86FC-254E-DC1FBB69BED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35B0ADAF-80A0-C331-71AC-AA9DC15F906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5BFBEEF-0694-B6CD-4E6B-95D2451B76B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44C614D3-E046-4DBE-B321-1E917933652F}" type="datetimeFigureOut">
              <a:rPr lang="en-US" smtClean="0"/>
              <a:t>3/25/2026</a:t>
            </a:fld>
            <a:endParaRPr lang="en-US"/>
          </a:p>
        </p:txBody>
      </p:sp>
      <p:sp>
        <p:nvSpPr>
          <p:cNvPr id="5" name="Footer Placeholder 4">
            <a:extLst>
              <a:ext uri="{FF2B5EF4-FFF2-40B4-BE49-F238E27FC236}">
                <a16:creationId xmlns:a16="http://schemas.microsoft.com/office/drawing/2014/main" id="{A87461C0-776E-1643-B3BA-28CC26BA47B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BB004E54-46BC-BFB1-9DE0-F75E8137473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34DCAF9-D116-468F-BB7C-1D97AF160455}" type="slidenum">
              <a:rPr lang="en-US" smtClean="0"/>
              <a:t>‹#›</a:t>
            </a:fld>
            <a:endParaRPr lang="en-US"/>
          </a:p>
        </p:txBody>
      </p:sp>
    </p:spTree>
    <p:extLst>
      <p:ext uri="{BB962C8B-B14F-4D97-AF65-F5344CB8AC3E}">
        <p14:creationId xmlns:p14="http://schemas.microsoft.com/office/powerpoint/2010/main" val="517427200"/>
      </p:ext>
    </p:extLst>
  </p:cSld>
  <p:clrMap bg1="lt1" tx1="dk1" bg2="lt2" tx2="dk2" accent1="accent1" accent2="accent2" accent3="accent3" accent4="accent4" accent5="accent5" accent6="accent6" hlink="hlink" folHlink="folHlink"/>
  <p:sldLayoutIdLst>
    <p:sldLayoutId id="2147483870" r:id="rId1"/>
    <p:sldLayoutId id="2147483871" r:id="rId2"/>
    <p:sldLayoutId id="2147483874" r:id="rId3"/>
    <p:sldLayoutId id="2147483875" r:id="rId4"/>
    <p:sldLayoutId id="2147483876" r:id="rId5"/>
    <p:sldLayoutId id="2147483877" r:id="rId6"/>
    <p:sldLayoutId id="2147483878" r:id="rId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2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xml"/><Relationship Id="rId1" Type="http://schemas.openxmlformats.org/officeDocument/2006/relationships/slideLayout" Target="../slideLayouts/slideLayout24.xml"/><Relationship Id="rId4" Type="http://schemas.openxmlformats.org/officeDocument/2006/relationships/chart" Target="../charts/chart2.xml"/></Relationships>
</file>

<file path=ppt/slides/_rels/slide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xml"/><Relationship Id="rId1" Type="http://schemas.openxmlformats.org/officeDocument/2006/relationships/slideLayout" Target="../slideLayouts/slideLayout24.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8.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stretch>
            <a:fillRect t="-9000" b="-9000"/>
          </a:stretch>
        </a:blipFill>
        <a:effectLst/>
      </p:bgPr>
    </p:bg>
    <p:spTree>
      <p:nvGrpSpPr>
        <p:cNvPr id="1" name="">
          <a:extLst>
            <a:ext uri="{FF2B5EF4-FFF2-40B4-BE49-F238E27FC236}">
              <a16:creationId xmlns:a16="http://schemas.microsoft.com/office/drawing/2014/main" id="{34964D79-4692-A0A3-2FFD-E86900E0BE34}"/>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1819BB1-4F1D-B50D-B7F1-E9EF6F0B3A9D}"/>
              </a:ext>
            </a:extLst>
          </p:cNvPr>
          <p:cNvSpPr/>
          <p:nvPr/>
        </p:nvSpPr>
        <p:spPr>
          <a:xfrm>
            <a:off x="261" y="3277515"/>
            <a:ext cx="9144000" cy="2386641"/>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itle 7">
            <a:extLst>
              <a:ext uri="{FF2B5EF4-FFF2-40B4-BE49-F238E27FC236}">
                <a16:creationId xmlns:a16="http://schemas.microsoft.com/office/drawing/2014/main" id="{02AEEB3A-A577-DE9E-D966-AB3D8CCC42D1}"/>
              </a:ext>
            </a:extLst>
          </p:cNvPr>
          <p:cNvSpPr>
            <a:spLocks noGrp="1"/>
          </p:cNvSpPr>
          <p:nvPr>
            <p:ph type="title"/>
          </p:nvPr>
        </p:nvSpPr>
        <p:spPr>
          <a:xfrm>
            <a:off x="49004" y="3382577"/>
            <a:ext cx="9042180" cy="2239773"/>
          </a:xfrm>
        </p:spPr>
        <p:txBody>
          <a:bodyPr/>
          <a:lstStyle/>
          <a:p>
            <a:r>
              <a:rPr lang="en-US" sz="9600" b="1">
                <a:latin typeface="Segoe UI"/>
                <a:cs typeface="Segoe UI"/>
              </a:rPr>
              <a:t>Designed for Every Ascent</a:t>
            </a:r>
            <a:endParaRPr lang="en-US" sz="9600" b="1">
              <a:ln w="9525">
                <a:solidFill>
                  <a:prstClr val="white"/>
                </a:solidFill>
              </a:ln>
            </a:endParaRPr>
          </a:p>
          <a:p>
            <a:endParaRPr lang="en-US" sz="9600" b="1">
              <a:ln w="9525">
                <a:solidFill>
                  <a:prstClr val="white"/>
                </a:solidFill>
              </a:ln>
            </a:endParaRPr>
          </a:p>
        </p:txBody>
      </p:sp>
      <p:sp>
        <p:nvSpPr>
          <p:cNvPr id="6" name="Footer Placeholder 5">
            <a:extLst>
              <a:ext uri="{FF2B5EF4-FFF2-40B4-BE49-F238E27FC236}">
                <a16:creationId xmlns:a16="http://schemas.microsoft.com/office/drawing/2014/main" id="{29E4BA60-0E4D-58DE-AF9B-F2E2EFF5C71A}"/>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rPr>
              <a:t>F25 Sales Meeting </a:t>
            </a:r>
          </a:p>
        </p:txBody>
      </p:sp>
      <p:sp>
        <p:nvSpPr>
          <p:cNvPr id="7" name="Slide Number Placeholder 6">
            <a:extLst>
              <a:ext uri="{FF2B5EF4-FFF2-40B4-BE49-F238E27FC236}">
                <a16:creationId xmlns:a16="http://schemas.microsoft.com/office/drawing/2014/main" id="{96448AAE-9D15-B52A-29CB-E20323597627}"/>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0FEC90E-E5BA-494A-9F79-6819593C9BFA}" type="slidenum">
              <a:rPr kumimoji="0" lang="en-US" sz="750" b="0" i="0" u="none" strike="noStrike" kern="1200" cap="none" spc="0" normalizeH="0" baseline="0" noProof="0" smtClean="0">
                <a:ln>
                  <a:noFill/>
                </a:ln>
                <a:solidFill>
                  <a:prstClr val="white">
                    <a:lumMod val="85000"/>
                    <a:lumOff val="15000"/>
                  </a:prstClr>
                </a:solidFill>
                <a:effectLst/>
                <a:uLnTx/>
                <a:uFillTx/>
                <a:latin typeface="Avenir Next LT Pro"/>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a:t>
            </a:fld>
            <a:endPar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endParaRPr>
          </a:p>
        </p:txBody>
      </p:sp>
      <p:sp>
        <p:nvSpPr>
          <p:cNvPr id="11" name="Freeform: Shape 10">
            <a:extLst>
              <a:ext uri="{FF2B5EF4-FFF2-40B4-BE49-F238E27FC236}">
                <a16:creationId xmlns:a16="http://schemas.microsoft.com/office/drawing/2014/main" id="{46E6859C-6BE5-CB5A-756E-4508D6B1AA40}"/>
              </a:ext>
            </a:extLst>
          </p:cNvPr>
          <p:cNvSpPr/>
          <p:nvPr/>
        </p:nvSpPr>
        <p:spPr>
          <a:xfrm rot="20590079" flipH="1">
            <a:off x="12387384" y="-1344829"/>
            <a:ext cx="10940" cy="13829"/>
          </a:xfrm>
          <a:custGeom>
            <a:avLst/>
            <a:gdLst/>
            <a:ahLst/>
            <a:cxnLst/>
            <a:rect l="l" t="t" r="r" b="b"/>
            <a:pathLst>
              <a:path w="9525" h="9525"/>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28FDF4FC-6722-E514-CA32-6977F66E399B}"/>
              </a:ext>
            </a:extLst>
          </p:cNvPr>
          <p:cNvSpPr/>
          <p:nvPr/>
        </p:nvSpPr>
        <p:spPr>
          <a:xfrm rot="20590079" flipH="1">
            <a:off x="12387384" y="-1344829"/>
            <a:ext cx="10940" cy="13829"/>
          </a:xfrm>
          <a:custGeom>
            <a:avLst/>
            <a:gdLst/>
            <a:ahLst/>
            <a:cxnLst/>
            <a:rect l="l" t="t" r="r" b="b"/>
            <a:pathLst>
              <a:path w="9525" h="9525"/>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Tree>
    <p:extLst>
      <p:ext uri="{BB962C8B-B14F-4D97-AF65-F5344CB8AC3E}">
        <p14:creationId xmlns:p14="http://schemas.microsoft.com/office/powerpoint/2010/main" val="52327479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5A8255-F8EF-987B-8945-07C636A1658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CF81530-D567-7A72-65DE-BA0628DA6B2A}"/>
              </a:ext>
            </a:extLst>
          </p:cNvPr>
          <p:cNvSpPr>
            <a:spLocks noGrp="1"/>
          </p:cNvSpPr>
          <p:nvPr>
            <p:ph type="title"/>
          </p:nvPr>
        </p:nvSpPr>
        <p:spPr/>
        <p:txBody>
          <a:bodyPr/>
          <a:lstStyle/>
          <a:p>
            <a:r>
              <a:rPr lang="en-US"/>
              <a:t>Adventure Works Growth Timeline</a:t>
            </a:r>
          </a:p>
        </p:txBody>
      </p:sp>
      <p:sp>
        <p:nvSpPr>
          <p:cNvPr id="4" name="Date Placeholder 3">
            <a:extLst>
              <a:ext uri="{FF2B5EF4-FFF2-40B4-BE49-F238E27FC236}">
                <a16:creationId xmlns:a16="http://schemas.microsoft.com/office/drawing/2014/main" id="{64F49E18-17BF-A18E-F524-3BA3CA552AE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BA57D6C4-FD93-4677-867C-65BB3E75FA13}" type="datetime1">
              <a:rPr kumimoji="0" lang="en-US" sz="750" b="0" i="0" u="none" strike="noStrike" kern="1200" cap="none" spc="0" normalizeH="0" baseline="0" noProof="0" smtClean="0">
                <a:ln>
                  <a:noFill/>
                </a:ln>
                <a:solidFill>
                  <a:prstClr val="white">
                    <a:lumMod val="85000"/>
                    <a:lumOff val="15000"/>
                  </a:prstClr>
                </a:solidFill>
                <a:effectLst/>
                <a:uLnTx/>
                <a:uFillTx/>
                <a:latin typeface="Avenir Next LT Pro"/>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3/25/2026</a:t>
            </a:fld>
            <a:endPar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endParaRPr>
          </a:p>
        </p:txBody>
      </p:sp>
      <p:sp>
        <p:nvSpPr>
          <p:cNvPr id="5" name="Footer Placeholder 4">
            <a:extLst>
              <a:ext uri="{FF2B5EF4-FFF2-40B4-BE49-F238E27FC236}">
                <a16:creationId xmlns:a16="http://schemas.microsoft.com/office/drawing/2014/main" id="{F9C7D3A9-FAC8-B50B-4FA5-30AF2668F751}"/>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rPr>
              <a:t>F25 Sales Meeting </a:t>
            </a:r>
          </a:p>
        </p:txBody>
      </p:sp>
      <p:sp>
        <p:nvSpPr>
          <p:cNvPr id="6" name="Slide Number Placeholder 5">
            <a:extLst>
              <a:ext uri="{FF2B5EF4-FFF2-40B4-BE49-F238E27FC236}">
                <a16:creationId xmlns:a16="http://schemas.microsoft.com/office/drawing/2014/main" id="{ABF26D26-5C23-CF9E-5D7F-5A7AA26A15E6}"/>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0FEC90E-E5BA-494A-9F79-6819593C9BFA}" type="slidenum">
              <a:rPr kumimoji="0" lang="en-US" sz="750" b="0" i="0" u="none" strike="noStrike" kern="1200" cap="none" spc="0" normalizeH="0" baseline="0" noProof="0" smtClean="0">
                <a:ln>
                  <a:noFill/>
                </a:ln>
                <a:solidFill>
                  <a:prstClr val="white">
                    <a:lumMod val="85000"/>
                    <a:lumOff val="15000"/>
                  </a:prstClr>
                </a:solidFill>
                <a:effectLst/>
                <a:uLnTx/>
                <a:uFillTx/>
                <a:latin typeface="Avenir Next LT Pro"/>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a:t>
            </a:fld>
            <a:endPar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endParaRPr>
          </a:p>
        </p:txBody>
      </p:sp>
      <p:graphicFrame>
        <p:nvGraphicFramePr>
          <p:cNvPr id="7" name="Content Placeholder 5">
            <a:extLst>
              <a:ext uri="{FF2B5EF4-FFF2-40B4-BE49-F238E27FC236}">
                <a16:creationId xmlns:a16="http://schemas.microsoft.com/office/drawing/2014/main" id="{2F589F0A-0601-9042-B875-2A7832A77C90}"/>
              </a:ext>
            </a:extLst>
          </p:cNvPr>
          <p:cNvGraphicFramePr>
            <a:graphicFrameLocks noGrp="1"/>
          </p:cNvGraphicFramePr>
          <p:nvPr>
            <p:ph idx="1"/>
            <p:extLst>
              <p:ext uri="{D42A27DB-BD31-4B8C-83A1-F6EECF244321}">
                <p14:modId xmlns:p14="http://schemas.microsoft.com/office/powerpoint/2010/main" val="3679290221"/>
              </p:ext>
            </p:extLst>
          </p:nvPr>
        </p:nvGraphicFramePr>
        <p:xfrm>
          <a:off x="3962400" y="941832"/>
          <a:ext cx="7759700" cy="510336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5677646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1AAF4B-BCFB-A98E-48DB-48F9F7488728}"/>
            </a:ext>
          </a:extLst>
        </p:cNvPr>
        <p:cNvGrpSpPr/>
        <p:nvPr/>
      </p:nvGrpSpPr>
      <p:grpSpPr>
        <a:xfrm>
          <a:off x="0" y="0"/>
          <a:ext cx="0" cy="0"/>
          <a:chOff x="0" y="0"/>
          <a:chExt cx="0" cy="0"/>
        </a:xfrm>
      </p:grpSpPr>
      <p:sp>
        <p:nvSpPr>
          <p:cNvPr id="6" name="Footer Placeholder 5">
            <a:extLst>
              <a:ext uri="{FF2B5EF4-FFF2-40B4-BE49-F238E27FC236}">
                <a16:creationId xmlns:a16="http://schemas.microsoft.com/office/drawing/2014/main" id="{77DFD244-6F2D-9614-1307-5B0CA9884D2D}"/>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rPr>
              <a:t>F25 Sales Meeting </a:t>
            </a:r>
          </a:p>
        </p:txBody>
      </p:sp>
      <p:sp>
        <p:nvSpPr>
          <p:cNvPr id="7" name="Slide Number Placeholder 6">
            <a:extLst>
              <a:ext uri="{FF2B5EF4-FFF2-40B4-BE49-F238E27FC236}">
                <a16:creationId xmlns:a16="http://schemas.microsoft.com/office/drawing/2014/main" id="{C0D48713-373F-4C84-593D-15AD4072A82D}"/>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0FEC90E-E5BA-494A-9F79-6819593C9BFA}" type="slidenum">
              <a:rPr kumimoji="0" lang="en-US" sz="750" b="0" i="0" u="none" strike="noStrike" kern="1200" cap="none" spc="0" normalizeH="0" baseline="0" noProof="0" smtClean="0">
                <a:ln>
                  <a:noFill/>
                </a:ln>
                <a:solidFill>
                  <a:prstClr val="white">
                    <a:lumMod val="85000"/>
                    <a:lumOff val="15000"/>
                  </a:prstClr>
                </a:solidFill>
                <a:effectLst/>
                <a:uLnTx/>
                <a:uFillTx/>
                <a:latin typeface="Avenir Next LT Pro"/>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a:t>
            </a:fld>
            <a:endPar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endParaRPr>
          </a:p>
        </p:txBody>
      </p:sp>
      <p:sp>
        <p:nvSpPr>
          <p:cNvPr id="8" name="Title 7">
            <a:extLst>
              <a:ext uri="{FF2B5EF4-FFF2-40B4-BE49-F238E27FC236}">
                <a16:creationId xmlns:a16="http://schemas.microsoft.com/office/drawing/2014/main" id="{07935DD5-2904-2242-1A46-3DCAC512165B}"/>
              </a:ext>
            </a:extLst>
          </p:cNvPr>
          <p:cNvSpPr>
            <a:spLocks noGrp="1"/>
          </p:cNvSpPr>
          <p:nvPr>
            <p:ph type="title"/>
          </p:nvPr>
        </p:nvSpPr>
        <p:spPr>
          <a:xfrm>
            <a:off x="1027555" y="384191"/>
            <a:ext cx="10141174" cy="618334"/>
          </a:xfrm>
        </p:spPr>
        <p:txBody>
          <a:bodyPr/>
          <a:lstStyle/>
          <a:p>
            <a:pPr algn="ctr"/>
            <a:r>
              <a:rPr lang="en-US" b="1">
                <a:latin typeface="Trade Gothic Next HvyCd"/>
                <a:cs typeface="Segoe UI"/>
              </a:rPr>
              <a:t>2025 Product Sales</a:t>
            </a:r>
            <a:endParaRPr lang="en-US"/>
          </a:p>
          <a:p>
            <a:pPr algn="ctr"/>
            <a:endParaRPr lang="en-US" b="1"/>
          </a:p>
        </p:txBody>
      </p:sp>
      <p:sp>
        <p:nvSpPr>
          <p:cNvPr id="11" name="Freeform: Shape 10">
            <a:extLst>
              <a:ext uri="{FF2B5EF4-FFF2-40B4-BE49-F238E27FC236}">
                <a16:creationId xmlns:a16="http://schemas.microsoft.com/office/drawing/2014/main" id="{3A951923-978E-0DF8-FF7C-C67AE91762F4}"/>
              </a:ext>
            </a:extLst>
          </p:cNvPr>
          <p:cNvSpPr/>
          <p:nvPr/>
        </p:nvSpPr>
        <p:spPr>
          <a:xfrm rot="20590079" flipH="1">
            <a:off x="12387384" y="-1344829"/>
            <a:ext cx="10940" cy="13829"/>
          </a:xfrm>
          <a:custGeom>
            <a:avLst/>
            <a:gdLst/>
            <a:ahLst/>
            <a:cxnLst/>
            <a:rect l="l" t="t" r="r" b="b"/>
            <a:pathLst>
              <a:path w="9525" h="9525"/>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sp>
        <p:nvSpPr>
          <p:cNvPr id="12" name="Freeform: Shape 11">
            <a:extLst>
              <a:ext uri="{FF2B5EF4-FFF2-40B4-BE49-F238E27FC236}">
                <a16:creationId xmlns:a16="http://schemas.microsoft.com/office/drawing/2014/main" id="{36803DC8-B78C-8CDC-79DE-CCA78E1DFB52}"/>
              </a:ext>
            </a:extLst>
          </p:cNvPr>
          <p:cNvSpPr/>
          <p:nvPr/>
        </p:nvSpPr>
        <p:spPr>
          <a:xfrm rot="20590079" flipH="1">
            <a:off x="12387384" y="-1344829"/>
            <a:ext cx="10940" cy="13829"/>
          </a:xfrm>
          <a:custGeom>
            <a:avLst/>
            <a:gdLst/>
            <a:ahLst/>
            <a:cxnLst/>
            <a:rect l="l" t="t" r="r" b="b"/>
            <a:pathLst>
              <a:path w="9525" h="9525"/>
            </a:pathLst>
          </a:custGeom>
          <a:noFill/>
          <a:ln w="6350" cap="rnd">
            <a:solidFill>
              <a:schemeClr val="tx1">
                <a:lumMod val="95000"/>
                <a:alpha val="35000"/>
              </a:schemeClr>
            </a:solidFill>
            <a:prstDash val="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venir Next LT Pro"/>
              <a:ea typeface="+mn-ea"/>
              <a:cs typeface="+mn-cs"/>
            </a:endParaRPr>
          </a:p>
        </p:txBody>
      </p:sp>
      <p:graphicFrame>
        <p:nvGraphicFramePr>
          <p:cNvPr id="2" name="Content Placeholder 7">
            <a:extLst>
              <a:ext uri="{FF2B5EF4-FFF2-40B4-BE49-F238E27FC236}">
                <a16:creationId xmlns:a16="http://schemas.microsoft.com/office/drawing/2014/main" id="{06A06893-F41A-E7FA-3C71-2A4DFA39069E}"/>
              </a:ext>
            </a:extLst>
          </p:cNvPr>
          <p:cNvGraphicFramePr>
            <a:graphicFrameLocks noGrp="1"/>
          </p:cNvGraphicFramePr>
          <p:nvPr>
            <p:ph idx="1"/>
          </p:nvPr>
        </p:nvGraphicFramePr>
        <p:xfrm>
          <a:off x="393700" y="1828800"/>
          <a:ext cx="5207000" cy="44196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Content Placeholder 7">
            <a:extLst>
              <a:ext uri="{FF2B5EF4-FFF2-40B4-BE49-F238E27FC236}">
                <a16:creationId xmlns:a16="http://schemas.microsoft.com/office/drawing/2014/main" id="{D511B0C2-BEF6-29BE-C3DF-2919C5F36A6D}"/>
              </a:ext>
            </a:extLst>
          </p:cNvPr>
          <p:cNvGraphicFramePr>
            <a:graphicFrameLocks noGrp="1"/>
          </p:cNvGraphicFramePr>
          <p:nvPr>
            <p:ph idx="1"/>
          </p:nvPr>
        </p:nvGraphicFramePr>
        <p:xfrm>
          <a:off x="5727700" y="1828800"/>
          <a:ext cx="5461000" cy="44196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42155356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362421-698D-36B0-72A0-3DF3ED30F9FA}"/>
            </a:ext>
          </a:extLst>
        </p:cNvPr>
        <p:cNvGrpSpPr/>
        <p:nvPr/>
      </p:nvGrpSpPr>
      <p:grpSpPr>
        <a:xfrm>
          <a:off x="0" y="0"/>
          <a:ext cx="0" cy="0"/>
          <a:chOff x="0" y="0"/>
          <a:chExt cx="0" cy="0"/>
        </a:xfrm>
      </p:grpSpPr>
      <p:sp>
        <p:nvSpPr>
          <p:cNvPr id="9" name="Content Placeholder 8">
            <a:extLst>
              <a:ext uri="{FF2B5EF4-FFF2-40B4-BE49-F238E27FC236}">
                <a16:creationId xmlns:a16="http://schemas.microsoft.com/office/drawing/2014/main" id="{C3987E47-94A2-2EE9-9980-DB05860D5161}"/>
              </a:ext>
            </a:extLst>
          </p:cNvPr>
          <p:cNvSpPr>
            <a:spLocks noGrp="1"/>
          </p:cNvSpPr>
          <p:nvPr>
            <p:ph idx="1"/>
          </p:nvPr>
        </p:nvSpPr>
        <p:spPr>
          <a:xfrm>
            <a:off x="5419948" y="1714072"/>
            <a:ext cx="6304127" cy="4279705"/>
          </a:xfrm>
        </p:spPr>
        <p:txBody>
          <a:bodyPr>
            <a:normAutofit/>
          </a:bodyPr>
          <a:lstStyle/>
          <a:p>
            <a:r>
              <a:rPr lang="en-US"/>
              <a:t>Riders gather early in the morning at the starting point to meet guides and get oriented</a:t>
            </a:r>
          </a:p>
          <a:p>
            <a:r>
              <a:rPr lang="en-US"/>
              <a:t>Equipment is checked and adjusted before heading out on the route</a:t>
            </a:r>
          </a:p>
          <a:p>
            <a:r>
              <a:rPr lang="en-US"/>
              <a:t>The group rides together through scenic terrain with planned rest stops along the way</a:t>
            </a:r>
          </a:p>
          <a:p>
            <a:r>
              <a:rPr lang="en-US"/>
              <a:t>At the end of the ride, participants return to the starting location to wrap up and debrief</a:t>
            </a:r>
          </a:p>
        </p:txBody>
      </p:sp>
      <p:sp>
        <p:nvSpPr>
          <p:cNvPr id="6" name="Footer Placeholder 5">
            <a:extLst>
              <a:ext uri="{FF2B5EF4-FFF2-40B4-BE49-F238E27FC236}">
                <a16:creationId xmlns:a16="http://schemas.microsoft.com/office/drawing/2014/main" id="{09E5B51E-A6C4-8A72-FDA5-6DF6C7683242}"/>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rPr>
              <a:t>F25 Sales Meeting </a:t>
            </a:r>
          </a:p>
        </p:txBody>
      </p:sp>
      <p:sp>
        <p:nvSpPr>
          <p:cNvPr id="7" name="Slide Number Placeholder 6">
            <a:extLst>
              <a:ext uri="{FF2B5EF4-FFF2-40B4-BE49-F238E27FC236}">
                <a16:creationId xmlns:a16="http://schemas.microsoft.com/office/drawing/2014/main" id="{909B8C8E-3791-C390-5A32-AAF80D628ABA}"/>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0FEC90E-E5BA-494A-9F79-6819593C9BFA}" type="slidenum">
              <a:rPr kumimoji="0" lang="en-US" sz="750" b="0" i="0" u="none" strike="noStrike" kern="1200" cap="none" spc="0" normalizeH="0" baseline="0" noProof="0" smtClean="0">
                <a:ln>
                  <a:noFill/>
                </a:ln>
                <a:solidFill>
                  <a:prstClr val="white">
                    <a:lumMod val="85000"/>
                    <a:lumOff val="15000"/>
                  </a:prstClr>
                </a:solidFill>
                <a:effectLst/>
                <a:uLnTx/>
                <a:uFillTx/>
                <a:latin typeface="Avenir Next LT Pro"/>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a:t>
            </a:fld>
            <a:endParaRPr kumimoji="0" lang="en-US" sz="750" b="0" i="0" u="none" strike="noStrike" kern="1200" cap="none" spc="0" normalizeH="0" baseline="0" noProof="0">
              <a:ln>
                <a:noFill/>
              </a:ln>
              <a:solidFill>
                <a:prstClr val="white">
                  <a:lumMod val="85000"/>
                  <a:lumOff val="15000"/>
                </a:prstClr>
              </a:solidFill>
              <a:effectLst/>
              <a:uLnTx/>
              <a:uFillTx/>
              <a:latin typeface="Avenir Next LT Pro"/>
              <a:ea typeface="+mn-ea"/>
              <a:cs typeface="+mn-cs"/>
            </a:endParaRPr>
          </a:p>
        </p:txBody>
      </p:sp>
      <p:sp>
        <p:nvSpPr>
          <p:cNvPr id="8" name="Title 7">
            <a:extLst>
              <a:ext uri="{FF2B5EF4-FFF2-40B4-BE49-F238E27FC236}">
                <a16:creationId xmlns:a16="http://schemas.microsoft.com/office/drawing/2014/main" id="{44F0D42C-429F-1986-D16E-5DD69364528E}"/>
              </a:ext>
            </a:extLst>
          </p:cNvPr>
          <p:cNvSpPr>
            <a:spLocks noGrp="1"/>
          </p:cNvSpPr>
          <p:nvPr>
            <p:ph type="title"/>
          </p:nvPr>
        </p:nvSpPr>
        <p:spPr>
          <a:xfrm>
            <a:off x="292608" y="668539"/>
            <a:ext cx="4392384" cy="1061017"/>
          </a:xfrm>
        </p:spPr>
        <p:txBody>
          <a:bodyPr>
            <a:normAutofit fontScale="90000"/>
          </a:bodyPr>
          <a:lstStyle/>
          <a:p>
            <a:r>
              <a:rPr lang="en-US"/>
              <a:t>Tour Day Experience</a:t>
            </a:r>
          </a:p>
        </p:txBody>
      </p:sp>
      <p:pic>
        <p:nvPicPr>
          <p:cNvPr id="2" name="Picture 1" descr="Replace the current flat illustration with a high-resolution photorealistic outdoor action photo: three mountain bikers riding in a staggered line along a narrow dirt trail on a dramatic rocky ridge/cliff with a visible drop-off, expansive layered mountain ranges and a prominent snow-capped peak in the background, bright clear daytime with natural sunlight, realistic textures (dirt, rock, bike frames, clothing), crisp focus, natural color grading (sky blue, earthy browns, greens), documentary adventure tourism feel. Keep composition suitable for a near-square crop with all three riders fully visible and separated; no text, no logos, no illustration/cartoon look.">
            <a:extLst>
              <a:ext uri="{FF2B5EF4-FFF2-40B4-BE49-F238E27FC236}">
                <a16:creationId xmlns:a16="http://schemas.microsoft.com/office/drawing/2014/main" id="{649886DE-CF05-D1B0-0B3C-A8176C21E185}"/>
              </a:ext>
            </a:extLst>
          </p:cNvPr>
          <p:cNvPicPr>
            <a:picLocks noChangeAspect="1"/>
          </p:cNvPicPr>
          <p:nvPr/>
        </p:nvPicPr>
        <p:blipFill>
          <a:blip r:embed="rId3"/>
          <a:stretch>
            <a:fillRect/>
          </a:stretch>
        </p:blipFill>
        <p:spPr>
          <a:xfrm>
            <a:off x="389861" y="1196161"/>
            <a:ext cx="4855536" cy="4855536"/>
          </a:xfrm>
          <a:prstGeom prst="rect">
            <a:avLst/>
          </a:prstGeom>
        </p:spPr>
      </p:pic>
    </p:spTree>
    <p:extLst>
      <p:ext uri="{BB962C8B-B14F-4D97-AF65-F5344CB8AC3E}">
        <p14:creationId xmlns:p14="http://schemas.microsoft.com/office/powerpoint/2010/main" val="27194717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12F23A-A985-2860-E2F5-E2EFE9E4A5E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517238-F509-0B4F-E1F4-AFFC3C26FEEB}"/>
              </a:ext>
            </a:extLst>
          </p:cNvPr>
          <p:cNvSpPr>
            <a:spLocks noGrp="1"/>
          </p:cNvSpPr>
          <p:nvPr>
            <p:ph type="title"/>
          </p:nvPr>
        </p:nvSpPr>
        <p:spPr/>
        <p:txBody>
          <a:bodyPr/>
          <a:lstStyle/>
          <a:p>
            <a:r>
              <a:rPr lang="en-US"/>
              <a:t>Current State</a:t>
            </a:r>
          </a:p>
        </p:txBody>
      </p:sp>
      <p:sp>
        <p:nvSpPr>
          <p:cNvPr id="3" name="Content Placeholder 2">
            <a:extLst>
              <a:ext uri="{FF2B5EF4-FFF2-40B4-BE49-F238E27FC236}">
                <a16:creationId xmlns:a16="http://schemas.microsoft.com/office/drawing/2014/main" id="{098262B4-EEE8-2ED2-AF04-875E82ED7603}"/>
              </a:ext>
            </a:extLst>
          </p:cNvPr>
          <p:cNvSpPr>
            <a:spLocks noGrp="1"/>
          </p:cNvSpPr>
          <p:nvPr>
            <p:ph idx="1"/>
          </p:nvPr>
        </p:nvSpPr>
        <p:spPr>
          <a:xfrm>
            <a:off x="294064" y="2001435"/>
            <a:ext cx="4199070" cy="3894992"/>
          </a:xfrm>
        </p:spPr>
        <p:txBody>
          <a:bodyPr vert="horz" lIns="91440" tIns="45720" rIns="91440" bIns="45720" rtlCol="0" anchor="t">
            <a:normAutofit fontScale="92500" lnSpcReduction="10000"/>
          </a:bodyPr>
          <a:lstStyle/>
          <a:p>
            <a:r>
              <a:rPr lang="en-US">
                <a:latin typeface="Segoe UI Semilight"/>
                <a:cs typeface="Segoe UI Semilight"/>
              </a:rPr>
              <a:t>Multiple initiatives are in motion across the business</a:t>
            </a:r>
            <a:r>
              <a:rPr lang="en-US" err="1">
                <a:latin typeface="Segoe UI Semilight"/>
                <a:cs typeface="Segoe UI Semilight"/>
              </a:rPr>
              <a:t>, with </a:t>
            </a:r>
            <a:r>
              <a:rPr lang="en-US">
                <a:latin typeface="Segoe UI Semilight"/>
                <a:cs typeface="Segoe UI Semilight"/>
              </a:rPr>
              <a:t>teams focused on different priorities.</a:t>
            </a:r>
          </a:p>
          <a:p>
            <a:r>
              <a:rPr lang="en-US">
                <a:solidFill>
                  <a:srgbClr val="FFFFFF"/>
                </a:solidFill>
                <a:latin typeface="Segoe UI Semilight" panose="020B0402040204020203" pitchFamily="34" charset="0"/>
                <a:cs typeface="Segoe UI Semilight" panose="020B0402040204020203" pitchFamily="34" charset="0"/>
              </a:rPr>
              <a:t>We’re making progress</a:t>
            </a:r>
            <a:r>
              <a:rPr lang="en-US">
                <a:latin typeface="Segoe UI Semilight"/>
                <a:cs typeface="Segoe UI Semilight"/>
              </a:rPr>
              <a:t>, but performance and impact are not </a:t>
            </a:r>
            <a:r>
              <a:rPr lang="en-US" err="1">
                <a:latin typeface="Segoe UI Semilight"/>
                <a:cs typeface="Segoe UI Semilight"/>
              </a:rPr>
              <a:t>consistently measured</a:t>
            </a:r>
            <a:r>
              <a:rPr lang="en-US">
                <a:latin typeface="Segoe UI Semilight"/>
                <a:cs typeface="Segoe UI Semilight"/>
              </a:rPr>
              <a:t> or visible.</a:t>
            </a:r>
          </a:p>
          <a:p>
            <a:r>
              <a:rPr lang="en-US">
                <a:solidFill>
                  <a:srgbClr val="FFFFFF"/>
                </a:solidFill>
                <a:latin typeface="Segoe UI Semilight" panose="020B0402040204020203" pitchFamily="34" charset="0"/>
                <a:cs typeface="Segoe UI Semilight" panose="020B0402040204020203" pitchFamily="34" charset="0"/>
              </a:rPr>
              <a:t>Clear opportunities exist to streamline efforts</a:t>
            </a:r>
            <a:r>
              <a:rPr lang="en-US">
                <a:latin typeface="Segoe UI Semilight"/>
                <a:cs typeface="Segoe UI Semilight"/>
              </a:rPr>
              <a:t> and </a:t>
            </a:r>
            <a:r>
              <a:rPr lang="en-US" err="1">
                <a:latin typeface="Segoe UI Semilight"/>
                <a:cs typeface="Segoe UI Semilight"/>
              </a:rPr>
              <a:t>improve </a:t>
            </a:r>
            <a:r>
              <a:rPr lang="en-US">
                <a:latin typeface="Segoe UI Semilight"/>
                <a:cs typeface="Segoe UI Semilight"/>
              </a:rPr>
              <a:t>repeatability.</a:t>
            </a:r>
          </a:p>
          <a:p>
            <a:r>
              <a:rPr lang="en-US">
                <a:solidFill>
                  <a:srgbClr val="FFFFFF"/>
                </a:solidFill>
                <a:latin typeface="Segoe UI Semilight" panose="020B0402040204020203" pitchFamily="34" charset="0"/>
                <a:cs typeface="Segoe UI Semilight" panose="020B0402040204020203" pitchFamily="34" charset="0"/>
              </a:rPr>
              <a:t>Our focus is </a:t>
            </a:r>
            <a:r>
              <a:rPr lang="en-US">
                <a:latin typeface="Segoe UI Semilight"/>
                <a:cs typeface="Segoe UI Semilight"/>
              </a:rPr>
              <a:t>to enable growth while staying aligned to enterprise objectives.</a:t>
            </a:r>
            <a:endParaRPr lang="en-US"/>
          </a:p>
        </p:txBody>
      </p:sp>
      <p:sp>
        <p:nvSpPr>
          <p:cNvPr id="4" name="Date Placeholder 3">
            <a:extLst>
              <a:ext uri="{FF2B5EF4-FFF2-40B4-BE49-F238E27FC236}">
                <a16:creationId xmlns:a16="http://schemas.microsoft.com/office/drawing/2014/main" id="{C665A7FB-7FA5-6EDF-D396-4FFF496048F5}"/>
              </a:ext>
            </a:extLst>
          </p:cNvPr>
          <p:cNvSpPr>
            <a:spLocks noGrp="1"/>
          </p:cNvSpPr>
          <p:nvPr>
            <p:ph type="dt" sz="half" idx="10"/>
          </p:nvPr>
        </p:nvSpPr>
        <p:spPr/>
        <p:txBody>
          <a:bodyPr/>
          <a:lstStyle/>
          <a:p>
            <a:fld id="{BA57D6C4-FD93-4677-867C-65BB3E75FA13}" type="datetime1">
              <a:rPr lang="en-US" smtClean="0"/>
              <a:t>3/25/2026</a:t>
            </a:fld>
            <a:endParaRPr lang="en-US"/>
          </a:p>
        </p:txBody>
      </p:sp>
      <p:sp>
        <p:nvSpPr>
          <p:cNvPr id="5" name="Footer Placeholder 4">
            <a:extLst>
              <a:ext uri="{FF2B5EF4-FFF2-40B4-BE49-F238E27FC236}">
                <a16:creationId xmlns:a16="http://schemas.microsoft.com/office/drawing/2014/main" id="{55A553F4-0F8A-019C-F59F-D109FB9BE9D7}"/>
              </a:ext>
            </a:extLst>
          </p:cNvPr>
          <p:cNvSpPr>
            <a:spLocks noGrp="1"/>
          </p:cNvSpPr>
          <p:nvPr>
            <p:ph type="ftr" sz="quarter" idx="11"/>
          </p:nvPr>
        </p:nvSpPr>
        <p:spPr/>
        <p:txBody>
          <a:bodyPr/>
          <a:lstStyle/>
          <a:p>
            <a:r>
              <a:rPr lang="en-US"/>
              <a:t>F25 Sales Meeting </a:t>
            </a:r>
          </a:p>
        </p:txBody>
      </p:sp>
      <p:sp>
        <p:nvSpPr>
          <p:cNvPr id="6" name="Slide Number Placeholder 5">
            <a:extLst>
              <a:ext uri="{FF2B5EF4-FFF2-40B4-BE49-F238E27FC236}">
                <a16:creationId xmlns:a16="http://schemas.microsoft.com/office/drawing/2014/main" id="{8A515422-7AEF-87B0-572F-62F7F2998D8E}"/>
              </a:ext>
            </a:extLst>
          </p:cNvPr>
          <p:cNvSpPr>
            <a:spLocks noGrp="1"/>
          </p:cNvSpPr>
          <p:nvPr>
            <p:ph type="sldNum" sz="quarter" idx="12"/>
          </p:nvPr>
        </p:nvSpPr>
        <p:spPr/>
        <p:txBody>
          <a:bodyPr/>
          <a:lstStyle/>
          <a:p>
            <a:fld id="{70FEC90E-E5BA-494A-9F79-6819593C9BFA}" type="slidenum">
              <a:rPr lang="en-US" smtClean="0"/>
              <a:t>5</a:t>
            </a:fld>
            <a:endParaRPr lang="en-US"/>
          </a:p>
        </p:txBody>
      </p:sp>
      <p:pic>
        <p:nvPicPr>
          <p:cNvPr id="9" name="Picture Placeholder 8">
            <a:extLst>
              <a:ext uri="{FF2B5EF4-FFF2-40B4-BE49-F238E27FC236}">
                <a16:creationId xmlns:a16="http://schemas.microsoft.com/office/drawing/2014/main" id="{54AA2E38-5E01-DEC8-FF0B-CA578A72F8AB}"/>
              </a:ext>
            </a:extLst>
          </p:cNvPr>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l="11476" r="11476"/>
          <a:stretch>
            <a:fillRect/>
          </a:stretch>
        </p:blipFill>
        <p:spPr>
          <a:prstGeom prst="rect">
            <a:avLst/>
          </a:prstGeom>
        </p:spPr>
      </p:pic>
    </p:spTree>
    <p:extLst>
      <p:ext uri="{BB962C8B-B14F-4D97-AF65-F5344CB8AC3E}">
        <p14:creationId xmlns:p14="http://schemas.microsoft.com/office/powerpoint/2010/main" val="32901839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0D8C18-59E0-EB3B-53EC-B5B58FA95B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58C240-A9D0-AD6E-CAEB-D8A8685FA6A8}"/>
              </a:ext>
            </a:extLst>
          </p:cNvPr>
          <p:cNvSpPr>
            <a:spLocks noGrp="1"/>
          </p:cNvSpPr>
          <p:nvPr>
            <p:ph type="title"/>
          </p:nvPr>
        </p:nvSpPr>
        <p:spPr>
          <a:xfrm>
            <a:off x="1073721" y="381467"/>
            <a:ext cx="8517573" cy="1132762"/>
          </a:xfrm>
        </p:spPr>
        <p:txBody>
          <a:bodyPr/>
          <a:lstStyle/>
          <a:p>
            <a:r>
              <a:rPr lang="en-US"/>
              <a:t>Revenue PER REGION</a:t>
            </a:r>
          </a:p>
        </p:txBody>
      </p:sp>
      <p:sp>
        <p:nvSpPr>
          <p:cNvPr id="4" name="Footer Placeholder 3">
            <a:extLst>
              <a:ext uri="{FF2B5EF4-FFF2-40B4-BE49-F238E27FC236}">
                <a16:creationId xmlns:a16="http://schemas.microsoft.com/office/drawing/2014/main" id="{23A4158A-C4C8-6479-388B-3CED881887A6}"/>
              </a:ext>
            </a:extLst>
          </p:cNvPr>
          <p:cNvSpPr>
            <a:spLocks noGrp="1"/>
          </p:cNvSpPr>
          <p:nvPr>
            <p:ph type="ftr" sz="quarter" idx="11"/>
          </p:nvPr>
        </p:nvSpPr>
        <p:spPr/>
        <p:txBody>
          <a:bodyPr/>
          <a:lstStyle/>
          <a:p>
            <a:r>
              <a:rPr lang="en-US"/>
              <a:t>F25 Sales Meeting </a:t>
            </a:r>
          </a:p>
        </p:txBody>
      </p:sp>
      <p:sp>
        <p:nvSpPr>
          <p:cNvPr id="5" name="Slide Number Placeholder 4">
            <a:extLst>
              <a:ext uri="{FF2B5EF4-FFF2-40B4-BE49-F238E27FC236}">
                <a16:creationId xmlns:a16="http://schemas.microsoft.com/office/drawing/2014/main" id="{D288EC33-6489-B585-CF32-8E378DE96E5A}"/>
              </a:ext>
            </a:extLst>
          </p:cNvPr>
          <p:cNvSpPr>
            <a:spLocks noGrp="1"/>
          </p:cNvSpPr>
          <p:nvPr>
            <p:ph type="sldNum" sz="quarter" idx="12"/>
          </p:nvPr>
        </p:nvSpPr>
        <p:spPr/>
        <p:txBody>
          <a:bodyPr/>
          <a:lstStyle/>
          <a:p>
            <a:fld id="{70FEC90E-E5BA-494A-9F79-6819593C9BFA}" type="slidenum">
              <a:rPr lang="en-US" smtClean="0"/>
              <a:t>6</a:t>
            </a:fld>
            <a:endParaRPr lang="en-US"/>
          </a:p>
        </p:txBody>
      </p:sp>
      <p:graphicFrame>
        <p:nvGraphicFramePr>
          <p:cNvPr id="10" name="Table 9">
            <a:extLst>
              <a:ext uri="{FF2B5EF4-FFF2-40B4-BE49-F238E27FC236}">
                <a16:creationId xmlns:a16="http://schemas.microsoft.com/office/drawing/2014/main" id="{8E0F6FB5-24A3-758E-24E3-3F6E180CA7C7}"/>
              </a:ext>
            </a:extLst>
          </p:cNvPr>
          <p:cNvGraphicFramePr>
            <a:graphicFrameLocks noGrp="1"/>
          </p:cNvGraphicFramePr>
          <p:nvPr>
            <p:extLst>
              <p:ext uri="{D42A27DB-BD31-4B8C-83A1-F6EECF244321}">
                <p14:modId xmlns:p14="http://schemas.microsoft.com/office/powerpoint/2010/main" val="3133515878"/>
              </p:ext>
            </p:extLst>
          </p:nvPr>
        </p:nvGraphicFramePr>
        <p:xfrm>
          <a:off x="1184557" y="1992091"/>
          <a:ext cx="9281829" cy="3665277"/>
        </p:xfrm>
        <a:graphic>
          <a:graphicData uri="http://schemas.openxmlformats.org/drawingml/2006/table">
            <a:tbl>
              <a:tblPr bandRow="1">
                <a:tableStyleId>{2D5ABB26-0587-4C30-8999-92F81FD0307C}</a:tableStyleId>
              </a:tblPr>
              <a:tblGrid>
                <a:gridCol w="2639298">
                  <a:extLst>
                    <a:ext uri="{9D8B030D-6E8A-4147-A177-3AD203B41FA5}">
                      <a16:colId xmlns:a16="http://schemas.microsoft.com/office/drawing/2014/main" val="1156055547"/>
                    </a:ext>
                  </a:extLst>
                </a:gridCol>
                <a:gridCol w="2214177">
                  <a:extLst>
                    <a:ext uri="{9D8B030D-6E8A-4147-A177-3AD203B41FA5}">
                      <a16:colId xmlns:a16="http://schemas.microsoft.com/office/drawing/2014/main" val="2280611341"/>
                    </a:ext>
                  </a:extLst>
                </a:gridCol>
                <a:gridCol w="2214177">
                  <a:extLst>
                    <a:ext uri="{9D8B030D-6E8A-4147-A177-3AD203B41FA5}">
                      <a16:colId xmlns:a16="http://schemas.microsoft.com/office/drawing/2014/main" val="930554425"/>
                    </a:ext>
                  </a:extLst>
                </a:gridCol>
                <a:gridCol w="2214177">
                  <a:extLst>
                    <a:ext uri="{9D8B030D-6E8A-4147-A177-3AD203B41FA5}">
                      <a16:colId xmlns:a16="http://schemas.microsoft.com/office/drawing/2014/main" val="3930696327"/>
                    </a:ext>
                  </a:extLst>
                </a:gridCol>
              </a:tblGrid>
              <a:tr h="523611">
                <a:tc>
                  <a:txBody>
                    <a:bodyPr/>
                    <a:lstStyle/>
                    <a:p>
                      <a:pPr>
                        <a:buNone/>
                      </a:pPr>
                      <a:r>
                        <a:rPr lang="en-US">
                          <a:solidFill>
                            <a:srgbClr val="FFFFFF"/>
                          </a:solidFill>
                          <a:effectLst/>
                        </a:rPr>
                        <a:t>Market</a:t>
                      </a:r>
                    </a:p>
                  </a:txBody>
                  <a:tcPr marL="0" marR="0" marT="0" marB="0" anchor="ctr"/>
                </a:tc>
                <a:tc>
                  <a:txBody>
                    <a:bodyPr/>
                    <a:lstStyle/>
                    <a:p>
                      <a:pPr>
                        <a:buNone/>
                      </a:pPr>
                      <a:r>
                        <a:rPr lang="en-US">
                          <a:solidFill>
                            <a:srgbClr val="FFFFFF"/>
                          </a:solidFill>
                          <a:effectLst/>
                        </a:rPr>
                        <a:t>FY25</a:t>
                      </a:r>
                    </a:p>
                  </a:txBody>
                  <a:tcPr marL="0" marR="0" marT="0" marB="0" anchor="ctr"/>
                </a:tc>
                <a:tc>
                  <a:txBody>
                    <a:bodyPr/>
                    <a:lstStyle/>
                    <a:p>
                      <a:pPr>
                        <a:buNone/>
                      </a:pPr>
                      <a:r>
                        <a:rPr lang="en-US">
                          <a:solidFill>
                            <a:srgbClr val="FFFFFF"/>
                          </a:solidFill>
                          <a:effectLst/>
                        </a:rPr>
                        <a:t>FY26</a:t>
                      </a:r>
                    </a:p>
                  </a:txBody>
                  <a:tcPr marL="0" marR="0" marT="0" marB="0" anchor="ctr"/>
                </a:tc>
                <a:tc>
                  <a:txBody>
                    <a:bodyPr/>
                    <a:lstStyle/>
                    <a:p>
                      <a:pPr lvl="0">
                        <a:buNone/>
                      </a:pPr>
                      <a:r>
                        <a:rPr lang="en-US">
                          <a:solidFill>
                            <a:srgbClr val="FFFFFF"/>
                          </a:solidFill>
                          <a:effectLst/>
                        </a:rPr>
                        <a:t>YoY change</a:t>
                      </a:r>
                    </a:p>
                  </a:txBody>
                  <a:tcPr marL="0" marR="0" marT="0" marB="0" anchor="ctr"/>
                </a:tc>
                <a:extLst>
                  <a:ext uri="{0D108BD9-81ED-4DB2-BD59-A6C34878D82A}">
                    <a16:rowId xmlns:a16="http://schemas.microsoft.com/office/drawing/2014/main" val="2620728817"/>
                  </a:ext>
                </a:extLst>
              </a:tr>
              <a:tr h="523611">
                <a:tc>
                  <a:txBody>
                    <a:bodyPr/>
                    <a:lstStyle/>
                    <a:p>
                      <a:pPr>
                        <a:buNone/>
                      </a:pPr>
                      <a:r>
                        <a:rPr lang="en-US">
                          <a:solidFill>
                            <a:srgbClr val="FFFFFF"/>
                          </a:solidFill>
                          <a:effectLst/>
                        </a:rPr>
                        <a:t>North America</a:t>
                      </a:r>
                    </a:p>
                  </a:txBody>
                  <a:tcPr marL="0" marR="0" marT="0" marB="0" anchor="ctr"/>
                </a:tc>
                <a:tc>
                  <a:txBody>
                    <a:bodyPr/>
                    <a:lstStyle/>
                    <a:p>
                      <a:pPr>
                        <a:buNone/>
                      </a:pPr>
                      <a:r>
                        <a:rPr lang="en-US">
                          <a:solidFill>
                            <a:srgbClr val="FFFFFF"/>
                          </a:solidFill>
                          <a:effectLst/>
                        </a:rPr>
                        <a:t>$47.50M</a:t>
                      </a:r>
                      <a:endParaRPr lang="en-US">
                        <a:solidFill>
                          <a:srgbClr val="FFFFFF"/>
                        </a:solidFill>
                      </a:endParaRPr>
                    </a:p>
                  </a:txBody>
                  <a:tcPr marL="0" marR="0" marT="0" marB="0" anchor="ctr"/>
                </a:tc>
                <a:tc>
                  <a:txBody>
                    <a:bodyPr/>
                    <a:lstStyle/>
                    <a:p>
                      <a:pPr>
                        <a:buNone/>
                      </a:pPr>
                      <a:r>
                        <a:rPr lang="en-US">
                          <a:solidFill>
                            <a:srgbClr val="FFFFFF"/>
                          </a:solidFill>
                          <a:effectLst/>
                        </a:rPr>
                        <a:t>$58.50M</a:t>
                      </a:r>
                      <a:endParaRPr lang="en-US">
                        <a:solidFill>
                          <a:srgbClr val="FFFFFF"/>
                        </a:solidFill>
                      </a:endParaRPr>
                    </a:p>
                  </a:txBody>
                  <a:tcPr marL="0" marR="0" marT="0" marB="0" anchor="ctr"/>
                </a:tc>
                <a:tc>
                  <a:txBody>
                    <a:bodyPr/>
                    <a:lstStyle/>
                    <a:p>
                      <a:pPr lvl="0">
                        <a:buNone/>
                      </a:pPr>
                      <a:r>
                        <a:rPr lang="en-US">
                          <a:solidFill>
                            <a:srgbClr val="FFFFFF"/>
                          </a:solidFill>
                          <a:effectLst/>
                        </a:rPr>
                        <a:t>+23%</a:t>
                      </a:r>
                      <a:endParaRPr lang="en-US">
                        <a:solidFill>
                          <a:srgbClr val="FFFFFF"/>
                        </a:solidFill>
                      </a:endParaRPr>
                    </a:p>
                  </a:txBody>
                  <a:tcPr marL="0" marR="0" marT="0" marB="0" anchor="ctr"/>
                </a:tc>
                <a:extLst>
                  <a:ext uri="{0D108BD9-81ED-4DB2-BD59-A6C34878D82A}">
                    <a16:rowId xmlns:a16="http://schemas.microsoft.com/office/drawing/2014/main" val="1553451165"/>
                  </a:ext>
                </a:extLst>
              </a:tr>
              <a:tr h="523611">
                <a:tc>
                  <a:txBody>
                    <a:bodyPr/>
                    <a:lstStyle/>
                    <a:p>
                      <a:pPr>
                        <a:buNone/>
                      </a:pPr>
                      <a:r>
                        <a:rPr lang="en-US">
                          <a:solidFill>
                            <a:srgbClr val="FFFFFF"/>
                          </a:solidFill>
                          <a:effectLst/>
                        </a:rPr>
                        <a:t>Europe</a:t>
                      </a:r>
                    </a:p>
                  </a:txBody>
                  <a:tcPr marL="0" marR="0" marT="0" marB="0" anchor="ctr"/>
                </a:tc>
                <a:tc>
                  <a:txBody>
                    <a:bodyPr/>
                    <a:lstStyle/>
                    <a:p>
                      <a:pPr>
                        <a:buNone/>
                      </a:pPr>
                      <a:r>
                        <a:rPr lang="en-US">
                          <a:solidFill>
                            <a:srgbClr val="FFFFFF"/>
                          </a:solidFill>
                          <a:effectLst/>
                        </a:rPr>
                        <a:t>$32.50M</a:t>
                      </a:r>
                      <a:endParaRPr lang="en-US">
                        <a:solidFill>
                          <a:srgbClr val="FFFFFF"/>
                        </a:solidFill>
                      </a:endParaRPr>
                    </a:p>
                  </a:txBody>
                  <a:tcPr marL="0" marR="0" marT="0" marB="0" anchor="ctr"/>
                </a:tc>
                <a:tc>
                  <a:txBody>
                    <a:bodyPr/>
                    <a:lstStyle/>
                    <a:p>
                      <a:pPr>
                        <a:buNone/>
                      </a:pPr>
                      <a:r>
                        <a:rPr lang="en-US">
                          <a:solidFill>
                            <a:srgbClr val="FFFFFF"/>
                          </a:solidFill>
                          <a:effectLst/>
                        </a:rPr>
                        <a:t>$44.85M</a:t>
                      </a:r>
                      <a:endParaRPr lang="en-US">
                        <a:solidFill>
                          <a:srgbClr val="FFFFFF"/>
                        </a:solidFill>
                      </a:endParaRPr>
                    </a:p>
                  </a:txBody>
                  <a:tcPr marL="0" marR="0" marT="0" marB="0" anchor="ctr"/>
                </a:tc>
                <a:tc>
                  <a:txBody>
                    <a:bodyPr/>
                    <a:lstStyle/>
                    <a:p>
                      <a:pPr lvl="0">
                        <a:buNone/>
                      </a:pPr>
                      <a:r>
                        <a:rPr lang="en-US" sz="1800" u="none" strike="noStrike" noProof="0">
                          <a:solidFill>
                            <a:srgbClr val="FFFFFF"/>
                          </a:solidFill>
                          <a:effectLst/>
                        </a:rPr>
                        <a:t>+38%</a:t>
                      </a:r>
                      <a:endParaRPr lang="en-US">
                        <a:solidFill>
                          <a:srgbClr val="FFFFFF"/>
                        </a:solidFill>
                      </a:endParaRPr>
                    </a:p>
                  </a:txBody>
                  <a:tcPr marL="0" marR="0" marT="0" marB="0" anchor="ctr"/>
                </a:tc>
                <a:extLst>
                  <a:ext uri="{0D108BD9-81ED-4DB2-BD59-A6C34878D82A}">
                    <a16:rowId xmlns:a16="http://schemas.microsoft.com/office/drawing/2014/main" val="1058422636"/>
                  </a:ext>
                </a:extLst>
              </a:tr>
              <a:tr h="523611">
                <a:tc>
                  <a:txBody>
                    <a:bodyPr/>
                    <a:lstStyle/>
                    <a:p>
                      <a:pPr>
                        <a:buNone/>
                      </a:pPr>
                      <a:r>
                        <a:rPr lang="en-US">
                          <a:solidFill>
                            <a:srgbClr val="FFFFFF"/>
                          </a:solidFill>
                          <a:effectLst/>
                        </a:rPr>
                        <a:t>Asia Pacific</a:t>
                      </a:r>
                    </a:p>
                  </a:txBody>
                  <a:tcPr marL="0" marR="0" marT="0" marB="0" anchor="ctr"/>
                </a:tc>
                <a:tc>
                  <a:txBody>
                    <a:bodyPr/>
                    <a:lstStyle/>
                    <a:p>
                      <a:pPr>
                        <a:buNone/>
                      </a:pPr>
                      <a:r>
                        <a:rPr lang="en-US">
                          <a:solidFill>
                            <a:srgbClr val="FFFFFF"/>
                          </a:solidFill>
                          <a:effectLst/>
                        </a:rPr>
                        <a:t>$32.00M</a:t>
                      </a:r>
                      <a:endParaRPr lang="en-US">
                        <a:solidFill>
                          <a:srgbClr val="FFFFFF"/>
                        </a:solidFill>
                      </a:endParaRPr>
                    </a:p>
                  </a:txBody>
                  <a:tcPr marL="0" marR="0" marT="0" marB="0" anchor="ctr"/>
                </a:tc>
                <a:tc>
                  <a:txBody>
                    <a:bodyPr/>
                    <a:lstStyle/>
                    <a:p>
                      <a:pPr>
                        <a:buNone/>
                      </a:pPr>
                      <a:r>
                        <a:rPr lang="en-US">
                          <a:solidFill>
                            <a:srgbClr val="FFFFFF"/>
                          </a:solidFill>
                          <a:effectLst/>
                        </a:rPr>
                        <a:t>$39.70M</a:t>
                      </a:r>
                      <a:endParaRPr lang="en-US">
                        <a:solidFill>
                          <a:srgbClr val="FFFFFF"/>
                        </a:solidFill>
                      </a:endParaRPr>
                    </a:p>
                  </a:txBody>
                  <a:tcPr marL="0" marR="0" marT="0" marB="0" anchor="ctr"/>
                </a:tc>
                <a:tc>
                  <a:txBody>
                    <a:bodyPr/>
                    <a:lstStyle/>
                    <a:p>
                      <a:pPr lvl="0">
                        <a:buNone/>
                      </a:pPr>
                      <a:r>
                        <a:rPr lang="en-US" sz="1800" u="none" strike="noStrike" noProof="0">
                          <a:solidFill>
                            <a:srgbClr val="FFFFFF"/>
                          </a:solidFill>
                          <a:effectLst/>
                        </a:rPr>
                        <a:t>+24%</a:t>
                      </a:r>
                      <a:endParaRPr lang="en-US">
                        <a:solidFill>
                          <a:srgbClr val="FFFFFF"/>
                        </a:solidFill>
                      </a:endParaRPr>
                    </a:p>
                  </a:txBody>
                  <a:tcPr marL="0" marR="0" marT="0" marB="0" anchor="ctr"/>
                </a:tc>
                <a:extLst>
                  <a:ext uri="{0D108BD9-81ED-4DB2-BD59-A6C34878D82A}">
                    <a16:rowId xmlns:a16="http://schemas.microsoft.com/office/drawing/2014/main" val="3074997928"/>
                  </a:ext>
                </a:extLst>
              </a:tr>
              <a:tr h="523611">
                <a:tc>
                  <a:txBody>
                    <a:bodyPr/>
                    <a:lstStyle/>
                    <a:p>
                      <a:pPr>
                        <a:buNone/>
                      </a:pPr>
                      <a:r>
                        <a:rPr lang="en-US">
                          <a:solidFill>
                            <a:srgbClr val="FFFFFF"/>
                          </a:solidFill>
                          <a:effectLst/>
                        </a:rPr>
                        <a:t>Latin America</a:t>
                      </a:r>
                    </a:p>
                  </a:txBody>
                  <a:tcPr marL="0" marR="0" marT="0" marB="0" anchor="ctr"/>
                </a:tc>
                <a:tc>
                  <a:txBody>
                    <a:bodyPr/>
                    <a:lstStyle/>
                    <a:p>
                      <a:pPr>
                        <a:buNone/>
                      </a:pPr>
                      <a:r>
                        <a:rPr lang="en-US">
                          <a:solidFill>
                            <a:srgbClr val="FFFFFF"/>
                          </a:solidFill>
                          <a:effectLst/>
                        </a:rPr>
                        <a:t>$20.50M</a:t>
                      </a:r>
                      <a:endParaRPr lang="en-US">
                        <a:solidFill>
                          <a:srgbClr val="FFFFFF"/>
                        </a:solidFill>
                      </a:endParaRPr>
                    </a:p>
                  </a:txBody>
                  <a:tcPr marL="0" marR="0" marT="0" marB="0" anchor="ctr"/>
                </a:tc>
                <a:tc>
                  <a:txBody>
                    <a:bodyPr/>
                    <a:lstStyle/>
                    <a:p>
                      <a:pPr>
                        <a:buNone/>
                      </a:pPr>
                      <a:r>
                        <a:rPr lang="en-US">
                          <a:solidFill>
                            <a:srgbClr val="FFFFFF"/>
                          </a:solidFill>
                          <a:effectLst/>
                        </a:rPr>
                        <a:t>$22.00M</a:t>
                      </a:r>
                      <a:endParaRPr lang="en-US">
                        <a:solidFill>
                          <a:srgbClr val="FFFFFF"/>
                        </a:solidFill>
                      </a:endParaRPr>
                    </a:p>
                  </a:txBody>
                  <a:tcPr marL="0" marR="0" marT="0" marB="0" anchor="ctr"/>
                </a:tc>
                <a:tc>
                  <a:txBody>
                    <a:bodyPr/>
                    <a:lstStyle/>
                    <a:p>
                      <a:pPr lvl="0">
                        <a:buNone/>
                      </a:pPr>
                      <a:r>
                        <a:rPr lang="en-US" sz="1800" u="none" strike="noStrike" noProof="0">
                          <a:solidFill>
                            <a:srgbClr val="FFFFFF"/>
                          </a:solidFill>
                          <a:effectLst/>
                        </a:rPr>
                        <a:t>+7%</a:t>
                      </a:r>
                      <a:endParaRPr lang="en-US">
                        <a:solidFill>
                          <a:srgbClr val="FFFFFF"/>
                        </a:solidFill>
                      </a:endParaRPr>
                    </a:p>
                  </a:txBody>
                  <a:tcPr marL="0" marR="0" marT="0" marB="0" anchor="ctr"/>
                </a:tc>
                <a:extLst>
                  <a:ext uri="{0D108BD9-81ED-4DB2-BD59-A6C34878D82A}">
                    <a16:rowId xmlns:a16="http://schemas.microsoft.com/office/drawing/2014/main" val="1390881522"/>
                  </a:ext>
                </a:extLst>
              </a:tr>
              <a:tr h="523611">
                <a:tc>
                  <a:txBody>
                    <a:bodyPr/>
                    <a:lstStyle/>
                    <a:p>
                      <a:pPr>
                        <a:buNone/>
                      </a:pPr>
                      <a:r>
                        <a:rPr lang="en-US">
                          <a:solidFill>
                            <a:srgbClr val="FFFFFF"/>
                          </a:solidFill>
                          <a:effectLst/>
                        </a:rPr>
                        <a:t>Middle East &amp; Africa</a:t>
                      </a:r>
                    </a:p>
                  </a:txBody>
                  <a:tcPr marL="0" marR="0" marT="0" marB="0" anchor="ctr"/>
                </a:tc>
                <a:tc>
                  <a:txBody>
                    <a:bodyPr/>
                    <a:lstStyle/>
                    <a:p>
                      <a:pPr>
                        <a:buNone/>
                      </a:pPr>
                      <a:r>
                        <a:rPr lang="en-US">
                          <a:solidFill>
                            <a:srgbClr val="FFFFFF"/>
                          </a:solidFill>
                          <a:effectLst/>
                        </a:rPr>
                        <a:t>$15.20M</a:t>
                      </a:r>
                      <a:endParaRPr lang="en-US">
                        <a:solidFill>
                          <a:srgbClr val="FFFFFF"/>
                        </a:solidFill>
                      </a:endParaRPr>
                    </a:p>
                  </a:txBody>
                  <a:tcPr marL="0" marR="0" marT="0" marB="0" anchor="ctr"/>
                </a:tc>
                <a:tc>
                  <a:txBody>
                    <a:bodyPr/>
                    <a:lstStyle/>
                    <a:p>
                      <a:pPr>
                        <a:buNone/>
                      </a:pPr>
                      <a:r>
                        <a:rPr lang="en-US">
                          <a:solidFill>
                            <a:srgbClr val="FFFFFF"/>
                          </a:solidFill>
                          <a:effectLst/>
                        </a:rPr>
                        <a:t>$17.94M</a:t>
                      </a:r>
                      <a:endParaRPr lang="en-US">
                        <a:solidFill>
                          <a:srgbClr val="FFFFFF"/>
                        </a:solidFill>
                      </a:endParaRPr>
                    </a:p>
                  </a:txBody>
                  <a:tcPr marL="0" marR="0" marT="0" marB="0" anchor="ctr"/>
                </a:tc>
                <a:tc>
                  <a:txBody>
                    <a:bodyPr/>
                    <a:lstStyle/>
                    <a:p>
                      <a:pPr lvl="0">
                        <a:buNone/>
                      </a:pPr>
                      <a:r>
                        <a:rPr lang="en-US" sz="1800" u="none" strike="noStrike" noProof="0">
                          <a:solidFill>
                            <a:srgbClr val="FFFFFF"/>
                          </a:solidFill>
                          <a:effectLst/>
                        </a:rPr>
                        <a:t>+18%</a:t>
                      </a:r>
                      <a:endParaRPr lang="en-US">
                        <a:solidFill>
                          <a:srgbClr val="FFFFFF"/>
                        </a:solidFill>
                      </a:endParaRPr>
                    </a:p>
                  </a:txBody>
                  <a:tcPr marL="0" marR="0" marT="0" marB="0" anchor="ctr"/>
                </a:tc>
                <a:extLst>
                  <a:ext uri="{0D108BD9-81ED-4DB2-BD59-A6C34878D82A}">
                    <a16:rowId xmlns:a16="http://schemas.microsoft.com/office/drawing/2014/main" val="955294420"/>
                  </a:ext>
                </a:extLst>
              </a:tr>
              <a:tr h="523611">
                <a:tc>
                  <a:txBody>
                    <a:bodyPr/>
                    <a:lstStyle/>
                    <a:p>
                      <a:pPr>
                        <a:buNone/>
                      </a:pPr>
                      <a:r>
                        <a:rPr lang="en-US">
                          <a:solidFill>
                            <a:srgbClr val="FFFFFF"/>
                          </a:solidFill>
                          <a:effectLst/>
                        </a:rPr>
                        <a:t>Total</a:t>
                      </a:r>
                    </a:p>
                  </a:txBody>
                  <a:tcPr marL="0" marR="0" marT="0" marB="0" anchor="ctr"/>
                </a:tc>
                <a:tc>
                  <a:txBody>
                    <a:bodyPr/>
                    <a:lstStyle/>
                    <a:p>
                      <a:pPr>
                        <a:buNone/>
                      </a:pPr>
                      <a:r>
                        <a:rPr lang="en-US">
                          <a:solidFill>
                            <a:srgbClr val="FFFFFF"/>
                          </a:solidFill>
                          <a:effectLst/>
                        </a:rPr>
                        <a:t>$147.70M</a:t>
                      </a:r>
                      <a:endParaRPr lang="en-US">
                        <a:solidFill>
                          <a:srgbClr val="FFFFFF"/>
                        </a:solidFill>
                      </a:endParaRPr>
                    </a:p>
                  </a:txBody>
                  <a:tcPr marL="0" marR="0" marT="0" marB="0" anchor="ctr"/>
                </a:tc>
                <a:tc>
                  <a:txBody>
                    <a:bodyPr/>
                    <a:lstStyle/>
                    <a:p>
                      <a:pPr>
                        <a:buNone/>
                      </a:pPr>
                      <a:r>
                        <a:rPr lang="en-US">
                          <a:solidFill>
                            <a:srgbClr val="FFFFFF"/>
                          </a:solidFill>
                          <a:effectLst/>
                        </a:rPr>
                        <a:t>$182.99M</a:t>
                      </a:r>
                      <a:endParaRPr lang="en-US">
                        <a:solidFill>
                          <a:srgbClr val="FFFFFF"/>
                        </a:solidFill>
                      </a:endParaRPr>
                    </a:p>
                  </a:txBody>
                  <a:tcPr marL="0" marR="0" marT="0" marB="0" anchor="ctr"/>
                </a:tc>
                <a:tc>
                  <a:txBody>
                    <a:bodyPr/>
                    <a:lstStyle/>
                    <a:p>
                      <a:pPr lvl="0">
                        <a:buNone/>
                      </a:pPr>
                      <a:r>
                        <a:rPr lang="en-US">
                          <a:solidFill>
                            <a:srgbClr val="FFFFFF"/>
                          </a:solidFill>
                          <a:effectLst/>
                        </a:rPr>
                        <a:t>+24%</a:t>
                      </a:r>
                    </a:p>
                  </a:txBody>
                  <a:tcPr marL="0" marR="0" marT="0" marB="0" anchor="ctr"/>
                </a:tc>
                <a:extLst>
                  <a:ext uri="{0D108BD9-81ED-4DB2-BD59-A6C34878D82A}">
                    <a16:rowId xmlns:a16="http://schemas.microsoft.com/office/drawing/2014/main" val="65861906"/>
                  </a:ext>
                </a:extLst>
              </a:tr>
            </a:tbl>
          </a:graphicData>
        </a:graphic>
      </p:graphicFrame>
    </p:spTree>
    <p:extLst>
      <p:ext uri="{BB962C8B-B14F-4D97-AF65-F5344CB8AC3E}">
        <p14:creationId xmlns:p14="http://schemas.microsoft.com/office/powerpoint/2010/main" val="3774139725"/>
      </p:ext>
    </p:extLst>
  </p:cSld>
  <p:clrMapOvr>
    <a:masterClrMapping/>
  </p:clrMapOvr>
</p:sld>
</file>

<file path=ppt/theme/theme1.xml><?xml version="1.0" encoding="utf-8"?>
<a:theme xmlns:a="http://schemas.openxmlformats.org/drawingml/2006/main" name="Adventure Works">
  <a:themeElements>
    <a:clrScheme name="Explore">
      <a:dk1>
        <a:sysClr val="windowText" lastClr="000000"/>
      </a:dk1>
      <a:lt1>
        <a:sysClr val="window" lastClr="FFFFFF"/>
      </a:lt1>
      <a:dk2>
        <a:srgbClr val="201449"/>
      </a:dk2>
      <a:lt2>
        <a:srgbClr val="F3F0E9"/>
      </a:lt2>
      <a:accent1>
        <a:srgbClr val="E45221"/>
      </a:accent1>
      <a:accent2>
        <a:srgbClr val="4D4EE6"/>
      </a:accent2>
      <a:accent3>
        <a:srgbClr val="454B78"/>
      </a:accent3>
      <a:accent4>
        <a:srgbClr val="A3A3C1"/>
      </a:accent4>
      <a:accent5>
        <a:srgbClr val="7162FE"/>
      </a:accent5>
      <a:accent6>
        <a:srgbClr val="1EBE9B"/>
      </a:accent6>
      <a:hlink>
        <a:srgbClr val="F900A0"/>
      </a:hlink>
      <a:folHlink>
        <a:srgbClr val="954F72"/>
      </a:folHlink>
    </a:clrScheme>
    <a:fontScheme name="Custom 11">
      <a:majorFont>
        <a:latin typeface="Trade Gothic Next HvyCd"/>
        <a:ea typeface=""/>
        <a:cs typeface=""/>
      </a:majorFont>
      <a:minorFont>
        <a:latin typeface="Avenir Next LT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Adventure Works Corporate Template" id="{632786F2-3F03-4D91-B7DE-664629445C7C}" vid="{FAAF15DB-37A0-4527-B901-80824D9DE825}"/>
    </a:ext>
  </a:extLst>
</a:theme>
</file>

<file path=ppt/theme/theme2.xml><?xml version="1.0" encoding="utf-8"?>
<a:theme xmlns:a="http://schemas.openxmlformats.org/drawingml/2006/main" name="Intro">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0D3EBB80A9DA954CA68EDBF69D994D6F" ma:contentTypeVersion="7" ma:contentTypeDescription="Create a new document." ma:contentTypeScope="" ma:versionID="c476ba719a66ce13132a6401d6945285">
  <xsd:schema xmlns:xsd="http://www.w3.org/2001/XMLSchema" xmlns:xs="http://www.w3.org/2001/XMLSchema" xmlns:p="http://schemas.microsoft.com/office/2006/metadata/properties" xmlns:ns1="http://schemas.microsoft.com/sharepoint/v3" xmlns:ns2="967ff642-b8ab-482c-84db-d2bed95e1bd3" targetNamespace="http://schemas.microsoft.com/office/2006/metadata/properties" ma:root="true" ma:fieldsID="03c4c38457b66162ae42dd82609f1bfe" ns1:_="" ns2:_="">
    <xsd:import namespace="http://schemas.microsoft.com/sharepoint/v3"/>
    <xsd:import namespace="967ff642-b8ab-482c-84db-d2bed95e1bd3"/>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BillingMetadata"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3" nillable="true" ma:displayName="Unified Compliance Policy Properties" ma:hidden="true" ma:internalName="_ip_UnifiedCompliancePolicyProperties">
      <xsd:simpleType>
        <xsd:restriction base="dms:Note"/>
      </xsd:simpleType>
    </xsd:element>
    <xsd:element name="_ip_UnifiedCompliancePolicyUIAction" ma:index="14"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967ff642-b8ab-482c-84db-d2bed95e1bd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BillingMetadata" ma:index="12" nillable="true" ma:displayName="MediaServiceBillingMetadata" ma:hidden="true" ma:internalName="MediaServiceBilling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documentManagement>
</p:properties>
</file>

<file path=customXml/itemProps1.xml><?xml version="1.0" encoding="utf-8"?>
<ds:datastoreItem xmlns:ds="http://schemas.openxmlformats.org/officeDocument/2006/customXml" ds:itemID="{9A83AF99-9F93-4FA6-A8B7-519C00D12527}"/>
</file>

<file path=customXml/itemProps2.xml><?xml version="1.0" encoding="utf-8"?>
<ds:datastoreItem xmlns:ds="http://schemas.openxmlformats.org/officeDocument/2006/customXml" ds:itemID="{8D3F35C8-A82E-4D99-ABF5-EE353234D726}">
  <ds:schemaRefs>
    <ds:schemaRef ds:uri="http://schemas.microsoft.com/sharepoint/v3/contenttype/forms"/>
  </ds:schemaRefs>
</ds:datastoreItem>
</file>

<file path=customXml/itemProps3.xml><?xml version="1.0" encoding="utf-8"?>
<ds:datastoreItem xmlns:ds="http://schemas.openxmlformats.org/officeDocument/2006/customXml" ds:itemID="{6E03AE68-3028-4B2F-8E44-5F50636A2DCD}">
  <ds:schemaRefs>
    <ds:schemaRef ds:uri="http://purl.org/dc/elements/1.1/"/>
    <ds:schemaRef ds:uri="http://schemas.microsoft.com/office/2006/documentManagement/types"/>
    <ds:schemaRef ds:uri="http://www.w3.org/XML/1998/namespace"/>
    <ds:schemaRef ds:uri="http://purl.org/dc/terms/"/>
    <ds:schemaRef ds:uri="http://schemas.microsoft.com/sharepoint/v3"/>
    <ds:schemaRef ds:uri="5e2db648-71e5-403d-bff8-dc10f4ef4f87"/>
    <ds:schemaRef ds:uri="http://schemas.openxmlformats.org/package/2006/metadata/core-properties"/>
    <ds:schemaRef ds:uri="d0de27d6-ed64-4365-b454-c85f97c82a09"/>
    <ds:schemaRef ds:uri="http://schemas.microsoft.com/office/2006/metadata/properties"/>
    <ds:schemaRef ds:uri="http://schemas.microsoft.com/office/infopath/2007/PartnerControls"/>
    <ds:schemaRef ds:uri="http://purl.org/dc/dcmitype/"/>
  </ds:schemaRefs>
</ds:datastoreItem>
</file>

<file path=docMetadata/LabelInfo.xml><?xml version="1.0" encoding="utf-8"?>
<clbl:labelList xmlns:clbl="http://schemas.microsoft.com/office/2020/mipLabelMetadata">
  <clbl:label id="{f42aa342-8706-4288-bd11-ebb85995028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emplate>Office Theme</Template>
  <TotalTime>69</TotalTime>
  <Words>594</Words>
  <PresentationFormat>Widescreen</PresentationFormat>
  <Paragraphs>105</Paragraphs>
  <Slides>6</Slides>
  <Notes>6</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6</vt:i4>
      </vt:variant>
    </vt:vector>
  </HeadingPairs>
  <TitlesOfParts>
    <vt:vector size="16" baseType="lpstr">
      <vt:lpstr>Aptos</vt:lpstr>
      <vt:lpstr>Aptos Display</vt:lpstr>
      <vt:lpstr>Arial</vt:lpstr>
      <vt:lpstr>Avenir Next LT Pro</vt:lpstr>
      <vt:lpstr>Calibri</vt:lpstr>
      <vt:lpstr>Segoe UI</vt:lpstr>
      <vt:lpstr>Segoe UI Semilight</vt:lpstr>
      <vt:lpstr>Trade Gothic Next HvyCd</vt:lpstr>
      <vt:lpstr>Adventure Works</vt:lpstr>
      <vt:lpstr>Intro</vt:lpstr>
      <vt:lpstr>Designed for Every Ascent </vt:lpstr>
      <vt:lpstr>Adventure Works Growth Timeline</vt:lpstr>
      <vt:lpstr>2025 Product Sales </vt:lpstr>
      <vt:lpstr>Tour Day Experience</vt:lpstr>
      <vt:lpstr>Current State</vt:lpstr>
      <vt:lpstr>Revenue PER REGION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terms:created xsi:type="dcterms:W3CDTF">2026-02-11T00:37:59Z</dcterms:created>
  <dcterms:modified xsi:type="dcterms:W3CDTF">2026-03-25T14:29:09Z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0x0101000D3EBB80A9DA954CA68EDBF69D994D6F</vt:lpwstr>
  </property>
  <property fmtid="{D5CDD505-2E9C-101B-9397-08002B2CF9AE}" pid="3" name="MediaServiceImageTags">
    <vt:lpwstr/>
  </property>
</Properties>
</file>